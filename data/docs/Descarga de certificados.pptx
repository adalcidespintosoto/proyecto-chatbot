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9" r:id="rId2"/>
    <p:sldId id="265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98669" autoAdjust="0"/>
  </p:normalViewPr>
  <p:slideViewPr>
    <p:cSldViewPr snapToGrid="0" snapToObjects="1" showGuides="1">
      <p:cViewPr varScale="1">
        <p:scale>
          <a:sx n="78" d="100"/>
          <a:sy n="78" d="100"/>
        </p:scale>
        <p:origin x="-1200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04/10/2018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04/10/2018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04/10/2018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04/10/2018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04/10/2018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04/10/2018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04/10/2018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04/10/2018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04/10/2018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04/10/2018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04/10/2018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04/10/2018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04/10/2018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DESCARGA DE CERTIFICADOS DE EDUCACIÓN CONTINUA</a:t>
            </a:r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«Oferta </a:t>
            </a:r>
            <a:r>
              <a:rPr lang="es-CO" sz="1600" dirty="0"/>
              <a:t>A</a:t>
            </a:r>
            <a:r>
              <a:rPr lang="es-CO" sz="1600" dirty="0" smtClean="0"/>
              <a:t>cadémica»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795167" y="2644063"/>
            <a:ext cx="985096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3969833" y="1731372"/>
            <a:ext cx="508849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2049382"/>
            <a:ext cx="8408753" cy="40997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Seleccione el tipo de educación continuada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24469" y="2794912"/>
            <a:ext cx="7772400" cy="3170990"/>
          </a:xfrm>
          <a:prstGeom prst="roundRect">
            <a:avLst>
              <a:gd name="adj" fmla="val 4710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12351" y="1458623"/>
            <a:ext cx="0" cy="1269383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AutoShape 2" descr="data:image/png;base64,iVBORw0KGgoAAAANSUhEUgAABVYAAAKaCAYAAADVtAJTAAAgAElEQVR4XuzdC3hU1aEv8P88E/KAGIgoVBEbrKRcg/LQKAoHOUaoxGqopCqoiAgH8eOiR6FeqMKtQI9SP8ADRUQFtUGN1tCCaOAQQaMUlHgx2JKKUAlgkFfIkMm87rfW3jOzZ7Ins5NMMgz8OR+nksx+/dZj7/2ftdc2jR8/3gf+CQhUV1efdxrZ2dnn3THzgClAAQpQgAIUoAAFKEABClCAAhSgAAUo0BYBE4PVUD4Gq22pTlyWAhSgAAUoQAEKUIACFKAABShAAQpQgALnhwCD1bByZrB6flR8HiUFKEABClCAAhSgAAUoQAEKUIACFKAABdoiwGCVwSo4FUBbmhCXpQAFKEABClCAAhSgAAUoQAEKUIACFDgfBRisMlhlsHo+tnweMwUoQAEKUIACFKAABShAAQpQgAIUoECbBBisMlhlsNqmJsSFKUABClCAAhSgAAUoQAEKUIACFKAABc5HAQarDFYZrJ6PLZ/HTAEKUIACFKAABShAAQpQgAIUoAAFKNAmAQarDFYZrLapCXFhClCAAhSgAAUoQAEKUIACFKAABShAgfNRgMEqg1UGq+djy+cxU4ACFKAABShAAQpQgAIUoAAFKEABCrRJgMEqg1UGq21qQlyYAhSgAAUoQAEKUIACFKAABShAAQpQ4HwUYLDKYJXB6vnY8nnMFKAABShAAQpQgAIUoAAFKEABClCAAm0SYLDKYJXBapuaEBemAAUoQAEKUIACFKAABShAAQpQgAIUOB8FGKwyWGWwej62fB4zBShAAQpQgAIUoAAFKEABClCAAhSgQJsEGKwyWGWw2qYmxIUpQAEKUIACFKAABShAAQpQgAIUoAAFzkcBBqsMVhmsno8tn8dMAQpQgAIUoAAFKEABClCAAhSgAAUo0CYBBqsMVhmstqkJcWEKUIACFKAABShAAQpQgAIUoAAFKECB81GAwSqDVQar52PL5zFTgAIUoAAFKEABClCAAhSgAAUSQCBv6nOYPDhL2dNDFVg4czmqUITZfxyJ7OS2HIALNVsWYdYrVW1ZSYct2+vqXODLSuw3vMUs5Fydhdovq1BreBl+sKUCDFbjEaxemYc8VKDiG+PFdcUNecAnFfiH8UUMfzI7O9vwZxPxgy3vfBLxKLnP0QTOqnrQOxe5qETlvmh7zd9HFLh6HOZOGoFeKUDNlvsw6xVaxUWAdTku7IY3GsfyOav6XMNgCfTB7jnIzaxF5R7eJrVbqcWx/bTbMZ0VK27NTX5rljkrDvYc3ImReHJZAfDnKVi48Rw8PB7SWSsQEqwe3YHljy1BhQhWV45Etq1tu137yUI8vsJYsJo7dgaKbsxBj3Rlo666GlRtLcaitZVt2wlDS4/Ak0uLYC+fiHlvG1oAwATMX5WDmhcfx5KdRpfh51oqwGA1TKy6utq44djF2DgBeDX/UfzJ+FIofGEjHkkpwb9NWmFwqUIsXv8Ikkr/DQ8vN7hICz4Wz2C1aN5rGIkyPD57TTt9g9KazqcFePwoMHE+Xsvei/tmroqpxsiZy3DT0SmYtTJ8teKC7ibUTpkF41s8u+rBiP9chqJOZZg4tySyWf6TWPZvtZjSVtdYrSempRthZd3zUPRAIYZekYUUi7hScaBmTzmKny9G6KVKFiYseA79a9fg+efLWvCNbUcchHYbRZi7aiSw+XHMeb0Dw49myzwXRXMexPWNZXh+QWmb7QzV5Y5mb7ftTcD81/pg730t6XvabWcMrTh+5dN8n5s1fBqe/FUPVL+2CMs/i33bEOePApRiyoINhpwS8kMPzMdr/Wqw5LEl2NHkAGLbzlvjM2HBaxh6sd6SNShPkDbUbPu5ugizH7gejZuex8L3jY8bao1lhy0jzh1398TelY9i0dbwrU7A/GVZ+HjKQrS9VbXmJr81y3SYXMw3pNd+RHiz491FWL459n1myw6AwWrLvPjpc0pA9JO/6onvtpSg+PVy7Ecv5N5WgHG/zEHtu3OwcH282+c5pZ1QB8NgNay4OiJYPdtqSNyC1e7jMHf2IGRY6rHr6VlYdeRsk2nd/kQOBFu3vrN+qYQIVs96xaY7GKtANFbraXfCXExYMA2DPDtQ+noJNuypRa8bx6HozqG47EgJ5izYoPnyRVzU34yTTz+O5THqN9qj3WbdOxdzB2QAzl2YM3NVO315pFMwzZR59r1z8Vjf77D8qVVhYXW7F/A5sIGzOVhtzRdO8SqSoZj2h0KkfDSv3W5AzotgtZniOxvauQiG+lTfp/PlaEvq3dlar7Mx7unHkPP9csxa2REjlFpi1obPymA1ByknK7Hq0UUoD1lVa4PV1i7XhuM4BxZt0n6652DoqCIU3ZiCqiWPY8mXsTjI1rYvBqux0Oc6ElNAXF+MbFiNR1+oCDkAcc0/v+93mPiU8WE/iSnAvY4kwGCVwWrc5liVoUOvHShuGIHRjuV4fJmx4fdne3Nuj4DmrD5mBqvtUzyxCkRjtZ72OcrAWuUFydW1cvRVyG1q90LMnjsU9a9rR9C09mYg8kHEvt1mYdy8ubhsRzHqbx4Nx4rHsXx3OyP6V58gZd5BGjHcDIPVGGK266rO92C1XXENrvzcDlYNIiTax8S545d2fHesF7JqluDxF7Vn49YGpK1dLtHwYru/kdpPwVMrMbKxGFP+qywGG2zttRSD1RjgcxUJKpAz9TnM6FqBWXNLQgdMdM/BwB712PGl/wmGLIyYNAOFg3sgRcwY0FCLqs1rsDAwXYDSN+7/exYGXpUF2w/luG/mZ5j8+2nI+mQK5r0fBJL3SD/bi1nyCV+99qdu67oeyhN/etsKf+Kq+whMfrQQAy9OgU0sU1eDiveXY/lHmicw1M/k/SRF2Rkxan79IizhqFzd2stgNcbB6q+XbMRtP6zAP66YhFsuT5NrP/1NCZ5+cBH832uIz9yPV5E/LTiBQN7UxXjsjgG4uBMAz2l899EKPD6vBIfkGn6NxRvvB1bl49G1/h2+GIWzn8Ok4ZchzR5c5pl5JS2ehzU+I1ZzZMfRZdMULHTMwOJfuuQ8KaHRai6KZo7DiCuylAbfcBLVW1/GvNf9F3rBDin3KvXR4br9KHt9CdYEHi1s2vnIAMXxKVxXjECvdAeq3lTmCMoaPhkz7hwYmC/FcbQK5a8vRHHgW2Fle5VbgIHDc5AlJsluqEXl+wuxSHYw4qZ7KHoE6lTo4265Y5/EuGE5yBJ9k8eBms9KsGhFWaBTVrafhx7pygoch3ag9A9LsCFGI/La7fxlIFiNbtt074xPBaBcGJ58ez96+f08DuzfvBxzAnUlrB7cPhvLbqjFkifEpOf+P0MxY3Eh8LY/wGvNCVH5llKWtb+OeFw4+c9yvPy7NYHAsOlNfxby7puG8UN7KSdEcXL72wnk9g2dCiC0DrlkHSlZvBxlgTpibD3tVhfasOKieSuRu38WZq1s+ghNyLfD/hE1/m05qlDsfzQx7CLBdbQKZdo2PHE+lnXbj71ZA5HbzYaarWI0VXPtVumDQqYm2B7abiMecr/JeG5yF2x6ZCEcjy3G6IblePzFsC+Pwi5Ymuyvvy4F+o02lPnVRXjy3qHI6aZcHDm+rwipO0q/WI4TvUYgp5sNkPW2DC+/6cBND4+UF15yuX1lWP50c3U5vP5H6uua62vbUJHadVGdYFXWqUqUY2DgXOU6WomS3y9S+m5RD6aKx2fnoTSwbyJ0n48+f58VmCKiTecH0QffGDzz4JC4OFf6Ir2AMffeuZg8XO1rHLWo/LIWfS5vaV8TrZybufD332So58HlKzTTeUTzNFi+TY872vlbahk4lwCIcjNS8NQy3HRsSeiXxTfOwOJfASXqKEBD50TZZtX2qNNmdafhCWvnsk95exWKQ66Jop0vw5CvnobnJmWE1WFxDTcDPXbOwpy1+o89Rg9WxVMKk9GnWjPqU2xrag9UvTgLqwZErteAsfNz5Os15Rhbfq5Wl9H0ybX/KEPJK8WoCJyHjdQ1gxW5oz8mg1Wg9MVa3DRdnY8v7Bo4ZCqAKG1BtMOivuoNuajDe4rV6Tn0vqRqeTBgpB1FK+OOJja6vYjtR/aRHwenOYkajij9muMTF3JEv+9Ur5maOW9EdzXQvzcJdqK3N6M2/BwF4irQfSSefKoQlzn24m/bPsCmv+i/RCrngfmYdlUtylaXoORLB3JGFWHCnb2wX8xzKvtV5f4j40A5iletQrn63g3/wLMpv/NfNYrpz+aiZ4U/bG3a/nImzseM/g6Ur12NNVv92+qDmtf897ThfW4OJvxuBgbB/5RgCobeOx5Fw7Ow95XgQBZxPTPS8imK16xB+b5eymeG2VA+cQ6K41oIZ+fGGayGlUtbpwIQoemkfk5898EKzF/4F9RdMwlPz78P9r/egAcWKxtrEqyKuVon98DOl+ZjyZs7kf6LGXhs6mjYP7gbDywW0WrTYHXAk2/gueHAltcWYUVgmUJcvHs+Cp74S4tqW1yCVXGzOSkF6+RNRh5mLP61JtBSdj9nynOY0Xu/vGDdsAdqh9QH+195FEs+CXZIqf8sQ4lo8I4cFN47GSOzD6IkMAeUfrBalF2PyvWrsOZd/9vxijD3jwNRu24NSkUH2T0HI8dOQGFWpfrtkLq9Vdcj43gVylauQcmeFAydMg0T+tZg+aPB4Fw3EMx/Eot/mYpda4uxbksVUm4ch/Fjrwc2z8G8d8VNSQFmLxsJfFKM1WK+lt5DMW5cEYaayzHx6bO864oarBqxbVplWxasFqKPqwafvv0yVokTyp2TMe02G8on+Dv+8HogQtSwUYTihuLmk4GwtbUnRBmkTM/G/ndXoXh9FdB3pJw3tM/3L+PRxcrXK01u+uV8PVmoUpeR9eNXI5DtCAYkuGEGFt+bgb+tLcYHW6pQK+rIfUUYVFeMR59XH9gzsp4W9Q4d9+EJC5Yh638ivAgh/EZCDUBC59kVFwnT0P9YGV5+twSVDrUN99ofHAUr6ur1Gdi/tRgvvyLmRQr+0atvedMXY3zG31C89gOUq1MTPHj3IJx4U2/+uVAr0X9NTlmnlI0ou7HBUEXt4TBhwQwMcpQrFyz+/c2uwRr/I5gxK/OReHJxAVK/LEbx+nJUpSj9y/Uowxz1G3d5A3yFC9Vlf8LyNyuA64ow7b4R6GF2oeYzxcvRtxATphYg6+uFgdDIUF0eOxS2T2dhzpuir2tdf9BxNbG5LekHq69dl4HaPWVY9XqJtJ08ZQJyaparj4n5Ry5rRh90n4D5T/dEhT9sjcn5QX/kkaHyiVVfE1LOOhf+D8zHjMHAjnVrULLefx4cgazqVXj0BbUPE220WU9jNUE3WI16/hb7HO1cYuBmRISoox1YrvniTuzPzSf9YauRNqDsS9aeEqxauyHQZofayjFrdrHyhWyTc+9IPLm0ED2/L0fJWk2fcpUDZU/NQbEM/owcY7ixEqJmfTYR895Vf9dvGp6bloGPH9Z+YRC6XPRgFcDVEzB/Uh/sXTELq77MxbTnp6HHbu2bmfXrtaHzc7TybvW5Oji3nkM9v+c6y4LlIl8SEv1a0VhN7uBP+YPVKQuxX7RXdQ5fZThD+MhTA21Bdzn/9XvofNUtDwYMtCMDZdzBwoY3F6n9DH1sMYrMpeqIVSNlINpQEfo4KrFB3rtovwjRa18GXHVGzEVtkwlcFoYLjR88jwR6YeivCnDz9Tno1cUGxw978emHq7AmMP9xHmb8oRCOl0OfVhOjXSfbStTrQ3GuuAxVs+ZgjXYQlZgqcW4fVD2s3sM2+YI+/PoqQo4yaT4mJH+AxxeL66uw61dxfzE+FWVh5/DcRxdjWnoZJqqhrhj0MrD2ZSxcXKEOBMtCzuAeqN+uHyafRxVA91AZrIaxxCJYDR+NKl5WNckSHKEaHqw+8ur/YEDl3XjgD8r4VPnngcUozfsOBZMW6QSrt+C50llIf+/f8LD2Tdg3PIvSZ7qiZMTDeK0FNTsewaoILH6NPwXmJ5EdTbIaQqj7Lj7zYManmPd0cSAA6XX1QKTW7ECV7ID0Hi8Sgdk4pG7x3wDoB6sjXZowKqJV+PpFB9gHexfNwqrAI71Nb7T1ApqiecvQZ0fosH7cORvLrt6LKbNFcFqEuSsHonblQizxjyxp8khBCwq1Iz8aNVjV25noj4a1LFgNfzupeHFKIbDOH9Q1rQfi4rTQE6yDoaOM2nBClCerDHy6YA6K1W8f0TsXA5NrsEO9oA2/6S+csxJ5Py4KHdF452ysHHwQE5t7eVXYI9+tXk9H1pcI24oWrIa+IE3nZkC43x4aZgA5mPb8ZNjefRSLxJcxoq72qtJ9WZ7RqQCMfU69yFmrbte/H3/WBLIRwtbJv5sA20ePY8mWCFCtKfO752JZ7x0Ifvst1l2I2ctysXeKcuEmRwWH9YviZ4X20JesZU16DnMzNwVGy4TXZXERlqMZiSmP4vYnsTi3Bo/OXROp9GP4UpT2rMwRgtXsvVg4c1Vw9Lt4qdDPgi/0Ux7hqsJE2dcrXxpOy/w4UB6xOT8YC1Z1+4hRT2LZTVFelBdW76KXs96F/4NI3TQx5PE2XD0NiydnBC/u1fNJc55GSlg/WI12/tYbhRV2LjF0M6I+/RBo/+KL05tQ+2Jz04GEnRPvnouVff2P/fmPuABPLs5FzaPzIFtS+LlXLNO/BotCnsTIQtHT8zHwyCL1yxADx6gDHPoYIiCu2aalB/sB3bO87surgk8J+ZfJnTgfk3vvRcn+HBResgNz/MGx/IBevTZ6fo5S3q04V8ubzBq/pXoE3Yswd+5A1Czxl6+xa0Uj9bjDP6MJVjdAGVGc8+1yPL5CRKthddRQW4h0rR7el7YiGNDF0dvH5q/HOtzY4AabBqvqaDHtiDJDZSDa0Ei4dL8QNjoVQPg1u07/Hi1EMtDeDNLwY+ezwNUFmDCoB8TDuvX7NmCN+th61vAiFGZntFjmRHUJitv6MjgxGGtUIUbe0AMHAy+vCn8aLrhrISP3I7wQsHDOMuR+O0c+1RQyUCNwXtTe907A/JWXobLZUaRhfe7E+VjZY0fTlyiHTyV29TjMfXAEeqW44Dheg+/+XomP3y/RPKHRYvJzegEGq2HFG4tg9bZD+bjnWc2Kf/MGNl78l8Cj/6HBaiEWr78PjYsL8PgHkepa+IjVWXij7DKUj3gYK0IWEZ+7DYfy78H8FlTbjg9WldGCrhWPY4k/oNQ8Nht422j3kZjxRCFyLwAcJ2tR830VKt5dgzJ/WKUbrCoBQfBt8hGmAtB527x49GXa6Fz0ygw+tgTtY8a622t6UdI0eFG+Lc7RrDZQPJpHNgOPZ3odqP3+O1R/9TFK3vV/Q9SCAu3ojxoIVqPbNt3plgWrNyF09CIQGtTp3EyKETeTbOqo6QLMXjoQ383zf2vYlhNiFkZOfxKFV2UBzpOyLKu2lwRO/vJWMeyN1bqhos48mbljZ6DoxpzAdBVSTVOHjK6no6uIke1FC1ZDHn3Tu9kOf6wtsFHNjXyTka/BPdOvb7koeqwIQ/uq8yOpH1emEGjmqMSItbDpTWSY1kUTRDwwHysvrwyEbZHWFosyD38cM7it4HQlesev9xi5CHO0ZRH6GRFCFcD1J3+grH9UrekPjNSh9v9MpKkANI9lip1o0naVEPu7p0X/Ikb/TUbKOn/IHqvzg7Fg1Wgf0Xy9M1LO4X3uBMz/Y0/seHgeSkIKKmy/9dpoK+YMjjQVQOgbzcPN9A1DzAzejIR8WSymnhn4HebIudGUP9HagHgbfYGr6csxQujCzr1yVGydmBczbMqREFMDx6jbkEQ4nIeD8kWj+iFY+GKGRqzKhZRRd0Mz96P06XkoCZn+SG9/W3t+Dl9XS8/VYvmb4RCPcYbNlx3arvS+ODYaYLV/L9bsFkKCVTGiWExpk43q5Y9j+Zdhx2WwLegPggjvS1sRDBhoR2LKiGjXY3EWj7h50X6GXhz6a1ddDaq2FmORf45GQ2XQXN3T/120/kn5wiMs2AmZCi2438EQKXHL4mytI+fjfoVczwbu0Qdi2h+mYWBmK0Q091DGlo48YjNr7FzMH1yLRXJqw+gDiPT7RnUvAtcNO1EkBohoB2botb9YBqs3n8ScJ5aHzB+b1Xcg8gbchIGDc9ALVTovNzSmd65/isFqWAknfrBaiB8fHINnvjdedTs8WBWhw8RcdGmyiy5Uvxs2mkV8pncuRgzMw4ABucjpVosNgUfa9DutVgWr/SZg/vRBwPYNKP6oFJUyvNUZsdrkmyWjwarRN5iLDjsPA24ciEF9ewG7NY9IGi/Sjv1ktGDVkG3TXZYj6HTeuth0BIuRG0W9UTqagCNLjB7W3vi28YQoD6cXcv9dnIgGIveKLNSW+R+FbmWwKh/zVx5BXPdRuTJqOyxwMBqadGwFMbY1w3OsytXplHkzoWlgD1oYrI78z2Uo7PEdyt9fp0y/oIbiwS9u9I9NjIaecFXTHg4N1SjxP3ZjJFiNUZnLwOXYHDy+Qn8uRCka8oWUclztEqy2sj8wVova+1OtDVYBMSJ+4P45mLOrSPOFjr8ux+L8EMNgNWq9i3Wwqjn+RA5WtTcjmumOumlGnsgaaqANnH3BqtIfyOkMvrpVTm3yJ80USHotz3iwqkwBkJtSi0/llADatUUIViOM8gku2ZJw0+i5Okqw+vEULFyvd+0Y4ZzV3t1Va9YfHqyKeWgnPYfJl1dh+UygSOveXKgXcmOuVxYxCFYNtKMgQeQybg1TRyxjqP0YKoMWBquGXHWC1aht0q+WeGXREeXNbRgTyBo+DhNuykGGzYXar0oCXzLk3j4NBWL+dmOrUT/lQM32Uix5P+SVuVHWIL5Y1Hn6Riwlnv651YXV8tyod98Zvurm7jXF1D43oXZtLfo3eQ+NzohxnSkVs341AxNSPsbC13boTwVwrw0bAlMnKvsWOhVAL+TekIETn2gf+1e3/e4ULPyoRdjnxYcZrIYVc8cHq4DuVAC/mIU/XleDh2eLh/rDR6yKqQAeg/0N7cusACTIVADijZYj6l8OTAPgLwI5p2pWhTosXQSMvYD9/sf+xaeyMPn3z6HXnvswS06B0PqpAJoEI3fPxWtXfRd44Yfcp+6T8dzTXbAp0OkYu1BvGlCISafno0/1IsxaGTaSxH/wvXORl3ECFYE3Caod9Cig5JGFiMW7P9utR4sWrBqybbp3WRPnY372XizSPmIrPiaC+XtTUR4Y+dTaYBUQ25jb7WOUpxagz5dTgvPHteGEKL7V64X9gcf+Zc2d9Bye61WF+57Sf6GMkcdz5XyfyRuCLyzwn8Q1j/AaWU+71YM2rlg+anp1bXA+VP/6uhdi9tyhqH9dO6+pTpnr3BA22aUWBavi4mk8bH8Nnfc1+lQABZj9xxGoXx0+ajNsnkLdqQCyUDh9AlK2LsSanUCsyjxiW9IAxSZYBXQfEb9xAmZfdRTzXiwFWtkftLF6xWjx1ger/i9Big/3x2iX9kVmsTo/GAtWjfQRRupd1HJu0ofqtye9qQBCR6frjQCOXpztNmJVznsc7WZEuV4RL5vI+p9ypP6yDyqnaEbqGmkDulMBDMWEp67C0d8tUV6EpjcVwFXfhZ0z9aYCiPaERwRfdST+hpo+uNmxPPTlXDqLGAqGAAydvhhFncuxoDoXM/vXyLlpg7e5evW6tTesoetqzbla+QIw7FpObyoAA1/CR6/FcfiE7nk0V46y77WnChicgsCob8NtwUiwqj8KutlgwEA7MlLGcVA2tElD7cdQGbQwWDXg2nTEavQ2mchlYajA+KHzRkDMJzzjBhuqNq5DydvifQ1ZyBk1GkWjhiJDM2e8mOZm2nU2VAbeuTEUt95+EzJ2zsMSGUo2P4hHzqfc24b6r8Nehqlzjyq+AJt21UnNy6sKMW50Lk782X8P05qXV+Vh2h8eRK996lzvR3oh91dFmJyfypdXRajtDFbDYOIRrF5892K8+lDoy6seeTgfXT/5De5ZuPMce3mVCB1uwoklTR+lgnihx+8uQ9VTyuPYRU+vxFCv+mKXfVnIGVaIcffmoFa8rS7w8qrrkbon+KIG+fKq3gdlGKlMKdD0ZK8bjIiLkwd6YO/aJVjy0X70unEciu4cipzkvcE3jrdgKoCRnhLM+6+y4GN/o57E3DE9UbO5RH05VS4KRhei75HVWLi2GrhhGhY/0At71c63tncuCsdOxsjU8qiPCsf9TBYtWDVkq3MUMlAbiax9avmKOjBKnCjykPp37Uje1gerEBOEz74eWajBhkdCX8LR6hPi2LlYeaNLPbntR1bfoSi8bxxyDge/TGhy06/30qmxI5B9WvPyKnGjfb0LZa8vR/Fn4mVuikWPk5rPGFlP3CtMpB0Q87lNwyCP/w2VtYF2eNnRDZjzuxLNYyl6Za4sf725MvjCu2G3YvRNGdg5d4ny5USUYDW83Yqb6KGuMqz+YzEqkIORt49DwQ09cKK5qQBun42VN51QHwUKPVYZcPaqUl+IJ25WpyH3tOblVWL9V51Aqb//ilWZizeYzi5Cz0NlKHlTebNn7m0FKOxXi9ULilEdsxGrQJbo6+4MfRFb0a+uR8aXSzDrlSrlRV5R+9qztZK2IViFmAKnCH3M9agUj9VqHiWWZm0+P4g2MRJ4ex4WauYLa6++Jmo5R3i5iZGXV0UNVm8sxLj0PVgjXg4Y4U+7BavqY+vR3qQro9V752LudVnAoQ2h8xsbaQOizT4d9vKqsYW4Pn0Xljylzufb6pdXtTJYhfhyaBoGptdjR7PzxSqFYigYEmHt3akol1MAZKFo3nwMPCymM/BHq/r1unXn57DzRqvP1QZeXnVOBatiSoBpeG5qLjJcezUvhzXy4iQ1PFjVB1XzZmGNdiqv10JfXtXiYMBIOzJQxmft2WbBa+hTHWXaIUP9UbRgNey8YcRVL9iJFiIlcFmcrXWE+xUvgSzk3T0OBddrpmZziYyQWbUAACAASURBVNGvJVi+okzzYtwsjJg0A4ViJK0NgMeBml0bsHxxqfqZKE9HirY4KQu7nhBT8GiPVe+LDHVb1/VAigVAQy2qNq/BQv+0IeEvrxKr6z4Ckx8txMCLU2ATy9TVoOL95Viuzlsrt3h1EZ68dyhyuqljgR21qPxgCRa9r339b7zK4ezbLoPVsyBYFbuQN3UxHrtjAC7uJBreaXz30Qo8Pq8Eyuuswkesip9djMLZz2HS8MuQJmZwVpd5Zl4J/tHCetaRUwHI+UcGhL9cwb/D4u3J89HH/+KT8AbvcmD/1tVY8pp/3lHRIV2Gmv0pyLkiS+lI6vaj7OU5WBN4lMxgsIqwDslxEtWf7UXK0B7YO2EWlHGGxkasIl+8ATwXXSwnsWPxo1gisnExvH7skxg3LAdZom/yuHDyn+X408o1gQmgQ34PwHG0EhuWLkJp4EK0hQXbUR+PNLdlYO4bI7YRdja8Q1dPXItWBENr/ZdbGJhjVd1k0bzXMLS+OHQkqPxda0+I4cu54DhQjtXLgmWt94h1YI5d/wnxawcu6/EdpgReXpWLopnjMOKKLHkCFHNtVX51AjlXhY5qjr6ejqoYrdhO9zwUPVCIof72LMp7TzmKny/WjGAS641wo6BzkbDjo+VY4r8AaG66AL12K+vfCOR0s8k26/ihEpUncpDrKVHfyBt+jOGjw8J+r77pc+8cdS5fdX/zfqJcsLiOVqHs9YUoDvRfMSzzsLbkOlaN8rXLsUZ9WV6sRqwG+rrhOchKVi8kPytBsM22oT9oRZWK7SJtCVaVEciTL9qFx2euCpm7Klbnh5FidIOYguLYDiz530sgHv6K2teIi+QvT6LP5Qdb3teIc1rEcm7mwl97k/FZ2I2IkakADEz70X7BqsGbEVnxijB31VDUrw0d9R44t/hvgHSvN/w3NGr/I64Jvq9AyeLlKPPfYOl9qRnezkWf8vYqFPtfihmh72x2jmtNI5JPX1xSqfsCwPC2pjdHpPIZdW5n+YVPAeyb52Deu+o0JWL05+9CX+SpV69bd34OP2+08lwddi1X+48y+WVeReDG1+C1Ymw7p9isrZknP3KnPocZ/Wo1gw2MtoUcTJg3A0MvtcG1bwMmPi1e4qfTl4Zfh0cNBoycS6KXcWzgYr8WQ19MiM1GDUeaC1aBpu3LiKvB/j0kRErcsoh96XKNFKDAuSjAYDWsVFs0YvUcqREdGazGlszIPJix3SLXRgEKUIACFDiXBJSR1NFfpHa2HLPyJcAczFoZec7gs2Vfz639CPvy+9w6OB4NBShAAQpQgAIUaLUAg1UGq2Cw2ur2wwUpQAEKUIACiSMwbBrm3wpUrC1F6Zdi2psJePDe64Hy4Mv1zu6DKcTs32djx/MLsSHk0bize6/Phb3rdfuTmHmrHRumhE6bcy4cG4+BAhSgAAUoQAEKtEWAwSqDVVx22WVtqUNxXPYh/P6lLGx56FnIF7HyDwUoQAEKUIACzQhk4d+n/CfuuranMueXy4GDn7+F/1r2UZPpCchIAUVgFH7z0j34edIJfP3W03j2LxwpzJpBAQpQgAIdL/Dzib/D9LyekJcvRz7BC795CV/j53jo2em4obv4aWv/uHCw4gU8tfLr1q7gvFzOarWel8cd6aAZrIbJcCoAtg8KUIACFKAABShAAQpQgAIUoAAFKHB2CIx4bDHGibnkxZ9jO7D8fy9BBUZgxuJxyFV/3No9PblzOR5dXNHaxbkcBcBglcFqAk8FwBZMAQpQgAIUoAAFKEABClCAAhSgAAUoQIH4CDBYZbDKYDU+bY9bpQAFKEABClCAAhSgAAUoQAEKUIACFEhgAQarDFYZrCZwA+auU4ACFKAABShAAQpQgAIUoAAFKEABCsRHgMEqg1UGq/Fpe9wqBShAAQpQgAIUoAAFKEABClCAAhSgQAILMFhlsMpgNYEbMHedAhSgAAUoQAEKUIACFKAABShAAQpQID4CDFYZrDJYjU/b41YpQAEKUIACFKAABShAAQpQgAIUoAAFEliAwSqDVQarCdyAuesUoAAFKEABClCAAhSgAAUoQAEKUIAC8RFgsMpglcFqfNoet0oBClCAAhSgAAUoQAEKUIACFKAABSiQwAIMVhmsMlhN4AbMXacABShAAQpQgAIUoAAFKEABClCAAhSIjwCDVQarDFbj0/a4VQpQgAIUoAAFKEABClCAAhSgAAUoQIEEFmCwymCVwWoCN2DuOgUoQAEKUIACFKAABShAAQpQgAIUoEB8BBisMlhlsBqftsetUoACFKAABShAAQpQgAIUoAAFKEABCiSwAINVBqsMVhO4AXPXKUABClCAAhSgAAUoQAEKUIACFKAABeIjwGCVwSqD1fi0PW6VAhSgAAUoQAEKUIACFKAABShAAQpQIIEFGKwyWGWwmsANmLtOAQpQgAIUoAAFKEABClCAAhSgAAUoEB8Bk8/n88Vn09wqBShAAQpQgAIUoAAFKEABClCAAhSgAAUoQIHEFGCwmpjlxr2mAAUoQAEKUIACFKAABShAAQpQgAIUoAAF4ijAYDWO+Nw0BShAAQpQgAIUoAAFKEABClCAAhSgAAUokJgCDFYTs9y41xSgAAUoQAEKUIACFKAABShAAQpQgAIUoEAcBRisxhGfm6YABShAAQpQgAIUoAAFKEABClCAAhSgAAUSU4DBamKWG/eaAhSgAAUoQAEKUIACFKAABShAAQpQgAIUiKMAg9U44nPTFKAABShAAQpQgAIUoAAFKEABClCAAhSgQGIKMFhNzHLjXlOAAhSgAAUoQAEKUIACFKAABShAAQpQgAJxFGCwGkd8bpoCFKAABShAAQpQgAIUoAAFKEABClCAAhRITAEGq4lZbtxrClCAAhSgAAUoQAEKUIACFKAABShAAQpQII4CDFbjiM9NU4ACFKAABShAAQpQgAIUoAAFKEABClCAAokpwGA1McuNe00BClCAAhSgAAUoQAEKUIACFKAABShAAQrEUYDBahzxuWkKUIACFKAABShAAQpQgAIUoAAFKEABClAgMQUYrCZmuXGvKUABClCAAhSgAAUoQAEKUIACFKAABShAgTgKMFiNIz43TQEKUIACFKAABShAAQpQgAIUoAAFKEABCiSmAIPVxCw37jUFKEABClCAAhSgAAUoQAEKUIACFKAABSgQRwEGq3HE56YpQAEKUIACFKAABShAAQpQgAIUoAAFKECBxBRgsJqY5ca9pgAFKEABClCAAhSgAAUoQAEKUIACFKAABeIowGA1jvjcNAUoQAEKUIACFKAABShAAQpQgAIUoAAFKJCYAgxWE7PcuNcUoAAFKEABClCAAhSgAAUoQAEKUIACFKBAHAUYrMYRn5umAAUoQAEKUIACFKAABShAAQpQgAIUoAAFElOAwWpilhv3mgIUoAAFKEABClCAAhSgAAUoQAEKUIACFIijAIPVOOJz0xSgAAUoQAEKUIACFKAABShAAQpQgAIUoEBiCjBYTcxy415TgAIUoAAFKEABClCAAhSgAAUoQAEKUIACcRRgsBpHfG6aAhSgAAUoQAEKUIACFKAABShAAQpQgAIUSEwBBquJWW7cawpQgAIUoAAFKEABClCAAhSgAAUoQAEKUCCOAgxW44jPTVOAAhSgAAUoQAEKUIACFKAABShAAQpQgAKJKcBgNTHLjXtNAQpQgAIUoAAFKEABClCAAhSgAAUoQAEKxFGAwWoc8blpClCAAhSgAAUoQAEKUIACFKAABShAAQpQIDEFGKwmZrlxrylAAQpQgAIUoAAFKEABClCAAhSgAAUoQIE4CjBYjSM+N00BClCAAhSgAAUoQAEKUIACFKAABShAAQokpgCD1cQsN+41BShAAQpQgAIUoAAFKEABClCAAhSgAAUoEEcBBqtxxOemKUABClCAAhSgAAUoQAEKUIACFKAABShAgcQUYLCamOXGvaYABShAAQpQgAIUoAAFKEABClCAAhSgAAXiKMBgNY743DQFKEABClCAAhSgAAUoQAEKUIACFKAABSiQmAIMVhOz3LjXFKAABShAAQpQgAIUoAAFKEABClCAAhSgQBwFGKzGEZ+bpgAFKEABClCAAhSgAAUoQAEKUIACFKAABRJTgMFqYpYb95oCFKAABShAAQpQgAIUoAAFKEABClCAAhSIowCD1Tjic9MUoAAFKEABClCAAhSgAAUoQAEKUIACFKBAYgowWNUtt1149oUnsNJImV76e3x7Z//onzxSigl/WootAIb1X41Vwy6KvkyifsJ7GBvfmYulx4Fbb/g9pvZLa/5IDpViwttLscULJGVMwof3jMEltkQ9+A7c70Ob8du/voovMATP/HoSrkntwG2366YO461V4zHzFIDOj+DzCQXIatftGVn5N1i3fCcuKLwHQ+K/M0Z2mJ+hAAUoQAEKUIACFKAABShAAQpQoJ0FGKwyWI19Ffv2VdxS+iaqxZqjBWP1u/Ds6iew0gl0znwE6+4twCXm2O/SubjG6g1FuOXvx+ShnVthPYPVc7G+8pgoQAEKUIACFKAABShAAQpQgALnmgCD1WjBatr9WHdXAS6JVPKWNHQ2MlLwvBqxWo01r07Hb08B+YNWYtkNkUbnnsbXW5Zi6Z7t+D7jEfz32OEMVTX1rHbLdFy7q0r+ZOKID/GbfmGV8Lt3cE/pClSgP14Y+3sUdD9XuqfzO1g9vus9/HlPFm4ZMwQ9OXL7XKnUPA4KUIACFKAABShAAQpQgAIUOAcFGKxGC1ajjbg0WinOp2DVqAk/16xA1GD1nPU7f4NVz/fb8M6nbuTdNgyXppyzBcwDowAFKEABClCAAhSgAAUoQAEKnBMCDFYZrJ4TFflcPAgGqwamkuiwguccq+1JfXTbG9iIfNwzpFt7bibB1n0U297YCNwSNq+vtw4Hv3fioku7wZJgR8TdpQAFKEABClCAAhSgAAUocK4JMFiNdbDqPY2vK1Zg6a7N2OhqBMyZyP/J/XisfyOeLdV7eVXzo/OihmunqlFatgIv1VTha3cjADuyM4dj4qD7cVffTP36Wrsdaza/gzVHdqHaC8Cchp9nDMFD109CQXaEF025DqOibCmWfrsLFeK4YEdWan881H8Sxg26FEnaLWlG5yLSy71qt2Plh6/irR+r1X3IRF7XW/HQTWMw7JKm+/DFu7dgzAGxkQK8M3UMnGVL8fw/d+ELcczC+LIZmDtyMLJa+uh0K/3ac9+1ZR5egNq5VJurG63yanZUtaaeijKY/giuCdu52l1vYulXpXj/2DGI904lWS/CsB5345ERt+LnnfWr4qnqD7D001fxllxGqbuPDClAw5b/aP7lVa2pw23qvTsmWD1YvhrrDl2JsUWDcUGb9jexFmawqldeEYLVI9uw+v3DyL1nDHKNTEOTWFWBe0sBClCAAhSgAAUoQAEKUCChBBisxjRYPY0v3p2IMQeUFwqF/DHbkeRthLPJi4baEKweKsWUt5diowhHm/yx45o+v8cbv8gJCT1rdy7APVs3Ky+W0llmWP+VWDUsbE7U+l14/vX/gxfPiEC16Z/s7jPxsnZ+1CjB6r8q5uLBz7dF3If8ASux7MbQfQgGhTkYllGNLSea7ktS15n4fNxwRMjwmu54K/w6Yt9jG6y2wKu1war3GLa88x+YUKNT74W6OQcLfvUC7ro4tAicu5didFmpTj2wI8ncCKeo1zpTcbSqDre5W+6IYPUgtqzegoMWD3oOG49hPdu80wmzgoQMVmu34Y0Pgfx7hqB9xtlGCFYTplS5oxSgAAUoQAEKUIACFKAABc59AQarumW8C8++8ARWRin/8DexO79YgP4fb5bhKZKG4Jmb7sftl9jxw99L8duKd1ChBqChy7UyWPVW4cU/TsfzYmPmbEzNm4HxP7sIOLYdq8sW4cXTInjMxGO/KMbUPuqBHNuM6a8vQKnYj6ThWHX7DIgMtfafpfjdhytQ6hLrGo43Hp6JvMAQ1GPYuGY8pvyorO+ufjMxdXA2upyuxvvlC/DbIyJMs6Pg2tV4IU8dIdtcsHroHUxYuwJbQowycfJfH+DFba/iLRneZmJq/mo81tceKIFgsKoc72N5M3DXzy5Cg1ju4xV4S6JfimcKV2JcxDeNaQq0NX4dvO/RRisbG7HaAq9WBqunKv4Prv18u6z32T1m4uVfDMcl1mP4+pNF+I+vtuNforr1mINddw0JhvzObfjtH+dijWwTwXqVfGw73tq8CM+fUoPz8GC1VXU4Fh15BwSr1Rvxyu6LMOayb1Fc2x8P/XvvWOx4QqyDwapeMTFYTYjKy52kAAUoQAEKUIACFKAABc5rAQarMQtWT2Pjmjsx5UexwhwsGBs2Qu/bVzG69E18HaMRq86dC9B36+amoabYfP02/PZlJbS6pM8LKP9FjnKUf38Vo7eIZYBbb1qNqX2DB/+vzf+BoV+Jcax2TM3/Cx7z/+7Amxj97qtyv7P7vIAP/esSi3oPYM3LE/HbegBdZ2KXf7RoxGC1ERVv3Yl7akRopmOkDc0yZ2DX+FsDo0+DwepF+E3Baky8PLjvQQtg4ogP8Zt+0dt0y/06ft9jE6y2wKuVweoXG8bjt3KahiF45qFJuMbs9z+Mt1aOx8zTItwtwDuPBqcPEGFs/8+3yw8Ou2o1Vg3XjFD2VmPlS/+BZ8/ojFhtTR2OXh0MfKK9g1UnKv/8Cg78bDJGX16J9948jH735aNPwFKzi+pIyesHOfFp+V7UeXpi2OTRuFJ7FHX7sG3TVuz5wQEPLEjvMQDD8q9Bz/CpMhwHsH1zBSprjsMjQm5LCrr3HYb8IZdC791Zjv3bsLF8D444PIDZgpQL++LGm4egd7oBQv9HjlRi3ebtOHhSrCMF3XOGYQC2YmuEOVbr9m1D2VZ1m5Z09Bw4DKOu7tmy+UWNeniPY/fGD1HxL9XDdgEuvfZm5PfTzmcqAs93sLtOc8w/GYbJt2lKIMJo1uYC5CO71qHsbwdR5wGQ0h39hg4Atm1tOscqRF3ciz7hZS52x3UQX2zchp1qeVpSuqHPdfkYdkVLCqgFZcmPUoACFKAABShAAQpQgAIUOM8FGKzqVgDNiNW0+7HurgLoDoJMSkPnwMhOzTLakDEQJpRiwp9iN8fqF6W3Ycy3IqAcjlVTZmJYyCSnjfjXnl34XgwhzMhG3mUR5lrVZjVbpuPaXVXyJ9pwsnbrdFy7U/z8Ijxz52qMuzQU7NR32/H1CTEk8VJc0/ciZURixGB1F55f/AReFAFOxiP4/P4CZIX5V5TcgnvEEMew49JOBbDg1y/gru6aBXcvxeVlpfIH4aOII7Xvlvt1/L7HJljNgWGvVgarkfvQyPOyBstzMJZN+L/ID5m/oflR3JG2F82rbX19OwerztAw9Zu/LMeeSx/AHVeFNGzlEERoV7oHnq4DkD/yGnQP/4jjG6xbWwF3/1EYldsdSZ467PukFBt/6IOxd2nnbj2O7W/9GQf7jEJ+v+5IsQGek/uwdf1GHMkei7GDwmZ5PbEda/98EH1GjsI1YqOuOuz7fCO2fNsNt4wfBkMzFzgq8d7rXwCD/PvmwIEv1mNr1XGgzx1NXl7l2LMOaz9zI3eUss1m9y9SARv2APZ99Ao+tQ1DwQ29kW4DnEd2Y9OH2+DM1SmL5qYCaGGw6tj1HlZ/CQz2H6fjAHZu2Cr71j4FYS+vihSseo9g29r3sP/ifIzK640LkjyoO7ATZZu+hvW6sRjdVy8qb1ur4NIUoAAFKEABClCAAhSgAAXOdwEGq7o1QBOS6szxqLvIj6WYsEYJTnVf2BQxtGrNVADa0bH6LxKKWLG9p1G9sxRr9nyAihOHlRdHhf3RBqtf//VOjN4rhhzqBHSRNhIpWD21GdNXLYCMQCO81CoYjoVuL7bBaiv84rDv0YJCY1MBdFCweuoAtmx/E2v/uQsVZ5SXV4X+0dbTYyh9tQjTRSCv+yKsKMFqC+twbDr59g1Wj3++Fu+cuAYP5avzdqjTAtz9y9zQF8MFgtV6DH5Af0SreAHWJt/NGB8ySetxbC9eB8eNBuZu/edGvLTzAhTdNRgh4xz3rMPy6t6YPFo7JPw4vtlSCQwYhisNDIoUIzbfqx8cPE61cA6UvYKtyaPDglUx5+wmYPh4DPuJphRFwFvqwBCDYa5xDzESdT0wYjyGaL+4ObAd62t7YtSAsOg4ZsGq2O57qL/2IeRna47TewCbVm9F0i+MBat1f1uLN76/EuPvyA0dbfz9Fqz+yINhD9yMsO/FYtM0uBYKUIACFKAABShAAQpQgALnsQCDVd3Cb0WwGi14OxuCVe9hvLV6ImaqL34Sb23P9j8a7DqGr93KvJbtFqyKeTWXzcWaRAxW47DvCROsHirFhLeXYosM6e3ISsrEheoj7D84D6NW/lwbrEYLtpsJVltRh2PTv7dnsCpCz3dwfNBDyP+purfevdj4yhe4oHAsBmeEHUGzL006joo//RnOGx8IDSPFQPKtq7El+Q6MHRQlAY20fuderH9zE45n9UPuVVfi8u7dkKIzoLY5793rlmNf9mSM1kxDIj6v+4j8sQq8UerEsPvDR8MewbY1W2D/5VgMjhrmtszj6Gdv4J1vrOjTdzD65XRHt/SUyFMOxCpY9e7GuhX7dB7tjzTHqv5UAGKU897ekzH65+ElILzKgFvDA9rYtAyuhQIUoAAFKEABClCAAhSgwPkswGA1VsEqNI+Kt3YqgLRJKJ84JmTagUjhWvOPsutX6eC8lmkYl/ffeOba4LyWkbYTbSoA3S0ZmQpAzwjA2TEVgN5RRSnfdtj3eAareVetxhvaeU8R6bF+TUhqG45ld81EfmB+h2amAghMZdGyqQBaU4dj08G3Y7B6UIwoBG4OCxD3ffQStnceg7HXhj2S32ywqjP/pwYgvd+Y0FGhrqPYXb4FX+w/Cod4eZ3/T3o/jNF7273rKPZ9sRu79u3D0VNOIL0nBtw0Ctf0tBhgjjAiNFKwKo6zZDe0U5lqdhD9Co0EhS30AFB3cDcqv/oG39YchcOTgm4/y0P+jX2QHj7fbayCVbGeD4AR44ZAO1AWaEmw2vyLrr75y2ocvtrAaGUDpciPUIACFKAABShAAQpQgAIUoEBQgMFqzILVsJdXhc8DGvHlVdrlms6XWr1hPG75+2G5l9qRpNqXL427sRjPDEgLHol44/2y6XjeBSRd/nvsKegvfxd8nH4IVj00B8NSg4sEX14V9gIozcurrvn5Srzz79qHSY+hdHURph8LmzO1tS+v0rx0CxFfXtWCR9ubaekt94vy8qp22PcOD1a1o64vnoM9Y4cEH0PXvlAqZPSpZnR395nY8+vhmkfXNS+vCnvkP+TlVf1XY9UwYy+valUdjkmP337B6sEtr2DdN2JCZJ0/KVdidPgj71GD1Y06LzzSW/lRVPzpPRzIuhHD8nqje6o6/LTZ9WvW43XiSOV6rP8iBUMiTEsQvtUWjVg1uh/Nlm/zgWO0qhGY0/XysS0LuFsyxypHrEYrBv6eAhSgAAUoQAEKUIACFKDAWSvAYDVasNrcy6vEspY0dFYDSufupbilrBTy3UtJQ/DMTffj9kvs+OHvpfhtxTuoUOczDX/B0r/KJmLobvladWT3mIH//rchuNB1AFt2LMWcb6sD81WGvPFehKd/nI7nRR5jzsbUvBkY/7OLkHS6Gu+XL8Bvj4i0MxOP/aIYU9VpG3W3g8P4uvJNPFu1DV+r+xeyHRzDxjXjMeVHMU1AJu7qNxNTB2eji/MwvqhYhCnfVsMJOwquXY0X8tSXZEUMVgEceBNj3n0VX4QYZcJ5bBte2rgUK88o25mavxqP9bUHSie2c6wCaIVfh++75qVc2T1m4uVbcwBXJi7pqrjEfI5VHMCalybit/Vi7ZkYN+j/4pH/dREajmxD6daleP6UMlVE6GP9+svgWBU+qFiKZ48chhIZhs0F7NyFZ1c+gZVylGSwXiUf2463Ni8KbitsjuPW1eFY9L/tFKzKR/4rkHSr3mhCMcfoejhv0EwRIAt+G974EMjXG1EKQMwpur3LGNzRP8rLiiKNlNy/Ca9sS8LosPUf3LkeB7NGYXDIRJ0tCy5bPMfqmu24oPAO5LbhvUuGPeq+wZadQO6wKxEyRljMLfvPPph825WhFSnaiNW/uptMYyBC9C3W8LlkYzfHavHhn+Oe0f1C51g9sg1vrHfiRs6xGouOgOugAAUoQAEKUIACFKAABSgQIsBgVbdCaEbhRaswIS9hOo0v3p2IMQdEqBn2JykT2c5jqNZ7c/2xzZj++gKU6rxIKjspE9VOZX2hgSeAkLktwzdox7B+/41lIy4NjiCs34VnVz+BlTqD45LMdji9SnA27sa/4JkBwVATzSwnPp/dYw7euWsIAi92by5YBfCvirl48PNt0qLpHzvyB6zEshs1IxhDRtvGZsSq3G5L/Tp638W8rn+cizWaeqEN5WMfrAJiJOm1n29Xw1Bt6WQiO+kYqmXdCQ1JxRcKo8tKdcrTjiRzI5xy/5uOxo68nGZb4S+Pa20djtaOo/6+fYJV51fv4ZWqnhhbNDg0zFP3p8lLrcTPo43kdHyDdW9VALmjcHO/7kiRb7f/BtvKdyP9ljHBOVvVUBc33IERV6bD4nXi+L6/YdPW3ThqazoVgPMf6/Hm58CgW25Gv+5JgH/E6q4UDLsvH73DH5XXMxX7trYC7v6jMCq3O5I8DhzZvRHrPz8Ce/g0BQAce9Zh7edA7q03I/eiFLmPR/6xDVu+TscthfpmTTZr1ANiBO86HLxkGPKv7Y10GxAYsZo9FmMHhU3J4KzEe699i16/vgPXNJnrVQnFj/+8AKOu7o4kOHGkahPKPj0A5IRNx+A/zs/cyB01Ctd0T4LHcQSVH67H9sN2nSkP9OdYhfcItq19D/svzseovN64IMkDx+FKbNxQ+XxG9AAAIABJREFUCet1YzG6bxvS6ajtgx+gAAUoQAEKUIACFKAABShwfgowWNUt99YGq2Jlp1H9yQo8v2szNroaAXMm8n9yPx7LvwhvvfQEVuoFq2KxH7fjxb8uxeoTyst+Otv6467+k/BI+gfov7lU7mWTYFX88FQ1SstW4KWaKuXlU+Y0/DxjCB66fhIKsjXTA/iPU/380u93odoLJFkvRf5PJ+Gp/ofx5Nql2ALgkuwXUH5bTqiM6zAqypZi6be7UCGOC3Zkp/XHXQMfwcT+oSEoogSrcsW127Hyw1fx1o/Vcj/Efl/TtQCP3DQGwy5put8xH7Ea5mHYr4P33fltKZ7dtAJr6pWyLRi0MjAyuD2CVXl4X63AnE8+wBbnaTkaOTtzOB65fhKyvroT98iB1WGjT2U1/ABLP30Vbx07hlPiBVap/fHQtTOQf2wuhu6qApCGx0a+i6k/C61Wzm8/wPPbgsvJbQ2ZhJ/suhNjxLbCg1VNnW9xHW5TH98ewaoDle+txrc/fQB3XBXhLVBqeHf5fXcg1/+RaMGqOM66fdi2aSv2/OCAxwtYUrqj79B8DOkVGq55Dm5H6aZKHHF4ALMFF/TIxeD/1YhP/6fpaEux2uNfb8Kmnd/iqPr5lMzLcc3wm9FPHaxuiPjYbqzfWIEDJ9VtXpKHa9Iqsd2UHzr/q7qyun3bULZ1T2AfUy7si2G3DMGlLckJDXrAcQDbN1egsua4dIPtAvTsl4ebr700dBSo3Dcn9m1+Bxv/UQd0ycXYX+eFhuNHtuO9jUFbud+9jmNrfZ7ucR7/ej3Wf3oAdR5lu5dedw0679quM61DhGBV7JLrIL7YuA071f23pHRDn+vyMeyKqG/5MlR0/BAFKEABClCAAhSgAAUoQAEKhAowWGWNoAAFKBBVoD2C1agb5QcoQAEKUIACFKAABShAAQpQgAIUOIsFGKyexYXDXaMABc4WAQarZ0tJcD8oQAEKUIACFKAABShAAQpQgAJniwCD1bOlJLgfFKDAWSzAYPUsLhzuGgUoQAEKUIACFKAABShAAQpQIC4CDFbjws6NUoACFKAABShAAQpQgAIUoAAFKEABClCAAokswGA1kUuP+04BClCAAhSgAAUoQAEKUIACFKAABShAAQrERYDBalzYuVEKUIACFKAABShAAQpQgAIUoAAFKEABClAgkQUYrCZy6XHfKUABClCAAhSgAAUoQAEKUIACFKAABShAgbgIMFiNCzs3SgEKUIACFKAABShAAQpQgAIUoAAFKEABCiSyAIPVRC497jsFKEABClCAAhSgAAUoQAEKUIACFKAABSgQFwEGq3Fh50YpQAEKUIACFKAABShAAQpQgAIUoAAFKECBRBZgsJrIpcd9pwAFKEABClCAAhSgAAUoQAEKUIACFKAABeIiwGA1LuzcKAUoQAEKUIACFKAABShAAQpQgAIUoAAFKJDIAgxWE7n0uO8UoAAFKEABClCAAhSgAAUoQAEKUIACFKBAXAQYrMaFnRulAAUoQAEKUIACFKAABShAAQpQgAIUoAAFElmAwWoilx73nQIUoAAFKEABClCAAhSgAAUoQAEKUIACFIiLAIPVuLBzoxSgAAUoQAEKUIACFKAABShAAQpQgAIUoEAiCzBYTeTS475TgAIUoAAFKEABClCAAhSgAAUoQAEKUIACcRFgsBoXdm6UAhSgAAUoQAEKUIACFKAABShAAQpQgAIUSGQBBquJXHrcdwpQgAIUoAAFKEABClCAAhSgAAUoQAEKUCAuAgxW48LOjVKAAhSgAAUoQAEKUIACFKAABShAAQpQgAKJLMBgNZFLj/tOAQpQgAIUoAAFKEABClCAAhSgAAUoQAEKxEWAwWpc2LlRClCAAhSgAAUoQAEKUIACFKAABShAAQpQIJEFGKwmculx3ylAAQpQgAIUoAAFKEABClCAAhSgAAUoQIG4CDBYjQs7N0oBClCAAhSgAAUoQAEKUIACFKAABShAAQoksgCD1UQuPe47BShAAQpQgAIUoAAFKEABClCAAhSgAAUoEBcBBqtxYedGKUABClCAAhSgAAUoQAEKUIACFKAABShAgUQWYLCayKXHfacABShAAQpQgAIUoAAFKEABClCAAhSgAAXiIsBgNS7s3CgFKEABClCAAhSgAAUoQAEKUIACFKAABSiQyAIMVhO59LjvFKAABShAAQpQgAIUoAAFKEABClCAAhSgQFwEGKzGhZ0bpQAFKEABClCAAhSgAAUoQAEKUIACFKAABRJZgMFqIpce950CFKAABShAAQpQgAIUoAAFKEABClCAAhSIiwCD1biwc6MUoAAFKEABClCAAhSgAAUoQAEKUIACFKBAIgswWE3k0uO+U4ACFKAABShAAQpQgAIUoAAFKEABClCAAnERYLAaF3ZulAIUoAAFKEABClCAAhSgAAUoQAEKUIACFEhkAQariVx63HcKUIACFKAABShAAQpQgAIUoAAFKEABClAgLgIMVuPCzo1SgAIUoAAFKEABClCAAhSgAAUoQAEKUIACiSzAYDWs9Ooa6+VPxv+0K7xeD5JsZtitAEwAfF6YTCZ4PT40es042eCFy2tCepIZnSxeJNtNsJmARrcPZ9yAxWKFGW6cavAhRXzGZobP48EZlw+NPjOSLT50spphM3thhg82mxVe+NDg8uDwKYgVoMcFyWg8U496F2BPSkJGJzMOHzuD040m+Exm2M0epKUAaTYzUm1W1DsacbLRhE6d7HLbxxweODxmWE0+2O0WwO2Fy+2FzWZD106A0+WCwwM0eExyv3w+IMVmQlZnC5LMHpgaAZvdApfHA4fLhHq30PHBInbPapIeHpcHHthw2uVCJ5sFne1mOFwunHYByRYLOieb0OByw+sFTCaFMq1TMrxeF9weL1wesV0zzGYTPF4PzCYLzPAgJckCq9mE0w1unDpjQnKyFV06+WDzie35pL1wSzYDndOS5XpOOtw4Wu+B2wekJZuRavEhxWaG1WZFXYMHR+vc8AHokmpDZqoZDU43Dp0GXF4fstLMsFk8MLnFEQI+saPycH2wmcW2AK8PcMKGM40e2CwmpCVb4XQ6cdqp7IPb1SjL2GQBkjxiUTOO1LlwptGH7hnJsJh9OHLSiQY30L1LJ6RZ3DjpcOF4owleE2C3+GA1meT20pOtcDeK/fXBA8DhFsdshtfrQ4oVyEi1w+Nx40eHB2fcys52TU9CstkDh8OF5JQkpFt9OHHGA4fTg26dxe/Uuubzod7twym3F40AkixmJJt8sIrSMVtQ1+CCx2eSZWK1eGG3mORnTpzxyTLJSgZSk61wNPrw/alGWRc9Hi/MJhMs8MFuNSEzxYI0mwV1Li9qT7vQIA5CrN5shtvtk9u1mHzobAXSkqyyfgBmHD/jxjGnOGoTUm1A12QfMlOt8DR64G70wWc34ZTLgtrTHmw5JVbasj81dT8A85/wF21gYZOo/D5lfaLcZIEE/og6Ktq/qAXi5yalkoj/kvstlhE/UJZR/kv5P6/XC6lutsJntcCclApX2oXwivqSkgxPcieYO3UCzFbY3XXwmFxw1B+HRbQnqxvW5EZYfY3wNbrgc52B5/BJNNaehjXdA9uFXeB2eVF/4AganMlosJ0B3G7Y7alo9LqRnmLHBRdeCLPbhPoz/0KSuyvMGZ1hNnlQf6wBjV47UtO7wWmyIsVrQaPZB7fbBpiSYDEp7UtpjYDVLI7RBYvKIvo3n9sLi8+juJjEUXvh9QkrHyzyZ2qDD2CJfktdgUnoqH/kf5hl/yNA5UfUn8lFBbu/Oaq/k12ySWzbXxCa8pKf98g2rKwruE2fxaful9J/BX5nFuUvCtMr27xX/LfYIa9PLWOvchpQfy53y6XWP3noovf2SiN4TDD7LGpH4kMPrziJqH88jfC6RecgaoU4Jyjt2yp+5nUpf0U9lB2Q3KKyH5o6J/8t/4bVffk5eehqfVTrqPy4+H+i3qrrFBVXUMifCTCn/IxJdHJepQzF/3pN4ph88Imfq2Ur6rQ4FTj9//YBHrGMVyziwxlRX+WeC0cT3F4zPF4TXF4XPF7A4xPHbJL9uMcjd1f2N7LuAHD7vPD4vPB6PLir4v+FHWT0f4655yEcOnRI9s3dumahc+dMmE12ZHTuAqvFCpPZDLNoi2alYlksFoieS/xb1AmLxRb4ndWk/Mz/O/Hf8q9Fqd+Bf6ufCX5OrFec1zTLm32Bdcm+w788xGeUfQnflln0Hup+hiyj1mlZh/3LiTqi1nfl50rnpP2MLGPNMuH/1upqPxdNPfBZyaL2g/76qNkHvfVYzBa4PY04eHA/vKKPsVjkX5/XJat554wuuCCzG6y2JFkXhUfg/OzvQvxtPPwX/n5D1sZgg1H6a+WP9r9D/23S/Z1sD7KvUJYVLV/Wd/lzpY9Q1qm2HbHPAA4dPIj01FQ0OOpx5OgRWKwWuBtd6JLeGRdddFHguP11RlwDhpeB/9+65aTpE/x1S9knpcz9f7XHra1b0co4+PtghxyyP7If0TOVHY3u6odeP9D4ZjWf/LbuFGxWO6yiHfvM8lwrKoW49kiyAPaQ04YPTo8XJ51uNLo9aPQCLtHPiL9eH8xuNzyiT/O4ZX+MRje+/24/amuPys97RJ9sEtfCVlitVtnuxf/K+wG17GWzE/VS9fb/r+grZV1Qz4/+uiY+L/Za9JJes7jsssBktiAlJRWdU9Nx8vgJNNSfCfEUq5DrldeiwbbtbxNiW/IzSsUMqdsWedWu1M3g6dCk1Fv1Gia8IPTqmlyHWXttpFlK1LMIK1MWUdqTf3/VmqJcL1jENaAXJ0+dwukzDvkrq8km+2ur2QKzSZxfXPK+wedLgsWiXJ+IGmcRZeEz40T9j3C5ncjIyECy1Yzqf+zGoZr9yOp6AeBuREp6BlJSeqFT52SkpHeFxdYJSZ06I8lkgdUkrpNPwOtxoZMlCTbRH5s98Jm9gDkFXiTDbPHACyfcJiuSzJ3gdftgtZjhMbnhM7lh8ojrPeXaQVxOKPc8JpitdlhMbnkd7YJdnuds4nhkvRDlpV6HBC4hlfs7f9sMXE9Je9H/qf4+s7zOktci4mdh9v7yE2c3/x9tf6LtDyL19U36H3Fg6p/mlvH/7toBP2tV+376Px+QbUzcq8r+UHO+Fh6ivXo84nrVHeijrXY7UjqlIiPjAnTrdiEyM7shLS0N6RdcgOSkFNm2kpJTYLElwWwWfatyblbag6ibyv/KKxefUzRotf9Vr5v8l7NKSwq2TXmeFa3Z38ZEf6vf3wX6R3ld5+8v9fpHcW3kQWODE2fOnEFDQwNcLhcaT9eh0eWS95rKlZNiIFqyct5RLmnleUlekwY65JBykH2Pem1nMokaotyrKNch/vOF/3iURUWLM6nXMHqF6q9P2msli9Umz2t2ux1JSUlITk5GUqdk2OzJMNtSYJLnOPE3KCr+rZRBoKapZdSAI4cO4B9/34tGpzPQw3vEvZF67+Z2e+RxCDuR4bhdTnkdKAzF9Zg4vk6dkpGelo6MLl3Q89JeuLjnJUhK7SzbnChDpVcXzUl4insaxdmk3hN63G64XW5x0SvtXW6XvG4ROyzKye1ulH1Ao7MRHpdXuQdU//q84nzigUcso54bNJciIdcb/r5e2otzTeDzat/hv64Kq2v+tie2I+AC21Y3JMrD6xZnQOUeI3BvoPwrcN4Iv14IPx/4/51/xz2tauPn6kIMVsNK1h+sjhPBqkcJVpPsogPyXzCY4fV44XSbcMrpg8sXDFaTbCJY9UHca5/xABazFRa4cdLpQ4rdjE5Wk2yoIcGqCP1MIoTwwipuJEyQweoPp0WXaUHPzCQ0nnHgtAw47bggxYwfTjTIYNVrMsFu9iI92YQ0uxkpNgvqzzTipNOETsl2mE1uHD/jQb07LFh1eeUFfbdUExpd7ibBaicrkJVuQZIIGRtNsNnN8kb3jMuMOnFFKsIWEf7ZRCxggujIXF4L6t1uGax2sZtR73bJfU4yW9ClkwlOcXHqEZ21kpGkdkqGz9sog9VGEQLICwMRGorwQqzX2yRYTUoSwaoHojjEhYnYFXFJ0cliQnpqEtwiWD3jwlGHV968pyaZkWLxIdVukcHqaacHtXUi4PWpwaoFTqcLNachl+2WbobV7IbZIy5qgp282SfCRHEB4xO5tBKsOt2wWc3onGKHs6FBhuciWPW4GmVnLs5NySInUYPVBpcSrFpNwOFTDTJ4794lGekWD07Wu3CsUeR4JiVYNYtyFcGqDS6nSwknAFlvnF7R5QOpFqBLinIhevyMVwbe4ri6pdmRbPHizBk3kjolId0WDFazuiQj2aQEOjY1qD3l8kJksjYRrJrVYNWkBqswyWMUgZrN4pPLHD/jk58VwaoIlR0uNVgV4Zu4QTGL05JXhs6ZnSxIs1tw2u3D0bpGeczCVZSzCPfFpYAImjvbgDS7FW63FyazFSf8wapP1GlvMFh1euBq9AFJIli1ti1YXfikejIJXh/Jm0+IGxNRGy3wBSqB+HnwRKbU4KbBqrzU0lxL+f9TXOuazDZ4zKJ9m+G12dDQuQvs6V3hSUqDOaUTbGk2ON31sDachLvhBGwmN8xWr7wYh+sUGo/+CJ/HgTNnGgGXCaniAjEjHe7kRrg8dniddbDYMtHgbIDvjFtk43B5G+XFRoopCS7XadTVHoG9cydkdMqUFyV1p8WFRhJSkrvAbk2D1WyHK6UT4E6G122RbVyEbiavGaInEzccJpMXZhEoibDRJyJ09dpGXpgqd3SBG0d/qKq9B5N3kxFuyvyBtLxwV77ECpz4Axd7mi885K+VCx7thb4MbsWFhvwrrivUK03/9aVyraj8ThNEqSmoGkb5y1s5Jn94HrhxkTcw6p2TkiCqxy6+CPHA5LVIN/UKBT28ovWI/l9cnLmV/xUO4qZI3X2TuKEXN/AeJ+B2Kl/QqGGm8iH/HbPqJ36nuWEKOZVpvm+Q9TokWA1+G6B8mSAS88jBqk9ZWG0vyv/Ki3afOP+JGxzlv0Wfq3yJIPopcQOq/Fx8yeUVwapP+eJMhBliGXG4MmCVf8X5TglWRaAqKWRgBdyx7csWX38V3j0RJ0+elH/T0zqjS5dusFpsyOgsbrCS5cWmCFZlSOK/ZRBf6InAVf61BkNWcUZSfy6ru/+/Zfk1H6yK/lB7kyHapfbf/gtmeYMnw9Xg+gKBbKAtaIJYk3L5Kz+vCS3Najir1Hv9YFXbVrSwkS6a/fsYrRC0wap/mZC+oJkViGMXNyaHDv8LbrczEDDKEMXrCwSr4maso4NVpV8PDWGjBauiHSidQjBYFW3tcE2NDFbPOE7jh6M/yPrnamwMBKvi36LcxY2P/NPiYDXYIwTCbfXEpBeChAZc0UpY+/tIwWqwb9eGe0o3Fdtg9eFZC9C1ayYuvOhC+b+ZXTNxQeYF6JqeirQkG1LEjbzNAnG6Ej1Jo8eHep84L3rhFjfeIlz1uOU1qCgvMXhAfFEtbsjFkIgfDh3Cof01cDY4ZZ8krsPkF802qywfGe6LPlh242oAI/osuT3lplyEP/7+UvmSQzHQnNmUU4RZfFFjkeeDzumd0SmpkwxWPY1yJIN6GlG+6PKvQKupBCLKDbTcL+2FiLq8OXBOCAbtgZVFOo9EqBIh3zlrPiN6JeX6SeeP+nN/PfQ3ERHUiH0WgYQIVRsbG2G2WWGzWmG32WE1WWSZiPOh+MLR43HJIN0srk2TrBDDLOqdDXA2uuX9hs1ihQg+nI56nDp5FB6XE3a7GYcP7Uf3rAuRknQhvL56eEWYLu5dPA3wukQY4oLJasbJY4dQf+x7ZGakIvvKHBw7ZUKXbn3QtftPkZySIa9hrVabvD8U9cF/nSLCIItVCaYsYvCA2F8RDlss8IggXpS9uwEmqx0ma7JMXYWX+FJJhq/q9YA/7BODFLT9eyBk9Xjl+kUZiHtR8XlZOzXfs4a3dX+wqtcHNAlO/al72Bdy/hJVrqdCv6wL/i74JZ//Z9cNvLIlHUvgsw/dfUsgWBXhqtVmg80u/oovU9Q2KNqhCOFUK2GuhGrKdY0IT8Vfi82K5E4pSE1LV64HMjLRpXMXpHXujNTUVKSmpSE5uZMMcUVI719OaVPKOVu9C5D3nEpvJuPwQNuUVyvqD0KucOWJWjMyQLZ/5RNKYKf9E9p2ZPmrP/K3aVeDE42uRjQ2OpXQsOGMvAdtlHXYLf8qAZxy3pJfdGi+BAzpitVwX72K0HzhEby2DFyfBkLm0D0OXjeI/s1//aK9lhFhbPDf8vxms8Jqs8OelCrDVntSMmxJdliEv/jiW3ypIK/jRV8WUIbX24AzjjqcrquHuNbxl71oi4FrUhk6u2SYWltbi/JNH+Lbf/5T/j49PR1dMrogo0sGxDcfory7ZXVHr8t/iksv7S2/vBXBu81mV8NpsQsypQ6eWLX9m7j2FeGlHHigXPuKMhF9iTiXiDLyOsU5RpSL+Jnov5S/ImAV+y2uicV5RPtFnFinvJYO+2LaXwcCX9YFGp5yrR38kkC5FhdGYv3yd+K62yPOSWLwmpJF+VcfHqwGz1lNm67edSKD1bA24dM7A7eqGzw3FvIHq/de3lVWfLsIVpPkuCIZuohQxe3ywOkGTjmVb73TRahp8coAVoxYdXtNcnShOGFa4JHBqgj3kqziusAjRyuKEasiROskw1iT/LZUnIBF6NDQ6MYPDjHKxyRHrLqdDtQ5lW9lxci9H+uCwaoNXqTJYNWCFKsZjoZGnJDBqk2GtWL032m3EgomiRGrYoSoCFb/P3tvHmtZdp33fWe+8333zTVX9aCeSLYoimSToiZKpEQNlhRDQSjJsiVFiAPbymA4kRgjgJMAiWMb+SP/BQIcwBYMR04U2xE8yJYpSxQsQuLUHLrZze6u8dWb37vzmYNvrb3vPffWe9XdZdlx6L5Esbreu8O55+yz99q/9a1veQ+CVcI/xm0Eq4SMdSq7BOgqWJ2mCsl4Q6rClovaMlj10Y2oWE0wELDqolt3kUhmRzPlXGIatQhOmYpagApfwhBZxBjtgsdboBlRteJiOElFsapgtUAkXIcKBGarqd500WqEEij3BazmoPirWXNRd/XcU2kwikvs9xP5zE7Dx1rTRZKW2BkBSZpjnYpVgtXSLJ38nIKKPIJFzZhTFRvDxyTWsdGuh5JRpHqZYLVIqcjKZB2tM3tdOqJYZVC/0a2L2m+3P8E4BbYJVn0Fq8cxRW6OAEyCzEjAaigZL9meCXAvRfXJf7cCAn1PzsNpUoqiOc8KrLUDgcljC1Z9Ba883s1uDSEzlBzXjipgqSZl6B76nkB6Uaw6LgaTTEFv6CPgAuQKasTRuJSs+3oFrN7lhXY8Abu8hhzzVNz26q4oUYeZI2N2LGBV8IGOB4fQtkCbilULVj0Pp5Mcx1OGKQ7qfoGNOtBrULHKDGAhitUBFauj4pEVq+X//MuyGM55oI1KVSlI9UMl1WujJzPJMcNXIe9GiS3BViXDKiIQCcxUmyLgiAFGGCBtd+F22vDaTUTNGvJsiOHRPsLkFK6fIIyY1IiRx1OkyVgSAM12D6WXIa+FiFZW4dWaKN0AzIyUQQ63u4lydITJndeRegHqUYD+ySmiVg/JdIQyydHhzTPMEZcFBsMTFMMpQjdCK+jCbTUF8BZxiHxSInRDMGZAGcB3Iw0ePFcVPvxyHDiM2WzcMxPLacZ/FnybRMgsXl+MMU3aYA6NlGLypM4z+pJJNm/A4MWqUKl5lBC3EujLRTJgVUWfVpFgL59RmtkgeHZgVrZjdW26KVbdsWbxdUzoBlk22kuqIFUL5XBKAjsFz/wZwSrvDwZQnF9gFBhUKVs1LtW/KAnSp0A2AZIYDrPKVFGZzLkErhyfdrmdKR4WpBSimJ0N4GpgbsatrmX24ukFYaJLgnh+p4pq1WqyLKC1kFWfRlWFBpR8CUECNyJT0aIqbBVoKmCV60gmINUCVwILfm2+XtSrAmEtWNUNySd+94/ednDxI//Bz8oYYWDNQH1tbRtRWEO72ZGkhGyUXCYHg9m4ch2FWgo055CVm9IF1WlFscoNg97mun7NX69jbhmsWogwUyTO4GhFTVh5L3nPitqw+lmcVuT3Zpt2lrpgWTVz1iZarqv5zOqJnoG5isJV57iznz+L8c39vRyAP/Qiyg2cY3fvLiaToW5wqaoQhVqBTqeL1bUNBBEVq1T32e3t/F1nn/fHqFit7qH4/nbD8ccBVvcPOTY9USF1W21cuHBhQbEq38yA1YfBj4VrZvZ/D4Pky9fhYdfpvN/NN7tzwLL8vm91a/GoitWLT38C9VYLzXYbrW4Ha5sb2NjewvaFbfR6XWysrWFtpY1mg+o0B1keM+Uj9yWhXY3qKUIaCho4Zk3FFDe9fPRPj3H7lVsYnPSRZplm13i/UYXOP1yTXFW52RWD93VuYIVVjNkKDq14s8JdxTT2fpYhSwjkeej1egjcEP3j49niasfdLEG2gKnnoLR6LNXzL/OEJOnOugst5n3wd7PqkgcGzXl38/x7LT+D85Sup6L9kmMRVToKjIZDHJ+cCFQVlWIYyN8+xSi8HLJcqXqMfxq1miRMx+M+Dg7uIwx8ATTwgb39fRwfH6EmcJZBfAbf9XF6ciTQOvDW4EU5XFYUEmp6Dfh+AfgBas0VxKN9vPzFfww3H2Bj/QaAdRROhFanjbW1dWxtXkZW1jGJp8hM4oQiGqn8CFQRTKASp7FW4eUZxnGMwAsRD48w7PfRWruMsF6Ta5KmGY4Oj3E66Mv15/okqr6wJmO0XqsjDAOBzKxarEWhVDcGfoAoDBTgUwQUhvKd7Jiq/s2qi+q/z5sDqvf7eXMO17Dl96o+d3nO+ND7n3nb6zdf8As/9TFR41qgbNdX3nP82Ry2ErQqEOU50aQHdzJ2vmYMookRxiYyp5v3ZWUKz6kiGIJlAAAgAElEQVSoWtsErl2s9HpoNttod9ZQr9cRRfwTzaCrqin1YasW9ITYDLv5XSXtrfGjfU3lJpRY14BaObA57LIkr3rPy8dIdY3Ou3rtmSCggjKWtYSQlVDR/slzVlGmUlkqanUjJlCFvz2WOdjTz5gfqy3c0hjBRhsPXtJ5rGGeZ2MKST4YsCqn3lHQahPYPhMSgZzfMIwEoNfrrdlaqK/Vz00yqlS1GliqjGxVnARDeiZl/Bm17p3bt/G//LX/EXfu3MHG5gZ6Kz1sbGzg8uXLiLMEk3iC8WgsVX/NRgsbVDmvrWH70gWsEL53u3L99Rjmex3VOZjKH5nTq1kNjfN1/mc5VqLXxyhbqXSVa5YmM8iqIFWfL4DWglV5n7nq2FbC2J/xc6RyYRb+c74h/8gwHo9lnBAyc1zI3txTMYEmfpdEMAtrw5IYxX6/yjZD7yMdB5/4iZ95pHv8m/VF7yhWl65sVbHKARoGDmoR9VpakM0JcgZWE4hqsh06ArNqkYJVbiBHCVWLHgKnEPDVDOZgNTal9wRW9ZDl/IwHWJ6v5fDTpBCwGmcFLvRqUsLSnxRwPB/rbR8no1hAK7mGV5ZoRQSrDpq+g3HCcidCVF9Ug8fTDMNUFaBU3zJAYZaWi1CvXiLNcgFetAKwYLXmAesdWgtArABY8k/90YRgNbUqrRKBrwscN9ZzxaqPFYLVLBVFryhWG66UUy2DVVoVUDlAsKrTvcmiVMAqy7yGkwT9sYMw8tFrEPjohn6aGbAauOg2AgE+LHs/GmeiGm5Fntgt0AqAgcgoLnAwSKXsv1P30Gs4cq12Ry4mSaJg1cngFabM0FUA4El5GTUM/J7AtHQxFSsAF+1mgHicoE+w2qyhyJkt1LKxuinb3x1k8plrnUiuyf3TWJSe250a2kGB/ijBUaKIiGOCsWDNddGqhUiZ8SKQc4A4KQxY1RJ5AnWuy7R+4HWh8mKDYNUHxpMUYa2GlsfzYcDqioJV5KnYDRDSjmgNId9PISd/ztWpPy5QsvyfpW+eKlwJhVWx6mA9mlsB3CdYdT0BJlo+TqVlKWCVqluqqw9G+p2lmMQlaKdyzRFYrVYAntgDcHNzOuEYJkymlUOBtXqJlYaHPCkFrBYBwaqLg3H5yGAVf/1X5go87mlsdtfuPEwZtt0ILBDEUvSrs1VFM8pmg2VKQfmTTEr2FNIyFVE4JdzQRdCIULbqcFdXkTZrCL0UyfHryE/uodFYQ1oMkOYjhAWQjRMkZYKw3oDntBGutJB4DialC4rtiqkLv1GHt76JoB4h2d3H9PgIre2LwMkATsOFEwU0Z8BkeBN+f4ww2gAaK8hPDzHd20M5TRD5deSdJsK8j0k/R5moEiAAS+7qyMtIlBZB1BDYSsjN+8SVOu5KHeFcijOrXpeNlJwu3Zg6QmWrwaSZhFkVIIGSgX6zudkGpZaEFqZKXoqX5vIf+3xzDHPGvbgRYKm+cBz7sbZsWeW2Nvw1TxC5sYC2OVSVkEThaqmZ8nkljvlwiUznx30h1w0QgYTr1OAEIRCGs3JyfmcqaGTzSFVLOoUzHQKJBaxa7qZQy9VNnERT89Kz6lImiQELwaoBvSQN+IMKWLXPRbpgA2ADeips9bvOr5koaQXGaqJNMKooUhkUlogJ0wWs6p+M6ubSQWKy8AJURZHKvzkP5zPgymSUwle9r77/ERSr3/sDP4neahf7e/tSAra1dRHtVheRXxNIR9WZzFem5Fw2DdDyc91AzMEqN6VnqUypeF1WYiwC1sWyftkgUvE9g7dzXYvdNMo3roBV/ptzUxV82v+2YLX6nOomVN9rcexbOLi8abafO7uFKqql6u+WYc1ZgfFMNHvOe5z1Gu4NXK/E/sEO+v1jKRu0YJXxSrvbEbAa1eqqihEF0SIl+jcJVquQ2ULV6v3wVqwAeG/v7uyoYnU0xP7RvlQOpUmKlYdYAVTP/1kAfOG+n5WXL57l8wDpm8Hvf5fB6oVnP4EgqsOPmvBqLTRaq2h1V1Ff7aDWrqHdbqJZiySGL/NEKr+mpwcY9U8xHQ0lNm/WWbFRw/paS8rHu922KF/bnTYazQb6h6foH59K6S0tUTRZqMm6mJUHtux/plwE/Eqpvs5jmniS+7iS5JLqGJss1GyBQIXV1TXZZ4wHA9nJz+d9yVCaed1aTeh1VnWarsOEhdWxOZtTbJn4LPEwT1aedU/KKrEgvZs/6/xxswiXqu9LHGSPi+CLD+6xTgcDDAZ95Gkqcbp9UGdiQRBLcBWIuwLF03SKV1/9Km6/8RLS5AT1yMFKp4W8DEQk0Wq00GmtoFlvS5VCvdbGnb0drG9uoN2+hgxTlF4gqlKvCJCXU6TgXoOCjhJ7N38PJ8dHeNe7P4p6fRPT6QSHR7dx7+7r8B0fFy5cxYVLj8EPWxhPJ6B/mOsW6E8TAVuZlOCWGE0nEiPUG3W4Tgt7917C9OQA7e2ncTgdYfeNHbz8+k2MRhOBHwp7FY64QaQgn0DEWE9QrcmqB54bQYdZjtVWBx96//vxPd/5XSKoOWsOl0JvWeOWErAVVepZa8CZoHUJrFafY9ef6jE8Klj9eYJVTxXIPAeybkpyS+E6z40ICSVmNJUgnq8QOqzNknN8HX8m348nz0R+M/WfSQ5TmMK4RNLoBLdRU9SsYkPTW8Xm5hZ6K6vorKyjTvVrsyFAUJehSuBr/jljUYxrFyre9OzoeTPWYwu/t3DVXLNKFZjEf5JwVJW9wDILn/l2Uvqv6mUBbFmGZDrGdDJCOp1iSrVrogCWlaYlE/dVhbJ175pn7mciAp1oOActKSPMxV6MNSoVDVJ+v1jZQxslBX063q1nF5XYomglYPUIywMRqIndi8BYAlUfXkh7CFUj2xhYYxv9OmQS/O/d3V387m//lsyr165dk8+Kohqu37guTIMiKJ6Lo4Mj7N3fw97uHk77pxhNB2IXsLG+hcuXr4pNz9raBnwCdl7zykPiEJn2dH5TFXv1GUrzZa9gqhhEcSqWBQpcOQ/RGoBAlN5YjkmWSDzN9cNUPlCtbxN2Mj+bcWA/jb/j9+GDogLOqzJ/eJ4kCeyYsevErILC7oGqmeQKeD0rmV6NBX/gx37qvCXk38ufvwNWly77TLH6xLpsdLmQ1yNCBp3MmaUmWE1yRxSZcVGi5avKkx6rhH4WrHJDHrol+ilEVUmFKic+C1ZZBk3FauSxTKQQBSRvSpbNE6zSl/NCl1nNVBSRVEBtdH1RZfZjbkRVzUJw2AohsG2alKL2IwwmLDuephgk3IjnqAUKB2TRdj2sNmjHyDJy9YSlCpfLSuRQXan2AgSrXLcKh96wPkb0uDQ1PD4Xd/osyneimpUeq3OwyvMTOo4oVgkW05R+iAro6lEkysa0yGdg1crTWT5PxSpLzQMBqylORqWC1SYrwbV8NM50weL379R94TuDaYHDMRWiDlqR8bGlT65YAShY5Ua/1fBBZg3Hx/0J/Sen2Gh5CFwGWhUrQilv57Xj4p6rFUDhiccqJ/tu3ZfybMLATjMSsFoSRDglagS0nNz7KZIKWKXHKr1JaQXQDegLm+BQQCLBfCFWABwTrShERrBqMnHTVEE+vzWVnJ2IATRwHBcYJqUAr/WOb8BqhrAeouWWc8XqSh0hl5MskXGW0leXHkUFy9t4znMBq/xfn8a7DC5oo+AVslkgSKb6lcenYNXDOAF26fngaDDvegQ3LKVzxA+YPrG0KTgYphiRSs/AqrECcEq0vBJtlnSZTcPJlCpvRxRlBKurNWBFFKsKVnO/RD/xcDj51wCrf+NTJsifZxoVkNnyHrMyampSQZQEFCbLW5VpmjnEJDFnmwdxPeIGghVgXESR0LoUUSsCqB5eXQEnj2R8jMn9N1AvYnitFRTpREp3htMUp+MY7XqENJugpPVCXMfBYR+1KEen1cD6Rhuti+8DemtId18GBj787hbK8gAuNxDeGMU0RRBtwC0PgHoL5bRAPh7D5+eMhigGfdaUIc1T9PdvodNZx2RcYHd3D2vdLTTDDorcQ7PZRZm5KKZMaBAKBgB9hiSlPc9+zjdPdhda2WyJZGexfH9hCpYF3tTey0bQvof971kIYWLZavbfgld9jhVzWmWQ/JAKo4KqpaUdowR3lSOZ1/4baK4Z60W4yu+sKgD+QkqX5EPVH01HkipMLxiPVZ45J1yBE9VQBjU5HqZUnJKbdGMRwMQMVavjIfJxH+5kBDdLFMyana4evwLAalA1/8fchqD6e1PFZ5RDVrFqFNisvxCLB3Mt5b/5DwUIM5g6swWQ2n/ZjGiQp/t+vmRK4CrYlL6qaolCO4BU/KoIWhXGqkqV70FfbKrFqWq176VWAN/3mS+97eDsO773x7C1tYnhcICjoyN0u6viuRa4kaiWagwyjY+YKlxEl/pQxWoVWspGgZuDsywCZnYBc7BqYWoVrNovtQxVNeitlM6ZcVndnOj4XhzDVWXt/L3nfqr82VlgVTcDS6WKZ5SDvtlFmN1TkiB5kMg8DOJxCFFsdXS0h8OjPVEIyfNLbjxytNptrG1sSjnn/xdgtXru3gysuvQKNjGSuifPN0BVsHpwfCAKtSxJxPt3a3tL4inZWEpZuNCC2bk8C4ZXx5AcY6Vicfl3512/h12Xf5fB6urjPyEKZi+swSNgrdfRaLYRtGoI6wHqzQiNRojId1FSzTVNMBnGiEdDjPrHmA6OMRmeIJlOMBkeIjRKMFZi1Rg7tVvYWFtHs9FAVA/lb6oWCV0JyqJWHVEtktJk+5D7XHypja2JrKuZzHOzazNTpi2tXdwv1GqikirZh0E8BBc9fvkeMrZ4z5JxGLgiCvylTXH1etuN8Xx90DlfX7MMAuavPM9L9fxxYWKlswablK1rRRT3UQQAg+EQw9FE1gpWp4n9kDG/EoCQKUjgz6OAe40Uw9EpXn/lK9i5fxc3HnsMvbV11OpNhFEdo6NjgGCBsTpBhZTlFmK9MR3voNNpw3d7YH6GCUCqlX1W/ZSMzzxJALpOjGy4Azeo48LVZ+EGPXhBW4pA8jLD4cEB9u69wYISbKxfxKUrV5E4jNVOMZ6UqDXqkmDk3iZgyT/FMvEIWd7E+Pg1FIN9vLxb4KWde8j7CYqQz9F7nspLSdaBjk86Pux8QBDDc8bKknro4cLqOr71Xc/hhW/9Nlzdvih2ZSrP0MdZULT6c1lPRMuwmOBbfs4D7/UQsHpW4uc7Pvjcmy0dZ/7+5z75/apeNmBVzoXsH3RPaj3JZZzIOJYmALNKKaso59cjpCNcs1YrTIqKd6uUnZtuCCam4t5S5njeuwZ6Me6iGKnT6WBz+5KoW1d7a6pqpKVAu4Mooncr31Ohn1SzGKsekQ6dsSba9UHZnE3WLyUMra+yTWzL5TLWERJfUuloqrhsYrZiTWIGgwRVTOKJktX4tcbjiXib044mE2inaknuB1Rpr2XulRlBLMDOelSrY/S7GpW0gah2HNnYSa7nTAWr11OqfAmOOV/SVk7gKWGq2jrQUo0DgInXIIwQsvLVtX74GntXT3OSMFlD8Rf36/NkjlrtzOdW+xom4fv9U+zt3cPNN97A7Tu3kcQZGo2GVBJcvnRVEnC0nGk2WzL/W+XsvP+GTXTpEv4AZF06eYSrtATgeReLAMb6nLtoVWJsAziXyHOML6tVnPJvQlmZL4wqlbETQTA/eH93VziFVEGEoXyng4MDOQL2CpJxbsYdf6bXfy6gmCUOK6KK5fmFz/n4n/jkI93j36wvegesLl1ZC1Z/+vENGcRUZQpYtb5/XLpYPl16GCSqmmz6bEIFRAGbD4lrDoZxJhMFq++pWGWTqmgJrFKtR19UNscKHC7CnEgIvErsTRzJnl7ohtIchmCVDXU2OwH6cYI+S6I5iRT0GHXRJOgKFDaeTCFKQ3q+UrHaj0lGc9QIStlIJNNmM2tNZkbnYJUwkqWYBJfrHfWORcwJjqW2pShWpzk3yKbxCsvDmTGi6rT0MZBmOx66NQ+TjEDXUbDaYPkwy2OWwSqVpep9JUouCQ658VbVowWro2mGk1Eh5fwrDapgteSU3qziseo7aNd9eY9BXOBoQruFAs1Am4rRUoCL6DApsN9naWGJdp3HSeWLj/tjF8PxBJttZkcLuDwJJlsvywM9T7kAM8OVl5gULiYpFas+VpoBJtNYjo9gVX1TKLsvUSNMKIH7p4nAhfV2KKB+t5+IspjNqzp+gf4kweHUkcCNYJVl9BxH9AljFt82r6L1QSrKL6Du5ujUA8lmEXaSbXKi3OhQsVpiPCVYraHp5vJ7KmzXOzVEBKs5xyb9xVS1KoCe6mOOQVGRuuhPMgEHPOfi/8vGVo4j6tdlxeruIBFvKvU04jVhiFqKJQStAKiuFLAas3DKqJwFrrgC13n/2OZVPPP9aS7NvFiGRouN1ajECsE5eVNCsEpFq4vDCR5dsfo3PiXXeGEzUmlIIoGLPmFm8K6E+4xsrcAu27xEg1RZkPxQAFuSEA7QyyOFVy8RdUNgW8uRj3fvY/fuLTm/a70VBIGWGrJJ2auv3UV3fQubW2vY2d/F/miIV27fw8XVDrbbdXQ7K7j8+OMY5z5arQ2Ug324eVPUsE7dQbB2DYOjW4ioaA3b8KImEvp3lr40aGOcURYTlIMj5KdHwP4xkukJ6t1VmUdG4wnczEM6yNFb68ItfIzvD+CmHBMRomaL2nKgGmiZIJffX9TPhkbOzrP8TEGcOVNGxmMDMUm7a+MpkwmWK+HOvebsi2VLWGmkIOfdlEfLHbxwqSyd4iERBqt9gLzGrAESXhvT/8Xf8OnGCsAct34fu4k03rzyIp5UKt51/KqyFLhYmiy3GwKtDTi1BuBF6tPF8n8O7nI6g/1iATAdIR+cwhmcwI0n0lRFIa5RnshJPGM8SmnS0kZb1FKqZFAPPOvcrEBZn6+ZbmlcZaCqHD0TRSqJMpl5G5Bpjab181KvVb16rBiwvm85qzzoDV04plmMKgVYMiueVISqzLxL8pKqV87vuhbxIz/6+28frH7gIz+Mzc11CcipWmDJ38WLl0WZzZIvKlHYDMNuBCXQlvnrzT1WZ5tHU9JWhaD2d/o+D4JV2/ihCjLPUsNWIWrVH6/6OqsmqwI3q0yaB79nQ04ZOkZFcpYawf7+rL/te9t7ennDeNaQXAqzHvgnrzMvwcnpAfb370sprM4RhAkZmu2WeKHVGy39udxfi28zO44/RiuAZbBl53beCNVyuqpilWB11rzKNn7jepdl2L+/i1azgfFwgMOTQ9mUsVRPwOrW1sy70yqny7cAVhcAioGr1TNjf/8AXLPz3hkb/je7XtXJ9eGQ7c3f6VGtAH7hv/xNjCYTnA6HGIzGmKSsDGJszrmExKiQUnLG4B4tSGSzOkGRxShSWuOMkMZDpPFYyjIJuHMCh3gq3ocs16RdlZhOyDrjwGclmClTb7UbAlpaLQWt7U4HnXYb7d6KNmqp12Xj70vpNoGLTZbMQYVtCMjVju8f1uto1htI2bSUk+gyMGUFADfYUv6bYjyeyHFaz1fOD6yvE6WjJF7UNka2zwZGiTehUXtp05i3D1bPh7jnK1b1Htf4lXCHpaoKA4zy39it0S6N51/UWJlWUTHBPxqc4Nbtb+D+zh00a3oerl65hs2NC/ARifCE34vpPFaNpWmiDXkyB/fv3cHNN/4QG1sX8cQTL8Cv0f4hMuvMEE6mdzDLg0kbG14EX0DHFKMpj5PQsy4ig7xg89kSx/v3cPP1V4AgwubVJ3DxxrcIqOPehD6NFNhIRSDt2U72cPd+jPj0G+hggi/dKdCnsKasIWVDWbke1WaajMkp5tC+E7zG9Aa/dOkSnrl6Ge95/DpuXL+ODmM7yT+xUo7nbTERc16Cy/68aiPzsDl/EdIueqxWXzdfd3Ry5us+8sK73nwSOOMZP/fTH1M7CCoWpUrHrKcCKXlPGsJagciLYHfuk699DuaxktwnBK1URdqqFbkGtPkwyS0+x6czru5ZuG/e3trGu9/3HsRM0oynILhjzMN9MMvYad/A6jI2yao3mwL8CbSCsDErw64e42IuxK4issrMbQaMxZo9RUxC69po48BZxv/M8ywqXXufm1fK+3MukbL0FGnGsnSqN9W7NRkPpVoyjqcK+8SiwDQ7PUPGrmuLET8srCuaHKw+ZJ9v4nSqbefrNkGrqQ4yjbH1XFXiMuOnyyaWhONsQsbrSk9Uz2d1grF2qlobGRsB7pVtYy7ZfYg/9nzumwFGEdg48v37/T5OTk5weKD2IsP+icQjhL71RgOd3grW19bQ7fXQoTK+XtfkSKXp2QKWrlTYz8MXay1mrE7Yp2WmKiYj0dJ+8QFP47lHq7E7kMZl9A5PklninGB1dX0dO3fvSPKI9gesEn315Zel7wDXI6uw1Q2AjjnpD3OeWGPJOqAai374oz/6SPf4N+uL3gGrS1d2DlbXpAs5QUc90qBfH+zizIHuiK/lJCtFXcjmVPSoJCQlWB0nhFcOIp+wj90tS9QCDXJY+i5l7FRu0mqATTQItdjl0uWmtMTBBBhMSvS6kcCl0Zi+iA622x4GcSal5ywvJsat8fMDvlcpkHI4oV2Qi1rNw3BMdavmgMNQt2gEnMwUrbfUFJ4l2lTR8g8BIMHeStNDj7SYRvL0jGLWNaOa1nQjNRlzLc1gsxJPOs8zq9xteJgmiZwfTpQEq25ZIE6pslVQ2aAJuUN/1UyOmRMcJ1mZPAxwa7CUnyX8SYpTglUqU2vqQyqb+JwTdiHAmGCO322SFDgcZaIIbdBj1SNwdhFGAUa0WOhzASnRqrvSXImP48TD0SBBr+1L6byWU6jOjZlywm5fohc2OKAVgF5fZoh77Rqm44k2KKtHCI2/EsWNLaqvCipW6evqYKMbSpn/Xj+W8vjNdoROWGIwTXEw0SYvhMZ0bOBmgGBZslSEFQ7tCnLxYeX5pndspx6Kcpc+umyexe+/3olQd+lFmoKdFyO3wMk4xzTOsbESwZdyBOrmClG/xiw3p1qI2XKP10BH+SgmZGFm0BMFKs905Ps4HWcyHlYbPhqhJ2VX9/upNl8Q7yOqqFXVSjDfCjyBhPujBMOEHVaJ4qhi00Y2fK96ADSNVxTBa3+S4zRRP1ZCVyqL6Q1KvkObjMwHBrGD03GJ3x5UytDf4ix9b7CH8q//N/LsarZO15Zq15+5H5o+2ULTCo3jzwtrDUCQrgELF7MkZIbRRxaXKKMxwgaTJ0DZDnEYZLjz0k3cv8uTf4Snr27DaQTYO8jx4sEEq3UXmA7xwvseRz8/xt//gzfw2tdzrG85eGKjxIWVNt7/3qfguWt4decNPHnhcdRzmmvUkNZKwE8RENTWuti58xKKdICmU0M26aP31AcQbTyGPOsD9BdLMqQ7XwWKEG7aRzEdw924inw4APbuiwaivnYJp4eHONw9wfRkjGIwwWprGxu9KwicGhAQjuUI2PmdNgVOHXDZgEkomaqZpeJHjC1mgeFckVo9p3NgafQ0RuU6o7Hm2lkFjNk6zsqeNexk91z7mLMW4zFlPFIZoMsm0frDmhdowDtHrhp5WDXzIvg1Ek8zPjgn+ygddo7WTSvfX5pXMYjzQ2Bli7JllD4b8eTip+pkY21Yxde5IVwmr8YnKIcHwOAImIxRMCFmToEA2wVj/wcHf9WiQpsXVD329LupItWMa2mqZb62KLeVbIoVgFE2VeGqBGImQKf+VMuW+DeTNSy1V69U8RbWYSAw1doD8OcM2TluqASSglnOR2IRQE9WhVcf/f2vvsU7e/60933w41hfX8NKr439g12MhhNc2L6ODr2NOW/3tJmVNIyhCYD5ew5WK+X/lYZV1mvLKiPEL2zmrcr5bw5rNa+w6LtKWx2JIpaAWRWkVkEp/5vlcbbEbWFTZprp2GPhc0QBIskxvQeWmdniBlmPfRmSPABKz/BflXdf6OI7P/eLm9vFS3de93Fu2ngNBoMT7OzeQlRjik+Pj5u+Rq2Oja0tNFrtuf2FURzbT5gDxLOHS9U6YPk7W2XGee9ln2//lnnemhFYhZNRfOi9UlGDmNJwNtHZvb+LTrOFweAUp0yaOEzUp1hd6WFzc1OSmToGdZOvGz8DXJZUaHoNFumydV+eQ+/5c+Z2JYvn5zwwOps7ze5/EdCeVw56tnJSD3NRiWXf/7s+9P63fX/zBfun9MbPMJ2mmMYZppMU40mMveEI/YGL036Kk8EpTk5GON4fY3ByjKOTPgbDPkbDPqaTY4zHuygxglMmKLhh5qZWFI8K51h9xPhH4JYajpt51Ki5jCLNliLLtWNDWl89P2knwIY5rVYTnU4TbXrCtvg3f6YJHqqeUIvE5oLlxYEfagOaTO2dtAJC7a+sn6Y0DkwzDIfDmVJJ1ifxUtXnav2ZiU0k4cWkrYdGi+rOUHYPnANVNXb2JRD/vspjPlaWr6UFaboqEHIyLuL6Kn/AaihVltGehcfNcywNfmmLIw18Swm/CKvSjFUlXAykCzCGo0OMRyN87gufxyTp48lLl1CPunDyKephiWZzFV69i4Be9TxXbFx15wtizRa1GjjN2ti/9zqubG+jvXoVUaMFr9WDiwl8rynNdHjvhX4k1Tilo36lnN8LJ4XjRnCdprqrF0Mc3XsFr3z1yyiyU2RuidbmdaxefhIImqqqQ4DBcIq7u/u4feeugJkyTnCtfhfX1xr4/L0Qu14PZUrgnooakps/fia5lfj85gnqQYjttVU89dgNPP/0U7hy8RK6jQYC0+iXajed6fVBdV91bluei6vrjH3d8ppgL7cKXazqbj5AZgZHRllr72xdcuaNfuz6993f8fwj3d+/8NMfk2SEqBiNDYCsh8YeQb/4fP2dmWBKLKeKR6taFQGQuVflHjEwVTvW08vXl8+wkFUaXklfDSMOIFhNU1y9eg0f+6GPSyTIpAAVreyxQQXoaDiWRBGbx94AACAASURBVMeEHqdseEc1Od/T9VGnujEMRfnIRlnSfDaqwQu72qxJLArmU6Q0DLXzpbnVZP2S08umtPbX9rpoLwAZAzMxAxvxMg6mn/wsPTsbLXLdbRNV81mi/pWO9Zq4SRLj1zqzEEgk8cTvzrGncYaudaye1Xhd1ad633PeUY9U7gUEjsteUcVRCk251hlQLNdTbVE0fllc/xTKarwm51b60vBvXse5/YO9pgI5jY2AOTI9RmuLsTQy52KOxQmRiSzawVD5TjB5sL8nXs4HhwcyL/m+K5UG6+vrYhnB6ij+OwzrIt6aBe7y4QrNbbPS6oXnz/OMST49x7IO0DZLmn/nyKQ5NuNkFTTYP1rtqdeB6xSV+UzU7ty5I9Wjq+tr4l99cHSoCleJK3XMyfUwsaJeO41h57OKjWMNI59dkzkU377y1CPd49+sL3oHrC5d2ZkVwJNryGPKx+mxSlCiGjZx9aTahv6UBKspGxs5aLD0HpmAVW6oZ2A1IKQinMrET5UPaYAk/qAQ2FpnVo5l2FxbuZEoCmkSdDoG2t0InaDEhLCwBC60fQFUhE9U/BFMEd6ymVE9VGg7mpTSE6VeDzAasYmUBlfMtvPmS2NaAbjYaHqSDZlkqv5kx3k2ISX8Ywn3atODm8XatsV15ZjZeMsqNTgZcpHjzTwtHUzY8IZgteVJRnoklUwEq+o1S7BKm00udoRyoeMizjl5FFJlze6fVF0yz0yVrgWr4yTFYFyI12un5sLzpZ00cgNWo8hDM/JlYid4OxylUqJer7lo+I7aMESelMuzO32Wl2jXXGmIxJ18P3VwMMjQaYZY8VWNKxo0qu5kYVS4SiDE8zQhRE4zyaSvduqYDsc4SUopH2OhYpxMUVBxmrNJU4l92g/AxdZKTVoYEe4Stm+0QwGrozjH/phKC4h1BME2G53xGqjUnwoM2g8YJUZZouYCnXok6owTqpKnuvpSldpwc6TTFGGDYLXEySjDZJpjq1fTkmOCP5RiT0C4SpsGBhpsYCXOdQ4wmqYy2UrDMzbwcuip62M40fOz1gwEaDMjv9tnJ3R6PJgkMs8b/WdDD63AFWXswTBBnwRXFBX0WiRET2VhptKbYJU3Fc/TkFYAiazAor5dqQOdkMI5F1OqxT0HQ4LVSYF/3n9UsPqXK3f+3K9Mod8skjGeaEu7DqnE0+cIzCCm5iLHbq2haH4lKKEnQ+om0oylWecXnaBfpnhtZ4iv3NrD0VEfnUYLz1zt4WgSI2oDv/GHd/HSnQLvvhzie56/jg8+cwNfufMG/td/+jJOjj1c3wjQ8sZ49sktfPzbnkPOhT4u8eSlbeRljLX1J7E/6mN45+t4/EPvRlb28Nnf+jRefPEVtGsRPvjeG7jyxBMIuhGyYQ6ndwORN0Z6cgd+uIZ0sA+fCv3ORWRZAL9/WxQZOaicbgkMuHfz65jujjHZi/HkhaewuXYVXiuUgKCg0tkJpHmTU2Ng6yOfEBqq8p0lenNvObt4G2MnAXn2ei5eV92snVFWY/y1JKiw5EClDUbMaa7TLA5lQEPVjDbH0vSJMb+b2UAsL/f2OG3wYhqZSIxUUafJTMm7hhM5/dFsMAtcKLh5dNRbtadgFb4q3JGPBayWKdUyoShpXKpYx0dA/z4wOEY5mUiwKxsF65MqXanP3hFrJ1j1nFLVnULZhceCNyxPvchMlb8yUDaBmkM1rfFQXYAzBnzKJt7RDtgEqzy3MZt1Sbk/lacEqyYZxufRGkPgKxWsJpAnWBXFq9oD8NNFxVoW+N7f/9rbjr/e98HvE0U31d6j8Qn2dg+xtnoZ6+sb8t16KxvalMBsuLixskF8Fa7qmJvDUQtEVaGhScKzfr8MSmfvafZPb6ZSrW52FfrqYxGyPdhESn5fKe9chmZVlUH1d8tqxrNg2wMQTyovH1TE2uc98B5VC+MHxiLBqo/heIC7995AGBmlisPk3RT1qIbNrS20Ol3ZJNrSybOggG2c/uCgsXP2g4Dv7YJV2wxF14BF/2FJllTUHXauyZMUu/fvo9Nsoz84ETUMpwwCvbXeqqhKCJFETWV83B4AIcsg9Zx/L8MVGTtLyqfqmHrYDbZ8jc9Tvur4VBjzwAz6bwCsnnXMoq6SjSvNtWhvpf6mBAicX+hFPxyWONhPcefWAd74xuv4O3/713D/9FWBeCzBlD9UuErjNEYki2vSfC6trlHz5i86Jo0VSsUDj/MrE1m2tJuqISqcaEvS7HXFYmBjfUMAO/38qIZt9+gHzTJmbdBDlZb4CkopZyHdweU720YpcDCRw1LMwvm04FrCmIyVSQRKLKmXxoWUgFR8Ks8cBPPvuHA/V2xIFu9zvfji8yofy9gRImygjdAXv/gFHB4eIgpYReYJXHICJhgV0jhsIOj4SPMpCipO0xj98Q4ajVVEQQ2vvv4iXN/FamOC9e134ZAeuCf7yKZA2Ohio7eF9vY23PEIf/Tpv4d0cIzHvuUKLnzrJ/Dyyy9iXRqdbeP0cB+tlTUE5UQskAJWgyQ5YqSYpkM48SmKpI+EXddpQZUxYTwGvZzKooOdgzvoH/Zx44mrcAnPN69h6/qzKLwmjg5Pcfv2fbxx6x529vclNubWazsc4YZ3G9u9Fl7cDbDjrCMumZTmdTV7QwFWhYyL91y/hve+5114z7PPYqXVQBlPUdKDkSvzcpd5Mw+IAvWMOeE8eGrXlLPmAgWrJgFr3lPBJuMOjZklTqjY4fDfAiSFY+re8Hu/871ve/3mC37xT318dq9YRbZ8vvTgsPBHk5S6DrtqzyPrtYpF7Ovs+v7Aes5130BU8VKfxZOVhJQBSdM0wZUrV/DRj32/3JPS2JifIWV62r1e/jAJQ2HRaITBYCDKbJaX09+Upea8X9X2IURTGmSxcVYbrWZblK5MyBAUMgnP7/PgQ+9JLSLSKiSdD9QL315rK5KR55gYRn5n4LeEbUsg/sF529oiaIM0gr0kniDmH6oqE/q2TsW2pExpGaWqS3vtVc5LQE1xlVZDEchKUtJAVT3mxfPNZItd+xbGoIlnDb3V5wh057UPZd5hHCFCLdpIBD58WgZQyEVVq4xNVSnPaecZkcJZi5iJv/Sc56IQtYrWo8N93L51Ezdv3pSkEasYbly/gWvXr+PSlStyXVmFI2OUPEE+/2yPa/Il671q40xtbFXoOTSrSzVPSQ5gn2vjUY75W6+/hnQ8wtaFbbRXugs9AUTBbb9ndc6YNbhdrOjUPZiuNdZGxl6bqLn+SPf4N+uL3gGrS1fWgtU//dSGwCnPWwarqlyk6nGUOpikzLRiBlZZfs/JimCVj5Bl2Qk7RuYGrDILbRsvUQXoos4MNzO6VAz67F5aiE/q8QhotQJ0IweTcYZRXgpYZTd3lkuzoz3vB8LZdkgvWLU8HBKseqWA1fGYYFVL7ININ7upKFYVrFItRFhFqEplIcvNGUgS6hE8EqyKWJNm/aJqVWN1PnhuFsFqIfBtpeXLpEu4ybJ+C1bZwCop1IydIJQtddjMRIybWUQrneVpK0CwWhiwGmCcJAJWCbkJRIXBseFVzq1/DoJVVayWEgQdjVLxglWwStUqG1950rzqcKjNq1o1eswqWKU68qCfod0K0QuYVeOGXoNSMY333JlilWB1WvoYp7S6V7AaD8c4ikvUGyGa0mRqKt3fOwUbguXYHWYoHQ/bvbqUvt8/mQhYXW9FosakAnl/rK3RqHpWsMrvyvJ3Knqp9PRAESkVX6LSdfj7UMDq6TTHgKpIo1htOJz0UylV4OcRrFKxutWri/qM55iZfIJVXm/+LSbxAo91+oxjblCo1mZZDJkp1QUuRvQOKAv06oFYTTBTtj+gPxUFCgyyVAVH6Mzjb4WejMn9YYw+xyvHjDSxYcCgilUGnY2AYFzh8nCqvsQCVoMSK1GJdsDAQe+33HMwmNIyoHxksIq/djZYnXejV2j2wEO6NC7+lIueLaniZieTjEkIpxbg3vFtFBjALTLsTvt47eQUt++e4mRUQ17P8MLjF/DMlRv47Rdfwigd4e5ghMMjQp4EP/PRx3B9Yxu7sYv/4Tc+j6PTKZolS8IifOe3X0THifBtlyNsbHZxctzHG4cn+NDzH0bkJhjt7+HC009K6fW//O1/iT/80mu4tLaC73jyutgq0Bs4C1twG7xfWJ56GXUEGOUDNLurcK4+i8BvofjKZ5HQe6lVR2NlFbnjYzo8xPGdm3jjc69jw7uMG9eeRthsCgwTG49UvYhdNv3zQnDg5nGsoNOAVRvUaBD41sGqBsb2/GsDA3kI+zSatBlg1Z/ZYFqxKPPntqxf7yXbzbUKIx4IMMUKgM81JVEGyLKpht1EW39VVayEkOyWUfVdLDRQZOfhsrMJJ6ozIydzjFskagVQTAEnECggKtHxMcrBLtA/QTlWKwB5j1nnbw3mlx8SYM0alTB4krDboOX5861nqgbpBmqbp83sAvheMt+bxll27PN8yDypXlyq8FK4yvdKuKIJGOUr6ZuqYIMzBf9bBDmiZuUfVYMJiJVGWKoNtg2svuczX37b8dcHPvwxUWNdvHQRQejg1q1biAJ2Xr8sgXej3pZmVmwIqeqVuV+tBR92g7KsYrXjaRmsViFYFZzaQFd+5hpVmSmPq37GIjStKIQqfqvV54gGbUlNKp810648qGg8D6xWT/BbgaoyxozVwYObsSUVZSVoP+sek00Yk1Kej/FkhDv3XuNtIkofbkQsWN3Y3ESzo9fsLLBqr8vDwOp59/ijglX7fvO/7fxgNyXWcoMCNAWr7WYL/f6JbLotWF1fXROwysoPBQLz7t7njQv7fR92c1Sb1TwqWK2+/zJoefCzz1ay6rGeQVwBPKpi9dzvbSqgqDCilZGeA03+EiWq+J7qT+D4sI//9Bd/Cf/iC6/DFVk9/e5S/cMOzWyxaZIodg7UwWdb1S8q+nh+pDRzti5VvA9lJlQQpOXdqoS1dgD8PmwYacE67QRqXfq70mZgBZ0u/3SlYzkVSVREUfHaaLJruUIDwoTc1VJmWd2MylZsAQgP2RhJvpc5jkz7LdhajLcz0c7gSeVFAlWoRstZ0aUNCz34GA7H+N//1t/FG2+8LolVXhffZRUd598QjVZD4JjnURnKSqkSqysNFDGbjgGrGy34Nap0GYdGaKT78FqPAfUOgiBDOR1hdHqE/ugAyWQf2QltkUZ46spFHBzsoHH1w3jmfR9DrRbh1ZdfxOHtr2J1awuuz1Ji+hNqgi90xVMLeeGj9Ai2fGRFH5P4FHkaoH+SYHfvDorhMXdsuPHEu7Fx9QbyaAXHYwdff/Uudnbv46Q/1EY78v1Ut3exPsD1WowbN57G124f45X9BJMgkDibnxm5Di5sbOBdTz+N97zrOTx38bIcU5Kw/DeTRncCpkyFjT3ti/O1JmaqD1l3GDsYMFR9nWEosxhpFiuZMT8vaZ7PZxIGmWZR8t5GFW01/FJ1mLE7fYzJdIKf/+kffzvDavbcP/cLP7IAVq09is/xXSkPr66v1kNVldKLCdHlNU7GrxA9VlipytyeSzlXS2s055NLVy7j+3/g45Lk4DWxVSFSqTKDfsYGylQcyIQjzYm4D1PgSpUjgeRJ/1jUiOwUL6DW9QXa1mqErF1RuBLIUWEeRjX4IRs68V6huvlBn9Dq+qYfm4uVG/msrHGGxlm1ZCmx6vxhv78VT0m8YvtKzAaOUFxJxNPSKTMK83gylms+HY9FWKWKy0TiPFZbcVSyklGjUdOoduHDTTpIeIOOKwXBMioVvhortvn8qpWSOiBt81GF7qJ2nnmWU5UcwOecWuN8SdhqEutnjM6H7QX0HuH/V9YzxrxJjOPjY9y6fRPfePVVaR5FK6p3P/eMVCcwacSqhJXeKtbW1hGEBK1n7DHl/q5Ul1WfchYItccv65o9rlLG1N7OPQxPj7G2sYHe6qok5uwwlQVQvOBNgtx4wVPoNtMW2WocUwEhsgfjIW9jJv7d27j6SPf4N+uL3gGrS1d2BlafXkcW5zIhRaF2QjcFBuqjWQDjzJWSc/FKDT1EDkvhtVMzPTj5oPJwnGo5dS3QBiiEsrQC4L0T+jRlN82rCJ08TzaX9FQ9GtEI3cFqI8R0nKGf5bjYDjBh46w4F99M3gC0E2hHVKzSn1XBKjtvE6xOJhmGqfqi0huK+fs5WKUqKEdMKwBpLEKwqmCRoHK16cPLVbFKYkamJlYApjGDNZsXGMouphOW+3hYaftSvkdFb55bsGrK/qtg1SnFY5XHIDoysQLgscwVq/UwwDhORaHL5klUrPoBoaqCVW7sa1axCmCaljgaZ2JLUIvUCqAROOK9Qih3OEpE1dusOeg1QoHGJ9MC+4MM7UaI1ZBHYtRVFbBKxSqBszQeoxVAmilY7TYQD0Y4jnmt2CzKQRJPBa51chdxUWBvkArOIdikJQTBKqHgRjsSaDikYnWiYNV6rNZ8wmdaNWRIpVbfl8ZkBKsMTGssta9RsZrjZJKJ3y/nvo12TawjkjiRkjO3zHE0SBEnObbZrUw2DIUEcWy8xj8JN7WOK+eXA4qwNEl1016r0YdIy/u5wRjz52DvJVd8g1mptjfU5gxUimgpKsEqG1d5aIe+qKAJVgf8HlwwRSmrQIqxAe8RglWnoApbG5ANWI3nemJx0Q0LtAhWM9pRlKpY/WMAq/PFs6o8UbI0C5Jm0GleGGHWmJl3GYuYqZZ26SNJxXndx0E6xcRJMYkn2Nm7g93RAW7tDzXR0Gvj5d0pblyu4fmLVzEep9g7PsTXdg4x9APcvBtja6OFn/rwOrLMQ6e5hl/97Vdx+yBBmk3Fv/bHv+sxfO3OHp5creGjH7iIe/cG+PzX+/jRDz6HCysuRlmG69vbuHewg3/0O3+IvcMxep0I260unrp+EVc6NYyKFDcHpzg6SFGrt7G1WmB7fQONTg/OhWuY7NyC3x+gub4BBDX4UUc62SflEJOjfSQ7IziHJVaCHpzEhVdvASsdsRCgXYoqV5lI8ZBNxurjKzyOc6NGC3PDdx0PCgA19FqM+OaqsHlWvgJWreqU72IEpnYjPwskZu9bBau2VbOWKT3sIeNFfKTmxzKDk9JVRCZKCaBYzs/GeJzweTwEq/KgQqC1BjcIUXo6LxO6c31gp8CSHsr8WgzaJycohvtwhkM4tNFg6ZRRGM3P3TyrbIM0BavmHNNzTcbwWUrsSkZaqDPXE0OCzRyvFWnawEDf15xc05xKPFaNckJtAPS6Me0kkFQSVApJxQKAEJUBvyhW9U8G3VRQBSiKVXMq9bUlHgWsftf3/TAmowSbW9vY2lrD7du3MJmkuLB9GY1GC74XSuMJKiNU1TJXgi0rVi0ktT+fA9S5YtVu4vS6LJb/6/JpSryNkmcZllWh7GxzVymDq/5+PkYXlR6zzz4HrJ4FYc8b78sB/5mw1WzWqu+xvKm3x1R9TnXTMntfaRLpYRqPcfvua3DZMJGqHQNWoyAEwWqruwLXdGIWf+IzNiZnQSL9zPNv8D8OsGo/w3Znt/OF/b4KVnfRajQFrI5GwwWwyjJCq1g9C6y+FeC93LzqzI3b0kV/K8+xL/n/A1ilD93OvQy5V+DiRaYLtUcCww8mfNVvUePz/bvH+MU/8+fxe1+/L17SjEGsYojzmSR/rbXDbN7XxBVj7Pk6pnPsvKnI3N9Rc2FaKqsMwFYSGCgrNRRaLmvhkfUVZDwkZa7i0RpKt2wCgaAWSbMmAlVCgnqtJpYCTLr6Xia+jvwdO1ur75+PULqYewJp/IBesb6Ut2o59dkNac4FDMv3nSkDlvtdoBT3IPxOAb70xZfw//zDf4R7+6cKB8Ey4wQl/d4ZK8qL1DOVMV+zFmFjNZLYnhZgnZqHjbUe+oNTTAcDbK+1sb3p4bW7KWImMJ1YSuYpSklzxpdTXN8Igek+2g0XtUYDjc4WLl56HzqtDoZHd7B//yZe2xvj3qQNeB14QQE/pBJS1cFB5GC16SKdDNA/GYmnfLsZIM1OcXi4J4IFL4pQoCv7u53jU+wfJxixUYLjwavRSkCr3KjGrTsZvmU9xXuvXccTz3wAL770Mj77pZeRtSME0RqevH4dT1y/hscuXcRqq43AYcOr8SyRqnOdJkm1JLySIK38t0DyisrU3tv0fa4mWWZToVnO7f29MBfI4m8SxxVLgMony7HMGuykKab050zUp5NgjeDtV/6zP/vwwOqc3/6lv/AfnqlYrYJVu6Y9mMicv+lZa5m9zxTYVb3VNV6SsyXjd57J5/e5ePEiPvqDPyj3XLWBkHyGsQGza8niequesOonrFUlWs6t5d70MqWiNZlMRZQUT3MRt7ABWyw+rpxvHIGDje663OeNZlMsBejjzE71kpQwTZ6MikFjNluVZW9OE3urzcM5iXljDyIym0ozI13P5yBOz7L132dCisecib2NfB9+rzgRhWtCr+JkKlWgrMplfxexv9CTbJLEes51lzm3TJp5SJu0sSapNc4SxSr3rvTipS/xzCtXE5SBxBFsNqoxnlULu1QEWwuGRxqhlZhC/pNwV+NlXs+dnXu4e/eOCrwaLdMEi17x2+LHTeXs2WD1/IOp2hk98NpZeKP7Il572g9NRn0ZK6xUEIsHNthmjLoATVUCLWN6ZnmnSRxtVm72EMY6bQ5V9Xuvbl15pDP4zfqid8Dq0pWdK1bXpEmVliqzDJoDVYojtQwCBKYuRrF6A9XZgd4pRE3JjfUMrAb0/WT5JqGrliwQrLKsnoOWilXC1QAKDunNyE0om1MdDUsEUYmNVg3TaYbTJMN200PCxlkCVnWzTAjXCmlH4IiXJ9WdBACNRiCvG6QssWewpSoINtPhxLvJ5lXifQpMWbbOsnCJNxfBKlWbAlbpccnjFm8UU9LE7qfMUBImTzJpZkOwmmcxRjnViiW6dU9K3MVPtdCFS6wAXJaEKlglVCSo5D1MxSo9BmkFIGBVrABYPuEK0KPv8hysZlKu3qz5MqcREh9WwGrDgzS3ikICaeBwGMsx1SMHvRpLBTwcTQocDDPxNGWjJAJEbcSiXpnqs6pNmQgE2bxqRI9Vx8Fat4GpAavsQNv2XEwIVtntnj1pAOwNMgGGWyt19Vg9nQo4ZzOrXlRKw63DCb1lHQRUrBJoeqrq5SRIhTPBKmGxmn4X0rCMYJXdAo+nbAylEGK9XUPTgtV2UzYKBKv0Qt0iWJUyNwtWFRRzkePixmZcAlZZYpbRUJ/nLRSwygCRE7GA1ZLl+R5qHsF8ib0hrQ40BlPLBFVxtyMqVgMB2QTaAzFBZ+Crfr4WrFJxTbDKrC7VbHOwSsWqi26YoxXQf0vHIMHqYMrnlfhnp49mBYC/+ikTpPI4CLXmTR4WJKmVtVNVfJbcmQCXP+NFtSXUtQh3pn18df+udIrNihQv3d/FGwcn6EY1PHl5EzsnJ9gfeXjh2iWM4oH4fDFwevVkjN/8WopGmeInX7iE91zr4h+/eBcvXL+I2wcF/sHn7or3zmojwPNPdHGYFnjx5h5+9APb+MjjV/F/fuZV/OCzT+LG9Q7uHe7jg0+/gC+/9AV8+aVXcGlzFUk6wit3h+ix6UavgT96+Z74Al9e6+BgdIzrVxv44LOPI4828PKXXkGUFnjy8avYfPwxBM1VinngEvazCZ7jw0sKlDsnSG8ewjlJ4Nc7cFa7KLIMZZKhmOYIHE/UaOxoq5utqs+nBrXzcyphupmRF6/r7GkVQDLzR5WNnGqtNdgw10ky3xWYYrO5EjiYCzvzsnr4OBKLCKt0krc072u6Mmvgwe9mSny8yChWNUC8UFCfrypshG24ARtXcZPP8tDMdPPlvemgzAo4bKIxPUU5OaF8XJqN6WM5ELab9Fm62iQG1COZE4Z9haiJ5Bj1J7MNmB3W0pTQJMu1zkw9VmUXYP7QT9hYCEjJs2k4JSWnpnSf34vfSGxM5GVa1s91TZxUBZ6qhyrvdyaHOP41iCNs5fPmjbC++/defNvx1w/+2J/E4cEAjXoH169fxungGAf7h1jprGO1ty7KEDYbqDWaRqmiXl9yho2H1/Jm7UFgyjVwbgVQhZ/nvZab//PAKT/bgsll0Fp9jT0ZVpj0ADCtdIY/63VnbTSXAcrsOUYMch7UqwJJe36qF+utQjt171B1KsFqCTYO1dI+AobQD7C5RbDaU7BqNvxvBlYXv9fZYHVZdWrHgEZCtlpuudyf43M+Z8zPw7zpiNZ+zF9HsLq3q2D19PRYlEus4KAVABWrBKtUFNrNnz2O6lhYvhEeuJaVa1/9Hm/2urdyg50JxB944b89xarMQ2eAgf3dI/zq//YFvPA9z+M7PtJBSDDg2loFMw8LDEixe+cYf/bn/yJ+/5Xb0gCICUGro9frZ+dM01hEZ04VG5iJVcJj2ciqCpX+oPPHfMxx9yCxtJljePwWzojPogGrFgww9nRRE5jCJi1sgFNrtFFr8k8Hzc4KVla60qWaiiiCVJa8oiDUmIgimqXHhFxShhyfSglrlsdodZr4wAvfjqAWyHx7ZhPEOTaefZ3Z6T5HhS4rK/s0RKHsJf75p38Pv/O7fyBJrcInjFJwzWMspWFjDs942kpTHmnMmmF7xUW3WeDapS7WV9q4vzfAINM52ssLNGoJ7uw6GOf0o6W9Fxvr6hWj5+5jV7vY8MfY3FrB1uPPw8/HWF+/jLrfwODgLm7t7+OLrx3gc2+kSEMPfk7pA5V9GVrNAA3mQWlndjqB55bodmnX5mFwOsagfwovSLB9cRX3bg9xOs6Recw9r6NotODQ083nu1EBy/2ji+v1GE92Y1zduoYr156TKr1XX3sVXq+Ox97zI2ix0RnBGddoKfktMVFhvtpHGACoQrbqWq8XyYyq+X/bxoQGYEl3dVs+b8Kfmai6miiuem4bdaEmAubjmDEa9yUUbyhETQSm8Tux2lKvh5YM8zP+u//6v3gr08sDwYOTggAAIABJREFUz/lv/6s/PUtSWjscWZup6jYBYXXtk+M0TdusYnWmKK1YJNh1qvo3nyc+rhXvc4mdRCapqkh+TzYF+tgP/7A0p7P37mweWgKQs4iNx8W4dhb62qZTIhE0UZ1tNqf7ThHP81ym9DlN5H4ej8YYx1MMR5OZ9ZjsucSOwENU72qSpd6UhrW1Gv2ba9JUixDRqthVIKYP1bU/+JjDYY17q+ubrIuS5J8tjib2tWXiNrWpJfMqRMkxGp7g5GjfJFeYBNFElIBtGZvzGExSVsZL11YQcY7kNVLfWrVfULiqKn+1dND3kNfSh9U2xpPyGrXq0ocqlZc63L7lcbq4Ftr7Ue8TsYox6wHn3iQeiQ0BmUUQ1SSu4bGeB7YfdhBKnhYfdjTpLVq5T+UHOZJ4LCpoC071cuh8txAfSTWmrklzcFr9PN0czOIldZORR2/z8ls+d/8+PPEdsLp0ledgdVWqM7VUuZQmVtLt2XQO53iaZBWwahSrZJcsAWEJOO9dNlpKctaup7LAMrBiKTphE3kZeRKbX7GRE5sWsZSesLMfqxVAEBTYZIMkNqxKcmw0XAGrfaNY5TQh6sYA0qyJ3ZSHY6oHczSboYBVNkqSkgABIo54rPKx0dJSVKpU6RUrkC1X8+hm6GGtFcDPY4FlLEWnGnSS2smQE7or2ScBq2zYNUllw0orgCKPRSnLMvBOnY29FsEq7Q/YqEkyV9LFlRkUVawug9VJkmEwyWQypWKVNoWcpMqMx09g7KBVC2Zg9WiSYzQlcHXR8vX8RFGASQYcjaj6K0Tdu1ILEEU+Dsc5DgYpGrQHCOkbS0WVAav0OxNzbF2OCMTVYzU1HqsNsQI4nhZiBdD2PLECSAinDVilx2pWOtisgFWCc17XblSIZ+7BSJtXcRywXCLyS1ENC5ygT5ij6mhJihmw2iJYzXOcxKlcP67ray0qVnPpWtlqN2VBY2MufuetXsP4hxUIqRYugGlBJYduUAhWVVFNsKo+vATSPB4uFgTJhLucvC1Y5RiegVVRoGpDNQWrVJxSFUHYnWDIzquiWFVLCU76HFu10NHmVQzOZmBVSzloBdANIU2sypyKVYgVQH9CpW+J33pUsPo/fWp+55su9RonWJJqlHuVgLIKVtXkXFcVqsCpKkFUE6Xq5+6+hvvlVMb2vf0j3Dqa4HQ8xnNPXYabTXFw0BcvsNVaHWk2xBOPd/DlW338q5fu4o27CR5bq+NT/9HzeGX3BH/7M7fx3c9tSxnpP3nxGMf9GJv0ZGsXeO7GY/g/Pv9FPLXawS987zP4h5/9KtYbPfzkx57Drbt38cz1C9i7s4tXbh5jPE1x+6iPm8MhLlFNUUR45XSKTzy/ibQ+QJEGeObqNdTWavj7v/sKDu8c4CPPPYvnr63ixrVNrD/zIcTje7Lxr289Jd81Gx7CG02R3j8G+gmC2EE2yeE1m0jKAuFpLHvUIua8oN7UnJeq/kZ6uu1mXD1Y9bEIOlWxYS+ZXewrz5Gkt/588XmlNIOYb8C5cbGdqqynq1GiWvB61spf8VGsxJPGt7ASpsp/sg21WgHo5zrSvIofq983gOfWBcKKYtWJAYebTJrSyeQDxGMgHgHJUP/N2c1sdHSMLgKMB8BYmah6djZMdVwrR56DVcudFQozoNIG2ApPjUrVXgvtoGIuj23eYoMwtQXh6xn8cS7T0n5tXiBzPJNmjsJjzof8nfWG4t/iW8mmdtyGiKqV8x7wKGD1xz/5SezvsuM3cP36FdoEY2dnB04ZYGtjG1HIzr1tKa9l+Ww1qK8C1HNL+uW66vibqSkqpYPV1/E5VrFqm1ctg1Mdt2c3KlrY7C08z473RV89HpnMwhXwVAVQbwZWF54r4PjsUNhuuGeAfun4q696GGDl661OiOv5nbuvI8nGshnhhitOJrI2UbHaXlkRyGQ3zMvjXieA+b3xZmB1ARhU53rzpe1sVAXI803HvIxu/j4GrJoGFfM1Ra0A9vb20KzVBazSe0/AapZjvbd6JlitXvvz4PbCea5ce/vzN4Pbb/b72ax7DshcHB3zc78MZP5tWQF87UsH+JVf/gf4k3/q+/EnfuSyJOPZ0amYeXwbMF+kuH/rCP/Jn/lL+Oxrt1TJk7NLvWw9pdEi58SZYtX4cssQs8koEaKp0pRjQBPh44XGInZNEsWqUVkvQh1+jCYZbSmznTMctyYNidjxOoiaqLe6aLQ6aLS6MnetrPSwutoztgB1KR1mMknBgiuKNsaB9BokzBycHmM4Osbf+7/+Lp545gaefO5xjCbTeYLzjFv9rPFx5n0ny3aJWlgTW7G/+Wu/js996SvwGi2d56nkZLm/NGxLJNkq5ztTteg0jsVbvOVN8d7HV/HYeohOfIJ3vfs6fudLb+DTXyiQuF1cuJTiic593Dxs4aRowiNECiMwBPPdDD48xMUE3XyCZ69voew8jXqnjqtXrqMZdfHaK1/GzeM7ONh5Bffu7eH4tIUUDWlyE2CMelDHyVDfr9NNRThztJ/i8HAfaXIsHvortRq+5al1vPj5m5gUEfxeE0W4Di+sofRdeS/xUqQFnOeIZdPV1QZ6q9t47pnnkUwLvHbry9jeXEN361vVEsiUr4uVhCwsKoRR2wrjoShsSNf1h80HqoJkV/dYoGe73ZmVRdu1RpWCtoJovkbN73cKdPRf4q+ZsWs8of1YVYnGykISqsYGiNd5tvYJ+3LwV/7if372AvImP/0rv/Lzs3WzClBp5WTTxQvrKOOjmW3OHAgJjD2nEZI9hBm8q8BV618v95LvCeCk//FHP/4DAjAtdLX7gOV7YuHfZo8x+5lhCd5sHjGJGwPmbIERP9c2aqJliHRtpzEbEzhpqv6t9HEldJ3Q+zQRhSv3HkzIEOQxzml1etJEj16unCNCHj9FXPliI025hQn2Z3YS80ZJsu4JjFOAKuNIqsmN/6e8xlilUSxF+wPTKIlcJEkGODrcEzsOxl/cd8YJ41SOZVWTqiqbvGEeC1UrhhbWNAO8dQxwVCigldhAGmQpKLfxwuw7LTRnOie4OWdsMvyViH7pZXPLFYW11ZhI1hI5XaZZqJ6lc+/hxdcuHoj1b7f38Py3uu4qqDYNwORzeG8aVYbE/rrX5/3LKuwZJOW1NaDbnqcHx7O1TeOcMfdZ5efWO+94rFav1DtgdekGqoLVguRJfFKBkNTTbFbEoBmEPI7ALoKk+gysMqAhWKWRsypdk5xqPAWrXMwIjyga5UY08Pj+rpSAM7sZ+HSzhCgaT0bqlbq1EiGJC5zGGdYbHliE3p+k0syIcxn9OGkX2mDn9JJgVYNCKihTQskZWNVMTsp6fgGrvuyTYzawompVupBqo6tm5GKtFSIoEi1fErBaCJxkNpIPHqtAt6JAXAKTKY9HwSqKWDq3ky93GmxUVUqjI6oy+aj5LmoexD9UNuRSHqEqJ4JjUayGHhoRFavLYJWebMIMjcWBBaulqG+PCVbjDCEtEghwWW4e+qLKPR7HArVrgSdek7XQw9E4l3L9euRhrablYoSL4rHquvo92S+j1OZV05yKVTZecrDebarH6jRHvRaiE7hq5k3FakrlFXAwYmc/PrcmoH3vJEE/KbBOT9c6fUtTaV5F4E61KscEj5mwWMGqWiWMCU/Fh6uUYK1FVUBR4CTO5LqQ9a22ItTdAuk0RqPdkIzosQGrm6tNbZDDcekU0kSNPaLEV9dVsCqKal4DWh3Qd5WN1cQ3NRfAzMZSPIqVGtXELPdVKwD1feJ41S0yy9VboS+Anirig1GMIWkLB6wAFUL0TNSwbIJVp/cLgzWozQWTAY7vSsKgy66vPssaHAHbqUu7AEgzsn92enbG9WEx273BHkCwOlsc5xtkfZ35hcAm/lszkrZL+iwzaNQDrkvv4hyx5+KV/iG+MTrEEYBBkuPmG4cYDlKkfooxUsTjGM9fu4L1Vo5xmeJyYxPdiy7+zqdfwUu3SrzrSiAdsX/pJz6EX/8Xf4hPf3GI91zlRqrATh/4yq0jeDkHY4oPPnsDrx7cxulpjA8/voFR5uPm/WP8hR96EoM4wStvnGB4MsTRNMHBKEXh1tGuR3hqu47JyQG+5eoq7p5OcP8wxgeeu4ood/DFmyP8zhu3cLET4b1XmpgGBS7UmvjZn/okIjZLGx4j6F1E6q/DjxI4+UiMnYs0BHb24dw9hdPqoqh34J6OkB4N4GalbBjLPJHMPQM6CxwVNCp81N3qshWAXl9tAKNSiwVwKuPOXG3j7D67rDM1qnpE6wsrYNUoklSmaUvlzTW3Q8AOpIpxY4W/qALUgnkpo9dyr5JWADOfRBcXy1CbqDCwyaQtHMqMajXe1BM4hKt2vPGmSqYCVZ0i1s0Cd3kGGJ034i3wka7wpSpW54GTWpwoEDA/N6fOfh9teFVRFM/K/yupaZt3kI0ev5GuBZzfpIrINEqQxlNGsSq/4+ZM1KmZlv9bGwBprkKQqhYBfD3/rWBWj+Ujn/nSw27nM3/3kz/zszg6HOLkZIzt7S1sbK5id3cHo8EY25uXxGM1ihpYXVuX0k9bDmgHE+dBDehN51mBo/OfifrD7H5mYNU2iDCNNGRIm+6ztrmGDonFbrdnQdZq4FxtXmV/Lp6JVjFpO9zafAGv/1LkvwxWq9DrLNA6O6lLitVqIP6w1z0M1tnvW4WVVrHKuOXezk1MpgPTqZl+7QpW1zfW0emtaRdxKd04506w90n1RtVZZGGsPHQjbAC2FlaYAjxbOmfmI3v9q99Dt0yL64l+Tok8NmC13sDJyTEmk7Hc0tzQbKytY3V11Xisqkem3KkVWP/WwCqxT8XiQweMsQNZ/P6z9zuPnEuUO99BVkH9+Tekmcsrqkw9hPPX6X89j1WjwJfD5Jzj4vNfuIMvfqWP7/nBZ3FxA4iocfBoOEK3T3qg0jdfx8Odb9zDn//FX8a/+sYdmYuZ/JNu9KI3ZDRi1KlmMy3XcnafUVKolVu+eNcpWJ3GA4ltmFgS/1Qz7hSsGoX7chJF1HHa9ElLbRUWcK9ABSS9QMOohWa7h1ZnBa1mB932Cnq9rkBVKlb5h56rkR/OvK4JUAhWqVzz3BpCKZVN8bd+7Vfx1PNPYOPSOmJRjGrctvjQ9faBKgmTc7ZzkUACe1Jy4M7NHfzG//2beOXuLsJmB4XvaW8Aaayn+yXWl7F/AL+r5wYCg3jve2WGtajAk1se8skeVjsNNOtj7J8G2DltSsVLrxHjydUTfO51B7v5OmK3Dj934ZVTFE4EN3eRhjl6UYYX3rUGd+UGwlYD77/xOJq1dezv72Cnfx9HL/0T3PnSZ3F/XIfj5BhkAU7TBjoXHoPfqiEtPYxGDvqnbBzJ9RTI2EAqmaBTDPDsUz1845UDnGQNZK063M4FRH5kvquOeVZ1bfa6+PZrDTx94zpqVBk32wjDNk5O76BFCNu4oolHCYWktaeMqZC5VhGdSIdUyT/zWbxSLO2Xh71oC5aM6qNLEDjvh2HKjk0Zt53TDAaaV2lUGiXSzk0Uk2mKNM2kLF33RWonJop9Mzw0OlaVoCgIqRwkKHYd/OVf+nNve/3mC/77T/3HGifaddd0vGdHkvkaOrfe4bmwNgn87IXnmASInfNsonO+nho7gEpZuib8dd7i/c2Ky42NdXzsh34EQcQmZjYu0vG/fKfo1sHMezKn2IQ25wX9ley2Z+uUzhVSeSVTkCnitxBTXk7bQNMg0FSSmglDEicC1BPC7wTDyRhDAtcxrQVUVczrx1ic/Tc4J3TXLwokFi/Xen1miyQ2CDzvFr4bkG9BnSTQK/7Quv0zalsCdzM2WJHFMexTYBb3BayKbQmFGezrwioBeW+zJ5BzzklBz5V6/JqhLo2f5qpTiSPEx1YbYlsls7UIIIeROE0UrhyT+u9F+7G3ClbNPmSuDdeIYnbtbMMuvUZ2nHGIyCcs9YmStdSskcs3h0YbD66XOs8u/WpmwaLsRI5H4nJ9F5/zC/vqmKZ49pglUcPeGbbSjPczOQPt+ORvrb4QOy8DyLm28fdy77N5uPytkP0DH/m+R7rHv1lf9A5YXbqyFqz+3FPryDNV57FEn/CTaioJoo0Kh55N0qmdXqmhj5qTSWk5ARQHZ5KwYRTbUlGMlAlkZQDD92CpNffPLDEn5OPbE3YRvnKFpWcmy8N5Y251WUKT4Xico133Efk+BqMpxuKdzY6T9BIlLNRyhlGcCsBsRiGQxziK2aW8EGUON2SczDibrTZUHh9nbGBF/1Sx6pdgsOYDvVYNNXpRFalMxrQQGBbM3GlZA7ua0jOU0I1QcMCm1q6HtaYnG3sqCsnhuo0AkaMl/1TE8pjZKKkZOYhT/kxLkSSMozVBLpovaerViEL5PmPzmSz5r4VUctJjld+DC4WHdo3d2Km0LKVL+mCaynnpRKoSpvKSG/Xj4VRgOBWshJqNkOerwJ0TbXTQa7pEHrLZEd4iYNV4Q0qTFSBJXQwSqu8KbHSamI4mOIoLKZsnBJxOYuSOhyYzvI6Hw6Fm5Vj6z2O6f5rgJC6kgdBmq4bJdIrDUYaYRv8ca24hvqNUcZIei8cqwXam34+LOK93txkiyUscT3Mp0ffKEl2CVdpWJDHqdZarAEcs1S8KgcAsMeb4owUFVanWY5XHF7KBFMeuZENzKdmI2InW4UKvYJXAmosY/VMJx6mYPRwxKFYvSQsSCIhboYsmlQiFi6PRFMOkQG7KL6SRTU77C5ZKeQJW2SRnSrA6zUSZyo6YLd9BJwIaouyhN3GBxHHFPmGclvinJ48GVou/+suzuHRhabWQzy6aRqFu1saZolUWLpP9c4KmqFTuTYb4Mhs7ORn2+hPsDwZoFBlWWiv4wt0+vnF3gI2OjyvbHi53A3TZ7Kx1FaP4GL/2ma/j/sDHt2/V8PjjNXzyhffh13/n8/ibf3CEpzZ7WGvqRu2V+wMMkwBFOsVzN3poRjn+6OYYFxo+Lqx20R/F+PbLHTx1oYWv3TnGV2/flXHJRntMXPaaPoowwv39UzSbEXoND5fWV6Vpx869+2BPpenEw8DNpVnYOHZwZaWJX/n578SVG88gPjmSUsKwtQGstOG7TZTjEzi1C8inR3CP95HdP4KbrcHtbaC8f4LidIhASnF0w0rVsprTmwwq/5IOedowbM5DGKxollTPtU7Ws1jVbKYtYLEjQYOaCiw1AalSDB2nmlkX3GfgoFETVT9AHdJ0nMhG1/qMVomkZB2sFBUlrU74/bwIpSnvtIrV/5e9N4+xLD+vw87d3r7U3lW9TE93z859EzeJkihSJiVQQGTAjuQo4iJSiixZmx1HFsnIhmFLIpP8kwhIIsCAAwlxgMTWFluQxEjczcUUZ4azT/fM9FZ71dvf3YPzfb/ffbdeV/WwW/5H0hTQqK6q9+67y2/5vvOd7xytXOdw+BoWp5hMhlM4rNpLlYiJvbaHKW8zQe5mklizC0JCNJGjMS2qJJAK3qyaXVYHVc/XXGMBVKs2cyFZIdiPAYJNwZDad8VcKDF02ZpoqLbmnikzSRmumk6kpiim8DQTu8Ro4xuglL9z1LjRGlSJiRW19dj2JsCrSSSNuQoBWcoIvOPz37jj+OtHfuxjGE+GuLHJQL6Ney9ewGh8iK0bN7HQWcLSwjJ8r4aVlQ002gtyTkzamUjYNsOCZWqSTWGuzLcLmuBY5GIkqdQELeexSm2F9r1WQscG9/PM1jLIai96dpxZwG1ZOPY1NpA/CdC0x9VkxTAnioTtVifp4obbesTc+24Hst3uHG5JIkrnoH/LsLOzhf7gAAEL0Z6yK3h/uwsLWF47Je6/CgyUjMBkvM9Yugrw35qy2MTipPMo//444NWCqErenuloWsYKJ17ZFK78eQRlaGhBzcv9/X3RYeOzZXJyHLCqz0nP6NbnO7u48rO93UQ5ybxK5M6P+ZLEb257vR1gXj7PO5mwdw+sWqkFJuX8f4zx0MdjT/Zw3yOL6DZzkBFGqFlqXkbWhK+kOSqNrDafvYKPfviT+MaL19RxPYuQcx228Lho2vNLjzF7DlpAk/WCiTtje65hcSKu8sJcFdkl3V+41whhtlgvDJBjWUxlBqJpDJC9gAwstsBSXzWoiRQAtaHb7UV0O2Sr8v8tNOtk4KvzNGN8gqVcXwXK9ZS5Vq9U0QyqqPgJfu8Pfgff/f53okpiQMJX3SrhINdq907zQO145OvtGqCmO2pAefmF6/iT/+/L6O3vk82AiMm46YISnW1JxJnX5AJWiu62AP++6C/K/UxSnKpPUQkibI8IpvI9FTGpWvBHeON9i7h0zwaevz7EUy/tIHRrgNOQ5y9AVaYO5MyZGq0KHnrVJax067hv4ywa1S5GwwOMMw8vfvP38NTXv4wkaKLppxgFp4SEkldO4+YYGIW+spyh+7JD0gmf6XSIZWcLrzvvY/sgw+ObPoKlFYDxNqpo1CpY6rZx4ewGHrxwHmdPrWG6dxVLLbZjM+Yja7CKrc1rIp1W6d5TMM2OrE/zgskywQyCavG6AviyMZIwQOR15XVeJYBK2vC2vV8MP2ctwNJ9KKZDiTwP7ovigSEy60cXg/JeONvHtDCgf9O58Y9/+ifuZDkoXvsvfuWjOm/NcSiMIbCaaemerXszSZ7y/lZeq8qFqtlePMeKFMajdnXqe/l/E/+5NE6Lsbi4iHf/4A+h0WqpbIiJ/SSa1YpIcf7l+1VeR4s9xMROs5sz64LT1p8y6Kqv0mPOWrjLnyFMXjMe7HcFzvTcyV4W46zxWMg/wj4mE8m04LPATIMs5vWNzgL8ahW1WkNMltg9ImsQDaGMydeR6xCTUzUhtWsfT4VzkKfsOmxJH+Bwfxu1oIJ6lYxVNcQuPydrlma7u+wYmj3X2fOZf446Bs3YE+MqBWIdlwZ1GpfL2DHGWEowKG1+9lnrjS6NWQOIS05xMhBb/ot9LpqJ6LGOtNgzdqFEmpG8knspa5eSxZJUixgypMz56JBQYFOUyWj2HKeiZ0td8Zh5BAsfzN9p/t1pY2N9Del0gr2Dfbz40ksiD8O5LeMiDgtgVfV+lWGsDPSjkgDlcy9PZrsH/Ow/+tW7muN/Xd/0CrA692TLwCrBUU4wgmECrFKs3gCrZNTwz5NIteAIrFIbKPBVJ1XAqYgtLr4k5wRpqaXKxYCTmYAU3894xAKrFdFo5caobDwCq0lCxioTiQyHE7I4HVmYhuMQ40RrGAR+G77qvNI0aDCNBFhtCDAX4SB0kcQZ/IDtKfy/0hsXGwxoPGGNEshigMUEmcEOGZOLzQpqHhMFA6zGiegcCdBHxmpA3SGK8lN7NAfxQwabNL1y80iugazebsNXYDVNEZKtxfZvn4xHMkyVqalVHhX0po4p6/8E7gisjsNENE25sFAHlexTWQgMsMqEtlOvSJsVgUZ2IA+nISq+J+AeMRsCq/yUg8FUQEhqUS3UyPr0MIpy3Owl0pa32KQJ2QxYZQVWzJtcNWfKMod4CPpk/To5VrsGWJ2moruzQGB1GimwSh2izBV9Ue67ZKhWfQ9bg1AMswisrjQp8xAaYFUDBDKXCZITGCcgT5CTwCqNsKiry6fG573YrguLeH+aiEQDGRHdZqAgZRKiXq0IWLE31Arz6kITIGNVTNU4BmkiRXkDla0geC5SFWQWW2A1YNuyPmMefxSxdZmSDARdCazSZC2SqmABrFKb1iWw6qFJBi+B1eEUIxYhqC0jurwWWKV5m4cGKSRJigmlAChzETOf8NA0wCrBYlbUyKqOHV8Mv0Zxhj86uFtg9ZeLmW+IjvpzsZOZIMYEMkVMa9hH9s2cT7GfYpql+FZvE9enI1zuDbF50INfbWK1GcBJa/j809uYRj08fLYrrJil1Tr29hI8eM8y9nYP8Pkn9rEzJVs6w/e8oYsfeffb8dt//HX8u6/t47UXN7CztymFmtivyr0hcL5Sz7CyUMWzWyE61RrOLNXRG2ZoOREurtbQCUIcZCku3xxhawKEWQVVj2zrCM2Kj3NdZZePyCjuhxhNU6y3fNzbDLA9nSB3ldEd5zk+8B3n8QNvv4hJVMGV3Ru4sH4RncYi3KU1CiXD7Q2BjfuR0/Dh+aeR3tiF07lP1jx3r49svy/Ou15G1pDoaqj+KeeaYXwq3llO8Gbg6FEgR9uNZC0lq6gc0RQ/KPCnBAQbEBnahyQTCk7O/tmsVwNaAUdKBxaejWmP11DH6LlaVoPVHhLGqgKroOOqYRNSCsAy2cDiUprAoSmBAVYJtObCBOFcE6hS9UsJrBLYKyr1tn1Hr43r0cnAKq9dmaVK4DDC9JacK/EjK9rm2oRfXwJoDVgrTFb9gwKrlr1rZXH0lundNExT1UvVoJ7/J1QhXHdhNVALXDVX5Z96b8s+oG1mlvFHCYG7A1b/3o//NwiTKba3dzCZpLj3wr0iGXPz+nX4ToDFhSXUq20sL59Cd2lNmT0CrJqmdJNcqUP7THu1nEyWQVCumwULRnOyY4FVxR9UF+w45uosgZjXYtX7X6w7jiN7ffnncjJ1HABmfzff6nUc0Do77owVVT6+Pc/jAuOi5e4OombOLU2McgFWDw534fuOxCxMAPlUugtdrJxaF704BZ1mGpvKrDya9BwHrM6DA/YUjwNR50+/nEgaSE8L7bY10q5jJXa7Tid9bvF0UgCrdA+mbp6A8FmGtZVVSdoJIlgztTsBVm/3PIrrkETt1sSQn3nc139uYPWke//d7/iOOxgp5Zfagg+jRXL5EuxuxXjy2W286TvOo1llQdgm07oWMfYUSFWWQgc3n7mCn/jgJ/DotRvK4LHAKtcpU4DTLglp4j8C5gvQYIonnM4yFtIMYTJSzcmE67mufMLul7VdxwIBRGFREYAy+plmhTWAvRLSKcHFohqNTshaJdDR7iwYYJVSAEvCWG03W4VJ1Yj688MhRtRXNZJjPH/mMIwpK36GR5/4Av6MaSq2AAAgAElEQVTLD/4w8hpzFS59M1CmzFK1zujluy57r+eq+Yxp/RWpH+QYjaeSe/DayPDj58aUWOA6XzChjFmh6HGygyGVDqnRZCT7QhZ5SA+uw3XHiPwVjCcRPLeJrc3LiA4u4/7TAR6++Ho4wSI++5WvY38cw2+uYBRSfikUbwxKorlI0W37eOfbX4eaE2Kp2sCIXgZkFHsNXLv6BL7+6LOoBS20/QR9dwUD5lWRi6SmUj0A42XqwWpHHXUJmVN180O86VyGFzeneGanDn91DdW6hzc88DAeeuAS7j13Fl2R4oqQRRH2N1/AYquBar0truQkoxwc7qiuZ2PV6DVbnf9itz06Lwr9CVM3LmmfFnNLUyndrXWRNI0+Zg+3QLkBWRUIm7X5l1v8teisX9JMb9qr1dhJC5CCvYsB0YzxqbGZPYcc/+Rnf/Ku5jeBVWmXFN1MnScqU2Q7R/RDhPUsxrvmXOdMH8tr40n7t+zJZE0atrDet1uB1U6ng+/5wQ+A3yVOtCxZvdMWBbMP0JyRCZBKd8E+L65Jsy8D4urDM5jt0fzG7jf2PeU11Wq+6vMqYYOG0amFEgV/hW1IAI/AXJJJSz69QUgKCmNKx3GOmsI97wlBV78qLNc6WfFVmuhVUBUzPRq+UYdD4ySek3S1GjmoPGKxKkE4pRTAFiqej1q1KQzS1Oih6huP7kMij8H90L6mhFvL2DOA+y3PlICqkULh63IxuNP4wMbxEt6r66phd2pMz+ehKZ+OJw2By7JvQiMvTJ1sTFCwOqUIoWxuro9iFkXmN/1lIoKlStaTAsZUJWP0vYqP8P9cC3m+LJJxraB2tnynWbXIzvliVsb9hBraBMp7B+yAmWDQ6wnASvbxe9/3/ahTLnAykZji0ccew/NXLps5IwmYdmSYNUH2KGOwKK3+5U4EM6mlU6pU6LXj8Mc+endyH3e1MPwVeNMrwOrcQ7LA6ocfXpFFR9qmySLUHFknG02eRJvSEaCLgUmVRkuuMaBi6wsnTkRdU9XJIZhJTQu2SHA+C/BKMxgRN/dACdeKl4vkADdwsvvE0CgmsKrCw71pKkxSVp7HkxAjFtjFO8dBk1IAdU+0ZIZhJC3rBCUdAqsMFMhoFN0fsmmVsbpQVwo9wUgBrKhvR6ORNBXd14VGgJqnbEVuXPz90AKrRjRbgFWwrZws2zlgNSSY46BDoyNW/BJW84kROqgHAaq+miRRa0V4mIqsChhJN3vLWB2HNGdSEexW3RdmpSxusnhzoSGDkt6v1ItVYHUcRvDJeJwHVodTASFZlVuoKrDKFvvNARczYKHJc6VBrG4MBFbJWBW2mhivuIhjB/15xqoFVqvQtgu4aLEtLM0FEGcQv9wMRPd1uxehF2Zo13wsNwKEcYKDUSKgIgPuAlglGJwSWCXAooEqtUl5mwisdhs1CZwPpglGZCSnZKwqsIokRIMLcUZglSxVMlZbAsjxOqk7S2A1zqmrSxahjiMJhAXM1fuq5lUMvFVUn2CmR8Zq1RVglYHwwSgW1oEUbbkfZQRWee8JrHqYZo4wVscEVs2GSOYyK5ucEwKs8pkmCcZpJgxiyjbw85sVoEOpAI9V11QqnIlDMDyT4/37uwRW89/4lSII4H8KcHUWEZY2VNPyVLCrSosGgWgvxGaS4anRDeylU3yLoGLKxMNF5CQYhR4uv9TDPWuUfvDQHwF5x8GNHQdnOz14KcdAgBuDFC/c7OND770H73v3W/C//snX8Qd/+hIe3jiF/ekQB4OhaHdRnzKgWL2botOsYirM9hzri00Mxh7CZIKVioONygD+YgPXBz6u7g8Atw4nSVDNY5xbW0NvGmI4GiDMMylc0FwiiCtYqIVo5zHOLFUQN3M8ez3GGzcq+NG3n8O50xfw6M0ruLh2EadbHTTvPQ23vYbR83+BPA7QePXbkTtd+NF1pIcJ3EoNTuQAhyNE2/vwDsfwIgKryvTMCZg7bLk0dav5HF80V2l4MQO3TkrQBWg179cQSgsGiiraFiJObm3rm/1NI0gqLDDplpCqpCcowQbXp8KcwCYpBCxtu5hqDmkjroOc5lQOtTuVwbFBnW3DHnVST1tOORenbC2kFi3PyTBaC3WDGDkpV6YtS09YW9Atk4LAqFzKvHGCEdCXPxaMU3PRBjBVhp9BQ+WsZy3/CiIbllehJyw0oKOta8YJW3cBLcppaz+fmW0NA2IyU+W6FNjgmq+6qlZTVTWf2YBrg1W29fL/b78LKYAf/dDfR5rGODw8xNbmDtbXT+PU+jK2d7YxGk6w1FlEq7GA7sIy1tY2pOmX+5Jt1ZU1wbBPy6zSMktCQFKjBcZ9t/y6skbYUWaFAogWWLVB6jy7dcaa0ZbSeUCMY4pmKvar/Pry746LQcvApwU07euOFjA05hFjuDl9zfmfy59zHHj3cn+358F7uru7jb39bdE1J7AqmoN5jk63i9X1DdFMs8DqkSDfTP4CAJ5bSyxgf9w9Ka8px60vdkzq0iBKc0XSpazEWbWizFgtH8sCq0yYLGNVQPssxerK2hywWmZOvTxj9dvJNex5zT+f2zFW5xvE7+bZlsfWced598CqgkfKYNPOsStXBuj1hnj1604jcGkMaBh8XPYFWNV1yuM65jq4/sTz+MiHPoEnbmyKVA33BmnjZwrLG2PlZQyIJWVt04Lq+xUjn8Tk3RiWMO5PpgKqRnFoGFsE+gja6voq7fACrGqL6qzQMmM1KRua+5nqDnp+AF90VutoNttoNbviNM0W3na7K67PqvvoY++QBjdjTKJQugGUteXCZVwmuooDHA6v42d+8ScQugQ9dW+7dY1hPjBzmS8/u4LHazwW5Hp4bHNfZX0wADLnKvUehZ1tJGJmWoCOFHsp7cX8xCNjLnfxzDc+A8eZ4ME3/6CApQS9vvXoV/GVP/sj3LPWxLmVNeRZBde2bsBrtfHGd74PoeNikpCsoR163FnCwTbi/g0Mtl6AN+xL3Li23BTdyd1JjHFwD4Y0Ge3vY+ptKAiceTiMx8inMZJojDSPpNuHbOQ0mkix+PxqGw+u0hOgg9/9/NN49VvfjDe8+c24tEB92xzT8VgcuaU45LkYHlxDMukL257sv1ZTwdXBsI9g4VJhhKTEm2PIAmXK4wmFm/l1vwzC2eMWeqgGxGGsnwi7WsHv8npKrNKCcbZV2+5T5e+z92gXYWoMjlkQ479PfVK7w+70619+/GOy9xBYlfFrgFXLPNTxasCgQlv1ZJmd8l5r90C7b+p3cmLt+3WPtnIvLJzwWii1QWCVhnFyPCEQazxYLu7NP8NZcfoo81fWpOJxl567eRbH7UtlIsjRz5k9w/J+Nb/+HolnzJkrYKZznaAg1wPKQND0bjxV8zuCr3GkRsgFCGf0pTn3692ugK21egNVsutrdQSVqsaVLjAd97F14xoqXDeDKsbTqRybX8zHabLFZ2tZk/YaZvGgMTg1cL/9vb2eo2Nb2bOyjgq5gEQe4wEgRX2Azbga8tr7LoGxYdPP9lwFP03cKx4BCoxaMHV+Ttm/a8u8YhS2rV6KEqZ7ojyHrL4sQ5h6s40Ll+7Dfffdh1q1KhgEYwaRU5NCrGGjM1gypIjRqI/xcIhrV1/C8889J699//vfJ7EU9aypDWwJAkGjbhDzmsEXIiRRVGgyR9OJjHVKidg5LAZ1wqJVktZMHkAZrj/0dz50p9P7r/XrXwFW5x6vBVY/8ogCqxzEBH+o1znDXMi4mQGrdJmvVFw0PGqJOKJLyQnN1nmPgJFpERLmowCrOnnJECWbkixVApRVl8fxZaGdB1a57B1OE9ElFWB1GgnTzAKrBNpovmQZq1EGqU6TbXpIEykyEE2rYiEFUFcgNEoJZBEs1pZOOjsS3CPTtC6gWiJBEYO0CV9nND9FK1zkUPReEFhlOEXTKwK6w6kBVhsEnfkaZVzyRtYDH7WADFMDrFoHRvoBs9qcE0QmY1U1Vsmm47VaxqoyhxX4VgCO107NVogUwCiM4HkO2hXvCGP1kFIABFarFSxWafpF7VIHm0MFW5baZNcSWFUwjc9LAwzlRBDIILAqUgBujrVuC5PhGHvTTLRYl+ouIjKG4aLB4DoD+lOJbrFENqzvYmsQ4zBM0a4qsMpxsj9OpC2fJ1sV8yqVArDAqkgBUOcIbD8Dqm4mLF2eJq93GMfwMpUHoK5TboBVPs+9oVL+lztNaT1mxEvGKlt8CNKplDADYwOsxolsnpRYsOZVfB5MCISx6npoV3iOylg9HCfIRIjXJOIGIG6xxT/wxIzsYBRiwvkkLEMgyhjgJyKBQWkHMlZpZjDNMgwJrJK1zOdKA4EKUKf4eUw2CFMYV9jQkzj/SwOrxfQ3iUCp3H9bYFU2dan2uYh8B48P9rCZ9fH8cAdXtw/RNJpBl0dTXNsDmpMaVtpAGiRInQa2RxN4uYNp2MNCo44HVz188YUIB4MEv/T+h/He73w1fuerj+I3/+/H0HLrso4EVYLhkRizZQgkcGjUq1io1nDYP0S7XkeeNxBihIZbwz1+D14zwOW9GL0JpS5qaDdrWKy56A9GGIxToFJTjeM0ljlHFdTA8XCp00ZQTXAjnkjR4ZGlAG9Za+Bvve11mDgj9A9TXNioY63bxsK9r4NTydB75luor51GZeU18FbayEY9uONYmCqErLz9EPnOAPH+GE6YwJfxDiTCiGZ75gwY1ediGasKrB7HmLMJnBA1ymwsiXhNq1aRcaiiGPXUbGCoBiWmdc6yiUx1VtrQtJfHaJppACaBmGVxkulDNrsNzixjlaw6Ma9SZiIZq3I+AoKq5rawx1m1jkMBvOU4li0rr1TGqhB8hbE6A9JsT79tZToOWLWBv23j15O31UGd83LeRgfQagjrR5faBi1vRYCBsn4kf+a9VHCUQITVSeXaIochM91qpgpAa4HVTFpVxaSKhUcWG2XJ1WBY7zOLL3cHrP74R38BYTzCdDLG9evbqFUbOHfPGZEH2NvfR7vewVJ3BY1GF6ur66iQoSRyXSY9snqphvmgjBZlPUhALGwJwz4Vfa85YNUUmmyr8CxBvRVYvR2oyvtgP2cWqhhgxrTvlse9/f/8d3naJmmfB1ZvD8oqy+9Ovl4OfLPnUj6mBWqZ4B0e7mF75+YRYJXjsdNtY3X9DPzKDFg98lm3AVZ1fp7c3XA7YHUeVDUz0zALOfKV7VIsM0f0mGefeSKwmmdYW10RYFVAP5EQMVqcJY3Vo/dt9ky+nfst4+iEy/+rDKxqZqyBB4vMjz9+iOXlCs6ea8qeRjsiXcDJnqTCqvQaFMDq1W89K4zVJ29sSceA6s5pC78k5WbJnAFeWj2W+e+RxWUMCi1bWQrVIahPqbp2eiybkNr1U0pw1vWaoKSv5AkFNgxriuuzFCA5JgJ5DR2lqzW2/DdQCWoIKhUBLxTAIPkhwyRSbTwL9ds9zHcIBHuYhD3U2xl+5hc+isPpSLUJj0gRzJR1qYZ67FeZRSbECGXhytptmGSFAQ/XHeYYGVlbkayfBFJk3MpeS70/dr8F2s4a9fGVz/wrJOkAr33XR6Uo12l0kYYH2LvxokgZLHbXpbvl5vZ1hE6OU/e8Bm6zA/aFVAPKfnFNzhEO9vCNL34G3VYFaeKKtmP/4AZqrouVe+/Hva/6HgyHVzHYuo7Vi28WQIJ5X+hECBAIMJKwY49SPGmOy889gZtXn8WaH2O4ewVve/t7MYqBvUEPK+cfQUoVXzKTjdkt78xkPMa1x7+AfLiDRUoGiAu6g97BDroLS1h+1XtmcUXpZhdrUsGcNn+U+KMc75RoqpKjqFmOZVOKLuIcGFRu+ZVlwRxP13pdeyTvMS39CvAfZatZAEnZ2WpmJexXthMbFh4B7t/61D+/k+2jeO2vfeIntahn9lspXhZM0nI+bvZDYSoebYc/Cpwebf0vr6fWmZ7PRd9jtTh1Xefz5DUS4CKwurS8rGPXPAt5kYkV7QXofTVg9XFgeambQRmmJSkA897b7UvF5xSfYQHe0u0251QuKlrpBz3lwlG1JIGg3E6bC5HoJexTMjDZfSTduAqax4l+J3GMHRjCck3t8whkfao3aqjX2Y7vYDIdo15ryrUe9vrY2t7GYDjAVAz0dJ3jdzIyORdtUVfNklSLX/JMc7+szqeNGUXfl2PWZ6elrp1iiirj30YA+nxZmOZxZa3m9YiGsLLpGdHOYrYZM1o7IOzDto/cSBIZpqy9+1ZXv9DVtgUuh+ufD3g1xRe4rge8VzxnX2LRxeUVKSQLo126ZrmgaIfx/JeOMNWr5rzr06Cw18dzzzyJ8WgkeX29pjkkgW+5r3JfCMzqGOV1k13LexBOp8q0NXPYAqkid+Sod8Lsd/r/D/7UL93VHP/r+qZXgNW5J3scsErSKUEzyxzhBCWwynYTsh/JKg3Yuu0ru5WAVBlYlUFM4EuCMa3aEoBkGzznfoXv4Xc3R7XiCWOVbf674xRhSMaqL+/tTel4maNZq2ESKrBKsJPvFfMqAquuh8EkFECPrvHKWPXExIoVYS46FCLnQrPSZNIWSCs4K71knRK0InBKYHWhWUGDbM2MTqkMmmjcpDp5No1gizzB4TRz0adrfeZguU3XcZpXEax10aKWqe8IwEKNTM5lXjNlDQjMWWBPHwWZTPxMBVabNSMFECZyrWVglYsI03QCxgRQGRPwWP0pMAhDuWd0plfw2peFqQBWKwGW6mRUQoHVAcEqGkoFwh4W0wEhi5kAowBWHcRWY9UAq9PhBHthKosfgdU4jAVMbHDjydWIjPePEgmUJ9geqsYqWZ8rjao4Oe5PqHcq0anc+xmwyjYdgiueMFtp+sR1nbIR1K5lW+1BCDHT4g3iM+N9I/uiaRir+wRWBTRuaOuxYawyCCecLMoOhoHM8xRmaES9YF/kBMhklZJ9ibHaMsAq5wGBVTEHcg3rgWA35Qoq1E515bp640iAVV4fPy5M6YieGI1hv9BYDfNc2vxpxiWutoGDTiUX3Viym1WuwpWxP41z/OH+ycnySYs2zauyT/3Ksd4nZa1KC9oVTEPZmDVBt7o53Op2EeFKMsTlySG+cvkZqdgvNtsIIx9X+lNs7Y+xHjRQqQcY+wEODiMBtRmILAQ5grqDWtXFc9eGSPwKfvQ77sWPfNdDuLK3hX/8r7+M3SG1b6lpm6HVqJDYi8EkFuZumidoUHOQwbOboO13kTpT+E4DF1qhzPVrY7YEViB+uUGGGpNLbpqi3evCCXyMQpoksaBBozAfSzUgr3J9auD6/giduo9Tboq3PXwGtUaGl17cwtvfeC8eXF3EuUsXUO+cQe/Gi3jp2hO4/4HXo/6at8H163AP9hGPBxqghx7SUQ6nP4WzN4Dbn2jA5qsmGj+7YJwW+J8yVpEfn+BJ0GchE8tWFfBeeJEzMEX+psAq2/NUXtS0exqmKw3zyCois0fmvnm3BNommiuCX+OQyhZKbb3TESEMVgZsfgUgsCpoHYFVyrkYj3GyqKjVRo2j6RgOrespDUDnasGCrRUCmeRabJFkvsRQlDFpDBG4n1jQZAbwkuVnA/symKpIwZEqPTc0OfdZomD/zu+WwWvorUcKDtalVMymBERVQFSLUKYtjL83T4PBOe+UmFcRRhUjO2tWxT1G75EAIAbzftvn79y86qM/+08wGO0hiUPsbB0gnMY4vX4Kft3Dzu4+fPhYWTyFaqWJpaVVdLuL0vk5Y6zMgC3qJ84naPPtZ5axWmbCyIibY9JwzNlW7yJxKTTdNFmeBzqPAqszVlFhYGIWuuPeK8+1dHx7Tpq3zY5VXiuPFihs9+BMs+/lguE7kQIoJ448Ls0Wer0DbG7dgOuqfJG0z2UZWu0W1gisUgjaAAcWXpShbosBBuQuOjOLE751r5j//JN+Ls8HSdKMCqeCrjO3XCktm+Bo/ljRZCxSAJaxGkWhjg/kBbDK0c/k6nhGWBlMeQVY5TJN/XcLrA4mCb7ylV08+MAC1k/VRIqLeptVSnA6jGHZ6URPGAcepVc8Fy8+9jQ+8uMfx9Nb21Lsor4qco0FydzShJ370kxTVOAISXjZzaOAE4tiduGKk1B1BguGjzH9kLVtxlCz3uZ8P5NdOyd1fMnMNRIw/EadVY4LtoEq44sgBGUx+Dth4nJNNXIPpjQl49TOf+lnc2muOsTZiyv42N//MPrjEVx2VpTXAmt2Jmd7q/aqnJmw+Uwh3RSc5D4ZkyBlVem94ZrPOLo/GclVkb3KNVD2FtdBQg3/nMk+maYxqkjxtc/8DqJ4Hw++/Ufg1haw0FrB+OAGwskOHC9ELWuiUmmiN9xHTkLDqUuIpchJ4kcsQAU3UydL0NvbxcLyEhA04Ds+RpM+28oQtBrIYhcvPvpn2H7pObzxe38YjVYTaewiYxJAgoen7DTu4wRsr734FK5fu4LlZg2VfILz51+F65s30Rsd4MwDbxFAh+uVtCCT+SeGZim2XnwW3VoFrc6SMMPGowF2tm/igQcon7R25NkLiC/jpGhdKS25do8+Ke6179F1yQIgZOKqLI/piiniGe3t4WfaPc1+GAEZ+yXsaaMTKYDLHJgqgKrosaruo+p5TtDvD/C5/+e3X27LOPbvv/7Jn9IBRsKHYaxKs74BeMv7DJ+7AFkGeDpuvy7vheU9sShilaQA9HcEsWbAqnhCBAG++wd+CCsrdEE3xTr7KI6pP2q8aENEmzXMLtfOOzMAZn8oiiuz52yPJWuIuQflol9ZfuGkG17ek2ScmThX7o10XhigzeCq6pumYLstTgpP2MSM5TUrCdUszbIch5QjGY3UjIvgXoMmeg0sLi3JWIvCSI22JhOj/Top2uUVZNX1Q/Iwe7289pLMEs+Dko2iCUwChxgJauu86sNWZJ2gVIHP9dIAlAodK/MyjiNh5BL0ZU4WRyGiiepkH2XPanHSnkv5O/eL4+MvkgM0NrYsfdF+lZyDbdCymAqJyLJWBUDldQQ+mo2msKSpo00N7WajbQppFcmPy3i9ZcJSb5zt/5//sz+TNaZa80W6gnOSGqsHh4fY3dtFrSIbo857Yyyo60Np9JjiXzHErfmdiR/tePqFX7674sldLQx/Bd70CrA695COAqtqwEG2KgHTAlgluEjDjbwErPpkPyqwSkBKnNWjBC7bW8j2TGj6o+xKYYjNAausDhIso6YhAwwCSwRWp9NMgFWyXdk+7iQp2o0aphGBVUoKKLBJYJVt8qxI9wmspgRgq3CzGPuRK8CqODUaYy1O9LWWVsrJhKQRUAGsxikqHrVRAzkuGau2hkVglGAaQwZ+CbDqMqBz0Q9VP2+1U4GbRmLAFeUe2lVqgpIJS41VrcgzbmnWvFuAVR6Vmo4Udq4FBliNUoymsSTtraqaVwnRiqwv6nn6HjoVBp3aTkpgtT9VYLVTJSitwCoXBzWvosYq2aJsQXcwSVwBVtm+ukzwk1XSY4DVQgogIWOV7Es1rwrHUzGvYpC93OCGEUvLepOM1ZRM40zaTAms1gIfm4NIQHJey2qjIpuLMFaFeQHQv4waqy1qrBopAJZMI2kzUxSUmrUEUQlCH0xzjGmEkyrYSmDVSWM0RSqArfrkITpYateRharrxuOLlqpx6NbASgEkslVpUMZ71GALAmNr4whopQAIrFIbmIHU4YQC6NworN6jhuOUcqAsgQKroejBCvrtkPlMYJWGWCoFYM2rItFYTTCOiEuxWOGgW+X9IBuDLFVW3z0DrGb4g727A1bzT39cN+y5t78csKqDXkEJy3rcbOe4vH8Tf3b1RVzdHWCh2QC8KjY3I/RGIbyc87KKiRdiQAbDlAYNmTAZ7un4SKoOrh7kYoLWarTw+ge6+HvvOId2eoh/+UfP4PHr3OzqyNOpMMiXOwvC/D6YDKR9HXkVHtmC1TFO1xeRRKlo57YrKfII6OUjIK4K0yvCEGniIOK9pwEdEwbR4tW+mJW2g81ermwNbwo3ddBLPFRQx1o9Rauao9X2UYkiPLCxiDc/cA8uXkhxevkcDqcp/vRzX8Qbz1/Ew9/1fcDihmhMJ72ByFSg2UA6jeCRHX5tH9m1PTjUXBZmvThcIKcsQME85To5A1bLwaQNko0QnsalJaMd7cg3mqEWhZGg28W0k4urq1uvUIdFk1dGTBO25kfyPef3ODUgK5MsfoJB+kpBpZyeDhpNhOUkPOR0LrfAKlxlrEqbO19F2QsaV42RUWcxCaWQxGtnYUqlZyV8FfBX8WBNPNWAy36eMnKPA1aZUM6C9RKwesQfgQFrSf/LlvRLJhcc5zTFMwcrxrwSIXi+2rpvZQDIaCCrP+VzFEMrbfkX8JShLNuxeCf4uGXtoRyJaXulnIBxkRU5AcXT8M4vPX7HodRP/+IncdDbRhJN0Tskw3qIhW4XyxvL2Ke+5TDE2tIpBH4drdYCVldPwav6GmDOJZrCPpoDPK32qh2T81IAujceNVqQYNqYWt2pFEAp4yrmBxsXZ4nvzMjpCDBqXnBcIjkPrJYTGHtci5nYv82DtMc9mOM+v5ivx7zBHpvfuZcPBoe4cfOazF/GUlKITlM0W00BViv1RqEPNlsTlFEjCZ9hzPH7recyl6iWzmceCJUZb4sOJsGziawF3jSxtMCqzktZy0rAtf0/Gavb29sCrFJjleZVkjzeAqyqs7YFO8r3bnY9R7P4k+55+XbPM1YLsPg2Gqv/OaUATprEd2texeIMNcntwr/XC/HZz97AW95yBq1mhskkx/7+ABsbbXS7VVOwOgqsXvnmUwKsPruzLcZEKhPDlYp16tTsi/xJ1DVnRQquB9RYtQw5goNCGWJuoFp6bP9XF2WCWjSfnOlHC2BhmIt8kmUQQdn/qutq2+Q4Hgi4yz/pPCNRgME510xRypN9h8eiMEHxVTbcol43u4WSEI+87j588KM/hsFoLBqu5bXAzvEjgIYiLjquZctTnWgx+rNMPcGBZ+z8IrAAACAASURBVOOSMgfMdfjFfEgY/yVWnxqimM4w5iUIhXG7UF/G83/xVTjOEBsPvwmHU8paNZGNdqUVn3tHu9oEnBq29zdlfzlz7iExY5UuIsbvzA1k8SIAXkWYxuzxkRptTPYvO+PyCdK9m3j+if+Eb33jy3jv3/kYWguLqFW6Iq3F7r8s17HAOIN51uDwJtJ0IuB2LdrH+vr92Oz1cNDfw9LaPUjzQAFje6No7OV5iJOJyppIvMBZRf1F+kBQTusoqF4ANsey7E3mZYqW5TnF+xnFU7mnakClXXiyV9HIeG4v0M8xxebS2LbPX4yHbGs0c17DYiuzU60+K82QBuMxDnp9YSIeHvYwHk4ltxlfvvPCKE9VGauuMIcE/ClJAZTHmcrVmG4TU3y2a+f8GloGw8p7uvxfugHLRdQZmYqFE14r7+W73v8BrK6uaieHBb+PA1fLCNW8VJN9FkdQLGNMVmzqR1fMWXFv1h1R7DPScTdXBLFzv2T0WAZiZVjnvLcG3zPzW4oBEmcaKSgLDsv2Zn0JbA5U7tYi6UqLSCy4DwY99Pt9mYtcz4g11BttrJ8+LYUkGmdxr7SsU5JAoph6pArci7kW2ZPmvsuzU4zXFGX0enUdUXkpBTA5VmfMfxbF+NzIgqUMR5V6pfUaPMqUyf6r4K3qoIZI4gjpZCTsen6+/cefCbjO30M9r5n+tsR5hiHOW7awwMJ9V86V4Cb/JvNGOhpUX1VICVYmRQyqjEmVdEix8Kas1mZ7Ae2FLhYWl9DtLKCz0EWr2YTn1SRWVt35HMl4hM/+6Wfw/HNPIctjdBcXBFwlSMv7+tLVq9jb3Zkxqq0Br3geWNm043fs+TyMr/rlf/rpk7b3v5G/fwVYnXvsFlj96COLYIs/kzsCowSiyCgquESJ6sNFCUSflK8hsOpRJ1UYq+rgrtT0FFmi1SGfiKKwecgiZRKgYCwnQ8WhARWp8Ax+MnF7H45pvh2gWaMcX4IwAjqtqrh+jkOyHB0Bp+qBg0YA1Ks++mMKUAO1GkFCglqJALWsMlc8tlSn0m6/0vQkkaE0gLJWlbHKlmu21VMKoFslt8fohGQZJpkybkW7SaoZxhAgzdAPHWEirbarqCCVFv5xShMmH+2Kq9WpRFuU6NHVoTFOpqYlpOtb6XaptBL0MaZUbK0XQ6MUaDd8tAUkpa6rkWpwPLQanjByxek+ynA4ipCRyRp4cg/IhCGw3B9O0Q8VwO7UAtEwSeMx9sbAMAVWOnVUU9V90aYxkfgxQSEDI5U0GAqw6mJtoYVwMMD+OEfqB1juukjGY2S5j3qkLe39MJTPXmrUhKm7PZqiN6YRmSeGQ6PxBAejVFjKXEArXoaqC7TrrH7HMhbYikOnv0msgSulABZaFQWLR7FcE79WWnU0KR6TpbKBUBdqZxLCzx0sdQjITxBkBEwJoGYCwBMMsZUrMTOT6l8Cn4xTtpoxyaN0RRrKmGOQ06lxTjAgd7A3mhoThyIPkHMhW5XSFTRGI/hKXFVbjVy9JhpiebwWT5ixiGNMKIMRJvIeFiEI7HcqHNu6AfP3NDcbTAgeAr9/l8AqPv1JsymXkhDKHcgztyDZrOObiYSMUTKjmQuwBYYbWJziqeUJPv/442IS5SNAq1PF7tDFTn+KXhjifLuKFw5inF1PcX0EhKMqDvtDCSzecfE8FhoO/v23nkOY+jjV9nDP+jLe/5rT2B5M8Vt//iiSqY+qr63KDJY5Z+kszeBjPJ0g4YKRJmgGFSx22wKEj4cj7IxiVPwAGSIxcmAlt+IF4sQ+YttOmojeERMIsmGqZL94CcbjUNgfkbRnq/5u4DjouLmMh4trbcSDbTxwbh1nF4DXXljC6uISNod7uHljF9XqKbzz9Q+jc+Ei/FYd0XSISm0Z2eI9wF4fyLaQeBtwd/bhPv8C8gEJ0cKnRSwuyA4CskSYhLguQhZGrC5queVfHh1RLwU01ATLcH3EFEt7uMg8kNiQi06jimylJiAzpP1SZToU8BeUGqA23XiI7HAAZzCBx+qIRnAFhiqAIpNFs05YJrOG91xwGto/xnNyMpxOKlAUnPsA2d8JnDhCHk2Q8zvbViXJVJBRAmaa8zkZXD5QCSg1mSYLicCj6qyqPqywn2SZVh1BscM2BlLKfuGPZPCYW1Q2tTKBlOiASaBvAnQm7HLjtGNBkiyrqWreLwUu7gfCVtJWUAFS5VBkUWsQzP2C/9i2qWmnMqzkeOa4bPsXbJesdjGN8uFXArzpD79wx8HZz/7ir2E43MdouC+B5ebmFgK/hlMbG3Id2ze30G4tYGlhSc574zSZ2AuSPGsXBgFuNQijaYwwCgyDp0jIjAarykvMGD/8vzwRw2RTlo2uM2WmK3/mayyoYn+234sA1rAhyuBHWT7ABvpFMmnaJcs3rUgozfMoJ5Vl0FSLvtyHVDeSXSaeo/qIonVq2HUCguaWxaefJOdn2OLl5EfuRwmgPPZhCkDGdSjAeDzES9eeR55HCGqkzqshBPUkT61viAaZ6PUKRUOZZaI8YcY/B5obePA43z1dF7KS4+/tAFR7bse9ZpbYGg3hAmjS4kKh92e2lPljMKna3tpCk9ItBwcCgnDesCC7cWodrVZLx5HRwrftqbcDTef/Zuw55kwAbz99bCJox2fxLGV8HjWFKY/BeWD+dud5uzO4W2BVdmkBqtgJk+GFmxl+7/eu433vOYNadYL//TefQt45jf/6g+t4YLUikjOeLJL0MXCRuimufO0ZfOhjv4IrWzuyB0k7iDEOFPBcWvl1L5FdxuCGYmaVVwvDNS6sZJ9p7KqAlibNBFSNC7MM0lm8YecgwUm2mtt5fGTczJnyzFiF3NOOPhsr6WCNqOzxizHt0Jg1xTQa4eG3vRnv+eEfQjjpoybP2DJvZ1C6DGlW+Y0uoIJPFtwIjDzNfNHJAK5GTbuchHvcv0r7t5Wv4SfGQYo0jPDYl/4EzaCBza3nUYGHpaVzeGH7Mt79vh9ALeigt3MVXhrBqzZF+5+dNzS3PXfpEQxCavuz42+mA27HtgAdZu8SEmTOlv9tIPGwu3cdz7+wi1e99hEEbo5ufQVU7+I+LWx5YdfqvjAa7om8DNl3yMdYWHsYV559AtPhdZy/8GohmJSBlfLcKq8tZXBGur3Ml31mer5aHL11jiuLsDxO7LNPY+r76nkTEOK6y1jRr3VFv5z5qbDrxJCRILAjuYHMCwLJYkJbldw2zsdyf4VxzFw4TpBFMYZpLMZovV4f+wc96QDZ3dnFcKymbRKCsajoB/I56XNfv+P9m28gY3W+M8SuUfNje35fldfNyfNYAEzv561Fz3nGLnPb8ppo97Dv/P4P4PTZjQJULcd+J12oxIRmj7Drq9WwL559+c2l4vaJxzwGXC/vUcWeXxpf5bX9dg+lPG+P7olH5QrKY9BJYsPST6T77PBwX1rRGWNLvEpfiLoWR5lUS+cru04N6KzsUx27FujsDwdCyOKzUXbtTAZD9O3NPJD5IkUbnRfyzzC0oziUVn92hgpoy64pGaPEPwLRphYzrqrqmEoRywuEeCReOWmi+qNktk4GmI4nYhQVhwRhE/FjSWh6mGt8pOeqQC2P9brXvwEPPvig+b3GQnwd8SHbVs9cQvSpeR00PTRFEQVotSDH105peMt4nzl4pyMAf3dpCcgqok+txIsM2zeu4z99+csCrB4Oe2g0W3j9m96IR179OiyvrmJndxf/4d/+X1Lotd0D9lmWeSPlMaLDyNzbEhOb1/Lf/bP/8a7m+F/XN70CrM492QJYfdWixFhM9lh5FWKTMZHQZJJaMo4wEtmSzNc0ArIWFVjl9lUAqw6rk7quzoBVGkqp8BWBUR6bYFqNH0R3+yQXHc7hOEen6QuwGhJcDHN02zVEcSx6lzR64hbJtnr+I5tTgVXKCgQiL0AHeyEV8jp8IIy5EBDoo5GfLwvXNFbgktBSFOcFsLpQU2CVE58Tb0TTIammmPYRA6xysRpE/Buw3Kqi6pB1mGKUOKJ/Shd5LlRkHLKyFHg5FmqBgG2huOhJQ0oh7MyfyQboNiqICawSpBQWLsFSKinxODwPMn1nwCqlBQisUtOThk/U+bTAKpPj/mgq+rXVio8WW93rBFYn2BvnGMTASreGmgmmJUmRFnkGHsoKYEWd/8hYJQRHYDUaDXEwyRG7HtbaPpLpGEnmoUaQN/UEWPV8F4v1Kiqeh53hVNh9bHPfWGwIsNqbZBiz/Z26ppSEcIGOtH1HMhYI4pJlOI0VZCGw2qWOARwcjBVY5f1bJbDqpaDLuF+rFcAqmYmLbQKrYwFWq4ExkLG6iFLpZ0uAgtNsp5pprHrCWqO+J9v0+TrKGIguKhzsj2mIZXSZ2Laj668YZFUJ5GeuPA+CuMoi4mcosMo224rjokZ3uCQWIHoYJ1IYIBg9A1bpEJ7JXOPxhlMWB3L87m4JGP02V2lKAeDT/73ZJEotsdbwyGzeViNsFtyqxmlA8EFMq4Cem+I/7P8FnnxhB72xj5XlLlrdCh5/dh9be1M0Wl000hDX+inu2QiwHbroHaToDYdoOTlef3ERqDTw54+9iIQmR+0OLp1v4lwrkPvyb778HKZODQFnYa76tmQ+MN3R6jBZ2qno05KpvLq4iEoQSDvtKNHWOJooEGsL6LBNQz3R+NGWNc59NbUje1wpghznBFg4z0UfXcA7gnMeLq7Q1TZHPh3ivW+7hMOdAbpeDYejARYXYlw8vYTLN8f4vtdfwr0XXo9Ks2KC+CGy7ll4aMLt95F2FuGSdfLiVeTXDuEMc6RsS8wr2pJNUMRqFUqwYNmn+pBtKiLJtVSMFTFUWMjy6QVzUcCUukKNGpxmDQ4p0KYlSFpfCkKnrkHC+5mGyAcjoD/ggqmooIC9ei+0GZiyAaZQpuV9c3IEamuGCautNadTAvJG04jzQPRkqLOq5lU0sxK9Urlmm8UTVDUMaWFlMJkNiAto0UeYOdTHZWcFF29N7iXpIEO20ElVtT1lGpFJKtxRCcBUY8uYWFkzK7kM/s4EqZROMKCCAgf8R33mHJGkaTOpMRZpxFnV3CNl9ukTYVtuwuTNeHhLU4AEv8peFQszAywF1ZoYtfGs3/S7n/s2Z/bsZf/gl34dYTTEwf6maCYeHhxKYXJt/ZQkmtub28I6WllaFYCC+pbLK9qSyWvXFm3V4nJ9MsXI7FBQwWpnafvWTNfNyj7o62wLrhr5WaBRtIaN1vmRVsY5Rmw5cZS7N5d8vxywasGQ2R3RvbVsRFVOnrSNTK7cgOhqkCaAqiwLyrwSNphtUzQFR5U2ytRcgcNV9SCKc7aJhE04jn2YJWB1Oh3jpavPI0kn8GnIwzGUpgZYPY1WZ6EAVqUWkDrIuEfK56qRG13L2fHgsEIs4GqJWXPMCZSBjuOSz3LCyr+LOZtJMkQjUu6JFmBOMhdhMra7vY1GtYaD/X2wZZzLhwVW2+22vr8AVhkXHgWjjrt3R8aG8a43i8SRNsrbTaIyuG4ZQGKaJADM8V/HAal3A67eLbAqO5UA67HU17YOgP/z3zyDU0uLWOhm+Nf/doT3fOAc/va7a+jWQ2Qp9yId4wLGuyme/9rT+PDHPo4XtvYEBJWgX5ilqZgqKmPRPN8SsKrADIFVY9gpxStjkmKKgMo6EsETw6oyDE27ylgdXd5nWehnSWuxlZSA1bI8hK7NpgRs1gYpKRqjxSJmkSVL11X+nR0vYRxi4fw9OP3Q/dLRFsgaph0RYiBFMgjnj5yXLRoZwNT8TEDC6lkWoJZIJJi2bflIXTP1O8e16ifa11uNWV4iPRrqQQVXr3wNu/tjrC01UHc9HExqiNDDww89hMHeADvXn5NuLVTbognPWhdNgO9/9RvgVFpSCJbbMRcW6o9qdCbaoamHvb2nkEwdpINd0b1vL3awtX0N9z/wWgSNrmF86vXweOTUTkYHmExHqAU1ZFEf9e4Z9PuHmE72sLZxv8TP6iyu65/oEprC2jxwLj+bqMXOsKPzx66hekHFGmUZsbY9WsgK5got643dgSElKVJhyKciF+HJesMuAI6JSlCBVwlkT7aBBqdT6uWYIkGQeBiPRxiNhsI83NvbQ29/H3vb+xgOhhj0BphMyDKWCnjB5mZsLGu9idLuFlj91K/+dDFe7H5Y/l6McRMDlvdE/k337JIJYGkPJeO7/Pr548o6bPY/u09bYPWd7/1BnD57xhTlbWSlccMsMj1hzbRyUKYQaTvmZLzMv+UIm3WWpxRjpcwJKb32CNhpr/mWg5ujfJvp0+yYpmB/zLnRJ4AsfZKBuAce9vaF4FGMTTgIag2sbZyWormE0gRWLQHAMDktsMrvAtbzNSVTt/mCnt2v5TUlGR47XxirskBMEJS5O7EKklLYUczfEThVcyq9J1wjKLXCfZh5Eov7XAOUQK5rOY9HeUdhs07Iah2LWaGYwRlwWGSv8ky69mrVmlkTbMu/5sH6eExsZrofGFey21YlH/R8rEmqHzAe0jiO41LWatfFYBTjTW95Ky7cdwnj0Rg3XnoJ29euYjodiZ/MytoqTp+7B52FRVmHw2mI/+O3/hdcuXJF1gddq2wcUx6IMy1jyQTL5rVG4oLv/dXf+M3bhRd/4/72CrA698gtsPoTjywKW5WTn0CEMFaNpp0MQtGUUbMkgj0MEgiUeV4mDFQmVmS8ss3Gd6kBouswgVUJ1DK63zGnVWCVbxFAjZOYwCpbyMMEg1EuLM1mnUQqBVbJWOViQ2CVLvHMs8lWJbBarwSiscpzInhIUyyyK8vAqjBWcxcL1VyMtoQJGJMNqC7xTKRYqKauIhmrARMHEyAME9L9SxupSfC5MLHDlwGSAKuIpeWewGojcNGtE8Al41KZpgRWF2sVaVmeB1a50BDUEWCVBk1RjIGcX6bsVzEEy4TBySCGwCoZmAQCCdry2g9HU2QOJQIC+GQF+9RL8jAYTcQcifeZjvX1ekXMY/YnGXpRjpVOFXXTssvPEOdW0d7jT3xmCkj2p9Q7zXFqsYVkMhLzqjT3sS7A6kSeSy3LxKG0H0Vybou1QMwOtgVYJcPQxfpiAxMCq9NMpB0Y0BKMrHmOAKvUfyFYzGshS3kqFXFXHOEXmqw4AweTBAMBVoGVdh1tT+lhFMFm+wIZqwRWl7p1CQr9jAA7K2RqViZN4GICpjIU1HSNklhYWpRQYODNCmSSpxhZYJVjjcxsAXYVWFU9WtVr4abG6yCQn+Qe9gehPD+J8QXEU3bHPLA6yYARNZqEsUqJgBzdiiuMbB2nJWA1B35352hbzLezghNYzT9FYJWnbYwizK5aOKMXGke2e00ZD8IO5FzIgGk9wNcPruEzN7+KUVjFJAywutxF7iX41vPbmEY1VGtdONMJ9kMPiy0Hh5GD3X2C5WOcbQWo1ieo1tt48oUBxjk1Ult41YMdtJBjtd7C55+7ghcPCHWS0UIwzZU5y/8zEeTP0mZHFrPvoUVXXQJS1KolIzmkoHyCeo26QzWptIbjUJgdDBqEYShtigpLcjwwOeBmrUkBq7b8HB+dal3N5IY9bKy0xaQum45w73IT+6MI8BJ85wOn8c2n9tCq1PFdrz2DR15zGsunLiHtXYXbXgRqZ+G7HcCPkTDQjyYgXTzYc5D1x3BGobp1ug5SMjUJ6HCdNAzMcjAtjEzbvuQquCO/M8Ue6jpRfy1ji1etAqfdIKUfWZVJpAbERTecsJP4QVy6fZFqwHiEvN9DPqHZFlt8FQxV8FPfTyaHQXMMg0SBSserSkVcHElBxipZUualCUFjzlHqrEYCfJMtlbBfwKEmtGEiGUa34MrSeurD9cha1ZYf+UewVsajgqtkUgsIllBJ17SWWR1ICeEIFNBl0LDsLOgp7EPV0bZIsxQQ5Z91mzUGfuS+sJLPtlIDNurbNPgU3DiJBHwlACU6hcIa5nVRV4pwq7bGcg3KaGQnjPBcgllqSzEY5HWSof22P/zytzOtj7zm5/7hr0tL7+7uTUThCGE0xeFBH+1OFyvLK+j1ehiPJlhaXEI1qCDwq1g/fV4MBCT5px45mUo6FBUgMAwJJTgzQC4nZxYwUOkf247LYzGJsFmTcGUKsEITv/mkep6NUyINmjVLP2v+q/y+W1hOJsE6jsViQUGOPaMyawBUDbRpbiPFF500JvvgXq+tovMghsI9WvCwAINNfo47b51LqmPIexrHIV586TlMw4EAq0xwKXNDQPzUxmm0u2ryJOcjyRmQRgRf9VykMML5wtvOuI3hQkkbzN63cgJa/r891/L38nuERWI0OPXcjS7wtwGs7hBYrVSFsVoGVk+vbwhjlV9lYFXKPHOMoyNr4NwgsIxVqzV4XBJ63GSywDlfz5iBP0tSacCwkybgSePsuNfP32P7mu9+x3fc8fzW+67se4lgXMZ8Ln7/96/gq0/2sdOPUcuX8IG/tYjvf1cX9aaLEDEaYEu0GTduime/+hQ+8rGP48rWgchNSAu5BVNVBboAVqVsV9S9OAe1u0w7VC1oqm2eOnZ0T5FjGObR/GSZAY1H28GPWxPsuqHz1Torzli09jPt/FOzE1t4pFRTLsasUzLLWh2EAfVZtdvFSswUAJNZo2goaY9xFNwyCrEm3pNzk/fo7dVtwayZEvO5UmCVdVOAA2MyI+sjDae68OIYyxs5UF/Dg+fWcc9SG9d2Etzcfg43btxAFJLdwpgxAOKJxGGvfvABkcfa7Y+QV5oFh1xaug2oq8+IcY3GniztVfwq+oeXMe5HuLDaRrW9il0CQeMe1k9fRO6zMMquBT1fruceYmH4Ml9o+Q4mvW2srJ8Xgke/30PQXkfu0WDM6KyK38bMiM7ej/KzVbkHs6TOaW1zrBxdLy0AM2s7thGQXWcFnjM4K/dOzmOZw5UAQb0p7c/Mmaqeh0fuv4SlTgu7h0Nc3jkQiQSGM/v9A+wNDnD92RvgerV98wb6h/siXUWwltcrsahMQMNwFsCF91d2TMMk1OtKn/nKXc3v/+Gf/UwB1tp5Yte+kwDW8v2aFQWModWR4iRZiToGy1+z/ZHA7Ex7Vuev7ofveO/7cfbcPZLQixmvdLa8PKiqn2OlHMxGavfTOaDyyEkZAN4sKvKtwElPAFePXtStrOfi77cFVq2Jnr5a1m9FF+0vjmz9ZKwSVBVgFQ56vX2MBqOiW0dMAyvsGjoDj7mHAVaL4xodUgEuzRo6mowl1uT9tb+z526B0/IeZIv6R15jOlvtcYlVEPy0PxNYpQwB5RKZ92qbPglUxshKDEw1rpMYXDABI4PCu0GmreBBaupFOQPOExrx8VhhOJRj83zJmLXnqzrMdiezAKYtypsrKAr0prtpnvVvxjS5H+//wA/h9W94E/Z2d7G7tYnJoC/rMU2wuotLqNXrqLdasn4eHOzjt//V/4atrS0pWJfjNDvHbve9GIOmc+iXPsF4+5UvewdeAVbnxkKhsfrwgua+FDCnpmWgLeGaaCnoQCo7zZkISnLTbFYUWCVQygFNYJUJZdXPxeBKGKu+AquSo6fcrgnEEpAic0/BUK71ZMP2wgS9UYZmjQZQNBWiPmOGdrMiyeo4VsCUR6FrOtulKSUwmkYCQFEjk60tg6m2+VvGqkoBuOhUFGDkYjQVNqkCq7xmvq9VcdGtkvWqQSODIzJHuTiIs6VUcikYrQL1w5hO89QSDZSxGucCFhIU69YI4FIjk22iKSq+gw4ZdOy8ZUuABbYE6FIQjQADdURZGRoQUEsyNKo+WuwBYhs2N7qM7FoPtYrqs/EzpPXcAKtkxRKfEfCajNXxVFiXNboV8n7VqsiSUHRK+2GKpVYNTY/BsbaEi4QAE2lhqahLNQFVAVazHOuLbcTTIfYmTLUqWOtUkU5HIq1QJxM48jGII2EZEkimvIEwVsNUnhkZq5MxW8YzjCK6iXoFsNptViXJFHan60srgwCrrgFWiaaTMTqJBSzmLVxpV9H2FQSq1JqywBNYrToeFrt1jCcjBJmHiq+gxrHAqowPtg2xqs3mdnWwZSJNsJzjv200VpnLEli1QTXZWTahpgyAaKPCw15/Kmxl5gNkXc6AVTKOyVilLm+CUZJjRKbvMcCqavQqA1YYq38JYBWf/tXSzDfVShM4yBwvNjzDFDDtysT3BJSCg6vxEH907Um8FO+J9EOaBkhoapvkGCdTDBMXURRgtbOIq3sjdJpV7PYn2Nkfwslj3LvWwfbwEPettbB5mOB6j600Di5sNHG+WZXx9cLwANe3I4SJL2wbgh+qe6UbtAVAuUbVKSNBxgkXH5rUkeE8mcg8CSqeMBRYUaaOp7Jxc5EGkFWI7TZwME2nYogBN5BxR704YTl4LhYrAaLMQ0QTCidDu1LH2TZZ0sDNfohuDXj1+RX8xZURkn6M+zZcvOlNG3jn296KFTJr8xTV5bNw0BZ2t9MO4FfbyHYHyA/H8LMA2d4AydZAWNVMBggKE9Qvwg+T2Ba/EB6OMjK1hdNEncxTuU5QCoEs6noFTquOrKnXpsGw0YRjwYwLshSQuDZ7ApgSEM8Hh8hGY3gTojem0sZqm2k3sm1MxTkUvaJGu1Xk2XJsSFe/uY6UzsEMHmNkEd2jIy3U+SzQ+QJkiaAAGcM+pBjDRNS25dpkXz4z1ZKPMlpYRY9EJ8qlWZYEfUILLbUNMimiOYsmRzrkNRXnnmCJt5nRcuXv1aVaoCRz27VFijpcGeUOjK4eTWHssRK2UWZcI1lRNGEY2TwJE0ne61iOxzUoz9iBoMw4MvvJqGHCr+yHBO/642/cccT28//o12XdHg4OcHCwLW3XFO733Ao2NtZFZ4rti81mA4tt6l95WN+4gM5CRwuoXgaPaxeNG00RiIUV65bKSwq8GgI6cweqe1g4C5NV7laM7AkLfpRssQYcyvi3SV05kVM8UFMmSRxtklwCKe3fjgNk7U0qdA9tbD7Hdi2Cv5IWmLTSRwAAIABJREFUGOeZgmiesDgYaNdYjGnWpKVe2vRMssPCjmiAioyhgq0CtNOsMWbrtLbEWRaEZaidBKxp0ia2TXJc/v+FF5/FYLgvWsjchwissl2P+mydhWVVkhSiuu7JWcwWOqMza7FeLxdg1ZWiuA7Dk86hYIOVRtp84lZ+zUmMVdNkeuznjMdj7O7siJzK4f6Bjm/RVPewsa5SAPxiDEDGrXArS5qBJ02CcmJ5OymA4wBae0xem+4lmcQM/F6h2zxNgObakeeTsPLfX+4zjruGvwywqu20LPwBO/spPvfZF3Dm/jX8x6cm+MbXGKsCb3htF3/7vS2srwNVvRoF5N0UT//HJ/CRj30SV/f60tIpxS4pOqmBFQtjwpgWR2oDYxmW0ey6zR5kQAc7xnR95Xt1Punvj4IVM0bnUYCnPE7tPl+eU5ZdbvdFy56WZ2OA/mIdMesKgWEKyUiM31nCtFLXhHpuzJefEfcdnZ9m75pnqukfzb5gFxx7hJIpovKybn380v0TwUtbqDsOHnhtF+21+/HQuTXcf3oNT18LcePGE/jiF76I6ZB7unY2MCtbW+jgYx/+IL76la/gj//4M0BrwTDATMHURAXFp8qzZOGOh2F3EXD+zEU8cP89uPjA6/C5L3wWo94erjy/ieE0luKeslVTJb4wHvZoFJmh5qagHSjrr5Q4C2pNDM0+JvJi7BjzfTHRYX6k7EktUInmqewB3De0e0jbj5UpbF8bUPPbsC4Ld3DGAvKPr9djynvMmiFEHl//KRCvZsoSC7HA51akAMUC+UOXLsCJUzxx+UV88cVncOPmAXau7uNGb4yR72Pc8MTTo5okqBBkmk4RsRtvOhIZqTymJrEkstIZp+Qbw9YVNpu2QSRPfumO92++wQKrZdbpUXB/tlfOxnrJ3GpOCkD2zGIvNLqtJxU2RZt2Bqzalm0+VwKr95w/X4z52Xp4ErhaAiNL3VRmYs3uzcuArMftXXIH5uZmeQ2W98yZV5Yfxkm46gy4nb2iAEBPYMe6BCUZ85GUA4gUwGg4NMUn5pqAF9Rw6jQNKCti8ms7YWV9FKR11h7P8ywDq5YxXN5vynuyAN8Sms/WKumWMQzy8jOU/1PmgmComLGpAdZMR9gaYsUFWErcgz40kiOYdVNMpjifA5W9sKucxIpyfMaM1D22Gq6RrF0Sd8t8sYU5o+1rGP8qmWfBVh0/fK4kxMy+ZmzSOHXx0MOP4FWveZ1IdGxv3kA0mWrXabWGVqeDSqWCRrOJSq2Ky5cv42tf/oKcF9cKLcDMtLbtZ9wyluwSb70IzM8f/blfuas5/tf1Ta8Aq3NP9hZgVXL1GbCq1VhNNAjiRamjwGpugFVfgVVOBCtUTlCWexCDOe5tBbCaSJ1b2KFcxAMnl1Z+BltZ5qIXJegNqcXpoNVgAuFiNEnEGZzAIhmrFlgliCVAYdXHJIwLYJUmVIOpgpxlYJU6ld2KMmQ5ya2BFfUa2eZPpiuBv4VqIKxDLgJcRIYEONl7wxCFC4kFVsUxnmAOsEQDJZcgHEGyXEyMaCJFAHdCxiuDdt+Rqm9CfaUSsCrBqBiDKRi60Koii2MMI0oGqC5pk4xVMUThQmwYxQRWPU/bU8n2HYUCGi7UqNRE6QEHHt3PJwQxE9QrVWmLqjdqAqz2pjkOpgkWGhW0A6sJR4kHXqeyggWIFDOWeWB1hN0JlSwrWG1X4ERTYefWyTBNPAyiUIHVKplRLnaGobBM6XS/sVTHZBwKsDoWxqpKF/B5ElgtpACoNSnAqgIZNTGvIiBB/VJlrHKRJFtYgNU8Q7XWklaF7UmImusLY3U8GcJPKW2hOohyTQY8kQBGWLkZYraI+b6AOr5hPpCxSmCcwE8rIEOS7fk5DsaRjA0JFg3IwnPh9VFnNYKHg2GIiUnYyeQrgFWP+p2uaKwSSKI51pDmWSJtRXkN1VitexwniTCBqcs7nGqCcLeM1aPAqrJLZNaKl4JxApXAUJMjYWaxesibFrgYuDk+f/lJPBv2MWn5uL65JQyWcBqgt5+g2cwxSKjV20AQ1LE3pomVJ7q2Nw/3wbaZ02sNbG6PcXElwMLyCl7Yy/H8jRs4vbiMt15cx42DbVw92EWW1bE7UkapbcW1wYWySgmk68bbojB7hUxn6jGPEYmekGr3kp1LKQMitGx1kRZAtqpkECkGeV8eIoxSDMaR3F/KaRAY9FOC5zW0AhfjOEK16qDpJlioNbFeryBKQ7Ra1EOcYrMXY38vwWrTx5mVOr73HWfxva9+CC+8tIn7HzmDPM7RaJ9HRjbawhl4jQ7CF5+E05+ikteQ7U4R706RRQS3SDtja7saP8l1W6kGES1QR2YxwRD2PIsTYhuKnP98tnwCbtWF16mT1o8kqGrLJANveer6vEUWwDLn+JwnylglsOoSWKU5hroWFo7RJIfbtnqJceXcCPpwXrkCSjN13YiV2SCBJAxQReaQCehkP6EAtiGiEttjzE9jt0ZQRdVT52d1KiUbVAEAuRsF+SGXADES7SfLajAmayWWLa9X2aQ8Fz2/gmlq9kOFarV9VEBkOW9l6sm9EsYsEzcyghUsEKYq/897IqRcgtRq/qEMK1eCWbkP0v1hRBtyAmqBsnWZvIqJFANRBXje8yffvOP46xf+299QY68kxObmdUw5TycjTKeROPqS/ci2bO4xa2tr0oq7vHIa3cUO0nSKyXQo/wajPqYDsr4J0hA4jARcFR1Sr4F6rSlu9QTFms0WWs2WaFt7flOMEgjk+hUFVskUoGTHvKaq/GxwlYLNcAKTxiZx88BqGex6OWB1HhgTtqIUGXxhbHAP6ix1pIX+xvY1PPXcU7h69SrCKEKtVkW71Ua708GZxdNiylCvN1Cp1MXBlozfaDCWLhMmKVa/i58x36pZfqjCipd0TPfbKy88g4PDbVRpnmhkQQhAkLG6sLSi8h4yLrWeIt0/RgqZUgTU6eX5C2OVdVhTFD+SVJ6QIOqQPwFIMgDZPGNVX2/2jbls1R7LSgEQWD3YPxDA7ThglaCqFiqNMMkc2/h2k0GZgroG2esog/XHvdeen7TvGsaqJHEGQD/uPccBqBb0OOn8TgK1/1LAqmGG8hYNhxlu3BjBrbXx1LMjdC41MBxHeO5p4MaLCX72Q22c7mpljstP6uZ46suP4SMf+wRuHoZqsiIxigVWWQ3T5JUxq6xnRzhaalpW7D3m+c9YqUYfr5ACOApSHAFMTWGpfO/kHss6aRiXZk0o38cjIIIFbxmTH8NQF4CPEmW5g6SziGm9Ix0OUggvp+ulQoytEx55psIUL4FFZUa10ltnL7evE4ajAlv2r7IOyTaSgWFJDQ4uXaphZe0CGm6Itg/sjysIahm+8ehT2DvMpEjKfZVx0GqjgY9+6L/CE998FL/3h/8vcgLFovuvsZDWxmft9FwDRC/UyyS2OHe2hovn70O1U4PrtrGzswU/j/HM41fQG0bIpAtGC+mS91GnXlIO7l++dOJN2e0jG5+n7fbpROedyZcK4LpoZT4KLusYMHIJIr9gZGgoWUDJJwOsck0WAMfzBYi1xTzuLQRMuNdwvlbrdcM012IfX8/jiywK2A0Qyz0YjQYYDPrY6vexsz/AaH8CtBfhvuF1WPy+d2H19a/GeWprj8bID3pItncw3LqJ4f4ekmEP09EIw8MewtEA2TRCnui+yM4bC2aJGECaYfrYnUv58B7+T//8H6iZlBn3cq8sRbxU7CmP9fK+WNZYtYxqu8ZZHfnjQFs7eK3GqgWe+Huy+d/67u/HxYuXtAvCxDa3Kyjp8WxnnZnP9kNOYqpKcfB42HNem1XWBzPWi4knlcTSejPX9fDy5zsDbM1GoocuWKv2x9lnkLHKeI8xqmqs7mE0JGNVJo8sGdSrXz999lhgVaeaAp527xIPiTkpgPI+Y4HV4nsJWLVAKkkyIl8lkoNWlmXOjE1IJCqNRkA0DmdaxSJNIG397OYg+YXmziQwsPOQYDL/xm6v2dwuih6Gkc9xxgIwxxLnq+ivGvapfWbFMzFse134j3Zkam1gVjxQ2RH1ieBtW1hYEiCYxlhcJ0hUqARV0WMdT8bYYszLosl4LBJiXCNkvpakFubPpwxe272oeI15/B/7+Y8f2SL+pv/wCrA6NwLKUgCcLHSX4/pGcNQnc4IN4ULhJoOPbe3KWOW6SbyTGquGbCAyAmx/rBFYJRYpjFVlZ7I4E9PQqgSsEswkWMUqgwKr1GJMUA9o2kQ2gYfhJBZglUECgVWClwyhax4BTAVWxwRWI2WskjGowCpBBx8Vj8AotVkdkQIgmMK1ckIzrChHTnCSoBYy0bfs0uCJLFsCOI6DUaIVWmFTCBBntP5o6JS40ra+1Kyg5hIozDAMczQqCqxyDpIVWwCrHps1XXGF5gKhi6kugIJfeWyfNoxVyh4kuUgBNFl9NSqHXFPYrkSgkAkYq9m819T05KOzwCqBXAVWCaLGqAVVZflSdzGNcBDm2B1FJWBV4AZtbzdSAARECKzGWSaMVT7f9aU24skQO5Mc/dQV3VNKCdDgqDYaI0KAQRRJkLRYZZuQi93RFAcTamJSY7WOCcHeKRnICqyyMk5gtV2vCKuN95TmVUxsCdRyF+X95WfxrvWmidxnjisCqy2PQWyGSrUhYOzWOETD87G0QD1XsgEJrCrwT4axNLuZAJSgqejQZLFUxqtkrIqLKZnFsQDjfA3lXXmefGyH09jos2qQaDdFBp4E1eO8BKzKX12Rf1ApAHWmF9M2GhEkbGFPxRSO84AsbAKrvB/Ur6EOMJl1IzKnc+Dfbd+dFAA+/U/NzJ9p7xWAnWE8CfvHaOdp+7eOCVR8fPNgE1/behFBs4UrOMTVa/sYThNMpw78lG3yPoZ0gvUa2O9PkQQ+JoMEzXod+5MDAXjOLFexVq3hhd0R7lvvYn/s4C+u76DrVvDwhXW0awleuraDzUmKQaJmYxosqg0q4xUGMWpOJLQx1Cs1YaayjYU+7GTLsVWO45ZrBoF6DcTE/kDWDl9a1tRRWKu3nH+MgliS4OgAWKDJyZZmEEFGHscngUC277WqWO8Cu4cTjEVb18f1bQ/rzQRrCzXcu1zBu95wBjcODnHf+imsrLVQr3Wx0l5ETlbUpdeShozkpefgjlP49UXEezEOX9rlw1Y9JkQFO04q2+ZL235lxAnNWAAiow8n7F6ux1y7yVxrBXBaVaSNrly7BKhkg2eGrWXah5kQ5OEYae8QWW+IPIyQcr6HNHJQcwYp/kiFnOOYi7s9J23RVL4TgVUaGbpYDcVrVU5VijRkqLJCLlq2yoRKZJ3VQ7l0UWWBRdbwKmrStqnAapLSlCJS12npJlDQUppik0zGVjLVp6y3xril87/GdEoCTNEQlIZDZVQRADDsVVWQVDMq6hjq35W1KtCEaAsaANtIBtgCDYeiGKiIpp0CGeJ8KjUAPbJKyZpEW07fQ+qQ6QlUhF3Ne0ETvSn+iz99+o7jtJ/7h7+mK42T4vBwB6PxISbTMfq9voCqy0sLoo03Hg3QbNSR5omwg3mt0+kEg8EQo8FQ2HsKpBO0VhaubdGUVJVrZFWZfWQGNBpNNFstrJw6I+Bjs9lFs91FtdpArdFEo7JgEmF1j7btbeVg2f7/OPDU3ojjQMoClDXtpRZgKCdR5QDa/p6vIxjJ9T5godHL8dKNF/C5L/05vvnVL+Lq889iNBqLRAM12TmoGJBXG200W00BkzudLu69cAkPPfQw7jv3MBa7S0Wrnf3Mk2QAdPZybmjPPrtELl95Gju7N4RdwRhF2PVBgLVTG1haXpXxoiwXlV8W0zOGKLoMaBsvt0oekhjsnFToPMg3nzzYPaw88MoglmWs2nMvgFWjcXkciDgajbAnjNWqaKyKOdgcY1WeWQGsqub5fDJz3M9FosPZLBXCW4HVEydRCbyzLBtlVdPcb5bEld9/p8DqcffXHu973vnWO57fZsU37pIaO5J4sHlzgi998SXsDIAP/N370XZzXN6K8a3rAR65H3jDuu5zwnQmsPqlx/Dhn/wEbuxPjaaEXcvZXUNQTtdVSbpFM7XEPIUaW2nyy0XQMJAY/MmXKWoZYLXMuLplHpvnNV9YUcO8UoxSJNVGy7roOrAu2DPzTV1HdB/Qs1FTWgKr2dIqpvWWtm/LFjEXRxUdZAYskMS7jJnOgFVZygvWqu4J8qmKShqcWXXpi7OxUksyX4RFAS+J8Kp7u9hYXQfCPaSjAfxKF1nNw6PP3MTmgSPAqRw/neD+06fwkR/5uxgd7uPpy1fw2HOX8fTVTZH+4YXLsykuUBsrBPvIqAHpYP2Uj9NrZ3FqrY1J6CFMQskFnvzWFez3R9LZQm4rZWvk1I0sCo8rRW7KubkE37XDRbThjR6vfb52HSjPF/1dGWQ/YfhbkFqe0VGQ7Qg8WwLG5TmYAolZOOTZMrZWhj+LwzznHE6tDrTayJtLwOlL8N/+Vqx871vx4Ksu4mwjgHeYA4MJnL0DYHcHo50tjPb3sL93II7vo8NDRMMR4skI4XAoYBQLhxITsQMqJ2nIweCrf3JX8/t//rWfv2XtE2DUtCWV7+1xe+ZxwOpsnzVj1IzJMsCq6+vsnpeZfCSqvPXd78GlS/frGDOxk2ACJwChdu7pM5vNMy3p63OVR308jqpz9xgAtvz6k4pW8zd+ft0+tnByzLmUj6850dGTlRiCoD2Z/hZYFSkAMlYVWGWs6xFYPXNO2OCKrRimqjnRMhjKXw3HlAIoaazOAcb23sz2F8aNJT1i8aJg1dXiLmqOJcaC9HshscEwS6WdP1bDwSTVNn4xbBN9Vu3G0Vha/ScsEMtcKzF6rSIfYEBYKx3BTi7eA40VNUZk/MSOZ42ODVhqpCd0kdJ13+4jxX7BBbz0VTwH+viIQ6yyYQneUgqNcgRVksjqNTn/w95BwVK1wK7dl3iOFmTVOVAyArMdeuWCndHG5Wt/6hfVDPqVL70DrwCrcyPBAqs/+aolAc6EdUrRZY8MFV0ipWpm2tWFsUqnexFfZwv9rLWf5jpMequ+Mh05IUV+lWwmAnQ0XeDvnBxBICqKwqxkNfL/Z+/NoyW5rjLfLyIyIufMO081l4YqjZYt2Zbk2caGBQ08Fv2YjA22AQ80ox8Y6IHVdOPu5jE0C0N3A83YPLfB2AYPwhjbz4NAkgfZsiTLmqca7q075JwRmRGRb317nxMZ91aVpCr44y2jq1W6VffmEBlx4px9fvvb3+bPO6MUnX4i/qD1qg83TbHdjwWoURnYj2IpH+fxlQoEq4S7PsJRLLCXG5RKUJAu64SchHNUQxLUiWLVZ7mfLxkili/ztRLeXMYcXUv4fflcAlRoP5BMMIxibR7BLCo3WcakvRdTVZhKk6ZKwcEg5vGlAmVmyr4suARnIjt3HWmARFWpwAUzUauEnn/oi+phplqUzApBJhtyERyzGZbN0PE80QGp5BPScXFzxVqAilXy7kaZXe0hqkuC1QEh5nCMYjEQFWSl7IsJficENroRKrUAc6JY1UlfGleJYpXnmWA1lddn8ypOjEsEq4M+tiIHj/QIslwcoU9rEsNn6QxcDEZjaWAyW+EG3MNmd4gtA1b30QpgOERrqI2+tHmVeqzWSiwZ5rXRa8ey2iG5mOsicBLMVLSrZ5tNzthMawJ5jzpV01QZ+oF0TCUwpv/vQrOGTp8NgnSsivrWKHAVGWpGmIsGr5Vk11jmKmB1IosLrx//zYpqHmPM97eKVSlJciW7x/uEY7HI94GLVk+tAIwNHhKq14w3Ea+PgtVYfEE5VnlvEPaVCgR4FqymiMR+w8FwRE9b4H0XC1Z/7ZfMmqVBbhbsCqRSBZ4NrsRDT0o3YjiFCR7sbeOe1rr4iG4hxT9sPYZBb4L1zgibOyNcvm8JZddBZ5Cob3ECBcb9AdYqZQxGHZwJE6w12KyqjPvPxDi60MTJnTYe2hxL8mBxpoKVZhWtdg+tcCTJkhYtF/xAIAInJ258ucHPSsEJR1ha5voCgLgxrNWoSqF6NZLrS19isQqQa69esdpIUkvjE5akZaBNg8BSoYgYEQoJ79ui/F66ejI4H4WSOFqdLWHQ7SMtlOT3nVaIei3F4aUSMAhw7FgRc80qvNDB/uUGCmmI45dejrmZGpzSHAr7r8ak18b4yUfEqiDw5tHr9LH+xCbGIy271s2fhtUCBg0Ylp9JlpfAx5TSSfMCHcMC7wsOCqUC/FIB7lIdbrHIH4o+VXJGBIGFEdwkQjoMEbd6iDoDjPpjjMME0ZBeqGMJxmTjYDqO8jgU8NhgToMigZRy9nRjPhfaEjmF4Lw+2gRQAbbYy1CNIwpj3jFqmcFSTEJGKrrZbEmSTmM2paB9gLiyyswkwZFR5DBRMxzo2pMVmJpNpsJT4/tHr1M5bj2rin1VXSr40wR4MvcbqKqSWrWVEQDEcrlUO8jTXkC4MM9lqqpTqpHESkAaWnFjR7WtNuNDIYDrFaVxCq0HtNEYQX+KcokWIWPEowG+5+MPXXC89uNvf6dRhk4Qhh10epsCVzs7ZzQBUS6Kt3Vre1tUCON4JH+0yQG9brVUk9+5HjMotRDUlm8yHlCvYyoYVH0sIIpQimVX5TJK5ap0kKaalX/m5w9gYXEJS0srmJ1fQrlckzhDFNRm+2xbo3Eupkppt9jEwImz/PhMQJf7uQWr2cnjesZybyqYCMtlzLhweV/7LryKjye2TuDW2z6DWz/xcTz+wMMojEYIGAOUSqJG5XihclfGeMET1QYTBDwqenhRwfqca1+IV77iNThy5DK5l/nxdD+kzWNkE2bgC8+dJmjNJosoo+DjiScexanTj8GnfY7xVCdYXVxaxuLSmiQttJxOx5Y0YDNleuJLKsa4VK8bf+bsRtjdTduemzw0zQ+2vEJRQY0qiXg/CGSXhWKaFLYqIbmftfzBNAwDBr2e+J8x8dRutZFyMyS2SL5YAdDrTFRZvK/UyBecjSVBkgNkJnI3G68crDIHblwxd90zT6lQMubPAoxMgtt6YMp1toDMbgDNNTwfXH0mN2t+Y37RYFXWPvUI97wieu0UX/7iY/j0LffAX5zBv/jOm1EpD9HtAZvbY7S7Lm56QQPzjQk8SYYVcM/ffwlv/JH/gofWfQTFCAnjKAn61QbHkeSTKlNTNqVydO5k8mfCuUw8SunxSosdSSFh4obwUAYmkfJWVheYdcbaZNhzZMu19RybctDMEsRUhZl7Q44j57tpIYQqZs2olCSd2axnTVGmY4THPuJNMb+MqKhgVYHwFKDqIqD/y889u+CKTlk6FHf9j16u5v1yD+CY5Pogj86YjMIDAjjGKkzjztUCsZ7yXHbG1l4QZM6DkP0Z1DpNPl8ywLWXHsXrv/P/kB4Hrd4At915Jz5951cRO2pfsfvLNBcTUE4P8hiHV6s4dvgg1qoOdjpDOMUA/VGML93zCDa7ERInUN9wCZIYM/E8a9dtTRpSfqKrPCtXeD/vMlbIk2gdHHq+7Ek13pkKMOxJ3+25LQ8Vla+ZY+Q1uInUBJe+lgp05DcC4hXEKb/V6hophzbg2GVAys/VbMKZW0a6/zLg+uejevMLse+Kg7hs1sciQ8whkLYHSDc2ge1NRNubGLR2cKY1QLfdRnfzDMLWNib9HlgGHkwm0hC4Xq2gUauhWamgXqvhT3/555/JlHDWY/7b//326c8yoKPxxW6GaQUdU2GHxu6a/OU6qj7n9v5ShbB+2SaT09/Za2RFIlwz7dgfhiFe8JJX4NJjx7PEsL3b9KDOTUc1TW2vcf4xuT4B+TNgEh5PdeL2ws2nArOZTHz6FzMYn+bSmHE5XQJUkGAG2a4n0xqCe/U0YY0i0OnsoNftGt9lbWzN/cuSgNWSihok+LEvp2u5jFezJ+P5tuAvW6N1gO85BI2vRT2efz2JtW1TJl1vLVhlLG39Vhm7iVKVIJXfY41rxIuVcfY4NopsfRwBqm3+K5DWKF21YaEm1PiaMkfLHsEkfb0CypWaJPep2JKPYf2os0SYTYraPaidjs+P7imi0T3q1GpGpBJG/Wut4yw81eq56VyjCUL1seXnzaCq2M5p3ChfRgSib6ZQnPH8z/2H37qoe/zr9UnPgtU9V9aC1bdePaceqpQUUEXBfSBLy9gpkDeACMTUCmBIRdiEcJM+qak0uuJAJFjlfc4mP6Igk/JTLfHi5EGvSGZtPCdFIGBVAYCC1UR8MztDVYTSn5EdPDcHCWbKVJ46AkwJQwXe+nwfoFr0pVSfYJXwtRr40gyI6lYGCb6UNWkDIAK4EuGdTBIeelSNmVCBqo8SPVbLvqgGrU/JgIqocSyl2ty1WGjJm4tl/1THzZSLqBVc9OKxQDJCzdmqL4FSSPUPSw8JVvne0iyLpec6IUoDHd68lM17VIAG8t6dkCrcBKWij3JAH0mhCTKRMMAp+6ouZcAwSiEgj8y5LipRLTKkqmgYRmgNtKSxRKBXIpZ10A+B9U6IoB5gMQdW6YmrDZk4iXCBTeUzEGTymJdmG1IOsxkB97YJ3lxcPVNGLRnC44YdVJrGCFxC4kBUP2c6A7mOhJv7Z6vig7kTKljltQ5cBZ8EyPyMLOdmVpwQrc8mVbQLcBKB3hybBKvdSIOlRtlHo5AKQGcwwePc6o9RD4ClZg073aHM8CzTl27c4p03gfgjmmBDJmHjvUK4bZtRcQPBccRNlyhWxQoAaAvtVRBK6MByOn5VS4E+xnHR6Q+k8RXhjTTyJVBnWZbLe4sJAH5WtQKg3QDvK0KFkk+vXwclVxWbVLqOJ45Ado65v9x4ijTveWZtNq/COcGqbG0ySJZ1G+I2XtSbVCpv4zOnH4NTLuFwcxFfaW/h1jNPCFx6bH2EdifBNZfMYhSO0OqwUUQkvkKbnYFc50tm51ArT/CFx9ZRrwW4fL6sSi0uxK6DT3y1g0oRODRfh++lePxMC76wbmSuAAAgAElEQVRTQLVYRScagkJElk3TT5BNxuhbysSMhWs8n0GB9heOqNBr5ZL8XrKxkwkiXhsGmiZQZaChcFXhXsxNoKNJEKovvMlYILFX9KUTLtWTET2cRT3MsrIEK+UiVueqeHxzB0MnQLMAHK75eLw7RM3n3ORjpuLhuQeWsNVtoV4Fjs4WMbO0hGsuP4L6JEWnNIfZ/UcwOnka4ydOIY7LCFbm0RukeOBLjwFOBSX6pZpsMPeGYgVicSATPARGLH9TUgzXiQVSUPnODQcrDsSqohnCr5bhVYrwyiyX0WZW9A8b94YYdyIkPcJUzgta/pOEPUzGZtNt7SHkuwHxJqDm3ovnXiCj7d4LYKavAaRueGywpRtN3qdUFktqQ6JvDQAJpagQ9IsOSuUARb8kvlTjkKX+kdy7VOdocKYbNwaC/cFAKhb45UzUr1VtAxTaJmzA5ei/Tf5I5tDEKAat5onvrw7ezNQLSsq63bNsnB3XOW5EdjehZ+pI5xEZz3QzJIRQhacASHps0cOQ//GcFysoFGsoeDXdpDqpGP/DiVEqJKj6CXwnxvfccvcFx1//6qf+kyYrCwxwe9jYfAzb26fRa2mn2lE0QhxRYU6PWwIULbtU/ztPIKKoCqSTrK7dXLe1vFL/0IuVQeh4pKVhkuQzTVn4WF4LKb00ajBR27gumo0m5hZWcPDwpTh2+VU4eORSNBtzAmaYAOH6J2PSbOg4fhVGamfu6TjavSmU672n5G/viZN1jBBSgLGPhOX9xQDj8gS33fYZ3PLh9+O+u+/CRH5el3uJFRtUQPAYbHk/IaCsp0O1SWB1DNdr/j4oVnHFFdfg277tO7Fv7ZB4zcsQzTWzslDI2iKoCkaVYYRkp0+fxJMnHoZXZGJE72e+x8LiMlZW9iGd8JxYyx6j75BmGLzP9H7OwKqr95W5I3ZvBnPKm3OpcOQWyO7b6VqjVhzGzkJsShQW6/qhHsxawpqVP6DX6QpYLRZ8tFstUdNzXqYafW1lBWULVk35L+0MaB+Tv67Z9RXl+fR4prDGql3OHgvnHRvmtRQc6xizyi6rBLLj3yq7dB82hTj2GJ9u/OVPvj3+iwWrVoWk+R8X/XaMhx88hbs+v4UnNzZx6NKDeNU3XoK5poNOL8GHP/wwZpfn8coXz6NaHANJAXd99k58/xt+G6/+lz+AY8dnEQ1StHd66PeG6PR6GA562N7qoteNpKy11++gNziDfn8bSdqWhqKlUoLBcIhiUAWcEZzEFwsmFKjydsHQJh5FAnNsKSrnatlHmP2AwsipOtieR9vIkPsOUUAZ/9TdaiJjV5TZVBjIloFw00SOJ98DhnzfmUWMvbIkF21Cx45z/a5XijHAub/0hrLAJQP/mhG0N01ujNqKjd2fU97DrIniKm0S+3xhrt0K+01zIDt/8HPFEdZmm3jz61+LQXsHd3zxTvTGMe566EnpAzC9Z6b0V84h5wfO0XGE+TKtwjyEI4owYricD1FAb+xiEKqTq501poo4/Wh7x36WUDHMb+9cIs/JQTcLPTVJmffXNfevVdzqlsZcDI2d5drzqklDS08tjyzddti00mSypoePgljXjaQSx2HZF8Hswhxw+Cic49cguOoqVI5fisV9czgw62PeSxGxoWi7g3RjB+mZbYRbmxi2O4h3NoBxhCBNpN/FfKWI+XoNzXJJKmw0/oqRMm6Kx/i3b3nDecbQU//4937jHSZeInifPtbGJfln2+sxreQwaW1jqULrK/tl5zZ9zjR5IEmtnO2AfRx/Zscg7+sbbnoZLrviuGlOqn6/ZsCfF6zu/qR5AGviwj1AViwynuasPWOwauD8RV0E+8nshGBgffZaucZarsBFKjxHsufodVrotdtamMQ4kknWwMf82j4ExbI0qbUl9jrn6L2u41f/bhsp5j9r9nfbS0ueYOy59oDVafLJgFdaYGUQVCu5LEBlQt16rDJus3+XhlwEq6Jgtc+f+rFq9Zn2A8hUqsY6Rm3kWJfLz689dxyPew5ttG0fvyuxa4aHPt7OQla8kb+KU4jKpJ9YmVkQbq5T9ln3xDm2QmEKzFWcIfsOY32XB9qMWRnz6ZqlWQtWxcq8iBT/5j//z3/M8Pq6e+6zYHXPJbVg9S1XzWal0hyTjO19elfagEgrb0UVSXjI0nXCMDagyoNV3jwEqzpgtbSIgzMDqwJAWeamYJUl64RvHNw9NlQasqTXQaMeoDCJsd1P0SizIZYritUOvTWpFhGw6ohK8JmA1Sh1pHt8WZSknCw8UZcS1HAzIaXsObCqPiVsPkUVnnpgMkChylabemmjKoLVJn3Y6MUYj0WByK0By4XpvzM0no+ElfWyKnNZfkzPTZkeTWJYfCE9B03aHhhP0+EoFi/IKVjVjAk3xbRhEP9JOAJW2/0QUUqwSgjNcw4pJRxEI1GzsmkVS9kJVvn6g8jBRieEX5uCVa5HBKvigWSMA88FVsNuBxuRi4dDekAVcKzmYZbOoiOqNF2xXqBH4mytKNd2o92XZldUYxKsRiGtAWJQ8SsgyNFrWS0qWBXobBSrhO2Er0VaAZTUu49Nt54OrDaLDhabNWyztAd8b+OraKC2liuoZyrBKkMFbnrzYJUBMEEtARw9Vgn3CWEIvRUQqfcVwSon32pZz7EFqwSmorATAKSZLskmS8mzL91paWXJpmyjWF+PyYJakR6rroytAbs3pi4iZjsnDv7yn1SxysUiv1k02VPxH6SiLsVDW0/g7u0NLM8vwAt83N8f4FOPfE1AzBMnIrGhOHxgVpSOm60Qvk8FSwkb22006jW0z/Swf7GKXhiiN4xx6WIZK6sL2N7so1SN8ckv99BzxpitFnDpXA39MMS9J7vwnQC1SlkaboQRX9eX+z8mEGKZtURiVBxrokA3ZNqcjSp4qvOGhFYCZniTUWWjHWm1HFyDk4CJDnq0TWIsVQIsLzTQG/QQhaoqZEOTcDTCIBxnzeNWqiWslX2c6PdwMgox6wPffN3l+If7z6DTH+FAvYpR0sJ1h5Yw6I9xamsD11+2BCdwcHRtHi8/pl1C3ZkV+KghOXUaO9zcFgIpG+qsj/GVex8VAF2gGpeN5TjOCFWl67Iu8HLv8HXMRCKgix6+BVWzy8Bj87mkI1CWiQrH9+CVqJx0EbP53pCNcBQ20z9tOKalSAqfqjzxV02kyZoKN7UdCOc+2wXeKhOsI6n6YRGsarQkANw03LK+k9p9u4hqUFDfRdPNV5PZrC+coFwtolGfkc1eFEYIhwNpbMcvqtzpsUaLlk63Kw0DUup+ZAzoTo8begGrzJ4nIy30Z/AqgZHMdKI+t8opKuRFBZj5qrIcS/VCelxspkaFfQHOpKBKLYicXuwP2JCK4JFBpUJVDWxdNhDhc4ISvHIVbtBAQTow8zymGDHLz87c8RBeGsp6+uOfvuuCA68f/clfhufGcN0Qw+EmTp54ABsbJ9Fvhxj2I4Qh1WTWUkONMajA1UYiulFSBYN6VYnyWWDqVPGYNadRjqZQkH4CIgLTQNyC1QwksuOTAAMqEgtoNGdxySWX45prb8All1yBmTk2ZnIw4gIr97Na6ORL/81tm+m17YbwrM2+OWv5n/Oy+omDmGrT8Qiz1QqGzhjv/du/xEff/360HnkUs1Uqun2EYmMxgawyBhRLtUmhgGq1Kj5d3PhwTIkVQkCfP3bRpmehh2uvuQ7f99rXiXdtGBrfw4kqVDkWrL9XtlES2M91v4QzZzbwxJMPyv6f6wBHIqs9qPZdWdkvHofShC+3YRAFhVT9meBfFjG1QMlL784FPc65cRMvYZsMsQoZkwAWCGw2a6wOMOBd9rCG5eTL6ngpeF+yeRV9ywlWeWszOUJrgNVlgtWyXDHb2IxgleXG9vrtgpZ7vNdkL2oqqeyWfC/kPB/0tLBOPoMAm+l75jsxW79HvQf+8WDVbqYvFqxqoxK1eSDHlETJcISv3X0GO20HDz+2hW/99mM4crgC14txZmuCrz0wwPOuqaFSpfKqgNs//kW89vW/i3f98c/hla8+LDYSNjchYZeulhgOOR/QDgR47NFTeOtb/i+UKit42Yuuw5/88V/i8JFlPPDQwxgnJRSdEq5//mEkcQtfvusLAmWpyEw9brynoNDOM/wM4ouc++L6Jj+zHcfF7l33EHt99yRRJ0ops9E1Y1aH/RTWSmWZk2LsOli98lqMvJLYSzEul3YFJvbT9ULV1lnjLblY+jOt6DEejrK+WcKhK4MMf7P5zgCiASfZR8wSFjn6l3tepoySyU8/wxRGOqIQZc+Ct/3ID+HxRx/GH/3hH2Lx8BGMUECXvqBGCiavbuCPhHZitcGaGiJUVieESDyuq5x7mMxkhWAg+xFC5XwjsN0XyPqvGg9XA0BsE177WHvPaQNI6/eqv83fj3KMU6NtfQBVllriqLGaqPD5M9mEiuKNCsAJm42yfEIaWXEtniI5PZ6JiDxknDCpSiFEMoGzuAiHVQWXXYPS0UtQPnwAjcUaZmouWKNU3e4COy00uj2sxSmWPBdzvo952ipxnuZ4YAf0HmOOjiQX+tFQfWxlX6gJ/J950w9c8PrNJ/zhb/1r49O+29v4fGA1P9bFb9+A0szWJLceTuGqDOzsepxtCaCw1V47JhKf98KX4PIrr5QO8RJCTOuCnuJz7k1QWLh68WDVvpldu86rWLXy3XMd3fkSsfl1Nfc8rQ6ZJvR2zVliI0al+Uh4CcEqlc1SSSZ9aYDUDzC/tiZg1aEVQA4u2vVA7g1WX+XAqv3d7rVbRTDZeWBkzb2Q6TfBx4o/qk04mfnNzpUCEq0lF9WpbNpsKpMy2CqewcYOgI8ZKTwVu4Bcsyv9tybR83BVIaW4QpuSf0+sBEfjsfRWsTEi4yhp/knPa5kbrFWFnI1sfFpBjIWbey+pruHWHs1kyHIx665YkD+XZN0Uaou/rYjIdH9uFe/LyyuYm5/LVN/yaXIxyNt/8bcv6h7/en3Ss2B1z5XNrACunFUrAGZZBPKxHDVjEUYJraXQBEF8LGFnkZBUfFbVO5RqwJJfyMo+ObBtaQFLmmMDVqVUlfCPm7uAih9CrAnaA97IQKPuw0eMnWEqsJBwsTccoZMpVifiQ0mwSgBF8MQQp8bylnMoVtkEqCFWAFpunqSeqCGpO5LwiIpV+luWVLGqWWVgSNUpS3QYY7HZCBdYA3WGMZtgJWgWA/FUJVjtjmPxQF2oB0gJxsSDR89PrcTJVsEqmYWZUXQCJsxwqcAMBC4SHFIpy4xomQ2+rP+lRL+uNDmSMnSqGalwHUSiLOW54nXhNMXNnwWrVOnQ/7NcJFilX62DM51QyiGXAr3mU7DK56t0XsBqOhHfWp6D5bkGht02NkIH97OBVQIcbwZYKozhjyKE7Aw/Jsj0M8VqHqzum6mIDwoVq7ze3NxL86oCy+1ldcnAKkFQl+SRzas8VQbzmljFKq84Fca0eCDQpBKuE42xIypnF/N1+n0OZUNYctXnUEo7RY2mkEFVrMywTcGqDU6pPKZKmhM3FasWrHYj28xMwWoyUs9VglV5jFGsEqwKdJHqOd1gSNBDz1iO+YQgng3OCFimVgC1AKh42vCKDbAIzmldwSv0F6dNx5ILmKFFsfrr/8HsyvjEnPrHxDtaumpKI6lS9xzsjHfwwOaTSNiQpuyjnyS4N4zwlZOnMQj7OPFEhLmFGczO1tBrh+gOQlSLBPZDUZnWy2U8caqNmXKA2EmkI+tCw0VztoJy6uOKS0u49b427nxoE5VqHfvmGuiFPZzYGGAcE1gwOQBRMhP+ecWyjPMRgxPzGXRBZnmdAtNKsYiZWgOjKERnMBBVrCzVJgCwagmeTd6TxSRG2ZlgZaaE1eU5bHV6xmbCR28YYsDFn2NEGYiU/c+WiliuFZAkQwzGIarVEhrFIu491cLR2QCztSru32jhW65ZkEZcn/7Ck7juyAocN0Gj7uEbju/HkYUq+vR9nl0TmB522hiNAwSNCoLKMh57bB1PPHoa7AcWj6jcoMpaTfJ146SKMemIK6pB7XSZpCEcl3CMXqVs7FBCmkZi8B7RNzWZYDRxEUoWmx1/eR9oEynqzWOHFgopPM4HNNGn8ojG89x4icpbm+goNCWQ5QaJ1h0arovfI1w0erxH1IeLfp5WxSn7J6NYrZYD9SSVEn1TUiTlOjS99xAU2QxJFeRWaeG6rBKI0RsM0e30MIgi9WkVuKRgVcaxbNzUiDLzhJUxrsko1lvKUUmpjxioarkgqy74G6XVWZAqulxRbvpwvUAU/VSsyt47ZSk2fe54/4wQiXUBgZoHJ/BRqFQR1JrwyjW4xZp2KjY+cdL0i0mXaIh42JUyz3d+7sKbV73tJ34W8biPTvs0Ns88ie0zG+KvGoUMim2oqsGu7mGpEJ12srdzE8eTrNlGNSpw2KhgqLjn5RX7CW6CDYxlkG08hORndjMgwCxVr2Ce85Cb0mgsybZKbQ4rqwdx/MorccnRy7G0tIp6cxbFoCSKT1EesNsuAS8bykkZ/1TNeC5olm3kc+xCgI2sZgn8ItfDDj7wkb/GLX/15xgN+6hVKrIZjiNTXs/PyyaTHPP2c9Ojz3zpplPnYFGE0x7ILyo0naS45prn4fu+9wdx+OgVaO10Mg9ufh5RzOYbUxiw6rlFtFo7eOyJ++U41f9Zwerc3AJWVg/AoXpdbjutHtq18UrUFkT9NLSM/lxecueDqfmfW7Cav476e2OpIeBL319AqliQ6A/sBsueq363j83NTQSeh/ZOSzucpykqBKsrq7vAqlxPJirFq1i/smssb3i2knAvWN31nKdQM4uPdgaGjQ1BTqWb/S6n6MqrK/PnKz8O94KjbNDs+ctFg1WRwFufQgftrQSnTmzjUx+7C6OkjO7AxXd+91W44vKGlpa69BeNQV0i14fJpIDbPv5FvP4Nf4Tf/r2fwTe8Zr/Mv5IQknJjoziWPgIaW0p1B4C/+ItPYXZlEQcX5/G52x/C8288iDe94Zfwope9Et/5XTfj+OFF3HfHF/Drv/ZOPLnVxX0ntjGilYDxUlW153QTzLhPAYCeHFGnK10wpbR27lV1qpnkc+NewaqMOwuK7DU1A5TjkhYyy4cO4LVv+VHUl9aQjNl4KDaVC+odKOW4BtJaMGHVTPJzxuwCY7m+WpihFRqiADPzomzO5d9Mlml5LT+flOCa56mViqbrtERXxSsWeOhNrv/OSnilrJ37LQ/f/s3fhNOnTuJvP/FxlJsNuUbDQSivrwDY/MmXyJpESMpkuSRjeJ5ZSaEVHUzWSlKRx8EjMxZEyhlUFaZDwzZ11AlW1tnc2FYIbipazJxvf60CUzNPKI82SjDbuM5FQnDKcgFuPglM+YcNEP0iJp5aGUG++5gUfN2c+mxsvEfryCRWyvmYTRUiTHoD8cb3FudROngQwZEjaB7ah6WDy7hkto7jlSJWABydJCh5Lqq0VBoPMez20eu0sdPuYTAYYjDsYxwRCLFag30dVJRBUC8KPlZ7jMb4929Xr9QL/fqjd/2bKVg1jTZlHpaY6GzvZwGpxl9cDGhyYJXiGzsfTqEqX2MKVfMJyvzcZcEqvzOZeO31N+HKa66Bw/MuR7I7KXLuz2kB4F4oOa1kyj9PWei5Aeb5wOZTnt+nqWQ567nngac65s8DVnlPG7BKxWq/2xawyr2TxBy8Jf0Ac2tr8AP2NtF7SK2i9lRgmPvJJqbPlwyVWNdE31renldxGsgpYi0LPBWmyr+tt6qMVyZZdsPSKTilFYBaQVGxyjFuFa1W1ap2ANa/VT9LluiiAMQkpBi/UWwXRlFmH8X7R5thEcyaPgwmuSlCPBOXSrWzVE9a2wrts6F1ltMxuGsNNtGDtd3LQ1e1KND5zJ4f+znseODP+VnZ8HV2dlb2XbKvkVjQrlkp3v6Lv3Oht/fX9eOfBat7Lu+5wCoHnqhK1aZFh6pJ3MSyKSdATWWhpxWAglWFrvQc5c+1K52mwK1fxbnBKq0AWOKtClCCVcLZRs1H0U3QCieoUplaLKAbjdGNdCLhsRGWEToS8hJwZmA1Zgm3+v9QDUlARY9VglVRrDLbkgOrKvOmNyzQKBWks7sosqhYpRWAgFUtJyRY5STKzT79V8NRimbRx0yxgH5KJWVsFKvqD0jFq5ZMOqgVtYw1D1a187X6hbIEskHKkhCsqr3BVLEqLagzFXC5oP6SDKxYBdvuR+LHyfdQsKoWCwSr/F1A5WvBM1YAEwxGngAwp+RhxQBfXmaxEeAGR7xGNEjiOehQLWjAatht43Q4wT3dVJp/HS052F92EIxChPSdjdmUrCCNsdQKgIpVws8U+2aq4l1KsNqVMn/XNK+i+ljL48WrV9RDU7BKxepctSTnic2rOqE2GaLCV8Aqm6B5BfHlbIV8rC+P32r3ZdNZlM2DdvIWNRknZhNoMrieglX6DOrES0gkYJXd5w1Y5RggZLaTLWM7Gthz4q3QF5IfgY8RxaRm5anEUf8ZhRQEqxy3DG67I8JTwmRX1LJU9VboH0xFYWqga4JMsfre9X8asCq3tGT77L2t95Udq4kzxsO9R9AaDDBfm8eOG6KXpPh/T62LtyrH1eb6ECtLiwjTMUas2aeH3niMU9st7FtbYZYGW62BjNv+KBIw+5zDS1hpFKSD5pUrPprz+/GBOx7CifYEjWIdMVXP0VitPGSfFWF1dgYzpQo6vb54gnUJrMUTTkG1FqQ60vWdjcfmGw3xB2r3e6JUk8SGFueIbyw3E0zo1CslLPicwzwUAg+taIRuSA/VMoYTqoVHGFChJmfJFQuHwgRoFgj5mZUO0AtHAvDL7hAPtMe44WAVURJhoxvjzd9wNT5z7ync8ZVNHF5YRt0n8Ixx5cosbjiyiFE6wvLKIazONDFon0GxMoOJ68Nxi0BtFl+9836cenwHaeIhGo/geLxAqilStKrjyfdYPszyegJWjlebddamgUNuCuNYlP0CpH1f/E0nKS0UqLTUeUk22aAXKhMCVKyOgNGQrWFRSHn+aM9hAkJ5rM6Rss2it6g0uNDjq3ezzJGW4Qs8tcEkNwQe3CIVwQGKRe3kq7s3TfxwjmBX+2gUyr8J8gjJ4oQglRtdblzV5kHKjaQCQBXlshGUTsb8mYWrChpU9cdAjc2j1AtKN5V6jXWzyOfmrQxs2zMCrIKAVZY2eR7XAQ/exMcojcSTkMfHhmm6eQbGpQqK9RkUG3MoVAlX63CDoqo4qUJmMpONFllWNRxg2GvjVz994V2F3/jD34vNzQ2cOX0a21tbCPuRbMZFW2xAo2ywrGchga5V1dqO7GZjllcgyPgyqlaFAK56e5tNt6iD+Hz61JrA3W4K+J3bOzkXpgEKj4Hji2ugeAuXKwIPDxw4hGPHr8ShQ0fQmF0QFZX4faVsOFmWJggy0nIbpky5Yucw6x9ngmtJnrDywZuI3QzTqO/56/fgb2/5INJeT/y0eR3oM8scgS/XVpX6PGar3FVVR4xikYkKqqV5zxhFG5tFsKIlVmuEMIxx1VXX4Yd+6G04dPgSdDuDbINrIXW2aZLxRwuPAL1eF488dh/GCecI2jNoM8OZ2Tmsrh6A6xdlbGcIIe+NLdY5quqSa21AZ76sd29Ufz7IuhesTo+V969Vqk7VaLye0rwjN4b4Xjxn9KDe2NgQsNptd+CIzznBagmrqysolUoZxJfNkayNU0hiN0yq3jt7c/t0YPW8O5mc8kQ3aPqeGZg3T9wNTZ8eJpwL9p/rGC4WrIqikuZVskP3MB462N4M8cBXTmOUevjq/S28+puP4opjdS1bFOsTenBrHM5nEay+4Q3/G7/z+z+OV776kJa+iwc11elMDjGhMRIloNjjMKkhu3kmjB1MIvWkp2XAf3vXh/HSV92Im593FLd9+rMoJBN88EPvwZfuux8PPN7BVi9C6hTkPlYbCYX+CnqmCRh73nUtt2vEtOxSYKE00bO/U6sVe80EU3Id2gNWmfiIoj4uveIY3vazP4dCtYHJKJL4SwrfzVDToTUFFPq69mc67uzwy89t2bU16k37gvIYeYJWyBgaZbIdU39QC0G5rlm4y9dQ9ZSqZWUFk/iUQDTB1saGrPe12SZCej/L59aKQIFANlmoigF5c4EIUryi1W1sWMX35nXkPMzhoYpcbU5pO4pLHGAaVsrPzL+z7xOKRDTplAFdY3MgaufsPEzvaR6hRs8aJ5jJUdYVJsEl8S1QVSscUND1Fh6b09AGwEBV/t1xERbZ6M+IAswxanyg45afNe11pGLtyPHLcOVlh3DZ6gL2L85htV5DjSN/PEASDrBt4A+VdbR/Yrw0DKlwHmFM0QgrZ6JQYCMbPjLxB45Lo2pUb1MPv/jTP31REGUXWDVjWs+tgqTdrFBhk0S/4re/G5hKTGTWcwtWBUmdB6zaA7bPsWsVP+tV170AVz/nOXBpj/OMwap9RRmR2fmwScm9c6VC1fOA1eylnub3+bN+oWD17AVSf6LB5FlfMt8IWI2lIkrBKhWrHbkWjJVVsepjbtUoVg1Y5Yvlk5Byrs18mLdS2rsm7fITNeXr9mf2/pPXzUQyFqraJI3C1Uy1mlOs7lKy0vLMQFeKw1RlmvNglXnANL2SGG0a28txiGJVYxValXF1ofJ5zIZXxi5K1wRj7WQeuzsBYMb3nvGajVPTD2Hvmn2uuMaONQo88ufJJtHEM980srIx7NzcHJrNhklSa9zJoSCNrpMEv/DLv3tR9/jX65OeBat7rmzeCiChotQqVsUKwG62dQkkaCM8FY9VbniMYtV31R+Uzx2niSioZPIwC7tsiunpxwSiNMqgFYBVrCoA5Ow1iF202DyF5fU1XxpUEayWvYl4qRKs0gOQQQKfUqJ35jMCq+rvmoHVnBXAyBj1M760YJXd3akM49eQ8JTl2BLLFjhdymaRxxsK0E3RDHw0SwX04wTdUZljnBIAACAASURBVCweq3M1AlxtTKRZmQnqpUCWJWsFoJsJsyEVWFwQ2wMGUN1hLI2ArGKVEzfnGLu5zcCqsQLoDOgDmYrqs8SNGYtX2Zk9GotNgKiEfAtWeQ09bLSHmPgO1ugHa7L/VoXDAHcXWA1j6Uq/Mt/EsLuDrhfgzu1YzPb3uSkupcI4GmBIL8wEYgUgTcc8Nq8aTMHqbE3gG8Eq4agoVmlRQCuAPFgViKPngeeIymg2quLmmmCVil7+vVkO0AioXlavNILVdjQRxXCzXMS2Aau+UAZuDjRQIfy0YJWeggzKuWH2qdgywSjHhFoBEKxqUzZubgn3bHJerADiWFRVHItUM0/o9ToMEY7ZHE1LmqgYlMLDDKyyLjJGZ8zxlYIJC4JheqxWPCpshUsKLGcwTIDP+O2irQCoWJWb0sCm3EbSLjYC7EwziGHSx4O9h9EoNuChiFZhiJ0kxl/d8xBao0SsJMb9CLPVJrZjZh9T8Zza7Iyw09vGwQNrqFBNEA+xeaaPpWqKL5/u4blXLKPulHH/qQ0cbrg4vFzHyQ6w0fHw2EYHW0M+toKYzauiCEGpIAHM2twSomiArU4Ho4kv8wwhH4EiL4Y0T3EcMEVDsMrAYKO1jcTn9XRRcDxpjubGIwSTBM1KUVVhnosw9dAJJxjK3kQ9kmNXlSeEd4QqTBxVSmUUMcbR+QoqaYzWyMGp3kgsLOb9CF6lgWQS4uqFWVx6SYJxcR533HkKj2+Psb4+wI2HZrA4Sw/lFC+9Yr/4anpeBXN+EbUSm68VUS7Ni7LVbTRx8vEWHvjqKbhpBb1hH6NkKF6LJITqL2S81YxQREqm+YeqGCooYlo1sKynpGpKBt+Er+UCPGlGUtXSfm7U+Z4CRjWbLm2ZxkMg6ov/JLtKc1ahmtM2/uKkLk2wJGLndonqF4Wjja54p0hMmkxonTHNautAZCMoNqNTn0nOT7yHCNu0U+lYlK7SQMU8Xu45ERbackRV+lMB4EniS5WR2tvH+s5ZFY9xCZBrrJuOscNSfgNWpYGVqjGsT2qmyjHAl+dd5g6eM+lnxuoFqjJ9xE5fSvpF7WqCQSYWR/U5lJrzKDYX4FYaKFTq8MpluD7VOZz76dPJhXGEcb+LYaeF3/i7j19w/PWN33g9zqxvotPuizKZ10uhiNp78JNxjZZuvrRf4HU2ZfxUqYrSKqfMtAGrLdPm+eL1oQ+0BvxGtel7opoe06/cBNk2SJV/Z7BD/Ujlyst1pgJVS7H5GHLxUqmMRrOJ/YcvxdVXX4sjh4+iXGrAo8I3naBUqWoixZQqTsGqKdM1Z22X+oaQz52gWPFx2x2fxZ/80e+ht70h3sn8PDa4ZidZrkUWHvJ8KPQvZl609vMJWHUJOmgtVEKcjNHp9GSAhdEYvf4QL3jB8/HDP/yvsLJ8FP1+Pwvc7cZVDpWNgiQ2oHfrAA8+fI8AWvVv1QRnc2YWa2uH4AWlPV3Gp7DHIbhWYiWB2lStevaO8HxA1W7i8h6r9mf6Xce1LcOW8UCVLht00qYjHiOKIvkZlR48b+0z21g/fVpiETb18Ir03k9Usbq6KmCVX1YlLR6re5RZTwcr82BUTukz2FDnfTuZGJF1z8R753v+tPnL+W/Np3tv+x6vePGNF3x/y9ItykcHgyG9fx18+Yt345aP/A0OLK3ixa+8GYPRASzv83DooFaCaRUS+wUACWvJnRi3fvQO/MgP/TX++x+8Ay955bxs6AVqyMZRE01WBSepu1RVbgK3RZ+o45WJh14/VOudiYfTj6+jOVfHe9/7AfzPP/hfiJICnlzfEqstCwvUcsECbDP1muSOzgtMXk6VVqouMsCF40+aTslo1P9M+WZiLCpU7Zq3AqCIYYArn3Mt3vJTPwUvqMCV6iTbVkob11pqqokYVeKbt8m9m33fPZdOuEtOTWgDQxNf2TGpfqoK5zPrDv1HliwS9ayhOPK5TZMXWet5zIw7R7GovdjboFytSLyW96Ge3rPGS1PWK+2PwZeW6no2ruFritWLK70gxHyE85EBXHpadO3UuSoHT1U6r5At80s1ChzzPKmGMIkw61MoDfYkCcu1n2X86vMtvQrYuDIoitUO51eP3qVMFktMbv4E/E57Md1XcI5k1aN51eklk2oVBwmrI40P+3gcolatgHu7OOqhPxpKfO24fM2SVO7QhoYAifZCZzZPYXNjA+12C2E/1EY+kgTjus8qBSayzXi2ghdzPX/2bW+7qPv7j3/732bJSV4f+6V2XedSrHI911jGlilnySh6wu8Bq/o7vXbnglj2HsxbAdBj9fKrnotrn/tceEXuv56pYjV/CvINm/Qeviiwmt2XzwCwnm8dOJ8y9XyPP4cVQLZWiAqUogULVtvodtqavKYwiAVdBKv71hAEZVWs2nt+D1y1at08WN0LDa24LbsvpYR9b1JD7aumyfE9HqvGCoDJZDauypf3Z39no1n6Bec8VqnInnqwWrWq8WG1ilgrnHDY0Fyr4Dg/0GqNMYL1a7XqV5khxD5D7btswi0/PjL4uiehrrYxdhzkEnVyq9iMmZ2l9LRnilqjrp1WJxhRhnAhXXPm5+dRq1WlgkIMvsS+USs5WLX2jl9610Xd41+vT3oWrO65sucFqyzDlRgj17xKiL0j5e1kpgRiVNgFAlYJwhQa2oXUglUuoLyJqEQcs6RX/D93g1UO5jBx0RqMpZScilXCw3ZIaDZBteSjH8ZapsvQznNEhZgHq7zRCC/7LME3j+PCSwUsFat1KgHL9Mij2s3DIEoRMZg06xLBar3oCYCkMlXgaQIpx5bGkiwFFUGIBmMEq2wqxKZKzSJN4An8CGGABXqsJokeh8kmE+ZI1oOeI7Kqq7eINNSZEDB7qJcIVuk3S7/DRBrhUMkpAbAtS3BclH3CZW6c1feWYJW2BexSWQyYL3MEEoaEmP1Q/s5zVSlqF/Fh7ApYTQvASkWb93A6YrCgCiQet05eBOmEmcxAL883MB52ECwt4/PrQ5w43cH+wMXRmgefpTLUvJ0DrO6EVASl2DdblSClNVS/XH4wOgDQpkDA6oRqJlV6EnhasErbBwGrE6AzUrUrA1qqYtmUzDav2hlEompebBRlLGy1elKaQbCqZcAaCBOs8nqqNcM4A6tUMfE8yKSbTEQ5ycmfHrq0iqCbEr0+rbeU+NyaMU8ILjYRXgH9KJKGOnwfji8uYnxfAjoCDsLviVhHcHyx0dJusFp0VXDAU8TrO+Q4Sv8xYPU/alC1B6zK2mQ2TtzWSnfHJEF73MWp0SnMF+ew2enDa/p4IonwkbsfxHZ/gO7Al7J/Z+yi5ziIRgmaQYAnd0KE6QDLi/MYbLfw/GuP4tHHt9F0E5zYHuHgsQI2nhyj1XNx3cEAVQd4cGMTfnkBncjD106cQsHl9WtiGNIqIZKOkuxnXyqXRIXqIEB/GGJkFKv8XIEfwAkKiMMR5iol+K6D0+0uYgNh6KHcKAaSjKF9xFyjin67jScGY4SyQeMGtCDnOiY0IPBLY2lIJl0jGfh7HmbKDq47uIj2yXWMHRcb4xgtJggS4LK1OhZmqnjtSw8hijfxR594AqszFdz5+BCPnIxw7ayLw4tlDEYxji+WcNnaHLbbLSzPL+LaI/tRlg3BDMZ+BBTYPb6KO297CNHQlTLm7Z0ziCeEYHZDliv7kzlEm1XoBkD73hNosuswn0KH0glL2en3ydIk0zk29cw4ZUlxQh9peg93kRKshl2ko0ik3qJjZ/dibthFRaEqTw2SjXpG1hcXjY5VrHIrbkqpbQMau1EwjWqomNKgR3dwUhwk3cJ1I5/ds+S//Cycq1ziEZO0YhlpYtR6vMdNEx2Bw7bZQPad54LKLM4BPCNMJpgSSPOZ1CtVIbuqj8RBTb1IJyxt4j1tIAPfl6WV3kBKahWqqm83X3tUX0J5fhmlmUV4VKxWFax6vouJgFUNjOMoRNjZwajbwa9+6JYLjr+uPb6E4ZCNpRhse/C48EljRKMU47xjwZstRzNNe3iOWJbF+56+3MzK88s2rbKBLtd4eVUmNAhpvamVgNghGKiR35CzHFjLaLX5oipvjNcVobgFCRxBtiutW8DM7DwuPXoMN974Elxx/BqUilUZF5xvJVErL2c9/HKqEgMjshOYpChVy3isdQK/97u/jYe/9AVJkAWFMoYEFNygs/TUmaDA12YFiZSDxfJzAkL6+fLvvV5PAu9iMRCYyrLPublZlCs+tjZbMgeWy1Xx3hvHIW6++eX4vu99MxYWFqWUlABRAnxrlmnuB/r3huEA9z9wN6I4lNeXdaLgotGcwdraQQSlqiSO5NxZFY1lHkalYmqoTbNEBStWK5YHqrq32705tf/WcavqPQu1+J12Oeq6ook5wg+qt9bXT+P2z92BJ598UlQp/Nq3tg/XXHstLj90BJtnNtXaqN2WZA7HWLlYwtpTgNW9G++nBpZ2Hjpb6Xq+m0gBoaqv5c8uxaret3u/ngqsPh1Q3Xu+LxassqleezvFpz71KLa2gU994hP4u7/9G4TtHrxKiCuv+yb83L97PW66aREV+v9Kx1Mq/ktifeV4KT77kX/AW978V/jv/89b8aIXH5T5lImdcZSgVKaSnhEcky+quFIff4I3lj77GBMsSW9RTfQyTo6dGIVJAeNBhLf/2Dvxp39+C9Iy7TEoUFAfagttFRbqGFOYq7A+22TTsonl1dJAz/jvSIginV/MddM5SMv1CUmNgnWvYlWS0yEuOX45/uVrvx80dfL4ugQBhjHZ97d8U5Sbdpjb4zTQd3rP5NStcpNNx5C1V7GJKPtvSQgJBCM85neN/TPAJfk9nlzrN6j3pyTCNPeHYaePIpX8oxgf/djf4MUvfjEWlpblcRZwZvCMVVcCqemlbXzYU9qU0ftWlbSxxAzseeHCEy9yA4l5zXNQVY7R+N1aAYYkVeV4NdGmX1M1rsJ6C+mNUtleeQNUbeNDqqPF8kWqIVg9RHDKeJjrmKsgtaC+3wFthASq0gNcsptZg+QM5nIfw4BPQvGi+Puf3tqSyoTAL6FWqWGuUkS1AAy6bWxuncFmawfr6+todVpiWVOqlFGt1cRHG4WSKorFnoZrbCTfOReqms+sbzJOJ/hHgVVTsi1qX7M2PhVYpcpcro9RrFpQT+sPOy4ysJ11YdexZcdevtrA/t0CLSbLLr3iWjzneTcYsKrJ0Av/sgpzTV+fzTFNBdQzeeHzwdFsGJ49f2cve6Fg1UwG50pIukaxSrsR7vv6nTZ6nY4kolgpwzCK1WHzq/vgF8taMmDXfrMG2/ssA6vGcuQsqGrvL8MAtGeAxkB5qwJJkJsElCpJpzYA1qJE1alqBSDCERN37bICMD8XGJqaJld7PFbzVgB5NTvHIlX1OhbZw4LK7xDjSEGsTVDbMWibo+eTYnZNzZrWmYqY7BLnhSV56Gpk/tnzc/E/93jSQ0E8Y00DRFoDis+bTvqS5E8SNJtNScRQBMMkB7kVV6lqvY56vY4f+ol//0xG6j+bxzwLVvdcagtWf/iqGS33YQmH6fPCDp8MnAQkyoaWmXIXbMjOzRcXPQIvqikJiziYRX3DDZdVAcgmmL/jANbO6PwKAukNLnCWqjE+l+C1E8ZiCVArBdLZXZoXpRPUqgzkxxhGiXRJl+ZaLPEuEbYl4t3GOatSKYvXTS8ei9KvQG8p8ahMxMezVi3ApdQ9dTAMJ+gzC8Fuz1TgEu4VqRqUolcxVmSJ9shYHzC4mRrwT8CGWGGUSlOq2VpZNk+EsPyEM5WStHkJR2P5XFQuzpWNUsqUsbKslGeWvmLsH8/GURU2DqHCY6il0wwkKlLia0puZaIgNOV5U693ThjtwVhKykuFAOUi4XEs4JXv3e4NpYGKKFZ9vpaqhze7I4Spi5WGL5sfXmdeR+7JbVdrTmx8bHtIBdkYhw/W0ax6GAZFPN6OcN/XQnl+PRmhPupjkBSkTJdq5pmqqn22+yO0IlXtrjSrcNnkK1Sf1dj1RG1aCVzUinocI8IhApaE1z8U+Fqm/2ypLGo++qh2hpzoXMzWAtRZ6snSZqpZWVofRVhpsmwzwJlWDwEVzhKwazZLFjPpOM1NtIUPHCuqEuJ+hGuCvr/QHDRLLqrSlI1jVCdgZoklgDYeYRzH2mjFxYiNy6KxeKxy/EcmEONGRXwxqRJLWPJurSa0Qze9c6lYZR8vNrxiQmAMF2xkxlvnfetne8093exNj9XJr79TNyUSU2lALWsJFYZUZ064OaLflY+0MMH2YBvb9Hz0fWwNWygHJdzR28I9W5vYXI/R641QrLFMvoR+35emELVKFae2zqBYb2BpfgHbT5yUe2BtbQ3tVg+ndzZx8MAikvEEW2e2cfzwKlZK2/ja6Q5aAyoWZrAxTNFutVEpFKSTOsuq5xsVlAsp+uEICZtaBSm2eiP0QvoSO+Lp7HHcl3xsDUKsBDH2L9bxhcd7GIw5fMYI4GKG5bSESJ5gQOmUPlXUaTmdNCIgjJUgORVlK43XmQhhA5kZ38XarIdOu4elSg1Uy5xojxC7wMuPN/GyKw/hplfdgPd98lbsnDqN46sH8ZsffQyPrm9ipRyIp1fRGaKAEa6/bBnzpTEWZ5dwfO2AjLtCUEOttIj+pI+g6OHeL5/EA187jWajIiVo44TXSJvLycZTyjh5HYVciVeeNDuQAI7Bf4qEQQ4DLP5HKFVqwPGrApVURaJlnhLw2sCTAcV4gMmgBTfqC1gVsKXuxLvhg9I2A11UxTHTs81AjK2A1fmb1xdIKx6ohGxWcah+f/JJ+HIyRG3JoL6r+Jpa6WrOA9V6wAnblFVLsXJmB5A9Vse8/N5TH1h2g9E5geeSqtvpZjELfOX8TB+r51oPj4dJpa9AA27oBBfq+U4aqwjm9yGYa6BQr8GvzMKtFoEyIV4gx8rAjZ7A0c42ou1N/PL7PvJ0t/RZv7/80KoEydZ3VxU2nMRiVZlaT1dTmq+bUE10cg6jYtSCSu3mzfVdkwk2yOcYkwYd8jOdR60KoGA2vrrX5lymm69hZErIRB1hAlhpzqQX2W7U7Xvw+NlARtR5tLapNXHdc67HS1/6Mhy49GpZW1Q5WzTe5QTdsSiIVaxgMJlRQHBTUKgE+OSnPoL3/K//gajXR+A3Ze6m8kuUT5xrcrYItmmXBuBUlVuVrlpvUMmqcbiC3SJ92ycJOp2ONLtjQ6+Qa1sc46Ybb8Qb3vhWLC/tR6vT1fEltbfWD1gQsTz2gQfuQ6e7KYkkQgfC8cZMHWurB1CuzAgMsmBVjtd83r2Q1A6O/M/zGw177Od6HG0Q5NKYChZ9HyEuWloriUEHJ0+fxN/93Udx2623ItrcEVWixnVF2bSwo+6Nr3oZrnvOdZibncXOzo7EWHy9SrmK5ZWpFYBVrPLuK+QaScndn22acgquXc0ppqX8e2+K8wFPXbH1K39/ix2JJM1tIw0L2VQVeK7z+Uxv1PxzX/mSm57p03Y9bjQJMdhM8BcfO4Uz3kE88pXP487bPoczmwN0t4ZYWfbxrnf9IG543hLKnq8xuaZXJGFGu5ZPffB2/MiPfgi//+534KUvqslnOnNijI+9/1a89BuuwcqxBWFljDoEdUx8Ub/TXkYsY+QFFYRyeklFZazzfzQY4c/e/QH8yq//Pta3uPBqk8NJUsY46cl7EfgkaQSPljdybc0GV0YzIzptAqiUbyTWNGrnojCclQxsCEibKOtxaq5kdn24UVdlISuOhrjpFS/H97zu+2X9IoRQJb2xGsj7knJTLaVp03FhmzCxckK9XvU+yMCjWfbyIDITeXJeMucmT5KMy3duDNq/qkXOJBnLsUu8Jk1EVdEliS7OP34RG+vr2NneRrfbkQQM76FGoyFzE4EgE2TjaCz3q573aSl51mwuB5ct8Jakj2l+xzJgPZdmTjZ+iDV5/aICTeJqA1n53c5RJiqW2D0P7vSxTMrxjypV5f4nbKWgRTyrCVK1eaJtopj/bv8uvzfAxb6HnTO0r4dWNHGep9czAQqVd+MoVNAzHsux85zxj1/insEXJT2taGi/xJiL55jKzZFYBeRKohmQC1wzTdbMZXzHW996Uff37/zXX9BqT1M1pHZGmkzmf5JQNkBexwbvRxO7mLVoeh6MTZYo7LSCMQ+u7HmygmP+zu5t5TVMMoGf+8Clx3D9C16MQlDWBqrc91wwXJ2CYnu/WnC8dz3ae/KUP1z4l03aPt0zNRKavodNtJ0Tz+bArCjm6bFKsErrsF5HPHl5uFwvCDhT18fCyj7x2Gf8w4pXEUhlcba+LwEov2wpuobUGmDaYhRbWWHnGp2fdU+X/SzXwGqXdcdEYarGVezxovGJ/GFsZjxVbTMrqyqlbaL1HbVl/JwXpMGVKDx3K2LleCi0M0lk2WMniVTtENLbmErHso65aVpqylema/c0+ZQfN3vXdrnWJlaw53ZvXMSwK/ObNRYneX9tjWf1nHMuFbYk4g0mVcgJ6NA2g1qzgTe+9V8/3bD6Z/X7Z8HqnsttweqPXD2rgZIBq1qeqapSreDQiZ0lSApW1eOTitWzwKo0djRG+Nl4Z1BEfyYNTBSsEojRI9CCVYjik2CVpf91X31X+aQ8WJXMs8AySIMTbmpGLJMxYJULHcEqy6iZOeJqP0rYqd5Box6IdyBLqqKRgz6Bl5TPqkK3Is2iuBDRY3OCKJ6Iio1ATTwEzUrEc0F7AZZoNyoFzNVKUhrFLu68wTOwGo2k2Q7LLmfLCkVGxtuEYFXKWFk2wALTAkvi+d4uBuEI/SQW37eqgaHZZOtwc2Oaiwk8cAWsUh1LsFoKPMnw+wXK8AlWQwWrtG6gItWDALut7hjDxMFKU8uTCb8JrLm5EZ2ZEZ2x2U27H6MQuHjutUewefpJ+HNVzF9Sw7137+DRu/tYqgPBcIBR4skETkjNc8DPS7BKiMoFcrVZg5fGAla3hwlidl6nIjmgYtWXRceC1TimYjSS1yi5LprlioLVcIQ2pcTwMCNglYpVVZMS4LKL++pMVSZ3C1YL4vE4LROwYJXj2BpdE6yKT6VwKUKHFH36H7oOmkVHADdfg++tfn9UbnlwDaSklxwBOMc4QT7VwvQ6IrTSUizdiEs2npv5NEY/ShAl6rHKQLPCMehDEhaECBxjYr/BjNkEeO+pi/NYnfzGfzLgiwuxUYLImq6lz4TmBd6RVMh6MdpRF4NxhH46Qmc8Qn/i4bM7p3Gi18Xjj7Ls1UFlhmPZxelTA/hBANct4szODg5cdgjNWg2DrTZOPX4K9VoNzWYdJ7fWMcfGVcUK2q0+5kouDi66iMMEj6z30U5UGbDZ60vnd3dCv+EYtQq9a6mki1CreeIf2Yt5T2vDWEJDbvoqjRJSNnpKB7j28D48cnoTj+2EBmClqNF2Ix0jod8YNwumM7ANMiW4MrCMXWJHVCdSp8nrTG87Sb6UFQolAxwtl7BUKSOedHHk8AJefvU8bnjRi/DQZIBPf+ijeM3NL8Adj3fwX/74doS9GLOei5VagFVmjEYDHNvXwGVLFVGQHFpYwL6lRTTKTZSSMraxg0ZzESce38Ltf38vAjY9IqxLtHRV4biqVCU4MBtPFZTZ0lZj1s6O4pOxgmM/gGfAKpsBSWkmA3SjjxCfOtk/svSwL2DVCXv6PlL2bkvsp2GnBZ0a/+rPZ/oGmkoTFeMXpzLQHKjTxxMGSw8racCgKsaM02brleb0Y7EVUJW1XCy7MeaUlVPS8opZH1otk5taAmijFgepKGLVO1u/tORS/UK0jEiFI/pKtkGWwibbJdlsfghjZTei72VfK5ldRXF+PwqzDRRqFfiVGbi1MtwKN43cnBKsEvIPMdjeRLi5iV96z19dcFB2cHU+S9gIKDXdYbmGMcEmP5OmjQqEed1VPaBWCqrA102YPRN5qKpJmWnATCDL59vSfIJVsVJhkkOafLkYjSJpMsavTIBjQLQE2MZD1V4bmY2swlxKRAMte3VcLC4u4YU3vQIvfvFLRc1KOM41nK/LTToVpNmmkmuqKfPnPNIZdvDHf/o/cPtnPoYSFU9+VTYFfG0Lou3GhMdOlSq/c1PJDYYFf7oBSmXjzT98jtobpKhUS/J6VLVSFcUxRh8+buRfdPMr8Na3/STK5ToGoXquihJQzNC08RTVHw88cD92WqfET5blZtyb1Jo1rK0eRLU2a1TQ0+2FHSTnA6vnG0S7IdDuTSsTvAK3jW+aBd3MMhaY+AwK+OKdn8cH//L9eOjuu+Ey4WRsITgedH3TJl1jZ4LLLrsMr371q7GyuioVKDxHtUodKysrApDtNZfrThi2B6zauTnfvMoCbf3dhYNVglMLGfLnQtWFU7Bqz59u4nZvs88HbZ/qxrXX6WLBKq2YWidDvPuWR3B6soz+9jrikN2WhwjcEibjM3jzm67HVZfVEFCxxpuDXs4ZWJ3gk3/9D3jzj30Yf/Dun8dLbq7IvMbp/cPv/gIeePAhvPZN34i1S+eELRckSZViImo4nScZWxPkWdG0VBaYzSflCPd/7SRe/4afwj1fO6GNh1IX+/ddjv0H5jAc0J7GR7fXRij2QWPTQIX3YoRoRP9srjUGrIpKkgrTGAU3QqFAUMgjNh3fbUNKU+Jsx4VMwwJWGT+GeM23/gt89/e/DiOpzTUQwpay28tqk2Ti1T0F+rq2UXAy9TydrgfmXjRhw94mN1IxkQESu8CqqlF/sbtUlf9mLKn1Jbx2am/DeLjqFkTpLSrJOEa/10W7zUSOj7u/cg+WV5Zx6OAhbO9s47777sPavjWs7N+n1XBW+WhFBaZkV9cxXRepkPRog+Sy+SwFAbrESjzAdVeUbwniUSQqziqrLqwnqhn0MlfYplRSmaCNqbT5TK4pDeMOSb4pSJUKBMbOOZjKv+8CqPnfmaadfD96Mts9mb0n5d62cYbroNfvixqVXzz2UrEoNgoEH3hjYQAAIABJREFUxJzrObY5Xw2i0DTV0Y7lYcRmi/RbHWpyPYqyLuq8BgLWKAKxCUNzHi4WrP7mr/ysAHHtQaiJfl4X07rKgNUpIOV+gXOCrPW23wDPo0lYWDAta1zWdX06j1nYbnNXuwB4DqzuO3oZbnjhS+AXaR3F/e0/PVh96oDn3GKSc4LP3As9E7Cacy3P4OozBavcQHDdphUAK+oG3Q563bbeui5FTQSrBSwsnx+sWigqEbeZzySuOkdnezuX6Jqld7UFq/nf7QKq1hd5omXuFoRyLRbVqliG7W5klQFX8Y9VlWm+eZX6rqrvvAWVU3/9VCqZbBx5LrBq/VVt7JgHq/kkjV7KaZLT+gPvXpf1X7IjfxqwKvM279ecV3TmbW3mC42bgZmZWWFL2vDKsK8UqM8oWH3DW37hqYfsP7PfPgtW91zwrHnV1XNyo7JDsXQRluYJUw8byUbKROIglCbA2pCJ5dGUwe9SrJqMp0002cx0ws0QoeyE4E3haKngieqMr5VXrBJuNgJHFGcs3alXA1GshiMWlmpGWsCsAavc6AlYLRPOAN04EigqRf3cuBKsEpA1isCYYJWfoYDuWH32OElTAVoNCgIFOVEyJBVfWD7WgNUsIOfGbFKQ8r96qYC5egn9QYieqBQdzFbLYA/FYRhJV3GC1ZmS+ZxUIjJbasEqMS59SQSsFsRMngrFPids15dj0uodzagwWGG5tFUkcPIhbCSkKxV8Aas0VQ980d0qWPXYGMkVAMkNG71Rd/pj9CJ2RC8KRD4LrEoHYBfDMZsP8VyMcXjfHDZPbWH5aANXv6BCvIa/fs9DcCceyhMHMa8Pyy99V30sHQtWedUmWJ2pw0v4viO0hqmUU9NKIlOsGisAq1glWN2lWPUSdIYjdOjD4HqYqfioeSmK9BSDi+1hjFE8lhJsZg032/1dilUbKJ8LrBLwC1g1wSZ9Qy1YbRQdVH0CKqA1YHDBoFFBO4Nhvi4BBoc+g1DCcwJTUX9JkGQVVXoDSkZvkkhzLCqixxMtNSZYrfr0qHVETUYrANoEiBKaHqunL06xmv7mf5ZrLBDZ+grLnkEhOg3YdZF3MXQIVEMM4xHaURseqvhCawf39jtyvHfdt45C4KA+U8ZOq4/eYIJqpY5el2NwgMPHDyGgNcZOF2dObcNLPFRoN1HyUGEfAreIXm+IeiFGI0gxF1Sx3QdOD8ZwxjFO99oYeyU0KkBFejDQw1IN1fct1dHtxdjshSiWyigXfQl86WlL3ys2r6JVyTWH18RT+db7TiLxygIWCas5j/D+6fYiyHxkDM3zmymO2Yo0vYsRcnPnF6UJXjNliVgBW8MYpckE+wLg+HIZNx9bwvP3HUW3EqHamMUHHv4Cbli4XjqO/7v3fgJfeXQHZc5EE1p1ANetLWFGkgkxFioxllcXcPXBQ6hXimhUG3D6MYLFOTheESee6ODOz98Pz6MfYYooGhlKxYnRjIWsq7HCdw2yTNmRIECdDwRZFgJ45QbgV7U5hJiu2SDNjFERYrAzaB9pfwdu2NcyGW6IzjP8rFWJnUtnBtMH2gBQN3KmY6jw8KyVuc7BcvAs0zRec0Y5ls9AJ65aetiv7HfGA45cU1i7LaE0Y93CnyxYY5WAQNCc951pgc3gywavUyA73XDrHKJA0r6/M7GeZub8mzLvZHYRwdx+eDNNuLUAxQq/V+GU6THH8sdA5ofRKMRgaxPh1jZ+6X+//4LDsqMHliWYtYpGG2hzTgrEMkYhYP5cSgAtmXg9D9zgcg7i/MXX4u9ZcimQOE0lecLvqtqZ2gVYOMnvqrbkOh/LWOVrSQmnKDk9eS43sFYZkZWWmk2CqmWoVB8LMFXlg6oG4vEEV111Lb7t278Dl11+lZhcSNAriixWy8Tq12W+5LiKPu6+/y787u/+V5x54lEppXU8JmMnGBuwagEyf8bnEJpSwWTVSVZ9wU02f2+bWlnFBY+1VArQnGlge3sb/d4QQVASv77xOEKvF+H7X/dGvP51b5J1gXEME3DKV7TKgeqqhx56EBubj4taShTAPlCrV8VjtVafM6ry6dB4Oh1PNjb3bDj4CvnzbseKblCmiTsFrFzP9fN5vofbP/85vOfP/gyPP/ggZoISSj4b+PUzAK0bLN3wFUusZuhheXUV3/4d34FDlxxBp9dFtVjB6sqqjBV7zgWOWL818xHz8DK/qcqD1ami/exbJq/Q2nUu9oDVXWdULFTy5c0Wsp29jbf32oVC1ou1AiCo6++M8dkvrmMzqaLBRqxM9LZ6SEIXjdoEL3rhIlbmqQIysn+qyy1Y9Sb4+AduxVt/4hb82ft/EjdcN6fN09wEUauAL39hHQ/c9RCOHlvGja85BqfA+IXJO9rPMBEFeNwb0H6K9wobs3O2nUgrKIGonc4It3/+Pnzik7fj0Ud38PGP3YE3vukH8JM/+0ptlkeRw3iAeMB4PkY0HEm1izQGGkbY6WgH6UGvL0rBbqcryYpHHrgLt9/2CUmsEawyQape36pMzKvfVGXJ2H8iFU+v+pZvxqu/5Vu02aFVeeV8MmznaLmfc6Xt2UadKfy892puqO3dzOdHoa3tyN9fhLRUD+aTIflxpP6M2kDRLxXRjUKcPnMGV64ekFL0YsFXUDlhc2EfX733q7jtttvxXd/9XVhcXJQqnC/f9WWxGzt6xTFNTMn8ouCB9z0FBPz3FDzpXMS4kKBSIKq8vsazAhCNJoGqPAIkijZEEFMgmNQv+Ry5Dt6iAM8Uq1rFoIkXreJiAkaU+eK36sJl0teoVEW1Kj6mLP0viGejeK4ab1YqUnmtdH2agnALWQmI+cXXYxzXarU08SZ7RwdBSavpuGbwHHHeoo89YZOFRByXXMOiKBRFH+d/WUM5x+UBzT8RWP21d75doC/XMI4BAd7aZlfWTjtvZ3tQG+fYKqBcubR2U9f10ypW89fJvoZU2Jn1wZ47+W7WQiYXVw4dxQtueimCUl39+E3t0oUFKU+tWL2w1zLjzSQuzvfcc4JVE1Pmx4x9/nSNkN9qKk3ixz3vkKvq4vooHquTBMNeF71ux1TSaBxFxeo8FavVhoBNl3PlrrjRKlP1etsyeYXjZ3/l4zcb6+9VrMq9nYeHxsrHqkU17tNxbuMwKvXzQHX6c703rL+qfLc9EIya1R6zrV5ipY0Fq3bOoWKVY8keA49R7nujjpYkjvnM+XVbGipmso/p+cg/Vj7vntOVn1/ts+zxEf7IvWW8YTWRZ/mWqs9pBRCU2Cybsa/GSyxmIFitNxv4wbf8/MUM2a/b5zwLVvdc2r1gVRWrhHdclExBh8lCcnMjvo8sjRdh5jnAqlBZswpLttOabtMPScvqOUgFrNJbU3xzVO6eB6sEczNFF/0xPexiASLRSMEqrQAYAFDn6QdsV6MeGLwB2EyCN2lnrGBVQkwGc2kicGSmWYKTA6u9WLt+8zkKVn1QmMHsLVEdoRY9PwlWWbI5VcWkiFIXUZSIN+j8TEUCQwJOJr1nqyWBmMx6WsVqs6iKHIJHC1ZFJ8RmNBasUvFDheKI/pIGrBZ9UQVrt3rNoIu60sBWqiI79KOMYikBKxVVsUqwmilWDVjlOSAwpxKPgJAl9aszXMyl2ES7EcvmVL1FGAANRim6YYponGB5voJ01MfsSg3HrvJw7IoVfPrjW7jryy1U4SEKI1lA6CHaZMkrIIrV7SG9uwhWa+JzRQDdomLV9TKwSoAspcuEaTwnpps8x1ORitVSmc776ErzKtEPY7bio1pQsEpF3RY9eg1Y5UDc6gxQoipaNrLalVjWSxMAWgU1xzIDRfEFM2CV4mOeU16jmbKLOseao+fNKlZlPIhiUr1TuWhyQR2L0tl4V8oeR72K7QbAglV+FvEeNmCVvsL1wBWwShW2eqyqYpWq1/dvPN12+uy5m1YA+K1fMaVs07I6WYvkdPDeYYfTiSibIzdGJx1iM+qg3W+h7Mzhb04+gtAt4Ew3xZ0PnEapyjIrH5vbHZQqTVGPsXEOy4QOHzuAEWLsbLfQ3w7hJmqvEdPqouSiUm6itd1GxY1RFmDqo1KpySZoMHbRifri68t7cP+Ch+ZME2e2+3ARozD2KaXHVncg3laLC7Ny3rtD+l4x2REjHXuolV3cePka7r7/BB7tjkQByzQDbTKoWuh2B6IEtipVC0kUqIl0BK5Dd9IA6WiIRW+M69YquGzGx7DTRWWhhAOzdcxXF6UhUacX4Mn2OtZbpzB2Qxw4eDU+d89J9Acd3NWO4UQp5otscufg8oU5BM4IadLFUs3BC665EleurWHQG2BmaUEC6WJtQWDwqSeGuP+r6xjFDPo148z7VJvsMEhT1Z5uflQ9JsoZm9UWA2luejUgTghWS3U4QU067tp7wYaqWoamXZjjMRWrbXgEq1IEpmp6hY3ZM+T1p5pXDUkbfZYIKrATz1QRme4umRNv0qwk2o5ro7I18FKOT/6n6ppMBSQbegOQxcpAFUXqR6ZfohtVCa/5Y+GobT84vVdyT9MsddaVV5NZVhkgd7C8da6cS4SqpnNY1pHdKKNmmghmD8BtzsKpuvDLVbi1Bpwig0puMH0xV+DmLmq3MNrZxi/++QcuOAA7fsmBTI1gN9EEgFTASHArQaR63aotj5rxczpkKRihKu9nKhlsUMyfcw3R5+h5ZcDNP5xL7Vpog2QCSWlkJb83SSeCXfo9FnyEwxDdbleUHKoS0gDXbujsh7Y9ahiga1A/UtUoK0iiGLNzS3jlq16Db/ymb0Wt0ZQ1mHNjHqpaWBHUyvibj/0V3v1nv49k0BdrIHpgM87hZtkG99l9b5JeFp7aY+PmgR6i9tzwWK26VSDtOMLS8oJ8llMn16XkWZs9xYjCMY4cuRw/8zP/GiurB9BuD6QaSJMfqljl6X300Udw8vTDKHjanCUouqhUKwJWG82FXWDVJisudKDkN2Z6W+1eT6wVgP05N45+UEA36uKWD30QH//QLeht7aBiVL28fSWpYhQ2vKaEExzPVNjxum21trF28ABe94YfRL3BZogulheXBLzaTZTAbfEBnoLx3cDy4q0A8skGeU0DVs8+d7Y73tnHMG08NFXG7H3+MwWsFwtWJ7RBSV2MUw9j401PH3jmOLptBxTfVauMUZk8Nd6TIrRXexMqTz/6vs/gx97+MfzJn/80brxBLTEEriaBjNevfOlR/O2ffgaH1vbh5f/n9Zjb1xCrrNBNEIQO+ie3BPwX9zWR8HoZSxR7juV+liS3g9EQeNdvvAdp4uOnf/47UChQMURve/XoPutLrAXyRbnTR3zwfZ/ET/7YL2C7u42UMYNpaqhVXFNVJp9hrQC4ToajEN/+Pd+Dl7zqVWrHZOZyndRsAtLYapikeLZ+2GoIxbG6puRLgc3ftXx0eg/Y5+crmGVO5mMEiiq0sfO0HTfaX4rJMYoYItRmZ+H4ATa2d3DJ3JI0gGN1ztLiAkZhiI1Tp9BqtcVqiQpwqYLCBOVSWeD0g488lKny9b0UEIjqN/c59H0N0DUWL2J9kYxx8sRjWF1ZlgSclN1Lw8aJJFoIXuGqLUr2+U1cbf9NZWqmTDONB6XnBv1U5XcK/qR/hQGrUyUrVaye9IdgA6u8gpWvKc/juczK4/UaEOjy99na4jhod9qaeBOvW520NHHEROFYFNPD0dCAJgO5Ep3HRK3HdY8JRQoc9jTryVsB8P0vVrH6q7/80yhJApLHqPcHgRH3I3xvrfTUagqNh9Tj1n5OmUszYfTZVgD5ddzGu1nvMaNQlfsnZwXANW9x/yHcePPLUawQrHIeVlOoC/v6/z9Ytfd3Bu2yIPc8ey7GT6IWHsNLxwJWqSTnHKMJ6lTECPPL++DvAavZe+3xMs+D1fy6lT/X2Rqe2S3q8VlwaGOZs60AtKyfe+A8ROW+SZtZaYOqfEOrZDy1vsgAK6snKbw4F1hlQ+CCJj0snOf7MTlGsMovCzSzeUEU5lPP373jdPc4s3HAdPxZsJpff/fGOXp+NP6V3xn1riSYzXWWH4vNQapgtci6xRSTWPcAHPWNmVnUZxp4/Q+/48KG/9f5o58Fq3su8F4rAKXzugiLpNsYqMvmTAzjLVjV2hkqVgk4WR7EBUuMgA1Y1YyP3ZRpwyhu5qQBBK0ABKx6ArREsZrQv3IsMJWNpGZKHga7wGqMiIbLDBoFSKYIitw4qlecdA4uKljdrVjVploMO2aaxcxjdRR7ELAq5uyOAN5K0VMVrlGsEmrxuOS4DVhVmb76X9IKgI2XFhplWaB5/ISwM9WSfLYwHCHiBOtQgatZGgWr9MPjmVMYIBlqKlaNxyr9OWlnQBPoinTM1g3MXrAqJZqOh244FhsFljqKxyoSCXx4LK1+KIC0TC8mNg4LXDmH7WEizcLWmtpogBlrZkp9KRFWwMmgiyCdClFCiqXZOobdHSzsa+KSoykuv3IWd98zxOf+vg1vMFLbBF5fgtUy1YGqWN2mGhEpVmbq8CcJumEkitU8WBX/V4JVaZ7DDBI9skIJaTOPVU9Vnl3jsTpTDUSZSNUzg3lVrCZYm63IudrqDOVzs2EJYYBknA1YteGyha2ZFYAtj0ocuZ58/FzFQ11KA+g3O7UCkABFlL0Eq9p8SxYuXmMmEYxyznrKaBBoMno5xWrMlkFUS3lpBlbHo0QapHEMhgSrkxTvW784sDr5rV8xd74JjIxHn3T9FUXaWO0gCoX/j703j7fkLKuFV+2p9nj2mXruTqcTkgAJYZI5CSEQZBIVRHEALjIPgggiOFz0iiKoKDNyVfCKKCCTudwAIghchqsgIMGEEJKQpNPzGfdcu6q+31rP+9auffqcTrr1+wey+TWd3mMN7/A861nPWliLe1iJ17E27gowvenEEP/ePSwNqq9ddwI3HRqgvRCg2zVQOKzWsdbpY9ijdlqAu198nsBRGnh1TpD1GClg7FFuoDDG/Ox29HsjpARtqxWsrA/RoCMsEwrRYGL0egMMR2PUKsA9z9+FaDDGkdvXUSylKJQq6A1Nt2d+tq25OWARRa1o1EYmwN/Fvc/eSVo6vn3wKAbS/jGtqVolxJAMhNg0KRVMuhZUH5yEQYyR9C+BSjzG7kYZ89UaWjTMKw4wqsSos7V3XMHtSytIowTRuIjlJMXdt1dwvDPEvu078NMPOAe//3++iSOrPRmgzYUB9s1Usb1WxvZ2iMXZInbNNXF2ewHt9iIWztqLaNBH1Imwur6EY4fHOHaU86rj1E0tYZBmahLLzZZjUkGUWrTseefbJAayRRNOl46M+OoMCpUWqCdi3cim+qag3PQRxMqI4y7S/ioK/Z5ALconlAgg5h5ZECr2p3+kmGPxwSeeWRDO43MgJZm01P2zyehAUqNDKTD0hiSWgbo2LR6D/w27Dhy/1hblkltDYbMat09ojWrrZQwcU1ZbmIQHnLSAAb1xwABsWv9T5+L0rPwRmDSssaXI2J+A8wQWHPjcrKIycxaCmVkEDaBUq6PQaCMIjXlUQAUx9cXjCKO1dYxXVvDrHzp9xur5B/Y4qR5rz2IS6lvaLfG3goqBYAamDp0UAIF0soGI8KnoGYZiW1rjCfdpYxrRlIn7uwXEzojJaWWFLP4VqWdnunUEUvmo1qsOHLXgXTpbbh/zgIRn2k70t+xeeoaTD+C5B0obVxrwZVx00b3xuMc+Hne/8L7sN5kGEfhMqYReMsYHPvRufPpTH0MwHKNSrGDEeUIGHnXiN7B880Afr4Nnq3r2qoL4zDTPwFW+h+AvNbnm5toCj6nBrJb+QhG9fldj9Kk/+zQ88ceegnFMBjHnh0PpWTQtBDh48Fbcctt3de68fmFYksTArl1nod3eJhfvKWDnDoJ1D9xkyYTfAabYatNgEZMPDzhwHNEwcDjs48Mffj8+cdXHEHf6aFRohhQjoNEj/zgJAEvoqA1ubBiutWQpBsUAa50OLrr4Xnj0Yx6Ds/adhcWFbeowyIMuBFaljryBrbPZv/11OJUUAE930+86BbBKHl+esTr5/B1LAfz/DazKNZ5JuwOP3IJt9yIgMMozZrzC+Wrzk9rPlGIhsErQ8hN//zm89JX/hL/78Ktx34vr2jsKxRiFcYBUhlQBovUCPvmez+PgfxzBI37hgTjnobtQHJdw9Jobcfia70nz/cLHPQzhYgMlFvekP+vW16y13uRW/ufbP4rOGvCyVz3emWBVCXciKFQzIlg+ojFlbFvDMzZyCvzvj3wOL37Rb2B9tIZRMkQUDwU4sZhiCfNk3PAQGEtwTlEW6pkvegEue9QjRXIwYJE65M6Y0BfffOu4g1A9OGF7ke1Bvihu25r14qpwpyKgFRTzBTfGU5PPOrIJP5rbKl3J0Z2x72yi/IKBZtXmDFpzs4h7I3Q7HayvrKC7toKwUkY9rEhmiWxfGt5VqzWtmV4G5tiJE7af54au3Sd3hf1emTG+nJZyYj4AS8eP4KN//3486pGXo1lroVpzWqTsoHMGWJkr/UmMVesEEbDqZQAcYChgVXuIyQBonRd7zYBUD6xOgNRpvdV8i7s4qN5Iyx2DxddWrZLWKskdy0tOVkb2iTouvo/XinsW97tBNGn19yQM06A0YJV7JiUAJm3PTmPcFQj9enOmwOofvjYPrLp75Lo519ZWNXZpnOOLewawOsk9d+4Z8ccb0jqpBLOdtIdfp6yomD1rhV6vlyudUMrZDDC3axcecskjUGu0f2CA1a3W6vyemUl2bKXxmgdW4xj97hq6XOw8sMqYOyhhYcdulBttW3toAukBW6uOZuvdJP5xZn6b1Z7yhZ0csJoHU/NrVyYvICDU5ACsC8VYqBsZq/7fGbhKEtoGxiqlANilw4KWlxbIz4mK5AatIM8xxNcYE9EUjsfm16esOCIMZDI28/cmyy/y98CxG7TsuoLuRIJkEs+cVDR2wKq/JsxxJiQUyztYcOf3UmO1HFZEAmDxUilXWtBa3Gg18YznvuoOoq8frpfvAlY33G8PrD77njSv4qA0gXdNiiLb7aeZKQRXh96EKjWNVaaRZLdyA9XEZWgn5l9+ZSCVmuxPa+uT2aKXApAIOVuekZlX0eV9tkZglR4sMVrNirVXU+sm4TdTE4hSAExQzVE4GacIK8aSJNsz01hNTWOVrfmUAmB1iW2o1AMlsCrKSMJKLNCoUmOVAKS1EkljlcAqA9ScVhGjKrpDD8c0jAIWWjUdH9vUeY7UFyVQSHBowM2ZDvahaXhGY4Iw3gzAQF2ZBxWp8VqxduZhhO44QqVY1vdQL0q6O46xyriBYKJFaUWBqp2BA1ar8vVGuUwgO8VKp6e20zywOk6L0gpd6gyxZ5YJIANhM5gKpcnHoo4lRmTc0kSMLTU7F2bRW11BY76Ce11UxNnnbscNNw3xlc8dRW04Qi+ZaKzOEFgNAiz3yFg1KYDdcy2UkthprI4xDiaMVR6fKYIZ48GbV3E0VguBzKsKpSQDVnm0840QM24sMYY8MWCbQ4Ld8w2NRTJWCXBTW5YRpthUOcYqEwmytPjwjFUzrzJNYN5PohHz9RKadIMeU+OVuoqmx+YZq/y8uWaz3Z4aq2ONDa9f6XVzTG/KxgFZhJICULu/tUUQWG2WA8k2jEZOCiAxKQCCfB8+cmYaq3jbH7lkwCVAbHHQfGdSRIAuMoC/EOD4YBlraQco0CwuwCdupqZuCeujIf7hC7di0AvRno/R6SZyqx5Si5XmZqNY2m4H7nYAS8N1oFJGOoyxdmRJ13ZI0DOJUA9boNhGOljFKCkjDeiwbU7TheJYrCWSSwgmc4NfbFWxZ3FWLO/jywNUKsaeXFvroMqFpFDGWi+iB5F0hAkOR/2hTMB2zdcF9t+62pGECX+XRlaMR3vpEJWg7Fy6cwujA584vfj7TFIpycHCA8GAQTLU+hGOEzT486UQo2EHF2xr47ZejHorwt12NvHAA2fjHhfsxMve8QUcXu2iXQywv13H9nYFDQxxDvUT50O02xXsnlnEju1nYW7XHiTdLm654XbceuttGI0qSOKq6a2pfmrsHAsOxmK7M4GNxbK0e6sGMrFOjZ1lyKOZKY0LJRR4/cMWkSfHvhSVxrEy+Tlr/U4oBTAgY7UnGQkCq0zAJ2BqDmSVkdsk+ZzrmUHahIVjTEnTgnVV4tiKHRPzKh6HaRrZ2DQ2lddT5XNk4Fvwz/njTo3n74zZ1GblMlfv/KxquDOV8sfO3xDrwgOuTkeR8yEOhgbOOjH7DMRRZ8OEda41wkG4Zg5hunK85jpLXnauTc2zEDQJrCYo12soNOYQVFnM4veZji9lVsadDsar6/j1j50+Y/Xc/Tt1m5kg8uHZgAo+BZ5Y2m9gBIHcMXps1Y9YFOUmbusj56AM3YQamHkJ9wYaQvZHQ9MEp04p9RNdkG8th1yvTCKA3+G/qxwa4Ml/s22T6yC/x9iqFhjb+22ucX1m4M/bwVZRPU/XZV7fAp+3RJ0B8KA/wr59+/DYJzwZl1x2pVr4yeoSc4vFvWqIwytL+F9/8zZ8/V+/hMKQ2qtlxBSP1PC0QicfebDUF754Xjw2tZM6Fq4P5H1SbomYsa/YCdJo1gVMHz50VMdIdh8Zev1BDzt37sV/+2/Px30ufgCGLOi6MUiGNLVpDx06iJu+f52167LzpFZGjcDqzn2Ynd0uYDX/sDlyeoU2n3TZuD2Zgedb7n2BaXa2jS9/5Uv4q3e8FUtHDonFob1MgIVp7kp/MpdEeWMz/gRBPxWTEzP3uvTyy/Gkn3wSdu3Zk4GqGbgtjdVJguXPdWMSPJX8nkJjNX+tPGBghZbNWv11NUw7WWZNkz/+Hm9MlTZLzvPP5e9N/vkzZqyyyErWXZFzmGw2W79B3cOUMR8fDJi5GhljSKxMMVi5rqW4+oP/jF9+1WfxAQGrnOuxMYXjsvZ+rs9RL1IB7YtX/zu+/I/fwD3vdQCPe/Il+OonrsaJ625FUK/8+korAAAgAElEQVTjAU9/AubO3a5YjsC5DcMJX84zUt/8xg8hLG3Hc3/pYdZREZOZyPU1D6z6whbXHNOq9ti655L+/fs+gV97xWuxHq2jG62bDJNzUM/vO76QJoiT1yiN8byXvwwPvfzhIjMwfrMc3WtuT+aPPrtRfsZH/a7457s1JvfWf366vV97R6btvWHWOmzTxkSu+4NkFukAxihwPSUVOSihyLZ1mUVZ4aFP8IZFYXkBcI+dgKUqFtFkleur84TgHiqTykyb0YHQ7tBp8Civd44F+lIUrEi2fOII/vydb8PTfu6n0QhrWk/VxcZExRkclnLzRGuj69jwe6EZFzuTGv/fU8CqAakCWrlHEUh02qvTwOoEXPWADPcl3yI/AWBcfC192okZDs3zbB9yDzfAvBQA/ybw4xmDfJfk4hywKj1waVIa628KyPovAlZf/z9+2Vj+PH8RMgxgF+nImQNyP7K1ybLrzJTKkP1s3Yqdsa4HWvPAqmaqI3fcGWB1dudOPPSSK1Br/mAAq6cqgJ0OsJoyv1OxK0KRGr3dNRlYMfDze158KmBVgccEWPWgo2KRnMbq1OqxBbDqY5ipgpArAgv8lNlUXmN10vp/ZzRWp1msBFQnGqseVNW8SBJ1OW0GrDLu8+fI4/UFFPNXyE/NfBHAYVFq67F1W+QLETxsrttau3F33qQbR11+Pq43trEF6fnnuG5SMrKdAavx2L2eBqjPtFBrNvDsF/zmyT/4Q/zMXcDqhpvvgdXnXzjnAu3pASnmKiuLxB5dBTaRaRO1To0JKMaq0+rjhu4njZGNGBw4V8OMzcCc3txl2aJNraBy0bR9OqMYvcjaZthOT3AqHkdo1kzfrUNGKJ2vSTkvsH2b2jum3cagglUGBp3dIQFOxphMwqztsJgSAK2oJZhswnFQQj+iU51ySEkFULOxXqHuqwHGBEFNA9PMPziZtVmlMSIUMWAiGaRYbBszpzegaVGCVlhGs0oN1kjvIRDUDKkpWxZzh/qpBAcoVc6vjQhOl1I0K2VtlgwCaX7EVJiaqdaqP6l683pJR0hAAnUlDVhlsEEDrmJgLGICh53uUEAgwUUGL/ws4gI64xjHOkNsa1fF1iXz0qQA3HrDNFyap8DayK7F9vkZjDrraC+muOCiIvaftQNLx0v4x6sPIRj0dJ5KrgsFac/yd5f71Ookk5CM1QbCgt3H5f5Y15C/TdZvI2RyYK2EcupGgFXqslByolBEuxqiXEywNqJ5FRnQARabVRlL8dgJxh7vkpUA7FlsaUwsd0YaJxVpA5ken5IRF5xIdkBaqKnGEsekadnyvhekBcvFe7bGNu6ygO1lslgJVmTaRDZnKtSAotZfnAo84PWSa6fnOjgtQAMTCAwlKiTw0vAeMl6t8U/ZpABonjWktiAC9IZjtfx95EieGXjnVnJKAcTv+CMjkvN/2kycyy0hIHpscaMqA+vxOo4P19EvsXAQ4YbblvBvJ1Zw1s4QX7v5ML75H+sI5hvo98cYjgZotprodRK1yRLoqzdq2LNvN9Z66xrD7fYseus9rCytqHVEoIxsh42lyO9gmxeDVm3QGYkrRikoIiLgWiqjVa3irH27sHL8GJa7PdRrIZCYuQBBIV4fsnY43qgFKLZKt4dKsYSL9ywiHq3h60fWME6rqICJAzAgsFpyxSAX35Dnw7R7yIvFNYPFIrEfiggJBCZjDGTwwvWA6xe1hcdYqJXxxPO34aM3LWF2oYiL91Vx6eMvQzos49Vv+JC05/bNt3DR9gWsLa9gkK7hIedtx/0PLGCIAfaF27DvwD1RPbAH0aHD+Mr/+apAGYLQvQGNFBKNg4Q3S+2XBnxtDKT8axmThrOCbaDpWPqJCdugK3UEBFbJKpQGn42/zA/KSQEEUU+M1WTYQ8E5ArN1XaNIoK0ZuHHumFPsJEltk9XtgkADOw0QNoYZx75muiXjZA9SMlkft4TQVN0oCSI+tXOjDlBg1dm1K3pbB34HNXjtWpgxkL6J8zoxTTWCcpK8UBu/gZ/lgLq1jvkacOxpImTgKdc+aSwp+eUkJZjIEcJ12bGRpOdHE0Kv9Wetlro3gsGrKFVrqDbrKDRbSOttpPV5BBWafxhTmutATPOWwQDj0Qi/etWH79zEzr3rvLP3ZlpxkgCoVEwXKqKepxVJuVwJdEyBQT+SJjjfG1ZpNmQAK/90B2SWp1qDQhYp4gS9/kigtuSBXCcL1xImttzHaHTnjZ74XQTgWISIBiNra69YkU2afw7EppQHnycQSWYMGeieAcF9nAm2BzSV8Oi3JsZK/B4VPpDisY95HJ717BdjPCpqvrDQMDc/h2/c8G9471++E9+79j9kzicgo8BkaAKu+cQ/C9KdXIxP4FXwca2lHoD1YKuub7GARr3htFJTzLRb0uU7duQ4SsWKWJ8ci5RGeeQVj8TLfvllGCYVSZlwpI5TgtEVHD12HN/93jcQRQMUOfdrNTQaTWzfvhMLi9un9AzzoN2dBVj9Z/h+rz9nz00KIgIjGBvFMWpzTcTjEd70+tfhq1/4ogE7DvRQq6MDGQwAsXXUmz9wn1QXU64ll9eOOpBPf9Yzcc755+ln2ZGjMSTgXDvvpizTSUFkssacKkHm1CCreiO4ecrvscAgh71Mikj5CTn9u5tkdHcwe8/UvMqv7Vkc6Irs1qkwRYTUERDcpKEUi1VWzCrg/e//J/zWb3wGH/6H38I97lkzMFaYjI8lgX4vQRxECCspbvjXQ3jTb74H+3ftQDk8iM9c9WU87ZXPxE+87KmoikFNEMCKLBZWOYDRgX5v/e2Po3nuNjz95x+C7123hE5Uw8X3raKkFm7uX5Yb2AGbIanWcUm78KgKAvv++j0fw3//nTdipb+O8biHYsr93swMTWvVFwq8vIjFcQQCn/vLL8WlV16J7mBogLNMDi1J93uGZ6Nqb8ntY0ZMnW6d1ye3qGdMz0uXtOfHg/vgVgUR7aH8bidToGNxT03/qB2Asf5z4LAX87dsbuo1fxhTx+iugw0D3rvIjKUKJSwfO4Y/f8eb8Iyffwoatab5WSg3IPjq9Es8kOpykzzAqW4gRyQQa5UbnvKnkmNdm7mVWt+5Tjj2qjFZjcXq2alcY/x6vPHvrAiSaycWsBNYOzyvw/LyknVLeEKBYg5r+/WgEQv3ZqhosYd0vWnyo25Ie1/GdsuBMRNwzPKAV73whae9f/MDv//bv4J6nQVXq3NyVpAR7NckfrcuqUND9foUY9fHOrl1S/GJzS/NTcZq2T2x+eWZqgawS4wiA2i5XzfnF3HJpY9Coz3vCtGMhexeTj2mmJ2nm6dMGOQnr+ubf9dWK6+N+s0nqBVzJ0c9Ma86XWkDyA9C0lvjkfLPQa/jzKusMCxd6kIBs9t2ImzO2nT0OkcZazWb3K6Qb2PypHNz61L+rKbmsWL2iTGTjV/7twc+vXkpAUVJQbnWf2NhG6M1r6Wq7s6xyQOQ1W2xmUkF+DiNBewpYFV5sDNndjJPGWOVLFd3TIrCnRyHUfAmY9SP1fzfW00o3Wt3sbL4Jrc450Fb5T9ZzuQMXl2crn2Ax8bCGwLMzc2BOs/ROFK3M/e5mMwddoIUivi1//7GM5rjP6gfugtY3XBnPbD6AppXZbp8Nn19RVUtGhnbiBtSQXqbdIsPyWp1bvLcRL0enaqQG4BVfitBN7q9k91BFlu5wLbxsgApJkPdUYIOKXzSKQ2tnToeoVENM2CVL/MhwIxB/QZgleREJldkrHInEvOSiSMZjk0Clw5YLZQwYpVSzvBk5xJYLaFGExyyAsgRI7CakLW5ObDajwgiJlhs13hyWKfLe5SiGRIMmgZWKTnKVn1S6bs0CyKwqoQ8wIiswUKMRlhhU7gm9GA0lhNrrcJAxIA8v7BS+q6khMSAgm4UYb0fCbQisErYgtdYrxFYLRS04BFYlaatgNUERzt9LM5U7TWyS3QvXXuxNk8DVldH1t6+Y66NqLuG3WeHOO/CglxJy8Vt+N8fuRFxZyAWL8cAQcpWaIyKlUFkwGqSYGd7GljVGCqR+RxkwKqATjIaaRQlYLUgjdXZDFiNsEJm6jgQm1HAqrZSB6ymwN6FFvqDgfRQqXUbMpl2Rie+bYBJOsFKJr0EHjywKqYdQYm0KGYt50G7VrLziVOsjsZTmn6Gb0+AVdYWWP0m40DAqnPddniuY2mdDKwS8K6WUtTLBjaT7UwZCYJL1LklSP7hw2fGWE3e+cf5gh9p4ALbxgkNX0ooSPJiiLWki6VxD90gwfpogGtuvA0HBwO0Z0N85TsHcXgpwbhWl54qA9davY5BL1U7moDVegPbdm1DlEToDfpKZNimtnZiVRqLav9UkG0MhG6nqzZkYlFq+XUgmtpleB/GgYEWCvhiSQd0h4TjGdxbgK9knm62I4jVStMDBokELkh7nikFqFbLWEm4LpCdSzMA6nJOWOD8OYKknDssLBDQJyuPwT31yshuCwsVGe/pKIUEUi2wgJkicM7ORZyLdRzpD7BaaoECc6/9tZ/Axz/3DfzdJ25AUCmgxnEyHuGsGvCws+dwnwv24fx921FqlNVqObvtLKRzsxgcOYbrv3wDVtfWUaREQoFs/UTGFAQjNdKVs9k66VvlyfTLDJU821PtoJXMSXlMJkfYQCFsIKHxBIG9gKUxtrPbdymxYKIsYHUNGHat8iRglLqzFgj55NSYEgb7+n2j3XXj1AE3FujydWvD51hOxQxlxc5JAfiAUmDqxGBDrvWuUl1UIun2GQeK8jdjGV45J2Nv1qPv47EySzH3dqWbWjSZcHD95PkrBdd7xELXqdqeYDGaN/cg+Gyceq/DaiuPsaw4Xjnu+PDJzDClMWGKQhii3J5Fsb2IoLGAtEjetEt62JpFo6PhEHEU4RVXX3Xa8dfd9u/JEsRJe7rXVOVQdZqnhYIC6l6PRhzUyquiSJa3Y45yLg1GkQpj9WoZtTDEWqcrwyW2tkvJN+Y+U0BYrhhbepyiR8kWqzYZ857MRq6hI9NszZJBL4Oi+wvU6zXNs16vJ7MariMCMsnodyxWHzBzzOjaukTcJ2DerfkBD3gonvH052J+cYd0V7k2fflbn8ff/fVf4vCtN6OUGjudRFgWW7XEeC1Yx6bSWu0Sa/6WB5t9SxtfM81Ytv8bw5ZABKVOCCQyeS+Vjena7w5UXDJH7AJGgxH27t2HF77whTjn3IszFpIHVk8sLeO667+GUdRHuRzK3KlWbWD79u1Y3LYDQck0STeCMqYjPHlsBdpoJLvW5mljD5eKunnGAjQzw5lts/jMpz+J97z9HVg/QW1NA5jVZqs5aK2Fnp0y+V27TzIgc1qIeWbwk5/607jysY8RiGFGLQRXXWJbuGMpgPy5ngpcFas9n2TlTFo2u0amGzid0ua/f7Pf8tqrpzNhzxRY/fiHPyUQulatCnQnK50ayuza4vXL9CwJSkkPM0DAAi4lXMSOD/DRq76I3/+9z+Oqq34L59+Dloom+2UOhlbQ4p7N+LleJROihIPfWsM7/vjP8eXPfg0rnSN40Pn3wFNf9Hz8yBPvgXqriKAyuWZZMU1PpXj9y9+PvQ+8CD/75Ivwfz97Ez7z+Vvwopdfim2zrkNChTYPilrhTd+hDc5AV3bC/MW7Pojfe/3b0E+oMzsExjSfpPEnwVL7LVunJwANY1ky83/xxS/GFY9/nBj6BG79+u7nQzYvNFbct206pzZ/fbOxNA1e3vn5uZmWa/44N/73qf99MiC18Vin5oe2sEi0cQKrK8dP4F1veyOe/nNPRrMxo3VPhUm3Zk4zVE8GRqaAVbe+qogVeKPHaf1VMvI9qJq1CTuplbzuqme4+33Fz8s8yEh9br9XeGCVxTsVO103Tx5Y5b7n26AtD7Z9wACkyX+fClj11/I/D6wa6JQHVv13bwRWuX7m1yXPUM2uiQdhPZroljiB2bkuG75fBRpJm02Yr7wmtfYcLr3sSjRnPbBqa8TUFDmpXX4rYHWL573kRoY75FfU0wVWt4JVT16l/1PAKoFCGZlF8oMY9Dvorq86U1mOGTNRbS/uRHVmbnNgdQNj1Y+vqSKVC1r93Ntsr7cONctb8+N3U2A1V0zwHULcizeCqnlgdeNrWwGrHBTUWLUCvsWcfC+7Vfqum0q5k9t3NIc5hl1st3GP3Wp/zwqkZrWwaecOf1/X0S2/Hli1a2RxFI/NFyx5DRl/87sJrFLPWOsCZRTUGUDCG/PKBK/5g3eczpb/A//eu4DVDbf4ZGA135riYDuJWbtWeDE3A7Hxhikd3QmsGmOVFUmOYQ7GKWBViyVfI8PENioGekzOJsAq2Ul0YU8FrnKQE1iVZmc0RK3KVlyI6UiMjg+CT2Q8sK2aAKkYq2ylL5LhN1IbvxzZ2RhPMxxqZTYJXJIlmCIulO1zMqYy2QOaLlXLJVRKDlh1WpkEV7kh22Zt5lBs36bJTjlIsEBgVaZM1HtMxDz1wCrfw1+vV1IBq2wh6CaRAgxW7qVbm/LfKVrVEBW6J0cR+mr/KBpj1W20PkQju1FaqFsAq2yO5QJH4KRLFiedMCnPUKLjfJFIRAasLrRCaaKyFYjXSK3wYncaD0KMVWlIJtg+18a4t4bzLprBPS4OcfzYEnbuuBs+/rHvoXO0q4WHixYB7zywSsYrQa4dDljtDscytKKsA4FVAvRkCjMY5v3gteH3rPQH4rVVCazWqmKsrkeO7ToGFls1mZwRGuJ2f4LnigC75siq7GO1P5axVbVIoMRVqTkeXaWdrFfplglYJZvSABJVqNOSzMgY5LTDokzKiLasyRWR7F6vI2PVQTpwszWKYDbZxtR6JdNRkJJYFTZuuXAzCeeNpxyD1RE4FwqolVMxVsmY7snYypiKGsv/CWA1fScrbC6MEHBG1haB+1gAEwW6o3SIXmGI41EPS4M+bl1bw/eXTgj3OtLp45obj2MUFLE0LGBtpY9SJUC9XkW/R3YtgdVUYEZjtolChdcVYsXVq1UMOz101juqAnp2HJPDTm+oQoOATgYpjuHO9kaHraJSDtEge73bMdYhuBYYUE/ZCl5fst7SoCzXabGRxTK1YIOMOwaLBHC4uXLOq/VMLfTWamVAYYJqEWjWqCEYoEPWsXSRSOaVmx+GHBvOQErVS64ZaYwds03sm+1he3kRt6+10KyN8cRLy/jCt4/i09/qiN3DWD8sRHjkPRfxhHufg/lWE61mDY1mEyMO8l4BK2sDULPg6PERji6dwEitdyWERIPUika2pLVqG2bp9ES9huoEDZwwOGPOJTIyx0jI4A9rKIYNxKWaQEG2m9l3On1VVW+pBNFHQmB11JM2lCVxZQPGM91UJsP8Y4xQP75nu2ZZpeTAaUhzlHMd0i+xkaEwEvPBpABMt1phkoBWK5Ww2OZZowSDOOM8kGSSAXasHtCcbiviBeL4YDbBuei+3++BTnDUEgxigh5YtZYhgagqLrEIQgoCQXkaEvjWICdFQKCYjFkZozgeidYXMmk5xsaIOd7qLZTmtqHQWETA1k4X9OlzYsaQMRPjV/7x6tMOxM7es8P0o3NJL/9tgCa7IUw3j8Oj1+tjOKAhlGnmcZ7wb76Xa2Y0jtGs19BqNmSS0iHz2xkRqWvDGSNy/aO2OZ29Dfg20w0WNrjGqYvEJWkerPS6r/44aRJAAJEaXGzX5DFXqOHJTolc26VBJwaoG7Dn2/eLqAjgLaDTW8eFF16Mp/zUz+HAgQsQhk184ov/gA++76+wevwoCknJYhQ5nTtmXM6dNgNwXXLCc/AJvf89ngfPgcCpT8QFJiNAo0Gd9REGw54Aa64pfYLljEtozBIYqH355ZfjaT//Qq2FfPBc+d+UNvn2df+K/qCja8DvqIY1LC5uw/adu1Es104aF75ot9mA0Rj2RYYcU86zPCagioFS/hw5cmuNOlbWlvGmP34Dvv6VL6ljgHGPf3iWmI5fTBcWhg1A98k9XzMpFdv4eM2YYN37/vfDc5//PMzPzztGNXX2KdRkpql+Dcn/Vv5c8ud0KmDVijgnP/LHPv2qkwfJPXlHv2Utzye7vJ9qAp8psDrbPl8AKgFumas5p3QyyzkXKR/BcVOu1FBmQY7zuz6DIlnhxQrCUohbjyzjppsX8OlPvRJ3u6Ci1nMPrCohd3NjNByjXPYltCLWjo1w9fu/gg++972IxgPc92FPwROfcB/c+0G7UJw10yR/HTwhg0PqNS9+L+732Ifgxx+3H0cPR/jkJ2/Co3/8AmwnRuMkGRKyJBUXcT89GVgd9UZ425v/Gn/ytvcgEek8QhoNMBoPMExGCJxDuxXOJi3+jCWH0Qg//9zn4gk/9WTJa4njp4DMAbG2qdnoV8Bxcku/DUi7o67ONiG4+qR+CwrrZkBmnjG3EdgUO3Wz78oYuROQ9lQgqb8Om68LWwBV+u2Yzr2STFpbXsI73/xH+Pmn/iRmWm2te1zrptaVDWZV/veyNcCzI3PAqkaVns8Dq6Ypq8+5YozWErFWWYS3QnyererXGv6mdRFOAEHJCqjb0jIk7i3UiiZAwjzOACwjVXiQyHdH+L1qwsSbsP88cJUHsKYM0YAzZqy+7ndejlqtIsYqu0J0Xq7YsxWwqq5Fl1P4dS2/vuWfM2q6MVa90WMm2ZADVr1sAD/La1JpzuDhl1+J1tw2Z3ZH8Kk8oQpmoGq+gDBdTJiMw63G3ibvd1IZCvD+ix4i1ZzMB3UF/81/xFjk7vgyjRK13zqWI4kejIPIWF07BbBqnUy2kLjvO01gNX+Efkx4IJXsUY1LtwYyVvLFz4y9qmKo/Zlq73fM1Lx5VR5Y3fQzzNdcp6EvRNwhsOrNgV1niuIryVr44tzWhc38uWf7siNKbLpmuuvshyf7x4z4Z3I/Ap0zxqphTh5YXVhYELDK91Cmy86PuJf5+bz6tW/9LxqRPxhfcxewuuE+bgRWvaGEf5ttTpsAqzG1VguoFNmSTwaYvW8jsGp6abaJngSsltiOmUgKgDgTE4xeZOCqB1aZno+GA8faJHPPtU6zMsLuZQ+sjiMBNCUFkQH6oxH61MaQFhDb1phMpVholuVCT4mBJDCqN3VECaySqRGWCW4RWDWAUQ63semMqtKpNhgDVqmfwuPlOZD1KakC6mJGBqxSCoDO7j06SQYlB6yWpf/Wo1mQGKsEm1MMCLQWUrRrVQNWc4xVgr0bgVXTWLVEVqzUcYROnzqtxrojI9EcnZlwjgR5kLnJxIXfx/bb7jgVY3W2Xtb1ZXhMcFfpkwABAzsIbq+N6HRPYHUG8XAN933IAi68eBbfue5mnLXvHHz204dw8PoT0kXlb7KFtOkZq8MIa7S33wxYTamxSrAXGWNVhAXHWF0dDAWskrE6lwNWV/oxRuPUgNVqQRVD3mtKG/DvnbM19HsEVmMBt/WSaSZpg3GBMselB1bZvsuxVFbgbveZ43t9mANWOeDowBvZgmxtsAY+8/0sFNi1o0REJM1dsgF9QO7ZCB5YlRRAP8HIyTnwfpKxWqOxWxBIt5RsJkpukC1MgOeDhwzgOp0HpQDSd/5J1hlmgQI3GY7BRMZL0hwsJ+gEfRwerOHEYIDvHF/BbavHsGNhFl+74RAOHhsirQS48dgAo2GMYjlQ6/+wj6wNuT7TxOy2eSU8DApHgyFKQRmjXl/mCwyUJRqeAq12Gykq6Pe6GhvS9jS1TPtbIKtpKtIdm2YQo2Ffn+W1J8jIOcsxz5b/sN7AOnUq47GYpmSrEFGlvhzbW6n5S6Butd9DSs1UJXITUIHgIcdilVIMpbr0lzuDPmrFijTGutFIkhuci7zn3GjlapvEqBUSnLNAeYISjvcCzJSHeMGT9qNRnMVbPnENhnEDvdUlPOCsGh5+z53YMTuLbbUWdjabAl2O9bvoHulidXmAzjpZb/MYUBepRH3nMSpkN4o5YeZr0mLL/3EAjbWgT05LAceYoIXps8asHFRqQFhHWqrJVE/JklrgvWiptTEVRn1prKbUWJUnJmNGMlZtPbcDMdda6fw5Rigvz3yPSsnG3CxJc9TmiAGrglgFRinQkUCSMZcy462MsSqOpDODmoDIVot2DDyCz/lg2fV7ifQkRqpLPvQ8NfZcUKtEzcADM2k08LWc9l3wy2TNDCIIsNJwiACq2B0C5Zmf2/mQMUvAl0VDrl4TmQIrSFLqJSmHCJrzCJqLKFbqGrs+kRbbwLkN//JnP30601vv3bN93lXf3X4tPW4PJKcosWhVZMFurGIH9T+p58YHGasE8RhIsx2fBYC5+QW9/9ix4wJdG42G9i2LB+yPgs4RWZvU+7Okl4APgfrM7En32AJ+vk5wNw+0MYDld6+srGB1ddXp8dncHTpNPI0Jp3mn3cW5OfO/1SIa0DGabNRIWqZ3P/9eeNovPAcXXHAv/M3H3o2rPvoBDNbWkFIfmEY7vpjkQAyfsPv5pN9yOqKeHcXjl27amICTMTf5HjF8aBI5ilRk0r4xIuOULELqqUcYDkcmuVCuCLjevXsPXvqS/y4nb81PE5RFvz/Af3znq1jvrAggI5ARVqqYn1/Art17NWbyoEY2/nOjZXMgZwIW6RxdMuI/bx+fJHwENhqtBj519cfxrre9BcVkJOayZ8P739AM5DhjfOQkHqiLq2vi7nXWhuiK7XxfuVrBs577bDzqiivR7fWU7xMs1CNXfNxqEpwaTM1/asLmyoOfW3/eCjz+9a0B2PxvTDP17szEfeRlD70zbzvpPWHz3KyP1TOaNB8yNyRCIjShY1xiHT8qCgUFVAIWckoYpgHasw/D5/7pNThwLjsu/ErqAU3uAUXEkelblypc22x9ZkfSZ9/9MRy+/mbc3rg3Lrn3ubj3febQvmCbAZp2UG7tNBmWVz3/r3H5zzwYj75iPyNQfPf6Y+iOirjPRfPuOnO/5/rB37e1wY3QjLHa7/Txx3/453jXX7wfCTfoNH1mJtMAACAASURBVAJi6mEOEbHzxoECtk44wJQFJnokREM8+elPw1Oe9jR1gHG99ol2HpjwFzuP4eTnUsaBc8wqv4VsmdCraDYNFk3euzVrbytg9eTfse+2+bw12Do9x92tIXi6yUPXhfEgW+hRRndtFW//09fjZ5/yE5idndV6xIK1kQTc/ptpqk7Pg2zuOGB1I+jn/+0BWANUrd1fxlI5cFXr8waZAPvcpIijNcetRyb9Y8djRbgUS0snJM8iEo32WjPjNWDV9ieSWfz18ntWnt22Gaiq++LyQvv5AGdqXvUH/+MVDlg1xqqOX/PCg02Oyep1bR0Jxt/KPFt14xq21fW3zh2TdUioxSwd38m9JLBarNVx+SN+FO2FHU4D33wHptn9kzj61IvbaQCr7osE9m82XvMViju7om7xGYvXNnswf7DYNb9v6N/OvIodtSSXDXtdB6za8Qq8KxQws7AD1das1uMsxnZzd0L0zel8us6tqYKdOrxOPr5sDfNjmvG/Y5Xn2aoZsOpizClQlSCrM6ny8gD+da6tm0kEnIqxStzBM1Z5Dp6xOhQpxOfXFjsZY9VicP/IX+et92q7X5vHMpPrlCdaKHfKciY7Ll0Xb5hLEpM6rApYWFhUTMz3szNC5+vAVd7XF7/am0Hf2YH3g/2+u4DVDff3VMCqOvuceHbWoqKkw3QkB7HTSFVbOjEQC9M4gD2bzwOrCrhkFMSNzKQACESVEDspANP9mmKs1kMZNgz6PVQJ/FFLcUSg05I6tgJb+3YJY4opC1gti6FIYHUQpVrYmBSzysBpON8oqe2cOqgEOwnCyMXdA6tMMsslVMs8PpqBEMhl1cL0Oe13yXajDlUZPf4mYgGrXDmNsRqjUSoKWCUY2RtFDlgFas5Yg27FstIRYzLAgFX7IMYM27sKNL0aGWM1oJnWJsAqkxHnbMnv6TIpHpChFKDOdmuQJTNhrApYJVIcpMZOTYroxgRWe2hS37RaMcMuMZAJIpgFDBcWkwJgAm0aq4jX8bArt+H8C+bwrW/ehL37duPrX13Htf9yRPeWgUBYJrBKY6IUK30HrCbTjFVqrFIKgL+blwIwJp61mqzRYIXAKun5bBstEryOsDIk8zDFtlYNbQKrCuwDHF0fKLHY3q5h0OtJi5VGUDUyVkXI823FlkB5YJUBpbR+HbDK+0xglRqrXGhbZKxKfzXA+thaCDYCqzK/8oxVD6yqDdlmz9bAqr1CYDUksFq2e9ChIZR4hk6DslDC392WE+C/k2u1Aat/6jZ2noGJChOISOORGNTUAkxKCZbHa7h9uIbl0RDfuPUIjg9WsTg3g69edxDDUUHj4PojHVWsiyWg3gglBWDi+mx5rmDvOWehM+qptZnarWkUyRCj3+upmMAH5129VkezvYju2pq0JcmgNcaqohLb1JwBAyUEeAJGKLa5oytKNhiZVKzEFsg5tzZ9BosjboiUaGCQTqZZAWg361o/jnd6ej/XIVuXIq0lLDpIjJ5gX4mFF7p42ljp8/i8yRNF64UyEVhN1Oa/jQz4eIi4GOAB587iFU9/CG65YQV/+el/xw3DAoYnjuORF7TwgAPbsaO6iPbsDPY2qwrMbzx8OypDYOn4AIMhAeudcornaXJjT9lu5EKJLI2SWLyFF6rCCow2oFKBn4vEYumCmnlVQmC70pAcQFKuCOjk+OS6oRnvWJdicRNY9Rqr1JVlQE9tSqevlekiyRzFQEvT5wIWulyLTGqhpAM2Iy2vtcrVvhzQ1MbWP98CSp1t7h8isTrQ0uuiEVLm/uFs17LRz7Z8teS7RDYfTDFg9qxJr1Nt7FqaFbo2ZGcKQvC4wO6LoKe5Ssaq138yUJjmX6Z7rVVfVW9LbAcitLJAl2ovsbWGfQomlhexEFcKJQOA2izSYjjFm1DypPuZ4qX/97N3cmZP3rZrcTYDAwX8uuRXEC/XpRI7TRL0BkMV/riHVYmayOjKWtvZjs9W9rlGDY2ZGSyvrqs1f25u3uYjtVPLRZTJ3KfSbETQkIE3pVRKYl0ShJURyGBgrFWa7lm1LdPbVBGKhbdmE2Ss8n38bYJuHtBkksviIh/+8+Z2bgG4B2qNkWtmiwW6mrMLYKWDBz3wMrz4RS/DRz71IXzi4x/BqNsVSE5t34ADUmC5JTOeBeXHj09C8oCrB1SzbhzHUvSyBQRWvaYo1xLOJ1MOpUwKZUW4Jwfo9QfYu2cPnvP8V+Occ86xfUFAAOWVxrj2+q9hafmYpAA8sMrrv3vvPpQqjU3HxUYpAP+mzUBWy2umzR4yprhkQ1IUWICKx3jXW9+Cf/r4x7BtfnaKjegTPn2PJpcxce0+TZho/C0vAeCTM42zfg8Pe/glePGLX4xKpSbweWMLq1aMO0ic7+h1sRPz+oKbyAJMX1CnG51jgN3xRJwGYvPXfqvjO1NgtdrYn3VXKBl1OpfWWqkZ5go6xvi3zo2KujQKaQ2VoIphmqIx80B85Z/fgP0HfFHMfdbFfOL3x9QMHMoJPklKOHa0i907Q6xe8y28+VXvwLcqF+NVL30aGsvX4bzH3QfFWmjlL9dZxf0gGcZ45Qvfhyc+61Jc8uD9SJIi1le6uPofj+Mnf2IfanUrVrE7yT8cXKfvEluPHgFrHbzud9+O//W3V2GsOR7JbFP7RCGRhFUGBKhg7HRWEav99AlP+Sk87TnPMVkxXqqMJXYyO3QzwFTzKKe/a/PKAzGTDr+NY4W7xFZzcNM56lt0NnyRX6c2G4sZCO1ePBXQuxmQPDXPFHONjdWIEgadLt7yxtfhp5/0eCwuLm7JWM3uXW6+5oFV/xv5QkV+vmfgqi/KSGTUxrdfg1mQ38hWFZg6xYSdFBX93PMKI8vLBFatq8oDqRPw1J6j7qStadPa9aaMNAG+8vfDA6v5e3OmwOrrf/dXJVklczp2VjDeVVF4Ett4KQA7vxwpwIGtBpLmTK02mIvlr5nui2JbYxCzE0evb5ACSEolXPHIx2Fu207HWPXAqnaTDcPyzNilVoSYfNbmoX33SSoDd7Qo5ws8m713k31l41lMfSwnDZQHOwPJAIxNGonseAGrq4rFPd+Yhq8zC9tRbTpg1Wus/pcDq9adJ1m0OwGsbsVY9fu4X08TB7hulALIQNuxAyczGQJ2DZtWv4/R+Fl2JDGX0l3V/HJFac5xZ8SW36s3W1Omb+UEWJ2WNdqwo+eMsdS1l2m8WmHcgFXnH0SGr8whi9KCVxekAPWcka2TFnvGS377jkbhD9XrdwGrG253HljVoPfBsnufLcSWINiiYm7x1I8cjI01SgMraTi5Nk8OYIJO9l2uPVQ7nDFHvRQA2x3I9vQaqwThemMDJ1lJpFlQMQzR73UE1BFYpaYpW+05IQjmUme0TL2zDFitCEjrEVilLqWOyZzqeTyzzZJAEIKfaWAJhE+GmVQQfCSwWquw5SqQI/GAwCrlGhV4OLCZi1ihrOMhsLrggFXKGNDNvEowrsrkOwXb3skMY5t3nYyemBqr1pZEKQAGwUOCRcE4A1YlBUCwiZ9zGqueIaIwmO2brtpDILETkbFqCV2jIkssAasMkTIpgBI36FggNYHVXgIcWe+hUS6iEZKST/afSSL4bU7AqmesRgm2zbXQqIzw6Cftx7adRXznmkNoz9dwy01FfPHqm1zQYsBqu15RwrjUGwjglMZqzryKUgDUMeUYIou4WbXjNo1Vjp8A66MoY6zOE1gtxDKvImOVgO9GYPXIOhN6AqtVtbyuDwiYBqipfdcAh2nzKmoExjKc4TiUfAJB85gawtRYjRywWkBdeIJp0/IzHONiabsF25tXkRVBKQAmyrw3yvpVWJhoUMpYLI6x2qMJmgHg/Gm2otfKbO0LZCJDppuAHLXAlvC+W84UWH2TA1YdwEsgMuG3MyiglmgZw2SAo8MTuLVzAjcvLeG6Y8uozjRxZGUJtx1ZQ73WxHduXcXRzgjFoAJKdFLfrd8l/GlmJWy923vBAWkuMpCtlUL01+gub4YoBvy5+VsqozEzB2okcgNnkBLHPD951ApkYoBNlimrh7zWBDCK0sskKGcGA7pnbKWmVmxKtq8xFeQ+zkII2/VrFTESq0mCXXOLWBsOcMuJJRlEkS3Gn+LYoIwIJR3GwwGqZKrWGuiPaZY2cICeoF0x1skESqkXJtA2QKWQoFoo4aFn78VDzm2j1Oziw//vIK6/vYe1cYTZagn33tHEo+9xABfu3ol6q4JSPMTx24+iP+xjd3seh491MeoXESQNmfY5GEkJj8BT5xnhA07lYr6FnkmRmJ4EnA3K5/8iaqjKvIpt7CWg0gLCJsYVCoaYLAbnqdgyxLXdPDEpgFWkw57Olyt4SQUPRa6uE8EkFKyV3lj+XD0Wepwf/HcgNrkCeM5q6R7x/bzWTGic5IgkW/jvifyF7ol0kQ0c5Z8hr7s7X807X+gmQGsb2DRgqZMigGoGgFw3CawWCgm92rSncNXhcbOdiysmzQjNjIvH72QXCKQXpNKEOOH15LuL2hPUaZFwrWeBjvPK7xU8IrbfU6ebwGoFQWMeaXUWiRjTvo3YKISemfKiz3/qtIOyHfMztic6kw8Gs7ZPmFEkb4a6OAaRrmO5WJFGOffsai3MwFAFle0GIpr0rXZQCquoVUJEoyGqZRoqsdXYNMDJvqSpgfYxx7DkPZRuF4siND0YEgCZrHsWqNK8ryymKmUAlAw4gNMH8EMCda5tzSeyTjHLgnPXwu9BZMYZBIg5xsYjBswB7ne/B6JfiHDN1/8F48HAFesofcGFwy6x/12foPPfno3hZQC0B0YETo1Rx+c9cC291XJZjA9OIHuNxdpY44vdLyoypwUVlvj+Bz3oQXjkE35BwbtPHwkcjJNUwOrRY4ck0+ClAGZm2th71n5Uqq2pceGv5UQaYyuG3ORc/e9taV41jhHONHD7wYN46x++Ad+/9hrMzTfVAaD12AHk/NuSKy4YFuvxGhlz1QxR/D2SNmOaig3NZGUUDWWE8yuveDnud7/7a5+cACET5tAdA6d3BL5O2mS3mlD+Nwx0MimAzX6X8cFmIJnpRZ7eMZ8psBo2zsqYeFnbsyRsvCOLxRk6fhWxFAUCRe6BVRTimvbImbmH4Cufex327TdWpz1yhSklkglGA1sfb7puGR/70Fcxu2sB59ZTfP5LX0OyeHdcfu/9qNzyZez80fvjnHuch7RInUaLc7jWDta7eOWL3odnvOwpuO9FbZljBqMCPvDR7+PBD5jHvrPrOtZoxDg7RbU+MdqRiZmKUgHWltbwmt96I97/kX9koIh4PEA6HkhiJaB5ropb3ojIijMGeDF2j3Dlj/0YnvmC5ysGt70xD+BMz5mNHXvZPVcx0T8sD/KPrcBMyRW5NSY//rYEPzcBVk8LmN3wW0aNOPmx8Tuz8S7wkPJQ3K+LGPX7eNMbXouf+snHSeeZ65H5aBizUWvvJgzzqWKGc6rnUfjPbPa3Z6x64E9FA0qXeWmRPMjqnttYjFHhd+qPFc242C8tLWE08sAq9wcHprj1XmuZ72jLAau6eq5Qne1DuU4heYhvGAtnqrEqYJVSAAV2R9h4MybfVsAqr6mtSxsB07wB1cbrnV237BeccSC3Ke7DynHt2nNNj4IAj3zU4zG/ncCqjRFjrPrdJJsJmwCtW62808+LyenWopPmR64Qkv/UqfaHzdidfgxO/XK+tX+LQ91yfjszJ5IepoBV16VrESXQmt+OWmvWDHvZReevnMgPds21bDpQX/PLzZfJ+mOM1fyx5EFe6WM75jXjUQ3bnHHVZv99KikAD7xuBqz6+EjA5B0AqzxGz1jN53/KoZSnedLYZBLl76uXizn51pwaWPXXSddxwkTJgFWPBeSBVV1D5vXFoiskkbE6MUbUPNLAKuJnX/ibd25g/5C86y5gdcONngCrC1b/kmmHS4SkyWLtnEpIXXumNFbjBP2ICRrbuA0I8m6DxlK1LcGSYN8iZCZSbH3n+2VgJaYgW7CtoWkwhtr9aRpVD5lckEnTR4Xt+cWCjDXY4k/GLPEUgiBkmvnqA5kzZJuSJToYkrFqwKoPttqNkkAQ6bfRzVQaGtYezgA1D6zS0Clia388ngCrOhUyVsm9KuizPPK5ZlWMsu4wFhDL5Lylaj+NPQhgFSUv0OD/8TklvmxhN8BvJNHBBDNVShkUlWzwc7zqNUkB5MjyDsSolAws4Hv4fes9Jnc0gWIbounYis1KADNJxMbju0MyjtICiHUeX+sLEGtVy5ICkCmWZAC8EzcEYK6PUgHG2+Yq2Lu3hCsevw+NRoqDtywJaO935/CJD/wHhgMLWgjeGrAaYLk3wrKAVTJW6wgLiQyITnTHAn3ofWCMVbamkUnJcWNgYpdjQcZCAeYbdZQLMdZzwCrNq2arRR07saTD60PpE+2YaWK915MRGu936MxtjHzgArACGaums8TxSCMIAmsMxDheyFjl7/P7mmWgLoZwQd9JZp21iboW5jgW0M1rzvtJ86oBqZFMMKfCDTNcKpdpYhZhuUcA146HjNdqya4FD4PzQG1LNHBI2LJ75sAq3vGWSYudLrBprIqtyOp4PMZa2sN3u0fwrYM3Y6Xbx4mYEyzE9d+/WUHBOCjjupv76EfGECxVCjKm6veHLokuSL908aw9KJQLWFtbR7PewKjTx6A7NMajpD1GxtAtlVGsGGOTx0OwhtfElh0PrNJ8LpJJWr1ex5hg6XiIApk4sZlVce0QLBeUTf+Ukh48rgFlAyxhLnCtKQE1zg/q+RWA1SHNu6z9ncUZ3s/hgGsNW4vZA0nQDGK9DF2iJ4xIxG8XzDo5Ac593ju2sT10/xwuO+9cfPH6m/Dp796mZLZZAnY1mnjgvgU8/O67sXOmjh1zM8BwgMO3346lzjJmGzMIw1ksnRhgvGKDJjOIci2bAfnLAv7csmrIqhthdnD2FNdxO/dI7DwWkBJExRLisCVwNSlztgViGcnESoEeP+NAlFEPKaUAhn0UKK9A2QXXFmpBhgF3vPZci82MiZ8GtvWZXBvQWlGiZhwf7iNiRGgdtfVNc12azq69nMcp1pQp6sZpwbXdAwOnucr5YMUfYwzZfRYdydlj2TzUtXItdTwuYoz8QzZtpRDJKLBC/WkWNhwQWXJGXMYK88mLk0lgtwbbYpMCePSU6mCC303rWSDL57jeEoTVefAexEBUCJHWZ5HW2kipmSvcwAqOLAj4a/Ssf/7kaYdjC+2GxoQ0UwkuOhF+AsNcv8i0lu64a9vneFczHxOoUkHFDd77FsHOagnrnZ6OuVAiaGimiHPtFuo1mlKNpbvKFne7xgWUwormkJyVxZowfTa2VpkOrt10FkKZNBKMJFDp2+oJLKp9LEkRjUbZ92hfdyZtAm3cQ63DLl7h91MWhGOSeqtiP9P5mxIiMzNYX1vCsN+XyZZGq1pdXWDu5rFv+Vfh2GmQ+XZ2Bt8GrNoxejCXh8LrzbWJnS0EU/m6me5FqBUDLNSraDWovz5CtzvAeRf9CC571I9jcc/Z+iyvP9d4fo5/X3fDN3H7oVvNlKgSolatozUzg737zka1MWOprEsUNOY3MbOy1cBVIjaMpAwcUExmibESOUo7cO0cB6jNtfCNb34V7/ijP0TSWUGzVUe5Qscvx+yiW7YrkPE5k9Yh4BWbrq6ALs6zMriFVOtV68BYWxdAyzlKo7KnsUX7qU9VTGgGclaI8Y//KmD15ITaZ1oTtqkls7a/5383S9DkmJ27+FlsbHJA/p7Y4Rtrf9IqmwfvApwpsFpu7puWAmDM7ZZ+JeiOLSpw1RtxaY3h+lxDISWoXcL27Q/Bl770J9i9w/ccuJVU32VggBzVo4KMo3q9Er7xb7fguzcfRLVDYsQqvvG1azFcX8XuWgePfNIj8OAnPAJo12w9EwKQoLsywMte+G68/Ld/Aeef33IgUBHXXLOE2w73ccVlO0Ri+LevL6OXBviRi2dRC3kQJgfEpJr77eqxVfzaK/8AH/3EP6MUkgk1QEIZgDG10ieFPTk3+44Hrr/jEdJiAZdccQWe80svRsqiIvcbx0DMTw27Q16v280f26VMeiil/Jd9YrooYfG3y45EHjDfLa4vHkRxe7SkafxYmAZ0tfe6Y7BhNh01+o/54/THbm+bfFceeNFv5V/Lf8kmbcVepIfrO/fxaBDhTW/4PfzEEx+FXbt2az0Ss9GtmRzjnps3AVOnFxxrybcf83NCbe5unk9JAUjCwrX3874SWBWbMmfM5uTPDIi1nCj7OwNxmY9yHnNdM1O2leUldQGmIhQQhDe2vQezTHvVa6m6q7zhuvq1UwCMM3r2C7LWAH3fmWusvv53X+kYqya145T/XaBnsZVxNCbrlplk2ugzBrtd7ZNAZvea9PFzUgIuErOCjbw11BeS/YbyoAS4/IpHY8fufQ7cc0WPjDWbjcbczd98nJ/McLV5p1jXz8GpqsX0+M6PLn9vJ2u0F+h288evwb7w5OJhX3k/mbg62Rfya/fWwCrZqmMRIBhTjgY9dNZWlVfZfChinAZozS+g3p63mCTHfp2AphN9ahF/cu+ZmudbwNb6Hu3HzmTNSXrZOJ/8UVzmiqECTnXs1lHE+CkPtPoCd+y6iOzfriVe/80cmZ+fdAgY05vmnmSam3mVDKKdeRX/VpHdSVSpq8eRw7J8ZooWwbPPFy3ze2o2Wk7iTOeWUbt8bjyRiJHlRpnOspNOcGuBYt1SSUVvFn/tFyfFC43ToICnPv+3phe6H/J/3QWsbhgAHlh93kXzk0TFbRqmpWeFFtOgc07NKcG21AGrBIQsQCPbUS240VhgnfFcbdKbxqoLzCl9KHDJgFWxxAiOEmCkxEA0Vps3jahm6gQGR2r3p/ZhNBqgPyagaYEI29oFZgkEsdbTaoWM1TEGo3SiD0UWZJqiWacUQFHJIkEvtpbSGMgHPARvCUDSmZ1Mn3hE4JXu7EzwjT3oYB9tzEww+JiphwII2Y4/ILsQiZ7jy0xoeW5MzFrsR06MdZsqrbfEMaJLMb+nZuc5HIwF6jHhoHwAZROsOmk3kPukgFVn5sLj6/SHYnjVwnKme0vdIrIuySzi87wLFScRQNxveb2PqFAwbVcaXjm9XGFdApsLAtEJrNKZfmE+xgMePI/7P3S7QOGl40tYOjZGvbEH//Deb2N9nULPvAdFtGvkvgZYGUQ40Td9yF2zNYQFsnhHON6JEUn/iyzbQgasSlyeV4ag1tDARW5U8826TKjWh0Ms97kxAAuNEPP1kqQACJIeXhuBXibbm02sdProxtS/pNyAN9+xhVGBUEDszIJp6XSWC6afKfOqGIMI6EYxKIRPYKxesrYFspIJnFBbL0vC1JIeCGDiPRsSkCc7m1eAlV9n4sFxxrEeVioK/FeosepAIhYJ6uUAocwDgCFNslziSpBDwOqtZ8ZYxdvfam08TIOdPhCDTGp4FiWtMcIt4yP4wuGbcfDYMhabTRyKYnz/0DKOLi2j1mzi+PoYty1FGA2de2ghQLVK50TqyRpzjRtwtd3EwvbtOHHiuHQFCTh317qmo5aYHh/HscwQKBUggyayAGPJB/jNy0TYXVtfALUOc9x3ux1Iy4/ts4OhWNqcWySIWEc121HKYswaoMOg14ods826Wra5yfM7hvFIjEvOpVa9qc/wS2gU0+33sE5dLhfQCqiU2ZWxO8UScBqSZPZU2UqFAs7dWcOBdg3XH1zFUX5fuY7hoIvzt9Xw6HvuxYV72tg7vx3bZmaB4RBLyydw7c03olVpYGd7Fw4dPoZojXO8jBIZUUqeyGJgKz75zZZ0mS9DLnnKZBRM8kIsHrWm27Xl+hgVy4gqDSRhE0kxROoCbnljClzgvXVmTVEPSW8NGPbUbinCNpmr1NPkHx2DAaiSEWEDoQNTd/bJ5J8Aq3yv2J8q0pkLKFm0xsaQOIVpUqUAxT8ogsHiWZQQyAQisWhTDEGXThY2DEI1Rqu5WYtJwePTfmX60sai5bFwryHISwkAA4TDwkhsVcqMkGnM/+ZYKqPvmK3uXluJECnX6CTQnsK1aUjAjS2paYIOagKmOK7stbFYqvQhHqfcrwoYFapIam2gNoOkVLZbJ9ZoybSCUyvS/cJn/+m0w7S5Vl37NOeUAmi5tXM9M1kM7g8DrqWxtRmquMNEthhIw5dAYD0MMddqoxcN1ZpP1iGvOUHDmXYb2xZmdP/X17vokQEqPUfT3OP+xECaBSfBNA4k9yAlT0jsZXaYVKyIwYdMs8iG5NhxoGU6NodmriU+MVAC7MAAY9MUtTZ6Zq7/2zN2jakEuafzGKi97NvcrMtgkszo2FQkMxDF2kU5jizJ54P/5v7rj9H+bcxbA/Rd6zXHVjJGtRBgtlbErtkmFtstYNSRJvslT3g6DtznRzEadbJj4BUTsBrHuOGmb+P7t9yEMDRN1iqB1VYbe/adhVqzbYF+zhBxs4Hir5WKJDn8Jp8gaidwurcZA5x3YVxCqVHCpz51FT7wF3+G7fUQzToLjpS2TDAcJRgWSuhTMoCrBSWCNOfsnrDDh+xdMpwRlzEupQhCdhJQ9l3QqapFBFYvefilePFLXoJarS4Ne4EhYoicjPpsDnZugg5NXZDNGau8j/aYgD7+306pccv558eN3YdpGYCNbKIpRpEDy/jcox5+yWnPb82V5t7sc1uBztnzXq7FozEpTXHY8RFi2+y9cfWX3oYDC0x+x+ilTISJi1YUR3E0x9S+T2h0N0AQsvgSIIgCxEPG4D18/cvfxqtf8UYcO3oYj73ndvzSS56Dsx//IJRaLfTjANUAWD7Ux8tf/m783h/9HHbsmUWRutQB0Fkd428/uoaHXRpi/64a3vxnB7Hr7Cp+5jFtdS1ZHwW3Ws7xMVaOrOGlL/0dXP3ZL6HEGI1F8jSyQqxrK/Vt0Vov1N3BOKOPmfk5XHTf++J5v/QSFXENHJse1SO9IQAAIABJREFUN3ouK1RSU9aAs2KBIK4r3CG04ILxhSv02P21eIqdIDzuAgtaEh6vIUh77n45jUYPgspE0R5bgTaTQuGp32cdGg5kyIxhbGxmQKD/LRc3ZLI5GwyxePwys0zJOk+QDFP86Rteh8c/7lLs2bPPNFb997puB38tN47HyRybZpVr/+f6mwMI/Twy9rfFyyz2++cFsDriTsZgVQxva+EE1LU13eKyiR4pT391ecVprBr4Y92HLp+VRAS7TYxUJNZyboywRLrxXvmCvfpv2PFmKLPWwF993vPOaH7/wWt/zSTvONcUW7n1xV0zk121tUvnydKDWyuza6XPTPRAs04MbyKm4vdk3cqvY5PrOF1w6kcpLrnscuw9m9I1EwmMCfg4RQvMxrz9xx1LA2TAqJU9N+0MyLOCdZxOK9w6KTJ43xXqqefuJnQG0roiif5yyISPlx1SMblpvvvJ8I+MHLbhrgaSAbA/zPejQR+dtTXluQZSM+4uoDk3j8b8gtrM2SwzAfqmiys8L8aQXvpos0E0/YkJy9Wzd3yhgH+bk72TVNtgNJVv7efvsUjlWao+ZlP85aScCLx6IFUmq+4488CtdSaRuMV4iqQ1G4fsfqJpZRYL8nlSzWRMZ3Hg1vtZLse+E7Nq4x48VWhywKoVVSaAs/9aX0BnTEdgVfJzDr9iPOzJecQKnv2KP7wTR/PD85a7gNUN99oDq8+5cDarLPpggm81jVWn2eK8o5VAxUAvMtYoQQ1qjnpgla7CBAGMVeI2AtderhbrsbXqEsRkC3ipyO9hSmmAKQEl6sCR1UJgtcd27AL1DwsYR0P0maTSZ4STmCwStaeYeYhYKiHZOfYd1kxLPQ3TD2zV+T2lDFhlcka9VX+cBMcIrNb4vZzzZMUl1HV1WhzajC1J5MJF0JGTr92oClilkzuTDi607Uaoqy2tzCTVRG1WLHnwwKrc7FN+/wZgdRg7puvmwCoXfJ67v8JMnLuDkaquHljl3sKklSxaAquSAMiAVYLYgYDVUQDM1muokHkmer6BGMaGMb2ttYiGYBG2b4vxmMefi7PuFgJxhM7qOg4f7GL7jrvjqvd9C4cPMZg0YHWGrf1BgOX+CCf6BlZOAavdGGMaeBFYLU8Yq7xWMs4iy2oQCfzmOFxo1gU6dkYjUJ+VnfbzjRALG4HVcoptzZZYlz0Cq2KDTnSTMu01tpnngFUC6RyH1tofiz1NEJXjf4bAb8U0F/nciHS6vDA/W9JZgXOePhzDxoS2hNvryzCpJGuLgCTZlytD07DlewishgRwHbDal9mCsQJYyPhPAavvfKsDVV0VnyzqaIRxcYxyoY4T3dtx7egGfOvQCYSYQWsmxLUnjuO6Gw9hGIcY0ZSpS0B7JE1Vzl+NQQXbBWuzcm1VxWoZ23btEpjBimerXsegP0QxICN0KGCVYyQMqwKAeG3CWk3BdK/TkblVUUCrv2cWn9VqVVRrdfS6Pd0fGvJwk+eGSDaFTLGyeMrAEW2gbmXjGlWrllENKxhyXI3HaNcbAoN6dODSg+tJWcfCAhHZ6lxCGADIEd0Fz/kAR5quhSJaNNAqBmjVyEAbohVU0W4u4tqjaxglEe5/txCXnb0NZ881ceE5BxAmNYz7XayureP7tx9BJS2hNA6wtLKOmVLTWtiZ9Jo0shkEUpuIoIZnKrgDcRZKE/amSxL4MsM+8uuZOERBBVHYQhK2MC6VBRLympFl6Rkcsirk9B/3kfRWkQw6ardk0YEAINd1HlNZ/8213uRDWHTgL1ESYfcgBS2zCKZSTdRIsV7X1FhNPuYVCOxMt5jaRelI94RMbgGSCf/wGA10FaAmSRqeG1nnKUbWU2XJba6FjmAqgVOCq6xpcb8p8zik2zySnnU1KKEcFMwMkAC5dg2VlSYBuitgeYk+/S4LAQnXdoITlKMxJjuPVUAmdZp5/RN2YgQYFkLE1TZQbSMWY5Vt6cYgIU+MwGoJCZ786dPXWJ1t1gSsMigU6EeWv9rQreA4IiimhcaKmmQQkjHOfW84Gmh8z7aaaFRDHKWzrQqXJoVDDePFhUXpKff6Haysr2tsMqkhC1QBNcGIzPHWWkR9kM95pkJqkeYkdow+wfZAMPdRgosCRh1rNA+sCkDJDEnMKZrjwDs58/gVl3gdLze4CKzyN/qDgaQLqHfq38v358FTD5oRfPagowdWrZUumjKu4rUUQ9VdU2mXx5EKlPOtOhZmalhsVjHXaiLqr6HaXsADrvxZzJ/zEAwoseHlD1Q0seP/3k3X4sabv4tqtYJqJVT7baPRwp69Z6PRnsslIKaDrodnZGyI7aaTismKJfBACay19fq2fZ1HtSz2yp+/48245gufwQU7Z7B/xxz2LDQFIFx742Ec7AzR5zpZDiWxoNbDoIhqGJr5HyWH4ghHj69q/Pd07bgWUBbDpEfWVtfx4Ic+CL/0kpei1Z5VVwANyILEQNr8I590bQQrT/VaXmN1+tJ4aQorkvuHMZ1PToZOBfT61/LXeuPx2y2asOAe/YjLzijj2hpY9ezGDUCyNkNb0yhdovOLa5ht3h1ved9r0EqWMRj1Ecxsx649ezDfbqBdB+YqLqbWfg4cPnQMC/OLqNfInLC50V0f4k1v+CDe+qZ3oz1ax+POOQfPfM0Lca8fv0ytGywurd7axctf/df43df/DPbsmxUQT2A1iWJ87POr+PY3juFnnnw3vPuvvoMrrtyNyx86q+JoyEqv9i9rEz1061E877m/gX/+yr+iIskqM0o0dir3LRZgLGYTmOi0xqNxDwfOPQ+79u/Hs17wAhUmuMd5Pe/snniGt5tLVj8NVOyNo7GMMSmbJZ6ewA8Wq1zCL4dpGtmK8q3ODhTKiJIiGkJR8ow7N+4yKZvNmaaTwWGF5Y2PKfBgi8JJfsxN/bfRae2wNoJe0ldlMc2A1TQK8Kev/3085kcfin379k+AVYHeHrz1bNRpsHorYNWvlRuBVQGA0sp2nY857VSBrOokm7SoT4oaHoCdXAh+F+MO/35jrC4jotyUA1SsXdqk0rwpsQdOsn3MdzVssa76jiAzXmPh1YpCZw6svgq1kCQanivHmAOJ8zqy/rxyOqg8vFMBqwKy3d5pXUV3DKz67+R5rfcjAav7D5zrWN8OSM0XKE4SQvXj9jSAVQfab9Qm1r7s49xc0c23xvN1AnnMBZgjCeMm8EejSXbw6AnuUY7OKzY5AxTrrNF88vtO9v0TYHYrsI7sU+5zLEpzvEXDAdZXVw1YVas718ECGrNzAlZZMGaxM38+GwsrGp9Ok36zTSKvp+73QisuWY6QB1a1zzt5AcVSyodszfQgqo+xBK7mitkT8yqvX+2AVV5XFk9zRe9pkNKA1VKxbPkEc+w4lTFpvshODISFVB8/bbUh0hzYj8X8ezbek81e2xgrmOGwMdXzBXv/XR5YZbHfA6scKr1OF7fccovOgQArR8Y7/vYzZ7SH/6B+6C5gdcOd9cDqs+9pBgV+E7YWE3ORNyMGR4l2Ts5MZmlexecFogpYtcoiJ5CAlxxj1bd+cJLRzZ2TisBqoRALjCCrje2K1PNkuz/1UblIthtFgWsM/uuVohirvTGrIMYtYLs+NyK/KTJooj4qwdJpYJUsnpOBVSbDBHOtmGzg2BSwmkAgGg2sxIZzgABbYtlGTPYUKzMEVpm490expArIRG3VzaCEWplbAatbMlbvAFj1jFU1otOJ2AGrZHnVZUTlgJhi0UDmHLCq1mk6NycFrKz3xbBtN2sIU7Iu7X6LdeSq9YSd10eUVxjhrP3Aj//kBWjOjqWdOBr0cdsta2i39+Mz//A93HwjjY08Y5XAaiEDVhkkEliljqgYq5QCgANWKwGaRBWTsRnUCJQviLEqYJWM1ZYxVk8JrK6PwK7FRTpNdwcCVul9XSlNBKizdr8csKrxWKbOKUEfMkWNsbo+HMs1u10roiUDJbbok+VMNrFNJgWFZGBqPFurGMeegFWLICdVyA3AKiUSaODD97BAIY3Vop0vz93YeP95YDV5+1sEbPm4IZWQP4GWIg6tr+LbnWuRNPqojUOUSjP41vFbcOPyKm47OMAgbmC525eR2NqAjCQDJPhdBASYENtGTbBZ3YSYXVzUtel3OloFkohM6YpkABjgMujgBsZkXW22bCWu0Air64BVa2sycNQKh2KtV+uIY2o/9RFWTc+QzuTlUijdTBY7eGy+IqtARIGki6tSFh4qYoCyTblG5mWlhH48Qn/I4yKTkG1oOdZHZgTkgnvngK4ARSx2Xo8iZoISwrKN43EwxI6wjkFaxpH1dczNbcfeeowH7i3jfuct4MCOfRh3YgQKzAq49dBRjDojlIYWQW5rzmDUHyKOqNVION/cSX3LPa+HtWz5ljEJRli6pGBq0k5Ijqs0VqmNTYOtcgtJtYURDcsohyHw1QdhNk8UrCZ9xL01pL11FYrsOKh17VvqCZYYE7hEDVPOMwKuQYp9w1gMUYLBoRKm1MafKD+GBQWFsiNgmJi9/S75IZQu4Z8Ag6SoAhD/8Di7DlhlFTwiAJca4EpWrmaKuhactRnZ8AJQWTBKxZSnDImBqwE5pgINq6ycOw1W7XdZg6NrDbBN0bFFDHBl0Kr2QR43YvTGESLOAYKqkllJMKCEDCq2p1GTvFBFXGsjDmeQBqEDVn3hMkY5HaOMBD/6qc+ddvzF/YfrFANVAZligJJZbGZfLEKNnM44i4J8jfrCMoxKxmjWa9JPJUiw3O9bAYHfwQ6IWhUzzRZG4yG6Q7bUW3FG116sejJ2CHQbSMeHT049+0Ja6JS0cSwFDyqqYMGCCKVBysZeFWLuvsOSBmM+2LsMzCRTSWzssQX5Yr9zvemb/If/DNkFBCd9guFNsnycoyTcsSYswDa5ojxjVWAKGU3jUQas+vMT07VIUD7AXC1EOyygVS5grhVq/6d+ObW7o1EX5ZkFXHjpk7BwzkMx3sBY9cyim265Htd/91q1hHpgtV5vYPfe/WjNLmZmLQYgOeatGy0+hvGDx5bNCaDnn+cc4/jlb/JeqjDkGMONxRDXfP3r+Jv/+S6s3/I93OfsbXjQhQewo0XGY4ivf+dW/MsNt2ElIYuR8kEmZaDiVrmMVq2MHbNNVIsJjq7EOLi2hltPrEhLWWUXSZgn6He7eOITfwzPeOYz2YphfkIs4ucYWflJkAc3/b3dLOGanjhbaax6YNWAx+yRMyjaOAHzbK7NJqdPziaAz+RdG8HXKy+/9LTnNz9Qae6e+tzmLJ+TwVW1VwcVXfs4CnFg74Px//7tz3DDjTcq9gvrDezfuxMHl3tAKcYFCy0x+7tJjJWVDm7/7iHMzS9i11mLqFTY1ZSgmIQ4cWgVv/4rr8enrvowrrz7hXjc4x+F+15xKb7w2a9ivGMX5uIy/uLqr+I9738F5lrGsBuzEJekOLGc4L0fPYpv37qAJO4iDXp47GN24BEXFzHbIGGAa4rJahy88Qh+8RdfiS9+/Zuo1tiSHykv8TIWUWSxjAGrrisHwGjUxf0f9CBUZ1p4+rOejfbCojoOfHt/Nh9yDfqKFcis5R5ahFj8d9+/H7MtAjReb3Oj5A7Py8YuwZaltT6u/e5tAmAzyngOIM2bxfl1SGM5azvNg1Fe23cLdvYpWOnuCk0XXjIGn4Fj08AO4weuKZRjoixIAX/y+t/Ho654IA4cODdbY11q6NirmwOrBiydPAeyOeuZgzlNVL8GWrw2Mabyz+efy+aUlwPwv+ViPYfDWgE6JbCz4gr6tjdF0rrk2k0RMUe80V7uJRk8YGvgq6Is/Yb/23GkxWwuqNhPOR0e65lqrJKxSlKMdXt6nU3H1s2uk5NS0sH4ln27zhNw1eLz/B5LgEsxne8Yyt2cPCi72dq62h3iYZdehrPPPV9dnqY3MM3qPdlh6jSBVbFI/UZmjMapubGRqino2djNmfSPztHutz89FgmseOiY0o58xXMgmUBeMMJcPcvXxw5+RlrXR35998clkFTyZfScILA6xPrqinIS+30zZ/WMVQ+sTj5/MmM9z1jduOfZfJ5+eCDVpBTsHnssRD1rOc34Owus5pmrPGaLsaaBVYGkXHMZKzn5gjxjlVJqXEMlBTCOxVj1YKxdSyPTUT7qVA8PrN6ZDXOzImf+c14KYDNg1ceM3qTUA6scN91OBwcPHsTKyop04nlr3/Y3n74zh/RD8567gNUNtzrPWPUi/H6Q+ZTdSwFwQGkiM6Fi0utYo+osp9Ov01qVYYzTx/HJslv6lXhGY1vQqGdKMITAKvUlCaap/Xs0Rn/AFuwiZptFDIbGYqiHBFaH6I6sNdQzVpm8TxKwzYFVvR4naNVLCJl80mxCQK4BvdbtyclO4yUnBSCJgdSAVbV1WzJjS6YFXwRXOVE9sEpAuM+TSCJprPK4e9JyTMUgaoYE4YwlK6U3pxloUgDUZS2jRikAAauEOyApALIZ820VxlgtCUTwwCqlAAisEjgic4T5YlCYAKs8L8IPTHDFokwLWO0O0B0nIOOpqvM3ZpoBq/bdNBVbG0GSAve5bwWPesw+tduXAgKrXRw9NECStvCNLyzhO9euahOTxmqNDKUCVvpjHO+Z2/eu2TpqJQKr1FiNMKL2LFnGFeSAVaoTUhqCILu1w3PRnOcxFlN0o0jmVbxvZKzO1ygFwFYemnFFCCsBFusNLHd66CUpqmq/923lPjiyfmB+N09W49EDq6psxeiOUqwT1C8WJDfQrFh7g0B7B6z64IUaiTTJ0rULeNxjc6H1zuaZbg7nibF7yL4msEoAyRirBYQEVtmej0Dnbi7oxsorlsp4363kAJ3e4/b1o0je/mZj4TmZA2nzFoATq8v4+q3fwVJtJG3efc0WTkTr+JdDN+PG433cfgvlEEJ0QG3VMfo9E8uUHp/Tv5JWapFzk5IXMYUU0ZqbldxBn/egRxZqKr1AbsTUZiTjTO2vrH7SyI3Vy3IZiUv02fLHa2ubsQNynblIoVDFOBkh5MUiaDSiviIBjIIYgywaeL0/XineP7/JWzGGusymvVVRWy1Zw2P0hpFpozF4VJJvEgJe88hgF84rzjtjrJseNcdnEXPlMmqFEtJyjLlCAeujGIcHBG8rWFxoYHcY4uHnzeHeB1qYb7aAQR/llMy0Bg6fOIHu8Q7CsWmLzVPbchiJ7sjQw9rqybQ0oygenZWunOGHIi5rgZQGnIAXg1W4VhIwE+MzILDaQFxpYlQKlRCOyVgVPGiYlgIfXse4h5TA6qCrwhmZ5XQLJmDKdaISxGKqssgUinnOecTngX1DAzNNZ5Ut43bcFi37oJWJswMs2R7pgFUmdgT7CEiSZDniccfWfr8amEQA5xaBVXGXnMmVCoEZ4Gy/XQ5iVMSiJagKVAn0OmC4wrZ/An4ZI8SA1CmfEh2wNgcL2HW/LXjXXJJByRhRPNJcNcCXgDC7EigLE2ruck8YFUOMq21ElTbiAotutgbJYCogsMrrmeBhnzwzYLVEWZxSSYUKsYfVnm9wpO27prElvXKOLxYVR0PUwypmZuo6R+oS98asb421llUrNHBjWyvQpU4pgWvu1WIM00mZgKOxun2ix2tjwb0zB+M+RfkBaqs6HVXfSq8czUkEmFyQ7cO+NV/f6pJKD6wa0MmuGQNA+fDMV2PDW0FGLFkXuHtNV74uh9qIkjX2OxuBVS8FoLXDjQ1LYMwxNs+E0OsyrgP2zDaxp11Hu1pCo0q5Fxtb2l+oJ1xt/X/sfWeYpGd15an0Va7q3NM9eUYz0iggCYGQBEIEY2NswIDN2kZEmzXJcY0JJmOCExgE2Disves1BkwwYIzBGBsBClhCo5wGTU7dPR0q59rnnPu+VV/39AAzu78wxSOmu7rCF95w77nnnoPNl/84Nl70VER6pkvNhy3/lvgdPX4A991/t1qe02SABoG0pQmsFsemh8fjtYWNk2jTyrVHDj7XDd1hPDdM5Lhu2VgmFa+DQCzFKPY9eCtuvfFbOPbdfYg1yrhk6wbsnCygWV5GrdZCpRvHQ3OUOOmgHw/MtZpFKjKcI0AhGcem8bzinAcOreDQYgmLTe7NslMx5ny7hXq1jp/9uefhRS99qUlsD7RNh6BSOFE6E2t0vWRq+NozmUqdzlj1oPr3kgIIg6urASkX3YbacsM79NoE+VyB1UR2ZlXL5PrAqkat+3oHvDgda3aBtJtx7N7xRNz+nY8iGm2jpZZRSs70cWy5jHg2iZEgKc36hXILS6dKWD6xgC2bZxDEWUwHRosj2nPbvTi+/vWb8cBt+/Cdf/sqrrjmUjzvCU/Ax//24/jp61+Me799Lz5y0wP44tffi6JaHRwmw+J5u497D9axbyGPkyt1LC420Ilk8KRdJTzu0mnFgxrTvTYOPnwM11//G9j7wD4kGD/T7tMViXkfWKhlm6pnrEryiM+3qnjq039Ca/EvvvglGJ/e4ExRh3IA/j569hvXGLkNUGao35ac15V7dmG2kB4CstQfJeDQ7bsuMK+7aoXD+ZUGvvmf96DWZ+HQyXe57huvY+ohkvA40hJqC+CQTRoGQkODagD0OKQl/Dnhc/Ibbpj56nXbh3qvti4YmMW1nQXmLqK9uIDV6669HOedt3sArIbXrDNJAXhphvAYXTV/3NoUBvX8Gqg/rWJpekme4ToZ3hdWf4flctbRM9QQLpVW3JpvRSAC7DRmTCSpC8zinjGf3fbjboRfV+1swsw8v6ZyNBYKeUmbsNuKjze8+tXh6f8D//yed/yOOqoCemEoxrPxZNfCS085fdPBvjj827CoYzII/hqpG2LAWLWOo7X3Rb+vQsLdNYxEUKo0cNXjn4DtO89HJAyEDeI4x2BddaZnCay68/EfYVr/Q3D1NEKskyvxBda5uQXMzc2hUi5hdHQMW7duRTabdkZbvHc0IbZY3+IMdojwGlsh2M86MrX92B2MYR/vrZl/Q2CV9CCg3aqjXFpBr8t8xKQABKyOjCLHoo7rJLI14XTTM80rr0O6zlwfLA9r/iZAMwSs+q6dMGPVCCoEQlczVsNt/2s1VvU5LsbywKoIK8zZnLFoeE4MgNUEEE/QsJJDyoDVFUoBOJarrU9W2GUceoaSkYv7hvcnPLzCMdgPOsGGGquesGNrgc15uyc8v1WMVco7Vio4deqUivYiAcVieNMf/e0P+rX/JV73I2B1zW0OM1atHcPYOOaO6eSzXeukX3g5L7hg1JVPGYtKxiaGR+i9BFl9i9lARJ2TjAkedSsFrFqCniTThmCNgFW6FxNY7QhYHc3HBaxyImVTcSWCVbZPD4BVq+jJaVxsJZMCqLd6MlsieMjJHQZWvRSAACunsWoi68KExDzMJAhmirw4AFYJc3pHbLMscpXtHvVUjbHaaFsSjU4L+WxSySnlAZhwyyQqyQQDaHZ4vFG1vhE6I7BKQITt82TcUqNTwCoZdmcAVmn6ZVuFtZ56YDUVJARaEzsisEoWLV2WKR3A16siSt3PfhSlagOldg+j2ZQASLHRCCgLsHDXFV2UmrzfHfzET87g0keTHRgg1m+h1ayjVo6iUovhoe/Ucdutx5VAp5IxFIKYWrpXGh3MV034moxV6ojSmGuBwGrfGKt8rpBOqLVCAAAZSTDW5ipgNW6GVsu8pm1KAQQYdcAqr/FcheylCMbTWSyVCaz2dF6esWpxqiUcxkA2J/RVjFXd5x5q7QhW6i2Nr7FsHLmEmas02321iPtgXMl2j0ZuEc0BLtWSs9A9PgNjlVqInRYW62wnNoBFUgDRPtIJbslR00R0BtYEZ1gF/LvD1DY8uweBVXzkBjlSEnaT8VYihkqjjgeP3IulfgO9RIA0505+BN8+vh8H6ks4cGwFJ48B5UYM3RTPu4loJyZDCN/Oz3GUSqaQTKXRajTQaNYRCeLI5LPIZLNo1upYWV4S+z2TygjoKJXIanYtihQ/J0NY4zIpMIxIQ4wgqRNM59zl/eGMYwIVjVHvjK83QFev63XELmERQGzCTnfY9uskTVjI4DrB4kmGshiU5CDDmw7lyZQYh1WeA0GhmJnMDdts1WCooogZydk66R2ZqVdZiCUQ70WRH+ljx8w07juygMOnSpjKTGNiLIvtY0lcs7WATcU+dmycQazdQ3mxjnaDLPwmIrUO0j2a1mQQ1CskjdDQWcAlwUEBhVE2oXsdMQMSybCxYe2CBM1dp1WlugGTJa6F1CiNoZVIo5PIohVLS+O4HTEjPgGrCu4YqBFYraNfW0a/VUeM0gtO1oJrhMBKSrFE4morJ2BJYJW3iWz5LU0GVdYax7ksYFXHKGqaM/dw7IJwS7M069gKygCQGqsEhF2BgW1pXRoCUJe4r5Z7KvvKgEuM1wiiPcek5ldRYibSGWhHp6SlShDYJD8E5jtAS3ubqK4sJJ2pim7FGcozGMWuY4sHNf16bRUPJLeg4zO5kHqHAKaTBYil0E4V0SGwSgaZWBIxa48ne7ZPdnIPj/rSuUkBEFj1bG1vEiVWAaUAWBiU0SIZ20nJ0tTq1BPuYSSfVaGn2WlKK5nrKoNgslppzMRAkvOLppPSVPVOyk4egUG3TkJAiNNE1hiNIS3NOANWBaAq0Cb7wQJrn5sZlm/PeZ1U/hsGMrWUOjZ6s0mJGANVyUjlf3Iwdu1sXBPMcZZspC4Cpz3LoJkBMhkUXgZgNfBlU94DtqvBqzDTMcQQikWQQg9bRvLYNJpBIRVHjkVVFepoUthBOh3DSquL9MbL8NinXY9k3FiwAmxDwOrcqWO4++69Ao7IWqVsQiZNxuoWjE5sABkcmlMhNupAfNYlCErQnG5kmMW6qmCuRIzjtoFEvItMJo79+x/G1z/2F4h2esglA7WljmfTiJQrWCnXcXz+FHKFEVQRxTHKsVCjmftTuyGTDl6zfCrAtukRTOSTOLnQxl0Hj2KuxjgmLi26RKKLIJNHKlPEM37qGXh3IZMqAAAgAElEQVTyU586MK7TyhAikK4HrPqEaggiuKQ4BECdC7Bqg9fAmPUea7/PJ2PrAUffb3c+VykAAqtaQtdhm53+nY65qtdzDjDZjaLdiGPblqtxyy3/E2MFUrU4VhIoL7aw/+gBAYoPPvwgdu3ZjXx2BAcfOYp0UMCRw0cwN38A22e2yVzz+OJJTG69CNsv3oyVQ2W85qW/jKsvvQivv/7ncfzh7yIeCfDwfAkf+ObD+MQX34bplGwXNW5lqEfJr2Yfx0tNoBjFwzc3sLBcxxXXjGJqJIlCYIwmjtmH7z6AX7j+N3D//n1OY7WDiIkV6rQ55z1jVYmy2wcJrD7/F38BRxcW8HO/+ALMbN7iDLEstxkAkKG5RKmCeDeqTo5WtItcMoarL9iF2SLNt6zwyD1nYWkZ9XYbsxPjyA7MmMg0iWKh3MbXb71bwOrwO8hmdUVEZ3dlQ9Yho4O5638f6svzVWFxjFVgbIhN58fA6cAq17QQe9a7rK9lrHLfVVs7z7CDeD8QsPr4ay7B7t0XrAJWPVD3/YDVtePV/z7QtA0xVgdzbJ3n1gKwYZDWyK8KHAfzY7hO2PUUY06Gjm59lzKckXkos8U9mqQAz/qzEaKjFenC4lUDeJm7KufUptXD6MgIFpcW1DLM59/4mtd8vyVg3b+/m8AqtbUDiwkG4LDfHwRUDfVTVV4Pga7DazLUmh1cUyaDTiLpTFIA/p6G1xd+fqlcx+OuvgY7dhFYdRWPwdB16+X/sxTAqqq74wjbl5AU4KfJoKDAP8XyqFSr+PKXv4zPfe5zuPvue2UQOT05ief8zLNw/QtfgKkNBDRpcueAWrX+MzHmPWWCz33Ys5AJSGv3RKdreZbJMrhHaI8xYLSn9n7ua4xkOgRWV2he5X0wDFilFMB6wKpG15rCiJlLWVyz9uELp+HnreBrxX5+1iCmcKQPM1lzsmgqPtnnh1mpYVkA3+nnn+OCtx5jlbEXza/WA1ZTScZw5iHA8UO8Z1kSCQ7IdAQKX2jX/HXX4fS9bX1g9UwTbDA+wkWCAXDqzavsOg2Yve4a+evEGHFiYgJx5ogRoFwqY3FxUddBhqvxOF7zphvOaY7/sL7pR8Dqmjt7JmCVLftW0aFrOBPUsC4LGXQRaayGgVWylQgkMgGjXmWYCSL4T5tYD+2WJdwBzasIrLpWup7aC6MCpepNMgXjGMkZsMr3k1HHth8PrHK1lRRACFjlJkhgkmAiGX9Uy1NVK8RYPQ1YFdvCzo9BHyUK0mQPkjXXgZJ7SgHQpMEEz32gY1py/OxcKin3eYJpNbZKdjso5FJK7Cp1YzMRvGXSxUW4qY2cvVnWNkBw7ayBVTrqOWCVrC6aZFFLj4xVXlevsUqGJeUV1gKr1F4ksMqEb0TAcF/gCAFCtU7STbzXUWtuuRXX+f/Ciy7C1u01dFoJRHs0qaij206hVInigf+s4Nabjgq4pYFYjsBqLIpSszcAVmdH1wFWQaCLxl3BacCqZ23y3oxTriBOE60OlgisUmM1Y8Aqmb8E7U9W2kilohhPZ7BYqqHeJ7A6lAJYD1g13Uyymxzg4oDVZi+OlXpT42KUjNVETMk/NYKlvemCKwU3BFYNq9HzZKwKWNX4s+TegAQCe2SsBmLuhIFVSQEQWCVjNRICVskoZGIUT5w7sPqhDwp84lgj6NaJ9HDoxBEsVecQGcnh1PIRbCimcKyRxSfv2I+Hlo7RxQHdJgHYKNoJmqs0UEin0ej00Ww0HJM0JnOVdCqlajG1SqM0fkslMTI6ij4B9MV5dFo9ZNIZgbDUqjHtNzIFaDBlOS01+8SkJaCYSJhua48sTNO55XimzqEPitjeyI1OcgDtphzLCUS0qB1LfdRm0/4uDUMzouBaQPiQhRO6dc+VKgI4swS1gzgalIAgGBWhC7ax59juz0DCgB1jqyvkk5aysZ15b4v9AEEyhUftKOJA4ygOHWygGEshnZlCoTCB8fgpXLExjku25XHV5VeiOtfFySNHUasuo9aqIdEBsr0U4vEUijwGslXJdKfxEuFRnkekZaZVLkw2dN//uhoUEHdVeqx2jQioNyMxNBJJdOMZNGMZSXHI3Z6Alys0iIVLxmq7iX5jBWjVJPtB8xHJP4j1adqpgfRJ42qrJ4Nd1ycSxUYnacA39EWd50GappUHMHxyoqTPtWhaXEvKJC8+11sCqwTi2roPzXag5JagKtc8HjvrWF0wmCV7jl0AZIGSjUhAviMWKBlYBqqaWRWlC6hzKu8uy8xsPkvjbU0w57KxwaVmIK62T2rumt4fC2naGKT/Sn1YFjA6aLaTBmhTbzUaoJUkY3UEXUpOcNEQW5OSBREkydPv93DeP33lrOMvdhwQWOWDQAONj7ie0ODFtF8twOZeycIb9+ZSrY5UIoFiLqsCQb1lRm00LRFzK+H0ymQyxrWNLATTi5ZJlWNHs9jhenMHTPZkwuYiD8kDmBwXpmNFtqYZffBhjszGxCHz1Lcx6v0J3iMrsvDYeNyc1w3piZsuazabHej/8dy90QDBYoKofPBzqPlcLBb1nhMnTth+77RN/QUfmNWsYYopkQoBEWGgLcr9Dj3sGMtj82gOeTJVE1FpNEbjcWSCBKhU8N1jJ7H98h/H45/5S2jVqquAVd2beByLyyex98471IqbSsZ1D1LJDDYSWJ2cMbY82xdDhjsiTbuHTywMWHXmoSFGhl5GGSUN5iaCVA+JeBOddglf+fIX0b33dlywbZtYgA3uF5S0Wazi4IkVdaxsmp1CJB3g4RPHUW7TPDSFDItgoB56S/qqW8ZzmCykEOmlcP+RE7jv0EnEEhnJDaFfQ3F2Gy678om46uqrdX2oZR1jC8w64IjWWScFEZ4UqwHv9aeLrfWrH2EAxgqsIfaWQCq3trv7HwZw1vuW7wesDkCu0Hh6+lOfdNbzW2N4HWDV5uVqTVq/N1gTlsl2cAfhmOq04ti55Qm48asfQaoYSGM7Wu1g8eBB7F8s4Vvf+BL+/aav4S3v/RMkahHc9p934sUvfz7ue+AgvrN/CRNBBvvu/hIOHjqB637qWShuGsNlO/fgWdf+OPZctgcfeMvv4vBX/gPRThxzDeC9Nz+E//OFN2OMxVPKfbk4iXtMvAZ8c+8i5kttPHSgh1KvgSvPT2H3tjQu3DGGSJ/FEeC+Ox7B83/+lfju0eMCVqWXr14Fi9vDib/OPQSsvvyVr8C9+/bhuf/t57Flx04DwxjXrrnPA8Yq8wluJbEYWvGeZJmu2n0eNhVziFA7GFEBq0fm59WttmV6mrZWKkgatNfHqVof37j9QTQo0j8Aba2FW79LgmktoGqvFJA0GCtDIx9j8J0+z72u4np/C0tgnglY9fPLDmwNsIoA73/vu3H1VRfjggv2nDOwqluyBuhwlMzB8+ExrLV1ja6oJ76EAVZ9rogzPu6xvNJA1dXgVNm1Ihsb2HJCsEgVDxAPUohTo98Gj9YE/+BnscjIOGotIMVvJfg/Uixgfn4O9VpFc/FcgdV3vf21Bqwm6e9h2uvuiIyF64DV8LWyPXQtkOrOJARQm0mmdWF5YHXt2iV+x5q1hL+vlGq48uqrsXPXBbpeusYWGg8LUf+PwKrkFtz5+fEymAdkgLpCiGcYqnMsMYaP/vlf4K1vfTvm5k4hmYwjk0nLz6HVaOGlL3sh3vXud2BiclRrX6/b0j1XcRIkaXVwz9334b77H9RevGF6Gnsu3I3Z2WmtO5TPsnsQkuYIz0NhCtaJydi802qYeVW36XqcHLBaHDFglTGOixFXFUeU89jYFfiobp/V892Px7DGqp+7tqbZ8uGvjz4npLEaZqz6cezBU5M5IlFpaErl/0bg2H4eSgF0WuwoM6PWMwOrjBWdeVWnpzb6IQhsa+AAWHUNw6uKJYPujxCj+AzXJLy++OJxeGyH11PuP/6Y/fH494SBVUoBkBTG6UBgdWFhQdeBsSaB1Ze/9o9Wrcf/1X/5EbC6ZgSEgVX/J81TP689kUe6dcYGkqocmXuOsEPGEoMZbkcEp9guSBaidFYJTEhUz7mwS5fNgn4y9JjoMSGnzh0XcSbPYn3SXAdxjGUiaPZMA4csEC5eYqKK/U6tONPF9DR0MlbZhseWfAJwZGKZLqq1t2ZpCiETLLJsYko6ae7EgycTix6/PO40kyFSajtcdGhERMaXI7ENgihrByYylE8nkU5QD7aFCoFVtoikAgEQPI5qx0y6RlIpMboa7ZaAAbLNGBw0CTBFIsiz9S9IoNVpS9NUZlTxQG3itoHavSG4waRQmp7M63t9adHWadaUSIgRw3fwXKj1SaCPCwKBYxq1MOhi6FFvtLHQ6iIXBMgR6HbfYTqrbXQ7SYECZBHnxnp4yasvRTRSQqxLXc2S7TndAEcONrDv9kXsva8mQJyt1mSh8jhrbWCpRkZXD5P5lJjH1J1drJGxSjAzIhYEr1eU46XTFnOCrf4EVglSUMd3LMMkziQJltu8rl1M5tKYIirba6Pe6+FkuYmRgMl2GvPVBlrtrgAV+i74IHdY9SR/lzqNtqkRUNY1dcEt2bSlalOYwUgmgZxrT69SV9Cxq/xmaKC8ayyJRSV3QZYwx6gY3vwOYa6m6UdnbG5kKzWOZWt1p0YiNVZTauG1ccdj4/gleMQ2nI8f8tXQH3wpF2OVwCorqWR0BnEsVhZwdOER6RoeqpwU2MLg9YtHyvj8nafQLpeRiiaR6kdRjZrTLqUQYqkkao0q2i1uqlb9JQiazWYQjcdQrdXksE4G38hYAa1oC812CyvzdbmdFvIFOQ23Gibu3usTYDB+AINEAge8ltbSbNo+Q0aCtcoYCZiBZwKxgM7GbC81w6FUKq1rSUCFmohDAMQVhozCJeOedCotTbRqo0YrDCVFYr3HAyQZQFJXmXOfSaEzR+KAkfwGgyAXDKY415NJjJCZF42g3u3hRKuJiWgMGzNxzMzuRK3bRDJoYvdoGldumsSjt82i22yiUuugW6mhsVhGr9ZAwFW218dEPCd9TOmm0u0+1Ba2ilVlNFAHXDrxUhf0OuVox+Q0dgVNNsg068QD1ASsxtGVdZJpWGqZRBfNfhMRtpS3yoi2qzLliPYTSFIpMcL5SK09slOpT2oak0pH5N4bxawbpqsCHMdgVfqpoMszQ53zslgARiGPsIjlNJ65CHoH3w61YrkWO6DYG/Fwr9ClcNVwHgwBS5lXOfCBRT/phTvzAuqcqpM5yvlvLWKuj/CMk0v7ogxLwolxD7EOi1AMiHmveOzGxG754+UxR5JoJwtoJQoyESNjlcfE/UD7jmMnT37+7IXxC/m0FdKcGYMZRFkQyXXEMxlUcXcGV5xL6VTSukXIDiZzR5uJmUBI7zT0YDIq47AugVXHthTzx+vS2X5DMJCgrtY5B4Z6Zrlv1aesCa+gZ5hyPHi2Ko0PyBqwooklNQJAaSJTq+k9PgHUdySMVcvX8338O7+HRlXcPzkOuI6wUDMyUhC7dbm0IoDWgmxLStiOrlY5jbfTgQz/nWFQVUF5oi8X9M2FLHbNTKIYWCGPXZPxIIFodhyHjxxFNJ7Hj/3Cb2F6w2ZUmpaEDxImBxKXqxV8546b0WyVlSQG8TTS6TQmp6cwuWGrY/CalI8BCH1EuQ5zXY+YURnnEGcjYR3NCW4eTneOr+E5s9AArKAQbyGdS2D51Encd/NNyC7sR5KdBi0WLnvoNDro1dpYWCqjXKtjZuOs2Hxzi6cErmfzObXzsbjUpFREp6Pimc6t30SzHUOt0laM1okBK50Ozr/2J3HhY56g8/IFR7sOLKCtZoufCUD9QYDVMHtlCLgMGV+nJ1+rGatnAk1XfbcHdlwS6e8JCywci1EWJLleqBrGwlgU1z3ucT/45h165Vpgdb1rsPo5blS2poXHLNe5iTzBA1U9lPBTnqfZImO9KTb7+NiYkm0y2JlMcj5JvIpAiwqjJr/B12ydmcLx4yeVH0yMTalbhNq95WaAy655Ej7+ydehxxShay3Kko5hkawDzJ+IYO8dB3Hbnd9FfnILNmxMYyTbx5Ov22QFxVgXe7/5AJ7/i6/E4aV5xBPcK2gCYzEbj6fXb5ym38fjI2P11972Btxx02346Wc/B1vOPx/q2dKi7wHMoYyGjUDWHdiFAY3zRCyBx16wGZvH0oj2bdbQnHa5XMFEMWe7TkRqx+j02QEBrNR6+Np39qHsZEkGXDzta0M5jsEaM2gLNnSE83NYIh2uRf71HqAd5mungzB6rcCutTqqZuJrW6V/jYuNWcRWwZt+FC0kYxl84H1/iEsu2YZLL75U43nwncPq7g8wlsOasaczrhXBuMLmWnBFv7uC9uB1IaCWQOF6D2MoDq9LpVQe7IF8lvrnQTKHfruPI999EN3Wsgg83C+iUWcASe8OAkhcXyUL5cWVrKMhnS1gz0WXYXZ2Axbm50G5Ae5B5wqsvvutr5NBJAFCmoIaG5XnZ4QI61TyfaSO9MScnDGXaeq4rqCIzTc3P/w+o8+TKZYLGfWesDarGU5r/DlmLD97pdTEhZc8Ghc+6jEqkCloYnGAOrwqfrvOJI0n+/n0x/B+GBBIzX07EF5LykVZPhDF4lIJjUYT6UwauWxaOUq/U0OPRf5+F416A8l8ESuLZfz0M5+LBx46jGJxDO1WDUGspz2X5rSVcgV//MH34AUveYHWHJIURAWLBbj/gYfxoQ//Kf7tX/8dx44cMfPFTBYXPeoivOhF1+O5z34mRkcLAPWc2Tq23hkxRmW3joyv+ujW66iUaNJkOQsf7ORIF8hYndL4EX1Kw9LABAOoFXRr9bF4xGJfu46r96TwYXiQ1S6n5VACC9Vx7P5TrEp2pgG2BrDyd4ujVzNU/e+UarH/uHcZEGuvJzuXz3tzMH6uz1VFgIlERGwLm3py7zCN1SFgzHjTx24GCrsigic5DIDV1WPJjy2zJF4ffA6vsf71itNcPGyyH8OYWHQnnpuTAmCn5fjEuOJfvp/HXlqidi5lBjk/k3jZb/3hD7Du/dd5yY+A1TX3+kzmVQNJyAGwatUuDjQ5SPfJ2rNIhJPJqmk0nLLFnwEHg6gwsKq2I0TEqiRYRLCQyTnBPrbj8rPDwCoT/vGMuUITAF0LrHKBJ+BGBqBE650hA02uaB5UpfmPbSXG8Oh2kZPbrgGrDLC4kVI7kq+jzhQDI9L/04kAQUAmIhNTMyIiAGZ6fm5BdFIATLRz6SQyiZiYthWzeUee4Gysj1q7g0qLzJAIislAiWyLQasHVhFVGyYnfj5IClglK6jaahqwGmOSaQuM8hUH7jB59UAr2ZoEdc8ErJIFzOSTDfYGhJOQSFZkG3P1jlr48kFUwKqvgBIYoJkPGVd0hty5J4PnXb8bteoiEmwE7tfQbraQiKZx/EgD9958Anffb9eVZmTZpJnuEBhfrHeUdE3mksgm49JY5XMCVtmemqBMQkIMQG5MfYHeNIqiVmlXAAQ1VrNxAqst6bbV2j0Bq9PZIbA6FwJW58LAqotGw1V8MRccy4DXlsCqBR8WjLYJrNYcsJpOiInETYnmZKzWrU3WJAzPrZt6o2S2thmokv1L4NvaWVTlJrgRmMnM9wNWtdg7kx5+7icOky9xdg9prN7wPgPn4jQt6+PY4lGUW4uo9Zqo13ooTqRwsFbDZ+48hlv2nUC3Y2Ml0k+gFzGt30I2j2iPWmgAW3EJxJBsSNMpmeFkkmIgNUpVBRvFkTxtiMQgbdephdZELptDi2ZqTVaDaUBjzFdebysUmC4vAVYDXQxEcTXyELDKdSaOGPU6mNQQgO1Drct8rwEpLQMefCTp4hmZtcTY5kyTN56lLWTWUmjBV5J6ulynegTELD81kIfmGX3EqUPGMdqPIROJYCIJNCNp6bJVWk3M9DPIZRO4YHoMT7/sOiy2ajjWWlCh6PwgjgumRpFOxdFeLqNdrqJbbaBfbyNOSRW21osXayZ4aqL08YW5an2PwNUG2SpgyDFvedxcC7ts4U0kUY9SY5WgasK0SrW+SSxCrEsCq9FWCdFOBbEu9fXi4AxVuz8NTKQNaoE9x77mg2uLnGkycF7LpPJUfxdk901jdS2IRaaSaT9yfLlqvJNl8JV4JjwK+hy7nI5pQ5djC0oNtAwdmxJg33nB5IPFBB7nUKJADNszBGzWbqVQ2JKJEBMwKhKSOURbi7XprxprgIFpH+1IAp2ggHaigA6Nu5QIOXdUrgssmAHIf/Zfz26C8z3qjnB6u46hqSKoM5XzAOVqYJV7Ehlg1qLb7tDkikmOY8CE7p/VI2wtU7HHAase8LY5yzll4KaNB66plhwaU5Xzy8AZjjPpFDrdLd0vp3caJLieGMDmEwElKbyyvh0rQSja5iT3NX4Xv5egKd9DUJXfFyTTqFUr+p1F2Fwmq7W3RvmNWk3AkbR5nb4rQVW/HoVvggd+/XOrQLkoC8NRTOdS2LlhAhO5JNIBPZkswaBW5Yljx3DhxVfg8c95JZLpPOodMzrxY5//8rVk1X5n782oNZaRzVA6JSWgksDq1Mw2Z9wljR8dipJnFt60itl941an+9Oj0RyTvqps3yy5CNDvsXjIRaGMXKyLdCaFamUF+++4A939d6nbgN0W0pVvcN4TmO5LOiKTz+nesTBsybtVdtV1wH1OOr42Z9lFIn1nttMmoijXmkiPb8TFT/opjG3e4cwTDTS368mk3MD8taCmFWJWr3vrPbd24oTB1cH1Co9rB6DbZ7nCyjoMu7XfPQCAQhp9vqjBa5/N5rC0UsK3b78NjxzYrzU5mUpKr/jDf/D7Zz2/FZ9kN6y6NsNjWh9cskRbZ+1AmRC7jyi3T/9dMjsEtYZSGH4Oaqxy/fRsPlsG3V5Dg08WU63bRMXjaAKdTgY/9ZxfwMf+7je1v7Bw1I1S8sRgf/7/0lwEN934AO564AhasQn81v+4HLFeB2lWw/qUAunjP/75Drz4pb+FudoJdc+5VpJBezxjCN8+67VEDbxp4Xfe+3Z866s34qk//nScf/nlktfxwKrCgVUBoWGO3WhMhQd20LFgQGB163gBVB8g2Erz1JVaGZMjI5bn6Hw4tyw4r7aBr972kDTW/R7hdU31nSFdv8FAEMiyBgi1Kp5r4w8NmUHH3JChtt64t/0wBKLainlGYFUu6SLPdAxYjWdww/v/GBfu2YzLHnXZ/zdgNTy/V80rx6r0fx+Mx+G0HKwBg7+FsJVVn+U03TWv+0ClUrH4TfsXC559pNIFlBZLuPv2W9Aoz6Pd7iGWSMqojQxWFv9UKE6YbJWPb2R4RH3+ZBYbN+7E1OQ4lpaWBKzyNW/6tV87p/n9rre+DulMUjqrEa7bgy5Rb59lnTUcU4Min98DHPPeA9EM0rQXDOIyx4D1sgJCaD2YZZ/J1/NyiqXpwGxes1qljsuveBw2bt2N+QWeZ1lv3bptGwqFogGJWhdcXOcLvCJU+UthUZXoCNprnQ+AGlkZsMawuFjCzbfcgn/6wj/j5ImTmNkwhUddcjGuueqxOG/XdrRqKzi1MKe9b2rDLL699y780stegfJKDYVMDhP5HDZtGMOWjdPqxFlaWsGGnVvx229+A4J0Ql2c7As6dGwOv/OGt+Izn/k8xnI5FNNJaSUz16Y8WiKVxhvf9Lv4pZe/HN1eA9Ho+mQWRW8EVrttdUh1mg1UyyX0aM6rk6XJdh/J3AgKE1O23FI2yoIpx563CxTpOYzCeWAYCMs/uOvqwuDhwHJFEUkZDIkJ2uOdDJiP0cxgyhtNmc6q4mf+K7k1+pWQRDV8zuut0lxYxQUvy0aAlYCrmLUOsB201RuonqZeu4vfOE4Zh5GxKs3WkA48iV7UvreY2saiLpsr2mjunqFwcqandcl0rdx19Z+rvMaTAVbLAKiYRfkF3q9WC+lMBlNTU5KvIoGGx27AqhERGGO++Nffe05z/If1TT8CVtfcWQ+s/tKeEQNCXRLkWasOg9Niy2o7B7tnrLYYSKnVlH6vtmkTAOT/mHR7d2ZjrBqYZ8CqVQY9sEqgMc22Q6vnSMOyRr20fhSTmZh0OAk0Eljttdtis7aEXZLZxu8yYJUTxDRWY2I7khXJihEDHg+sZqVhakY7ZKyaWZax4JhskGlLYJULM82MyB6TKYmAVZdUus2a4J93xCNgS8CQLfeVtlWlCKym4mRsGrBKggCBVX5Hq9sRYKnWVeppkrFK8yoPrNJMp0UJATIYqevhEym7gby2YgTb6qvzqNbPDKySsSrdPbKkJO8QEbDabHdwstpGPpVAjsCqCvDmpC4H1UhXwHaz08Y1T5nG458yhdJKCUmCM/06GrUG0okMVpaBvTcewG13tFYDq5G+tHiXmj10WwRWA+RSCRl6naq30XQsLTI1Ce4SP5bLtK5tBFUyKdpsG4hgLE9gNYJyvTkAVqcErNJUqi2TgrlyC6PJhNg+Jys1Je+mregCTBdY2CpuzF1f+aOshAIotzE1exGUaqaxWqQUAFvBnBGNB1bDraQeTNBmQu1esq4dy9kbCnG9l3ZhMtCGtlzroEUzN4IKYcaqcy7l1sLNWTqzsTg+eeTcgNXuDX+ke8r7XmvUMVeaR6VXw8n6MsaTBUTzaXxp/yF87a6jOHmK+nnU++2gWu2i3Oghmswgm0oh1m2gH8TUisuqMI8rk83ZbkZwfKSIfqeP5cUlMaSLxQLKFeoORbR5BfFA76XujljsbOZ2Bg8eUPX/EhgdAKsuwODm5jM6Mlx5TayAThaLrV80Z+NnkpFmgIj97gN2n5DH2VbL2RMjw8xMA/jxtVodTZoJOU1WAyygxIpzg8C0Pk1AVhTFWFyMaJpqVXstJUgbghRmEcGLn/BE7Nq+DffPH0GtXcdsNouJZAxjhQSCTgu9pTJa5SqiLHzI9M4SAZ2bglBTPl2dRLtEehXQ4MFKF8mGWrPkeurahaS3SgZALIVWLKEkkkZxZNvICRJ80OwAACAASURBVNmBgwK6GSB2Koi2V5TsMt0k3K7CmYJ2A60Nt3Y99S44J2N1eMy8yo61omXMR9sOeHXAut+aBiwIvdS1T3jCA7sdjFvsHKA9MOsNuyxEG7TRCUSxouCqCjePk4Up3VQuCgaam/7raobNYMt05lj2u0vwHVuAbCxj4lIewP41cyAXRBPgjATStu3JvIoKtQaCy+CL385rToD102cvBZDNBKvaB8ni1I6soNiYAjY3TAZA+lKOGSXJGxZK29beZYZPVhi1VMhYVGbWZvc1DKzydwNs40gmyfZOaJ0ZzDfXasZ13QMzzVZLhQ8ex/D9dmw9yRCtBgQUd0QMqCRjgO/xBlQqMIqtThkNSpZYIsACC4+fxiKdVlPH5l/DO0NgtVZvWJHMwTTG7vW6ZcMxHAbx1gPZWEDNJ2KYLmYwko4jm44hn81qvzh8fB61UgmPufIaXPO8VyFXHEedc8sxTm2IGLBardew985bsVKaR4ZsnVhKLInJ6UlMz+7Q/bPrOgRX1enjmS+SDDE5Deoip5IEACrodVfQaDbRbLLI59aWfl3rViLIKKk6cv8DaO+7HbEgkFYwDRo77Z5NDfpYtHsCXXkfmXDIFNAxfC2mI+OZ61dUxcW+CuJk7zDx7qPciWLyvMux67HXIUuZGHfOWkrVdWTa+4N1YN0C0jCA/X7AqjGvhmxNf9/CLDdL8N1nah1YXQw6E6Dqx7YgNfd+D6ySiUtzrk//w2fw+S98AbUWdWwDMzzsdrG0cGR4EmfxUyI7PZhTq6/RalbTYK9Thc27ZLvXEIDRwXt3b89c9MU4i5U5vsj09vOcbZHhIpi/9rw+HTLXVGDj7kBwMSb5mVY9gRe88Ffwlx/9ZcW6ccqIRKl5HRewxStdWWrgXz63Fw8cmMN9363g11/9dFxz1QiiEUqrkGwRx5c+++948Ut/B+XuitNW1YZmx6Ml1pjnfh55pn4i3sfbPvgH+Mrn/gVXPf5aXP74x6NHDRm53Q73oHBhT4zVaFxrMbXkWfx9zPkbsW1ixAoWABbrdX4jCukMOs0uciwqcx/h2O13Ue9G8dXbH8JSXerfxs4LA0yKryWEPDhmv0/Yc8N9Y7jXrBkoDldR8c4VVAZ7jduetP+E5EvsPIfAqr0s3OZswKpUZHttpBJZfOgD78OunRtwxeVXrAJWvS709xq+w+v6/Rmr+pyQ4dIQ5B/qXxrB0kC/weP7AKt+cpK9aExg65xkF1wymUOj0sDD996JVu0UWpRLS2ZQGJ1ANJ5CNE7Fc8Y4zCuHHQJ+3Y4HGUzPbMH09CQWFuZlisg588Zf/dWzmNXDl773nW9CNptCLp+WyR9zNeYoPrRSLBtin4upSs1Xx0xdtdaJjDA0AfOvUVw5kD9xDFgP4DofA+6bzC1tPY6qC2xqehZf/bcbBUaeODmHdDqFZz/7Z/Arr3gVcrmcsSUJLnasM9IXPwbrlIu/LG4b3jTvwj53ch4fvuHD+Nu//lssnzqFBLpi7sajKew8byte+epfxlOf9hQcPnZM+cPMxk247a578Kuv/nWB47u3bsIl5+/CxokRnL9jM8YLOfSiAU41WnjuS65HZiSLTrOGWJDDF77wFbzqNa/VnrdpvIDzt8xgspCRB0QkSOKWO+7G4657Ct71R+9XLBiNmJzQ2odNJ5Ot4g7cbjZQKa8gQr8EMXIZV0ekKZ4bndD6wPM3Ivma+MaZfXimqbXR+InsfwyV/ENdQorRHEPVCkrDwrd/3heoja3qAFSyTwmoyoTUAFYZU3Hfd4CrmVcxDghJAbAYTilDFaHt8/z3cJzRX0UmpY4swziPXQ6S1AjpmarTiK/zpb8QC16qsRzXkghb59qfqZbo8pz13sOuS37/4JqYO7cR+pxUH2NKdmiMT0woFqCR8NLSogNWe5K8S6WSeNGvvfuc5vgP65t+BKyuubPfC1jVS10+SjaMB1Y51sXIo9K72pjNlV2MVSZUfb6WzBS2RquZ1RYSAavRAbBKAFPtpHRrThhTjQ+2CBFUJCN2Ik3tP+omtpHPJKVJWm20BKxyQpIhS9aZr5Zx48ylE3KNlrapVAiMachAgzqtNGVoEXRh2wMNkmgS5UT1B8CqEsWoAiwDVmmkQlaIlxUg+kENFaPaEyzkZxNYLbds8ygwkYsD9U4XpQaFjyMYkf4p2/MJWDIJ58bopAAAmUaQvUuXcorjkymSXAdYZcDGzc8YrNaWTGC1RqOMRAKphANRqUnXMc3aIWOV2m+WjDGZPl5pyTQrG8QQmBWMo8ZyY2ii3Y0iluzg6T+zDTsuSKG8XEcmyTa+qgJLgmW9Xhr337If//KVsj6BFcAsWwJiEVSaPSw1qBnZxQSB1WRcYDaB1YaLc9lKScYqnbrVmk9gFaZP26ATXzSCcW5+iQiqtRYWKfXQ7mIySykAAqsElXtYqBJYpZNyGifKVZm2EFglIKthGGbzUbze1ba4uCZ5zYh+c2Mi66kLMXV5nQupmD7DM1a5GXmW1hC0M+1dPk+GM4FV6dzJgGoIEKllNWntRmcCVtlyQTMlhlJMVpWwxmL4h6Om23U2DzJWOzf8oVr1WWUslRbRjLQw1yjj8PJJ7JzdjMPtFv7ipjtxz0Pz0qEsjGVw3nQUnUYbNz9UQSKVQzYZQaMbAeXw2DpYrzdlipErZDXeyWSl02oun5fBz8rSkiQ1GEnUqjW13zPBJHuM7/fFkGGSxvFsUgBM5BjocsP3bEiecxhY9ckcA0wxCJ3kh60jjsWqoNMcQMPAmmqh0ah0hxk4MBCiGVwikRTIWm/VZTojMx8lKEAmkdSc7jTKYpwnM0mtZehTT3YSnfISxRyR6vYwk0/hZ3fswRPP341KroXllUWMI8BkgsxCguMtdFn5Jx2WixkFg6mzpGA4prZe43q5tgAfWzmg0N//YeK/mtmyygVYh+/ciVmEosxBNIUuEwfq90oKwFgE0mbkWGPbJivxHR5jScBqVPZVQ/aGlyZxSLCOVltGJDKQApBm6UAJ2reJeZQ0BGKEAyLpo62jLyfqt7uPA9DSBaBk2Xjw3NtPDzYwS6bsWrmklj9xryI7U0iUp8WwVTSUrZ1hotGIRACs/05OBBfU+u4J7XYKDCXshH4/hl4i54BVJ10glq88ap1uaw+RT/3b2UxvvTbnjBJ9vLlWCsAKDGzTH2qWSiOYRmTcC5xcjCR6BEgO2zM1txlsSyd8yECVFq8YzFEE0kO1tvzAyQAMjOUc0OkTPwbaYVDVM1V9karZaA20T7lGejAVzqxOYE7HNJTtnMxkwEsc8DklhDTkqjeciV0UCRY6k2ww5qyKoN5ooFqtap3mGkFAlWuOT1QG18CBlmGQbS3gJs3mIIaRbAIZMliDCKYmxpVsLZwq6W+7L3wULn3GS5Af34B6kwW7IWOV+wrPnwXku++9DXPzh5FKpxDE0mLhj09OYmbTTgHDApFcm6DYPyGGhyKafkvxGLqnEEMd8VgPQdzWyFK1hnKpikq1hHqjhCQSAnpHx8axfPgoTt3xde0znIFc46wlJopesyOAlaC2zAF94kcGGI3aKM9ErfpECtFYAvVmE/OlmiSGism4CtmVRBobLnsCtl94GfLZ3KCQz+ssQN0Bq2cCM9eC7Wtft96k8SCIB1nFpAnJeITXUa1fITB3vft92neyME4AMtTBQn22f/nil3DDBz4EFhC4hzeaDa0F1EkvVY6f9fzmG84MrNrHnXZ9Bgx7/nXIcLY4KCTzEWIKmu75sJDn1w0lng7UCYOqAl6d3AeXv16XzHMvDZHEr7zyN3HDH79AUjo8/26EgJGNLxYMe60I5g/2JZ/1xX+/B5FoFr/08t0yt2JewO/83N9/Fi9/5ZtRizRU6FefkQMMdSx9K876a8BbyPUhn0/inR96H774qc/jkssejWt+7MfQrrfVVeNZo/66+PeLnhFNSDORTqTc7x69m8BqVqBxtx/DyXIDla7dy3qphi2TaZnSWnzRVYfW1+7Yj/kyCwpu9wvJAHiJHiP4hQAWnZb/3bUf+9/diFmLJ5hp4+r9StdEF+N0xqrpmQ+Bzu8FrKaDHD7ywfdj65ZxXPmYK9cFVtd+9/oD+wyFSr/HhPaa8HwMxzZrayzDv63/2QIjXdGTx8h13jNWeXEYdqVSBbRqTey77y40qwv66niC8esYovEkoixCMmYOseX92Oe/fO3Uhk2YmBjHwsIcatWqgNU3nCOwesOf/L5yztExtqCzS8n2ZSM82ZWxzlDXdcN/XUfI2gLS2t/9nmiFq+Eo0vh0e7rJQHhpDOvWyucL6McC/OWf/0989jNfwMLCIhJJiwGKhRH88stejte9/vXI5nLGdpWPhMnuhe+ljxUlpuDGq2QHaPTZauN//9Vf4D1vfzta5TKefNVjcNHu85DLsO06wNe+dROSuTze/K53YXrTVtx73/1qz9730D786Yf+FEuLi7jq0RcLH1hZnsdoPo0Nk1M4fmIJVz/56XjhK34FjXYD5fKSCC2f/acv4y1veY9Moc/bOIndW6YxmU1i25atGJvcgENzS+ikCvjvv/ladWhEncb82rEtNIBFJZ1PV0zVZr0GdJsGtupaxBBLZpDIkHxihk7hx8C8KkIGv/k2SArAd0R5FrB702C+SXUhPPYdG5PAoQMw1wVVxTQlrkDw1BlQhcysrIPIpNX4M6UOJEknELajHF6mVZIIMG1WY6/aOmRxl8WYflwxTuP9ktHXoNPJCsneqNRiLmONMk/lQzHRGaip6+mn++t6xjXJ7RNhKQDGfCpMy+vG/AMErI6PKw5iLkbjqrIMmK14z86oF/3au85pD/9hfdOPgNU1d3Y9YNVQ/eEKwMWAYtoylnEutmTZyXCJRjOcRGKLsq3Ri2RbiyNjfk1/aZipXqOWCzJWpa8ac8CqS8b4rcQZPHg6njZNFCY/ZKzSMOR7A6tANk1gMuKAVSbAjrHW6yJDgWsBq56xGtHnMaGMR/sIJC8AJOX+ZlIFkgKg1iIXPY8RO002sbw61G5NCFw1YNVYL2SsZmik1elipd4WA7aYSg0Yqyyem84KWYk05QGyQaAFX8CqjEeAIBLTe+3h2jQdsBpmrNablA9oiW1rwOpQY5XAKltYqGdLIFrAqlr6ujheayMfxGU2RWDViErGWO1FqTEUR3Gyj5/8ma0YGYtJuyaXzqJD1/CO6arEoxnMPVLCJz5xApVaS+B1NhlDQGC11cMigdV2FxPZhIBvAas1Aqs0aiKj1IBVajXKbT0aE0OYrGMaRTG4oHlVlsBqvYWlFlnNBFZTmEzTaMgxVistjLO1I53EiVJVBQACqxl1UBvA4qtmhP29rqYHVi3xMuYWmbrlOpN8Mx0jsMqNryx2zhBY9QG9QFVJAbB10saMuaw6HVc3pdQyuwZYZWs6GatkEKXIJlZ7hr2f4D0LBGRnfuroOTJWP/AHiJKJ1GmhunIS/RRwsLSI+eoyJjbN4BvHj+FjX38Yc/MtTOX6GB0pYjLbwraZSXz1tuNYrHSRTUfQiCbFzuD5EVjlvWLrBKPYWJCSDmKP9zOTMeYvdTr7fWuTYvWWjvQELFsNBQ9DMXZjf8o4iBu0rqG1oXAd8Y0iBio4BjyfdRu4BSJOO21NMELWySDBdoY7YjUSlBGQPmzt5lsJAGc5ZjJZ1Fp1LFRKah8LonHk4wlsLATYNB6g3u5h/2JT4DgB65FMFOlUAZtzBTz3/Atx3Y7tWK4vodQpYxxRjHKjbtcRqVYQdcUcS+L66LctcRXJSBG0Z5MQjPQzn2vs6sB49XK+mg3gwVUGb4Ypcv0iyzeJSCwlIX+289JEjywdLUdij5Kl1jcwlRqr3YrWXUoB9NVO5eQIdFzufoTaaPlls61wM44lndbxM5QqWKsV5xNNW2WNkepbKI35Y4m7fYwDNX3iGfEFB9+uz2NzF86tZwNQ1a9vLkEXduRgbAMK1w9/DJsPJfBunFlA7NrFhC64FjgPug6S2Rj6ZKwm8gBlCDR+7Xo4FTf7/E989azjr7AUAOfIehqrXtPKt2eJPc/iZoxAJdebnoJJX0D1XbIDVoJnSjpdakvgrRgVUFc1FjXmd9IxEcSccKBsKNiXXmNo/fRzUyxapw8aTsoYyEqvUuuXY1O4YF5FGEqIhApmHqiVTnOjodayfD4vwLfVaqJWr6mjhSAxj496zGyF036gxOZ0xqo/3lVJ0aCVEsgkreNjLJNEPsE1HJiZnjC99GYPAbrYtH0XNl/7s0iOTAlo9Oft9w+Bi/0+7n9wL44cfURmZMk4gdUkRsdHsXHLLrGHfHKvYt0qcILyHD0k4x0kYpRaWUa/00SPrFMCgHGeb1ua141GHbVaGe1aS8Uy6or1yhUcvsX0fcnmp5QNH2QwsaTCBNIn3p71YsfOQiI13lsyNowmUgKu50/R8CGCiYkpTE3PIDY2gWBmO2Y2bcVYPmegk1u/jbHK5OZ0KQC75kNGYjhxMvbV+hN2kMC77/DJ2mA3OS3LHTJWPXCz9t/wuNS50wjMA+SOgUuDtD/5wAfxqU99GvEgwBWPuRKXXHQxquWq/vv0P/z1Wc9vviHImRTA2mMIGxutTiq9UeDgHcYNkj74kLfrI/2wU7sNLbdxOAYr4zxfABjEUCrExNBpG2u1L93sqKR2Wo0Av/E/fhfvfcfzTHKFcRAJF2T+UySoE0O92sc/feYW3Pqde7FYjmNqxyhe99s/g7037Uc+m8fjrp7GJ//m83j5K16HdlJWhQIx2C3hW2AJrPo5ZMl9RMDAzMw43vbBP8I/fuxT2Hbe+XjqT/8UumRrsJrkTjosBaBz4jlSjohruANWL981gx1TRR03r9uJUgOHlhqot0xTdffmHEbphG1lcHXY3Xj3YRxfbjhg1Y3fEEN1GIMamGIT2XeW+D3GgFG7p64ouAaYWQ9YtY8y5trw/R54p+FOCJAJMVq9FECfupL9NjLJPP7sQx/E7GweV195tfaUwdrjtTnXKVLoXoQ8NQcM3DWj3n/WYA0LMdYG4KHd2VVF8cHrQ+vC2gnl40U/H6oVylM5LVBKWXW7SGWKaDfa2P/gPeg02OpLFmsa+fwogiAlkEV3jkmqK8p6dh1jkxgLRbPbMTY2glMLC2jUa7rf5wqs/vM/fRpHjx6SPwTXaeZrjGmldb6qJuxZ+MZ/WQW0+v0gJM1kbNuQnMHqRcQBYMpcXDcL2YuMIUyP/cN/+lf4/Oc+j2wyoyIscxISDpjr8ta86lWvxu++5c3qXOOeqjm4ak0e3j/PDPQMc+55c3NzeNPrfhu3ffNruO4xl+O8mSlsnZ7AeCGP0dEiGrEkbr3rPmy+8FG48rqn4KGHv4u7774L373nXtx31x1oVJZx4QU70axXVUSl4fL46AT2HziOpz37eXju9S/EkWPHsbiwgFazgtv+cy/+5m/+D6ZHirjo/O1YWjiKQhDFRbvPR6E4iqPzKxjZvAOvev2bkMwVlUev9zA0w5+bxawELSPs6pOpqYl5MdaLBVkVoa0nKQRt+3XIAat+rNu4HcaGtr6tPgpb9123lVuvDdS29/o4xuuJCmgVA9UBpQ5gJahISQOBpCqgD4FVmljac/Y3snzZhUIg1Z6zHM0DqxyL1FP3BXweB70yyFjtuLjPOEYsTNj4cnSMQYebwHe3rgxM60KkDc1JT6xY/9as+yyBaOvIc91XTmuVxyxwmM9T1jGfx8T4uGPd9jA/P4/y8rKWADJWGYte/5p3nsU3//C/9EfA6pp7HAZWTXbFbUmuPVdTVG37TLgMWGXwQRYkgS9SwrmIWts/wVTGI6ZDaE7e1kpoagCrgVW9VpqmJgWgxIKbXrsvDU5qvhFYRSKlNjYaTzHBrzVNCoDHdjpjFcik4hIcJ8DHY1SLDs+j20EqiAkAJbBqrEgDYPkysjpkukX3aJliUCuUSSf1xqj1aa2QaodUec4xVp3+K6UAyAClxioT1Wwijlwyhkanh5VG22mspgQetnsG1MqIk803rFBGgSyNp6TR2UFDCxpkaBPQSEsnYUERb5MxVk1HS8xbAattsfBSvF/O4IpMW0oB8D4RWGXlnUkb2/0GwGrSXO/FWHXjgEEb30v/763nB3jST8wiFmWiXJdTMTWs2gJseURx9Etx/P3H5nHsxALSQVw6c2Tn1rvAUqMn0WsPrDbaPZyqkmVKYBVi9haTSV17sjVpXiWN1WYHTYFrEYxnUwasNtoCVglYT2TSmEwTDG2jCYAaq2MEVlPBKmA1zcBe/dzDNla2q/FkuZiKdRU3nUDqJGozicRRqhKA76OY4vWxgLwkJuVqYJVXQOZVDrShBEGjzXtK+QCnze1YeesDq/zuKNLxCJI6RgM6DHuPmKlMLIZPnyNjtU8pACZA3SY61UV0Em08vLyAWrOBzmwU//jAUXzpG8fQbcaweSKPfMoCp0dfch6OHW7gnn3H0Yl30FOwx2A/inqDV7yPIBUYayyWVGKdyGbQcrpDaSblUaBaqqDjJ620E1kZ7Tjnags1KCgiXU6x2wkuOzdytS/6YOF0YNUACs5kA1C50et+2MC04oVrf9IG6rUIuW6p5VkvsgRZTETeR2OK+2CDsgDFeBITmSQSQRdLzRbmGx2tg6lYHxOZADumJrFhwxZcs203HpstIIcG2t0G2o0+Emw969cRqayg26hZ4Ol0VsR+5DyQYZwzgBITyII1I6cN9fJ8crx6KXcJ2KAErsXC1gr11djPNAeIRD2waixNSprQsMM6C3j5zSwLbKduVxERsMoVhuxjqeXZ8Vjapk4Fza1QME1g1R48+BCwOjggM+47LVoUfuor9uGWSAes8vh1IsYU8KBCj62YvqXIs08HwalLVAXu+mDU2vt0ygQ3ZfIiJyvHYF19dfU6p93kW3598GvsILauumDYMY/8XqlrpzFJzYks+vGcAAjT5ZNJ+wBY1VX9+NmbV60FVo0JYPpbXsfUA6uqzFM/1+11HOt6nfZKmxPeUdbO2xyRfU+ifnf7ENdQGVax8BqNqU2KRna8tE0mOc6cwreWiQXhADoP0nlmhbEZTKPRP3y7mApe3LMcsBoGdtTO5TpJ+Hr/eXwPTfkoFTBaLGptn5s/Ib09xAKxVPl6Bv6UBeCaru6PswBWLV7qIhnEVbybzKcxkUkh0WthanwEkyM59Kif1qhjZvsuTF/zXERyY5BUpLu2ArocY5X7077v3otH9j+gy51MZCQFUBwtYtPWXSr2WD5l98iWCwOCuTdTmzKb7gpc5e88OjJYmDhJL7rX1vmyGNzuNdFv9bBUqWOxtAxUSig9eC9q5Ypkg7RGdynvRDMxqisbo1NxIK+RmI0ENuOKs8rNFhaWK9oDYjR5IFszP4ax7bsxvmmzWGC9WAozM7MoFoyxqg4RBwb47ht/74esNI7B9dh3fl1fH1j1oDs/zyf0AoecOZkfQ/5fC3xWMzvDx7DezwbGO91gavirLRZ4z7vfg6/961e1l3z0o3+On/u5n1URmon/9IbR0xeXH+CZZH5m/VdpYVqTdXsCwECJ1OaxnYPEutya7fYcp32nsegZZQP2mjNNdSCfrZsuHRbgY8ANQXHGKmpPjsbRrCfwxje/C2974zNsH2McQ8ap08NebgDfub2C//i3O/EPn/wSji+U8KLnX4Y/ft/LcPu39qHbzeIJT9mEv/rwJ/Cbr30zugF3G7JT1TfmCuTcR4YtppoPDljduXML3vqBP8An/+ZjmJzZiJ983vPoJqOYymv3rdVYlSY+u2YIjMTjOubLztuAndNjGv/cBU812jhe76LBFh1EkY/3MJWJoZiKSX6jG4nhG/ccw9ElahsPOLEWu4fMq/z89wVF/c7oRHIa3qjWFxSG6E64ocLrqA7GsJtLtkdS439tQcJpl/vxEgZWte8SGKNGZAfZVEHA6obpLK656pr/b8Dq6sLIMN+Unum6jPFzAVY9OG1rYK1iGtN2Q6LqQkokcyo6HXzoPtQr8wIweYtWlssqFAwlfUwr17Pt+K8Y0ROzeOyTfxKzszNYOHkS1VpF69nrX/OaH2A2n/6SI0f24Stf+RcrHDgWvzfJ9WukQFT7xTUK+bnnc3djt0qqRWadThtWwKrXUrXv9p9jhAaufbYWe71idv0dPnwY73rH7yGdSGJydFRzQKSTVhvxdFZ5Guf9m976VjzxyU8ODWUvv+XnqYs/e4z7LV70BWAyAt/25jdg39134CmPuwIbcylQ4m12cgIjxQIi2TwePn4KlXgal119HQ4dO4p77roLj9x/NxZOHEFteR7bZzdgpJDHSHEUp+ZOIZVIYmrjJoxt2Yodl16GucUVzJ1YQHXpFO65827cfsstKKTT2LptFidPHkG3WcPU6AjSQRr7Dx/Hc1/0MrzwN34b/UhikHOvvWM9Sp4M+E6cOwQs2+h1qsphtUcrpgqQSGbF5B9WdMK8YdN9DsuFGKgajqHXGVKDNd+DsC4iD8UWPhbS2HfdtQMpAJfndnsESNl9ONRclb+FA1gHbFXXeaQYjj4ofJ/Tb2W+7MFyYgsZkm1cfMPv5j1mXCHA1BUJGFOwaCzzcXYFk4QTIzZh/gPDQvvqsa0xGpYwWefSDNZ3nwPxS72hlyOPGGHAxqK/JolkgNHRUWRzWSMFdlo4fvw4FucXlJ/JUDQI8IJXv+Oc5vgP65t+BKyuubMeWH3pBdRYdVT+gZaaLdAEJjj4zS2diSAp030ZD/XIcnFVCjJWqUcTCMi0FobBQ8YXBmoQMJNbL0FVtvITyCSoJYZrX4F5vUWToB7ySbYZBgJC08lAGClNFPgaztEgQSkA05mRNieNkKgDRsFytiozAXAbBgGzdDwmxioXBrauxeIBSnyd3OnJUO2LwROQfcOKioBEyh44INl7qTCpIKuOAG+vJ2ZKPm1JXalB4JfATFTapQRkeSy9eBQj6YwYlPx+Vk0JGkbEUFSdldgXcwAAIABJREFUX238SbYud5tKgNhWxOvDNks5LvpA2TlK++5Whg/1RhulVkesIRppEbDmQsWWchp0xaI0nzEAnIwUNpoLWK239Xq26AesJAmEJKOV15TgVx9XXDOCy64sCvQma46M3l6PLQ9uo+zFELSBb3xjGd+8cRnpbEyGVPxGGhiRsdpqdTCejUssvNZsYaneUbs97xk7qXiteN1pMqZKF6JitjZ0kYGJQlqsWjFWG13Uul2ZYU0xm6S2VS+ChXIdYxmyplI4tlITozoZ7Qiw9NQ/c/e04FrAp6uQiaHs9IFsQ4pipU5glUZkZJOafnCZialLpsKMFplXqbU3KkdlVnUdtKWEzdym2fLJttS4qn3LdTpsM6ZxwCrZ0sR3enQuNcYXj5tSAESwzxVY7X3gfYgGfXRaFbGYWuk47l04gZOVU6hPJfGle47imzcdQyoRxcaxOLKxJObKbVxw8Qi2b9mGW7/5CA7PzaNBTb6OscAJKjY7fcRTaeQJXARZrKyUJNdB7cpkKo5mq4pcKisjCsoBtOoNS4qka8iWXGvBkArmgPXogkMGKqzx0uiHYI5jr3JDH+QFIdaY7o4YvgxymLSTQ+LaqJR8GiPUzOf6YnAx2ZVEhmOueiZLKk7GLJ2xacxBzciYwIhul0UYjk9rd4yjialUH3tmJ/HE3Zdi68bzMDuawlg/h4DgVd+YuiiXEakuod+qquKrlnq2hvd4fEMNtuGK6bVkQ0uoZ6L4gxwuri5MdqD0IOiwoFYsMFZqNau4yNOtmjpexlIwxoP9PEg+yBbtUpi/hn6rbtpQA+On4THZ+Oca66o97k+zxNwN0TWGq3sMC3cGlvj3D/6uaMwzbTxYOgRYw4VqBrKDuDYEHg+CV3+9woyDwc9kr4eSVdfyrPMf4DQ+uPVMYGf+sqqbw4PXPACvh2vgtCQBaM3n2AS6DjEavGXQH7ifO6DDMy65xv/92UsBFLIECodt+p61yaNiQYvzjW2N3lTAkpuh2dFgbSSe7pJ/FSicuYSSLf1sF8eDeooLpH0aQ5p7W8r0T32QzlNnwEyWKh8D+RSXoHl9Lp84WoDhjssZYvl2sabmvbveLrEUA4FtwyqiGFDvQYYgmUQ+n9XxkK3K72byW6mUNfZT1DTp9dGOWddKj50m1A5zQLJnAvnPC+tphxNdiuqweFRMB5gsZLGhmFOiVsykMDNWQKfBpCWKC57yLIxfeDV6bYLeFqtouA8Aq6hc5A8cfAQPPHin1lAWrGjmxfV109YdyOdGjXWuOWvrGGMNtvznUz0UMixoU4KGUgBsuzZZFb2u1TId12oNyyvUwDZQcHFpGbVaVXFPc6mEA3fdA9SrmvNNXttIoGI1YzRqK3OZ9sx5FWoiBLz7MiWtNanJXVchOt1rIb15D0bPu5RaFU6AIYbNGzejIGA1xKJyRU+TlvJGHkPDKhUmNDdNq1/nws4c6eomBIwTODamjBXpaVa2sLiIO+64Aw88+ACymSx2n78bu86/ABumN5hhBWdtq416reYYW84V27HELEaIIN41PXbTRfasT+rZujHnHIdHCiOolep45zvfgW9/+2ZkR0fwj5/5NJ70+McbU4YrggOTzzbJCgobDfsN4ahawgZSL65LYICxmjGftPLXPHjPhnuo/VEFSl/iCc0z+yMvv2kueoDWCpoGANo6z3tjGo68WK1OHm9/5zvwut98BmKuutztU/uYjKQoji338OVvzGG5EkO1dAqtUh2XntfHM5/1GDx033GkEgWcd0Eef/yHf4W3vOP30U9am6pVuKyYYEZpXWk6m2a0A3C6bVx25aV43dvfgk/+3SeQDDL4by95MeqUGeG5D2afdSsM1z/uZdRY7Spv4H+X7NiAPTPjYoPz/tX6fRxdLKPS6mNyYgTdRlNaxOOFLEbo0NWL4Jb7T+KBUhuFSF1xSLOfQIKkBhZBVHQ23wJqzVsMam3fhG4LNH2VbEdTshrMW6Jd0zBXqVWSLG7fDRUc/C3WPRGRxPIxgjxK43itOH/Yqhx6aE3VoHKMLumEd5HPZPBXH/0ztWQ/6dqrkKCMCtd2PyA8O3L4xaHIJAzyDEFOazcJFVT9Hhw2qlmjpeqg1zNOF4HHa4Y4u4B8gZ7/2vrgNFbZhUjpp1RButHHD+zD8qkjIgZ0GjV8++ZvSWuSn2EK9K7rUV9i63an3cfszj346Rf/CqanNmBu7gQq1RWtP69/1avPdmrr9X/9vz6CQ/sPYPfO7SrEikzh/QEGca5BRv4e21psOYefh9qfGU+vMbCy6+4kpgaF8SHjldk5z5t7BnPPXDaD+++9Dx//y7/EpplpMUinx0cxMVJENp1FtlhAMpPDwnIVhQ2b8PyXvRzdKDsqrHPPNjevv+niWYJziuU7A4ke5kM3/MF7cOuNX8OVj74c1ZUlpNDHzi1bUMxmcPjkKTTjAYqbtuHapz1dDNdbvnmT4tKxQga33/INRFp1TI+OYGZ6Coun2LpdwoUXX4rNu/dgesd5OLywiMVSBaWTx3D04H4cOfAIot0WxseKKBSyiETjKC3MYeuGWbQiAS594tPwlGc/TwXY00tWdmqMPVQcdvEd85JarYJOgyZmVtJQbhcNUCyMyRhtkL+v+VDm2GabO4wK3LI7AGN9DK4yvOYqu174mWYCK0oCyRmM24XosiBuRrAm7xI1eToXI3ngkl08XWqtSmfVJAI8mNpuOfCUz3f5GoKv1OdnoZaFV+vulCGWy2+TQYAc9/uB9w0NoFZQW1xELBFDs01Jl75k4bI0RG41UZ87gm5jCf14Av30KJLFCaQyWXWc+mJg+JK5Lec0cytddSfd5iehv6bEhLyJl4x8PbCq1JCYVhvZXF76qhZLk6/VwJEDB7Byak6FasoEEFj9xVe9/Zzm+A/rm34ErK65s2FglS3PPljyCYycLum865yfOX8ZXLBLjOY+3Lw5yAVORC1ZI9OLiaXpuQxbWcQEiXCyh4BVAaPUWqUsgAGrDOYbbWqT9sAu73SQVOtcKggEQtZqDemvEiA5DVhlG3JA3iXbyJvodPmdBhowWCBwRHYsdVOaNGMIklipNcVwJbtSemQEVUVnpyg98xNqrHaVwGhbci2OHliV9kYijkKaYGMfpXoLbPMn25VgIQHcar0pZljGaZmyVYk6k2QAqv2dWnIROiobw6bdMdMmfg4BaxrrkFhlfCJzO5FEoLufHlhdCQGrPPZonBXGHmota7NLsYrJYEHaQRCweqLRkasxmby8cmrmYtVf2qBdBCng2h/bgJ3np1Gp876SycukrCXnXy60kV4MyU4PBw7H8fnPHhDgnAnYQphAJ9LGqXpXm/VYOobRXEqs02Xqp3btnvNYpfHKtk6x9CIytuLx1aVjCUzkUwJ/w8AqGbBT6ZQBq/0oFqsNAatkzBxfrIlBkYq2BdwOQZ1QFOZcwOW95IBVu79scYig3GgrQKGGFtv0eQ3JzPFSAOFEQwLxrr2R91yu9C4I5aIuXS+1Cw6lABarNLgyJi2fp8kWGat8I6UOvAYsCxEcb+cKrHY/+H7EUhF0m1UF1t1cCntPHsLdxx5GYqaAr95xGLfduSyAffPGLGrtFpYrLWzbPo3HX/1oPHjXPtx6+31o9lMDxUyC413EkM4XkMnlFIKy0EKDuWpl2VqCWcQgJkxH9HYbtQqrlmQbOnakWmA8UGAgkyFbXDeY3JiWmbHmqPPJBGqtftMgL1LCIkM5tVAZsGrBJB+WlFubCdue6ZRmzEXJDTj9Kh8Q+hYqHoNYCgS6CaIQpGFBut/F9EgGs+konnjpHjxhx0XI5EaRjkVRjOSRRgvoVYF6Gf2VZfQpbM+WcaeLpoBIQZFrax84A1sSG2ZvDJftcHgRZnJ4RqsHNBXV2ujre2CVoZsBq5F4SuC4b6MdBC8eBFT7OnVf6+i32do0lCTQZ4ZASX2Tk9nwf5tthhgjqxhOw7k3ZK4Mz8mbfQz3DUv1B63Aw1tvz/kkchVjy3+eS/rXHOsgD3T70+qszJXT7cK5a+hbJx0Iug7rSHIOYmU5RvXAXGsYeCuojqWcDAO1XE2/0jOQrc21f07AajGXHICmXiPRWsuhAg9Z0SzmeFMBD6zarFi979PJ3bNWhmvm6kzAs3UJrBqIZaZS/HcgHeD0tDzTJwzIyOjItf4PmXR2Z7TPEXRTi//w2DqOweFfr7XAJdDUheWxmuEd9czjKBQKAlxU0Oqx4EhAk6Z2DcmspNXu2UO1w32opzmtVjnGOA50C5//mYBVdoGwS6SYTarrY6qQQbRH3fIAm8dH0e9GML71Yux+0jPQShXQqXENcUCWdwd2c4qt44cOH8Q9994uZ+hEEEMinlR72qYt21EYmRBYbwmdWoZom4FUooN8wK4YGvYZW4YdOrVqRdeDhkpkSxJgmJiYwMoKXXrbuk7UQNM8ivTBROrgXfdgcf8BfTbNI2l8THO0fCalrg7GSQSLmIwaK4ddPZwUMRV3Kw1zaY80KhjddQmyOy9CI06XbdM33Ty7EcVCUXIvQ0YVmfMRjVMfg/q1xNg2bi3jd8djSKaSWusPHj6IAwcP4LLLLgO1TXl+9Tr19Cq47867ceM3bsTevXvRJHAq/bY4Lrn8Ujz6iiswWhzB7Ows9uzZg3QyJXBVMhUdA2iVPDsmsSWJDszzbdCO3a19XZ1DfYwURnHy6Bx+753vwN333oXt5+/Cpz/1STxqzx4tJ4x/w+ZZZ5NopYqrGau8Vlp7Q2NIjEhvZqTL5hNT+yabt1x3qEvsARkHXakbbViWOn3/sfeufd4KZ75Ax73GwNd2K4WPfPRDeOmLr1VrPWNXA9YIrsRweLGFr992EtniBMYKcUQ6XVyyPY5CJoITx5aQQBozGzP4vTe/F7///j9DLzk003InYy2lBDxZTNW+b3Jk3XYT1zz1Wvzqa38bn/rkp4BOFC/4778sszrG2WFgVUDFYI+QbZCAYA+sXrh9GhfPTCjeJkmVUl+HTiziVKmFjTNT2DiaEFOba9qmkYwK599+eF6da1fumtZ977AooeSpj35AsgOwuFhDpVpFPE6hkL4KHNQn3LlpBuVKDQ8+cgSVGgEMV9iTTJa/jxYfRKlrvB5bmYUrkcP4XoKENpY1Oig7FnqsD6z2kM+k8dd/+edIxeN4ypOuQiIIrDC9zn4eZqG6I3Qs8/C4c1/q5ko4juD715sXw8LrmeCt4T4dPgYBq+7B57n26fxdfZ2UB0oBdFs9nDj0CJYXDiOqGLWBW2++CVNTE0inA+U3KoSSzaq0yzw9aMY2Or0RV177ExgdmcDCqZOoVkvas9746nNjrP7pR96Hg498F+fv3qkYUd4Bik1Dmuf+EuriEbRz0nCquAxhOYJ5Vi+wNdbvo8ZidXtqqGNCIJLY0iYVwWmay2TxwAMP4NP/62+V/49kk9i+aRZTY2PaA0bGx5EIUmh1gA279uC6Zz4HkSAj4zp1GDgTJbE4Cb5Rl1Ma5syHayhVSmjVqxgpFPHZj/8d7tl7uwqJ99y1F8VMFlMjRWSSKRw9fAzxQhEbz7sAT3vms5DK5HDTt76pwv/ll1yMG7/6JRw/+IgKmakgaes3dZ5TaTzuuidj03m7cWR+EfNLy+hWl1FeXsRD996LTr0mCaepqUmMjk5g6cQx7Ny6BcXJjchv3olrn/4MFQi9NbfWz4HfPLtljQxCUFJlpWgXjZoRVxhakuBBmS1E4sikC4gn0pbrOf+AoRRWX2Gg9D7dfbSx6vYb3uqokXKkgU25nRjle0iO4PU5gla1huLoKEanpxGPdrC0cMper4KKaaLqIx1r04OnjHfY0s9OFl43AaRionr2qplUGaOTRleu/d+BqYPYLqSdmkxEkM5knQGvtdkvLi6hXW+i1qwixVZWd2zpZBq9lRWMoIuNkznMLy5j775DiBcmsHP3BWirS9Rym6FPwpDMG47P/FoR1o0O71VeF16kKWe4ZbGFASm8JoyzxifGzeeC59Ru4fjRQ6iunJJsFhmriUSAn3/FW89m6/6hf+2PgNU1t3g1Y9UWXR+oacwpuiToZACoAA6yUDywKsaqAatkOkYJTEYJhJj4tk+QfQGRgSVxESYvnPRirHKzIhNOwKpprNbbfSU7dNvNMAFqt9VuJ1fzeksGV2SWkEVBpgUXJC4QXOCSQUKBU7VpjFWTuzcqeDJOwC8hUISGC/EgidIZgFUBYDFb8GQ21TGumi14ptGm9kkCq/EYChkyVvsC4wgO87hoCkW2YbnaFDs2k4wgnbRWzFqHwU8gw6Yo2XhsKSRzl2y5Hpm7dIw31omMlcTq48JMhI/PW7VS90tSAG2sNI2xSmZuIkZGLlm1ZJKQxRIVizbg+2hQ0SczuIP5BsFwyHwrkDkA2bu23hCYHp+K4anP2IKx6ThKKy0kk7aBd3tN6UqREUWxxjQNw8oFfO5z+3HsZE2auGLlRbrGWG13MZ6KYiSX0rGeqhGAtntOEJpsVILMBCc8sMrjo5QCA6LxfFI6rLV6G4vNDmqdLsYzBFaTSpzr/QiW622MEliNBzi2VBNTNB3rgP6ew0XWA3gWnIjBSPZzEFfyLVCV1TsBqx0lgNkggrRaaaKosu3BtdWtBVaVokgM24xQfHgn8ykFPmRgRgU6MuFdqnXEDBYrRhIOQNLBOZRLYMst2Ze8V1zsP33s3DRW+x/6EyBOPeCGKpq9fIB7Fo/hrkP3YGrHLD7+H3fhjvtrGAlS2LyxiBPlZSzX2igWx3DllTvRXGli7x0P41SpYQwosr/qDTnn5pgkxxOab/lcHjGaiJ2Y03WMkGlN0CVIieVMZhQNZQSfepa5F+MfJG0GbimRlSlNoFWLwKxlu2cAVn3OKIA0bs7USo6tddAYNQZIKPATU9QySdOJ9uufvYfPmXREX4UVnwhwPiYiMeTiUWydKOC88Rye89TrsCk/jn4kiXQ0hXw/hlj9BLqNKqLNEnrlMnUtzBQjFmoNJ4fcLY4CL4XlhduAHEV+sG6HqRlDYHWVu7VYVZ7tyc/jOmzJmViq1HWNphgZmvNlCHgcJCccb0zAqBfVJvDCRM6xe9bsIQJCvHWtZbwQY1UJfjixOj0pt+XUA5e8H/5n/z7P7HPPO/aVHefwtauTSz/rKKewxkU4fOyaz34tCBdbhsfjk0T7NwRe654NP8wwP5NukL6L4we7JvUBy6sfTck4zLfdObs7h+2695+DFMBoIT0ATcOgIBNxsa7ZFeDYpIME27HNlHz59v8etdMNWFTiHhKcHRRbQ2w2SQA4xrd/7QCAcoAP/+7BMs9Q5b7sL9964K1ni4bHpsz3XADviyC2pho47AFdaScnEmIXNFtNYyZ228ilAhTIYEUPpRrBP5hMT72ulsYYNcUZLzgpgDDgy58JmNipD5NZXaN+F7l0CsVMErF2wyRrAnY5BNg4nseWXY/Clsc9F+3cKFptJl6mWe8fgznHdSWZxNGjR3DnXd9Gt9+UpA2B1XQ6i01btqE4NukMw3hHu1rLY7Eqsinqurbxf9l7zzDJzupaeFU4Vady6Nw93ZN7kqQZ5YCEIgJhwQVjMJ+xLds4YWN/+LEfTPZ14l4TPuOAA0aAwGAjRLSxsJUBoZw1Go00ebqnc3dVV87fs/Z+36rTLQmQfO8fW/U8o1FPVzj1njfsvfbaawV9DUnqmMDJ9bbbom9GwJDXSrYP/x4eHlK5Bpp48rv5/QI4d0IOCiemcfC+B9AsllGpN5AvlEUPLZtOIBGParwi+yjPJAKsNCHh2ASwvLiCerUmbGBftYaB03dg+KyzsVANgL4eZJESWE0kk6qNa+aXaKwayWHvErXzxrqQk6VKvUSenQcOPIWvf+1rmJmZxjXXXIPx8XHMzszh6NFjmJ6awvL8ghjKcH6TvcwZJ7IYBPQN0z6ZSWNychLnX3ghzjv3XPT39asMUJ3Jssr7MPlsE0jmDmDMYuw1im6o6V7iOGbTfXjqsafw4Q//KU5MHcelV1+JL37h8xjO9inT7IdsRz8q+3KTI9o14ClsaWJojxADHJkY1WxZHlaPAVANadCuMX16dzX2qpTmguQ4MqROmxt416d0hHlMdRivyNpBAu95z3tw7TVniXGJdsJrFw6BS3alreSbiMXpvsyzpgWnzG6fGqanl0SrNzMUwedu+CfcfMudaDnm3pm9116LALbmPGAsyeSfLM3Xvuk1ePtvvgNfvfEm5FeK+JXf/i0UyxU4zE/WUBx/OLC6c2IAp48RWPUJI6zS7mB2pYr55QKSbhiTIwk5V+vtNmIOdWR9uP/QLBqVKi7aPSYxd6MTkBiUi59SA1IulK58oydPo9RiSdYZ11e95ccTR05helHNYAlEM4YRAoaYDRo9arMfde9ht+gnogY9ky4WSY0ppDV1WrP/PIex2kYiFsEXPnO9nMlXXX4R2CbL+87TbW1B1jt/7P97YpPnAX5/2Fx/fkD/+YHVLii8jldojX3s/kEdbXmuLBc1WiWwyhBn7qQCq7wfzPMeeeQhnHfumejvT8uewRymRUY0CSDMVyhpEeggGMtgw/jpSCYyAqxSs5p74fvf+Vs/aik/7++v/7u/wsGn9yOTTSAYUPCM+55XVd+ufxOMdoE4Ww6261IK6OZhwTorfWRfKxGLLO5erCUdH9RoDzqolit4/LHHMHN8Sop09BEZHxnC+PCIjAFbvsULot7B5tPPwI6zz0Gj7UeDUmmMmRs0qWTnZUNd5UWjkyztBiq1CurVisTy6XgCTz76MEqFPJoEsk6dQiYRE7xh+9YtCLaAXKkCfySBeF8/mv4AVksl8R3ZsWUzDu5/Eo8/+ABiLgk2TBRaUuRN9PXhjPPPQyieRK5UEm31SKCDZCyOJx56BIcPPoNYJCIkbhpxkbE6NJBF39gEtp91Hi644jIp0lm/mS5wx7xExolnhGqP84woV1ZRKOSE6czznc9hccONJJBI9wuwKZIpHhkTvWCN+/n+QvAwsl8K4vJcbSsjX2Q71NzWdWN4bP8BfO5zX8L89DQ6VRYOgdGJzfiVt78Nu/fsRi6fk4IT74Po9Ernp56BNkbjvdDuTAVTrXQA5YO4j5IgJPmwsFit2RU7oPSadRyMV4aZS06I0oUqtcTvy9iDjNVCuYZINIJatSIkJpddpOwALJQxHE9gJBtHqVrFgWNTODq3jG279iCRTctnWHkaK+nWM/ey/BFrJPHCS09zPu1ssNqwuu1pbkTgNRAKIZ3OiJSBbq1trCwuoFZelWsWYDUUwk//6svA6po4rfPc0tpL2gT/q7zIAqu/sMNKAeguazcTwQ1bBFZVL1MSD2nnJ6NQpQAEICWwSiCPB44cBUo91wNftdNs1YEbDDdevo7rna38LEwIsOrn4dZBpaGt0CHSr8NkljSUzRikwypNEvQ9BFg1ronWVY7mTRZY9TJWBTwLaNs+N0O+ZzDoihQA9U4pYUAwkoAogyHRwjTAqmWsCvNQsB2tKEpFqk3XXT+SpNd2IGBcTeQTIMAqX1MoVdHyO8i4AVASlFjhfB2YJ2bhD4pOYyoIEcHn5t9u0OCnhVpLW1EoS8ANl9ViMdoS5oOC03pA+kQTcw2wSrdpR4FVatYymY+wci5t0AFJIJk4LdQAxwdhgzp8X5EZIAjVQrXawq69CVx05Qhc10FupYxUOiyJR6tVU3MvcTT3I0r5hdUgfnDvKh59fEnaB3mMcMPKNXjQtpB1Wfl0BdBdpnFGm/VAMn4DSPDzpZVBtTWrnAd11aLl18zGw2IIRpB4pdZCmQzYqIOBSEjZOW0f8tUmMtGgAKuicSUAGA27LGuR77wWWBU8TmQlyA7qAatkMfNe8j4zYKapFK+2ItVXT6XYJDr2XckE5AFlzT/Ubd2CSmwHUykAEfWuSDO8AqsBPWzCplOKEghcK5w/wsH0B/HVU8Yk50VsQKcK88DffkIq0gImtpqoux08uXwSxxeOIrtjAz7/H/fhif1lOL4gBrIROVhWyjUsrdSwdXcGkxt34sn9h3D05Am0mmydD6JSJ9O7g2gsKsBqoVzC4NAw3LCLqSPHxZBJOvVEloK6OxFJ8ujQ2hBHbwWqvIRCDV4ssKrgPoFV/osYZMh+0msJlrvpbSezGSDb+TjHOXasKEvbsyaAkt4JgKe6bwryknHv0Sw2AKdXa5JPJDNOQIVWE4NuGGdtGccFO7fjon2noVZsIRCKYDCSRbS6iM7CM2hWKgigQQQDPlKwDfgrTX1MQG2reLfy1ANEvSBn73Z7gVX9LtrGJ7CfeZqtq5vWN/mORmtN2DmUVAmbdnTrMGtfagAvrjmya9t1A6z2tF6fM/XMnuRlMymw2gMoeyDV+us3wKphh3YF+SUZs6ZivSRNmsxMIcSCxWuvpweqmnRBh9zTSmef762A97ILIggWuH9uMreWGLsO9JZ7aEFVD0DcbdckqE19W7bLKwtF0yaDdAidpgl8+c4Xsbr1qQRW1Vld2QV8CFhFtpR0Q2gxR84Qj7kW9x1rOCGBswTZHufedcY/dk4q6KryOV6AxgvGrgdhvIG7t/1WY4S1n2n/zb6fsEXZ2mYYNXbdC+NRirQ97Wyv2yyd7amXyHONrbr96YR0l7BbYnp+EYUa5WgYw5h2OmkXM0wRD4Cs49kDELzAEosliVgUaTIxKiX0JyJy7seo7Rp3sGXvhZi4+G2okq3cWBYA0muI4QVw2UEzNz+HRx+7D9V60QOsRjE2sRmZ7KCy8SXmURA/ElyUgnE4yM4WjVta7BxgR084JGNLcJXjz7332LFjyGTSmJgYF1kAMleZCNVrVVR57JfKeOru+7F0/JR0CyzlCyjX60glE+hPJaQIKjxrc05xf/YHQiiVq1hZyiERjSGVSKCytIrsrlFsu/hC5OouZueqMogT4+NIxJNaoLMmK9xD2BVlWMjriz3s7OF9vfvuu3HvPfdgaW4ey7kVcWGy0KVBAAAgAElEQVRmuyjZsGR2kalKDd2o62qXgUkI+d0JWulaU3kKu6s0Wg3Rrt152h5c/MpX4vzzzxNNXgFUjZOxEoh6EhV2/lmQSjpLOh0MDgzhzlvuwsc/9lEsryziZ3/5OvztX38SUZp0iJRzj1X2Yhd5LLXBbmnKRpO8T5PtrgSGLpw1b60/eWIeYUB59kSTm/IZymlU+RzvPZBd23x/7zhIIm4MxLSG1W0CBloRDPRR+1A7zsho1m4SxiDGzZ5neZt6fewCqgkJgqAovWUl5nGoVc/iEM9sLZL09n9lMnfYGSKTUYt/6unQwk9f9zN46y9ch299/Vs4cXQK73rfe7BaLCEUcAxzzA7TCwCrfspl+TA51oe9430inVFDQGLsueUiyg0CqUFs7o8pSMACFbtR4MOjxxYwV2jhkt0jIu3EDjvG/aLSKgVdawxmO9YZCxlzVTLIfA4eOzyHQ9OLKsklBAzKZNWlg03nnx8taSHutcvaUEjkvtBEpVyXoofcVZ7lArCaaeRldZoWWtljKVXQ6SAei+BLn78BjWoFr77qkucFVtfP4V56rWe39/HSU2/v+b/2E18QWDXxlCU+EFjVLg31/GA7ejiaEfWe+amjyC9PSZ5E0+P777sHl154DlLpOGodFs58JB0qG7odVNZxoIVQIo3xzecgncpiYZEaq6sSF79Uxurb3/pmbNvOroQo2uB6UI8G7Uy0q1jjp2452Ejx2L1Y9lNhNps4S/ZXfYUtQprJo6u+G8IogCaFy1YLETeC+bk53H/PvaiX1f+DTEzmxRuGh0Xea2lpQfb5WDyJka1b8crXXoNoIinSPNVGXdrOmRuqXI8aJ3Ftl2gyVamgWauKvB+l7+753ncxc/IE+rN9MkdpiLeytCQygGfs3IFoMgVfOIJANI75QlG8RPqzKZy9bx/uvuu7+Mo//TPqlYoUj2NuBPVqHRdd9kpcevVVmFlYQLlaQ6VWFePdsaERPPbgI/iXb34LfamMSMo02enpo3FRBEObtuDn3vEOjG3bLNfYLSKYTVdTCFasKxJftagNGgyiUsxjbu4UmrW6/ExtdOZHoUgcw+ObgCCrLtp9qUQIq+kiQUd3Yiv2ovebZ71IDhBYlbyFTOsYlpdX8YEP/S/c+OWbRH5ocmIY0UgU80srOO+Cs/Cu3/tdpLMZYQbXGzXtFuDeaU2aTEs/gVeJ+wikiu+F3iMFUhkbrW33t8/jPeba4RpXNquVy+og7DJnC3dN0arVmpzJ4XgWswuLePChB7F9y0bs2boR08eexcyxk+iLpYXIMTExhkK1hiNzCxjbsl2M4WxsKMUoKxsne4uR4fGeTWYU19NP+M+kxVn5GAum6lliWLkdmkR3xOi0r09Zqxyf/PISKqVVZazGYnBCDn76V14GVr078cuM1XUnoRdYJcjpNZTQyWg1VlUL1QKrrbZf9DG9UgBSZaMumLQCqB6Tznll3cl2QjCypUxIgRWCbIYlqKS6pnyJlQJgwkMQkGwQaVtjIudQt7EpbdICrIqrsbY68GDgwqNO6fMBq7yWkI9ALa1oOrLxk7FK53dqeTj+AEK8Hr8P1FjkexJYZaLF3zeYcAmzh1UaiqKy7ViZsMpODckBVKxSO5WmTNSIVVmCYrmGWiCANA2tQiGUW34cyFdxotqRw5vBVzrsw6AbRH84gCgDcG54tQYY3hG4tWTVNsfBgAtGcqwLrK7WtA0yQvMtgtw0/DDAqlS6qLMn+reWsdrAYo1ALQFnBVbZXkL9SLqDUoPoklcPY9fepGi5FFZLSKUSqNeoWVQXYJsVSgKrMfhRXK7g2aNB3HbXKWHMsEWSbYIKrDaRcX3IEFitNbBcaXSBVd5HkQIQB3g9ZHiPa9Qq1U47ZKJhAX/L1SZWaNRF86oYgVW2fzSMSVZDwFa/AKtFATDiDtvrzUElwaSGJbKpGsMgfqqVArCM1WbLL4k3WSoEVqmxSli6TCMQw6q1FfEuuGDMG3jY0MBKlS2Nbpthyci4hCxjlW1xQo2RwgXHIezTQgSlMMg2bIpWo2qG3jS9Vh9rfWD7fD8LsPo3/5/MXx4iBPwbMeCJxWM4XpiGM5HCbfc+i6cezknLUzAeEKF6tnQ8eXABycE2zt53OlYLRTz48NOoVILqomiYKdTK8QWCqNaqiGaS6BsZwfTho6jlaN7gR1uYXmqCwkoyq9IEVvXx3CPQBoJCxpHii6PrW4IPrj0F3r2BuiSBFgiRRRFQXVTOJgFW+VptK9GwRhM8ssDVjU5Z79Qe5pygTEi3/dzca+5nBJJ4S+kuur2vH1eduQ+X7D0dg6kk2ojCDcUw4HPgn3kQnaXD2kZEIzleckPBDjZFUudN0iwWmKR4ZdhGwsZlErQ2Obb6ps9JTrrt6mpmYJmSCkp63oOFBQnouI840pLOAoDVC9TboIGefRtfS4FV6QWWai9ZZb33fC6zxNxRn2WsWjCiB0p477meCXpPlWFrix965qwFVu3MVmBVZo5J3NZ+z7XAqhcIlNdY4F3e3cotrDe/8erbeliq65lipiCjyZ0Brg1zqtvSzO8n4IdxzSaw6o9Ie5id51aiQrVl2y8JWKUUgE0ivWxTeUcW+Ti3TXGux/QyoLqcyS1hZUvgadaCZQnYFnjrJm3vu64Hw4IzhlRWD9Xui8LKEhdWtplp8C2vZyxhdGW7ra5mNxB2hefRBd+6QJK5/1Z6xSNlwOfaNm5hypCFQEZpKIDBdBxD2YQwVysdB489ewTzhTL8wYgUWNSVXrUOu8xYT9XHQ95dAwgSU4mRscrCYKuBoXRM2Ow8o6NxB9vPvwgje69BMxAVx+Aw19460MF+R+o5k2lCYLVQWpEuCjJWXTeKsfGNyPYNqn6eKUr7fC3EfbMgS4RdRWF2fYh7N9vzue8xydFOGtGW7QAzM6dw4sRJbN26RZKIQqGAaITaeG2U2cbY8eHgw4/j6QceRzzootJoYLWioGgmHpFzWuSbhJXDG8V2SG4PQRTLZTguNWGpndbGxjO2YGz3dtTg4tRcFavlDjZu3CwJ+fNJAfCYXg+q8hNoCrX/qacEpCQwzH2YYHBfJoNIKAQmb4wv+CAzKuySGe4HARWychVI1b1NCmzCCiLQotICVUpItBoIx1xM7tyJiy66COeecw6GhoZl3TRqJsGkXrHRV5f41uzT7CzhOslm+vDlL3wZ13/m0yhVCvj9D70ff/jBDyEkTCUePx6d/B/n8PY8J54d072vy9LWrVMKphJjmy4PrzSAfb25T70flX1ox1rWumVimSetL+x19yvjli6sCI5jU9+rp52peyEL9EzOBYYnS1QoyRoLIKTavL4Ou1d4/TyvCe5QgzUkuuqMscNhGgoRLGIrtu7X0vETCoFafiJJwX8zuQNJFSwmUOvwste8Eq981VW487Y78ORjB/Du//khrBbLAqz+OIxVEh6aHR+2jqRw1qZRufaZXA3TSwXMzOdE854FrdM294nEFcsCBCQpjXHg2DyOlVp4xY5hRIIdHDk5i1Qsgv6+jOisSmu2Pa7NeEsXHBnRYILvx3SugoPH51CsVKRbbmQgi9EBGgjpOBD0Zd5B6QPdUlX/2DZp1Jsd7H/6BE7N5iTs8bPA26H+on7g+nOT462s7rrEJJT++Mo/fQnFfB7XvPpSGVe+uZex6p3C3vfzms0957M8n23nn7e49FwA9sUDq14pAH7+WmAVqPs6cF2COcDCqeMorMyKZA58Du77/ndxyXn7EMlkUArGUQL1pXlYNdH2ce/2I44aYiEH45v3oC87IKaIBFYZ4773JWqs7h0bxKVXXoqzzz8TjU5DATHjO7L+PLRt5F4pFRvf2LNXYlqvjrU+Qe99l6XaixN55nEONWp1xKJR5FZyuPt730MpX0HUpc52CI1KCbFwRApIR44cwujQkGhS9o2P47Vv+3/kPCE7vdZqoF6jXqcC+Vabk+3gLGRVqcNN5qLfL/v3s089iXvvukv2yWQiKXljYZUM0AJ2btuK/tFhBOIxZEc3YDFfEc+SyW1bUC9X8bWv3ISTx47LuVmuFCUf70tnMbljJ17/xjfAibjIl4pYLZekM3Z0aAR33XoHvvNvN4vOJwuDZLHHYzSJTOKCy6/A6972NoTE7IL7vadY1SP4wteuSn7McaOGe7lSQH5lWWRlYm5U5VCIYURiCKeyKh9nQFWZ4574nLm+RKQCUprikdy/kMYifnN2+X2IxOK484678eu/8XtYmp/FluE+/PxPXYtz9p2Bcq2GO+5+ABdfcRleeeXlyBVWtcDeBU+VtSpFR/NZzN8VXNTPpga0mvYyJlQmK7uBJS7i7wi2ivSPie0kXtLYkf8Ydrk/h+XrEWfg2cz199hTz+Lb/3YbFpcLuPrKi/GW170GM8cPYvbwcUxu3C6AuB91LK0soh2JIpwdRMDVrkN9GDzJ6IzrPF+3iRpSzvPtSyIUYwql9veiV03IVa5fSWCJdFKBVeY7lDFYnBc2NccxlohLPPWWX/7Qizy9/2s//WVgdd39/WHAqkxaCR5p8CKe3UYKgMwRA6ySXm7Mq4LUWBXzKgVWuwmZYawKiMIkrs0KtIpoMzZzJFjqKCOVoA+1NZs+ZZK024gTOGupqHYwFBQTJIJuZLYS+JR2RGNaw3NDgFWfTwySvIxVbmbcKwmscjGRUUhB6WKlIS33/PwesEo2BeM/bQ1kgsbrssCqGpUQnFRqOZmbBFb5FUs1A6yijYTbA1Zbfj/ccAhBN4qT+QoO59tYhquicpKAtxBGW9znCcAmHCDqbwjImmKCRTaU0WckEM2gnrq4Ajp1fAI45wjEBqgH2pMC4PXTnANkxlJqQHSolM1HDZmlGkPflmqiys6v946bjhvr4Jqf3IihkRAaDWUMhQJR1Gt5AV7JNOXG3Gn5kfAHUFnOYT6fwbf/fQaVSgNhh18rIAxTAVYjfmRjrrBOl8sEVhmOcs74EA8HEGbbqKnA8x6zHb5h2HhkBAmwSimAeguVVht9orHK+dFAsdEBgeUusLpsgNWQAqs9VtRaxqokKkZjNSRJqFbrGk0/CnWVAoiH/HCNaUeZ7RMmMbZghsYsPb1EjhO/r1WI7AWX2lIaDofkwFopNQ2wquZtqrGqUhPVhpqIKbCqCeBNUy8NWG3/1UdE4zdAvU1fB+VgFU8sHcFUJ48lfwlHZit48tEV0Y9yk2EsLC4jm4hhbqWJaNona2awPwF27xw8sYhcvoCgPySV2VbLhyrnF/WV+5KY2LUDy3MLmH/mmJhD+URbTw9AMUky+qFacFE2hQn15a8e4KQQO5m6wjSw7fjomVetAVfNu1gzCGqsckNpN2oGrFfNZ/tZAqyRMeoBMQms8v6I/IRJftpikmQcqAWoaopW857RUVy8YydeccZepKJRBHxBpKJDSFVLaB79DwQrRQQiUcUkuekJ0E6w2EGQ7eCynJnwE/Ts6QgKM0iA1rXg6Fog0ysXYPFUD1DpCUeYLolusU2uCaz6wuiIFECPSa2Db9p6WMwgyGuAVQtCvBCwqr+3h0sPWLXBvjdx0gTcBkpm75NiAu+HMnltNVrBXm9rvnWb5esVtOw+uqDv8ydi3fGzF2rA0N4bGIDVpzpgKqHQC+hkBnfNY9YC34DqbOk6t4wiZZQRZOV3k2KOPwz4CPpYxirH3wKJ/zlgtQuSSICrRVIxvZOTyiesB+vCzvvR1VYVyRcFVqX5zBhmrAellRXtGS3R61YgTMENNYHzJsvSxipsiF6yoCAMC5YvBGA+1+Wd18Iz3vuQzxT5jp72IrVEGfgSTCtXKnLGsUsj5QYxnIlhNJNALBRE003j4WcP48j8knSt+FvKFuNa5+1bf70yXp6Pt99ZE1cg6gSRCjuIBXwYScXhdBqIuC5GtowhvWUC/ugQgpFBJNOjiARjwor2rokueMwCVbUiUgDLuXk53wmshsMuRscm0DcwrA7CBFapr+dvI96ZQSjMcilZmZqYqqRNr73Py2bm2Dz++BPyHhMTEzJWlE1gYVEM+zrAoYOHcP8t3wXKahJVafmwnFtFNOTDUCYlxpSUdmFsUaauar6ECJNJdiek4kgMZtCqNbH3nH0Y2jAgRezVsh/z+SBGRyeQSlKLUqUA7HfXtlfDyDISRzJ3CVimM/js9dfjy//8ZWTTafRls2JoupLLCSASj8XkOpOJhLBl2H5I2Rk1TVNDsgrZO3We3ZoQ8rN55vI7s/WV06tcqwi7MuAEMTw2ijP27cN555+H3bvZ8puQayEjia9h1469fs4dzj0ajf31n38S3/rm1xEI+fDnn/xr/NJ111GFR1uzDatzzUT+MX8IxdW8Sqm2vcRcC0wGKuw6fJtxNIVkdf22+y7nujpUd12apRjJlvweGGPvj3xHKTyrKRjXlwVv+DvqGvJnAcqNpqMYdAYdBHjO+LjnMVZwJH7nGiNQxW4Nn6+GYIgyV5wPTQQiTfgFvGILrRYx3ZArn8kiQyweRyqZlDmeiMcFYK3VdFAIMHKfzedX1GAlVEJqoA8P3Hs/7r37frznj/5Qurr4aXKzewfHGiND1VhtSUcHgdVNgwmcvW0DWGh/ZiqH5UoLxSqltRjzB7BvaxYZ0W/SceLdeHZqBQfmcrhq7ybpRptfLqFcKsBxo+jLxGXtMJ/hHiDJvej/atEwIBrJhEEDKDfEvwj7j5xCOuZgy+iAyAlJ0s+1YTTG108hThHG1vc/chBHplYkz1FQldIf3iKgeSWZr88BViP46o3/jNziAl77mstVSoZkEkMW8H7mejDUC6yuBVzXn5s/fPLra18YWJXz1hZnvWeTl40ra98yVtk14kOd50I0JQW1pZkTKOXmUS7XBMC/5+47cf65pyMwNIqV6BCKIZqS0T+ghhKLYn4HI80q+ho1KRKlU32qsfqfZKxevGkMNTTwmte/BpO7J0UXVnIKysbY0EQ638yZa4rL9rztniFdUzk9l9eAr4ZIYodK5p/ZB6RgxA5D2Q+DEm8/8djjePbRpzA02IeNExuQW16WbspXXHihSLIQF6g2Gti4ZzfOu+Iy1Mn6a2jLPwt7VrWL3YoEbGvluqzROs2bWfCqV7XDIR7GgccewT13fhcx7t/VGlZWVhCJuNiQySCUSSI9PobM2Dga7QDisTQSThh/85efxJOPP4GdOydlnSyuzMvn7t2zDycOHxXj3Te+5c0IpRJYKRaYAkvM+NV/vgknjh0Ts8pKtYqIG5cizq7T9+Dn3/Eb2LhjByrlItyQx9RV4mGP3nenLqAhc2krAVWvV3D8yFE8+uBDOPzsISTSGVx8+VU465JLVcZFjHUtacCYy7Ibj1quIiGn4CYfGt+wsER5EXV5ZtE5Ek/i+n/4LN73nj9BMhbGNZeeh8vP2oWBdEI0xB87PItte3bi4isuR65c1IJ7ix26NOJVfXaRY6hWtZOAn0+TKhsvWDaridv0mmwsYditYhyo8Zt0IUiMq+eQG6aWP4u7lP4JipxCuVTB8moZn/ncl3DoyCls2bgBv/5Lb0My1MKJ/QewYWAUk9uZN57E8vIs3L4+BDP9qLIQ2U0stBuiR8Z+bvebxKi2eK/RuDkqtdPaagj3sACp1ptCukobxJNJZLIZLV61mlhenENxdVXOIGqwMs5489s/+GOe2v89nvYysLruPnc1VndktL3I9HhJwCUnt1b2xZleQBEGqUy+/eLCblksbE2TSqwAqwzaVBvUJppKCrMJlQKrXASisUopAb81wFJXYrqNE1giqBuPstWb1TS2tjnKWK03RYuVEo5StWWgIYLIPql2cZclsCoaIR0NQvgI+YG4GwQ1eBiQB0MuirUGanUChgwelbFKgI+xKFt8GJSLZow4BvdcxcXJ02iM8PoJonIcSmSsslrTaSk71udDscLWDqDtRrCCIA4vlrCKMJrBGPztqmwYIpbPAJGswk4LlLSPB1pIhfwYdB2kQz7EOFbUQTUGQPz+HGVuxdV6C7m6akPSjErkLQNk1XaEIcp2Ov67tAmxXRCQSvhyjZtRExEJcBXwZsszq21jG4O44poNSKYV0CTw6OuEUa2skIIHl8xLAqttH6Ic5FoTuUIYt9yew9RMCQFjTpSrc7xbyEQD6ItHRM5huVQXlqno/wX9AqySUavgClBuUYdLDby4WaaiISSteVWtLb/vj4UwGCVI2UCxDhTrDQlARQpgqSRaE8JY1Z49c6h5gVWdkwqsMmkISoAp2kEtBcl5mFEzjyptfHJN2JraitDTINTfKSNGWU+s7AmwajRwbYWSyTLZFty0V8pkXpPApkkeQVWC/9RorbDYK+2e/DuAesDBt6fKL3qnJmO19VcfEaMkVYntYKlZwMnaDKbaJdx/6ggK7TCefTaPerGBseE+HDo2A4fC4v42hob6sTCTp+Q8TjttJ04srOL40RPyPZ2wi2KJQRJZyx04mTi2nHs6KsUiTh08jOYqdZSUJaRafDyEDeNCXFftHqGHoAYU/I+27SuwygTcmNBIIqEAlOJHzw3UJRhlgkfmvGmf0zZB62hsWo9lrmvEakExq+HTFhRF2ejK3NP7K/IbnRb64kkMJiM4Y8MGXHn2hRjLDiOAKgaTQ4jn5tCYuguhVgCtMHWGKYKuxkbiou0Pwc9kU75GU65Cv7MxppNPq2t7kLTckC3F11utWDsFvABkT9usa17SZYas9UDWeRBCRxx0bEFAQhCZolLZ5b1h6xxZb6SjGTOFNuejXmxPu09aGBn49VxNRzxSAN3AX4ew18JjNLi5tnWec0fSdeUzurBWO8/eZtv5oCNgpBW672vmgqECdWeGp924O8Gsw7fZE7pgvpxTFli119oL4Cywqudaz+xF75ynQGDYp922LgFCOE5kRIc1Wxa2J+eD3gdLJfL94+0veo3TOInrS6esSkBIwGzaH6VdPkBGtoJZ9jlSsOi0lV1vNKgkwDfgrAAocngzFDBOqYZNLEmbAXAtU9VbaBJWhJEVWJ94C0NAzk59b2Vk6+K377EGjLcBs5FN4fNFrkYKHaqZTPCRiRgLWgTRmEjw/ZJhB9loGKOZGAZTMYkXfJE4np5ZxKNHpkQaIyAJq857JltrgVW911Z/3guqSvLjA8JkMzh+ZEJB9EVdOO0WBoYHcfrl5yKciSK3WkQyswWR1CYEOzHywjx7nVlL8t3ZYdLEE08+hPmFU3JNTFLIABkZHcfA0JjsaRyqoJ9dQRVEO8tybtUa1JRvIpNJIhaNoU4du1pNwXS/T85ubZkP4MSJKRw9elgYmUwYXDcsckPs2qEEz8mT07j7ljuxcnIWsXAY5Y4fx0/NC6A6uWkUCScoMRLHnZJQ7Eqp1VtoUP5gbIiBEyqFIvadtRdjGwZFNzMQTGClFEY8OSAgJZNAkaIwzGN7Duu5qmx+ZeYGkEmm8I+f/zy+/rWvoz+bFR15giXLq3mJJah7liCbRMC/oAJxAUfAIC49zudisYTFxUUZX5k3hqHNJ0gxQc4lzZ05P4WZgw4i0Sgmd+3C5I4dOOOMM7Bl82ZkMhlZ7ey84Bzm66kb26w18ad//GHcddcd6B/M4tOf+yxee/XVCMjWIPYwIjvzUh6//Tsf1gKraHRaGQDGvFrUsqAn16IayikIapAYE59oPNJsE0Buolgto9X0I78yh2AuhyzjPpHIctCqVtGJRNGYGJO9OegPSEGYc4tnhZivcu0Fm8j6cvCtPiXeBwECeL4Awg4L9A5a/a9EIxhXlXNhh7E7h4QDtrLXZR5EAlFML53EN5bvQ3W5iur8MvzNOrKJNH72NW9BNpSCvxOU+0xZE+0CtfGCmlapLEgbC4vziMcTiMajoJzSYw8/ittvuQPv/cM/VOMlWesWWNWzzCbrGsPp+/A78EQaG0jhnG1jMo6zK2U0afFKMzMhBHQwmnTg+nn+qVkgSR2HTs7jwHwFl5+2AYkQOz18Emsv5Qqi+8tYsy+VQthxsLS0LDnVwECfxMGqB6+dA9ph4sehGZqOVjExnEGl1hQ/B6vL6I2A7ElFPUYSQe599BAOn1wRqSbKCID7jpyzvXhBNyLThWcYq/zkRDSKb3z1JsyemsLrXnsFXDLKmE/8CGDVC4a+VFBV9n67SCR+fn5AVt6/27XjeY7njOJzCFJyTyfwz3vRYCEkmhJviOXZadSKiyisFuELOrj3+7fjrHP2IDC2CbPJcVTCISQXF1DK5VFPZ1BNZTDcamCyVsPmTdtEn3NxaQGVCkGsAN73zpdmXnXDH70b/3Lzd7BSKeJNP/PTSCQTaNAbg6GwGQw9Im1bvxYWNXLTf7cmVUrWsSCsznU5v0xtxStIIgQH0RZXAE2oDm2aQLtYWFjAvbfeIXn6+OiIsJdb1RpOP+10xGNRmaMEUy+99rUY2bZN9mIxOxJQ1bSedzpCYiKQWi/XtXvAx3/TTgLmkGPD/WiUCvj8p6/HyvwCoqGwALw8J7YMjaKVcOD0Z5DMDiAWTqO4XMa/fePb+P6d35O1PjExikx/EvVWCY1WHdsmtmJ5ag7Tx2dw5lnnYHzXDsTHhzHYn8Xxg4fwr//6L3Lm81Gi70OL0hARnHHuOfiFd/wmxjdvQb1eRWF1RfZDmmhRnoByccIVFwCZ+x+ZjhrHEJt4+P57ceM/flFMj0aHR1Cp1FBqtnHpq16NK3/itdohSbNnSUe1a06PBgUQtVvGgq+Uoeh1OsjZEQgikkjhb/76b/GxP/kodk1uxuuvfAXmjz2NTCKKeCKFJw/N4s3X/RzOuOA8kARULldEliDsRjA3v4CZmRmJAwYG+mUf4n7E76iMVGWeKrGoKQSPnlQAf0dglSZWSrJSTVYFVW2sS8yDZxB/TzYwz2lKAcTiaXz7O7fhW9++DaFgCO9+129itC+OR+75PmLhKDZMTMDfKGJ+9jii/QMY2LIT7Q4NoJmxKsAt9UEpBvQKsGvPUi+VqbuByLV15VsVjAcAACAASURBVDF47SYGkK1P9j6N/Qhwk5Wa7ct2ge4lYawW5Dxl58zLwOpzo5eXgdV1Y2KB1eu2ZRThkphPo0vuzYZno8wJAhymesi8S8yXVJFZpjlBVTI3mSiKm6IwI3VT50LUaruaSRFY5ZloW9z5Ok5cJm8EK8kgpSM8nxONhKUtnu280agrmxWd4hnEcaGx/U0uW4BVVsoD0lLDlvEa38MEPPz4cLCDeFjbjLiZBIJhVPhZdQaOBC0VqNVqe0d0kbiIef1sS/eabggHQTRG2OZMV3u2JvFzWyJwz9ezbY6ANJ3s874Qlpt+TFXbWGkF0A5QO5Lj/NygQcE47euhRmPE10TaAfrCDpJOEP0hut13EEIT/hargHR/biLHbh9AmKT8HgSJuWkQjG4ZLVsmgpJsUWtMgFU+p4ZIiOq4WrVkS1Wt3cDZr0hh1xlxpFNJFEt1SVzI6isXVgVYDYUDaNWMiHe5gnRyAEun5vDw4x089EQFPtbd/cBqrYNSrYlUxEF/3EWzXsVKpYFSS83LRAqA+rKhgFb1yLLt0JCLALoCXJmEK8AqnV2Xqx2UaIYVD2MoHhRNudUqWxkbSEdpckYpALZ5BhENtBHptuoaCQAD+gvYJtOyJfecyaUXWC3XqaXrR9xhiz6BFL9Uu7XtwYyjeb2A48bRmnE52yhsAGsNHbR6TM1cZcbmy20JuH3UxguqFIALaj2Rta2tKPz6ZV8Qix0HD8+yvf7FPQRY/YuPwed3QGAs2OxgtVPGvG8eB8oF3Hn0BDpOFKeOL+HUTA6ZdArtZh2VdhBBh8CB6vHOrywg1RdFJj6Ak1NTAgQGQmEsLOS40mXdd5wgBic3IpiKYnVuHq3ZApqFClocf353ATppdmZCCs/U9zLkeK0M2sR4yrT3stpI0ITrSmMRw9SxBm7dSqUyZwScFTCVyQTbfHXcnme5mQHttUaKlg9fa0x2+BqOA2s2rs8vQCr3Brb5XbDzdFy45QykswGMui4is0dQWT2AUNuVRKTjJ0DK5RaUFhpJrIWZTWAiqMxRAdrYDqmJXhslLSaxykTmMw2k6LSgvdWaHMofAwAL+s7fc456Cge6+4quowYRuqNLmUD2atUtEiY+C2UsQhFgIvtNmLYt+BlgMZgk65vtmLyHync07+WX4F+DeX2MkkVkEiICwlrUUPzQJkzGh0rZulaH1OjFaiZhmLxGa1Vvutc1vPd5At7aGyuar+wuJdtDAX0BHe1Q2Ykghiod0RQjU1cSVZkfFlg1gLqtykn+2WN+yXo3iUoQNFgThTrZP8gWZAJLkwyOsSQrAtpSy9eRBI5rRRJ8MQCySU8H/r//9xe3wAGkYq6ceZzk0n5nEi1bmef4sMhGYNVbrddgXrVV7Z3xMmC8r9ch7rEseLZbVpsCOQroSOJkWstES90DgFqdVS9oav/fJozeNkX5HpKEaDyylilqgVXtsKAxAh9MJHi2C+st5EfWDWE4GcVgMiaGioxleG7NVXy447FnUGkp65Tnjq55ZZB49yM7nvbGWGaujCvjCkoQ+Trod10kHJpHOogOJdG3exQTG4eR6csinhgG/P2oNyJot8nsNXOZQYxhRzMx5zza/9SjmD7F4hVjCwJKDoaGxjA4ulHmNYE6x19DyFlBoF6C67qSGOdyK/Jd6HRMV+tioSD7pOiL8hoNq7JQqOLxxx8TMDKdTgmwqluFVPmwksvjvu/fi+MHDiHa8aHQbOPo/Kpog+/bMyEdNWz1py4mz8NgNI6Gz4+lUhljGzagxqQ0l8fZ5+1D/0BKkvpUegB+XwRNfwJ+JwEfi7SG5WjjIO/c071a1zi1+04ePYZP/c3f4eihwzrPjP4bgWJhtWYz0tm0vLQkGuF+x0EikVLX40ZL2I58brlQFEOPcrUq5mZSRLBt9NYcTUAt/XxJHumsTifsbAbjWzZjz2mn4exzz8G2jZslac3nVnHi+Em44Qg+9alPiQHOjl2T+MIXvoBz9+0z00aFgWwx78Uu8k9+4m+l24EJKvzUztXWzFajgkZDi/OcK5bRJrEGiwgBjdl4VlP6SsB110GwE0Dd10TQSePeW7+J0Ddvxt5KDYXmPNKVEZbqEdy6FfUPvguhBCV1vBqzxlm800bR18bezveAA5/AQtGPYH0ZzbaDmMvifgiz47+LcuZcIUy0fGE4PEtEcqctjFAWmxK+IA6XZvGB6a9g9dAUOseWFSwOhvG+1/8azhqYRLPJRN0xjK5eB1KvYOopgIlxTFvakQ8++RT+9V/+DR/4g/8JX0h1U7vAarcrwd6N57Lis9ksLpjcgIDR3uZYCgAr8YbJa0QpR83teCbMzM3jwRNlXHr6BqTDPOv12mqdFkrsLMtXUSzSSBTI53Nwww62bR1Hiv4AXZkqnts8QAI4PJ1Hrd3CxGASB6aWMDmWlVhYGswYHkurv55PEllJFwJw75PH8czxecmJaOAnrDIDrCqby0IUqrHJ80tAh05LTH6+/a1v4cjhZ/GG110le4cw3yXGWDtO6wHUHyYFsL7I9kLrwIYTP0pWoLtPrJHjsaC73ieCeiqRowBN09eGy3XUCmB59hSalTxyuSUg5OLB792JfXsn4Y5uxMn0RqzWi3DuuQ/5XB7BoSE0z9gLJxrGxfU6Nm3cjnQ6LaaABG+55t7/Wy8NWL3z+j/D088ew2e+dBPOfOWFuOTKV6JeoukWc1gjobMOWFVLvd5Dz0fKb3kAWI/kh8eUQ4FYxn0WTGPc11awM+ZmJWZ8+sDT2P/g/SLVl05E0arVxItkYmwD+jNZVBs1DG7aiNf/zFvRCpD939YORtP+Ly7zjIMMQ7VWInNYwUiesewo4Joe6ssi7br4/Gc/i4fvfwBhSuYlYsJOp9nx6O5tiPVl4LQdLJ9Ywd23/QBP7z+k8Wq7hUQyjrGJAQyPZhCO+JGMRjF7ZA7TR2cR6oRRDPoxE25i75Zt2JLqR7nFNv4mFvM55CtFtAJBpAYGse+CV+Dqa1+PweERYdPee98PcODp/RJ37jv9NJx95mmk1gCdGnxN+pdQyk0xkEq1hr//87/AyvQUztyzCxuGRpDJ9mFqZg73P/4E3nLdddh25l4xWPELGMv7aorf5pyzEkR2jYitqATNCmIG/CGEIlH80xf/GV/6zPXYOJTBRWeeJiQskcNpdxBPDGDPBedjbPcOVKRr0o9wNIq7bv0evvqVr+Lk8WMSG0xObsO11/4EtmzZjFKt0u0s4nko0lCUxjD/r1rlagooADw13I20kz0jbUHFAqsKBAdQLpcFWKUcTG61gv+47Qd49NHHcfUVl+P0XZMoLMygUS2jXCujWlwUPGfrrjMwvHkX2jUWnZh9BCWWJ1bCbgLZtUxB/sc5R2WvFnNS7bC24LWSOnqa+pyT8WQCmWzaSAF0sLAwL0Qh4lOJeEy6JH7yl97/43zsf5vnvAysrrvVFlj92cm0bJ7igkqmiemEpFMuD7hAkHo+GvRLi1nbJ63S3EiVVabVBAHyiBsIqKosF4nX7QEuYK0FVjsKrDIgJPM0KL73AqyyLZFt4Ix5YwRWJTlvIxaLCLW8C6ySXepQ+VKOV9OyxIAyYIBVsg5YXdbQhiYPZKwymRbGKisqzbYAq8p8JTjM78ok0SdGUnIQvwCwyk2Gi5ZD0wNWm6i0aJjB9nZHGAZsl3u25WCuUEO+HUDLiUqAR8CHm+f6JE42KwmQLBqkWnHUoGHFPh2ooj/hoo9M1rAPbqspRjnUBOX1ElglA1c08DpkszYIwQrwzdFgAC6berOF5YYP7UYdUQZqTOREuymAYLSJK169BdnhOtKZDIrFmjBjgv4gSnQcbFYRDLECR0azg0Yuj9HRjZg7MYVTs3HcfNuUVISZ6OWrLRCkVGCV5lc15Ais8ve8L2QShwMC7jLB5clcbEOAVQrKE1TzAqsrNUibfn8sjKEE21bo7kxgtWmAVQdTyyX4Aw6iwRaiXY3V9YGIAqtsT+M9t4xVAfHaPhSpseqjw7NfgVU/3V97wGq3FVBMC9YCq00zNxSM6AG6DMbJWGXAmKt2xIRL9HydICLUyfOzbaMthQUq4uYQwKlWByvtAKaWXhpjFR/7S7TCHXGsdapNtOM1TAcWcOupRZzMF5GvdjA/s4DFpRKW8hVMjqawWGyJcyplAYJhPxqtCqrVMtKpfhTYVhNwhG27tFwUZoq0UQz0ox11ER/sRyyVwsLR46gv5OCj2VmTLHbG7LqWubgJPHkT6G5ibRzrqQ8surA0SPF1xF3UMl7NK7ttnb2AXYNLAS5l/+FKWysf0GsvWROWyg/C0hO9MtVklRYpX0B13Qgmd9pwwwEMRJKioziciePsyS04d+tObA46cJcPodleloM82CSw6heAVfRya6Z9lAwpfwi+YAQwGrWyYarVJtCmG6kGYHTOZFJEdqskR2KqogxsAfrEYMEYJ5kATQIJgzsKG9SaJAlTToFVajXbpIz7uSS+wljlTWlJ+6qfRaMOCyfadkyTO0VHucmbNjU6O6wBVn0YbRinZm7gDRqXGEBO0You/0TGWoIeBcm9TBVtn7dgqkE3n5elLNWMtcAqAQWCSdQi4easDhCGvWVa9OsG4CcQKVQjvQaebwrk6T4kZ4/EtlI+NC21+jfZLzqXxLMZDdk32J2gQbO2qJpWfIFUWPRzxH2U7C0YuQr9AHPDPvlvLzogSxAwDHK+K1DKh2Wm2jlNYNU6A1sjDxleXrNpR30+YGttIqzXSFCVIK23XVj+na3SBpQU0NaAol7Wg32e/WwZa29LuMgRmPZ+Y+ogAKaJJaxunH09i5mi/0ctPTKTLEjc6WAgGkRfIoqRTAJpN6RdKaEgwm4Ay80gbn34GSwVqmKSwf1IgQzjHu+RVOjuCx4DIwsY8/6mwyEkOkB/VFmTq2xxHExh97mTGJ8YQrY/jbCbQgtJtNpRNOpuFyQWrWPzECddP3DgwOM4cfKoJNUM6EMhBwODwxge3yLtPX7uLZ0KAoFFOM2qAIl8TrFUFFMRMgvHN4zKa6UNVljJCrgTbFxeWsUzzxwUQ8HR0RF5vsyDel10yQvFMg4+8TSOPPW0uPZWGm2cWCwgEAnh/HN2IROJopgvolxe1Vb8dEZMGCnxM7FpHEvLy7JXT+7aImPNRKWvbxjhcAJNJNHo0MTNQUAYlSo7okRE00HQ7XbS+cb7wnb/Rx98GF+58Ubsf3K/3HPeg6irgDrB5b7+rCRCTOR45IcjEWGgFPJFuc5kMonhkVHU6nXkczl5ntUkFtZKl7Fj16/eGInHxNyCxb0GQm4Ig2Oj+B/Xvg6XXXoZ7rz9Ttx883cwODCI6elTmJ4+iQsuOh83fO4GbN04Ye6uFhNfKrD6ofd+CMFwDEPDGxCOxNTpmW211RyqtZLsW3Yd2fUvRR0aLrINP+wi7EaFxeuPZ8TEjR3iCESwsP8xDHzqK4jkHsGx0Tn03TeCeCOITiyO/F98CIGNKTmG7FjYNSudFP4gdrSuR+vpryBXd9Cp5IFOEOFwUDpxCqkzket7FypOGA3pUmFM6EgtUUypfPQUCGDOreC9T34e+cOn4JtmgUAJDW/e92q86ZyrwSYOarSrhNB6aSe9Nrt/yf3yq17koQPP4qs3fQPv++AH4CYS4vyuBQze2PUAoQWM9f0FTE+nccHOCZH/4fHK69Jx6FUJbVQpgBIgzNT7nl3EZaeNIS2mtpp/NMnU40Eb9IsE2dTsKmZn5lmFx8axYWwaSyMqeq02XiE7uYOTcwUsN9o4bTyDY7MrCIcdYeBTAETYprwgwQy0W8cyVu978gQOHptbA6x2jSxlHNcDq9rya4HVm7/9rzj0zEG88fWvkrHvyrvZ8bMz2xN36NjoWWof64HX7i88/7MecO3VaZ9rhPW87ysj3/1N9/4JSFTnmawSClyBDbTgxjPwtQNYmT2FRiWP1fwK2k4YD37vDuw9Yxvc0U04kZrA4lP7cYavjaq/LX4cU4EYBs7ejd2VErZO7Pg/Bqz+/bt/EWNjG/HFG7+Owwvz+OV3vgNh10GzQfmG5wNWGVcoe9s+usVJM0ftWdlbF8pu164QdsapQ7rcL553gQ5CbhSthoPb7/g+7rv/PqQcH4b6+xB2SKKpoj+VxsjgEKLsBgj4UEEQP3XdL2Lz9q0oFHOmS1KNq6RrzzABeQ412LlJxF8Y71UpnnNOjY2MItj24/P/8Gkc3L9fADzKBRA3GB8fFBOqWDSJAw88icfveQxLsytCdBLpGgKVMu1b6OtP4dLLL8RgJo37vnsfjj9zEm4whlokjP2lBQyHItiXGUP/hiHsPHcftlxwFqrSNUtd8Az6x8YQiSeUrdhs4oEH7sWtt9+Ko4eP4I1veAOuvfbVaNVW4UMdvjrXchONdlPOoBPHjuMjf/Kn2Dk2ivGhAUyMjGF4cBhONIp/vOkmbNu7F69561u0GELmDNctQf8mzeLW7l3dWSyFd91smAexMBh2wvj2v9yMf/zsZzEQD2MsFcX2iQ0oF8vS6RgfHUd24zj2nH+uyFbEU2nc99Aj+OD7/whHn3kWsWAbO7ZuRDIRQ9CN4LpffDv6R4fkXON4Mo+zxXEBxj36rCoLwBzEsDxNIdKrk0/Taik8m4I6ixqrq6sI+MM4duIU7nvoSRw5Pi2yiJlEHEk3iGCzgmppBf1Dg9i6ey+qLR/SmX5sGs1Kbl5vVBEIOcqUJUXFkjS6MgHPt6Os/TfJpwwJygtge88Sfr94KinmnnxrjufS/JyYftKvhgxqkqLe+Ivv+9Ef+N/oGS8Dq+tudlcKYHdWtOCsc2mTGj8+FVtm0m7BL2WGKvuo0DImdybYEAF5Q62mVqeYTRlGoLQZmkiEVWplrBJYJYzH1vSOtnGJVqomerUmaecEVtVsikkG2w+o50gpAMoFUFeJG74QvSRIUGYOq/KlagM1uhJaTSVqrAbZsk9WYltamRjYs/XNAqtkrRJcZRsZgWbXGIkzQSTQJa2NBqaV6rQJ8rzAKsHAck01YWNRtmiGsFKq4b5iB1XiDGIew0SmYdyBe7qB3sBQ03jVT1XZQT5Pg5aAryqJfxhN9IWDyIQDSDkBhFt1BNot0VIlaL0GWO0YsXsLrJJz2mxihQC5AVYJBhNYJuA7uMGPK66ZRCBURCbTj9VCWVyKqXm5uriARpMJKXVjIK2K1cUlbNi0HfPHj6FcH8KNXzuMVlV3QDqpVuptJCOOHAYWWC1Ln4u26hNYpc6rtEHRcMswVrvAatyVTZiVQTJWV6tN9McdDCVUKiJfbaNCYDVGdk4QJ5fKopXGg+QFgVXT8s3Nm61uTESlZZtzkGZcFdVOTIQJSvO7+FVr15N0KzjE1laViZCghawnIzDEec6qm9xPOQjaAtKxapardaRIILqrgSDCbNn0q5g2TeSLHQez9QAWOgFU/Q4WF5Ze9HZNxmrnzz+FTqAi34nEi2CmjlP+BfzdvU+g7YTQqjYxPZdDtdPG0sIS0uEw/OE4Vot+LORyCIQp0K4SEW4kgVx+VeZlkewwDgjNoiiX4QOGtk8KOzmZysAXDiC/uITAcgG1ChkaBEa5Jg2QJt/GtvWbLnOZ6kwoCBJpQGnHjhqCIj1hDKW0BcXq8NhMx7ZKsXggpRppgXthpmo3LPVGqAacta2q3FMccCdiq2OtWZEAZ9CJIxXpIDYaxtt3vwr7+jIIVY4rXibmc7pHCVzJKj11+Vh5ddiKH0HHiUnSS3CVlSlty1K9Zcpz0CmTOqedpo4d2aOCZkvFm8mUAr+SlFAiRHsk1fyq+4X5/U3piexdyQddkBDN4g0VV+rck0mOtaAnk3RC05SBoeayjyB/C65PNZqoB+djNUz+MPgzSZTBP0ebas4l10BgVYUNe9ckG1mPPmyDG+1gM6waA8p5J7wqY5jvJtIDPbDUUEJFQ43XRXZSh3+sBbtxwtYCSEeY25JQ8Cwim4UVeF6jGC6odIOAqrKO1UBOIFIB+Ex7h9EmbLMY0m6i1m6qzhi1uQ0L0hFtb5oZaQ7Eex90aJ0aVhMz7hfChldJhMBffudFr3ECqwK0GCMqvkG35V9azLVNkH+8RTwFVbU4KKCeJ1C198S+l02U5f7b9m0DZtiEuyeNop/P89cG5uuTQwE/zNr1gqVMpnRbMEC7Aa95lgnLxoCw3q4Bqxum16xxQDTiYjTqR18yjr5kBFEWh7m/hmhY0caqP45bH3wGJ+bziEfjys4guOYzJg5WRqHb3aAZrPca+HPAAWI8e1kgDARRbzWRK5eQyabwmlddgrPP2QNfgKl8AG4ki3oziEajTwo/ZDBb9pe9ByzoHnxmP44dPyxJjLZ0B9A/MIDh8W3ws6uD3TqowNeZR9TXEjaZAGZ+HwqFPJaXlxFxQxgaGpLvK5qjFRbGqtKeVypVcfjws/K7zZs3SxGZwAkTqWKJbLoy5k/N4/CTB1BeXBFm6eGTi0gMDuK8C04T1lJupYC5xVlQ+CmdzUobKJmvA0ODWFxeVG3YaBCuG8DY+ChGRzcg6ETQbMfR8cUFWPUFQ1IMCFJGiqGApbGvWwGMOZjs0TX64IED+NhHPoqpqSkBNdgKSuYtNf94jvIaSqUiauWK3KuBgQHRkKVT9dLSEpYLJYyNbkDUdZFbWUG1XJFCM//wYQsTHCuOG7+7TcQsm6dCCQAW+uNx7NixA6urBUxPTSOdTEmxeml5Aa97w+vxqb//FPpSSQOMqBiAGBq+hMf//pMPw++4GBzcgGA4omu1Q6bSorQhSxuvWRtWE1tAXNFpDEosRGDVjcQQiKURiDtgPSIUiKBwfAqJv/siop3bMH16GekjMfTdPQgUfVh55xtR+R+XULRTl6VpsxYD1HYLGSeA8cqHUD30ICqIoFaqSvHezw6oEEFFYG7w91GM7UPDV0EbYWHQ8n6327w+MmrbOOLk8ccPfgHVmTzap/II0hi13cTege1459VvQzoQ1zPZrEe9jrUPb/zMTh+et8cPHcOXvvhP+N13/z76R0ZQqdd/KLC6/j25traODkph1+6JWvtX7wXRGOwynn3kEqBUrqLcDOKSPaPIRBVYFWkjH+W3tJuNRyePweVCEwcPzVKACxtHaJziE5ID2uZ1gTam54s4VW7hzE1JIaZMzRfQn4wjEVIJAgEbeB4Ke45SVAwNfLh//0k8fXT2BYFV1ZnSPVNjWDqDa9dFKh7HLd/5dxx46km86Q2vlr1C93ni0c9lrK4FT3vA6g8DVdeDqd6x9zJWrS7s+nuz5r2fB1jlfODa5ToWYEX2W/bakbHaA1ab1VUUVnMSCz9w1x047bTNcEc340RyA0oPPYSrJzfCSccwMz2HO546hsErzse+YBCbR7fJHjQ3Nyes2P8MY/Xj73gT9p6+F4/vfwZ//8Ub8dZf/kVs27lVJF1svNs7i00sYYwb1xdEvZ0d9v/5WokxxC9ATZhJXJCchYVhJrkkuMTT+No3b8Ftt92F8U0TiHe0WypBHWt6gIRcDA0OwXUdOJEI7rr/CYTTffiT//WnmNg0jEatIPuS7QTgFKMvSqVcRq1U1vyIkhMC5DUQpg9Js4MnHnkU3/+P25ChTnqARboy6p0mJjaN4cyzzsfJZ6fx4O33orJYlNbxQlu7DnhPyZJt1Guo1orYvGVcihQzx04h2A4iHkkhH+zgkaVTCLeAvaEM/EEfRvZsx8984HcxfNpO+DrsHiUdTDtpFZfu4MSJ47jhhhvw4AMP4Vd+5Zfwute9Fo1qHs1mGWHG8wQa2y1EojF875Zb8eUvfFE01lcW5rB31x4xhWS3xczyCoa2bsGr3vxmMVDivGVBljrh8kme5MQbg8nZY+Ik6V6l5JAbwz0/+AH+7MP/G2PpODKOX8wy23V2wzk4WSljaOsm/Nrv/L+IxBIIBF28+73vxw033Iixvgz2To7hwjN3Y3RsDN+/7yG4yQx+8md+Ws4/be3X4qHsay1+R8oEaEzUjeUkRzHdHGu08oEIuyGkc0LjJb7Xwtw8Djx5AI/tP4ijJ+YRzwzC54SlCBwPBbFlMImxwTQ27ToD/tQIbv6P2zA3PYXX/MSVOG33Nuk6DbZqcl60Q4500nFePT9B5gUOV8NoJ1PZ5kzq98HvrfgSv7sCqxndGlstzM/PCuuWXUPJZFy+20/+wsvAqneUXwZW1805C6z+/La0VLYZgBFKYit7hQuGACmd3gJ+RAj+sLVPGD1AWSr8yrASqQBWwggiiYaSttR3FYMk2VHggyAT25+5mZAZyYDFC6wKY1WcBVugtnIsQpYkD8iGbFRs6ypRF5VttX5lZ1pglV+P78kgklIAZGpqm7JGMaFAG3GXjkoWWA2hxu9ab0rSJcCq0RilmQOF5yVQMcCq1aKzBh/SFtNlrBKMpcNsE4UqTY8CcCJRrDaAk0tFHAZBVgbv3MC5eZvE3YAeNmmzm6y8twFxVRRfx0ytjFSvkqG6024g1m5hMB7ChAtECIAYYJXfifeK40DgJMT2TdFtU10/fp+lhk8C0AiTwyClFPi2DezaF8WZ548gEGoinRpBvriKWDwilfHVpQU0GhURqmZAHwlFUZqbx/DGrVidnUK9mca/fmcac1M1mVf5Wh2VegfJSACDiUgXWC22NNkX7VvHh6jriCYlN7hyW6UALLCajoeRcp01wGo2FsRQgvpRBFrbYmiViXHG+nFyqSJ6KGSsxlTkTKDqNcGc9M2poZJlYWm7FFXw/ChUGnJ9ZKxaYJVzl/fGm2B7gVUBWj3AKj9VvZCMBpIHWF2qtjTQptOtn/INfmFVsb1kqQHMNX3ItUOo+8Jo+INYmp950SkZgdXKX/yNtOBxLVQ5N+I1LAXy+Mjtd4mB2St27MRjR+fxzNIM2vlllPJB9A1kMLtQwVK+gGSWLRAKGLvRqCQOZHvMLyxLkiKHMJ1+2aLqJpAdpch8B+0gNYdrcPJVNKoV+KQdjcF77TAJHQAAIABJREFUU6rR0hIjQUXPqEl+lvZtoUEqHtfm/YGwzbjfMCDzvk6BRT5RNcl6jFVrJ7EWWPWCS70BXctm1vVIEEkBJynqS+Wpjn6avfiCaNVroiU3NBTH757/epw5kgUaC3DYi8VAgPzvRkWkL8huleA+GAb4JxwFQgmAxilsDVe+pATRHBefMFTLaDfLQKuCNqVLKE1hAUHZXZVxbYNmBVVb6gBoEiR5BiUHZIwUWEUnjCa1xmjiR9kJ6i2zyamjrUkK7MrowxEWf1NAVp4BLJZRa0qCJ7J46GRs8ixzKzFK1FZhXtFpFTagMeQS0JcP87fobJqf5RIpN2D2OjMovTZ1eapp0bc3jq2QorGnbfoEUoWtyrli2uNV2kEdtVVL1jTl8i8yKKgxyr8pv8BDx4ydbelXYFXngwJiDBz5/o7M1Ya/jWqriSolZmiO4VcVTQLjIUrCiKqtBuxBhy25NC0MyRwnuEYtY/APd65P3Pyi13hSCnhG1sGjjyrzTVr29V54gVXLbu0xXHvAqpeB0AM9e0CGdbW2eyDb+bzAlJj7kM3haRdbk+B1tW17YKlNMNQMoSe1YgsrLJjaz5NiVUslAGxrV5sGENzHoV0ufZk0hqMBxNyQnm2Uc5G26ACccBtFfxK3PfIsjs2sICrAqurMcS5ZyQJ7zXYcvYxAG9S70vLWQcAhoKGtctKe7vNh964tuPKqi5DJRgRAjMYzCASjqNaHjaUYU1XhUXRZSRzHo8eewaHDB9FsarLOfS/b14eR8W1w3BDrnvC3y+i05sTgksBhLB7VfarTEiZmsZBHPBYXrT6+B8GFfD4vUjpkDJ48eUJAlMnJSXkNWa/cP+icvrySx+rSKuaOT2F1bgGlwipylQ7GJ7dj8/ZR1GgusqzAaiQYRCadFhA4mUojGotjYXEJ5VIZ9WYVg8NZTGwcx+TkdoTCERTL3FhiCLtJY2xEBiM7BHT/fv6Hgpscm2Q8gdtuvRWf/fT1UhyPRKKirUtJA+m2ajRRpZN6taIFymoN4Qg1akflvh49MS3ndyaVRjqVksSvXCxpwcjIW1BWgkDtSm5FIjCC1mRahcJh9Pf3I2fYrmz1zFF3kHO9XldWnz+AhaUFvP3Xfhkf/bM/QyIS+T8CrH78I38mesADA6MIRWIyTNzNSsUlVKtFWW9c59qmbs0ETYGL7cHUcKcOcSwmyb7fdeBSQsRxUZzJIfnpG+ALfQNLkyVk0zEkPz8EHAqidMFOFP74V+GvqCagYnFaJeJ4booXMTD/fhROnEItEEOpUkWIUmCOD/5wBJFqFQvZV2Ex+TbUnACanaAU/am7RcagWEM6bTzQOI5PPfR1YLWJGhmrXE/BNkacNH71kjdjT/8WSYCp/8p5TradNWWzsbOdOwJ6ErypNzBzYho3fO4LeMc7fwubJ7fL9b0gY1XiDS3U6lqy0jMWUNZ+D6NqqWevSKTxueb8EdPANmJhFxfvGUVfguJOyrKSERSj2ZqAWKvFKprtAJZXaljJlZBJRZFKdDA6lIZDAoYpNE4tFDFDYHUjQXofFvKUO2ljMBtDodpGrVrHYCaCkJjiMaTlOAMP7J/CU0dmVB6NBe02dUYtQGwZq/ZngkQaV7H4TWD19ltuxROPPYI3vfE1PcaqAHTr4mgPONSLy3oaOj8MXPWud+/z/u8Bqz0pAF87KIxVAqul0ipaAQf333U79uzehMjYFhxLjKH2+EN4xYYhhGNRzC8u4PvPnED04nNxkZvAlg1bkUqlulIAnI8vVQrglk+8VyRcnj58An/wsU/hoquvwGWvulhlPjyM1TVnkEcex7sGrNaqncc9AErzRyvnoMAqO02CcEMR9A/048TUHD760U8ily/i8isvw+r0YdEa5UkV9PmQicXlXAm6IQyQHTm6FX/1D5/FW976Frz3vb+DdrMkDENqODNmFaY/NVarFZRLNBTWnJTfaTVfwPT0FBYXl9AkYebUNEKNmuQqzI+ZKwyNjCKWGcb3v/cIZg5MYcCNIeL3o4QmSuUKImTiO2pwzc6nWr0ssgWhjh9hh9qoLpbRxiP5GckdzwgkMUgTolgEV/3adbjgp94If4iFKqtWq6A19xqybK//zGfwD5/6NP7of/4B3viTr0OrWUa5nEe4pecLC2nJdBo3fuYG7H/4UcQjDkr5ZWzdMCHg8fLqKhLZPmw57TRccs21EpNKzMXOGBItDPhv4x97HzlO1IEVIgBJEDJu9JyJ4vjRw/jLj30cxYVZJQ01OshmhyTfuOOhRxHOJvDBP/4DnH/+BSgXqvjVX/9t3H7bXdi3cytO3zKM4UwUQ8PDmFspYjZXwFt+/ufgRlj0XMdQpfyhBVVl/1CWMGN5a17lZX9yDCkzwHiQv+d3oNnjyZMn8cAP7kOVWMhcDpWOg4YviBOnZrBxZAhn79mO/kwcwVgap3I13P2D+wUHOOfqq3Dazgn0O02kqNPO8dYmPT3/fgRjdf2+owUklTEQ8oTs8wEDKKuGbCKdkmKJ7PPNJubmZ4Wxyq6eRCqhwOp1733RMfp/5Re8DKyuu7sWWH3bjn60qZ3Z9iHfaCvDkG0CIhjckbZ2JtUumQ0E3wiemmqnv9VByKfGUEFOWraMihmVimuL8hwBWbMIGEjRyIgJtbT/C8FIDZXEhIpVDsNYpRN9xA3AEWp+QzRWaZRQrjdEKsBqrJLnqK7SKilAJup6YJW/o/ETgVVWdpWxaoBVYZiqNIEAjwS5CKxKwd8DrHbdjf2qMWIdGqn/6jjy2dV6G6s8VAIhlOHHqUoHU8UmmiFXgRBLYxf3d7aacwx6CUUXWKWJEQ9BMhHs+LEKz0SO3avGacHt1DEacbApFUa0XYevVfcAqxoACbDK5F5YxKrFpcBqG4uNjrQoE6BmK76/04Qb9uOCy7IY2ehDLJ5ALD4g5hgujaLqLeQX59FuVYUVVKOrIhOmuXn0b9iETnEZhRLwyOMN3PfdOQTCIRQadVRqHSRcvwCrrUa9q7HKBJRgYizU01jlIJVaQK2hwA+B03Q8pMAq3YCrHeSrDWQjQQwmKO1AjVWgSmA1zplJYFWrTKx28Y8+egGhJgfSF6P6vMYlWN1RGQT7FSCnpEPIJwAJA9b1wKpBhbS1xgRALDjwkOpW7Szz0gA81BDigbRc5UFlJCwojk6zM38HuUYHJ+pB5Ij5OBFhdRBwYFvCi30QWF35q7+Aw6Q14KBCYNXXwkIoh08/+j2EKsDrzjsfD83O4geHj2F1bhmri2XVRSY7uVgSIDCZpjh8XeYqNVCrFTKA8sJkEKDTMeZUjTacSBzuhmEkx0dRL9VRzZXRKpXR4Z9aGe0WW4IayqxcU7HVIF+q6MJqcWWdqdYqW/hIkAwYcxk9JAWTE61nY3zEBilhVHAv4YoTaucaxurzV4h7wGqXASBmIcowYhClgkdtxP0ONqTSaLfryBWWsSHTh9+49JW4aHxA3LqFpdooS9IItmlWa7I38nL9ThSdUBS+MF20Y8LO5X0h01ILKQQ2GXc1gGYB7fqqgLM0n/CxwC3tMJy2DvwEELttjQoMknHZoWQCmb2tJgL8uc1qiWqA6oCHwK6EWqeNKl1z5Y9P9nwC4g0pLjBMU4MOzhcWzhx/C66YuYXFJJDtMdpmb80mNOpRxqrRh2Kyxn1TzLhU2oH3new002hgrsmMv5ifGH1VCcBNq72VNzAyp+ZFem84NwzwJkAvQVUZG/NkKaBYEVUZAD3bBGtmG0EDnQbZwFxwrIxry1PTBJNceyyHcQwCZO2Sp0fGnZ9MYy1WNNjexnHk35QFEO/HupjexdmqLIYcNDkgsBrh/6lhGRkcAdXrk+/95y8VWCXzVcEOCwrwm3bd161zuIGmLRNCgQTK55gzyDARbODqZcHZdcM9UQpRHqdw/o4glWU98GdqpVsWq7eYIcm7RwLA/ixr3wMMy7ULY90nrE27V6wpjnFURTajIfFJOuqiLxVDPOoiagq87Kxg61nECcl69gcaKATiuP2RQzgxn5M9TNv/tJhpkwmrpWrH1I6lvV6Oc1TOFGXF+/1tdSsPh0XHk+yZa19/FVKpEIrlIsKROJxwFLXmBn4joONoR42ku7KqpdXs+IlDOPjMU2KgIQ7rTgDpTB9GN26H47rSdUDTy3ZzBhF/VUwV4vGYFhfEFIMtnsrM4PyiTASvnYDrwsKitGDPz8/J/rljx6Rsa2JiFQ5jJV/Eqdk5lFfLaBYrmD9+EnOzp5DIjmF8x3YQ06tWqlhazGEptyiwcDqRlFggle1DuxPA4aPHsTg7i0Q6jrGxIfT1Z7Bt+xYkkimUqyy2RhCJDSDgJAFxqGeCY/bvdcmSggqq7cgNg/t/KpHE12+8CV//xjelxV/0DX1Af38fEmz3rtexsriiIBGNfBp0/FaDSDajc97ydfw9gRHKCDAJJiDLxJFjwTZPq5sYCrnyGr432SwEUI8ePSqJt+w/Rn6DgQPvVa64ivd+4P34vXe9Cy5lJmwxSBRJXgg8/uEn+yc+/nFhNWb7hhGJJbWw3mmjUl4WxirPYC+AogUJA2LI9/ZJvBuNxuCkEkiRueq6aMdCKM7lEfvyZxBN3ozVzArcTAixe5II3Z5GPf7/s/fecZKd5bngUydXDp27pycHjaSRhDIgLIQkBCYJEDImLNfG1zhz11zveu17Ha6v7V28xtkmmGDJJoggchBICDQKKIfR5NTd07m7qqsrnzphf8/7nVNdMxL4J7h/eWl+Yma6u9IJ3/e+z/uEYdT+9JfRHRzsrS39zfTFY4eROfmXWJtvoqM7qHXbsLoeEgaHDQ5S3QBNZwSzhV9CI3k+R3miKCPAQGBL5J1OiLtbh3HHo99Aogm05yvQGPpkA0lPw63nX49Xn3+NqpXpSc0+IVaqRMM22U1kQ1E7HWX3DBNbnl/Axz72L3jnu34BF112KWqNplIKRPVg/1En6ePcL7mGosCw2CU8Ps7xtanAbKWekOtUZxCrgav3jghbnvc1r/J4z6ISmMGtlRoH1GSwApVKFXPzVfGm3cagnYE0LAlzBeYqbcyt1XHRloKAYPSan1qqI2Ensd4M4Xdc7NmSQ86M7GtiYPXgGRw6uQBDgr02gFVVM0US8B5jlSBbBKz6HnKZDL53zz144rFHcMubXi3XvFiIPQ+wGq/HG3/++1YA/x7Y2hvA9nusn8Pu6x3ReLDe+7mqK4WZ2cdY5dpPUJj6gWTMWF2ch9+pyT1EsOcH934He8/bjMzmnTid3YT2kw/jsrFBCbFbXF7Eo8fnYL7sKrwsVcCOyW3/y4DVRz70J0iYCZyYW8L7P/hvGNm2HW++5TXQTZVl0g+SPh+g1E/06JeW9/+uCgVkQLSi59B3OZPLI18soVQYknXvjjvuxEc+8q8CQr7pza9HTmvh2OGDkrtAj1V6/meSGRRGRnDTzbdgbNse/Odf/y/I5nP4xEc/iN07t4gFAIHUVqOOdrshIX+U/rdazOZQEusnHn8aTz11ANVqDUFCw/adO7BjchRedRXd6qooMWgRR9a7M7oV656DQ48fxswTz8BoNcWSjoAtla4MWuP1ws/N1ynlM5IRQEaobTlYNw08XplDxe1gr5HBkGWjYKVw2Rtfi+t+9d1wigUFXjNHQMgeLOsYaBjirm/fg//xx3+C3/+938NrXnOj1Py1Whmmtyo/536Rz+Xx7S9+GU889AiGSnmxtkGnK3Y8yXQG86urKG2axBWveCUM24LLfol7Ps9rFJzUv+7E51o5+akMBK4tDIykVdz0yeO447ZPYGV+FloQYGF5FbpTwNGTZ3B0cQW5wQLecusb8bv/5+/Ab7h47//+Ozj09NO46pJ90Ls1OHqAgcFBHD05gwsuuxwvvvGVas/rurLv8VhIDRTZLcigOWJ0ik1ABKzy+3EtpO432rUYUk/xIHLgxIHjwtw8jh84hEq9jQcfPyh9r54pIDc0ivHRYUyMDmFucQlLi0vCoqYK8oJ9l2LzFS9FMhmgENYxFnaQIpitqcDf+P7+Ybtmr1aNVBxC6otqY9YHyvppYzgX1625QlasD8WVrUtgdV7UPrQeyuQyUkfd8lPG6lmH/afA6jlXYQys3nLesICBy26INQKX9AMkKyckQ4zeo8rLhxwnaQ41ICtMJsrfNKQkfV0F/KQTlFWHAuAJUCpSaBWKJItqD1hl70tGmEq4lQAMTRe5DAE/Bk+xASArksBbDKyyhm10XPFY4TNa9FiVcZP6t2KsmiLHb3W64uEkyeJREFTGJu1fAas082ciIBmwlNJYtBGQ9x4Bq2Q6Esjhgs33wwUlYpHGwKo0ngiQpGeVoaPTDVFzgUYInKl3Me+b6KQLSNBThjY2/IyUjAZdYRlJo943Id8oOFgckIHDwB/FLuX7ECAloQogtmXjSQ37SmkMBi2sd+n5EsjxEgCc4TlBiDZlFyEBTB4rFv8qzILPyXPebXWRtA0Jjwq8DorFFK571SBS+RqKpVFYdknkvoalSQJ8ZWFeCrV0xkG70VTA6tIKBiY2w/GbWC7XsLBUwuf+7RDslIW610WrQxmJhqGsI+eSHqt1psiSSRGFV5Fpq8KrArRCSkkJrFKmEvSAVUoOaQVQ63RRpLVAWo+sAEJhH8fA6plyE4ZlIaX5PxRYjb00JTxD2LyRwTXB/YDXmQIGzgJW/bMlrKrZj0yxY/LdOcAqsZt4I+CGSn8znr+1FqW4ioEsScaOiY7nYroRYjqRhkGpJOWlGsH0LlYWln909/U8PyWwuvYPH0A3sFR4Q0KD3dEwZS7hC7MPYycK2D08iWPdZRyu+JiZaWLpxNNYXG0hl7XQoalsguxKAz79amW6a2BhfhnNRlvkkJ7nincZNypeX2oirkMfGMLAebtg54toLC6jNb8Ir1KBRnk4fYEjYLS/+JONWsqOBHTdUY2E20HgsyHn/aKYRWpT30i4FahMGIUE9FTjpFYdiZ/rTcmf7wCq199oqmIpJUFk/hfbfjCIjuz5dsfD5kIWFw4MwPNDnKg3cMOIjl+46hIUBschuuCwC52FU9uNgDsfQdeHZueQSGYR6kmEhi0AsgRYCauQV6J6rxpN8rvrCFtrSHht5a9KKQzXCoZ/kLkj97FqMmk9INRo+rG6XXlNkbUzACFQEj7FWCUQZYotRBuBKBMaAdf8UFQItEahhJtngOx9Bv4xKI9rjcnzb1jIWhYyXO9MBQwKftlrVGNgVXlyy2sSHI8kOAnxZ+JzKwsU8YmNHitrn4RHbfiaqvXwuT7UAkRGjVSgKRmsvBEBVk1uBMoWIGqwOFdQQEt8BSQUM5jHjCA03x+Zq6BPJ9f6rhSZEsjA1PnQQyokuGrKdSkeuRrbZQ0t8RvTaQOIpu+jSaYcLQCsLt1skaFdioS2ebAcG6adgaY5yrNV3jP/qvZY/OXXXvA9LuFVbJr6QJ4YuIzBQAHcerYZipncAzg54JR9STGL4z0ofiy/r4pSJfHnEDT2WOWbFXZqVwE7EqQUsxz61Lr9YIQCJJSsPy5oY3CKP+u954jXqVibpqwvfK34sfy7hEdqGkqZFIbzKeQsHSkzAZP1gLAQ6b+pC2go71vWDx/riRTufvI45io1eT16XLPh45LUD6zyteNAMAIL8XuOj69P0JJJ6l4Xw8UcJjaPo+51RB66fWICb3vHm5DP2VhdWxYLCP7nhgRWLSRCG0GCe4Gym+BdxH1g5sxJHDp8AJ2Okk6SsZrPlzC+eTcsBjOJHV5HgNW03hLAT/zB5V4JRA6fTiXlsZSxtTttYV2SXTO/sIi1tZoAq2R6MryCDTePARPfq7UG5peWUV+rw2+0MHPsJJrNGkY27UBhZBjQWnKfVFarWC4vCdDCxpb+paXBUZTX6nj48SeFVbRz104k0zxvPsYmRjA2PiY+fobhwE4NwXGGAI1+s6y71L5xLmig1gTFxhbf8iDE9s1bcGZqGn/6J3+K09PTYnmwwuTuRg2jI6NyPAJfk++xIeRna7stAVwt3VJEwGgP6ZKlks2iVCwKEWC9VpNjFgP8vBZMJymfLwZtCWTzd+ZmZgX4FgBe1qLIpzkB/Nn7/2+86+3vgCVhRxHL/icAVv/mA3+FIDRQKA0jky2o4WMiRLOxImw7z++c3exwn4isXRQ5ICGBXgRWtXwRWSsJK5OGkdSwXq4geOJTGE18Aw2vLPVI1s7C+MQoMGui9mu3onHNJb17T/bWiA3/oolvIn3wNlTKQJfs10QbDqUPHGaTPKFxjU3iZPFNqNpvQKhXoOlpGWjrvAd4buwuvtF4Fl9++FtAA+gs1aA5BFZDaB0fN4y8CD93xauQdNJyrUhdFKvFzglSivcE2rEwVb2ytIKPffQTePOtb8WVL3kx1n8EsBori+Ln6F+j1PcUehCTRJSCt49CRUCTrFDTEjXfZbsHkM8QWKcllfLwFysguqiS7NDtwqQfg25IGOvRU2XMTy0i44TYs2MYhVxaBu/lVohqs4ULtw4KMGjpPlZaGo7Od1Crhwg9FzvGHUwWNbER4DCSK8ojh2Zx8MR8D1hVNinxuh8Npn8EsHrfvffi0Ucewlve9LM9xqocBwKUffLlHwWs9v9efFz/PVBV1taeFdCP77H6XGDVkJqA0AytALRAx9rSgjBWO50WOkjgB9/9DvbsmURuy25M5yeBA08h7zdlGOC3mpirdNG6+lJck8lj5+RWWRcYXkUrgJ+Esfrw3/6BMLen12p4/0c+DVgpvONtb0JhMAcvOtYx4NarYGJfdlXlKMsf9qORpUo/uzUqiGXfZ99bGhxGcXAY6XwOtp1COlOUsMP/+T//H3ztq98Rwszll+/D+371nXjkoQdx6vhR6ZF5W+fSWey74qV4w9vehanFFXzoo5/A2MQ43v2f3iVAmTq/DAbtoFGrYq28hLXqGlrumtSr933/QWFQtlu+AKtWrgg7k8HVl1+Eqy/Zi5TbhNWuw/FFU4VqZhB+aRPM0MHTd9+LA9+/Fyh3omwQG/lsRhjhrF14T+XTKRmCE1g1NAv1pImna8uYra5hh51BIQC2Zwex42dehhve92sobhpTg+3ICoDAHgOQKYh54oln8IEP/A1+5T3vwUtfeoUoZzmA6JSPyRrIAaatGaivVvDVz92JRrmMVq0qe+fO7duQKxXR9nxccd31KO3crey32JOI454iQ0gGTX/IWDwUYLCSeOPrMFi4NtuYOnwITz10PxrlediWIXZsS+sNnFmp48EnnsVaYKA0UsSmTcP48z/8A+zZeR7+4s//Ao/s/z7O2zaJnVsn0Kytyf5npTLYtnsvRvfs6cn8uR/G9R6HXqrGir+n6jwhSfRZAMT3Mz+TWEQwmJIXHM+H62KtsobH738IbR94+shpPHNyDkNbd+PKl18vthHPHjwIM1PAUD6D6WOHkExm8eJrb0I4tBM+ahg0Wtiid5HXWgj0JhJ+PIx97iAsXmPiuj+uJe+7b7/cp9u3b8e2bVuVbaTkX6h6L95PSCAq0GM1AlYXFud+Cqz+Ox3JT4HVcw5QDKxu3TQmTQUXXSnvo2RlFXu8IVPrRWtHLLBYh8pmhZN6AqNjeoC0aQqIlk4EsMKOJNvHk3o3SAhgxsKQNSdVQSx1JbWYARxceDxKpLlIMtRHk6Q4ygpIx+YFX2+7aNH4nlYAui2TLfoD+QkPecrwNAtVD1iiLIwsAt1EMdGCFjJ93pI/3W5HGFe+z5AiArAEETQK9lWjYRrCWGXfS1kA/UiJMXFNEWCHaYfC6lMOho5pIq1r4o15qpvAyZqPqq8hNExpzDU/ligr/02RtkkAiAKf+SfBDBWgovyAxFycXCg2Fj6bUAW2+gxt8LrY5Oi4cDSHrEYgpS2Jo2QDkxHJiTmPLVe4ZoceQyqlT3zmWOARwHa7qPghWm0C2DqSOpt/YGK7g5fdUAKzJUpDIyJfZeeTsh006jUszHMKnoBjWWjXa0g6NtzyCrL5QaTSecwtnEbKGMdH/+lZNHwddNZqtwis6hK6RTn1Wsuj6ktAJTKeMxLcpFKWyVD2fBc1NxCQnwedXlXFNAM6Wig3QzS8UGT/w9K4JVCpuQKa5FImfMoMVuswCQAZHmwy2hJkiDFwxlPp5gxRF4DKAEPaBNsQOTkBP94LBJE92YB4PMkqIJtZAlmiKlt5WgnsI1NX8cujX6VsRCp8TBpx8bbkxIz/zyafjNWuhFfRS5ielYZhox5amOmGKLNxNlTAiQrWUdfE8srKCwZdCKyW/+EfBVBw/QCuFiCn6Vgw2rj9+MMY15K4aHg7pmotzKYs3P3kD+DOLKG+5qJeryGbsZEt5GSowKA3M50C1d2Lc8sy4eUgIpEwRfpzbhGt6j0NyUIJej4vgKS/toaw3RCvUiaiK9kvpaDKv1IYH1CACZMkbScjgxIypr1OA3qCwIqy1FCkeTKzCOo8lwmkyE8b8kgF6JztadR/QHtM1d5z9aXNhyHSRgJ7hjNYXKdRfAI7BkuYHB5GoZmB3ZnBGy7ZhckdO6G5dXhwoZFd1lXG82GnrgK87AwSZhah6SBkcBUZybqBgDYGoeSAIrBCaN0W0FlH2K5JgcrzzwA7piiHpo2EANzRmqH8EsR7iIx1eqiEXRaeXeg1+rMq76hI5KQKJw4vYEohts4gtcBD2fNQ5wDJZcIog350JA1PEs+dUEOWwzNDR9LUkLdMZG3GqykrC1kzxSBew7hPZgiBTQbtRD5RwthUDGIOT3iP8dhortjDKi9TKW4VyKTCtRTLUxwYWITSC0u85PhRFMNTIHhhnUcfj3+3mIaoI6D3lFyfke8u739hwPDq4eAwjNi9ZPorVq3mteAiRM1LoE6fb6oKAhdG0IGjdYWhaIcE2B1Az8CHCTdJaqQNz6BtB+10AsXWTDThcF9xA9hybAIEBJYsRxKvuaiwcCYjip6T3Em0v/j0C77Hi9mUYlpG60Q/qBqDIDF6E4fOAAAgAElEQVSYyXWAx4MF9EaDpmSvCkxSaOjZkkN1cOX8RZLp+PfJnOMxjUHH+Pvq9TY8EePCVZ5b7COU6kPk930sVTnfXCUFwFCDNw5UJBUzCjrjoJdSMVoQFZMWiilb5P+WZciQlYCTYuwpxm4cACU1CvdFBFhxQ9x3eBpTiw2RQRoaryMO1jaaifgzCbCaUKnkcn9GQDOPBZUeXquB0cE8dm3fLLLz1VoN67V1qTVueeubMDI+jNXVRdlDUlYKXY3g8zj8RFrZi0ROECHXNt3E4vISnjnwGOqNssgcbYNsiSwmtm5FOlfiTEqGq123ilS4hMFiHrZlou02oWeSKDcaeGTlhNga7CmNY6szgEzChu0ksVRexcmTJ8SjdHx8HJOTE8Kw5zGyHUf20sXFZQGGG/UW3I4p9gVdr4lSkRI/D57rgz6jlfIq2o0aHMNBaXgExZERnD59BqePn8TmzUPCpOV5YG1Dr9ORUXq+6tDJRtQspHKbYNvD0EKGWHlRYrtSBcQAttoDlc88WXPCJEKIBx58EJ/+109ibXlFWKS0Q2DjRMCT4D5fm38yOCNmnsYWFTF4HwMvymaAHmp5eRyZqJT/xeAhmcxktuYLBdTqddnf+XprK/Q3VV6uAoCbpjyuNFjCP3zoH/HKV9wgyq34K16iXvANDuDv//HDEnqZSmaQJG04VMOyZnsd9fUKPJ/s2Q2mXizR6M02xKNYl2Ni54ow02k4KQeWk4NXX0N76g6Ugk+jU6ki6ZnQt1swD1kIPpqDftnrMfPuV6DDNUx3EQZtJLw00sk2biz+JeYOn0a72qYHBzpUN4DruwE7SCFhLsPyNKxr5+GZ5K/AZbBqYEE3M2ibGZhhFe2Uj08s78czTx2D22whWKnKEJjrNwdxA9kifutlt2CXOSxqD/oEd7jyRoqX52Pw8RxzHV5cWsG//PO/4Mbrb8ArX/daVNZrMtRTX2fXDFw/N776g9Q2vKmjwINoQEfw+rlKFykPtQR2bdsEy6D9D8NgHUrFMGRJhKHkLrQ7XWSSNlKShwCstXwcPzWLtfI6itkscrYh7LL5uoZURsPFuyaQ1APxT9VCDSttD+t+AmttoL7exsSAg4mcDlvqBA1PHpnFE4fnodsaNG6vQb03QFas440hGs0T4rRs3uOZVBKP/uAH+P5378att7wGtp2ElXTgul3xm1cDj43h5lmARmSn1b/mS08ZcfN/FLD6o0Da/teQs9d3us6qPcUSYeO9MSCI/yZhhjscl89UZkAAyPLiLPxOFa02138fD+2/D9s3FZDbcTGmcmMoVGdhzawgobnIaglMdTqobT8fF2fT2L1ZWQEsLy/LGsPP+N/f+1s/zu2N+//6vyK0kziwWMb7P3QbEr6GW3/+Fpx3wQ6px+I1Jt7b+z/vRt26MbDcALv6A9kowdTh+RomJrdhctsOCdK0LeV7vLpWxf79D8gworqwiMNPPY2rXno5XnzFFViem8Hs6RPIpG2Yjo5rXvMm5Me3o9noIJPJi5WMyuBQ95U69xzGBgLYMiwRbg2rlSoeeOQx5EpDKBaH8dWvfB2Hnn0GQ2NDMDMpvOzlP4PdW7cgpwHpIEC+NoNZV0OnMAo/mUPatHHXF+/EQ/d8H+PJLAa7GoYNW3pGN3RloEHLHyeTwkq5jJyTgW9bOFYr45lGGZs0C5s1BxOpPEb27MZrfve9mLzkgt71QoBc6hmLg/METh0/ho//87/i7W97Ky7Yt0fqUZc1fe0kPKo9u4Bj2ThzZgpf/MLnsT43J5L1LMHrXA5G0sbm83bhyle8HF3TlJrH4hCew3ySZqjeZa/Tp8SKzzVxCr4H9tlLM6fw4Le+ivWpk1g/M4+t2RFs2rcTs4kW1lsupqYX8fX9D6JjDiBfyiJhBPid3/5tXH/9DfjanV/B5267HVkTmBwdFDUcCSHZ4iAuuPRKZCcnZQAZg6g8g/2Aalzv8M845Equr3gIH6/DfK9JMlYjZjv76HYbRw8fxiOPPYWBwjCM0MDJEydhj21Gcu9VqLR9rFfXcf6FF6EydQDHHrhbhnrJ3AhSo+Mo7tiLdNrBzrSLEZ0aYLJ91Vf/ui9/jxRuoUyeeUgN1GpNfPNrd+F7+x+THj2dMfCK616Gqy+7TKyjTFrSxGK5MMDAQEkGqCw+250WlpcW4NLexraRzhZg2Q7e+M7f/rHu8f+oD/opsHrOmY2B1U1jIyq4IZZHxz042+RzJinxU6jgJlYQyj9V4AtJG+zK9MihTM7QkCWDxEqIFwiBSpHEcDUiyCD5J8opUNgkAqwqdiaLV9dlc6+al8DvCuuEfQgl2pSt8k4iqEpgTuSdLB4NylwtrLge5houWgEnvBZG7Q4GdR0FNmsmZeNd6AJmMMW3IxJ7m+CepJaeDazyczKUgn6YsgZK4rFikMrvIkSSRS8NmVtdPFNtYSEw0AE9twgGaOJfpHxR2cD2eXSGii2ijOEVQ1IWLZEV+Wi75JWxiKDbv0qpptQgbwCbCDbSesH3kWSwcUL5h/SA1ah+JMOXTI8NYFV5wHFxr/oBmh0ltczQMjDhYs9FeVxyZVZo/YMjZJkoLzs2Ns1aDfOzc3K+kpaJTqMuC79bWUEmU0QmP4DFpWmkrVF8/tMncGquDVcz0Gx6SNs6ClkHDbcrZvxrHptfFRzFILOsARQM+q0CQcdF2wtBIJ7gG4HVUspErdnCaovAaoBC0sBIxhR5S6XeFYu2fMqEBx3Tqw3ZHLN6F0lZZHn8iOWx6CTzSUMzYaEuBjZA0jDF7oLMPLIuXY+FL6XvobAALMp1hYkWt/5RqFi8I0Yhb8J4CsnwUvcT7wn6x1H6zO+RcSnAqu+BHqsE6OjttJ7QsRokUPd1dEMNgQAtit2nZM6aSCVe6BeB1dW/+3sYEj8EYdI5AdDKW7jj5KOoLC3j5kuuxaOnprDsBTi+Oi/FxPraurAq2IwxXTmVyaLhdqCnbdSqTdRr9NhlocBri6C/8gB67hdBZx53G042j4Rlw2u2RGYqMQK8niMWKm0Y4oJfDS+kQ4HhqGaKw42gw0Y22loFlIgtATaq7P6iUm3Aihmn/q7e4fOCwNFmvQHSng2sElz5uSsmcc2+YXzoa0/D8mxctes8XJgbwNraFEYcEy++/Boksm0Y9ToCMm7FR8lDQM8/L4DhZJGgBFZngFGSxrFi9SAraGzITqa83wa8BuDWBcwgyKgCikwBZCmhFehImhgVskTpf0j/NmGrKq9QrU2mq2J9CZNX/GI9WSfoX7zu03rCxYrbwUyzjcWOi9UuBzH0rzaE7Z2lB7JuIWd6wnpPmTryloGsbQrbnOYblnglM6QpgU1e5D9KNq5G2bsKUZHWik0fw7FCAsBki5KO78t1JHYOnHZzokPpdzQYkmApSvU76jMmCLIKEBsxliVESgFpQn0z6NsXhWuJVUFvQ+sRk+Uc83kjtiolVVLgeq7YI6zRy5uWANJAejCCNpJhF3Q3dKCA1VBLCUAUUPpkWHLPdjkoE8eGAB6asOjt7XqwZFjGPSqQPUrXCaqTXcsEGbKWeE51JP709hd6i6OQ4TFWwGoMoPY3YrEEStimkhzN4Y8ahDyXSbpRtMpzxMdVrrWNt9a7f3hsY6bMOeFYcrqjwMfeI/kcEZM4ZkJIKxYFoggrlq8rp5KBi8ojlreE1Ajc7yM7Iq4/aUoF5VRzT1OWQzGwKn8XywIGQJExpoBV7p91w8aBuTUcOD6LrhsgnXTk2pAhapSQ2w+skkku/+ZeHsnlBGgNPBQyjiTtDg7khB3KEMVGqwXbMfCzP/tKDA6VUG9U5XhLSFRgwQ8m4CMte5YIgniPEjA2LSyvruKZA4+iur4sQ2FTM5HOZjGxbSsy+ZKEOCTCDjQOi1szGCoVMTBQRKvTQL3bwezKCh5ZOIbqehWXTe7CvvHtyFoE0Ryx+jj47EEcOXIEk5OTGBwsIZ1KwbJMGGKwrmN1tYz5+Xk0623kcqNwu7okPg8OmHKM6enY6apwp2ajJh7ruWIJLZ+BH7OolauYGCtFQywV1jg6OoKRkWGR1NFqnlYcdmoQyfQoTEtJ25V3Pa+GjX1EQE/TFkCwUi7jqaeewgMPPIDpqWnQV9d3uwJmkjlG/1O+b74vnhseawKgsb8sn5nvRZrniLEdDxAor6Y6gr8vUsaIlclzRtsbASTJxg4CmAR4NQ31tTUBVOJ7gY+jj+323Tvw0Y99FJdf+iJlfRLdF8TgYuXWC73Jb7v9U1IjmvQNNHgNqaW/3amhVltDt9vsHbd4qKCq4mi/k3shAlazhQhYJXs+B79VQ2f6Sxjwb0dQrcBzE8hO5sSXOPyehuqTe7Dy6+8G0nl4bgu6znXRxEiyjquyf4XZg1PwyVJNJ9ESYFXty0ZIVn4XFrpo6yUcNW5B2bpUvsdj7en0SwxQSXr46Jl7cPzwSbjNNoLVNSToJSzAagBbt/G2i67HTXuuQld6AlvCF0UR8iNkoR2/i9XVNdz+8dtx5RVX4uZbb8VardYXIHa2UuVsYHXjZ/Fr9Ja/iEEd6eI3+CaqwlDM/kQHF+/bg+FSTq7mtWYT6402ObriC7yyqgJAg64r6xH3RtYLGnuIlbLsd2MDBWFJlttAKqvhEgKr4sfNWkET0sh8tY7leoB6syuM/bGshoE0q1gNTx2Zw+OHZqGZzMYgoMsgpI0QrhhYVdfvhtxXAaspPP7ow/jut+/Cz73ldeLPS1k2By+yZ6gJ9Vm1VG9PkM+zUWP1QM4IWI2v/R8GsJ4Nrir24/PVbBs+rGfXflJvR++N9zmBVSkNojBlj+cgMyDM//LinNgtNVu+AKsP7t+PyYkMCjsuxpncKMbbZYy3uJe78DptHKtUMDe0BVeNDGLvpu3I53NYXl5CmxYnPwGw+tX/8ctIFgbxtUeexsc/fxeSponX33wTrrz6RcrepW+vjteTfpZjfEpUjbsRkNdbe4S9LqNGmFYKA0PjGJ2YRCqTUXWl9O/sSwI0qnWcPnoU3/n6N3Dwscdw5RWX4aYbb8Dg6ABmF89IbXXx1ddAt7Owufbn8r3amj7jvLfV+SITk+rQNubn5rA4cxLLlTIOHDkmBIFCYUj6n+99926cPHUUoW5i89YteOPNr0NSSE4hBjqrWGwHCPJDcHUHg8UinnjoAXzjzi9jU64EZ62JTMdHmv0C9bAMaSarPUlbmyqShgMtncLxegXHGlWU/ADDmoGdg6NIDg3h1b/1Hlx0w3Vyj3J95d5Qp6emYwu7f/r0GXzkwx/DzW98HS67/MKofg3h1uYwv1xFteWhVm/ggbu/g6cffhAFzcN4sYCxgRIyqTScQhHXveH1sHJ5uCJ9Y3eqvJaFHRr3iX1LUa92o4KFnqztJu792pdRnjmJvZvHUZ2dw/Qjh5EfLuGCl10Bc6CESrODe+7Zj7ufOAIj6cBM2viFX/olvPY1r8XJ48fxsX/6IKaOHRZrEuYm2Kk07Ewer37dzdDyOQmpIpgag6jxOtEPqsbhVbHlUwysqvgCte4lHQMm+0KqvFjLLCzisYcfxup8BfUu1740SvkkUkOjmNIHsOBaaHd8bBkdRPXwD2CXT2Pb6BBqLQ9V34RX2oSBTZOYcALsHLCgU60rJX20DvVtpLEdjBDXxFpIx8EDh/Fvt9+BwcFhbN+5HfMcpAQeXnHdtdg8MS7ngrVjvL6wHuJwleA6sZfFhXlR2PKaHhgYlud883963wvdvv9D//5PgdVzTm8MrI6ODPVkLr1Gi0yDCPDYKCwUm4SXtVIbSOekilTxzQvh6Uy7V+wrmkmLN51GNiLB1hB5LYGiFSLFhlxss0I49GOSVHa1YdMKgMAqGatcowXA8Vzxq2JjQ4l2i5T0IIRD2Z+hSdhQEwmshRbWOx5W6e0UyqvLVLmkdTBuadicpGUBQbsuTDbFoYZaJwZWNxirmsFpcdQDPgdYjcAzSRDkcYJshGQULLe6OFZtYzUw4FETzM0qEaAtwLUKQRH2mR6FWFGiz88lafJRIIfg1ZQIcIrUESN6Ah0sMo2wi4IO5E0DuUSANKXDYpnARFwyW/sYq9H+2s9YJdPUZuAXQ1Y6XawHPhptbiomMqYGy3LxkusGsWm7hVQ6jeHRMWmCyCyi/1ur3sACp3KahqRtod0g48eU0COLm2xhAOXKEgxk8MSjLu7ZP4VA09EiGVa34JIt1HBR9kJ0DQu2RhsGMtsC6D6vCw1DhTTykooewudEz2PzaqKUtkX6sEJgtesjT49VhlWxQKp3BVDJJQ34oY7Tqw2Rj2YNDykC7hFnWrZfLUQ7NDHjGjhDn1NKdQ1DgNUsmyvLgJlQUhM2CXlblwAszXPFl1JJwgQOUEqwqNhUOBDDC3jeFCtbhasEcrwIjMvxty0JOlnrAg2X16yOJehYJ4tOsuelzN0AGcl4MDQszv94jNWVv/17waDU3agLO08rZvDt8nHc/dSDeOe+a3GqXsfR+SWs1Nfhug1Mz81gvdaG77EASCj2IQGKrIlqpY7ATwjjW6QxJHRF7I9zJ+UinSMzjzJrMrPTGdgEF7u0eqiJlyWpvOIwGjUYPWZlVCTy2qcvHxONeU58vwPf58BBnDIVg7GvGX/uLhazSvoZKarw7596xu+9F26hTm7v6ciSe/meLP7oF/fhX790BHc/3sJN+7bhtbsnceLMNJrdLl511bUwJiw4lXW5dskkZ5AV5XpsbTQ9hdDIAWYG0JMqpCv2cJMsNWlJhNXN0CoErqJmcOhk2UjoZDqS468JizNBoDEGVgmmilSH/rUMoFKFnErbjkL84s8USXrarot6p4UFNg3rLUw3W5itN2T2lbRsJPUQWR3I2g5SpitrOQdmZJ/nk5YAWyn4sBmOFwJ2QseWgO9TgYWBmVNsZPGCVcCqoAJ+XVkXENgUzyn68iUQOCkgmRLGEn0/BQiPfGMT9QZCgiKtVi9kinsM1xfV7BE/VlN+SvMTTFAnwNrfdcRnk6/JPYvniHYcik4jwAm9mituF+u+K35sfN8Wk3FpB8AhGqXL9IbUkgKs6kkyBGjpYEZWDeocerQooPdh24XGojVB/QGVFSqcjYx6m9JuBgeRwUrQ848/+oKLMFoB9LOB+huujWtaWWjEEkvxWetXo0SvGg8e4ucQ4El+LwJJz5ElyuBIV4yuc5s/FVAWPfacx3EvFPm/hK0oAFQqCoZhSpBkQgpe+gxyr8yaDFbU5N8ctArgykGtgLDRoJIJ88LMi0551CyR2aqS35UvLD9M27SxEpg4cnoBJ49PC/jKdF8Zorpuz9og9lllIIewX3VdmOf8rPy3o/nYs3M7tmwegU6mVIKJxi7ml5YwMJDHK677GQwNFMSfutN1hSGUCEwBVoNEFmRXJGS4p3xWNcPC2npVGKvlyoICVnULTiaDTVu3oDQwDEO34XXrCLx1mO4Ckklb/Nx4i63WqzJ8fHJ5GmvlMl688wJM5gfU4IUzB9PG6ZMzOHL0KLLZjIQ+ZdIpsQFQN4GOVqstAGGlXIXftdFqa5K4PClgm4ZmoyFWGWSf0l6AYF+gGZheWsH0qTNw6x3s2jIix6jrEeQ0MD4+ik2bJuCkVFCI7EZWGhbB1dywBDPxPoyvu9jr1HGSMGwbP3joIXz7W3fh0LPPYn2tKgBoNp0REJSsUTJVhVWaz2NhYaEnWyeTigArr7UaQTUJcbLl92OLByUFVCEuTIGPWWF8L/wdKldYS/BnHDIStCWQQq/4VlOFmLAupbXCwsIirrj6Snz0Yx/Bnp07Fcs6uql6ZcMLvsOBT37qs5EPPKWWBFbVoKPVqaNWLaPjNjYGjj1eYt8sJGKs8rMncwWYqYzYNJl2VoZxrelvouB9BKlWDevtDgojDuyMDm8tgeYTOczs/s+wxvbKeqkZXbRDHecVZrEn+CecPjwN00jKut0Eg2A16NyXOKhwLVhaGyz253EpTmhvR0c3oGue2KnkzBSmkm185Pg3sHBqHl0e13IVGgP56EXfosTaxNWje/DrN70NXs2HZdkCuirP7ucPMeEx5/22Vq3hU7d/Ctu2bce7fumXUDkLWFVAqHQhMakksk9Qp0jJ/HvVQ8S6VGtqzJDaOJkbzEEGc/mYnBhFLpOE67lisUEbAp6zTDaPWqMNw7Tgtjti38M6KEiYMO0kvK4Pn2Fo7IfoW20wNC2Fy/dslkGnWNxw+A4fy/U2jp2poNUFtk4MYixnyOCTkPMzR+bw2LPTMMlo8fmYlorK64GrG3uAsiCKBtsEVpNJPPXk4/jW17+GW295HYqlkgDa9GnuVy3En/4sMDRW0MQDhej15K4/R717Noiqnu2HAavnvtbzAavqtEXBXFHtHTNWFbBKK4ANxmplaQ5ht4ZWm9drgPv378f4eArFHZdgLjOEzZV55Cib5rC20cKTrRqWhrbh6nQG52/bgVwu27MC4Pn/w/e+98e4u4Ev/9mvYnndxW1fvxdPHJ9HUjfwsmsvxStvujayqVHe6f2D0B8GrJ7LxI6PKYF8evNnsiWksmTgk91YivYyQ/o9+kmvrZaxvLCAmVOncPSRJ3Ds2DFZb2/82Vdhy+6d+O5D9+Pql7wUV1x5NVISpKdIFf3rpjoIMcBNL+gmjh16Gg8/9pgECDKAj6q8dCaHankVX7rz8xKaWCqV8L+9+xewbed2rK2VUQqaqDLrIpkTAsrQUAntZh23/fPHMXf0JF40uQ3BShlpL4QhNni0L+TwWke93YQR6rBzORyrVzDdWEc28DFomZjMF8UH/+o3vg43/+avw85wAEL7glD2Bl4rPB6HDh/Hbf/yb3jNq16BrZtLqFWW0Wm2RFVyutLAOmzpj5ZPnEB99jS8yixMt44CSWWFHEZ2nY9Lr381hmkbkUmJkoyCKgbf8nixNxSrhxhP6VMLMYg149g4/tRTuOfLX8Bg2saOLWNiozZ96DQqJ05h79AEdl96CTBUxPzCMj7zhbvw+LFj8Ao5vPg1r8avv/e9CFptfOQfP4i7v/UtJK0QQ8Wi2MJc8ZKfwTXXvQLtgPWOKx6rvWulT+ofS+V7oaRdrle+ykoQJZoCOrksMWzcctQeSmb+swcO4IlHH0N73UVTz6Dt+xhMh9i8ZTOWzFEsaEXp5TtzU9imV/H6K3diz2bWAxpWq13cfWgGx8pNZI0Errt8L1K2yuyR2/wc0p8ykVNKUX4WWjpMn5rCvd/9HsaLIygNDUiw5EplBRddvA97ztsjdgAxsMrn5HA2l8/IOu26HZyZOyNqyaSTgmU6eGD/A/jQp+76se7x/6gP+imwes6ZjYFVMgn4tcEaURK+eBHnza/YK1HzI+1SNHtPbMj5pCkiG0pM9ygHVewRKYB8T6S0w5aOghkgrYWwaSFA9knoRozVmE2jpPcEVtksEFglMGEa9LdTPp+tri9TazLZyFCtdkNUuj5WO2SKhnCl2WbQiAp8MTxPGFfbcgbGDB96ty2BXX5AoPZsYJUFIT11HEPBRVwkFGNVKbOlYJS0dxX8wTKGVgAMyaj7Xay5BtzQQcNLoJHwUQtcrNSVxQCnLSLpj2SH4ulK3yU2lyIrUs2mMIVIpfe66PgsBnRh5tLUe1ADkgnFJONmkk5ZcJJMru3IdIVyXfssKwDFlhV/KgFWaROQEBP8dc9HrUW5EkFOYKAY4IbXDiJT0FEsDWFgaAgubSL8rjSfnWYTSwuL0EIGi9FjtS7BIFq9hk6rhVxpWKXUuiGa62O4/dNPkJCGWqBjpuGj7IoOF5ajIZlyMF5IoeAYwmwuV5s4eLqCRqBjb8FEjk0lARC/g1zKQIlpva02Vlq+SJYJrA6llTdepUGJko6sQymuhukovIpWAOmoIOZnZoPp6wbKgYEjdWCxa0iSN+tOgjRiS8HPpntwNA1ZQ8eAY2HA1pAUS4dGr2DgMRB2VOTkSe8pnmBeF2LjIM0yr5mEAFKKvaICbAicVlo6FjoBFkIN9YS6jkXeTTZZ5JlG8JLHndfH/NyPB6wu//XfSUXrhwoQEl/CTBLP+su4/cA9uDI9juHNW/HM7BkcPHJUjnvN76JW72BlrYnKWk0M15OZFNLFNFZXmITMABvFwKZUktYVGyDlhvRahjD8j40UPxfNawkgm2RnKOBMfHUVciNNRszo5kBCyY/JIGLYC32MCZy7CAg88l7p2ZX0S5v7F7ooWCL6Fo9/jJWeC6zGRYWEwGy0Uz0maZqM6kQXb75yXJqYz95XwYAR4A27R2AYKUytzuEVF12C8T27EZbLCNv0MiKLnCxSsp8JMJLpmEbCygswR7YqrxmJTON7iya/lLyAonROXsmUcyz4lP+blMOSCZRA4LoIuh1oDLgTFl1kCSAy70jW3cOGVQJ9zFhFxwXaLoJOG263ieV2G8cabUzVm5heK6NRp0zGhmNxaMQBlimMcwbgORrDDANk6MtsGCjoDPEJYIZUJpjYgQwMsTiwhLFKHz0YlPvyconYpgE9IsmqVTJrmmJpTN9OZiSUg+FTTJaWLwmV6gK1CsJmG+F6HYlGnUkFEqagDER6fbByBeCFRZkPm9PYf7XXmfHQ8viSvSvCc2ECi5djAHQCH2vdDirtJlq+K5cY1f7kZaRDX1ioFJQnDLKOHRiZrDCNCKzK24iYtqE0xh7QbstAoEPPMb+DVpfnNSHWKmxY7GQamuWI36b+5x97wfXXucBqXHTG13fMypPGRx0cYdXHrL2YIaEetzFw6NUDkhS98bbi2qBXI0j+3wZL6NxhRf/7kO24r2jvf+34/UmxyyGOMPQM+TOrezK8JJhHJrVkWdEOQJjQUYI31SMC0CpAdyNgK5ZqK5CWHo2M0VhPmKi2Axw9dFLk73YqI5LwmJnB9yne15aFZquumgWyKvusC0ZyNi668DwUi2nxXiP7p9HqoFarY/OmcVxy0YVIpW0BNdsEVsniljV4DH4iq5gVgRosyr2uGag16kOyQDQAACAASURBVAKsrqzOiRWAqdtwcmlMbt6CdDaPankN3c46BhgypDfg+y4mxsfEx7TZaaNWb+LRuROoliu4Zs9FyLFGokezlFc6zkwvYmp6SvYUhl7Rj5UBHHx9FQ6kC7B8ZmYOC/M1WFZBgNWhIQuWoQIpuJTIdsdb13LQCoFnj03h2NGTcDQL528Zl/WI3oWWbWDr1s2Y3DwprFgeR4ZdEViCkYSVGoDuZCVkL95HeOwdJyXA5pe++hV89UtfRmV1VY6/bZoSYJXJZNFqt3rhY5VKpRdGReYqry2eO74eAXWyTskw5WfjF8+zBFkIAG8IQykO+eLrimpCgjsIohvCzHJohUOwlaxY+hJHgRj8PT52dnYWr7/5Dfibv/0rbBob29hFIn/nH5ex+slPfUZAb167VgSsst7m2r2+XkG7XZPaIr7XnjNKlD1NgcpONgcrnYWTsmHYKRm6Nk/fi0L37+C4q2LTNDTK605Hw6cHvoHZ2ltRz14lmQBuUEeg2bhi9FGMrX4W0yeXkcplEFpJtIUcoMGkuou2AS2y5GnjFaIeFnHIfztWrD3QNK7bIbJ2Bk8lV3Hb0W+hdnpd7KnCah2JlAXNMtFdrwuwPphI4f+65Vcw5GfUWs2pigQ/bcj5+0EnKrI6vidS0Ds++Rlkszn8xm+/D+Xaep8VQLymKZWYOn7nIH9SFGy8RpyyENcKMQgYb0BqqMN9xFY2apHEnveVQBBU6Bi8v3i/qzqDKpDeEF4wFqUUJCObn8PzfUyMFXDV+ZuRUuWCvCdWDW1oOHJmDSvVFnJpGxduGxCbFJ7rQ8cX8PCTJ2AmlTIvETIsayPw8/msANSeQGA1hYPPPIUv3fkF3PLm1yHDJHUODyOQ1DLIin2uSkiOQ0yn7gNx4z1JRcM+VzHUfxyfD1g9+zhHRzsCWHrbejy862Os8nEE2FmLUxkn3FyCZpEVwNryvDBWO1TOwMf+/fsxNpHCwPaLsWgXMDI7BdtheG0CmYSJh+oVrA1uwzWFEnZt2SbDKVoBkOn4kwCrH/s/3omDJ87gs/c+inXPFm/2iy7Yite98ZXI5TI9H8jeADIKf4w/u5rdxIDThgduvMfLaWEPaaVQKA3Boseyk0a+WJS6jOtkOp2RtVy6UKoBvC7a5ap4SX//3vvw+JNP4zVvuBmHT52AYZv4xV98Fy644AJ5b3GNIcow6bPU/cS1kusivx568Hv41Kc/LYBqJldAvjQoNkhUi9z11a9h//e+j6HhYbz2jW/Eta96JZbWKjCba2i0OJxTjOmBwRJy+Szu+c69+OTHP4533fwmlI+dxOqRYyhqpgRU8rpmf+Wy5/UAK5fD4bUlrHRaSPmK2f2ivbvRqrUwuHMr3vH7/w35kTEhWfG+kSBDZoekk7j73v348p1fwr4dm7A6c1CUoiQZrHoG1s0stl5+DQYmtmL26FHMHnga3doMvNVZWK0qhmkBBBO57RdjcGwrLt67BxOjgzAZMh10pB/iGkGgXwbQ0YC4x1g1E9KLPnTXN3Hg/vswOVrCxMSwEIharo/hdojgoaNwOPgbLSFIJ9FddfH1Jx/Hd86chnPx+bj5nW/HkSeewcP3PyRe7c21VRkSlNdquOKl1+I9v/EbaLUqMgDlvbLhp6r6qbhWi/+M/fRlKB5ZAShQVQ20c2lLBjDsYzvNNu6/735MnTolaTHzTVr2NbBtwMHuyQk4QztxqhVica2CxtRR3HTRNly9exy5lCY2NYl2gLsPz+DLP3gWqUwOt77uRqSsiLB0DrCqBmOKGEFQnesra4XV5RXc973vwai7svcx46DldzE4MoRd5+0WnEf+iyx7aCvE4axOUlerjVNzU2h5LnL5PE6fmMK9d38P339m5gXX6P+RH/BTYPWcs9tjrI6ORKbs/IUNbyEJbok8P3mzxwnZEk4TLQKy0UYJd7Kse0K7Uim3gS/+lindQMnyUUqSeWLAohyUxbkUrOx/KYcnQ4VFvfKoFJ9Vka+EcBxDPFZNTrpJ1+/6qHshGjrlMDR+11DuULoZwk+k4IskUIcRSecDYYXQOL6LvNHFnkwSg+QicXEj07XjRlYAirEqUh5J9lThFzJV8n10IisANmw9YDXKH+eCTtZo0+1grUUmgS4BTMmRIjKjJdz7wCG5gdlYsKklcExQOOskUMxnpchs1DkpS2BseAjpbEaKfho/z62uo9zsiNR2wDSQDlyYfiBMsoGMiVSaoEUolHoufCzUWAxHCn406SEbAatcPwRYpcSAoGoXqLZcYcTZiQC7d1m45voiTMfA0MgmJLOUCbAcopQVYmpeWV6VTYHeMp2mAlb1dhPrTD8cGhWWbafZgWFM4t8+/QzmVnxUusBcCzAcG+NDaQymdKQcA5PDg8hoXQmIKrcTuPfgHJ6Yqgr4viWTQpHXWdBGJq2jaCfR6BBYDQRYLRJYTSlgtVxnGJmJjE2vHQ0zq2zoTPFYpUzEY4iFBJgl0NIcnGgDMwxKCBnkQwY2mW48jATC6H+jvHPp45XWoEJRDA0DNvO8Q5j03IMPixJRXg2SHquAVUrKyOThIs+LiS0ESws+N0EmM5lCxw8wXdOw6IdY1+hCbAhzSVwjyYAJKCFXFg1kcFGCeWah8oLXZ1oBzP3lB2CwmSdgEfC1aIehoZuy8LFT+1FbXMTl+y7D4dPTOH1mBiODw1hYrmF6dk6Y4estyj67IhtNFvM4c3oBXZfFVATeiQ2AQvBUcxOxLmM2CI+vTk/lBDSyMSj95hUv/onR8IMbI3sl2azJAOK6okBpAXDkzKlgOoa/KduBSN4vjG5VnsSMu40DdQ5I2tcMxADu8x1U9TmixkEsPzQpri8aTWIyZ8CiKX7DRjvs4HxHx3A6jVqig6tGBnDBlj0IbQ06Pc0MMi+BoN2URskw0oCeQpBwkCBjlReajGbIsuQ1SM9NFTIhVSGxUBYqlgOPgCNl5Iatfo+sU1qFEFwl+CgFjpL1qaZOeb2RsS+gqjBdaD/hQ2NYU9tFotlE2Gmi5rUw1WxhqtXGsWoF61VXgGzbBpivwQFYBqbyWNWZzxUI2MgAQ0rkCfUmKVnWbWxHBik7A51FupUSsIiBW2priWwLeJ/Re1iAYyKXFvS0g4CNPhlJlKHKeQ+Fqc8pfaKxhrDRQFipAdUqEmQA0eaEDMLoNMtjxItTxPGRzlo0uD2wXHoQDjHYoPO9ESAlY1Sc7EMJVat326i0lLSaYRfcF1IhkJS114NOCxfxnctAT7HodyJgVbHY5Z1z8yCrmGtBt4OaW8caPRG7HZVm66SQ5XOwaaBvLs/tX/yvAVbjRra/EROAKbYC4B7cz8aO0lOF5Rx99RhYMvRQlhrx8551z0TWHP2AqlQSmqbCDhi0aJrSmIt3F49J3yBX2orodZl8K/Y6UaAR93wOHktMCE8S2FN+hFwppW4QJrQKPopfM/7MwmilXD/yEOVaqsBgAy3TwKrUGAaWl9dx+vSs1AGKWa3eD2WRBHjJmuy4KjE+Dvfia7AW2TGWxwV7d8G0qeqgqyNxdP6eYrJu270dmq3Cwfg9aVBgwCOwiowAq1z3lV+3Cv0jEPDMgcexsDglXoqxCoJ1TbPVweLcHDaNFHDNSy7GUMmRRGuurVu2TGJ4aFgGpj+YP46luTm8ZPsFyCdpWUHwJhCVyokTU8JC0g0tYn6mhXmVL+ZkHSdDkGvE6VPTOH1yCW2XyqEQW7cUhR3Mpptsco3+xfTZtpJYqjZx+NQ02g0PnWoTW4bywsIjE6ZQyGDX7h0YI9CoqwFvOp2T/ZkgE1n8plUUaXhkzyjS43K5gi984Qv4+pe/IvsEGaG0LaitrwtIOjgwKKAGrzEyU2OGKRsjnj+ybgUMF5uliGHs8Hipc8nrMQbRyUbl56atAJ8vtmQSwC1iU6cyafGpFTsAsg2bLfldPk8ckrEwP4/3/Nqv4I/++A9RzOV6kmgB2/rGdS90I//kp+6QRwvQb5IRpPZcAqvVyipafcCq3Af9LNk4MwFUJCn2s5XOI5kyodkOEqGD5tRDGOj8v7CCWdQaFgqlJIJkU2wBCpqNsvFynPKug5HIwfVaSCV1XDn8FSRP78fCSgPZYgE+AflI/ss6g8CqxjrBD2EyVElPYKZ9OQ7rr4WvU+jrI+sksT85g88fvA/udFMSxRPNNo0LYaUcNFcq0BwTiY6PX37Zm3Ht5ktEkSTDOl6D4hf0XNYqVyq+Fw4Z7vzsncIM/d0//EOs1WtKTdcHyD4XtOuvGfpAwAhglVJHFglF2uh/fI+M0rM2iTem2MNaDe9kgBMp12StiYY1MtyLhl/KZ1h5VY8MpXH1eZNIc9gomDLvRKDS9nB6qYGVWgtht4UrLtiK6uoistkC5pdrePiJY9ApJZGhhStrkKyX53qs0queHFgBe3wBVo8cPojP33EH3vbzb8Hs7Iycm0suuUTYtKxRRU7Y99U7DrwG+liq8Xoaqyqe9zHRN88GVTcC4Z63RouA1eecv3M9Vmlt1APhE/A41KQVQKiBwKowVukdG4a4b//9GBq3MbbtIiwbOQwuzwDNhgSJcZr3+Jk5rGcn8ZKd27B7+66zgFWerz/4rR/PY/VP3/Wz0ud98/EDWG2x1tCxa+swXv/mmzA4PNADuOJ1KfYh39ir42Mld3+PDdl/3NipOJk8BgYIrKalvqJfLgdfXG8LxRKSDgcXCVmbxYKHyhrNQqPaxEf+8UPIZHMYndyEw0eP4PobX4Grr75CEYb6PNXjEEIOIJvNhjwPn//Q4Wfw4Q9/RHD3gaER8eRL5/MYHhzG8SNHcNvHPwa308GNr3o13vhzt6LWasMjSYchb6by9S0UCsjlczgzt4AP/v3f4w033gB3cRlPfOPbGLeSSOqmALpN35V+WyNjJpnEs+UFrLgtjNgGLrlgJy7dt1cGtHY+j9HLrsZ5F18GW0IB1cCGA396IN/x2Tvx/bvvxnjRwfrsUexiMFSxhLJvYzU0kd91EYa274Xb8bA8M43G2hm4c8exM6fBchI4Vm3h0htuQaUBnDx1Ehfv3Yl9e7YhYzJ0ri2WcGIJEtkExmxwWUeYO4MA3/7cZzD17FOYGCpiZGRA5jyNehvnZ4bgP3YcqZWaIiw4JnJ2FrPtNr547CC+W1lCvZBDpdqEljCQzaaQsjQMlgo4fmoas8sVvPd978P1116Jdrt1FmO1H2SNwfl4r4z/3ABWY2k+kElbsrbRt7dea+Lub92FhbkFVLnWZQehmWmszEwhFXi4ZN9FKIyNY25+Bna7hit2b0N9dVFCcYmTsL5ftXK4c//jEub29lvfgEKGYeJq+HVuvakYaZqEllcqVXRaLjrNBmZmptFaqiCVSgqpiQq9ZCaDPReej3yegYi06eMAQHnB0wpg6dQMpp45iORADs5ADnY6LcDq6eOncNvX73+h2/d/6N//KbB6zuntMVbHRjYYqn0J5vGGGE+jeoxV2fmjySMly1INq6qRzQgrBzbeBVPDkK0jbySQTlAixGaXfqMszlXKMBmbrBXotUpWAItYAnkKWNWl4UglFbBK4NU0dKy7Gpa7IZbdADU/Ic2RR3YBm0PVTkMPDRg+gdYQLq0GKLdjqqHvYszWsNn2MWh44rNT7XSFju8wKCtOVzQUQzSqj6QQZ2J212PSKQXlZKyqMBzCIpTNpk0LTdfHbKOLxYZimqbzaZiOhWmCYrLGk5nE0IE2isUC9m0ZxDDDJ5jY6iSRSafhdz0slpfRaLfQafk4ubSGk0urNP7EkGNKwrSTAIYzJoYy9D3zRJrX6FK6RjmE9kMZqwRWKXsnUMJzUO8aqHZaCHXlV/uSq4ew73INupnE0MiksAYI9lGuyXPhuR1UVsryWLLY3BatACyY3TbWV5cxNDKBeqMO323DMEZx13dW8eCzVZSbXaSzDi7ctQk7hrJI6Uxt7Eg4GTmm7XZDwpsOLzXx0KFFzLc8nFdIYozAUtBGKqVhIJkSNhC9SWOP1aEU5YiBeKwyYTVtaWLdOL1Kw2kDGcNHUrp4oh08dyaWXR0H6iFWQrKHeNEqhgCvYSUvj7y7Ik8mlVFPYDZEJiRbj97BQN4IkTMCOBqZrgRaeVv0AatRs08gk+wSEWRbFnzDRqXewVGPDA/FYmZZy+tJfH8FVCM7itcx08UNpG0bh6cXXvACTWB19q8+AD3Q4XF44WnwWQ8HAVL5Eh5qzeHBQ49h08QkjhFIraxLuM7x6WXMLc+LgXG2mEej0RY5hJFMY+7MItwWpVMEZ3i/q9AuFiT9QE4PMOFnEam0uvcpAadnYq8A61WHETOEgFvkuScQigD7njyH8hcjgB0x06QgIdCqniQGVvvwoZ7U72xFuAJO+9mr/QdXgbkbnTDXnlJGx76RtNhvdNZ8WE4KtSDEnnRSLCnIgnv1WAmTgyV0TQ1JkaLb0M0EglYNHllOBA71NDyxfaCjMykovA51MbMnaqTZClAUSRsvW9thcouAjmTrUGZPYEMqVLclbMgEmcAK01OBXvI/VWRLOrqaGohfqB92kfBCJNo+KK9HpyEN+lKnhelOG0eaLaxXugi7mmKs2opxzfRTrh0cwFihJ0MF8VaVAQOErZqxUtip58XHS+wAKBGleoAFr+QP0TaGHqv0jQ2QIIDqmAgZ7pF0kDAtkdXzOEiUooppV/9160jUGkC5CpQrQL2JBKWSXkd9NvEzjgpj0uQ9FwlO4oU5rqQG0lDzd5IFeS3xqzVTwpKVMDtJhvfQ7LZQc1syKKNXX9gNoXNt9VowyT6mPYCThpMtIJliII9i6JIVIsdcLkRd+cGSGdempK2G1XYNjS79iQ0Uk2nkyHjVyEJLQrNs4P0ffsH3uGKsqujD/oKzn8EVf1+sAORu2gBQN5qz2NDj7LcQwak9P8OzfhrJ7uOGgD+LC/EYMOD7iP1KhRHhK2uUmMkSs6D4ew7tHyKZLa9V/otDwIKdkEAVqlfImlRhgvxPrds99qwAWOqzWbQMMNkgqtcnsKrWJNqu+GjbVAnQ2qSNM7MrWFotox0xj/h88edQNgIMHOT+p4Bi/pzPffGOMezaMYlQZ2CPp6wk2rQ3CXHhhedjcPMomkFHvp8xVePH4AgVXkUrAC6ElA6rNZ/eiARWn3zqYRw/cRDtZluGlK1OE236mra7so5cdskevPiKC1Ao0CLFRrvTlM+5eXITBktDeLxyGssL83jptguQsVMiwaPHc7vewvFTp/H4448LqFgo5lEsFFAs5DEwVJIQRYI5/KzLS6s4euQMjhybwshoERdduE0GqnweHmHur7QqofpgrryOuXINe3ddiDPHp7E8dUQUJLR3KpZy2L59KyY3b1KW0hxSOXkYDBvTAmEO+Z6F7MReOT9eN0A6nRW/1L/6wF/jyDMHkM1l5biPjo8J65RBVQ5BwYh5KitdVKzxT3qu8vcJosaMqvh3YuZd7D3MP6niiIPL4nuld/8keL0aYgMgPquhCruiLJ5WAP2Dg3K5jN/7b7+P9/6X35SaMLITVky/n8Bj9TN3fC6S2rJpZciYYld1vRbWyitottZ7jFX5nM8BVhXAJ96zBIhTBTgpKiEc6EijOfMEcq33I5eYQ63mIpdOoau78HQXua6JVv48nHRvhecOykozkK3hRcXPwjtxEGsND9mBIrpcO2Vg05X1njWyTRCRIYBGKOe+1S5hf/h2dBJD8vN00sK3zRP42oEnoC000A08GB0PQdIQX+H1pRXxoqbn6FWlvfiNG97KsbYA2774rG6sRgJeRxs614VuGKLeaOJrX/wqFhcW8Ud/9ueotZQcXwGrqkF/PjZkv5z6rJ9H4KpI2nlOI2A3/p1es09yR88zWN3f8jNp4jnwi+sL5SUv+5aAtCQwqPAXye+k9Qg0jA6m8eLzJoWAQL91SmVZqc5WWmIFUKm3kUkaeOnFm7G6sAwnlcJqtYOHHz0MzSIrnnVGpwd4qjVXqRZkzeZ+LENXxSTmWkuw6zOf/iTe8pY3olpZk0HM1i2bBZwlmCaBrWcXWmptFHnw2YB3zIQTG4MfwVjtfz71941e89zHiS919HX2+2C9uOFtzPU0Blb5CH7CVHaQxkxYW1LAaqPrSjW2/777URo2MbFjH6p6HoXVaXSqaxgdLEo40lSlgdNNGy/ddx52n38RMn2M1Z8EWP3wf303js2cwZcefAQrDR/pwMC2iWG85k03YmScVn1nA/jKh7yfXa3Op9p/4/vg7FEOa51sYRCFPG0dUmJnwpBFMjPJ/ifgms3lhbxgOAwt1IWQYUXg6nplHcdPnkZlvSrEoJdcfRWGRwajwFFZdXoFuKy97RbKK6vCFKTEv+028KEPfgjPPP0stmzfKcHObuBhaGgUI4OD+MoXv4hvfuOruO7l1+Gtb3uH1DO00WBgMm8dx6HXdgqFfBHVWh1f/tKdeOmVlyPnB/jGx29DutaW0CjeH41OCyZVEex7TANPL8+ibgDbChns3TGBfMbC1slJ6MkUMDSJnRe8CLsuuAhWOiefwaA3bLuLL975Ddz97buQMrqonDmEnSMFjBcHRG3RTRWQ3rYXbmZIQphmzixgKGdjT9bAeFAmVQrfeepZhIUd2Hfl9Xj6yBEMZBz8zBUXYriQBLq05iAZive6spyK81ZkD+JxDwN85dO3Y/HUEUwODwgJi9fZmYMnMbDUxCbXwLZcEb7bQiPswEww8DeNFV3HZ44cwMMkPDkpVOskdrThGMDVV1yOtXoT37nvEYyMj+E33/MO7NixHR23I88de632g6vx3+NQK7EHiCyRlNGeOvXpNIF6R0IWmdPx9a98HadPnkKQtHH51S/DejPEt7+7H43yEi7ZMY692zZh28QEcmaIgUxapPke8x/oc9/xUdUtfO6e+1DrBHjHz9+CTCpO+XouuMosEl4X9967H1NTs0glk1J702osVygIviIeurTvoTp3dBTn79yMTeNjsg7y/Q8ODsiwee7AUTz81W9jZM9WjJ23HQZ9eo+ewOFnDuIL+58+u0D+//m/fgqsnnMBxMDq+GAJoUV4UKU4S/shWInw7FQ6b8R0kUkkKf4qokNtzopsJj2w7XeQN3Tk7ISwCQtcLGiMTMmUZJgYylovYhmRjcd21KLnqkiedQE5292uhKuwgU3ZpkwpXM1EM9Ax1wbKXUo2FQwmDNmIYaY2F+WoqQJ3KUNWBRCnb2zW9dBFSfOwi8xVgwPJdbTCAA5TsNnw8fPrmsheiV8Ii9bz0fY8aYpYtPF5uQDI8dFCpBheZRmotzycKHcx11KFlJMy4Ro6Gk0Phu8hm3bQTUAk7WPDOeweHxefWLJjt26eQDFfwNICQa1lCePiQrlabeCpU1NYWGtJ8uJYwsNEzsIwsQj6ULExCEPUXA+driceqvSaYaPF49dxPSkyCa4Ii4efjcCFH6DuGlhrt4TZlnNC3PS6EsYnNdjJAThkNaSzAlxSlqtrvgJWV6tS9fHcKQBVgx10UF1ewtjkdlQrDQE7Qs/AkcM6Pnf3NBbbIV68ZwznDeUxUCghadAbkdeSjTB0UV9fQ63t40wjxP7D0zi40sa2rIXNjiG2DdmkjmKafm9tlFsh1r0QJUfHSMqQ/JvlegcZR1kgtIIEpstNAS8YhpWUC1gVg3XPwsEmMNcx4NP/VsAbFSohxVkMFAgAoVLEYwBQvADpByt2AQSVAmHvUaKaM0IMmhB2a4K+mgR0eK1pCQlQCwgmcoBgW6h0Q0xXu5jVHMVUlYR7ls+8mnUpWHmvmH4Lm/MmXrRjQgy9//tn9r/gJZzA6vLf/B3sjoFKtwEGMK83XbRcFwbR7ayFw8sLOLC4gOOzSzgzvwjmUNB/jTe+biUk6Xp9vYMwYDp1GitLq6itNeSY0d9TcoDi+lcC5JhOEiiGJhPvyfwlMKjRJiGSI9M42GMQFdeZuCCLvBpZZIgvLgt3Nho8HiqoiU2tSOV6rFgV8KUQ1Y1Cc6PROfuQPT+jdcMHUgCVDUhSWRVErzWWt3Ht5hFkzQRmKmVMpjLCiKGn8o2X7f7/2HvPKDnO80z0qeqq7qrOYaYnz2AwgxwIkhCDKIqkZFJUTpYsWZZk+9pn13vts+Gu7d29e8/6x7W9lpPk7JUtU6KsLFkSlUiKhABmACQBkshxcu6cqqu7657n/apnBpB87iHv/aWjOWcIgJjBdFd99X3v+7xPQGm5gNFgEDdOjiIbpddZiIZqiihaq8Lr1JWfZCCGdkd5CpI94RJs4XvVTRhsxu2QeEcKM4/7MJl2lJqHWDQSoKSHKdFxLlJXhVURzBGfazZtDMJQLUmA64sNJ18Er6nItmmv0RTWKsHJTq2GtlMX8CbfbOAyw6wqLbRahthChA3uz1zvIdkT2TIHXDI8WrK+6enGPYev3bSjGA71QDfi8MjI5SftYVqO/CouZ2To6MozTCivrPZsk1R6P7iK4Vdqr6bXrEaP2nYTWrOlgNXVPLxcgV26mtR7vBbq/neZxtLgt+vw6D1Yr0FrOIq1z+tLDygrA40gCUOLCAITrBD7GDKiOzLcomKAwQuNekUANzJ1xOO13RTWlhU00JdOIxKlbJaMOUn/k7ODZ6cm/q1saj3U6WNbLWC1WYPLYY9lIGNGEPNCsOkDRsYqQ7teA7DKM6W79K8HU7sgYBcsEjBAzkXli67AZvWMKNuNLijsPzddn9R16ZUKd1Smq6oRWDf/lxpAgYu8hgJdyLPtvzwfTODzrIKgOAgkM5oghNp4BSjlEEq2ZUkClLdmIqRsAEIBhEP0QzVg04pC7HAY7KaL6oDnoJzK4nuui2yaAxnWFgZZpV4T1U4UFdpIEBgMBtHydMzOLePqzCLKZa4pFSjJ5rHL/OYZpxhkvG6+NVIggP1bRzAxPoCgRRBEQ7PdQd1pSJjl0PZxtEMBkPNcgoutoSSGwnFUXP47Q/ACMVFSiMUROCCuYXVtGZcvX8H5c2ckTIOKQQAAIABJREFUkZbrkHZASsmgznCGCt2wbxu2TQ4jGg6iN5uBZZsolwpS45AZWtNbwvTpT2akDqr67ErecyalP/vMUZRLVSQSMaRScaRTCV9mmRS1DwFJeq1evjKDM2fOYHhoAMPD/XJdxWOWoBnp7L70e26liEo7hJtvuQuFtSJ+9P0vy3majoSRiVvo6e9B7+gYErGwWIkwYIMs2HY1j+bsPLxqE/Gb74WRnhTmHVm+rtPCg//wRXzvu98UEJWNPr1OeR/og9ddf1ypXUaTAoso/TeF1cp1pp5jR74mbARVIJ2wsoJi28NBMP9OrlO1KmqT7vMiXvgEikRpEoJl22KnIWdfmzJjV2ouW4JVdQk++dRffQof+tD7RWElsyxeMz+4h+FFr+Xji1/9urwvM2TBMm2lGPGoxHFQLKyhXivJsyd7v5yZyh9UkR83Avz4fmwJr4oiaPO8CSMQsNBYfAV28S+RDJxBo96WZ4x2P2QlmnodgVgvFjs/j7nSPiEqbolexc7El5A7s4yOERArAIe2KbTDEFCA4GBASBNic8Hhm5gLGjhZfyOmvJtkD9LCKTwUuIynTz0Hb7EmwytRRlkBRIIWapWK7CEEJqNN4Hff+qsYSozJXunPyteZS+sMe3+f4SplsMxjP/ghzrxyBp/41J+j0mAd4+97Sg+xDvRdu3d2wQKfQbqO4ak/r/9R2KabQS+fcNJV74ivJZ/u7n3YAH8FKFT47CapjQ+G+cxVAq7MWujvSeDg7i2IhmixpvoaanQIntactgCwtCJLRBigVhVWb7Fcw4kTryhrGg6oRdXj+6r6IK6oD+X3LWGYS+AQLRrCYUxdvoJ/fvCz+MiH3idMLwHa6F3etRe61oLefzekIPBek/ARQKtBqw0OIYOoNmhbohi4UpNI/6ROHjmPfgJIe+2zsjEIl+8SMGrjY/37JbhGffD9cB/vMiplDO95iMbJWA2gsLKIdrMiewRrmCeOHEYsZWN8+244CMJeWUO9Oo9iG+hlxoMHnF4D3nDjAWzfc0DYbSury7K//H8BVh/6s/+CoydexiPPPo/pNe5HNkZ6+vHm++5G/3CPzKfJqGMfS6WGslDyQ6f8xbgeRibnkxqts0elJzctj+gFn+0flr2Rwb61el38qLk4ezJpZHqyiMUSEmjFfY4ha6zv5EmQEGFPAqGmZ6axspzDrp27sHffbj+kauM+SFhzu42p6WnkVleQTqcwODiAkBXGY4cexz999p/Q29OPnoEhrJXysEwLE1u2olIq4ZOf+nNsm5zAx3/5l9U5owGVSlnOwFg8DssOiwXd1ekrOH3qDG593a0Y6cvim//wj1h47gVsidPaQEOxWUPIsBA0LFS0Nl5enUdDdzE+2IMtA0mw4h4bGEA8mkAg0Y/E8BiyW7djbHInstk+IXpRTv7QQw/joW8/hEwyijPHn0BvWMeOLYPojcToUYhWqh/BiRtQCcZw7vxFRDod3JgNYcBbRtg28fDRswgP7cHOA7eh4qh8iFQ8iNH+JOJURbYaUi8JUEmTNJPSdMVGp7c6wzG//aXPYfHSWYwP9KGvN4N21cHUkRcRyzcwGe9BilY+UdqEadD5iNMuJxLH5WoFn3/lJI53PMzXa2g5dcRCBu68/XaMjo3j2z94BK+cOY87Xn8zPv7LH0EsHkFLMiyU+o17g5yFYhHAYKuWGiz7AeOsL1TNzT5D2brFIkEJhitWXVy5MoUXjx5DbmURE5OTGJrYjguzq3jh9AXMz85icrAXcbjYMdCL0WwC/amIBGKvreVlLUZTcVxdKeFrDx9GrtbAr3z8F5FKUBu3MbRRtihqqMr1/uILL+LI44dx68FbpY6ZmZ9DvlgSy8MAA2bdFhq1ktQPHDb392Rxxx13YM++nQjqHaTjYRkuLF6axrHvPSzD3637diM2kMXM/DxOn3gJX3jshddyhP/Ufs/PgNXrbm0XWN070i8Lz9WZrEvWDg2VO3IgCxPFn0xyDSvZkwGXcl4yy9TxpVgOrodMsIW0GUCYIJPhIUIAjuEW3ZGG799CoJIAiTQ8TBLVPQTl0FbSafp6kp0hgTmcuLQ6WKwqSXmVrX2A0oDNvoo/XiBtHK6qaWOxSQCIzVWwQ+aqiWGbflB1YcSSCUOA09QCwqgLBJUnKV+T02pLAU3GHY8zFeikvIx4iLHJDod01OsdzJaA1RbT7jV4QRNlelaWmwi5TQEhyJANhAzs3TaEnkgEgXYHUTuAeMRCMh7H0tKqSMVXCkUJg4kl4nhleh6np9dghYOItZvYmrYwEjMRaDUFqOZrKDmq0Kdcl1JTgjIGU3zdNkho4/tQScuaMmNvd1BoeqhIEJiBvmwH7//gIAKhFmKxITTdFpK9STjNBiLRsBSylFQVckV0XFful9OoiW+J3WmDRvAj49tQKjqoFNZg6gbm50x8/jtXsdS08YZdWUwmbMRjGVgEakTayYKcrIsc6i0Ni9UWnjp7CSfXWsgawGjEhOnUEbcCSEUZVOEg1/BQcj2xluiz6fmlYbnqCJhP76daR8d0viqMQZqI2xp9rSBA6mxNw5kqUGGwmKBMG4EZm6eFXbbSZo8iAdgpaZCEXX8yL35S9F3sCDO7J2wgobcR9lwBXtlSEF+RdSISQh2uGcJirYXL1TbK7QDa4q1K4J8nhCFm6AGuz4iHu/aO4cCWLFKhIH7xbx591ZszgdXCH/2+NE9siJh4vlp2cGp1HhcXZ1BotdAMBXF+ZhbnF9fgeB4yyRgyw1nkCgXxwSUomluroulo6Bnqx9rsPOoFTpEpRXSgSZCESuQWObXPSJD1ZnCvcGWKSsCJABWBEzJOPKcspEuVKq78PzkkoOxTAoi4p/DPvmyPU11lSUFglR9+Ae2D4BvP+waT4Xog9ceBVfVd4nu8Dh7J73zgUv0S0gMyADrQl8QHbt+Cl2au4tJcFTuyacwv0d8sBtsowm4FMJkdwORAFKO9w7B7LOUD66ggilarBs0wJYyL993lhNYkZ9uQVHkJJgmRuUcJtBpqqaR7U74PGoEFoX2te9J69Ox0WsKOlMZIHnxd5L9cqxw68fecgCtrEwJ+ZLk60OoOvGoZ7XpVEp+r7RamXBe5OgMETUQZ5kamNz0uEYSp00uVXsP0f/Nk/+awhxN8zTKhWxEMhegDFRe2KsFihqVR9kRQkuAqAXJpzvgMsVkI6vK9CBLokoh3AVYFImOIHQFSMuWcJgJkL+RyQKEs75kHS6etpJ0qJEtdFzkbGP7lVKFVqwCtGLh+2CAyBC3SA41BNbYNzbJp+ixggHgvCF2IzDnFNK1WK/JZr1XRapA56KLeqsI2NQz19iAbDiGgh+mWpwKAyLDia3FVOjYlqZWWgzxZsJ6LZqAjTXDKsBHzggh3dATJ6OX9/b2/fNXPeCzKYvNaadRPZmFt/NOb/VWvASR8j0BhgG5KkFZTUXUWCkxAb2mx8KGqpNvEKnuB7qcCVjf8ljlYUsCtz3RiA0gpucjKN3ix3B9EAC+2y2rw1XKVvQOLez4OVEtQvk1PLwYWBsl+pGezMOjVcCESsWSfYYFND/E2cR3wzDNQbzbQ1tri20aGfqFUxeWpBazlVKhRFywhU5FNN7enrqSc768LQI/392D3jjEkk0wRtmFFY3Dchjxn2ZEhzFVyqJPVafFZCiJrhKE1I7CsLYAZR1snQBZAIb+KM+dewpmzr2BxYVFYqQyL5ECbbFTuiV6HEvowhgZ7MDKUFl9X1gyJZAzpTEJUKLm1NQEJ+/r7ESbr0HXX5e28T9zLV1bW8OQTzwiwmkzEEIuHEY1Y0rj29w8gkUj639PCWi6Hy5cuiOSVQGX3fXel7wRPeF/nVwrQI/2Y2H0Tmo0WTj73FGYun0I8HECqNyVS/cHeFHqzadiJuDzqnVwOndUlGI2K3C+3fw/6brgfnsZBsYuIFccPvv0o/vqvPyU/t2sl0f3Z3TXfZYx2man8e9UcKu/AbngVQdNUNA47bMugn162kWh03W+Y15oBV12/xC5LR0ITWScYASQpeRdrD7KS1Qiu0XQRDloiPQzYFv7xgX/AW958t/Iz5ucmVmXXDvrVPuSf//LXEBIv3JQE0JA91mFhobVRKq4JOUA8q6Xm8NmRPrtynUUpPXcAVjSFYDSMoGXCDEbFhqS+chaRtb9DNHAcjuMJeM963tBsGEFHQOUK7sGZyv3QzCb2xp7HUPB7WDhTRiQRR8BiWCvVA3TT87MI/PA5etHzuZTE7oCOmfooXnLfhVbURgEWvum+gFOXzkNbdKBXm/AiQbQiIbGNahcrUotTv9ByG/jYjW/HXRO3ixoi4ulw/YDWzXsYr61irHZkoHDksR/h6DPH8Gd//ZdCjiDjursvcafp1iub78nGnsYbuOGx2h3gdffX65mEXQZo9+9lKOwDiT++R6veqfvfLsirXocCxqU2ob+nHcLoUJ8w6dh3Sf/V0dGgT7oMshTblOACByItAWa99cC27vMgtm2+9cBmZQFB+S7wyv2XvsuzU1N48IEH8Mu/9AHQBqPLCN78azd/o3sdhMnPc1TTcfToUTz51FMiK7/tloO49fZbRIVHogbPkI2hH8HYa4HV/3eQ9Vpg9Zqv3wSsispgM7BKdZjnIRJLy75bXF1Cq1lBy2kJA/+JJw4hnohgfHxcyBDtPL3clzHveBhOkvnv4VRex603HsDO3QeE3cZhGM8IvvfXGl713b/4HVy4PIvnXrmIZ146By9gYTA9iO27JrH/4D6EY0qlRNckr1WFGeA5qzxvu8zda9eiOgNlGMjBs2cgHM+gt39AgEl6RNN3e3p6CtVqDelUBrFEEvF4Cn0D/YjHkhISZ9n0LGWJTmVgC6VSCS+//DIOH34K1Uodv/tffhsjI8NSd3Z9KptNNZR+5ZVXUC4XZdA3ODiIVLIHM7NT+MQf/yFyhSpuv+MuUc/Rs5trhqzWBz//WTmzfvmjv+SzJ+nT7Q/FwmHBJXgOnbtwDrNz89i2bQcO7N+HuZdP4Quf+BMMGEEkIzEUGzVRxtkhG2ttB2dX5kVRMr5lAJNb+oSo0xOPIUwyQHQAB++5D514CoVqU9R7o6PDQl749re/hy9/+SvYumUMp194Fk5+AVsGMxhJJxGJRZD3TBTiI6hHe7GSy6E0P4t9fUHs7dXkzLuw3MTt938QiUw/KpUa5ldXZBA/MdiLhNZA0K3L4EQskziAYH3KsF+JCKBnbADf+/oXce6Fo9g2PIBMKoFAo4NLR06gs1xEv2kjzZDpdErUPqZ4zqvhi2uHcGh5Hg8tLWO+00EhV4DRaWPb+LhYetD27eXTp0Sp8+EPfwDvetf9qNaUl7zbJHVO7ZMSpC1h4sqbXKaEsj915D4TjOUHbZPIqL08u4JDTx3H7PyyWD7qJN94LsZ27QMiaUwtruL8uXPYvX0S4U4dK5fOYrQnhjsOUF1joF5tIJZMwdXbOHF+Gt//0TFRRPz8+9+N7RNDwmqlwkSJJFW9yXOednUvHD0uFj233XyrDABW83nphY6fuoBLV6YwOjSALYNZ5NdWMLu4jLnlMlI9abz3ve/E/l3jyKaiknlw8fQ5nHnqGawtrWDHDXsxvHM7SpUyXnjuGD7/6LFXe3z/VH/9z4DV625vF1i9fXQQ+WYTNbJJJQVYyU3Eb81PwNQDyg+rK1nRJZyHGe9q4kmfEHYfmU4VMWF9sijriC8d2STCfqNs1GSzT3RTzfApqyfQx68lICjglcipNQHIKpT7expyLaDQAppkbPnpxhsF0YZcRDVoP4G9xv/dYUPHTYuwaAtWp41EEMiYHtL0ctVa0Pk6AgGRhTBRmuCGAKtuS8BVDlnZSEi6pIAx/FkdSStWU/4O8o0Ayj6To6qHsEC7gqoDq+kIy6F/pBeOW8dwNoOY5kn6Z28qLgw1pvNSghdPZdCgVL9Uko1henVV2LD79x7Ak888j5hXw2gyKGxgXl8GWFQdvs62yHUlAdm/5k3XFaCaYAYnzl1glU1/rk3ZhAu3EcC+fQbe/t6sSCWNQI+AW/FMFPVmTaQinOCRlVErF+DUSoAE0LRhBiMIewbyKzMYm9jGnB5MX7mIeMRGoWDjga9P42IugLv2D2M0TrPyGNJkS4hfJlBvtVBpuKg3O8jXGjg7PY3D01VEW21sTZoINV3ELA/ZZAS1Wh1rDaDY7Aiw2m+bcDoQYDVp870RWCWjsAY7RGBVg+Ux2MrEimfgfLmN5QbBTVOYkuSLSgCZ39yrolEBAl32i9q8uwmqfilMmTYLWh4awtRSwEMINQwFNYzRk5VMFTLzKH9lKSkAXUtkWg1Pw5Wyh8V6B3laTBBIlCKanBYdNhrYnjHwpgMT2D7YK+zHD3zqO696gyaw+s3feDuKDUP8d/KU1rQYwNLCmYVVnJqZketl2gZgBQScoASvEwyiyiJjZAT5QhFTV+ZgBhOwxnrhzK+gubwi711cBSWAiphSN9COOCu990wB3Z1aU8BBAldq8qkGNJSD04NPJYFTLq4aGPrzsMhw6j7L0Cf5CFfYZ+RIGvD65JLb1LVMoH+Nsaqam2svo9rmNgGrZHCQje1H9NHIPGnRF9hApVrCjsEE7tvVg6n5HOYKDnqtGBpOB2awiUgwgJFUBiPRCPaMjSKaCksBrzmC6ghgQHsNUHpux+GZBloBA00JtjOU12+Ie6IK9hOwmkBUQA29VEGjyz5CRrA8bARJHeX/KAF4bGzIfiSSbkp5pIBV+tny57TJcnWg83sbNISuiwcsiyDHc7HgNFF0IBYrQRgIUzlvAnGd4JUimSqCIYFRTfmD8ucRLTEsDFi9gBEFyKyl/lOKsSYNmiUVlQBAgJNwAeLJWuWnoRiEzPyghQIHZ8KIpk7KgcewwXoDWjkPFFahlWs8DIRFrfpQtmr+3i80MXq5utCaNaBa5kRIsYNCQWhhG0j0CrCKsA2PoKpolIn2cELPB5fhIZ4w9JloS1ZbqVxEpczU7BoqjYoMbkZ6s9gSYnI72R08m9QBwVAGNMnM1VCj55feRj3goUm1B6XFBpAImojAQIhRWLoFjc/+b/3eq37GrwdWNze53TNSpJHrjN5r13v3ByqgdMNHdTOwKqFN/heuu0X60mbFYFJnsDxaPmOMvxcmQUftkaFQUNZ1V06mwqmUVL8LMCiyOtnaipUugIwwWQmstNB02nCdthB2hJzNJWMbiIUt0BIhbqlUbK5Rz/RgEpwhE9Fx0dQMlOsOmkED0XhUPANlcExwGAFMzSxhJV8TNgOHirweLOCFvdFRf74WhNbQG7Vxw/5tGOhLIBqLoG9wSOxkSqUient6cbWxhrVGBaFgEKtoIIUgthmTiES3wrBiKDfWcP78ebxy8oR4gdXInvQ9O4XJy1VN9gzVMi795kPYvm0MW0Z7YVma1EwEVRPJKGIRWxoggoMh20Imk1EBTNwnJKhNAYGULD5x5EmUSzWxAIgnyAIyYYcjyGaz0gTzg40KGZjz9Fds+UnAfiAUwUoJw6TXZaeDK9OriPWNY2zbPpGYLk7NYWXhKnKrswgE2ujNJJCN24j1JpVqqJBHrF5FytDEf9NFG3UjhoFb34nIyHa0ygXxQXzx+Rfx3//rf5M1w4Z6HbBinUdbo1BImjsuPwLRXeYP5crd54CvlSA87x2fZXntICNJeany3vDKEGzogj1dwEgxl8l6c0WJQWBVGOhVDmo6aDQdBLwAMskUVtbyyI6P4rOffwC37tuzLmL24/HkTHut4VVf//4PEE8kkYgnxc9vaX5Z2DesVwmsVitFH1gViEqtU3bn/ppdv24chIXjMOmzSh/TUBgB00IzdwWh5b9DVH8WblMNj1U4FL2o6XEYgG6O4kz9N1CGi9ePPIx4/hjmpmoCnHeEPKFqIvph0+pDLB/knFfAKllNXC4VN4LD+Q/ghYUQUvst/Ev5GGbOL0FbdRTTXV5XCM2UDayWlMTZNqA1HdyQ2Y7/7cDbEAnGEDFsuH40/PXPJvcMBs4y6PaZJ57CY488jj/9q7+AZwTQZh3bvS6+H+X1m64cIevy683AqmLhC+u/64u66ZuF/dnNpfAZ++s9ic+U9k0A5Lt+0gBM1TIbw+GWbkmQEEE1+jjz/Jdyk/6R3dmy75mtPDiVPRI/uL92pb38M0M/NwOrXdsP5cuuAvT47DBYcX5mBg8+8E/4+Ec/KMzMLqAqA3DhI/sKo83DNJ32QWE89cTT+NrXvqyUJjp9yz18+MMfxs23vg4uMx82BQDyQeaq7X5sviY/+fr4tdp1jNX171fIz/r17QKrrKMUdxqIROkXbQiw2nZphcQ+xsThHz2GTDyMHVuGoLl1zE0vIhMC6kZYyB21ahNn6wb2H7wZO3fcIOBZF1jltX+twOqhv/w/JET4xfPT+PqjTyBX7qAn1Y90NoUPf+wXhYHM/cW2dcSjLjSvCr2jfEdlAOnXrzIMYkkutnvK29xxWigWahjeMoktExOy35WKBfHVXJyfR7FUQiyRQjTOMyyGdKoHiWQasVhMQHFhuPq+2xxOPfvss3jooe+iWq3jE5/4hHh7KzsVtZ8S5Kf39YkTJwScHRsbk0Efcwl+8N1v4cEvPChBnePbduGmWw4qhmm+hP5sVlLkL144j7vuvFPCAhttV4BV7u0yEOt0xI5lZnkOx59/EcMjo9izcwe2pDN45ItfwpVnnkVPKIQGaz8BVkMSHr3cLKM32YO+vhT6+5KIhE2x32Of7BpZ3PGWt2Fsz37JSSUwTOZoKBzG9773CB78whexc8d2rC1OY+HKeazOX8WuoT5MjA1DsxM4Ol3CVENHkurTUAA3jCaR1Suo1qqoBdN4y/s/jkgoAqdSxsxKDvlKGf0JGxM9FtK0EGqzD2LmS1uYwhwSs/egLVwiHMYzh3+IH377GxjrU7aBRkfHsUeOIT81h75IElEC4AENUZIRCCJ0PDToI05bvOEBPLayjBJMrK3kUKvQ8zaA4YF+9KYTQnQ5NzUrlj3/5t/8Cm4+eDOaTl282JttqneYv6rY0bqmPMjLhTIqpbLUiiRV2OGgnBcEVsuNBr7+jYdw+uxlRCNRJJgVU69gaWUNZiKF0T03IpTI4OVXXkEo4GH35DBStoahWBjN3AqipomoHZWTcrGaQ8kBzk1xjVawf/c23HHLAVkX3SFq97zme6pXGnjx2AvS01MxRAWP03KR6slguVDDoSNP49Yb9+Pjv/BulPKrePK5o3j4yZNYLFRw6y034n3v+jmMDvVKT7I0t4xjjz+J+fl59A8NYu+NB2Tw/MjDD+Nrh46/6hr9p/kbfgasXnd3u8DqGwZ7UKWRdwdoEAARancbEY0BTkHoZJ35AU4yuWcYRYATKvW1BACF0dkCspoL2wdA2DiFfFkgWZVsdkLEFCj71zwBEsVbVaacZKyy8OLkW0O92cLZhoFqs4NShzYAQXREUkPwoOsl2HUSVA3dZp831QBtOvhF+kh6u+iUBBDg9Nb0XMT1DvpMIEOGbceV16kShQM+Y1VZFzR5eLBvFtq5YqyqEAGCmQEB8gh4lB0PFaYhBk1UNAtTLV3SpOOei6ih4a6fe5NM7lqNKgZTScSjYfEwdOp1aQBW1nJIpDKIRmLCFl0rF3DuylVs3TKJraOT+OZ3H0WgkRerBSnBJIiqhVqzI7J/ssj4euhNR9yCYRaUKHKXZNO2GVgttzQUG020Wibu+bkUDt6mIWQmUKzoGBjZgkKpjjrDODQD1VIFqVQMoSA9Emto1nPQxPTZRlQLYnVxBqNbt8I0wrh07rSEU7mtGL700BKOvFLBPbfswHDSRDQax0CUEjST2AiWCxVcmF1AhQVXW7GYnrqwikjbxa7+BNqVCkzPQU8ijFqtgZwDFBwVhtZHYLXtYaXW9IFVQwD5a4BVvQ1Xs3Ch5uFKg2mRyp+L9ashUi3FmNrsD6oK1A1ZV7cYVY02v1dZBAhgIShTUIpFo13EVjuArSETIT+JmTIrt62M4Aneh0MG2pqG2aqJmaqLZbcNR+TD/HdD6GgBAVZfNxzDTeO9iDHNMBTGf/7SqzfNJrD63f/4XlxdoxzShdMsYb7WQd2NwWHCMIPHIibKnbowQupkDzEsQmMxH0AsnhKG08LcEnQ9jNjNO1GfmkF1alrYhyIx15iOrJiS695uDAiIR6UIKqwWVGNKcJCAth82w/2h2WjAYwIzWcBcrwQVGHrDIYb4fakmYx18ZWNERpkwYDazTK8dpmxsdRtDl3/tcNvssyrgkrI9JLam9hW3jZgZQn8ijI7nYK3Wwev7wzjYH8bF1RpmSjVEzTAsDmgCJm7eMog9o1mkIj0CBsiAihJH8RwNwrOC8EyL1T10NvXc82iTILI/T8I6TCaCMsiHTZy/36gC2qcDMXyqSfSTwxoCrMoHlEMxsloVwzUAL8xmQg29hD3Da8lCqVUVsJHyejElZghUs4VWx0Wx3UC1paMmORYaoiatXYLi70bmns4LxM6TzFJ2e5qpgtvoO2iEMBDKCFuVlgUETNUwjv4vTfGEpe1AoF5XwKocNuJPAi1ooBPWJPhLZ5gUwVICpARVydorluGVVoHCGjRKDNtcSwQkld+gaki7Talvk9CswatXxQuSB44WDimmajKtgFUrhA5B1QAdkumFR4YsMVleJ+UF7jYcYdoUKhWsFfJYLZdRqJXFomYwncFggL7LYUTMkLgaELymYQIZZW1DQ8My4ITocUy5utp3dEND2KBvLdmqQei6Ld6B2kf+/auuweIx+5pGcr0Z9UNWuk1sl22oQJfrnx11flLR4Hek1zT+XUBRpb8q9YeyotjgWUmT1/1+31pAWXkwi4Y+soYA1XyuGXhIkJBXSgIc5CxVumm+DgKwfC2UPfIc43UVMKOtiQcnwSWyteoOB54tAW7oBce9Mh6JSNJwOKIjQIsjrYM6wyi8AGaXVjCyewLJZELCkdiwSbhZWekdAAAgAElEQVSVbmBmfgW5Yh0OBwvliuxB3aHL5gZf3r/PsI0aAezfN4mR4R7YVhCDw8MI2aYA8WwsFpwSZpslFHUX+XYd2XYQN0duQCI5Ka/lxZeexvlzZ1EtFaTRF0m6r+qRgR+9ja2QL+WnT2obw8M9OLBvG0xTBXgNDvUj25cW/1mb8sRWSyxzuLcTEKHVAJn/ArB4ngCrhx4/glKRrzGMRDKCaIT+oSFppskwIijL57ZULoucs16vCYApZ5xhqH2NygFdl7rgwuUF9G3Zi627Dohv3/L0DC3hUSqsYW32PEI6WSgxqf+sRhmpdgtDqSjiCVuAY/F/bXdgbr0B2970C9DcFgJmFDNTV/G7//l3sLy8IoAo70NXWUJZMRt2AuGFQkH+fj14aj3MUK1nvmaCILppoFQsCsCZjCfkfXBvWl5dRYuNrUWWM8EIR76PXq2FYlmsEXhjCDLwunYDTflasule0uBwZWYGEwf24m/+/u+wd9t2vy7ggFtHiGuM7eKm5+PVPOiPHzsudggEKuo1B8vzS/DcjgRIlos5lEt5AVYlY7r7Myjf9Vnj3QaUw0srEoERTsgzGLRsCbByCwsILv4vhHFEMR/bBM0JsFJN00ZQLLojWMLHcLm5DSPJJ7G19n1ZQ/FMwvf8VOw5SrTFH94f5HfZ5wK2ahpqbhx/c2QSp9cSmHzfNjyUfwHlM8tw81WlXGCOQDKmchhoeeA0EeZe3HBgZXvx6zfcj8nMOAKhyDqX9MeAVT+8iiDJ8WeP4lvf+LYAq0Gy3pSEyJ+wboCm3VpDbWsbtV/XZ6U7cBeAkvvnNZ4AG0BedxC/YU2zwdpfvzc/4ear/c+HVDdwVeW/vm4/QABbSYVVKGW3x1EBqtKfsUciA1WUIbRbUTZYaujQZbgqu5aNfVeBqvxgfRUOhbA8v4DP/tM/4GMf+aDsC/y3ZDTj/0wGIW5m6HafzUqzqYKIlpcw1pOSHm+RzLFgEB/9jd+SNSzDEN+iQgHVfl29yQ5gA9j+iRdLqRM2AagbX6WG/eo+Kcaqut//OrDqNNuS0fDE4UNIRUzsHR9As7iKSr6EvrCFSotkIRYGAVxtBTF8w35s33VQ9pSV1aX1fee1AqvP/dlvoRUI4cpqGf9y+CiOnrqEsJ0WC7f73vYO3HbHm7G0XESpvIKeLLM+6wjQA42Vz6YhgACrvixb8t0CBnK5Eh577AmEomnc97a3Y+eOHQiFDBTyecxOT2EttyZWAMlkGib3dQQE4EumMoizhg+FYATIXFWp8adOncKJEy9hZGQUb33rW2EykJnhzhycex05S6q1Gg4fPiL76dDgEPL5PA7/4Ps4+cIxUT+WXQ+9IxPYs2c3Uj29KkjUH40vLy7J7WMIYSIVW/fJZi8RMNXZM7U4i8NPHkG2txfbt4xh/8RWtEpFvPjoo9AKebkoVCCw5uiYuljyxC0VoMneX55f2j55wGozALunB/2jWyT0bdvkDkzu3CbS8R8+egh/9bd/ix07dyC3PIdWrYjLZ09hWzaJ7aMDiMYyuJwDirE+6D0ZYVqWZi5iKG4gFLFQ7Ji4920/j5gYTJcwtVJEw6Oat4PhaAejiaAEQvO8oc1ZF8zm7wN0v7YszF46j6888BnYegeTwwNSnz75+PNYujKHVCS5rkAjG9XhkLijwW3UYMUs3PzWt+CRc+cwvZxDvdFElYG1VN8FgHQsInVQSzNw6dJl7NwxiXvv/TmxByJ7WA+onpEjFJf2dTPzOPnSKSwsLKHJPdkOSS8wMJDF7t07MTQ8hMcPP4Mf/uBh6Rnece89uGH3NjSqRZw4N4tHnz4OJ5TAyI49yBXzGOxL4/633InJ8QGU5udw7NAhFBeX4FQbogKJbunHO9/3C8j2j+LYsWNYXZhB3OYQM6M87yXomKQcRWoqFyp47onn0GDtRTs1Q0epVEC2vxeRRC+OP38CtqHhrXffjnjUwuWpaXz32TN46cIV9A/04UMfeAcOHtgpI55SsYrZK/N+CHUbqWQaiWRS/N3//f/1+6/m6P6p/9qfAavX3eIusHrXQAoNPYh8q4O6hG12MJxMYE9fD5JhS7zzqG1rtzxUGzUpTAQMJPNK05CvlrGUK+AKw3XILCAQIGQkDTblfgI+EVjVxBdNWKBkrEr6t6b8VdmX82uYlulp4gP5RDWItqbDEaCWbYcnMlSl1FSMQpYhIg32izYW6VJkdcXC/mRUTfKUH6wE8PKQNZkqqsBVbnQjoQD6Ah3Q+ZIbs6XTm00xGF1S4cUiQcmMusCqKBW9NkISVkNPLQ3VRgdlsiHouaqHBVhNeE2ktDZSQQ033HQA4aiN+akrGBkaFFNlTonrtQayfX2Ynp2RTb2vr08YfQuri7g4PYOJ8e0IIogXnn9epOZhQ+p5SWMlwEdWDpMM+ZrpNUpgmMUtp7EEhskwI1hDAJubDguThhPAmuug4pq4+74hvP71QUStGBbXWrDjA/j+w8exttYSli+nz8mUjZFBJiEPIm630KytCus4aRjILy8jO9gP207g6sUL0D0HQSuDHz5dwxcfmcfO8X7ELSAciWIkHsHg4AhKrSYuTy8g2tsvIOvU5csiUb40t4rtA724ads4Zi5dxNLsPHqTETmAck2Vhqo8Vk0B9lfrLSRtlSAtjNVcHWFLMVaZmLzqBnGm3MKaR2CZqcwq8IhldbdR2wysdh+VLqDQLSq6ko1uUnC3tJMNvt3EcFjH1lgAsVaT0ApaasHAJcWAjFWN/oohNNwOLhZaWKx5Enrkkcktz40hDNxY0MM9uwYwlgojkUjDMG389oMPv+pNmsDqo3/0IZw8vYbFfAUjqTiqnomlig4zFIMWsVBpVFGulVBp17BaziGTSCAUiqBcJNCtvHY4nc7nSojdtA+N5RWUpmZUMI/Qxig9aQswRsk2m7VMtldsGfK5vBSnfmUrzEYyf8h+F2m/AISuasjE0lk1DXxWBeQUybuSr8uf2dQyDIOgq/iBqcZCrASuk0P7rc417I+fdAGvs/aS4QgbICopJYDCbcHwgGjIQkhrotek/URHrCcmYjaq1TLmaLjeMRHVk9jbH8XOrIlMNINMOIpEOIJEjPcwjBqvTywIO5mAYaWUZJ+eVGZA2KsEqnWy+AwFNPvQrgIOxZ+UjBLfV5XNP1mnbBwIejTJKFeMVQliIi0yTIBS+WdKQA6/l5LRdh0dTvVdQKOXXrMjjbqwkHUyV3WUHcDxWohQAhs0YZm+r7ZoMzVZs8L0pFexDKsUY3UwlKaZsAqt4nuiOJQBPfy5Tg2tBoHVimoM5TqzC1df22bSHNlRDJXins414lTRqVcRWF1FhwBCuaBsDzQLHd2SsA8mvZMx6hvKCUvS8xx03DrQpjS7DY2DL14P20YrFoVOf1WCNVyTsn54LpEhyw3fk2vSIdhcb6DabCFXq4s9y2KpJFIzOxREOhpDuOkgbNhIhWwkrIAEFJHrS8uZtqmjE7HQsgigk0nJFHRaQRDM47rlZaLMLyiSPf3dv/qqn/GfBKxKU6pGEqr58s/H7n7WTbPePFASYNVnn25mY3X91eU2iZ3EBgArLMhNwRri7eb/uSunjdCbMmiK5I/+tPw95YgETIW9KutSyc1Eti/1AMFVDjZZExhi0aPY2z7A2qEUlgCrh3qtLftTo05ZmrJT4V5KhlEkaiORjiLRk0JLJ4m4g9233IjlVTJFLyjgkV0GPOTyFSws5kUmXm+4WMsXpb5RwIQCEboATve6hTxg+7ZhjI/3iR1Qb28W8XRMQA2GOJBBMt0s4nhpTp7TSTOBLcYWLC238cyx5zG3eEHI1fTpbjU9RKIRZNJpMASJzFNJZubglH5nLlmVdYwMZXHwJnrb1UUpwHCogYFe9PakESJ72uRa4pDVkUFtiEE/7bY0I3w+Ll6exg8ffgylUhUWgWj6ikUt2JGwNHaU/ZO5SnCVfrHFQg6NRk0AZ9YjyvNaWUSxjJubmcPCcgW7bnojssNbUSwVsTy1gIZbE5C5xWC8K+egl5YxHg9hMBkRQDXEQZrXEp9ZKp64rznhDHa97VcQSg8gGAyjtLaG3/5Pv41Tp04LiMH10tPTIxLc2dlZeX9skgmuUg4o1hSU+4qdA4f/DNBS6eW8BnyPbMxdnjkCTikVD0FV3vfu17HO6ILIErjqy4n591IvBE1hZxJIz6azuHLxkgRrhnvTuOmuNyI7slXWFm2cyGbt7+1FbyqFN+4ce9XPN7/h6VdO+wMNXUI9VheX0HJ4LyDMnHJxTVRLwqwmaUAe/uukGb4VQJAWGVZSABOyVuk53S7nEFx4AIb7A2gaAfugNNZk7VuUyzJwtegC0YN4rv7rOHuhgvds+XP0R6ZhhPzgPtbVAqySTt5CSHw2VRgdBxe8XqxjjpzUcPSiBmvkzVg5uAXfv/oUqi/NoEP1ViIqct9QPIJGy4XV1jByPo/MYh2LMQ0zezJ4x/Zb8fbJOxAw6V+u3uNmJrncIz63dOBxmnj5hZP44ue/hD/+i08ilkoJG2u9rvP7hM3Dps2gapeBr/7fBlmDP0O8Wq8LFZL/f31B4fsQaixwNpFf1UvfGGRtAKs+qurfP51gOaXYavIuz54MX1Qj4wOq3X1YqQO6+7tKG1clEOstnvldQHUzsKqcqdXezVqLjNXc0iI+8w+fxkd/8QOSxu5HQG5c600rubvn89lYKxbwxX/8NO6a3IrxiA297aLSbuHY+Qt43Qc/ip7erJI++2nyMprbBJJefw2vv57dP+v/CrDKQVpXlcS9QQYFYvml+iTxWKUVAAyU1paFsUryCEMAnzjyOCJBDQd2jKOyugCz6UruRr5cEzJQLJrAomciPr4dk3tvk33o/w9g9ck/+k2xg6oGgnjsxBl8/ZFDMIw4Gk4bVjSB933gY4inBpAv5LBzZz86rRUEnLw62/3lsm7vw3qMljmSWxJEtc4Qpu/g+EvnkUinsXViK3bv3o1sXxbVSg2RiI3B/rSE4gVDtvSe9FeNxuPIZDiws2DbkfUzkKxFXkv2p0qCrcB6/sqPaNSWUL//+Qe/j2PPPSdnzOzMDIxmAffd/Uake3rx3SPPwYuk8LrX3Yae/j6MTE7I2ua+y8+F+UVZZzu3jAmwyn+fAy8OxrgWT50+hW9951vYuW0cN+/cjq19vZifvoKZc2dgMwDP93CXh8EIoNFmDU/ZvYZmS5dPxhLQh3i2UJCcEYJ57WYLExOT+PDHP4Z3vus9OPbs8/hPv/M7uOfee7A8Py2KmOLyMkK1AnZOsHePIteMQBvchRUOQe0YhpNJzF08DcdzMLxtB7ZP7EZ/IoGw2cbTJ06h0mijJ2ljOK5j+0Ac1XJJrh3rICoiQha9v1UtZOgBtOs1fOdrX8HUmVewb2IcHGg8+aOjuHLqMnoTWXmO6LUtQZKiMTPQdh2k+tO4851vw+GXT+Hpky8hGI2gUK1BN4OwgpZkeoTDtGgzBTAUqyDDQLa/B3t278Ibbr8R9ToHIIaElj3w2S9gYWlVVEC0LLP90EyqGSa2bsHE5DY88eRRrM5cxjvvvh2/9qH3IB7yhBRRQgp/99mv4LtPv4gtew7g1/7dr+OeO29DrZnHE08+hgB/fq2B1YUlzM/NI55MoWpruO/+d+LN99wv5IaZK+fxox9+H15L2UHIHKgbCsigwlIVx54+hkq5iL5MCmHLkmFzPB4TJvL8wiJom7Z3chSuU8OlqSm8MFfAyXNXkEgm8O6334u777xVyCJ2OIm9e1+HeDqFSoHWh9wfbESSSSQzfa/pDP9p/aafAavX3dkusHrHQArtgIESZdmeK8l1t+6cxNZkRHwi2bhyoyJrjg8emQLdwpXNUqnZRLHRwKmLlzC3UkZIwBH6NOmIoyMsBUl/95s7NUVUkks2DWSrCoNVSE9kIQVQaTTxVN6QoCfKpGXmyKJCeno1iSegKQ2OSLkVsKKsGjcke8JSZUFHNi5TL9n4cdLPokjknyqBW+s0kTF1DISAHr2JiE5LgOuBVU8xyuSl+AnnvkyQLFAyESmHrrhAhe9PB4oIYbYdQEzvIOU1EQUnPRZuu+P1yK8sCUAdj8ZBuf7aak5k2PlCARZDH1JJCbFZLRYwu7qCsfFtOP3yeawuziMZ1BEW6q4qXOm7VGky9KvlM1IVyMjGlLJGgsIEonn/ukFhBGnqjo7FloucZ2HH3lF85EM7UF5awuOHz6FYBy5fyaHm8N/nZhMUUDxkdDA2FMYbDo5gdMCEqdWQsTRUcmuIJOOIRXowffkqnHoe0UQGJ8/p+My3pmU6lk1nZEKZDLQRCdnyb84vrCDWm8VapYzlxUVhqBKUHskksGN4EOfPnsX8zAIyiagcsvmmhnzDXbcCqPvAairMQl5Dta1htlCXgJiUoaMGHZdqHuaaXE+cHAC6APvXslU3A6vrAIRftHeLUDIv1dpT7EDFlmN57CKtu9gds5E22pKyTnaIJjaQlDqxCW3JtSerL1dr40rJFY9bBhgxFIhKaq6rRqeDgUwEb9o9CrPdgOMyRTmEP//hy696byawmvvBn+LoiSk8d+Yy5taKaDYD6Jgaak5TEufpPcS1Um45WCsWsXXLqHScudUanDrfS0MKVSbsxke3QY9wSr8Cr1yHWykL4G7HIzCtIGquI6Bq0o5gbWEJy9OzUsASJBTGGdle9L0L2wJOkjHZaThiDSKp8V1/Nn8PUXJE31GVX8+CiYEiBGQoPboOWN18gdQ9vJax+mM9z6ZGaL0583uoLttHWHrcd0Tl3cTOdBRJ08RivYYeO4RhrY5qoI3Zio7VUgsZW8euvhRiDFpxgETERjaVRk+iD6meHgyNDyPZmwb0sGJ/kEDIyZJslASu/DAiPzhPFmy3+SBLmHJAAqr09eKvblvYq52mq+wCBKCndynZovT+VF6fnlNHx6mKP6ok1ouPLT27CCYSJFd9H4Ovmh0d5U5HgncolI3qGizNVSws7jsEe3gvOFwjC4AAtACGFgatlKgLxNeaXroerSdUiAmB1Q5B1UbVf27Upk1wlYxmBbLyjSuAhMVip1FBp15GgKBqjZYFjqyJjmmJjYLeJquKjFwGIinfMQmvIku104AGBzB8YNUOMl4WraiFAKXFFtmqvGYUqtIrmNeB7FqPHiVAo4E2k1XrbazV28hV61gol1B0m+KLGiaA3WgiqNFqI4hk2ESYEjOdYIODYCSEQFwxkwMBekrTNkCxeGU4I364QbF6EHnlmz/8qp/x64FV6atliKiGkAKEkv3ss/ClefYTXTf/XRdYXW/Q/MGGDDR8gE9YSxJMtcEwoj3MRvO74eHHf49SMQ75iB4ScCGTlCEhIv4knuqDWQQCFJjLOoEFvrLhIfhKgNXygzrEz12kzr7Hq/j5kfEI1JwWqpUGihUVvMSigaw3NifxdBypTBzbdm5DYrAH03PzwlIMUnpnGxLO2HQ7mJ9dQy5fkJCg1XwR5XLN91a9FjDhexPmJnQMDqUwsXVQGMzJRBLJnrgwYYOWhZgdRk1r40RpHtVyEQlHQzqUxalTK3j2+HHoAZ4JFq2EBbwj+2d8YqswMJeWlpQdAQcgTOHm4+M42DY5irve8DoEyIJdywswnEhEMDTYJ0wTNqCGydAl1l5BeZ1dxiJrgZdePosfHToirF9KtaMxendGEDADAgbyM5VKYmhoEFbYEnsCMlbZfBHA7N5rnn2NuotL56+irYex++Y3wowkUamWMX95Hu1ODUawg/6eOMzCEoJLFzCaDCNI71fWdexsKYGkv6pOU2NeYwPx/Xcjsv8NIoPU6h7++3/7bzh+/Ph6E08mE9/n/PycADICjpsqrIqffJ2UDnYbfgW2Ksae+PUFTcSiMfk6fh9rCmVtoCnPODKg/XUubDcqSAgukN0qSdWuMM959qQzGfT1D2L2yhQ6rIt1DQvLq2JTIh+sS0MmgvEo7FgU+XOvLfjimZd8YJUAf8tDbnEZTq0uGzZtAMgMJrDKT/GtFtCvm6C8saXwHDbtIAJWEnbQEgsgndLLShnm/OegN78t1g2aR5YaBxUdAUa4Tho5B8FEBN8p/wm+9P1hfHDyr/CxOx6D02QIKYdTQRWq4zbl2eU+R4UP6/MglW+ahkYzhAce6eD2vXUstG/FN/omcOz8MdSvLCHWk8JIVUdwoSTnyvntUeitDl53eAnZRQdnbszgxKSJffFB/PrB9yIZzMp5eT2oqgayPrDaaOLi2fP4X3/7afzBn/4xsoODAqyqD2Wzs/7hs/jX17f/F5vIo9eAqyL730Tc2LxxK8H5hk+q9CY+4aT7dZtrTKXK8Zm0vjfuxutqKmsZ/2wTr2mGw/q+1/5MeX3ww9dP+W53ENQ9D/hrS8D3a9mqmwdjsgd7HQElcisr+Myn/x4f/fAHkKC3cBfEWA/09K/iOmtWeXpSJvz0w9/HRDIEq1KA2WmjUK7Cs8IYfMt7EIvGBThScT2+H68P6l5zDa9jr15/MF4fXtX9e3pny931n2Fh6gqwqu5112OVwZ4EVjutGshYZb9w6NAjsIM6brxhH5qNOoJNV5REtEUJUX1BAkkHiGa3YGLHjdd4rPK9/95/+A+v+vzmNzz+938ga3G5WMazp8/imz84hHrFE2/basNBomcQO/fcgu079mL/DTtRK83CcKfWrQA232NuTtx2yCakN/fqaglHfvQUKhUHq7k8lpeXUak3JfR3x45J/PwH3o+R0T7ouoFoNIFILCHvyyJBopdDrChsiwpDMqeVvQABVbHMYQgu1VF+D85rbgRNrCwu4n/8n/8V3/zq19CXzWB0aAg3bE9jJJNFteHisRfP4MT0Mt705vtxYPcOYd7T7zrT0yNkoXPnzsmwdN/em+R6cq9m3c/rQRXBoYcfwec//xnccmAP7tq/BzuG+7A4P40TL59EtVyRvZn3mRZY9MiWWlRvoe3pqDP4uqUhV6xirVCSaxS0LSRicaRjCSwtLUs9/mv/7jcxtnUX/u3//m9x48EbkElEEDcDmLp4DkYxh+2Tg+jt7cVCQce8F0MtnhBv2q29/di/cxIRqjGsALKxNCxNhx0O4dDTR/HM0ecxPtKPHaMZjGZjcKolOZf4TKRSKfk6Wh5w4MBHgFL/l44+h2996Z8x3peRwNSTx07gwrOn0R/vF/DcbddgMmjYVdkUNGkMDySw64234vJqHifPXMLYxAQuTU/j6uychLUGDFvwlkKtJCzldDqDZrMhWQJcP+9/21twy+23YWFxFQ9+8ct47tgJRBMJ2OGo2EjwbIxF6D9OdWEb8UQCa7kC+mNB/Or73459E/2wlPwLHSOBk5fm8Ref/QoGdu7F5774OQz0JHDi3At45fRLOHPiJPriKQlEY6gag8mfOfEc9u87iPe97xeQiiagtV1Rwj77xBGx5JIajJUon2/2KgRml1aRz+XgOHWpLfp6eoVZW63XMTM7j+G+Ptx+8z7U6xUUq3V8/UdP4/z0nIClb7z9Fhw8sBdDW0Zwy+13IZbok2G8BHMJwxkyrDNUvPnPPvwr8DNg9bqlsO6x2p8UuUmFD6TuYTSbxMHRYURYJ/lBDZYVQSIaF/9DduBNtynei/lySSbLHdPE1dl5zC2UYImvKg3Qg0ixj9WZEE4gi2cHNwuVniuMQcr+GIiis0YKiHSBzSaBwCsNC0vVKgrtNpr03CMjif6CAmqR5UApFD3SFNOGYCm9QtiwiiBGpq9K/k9PP4egKhtZypbpTcBmVrw1Dfl7A00kDQ9DoQ4GQzx2mdirfp5YIXD6SYDAnzST2CSbX0eBmWTjEuQsO0yfp3xeR8EzMUeWZKuJARNIB3UUKlVs27kDYwO9YpweD9to1MgG6cgh4PD9thyECJ4GTRQrFeR4GoRiOPTEiwhqLQwnDPTaBgICPLGedVFpaag12agpbyuRUur0SFFsW/HcEY9V5WvLq1RtAvOuhlyoF5FMFu968xBOPPMULlwowaWXk8Z7ocGVBFzKCTuwDR3RYBu9cQ133t6LN9wyipReQbNeFAAwnR7A7NQc8qvzMiG9PGfhK4/MwPNSkhbKqVw/5atuC/3piIQ+MDSpycamVkNYNzC1uoDBVBwj2T6cOXVWAr16E2FhIBRcBaymyDCOmKg328g12mIFINLEFjBbaEgqY9zUMd/QcbneElsGsW4ge42FrhhVqZRrHtry2WUFiu6LD4wKZuPBzGsowGoXVCUU44/Gg5qL0XAA2yhx7dTg6i7IiTE8+sgyYMyX3jLR2IXIyRdaBOEJ1lMq6CFKwp+idmMgG8Xde7cgHGCiKht1A7/5wGsLr6o8+lXU2nWUWg7mF8pYulzBE2dP4+Xlsxjo7xFwYbVUlCaKrzKciBJ5hlOnf1sdK0srMgxgEWUGe2GPD4p3TUhTk1UJ1aC/sFND1VEgLBu/6tKKTBf5fAm2J9I0shwNGGQK8lmndx8T2xl6IfYclLPxGesyNH3WqCRUtqAbukjJ2LC1fdP0Hyu4NzNBNnmVdb9uAxjwmT3XfY1Ftjdlywz2apK9zkLVgNnRYZu0CmnjDWNj2DsSx4WlJUwtrWGrHUa7XUMwYCAZjUlPe2GpDF0LYygdw8RgBju3bsfI6E7EU2nQb0A1S5pI9hEKiv8nC3fuc8Ig2RT8w3W7zlZl88z9xSVjtaXScR2yi8jq5eBAAZ0EPDteSJiqBGA7NKavlaERKA9Y0MgKpeVB25W9koMvRaE0Za1XGbzG4Le2C6vZQiSo1AeUmwpcHQoIYEhwnuAgv88zghgMJdWlFvCQwCq/S4fO10n7AgFXC4rd5Fuz0EpAcAB/eKZQ9g48slwbFbSbdWi0L+D3EHS1w4D8XANei0xThq2QzasAcCmEOg7g1VmWQzNaQNCDR68+rr2YrX4NKmYsZWEiq+S1IthHX5uaA9QbaNcaqDXa4u2cdxws1R3xJOfQTmdKb5M+yi1EQjriYT2/nLgAACAASURBVLIzGfQXhm43EE9HEYkzWMiW9FvDJMOWYIAckuKFy2EBwWQ+ffod73nVBRvZf92QJ/EhlgaajWtbzluyTAly8FeRi/rsPLHvEHkzvXcVQEG1g9KZKuCoy8xUjan/0oSlusHeJKAkH91QMl+aSKkxQdSAr+iIRcLyeugXKIxiP5iqK39V7HMlbxdglYVzF1ylMM4HhwWv8H0kJXCF4Zdd5rQ8Ci003CbW8k3xNm87bZHSE4RiMnk4o5rGWDolljABO4hkb1wsc8qFGubml1CnLQ0CyOVLMvQUtpPvsy3ADeV0ZORBRzpO39MRJKIWEvEY4qmYyEqjsSiSkahczJnyGubXVtGu1ZGJ9WB5xcOTTz+P1dwiTD2IAINI4KHh1CVFmc8jG1cFNlOmy2tsiGxwZDiL+++7E+FwAGvLSwJeZ3qSiMUiiMfiSCZTkiws55rvjsHTnnUAPcpfOPEynnnqmBp2wJPhZjqVEG83nt9s7hh8xUFoMhmXe8FEcILVxUJRmLBcO2zKKsUaLpy/Cjvej9GdN0ILRcWXdWnuCtpNF2azhJizgrGwKw1XwCLgS3sVetTrqLdoT8NBiUQii3rBSY8jeuvbELFsdKou/ugP/xDnzp5dZ5+SQbV16zjGRoYwONAn/391ZVXAaDbgDGOhlVSlUkXDaQg7tSsHJnjN/9dstXDLLbfilz7yETz4uQdx/PnjKgFbvOIUw5X3jUA3xwhUUtnBkABWbqctdQCfNUpT3/LWt6HluDh86LCyK9DIoq6gXmYKutpbOZDv7rWv+gEHsA6sSpq6htzSMpyqWtO1WgmF3KokThNYlZveZaxeZyjO2pjAqhGiFUBI/G0D4Qg8AhdzX0G4/S+ou3VcygUwmvKQCrI2pxeyDr2iwbMb+OzCJ/HgYxO4oXMEn/y1f0ZAW0Pb1WGaPANbcr7QQsxxKTtlXW+JqonKtyMva5gtRvGh2/J45lILfxO7Fy9cPAWv4qIvnsAthxYRX6ohNxrDsdf3omi0sffoGrZddXD6zhG8nGmgt2ni1295H7b17/AtY3wuqZyX6veGFhD/dwJm05em8Fef+iT+x+//3xjbOomGo5h1qrrbIGF07VHUne/+/Wav1a5Y2f9/AgZeF7okdZ6yLlKXXilu/OWk5O8bf7z+J3Vf0TWBWVQDsY9hjya+y8orRF6jMFK7g2D5PddaR7y9hU0r2zLzMDoCQGwwV7vKgo3Xr1R9BNVpPU4LpzV8+u//Fh/5hfcimUptvA3fwqer+JJ9mz0IWXaiFdRw5ewrWDh9AoXZC+hLJVAvVTE0tg2Db3671G8cTJCZvB4A7A8B5Z50fQ9kLt7VXGzcMf/GXWMFsPmZosd1l6zN/bM7vNsAVpXHKoP3SrkVtN0aWs0OwmETjz/2MIIhHQduPIBWu4Ogp6EhmxNgsQYFbd48RBP92LJlNyLhMNbWloWBy73j9/7jawNWP/M3n0RPOoEzp89iZnEZz7/4EqYvz0tpInZLhoWe7Bbcedf9CIejGOqPwNKmhOXfDclTxmSeUlzRAEr3ELJsXLxwFc89exxRy5Y9lb1IvlwR1cbE9h248667YcdoBWOLtyp7UKotuOdZYVs8LclmtWxLQNau9Lq7/hjw2O3lVdCjgVqljC987p/w8EPfQkjzJNQoadWQosJAC+LEzCou5GqIRdMINSpIBFrYu3s3du3ahWgyiUtT0zhz/iJG9xzElq3jaomLo5WG+blZfOMLX8bUlfMY603htl3bsHtsCP39GTljl/NFSa8vlMtYWF2TQasMEUO2POJOG6i2XJQFQAwgEYpgbGQE9775XgHiTrx4Es+++DySA8MY330DvvqNryIat/H6W28WifvzTz2FlNbC/t3jGBwcwPPnl/HiQgWxbTuQTaQlEPYd974J97zpDkQjIVSKazj+1DGs5ApYLVSwsprD/j3bMdQbQzoRFLIDgVWeKQQ3GRgmwKpPICN7fHFmCp/+sz9DWGtj97YJEB1eePkK3IUKLATE758RBTFmq9hhrDarmGqsYdfdr4eeyuDixVns3L5TwigvXL6KktPCSrmOy7MLyDUqElrG/pf9J3kNJNOkgybe+e53Y61Ywuf++SugpR0HzgGPKmNF9iAblMutVK5KL111atg91o933Pk6zF0+g+0TY2Kd89LJl9C/dQ++feR5nJlfxt898Pd4y31vwPzKjPhpP3noMM68fAr33H0PDMvCD374CLLZDN70pvswPDQG12H/EUQqHseThx7FKydfUh7jokDm/sh6X4Vrnz51SsB1UYcxiI+9gk7MqoOhgUFGiaBcLSPTP4DzS4uYnl9GIGgjEYlIyNbo2Bje894PYt+BW2HF42pPlligNjwS0647U1/Lef7T9D0/A1avu5tdYPXugZQk6WmWhTWninjEwA2jIwjRH4/J7/Q5Yjo02SdBmmdHUSxWsFKpo1ivwRI2qoaZ2QUUyk2E2AxzOeoeUlzTLZf9vxQLIqlja95SB7o0cwRWCQYKw5LNuCaJhY1WAKvtAKZrbeQpNZBJgWQSCzgqzDV5slz02CYGI1EM9SaEKVJqsLEqolBTFH+WIZRV0E6Q03UWugxRYHPLJol8Ie7eZDImA8BA3MKoXlHBWv5J3mwRXGXdqg57/l5qJjJByVilPEzzUKbXqdNGSw9iSbOwABNms4GhQAsRHZgu1OHZEezaOoKdg1H0xW1UcgW0O2TW9AuYky+uwbIDSMUjqFTrOH5xFi9cXUG+Y6Cn3cSWuIGRuA5Lo9RFHfwE6epOE0GxAvAbU7mWTPgm0EvGHZtVgtnKv67qtrHkhrAYnkArnEK8vYD62hUBQvhJhmG5UhdguQsk85yPkCFi6MgkPHzwnTtwyyQ9T9bgOR4GRsawkstj+twlkYvMrRp4+mkeKgaSsRD6khFYEvSiwbYNZS0RT0kBSMC+UMjhlbl5pMIx9Pf04dTpM3CbFfSETQGf846OcqOJWNBAT4wyBhclx0PCUiA7GcNzhSZCkRB03cPLRQOMrmnrAdmACYa2wIAFAybvuTCZlQcqfXgSIb5Ogja6BFosr+RRcjpoMNyNALUUz0qOpdwd24h6bWT0toC9CdqEaeRdq4q6KVM7Wf0CqpCaTXbVpTItDDpwxUeQrGYPGZqf7x5HvVnFzbsm0J+0QclTtdbArz1w+FXvx2SsXv7qn+DKWl7sEc5fXcDFKzMS7BAmy2l0GFcX5yQVO2RFUK/W5QDp35IVVuj01UUszuVhh8JotpowzF6kb96G3MUrMDoBBDIpWGYMTnEFbr0o79mt19GoqDRfAVS7TYrCp31ZMlmVSgrOgp8FPcFU+Wpeq03SW4I+TM7kveMOYJhMzgz4jCRuLH5YxzVXZ3Nr9OOXrWsfsC5bXlfkeQh0WohHorJP1RoN9XONICwy9zskPHrij3RwNIObxkfRrDXw2PlLSHRa2JrNwDJMpIfGEBwZRtLIIsF9rlGU1PBwKgvdTkhDLoFe4i9qiP+Y8iXlAIkMCwV6CUBKP18CfmRhsoBnU0VGigRXsZlRbBfpq0RKHRJ/UwnD4vokna/RILUJKBeBRlWGPhpBUfl5BDUNlUpPVgLZZF4HNQJwZMc2HJg1B1aoLZYtZB7qTO7WO9DIGLLj0GyC8Sa8QBCDFtktSo7l+zuo5068ZhXb1q2tIEDlAJ8n3w6ApDW5+Wym2APSmoCs6g6ZuJ6EWgkQSvmSHYZGn1qyeIImNKYkV+rwyH5uuAjQT4PAKsiMJQDRBEwXsHVoFoFVS4DVDl+jgIrKxkWuOwFgerjW+ekKuMPApDLtAJptrLaA1bqLKs8Temk3Gmg1qwgHNSQiUURCKWieDS3aRLovLEnesUACkaCNjhkBaF+guwzqhcbJl3iV+w347e941c94MhmF23EUoOCZEs7SZgsoBB3uLQZCARXWIOCRxz2HjXZHWJJdMGmzzH2z6kPuCpt13y9VnmmfESWNvQCNykeXwRjKiIfgqA6LNUDMRCysQCkqKggSCJjq+7OKTYV/xqpQNEKI3H6VdcL/w957RslxnmeiT3V1rM7d0zM9eQYzyAAzBSUGiRKpZGVZwd61Lfs6rLMl696VrfWR19dhLcmSV/buWfn6yuHYEr22ZEu2GUQxR5AAQeQ0wGAwsXOq7qrqqrrneb9uAOTK9xzq5x4NDw5AYKZD9Vff977P+wQ+toQLyhBUMZGG6gIqNYaydAL4HJlZbh+mZWGlZomHNhnT9MwK+2RYdoWhzdcWTxnoeRoSuTRuue06mL262AkwtG/l0gbMnode30er0xEQXYL3fIK4vJZkSavXwYZm7/ZZFLJk00RhMBjIiIinKNmU3KtqjRbK5YZYDISCBDCyePrgCZw8fVz5KdNfd8CqHAYzXIvAyFAK/GwdAVRvvGkn4vEARlIGClQI5DMysJQk5zCT3NVAT3zsg9whgoqt07Nw+IVDeOzhZ8RHOBQm8zYgEleezVQdpLIpYQXRUZE/Xyjkkc7npfayehYs2gKQqaQHsbx0GUdOrWBy4TpML+4VdUy9UYe5dAgxu4W8b2LUADLpGIK03uAy9305szmsdT1NvHI5uGJoaLvXhT8yi8lb3wYYBVw4fRp//MXPw7Yska7S64yfw+TUFIpjOcRiIcSjhtw/BDcIRhNYZWM9ZJ/2Gd7pOGJFAcdDx+6h1mqJ3+Av/vwv4Euf/xIee+QhxGJhhGT9qvOH4DwHuZSvNxpNYRDztQ+Du7gY2RT+6I/8KOZm53Dy+Am0Wm0V8NFsSII2vW4J9tLmiTYKK6sXXvX9zR948sVjV4YcZIjXtsrCDCR47lg9VMobcBxl78K6Vs5SGWgNvwbqGspVw2Rpx6SBpe0M7RQEcL78EIr+n+Glio0/uTiOtxTr+MhUW5h6PGWDri5b6h+88Kt44MRe6P0ufvyW5/GB2/4Rhl2HpjO120KUWQpeFFa/K7Yy8WBG9sa1+hg+903gY3dexmvnYli+5OJLdQPfWo/Cz6QQ7/Wx7XwHO0+3sbYnh8O3FWFVmpg4VsIbj7RxajaEI/uTCPaAN83ehA/d9k6EkVYDBDk3CIErry8SGaxgAH0tidXlDXz+j/5vfPITv47919+CNtlM31Oyf5WVfi2b9Krk/+pHd5WhPwT+VPN9pZ4YDOPlcYa1xSC+bICDXgFvh8Do0Lv0lQtkGEY2fPzha79WIj/8s/w+VPQNQrS4n7DGkkwApfhXvP9BKOvV51ehozw2IpSQN1v4b1/+Y3zw/W+TYQsH5KJWGHga8qEEZPAgzC4WZ8E+eyEdF8+dweazB5F2baQzBjTbwYbZwbF+FHmG8IyPSjBqPJmSs16CEq+pweQaDAJkZZj7vaRG136GQ09c+cGBaQGHxgNfUPVwiqHseEA8npGhXatekeFt36a/cgiPP/Ywut0Wbrhuj/QOIamlVGgza6bhaDmcGMH47D7xcqxxYCap7ho++4nvD1j9+K/9NnbuGMWlc+cwmhnBxtoy/vWf70On0xafzVQiA9cNYGJmEQduuxM7dm5Dt3Ecnt1S9niDQAAvwEE7T09+TirQ76XDR3D48EtIxQyxeGBd1u52ZQ8oTIxjanYec4v0lmSDqAsjUTwlORCOUPGggoZ5tkQirF3UkFOs5mgtF2SfRUWesucRO4jyFv7ki5/HP3/j74Tckk0YyCbCGC1koUcMnNtqY2mjjkarhVDfxK17tuE1u3ZicbwouQzr9Tqef+k4HD2J6flZjM9Oc4YO3zKxuXIRlUoNhXxOzoz1y8vIpZKYmijK+bp06bIwL7kbNMw+NqotXN6swDVt8b0PRsOoOx3EkzEszszg+p0LGB8bRSaVlb2RRKbnXzyCC+tbcIK0+uqgMDGG8elJAfNe5LoOmHjN3l0YyRXw5OlLOLTZRD+VxVgyj4xhIBMP4dOf+CUkozr+8s+/gu88+ID0rqlEFsloAouLc7j5wHVY3DkLv6uUIDy/CoURGdhKcPKAkUn7A8vp4Z+/9jW88MijmJ6dxNxYARktivKpC/A3ahgLRZGNxhDzLXT9AKq+g029hz1vuR1VX8PzR17CWD6PkXRGBqzBZAYXynV8/dv/io22J9YPMoSXz5PetDqCjoPJqVmxdjv0wkHkM3FMjeUxkkgiGYlJP1OcmMBmrYmnDh/BWrkinqwH9m3HnTfsQqu8ij27d8t9c/CZx5Ean8eTxy7ggecO4T0fex8++3ufhhHnegzj5PGTuO9fHsDtt9+Bza0tPP3sk/jYj34E2+YX0aw3hdCXSSeEIHD+1Ak89tBj8LuO4DYkttkeA9DaWF66gM2NDanlqTJhjSLnv+dKmCgH6qvrG6g2mgiQzCJKIDW8jkVjcOweEjEDo4VxfOCHP4Z3vOfdCEXoW091NLGnoUXb93WM/2/5Qz8AVl/xsQ6B1R+aH8F1O3cgnx9BuV3H2voKdk9PIBCKoNrqoN7sIRKLy9Sp32shl4mjT+85PYr1UkkBS/E4ms0ukqk0nGYd5y+vgSbmE9kIdAKbxJbYSIkkmFKVAYNVEoAZPDFIwuYhxjAD10VbGiENNRvYcD1UOTH0VGiC5zsq7Mp3sG0si1u3z2PvVBHjiZDQ+ukp2uo6Mm2hT1jb1XF65TKOX7iMrXYPbjAqvqlMOySYS+ZLX+SkOkKeBcO38fqMj2goKDJtnsk9h0yFwdEqfaRiw7JRZXNiiJ+gD5MAp83mNYQtN4B1jxJXDUXNRj4SxEbTxnrLRjgSxDtu3Y69s+NwTVOA31giI01rx2yJP0gyHkWl1cbTp5dweKWKdjCKbLeHnaNh8fPkoSpJygF6Inoi76bcfAis0quRwRDcWFRjzGkTmxjFBmpZDkpeAlVjBlWCwfWLiIdFvy6HKifKBPX4u2V7iESUHx0ZCExWdDoWbt5bwMc/sIBUaBO9Zg/F2Vl0uj0sHTuFYrGIckPDsSNdVKohjI/kkYrRsNuW0K10Mo3SVlnJTvJ5SR9eXb2MU1slJGL0e0vjyEvHEA30UIzHZOOmFUCr5yAV0QVYNbs2mj0fGUOxTluUdNYchGIhYfGd6nhwQ2F0XQLLYQX28dDybMwXDMwUs7C7JmLhGHYubMNccRQpJnj7fbTMHi6tV/HU0fM4tVGFCeXjqK6lJzIngqgGpfx9GwZ8ZKNAJqrAa2GHyRoXQYEKTKNPKNOZ2xpWayY64kqgIab5AqS+5+43oFddR9qIYXZyUpiFa6UqfvGvv/OqN2YCq62T38DRpRU8/vQRNOuKgTo9WURP07FaqWB5bVVCHQhntJpdGRwUp/Oy5k8dX0KzaiFA0MxzEIglseOj96B++gJKz5xAMBaX0B0mPwYjBNfp9Wkpuw6RASqJ85XCdvAOBEgaJJALk2LoIirF/kA2NyiW2XQLC0MYEcofORo1pFHtM7CDMuMrUuGrjeT3ulgvl9+90g9tyLxjuimBtsGYXBEnBOwxdFpwhJAIhhHxbUxmohgxAji9VkU+HMDu6REx7y/OLiKdKqDf9dBuryIW0rAwvQMTc9ugs4iJJIhQyj3ApGJ6kvJzFp9SYWoogHH4Jew+SoIJknLvdCzxC1KG0YMfkWvKxyCAQTYqUSh2Pa4wL9FqMU0G6Jkq4IAM2VBEPJbIkhW/VHl+D32yrvw+en0L/XYbfquNcFix1YO+IwMothm831zK6yMR6AQ4onFMRMhuGYDdgyZPmP68Zzj1dWy4rZKoBPjyCAAK0CtTZ75PH+jRuoAev/TuDYi3LowoEI0B8ZgAq0MfV4SjEmoMshKZ1t3uQOt0oVk9wBPeLaDb8MMutBiB4DD8RFiY0x49tAOqKRZmL7s7Dv0oF+31ofV8+D0fXs8TFlzT8VF1gK2ejaplo+P0YXXbsLodsY5JJxJIxZJiE4A4kC8YGEnmkAnlEGdYViQBX48hQISexr28BwgsDy1Fbnnbq77HRzNpWHLGEk4lC4jwYkDctuR9cZhGdrHg3FR1UOGhGKqKfX/Vg/WVT35FJip5V740kGr4MQD7B+xN/hy9VBNGXBipDLKwOh1MjuYwmk/B71vKK00oOAPrADWVVE85EAjwTBLW08CGgGfz0AdbqVNeDqwqNSxbWuVHTCWM2bNg2jY2Wg7WOxZ6jo54IIyFsTwWZooot5q4eGFZgWCmg7mFKbzmjfvR92wZYhJwrjfaWNuoot600TItYT1yWMCGR3xI4wlphlincLC8a2EKxUIK8XhY/XsmiXg6oQKTAjrKlTq2Nqswu0qKns0t4tBL5/DEU48wZgchMH1dFfnXSnMVGKB44nyPfcdGNKJh+/YJhMIedi3swMTUpBDGo7xPuJZZEDgOemZHwAICrkFK/0JReFoILx49hUcffmYg86a1CgnzURkm0j8tk8tgbKwgNREH3pNT40hmU/IYTl952rt9W9gv3338WVSqHm688Q5k6a1XuQC3vYZoaxPJSAg5roloRBi0jFbi9WKjw8G6+GkPA0X53lwNFfr3FRew8Nq3o68bqKyt4ML5JfFYpTpibGISly6vYmNrC81aRfZEWgNMT01ianJCQGbWolqfAzEleebAlNdR7KsoQGA4FaWL2QzGRovYXN0Qn1JF2Fe1J++ZWqOGEydPCYmAbGae+QwUZbgXG9GLy8solyr4yEc+hj179wt4yiaRnxHZPXw+ArMEeLn2+esLf/QHr/r+5g8MgVUB86GjUa6i1Wio92VbCli1Tbi0ThnkDqgwv6vnoYQEMUiOll70OCawGg6KzFcCIdefRML+U3zltI/vYBcKoQp+KbeOW8ZokWAhonlYPWfgPz37KSy3sgiFEwjZNn7itu/iXXu+JTV5nOuX4TBUgZGxTM9fHpx+GP9yeB/ms0s4sNhBDzGsr/hYQhu/dWYM7fQoOmuXkXWCuO1QG7XpFJ6/awKpjQ7G1jrYfbYJrxjHuQUDbiiIHcFRvP2mNyDM5OrBMI4heGTwCRDKX6k8gqO7sFLq4b987vfw0z/9s3jD6++E2TXVlvMKf9RrwbthnaCGP9dexysn8hXfoiuPI3ut+m6l6VBDIvHuHpKIBzuegKTX1EXqyL86IH4ZkDjYF4ae1VdewTWvf/ga5Hd5c2pIKHYwQ+m/gJccBsmzXbk/BE8bDrkH9wtTte1uD1/4w/+Cu996m9TxQiYYqGh4Fsh91WcgLnsCZgrY6JU3cOlSGU8cPQ6rsonZcATZYFDOviWrjUfObAjjll7QU9NTeNe73yl2GgQu+LqHcvMrALEMlK7WQcPP7XudU8O/4/BLHSgqbGvIWOVjc1mwHDISGRVuUysLsYLp6HyNTz32CM6eOI5CJq2Uf8kYQtGQsLvZo5DRH6EaYWQSM3sOiCS+Ui2r8FbNx+/8yie+r/v7J3/uVzAzl4DZbGMsPy/g4t9/816cOnZCGIKTxSkE9QgcP4i77nknduxaQLt+CgGvixDHHhxWcjCnEWyKyIBFwosDATzz9DM4c/IMUkZCfI/JjuQ5t7hzB4pTU3Je3nTgjWLRZlrs9ViWBAWIGi2OyV7HARLPMf4Sq5lgSA07hajDAMiBXZcQAnxcWjqPT3/yV3HkmScxPzkGIxhENhMTgN5GAOsNByeXNyWoORGPYqKQwWTawP65KVy/eyfisTiWly/j1JkzYo83u20O8VgYUV0TQo84rbBvd100GzW1z4SC6HZsHDx4FEsXV+AGwmi7Pmo8v+EjGUlI30sVQW4kjUI2icmRHKanxkXtwOH/+PikgP1LFy+KZL5lOhK2nBkfw2q1IgSLjUurKMY8bJuaEDVnqR/EqZqJqqchY2TQrFbETvFTv/AzuO+bf4ev/fVXcdP+PZibHBe7GI4uSrWaALzv++D7sXtxTp6fNRMtblRIowstpIOaGGLmUcPAyrET+N3/89NIie1PERMjo5jPjMBeWUPn7AXkA0HMThZECXKxvAUzpWPn3XfgfLuDx54+iEJ2BCOZuAwZEYlLT/joc0fQCSSg+X3kEgbiRhSdlikkKt539FrP5TLoturYt3MbRlJRjncF0CaTmfkf/UAQzx89jkeeeg6NtoXbb74OH3r7m+D3WrL3UCVsdevQjTzuve9JfPPhJzG1exZ/9N8/h7nFGemNe50evv6392J2dh4XL13E4vYFvPa1t6LRbKFaqUtIWT6XkdqBVmCPfecJbK1sSghXr2uia7lYXV1Ho1bDvr37UN7awoljJ+T7qfKJpjKIGXG0TVOU1kJooZWR1CIMp+J7SUnLRBa62eFnMYo//PznMDs/NxhGqeDyH3y9/Ar8AFh9xYoYAqvvW8jj+h3bMTU2Ln6Ly2sXkEkYcpM3O9yUgtApbyRrrNtE0gija9M3IyabLkEpTuXb3T7GR0ZQq1Xw1Esn0PVcFFNRxCSYYmDgNzAsZ2E9nH7qBKiE+RFU3jCD6dem46NZJdNSl1Tlsuuj4+joEeShB6rmoZgI452vuxn7inkY/S6inLhE2LgqKWxfNjIWGS7W6P1zegnPnFrCWqOHQCihQm9ocCZzfsWqiqGPbEjD3lgfsZCa4PCLUngCq0pvSrBHycR5kHCSYjA6lRwpmypSWxi2JSeACrEQmkLrDkajOiw/iGUCal4A109ncGDvdqSYDuCp8CKaQtuWKRtgOKJjdbMMMxzH5S7w4DNHsD0MbC/EkNIsxAhssFggq5GqWYZXkTHAiZP4wDEgxIfNlFBhBVKaFRLglZPlNhmrXgr1yAhK9Ro0u4awrmRMPDg5KSLrgkwV7i70XGOTwQlpNBFCu8kQrT5++qM34I7rXTRKVUzMTAtz6MThIyiOFdHq+jhyqI61FTag25GIRbG2WQZ5zblsFq1mB72eJZM6bmyc0pba9PvsotpowzQ7mEgGMBk30OmaqDka2j0H6RgDgkIwTQstG8gYQWkcFLDaR4z+hnDR1KJoufRHZGol/WhY+OtIxjy8+cbtuOPm3chEQgLyhLSAHBp2qwlPvlQpbgAAIABJREFU5AMOOv0gDp3fwH3PvYQ1SwX1UOjPx455DhLwRTJEqXMy6Iv3azJMny8FWjj0PJLCVYGDNPvmta30dFRNBw0GsHDSHwRiehjvvftmGP0aHNvH3OxONHo2Tl5YxpcfO/Gq93QCq4ce+Qruv+9fkfcjuGXn9bjUbuKZkyextFFGs2vBox8aD51mF92WI+bp8TSLpiDOnLqAfo8Te12aFjLs5t97OwrZHE79y+NorFag+2LoJOETw2RZgd+HKfaDP/M9DxsAKdIIbA3YqiIsGTAUiK0NCzW+YQKrYtBOtiZlXh4lmmEp8BynB6dPH02mil5tIlVTo4Cj7/V17b+p16SaIGGNSfqrYtBy4kloh2AV/zoS1pGKBZEOhBFxPIzlQpjdlkc+PY0XV5Zw9vwlxBhWZvmYzYzh9Tftw+y2LBYXZjEaLiCMGDRK0iWsimCq2qeUfJ8dKA98XjvFjBb/Z4KnBLJ8+4qc3mdwlaTdunJtGH6kBWmvEAXIVh2EMXHoJRsE7992G16zDo2sPcG3KEOnHUpYGLMEWSlL5x5EL6EeGyXXgtVqwG42oLncX9UwJ+jRCkL5TLoBC47GQUYS4URaGKv0EZbQF95UkvqrGN6UhTN4KtCsCstUPE15JlBuR/aq60NzPGiU4vf68vdaIgYkYnCNJDQjhkAiDo/BQDwsCPLoYYRcDRrtEGh30GlBq7egtZsCsFAG5If4C7zBECCwGtOghTR4Opswhqc58Mmmlef34dt9aDYfU4dHYNXy0Se46gZQ7/vY5ECKygLbRqlTFz+wkB5CJkH5dwSG2DvoGM0nMJ4cQT6WRyKhAHU/xDUg3Sy4bIVExIaXNgi33POq7/F0KoCQRZuTANxcH6FcFLqWhG22YfdMCeEiPZZ7kTSAZHQFCHjwvB34RQm7nOeZSlC+FnRQTe5gMCpYsJKY8x4VpbkH8Z+MM5HeJrOZ+xvQrNZRyGfFm4yeV+LHRs/dgWfxtc8zBCQIrFJVwUeWPVPsIVTDrRgViiU6bPBp/UPmjKhjXV8YxFRXcF1kkzk8dGoZ55ZLmMhm8YY37sMdbz2ASs3BoYNHcOjZw1LQ79+/iMmZHCJGBJbDQQgBqwBabQtLFzexvlmXc58NO/dvhmfkszkJl+rZFsKaj92LM5ieJMvHwMjYiPiN0U6EvqVcGxubJZRLNbllU7lRzM7eiJNnlvEP//R1OFYbYS38MvjgZWw0jq7CYakxWFvNzhRx2203o+92YHV5b9HCoAQ4JjJhYCwTQzERRchnWFNYZP1U7PQRhKPH8NKaicOHT4rSRTlhcNgaQTxBxmZIwkempiakCU5nkhgrFBCPE5QNwA9EQHeUWrmEw88/i6Wz51FIprBvdgohq4WAW0cs7CIWiUvDzbRnbj92n3ZKrrDsh2ErDEOV0CqRIDOQ0sTFrRric7uw9w33CKPV0F2k4nk88uijePrZ50TOR0Yqm02eV2aboWWmLJKYWCLkUBjJ49Yb90lTyMceBrGJhQNlqr0edCpuYoawVJrVmgzpREg7OC+4xlhTlUollMtVYXAxmIxgOsFyfjHpulQqY3pmAfv3Xy+fregHCEhLHp8CIq6AUZ6Hn/+Fn37V9zd/gMDq8HHoo92q1tGs1ZW9gGOjWtmERcuUAbCqbDWupsYrcE8NccIhBaArYDUkQSb8cisHcf7i/4svrIbRymfh+1Hs7izh/xjdwnUpD+SAPfZsEf/9zG+iy5Ba3RCf7TAs/Mrtf4F3bj+GUseUeqivh0Cd2EgoAgc2zm9N4HwpgA+9dg19h4E3UVRbLSSSRXz1dAob/TFk3CayoQimG4CeNFCfSiJta8j0NcSsPqKpGHzdRxcu0ojAbproUI3Ac0XeGoe5KuSS1aqXGkd08Y242Azgc3/w+/johz+Mt9zzLrTb7e/5GVwbTnelkniF7PPl9cQAcKXX6gDkFCB24O05BAdl8Dl4nGE1ogBb9XVl2PsKj9fha5DB84AdL8D6gBk73D+vfYxXgsWi5hlYXPD7gmEV3DrMyODvfcdCn5JCn4QQS+S0fG1Wx8Tffe1reO3rbsLCwoLsr+LDPfBsVu6DOnTPR6+6hcbyCUS6NayWu/jO6bNgMua8EUeq7yERi+OCa+Lwpabs7fQap9z4jbe9Hnfd/SbZi8RjfHAe/f8Bq8PrMvws/pcaT1JtlMsC/zS0AZHrJR9GELF4WggEpgRhKkabEYng9LFjOHn0KPp2TwJzWF8OPyt+vzr7fMzuuh73fPgnEDUS2KpUYfd7otb6nU988vu6v5954n6srJ6BaTooVyzxB+VJ/OyTB0VhUMyPYnxsEp6vY2p2ATfctB+2tYqA30F4CKwSgJeh51DZwfO+j2eefg5L55ckfJXeuVRl1Bp1zM6TqbooQ5Z0YRzbFrcjVyjIXtzr9gQEzOSyyGZzAn4z6Ij759A6aKgU4xq4cpbzvtNcnDlyCJ/55K/B6zSwd/uCqCO1oCby/Fqzi9VyA4ePn5G6NZvJIBYKoNcqC1lmx9wM9u3ah8Vti3CckvK2FtsgV2zzqJhkn0slajBMW5OQXK9KrYoAIli6sIlHnnwerb4Ok7VOykA8lRTbpjSH2/0eJgtZxOCIB2ginRGVCQd0ZORy4ZDIQTLR6vq6+IgHjQSOnj2PYDiGXDKHvQuj2L5jJ144egrrHQdeqoDM5CyihvIC9cwWGhsr+MZf/T/YtzCFD77rHuyZnxJ/btPpY3Wrikeefh6pTB4f+ej7BExln0ulCPtgXlvanlFpxK6HZJwjDzyGL33mt0VpE6KNwGges5MT2D86htBaGcvPvYCg2cL42IxI1q10GIt334YXKyXc99DTUrPMTo3JWV5rd3Hq7GVc3KjhQr0DrdfGa2+4DttmZnDs+ClcXtuC5TnYtXsXRkey4kPM99HvNIRgQ3l/LpMXrIX9BhWkR4+fwsHDx/GGm/fjtltvQGNzHdVaVWzfiqMJhJNFfOOBZ/Gtx55GajKPT/32r+O6m/bKkDoVT+HB+x/CqVOnMTE1jre9/W0ol9dQqzZkyLB9xw4ZLNNbNaqHcPKlszjx4nGYjSbMbgt7dl8noHgqFceBW1+Dv7v3Xnz+c1+QMDL6BYcTGTS6DGluSwggsZFoSDGwSXYSuwDNl71Rne8aWk0Tv/bJT+CHP/KhweB/YMNybQLh93W3/+/1Qz8AVl/xeV4BVrfnMZrKYNe2BWn+KrWyeCwWcyqEwQWboRAsk0E1FgwjKgbQtWZHkH4eKGSIblXbSCYNnDpxEpudHpxwGDGH/ilBuAQGBoET4tLHRkVGYyq4h5uleKzy4GJR6/Vxtt6HaStfVuKOLJbabHgQQtdj3+pj18QI3nrDXszEg0gSnwjTZJusQqbBs8FTiXdup42272PN6uPoyia++9xL6FIyQTBBY2JgH2HfF4+SsQhQiGgwKPsLqudmQcP3yAaB5TNBEIfvaVDIEXyNMpRDDPoJrvbF9LzpAm2XzY+HtO4iTR/NYBRrTQfrPRf7doxj1/QYstGwNJLxZEYAOdNqoyMyWFdAt0iuiOLiftz/5EG0jh7EaMhD3LcFILWG0l0Cqz0VHEBgVXmpckLnw+qTsdofeNoq24VwUBcG1maggNWuL2Cu7nUQ1OhLElHyFrE5YLNA9qEiwfFw6PXCcEOUnKop4R03jeHTHy+isrmJselJmeweP3hEJQv3g3jpaAvnz/SRNjKy0TU7NrRoCPlMSppt+qG126T8M43WR6vr4vmjS7i82RQ7iflsEEUjJibUVZvesC4YVpWLK2C17WhIxwRGQtsF1ms2YkYUcYKYgRC2yLy2+pJ2zoKFPAfKKN98yx7snmbYUhjxsAGNa5KBGuE4zF5b7oVerw9Lj+LpY6fw7MUyei7LF+ULbLChcz2EXF/YfIVkCKkw/SRtVeTLVJVAAAtchTSGQ4qRVSfWZfvw9AgYwCUFoBfAbQd2yHvm606k8jh28ox44tx7dP1V78gEVv/iN/4d5rPjyBXHcHj5PM6vr+Ps6gpajg4jlUOr2xK/T7PjoNfiGtERTSgT9EsX1+DafP0MIHIQCGqYvXEXotkM1s5eRKfURJDX1OJMWL1HNuoymZUuYsjCUkD9sPBngUZQT5gyvjsw+FA/o0DOYTDYIHSAHpSULYuETbHwJCU0oElSNsHWoebuKtvkajDytfDqkIHy8tnjMBF3QJ0Tj8nBI8qfFUs5EQDuvn4XdNdCuVaVz3z/whzecudr0fMDeOj+h1Fd30Q2HsK+qXFcd9sHMDK/G75uoW+uixdqMGjAZdPNhjakUuKFNiZqRkl5GviMEVS92oD5ngmN02Z60lpdAbqVbpWPZUALG/BDBnwtLIMDaaTZDLDxc1y4nQ4cDgy6pqxPabgIHDMJlsMogl4c1IAWAgyu8mD2u7DbTVjNBtxOA7rmIsjEcx+IcF8moG7VYfdN6PTsM1IYNzIIRBPwxFpAhVuJhQv35IGHadRsIkBglfQRoVWqhE+/7yv/a4KqXBvRELRcGhq9nFJ56PTpNGLwCAgPwAICwQw54X0Lu4cArQ4qFfiVMjS7J8xUapopvffDGgLUbrN+1nn+kC7OoKOueL8SNSLTmgkKmqMDVgC+rcGzdfER7LlAo++jZLvYsB1UzR6Wuw00yZINhJBKxJGNhZEIErSKYjITx2y6gHyigFgqAS3KzygG8SDhwcKDbyBRFE9dSqBf5df0QgqxYgaZ+REkRsPwQzZc34HvBGHWe6hfaqC7ZcHvaAISO7xXByxxxZRSjagMFeiLKKnvCpRRHtKUPynekLCm5CZVwZEEZw2CnjINcJGIBkXREgz5sDsEObjf6UpGzxBJacoHXe8ANFX/p0BUWgqJ3Eqee/D3A2m2/F1Q2Q5I+Jd8D0HHoDTqws4Sj0FaD/ex0fVw+MIW2uUeDuzfhde98xboGR2nj6ygtFbB0cMnkE0a2Ld3G5gyxyYyEAzD7LSECW87moCqW6UGNkpNUVOQtcqApBEJemAQDG0RLOzbNYv5mVGkUzGMjBUkQZavhfI+KmYYglUu12XIOTnHJmAnLq6s4d6//0tUy2uIMMBKwhSvsuOGdigcSrMBIKjcalbwmgPX4013vg7rG5fw3PMnUd7cBLpdzOYSuG66gNl8HKPpqHjcR6Ihqbt6fRftjo21Zg/PrvXkfZHB6mv0ClXS30g0IGws7tP5fBZ79uzC/LY5RJJZeK6DvtXGxvoG1i+vwCpvINhpoBg2kErFBKDl3k/GJlk9cHvwfMpuA7AHgDfPN0r/HV9H17TEx5aANcFS1gCx7CgsPYKR2V2Y3LEHJtmrbg89uyNWAGSHbm1sYmurJDLleqstnvKubcOi9JNJ2GxGI2HcdPPNmJ+fv2ZYp4bFYsXD9Ub2M4f5oQg6HDiJx+PLgVUCSBKmKiGragixvHxJmKcjIyOSlM01vbKyinRmBJOTM7InkYEjftjXgGaypgM6fv1T359UeAisCjgWCMFstFDjHie2KS5q1U2YZkOYakJUlXP0ewOroWAEoVhEGl4JkuTvCGBj7QTuPf7nOBiMwmW2AP8zPdzorOLj001MRzX8+WOvw7fOvg9Bqpo02mGYcNwE5hIVfOpNf4fFwlEBmGkBYtFjuR+A7xp48twM9sxdwuyICbsfxsqKhl6DYO0kjPwcEMlLPRvmkRBhzeQhZLvilWrBRzfImVcfBq0jJOnNhUWLal/5S8vecEXWybPERS+QQmTn7Vh1YvjTz30Od7/5LXjnBz8s3opDNvNw31Og+1UQ/ArYOZSbX+OTOrxDZcUMB7fcq0RkonwuOSQbfsljDRir1wLtL2egqrOee4z4BcrzKkIKf1w85d0+XMk5YHAnA2PU79yH+It7zdBPmPcLrS8oISZDUVLHqYRrNuX76DPMABrxduTPubwXGe7DHAHWoSqPIRYM4q1vf6tYerGPGPoPS/CibgkDvm8BtbVN3P/1v5XzLjcyisdePIJCKoT5Qg7BvoNEKIqzpQ1canly/1MQwufKZJP46Mc+hHyhKHZlVwZ96oORa6D8C/7Xr5cNn64doA+AVb5GAciGiig5y8hSc5FI5URxY3c7AFVPVJ7FYjLA6vRMtNrK99Ik6aNjot1qotshyaMNs90RRdJb3vthARu3yltw+rasv9/9tV99lae3+vZH7v8LHH7xsNjFBGNh5ItjSKW3oWsH8cjD34XXtaD7Aayvbche8653vwuuW4XnVKAzoFPyS0hu4LXizcJryfuoj4PPvYBjx44jETWQMuLinUqFS7vLgN0gdu3bh537b0CKg7RcDql0FkYsDpu1KoP+6NudzYq/KpmqarCpPLy5HiQwdTiMZW/v9/HiU0/gC5/9T8gZYYxk00KKaDoONktV8Rjd2NjCyEgWN9x4K7ZNTiETCwlBomubwhQ9c/6yALzXL+aQNAzVr1I9GgypoaUeQrPVUiQfqgyYgeK6CEeTuLTWwJOHjopVIbMLjKSBmBFCfauKZCqORCSEyWwKyRCQZA6HwUCmmDxeqbQlypzxYhFz2+bkvjh/6px48LsBBkJHMD0xhX6/iantu7FeN3F+vQRbjyFTnJZ1sW/PXpw4fBB/82dfRmnpON584AbsmZvE7tlJJFIJ1BjSXDdx8sIqHn/qOXz0xz6KAwcOyLmSSMRlUCzDYvJVWBOEI/L7v3zlr/DE334D2XwaK14boUwCmUIWO6YncePUDPqlMlaePMTlDCOVBpvIvXffgWcuXMBf/89vY2pqGnt2b5M6rVKu0TELjbaNw2cvyLW47eYbsDg7h3Kpiq1SBd2gjmwujVg0hEZ1Ezvnp6A7FsKxsAQPb26U0On0xJd35251Xh964RAWZ6YwOzaKbqup9in2vnofQSOP+594CQ888wLGFqfw85/8Gezau4jRwqgMds+ePodv/uM38da778bi9kVsrl+Ea3FwHURxcgrJbBblRgO1rQ7u/dtv4viRk5ibmcTHf/zf4TW33irrtry1IZjVdx54EJ//3Oelp2KfSJvEFpmtDPyl0hmaeKZnGCoZCaLfox2IJXtQ32dgM4k1IUzNTOMP/+gL2L13j6o7ZVv6QXjVtZvcD4DVfwNYfe9inqJBFHM5XL9nF5pmE22zg0LKQJ7AKdlHvoa2pMP2hJpv+wHxOcklKS/Q0OUUpkLPlDbWLq0ilMojlsuhvbEEQzn9yYYlG7AUCpwODBmUlCaySWeSqGKmsIFZ72mothxhAUSCPCT7Ahh0/CAato140sAte3bixrkJ5ImRElYLxQceaJQqkDGgSeHQbnXQo2m3TRl+Dw8+cxgbTVMOo5BGBpaNoOchGwmhGA0gF6KELIAg/23AzqHMkE0AgSBKhWkCTpNpIR6R3Rni+wjAIqPSIbDKYGmGPg0k4JonAB593zY7DjLbFvDmOw9g9dxJkZKLxCIcFcDEcayBpJNsrhBiI+PY+9rb0QtEcfqx+3H62ccR7LQQYdAXgRMN6DieeKyyOVW+t4ptS9YuQWH1uhUjiKxMgq/Nvo5lfRzLNXrQmQj5XfGYjAV1RCO0DAgimYzBandksyc7hj55zE1oEf/QQmi1Otgzk8af/Mdd2FxdwehUEYlMCqcPHQNDz2rNHp47WMbqBpN100gl0uh0HURiUYzls3JYUwpBVqBhKBnLpVodh4+toFI1MWIAC7kgCkwotmxUu+4AWA0ja+gir+w4AaSiAeKSwgRerfSEwRLXA+hZHkptGw5zywYGVxrZLekkbt69TR2wRgzJeEr8cSLwsNlx0eq1xTNXQMNgAMubm3jo0GnkCqOw6bdYroAxQyGynDUNuaiOXDKCCP0nKXeWlA4VdS/FtrC1PQHDuTU3+z7aFj0OQ+LjxM+fMrXJqQnMb5tGUEJZgqhWKgLufvnxs6+6aCOw+o3/62fhRMJ44eIFHF+9JGwThlYZ8RzaPRuO7wjw3mnZqJdMsZYw0vSVsVHeqAkwLMxuCmoCkMM/ls2gVqkr5jaZDDa9fbk+XJn68e+YyD0MDLj2hatAHGURIN6qg2CcYUOh2KoqyVwxjigTU/eQOtr4pfxY2RTydwbWiDfngDFyNX5iIKV9BXNVmh3Zjl5RtA+kf6poV6z6ofcQi9do38O+8QLmihlsVtbQMLsIRePYs20M0UAUuVgSk5ksNi4vwTRrmJ2ewk03vx3js3v5w+h7bQTI8OU7Ectogn4haWJ9gk822ZPdK5LCl0U39FsCHNIc37d68v20TaEU3o+kEIilRGruBSIqOIoMM2HcUt7qwel1YZst2N0u0DdlasvAAr5+gixCM6TNhYRd+DKxNsk07LRht1roNjbhdDvQyVbimvcDEugVcLtw2V3RK9SIYTyWRSCRghfi8IUAugJsWczQdzfgeUjYHQQZRkZAVFi5DIAiY5XhUQQ2JYICfiqOwNgITRrhJ0ehxyLUPIvyTTF6VVghWa4Ej2kzELBN+JUS3NImdNuCFiK4S/9ryu9JWKGnLSskCjY5vDKF7QerA1hNBTqSActkI1uH77BBicBxw+j6Phr0WLVcbHVtVNo9nLMbqLbaAiLTYzUXjSCpB5AMRTGdMrAtOYJcqoBQhoFWCfjhGPyQKwwOAVcHn5Ws2Te++1Xf4+/77B1oBx20GUpm94VlbdPxpAJ01zuocBhU6kG3mWcalCVPexg23mzSh4wc+jwP2aAvAwXUqa2a3IFHtbCPORQNBgd+0hpSCQOxMD1cuwgFedYkBk2tClIZsq4EMB0AFUOmqgJWFUtV7u5rGbEDMa7yZ1bN3BX2njBWOSgMKvsA7kE6vbEd/MPRi1jf7EiY2vvf8ybMH1jAuYsXcPTZE9i4XBJG1q4dM0ikggIyZEdGYCQMGeAw5MlxfPGXL9XqOH22BJNN+MDigiwLSaUNR9G3TezZPo3t8+NIpuitmpK9S64xpWauK2dUrdqCEU9iav4A4okxlGpV/NO3/hbnzx1HmFYA3BAG25uA1hxqD4AT/huDieJGEG++6w3YsTiNjc3LuHBhHa1GG27bxEhYx86xJCYTOhhoFk8YYgUgg2yPXrE2Lm7V8dSlOuotRwYqnm/JYDykMRlZF0YT70UC1tsWt2HXvj2wEEStsgGnU0MyncFovgDUS9Drm8jSd1HXRBEj18ZlYrlixPE5CWKYtotO1xbf25bli2VR1+qj03PR6fUxOj6NW17zOhw48FYY6Tz0aEJYcWx0yHS2+pQUUq7bg8katGOiXq+hXC1hfWsd9Vr9iiw1GmN4Zg6ZkQLiRlz2bqpuuKfxbG03qzIM5zqiT+4w3EaW58CaZijJJijDHeZqmBWk5mWtQjZvKpNWQ4CAjqAeRjyRlIGiEAP6KimZZ9rQe5DP8dnP/tarvr/5A08cPqpS5ZnKrYdgtUxUSuVBeJGHemUT7U5dZK5DH9uByfLg+QaDSm45IcVWJdOLTXs4FJY94/LqEv7ryXtxWaNUvo+Q5cPthaHHXbzWX8O7DQt/9dR78FLt9QgG2+K1zWsUCkSlMV1Ml/DLd9+LxeIWAlYfAfYFehTlrRxKpoYbFjikNbB+JoRLJQ+BdgBIp7Ft+04ZjvhuUGo07kPDBHr2JeQy8DqGXBW0x7Wg2S7ciCIsSF9x5dzn9yqLmp5nwJ+/BbXwCP7si1/GDdfdgA/+2MfR7nZk/+BjKVkzw/vUoEbheVdBUdkbB7Yn17JSxbJDQlPUwEh+EUTg5y7MbHUPCGjJEEyRnDoCVnFt8O/5Z1oskC1KxjSD6wiIMsxNgNJB6JqAorTQGNxXBJ2lPpGB2FXEd7gnqpCfIcNfqaOEZMLan6fwwNpMWWrqArRxDxXAIaSuBesq3h/JREJAJwV4qppMbACkNtNkINKsVrF28hQCrTpgd3B0aRkbZlsGy5N5hr84CHtAw+khHDZw8ORFnOdghzZSXl9Cgd589z1i9TF8D3LdB+rG7wmsDo1qB6v75SArh7XqEFEBxqrG47qSfRRMik/KHmd3WgKw8rMkiz0YjYjiwZPvUwN1VYPSn9ZT0uIuh7URFKfmkIgEJQCL+QOUYP/nT3x/VgD/9D//BJcuncdWaQuj4yOYnJ1DqRQCEuMC8i6fPYtTR46hUWsglUjhbe94O/KZEDqtVWheW3FGabsltjgkQSirMt4X66sbOHjwBWG4R4K0l0vI0Jc+q2sb68iPjuF9H/0YRgpjYmGhPFazSCXTsiborUoyjIRakSE6CLvkuuKfOegZfsm10nyceP5Z/Lc/+M/SS1Gh1+x0cKlcxwqDITsmbr9lH374h96G2bk5TI1NIOi5kivCs7vluHjm8Al889v/iigc5NJplSnA2oP+5jx7w0HxPuVZw0wDqjkksKrTw9JGBeuVOlq2LT6giUgYU8VRUTasbq6LrcOehW0YYT0W9BHq6/Ka1jbW0Gq3MJLPYO/uXVjcvp3IJiqrm+qe5RlidpGMxUFf+82eByeSQixNcoqNStPCyMx23HjTzQhrLr7wO7+JtVOH8EN3HsBkPomxdBIxyswtS2wKGl0b3/zWP+PmO27H+9//ftkL6HetritDaOm9HkDYiMFpm/jWl/4HLn73KUyPjaHcN1GyTHSjAaQLOWzbNouFmRno5S6WLl6WLAInDIxuX8C5jRLue+BRAW6LYwUhXnFIMD8zh0wmh6cOvSA2ALRgSBPEpnd4MAgnlhAVD20WXnjhWVitptTX+VxWWKTLyyuSj8IB5s033YC4ERMLCH5WzOPhoIie7mQTZ/MprFQ6+Pr9T2C52sRP/My/xx1vuhWxRBgjo0Wpt8+fXcIDDzyIu976VkxPT6B68QysWgNREndcID87jczMNB56/Cj+4Pf/GGP5cfzmp38dH3j/O+FwCNJpY3Xlkpz/m+vr+L3f/T2sLK/I/sagLhLsmOHCM5JreqQwgmI+Ie+ZKrokz8SgDofY00YJK6tb2KyU8bF//2P4zd/+LLK5EUU6+EHGjjC2AAAgAElEQVR41ctqmB8Aq/8GsPqBhZzAFgQvX/+am+Wm2iqX5Oah2TWNodkIEYSpNNoSciKpda6HbCLKPhf1Theltily682VNXHcIaiYjzlIMAHbI7A68DQcMNroccrzj56gbKjoaUNglewYHrKUXbZafdS7HuygJtO4GNlJgRCqloVYLo433nILxuMxGDoPvR6C6QmRDpitFsL0+MowFMnFyvqGgGT1lgnTA545egKn17fEKzHG8CJJeWUgu4+MztetIRujwwkDHFRKMcOr2BAIGES2HQMtGGzD4S19g4Jk8OhwHPp8OhIQwsR6ZiaoqU0A6XhUmFrGyAje8uEPY++OeSydOILVc2cHQK2avGt9S1hhLAkyxXEUd+yBMTGDYDIPs34JZ596DIcfeBBhBsDwVRI89sh0teT1EuSlrJ2vh6+RwKoqVvl+CFQz5TaIhhvCxdAstnoerNoypgspUDgY6FtS5MVCIUxPjksRPZLJoFKpot7pYKNeRdUCmnYULdPEa66bwBd/dR5ry8vIj48gW8jh3EunBWDrdV0888wGzq8EEYqmMTczi65po9VqYiJfFAYQZZVkSwdDAfGXPb61hvWyi7XVCgoRF1MJH6MpA2bPRr3noWP1kTEUsEoPWAKrWSMoYHar72OtYsOgJ4/vYdP00KI3LgurvodYKIiR0REYMR0756ZkYkX2CR0eRlNxxOBis9ZGi/IoHuRhsnA0LK9dwuPPn8Bdb7kLtWpTkpUFaAhoSEU0FOIBRAmWMJlXCgwWoTSQdFXBQ8CQ4Re0YgjoqDoWTIusDBVqRQsIgt/VNmVvGVy3dxajWQMhtw/btPGpfzz4qpsyAqvvetcb0KGHUJ8s4ShsLYhRYwT5XApbtU14QR/BSBS1UgvVLRPhUAyROC0fLFTLNbl3Vbo0PT4ZIhSGURiRYB8/HIHfteH1OrB9SwGRIvUliHzVDkCByqoJUF5NBPAUO0OxtIYm4mRFcCo+lCn74lM39GkdRobJY7HAZwhNPCYDH/HpupJWPpAnfY/Ce9g8ieB44INL8JbPy7XI+4Zrn/c59ygyvZVZmiDkiOoRAeMDviUhLLT2WEzH8OG3vw3XX7cTl86dgta2RE51ZvkUcvkUbrvzHZjfc6v4/mo2WRKDRGEC1vSoIozL57R6CHYbaq2QsTFIQCeorNlN+L0uApT1M5WeAEFIg88wp3geWiwDxNJXvUcJ1NBDVUIXfNjOIHiGbNd+Tya7sVhCkuoF5eXeyudzTOXL7Hro9kzYNNZvttCoraBTq0Lr9pDygbQWQZw/47MJccWT2AsFMRbJwKXXJvfMiK+ATT0s7CNeWwaMJPttYSeFCaJK+IIDncAowWLx/GQCdRhaPgOMFQCmcyYK9DiR8DflOUt+GGGhPoPhhe2qgNUO/GoFXnlDgFUaUNJDVq4hPSjZFAYoQ+5DWMCuKT/DNRxwavAktZ4NdQBan0AkQS0DphtBF74MlCqWi3Knj2rTxFGzigr9a5lamkwiTz9yStwCYcwmophP5JFO5hDMGgiwKYgY4vfKiR3tCaQJFgsIHXjzB171PX7X527FxZN1tFo2ClMxKYw3X6qifrIFt91H0NNgEDwJB9BnQhjvHScIx6IXpJKuisSTZ+81NgBDIGFYSIpNgOdLgyrTe/GOBjIRDQkjIUEeZruCmck85meLOHJ0eRAeMpxmqcg/nk9Dtrg89zXJ3MpDeXAGDv5N7tfB6yKYOwRWlSxV2QNI6jj3Ffq+cQirBXD/S2tYXi1hIZ/HPe95PdJ7xvHco89j5cQmNlfLmJwcw/x8Ae1uRdYH7UUyuQSCAUqVCYx4kmxeqVVw4nQdjaYC8BS4pSSRRiINr9/D9rkx7N4xjXTaQCxBdikBIN6mZLV6qDfJ9qygMDqGuR13IqAn0LG6eOA738CLzz8F3ee9p4DVYQAI9yL+mTY5XO6W1cHM9CjuvPO1CId4b7Zgd/qo11uobVUR0zwsjsYxkQoin44gbkTkDFSMN74WD6uNLh4/X8dmpS2e8lqgr7zqucfTEYRAOW1KWBP5KuiDHuJZ2p/ks/jgx38J+295M5qlMpae/y4ap+6Dw4A3Ji1zz+t7aHd7sAU8tdA0GXDqoGNr6LEGZE3C8zQShx80MLOwC3e+5R3Yf91N8Jyoqqd4ERiUKEF6UpXJe+AAUIbr9BH2B+FU3DNdDwbDmMiOHwSkUvHEdcRGVQEjngCzKysv4sTRI8JAkzpIBnOCqsqAY8gSlp9R44Qr5xbPKtoQSBiVhL9EMDM9K+xVNm/iPa/pUsfRvko8j8moGgz82NT9yi99f4w2AqvD+5Dv0253USmVpKbjDkgrgHa7dhVYlWL7e4dXkYUbDJOxGoYejlyxmahureIPD/0NlkMmQrYGw4nANrfgxIKI9gOYLJWwvvFjcJwc+p6JgJOEHekiIjNNH47tYXt+A//xnn/GbHxdznYnNYZHj05iOnYGUcPDmaOaBNmm9Rg5Q9hoNhAbmcRN1+1CgjGDUV2Gbww2dDh0goYoSRhUgvVd8XrkOc9DggIgzeMZqT5fWvcMfYp1nw19FOb4PnSys/iLL/8ZZud24Cd+8ZdF+i4jVU8NPshMFHbiIEBm+PnyM+af6RXNeoB/Hv6ibx+beZ7XfAzXUezRK2xSGU4OANDBBsZrJEy0wX7LXoegNu03JAwozJCgoKwl/h2bfyoCBMwiSSLEPUp9D2sVMvhkL77ml9RWbEbEUUh5M6unV6oQBjcNma7Ki1R9dlS1CLuM3ydFgC/ennytZASq7xuwegdWbVGfvuwcCFt46sEHcd3iPM4uncMDjz+PgGFgPBrG9QvTiEV18bbUkhEspBN47Ph5fOfwGQkG4sY2O1HEj//kx8V6Y1ibDc8lfrYEaIav83sdjteCquoBhlYAyl5g+Fhk1J09ex5rG1visfq6A7diNJ+F02NwkC33AQFH7mEyshUgVh2XQiIeKC3EC5YWJ5aFrUtn0KuXxW/SDyfwxS9+6VWf3/yBhx/8B6yuH0OnU5b9pFztwHMLaIVGRSFnVmt47vEn0GuZsgYY8rN7cRL1ynlgAKzSYocDZ9ZjkgEBDk8dqcU3NjZx4ugxbK6ti592KpkUUkS1URO6wns/8lHMLy4KcEk1JtcO7U+SaUrTIyKPpnXK1eAqdf5x/dKP9QrYNPC1XT97Cn/y+7+N6saqfAaXS5s4sbyBWqOH11y/Gz/3I+/BTqps0imEqG5ihke7pfrwcBRdT8e3v/MwHn3hpACjvNeqtRpq7Y7kgvg89z1PZOHpaBSFFMNBo9is1XFhq4Rmr4t0No3RXA7T+Txuv/UAHNfC0y8exulz5zCWzyGXTWK1tI6Iq2PXju2isqw3quJfOj0xLjWK3esiKiHOPta2NmC5yipjLJVBVYuhiQiyhaLkrfQcqmmjuOut92BhZgKf+cQvoLV+BnfctBNBx0Q8FIERT6DZNqGHw0jnc3jhyIuIFafxoQ99SAgkPI94v0v5T7UlzzOez5aF7/zpV9F98Qym0yroudy3cMFsYLPfQ6iQxtyuRYQ0A8trm3CjEXhRDRbP47YD1/Jw/sw5lCsVOfdy6SRuuWE/ZiaLuLh8QfYv1m9Uo6VjEaTjMfTCCYxPT4jS6omnn8LZU6fhdC0JsLr1phtFJVgulTA7PSk+tX2ri0a1glq5gka9hrGxInQqiaAJWEky28NHl7D9puvxx//1c1i7fBLr65cxs7BdbJsOPvc8Tp08jTvverNky9gXzwG1NsaMpOAX/XQSmW1z+NOvfxf/et+j+NhHfhSf+Y1PIm4E0KhV0Ou0UauWURgZRSwSwZ/9j6/gwfsfEOsXYS/3XXTbHdi9HvLFAuYXFzA9mkDWiEqw6eRIAcXRUfHz3ao28N1Hn8bBI0fQsh185at/gRtufo2c7RwU/ODr6hX4AbD6bwCr79+eF09MHibxWBQLs7PiH5ni9IKBJgM5IAs6AkX0MWOaNM3yaVjPg75n91Gu1nDswiqimoeOp2Ot00cxpWM2xgE4wZHAQEo4aPRFBkxAd8CilEmJkhjwFLMcAoIeLNeH6fpo9zxJdo+Gg3IQ3njDXqEgJhJANsnEuAzqfWByfjsqa5eR1JlImUV+fh+OvHQQG+trwsKkr9bRU+dw5tyyMvj2PdmAeA1YqBDo4nYwG/eQZFLswPeVsjVOn3lzXW02B9NQTr8HqcVdMkd9gsOaBCux8BcvMU5NY0GMTk3gre9+F2Z37YLv6sikUmiV1nHq8HPoVjdg6OKciJ7I4nZgft/NcHSVYMfpnO10ALOBw49/B8/c/wBy0RgCwgrpo2dRkjKU9Klkej4zGTwq+45ANpsnxUYthTI4FrsOejSLjee/jT3zMUk7n0ok5bEisQjy2awAsWQlUK5f73ZwYW0LRy9V0QwF0KrbOLBzFJ//zPVYuXRJptw0m764dEFCIdLJOB558AyWLsWwtOFgbsc2TOQzsBtNpEJRGPG4sN3cAIO/HGyUS1jvdfD2u+/G33/tX1DeLCETDmEmm4Bnd9DoqRCZbDqKVMRDp0XD9QiMqALvmj0HpY4nQEe314fZcYnriLcKPYoI4t984wIMzcbcxDhMWgR0LWTjBmZG81J4lzodYUCZDBGLG4gmUriwehnnLmzg7XfcidNnlnDfU4fR13WMhDyMx3XoDKQZTLilIB0UhPSSU3Jf1qy+pHNzrTS6fB+OyHGYpBsLh9C0PKy0LHQ9DW+8aSd2TmRAl7KwpuNX7332Ve/nBFZ/+afvRLNKVnUC7Z6JaruNdG4avkv2RAflUhmdlgfb1sUTkBJpTmelYWAgxDDBm4ywPmBHAgjEYwgFgsiOFSQx2a80B+93KKlXICeviALKBhLMYfiBsDyUnHj4xYZJErcHhQVZ6yyN+fdkXVNOfm1yLJnXfG2UfhYKSZS36uK9RNaymFT4yi9JNRfDMKUBkETWNsFdyu7JevN1JHUgHWYoWxCxiIFMIgrfasp9fKnioNqy4Hg9dB3KjV1pAA0NSEeiKGZDmJ1naFsLkyNZ3HXDDcjoEZR6Gl66uIqpuVG89pZ9yGYn4fVZsKtQCQUE+wgwdKNnot8zEWq24dMXk1CgRvZYTxiVXqeOAL0/RUI/YKvQqzORgJ+dgpYswI0mhYlGFqunR6U5YKNET0IWN/KZ8jprBMgITLGpUz6ycpnYQXAo5HeFqd0zHfQ6HZidGjrNCqxyGeG2iawWRBxhRAJhWZsERm3XBHf5rB6HE43DDUdhRRhOFZCCPRxQv1gMh1wHhm0jQo5EXzFeg30Nfa0PGBEEMzl4qTS8RAKBuAGdvkdJyugj8AiUSrfDpsFFgN0Eg4XYsTsuNNMEquvw6yV1rXgNxFSW7FaVGg2RXBIQcpTvq92F125Bs6uKbU7GKhgyp6w8utDQpVTe09F1g2j5QVR6ngwSjzc3sUnvqbCOsZECJoJxjGkxjMBHXteQSyWQTOaQMHJy33gxAksEm4kZaRKgRRatfFZv+/CrvsenXj+D+GQAo7tSiCZD6NU8XD5aQvnZDZHyBqJB8RiTUAQB9JWKg6nlLgdz196DYnmrWnJhpQ5YTQJayL3M9TjwWKXNhAaMJMNIpxksEYLZ6uBNb74BizvjOHn+HC4tdVFa5bXmOu8jpMUQ0Gk10VfAyNA7cACeqnv6qnHHlX+nf7MEpigAeMhs4hom4DCU8sqa5mAxGsVTS6s4vVrGtFHE/n3ziC4kcPCZY1g+cRmGERJvVU0juKwYZ2TysYGUlHTmvYlc1pL97exKA/VaU1LvVXOpbDbisRR09DE9XcB1+xYxNppBLpeW/b7VsdDhwKlnobqyjo3VDYwWi9h747uF0W37wFNPPozHH3tIWGr0oRvuhsNrIOeIXC2mPfvS9O3ftxPJeAi23YJpMg23hFatJvfhXDaB2XQE+ZSObDqBSITeugSdVNo3X1fd8rFSaeDsRh2Xql00LQLRERm06gG2QayHXES9PqaTQVw/kcXkVB52IoW3/8ivYH7f7XC0IC6ceQFP/+VnJfzJsVzUak0JgyAwYenUKWliMUIGKlnxRjqDZCIl15ig28TUPA688S7kRmdQq7WFNaKCoxSgM/zi4GEY6jX05Vffw3qRe5AOtMjkt4VxF8um0Qyq84vedKybGFpB4CoWNlCpbOL0yZdw4fxxdDtVpJNRpZIapKQPz24uwyuMbgIGtFQSliHPRQ+VSgmJTBp79u5B3EjIWuH6JItHhQQpoHb4XviZ/tRP/tyrvr/5A48ffFE8yVkXCnPV6ou0tW/1JYSnXFlHp11Dt9cRFiHPTAWoc2BI+w117vF3slQJroaYmkxQb/D/7XoFX332b/BCdxl7c6/Hbn8Sze4yDpafQ4ND63NBBDbvQUzTxbaZxH9TjyHcrULXYrCjtBpJ49aZF/Azdz2B2ZCFg70bcPlYGbsnzmFz1UO3GkbSCMJyU1gqb+HCqo3RkTQ+/L7bVIiWsInVuX5FnSLrV4dD428ypHkvBGzxHNd4xnNAQP93/gxflMNzpY1eOA0zMQcvt4i/+uYDePbgi1hYmJcBMwceZqutWEwCjtrqMQZrb7ifSEp2mMMJTYau/DN/sU4RsInXLkhVV1IGPPw7fm/IIOFEAaP8d+69BEepEOF6Vmq6q+vj2j342vWiAP6rNdLLQESffvOq/yCQNiSvSsjgwBZlCOpfG4qnbARUgjuHZcPBwxBsvjZsVA3J1ZLla+awaSjXlz4pGkCp0cXxh+/H+2+awjOnVnDvo4eQDKdw/Y79SEQ1VKuXRCkyNVrEXDoKtpQPPvcijiy3xIs3ngjgp37256UPUK9T+erzuUmw4fWSe3nA4JdzgK9lEGwlQ/EACSQkx2iyT6pwGtXvMAOgXq3hwQcexLnzSzLUTukRFIpxvOmd78TMjltlICHDVk0NX13bQYBDf1q0MC2DxzVZrAzvC/rw7C5eeOgRbCwviyUSe9J01MDXnnj++7q///6b96HdquLMmWNSjxtGFrOzOxAZyWJtawuu7ePYkePoNEyMjhSQz2awfWEMuldG0G9Bo/5bsgioGlBqrmuBfrKluVecO3MOS0tLcEjuMeISuGckknjHhz6EyckptVajtNOjFD2IVCYja5o2AFz/V6wgOCQPMtBL3RPXrl8OrBvlLfzR7/8eHn7oQeklLq5exla9j2JSx0++9w686dbrMJLJoZgbQ7trI0imZlDH5bU1kWInkkm8ePQovvbgC1hvmLiwchl9Wjz5OsbG5xDNx+CTKFBrwGt0kOIQuzABExqOr16EEXZw+4H9WJwuYnZiHNlkmqwpbFUaeOq5Qzj44lFkRoromF1k4xpuO3AL9uzYidLGBvpk/YtXrC+EDRICqFRYWVtFbnREvE3D/TBMqkqSWaSTBZQabQTSKaxstbC4azcWF6bx51/8QxR0F6PxEM6ffUm8ShcW9uDi0kXUqlvYuW83/FAIjQ7wzvf8kNSA8XQcRjwiZzBZuazPuZ5DHQuP/vnX4JxexryRQYxO07oL07dxsd7BKdvDZT2C8xZ9WrPQaVkwOY21jRWsrV/C1OQ4isUpHD1+Bs1GE//hp/4DGhuX4fY2YLgMf+5jbWMDmtNDMplFKJ7H3J5diIQ0GZZ3WzVh4bOWyaZS2Ld7l9QV1fKWYtcS8+mawnJfXl/HoaMnMJofRRRRhDwNsaqFF2tlPL2+itfdcRs+/qH3oXr5NIxEFCPFIhzfw/rqqoRaz27bJoQWt7YFt9ZFyLIxvTANL5vB80tr+Np9B9FstvFbn/kNvOeH3gHX7qHZqmNra1P2WdZYrFfv//a38NWv/H/svXeUHOd17bururqrOueePJhBzgxgzpREkaJEilSyFa3gZ18t+S7b79lethyu73PQug6Sc5JlS7qKlkRTgWIScwIYwIAcBoOZweSZzqmquqve2ufrJiFd+w/yv+clSFgDAhjMdFfV951vn31++59w+uQJTI4MIpNIYOncPKKxGALRKGLZHJLBLjYMFZCNRRAJk0EcxmAqD598Zc/B9Oo6Hj14GO/9+C/iTbfeJo0p01SM9Z/+UO/AT4XV/0RYvWMyJw81k1JbbRdWMITNk2MYziYRZhozQeZtstfYsQz1khV9tNs1eaCCVgi6YeLM2Vkcm1tGLKChHQhh2fGRj2jYYDENutPjCPJgS8+SYnWyCKDIxEMFu5p9YZWbp91ld5tJx+wYaWi0XRktk3xcLYBbbnkLAr4LeC2kEkyMA2BZsGJJtOkuceswzTCqnglP91FaW5MNh6EIlaaLl4+eQrVSloOYLamvsvbKlCg/jsZ0sbQbPW4kzVUc6VFsP1Wk9sdMZKSGCy2DazyOeNuCS2i0VTCDOF49H2NbJ3DznbcjkskgmS/AJ5ifRVrQgNus4czxo+r71Hzkx8YxvHGbhBtVmg0MFvLCfK07NoKeC7dWxHOPPoaH738I4YAFk+FIHboKVVJxhJw/Wrm6nrABScGke42OEI6jR4IBnCEGILFP+Eu14/dj01AUl07k5NrTGMDrEY/E5PtnV79WJ/wZWCtVcXK5hsVWC6trDWwphPD5/3UVVleWETYtAZIvLy5hfX0dY+OjePG509i/fxmnZ3x4oSQmJoYQNQ3EwzEk4gk5tHAMo1Svo+042HzVpbj8kkuwuLiCRx59Bo/+6AmMMYHd9OA226g2ukglQohbOup1G75mIRpS48OVto/VZkdcGWCxTM4bBXGOlTFIzPVwwe4xbBhOYSiXRjSeVOnEjqsg6s0mbD+IeCwqzXtyV9gBnZqdRSKexsTkVtz74OM4OjUjgVMDMROxgBIOJE2+F14g40OiSvZi20Ww8ERYpWuLwmqNTQoZp4WI3eVWF7NVF21fw97NQ9gxnoOldxAPR/Cb33ljjtVf+aVbYTcMuC0N8yuLMKNRuB671ha6bgMrK+tYW2XyMUeJ+O0qUfT8HyqkjePRXXSYDJ9MKC5VPC7uPne10ptiVdxhPmf9or7/nvT/vf7789oB9jVnB7vjZPpQ65GRDZNBbq6kmPIa8ZDcL+L6LhUKsbQsRsyQjPQ4XV25sVh4i1GjP+LHw6ASE+XAy7WHuE0G1OkBhIMa4rEQPJujJw7yWQujeRZwHTSaJhyKToEOyrUGao22MAvpYLftDkodSm8etqei+MjN12L33gsxNL4HTquKhamzMNNJjOzYAiscg8c1rCfMyoGXKxpTrJsUVhswVtbRJWNU/qQLjwgAu4GA3Ra3Jwt+Jtj7Hu97T8bvURiHnhqBH81AC0e5+0uAlAqjkkkbcdBQEOb1UngT8irpWus3vNR4PZtgnU5T0q3tpoNWo4ZGrYR2qYLW+npPWA0irpk9sdQQzmTbrsPRushoEXSsKDqmhRaFHYpdvfAdEVcDBoKdBiKuB4uLTNeG12UYlwOdAU/CVE0CkTg8BhdYJnS+Hv6aDjNx4SoRmEIfP/pOW9JCeajWGjX46wvwK0URXQVFoOZjlXOHAgpddgK17cre5DcbcOsV2C0GDFE4UWulsMToPtMN2H5AggRaMFDTDKy0OzKlMVUvocTrE7Ewki1gOBBBzjcx4vpIaUA4HIIZSyNORELEgm/pPQxAAF5Ih8/gPMtCgMEJN9/5uuu1yz+5B/mRHFzYqBRr6FQ01BbaqB8vwq1yH3LExcn7nqGD6poHJAiAOADRMXsip4gU0oRQAivXKR5aKSQq+qlibSvBlS5RHZGAjkQ8iFwmhUa1jNGxCK6+bgs8PYLHHnoFC7M1cUIaDEUkdKiXSCVk1r6Q0XOq8rDOH+e7ZXmfioOZrrSeGNEXrPoiL/dfFtUy7sqDbjiCAzOrKK/XMJTJIZUModyx8dKZRXiNJjZuHEMmwymFtnDDJYiFzRY6NHmfgUgfutlccTycma+iWKzIf/O9E2ai3xV3P2OhNm0YwqX7diGTISLAQ6NeQ3GtKIdEOr/qK2sSOJTOZrHtsvfBTGXh6joOPPM4nn78IbSdlhKSzoNBvyqGgcFPdHJ7KHDsb2IUuUwcnW4LlUobHbsJu9WScA6GeW5ImMgnQ4hHTUmBpsbAfVyQCURzBA34DPawgeVaG1OrRUwvrWCxoqHpMFzKxVgqhL1jOWwezEqDSTM1tEwTyfELsOWiNyFZGMQz+x/C9//ur1Gt1CRpPkyUTjYn6dJmIqWcqWw4m3TlmbIOES/Dkdmx0W3YufMSROMZQQvR3cmDW/81S8Eu49p9d4haxVWTjGiTLgKOB6PrS4NPa7vw6WTitE/ERCcZVqF4aieCw/qTYieFMsEgGbI2nzl1CCdOvgzHafW4q2p/US61XigRUTS+Einp5JcgVn4nuoFW25F6hYFmxAOwaSshSr2nWEIIuZf2SoD//ku//rqfbxFWn31JHEziSOPm6HTEpdxpq+Zjo1nG+tqiILTU+DNf7mtuvb4gJ8IIR79Zg1DsoxuyJ6y26jV86amv4IXGGVw8fC02OQWsVk7hmYUDqMZN4EwHZvlOqdW4PLLetTmq6nfEtdYl2tEOINZu4a2XnsRF+wz8231NjONl7C50YZc5MZPBWqOB1bUWKpxE0SJSw93xtkuQS+dexR2IsNFRorCEylKwdloI9SZZiP6RvU2aIlzGydc14PoKe8N9jNNYyEwgNrId86UGTp6aktFhchpZu/RFZ+5Hsn6EFI5J3KPnYQJ4H/bF1f56xb8nq4awJnsudhH+VBNJoWpeW68o0HPdVTi0vgO05ybtB1v9BK6ovw52e93k/jV89WPfU31ecNb5f+c/ElX72AK5l6WGUPeLNHnZwvmJsDd1cO4z719DxcgaznsgpAnq69iTD+HmHXkcmV3BNx9+AZt27sX1F16JA8/ux9TqNHaNTaJ+bhUb8zoGsgkJPr7vlVNY7XgyVfauD34AhUK+1xBQzQhZCzgh8Krr9LzfF2dk72BPxzIDMZWWKv1KEYe5twQCaFTquKO2RzQAACAASURBVPs7d2F+bqHnsjQFQzQY0aFbFm5838cQHRlSTuje3qfWH5pueOZVdQIfYwb/sqG7MHMKx597Fh1xwDXFPDI5NIR//MEjb+j5/sVf/n0MFPIora8K2iSVyWB8YhNgAucWzgFdHYvzK6iVa8hnchgo5DBUiCLgryPo14SKL4afINFMrwmrgqIhiqKHluCzW6lUcObMtDCrmW0xPrERt733fcjl8vJMUFjl2s11gSIUG40UVvlReMzCmuS9oFAa5+M0+J7zFNYol/AHv/e7+OqXvyzPAicp624A24bj+Pl334zNI4PyfjKQKxVPCe7gyNEjKFbK8rWT6ZSEat3z6As4PDWDuZUVaWqNjW/A7osuR7m4jGQiLsi65556Gm6rjUBXg9PtSmjehbs2Y/vkAFJWEPl0WoRysnPDsYRMO75y5LjU8dyvzEAX4yPDGC4UsLK0IOPiRLCxOcapHpqKePaYmZkRMZ+M11w6Cz0chZnMIJTIoOJ00PaAlVITwxPj8LoOfvC1L+HK7ZPYNpKH06ogHDCwYXILaqUy6vUyBkaHsVKt4ZnDp3HTTW+RuiOVzcpr570n4ceStRYQ9Mu/fO5vcGr/y9g2Nops2MAmK4ZBz0DTMPFkrYy7p0+gpXko5LLIZ5LIZjI4dWYKpVodlhnG8MgkfD2E2+94J97+lnfirm98DWeO7UfB0oV7XKmUJRxMC1jIDE7g7R98P04dP4xz0yfQLK8IIpBr/srSopxVYzQcMYBYwr/ZDWFjOIijU6dhxOPYtm0XTh4+gWMvHkO04mLN8HCGjlIrjLfs2oFrL90LMx1BXfPhsjYJR0SYDVkhaQzF0RG3LUdp6vDx7LGTODy9hFMLZeRzeXz+H/8O42NDEkDXaFSFkctAXuHaN5uYPnUCzz3zFKZOnMBAPIzBbE5c5rx/HfKsdQ1jA1ns3rYF3XYL68U1ae4kzRjcRhMdzwUiURw8fhpDW3finR/4OSRzgzKt9NMfr70DPxVW/xNh9b2bB2TcoOF2kM4XsH3HZjn8hz0H8TAPK2SQtFBvsB/EaUxLiquW3YQR1KRr7/o6Xj58FLPrVUTI8AgEsd4hdxLYGCaH0pOFSvEAflxYlfR6ukw40seihkEZvo+2x04lBQbWgkEpvukKYEhMuebh0gt3Ytf2UdTLReQzA7IYcjyLIi8dHFGmb2sBrFRtWaxarSaq9ToqjRbMaBr3PfIk6nQm6r6MyfG1xUIaYsGAiJIxk25aurnYIVUeHjpWiACQooeFiLhR1XgkBWJFjlSOD7oObY/MNzXaMzA+gje/41YUxsdQbTnI5gvQoVI6OdLE/62tqc2uVCpieHwUkWRaYN7spmzaMCIiRIulQ9cWJy25gp/77F/j5ZdOIBmiAcpH1NAlXTFlaIhoniSJk4FLhwzdQsoo5SMaMnAovAulxIUoLk/BWn0WmwcS2DeRhWlpMubMWIN0IiXOBsKfmxxVDloiYE0t1XCmXEGp4mDjYBBf+MxVMiLHUwi79fVqDUuLi5jYtBErC1V8/67nMT2rodQ2kR8dE6ZMNh1GLBqTUVgWy3ang5179uDq229Do6G4hd/94Y9w7z33w7BbGAx3EWKh0HAlvCpmERfBw7GBqOnLBkFHzmrDlRH/aKCLMMcROKvIrjYF5o6HTC6BC3dvRiYRRTqTkfu5XKpIp5z3Z6PpIp1MIB6LoG3bWC4WcXZ+AQMDOdRcA/c89Awcu4VclMgISwm4dHD1uKAsULgZ9wvEHvX6VWGVwkS13RVhlQnudHkzlVQJqxRcgW2jKezeNIxwwJP384/uefF1r+d0rP7e//gEpk/NY321hpDFBE1IenwiHobbaqFUqmF1haEGGlweSujdpqPyvBEscbrw0Op7khhvFtJwyVGjKByJwF2p9MYeVWAX/x7FevmcV+H24l99rWjuhROoBoUKRlBjb12EQvRaq5A7juXy3qDTjvoYD8cKJ6Chw8KHYhvHw3l/ZLJo2T6KdSZHM+SC4ioPu+oAJAemkArbCXhkhCmESDQUkqTQTILupS7WSm0US3UMZ2IYy4cRD9Ml30E0HIWhGbDJ2Cw3sVq34bCsbdfg8pBt2xjJ5bB1dBTjk6O4bPdFaDcq0INNDG2cRDizFWDAVKdJlUHuS4rVukucQhNdu4XA4hKcmi12CwozHacOzW0h0hNEZfXxXXh0sZKraRnwB0cRyGyEHx+ARgcr+Swh8k3JW9XgSWJsX5YQX7Uq2sSJ2HOHiZmTIVBtCRLokvXWaqFRq6BaWUd3vYl2sYigOFZNxOlY0IlLYbOiLanUru4jr0fQDUfQCYbRMkPQ2HnndeXaw+Ycy69OFZGujrDjQ++QR9yCZnQQKOShZbNANA7IyDwXtYDgZ3x273mg5c9X9xIl5Osd5epFuwVUinBXZ4FGEwYDVjimqyvXlgjHxFm0VOCJYAg47lmtoFkto2HXpFCkA4giNEU38v8COrmuZAAaaGohrHsa5uttLFfrmGtX0OjY0rAYy+QxpIWR9YKYtANIUZiMmuJsiFpJCabwmMQe8NHlfUg0DFE78ZgSjK9/6+t+xu/4u7eiulbDwvFlVGersJdstIsuTE+JhSKm63ztNCMLuVauO513vMeEuddjRSoRSKWfynh9b+xfBUn12KcyCkkmuCHhZbx/gyEfg/mM7KWJhI+t2wsoFm2cOr4Ip00hi05ST41r97LK+jxVFQigBCmui+c3LeX3e64/1YRQwlL/91WgAMezgrIO8NfiYjUtnFypo1huYyDNwA7g8NklzK1VMbkhh0wmIQIoBUflgFJCCesZJQiG5JDJ94sjwtOLDLZYh83Eh16QHe8RsjW7nbYIq1dfQc6YgXJlHbVKWYJmrGhY0D+NpVV0Wi3hlW247L3IjE6iowdx8Pln8NhD90qTWtf6wV7/5y0g8zS+j3w+g5HhPKyQLonVZKpLc4FiX9dHzjLEsZqJGohYfE8MGfW3QmrSh0FiVoAMSjKH6XAKoOl2UWu2cGqpgdllBiJ52DKcw2ReNdZpimfYWiccxTNHZrDSMpAdGxeHiNH0kCerbGAQCY51msolz6kBcbaJ25BMX67fXYSTeQyNbcX4hp0wjDgch9MI5NByPFuhVvqCEi821wwRA3tCTt/NJ87WtoMuXaIBQxpjghAIBuDIGGVI1Yw9AU1N6/DG43OgIZvKShP1lVf244XnH4Ouq71K/i3TklqTz4mqBzqqzuuxNoV1ya/vG8JlJEeOdRv5i2QRclRQkBT9JkAPX0GR+Dd+7Y0xVh8/8KISxKXJHwC7fJXVEhwaHoRlR0f1iuBeKPwrkei14B4RKokNkJFz1sh0rJoIcPycwiqZfK02vvH01/H4wkHsGrkCk8EhrNVmsH/mOTiWAXOxDb34Xmkwkf1gdDlBElRTLr4BjxddW5Ogv4FcABMb65h/7i58/IYWSosm1ssGigzP6zJBnfcUcVCG5Bi87aaLsGPLzledlIoLrsRPOolVoIgKFvS63Pd9tBq28I19NvWYISD3XQgdNhSjWeRHJpGd2AY9moYn6w6NB3TcK16x3bYV07sndfKane8U7z+FvI59J+35TybvTbq/ZmbOivOVbL/x8TFJ9m606K5TwnZfeFX39Wtu7L4po/9vilAo4Vc//kOafD+BaFHCnwrK6n+d/sef/Lvn/znF1B8XVxlQq/ZFJbSqf1P+32uu9bEnEqTV47UTk8TajGvM0loRR59+GDfvGMHMehXfeewFdH0Tb33bOzA0OornDj6HveEchk6VcKR9HJECgzZDePjkGawRgeVquO1978LWbVtV0PCrrmWxLcvGo5Ad5yOjANv1etMKvRqAtaHYVIlvotCo/vzAM/vxo/sfhBWypMnlBzSENWBfPi1fq3Dl9Zi46kpZF6xQuOeU9YQb3XXYVCEWhs1fiLCvO22cPfEyzp08jG6LdZIjk5DD6TS+9ugbc6x+8Bd+W9jJ6ysMy20jP5BBJp8FwcJEO2iegZnpORnzTyWT2LJpE5LxAOz6HEythoDUKxSi6TFQwiqvc5/La9usz/gaaABRDOjl5RUcPXJMzqF3vv9DSKXSMpFpBHt4kGAIkfOEVTpXeR2417Km55lNDEXniau893i+YLPvdz/9W/jbv/5bBHrOS+4zF20awh1vugKG30W10hRn5VCuIJNG07MziMVj8jrWi0VEY1FB952ZX5Lpp07AwMDYpASjHn/pRVywdxcKhSzu/ve7UKvVxYFLF3o2FsZV+3bDaxSlHhwbHkYymsDp6VPiwL1g3z402y4efOwJpLJ5qWUq5aI0XYgmyGZTYiJiXWmxDnBdpOMp5NIZQUAcPnQEbTiIRRPwwmFkt2xBKJ3FymoJCwtrEgY2deYkHv/h93DhhmFcfeF2CQKvFznxQtOTgWjMlGb6zPI6HnzxGG695WYJ+RoeHkaUtSC53b0AUeYk0FD2j//0z7jn+w9g8+QE6KNOGDoyInSHcHzuHObKZWyYHMFFe7ZiOEeGcBdTMws4cXYRiytllOouBscm8Cd/9lls3bQXTz/2OO793leR0Ww5dzWITwyZsKIZXHjZtbj95z8Ot1VHq7qGJx+8B/d855uYGCzAsRtwHRvDgwNIJeLiFlV1MuumKE6dm0NhcgLvff8HBDE0c3oa9959H558+knEbAfX5Iex1YogmjLRTcew5HsohwJAWE1Ic55ZN4BCJIuqr+PpYydw6OxZMcOxZF1ZK+JXf/VX8Nuf/g1Z/2emT0ngaDKdQcPu4oH77xeecMQMIuB3sLq8hM76kuShpMIRpOJxdDlVEA5jYuMGZOJxzM/M4PDxYyLORkIWhnMFZIm7CwYwtbCEouPhTbe9B1fdcBOSyeTrrtH/K3/CT4XVn7i6dYeQeuD2zWlYsRguvvIqXHz5JbKxv3jwIBpLSwiT7RMypXhzm7bii/GA6zOBvSN2aY6eLhcrOH7qDEqNNmKGjkYwhLWOjrTRwaawBpNeQo75vcrFA2xxrCrmJx2rZK2ye0yTAhdX1+fYOw8yXekyc5xNxFUEsF5yRWx65+3Xo1YsIRlJIpXgCIMhHK96tSruUSsSRbnelvRJblgUB1dKFTQ7Oh56fL86RPY6tVZQQ4KBR4YGk91OHgTlQMkgK/5CF2G1w7HSHnyH3480a9jx5kJId0MAaHm+CKuOHoILA9mhDD700Y9gdOOkJO5pCCKVSMOMRWRMrdlmF+0EfnDvgyhXm6jXa7jisn14xx23Y/7cLKKWgT07NkP32BmjaOXK4ZxA8fsffAL/9M9fgscxFcLHdQ1xHUgYHnLhkIisHYoeHU+6LeI2YrESNPB8/Go48a2YO/EMBjsnsWs4hYs2ZJHgGDTHRp2udJFozScCgCE0DPDiIXlmpYVXZhdRrDm4el8O/+vXLpCDvEsRrKPSShfnFzE4PIyIFcH+J47jocfOodhM45LrrsPzzz2JlGUK0Nswo+gGDGzZswtvvvlm6OEUqtUKVstl/OXffwGzM/PQWk0EvJZsymHXRyFuImEBbQZr6Tp4/ZhoXrJ9rNVsREI6UjS48eAtXD9eSY5F8941sHfvDmHeZtNJuW+qtaakGCtyIyeSTcQiYQm9YNevVKthfHID7n/qRbx87CwKsQCyZm/MUkKqVBEtCa4yqq1EACnWe2YkfgcWXRE9x2qdBzgRVn1xXPYdq00fuOmai+UahnVfNr4//N6zr3t9Xqqv4dc//QmcPHoGzVpLCpeG3UQsmRbWTLPeRnG9IuPpxFXwtZMfzMOKSqLtHW5kbJ+uMZXyGBnMi4ucoUGRRALdUkM4Pcrp6oMMMjoe1chbT9SSP+PhVYl5yp2kHGp0CVLgUUUbn3dNOtR8vDjuycOkTXcdD7vCdSJLEWg2mvIex1IxtEoNxMwIYskYZpfnoQdMhMj2FIeZLkWjuPCIGwkAlk+Fy4GhdZBNJDGW52GbrLEaik1geb0BK+hj00gKKQqVHQ/RsIkE74twWBiki8UKvICJ8UwcToDJvF2cWyjh0MkZaWjccO1OvPu9/xcSVhid1gqsxCi0yDB0o4sAWWAc2eQaxzAquyWFoLe6jPpaDV67q3iCno0Am1wu2zAcUeJVciQogkn2HEH3BgYQyG9EJzkCcGw+bEIzKUZymoAOSXJFXxsppOP1/HFbFRChAjF84Usq16rdrIEjopVSEd2VKuxKBUE2HXRDxunCekhCElyH45RMCfZR0Exxq3ZCIbR5eGfxJ2njKqSLL1t3q4h4BizXh85RzE4TZi6MwOgokMxAM6MAQ2cYpiFj8jxUGWrhEvOpYrPKJCTvTbcFza6h26ihW1qHV16C4XaEl8l9h2Nt0tAjxqHTRaAbUlzTjo9uo45qaR2NegUNvy57AsdN3a4jjmAm0fPQw0OAZ5ioegEstj2cqztYa9godmtoM/AvGsFIMoc8uVudADZ7FrKWhSjdF3Q2WDERwQnP9in6EwcQj0JLJYBIDH4wBO2Sq1/3M37FL+zE+kwFxekqmis2ui3utXTXkG1H4UQJXORUcQ+QEcGem77PN1U9FIqbdFkppjjHWJX4SZ6hul9kFJ8YCU5n8O9QVGESubg3DUlZD1ucNKkr1xxCsIJR+RzuGbIe0AV0nlNV1kn52mJD/rHR6f4aqoQEBbw737UqAZO9EA1hDfa+d4pxS6U6jszQhWDK3n9mroiBgRTyIxlhM4u7tecAJAaA4iWZreJqJHeYsSsM9aOwOl/GGpN0yZOmc74ngAjWoNPG+HAWl1y8C0G9q0KEGOAQSyJfKGB9fhELJ05Cc2zZs8cvvR3jO/ahG4zg5IljeOCeb6NWW5cU2h8Ltz5vHJ5IFsPQMDxcENcqHTGvjvESsyTMew0JAxiOGUgGafQOSCgjR/wpxHLtoiuPYaNc47n08kvwPSQWyPUNWbcZNOV0AyK+UVglMqXF5ocZxcx6G0s1H+nBcSSzWaSTcVgWGXht+KwFQdYkf/a1UPV+su6jY3pi86XYuvNymNEwmgy26HhoN4kC4TqnRB5e3z7ugb/mnnC+SNUXCXm0pzulwfdV2GdBGGETLvcnKAFfGlMUdbnviHufTQMDiUgKtdIaHn/8XiwvT8mkgmWZsCIJHDlyHC+9/JK4V7K5jLjDKJZR0BCcRq+h7ttMXXfQ6XrCvOTdzgCNSrmKWlsFEKr7RD1TfC1/+bl/et3PNz/hsQMHlUOzL1hTDF8rw27SQ0/UUw2nTx3FuflZBENWz12mxtX73PNXnZWmJdeCgiqRJCKkcDLN7uIHB7+Hu47cj0JuKwYjAyi1lzGzMg2z08R4R8fc9O1w9AS0Duswvhc6fMMBtIigKByngq6uIT/QRHPxSQzUFvB/f8zA4owNR9MxkAnAinqIUMAKGHh6fx2VShBbtk5gMDssAglDaBiU23fasW9ALnyxq2OlxpR7FynTxHguh1zYQFi3JRDQjMUV7mFgA5JbL0UgHBMHq/JB8FooXADXfb4nrE+5D4pLkYJb3yV5Hq6oP13Txyn0Lx7/m0LVgw/8CM888wwajZo0obZs3Yo3v/nN2M3QN8cW00UfJ0HruO7/OBriVdGTd9V5+KjzbxJlkO4BjXpibf/PlRCshFH5VW/SSDml/0/RVTWxXxPd+Myp8XvWdurP+muboKt0or4qmJ+fR6lYkcAgNppooKCrLGyE0Ow4cItLeN/Vl+DU/BKeOjSFVtfHjm07cdNbb8J9P7of21a7eFdiEveeO4jVQR1tK4AXTs3CISrEAd75nndi67ZtUhuyYcf3jMF1PAcyPKvRaMnXLJXKMgZ82WWXC1aB0wRsWDz5xBOyB+UyWSQTUXG/cg9k4+Huu+7GwsysjPKzEUhhNR7UcUkqLuPBL7U6WBOkjIVUgo7BNAaGB+VnKJ6S7AN+X0RC0by6fOo4Xt7/KEorM/DaHUFR8USRNk08cGj6DT3fH/zEr8BudbG6tCrrJ9FlYxPDiKbi4vY/fuw05ueWMDk+KSnql1yyD8ODacydeQG6syZGGWkckfzUVZ7d84VVmlgorvbd3CqUL4jlxWUEgiYuu/ZGJJIpxQj26GehycGSsxmdlBQt+bGPA6DAyLq+b4bo4wDkqCMOTxe/8+lPC3OWzSY2e+yOg62DKVy1ezNiZhBuN4CFpWWEA0GM5gZkDRIWtuOgMDiAHdu2YX52GrNLy8hPbMaJ+VU4IU4tWYiFgti+bSvsdgtf/NcvYGF+QTi3tWIRE0N5XHPxLni1InTXxobhUVx4wUU4duww0tkMxic3YmpuDg889iTqtotkLIFqtSxIkOHhIYQjFhq8r3QdyXAEXdtBLGRhtDCMay+7BscOH8MPnv6RTMk6gQDsZAzju/ei1XQxP7sMIxzF1NkpnHzpBeweyePibaPIJWNylmZGSSoZRTKVQMPXcW69hicOzeE977kT+XwK+WwS+VxcAt+6Gp3zISnNdd3Ev3//Pvzzl76GsbEJFVwX9BGyDLSqVSxNT2P35Bb8zJ23YiBjQXMZykYtIoKjU/O47/ED8pH5Mu/6mQ/hIz/33+G5Ph578N/x0sM/RFDrIhlnsJaHaGYYV93wVuy67hrk2SwayeL0KwfxF5/5H2iXVjBUSKPVrMsZKGyZkr/LZ5T3lxWhKSKM5OgQtu+9QDJuBrIFdAImXnj0MRSfPQjr2BSSxYqEZTaCAZQSURzrtDDftoX/S2csvTh+yMBctYqj51YQZvgrLHhNV5r3n//CP2DPnl1oN2t45KEHsLa0iNENkzh6Ykq0KzbMKGDPzU4LN3dHIYPi8hIyloUrLt0nTngJuEzEkYon0K43ceCF5/HK4UNyXpwcGxd3MgVYIxaHG4xIvs3b73gPrrjm2jf0jP9X/aSfCqv/ibD6s5dP4rY734XdF12IgMlNzcXc9Bkcff5FGaOIkDEkSLuubEw8GFF64nB1022j6Xaw3mjh5aMzCJEVGfRQgYE1V0fG6GJLTJdxD3FMnSescjyLmzPH/yhg0nVAMZQHWRYLTpduTleKCnGDUqSio84ModLsoFTp4Ja3XQ/T8BHq+sgnEwgEw3Dpdm3b4kZlJ77tuBgfzApndHFtRb7fE2fmcOj4HFLhAMKmCs7hhh4O6eKu1QWiHVQjs3LYU5xIHk45Eqy4s8oF0D8MiGuCPCAjiDWy2To+Gq6Hpu3i45/8CG592y3i0iyursEyLMQicWExERFQb7l4ev9BfP6LX8F6qQrLtPCOd9yCd7/3Xfjql76EN994NfZdtBOtWlXGHeiq4gLDhffk6Vn82ef+DqvltozHsMQPeC6Mrot4KIACOSa6C73rIEARgkID2YqhCJ6PXgvXKuDcyWcxhLPYNxLBvom8iEccH2CRS6cGO20cno2lUlKs1OplnF5s4NDsPGrtNn7mHRvx8+/bJCI8/7xVb4rASri1FYljcvM4ZuYr+Id/eQ4nzgbw3z71cayuHMbUwVmEYzGY8RRGN2/Gm95xG0LRGGrFNrq6i8OnT+KPP/tXKFWb8JoMEXCEbRnudiVQI27qCHUcEb7C0sHXhRdDsZfXkqFS4UBX3Cy8b3kwaXfJYQ1g247tGB8ZQCSo0Ah0vQbCcRHOfbchnWge2tm5bHe7WCuX0QnE8cjTz8BpuxiIBRHVWIhwDE2NLEpqKhGY4kbsBTn1QohUef/jKAAKq7wWFFb5PVTaHubqHVx0zRX42Pveifvv+iZMjY7VEP7n3W9MWP3wx+7A6tIK+xNSJFoEg3scl/BQXG2guF5DPB6TZ43mCB5A7WajN/KoFg0ZI+fINMGI/HdG8ghGwvCqLZjxGJxSTbrh7LISmE+OGZ9X5ZDoPycqYII/+04L/lrGh/im9ecloZycPGxbQRNRi8EkOprNOmyOn8kooxKyOaLVareFC1tIDaJWqsHVHASjIXiuwIpFNGcRyfuY14Vp8BRQyGtKhDRM5LNIR2LiwHf8NqJBYL0nmvHAPVHIIIygjJwylD5mBRGhK5wsJE8JSpdPDKPSsaX43lAYRaPm4sjpWay0F7Dnymuw6bKbYcSy6BZX4LfqMEIReZ9lFSEbtE23JZPpbXjr66itVuA0lVufCc3kgEaZpcaVUUKEKKySxdqUrqrPZM38BnipQSBKYTUsrhA/SE5TQPh8TFyVUcZ+DoMcKNWhjUEWSqz0oUtKsQvXqaFVW0WluIbKehHdtSrcWgum00FSCyJJXiodHBqdQBRiuUL4yPlBdEIGvJCBLrEOpgVd2HIUYSnaMwfNQbDrI2R3gFYdHd1FbCIPc2wjEEkBQUuERp/fO58t4eby3uHNROeSIw4DNbPrwG/X4TfKcGs1dGsNWE4DBr9Qj5tIMYU8BL5tcPm6uafx5NVFq1ZDmeNEThMOE7E1BneRGUt4Ckd+6dTk2h6EiwCqHR9LbRfLbRdVsq25PrJhEo1gMJVFXreQRghbjCjyVhTxdAqBWBKBYBRkfni0y7C7H7OAGJmrFkCcA51kOy993fXX0O4M1uZKMFoBhMBngyiMjggKfFbCdP365IMr1xexN+LH4+uXVI7+dkbhsisCAZ0+HN9XjD1FYGdQlThY+04mOlaDnDChuMPANwcBje5ehZYIBdUILdcEiph9bqv6N3oYgN7X5tosAgH33p7T7yfdY/1791W3ak9I7Qe4iCNdDshqRJEDakePz+FMrYxavYWthRHEB5NYrddgUlDqNRll7I/3vSRjq4AWOlHZ6KEQzWDFucUyiuWaHJ7osuwLvuKG7tpIxULYs2MS8UgQIVMXRhzdIdwDDzz2BNy1dWRjFuq1EsYvvgnjuy6HH86L6/OH3/smFhbOSAhlf0y4LySLGCZrqINMNomhoYK4xCgmyCHY9WA7bWk4U8yMaD4GwhqiuivvO8f4GUrBJmOMIQ3EavDPjRAiPBHx2dVlxhWeoyHGWkrT0fYMcX+g04TLQ3Q4DhsBBOM5xPIbEIgk0SC/vN0SjAGxrvC0WgAAIABJREFUCfKY0qHN9ZwNk94YLw/hbOyQT5hKjiOTG0XTaaCje8ikc4hZacTjSYXm6O2hqsGmaixejz57tf9wCAamlxZfbtbEsStIAL4OXUM0aMnnyOopwqra1ygikidNN/b01DE8u/8RBPQWTDY8tBCOHTuNe354P86dm5cGYjRmIWpFBG2UyWWQyaQxUBhAYaCAQiou+yYPaWSAi7OPUzE0BchSqvYbNpz638uv/spvvu7nm5/w6P6D0HsoAGkgdIHqehnthnKsrq7N4W//5i8wdeaU3LOxWBRbt27BjTfeiGw2K4JYXxykoMqgNqIAuC/0A6zoQH302MP40nPfgh7LIBSIoNWpQ/NtjJUXcUE0ggdeuRV2N4eAV4MRTEAP0CnH/Zt7NJEUXaRzMeTSRZw9+AJCziI+/t4Qbt6zjnCwi0TaheYw+KeDlqPhmRdMHDsTwHqlgdoakEoFpXkQCtFtrZiOkWgWJxYrePrkHFZdNq47CHdtZEwd775pH7YPxVGjczkUFAeTnh5D8sLbRFTl+s9aQTUeFA5CxFIR7mzlnpem0WuXRTV8X3PKS9uHfO0e/5ffU7lcxnfv/i6ePfCcCLTqfqWLtiEC6cc//lFcd911gjuTZ1hCMhU/9PxnnP91vgD6H90cbHj3zxr9v9//e/+RW7W/jv5Hwmr/vKLc+HSKqwBDqpCSBSFIAMVs5Wu2W2088IP7cGZ6+rwGB4dGgpKJECAXneHEdg1XTm7E3Oo6zjLJOxBErOOiUBiBlwgj3nIwUXbgO8Cz+jraSROrqxUV3OmRAR5BKpWU/YIft23bionJcWkAnjl7Fo8+8hgqlbo4juk6/PCHP4pqvSbP5czMNH7w/e+Li47Tlb5v48ILL8Qtt94qbNUv/+sXRRzjpJEwwg1D3H6bmKgei+F0w8Oi48hoOPd3vh+hoI59l1yMgY2bxdgTjkZhxpMi3EbbTZx64Wns3/8EDE2Nwmt+B0PJGB54eeoNPd+XX/cW0OavHLI+IrEILHK0eZ4zLUxPzSEUjMjaQ7FqcmISGzYMC2PVrc7Dkk2ZZ2YHpm6p8MFemJpagxy4HVv2I55jpWzyFDM6k8tjYstupNIZuf4tp9fg0gIwe+P/fBbZVBJWMBuuIqqq1953sfL3ea+HzIjUk5/5zB/jD//gDwUjQFclo9E2FxJ400U7EDY0LC4uy7Xct/dC5JKcKG3LnsF6nq5ArrWV1SXMLSyiY0ax1jXhJ7NI5HKIRiKIxcKwm3V8/h//EaeOnpTslHqlimwqghsv2YOtI3kxSXFv2LZtO9aXl8RV2e50ML2whEcOHMTcWgm7JibF3clnNUwUle9JzgNNDBabgq6LsKYjpll49y13YsPgBB478SJOnz2N544cQlXXsfPSK1G3uzg5vQibtWbQwOL0aYTbFVyybQxWoCscXO7TDJXkVIQdjOLY3DqKdgJ7LroAO/bswOTEIKKGjViIuocKcmXgsu4bePzJ5/HXf/+vyA4NSwORhhOaRGbnTkPvtPCz73w7Ltgwina9LFgzIqgMi/dRCgdeOY6v//u9OL20im0XXIpP/85nEY1kcPrEQTx299dRWphCMhZGueVjYHInrr7+Fmzas1Oexy0bN2AgG8EPv/NV/O2f/5FMAnO6mCiABH+m4lJfVmo15PMjiBZyGNu5TepZNva2TGzE2IZNMrXrra/h9AMP4cBXvonkWg1Jy8SSpeFUOoZZtmVd6kEe1svLMLda2DC5EcX1No68MIPFM2sIuDquuOpi/NXf/ZWEk/FGfvn55/Hdb38Ljt3BzPw8ysUKgnoQkVgU07NnsbyyiPe+9UaUlxbRLK7jjttvk2BzhoeyVk6YMQwVhlCu1vDKsSPIxBMYHhzE17/zbRyZOoObbrsDsfwgDh87ib0XXYxf+a03NnXyhhaG/x980k+F1Z+4SH3H6tc/9z8wuWmjpIRakRA8pw2t42J26iyOHT6KRqUixbLW5egcu1Hia0PLbcu4RNVxsWHbTjx54HksnppFxAyg2NWw7geQDXnYHg3AZDI6f8o4iUpbpEDIIlSlBJMHqsloHt0k4nrzeLBhcjNH7jgyRPefh6AZED7Tet1HemAUm8bzGE1HkYmkoDN4ggduGR1lui8PQm3ENB7QNayWi+ImYGdjZm4NQ6kITK2LlkNeoa9YZOLQ4QgGxRQeClUEDkecKTDaHfVrcSTw0MNDGUHu3Nwoqro+FloeGloAtucjkUrir//8DyQMzG5RHGTYkodoIqH4dTqt/j7K1Ra++LVv4NHHnpLRuk9+6pNo1mv4589/Hn/w/35aFjg6IhjC5LotBAMsGkMol5v4zB//OU7PLkoSvSRacqDbU8EsSQOYtDQkdR+mZyvXZigKjwt76i2okBG5Oot8dwaXj3i4aIhQ8awUiNVaHRq5JYJhaCObycqGU25UcOxcHSeXFqEHHNz5lhze+bZtCIej6Dgd5Txok0/XQBdB6NEBPHlwFV+++xAW1h38/u/8Ki7eNYnF0+dw8OVXZAP4mQ99FIl8QcIvmpUKNNPHgWMv4wt3/7uMCWi+i6kXTqC1UEEQvD6Qe4cBQgXTxHCI7Egf9WYL5UZXxh+jIR2m0UGQqctsCOg+6h0fy5UuoskErrhkj4yKEtotYxrxLDQG//BAyeRfQ5cuLQPUyKt55PkZ2K0mCnEduYgJXRwPbg9EReFHHdIFBdBzDCimoJpypKTIgz9vlbrtoUJRLRAQVyqxEw3O2WfT+MQv/xJ2T47jvn/7BirLS+Ke/a1vPf26l9nF+iquuf4i6S4mmOrJYiHG12Njfb2N1aWWhPNwZNTp1OV59GCgbfP3lcghYjHDrBxHzQJ3fJjDOYQTcbSW1mGlk/BbNtqNprw2svI4PsNfs8HBe125d5Q7Sg42r7K81LPTDytQI9iqWcGiginLDCdJxEzpiJZatnwLsWhUxlr53ZKJxETqXCYt68pysQQrGoXFgzRFArsjGzaFc2IOfF4vepYNC0lTx2gujVjQQrvVFiehEdZQbHqotZmY7WM8l0DciIprj8ZVNjVikSCy0RDyMXI1U8hFg8Kadhwm0weRiMYRjAYEPeJ0DISzKQQzdC6OwwhbCNKFrEVEYPKZHN6sA80mAkykL1fRXquj2+b7T5cVx3wZ7sRALg062T8cTbMb6Nh1lSKSHwIKo+hmstBYyPJaBynWKWFShSPJnLW6hxRPoDd6qwRqEbd5oOow8ZjCO0ea51FeW0Z5rQR3rQm/5cByIcJqQicbmGOvHCHsikudFy3ns4VtIhAOqXQvCZyiS8oSByOddV7bR6DrCN4DrQaMuInIxmEY+VH4wQTnihQGgN87MSz8ybFTXrtOE55dl8aHMOK6LWhtvn908FKkdhCiG6nbhEcOLUUYaiwO4NuATle6H6C+Ds/uyPhPqVmB7XfQDVAE6aBlU1ilOEm3MxsyXGyC0lhowUOl66DcddH02RSLiGuHo7qZRAoDVhx5K4bNRhQ5I4RwOIZgJCGufD8WRDduIBCLQ49SUDXFuepzjJ0ogO0Xv+5nvDCRlTGzDEOCtADaTltEYU5u0C1IfjfdpdRQbY62M9G61+Tsu5T6CxTXJ+61ryZO9ziNSlRVTFVhrOpqr6bAx0kS4bbK5EdXXFkUJmUugM0/5uHJWDj3egrU6t4T8UIqiV70ch8JcF7gT19glDHm85AAfQai4AN6I3NyqOu9VotCvm6iXa+g1uVIpI58LoXDi/NYJhPUslTitjTEOBqveH501ihRxZA9no7KUqmElSJRSG00GkwP59h6D2mi6ZJgm4oZ2Do5gqGBNEaGCiLC0bm3f/+zOPbcK9gxMoDNowOC76haI8hMXAgjPSaH2Hvv+TaOHX0R1Df5PvbFE3EIS9CNLi6XkVHijqSzIsJ3s9mSiYN2uyUhn27HR1jzMJI0kY9wv+sIPzpqkR8dQIysX5Mj4DoiZJkZSkA3JEiNr1k1zrlmcq2TppgIuwqPIMPlFKwZIBQIw0MIjkf2MNANhdHViR0x4fsK+8Dvk7UC3crkGHPKxooyGCMNRwvBC0SQyQ5ieGAEMXLchW2r0BQKhawmPbhGErFCAb3/g9dGaknDQN1uScCHYEko5gaIuei5eHv4CIaZ8fN9NlTQhevUcejlAzhz+hVprFN0PXRkCt+9+z6UynXEU0k1Vhvw4bZU85TiBJus5PBGoxSCEoKYInNv1+7dmJyclKAT7k1shEr4oIxMqyYrf7z/Zz/yup/vvrCqGcwaUM+S4WnyzDeqLdkHV9cW8Md/9PuYmZ3u9Up0RCIm3v72W3HZZZeJ269vAKATmZgECqp0phkhS3FwfRNPn3kKX37+m2jJVFpQ9hk2dq/VVrFN1/C/D9+JWjkLw6/AM+Oy/xqaCd8LoavXiTrHhlEHtfIx1JqDsKsvYWLgavzCzS/ixi1HULdDEihoeI5gMh583MP+Q7YgVnZNTmBwoCCir3KKclrKxJmig3sOHMf8elUEfg4Dad0O3GYd+ybTuPPaXYI14BoV8tuww3mE990hGByeW9jZVTWIatBxzeAZQRyryuepgq+EaUgOf+dV1ioD/ogAymZzcg1Z11FM+v73v4/7fniv4rv26r0+05b/NhFSn/zUp7D3gr0q8JYNIwa0dnv4sN79cL5A+pM3Rr+x1Iud+zE0U2/37jVFe9zwV12tvf34PMdqX1Dtf1RimytnBDUJwPe752ZlldRrSnAi6J67vofVtTVxQavXqu5l3+B5woSje2jWisj4Jprw0NIdZDvApkQW6cFRGIODWC6vYuHoIRS8EGZgo+S74iBlacOJEouNRTCIOCpnvI0bJ3HtdVfLvfnwI4/jwBNP4crrbsDAwBCOHj2Gq66+Gg8+/COkk0ksLy+hWq4IssfvsnnYEGfiRz78YSydW8C3/+1bCGpcD9km7cIyQ4hBRy7Uled4tWrAyWXhhUJwAgaIOagVV7B54waMjI/BaTWRzKTRNYnA6yJHNMD6Kp566knh6wsHtutgLJ3E4yfm3tDz/fb3/BxcCb8LIBqJS93N0fiF1XMyGr5z+x4MDo4gmUiLqD89fRajwwPYPBZFynKkPpR5D81DgPVXDwOiAmgpshJfQuQSazyeH7km0YDkIpPNYXL7XqRTGRFNmRGiGLwsLVWTUomnij8uAqo0mhW6i3/Oj7KnBvnfKpfli1/+V3zqU7+EEB3xARMt18VlW8dx65UXYCjNbAbFxeWZhAIv2bIDAwPicOW9xtfTsdviSm4HogiNbEHDiMqElnCR2UALm/jC5/8JTz/1DJKJJFrNFpxmFbs2DIm4mgkHUVxbFdfvSG5AnTsMHWeW1/DNex9B3Qtg10AGg/mcBPtySonbTzaVVucHagHdDkzPx3h6GHfceBsGkgPQxvOoOE08vP8JPP/KITlLN7QgmtEswvlB2BqwMnsWZ1/aj5ThIG0B2UhQWNwU90vVBppaDA09joqeQyRdwMDYBlx62QXIWS70xjLi7RXoNE/wydACOLuwhi985VuAodi3wUAIdreDc/NnsGPDAK6/YDfOnDwijm66mi3ThNt15VmKJLK46wc/wsunzwKxHH7rdz6HN7/5NvzbN/4FbnkezvocyiuL0ON5jO+8DKncCCY3jsvUCoP5tm4cgmeX8Vd/9vs49tKzyCfjGOSEn2WiVqtiaWlBXKuTFFBTcQxsnkQwGlONgHgSiQxDvhIwI1Exrs08tR9H/v6rCJ5bRSUexfGRAkq5ArqeqlsYujV6SQHDqQimXzyE6VfOIuArRMVV112ND3/so4Kgi0RjaJdr+JvP/iVK68zQAUrFqty7nKjhtFzdbmIkFkan0UDQc7Bj2xbhp9ZaLZiBDuKhMKJmXBzajVYLMctCJpXEowf24/DMPK6+6VYJzH3uuWeFp/yFb//wDT3j/1U/6afC6n8irD5177fQcdpIJSMiIpL9JyMjHRcri0sirpZWVhEQl4AHx7bF1UcPY8N1EM8UcMV1N+D02bP43le/hlZHR9kLSkJfSrOxIxmEyUOrsHzoHlSjwAyRUp1RFTBDF4EphzXlqqKAKXZsfg4LfhbWXR9GSEez08FSuYO1lo/NG4dx5d5tGIzFhU3SbDZkrJm/JmeHB2S6DqKRMIrVMl45ehxnZhbErUNh1eg68jq47QorlUKvJE5S9KSoy0MH3zwetDqw6cagy4W/0xupZHHQNUIiqtLNxHFRsl7JT732hmvx27/8Mbi2jRYP/yzt2RW1wooLpunChaw2bHzj376Dx554SgqDD7z//Xj80cdwZmoKn/2zP8AQXbc2x644bt9EgAehYBDtto+/+It/wLMvHRZXlxQ+PSGP7zdH4QshHeNhH0mPskAQnWAUZXMQC/krsbiyjCgPyKVTuGEzsD0ewACZtLaLRqst4S98L9qtBlKJBOIRCwtrqzh+bg1lu4FwuI3rLojjbbdsRzAUgeYF4bZb0hFab+l49uU6Hn7+LKYrDs6tN1FIZvHrn/xv2LNlK145fBjf/cF9WCvVsXPXHrz//e/D1q2b5X6sd5v44YtP4v6jL8DKpOGXWjj8w6fRXCj10AyKuUSGHB22w5Egwgz7qVdhN8iN4dijgYi4e5UAwIOAiyAWq4Sp+7j04t24bNdmdBpFcVzJwY+ic6chaZYscBjGVW/bWC4X8cq5Bk6/chgjMR3pMF04HQRN8sWEXCibsoxhCbNKPXBCkdBUcIF0wyl2aT4anQ4aDot1XSDsPDRTbLnhznfhTXe8W0S2mWPHMXXoJTRWl/Bb33j8da/NFFYvvWILxsc2ikuzWmlgZLggToSZs+uo11oIWRY6XkcESjou2V3m9WNTgqOu7DTySNskCoLBVl0dicIAYtkMVuZmZNQ0LqydBnyuHR0PHnlovbTtfsiA4py+xsniYaf/Q/AiIrDyQSMQne8jD7Ic3/Olgyw8SPIK/a64gzZms4gYXIVUUXl6qSqbORPqGy1yWiNIJyxh7dKx1mywqSCPsRSeUgyaBmJWSASFIJ3zgSA8A6jWG4IeYEc2HYtKsiUD4ehIY5EasQLIR00Mxk3kE1FkkxFp3AjTkk5by5KRWzZB0GHARxe2W0WDa0w0g2R6BJHMGKKDBQS0EFCzFWeVrt9qDe76Otyyi4BuwdU5KttBoN2BQaIrGzk8WNpldDj+HjCBzAC0wjD8dEFEO4PCKvmmQbrwlGNV1Hx1JHpNYO3PHvNaCVvUhucWYbeZOL6GWnkZlfVVVIsV+AtNapownCAiuokoc1D0DoIBdtZ9xazVDIwYQZjJIIKREMcX4JNDqZEFFZbGAy9C09YQbHkIMcnbd6FnozDHBqElc/ApCBtmT1glJ1a5mtkU0boN+E4JXqMOn8EtXYWnADnVXbryO8KIhdNSzFW3xXlAEVuZLuA7HF3nT35eQA4W1UZVii82T1yNz2QTdbcu7lseCCydiekhSZIPhkPQgxQ4fLgSckVEioZyC1hwPJSCdMGEMRFNYMLMisuBjbNwIoowWZ9x8lTj7AxAo/BMMUm4sbw+AWhbX7+wOjDEcAbeq1F0O47i1FHsEm53D/sSCso9yX2Hjaem3XMq9ZAcr7pDyaXjYcog40sheig+kDEu+A0KrByP4simoX6P+6PipKrnirRLrssqII1iYb+hooRDHogEnSfuMXVHyufLbakaLa9iKnooAt6yysmq1g819t/7t/j1+d8M0jGC4sok2mh5tYTK+orw0TK5QZTdFg7Pzsr0AUPx+Brle+FrEncu1+pew1QEVgjfuVyuoFxz0WzZqDc5rUHBXr02suaIICpko7jk4p2YnBhGOp1A23Vw7NgpPPv4M4K72Ld9A0byCViWgYV6C4hvQnT4AujhJB555D48/+xjcj9RzaMwTTemwiIA8ZiF8fEBEfLIhqTgRCZ4s94UkZcuZDLzZL1mwFU6gclUCGGiFyg2BYhTUcnVdGKFuS+Sncr1j/cFJ3PEacQJGLUOs7FM0ZwBTbyOXDrUAa83KkxOJUMLGfpI9nDAQpucTQqrPHBLE92FKWsEnzvlaibuyTejyG+/AmN7b0RXV4dh1cCmsM1GUhcOhXSfE0OeuP0EudRD6yhkBI3+HXH+sEZZXFiE1nON8rl1e4FTNOGzRkom44gwmAMhxOMmFuancPCFx9GoFcUBzFmAQ4dO44knnkG93pTJJNaO3MO4X/NCcBqH7z2FbBH+2FyplhFLJvDhj34CN7zlZuFys2GzPDuDgOFibKygmlYdCmo+PvDBNyasPvLMcwrR0xvP5t3erNRRK9VFsLObVXz2Tz+DFw8pFiuneoh92Lt7Ny679DJk83lWRtI44LglnbvSeKEzlMF5ZA2HLCxOHcB9h76Igw0NbjglzagcKvjYQBXB2Q6+dfoWnKlvAfwSukFLHItklrsax0/5/DBwsgStVUNAT6LWPoNQ/Hpsyazg41c/jr0jPCC3pFlKB+7TL+h46mAHoZSFoUwWGwY2oevbyuHpMhg3jEePruCRQ2cVqoh1FJMYNSWsxwNt/NxN+7B3nGFwfHYceIEourtuQcCKytrFNUO4ndIgVuIpm20UnSTQsBfsSP6moII4iu64eOihh3Ho5ZdlhHnn7l245S1vRiqZwlKxhD/9089idX5R8WVlceJX8qX2oejjdBxcf8ONuPjii3H8xHGp/ThmvGnjRoyOjApCgl9fnNx0wvLze+zpVxESPedsj0yv6srehIlKeFArp6orFQNYifn8b9XYl7H/XjiVYAl4rmFtStwP3wN0UbfbwiKW/i05nL0wOToMydx/5MGHsL66JtNxyupI+o4HP6DWegn5cW0EWxxfVuFFZsdDSjMQjsQRyRUQTsawVl5DZbkEL0Suc0saFbzvuL/zmd80uRGX7N0rTWfuN4lUAku1Fp5+6QjmTp3GjW++BZfuuxRPPv4ULr30Mhw6eRyLy0tYXltCrVkVfjnreyLq4tEo9m7diXPHT2Hq0HHE6aJksGWAhgtTpnJMTjlls6iWbWy/7Crsvv56CaUkMunc3BReeGm/7PVd10E0EkVHalMHF8aiGNEDeOqll3FupSzNTN2zMZxJ4ump5dddo/MT/p/f/SxK5TV4dGNbCSwvrUqQ1fGpI4hEI/jQBz4sDS6emVk3c49PM1Sws4JslJNi6h6Q5jm1U56bBeVFLEs/qIx7B+8JGpaUyNpuM3ivgE3bLhQUgKDMegK9sK25YvbEU4padK6Sg8m9V85UbM5JHU1Hq/pJHAdvTuJUPvSBD2Bulm7bIBpNB5duG8ft11yIjMVaOizorDMzc3JbxSIRbJqcRDwRFa5sm5kDNH1EEyg5wEzZRs0PyPi+y4kkIyjP4/PPPYuXXnpJ7v02sVJ2G6bXxVuv3IfJQgbV4orsccP5vDRMianY/8IhnDw+h8mRCewZHxJW6Om5WSy3KhIAZTK4y6QrVEPENNCtNXH9nstx+1U3o7lShTaSRWJ8EE5Qx2qpguVyDSt0MjeB2UoHnhUVFun82ROYO/IC9MoC0pYnAdNRCStNw0+MwTbzCA+NIxwbxMp6BYlETKZrdbeIYawiHajD0toyddbWLHznh4/i8NGTyKUy0Htr+MLsaVyzZwtuunwPps+dw+zsEuLJDMqVKopryxgayKAwOIKTs8t48qXDKNvAz37wF/Frv/4/cfDFl1BZnkMyEsLy4jxC0QQyA2Po+joyuRRi0STazTby+ThGBsM4+spjuOsb/xtzU2eQSTDg2sHqygqi8Qiuvf56jIyPoOV2odOtGo8hFosgaOjIjw5ipDAGzbBkTU+YIUzd8yM89/mvSajhQ3YXz+k0w8UREUyNjlDIRdCtI+q3sSEbxyUXbcGmTYOCMKKhjEYoTrrMzyzgoft/JCiPkBWHZyYRiqfRaLdQadTh+l24q8vSuBjOZbBz6yZ03Sba7TpCsGHxmXd9aVqw9plfmJfwq0yhAMTzCCTz0EImysUVTE+dwF995Ttv6Bn/r/pJPxVW/xNh9aHvfQ1mUEM6FhY2is9wD4p3UpxqcOpNTJ88ibmp02hXSyJyNNp0eTaQKOQxsW0XhjZsQNNp4vHvfR8PPvkiGn5IRIWs4WJjRBNHnhJL1AgX/112nllsBgwFkKdTgoW/4ACgwSZ3i7oED80sbMnaYuESCqDedrFW87Fme8gVMrhiz1Zs4YKkBUX8ZFonFyOOP7IzwfHyWMzC4vIKnjrwApZWS8LZySUINPfQsNtSPPPAxlE4Fe6iRk955hW+JGuKbheibYqwyoO+8od2NA1lGJhtdFHleyc8H0OSrj/xCx/F+95+jThM2OHkxkQnDAt+doT4Xs8vrOOBhx/FgedfRKlckddM1+rZqWlsGBvCn3zm92TD4UGP45cMi9HpriPjxQ3g8//8ZTz4yNM9YVUdQqSw4vsNTQLFNlhdDAQ40GfAMRJYim/Damwr1tbWMJDPY/Xks7h2Qxd7UkCcmwkLOyOEWCwth4pyuYggC094KNVtzJdWocdaCJtFXLwxgevfcrkKFHJsGEYUU+c6+Mr3X8Yjz67BjYcxcfkOnDx1CjsGJ/DJn/0QIpqOR554Fnd9715UW11k81l8+jd+FVs2jiMRi2KlVcHXn74PJ9wiUpkc1l48g2P37Ydfc34sAIkbO+/JVCyKVFCDVyrCr1ckrZrjEGEKNzKK6Iowr4ciWG92sFhzkMrEcOdN10B3auIYjYRTsKw4XLcuThge3qJmRNIbM+NjyG3eg3/4kz9DsFZEzKQwwK4rr4d6ZtSQO93ZLHSU24cHSwqUwjcSYVUlZFcpXEsWCp18Hnyjg9vedwcuvv5GDGzcJeLs6uIiQm4bs8dewc/85l+87rWZwuoNN+7Flq07sbCyKu9HIhJDvdzA7OyyHPjMiCmHh2bbEe4RnVxug/eqK+N1LJYoQNRrFRG3eO9mB4eQHhrC0sIc7EpZXDoUosWl6yphVRWKDsH9AAAgAElEQVT5CgGi+I0ULdRhgIdyMgJ/cvRVxvYpFPKu1clYVeIVn2sJuOLzJ4xHA4OhELYO5+mRQDDo48x6E3OlNoJhNks42qMOVRRD4/GUsAPpwKYoJs53ikcGmzlKROKqw+9Rxmp74H8C0GPkANN5SN4gmzsaBbcuMjFT3M7ZeAQDMU3EGslOIB5A56hMTIVDURwJhgSpaTsN1Oh4cynGm+jEExjasAlDQ2OKScl/v+bDXZ6Gu1qH5rErTX6hBoO4Et1BiN9rx0PHrkgDokPnWCwBvVCAlsojEI3DiEag8z4LkbEakPVK2KQ9p6pC2wqsVLFK6cLggdZrodMpwXbKaLfW0aqto07+aK0OY6mJZqUDvx5CGGGQsBcIOMJnonObYhsdBBtjYQRjZIky8d6ET7FFo5uNLkbyFn20WkEEal0YDRehkIZgIYHAYA5aMg0EwyLGcpSIiy/daXSKatybnAq81rq4UzWbkwVBCcoRN5a4nF0RVAWRIAJrUxyxfrMFPmxeS3LmlGvfozPbBSc3Gg7Tvekgr6NFXiyRHWZQRgVz4QiSkbBMHFAslveTh1e6QYhN8HTUbBdzdhPTbAj5kGTRTdHtsKiyoIJkJoXU4AjMRBKIJeCHo9B5v1jENZD1S0dxANiy9/9j772jJDnL89GnQndVdQ6T487sziZpJa20CqtVDkigBNiAACOCCcY/2z8nbO7PNlwcwNgIfG1MNsk2JggMAgQIJKG8Shu0OcyGmZ08nVNVh+p7nvfrXgn7+J4r/clhDnvEjjQ93VX1fd/7Pu8TXvIad0Km+EMmomEZ3jEBl5+wzl/NHYmDiEAAIQYp6ZowVss1rq2O/UbnrBAws9mQJHkClOSDS+q1hAh1QE1N+Y6T7UgJvcj8xZf1Rf69nfQVOce7oVQCYCqWp4Cxsi5eCGWR78uQUdmFdEcAXZDhxYFVZz1WxTdTRUELC08zENQDCNJXNBnDkZkZLM8vSRMyMDqG+WwWJ5cWOqxZ7nOKDap8oJXnKgcEahKm2JHcA2kFUK625JoVK64kGKtgQu4vAQkBHB/pwTVXXYqh4TS8Rg0nTs1iz3MHkZmZw7reNDZP9iMRoXTSRKFaQsFPIj5+KWJD67DzmSfw6MP3yf4q3nW0rBGppho89fWnMNQfF/BCAEU+qzXlgU01SRcU5/CF95QA+njYQMIhmErQlB+JQKkuLBwyjcly5NCR/56DMdYUjkOAjX7Cig0k1gq8Lhx0i5VDZyal6KTCFud3/baOOu2i6VcsJHgFlgQCfCZaAsRzOMntviE/00bAiiG2aQcSm6+GafehXfWgcTDF38X6icBAvSk2VJLV3WEFdp8z9ZlVAB0Bn507n8Ls7BnEIhygh2AGIxI4p6ozXk9eK9pPW7IPL6+cwvLSaQFw6DXPTYTlQaFYFMbPajaP5eUVFAolLGdWpHbr3hN6TIr3q6ljamodtm67EOdfdDHi6QFkclXMz8xhdf4MptaPYO06phYXxa+eIPyv/frrX/L65g88+MRTajjWAZcFWC1XUM6V5froTQ+f/PjH8OjTjyk/a1+pr+gfSCuAcCwiqiyeA2vHJzCxbgr9AyPCxDeCBhzWAIaF9sw+LC19BvefKWNPfQhmwMG1kaO4ZaiF/F4DC49P4YfGuZgxQyKDpq94MEh1k4Mg9xuGqnE98dxunoRfzSISm0CjVsDm/mlcsXEa28YNTA240PwSdu0P4OCJEJo8GwINXLThcnjNojCRg6JP0PDD5xbw0N5ZxTqV5qHjx0wPXa2KN115EXacM4KyD4R5DupB1Ie3wYrElQxfIwOvKVJo1mpyznf2K7HT6IQlmVQxdKxyvva1r+Hhh34uz3yDljKGhgs2b8a73/VuFP0m/vIDfwW3UJZtgnsrX5teu+IH7wOhWORskCkZ7xw4s45KJuNiz3DdjTcI05HyY6mOOsOCrg2BnHmskVTpJICbVE4C6Hf87sWK7AUf1Rf7o7Lu73qpngVYWdNw0iCWSC0Z6B2aPYnnDh9A1VfWOiOpPgzEUypIMGig5Faw7+B+NOotyXMgqD0wMIRzztkCG1F5Lb6fuuvBIyu61ZKg3VAwIKF9vBZkxBOUdFsN8WN84slHcfzEYUyuHZezltLvZHIYk6PjiAUtVItFpFMJVNwKVqs5BCMh5LJZ2E4E52+5AEeOHMXw8CjGJ9aj5tVw9MRR0C5//5GDWM1lZM+yYIK0FaNaR7tcR3FpBeViQX4/eya3WhaFJJV5DEC1+3ux7oodaERi0jPWamUcPn0YBTRgE2ys1+kejXirgSsiUQRXsljy2pjOl1Ep1xAygaip4+BC/mWt73f+/l8jFA6gr68PfT3DKOfLyKwu4PDxA8LmHRkckj2KGR9k9vf0pJGwmSVyGo5RFRakYvgzrFV5CHcZ1ioAjt9vyrCC+3WL9V6rjprLwL0k1m24EOmeHlXD8txr0ISgw45nQK1N3+aQsoNgr26qwRzrdduxEbQ4NFcKFv43/CIj/Pf+1+/gq1/9qnhUN+o+RuI23nL7NRhLOuhJxNHydczOLcveyoGuW6siFg8jmY7LRLbh2zh8cgbPT89guexJcF7FI0DsytqQ98Gz3zRRKuaxtLwkgD0twSb6krjsvE1Ihy1wdhY1AgK+1apN1Gp1bBqZwvmjGzBkGNh3+CAe2vccDpVW4IaCqBNDaLcRizuiJBuNpfCuN7wNY5E+LB8/A2dyEAFK0UM2AkEHZiSEphXAQkPHA3tO4rG9h6DHwwiQcLIwg9k9j8NdPQHTzSEZshDuHYPRvwmxkS1IjK2BV9dQrOSxuLiAACxMjo9gNNlEsrWK3lYGERIYwnHsO7mAr379O3CbGqx4TM7cpVMn8Mrt5+G2a7ehwqF5rYE1k+sxNzePhdkZIcw1NROHZhbx/QcfQ67awKWXX4f3//nfwgzGUWUwLS0gqjUB8SV8mhYQIdplBXBq+jTiCQvjoxEsLezD3InjuOcb38TsqdOy3smovvb663DTK2+C164jk1Fe9LRzoBJo7dpJpEcHsTizhFy+AtOyMdLfj37LwaFvfx+H7nscP5xZwQO1JvRATM79RrOG/riJsYE++G4BEbOGKy/diMmxFEIhpUhRQYAm5s4sShBbueCi0gwgOX4OWnYYM7OzyOazqLgegm5VlFis20cH+7BmsEd8woO6J/sAQ8BtArNBC8vZjLBfx8bGYKWG4BoOrGgMsVgIhUwG7/2zv3xZa/yX9Yd+Baz+D8DqT77zZSlIk2FbADv6RRGOo+SLkgGLEkC/hcUzp3D88EHUax48V0O0J4p1526E2w6gShZI2MLqiRP4zvfux4GjZ8QXtd/RMUbikq4mbao6UH55DVp4sRhhSm1H8sVmTPxUuTG32qA7Fn9OmjuCkPTSEomWhTO5GrL1tkhAdly4CRM9KUkx5AbPBouTfB5Ebq2GZpDgVQur2SyeeGYvqqUS4o6JuB0U+WKp6sqUXNg6wvJR7BzxlpNiXyViEnSm9Rj/WzZhNNYnTb9KCbLnY7FuoE7glHK4NlMFgQ/933+OrZtHpDgXz2n6EzUVO0Sm6JqBY9Mz+MhH7xbAl5MeerEyZKXdaGLrBVvwgf/zhzACLCgDMMy2hMWwoWWR2Gwb+NY99+Jb/3mfYgF3AK4uuCpMnLaPHrONNY6PsOajEujBQuoirDRsuQ/heAqr089iayqPrX0G+sMhaTAoow6FIvI+3aYnjXQ0EkamUMfJpWlsuiCOVKKIjT0aLth+HZpuSZhX+4838dFPPoV90xU0zDYSE30499qt2H/oIC6a3Iy33/IaJIOUEdTxd//wKew9eBx//Md/hJtuuBrZ5TMiqT1VXcG3dj+ERm8Ujm5h1z0P4szThxHsyO27TUZXrkKZRSxoo1XIQitlEdMaiAQUqOw1W7CCuvJ+04PIVZs4U/MxODGMG3ZcCL+cQ0g3JFAskejBamFVbBfoc8P7W2hqOPfyK7H2vK341he/iGfu/xGIHTWbLhjJQ2kMGdJdMJvAIZtvtqKmyWZSeeLx0Apa9CeinQVQqLfgaiaaeguXXbENr7/rjYj2DMK06XfURqGQRyJkwzE0bLr0lS95byawevurr5MJYCHvYXJqGKtLWdRKDSwvrcBiyn3AEKllsVIT+aw0CpWqeBPTVzJIc35DQ6VMLzsVqBTpSWFgzSgKuTzyC8tyDXhwCVQi3nJKftRlU7wArHacFtko+2TG/+JHUpYACsQhEMD/mq/FKTtldC2tIeCcQ2ZVy8OanjQG4yEs5vLoiVuYL9Zwqqhkd5TFahoZ3Z5MOCkPJnvda9BOQAX0EByRIB7eOwLBbP5bZMCRBNmQvShEUMoKiN8r77NJ79BWXYKt4iEGxAQxnqCtaVhAVV4Hsl8dO4REOEa9OUzTR5ghALYjslwJm2iaKBZLcr37+nvlGnOw1A5GEfRsaFUdzWoVmnzmUOdCufDJUqsyEbuIer2GOruKeBpGXxKBNKW2ERgE7uilR9Yq2XhkO6m+XIHb7HgUnK8+twjcyfR34TdK0tw2Gzk03Bzq5Zx4WZm5Cmq5Flo5DWY1CLNOOT+ZqgTWACcMRBMWJuJR6PTf5WApQFA1gBbXLP8IAOOjWbXh5z1oZVdCdpyBJIz+NLQIgdWQeJCK9L4DrMoBQFl/NYd2JSNhXxobYQJLgunxQSLrpimyOAkCqzPQqoY2VQIVAqseWkySrpERR4a2Brfho9LyUPAaKLotFBpUFOgI2xGkEwn0p8JIxyw4Fq0VGKil5KTKSLkBiSlt6AADrFplLNeqOFFtImuGMBhaCwsM9KlioCeNnsERGJEIEImjHUoqYJU+uPTp7EjPsX7LS17jHBwQ+IxFowogJxNKPFUVyMUBBoEEkfEFGOLWQoWsj4byzz7LDuW5J/5yBN/o/8tmTLFNqSaR85DS/k4wFplqYg1AW5YXyfQ7eKkMSAUwlYGlAmhfAFb/O5hAyIOv/wKsqliqXUCh63soIKjsER2GO0FA04RlBmHQhsCxMLxuLSKjA+L13Wy0ML+0gmf37UemVIQtShQFqPK6yXs7y4bl9VAAi/IWb4oUkcAqk4SzxTKqVVdYyFzrfAbZCI4N9eHibecgmQyjWMzhyNFpHD1wChFDxzkT/RjptRG2+B4tAWtmi3WYvZvQP7Udh0+cxE8f/DZyCwvCfhKv484Aio3TQH8aU+uGJSCHMlDlJWvKUJoWPfL0dwCOrgVNzGgjGiSbNqzSccnQ1xnwZEqoHpk4HCjxTCRrn2A6B9HibUkwVhjBismrvFMV25jXS2WM8T2y9gqJtzJtVASg6gxrGgRvORzpsPBCNpsWE9miK81fbzIEKxRFOz6K9OZrEBregLZvQSf7nXeI9DlQqm0LWNAFh168OJQFRCdgp1TC7t3PYGl5XoY7fD5EYdTwxbuPf8gGWrNmEoeP7Jd9bqAvJY2hZL7wrNGojAoIOMymnQxJntnFko9sNif1G0GymZkZ+f72HVdI0MkDD/xUrt25555PTi6OHD2CyXUjuOstb5ZAylw2I2oYeo/fcuvtL3l98wceeGKnPOPdmodexrTeKWVLAqyafgNf+vSncN9DP4FGZjLZZKxLOuuHNTRBPN5U1q2Ta9fixptehTVrJ+UMoKejDgeVuRPQSx9Hzi3haydjolr6g4vyiFttVA8GkLzXxuP1cXwjuRl1LYUagVVT2SZYehQ+Waz6Kqz2ItqNZZiNVaBFFn0T1VoOnGyNhFq4YksAr7nBR6vawO49JpYrQKlWwSuvuQ1t1h8wYXAf03X8bO8yvv3gHmXNIF6lJE4o1nxbs/He19yG615xHZK9bLp70aQdV72Kw0ePyh5HBirDYmRQ0fG97e5X0lt09i4mWPN5f+yxx/CZT39apLSSLSEu5z5atSpuu/02vPK1t+P9f/x+VLNF8fPtWprwYST4zT/xcASFQkGCnvg67FsE5O2Eqb3zPe/G5TsuR7VWk+E1wUlKnGhj0SWlSi4j31/HdoTgqoR3dqyZuoOX7tp4sacqGagvBlS7/5+vxcExHaeqehs/ffYJHJg5iTRByzXrsHF8EjFa9vhtzM3NCNs23RPD+k3nIBRNIZMvodE2sO2Sy+DbTJFvKKudNus1Ew3XRTa3Kuo2+Wr5AtJRDcXnTAs08NRTT+DMwilMrV+HAgNqV1dx4YXnIrOyAr/OO89zuS7nesRy0J/ulWd3JZsTa5LTs3NyjaKBuLCtGRpJCW+1XpP7vCY9goHefiScCPS6j3KugJX5Rbn3rElpr8bU+vzqCgqrKzKoXmx7aMbD8MN25z750CzWsxoCBKS1pnhkXpLsw0SrjlOnTmPz1bcg4/n44Xf+E7FAE1G9ieczavj1Ur/+z0e+gmKpgMHBYaxZsxa1chknjh/E6FgPxkdHZH8POWH53M/u2iND37ZLwD4DW/dUgCfXBq0AqMZh3dyxrjhrA9Fi0j0VIexP1aCBdXU4ksDEui2IRmMI0qbKDMjAmfc2zKR28WRWlgD0e1V7CoNmlfyfwK/FoRw9bMUy0BP1BGvPv/vox/CBD3xQgqUabhsDCRtv+7VXYKIvAo7MpqdPIpcpwA6EZJ2QbxxLJtA72CdWgY/tncbB4yfF51uzHBRJTuKaZh1GfKDRgmM50pOy5qm5NayurKJcKuLCc8/BxrVjqGaWJW9kKpbCxMg4psbXYsOaKVgtHd6ZZXin50R5+cDJg/jevqeRYY1jK/VuwjIwZARxxyU7cO7oOrilOkJhkhhSiPYkpa/ktYok49AdG1aqF81wH/7uy/+Kn+7dj+ELdyCR7IFfWkWtMI9GdgGtah41P4i8Fkfv1FaMj42i3GCfXESGGQxVG1PDm5BIGki1s+jLTSPmZVGplbFYqeHHjz6F/adWYSeiAhQvnZrGtVs34lVXb0OrWpSzKxrj2myilM/JANBK9uDZg9P49k8fhtsOYnh8Pf7ig3djzdQWFDPLyGazstf09vbKnkV2crWYwdGTp8Fgz6m1o0jHgFPHn0PEMvCTH/0YDz3wgJBNLr9iBy64aKsMSKwIVbrsGw2xEEgmepCIp/DIs0/hZ/c/hFrZQzgclV5n/fgY1pkOGscW4Ww6D97EWhQKLuoeweE8UnETyWgY1VwG8yePAF4BtXIGGzePyrCQfSKfycxqrhN2GcDJ+SJqwSRml4sSjMbhFcMc9U4Ic24lI6SLydF+JKI2olYLEebJ6PSYV1gR9ysOIugPO7Z2CudcuA1lr45soSR7+5vf88cvdXn/Uv/3vwJW/8vt7Xqs/uib/4J0Ko6YExT/T4KdEvdDcCIUkoUmnlZ+G/v278Pi/CImxyYwMj4kko7Ts8uoeh7Wb5rCmZlpLC5k8Z3v3IdCNoeegI4R20CEjFVhntKflH55nEapUBwOoYXeTbCjC6xSXkIWAU3WiV6CjQCZBW2RIPI95usaVtwW1m1ch03jQzKVCDqOLDabcic2Px0vpUKD01IaY9exsJrDgX37EWPIBFkVmoYyU8zbZC90JMHCmlFSPPFOJSuLHq8+4DbJTuSRy8KHbFUT+VYb856PIjh970iO2g1pID7x9x9GTzwo8g0CVWyKCBKxgRPpBQycOj2Pv/7I32M5k1Ppr6pbktTwK6+4BH/4++8VhgbRkaDFgCAGhSjmCNMDf/7zx/DZL35dPt+LgdVuU8qftdo+RhwN/VYbJWsIi6lLMbe0jOTgkEguvNxJXD7awMZYExGCgPTKdBuwGbAlsnVXisCgE8FSpoRTC6cwNB7CWL+PyyYTMBIEn0zU9QH81Sd34qlDHvQgUzjrsNIhrLtsE07OzuK6i7bj7TfdgTAZyXoQ93z3PnzlP+7BRz/6t9iyaQoNtygygyfnj+D7R56GZxuINS08/m8/QG0uL8yk7uc6WxSbJnoY4EM/PbLrqnn0GA3EKf3hZIuBLm2mUrNo8FHTDPRPbcLr3vJGMeN+5AffR0w3hKEWcGyRGVRLeZGVu7qJyNAabL70CkTTSRx//nl85ytfRn5pXmTmZpNecorBo/IS+P870laJ55ZJggDllOLxGrJTXanrWK66cHVg05b1+O3feqf4vkbjvYBmSyO1srKCEP1RIyFsveT6l7xBL5ZX8ebfuAPziysirbKdAHKZLGpFD7lcRczjWaTUah4KpYqwRS3bQqNaFbYWwWJhK5k6vHpN5NfEy1h0Dq1dI4VNcSkDvamYCnxOPJcHE8F/8v5eCIcgKMnDUMYVHZbkC99TdiDSOHXsQQh48HvS+6poX7QN+rMxFIvvQ0eY4VM9PfB8A6FWEbFwAKezHuaqbFTqCFkhtNpBkQgRCKGnHP11uLBNioclZbkjeSa4KgzbQCd0qyngK4EJAq/S1HZ82ljE2QFfAtSSsTBiQVekyA4DQci08eqIReKIhyIwSeXRXQHrIqaNqG0gHFaFqq0FJVBgJZ8XJiHB30g0gKjVi4HkJBwzDq9YFqsGhjz4zRqalSp8Mg6bRbheBW7DgB9Ow+yLwk7HJB2Za1QPOjAYPCgeqx1gVZAIYgkt+PSaY69OA1K9CqCMdpv+z/x9FbRbBfiNPJpuAU2vAqOUR7NEFagGLa9DLwNG3RTf1wAD4MjajQUxFk1Ao4zUcGQowZ1SQIo2GWsqnb5dNlHP1eAXqrCYXj6QhN3fBy3M4CpLWQGQHUFgVbwveaPqaFeKaFfzEi5IyR5lx+LILRMuAoEEOuvw6QdMOwCX16oGvexC52CrUoPvKpYMGaqUleXrLrL1BooeUNOCiIYYQpXEQCqBdCyCUIh+r0yjpUUBDUOVJ63Gz8F9skxbgiJ0StdqdUy7Hg4TFAgy7CGMZDiGod6UBG3QBsKI9UCLJKDRS5AhXWSqEljls7Xp3Je8xjeP96FQKkMnW4rNbcMVwIhWJEololhNagAVlGffbdB7nIFjvwiKcpBAxrqwS8VLnT9H300CpDIzk+Ga/CErUcA2Bc6eBWg7gVgCrBKs7YRKvcBYVQFHv8jSUk6CAnB27Am6QGr3v+v+XSwJxDaEIVhdrwENDr2xCfRbFi6+cgdqYVN820qlKk6ePoPjJ0/BrTdhUsYvIK8a4HTZqvL+BChRexTrHQIz4mVa8wVkWs2XBGwlsCphbU0IYJdKRDDQn4Bj8TVbyGVLmDm5jKQTwKbJHgwmA0hFbERDcdlvFitlVAP9SI9ejpVSHT/86bcxOz2t2LqGf9YCxaekNhbB+RdsQDjsSC2mPjf3bBe5QkFCeAimU57b/TJlfzKVnJH3jA23DJE0OAKWstYiYZrAKuslgnEq6KfLMiaTk3uUYahQQqpCCI4qUFr5ktIvmg04Ge18lnh+iKWLgKFkQGtyRmi6j2QiCitgY/rMKor1JjaMpuGYbdTsJMKT29Azda2sGcOgMkAFkdFmQA5TCTZ7YQignglVk/IhJxPN8yqYPnEYi4tnEGS6E+0wWrSuqktwKcGJeCKOJr01xSaBz7EahipVlPICFzsGDnWo1hJZtN2xqeHBx5mOJ0BqwA4jm11FqZCXtcEzYd+efdh/aB92XLMdl1x8qQooDQTFc5zerK++47UveX3zB372+E4VkNkJVRLVkeuisFIQVRdBim985cu45/vfUR6EHOTK9eJ1ZC2vrC1YbxNQ4bW44qqrcOvtt0Fn+I5JP3oHxflFNDN3I2ZmcLioYyXv4eoNAWh6C62jbVj3mchnorjXGcXO2EXw/QAszUbd8mE4ITjeLFB5CsF2VoHsVFe1GgJwM5DQDvfAb9Tgey1ccX4G128wsXKqjcUS64sqLjh/O8Y27EAzmJRnNhKN4bs/eQz/8e3vw+WQ21RSZWEfAUhoLfzub7wdN975FnmmG24ATx0+iPsf+T6OHTsq15r73uDQEM477zxMTqxBmEnWQVr6dCyzOtJnntscLHz+s5/Hz+6/X0AjATY7RAqCV+Pjo/jg33wIzz3+BL76uX9BgUPaTiijVCgMtexLy5ndZTZzRiCgl98WCw7WPlPr1+Pt73yHpK27DU95UHM4wnsk76ezP5JA3xk+C1gmg5Qu018NHPj1Xz1UCQy8+HtdBiN/B3+iqWt45uA+7Ny/G3Wuf+hI0ie5xqEtCSA+KtWyvO9zJqakXmXoDwkD+UJZ1Iy6bUgfIuuSVkC6+nu1ptiEvBZSv5HowdpXQlw5ZOPewf+vhrsCOPtU5SgfbdZYwqwlgCwqM3VG8ZyU84pKP/ZidWV/wFDlnnQfrrvhFRgbGYPpcdDZsUWgn68w7ylPV3UnK5JiPoujBw/g9PGj6EmmcO1tt2LX0f344QM/El9lkou4rjiooyWVE2jjkqkprLHDyC1Mo+QDG6+8DZNr1mP/Aw8iWF3G+tEEfv+L33tZ6/vuL/wYx49Ni91MMhFHxKEdTxu33nQtRkcGlA1Jm0qfGn5w330oFXJiiWSZrvhEUjnZtWoRt3MhLigbCNbT8vcmh9F8Dg2xBSFrFRwMxtLoG1ojvp2GyPxJprAQiUQQjcTE85RAG59R2yHgyKGimOMKO5T7q+SMcM8WdiuVYCpr4l//9d/xR3/8PukFDMNG2PRx9baNuPicCVHzlHJ56G0DoWBYwojY/zAM+cwylaXPYu+ZPKLxBFK9fcI8pGqSln4EbUW10VC5LzyxxelKBm0mdmzfjpGxYVgBHfn5M6iurGKLHceN269EImCjniugkcmhQT/OpoucW0U2ADx+8hjuf34XGmFHBo+bE0lc1DeKEVjQ3Yb0yqMbN6JBglE8jlq9LrY1oURMzkL2JLTlOl2o4uPfuBfZyAjs3mHqb+GRIclnnzYmmomC25CwtH72zckoysijUMrCr1gYjA6gpyeO8ZiG1T0P4OTuxyW8N191kSnVMJutIBi2kUr1YOboMVx+7hRefeN22PWaDDmpzOvrH0CbADqHFKEYvvuzh7F/ZlGCJy0nhff/+UfRP7wWfoMAO4kwCkxkPcF7V23KarUAACAASURBVC+sYs/BwzjngvMx2BOHVs8gszqNgwf2YvrYMZTyRQlvvPTSS8TWZTW7KixXqkKEnNNoS5jhgf1H8dSuPaiUq9KP8VxgD0Y7iqimYdv4enzkM5+HPToOypjrLVcCw2WqRZC23cAjP/kBHvzxvZg/cwLnbBxHJOwIWzoaiyCby0nNMjI2idNLFTx5cAYLmapk5LCfisWTQhzi78+u0P4uh1AAiIWDSAaa6I/HMNw/gGQkKkNQ2ou4daobNFx6ycV4xU03wrBDODm3iIWVLO787T95WWv8l/WHfgWs/n8Aq309SfESoT+JAJ58+Os19KTTcJstzC4s46cPPYrn9h6QAv7cTVO4/hXXSBN09PBxkbdv3Xo+js8chh0M44lHn8ZP7n9QWH39VhApyrxAD7DWWas/JbkVuEIxUnUW+4YAmSx6m5Q+8DDnwQAIsMoFz0Q6MjNX3AZGNm3GLbfdilOH9qGZzykwtTOFpkxADhJKVfga9FrSTYSSvfjJ/ffDK2SQchgkpKNab8iEL0grAIJfIh1TjSHxXFoCiDNcW0ONF6gLrLbJRzKx4LWwWPfRNCPc4mU622pWcc76cdz94Q9xBiv+qFzo4h8uoQqcuDMY08bBw9P4u7v/EdkCjZdZdChglQDBa15zM9759jcLS8I0yDripI4sNsVUIcDw/P4D+PtPfBb5QuVsI332drPR4VtvtRA3NIxEAqhH12DO2YTs4ioGJ9dKwzkQa+P6LVFsShk49OTD0BsuIpxK0vZA01Cq11DjVMdt4+TMHPJuWSbVTCHe0mOhFa1jdNMonp8Fvvqjk6hoSszFa2fGgxg5bxIL+VVsP3cb3v3KV6PPtNAyA/j8V/4DP/jJg+Ipe/stN8IOaAjHwvj6Mw/i6cwpVBseEhUDj339PgQ9JdkW6W+HaSAsKMNELJEWUI+G53qtiF5LQ9rSEPJ1uGQK6LRapK+ViatvvgGXX3sDeoeGofl17HrwAWSPn5BiHgEVQkVmD4GK+MgYAr3DGFl/LgxbRzWbx56dO/HN//gmWs2aJEbSdsAgv7orteYAgA2A+NIpxbWEf+gBeAyYafnI+AZKZNJGQvid3347rrrsEpTLNSRTgzBMSxpWShPZwNIf7pLLb3jJezOB1df+2k3I5apI90dRqbpyfTg5LBY9RGKcHuqo1urCJCKz1rFtkUqRWcjrSnYf5Vychjc6z5cRNJEaHpD31uA1r1QQD4cFsVhZySrGD4tTAl4SHMF/RdN7xUBThT8BCjZ8IgJWwKUwNpQ0nV6l4uMkpbBiuBG8ZhABC++GRh9VA4M0RjcDWMnm0RsChhNhzORqOJ2rodYALDssIQVsFDiNlFAaepnytTt7jQgEJWCH/scEblsCgHAHED9JGZYQICVISEDCgK2TNaGhN86ClP6naijD1yI4JWwvWoIE2wiFDAELjEYLgwTs4rawBrgXsLg6vZzF8bkl1DUdO8ZHEYoEEY+EMTV2EaKBAZQpZ68wUbmKdrUK362h2SrCrZfgNQKoB2MwE7YAqyyQbYYl2Yr5qRF1kAFHx/CXflzMaA0AfpBm/kx0orVIDQbIFCkLowt+BfBL8L2SNMOo5oAqoJd0BEomjIoJzTURoJ90QINmadBtCyOhFGDFiL6rSpfAhc89mMF//NNEqwLUVspoFasI2wGkBmj63wvNiShgNWhJ+KBYAQjwqMHX64BXhV7n+2p19nNdgF0CnQpcVQMhMv0FWGUIW9VDu+JCJwO9UobvMljPg+e1JE16tVbGKhmrLRPNYBrpeBTjPQkpuOgxpQdsgMAqZfvCbBMukWKs0me1WYZfrMIsuNCq9P0uYV9+AcfrDVgpB2unhjDeM4yQnoDl9COYTMOIRhR4Y9oCPkPYHjq0LRe85DV+7dY1wqTMVzxRH/B16DvLZ7wrFeU/hekoKgld2CAq2EKBcV3JPaXhXTmsAFodywxaYEjIJHFlntUcOHIIKd9Xr9396jJWJbSoK/3vWAkIcCo/r4ADpYBV4ED3FbrAalfy331/CgBVbNPuvxOQj3UBJd2mJft/rdXEFTdcCy0VxvJKBpWqh2PHTuLMmQUB+bi/KD/XF96DOksUAHI2NbnTnHoE4mu+WAGs5ng+8+xmk89UcV5THZGQjWQijN5URMI7+WydPL0sZ+jG8TTG+kPojYaQCEVJxEbdaKOCKKzYOrhtB0888ziefnYXCkx5F5ROhTZxs6Gn+Zbz1iEej4mShYB4raI8sEVK3PFQZC1AMCiVSmFwYBCJeBxEfjMry8isLqNaKkiDqwt7jpiXLjWfY9OmxEQ0oDzmZfhNVTctApgALZYOHUCdgCLZwZYlDW4iwhCrlvja0+uVbCjWPyYtSwJkP1F6WUOxXEQ4ZKOvj/JP4NRsFsVyDalEFBEOY5vA2I1vwcjG7ahQXkg5OyxhXxKw7H51gSTeO2JMDEkTyWuTzESCBnUcP34YmaUZBaIw8KmlPNblomotsanh2aqecym0BExVtgFiAiXvUQgGVGho1DB1PDA7z4zYR5jKt5jD1xPHj6JaLotFRk9fD8YmxuVlKxXuo1wfJLd7eNtbf/Mlr28BVh97UixIuqn2lOETrM3Rs5IOsVoLP/z2PfjqN/9N9igKEpTBlkwr5MxjXat8NhkuWcfw0BDe+va3I9nXqwZU3OdyWTQWPw4L8zLEbHmc8TL8DNBOa7C+qyFXsHEcbTwUuxJHrAEE9RiaDA6l9UTuCbiFZzv1mSaqN9uKIppIwY4m0TLaiFtxCTU1vBym0k2MxGoIGy54IPX0T+Cq2/4Q7dgEDL0JK+jg+/d+G5/77D9gtVyGKc+bGr7QW/+SwRDuuuu9SG/cikQ0hkP7juAfvvIFLOdXlB9uva6smpoMoEpjYnxMhuEbNm7E+VsvkNRzstwoa6bKjODe3R+7G/t378bg8Agu3rYNx/YdxMz8GVk7gwP9+OBffRC27+OfPvy3OHDiGFypUWjhwXmgCTPuwC3WOhZGag3zS2zGaM2j6xJ49q73vBsDQ4OybrqPoUi2xe+Z8nOlPqBKTnzuTVOYn113VQmb7AwcXiz7l9O9IwX/r6zV7m6bKxZxz73fwzLVXQ69OlmIKAs1WVt8qkxV66CuPLGFbiOWaOqfHJTKGusMpIW5SgKOeM6KjfnZOl1UCGJtwM+mVDJdWyi+ut9U4LIarCswVs59MnT5mhKMyWGf8uCWAGWqIJs+4qEoXv2a12FoYFS8cRmMKbJ0sarh8FzVYgFDAbIE+j1mCNRqEoI2MjSIiQ3notqo4stf+xK+e+9/IujQwohzoTocv4GtPb3Ytn4KLRI1Wi7sgIPJq27G1HnbETUc1PPLaOQWcfmdb3pZ6/uP/vwfhTF6cnoap08cxvqJUUyMjuHWO27Hmok1AuCxPuXz8MQTT+D4sUMwUIBtNmTta75iOtNOpd2xjVDqOZ52aiiFNpUsJOUwjJM+1A04dhRDQxOwYymEwlFhGZLhpwjU9HJtYXl5WZQSosKj/UaziVqlimqpgnyhIFY5rC/IHOZzPTwyIBYpExPjWFyYx4c/8jd49OFHYNkheJUCUiEdt157CaZG+6VGC+g2HDssNSKDpYtuA7sPHMGufYfgR/vkNRm253pV2bd60ymUSxUJSCbIa1uOnME8p3gRmB/x7ne+GxvOP0fq+4meXjhuA8FDJxBvG3CXVtEql9B2XQSaPgr1Cg5PH0M4nsTg5CR2z5zEI0cPwLID2BRJYCgQQr/pYLB/EMFUGsFUUoZarPMJ2LXtIILxsJAYqGSrByzExybx6NE53PPsMWR1A8loEymniVC8D8FQXCy6sitzWJw/hSp7qf4x6GELK5kV5BaLmBgawPqRQYymw8jMHsKXv/QvODEzBycUEdUbw/oYtkXsoJzJY6wnjtfdeh2sckE84Xm/xb4hHEI0EcNCoYxv/OB+lLUAoukByTu47Y43Y3JqiwRdMSODe06R97NcEozHQVNs16yQA90rIRFqolxbxIMPPyDn5PXXXotDBw4gGo9KPyc+sF5FQHnu20ePTOOZp/di5vQ8auxdGNJs2wjbKqiuWvdQqpSQDkVx9z9/Etfc9Aq1z3AALB0Ka4A2Mosz+OZXPoMTR/ZKcG2I+5LfkoCzVCohwwY+k8Pj63B61cXOg/TRD4hiUBS9HK5KLQyUS2XxnTW1JiyzDadeQkjX0ZdKyx+qEUlwWV5ZRqvuYcO6CVx68YUYHh2D19Yxu7iCN/3Bn72sNf7L+kO/Alb/B2D1vm9+HgN9PSJRpT9mjSemzom4ShKlCfBipoBvfef72LX3AGwrjKuuvBTXXrsDISeEB3/2EEZHRnHZ9ksxd+aYNG/VWhOf/9KXsHBmEdGghZTFBGnKhWgtIPE0Io8RFl9bAalqsqhYqwQzmgwX6UhIlPSAYBcPTUpmNNQDYbz1d/8X+gYGsP/pJ5GdmYWjs0BqQWOSIZmBLaiwLZrFc+JrhQQgy1Uq2P34w8jNTIPtP31beDDRX4yeG5pIK5QUmcCqmOB3QKFqg4e9OmTabQP5tonZWgMZ1jmGOPvI5lBvVnDdVZfig+/7Q6G2s4l1bAcNhvsQm5U0Ttb0ARw6PI2PfeKTWM0XRb7J/4m/U62Kd7zjjbj9VTeInNk06JPXkgNWNb7UsRk4NTODv/7bf8LScvYssNptltkNmyxmaJKPIPpDQZi9GzDnxaDpNiKJmDD5xnqD+K07d2AqFcShXU9jz84nUcusIuGERP69XMiJMTVaQawWsmgZQH+qFw6ldodnoJst+ENp7FwqY66mCiOaxIvUrC+M2ESPSLS2bboAv/fqN2A4EMLM0hL+8sP/gHLNxWWXb8dvvu1NiIctFJsuPv3AdzBDebLXgHdkCUce2QNHsztGkS8wnhSTieFnlAWrwqnd8BDSfESDhkxzKX0qeR4G+3vw1rvehIsuv0Sm0kzJZjjIyuFjOPbE4zB5mDCxNmghqAfhxBOIjk+iErAxOrEejXYdLY9gSguf+szn8MSTTyJIxh594xgAJuxHMkjaCJMRpANhuXqA52uosBxqayi1+Hf25QYuvWwr3ve/3wsTLdQZDJUcEJiBhUI2syrewvyMV1x360vem2kFcMONV6FcoUwqDCscRLlQRK3YEDCdE2g+RqVKVaQj/L2SJunVxDeWbDWyDK0o2Y8G8ksrElLBUB8nmYBm6whFbHjFPAI+kEimsLREKRinoCzO+Jqd+AUmiXaBVZmmKysAJQ8mU0r5IvNesoHg5JRJjRIIRdmteKUxuTqgpCourQvIGIthrDcuRWBhaR4TyRBS8TCWSj5OZsoo0peK7CtLhckxPZsWJyr5m+v6hcaHjYSw2QR0NaSpoS8VdwK+Bu8XX4OLk0ywcAACxPntBpyAJbYBbNxFTk1QkyEwUliFoPtVRC0da4dHUfN88e1dLefV8MawMLuawUq1ig2JfmEXV6qzmOzrwY3bX4eoMwp3NYNWNYdWsYRmxUWjkUej7aHRDsLjECnE5zWCSDQOh+mbjo02iwt68wUNyWwS4J+f16yjbfloOU34Fv0N64y0U4MFo6aKcIaCtWtAswI0aUHQgOE1oVfbsGomAq4FzeUeqxgSPn3ygjaGQwmR7El/xSQwzUfTd+FRqsWivNFAJVuHl3OBsoeoHUC6N4lQPAUjHIFOAJMheCKT7wKr3L9ojloXSwDuz3LXZPgVgA/eEybS86Fro12nVN9Du+7CZ8gVPVarJbQrebRrJZjVurCoKvUaMtUSFt06ig0DrVAKfYk0RpO9SIWTYpUBXkcCjryOAcX4lYOlWUebjJ16GX7Jg1asw/Ba8GplzK3M477lZeSsKtZvHcWW8Q3oDfQjGuqH5kTVfRHQ24bG66Zz6GBCu2jbS17jt2wfQbWhYTFbQa5IgFyxuVhssqiUZlqJG9Sggs81ST2UhIrNRoepRzCN4E03WKrDeiK7KETPQzIlGVgl3qs8dghuEGhTgGT3vOkOSZSP6gtWAEq6zbXesdoRkKrT9AnjRD1HL/ZYlWZbfFoJyHZCq/g+COh27ACU/DaovHurNQmn2nbldsTG+0UBspLJYf/+I8iuZKH7urInoZdrhy31iwCrYqzyv+kmI5ORU3ObEoC3WiipIEIZjhJgkPGmMCHDTgCjgymE6VkZi+L0fAazx6cxlo5gw2gSg3EHyXAEsbABOxyCHY3DCEYA0xbm6eO79uPAsVnMrVZQ10Lwmpo0rfGohfO2rJXhWrFYAIFetb+2BWwjy6Qn3SNA2cjIiACr9NLmVst9rtloigdiZnVVFBCUtRdyOZQKBfEOZEvOz5EImfJs8P4I09gwELItqefkWaLHq5QburBXI46DkURE2PcSfMX7SpCEGA3BB8tGPJ6QPT2fL6JYKMO2dPSkIxI6cXomh5MnV4UlGImZSE1uwtab7kLd6ZMAoLDjCLNO4JUOW/XFwKp6pvneGXZIkIU2AhykmZg+8hxmz5xijBWCtAAS0EcFHwl7i7XQi30tZSBPH3Yy6hmYyiEfQWV+n8NkAj9kciumtMhiAwEcO3YMDz74IA7s2yug0J1vfB1uvumVaHnK6oZnnzBE26qevPMNv/GS1zd/4KePPSH3hgAp3zdDAgk25ZfzQj6g5dQjP/kxPvuVz8sAi6iXnLoEpRROLzYT/Cd3TtbQPckkXnfnGzC+bgo+GaDBsJwtrYW/QdRcETBH83xYCYM3FOaKDeOeJmq5OOZRw7zZgx9Gt6IQGoJv+qLGaGWeQqX8jLxXs8Xnp4lwNI62Hkad54luoVYrol5piv1Aw9MxweC3qQZ6gh4CoTi23fgnAAcO5QUkIzEUcyv42te+iMeffhLkePGZTEXCMvS/eft2XHTDazG47gIMDw3jL/6v9+E/H7gPXlsx8pkaTXYbAXje80JuFQ2GlgQC2HrxxXjdna9H/+AgKrSLsRy41RpOnjgh62XNmjXCLF06PYO55UWpUXPZHLbvuBTRVhv3fOZzePq5J7FIdYRuwWzRDiiItmOgUub5yXmf2n+7+xh/L58bAh53ve1tmFy3VsAZdaJQzafqrWI+jzIDI70GMsWC/Pu1U+vQ198vYIQAj9w7u772HVWCsFT51P0PHqvCNNQ0TJ86hR/8+MfQQxaqrqeGSp0nUwZz9Dhm6CvtnURarlQuJIZ4Xk32atpGKZ/uFwZzqp7j5+js692CqoMcKzsEhrt2f07tpTxHZDDDQY5kY5BNSR98tfeI4qLjO8vhj5xZ7RYzK/HqO16D88+9ANlMQQg+rTrJO4o9GQ1HJJCU14n7ET1wGUrKq8R7QbYjQ5OYJZFMJVCq5vG2d78d5XoZmtmGVS/iyokJXDTQL8oaM2ojpelImA60kTWYvOZW2Olxec5Qr2Ptur6Xtb7f9ua3Y93EWpQKyzhz4gA2TIwjYoZx7WvegjXnbBELKzJ1eQ0e+On9OHp4H2LRBgJ6Ewa9ttsqREzsnmgZ0WEyy9BNdiHlP0+gqdUiY5WWcS1EoglEY73wGD7H8YAdEmbf8eMnceToccwt5rC4sIhypSLPMAE09j6s19Wuwro4ILWuaVlyRtFqaKi/FyPDfeLtveu5nTh8YJ+oMBjeONgTw2XnbcCGkX40Snk0Gj6KVRflShmGbaPstfHUnkNg7HKT1jmajmQyIc9di3YPEb7HGkqVmvQu0jMYBiyHbMkQ8iuruO3W2/CnH/oALIfYQxj1E3OoPfIk9GINGvc4tyrDeJKGeG2WlunBWxYGbIjPgUWQsAqrWEVfOomB/n54pDCHorAiMQkLbNJmyK0jEAsjEAnJvtzgfQqFEe7rQzWUwr89vgv7szPoj1Zx8XAITiQB24kJ2Ok1CExnsdQ0UaqZAv4xcIrHxrqJQYwkwtC9ipzjjz63Fwdm5tE7PCq2UolwBD97+Od46JEnEEAQzUoJ1115Ca7fuh4zp07JoJMsZydCS7AAdh86gd2HT8JO9yHdNyQ5IhNrzsXr7rwLlhM5ixmw3iDTXs77YgFpkmf0NuqZBVh6CVaqjVMLZ+BV69i27UI8v3sPvLorv4dPGq3JrGAYbT+Ae771PezZvV8NtjwdTYN1F0QxE6ZFmEG1r44Gw7FG+vCpz3wKOy7dDhc+bOmGNRh+Ew/ffy8ef+AHsJm5UaMSoCRrTNZ3NCYAu9gYDI3j+FIZJ5arqDSIZdE3WgW0qXBSRdAp5LPwagWxQYobTXilEuoVV+rjJAOR4zFRdbJ3iIcsrBkfFi/fodExjE2sxV3v+4uXtcZ/WX/oV8Dq/wCs/vDrn8XQQJ8Es1DKUSPoQMac74unFFkRPD9zhRI+85kvolbx8IY3/BouuOhckVR+9nNfwvXXXYftOy7G0twJ6dvp2/Ljh36O/7z3h3BMBp0QbPJhE4wIagiRMSFG6sokmts0D0wBVjtSwxanS5TbdRgtnFpRnsiikIvuljvfiIuvux4ruSzKK0uoLK2gMLckJv1Mc2SIAb+qlZpIm8kGiw6Po29qkxTskYCBvT//KQ4++wyy+YIsTnrJSUKtTERFzCQGzGw2ZOrabsOlB6OE1BAwM5Bp6ZjxfAHM2AbooiEx0dI8/Podr8Tv/ObbUCpnpPgPO2GRWEu9wSKZjFpdx6HDJ/DRj/0/yBVLArSKzxrl1F4Vv/Xut6AnGcK6dRvQ1z8ioRDcNLpFGxvLpaUlfOBvPoG5OZVK2W2W5WAly4e7NdkKWgjRQACxoU2YyzeR6k0gX8jIoaU1Mnjv227CG151HUJGGMtn5nFs1y4cP7APbqWMfK2Kiudhy0WXIVup4uldOxFzNAyEIgjOVYCVVeyv2ThEI+xASwUocM6tt+H0RmH0h1CzdEyNTeJ3bn89NiR6sWfPXnzkY59Grd7A1ddejT/43fciFg1i55F9+MYzD8JNWjA8H8d+8gxKp1dg646Ys/MQe7E5O6+8TWmtyTAvshSIs/B+SvIKao06hob78XvvfQ92XLINK7kl2WhbtH+wTQRKFUw/+SRW505DD7YRNAIIGCGkxiaw0tLg9PZhcu0UGn5dDmCmLn7vvh/hU5/9vDQ5BM+6XzR3CPhNhLW2eKOOBphTqqPcaqPgGyjqAbi6JQEPfN7/7M/eh6svvwjLDFYJx+FE0yJDpDcOkxpDIo/UsePa217y3kxg9Yod21F2S0ike9HTa8shsrJYkoaMnkms/dmoswnnNWWICYNSGp6yv+D6I2AXDAWRXV5Es9qWxOZkby/awTYMx4DuuSjni9LcVMuuNO/yeqrS7jAruungiv3TYhiRFIAEW9i0GuIBSaaBBLS4ngwi+NnZJJGGw5kPZbBKKcIGWbFh+4f6halayRVQyhYwEHMQdQKYqzSxSLP6uisAAaVOtHnge5OKRVKDVQPKZ4pgu46maqg70n+SILl8CABIU2DQToBMjRasQFvYalSHhy1b/JnJGCADjKwAsmrCVhh6s4mxvgjWrumTBndhKSfA6kqZXqY+woEoanUf+WYLAQ5gKHcy8gg1PVy99Qbs2HYtNE9HLb8AP5+HX6nDbRAMJ2DZhku6DNNZo1HxMLLDDkzbghYKQ6PmN2CiJR5cLQWuBmpAuIFWpA5YBJ4bsDpp7brpquaoTRlOXTxLJfGpqsFotmHUmjCqgOEGgaZFAzrZx0C2WsDGkBUG0XexeWkyeIqqAw9eq4kKLUW8JrILZJI2odcaCJsa4rGwSL6sWAwGJ+SWLa8lwGrHS1EGQ2ILU1fBOSLbJeufQCGfM7JgGHIl6QtiCaD+dFLJXdJki2izqC6WoZGxWfeQrZQwT5lQU0M7kUJvrBfDsWHEnQR0x4HvmGgz8YbgKhmrvNlsTRoMivIQZEp82UW7VAWYquy5KGbzuD+/iMPFLOKjfdi8dgwTiTR6I73QrQR8JwmDCboBC4bpSOMvoOdl21/yGn/1FUOotwNYzrtYztLC44Xkaw4klMm/ApcEXCV7lNYQlHsReGsqD1YFYKp2Sf2dYLaSy/LZYBNiWabsqQSwefkJllL+3pXVn0VxRQmqJPt8TcVcVbJPxX5UQKm0fJ0mkM16F0SVlq0jexYgSZjtHdm++KJyzyVzVaWLQw9IkivXZ7KvD+dvvxQFwxNvrGMnTmP3c/vglVxhuwtA1WGnCvtV/F+VCqIjwpWah40+w/249zSaGvLFCgrlKgyTnogquZrAQjwWw+BgPyrlPNJxB+PDvRhbO4mDp87g6Yd2Ih3UceHGQUwNJzGQTCNmG4hGQujvT8HX6qqBs8Nw/SBOLRZwYqGGjGvhwPQCntmzFyHbwIYNIwJe05OZ21/IDqMn2YuJ9WvR10sfMwZM0ueOQyNP9jvWLPRHU1/KnohAulenLK4s4GqRHtnZnPipV8tFYX9QBteid50TEoYetIDI7dxaWdijashMdquOVDiIgd4Ixgbj6E86CHWC3WouA1PokUmP2AGkkj2YPnEap2dX0BdPYE1PVMLUZosV7Du1KL9jIm1j8OKbcM51b0G94cMJCPxxltWsQJkOu1nOW7LY1GcSb1Ra8rD5p9+/ruPIkX2YXzgF06RMVdULvk9fYWVToEB+db7Ry5b3mOcJIXdaBvE3MbWaLHgVqkgAmYxcDXNzZ7Dz8cfx/PPPy/NBYG50Yhy33XaLSFsnRqcQDnOQV0U4wmG4si147Wte95LXN3/g/kcfF9CpywyntJlrs7CSh+vVEQpoePrRR/HJz30SVQK5TIYVByIFrPD5ppqCa48KtFDAxOjwIHZcfRW2XLQNNb+NiB1DrlSHkfsHpLwDKMkAlWdyC1rYQDBjoPZvdbSWElgSq7AinrInsStyGYpGBLFgE25pJxqF5+UsIIssHonCazVkmGb4ivlacV2gHUE7QH9xWikFsG7UwmVrXBiBADZf9tsY3ngVsguHYLFhTqWxksngq//+JWhaHVNjQ1jTn0Y5k0Uw0Y/zbroTYxObxO76zW+8HYdnp2GazWRl1wAAIABJREFUtgrWsR1hIPMZqVQ4IKzDkDBRQ9jf5110Id75W+9GMpUCaGUgIT2OKLHI3qIHKBndhm0JQMx9LpfJAKUSnr73Xjzz2IM4ns2iQsVXvFdsNbJuGQVevA7YyX9KUG2H1U9Ar6e3B7/x1reid6BPhl8yJOCz2wF5po8cRSWbR9RysJhZlWesd6Afa9euRf/ggOx59AtlYKMMFVitCCNUAZpq3++Eh76Ivarsmdp4atdzePrZZ0Q5IcpBPvXCvFXWGmq4RQBU7fNsR/j8kSUvzLwmv69Y390vKQFURSVLU/bzzncERpXtXg3IX1BFiLO2YlmSDStqppaQFFRIF89/Wqe1pOaSea2o1TQwMW/duim8/tfvRKXC/AeyuJUlEKf6AYNp9RYsMyDheVbAkkDhlsx8lTUDgVvxENeAeDSGRCqBT37hU/jWd/8DAaeN69YM47yRfrRbFbR0egLXELdspGNx2OFB9G29Cpu3vwItDkmDGtaPvTxg9R//4o9UmGLbxWh/RF4/e6aIoYtvxvC5W+WaktjAj/3Iww/hyKF9cKyKMO/YP2u+UhUKGN5ByLt7pfSDYlXCHpAKTgO+TvsU2tn42LdvGs/sPyFp7bRh4ABRwG6uHT0k95u18wt9pY5wNNqppRsCXLOeIHhFMK/pkelahAmeM6s4sPsp+C0PGzdP4VU3vwLjg72YPrAbhltGo5hDzaujSgCMAF04jtMLWTx/cBpt0xF7PlqhCWjpVYXM0N+bEpstnm3EJFbJsm/7Qqjhvad9XTqVxj9/8QvoGezHoOlgYedupE6dgSF1WkVCX4NOUA2KmbsRDAhzfX52Tshcg1NrpX+0ah6C3L8Z/BmOAnYUWtBBpbCEZrYE1DwEHAfBsCMhaLSy0Xgdww6C/cN45MwZ/GjfwxjuBwbaNdl3JaSbXvuhEHJV2hvkkcm6YpEVioThWFFYjo7hmI1kmNYLQXiGg5yvocFMGK5Lz8euffvxjW/fC7faQst1YWoNvOPVV6M3lRI/dto4zi8vYXE1i5NzBSwVXJihGIbH1mBifB1KpQbe+OZ3SEYLbYW61iUEp/nsDPakhak/3J9GY+Ek5mafx8YrN6HmN5FfLSgLNUMXJSDJJgx5tINBxCJpsUH693//FpaXMsK2JyGsFaSyqA2fhBn2t7aFgBlEyLAxn13Cdddchb/7+7/HyNq18u+pkMwuz+IbX/oMKiuzsNm7NFw40bDUI6IININYZFZI0EbTCOHIXAErVQ0kvzXqnliJBGlxUqf0goNJGf1idWVe+rfeuCOq0rqnSEW8l0bQkiDRsNS2VHHXsLy4gHXrN+KCCy/Ah/7pX17WGf7L+kO/Alb/B2D1Z9/6AtLplGKnCVOMknNqf0zkCqtySMvBaFr46N2fxNz8Ml7/a7fjwovPx6OPPoWf/fQxvPWuN+Oii6dAc2BK5MLhCErlKu7++D8jR5kkg0tY4BBE1VqI6j7SgTbC3OAZEqOIl6IztJn0Rz8cTvt9H574x6jEWB4+DNjacMH5eMO73oN2MCgNzxM7d+Gyy66Emc9gZvoosvMzsAKc7OuS4tto6ggPDqFv8xbUWTiZlvzOpGNj7uRRHN2/HycP7kduYQ600GbjqLxfpXuU9yZ/9yklM+CKzx5ZdwbO1IEZWvpRDMxDW4JWdEllfe+73oKbb7wS9QobMoZEBDvMwBdNeTUDz+w6iE/806dFqq2O/U5wT8vFB9//v9GTiCKeTqMZCKA3kTjrH8bfw0ni6moWf/XRj+P4iRmZJvKeKdkYwVsWIwQ32jDYaGlBRGIplKsegq2yTJl4GJN1l0jE8bZ33IWbrrkGBj9rrYrZIwdxcNczWJg5JaD1eVdcg9mSi69++ZugJDwSNXDZxFpEah52HjqB09U6apQfs5gnq4cweNSCM9EHLcaN1MBbbr4DOzadj5999178y9e+jXKlhV+/4za8451vQtOo4e7v/TtKIR1OKoX6bBbP3fMAnCaDPxQAoAo6ylq6YCDlBQqAazaZVMuGTLFTeJ+SsRDe8667cP21O8SrhoW2xeRgwxaGakBrorq4gFO7nkNtdYWTAfRPboQWTeOJ3XvxqltuQiLmoFyhf1RTZBZHjh/Hn77/r+AJuKe86eR3crV05F/8+0azDk83kam34Jm28uClJKeSxSuuvxrv/9M/knueyawiFu+BYTFNnonNGo4dOUwUDINDg7j0ipduBUBg9fIdl6BMj7dQCOODKWiNEhYXSsKYZVFLMLFZV150XGlseKv0i2y0pDhlsR+0gwLW1coFlIuehLZR8miHaBHQRkALoJDJSWMSskPIknFRrigbj1/wxlMghsJa+YwKfNlpoNU6I9BNnyAW8fQg45pxvZpMRlmsk3RBKao0CQLQkh0NpBJxJGwHJuWxLn16WvA0DYWmjyr9uNhMM1CFB6nI79gxKBsJFgn8YpOh/KI6adIs9Am2MoxOwnjUXqSMQVpg/lCEBRpMhAKWGKALAzVIlm0djhVG03WRCttYO9ILQ2ug4pYlkZ7MgUKVLLhix4uU4Ify46VrVG8qJEEOCUPDzTuuwYYNN6JUWYGxcAytYg0VNs9NF2W/imLLFa9nKxwWe4do2JZQGjMYliGTT3aJDHsaAqw2IxUg6aEd8REI+ggF6rCEechik4MJgljKNxBkj7RaMCmxY2CVq8HwaDbIAB3q5QIqSEruq46hIDna6ouiwlabPlSeeLRR5sVkdXe5Bd+rw2CKsAEBwRn840Sj0CQoihNtnkFKHijPkFDXuLZUAa28uvl7JeoXvthItKG3yLRieJVir/L9izUA5YRN+r350AqL1OlCq1ZRKlWwUKmhSL/r1CBSkTTS4SSiNn2zInLGtC0bmgCrKsCJBg7CiOW1KRbQLrvQ8iVobkUagIV8AfuLHk5UyqhFQkgPJDAaDWEimkIy2Q/EepUHboCe4I5YRpBZb9780n2U77pxHcpeCyv5GpbyVZSr9MJTzEOeA2ye5F50hlFsrNmw8twgqMoBy1mvu85alb2s0xarn6UVj6bYmAGGPKr9jtebDH0WuWfdADqemIJ7d9QEBEbZwHKWwZNNgaJKYtoVLQsAK4ndSoHQlet3g6YEHhTWrAKYhD0oFiW6YsDRUzQC9E2OI9I3hnrLk0HFvsPTOLz/KNoeG3Y+5C/4OSugtwM8y/pXvqoCptY5UFZARbOloVhioJ+0NQLsR0JB+DxrmwyDIqMXWD81gi3nrEMkFce+w6fw8A+fRCoQwE1XrMHUeAQBzRZ/x5F0FAPplAxpl7N5scOIO0EEnQDMoI1qQ8fpuTxOzi6gXG+g3PBQqLQRjA1jaLIf/T196E+Ooh02YNLnulpFrlxDsFlTzKrUqKQuc7+eP31SQG0J0RFglEOJDnPXV6xWAoiFYhaZXAOVehCW04epDRsRjhp48smn8cADD8nAiSxV8V41PfjtCqA1EdabGE85WNObgK1r4usatkKot6solisSJDox3iehJKdmyzh0ehEh28fanhBxLpxYdXFqaRXjCUoXY7j+vX+C8XN2oJKrdDwaCRDxPrwQYiVD1bYKZCI7TfaHrqkE5aANX+wACpk5BE0O8NR9E2SCkm+eOQxEbBJUVWcDzxJZI9wf5RxQVgCOGRS/QT578/PzOHz4ME6cOIHn9+6WUJZNmzdjYHAIF27bJkoKvnqykwqvWK4K2OMZf9ttLy+86sePPKaefSmS1TrgZy4u51FzPTkjD+7Zg3/6x08gX8qizrAd1iS+rupWkV6rc5IHaK8TwsToMCbP3YwtV1wJF6Z4qzcpUJj/DuL1+1Gn9U9bQ8Q3EEi1EW7rWPpUC9pCBPMEaLUmEr6P3c4aPBrfilo0Aav4LNzsHkBvSkMbCIQkW6DZ4mCTkgkyi18IrusmiNPH8YZzTPQZTWy+6nW44Mq301gHi4f3YNePv4G506ehWy0MrelHPEXfWrLkwii2E9h8zc2YHFsnHnzv/+sPwmtxgMrzlfsgnxM1gO3ugQIfUvlCCwq/gdvf8Fq8+3d+W7y2CVbz3xHUk7qZl4tBs6wRuN9xP2jSwsfH4vQB7Pr+19Eq5ZGvV5B2UphfKOFIrYIsy3h5DWWHonzC6VncRtKwsHHjBtx852ugMeSxqYIdG60GFhazWF3JYGl+Ac1yAfRK5vv3+H4NC/3JNPoGB9E/MYqG2UK41oRn+PCMNgIN0W3Im6b9xYuJB92gqzp7Od/Hjx76GU6dnhHGqi4/94v+xcrS6ixkejZk9AWWtxps/7cv1nNKFnN2TaoBmvoiWPJi1vlZlQPJKKr0UX6qzRYSkahcfwmT4RlFwJff4e8lcKoFccsdr8HUhs2olGrqWhNg85XNE4f1Clx1EAlHOsYYyraG54AQZzprnjkDYScCx4li9969+PBf/iHWr4nhxvVr5TW9BlUCFWjNhvQvDr2pEz2Ib7wCl77yDbCjKQFxzj1n+L9fk/8f33n8Cx8UZSW9n9dvWo9QogePP7kP6Ylt2HLxVahwzTBE1TFw+MAzePKxB2D6tRf1QmIK0QkL/O/WKfIWhMPAvZK4d0tsfVhpPvrELuw6Mg8rkoJuWGpYHHAQiqUREDZj1zZHKcrEekQ3JdCT21qpWhUrFmWiQpaxhpGhXkyM9iIW0bG6eAqRcBD/L3vvHS1ZVaaNP5VO5Xxz6Htv59xNapLQ5CgKEhQlmJ0ZHXVUBrOjo9+MWcaEGFAUBUEySKbphoYmdc755li56tSpU6fObz3vPtW0rnH9PvjTz+vqBdK34jl77/d93iecduoqpFJx5DOTWP/0U9i3bRs64ykZ2JX1iigFqODYsX8Y2/YchicQgenyCkuVNmvxiIa+7g4Jc0yQMCA5LbZY9NAGbHB4BOVKTaw0aH3zPzf9BGdcdD6SuQry9z2JpF4Qli5VLVzLJF7x7JZQZtsNPy0orAaKtJVJxeScq2WKKniO5JZEFIGedniSYVQGx2CNz8DKF+AJ+WExkNZsiMTfw+/MH4IvHkXOpePBl59EvkFv9ooMMFiOVUxLmLmVqgV3OCykDapQRalXq0ndFoZf7MDmzpuFaMiPbC6PadbOLsA06mL799LLWzCTLwk4Tb/Ra89dhe5UCBMTk5jK5iUzxtIi2LR/TPzhyawOhWI4/rgTMTmVQVtHN+YtPR6pdDuSiTZV74gVm4lkVytq2QqqhQlMP3IPjPIhLL7urYi2dmJidBLjIyPo7u6SQcjw2Aimc1m5A1rjbVj7xHPY/Np25bNK6x1RBTaHm2pYwyE9Q4jDgRAi9EGtW/jCl7+MS972VpHkcw/Y+PxjuOc3P4a3XoXbzfA7F9LJNGpUonFvdLkxOJqDFkxhOGNivNgQlQ9xLBm+OD+yN8hwU3lPSyBpqYR01IdQiASHACLxlNR5Eq5r1aDBQJJBmDVDVFpU4Pb09eOm2+/6v1jR/+/8yj+A1b+61s3wqmfuv1VMiClfZcgLGZU8kGjKbhhVTGdm4AsEsGPPAdz8i9sEcL3yindg0dL5+OEPfwpDt/HB91+HRYt7UchlpfklwOLx+HHHXffimWfXS1HAzksAWtuC364j7gGCLiDmqjP7FR42zT42cBo0yn9Z4NKPjwVS3VKyZRsIJuO4/LprMHflMdKs60YdP/v5bZg9fzHeeu5q8W3Jjoxg9OAB5GZyAhqlenvQt2ghSrYb2aqBWDwB26ohGPBD83mg57LQp6fx0rPPYNtLL0njqLEpt1WCri25oCoow1WzxXuEP0wQJ7A6UndJWqYUsNxkLZW6+7F/ei/OOetkGOWKNAkE5JryGeUbKcY4eH7DRtz041skfEqAQ7dbwJ/2zjT+80ufR1d7C3KFLA6ODGPJnAEHxCDDiL5BXhSLeXz9mzdh2869KjHY8aWVBFHiVyIPUiwvsgK8ZCSb5Nvy9fgeGhLGwc2IUsIPvf96nHfWWTDKRfFznBwaxAtrnxWWS8/chQi0tOKmH/0MOb0kxVKrL4jTTzgGG7fvwYHRKQF5WPz4pXNuoB5yo3XJAMyQC42agVMWLMN1l1yO+395B+5/4hkUClW8/5p346rrL8MLu17CneufRMeSefCFIhh/dQ92/vkFhBoET4X+pMzRmdpMczZAvldS/p3yzfET5ESWEsYy3nf9e/Ced10uU1tuvPRfYWBXIMgBQEkYOJSzb17/HBKhIOYtXYpwqg133PsAegfm4OSTT4DmaaBIr0ZaVXi9yBWL+NKXv449B4bk+2xWnwo0VFIbbuJdXgumy40qGbIevwoNIlAFE//9ja/h5JOOQ6lUEJlmuqUTtpssNvreAVu3bMHkRAYrjz0Op591wRverQmsnnfJagwNT0tyZk97EgGvBzPTBRQqbI6pYGIz4aw1eteEgmoKSQk9w0j4ffsZWsY87RqyMyUY1Tpa2tKIJyMw5BDyQi9WUC6XEJdESgszTJoUBsXrUmN+AGG3CajJUBMF33BAwZbfx4I14BMpHvchsqbIWuU0Op+fUVIvNrvBiLw/kYk5smeylRhMEQloCLMBNU1UrToKloWKwUNYrRdpnh2mhwKUFEikbMDI+lAMOwHuJG1bBc0pYJUNugrY4j0T9KtwKzbpBC8YNiNWprQ74b5R9yDgMrCwvxMGPXMrBuoGGzMTDbdX7Bj4hwwqNqKyWsgOsWtIxRPQyLAoZ7Gkvx2XnPsBBCIDqAztAHLD0A1LiKQ5o4QZi0mjDXgCXmFKxaM+xEI+pDxheL0MXVKyeg5/TLcNPVWEu6UKb9SE39dA0G8iKPhkSNiTzaR0gc7YCZMVVrXATBhv1QU3vY7p1VWnFQDTv5uMbTe6/fSZZh3PJsoQAMSo11Cu1VCqVFAqV2DnXBIiFHZ5xGPRr7kQDPvgoSyPMnkyxojCyXVR4Ba9Ick4Y1tALzEp1DiQ4zcu2mXlWU2mgV23lW8cpe6UxjFAhwMQPoD2M8VJoFICmCZc1jFl1FCm/2iqH9FwArFABEEtDG8grPxVyVSTeHS+LIFmAqtVBdZWyrBLOpDPw6XnoetFjORy2Fmwsb9YQt7vQywdRVcshFnxFFqTLQgmU9ACMbh8Ubgpw7PccNVtJN558Rte49efO1cGB7mKiel8FTN5+m86LD2eXGTsOoWlsJlkPSoGKNcPk+UV41QNreTaSSCJI/ZzmKyUetP/mtYNPB9V0AjXlPLWUwClEo0290AJ23HA1aY3qtgIOAxWpwV3wqRUsMORtHdHqi8yWgcY5r5LYFWsACTk0YVyrob2liSWLU5LoNtMuYpcjR68UVT9QRwcz2JsdBr0pZRT22kU1VpT7HWy1xhwxD/iqylAnWLI8jthw8FBpAzWGg1EYyEkomE5r8nyJIueAaDz5s3CvLmzhNU8PJ7Hc89vhVYt4e2nDqA3HURmmkBeEQtmd2Cgr0OsMQr5MsKBAKJJMoM08ai36gaMahFeaGJzUK7WUCz5YCa64UnNhkFRtJDLTJStACyYSHsNhCLdiMTSqFRrGDy4FxteXIvBQ3uQSsXQ3z8LbW3twiL0BMjsUmegyzaEuRVL9qG1dTZcniDGpg5jy/YX8dqrr2Hbll2YmpyU1PigP4FYvBWxaAJtra2AuwyjPA53rYj2JBAPmIgGgkhqIQS8ZEV5MJ3VRXK7oCeOjq4UDubqeHn7YcRhIxbwwhUJQndZqEwVoE9VcfLFV2H2mRdCtz3S5CtljhPO4gCsBFoNyy0e2gyv4TUgM4b3Gv+9rBdhGUUkoz4EvQSlSNr3oCphiGpNCFNQjCCdfaZpn+EAqmQyR6gA0AKiCHr11VclMZ6gO4HA8clxOaeWLl2Kq69+F+bOm4vxsTHx86Y/7dE/TWDrisvf+YbXNx/wt4DV4lRelB28T0cOHcL3vvNNjE+Nik2T6K3oKcmEbnojNxrobGsRoM5Xt9DX3Y1ISxorTzsNibYu8WZlcnd97AFEjcdEuWMSTCzWEUy7JNxz4mYLjdEwxl0u1AjQeyzE4MYW33ysTZ8GvT4OK/s0Go0iIpGo7N9kQokCSywnGBD5uv3HERanpuGMRXEMhF3oWfYWnPSOT6G9YxY2PXQ/nvzVdxDVgGAqikBbAu5UHIHWNvjjzIVIQGvrRTQUw8YXnsdNP/kRqjVlP8J1rPY7da6robcUwuKZzj2KoEAgGsINX7gR849bIfcOhz4ETmkLJr9uKcY8ZaWsOQiY8p4sTY9jw313okE1mq+ORsnCyFAOh+sN8exWdhNqkMRhMtl8sYiGDrOBWX29OO2ad8IdSgj7s+6hItDAyOgE8rkcipkMpkeGUC3k0dLaBrf4Fgbk7IjFY0h1t8EX9cNXrQloISI5CYPlMM0Bf5lmTxDYsQvgZ2EXU65U8NDjfxYwyhMOirqDj28OwAXYdDAJBYI2QenXVVnN8+Hom1l+t5lF0fT3dYDl5u+RdNDEY5seq/w7sXsS72d60XvlrE7FEjCrVcxMz6hgvqaFgPzTxuwlS3H5le8S1RkJFn6fJjZM/Lwq4I9EFy9i4ZgMRhRb8/VQL2EUE2ih6iAdlTqTQTevvbIBP/3OV3DKsl4JHGTN4GW+BQFbjw1NY/BpXYJ3g7NPwllXfBj+cEqYbytWvDlgdd2PbxTlGK9DMBZGwxvEk2tewZwVp+GKaz6ICq3jqYoKejA5dgBPPfoALDN/5HwStYVzj5P8c+T7/gvwm7/jBDOKcqkBvz+CjZv3YfOBGbi0iAQzW0ZN7jWPFhaLBDXEVKQRDo5kGFutyqAg4I+I7JyMVDQqmDu7GyeuWo5lSxYImcXrqsFF1RPJKx438vkcatUKCpkMbr/1N8hOzIgFAgdDUs+5fXjhlS3Yuf8QAuG4sPGZL93T2YpZXW2Ihng+uqWHkbBPr1cFQRXK2LZrF8YnZmD7/CjlcvjXf/0k/vVTn4J/dAqTf3gYiQbl/6pvJ2tcFDtVQ7yEiTm4HXVKlUpC7uFeH1w1WodZYttUpb2f141URxsFMtCHx2FMZ+DxKSYkySVev4YGyRuBELyRMBoJDa+N7sR4NYOiUUC2VMa+w0NS387q60MymUaIgXYkgBRKGBodx/iksmGpW15MZzJIp6I4dsVi2Y9GZ2aQNwyxE5g7d6EMAjZv3Ya9e/dh1aoTcExvAkO7NmFmegpG3UY6lcTOwQlsOTCBhkeFkvEraGlpE5WLUavj7Vdcg5UrV0Hzx8TCkYN2soddFmQoEQ01sPEnP8DI/g1YeM0F6Jg/HzNTWWzdtBkLFswTG6S9B/ZhMjONmpDVEti4/lWkI0mx3mBOCL1jJXiT9wx9yalU9rjE1sWn+WUtjUzlcMW7r8WH//kj0oNWZqbx0B9/gWcf+SPCVP5FwxIcGwpFBDhl3WrYLkzlajDqGg5PlWGAaktT/r6pKpba9yi7Et6/HPYVCgXYtTLi0YiwVKPxJILhsAQ5C6lH8yAR8cNbryHi9yIaCmJWdw++9ovfvakz/O/1Qf8AVv/qyhYZAgJg7cO/RyDAot4rcjoJdvFqIovnFn14cEgazDvvuhcvb9ws5tbnnH0OfH4v/nj3Pejr7seHP3w9envTKOfzAphwGkyj5a3bd+Pmm29FjRpeFjsiMVEgqo+SLVjo9AERhsgwAc7HvdIjwCoPQlLMOT2gnJ3+fcxfP/HM03H6hRcinErJ4qJn6Y9/diu27jqAG7/waczp6UbE64VVqeHQ/sPIFyvI1MpoaW+DRwtIYRyJMumQMlW3TJnc9F6kGbZVw4N/uhtrn16PzlhIwreCLrq92KqR8bhkMkVwgu+vWndhqAZMWiSYSzY8O30BM2mt8ImPvh9nrj4RtbKaLkp4lVPoKN8vVkQanln7An7ys1+hWnMSMBt1CTs45ZQTcMMnPy6+s7pRwtDEGLo7OjA9PYNwMIS21g4pDHgAfeNbP8TGTduOsBp4hPCakpXBAoJFj4eTbYftIIASA70oBZIJvvIz4vsKhDR88uP/ivPOPgc1Q0c+m8F/ffXr4snG8K5oa0om54899aRMGlGh7E8Bx5WKKV41TGmlPwsLonrAhZ5jF6IaIDNSR2c4jo9d8wE88ss/4dFn18GsNfCxf/4QTr7wFNy59h5sGzuMOStXCNi07ZEXMLR2CyKesEoYpV0EbSEYh8ZCVz4nUwiVt5Aw7Rz2KH06ly+djW9/6xsIBbwo5nICYoUCUehVUxgyhw4Nymb8zFNP4pmnn8SypUvxn//1dWzfsQu/vu23+OIXPgdXw5Sgj1KlBo/P8Q7U/Pjvb34fDz/+NIIBTsRfT8dWMiyCOpys14SRQEkNT2QxPa9WsHTRHPzkRzdJKiUPAtputLR2waC3KWXdfjd27dyNNWuex9vffhnOvfCNs11Gi5N429XnYO+uMSSjUfR2tcAHn/gZzWSL4h0obB36zVICatWRSCYEfKY9QFNK6qWcI6AhGvYglymjUqwgnoyitT0lQThs4iwGAU1l4Nf8CARCmMlkpYmjR93RkrHmNiSMEEbuUpxBjyjbjVDIh2DIh2rFkNcn85j3FPeTfCGrpscCdqg/nO4KKGQrSWeTLZwIBtEei1M0joxekWvN21SxkpQcuuEUmUdX+uIvJmwLB4wSkLzpJ0XvMHGrko9A5iJTPpk8yk9Bhi+lMGRX0MbBTzadUUFnOi4+XpkCvX+Yd0S2tFdYEGwIJLhIwFyGNHCNuuRe83tj8AcbcNVLiIcMnHfcWVh+zPtQZprp5A7xg6OFRq5UwnQ9I77EJpFPVw3hAJCMBNASDSGsJZQ1AS0VbD9MTx1mu45Au4lI3BZmdMRnI6S54XcHoblC8v2oEA12n5Y0lV6TVgAuPj28NQ9cpgfsCO26AlabhX23FnZ0f2SrViRQiTKnCkPTqrpIn31lNwK2FzEPGeyUSdqwfQ24aF+gBaSgV+icCHUV85RAiHjAEmtVza1YENQL6rWlWZZELsCmFzMHG2SVEkylAoGSOTZSdbhLGaBagc3T2YQfAAAgAElEQVT3VDNQYOPiD8Id6xc5WkgLCWuDzFlJG6Jft8TOKvuaI/6q9ZoEFNl6DS564bGALmcxUshjd86FAwUdWZ8HoWQYrbEwOqMJpKNxkY/7Iwn4fBHYlPGRhFu30feRa99w/UXGKoto7svZkoGJDAccTOpV6gmeRdzfmyAG16SCTJVlTP0odn2TQXREcu2QkqSxQgN+rxvhgCZFJweSBEI5YOClIiChgFV5ZpUK77jzNWXXAoiKx6oj+xdZufJdFXbrETarel7xXhYqLD3zCKYypV6BqrQM4dk2M1YQf/gl8yLoaNGg1y1M0GZjxkTO5UPW1gRsaUgYJu0fTDVwI6jssFN5TogfLYFdeoPLa77ux8nXK4gVgC4y/uXLFiMU8OHQgX1y74WCEUQiQbS1JdHRmUSD/n+eCGruNOrjo5irTWJBVwIHDuZx8NAE5sxpwaLFnfAFVUgewT2GcjJ0zvZTggkUc3mUp4syOJAgvZoLU0Yd+sBxqCXa4C/pCAXc+MPhGaRa5uK9S+ZgfHoCTz33DLavfRqD+/aLpL2lvQsaveHCcaTbutE1axZaIi60JzVEk1UUa37s3JHCsae8DS2dQ7jrzv/Bkw88hZnRjKh6Zs+bg1hLKzK5Anpm9WJweAzZmSoCoTa0pOcjGoyhbkzBLA0i5isiFiqhI9RARyqNnq4UbLcPu3aNwdWooK83joXzF+DFreNY88p+LOtPobPFjaLbD9t0Q8970D93EVpXnQSXPyUBoGzI+dOsU5qD6WKF97xb9tvMdMaxDKEvbQGBkIV0MopULCj3KUPZyArPVHQZWKtgRBVqIx6SMlBTg1C5nqGQBLmwVtyw/gU88cQT2L9vn0jIKRWvlMsIRMK49NJLceEF5zmgQVb2f7KOOHhrnnlHlDMArrv2zYVX/fnZdUcYq01LDH4nlUxJEqA5VMyMj+P73/0WZvLTyJULYtHScOTVmtsW8sLcnh7kzRr0QgmpZFLS3f2JBJYfuwrHrDpB1Ez5/fcgVXsUHn9dBnFW2USoBYh7vZi6BagPBjApwCoVOG6ETR1RBLE1vBKPta5EozYNq/waAp4CLKss6hMO/wloM0xMBQ2qfeLoumBZTwjH9sbRNXshVl/9FbR0zsXE1i1Y85vvwW0VEZrbjejCAdQDIfj8ETX09QC67UU0EEZmdAw/+N73MTmZU2epA6wKYNMMqqPcnmcZ7T+E4GejZtUwf8EC3PBfX1GMdud9iR887wvxAFVy9AbrY9NSSeiGju0vvIBNmzdi/9gggrYHSV8I45kZZPh7jg0S97Qwh2uRCDpTMaSmM+iY1YHl774GpidG+hkMv43hsTKGhoYwOjSKOsEqQ0dhZlqCZZLpNmFH8/5jiF2yJYlYOiw1J/dz4f5z/5JgQh5mVCqQlKJAtiawT4R9bGwcjzz6MHTWUuEAGnpN3SdNYE4KJEft5ezlr18rR2PA3qUJnjqDOPXFOSG/R/3d696tapD119deDbrJBlbhwQyj1HNF2DV6vpNVTuM3uYryEs3T6/IPfghz581DPleCjzZg/J9jJk7gld8JAfFUIi3AHa1SCBjKPUcg0gFZZW9xbEUYcLbl1Zfw+J2/xIqeOMZmhqU2S0djiNBXOuAVtioXl+GLYf7p78D8E8+HT4uIj35/f/wNn998wAs//RyMmg1vOIKCaWLD5h1Yt34rzr30Knzyxi+iXFXBnz6PjXolg0cf/hOq+swR797/G2BV+ZkrSxhb6lj2fGFs2roXmw8V4IukJTCI6h6xleE5ZKnAyuaZznORZ6Wul2WPDPkjyExPo68niYvPPxVz5zC4qkeUSpnpSTTq9LlUvy9kAocxyEHI1o3b8R9f+T8wKxa621ugBYOS7bL/0KAMBnkvM19joK8X/d3tEgrpsesCtLL25rUU31mNlgE29h88iP2HxjCWzSPo03DZWy/FjZ//AkKjUyje9wx89bzs53wPomgk0cnvFxsDfi7W4mQN874ge196Z96boowJSP1M8L9S0eEOu+DTa6hlckIg8LLnoR8sQUJaFwWjUssi4cf+8jgOlyZgBVw4PDaJw2PjOP/8C7BgzgCKuRnUZqYEh3D5gijqNRwYHsW+g4exfyyHCVrwmBXM7ulGf28PcqWCnMWXXnk9Vq5cKZ9jy6ZN2L93H/oH+rBj3RPYt+l59R15vOIvv3ski6GcKWx2nl0EFTlITqdbsHjxIqTTnUi39GDlMadCC8YxNjGDXKGE0nQWkXgEy5cMYOSxB5Af34HOM5ehJIGhGkYGh4TtmUglkS/mMUXvUtuFylQOtWwRi/pmi/8v2aXVqi61ViwcRyQchlGpoFotSzaCXjcxVa7hwFge6a4BnHHuhejs7EG4NoZnH78P00N7JPeGKkVapzCAumqaYgtX0C1M5WuYyFQxni3B5QsJlsXXanozq7pS1Q9NMgEHaPydYmYGiXhM/IHZ86RbW6WnzGRySEbjaG1NwDbLCIDh3hHMn9WHL/7i929qjf+9PugfwOpfXdkmsLr+sT9JSmozYbLp90YPCjYvDz/2JMYmc9i4eRtmsjlhUw4MzEUmm8HQ8DBWLFuGD37gGqSSYeilIiyRYtOkPYhy1cT3fvAjHB4cFRqXzA6cg00mgbDQSlsABmQwH9tL70IGAFFG7kKt0WAoJW3vka3WMGfRQlx46aXo6utXi4FsOp8PP//l7bj34Sfw7ne/U3xcWhNxHDhwGL++7XbsOziIol7Exz72UQz09QkLghtCOBqUCTTTCimVZ1KkZRoCet3ys59hePchtIT8iLuBFEExORjqkkhel+Rcj/hQHa5BAqxsm0xRS2Q/LCI5Vfv4v7wPZ65eJcAqf8jAaxbvqpAhrqLh0Seexc9/9Vsn1Vl5uJpmFZdcfD4+eP01kl5Jre62vbvR2ZJELltAIBhEV2eXUNcJsvz3d36MTVu2H2mgCRKRMcLmUxG6CJgrUILvgcUlgW4pumyyMH3OlJ84qSHA+vuuvw6nnHEaZrIZPHTvfXhp7Ysoy3fmw6rTTsSe3XsxNTwFl8FCm3JivxSiklhKPxXUQQjU9AJtS/rQiHrh8tkIurw475TV2PjAi3j51Y1yT3zg4x9CYiCFtTvXI2NU0NE/gHS0Fa/e8zTGX9yNiBaBIYEQKvGQDAClVFaAqkj6HB+mZiPG5ui/vn4Djjt2hRxilIFwSlgpK7AzFI5h3XMvolAsQwsEcPPPbpbPesONN2D/nj1IJ2K4+p2Xw6gUBZyixJDNAQ/iQDiCX916O37681/DH6APEEEDlWTaZKvyfZlWTRpcgpTs17nJ65UyrrvmKnziY/+CYiEjTLxsNoeOzlnCjGLgguZz4fChIfzgBz/FOeddgM9+/o2bZhNYvfK6t2J0MIs6fcA6WxAJRVGrFJDNlgSAIaDJw4RsdV6xJA/KfAGVclUOMzIgtIAfgRCL0ooYkdNH1e1uoKurTbw8BTw3yGbNomaYiMdTYmtRIpvvKCuAo7cgxVQl4MO7U3kHBTmR9vtQLlZkashrzAKHLCBK6wv0QmaQgfgkqpADRZRg88QwF5+EhpDdmGICN5/LMFQSPQFkFtwiXaZUn6/7epq5em8CjzuSWWd9sntrgkQsTh02B5/H54BCKhVTpc6ymJSGwKqhI+5CPN2F0UkdZo1MOBY44rgv1NSGJPEqaTSPfz4+6Cc7kynDQfiCFQTDDSRCGro0H85Z/XGEE4uRmRiBXp5C0ciiVMwgX5tGxdJhusnaNlSwlsai0YLmiiDgc4ssiLbwpl2Fu8dAusdGOgFE/H7E/D6EOQxz++Hn52MgEJkjbu5rDPNzwWVpDhPUBa9FVgkBQcr2PHAxGcvxwu7WQo6/HENgKiLX4vdPNmDdqApIGzI90OBDgEFkKp5GeUcRwKMfnUoMFH9DApl2w0QNZdTZuHmJrdrwmBbcnHbVeeawaOL7DcANNpxBeTwfR7uUpievPFfdgIv3JeVEBBlqDegcnQUicId7EAxH5ExgSnaTOUvvZnmbwlaqwWYBztAR+pHbVaBqwkUwQ88gp2cxTt9WM4Qxw0KOgyy/FxHNixaCqsEYQvRVpaqDTAnaUYjPuI15n/rMG66/3nvBfPFKpSVJoWxiYrqMXNFQw0yR37qP7JECGDLgT6TJjvRZGm8V6NMEX6WBdVgwyhaAFj4KOA044GqYVhP0I3ek+1zHgj03k6rl+1fSzSYYxGGbPIanp/plxV6l3Y4UwEqypUBa9buKMaNAMGGsSiK7kkUTFNPLVRQzZSR8Xixb1IpA1Ea+Ukc2X8bBgo6Jmltkd2SbclhJYIQDL8q95b01mbdO+KDEczmsVgm9Y+CM5sfI6Lh4unW2t2PenD7UqmVMZbMC6IudiV1Hd3crenvb4dO8KNTccPt7EK9Z6Krtx4qBCLL5KqYnSmjvjCDR4kMo7IHtC8Ef6YTVcMMyy/DadXhtD0rFKrLFjFJIwAU9Wxa7h9Zlb0HLvJNRqMxgJJPBT17dhRltNk6KaJh56T4c3LcNtVwZc+bMxbKVxyPd2Qe94cdUgT7HLtR5r+pVRDwezOr3IdGWxLp1U3jm2QZaWquIRfIwSiPQ3BnAfQinnHoOLrr4asyZu0jOgZGJEdz/wD34+c9/Dqtoo7VjAP5gAsV8FZWSjnQyjNmdLgn2m90GLO9Lwqp6sW90QqSQac2Fcg14+RA9NoFFnRFUykWEUm1wJXrhjUSRGpgDnxWAWdcF9GiG8QhgIvccA0t4A1uKwdy8hpT58kkbEIWFDAbdXjVYIzPQGfALI1908Q6oKkNQAgpK9s+aYueOHVi3bh02vPiigLes3ajgoj3Nscceg0ve/nYsWbIIerkkHvUMS5XgRQ4ojxpWNIEk3uuXv+Ndb3h98wGPrFnrBHCoALfm4LiaqyCbzUu9Xcpm8d1v/TdGJoagWwYs+tyKDbUb7kYdMc2HRDiEyQqbyrr4xfJ75HCOYMAJJ5+Et771chgjzyJeeQgebwWuSAh6roR4OxBxeTFzqwfmAQ2TVGtxL25oiLpo5aV8btdGVmBt23HwmYcAfTv08ogAK2gwYNCx+HBYi7LXOL6cHJgnIw2sXtKOga4unHPZV9DWd4zUkHff+UN43QYWnHQcxqsFFTRrNuCqUTVCW6aw1F9GvoBf/PBnODw4It8/n5M/JBCI+Ycc/Aol4vUU+xJlQCtZEZ/+6mexdMVyCaCRsBNKz505kQDv3OtZU5PpTxsiEhoqOkbHx2Hays4s7vHhpefX44k1T0sOhATHut1IhYJIRyOY256Ee2gEnYvnY86ll8NoROEydVQ1C0OjJRzYf0AktjaDnMicFvaViWgkKp+TWQH0Ppzd24NEwg8r7EONahkZbCqJLRVEdk3ZWDT38OY/PQENu3btxpPPPIEG65WgAlYZetQcBhxh9v7VnapA8P9/YJUFEnuP5g/BTnW//iWw2jx/BOyQeSkHtw0ZUjZ0Q3pAxYJtesVyCMUcEBPdPT1476duEMIHX4/BVNzPBXTlc8h5qlQVkrVBFRBrGWGoM7hKDY1ZX5J9zgeSVNDd040tr76MDY/di4iRwc59u2B5PEh1dKIlnUTI40La70UsGoG/dRZSc1ZgxgAqegWlQhY/+P5/van1/di3P4VgNIWK7cb6TZuxcdcBTE4buOSKq/Dvn/8sKjVl3UIVQLU0hUcfuhvZ7JgauDWtUBzrHQlEcX6O3nuUkoTAKoFketrSYzaEVzfvwit7phFN9SCSaFN2F1wjLrIwleqPZ5v0trYleyD7ZI3M0FIFllHCu668ANe+6wLkcyPCRgyFQzB0XfoxkkYIWHq9vCebPZqGSDSF++55CP/zg5uhFxlZpGy2qDwgo5QMx7ZoFH293YhFGGfEkD63kIz4nJo/ICGtVGCyticRoKib2LXvkPjfL5y9CJ+68Ua0ZiuoPbQWHpfyEaWnKQNvU2laHyhCgNgjOOom5jvQl5fkFnrn0i6DIUv8nkNaEKZeRWZqWNisZJSz6InEYggw6JRWAHLm+GBTidUWx/7yJDYc2IZ8Q8fw2DhmzZmDM1afJntmZnwMPqMIH+0qkmlYbi+mckWMTkxjx+AE9o6MYXR6SkIhO9taRVl8zfvfj9PPukjKYyoEx0aGZdCXTqWw7uG7MLztJbTEw9ANE3rNwpZDM3hp12HxLQ8ESTpoYNnSxRgeGkRXVxcWzF+ErTv2IpXqxnGrTsesvvmiAp6ZmUI5n0FvZwKtLgPJGICED8MCBHNYqWHDhhexb/8+nHjqyQhEQsjlSziwfResXAlz2jrgos0CS2chQ3AYr4m6RwVwltFw1VE2a5gsmxgvWJgu1ZHJV9DZ1o3j5wXgaZThR11UfgS0U20taPgUszxTrGDnvkFkyxZGp0vI5kuyP8Tj8SM2KCprRtW36l5UuR4E2MUT2LFn5HZF31YyZQk+E+ciWSgUpF2BjZaIH7NSMfR1tONrt93/ptb43+uD/gGs/g1gdc0Df5BJI4szmdwwAVRYRJaATb/53V14/Ol1YiRNfzCRVrJAtxrifXjWmafh3VddhmDAg6pMAgyZBAnQ4NHwi1//Fs89/wrcpKM2fTYcaSIXWdCuopUHlqcOzU3vFze8nDZ6vKhYQMF2Y8YwULKAq6+9CieedBICTjAVC0YGQt3y69/j/keewtzZs/EvH/4Q+mb1YGxyEn+670Gsff4lnHTCcfjQhz+IbGYaeqWEdDKGQIg2APw8jmTH40aFi91u4ODBg/jxj34OS9cR87jREtAQd9nws8G3TSma2IDlasDBWgNlhizQN5Hee5JeSRzUg49+5HqcfaZirHJBszg/utgReZQWxAMPP4Ff33aHHBASoSE0IwPXXHUpLj7rLcIy1VIpbB8cRMDrBSerbAx4nbhp6OUKvvmdH2L7zj2vA6sOs4/NiEfYqi4Hz6GJuYignfeq0t/JtOBhyYmWTLBNxabpXzofK1edgLNPOw2P3vsQnnriGbh8bsw/dhn27tqD8lgGqLElVpJS/mFzYYuWlDxeFwxXHdH+FmgdMXjD9GRsoCPZgrFXD2P80LAY959z7aVwJT0Ynx5G3Wsj2dmFhDeJDXc8jsqeCZElkHFE0JKbnwQTNChlVwnyzUCKpjk+N9ETTjgBN333yzCqZejlghihE+QsV/j7HsSTbXj44cewbeduvOPyK3Dbb3+Lp558Et39s+D3AJ//93/DnP5e8fVl06XrdRWw5PWK2ftjj6/BV7/xTfEmYpOipO0KUFAsAXoEm2LSLXeMFJwKTPzS5z+Ds884DXVTl8aMni8MJ8vkS4hGw7BtEzMzOXz2s1+VQ3L7jt1veG8msHrJpeeLYf3UTB6ecABtrTHEfEBusoSZTFE8RumDI6ElXE9RlbpJwEJZeAC+oF8SNu1GWaw/DAFk6xiYMwt+JnmWsnJNaRFASwCvPyCFbCablybnf2eskoPA9c5mxyfrjnLwcNAvgwNhdsrwhOxPMlc1VEpFlCq68shyqSRZYZU40mZZW02wxvG9ldCWZoMk0jzVnCtZ1P8GrCpwSNh3jjcQD1lh4ClbVrmuqslyfLpYPFA6RHCIYVKVEoKaD709SWQKBsYzTN7lcMaAx2uLDxgLDRJ4GCpCIJbPzcKAknwNfsHxGp4agmEXIpofvloVpyw/DQPHvg/jegCF4hDK5Uno+gysRgY+TxWatwrNVZfBhd+jQTcJhFPqTN8xskCVL5UvXUZHZw3daSBOYDVIcNWLoMcHL5mj/CyUNHn4maTlgW2r9cYvwM1xCZmW1DAyzE/0lqo07vKRLar8vjgwMLlnWjWYEijF4DM3wmSWSuvD5laFkcnjhTV4lFexhGfRN9lAsVFAuVFF3UO2Gf1eG/DwDwETeii6PMJiYFiYn89vMe9MUGLnn3yNGux6DXaVrHoy1+qSvm66Q3AHEvBGWuAPR+EN0lOVNhheJRWWVCfuybQVMCWkCkZVmEGwyiKndOn8Zw4ls4TpWhUZd0AGbnlaPlD6RO/FUAxBfwRuW0naAz6/sC1DHjcCHg9aP/5vb3iNv+/CBTIYZSgbmS0zeUNCaIqVmmN/wWRzJQsVtrd4q6rhmpJ9Km8x/j0/pzTBTlBj880o/qZqjhmQFNa8CAdYmFJG10xLV02rXExnTTaZ33J7E0ClnNBNdqsKDlKAqwO2kgkhQIj6u7/441EAp4CqBMUcVqms94YLRsVGzO3FQG8IHp+Oom6J7cb+fAXDZUuYDRbVDRwqOjZ9QsxyUt4VC169NvctflqefWy8ufcUywYODY5Ar1TR0dkmgwrTKMGEF5WqKYGG/D4WLhzA7NndEmg3OZXD+GQOA4lWLOvwYlYL1TF+hDQGJrJxAyqGDX96EToWngnLn0Z+YjfyB15EYXAHSpmc7KO+UFQaAC7HXNmAcbCAgTlnYva178S+vI6b77gXjw6WEAz6MefwGkRNA8G2WTjp9NUIhaOYzhfh9odEOl8oVVEp1FHMmihM+qDnJ2DVdyCdqiCRXIZQMC5WF5YVxbZNNQwNZ9AzK4f3vm81VhwzR0m5bS+++71v4/FHH4bHYjBkSUj9/f0DOHX1mThmxel48plprHniNrRqo1g1O4ZVixdgeCyD/SNjYm1AG4XJQgn7pwroSSWxMOlDMBpHoHs2CuEwAqEwWkMxeNmI+ZvWD7QwcoB1XicZbnMfJqvqdbsIuactWjMBVashzSVBa4ZesqaUe9uRPquEcsWkJAOLe9bevXvx/HPP4bVXXkWGQUUuWtawyQoKs/Gss87CihUrEKXneIUBglRAReR9iGTZsZpRAwa1glhf8V6/+KJL3/D65gMefubZI8Bq019Y2GN5HZlsTtZKXdfx/W9/E9t2bUVHXyfyMxnJOeB74Hv3e9ww9ArEDZFsMH6HZGN6NfEZ5Lo67+LLcMr8JBpDv0UkWoQd1GCZOiIpjqrcyP1GQ+2gF5Osb2QQVkfY8oAkPouqHNvCptix2BBuQ6m2H7p+AG6b4Yc+OYMZrqMGNGpgIidtU8bstnHy/AiW9sSx+pLPYfYxZyNrFLBlcBNqtZIM5EwOs+SUUQBNgN7nHFD6PCLd/eOvbse2bbscpYzjNenUBrKvOa95JBBXhjU+FAsFXHD5xbj0incwsUu9Nyr3nGFSicnRIktWLH0qwFgvF0t58eBz25b8/6AWxMTQBO6/604UjZqoAQistkfD6E4mcOysNpi5IpIrViB8zAkwTB/cdRN1LzA9VRQw/+CBg0L4kMRzvh49yENRqdPITk0EAljY3YPWuIZGZxwVckctx/fdNiUk0jaVNPxodZwMsQIEQzbghZc3wCshOwFYZYOmmVL7HanTHEuYo2/W12s4FT56RJxwNIgnnvliovI3gdXmNW8Cq/yuRSXJx9HCRa9J8C2BbQnhknA5R8lH64ZgAJdedhlmH3MypifHEeDgiwo2j0/JtusNCa6hl3oTPG/aA/C8JwjFWpsgG+tLAlLJeEKG9e0dXdj46it49E9/QMylK+KJz49Fx58o/u97tm9FaWoMlmHAdGso0ye/TNssSuMJuCsCzRv9efA7n4XR8OGFLduxe3iEo3GMjJdw5tln49Of+RSrZLWWzSKM4iT27tqIcjn7F1YAzWGLMJf/N2BVfOm5f5NPWj9iBbBl236seXUfwsketHXMlqAv1gGkWnlsL3S9AkMvC8OQeRzspWjRwNcpFLJYuWwePvT+KxHyM1PAQpVMTjIiW1rQ0tYu9hokQJAYIQMwCdD0oSaB2CX84pbf4rl1L0tYFmvLCq9NqSD9c09LCqlkHEEqZNxU/0kMo9SnJC9V2KsCCEdjwuwWEpHbC7NSRjFTwidu+AwWuILA4y/A5bVR0XVZ66l0WgB1ZQes1jM9PclIJwjM/sJDWb9PgxYNS5gqJfLCdud6K+ZRyGdRmMmIOi3Z0gZ/OASTQLdHWfqQxeSKhzFYL+CZHa9isDQlPcWKFUuRikWkDqpVdATd7HvCCEVjYjfIcD+SUkZmipgoV7B+41ZMTOUlsOuMs1bj0/9+I/zBqJC8ZjLTyGWzSCZSwkDdtPYR7H35acQ0nok+6HUP7nhsPV7ZeVhqGb1awbw5s/HBD7xfbBDvuOMODPT3CU7z0sub0dbei8uveDd6evuxb89WxCJBDPR3oSMRRiTswfDkMLbs2iFna19vD7Zt24bbfncbzr/oAvT0zpLz5PCuvZg4cAhdSdrOqaBLKj5dJFHQMo+2eNUqKnpJZfrULYwVKoKlSE7ARBannXwqehIFUeSQ7e+BX7CRycwUwu196O4dQEU3sWnbHmzZdRCjU1mUyroonwiaq7Pl9f2vuX9wzTdZ/Kwl21tbZO8gsWhyakqA17a2NhlS5bIZuQ9baOHVnkRXKiLqw2/f8eQbXd5/17//D2D1bwCr6x66DVPTE3IzdnR2SAFKZikXhD8cwy2/uh2PPrFWAp/InhA/TvEFJPOlhuuvvxoXn3+mbL5Ml6OXJw8pMkmZ9vr4k2tw932PiJGxSDWarvCS6MyNso42VwMdWoPLRxoaJmfTzyRTrWOyaiNXbwjY9e+f+SRiCZqauxAg66uuS1DCT3/1Ozz8xDoBXy656EK88x2XiTw+ky3iJz/9GVafvhpnnrUaoxMjGBsfwUB/LwJ+TQpOFhQEiYSXQ3N3mfQC3//RL7Ft23ZhbgbqBnrDPqS8XKw0l+aO7EXGsHHIbKCCgJIjc7InRbsLmtuFf/rANTj37JNlyiX+sMHgkUKyeTkIrN5z/5/x29vvkjAWTgbDPhfmtoVxxqpl6IjS2NpCavZcadI9kTbxSmPxQtk1z1Ey+b713Zuwb/9h1SxLAI+j4aDXKS+FyMKaXmWqB2YzwM2EDBs2lcLIrbOYIXSipqRm2INlJx2Pt593Ppb3z8fvfvk7PLP+OZxw0dl46YUNKA5NwEOvNocF1LQU4HfJ24XvxfDUEelrQagnBQdTdLEAACAASURBVCuggOMQk/zGK5jYeQj9ixag7eTFyNsl8T60vBbae/rgygMv3vEEgjkyYL0iVycllk0QPZGIXXKT5h/VEPP1nMm2aeLKK6/Ex//pPSiX8/C6G9D8PvFUJO3N7aaMoQ1/uOtPeOSxJ/Bvn/wU7r7jj3ju2bXCkj5uxWL8xxdvEOCjDrK3NdSqljTFEqDi9eLV17bjk5/5rNznlLtxQ1ZEDGXUrfz6CKz6JASBTRcB6GQqgf/++lewaP4cCROhpynZtLQCyBaKCIeDYu49MTGDz3/hP7F77wHkcoU3vEETWD391FMRSUZRMIBCzUQ4XMf87jYYWRPDw+PCqmBTwPAEAdcpYbeAElPOGy74mdKuKU+yeCKAQraCcl6HZRlYsHCO+PYwZVFj+hGB7irZiXXxRJ6ezpLU978Dq3J/qYKZBQVBtVgyjFg0LB4+9I4TiZc0YUAkGhLJZS6XF/Yj1y79cIStLAWbur8FBOV9xyRVNlNUb0sVzwAJ5QEp+XLCsnTop6+3AY4JY7NzcBoFeW5HHiz3NBk6iqHMp5RgC2lG2FwrD87+nm7xW6KVSq1RR4PgutsHF6XwfH2XTz6PApqY1K6am5g3JCBNyN+AWdcEnKQVidfnwqyYieUXfAnT4aXIF4dR0bOw6yVEfXUkgwaiyMJvFBFoECQNwvTmkad/b4ZAG1AnAxQawlodPa06ZqUsJIMa4iEfEkGCum7YNEbm3uowNuU902POHVSNqTB4+YfTby/cBFVN7pmWrOsub0DJ9vid8a/sKsyGAYs2J3UP/LZfJH+y19GZzKa/KOAiC6np10DAwzJhNxgoQssEAxm9jkythGy9jAoB44oBTx0IuX2o81jS3IjGgmiJhxD3A1rNDZ8ZgNtFVijbNp4/Nblv61WGqFAuSYsXDbYvDi2UhhblP8NAkCm/BFZVgJYgLtTr89oyfppSNTb53CtrOdKE4KpWBGQ1YaBgN5B3u5GHGwUXgQs2ynX43Sy6A5L0yn0yFooiRtYMGQD04fvnj7zhNS7AKuWkTNc1LOTLtAQwUajURfHBfYk/TWY/9y2VEK9sVAi0Nhmryn/VAVcdUKgppRJpK089Mn08BFc9CNNjOMAhClmlaq+XYDExcFAsKhlSHHku6eHhI3jqsFTFw9kBUvncys/NSSQn8OHYARzNVhVGmQBZ9Ctm0F8A7XEbYR+/Bx25cgXZmg+HiwZm6l6YDYLrHDDyfHacXR1ApylP5PskAEYAg8/dtAngeZgrmZiczogctzWdFIDeZZsICRhMpmkNvd1t4pva1hIRb3GfVYNlFpAOR9AW9yMUIBjoFyYLverU2ggh0v8WeLpPEn85jdK46SHMDL6GqX2vIDtyQGx1/OEkgskwNJcH2XWbEYjH8JavfRWNzhPxvVt+jbtf24NI7wKcYO5GYXAvSqYLi5Yuw8I588SmwK4r65NSzY2hoheTgxkM7T2AWnEY/b1+XPq2t+AtbzkD23ZuxHPPPwe3O4q9B6p4cX0erUk/PvTh05FqqSMWDqOmm3js8Tvx7DP3AboXs/r6ceb55+KEUy+CbqXx5JrXcM/v16NS2oRYOAOfS0fMZ0Fj4IZRQ8GwEaLHncuGFk8g7NfQHfZiaUc72jpnw5o7F7F0AprXgleLqqFT02bHYR46cabKN9GR70vADVnOrBPq9K8myGQJcCasa/HaVIAegTky1Hi9yQLiNd9/4BCeXbMGr7zyCjJT03Iv8x6gE8jcuXNx3nnn4fjjj5cajoNceizznvf76XGrbJeag2WupyOoqvN3XDsXXXTJG17ffMBDT6/5C8Yq/xsbQ8r0aQsldjhWHT+66ftY/9JzWHHCCkm+nhibRCQcQ0dHJ0bGRjE8OgSt7pbamh7W4pnNfdoLGLaBcKIDH3vXJfBP3QO/NglPnOSIGkJxl2QOlH4fhElglcwzuwHdbYPukt6GD36XzpsejZa5WKcN4DWzgGJhOxr1Alw2WWW03rLUIM0JKWruS7wmViOMZe01HD8ngGPe9gm0LToJg4f3oEro0E0FF6+lBx4GrlUI8Bgy+PPxnAh6YNQsvPj4Ojz/4ovOALD5VUvkkQKhmn6eTpAZh6EEUQj8zJrfgw985MOIphLCdiWIqrk9omCjxzDvBVoCcDLDoBl+v6yXmdDNMBkGYcXCAWhVA48/+CCm8gUJ3mWIbXsohIHWFI7pTMATjiN2wskoJlLQKybsGoNRvChksti6daswSmk7whA7svKo2ojTIsQZGrdGIljZ049WejvMa0dBbA9YQ9FOjUGRPKdUD6CUXMreS/Z1nwdPPvUUtu3aLvkFvmgIJv3BGXB5lDensuFp1m2vDwia4Kpq4/66dlJWAEJwOKqu+mvGqqrRX7eCkPqPvqgEUw0G5hKoVuQEPpaglwJfLYQjISxctBCXvO1tyLmCKOazcp4QJKPyj7ZwRr6C8bFhTI5zaGQJkKZ8QOswa1WRIXP9MhSLx5NYz3mUpzZZwb2z+jEzMQKXkVXKy1AUuunC2DRtfkqA23TeF4kUVBbVJWkcHj/0cv5Nre8ffuoD2HVwBJv2HkQo3QJ/rAVjE0W0pNM4++xzpX4gaBT21+E289A8JPBI+uxf/Mg3/zeAVVUdsyZzyTrkkEPzRbBz92GsfWUXEGhBPMmhIBngATTI5vMGUa2UBUAlI7dWqwjT0Cix1rEkTOvCC07DNe+5BNXSOEyjLOqO6elpqcHnL1wkNSO/65rRkH7QT1wAHBKWZD/eu38Uv/zVHTh0eFiIQolIBLVKCQf27MXcWZ1IpxIyyGUXxkqGw1zWzrl8Hrl8UYD2eDIla5iqueVLF4lKcnRwDFddfTVmN7zo3D4syocqCVrlMhLJpOPRrnoDDlBYxzKAjOAjGQ8ERz0MuWbYNZndJJ1ZioEb4mDFqCI7OQG7WkNrSyt8/gDMgCagr+b1iz2BHQ1i3G3gT+ufxoHKDBYvHBALuLqoY1kfWEJY4f1LpUQgoAImy+UKRiemMJgp4NWdh7Bt7xA83gBOWLUKX/361xCNxiTMN5ubkV60va1TQMuZoa3Y9NT9cFULUttu33sYdz3zGsbzKtC5kM9j0fz5eP/73odzzj4bW7duwSOPPCDnw+DQKMyajSVLVqCnpx/+ag79S+YiV8qiUanSJAKmr4EdB/eJqqsllZS+e2hkCJF4VPbM6lQembFJNEplIQuEQxyGsgcjKG3D62dgqyZKxkKpgEaNA6m6qJHH82UMjU5i5fJjsHThQmTHX0NbSxzRcBh104OJqQxGJ8bQt+xUdPf2way7sHvvITz8xBrkmO8hHq4QxipryOZgScn/FXufeyHXftMapaU1KdeOg5apqQzy+bwoWtPpOAy9iKnxMbTHo+hsiSEZ8SGVCOOn9z7/ptb43+uD/gGs/g1gdcOjd2DrlucwMzmGU086B8FEGwxLl4aMHpQ/vuU2PPXsejn8m7JestC4yTVMHV/9jxuxdMlCVCoGCsXckWm0SC38fmzZsg0//cXt0KtNeYqa6ouHiXjhuBCsV9Ed9iDqNuFn0egNYr/pxUyhCMujoWzoeM97rsQVl12kfBIJXNKDDQ14fAHc/PNb8ecnn4FXCwnodsNnPoOB2QOywX/3u99FsrVFPENnJsaxY+smnHn2mSiXSogmVFpks7liqAFBFxpFr1nzHG79/Z2o2i7y6ZCwTfTEQohaOjx2A2bDgxHDxijj1SmBp5yMMBnZEU7gx3uuvhyXvf0i1Ep5+W/CupFUeFXoMDHb74/hjrsfxh/uvhdWrYjukAurl8/Dwp5WeMWI3hKZc7XRQMGooPukM9A9MA/ZiolUuguuhhsz45P49ne+j8GREVC2qpwgmdhMdg+bWPrVqYaV7CROfyjPpWm3nIAie6Kc2SXsMuFVOqAUN/q+4xZjwXFLcOW5F6F2uIQvff1rGFi+FIVqGVte2wi/zkKfbGdTTdlZLBGAUBcL5YaBxLx2BLrjqGvqdeh7RuNoy+tDKBGXg4aT33qjLtP0WLodxuE8tt+/DlGL3jVekXJK405ZRigkzQU3Rb6uUP7VMSn3LkNVrrvmClxz9VtRrxmIBuqYGdkpMvaW3uNh+2ISTnHrbXfitt/9EWedfTZeeOF5CQ9g2MO7rrwM17znCvGEpSUGZbsGg4caDcTlILFx4NAI/vmj/yYyi2ZDLj6wzWaPbGgGSTC4itN0IfKZ6J3Vg+9/6xtoSSdkilkulyU8LBZLQTeq4gtHXygW2J/7wpexY/d+TM8U3/DeLMDqW04VmV4tEIYdiaGSzSIdD2D+rA7s3rYdekkXT1SClZTJ0F/X7/GJB6tMhmGLXyj5hYEI71838pks9LKOjq5WtHW0ih8g0Vi74Ua1UhU/TRfpmG4XCvmKA3j/VYqsNFqSt6jAq7qBcDyMns4OTE1OITuTE0m2SrmlH5QHqWRE1h4DDQiUcn5cq6uSUQYaTbmaDGzUc8urig+kCp9qStadWAnSQtX3SmYSZWcS/Ob4uDp2BbyzuH4UW4XgomqiVfNigeofk9NyAjJ6Ca2JKDpSceyZyAqpUZoJ/kvTm0yAWDV9J+MiHKD8mfYcEJCNAWqUO9dsyqI88DWqmNEBq3gIb7vwWtQWfgRjVhHFso6glkdPJIe0p4BQ2YRWrcLTqAhQy4bWSx/KwhQ2HhxFzqwi4Aki7vahOxFEX9KDjqCJtqALMc0r9hN2wAUXlQn0sCQAwoGazy9hW8IUpKyH798ZLomOTxKQVQpyF1nO8r24YHvYaAksIg01LQW4J9j1kJJZyt4j0cuKnUIPV/p6NRg2Ral9lUi9SPYpi2YBlSnq4nXMSTdZ58zOsrw2dLeJqteEPxVEtCWMtCeApEmLGe5/EQHSXRzAmGUUG1546kFp5jRPFB5fGoFoEDFfCG5Gy8eisIPccxQTjonoBMtZCDMZ2MX9hinSZg1gOEu1BHe1omSIbjeqbjem3V6wzarQx5rgPkMYyRfzEpj0ir1M2q8h4vMLi56MW++HP/GG1/i7rrpA7A2sWhmlQgaFXEl85wqmhap407JPYOgb9yg4vsQKXG3+8F8luM2R8TebarnOlFU6PlVH2wN46V3p8SAdCiAW8QMNicIWL1ParKi9WJ03MmpyGnEWvwwSImuVZyZ9iqkcEQsgMpEFpFVhWLSyoVpDNWM86/0KKKfUjg6QBB0CfiRTYdTrJfF7K+erMvjMu4PIGVXMVA1ULNoKAQbZzbIgX2/9m98Ck8Sp0CHIywAPAif05BW2aK2IRDiIvq40upNhBBnaE/KhJRpAKMTUaQ7CNFlzytqECeweGahRgs6hHxtMNmsWLUs8YVR8GpJzL4QrNgc6vUS5HzbcUs8w+8g0Mji4+xUMbl4D78QWmI0gwq75MKsj8PXsxokX/hOKfZ/E7379G/z2uRcx55iTccMZpyDuyuGFLeuwYcMLKGSnsWThYixfeBL8WhTjU0PYum8fbMuHBXPnY+WK5Zg9QF/vMp569A7s3r0LfX19WLp0mVy7oaFRkQQuXnwiZvUtQbVRgMsP7N1Txp23/xkfunYFLnj7ZRieTOL3v9+AR/98K/TKAZx9/AA6u1No2DUcODSMgwdHsHLlcejt6camTRsxOHgQbekUEokIghzk1WtojUcxq78frV2d0IIhmBy6ETiDJrYwwi51HK6b4Kj49tPxgsMKWk/RAiKbl/qCIDhZOmz+uK+TRUXlBu973luU87a3tWJ0dBQPPfgg1qx5FmNjo/AHeW81hKnFpvDd77kOZ591BpKpGEqFgtQaVCswLEfJI2hN4ZWzTNYNVUgCHqk6RXxcpamz8Pa3veMNr28+gMBqc100mZcCrFZNZEenlb+014Pbb/0FHvnzfeif1494IowWgjQcEMGNV1/bhNHRCfh9AVERiABDTUOEyEDgwTRsXHTxW7AqPAa7sQv+Vo7hAvDHawjaXgzdZyK0KyFgARUXRbeJVN0lAwE7GoV5zZVILF+E8cEhPPnQE9izZ9dfMFOVZYZa402Arbn+KAxIBV04/fSTsOr8C6F7NYRpX1MzhMHFz02J7rTDLCIYwSFYLELrF8Bdb+C1V17C/fc+iFKRoJl6HRnAOLYA8pmFuapY9hzc8lryv0Vjflz/0Y+gc3avnNUkRrBmmxgdERYb/13gS95vUMw6DrR4AxKyZW0QDAcluPfFR+7HzMSUBCjGA0EkwmGkYjF0p5IItLZj3tnnYMrtxfBMTuTW/noN2U0bsXn9Joyngth5eAg+O4iwxoDDLFy+GKKWG7VyCYtXLMFZ/f1wmUVU5nUjZzPJvYGG24Kfcz8ObHhGOeAo37sKh7JQ9Tbw5z8/ipFDgxKuE4xFoRsVuV9FMeKE9omqwQFjeS40yRpOJeN4uzp+9zJMVh7magEoFYQ8l0jwFfqngkDVmcA1qAIyuR5pKVGHm+dGra7CJ0Utx+BdVTzxvKQXevesPrT29uEd77xKfJUpwecZ0ppukRrk0IEDeOKhB1AqFZWfpkOSER9rZ3UqRYZTBYpyT9IaYNKz17Jx8UmrUBk5hGhAw55aDZVaHYcPD8Pj4TBMWRE1e9Aj56R8bDfKpdybWt/nn3Yy5g/0YmRoDI1wGlYgimq5gnA4hs7ufqk349EgktEGgu4M/F6GtiqA8nUmsfMJnevePKuPvCFh+PNAVi610ilpfmzatgsbdkzC7U/IHhrU/MqD1KcJa5QDmEKxKGox26yiWmQAVR1+ytfDblxxxVk484yV8BHoVYwG6WdGRobR2zsLra2t8v+ZXM/3Slsv1tK1hlLu0Tpv6PAMvvedn+OVV17CJz7xfiQScXzuhi8hHY5jVnc3CmTlu2wkUymEud5dwMTUNMYmJpBMJpGOx+HX3OhIx9Hd1iZnfKlu4Pp3vRuhyRKKr+3CYncEFauGqUIewUhYPHN9LF1Z17POdfo2MuNZtDfI6ueZLj6uPrA+kH2ENT6H+q4GCplpVHI5pJMpRBmoGw6g7mLuALsPDdHONpRjHnzv7t9gqKFjxbLFMGsFBDUvIqGg1EB1y0A+X5JE+rZ0G/q62hEKeDA6OYO9w2PYPjSBzfuHRIHU1t6Kz3/+c1h91hmYGJ+S8y2RSMnwlANqozCBFx5/EKWpw5jKTOOx5zdi2/5pFMocVlC1RsunOj7+8Y/i9NWnyyBh++Zt2Lx5o9wme3ftQDwWRVdnO8LeOjo7u2FUTJR1Hf6ghqJeQtbQ0TGrD4mY8tdl/03fee4zQ7v3oZIvyfoemRhHMhZHV0sbUiRTMTi8pGO8WBSvepgN9LalxMc0R2B1alrIXEvmzYZZKiAQs9De3i577M69uzExXUQi2Ytjz7hUMn8Ms45XNm7GU2vXCajOUDQOwwLhmLJnYm0pPMA66g0G3Jli80JWO61feI97A24sWbIM8WgcL7/4ErK5rLDY41E/ls3txYnHrsD46DAOHjos/sbpaAg/e3D9m1rjf68P+gew+ldXtumx+tLjd6FanRbJTzzG9GoPGh41saVJ/I9u+RWeWfeiUNxFoi6HJgdmTG4M4itfuVEWolE1USgpYJVTFP6TReWhQ4fx45tvw+RM8fUCh8UnmTMMICEEYhlo0Sy0a0zsdKNaB/bqLG894m9CmdKnP/0xrDp2qSP/dQuwqkyaNfz0ll/jsaeehtcflsJ3zpw5+PwXvoDdu3bh5ptvhm4a+PIXvgivq4FnnnoC111/DbLZDGJxshVU6yzgKkECx1+N7/umn9yCsem8JFUG7ToSATfafRZ8DMGwIOEYYyQwEVzxkPlniQ+nKhgsXH7pxbj22qthFJngSGBVFXIEb5waBG53EH/44324+54/Ie5348zl8zC3NYYQlbjCHmZxQf9IL6azGVTdYcTbOxHt6Eb/ouWYLOoYn8rhV7fcirHxcTH9ViwjypCUx5MEgXiYEFuTAoBnq6Qquh3je/qg1inVoO+lk3zK6y8JqRa07iSOP+dUzO3tx6lzjsN/fuVrmJiZwfxjlmPL1q2wMiX4Cd5JmJBjfE8vTBZ0DQsG6gj1JRHsicPSbGhBLxLRmARBhVvS8tnoYVUpFyQBPhxLIZFuw+jG/Rh9djs8hmpXeCiwuOG1InOExRfp/apwVvI0Btgov8oG3nvdVXjnZecrKZ/WQDEzJJ5o0fQ8wBtDMBTCj27+JW67/U5EInFhYPPQZvrkv370I1h92onOfyM44xMAlY1aIh6VzXtodBr//NFPirWA8vJSIP3RMiyi1LS8EPNsATBqWLRoAb75jf9APMYiwZbDidO0WCwpRTH7DvrR0MPoi1/+Grbu2P2mgdUzV58Ku+FBxReEFYqjXi7B56pi5aK5qBQKGDp0WEnevF6Mj4+LtUbIH8D45DRzf1XEPcEVtxvxdESAhuwM/WqVLDbdlkKlWHD8yFwoF1QgUJ3M4kgYhTytDijhO6rIdkKk2KrIiIYWCQ1TGOcdbUnxoJ2amoHX7Zc1Q2kcrwuZnPzuCbTlSyVUDVsAExZ/qqZTzNEmc8hBVQVYVQW+YqxKoS/eXx7F0G9KmMm4cKb6SvpMlqtKO+c2oVjIygaEQLoAuuInrGwfOEzgyyTjMWGz5HWmryq2lMjc5T51JNN8TxSqe1wC0jAUQXJsoCEe0BAhzZx+wj4XWmMBCRw4cGgMPZ3z0XfeDRhJ0J+tjlZPCb3hMkL1CgKVAnz0s2JqPT2qbULPFip2Aa8d2I+dh7ICrHZpAfTFQpgb86EvaKMlAAS5mWoe2GQnk5kT0EjHAjS+NhmslDkRDVY+s9I8SaOs2Kos1bk2u8UKgIAk/0crgaavNrFrhkY414AGgJL65ZbhkOxJQnqx4SL7zNSFFdqgLysZ1fkiinoFhUrl/2PvvaPsOstz8WeffXY5vcyZqtGo92LJcpHBxgU7NsUYAyY4gUAuJcEkhJIEQklMEpL8Um5CEkIaScgKixBCxzhYxrZsyUW2Vaxm9dH0mTOnt33KPvu3nvfbZyw73HuX/WcWwxKWRppT9tnf973v8z4FlWZTQtMIYta0Jho0stc8TNdrmCgV0aBkMmVgNBVGfygiLIcW15njolbh3k2vxwSGzCT69QT67DTS0STseBR6NAo9HgNoNdJjOSkzZ7EOYLOstZriHwV6NjkM2miIFYAmCcsaGkFdvFWrAR112QMJmglPDp7myrVOWyb6KA1n6AGBT4JqH/jQy66/PvqJ/wWHgxmnIfcTC8NyuYSJqXkJIsjOLwrznAMvoeiwMfC9MXrMIQFVuTf9H4BVxfFUxhm94aqcZ3pAvE2TcabHMkCwKY9DYJMDMnUWyEmn1piAufR2o3RXl7UivGWmOFPlQj9RWgH5Un/1PcpvlS8yWSEcFvCxgnoHg4kwYkYAjUYJjUZVmvuQHRbbGMvS0XBd1JgC63pw6InWbKMq874XM6YIgCobAJ4ySsjKpidiW4iEQhhIGOL9HIvYCFnKwoP3lFI+KAsYGcjw+nJioBGYUGxgJuGSmeObkEidUKFcf3Ab+te+AQ0vJKAwg9a47kw76ttEUDXSRCE7jbNHHsXMsafhTeQRDk/CXptCePQ30T9wMw4+fwjfO3kSVmoQP3/ZVViTSKBt11B0zuH58wdw4vkTyBeyMAK0Uwhh7aZ1eM1110sq8PTUBJ47chAnTxyXeoMyuFWrVqkUbT/wgdYhy0bXiWKpqztodQJ48tECvvLlJ3Dda16HcFzH3kf2ot1+Dje8JoVdWzchkxmEprclJDEWz2B0+XosG12BWDSC2dlZkVGSwc3/5hezkhZt6F2EI2RLcT2QIa9qRDkzOWjh6+H+K8xUdaYKsEpvdc2UIVzQYMCpJgP+Qr4o2y3T6Xm/xOORpWBLWh6VSxUcfPYQHnxgD06fOS1sO6W2ccXKiuygN73pDoytGBbGfLXK4Es2p+pelbODwClD3HgjS/qw+EkoKxUB9F58n73+FQRQ8nP4ScCqgF3tLopzWTmPeH5/7xv/jq99/SvoHx7A2IplEnTE98LX8ewzh5HPEfgRfp388t1tZF0ymLHb8nDDDbuxu78CXTuKUJoqMh1GBAjnLIz/oI5IPoN8ty6+0AWtg0zAQNcKwr7lWtSv3IEa2ZzFGp7e/5Qovi5lDknN6YNBvTrxBWDVgwUPt7/pFuy6idYYITi1ClzH8QOMNORyOQEuaYUVj8XlKGczXMjnRTFXmMvi4FMHcGEyK4PvS4FV2X94Fgugp4BVsptl/QrTuYu3vOtuXL77ShmCcagyn51HfmHBt/tW3yPRgR6rwsKnxUqrLTU2B/1U6UWiUTz54P1YmJ1F2DSRCEXQn04jHokipAcwsm4d1u5+NRbaLmZyeXXtKeGfHUfp6SNYbDg4UW6gXGzJcLV/IIl8pYW0aWDt2DJcuWMXBkpVzDULWBwbQN1TPt3CBm530SKbWA5W2azlFBbmta5jrpTH9+67D1UGnoVthKMx8Sklq1tqFJ8hyutEj3W5Zv69vTSQVr4uwqSVs90PjBKA0gfqe77aivnKQYYKBeQwVnoTqcXU73t7PZnTVIA4lRoqpbKynRHbGvqiuwiYBlKZfoyt34g7334XsnPzwlLjc6aTKcxNTeL+738fi7NTL6gufgLI+CLWrU/5pJybZ0MiEsHbb70Zx558Am2vi74tl2FiZgYnjx1TrHeuaf8M7P35UnCz/goZq29+3c9gZKgPId3EVLaKQN8wum0PmXQfglZY1AbpZBSZuIeuMwUr2JY6sfdeLgVXX3h/LyYysPr4ScDqcydO4enjWejhFAIM/+Ewk8OYoCm5EmT+E1htOQTDHFQK82iLci+EeCyIj/zauyWMkcPdWCwplmCU/88vzCMSjqAv0ye1Dy28FLAakn1Wcg6obOk2YZlR3PfdvXj00b14+9tuR1+6D1//2nfxo/vvR386IyAZ7e7IWqYHKy36xOLE98MOWUGsX7MafbEQkmELlUodRiqBt9518dpZ0gAAIABJREFUFzYNLMP4E4eQOEbv5Q4WFufl+QmGcv8Qew967qoyRd2nrFOFEEzbhICQNviL55HcrwwodNuoFgvILS4gnk4hEovBYL6AYSNgR9EJWihqLiY7ZfzH3v9CIBXCxvWrkZ2dEH/25cNDUlssLsxLwHY4mhDg1LYNRCMGQoaNhXwJTxw7hyeOnkKh5iCdTuE973433v3e90poYSyeQCyeknUooWTdOk4+uQ8XTh7G7MIc/uO+PZiYrwghiDXi2OgI+jMp9GXS+MX3vh+pVBrNWg2P7duH06dOIZ/LCpjOQSeHyEP9w1InJOMJtLsdzGVnUOHAIqj67rAdFqUjWbwMQ1yYnkElWxC7jfMXL4qCuS+ewNgAFSgWphcLmC2VpWeL22Es74ujPx2FFYmKLV271UDXaSAasjC2pl8G7lR0dgIeKq0AYqkVWLFlt7B3FxYX8cij+2RgyFaCftf8bBiuziEn612D+IYMZHVlTwhPelGGaTGnpVIt4o1vuF3A6ft+wH2xIrVdMmLg9huvwWtvvA7nzp3H/qeekbOoLxHBP93/5Muu0f8n/8BPgdX/A7D65J7/hGEykZFsM6YPklLiS/7MMP7ib/4ejz3xjLCWVFPMo4WhJW1s3bQWv/XJj0iTwXq3Uiv5zAweyso4niy4L/7tV3D63OSSBEQku6TP+OxTRpNEvSZWhEyRfmUbLWQJkNEvpdNFOpXE7//eb2OwL66CtjzAovk2m8WAgb/5uy9jz8OPyiHEYoDg15vuuEOK8Ef27pUN+f3ve680bQ/+13347d/+NAqFHEIRS5gHPCQ5oSUjqRdcQbr6X3+JdgCnYQQp9W8jqLkYMDrIWExPbGH9FbswvHUbFqtlAexqVUc8Urix16t1XHXlZXjD626WCZ/AMWSR+Qc0Fz43K9uK4Gtf+ya+981vYtf6lbh20ypoDidYqhgyQ6YvQlbBXgulGurNJqxYEgOrNyDraNiz/1mcOT8hPjA98EicEcVDjuAV/fMUMKQmtMrXkMwO+hsRmOLmyAJR2mvK+Mkikmk8UDG7uOb2m2DFw9i5aise/96DeHzvE1i/aztq7SbmxicQ9SwBwHp+fiKN871am2jDGo0jvDyJdtBFkknpoZAAP4Mrxvwk0zZqlZI0pkxVHOhfhukDp3DxkecQYuhOW9k0sJbjfwkg8Dm4wfeafZGW66ZI2YO6h198zzvw1ttvgsmUb1NHyymi1ajDMFPQyHIxLXzyU/di3+NPw7RCSzLxkcEUPvvpT2DF2LBiH7EANCw0Gi0xDGfDQsBvfrEswCq9RMUc32/YewxoaR78dGsWFwTX3K6Da161G/d++hMI2QQJXJnosvhl6BMPd5dAfSCIaq2Oez/3eRw5ehKL+VfGWL3hhleh3dLQCsXRCNposahGA5vWLUfUtjA7OYV6uYKQZYlsitO/VDwtID4P/KARUswBzUM0bkux1KjVJOCqL8MU7H449JkiSwIGGlUHbc9DpVoVBgflJTzICGb1mCqqGCWrTYETlIWz0TaCGvr7IsKc5ESWdpYROyrXhgA9W8L+dAqZvjTKFUrci6g128L2E8jGZ6gQ2FhyHJHnUGztJWCV35LhBo0DesxTVlKKrUq2JfeunlePKkrZ4ftSKvFn9R+X97hGL1BK8Fzx26NErFypqzAFgrPC2FDek75tq7wmkUbRoylmwzZV8FWzayJqGuiL2LB0DzFLw9hIP1YPRnDy9AKOzuVw2c0fhbftVcLMWJlyMBpswmq2oDfmoNWKCLoMvAmIDQONj1pWFYcnjuCpZ+eBdgj9YQOrkjHsSEWxLmKi32RogIeAHRRmKiWDmmXAY2gfgT8yF2g6zPdKEJlNeEBJBOlxSjmc4ot7WGaqdFdeA0+LKt9Ov+HyOBhhkyQJy5TR83rQxoGfH8EIPgyZq23xMPWcJrxWSxquQKMl3l61BgHWGpodFXiQDeoCntW8DkpuB9l6HaW6g0rXQVtzYdP7T/dQ7rQwlW9gfpHBThquXrYcNy3fhI3JJAZTNuLJBOxwGoFQBFo0Co0yTDmjPCWv89UDclHbLWhkK/F1OkUJS/CcBrRWS7zJHENHUQuiEQyiEdBFBivAkKdYq/TZ7DNtpIKWBIZplIgTHHn/L7/sGuyvv3wvGvTerFMG34Ru6Kg5VSxMZzE/u4jxCxPIzi76QwSuAAWiXqojJNBIIKLnPXjpi5BGbQkg8sFv/x8QfIwGdRl4pOJhWKbybyUA1stwfiGs0WdEcT2Q9UXGWJDDBE3OfPEAF4sAgq6qgVEhQ/QgZoAeQ6QIrAZlnaUSJkb7bIS0ttggcAgYjoQQCVvyuDyreViQYK683Sn1Y/CkkgbLlZAaRQ1QPN7P9CL3Q3a4NqlcIVOeGKo8loBRvJ8J6nGYsxSZ7G8HPrjAvxdQgAwRoW0pP3Da7nTbqOkhDKx/E8JD29DodGFTwRHSxcOeUrmWBGnw+6a8dqdRRH7qJE7v24P89FMYGd2BZOZtMKx1oBl4oa3DcXXEjC4C3Ta6dR1GqIWRLUG0rBzOXngeZ06dwuTFixJgSN+67MIcKpWSAL0DA/0YSPeLJFEFeymbCA5KM0PLsXbdLnhdG/OLF/HcsQOYnipgeqqBMxca0Lsa1q2PYtuWBIb74zA0U5Q4bdeRuuKyHddg/fqd0ljzWgjETGCSFkFi49MQtovTrMgZQrsf1iLyfQ4wND9NmgNVCT9Rg2Zho8nvlaydnwmBLQ68GDyXWyyKFc3GjZtx4sQJ7N//GNL0SRsaknv0wFNP4/ixk2g21SDTpeWKYWLbtm248YabsHXbdqkxOg5fF0MBFcNK9nFCqLx3feBfVrd4iSsPY3rGq5rkBcYk19Htb7zzZa9v/sD3f/zwf2OsCrDa6aI8n1PnlRHE4w8/hL//27/EwPJBjK0YkzUVDtkimz9y8IiEQraFO6AGkPzF2ldA9A5ZrDq2bliN25KAZp9CZL2HMGXS1QCMYwbyR1wYbhx5z4Gr+z6gDNVZsw7GO26DEzal8V44N42D+w9gcnJKarSeFL3ng9+7CD15uzw/XISCGrbv2IqrbngNGhK+7sIKBBCNREV+T0AkFolK/cdhdKNaRzSVkPOJvoqdcg0nDx7Gw08eEkZTL+irF+TEs0j5M/vED7H9UJ9jt93Ea994G3Zf9yo8uf8xOPU6xtaslMDFFlUg4s+uod2khJd+zR5M2ncYhgz5GXwStEwYloWzx4/K/Z1KqjqXwARD78iEd9pdpEaXwzUsTM7Rgo0AcFAsgpxnn8Tk0SMIjI0BZA7qHqJWAtlcEUkzgG3bN2N0zUYsnj2Ps/UmSumUMOR4PikAATJwFMVI1xPFHuW//CJjK5tbxOkL52RAyfM9HkuIP2Mm0SfsN3o99mxhImGqPFxheZHQwPpLoeK9k8P3zveBVfE6JglG/I9V3SP2Ynxt3Es5vGL34SsSFDsW8pnKfeh5uHD6LI4ePrJUKynrMk8k3twbQ/EEXn3Tzdh93bXIZRelbmaPR2LP8cPP4YH7fohux1H1Vo9B6//+0j/72/8SuMv1zz2B6ovrd+3EhYsXEUz348rrfwbf/c63MX72hNSmwrbWWLOrYftLAc1Xyli96TXXwQgFsGvDRniuhYmqCy0YlXqX/qH9AyOIhg2YgQo8Zwq2AKtqeNMDdnt95Uvf5wuv0QdapYdXQ1SeNc+fPo/9R6ahh1LSP5O9btqmWFFwQElgNZ/PS8Cg1mmgXSuKpzjVF2vXjuJjH3svMhlbvOupLAiR2UhWYqkirEAO65gtQqsznisMjqb9guzhDI1uN9By2pgYzyG3uIhkPIxEPImZqSz+4i//WmoFg36h1ZqEDPNmGoiFkIgn5H3wfOaJTl/zdJQhcRHUWy7W7LgM2191DdatWI0Agyv3HUP15Fm05+bheC2kBgdg6qZ4M7Mn5j4l18UfyDBIldYEBJnZ17Ya9JVVBAnX42C9I4QSenMmBjMIpZJohGw0ggZmaw1MFEuYrBTQDAewWM4hGQmi06qjUS4Ik3LH1q3Yummz2H9MTs0opaJlIp6MYGxsBMsHBlBzOthz4Aj2PntM/NWTqTSuuuJKfPBXfg1r1q2DFQ7L2SfZCZ0OGmRMN+qo5bP4l3/7Cr59/49kEMq8DH5+A5k0br7xBszMTmP9hk1461vfgkjIxIXxSXz729/G9OQklg0Pimf0soE+ufbpRBKFQkFsZFasWo5uQMf0fFbAdmbdxPtSMkwSS49mA7WFAhrlKuazWcxkF2TNrxmlL72NqbksKqwPWWO5XfRHTAym4+jvH8T09LzCZCyGStsww4aA9bQDSGTSMFMjGBjbDs1OYmJqRixwjhw9jpPPPy9EAdZWPPupkuYdrnzNFf7RJlDuubJXUInCuoJrnnaS9NuNJhKYuDiBUm4R6WgYu7asx5WbV8I2dZw4fQ7TCwWxx4iGTPzbA0+8ojP8f+oP/RRYfckn22OsPv7gt6AHFOOSnj/CUNN9xqNh4X//1d/hiacPy0bb5abss17cVhO33nQ9PvjB96DZrImkttqo+AWgL7miv4rj4O++/DU8e1hNrwVs8oFVLjo+XIMyFreJUVNNTrPttjSlnHCyKFuzciX+8PO/K5INYXt2XdjEf8msQhB//Xf/hAcffhQ6GS2XHDacIhN44/T1zjvvxJnTp3Dh3Gn8yR9/XnxV9UAX0XBYChumorPIVhPVgCTQf/1r38KDD9Bf1haAzKWvmtvEcNREwgzgznfejW3XXSPhJGRakQLARUywktJ2Noi2RcsDvk/lb6oCQMh0MCQwiHK3PQ88iAOPPIbNI/0YCrHI4mtpyRRMWlSvi7BtCfiVr1dkstJyPdjxfqy54np87+En8dCTT/kNHEFcslUV0OcFuwhnLMRScRghW4DBerku3lCcijr1lkh06WIjihkxvVegLtUdBGdrXhOjV2zAqsu3IDszj/KpGYwfH0dmeBB9Y8M4e/oUrCp5EwEwVVGKTstCm8VYx0Wz24K5LIbk6gHUtSaGR4bQdOqwk3EMjI0qKr+8rpKEihmxPgRdHQsHz2P+wGmEdEoN1GSM7OVL5WTKBkAxo4TjTPl6h8mfGj7wvnfi9TdfCzsUE2CUh3i7WYel0y/YRKvr4UO/+jGcOT+lfO/kUPWw+4rt+PjHPoxIiOFgLNAZcmCi3mjK9aNUhVP+QtnBPb/6UczOZpcYqz3PKE7aFbBKRpahJO0MYOg08Po33IaPf/geKdb4+D1T7VgsIa+fU0DaB1SrNXzuc5/Hc8efl4ney/2iFcB111+FUtFBN5pBy4rDdWqwAvQFimEo0yeH4ezEBMKSgG0it5BDLBpHx2vj/MQsjGBIrBXYLIdDTE0mK7wjoF4obKE/kxYJeyGfQzyWRi5XQof7BBOHnaYwfXkt2DSrwBzFVlAWAJSXW4otR3sRyi3SlkiLFxbyqFWbiITjUtR3mjw41b7EhExOmeezOQkPoD+hPJ5IcZXM2edEvCihlvfHUiHq72MKYFUhOPIl/jwKWBWGgjQpyldLLAsIBCtV/9JeAb0lrEoy8WLxJKp1Rxoojfe/z05X7BEFbMlwQ1LPAySJKk9Vm36SQKfLSKcuMrGISE9oXcsByGUj/Vjbn8S/HzqKYOZ1GL7u51HSgdWZKpaTrVJ1EKxNQGsuwhCGJH1KA3B1A027hqNT+/HkU1NwG1FEQwGsTEZxZaYPW5MRDFh8LR1oBE8pA6OxoLBXDWhkoHJNMaFE5KN833zzktcthvV8j57Oz9zDiBkVz2GN0jqNzG5fCsjrQGCVADmTfxkixf1Phj28rgQxNcUWICuULGUOiijNIjjFhpFyHqciHlwMUiAYUm57EnbXIHM10IHLIA6qBxjWU28jW6qgWHdRrrnIVxuy1iJaFbtHxnDd0FaMMLQqAmjhCALRPoCAaiQMhMg+IJta7d18ywQy+B40huW1GF7VgtYoSuiBRrY7fYrRRT3goRCIwjGCaFApIPcA2fZttL2WSBv77RAyeghhjencNMAJAh/44Mtd4vjnf/u8YPq0ReB7a7QclCp5TE1MY2E2J17JM5Pz0ugoOb7PHu0lZbOZoFRZBmzq6S+VEfZYSD3xvAwY/HOc9zD3Dd7DibApbHIuDgIZ9CPzH02pDITR2QObZJwhFgPCUO35qr4IWCW4qnySyW4lsEqfa3qZW4EuxoaTGEwHoHssktkgmcIeDASUZ7qn01/XN/wQMMBv+ANquPjSL4b58L7p7U7CSOr9o4AKblsa3vjqBMoTle2FAhJ6DC0+Gx/J4UBIhlL+IIbAR6OAQGonlu+8C91UWKyDonYEUTushpKUpfqeZMKMp1Sbr9mOwqmVUJg4DS/XgVcvIxgcQCjdj0YzimLRk/VrBiy4RRu5ShbLtgcxsMFEV9dkiDE7cwGz0xOYn59C120Keyhk0fdXBQ/x8xGp+yVS7VA8hcGRNTSCwcTUGcwvXIBlGiIjdJy2rFfmPvHs8MBG3EGw05BaibK8XVfcgGRyFPWmSuRV9Z+/1fqfhDBuwKGsUNiFMUiGFO/ndof+9MofTflFuooZLTe9GnpSHcHvi28t/41GwIt+9hrC4Qimpqawf/8+HDtyDFPTE6iWK2g0GXahFDX8pNet24DXve5WbNu+FaapBiF8bipxCENwrxEvSD/cTGHrBHRZg/KsIEjH/YLvUV3LnoqF9wCv6Ztuf2VWAN978KEXLDLE5/oFdmB5Pi/nUcDQcezZZ/Cnf/T7SA2nsXrtWmE/8bx1Wy2cOn4SraqDapvXjyCqstygLZSijhsItlvYuGoIN1gxYPI4BnZ0EdpooXqig+4hA17DEl/rEjpoBpvire+aQQR370b09TdCN13UOy6ee/wQntl/QBpyeQ7//SuWb+886I031L3A04R7AlUwa7dsQDiVQDQcxfDAIGrVCgqLOSFMMESKIbkEVndccTlGV62QQbRTqcKrNjB95hy+/+A+yViQsDv/+UXVdAmwyuckuYGfkbDUOh0MjY7AsA2cff4EhkaHcMsbXwfXaQhjmcxUHvocAtCXV/INpGH3EItGxW7MDoeE9KCTYOC6MpgQZqwWkBTyvmRKBo7cgSrVmijcBoYyMqsLdIDiqcM4ct930DecQXj5MKIWbQSCMAJhhA0TdrIPgcwauAEbE5UCxuemoZsKWBK2J31/gybK+SoOHDiAiQsXhDBCljVftzCoTRVe1vK62HX5lbj99W9Cp6XsSpi6TV9XAvGxaEwsAuj/z3XXErWYH1rmKUWjrMtWW4AKvlfaJXBALt6ofniMIs+oPbKn1GNtIgO33gmhKbn/c4cO4dGHH5JelOtS9ENiSUarJw3pwUG87ed/AaF4VBhq5XJZrJJGh4bxxGP78fCeB6VH/H+CqnLISSV4yTHgIR7UJExvsVbHpmtvxPCy1fj6V/8VTiUragrWLkE9JCx5+vX3wMxez1gp51/2+c0fuPqKy+GZGtYOD2PH2m2YKjQxnXXks1q1bq08p8FA35gLvT0rijMJF73ECqDHzv5vALL/iuS1SvuuhlsMQuMw5tz4JB566ixgxhGJpqQmJcuddmyU+9N2iYAnQWO3UcK6FcOyHsfHJ/CGN96Cn7v7dhiGROIhnyOI30U6ncZiLofp6VlZG/T/rFTLGB4exOo1q0X9Ua9TcVYX/9vZ6XnkcmVZVxyksd9iyOehZ0/iyLOHkJ1bEDsARbHXkIma2LJ5k5zz9D+emrwomQuDA31iy9PoADuufQ0ue/WrkerLYCDTD3N6HvMP7MfsQ/tRLeaRGR0SXIBrWJSq9NtvtoRwFIqGBUgLmiR9cGjFgDQGVCuWOxcsg64XSgXk3Abia1ZAzyRRtE00jSAWaw3UpR8Jot6soVnMYU0mKgHKubkZ9KeS2LJhI1KxhGQwTE9Py/vgybh2zUoMDGYQNAOoNF38cN/TeFSA1RaSyRTGRkfx1rvuxu1vugM6PVlJzgiFZb9rVkvwmi1MX5zAH//5n+HQ8WOIhMKolEj6KmFkIIN7fun9SMSj+MY3voHbbrsVN732RjitLvY8+BC+8+1vYaQ/g5mJcaxasRxNp4FGtYq+dArLly8TNezk3BxKtbrYKdiRMCwGIwpbPwibZ2mtjUapgnyphHyZvaCLzatHEAqauHBxCmXHEUYp8Yy+aBhhy0S75aJcYnA4A1Y9NMlcDeqwqVJiaFkkjC1X34Dkso04dfYiLoyPwzRtnL9wEafPnJN9lJZL3HOoKGKGhUHrBtmvVL2hmOaA02YPX5ezO8qcl66LSDyOSqkI16ljw4oV2LJ6FAmzg067hfMTMyjUW4gnkkhEw/i3B37qsXrpJvdTYPUlW34PWN3/4H/6nmeUcvuHr8h2WaxZ+N9/8Td46tBx8TeT4kQOJE/SkX/h59+ON99xq0i4OclrM3XZ9+0XEIWsjVYL//zVb2H/488sWQH00od54HOi6XAh0C/NDzuqkQDuswM818XOyy7D5+79jFDoRRbmdRASmR2bRAN/8/f/jD0P74URUoxVPi+nEywIODUjaDYyvBwTE+NCQvqjP7gX/Sky4RzZeEzbQtNpoSaePZTNBwWkeeihR/EvX/4qupRdcKFyTuh2YHsONqwYwHs+8IvoX7VCkuK5ObNI44Gl8BmCQD7DgYw630y+d/Cpgq9DLqlALU6ugOce3Yfc+HkkohE54AhM0fOzf6Bfpsk0AQ8wwd1poOo4CGWGcPUb78SPnzmKr//7N2Sq3zN753tgaI4W6mL5zmXoX7EMmWWDEhZDGY3e0WB5CZw/cRpzZycR9lSgSrPpoOM6ItulebtiK3bRTgTxqp99Pc5ePAejEcCJRw8jZcawbfcOHDl1HJ3phiREu05LDmZS7etOQxVeZPuORNG/fhmaelsCyIrFAsY2rkN8ICP1TWVxEZViThgWRmIQ3UoLc0+dRudiQXJjuDMSUGYDQcCc11ESJ6URlDxplTLPgq+rIRY1cc8H34PrrrlcksJ1msu322h1mggFFYg4MTOHD97zETTabILIkKalYx2/+At34e6fvQsBJiRLmrYuMkqyMHntUyl6o5IZ1sGvfuQ3cOHC5JLHak/i1guHuRRY5b3sdpt4+9vvwvve8/MCSHKSxvfB9xMKRQQAJuOLX2SFfvZ3fldMunMi43t5XwRWb7ntWszNllA3E+iEkgh2XVhmS7xKhwb7MZSMIzs1jlatJl6GZFezWY6lLJwbn0K9rq4NvWEZ+MbURQKrBEp58CQTUfQPpDA3N4tkIoNysY5iuSb3a62u3heviRTewlr1GTLyfYZjMPFRFbosXpMJA+FwEIV8BfWaA5sMQo/sqSYSSXpP1WStUa7aaLVRdcgMVV5QwrQk8OnvUwocVY/dW39Lgxep+HlrK8BH/sh7R5ITFLyifhFE9JtAGZAI58qX9vZag4Zi4QW511ioNci0YjAT16OSsXI/6K39XkEu/pFkFVkBmdTSx4dDAd5zqXAIywdTCJkGFoslxMMW3vmqdTiXa2DvRB8yr/kFFAwdq+I1bIrZsBo16KUpBAjcECTh/4IeXDOCmtHE4XMH8OyBc+g6YaRsA8uiIWzPJHFZJoGxGNkxHAQQICWSy04nCE0Yq/QkCcINUaKr0tMJoHoafb4ImPGg4LVTwW0EVjXYIm/3dMrVekcGmZ++HJyyMjJOW3UBI8V7lXulS1q9ktUKCCia1R4crbxNwbXSpBSLIYJtQG+IR2VHc2VwFGDD2yFTxgLtr+edgoQZ8awJR/l2mgg3G0gYUcT1PuhdpuDa0KwouuEMPMOCRq9V05aCWkkhiRcqv1IBe+n7yvdAYLhZA9e1APQEptBBFR3MdYKoGwE0yYQQu5k2mu262NLw/hoOhbA8kkRStyX8hcoL/NKvvLwFDuAf/un3ENQol+caUGB/qVbCyVPP4+Azh1GvsdE1hAHO4pVrXD4T3/KmNzwgsNprZC8FVqVpfAkQ6Y9F5HGkEQsGkKDXKCXBthpGCQjmM7ZFws3gBwG/qI7h/stQIdrFaFJ/8PcCtpLJyr+nrEvO+ABsgrdUsxim+BvGbR0rhyNIJfhzPV9tHQGDjFeFb9IflzxoCcYSdqmSBkuIzkuuslqPHNj5ihKOCHvsd/nklG+2MK74e2GFKVuPrrDYuR78cEiG67RaaFKaRuatQRBSJS0XikXkG03suOEejO54LXLNBWG1EhQPcYAlz6vsBChbVPUW5W18n5RpxhELd9B2GpibnYSWrYh9itax0WrRCdhErWYjV3AQGehg2fokTZvhtGty3QIaWUiWgBGOUxafyIDWlvDSifETS/ZNck/0fML9xoQ+28I8I0jT6iqJLq+pF0MAeRm6e90QPK0kRG5e42gyjct33QDdTIodQm/fUwxG5XvYA93avKYELoWlrD4hnjEcqgho69dPKiRK7dGiDPHUvcXH5s8yoKSrNWGaBEBcjI+P4+LERQwMZBAPJ+TP+x/fh8ceexSnT59Eur8fd97xZtz82ptlcFgqL8oQxDDIpOfnzPuZ+6k/lBMbABotKqCO/uUcjstAz7+v9EAvkViFJvUYm3e86a0ve33zB77zwINLIKGA3kuqpwDKc3m0mh1hmU2cPoXPfurXKefC6IoVWLlqTK4VWZ/nTz6PUjYPz7R9ax4ODTXUmo7Yl0APwW42cP1t12BT3UZ730H0xUuIbDDhTgbgTlto6xqqXkN8PN1AG7anoRAKIfi6GxG5YhuKjQLmj5zB84dOYHJhXg1Lg8Gl4DwC3QJiXsom9Ac5BMrJSDesIEZXjmDNhjXIZIZw8thJHHz6afk58fD39yIO2H/uve9COBaFw/3cDqOWy+PQ40/h0Inz6PjPzevVC3ASQJp7jU864N8RKBcA1qMHs5L4tpsN7LxqJ66+4Vp0nLowVqkGKJeK8uxbtmxBKt0naz6fo2WRjsxAP5xWS1ihbalRCDKwXaxnAAAgAElEQVSqwFrFbKaNUUoYfAJUtlrC5GMt2+q0icHAcl088c0fwKu10H/lFUgPr0FYt2CSGBAKwopGEYoOIxpLoGO08Oie72M2NyH1STgQRLPbFubbj+9/CBfOnJEAUQHRe762JEoYBIs8OO0W3nj7nbjrHe/E9OSMvJ5oMoVYMi7s1qhND0h1zWWo4QOdVIUR9KQihu9Lwrz49wzjIXGAvuOEyYVdrlR2/OLjSOcoxA21XtUa78hMleDzMweexAP336/CdHu+qFTFgNkPLsZWr8Zd73y3EFmYm0BmpBBAOh7u+853MTc1BT340t39J9R+S0WJeg3cN0hkidP6qFXH0NhK7HjtLdA9HQ/c9wPkFmdFlUmmMm2RyL5Ve5U6J2SfDwYxPTX+itb3irFRRBIx8Ru/Zdc1GIovw/n5CpyIjS07L8f0DK36alg+FBJg1QpwmPiCx6rsq75tUe8FXHqGy3X3lSKiwOP6ZdCuEcDU7ALu33scjmci1TcogW1k6gcsW8Kb+KtYqCC/OItWbRGvumKzDL2efOoAfuVDv4QrrtwM160jlUiKsnNqZg7PPHMQFy5cwMzUrEjWOSAj63/5shHs3LkD1167G+vXr8bi/IIMvRgoxeKRfTjvP/qWj4yO4uLJafzT3/+jBESlYwl0222cP38eIbODbVs2IhWPChjH85Z7GX1dmR3i2TEU2l2s3noZVq7fiIGhYexatwr9dReH//27OPvIPsRMXcDLuG5hMJVBIhqH47RkMCeJhZ2OBIpqiRgqAeD0wiyminmkBjIYHVgOM2JJnbfoNjHXaWKqUhSZuxa00GqxFg0hE49Dq9eQDgJXb18Jywyi1aghYtmIELgOWuJxvDA7L/dTOhGX/Yxrsea5mC1Vha16doa2bEHBOzhAXrtmPV57880YXDaMoZERDI+o8KpmLivevD/aswd/8tdfQNNVgakcSJVLefQno7j7rXdgOJPGvn2PIp/PYWzNGqxYtQHRVD+++q9fxdzkBTjlIvrTCaxcuRyrV63EylWrJDfjmUOHcW5yUiwcaLeYSiWkz6NSiDhPP8kJzY6EP5arNdmDWTENpS2EDVsCourcB4wgQgROTVNA0fmFnPiqDw8PoVYpiq2TnUygP5kWtVDDbcNMDiNfpy2kgXS6D3Ykgvt+9ACeO35CzhkCy/Rr37xmFCv6U6ICEixA07FYKCC7mMfUwiIK1TpazNUIGpLzwjqUqgM+b9y2xKc3ZgURDxliHZktlMWjlp7tiZiNr+75qRXAT4HV/8s2v8RY3fMNBSTKZJvNsgIZuIjZpP7pX3wJzxw+IeE9pPJLC8yN3O3i4792D66+ejuqlZIqMNlI+ibVPcN4khC++vXv4seP7FsCWfwHUaboLpmgqiEKuC0pyF1h8bDhoKdWCzfeeAM+8uFfQb1REUYMS1gGZzDp19MMfOkf/wV7fvyY+Abxi69PZON+g0BJQ88An8/zqU9+DJdtXScMEFoB0LuNk926AHUd8asilfzEidP40z/7KzhNV5iEih2hw2xXsHPbarz/Q+8X1qXF5ptTLwnk4jRTeeqx2WXB1iPDKXaL/4sgrQa0xcjbw+z5CUydPINOoyFhLgyzIXctm82if3gZNm3fhqn5ObSKRdQrFUzPzmPlps3YevW1uO+Rx/Ct//w2KLWVQ5R4BPEOelIOJ9C3OQ09EUZkQHnBVIsV2JqJcHgI5w8ex9nHjyCJEGJ2SBiAzWZVGhpONPkZGN0uSloTu+/6GbTClBvpMMoaTjz0BDZv3oDpag4LJ+ZgEmRpthGzQlIwlmtVYRe00EFqwzCMwSjMBIE0xdLccs1VMKNhaVpq+RxKiwvC4jTSowhUOph/8hS82YqE2nAuT7YopUnKC00l/Elxp6AreVwplDQDfX1RfPTXfglbtqxBKsTpewCtroYmE191WkiaYh/xmd/5A1ghesopEI5s3U98/B78zM03wnNbPouGQWxhVCq8Nk1hZlE667Q1fORjn8Cp0+ckHZhfS0EJfgHZA1bFW5eSZr2Ld73r5/COt92hGMJQvq38YjNIeY7gjN0uisWyhFeNX5zG4isEVu94y8/g4sUFlL0Q3EifHFSRkAppY6Ey2p+E6bVRz+fQdtpSYNRqZaQHo8iXqjh/fkFSZ21Lg21YsCJhub8pj2FCqG3pWLdupXgquW0y0EKYW8j5zAwFiPaKaQWyqk2Jh7NKXFegkgImNUTC/B7B5qZMMgnuswmnh1rfYBIhM4x8tiDr1BWghMCoAvcCXKMcbnANij2YKup7n8kSWNoLViAII6CJatQJltOrrDccEp9QIZupwBOCKNzPuvQQXbIX4MutCbhLawneRy7ZLTIrJVSlGHI9wJ2fLfc9Ph7lywzJoMyLvr70Lesw4bfblcJvzVACqVgE8/kS8o0KNg+F8epNl+HBGR3TmV2Y6dSRibWwta+LIb2FaM2Byam71hY2KV93xfMwVS7gxOkc5qZKYN9hB4PiI7QiamF90sL6VBijMQtJKwiT7FeCqvRcZYFJIE434Ibovaqra657aJGxSnZBlzI+7nldkWwvC4YVWIkgPL2tglXEQ1ecj9Xm1GTh2hSpD4FKrcP9UnlbscCUayvxiIrpJ/cNpcWtNrpMg+bnxcUjTEf6PjroBNXrJnDWbmuot7ood5podJuIhQwMZvoQT6fhWQSK+ZmRRU7JHYHUKBCyAD1MFA1eW5A5tafzFwOP6EvK52WAFcFRpyHyUY3pwj4jkvd2J9BBPeAi67rIOg0UWpT/q3Og1Wmh7nJw1caAYWBDegBDoRgs+uQRrLnnoy+7MfvSP/yB+PTyvORWyLOca2Iht4hnnz2CUyfOwjCiyGULmJqYkRRsApnC6vaZb4qxKnfMi756Q5EX5zyrf7LEO9QAO6AhZpmIhcylJFhhKPnMdUKmPM34UxxmMrCBfyITW43EOFQhG4RALaX3BFdVaBVfbw9YpT0NhXsDcRNj/bTxYaK2kvIp0F8oqvLaekzbJW88BtMRCCbY39Oz+hKS3r/h92XvJWjn+83yWgqY4w9rOChRgKf8sPI289kQBBMoSaPffLOpfMDFDofNgQQmWFh+9R3YcPVt6EYyKOTr8Nr0QGvIuSaNkxESIJbNO/14JSiF3rMeG14bukUFBRuCMDp1+lkWoNUV+9uh71szhLalI97P5pj7LwEOte8qz0IV3kXPR8vWMDV5BhcunEKnXhEPORkA+coa/jvupQRHxM6DPsC0BfGacN0mGPZJoIXgrwD7/uCMoAjBrlA8je07rkM03i/DMw5pOTBR15ZTCv/CcUtoUnKs5MayP1KezevcpSevOu+5eVAJQyBEWNEtspsUkq7UEByqeqA9dS80jQyYfGERZ8+eRqWyIM1bKs0kYAdHj52QQRi955qNEpqNBgIM+vQ5LgQl6X3M90jpv8iWPdaWvEBsvAjMMdG8I2EmATKNdQOepVLcex6rPWugt77lZ1/2+uYPfPtHe+R99qTtPcYqP6tqtgin4YjnYWF2Bp/5rY9JqKgdiWHd+lUYGOhDkPvBxCQWpmbhyefH7dOQra3coLVUCx2eR56G0U1rka520Jiaha21ETU1hN0A1rTCWK4F8ByKsLv0JvVgdpqYHF2G/tuuRwltLJaqmD92HjPT06j4Nc2lQI9Y7/hA29L3/fOZ17zr0cZBQyYTw6q1Y9iy9XKcOX0ehw4eFMaqyHVZ27fbSCaTuOH1N4p6jcMZepk2ikU89+whPD+9KAz8HuDFe0XuH4Lv9FP0mbMquEq9pmBAKYW0blsIHK+97WYMrVshPooEVvnFPYryfgbohEMMT6V9WgPtButQFdqkrA8I/HHw7MKmj3Y4qnzsdV0sAwgg0R+SfYkEPMnfUZqtY/zUDMLxlehbvRElpwVLi8M0bGjBDkxLkwEMBVCRRBTFc2fw5LHH4KAFrU6SRgd77v8hzpw4ocglEvrJ/VGFRxFcY/3H86LutHD9zbfiPR/4IGamZ4RQEbBNxBIJFSjMWo9qo5YrYWfcB3nbi8+850InE9b3QBYGKtcjQVgOhHx1gqxlX6fD19Ib1kgJKEoQMsHpkdyGbZjY/+he7PnhD2HYykaMZBdu2mSssl68/OrduO7mW4WBT3CPj1dczGFuZhaNUhnPPXtQlDQ9tuz/jb2pNAw+sOpp6OgBjC4bQXFuGolkEgjFUa+WpMYlS1o88gkEi5+8Yn/y61IAs1Evv6L1PTiQQlC30YSLjelB3HXVTehG05i1LQysWI1SuYFapYDBZADhYB4Bry777aWMWXVJL6kzLxleyOsUxmrvdavPkHtatlDCf+09ioVCE4nUAGwziBDJLXZEAH2SH6rVBorZObjNPF591WZUSgUJpb733s+gfyAGp1mCU28iO1/Ew3sfl1wVWtwtzGelL6DaMBINicSbNWIiEcWGNauxZu1q8fxkYGCU1zxoIhxPix3V0ePH8W//+C+oFYvYNLZSQO9iNotysYDNG0Zx2ZZNcDuqV+ZHkUik0HQ6mJzOYrbewCMHj6LQ6mLVpi0waWvhtrCubwSpgIns+FlcOTCENd0ANtlhhOnbykwC1ieGjqauoUPlYMDAxVIOB86dxqGJ82jaBlZt3IBwJCqMeVok5AolVB1+cjoCwpodQDqVQalWRj47h0QA2L1pLdYNhVGrlNFiKCbrrbYrqtL+dFzWKfGFvoF+eIaBfKWCk+cncX5mEQu1NloBE6FwVCyySAThvRuKhIXksmLlSuzatQvXXHMNFo4ew9HjR3Hy/BnsffopdGHAKdUFYK3WSljWl8CqkTSuvmwr4iETZ86dRa7RFhshM5TA3PQsUmEba8dGkU6HZH3z9RZKRWSLFWGc0ts0RMuM665D2DLQadeRThJU19FxWmhWaliYXxDmPu+3UCCIZWsYCNjBwsyC4AtGxIYmtmBdCU0uOW3svOoq8Zw9e+o48tkFZMtUTqaQTGaE4WqE4khkRtHXP4B0XwaVRgPf/P73ceb8uJTqVEbHTA237N6JnWuWwey2RCnKroNkt2qriwtzOTzy1GFMLJbk8YwwQ5khdi2Mae7Qpx8d2LR2sSykojZa7Raq9aYMXeO2ga/vPfKK1vj/1B/6KWP1JZ/sEmP1gf9UwCrlIVwMvnxOgNWgjT/9whfxzBEe1PSuVGAljyNO1+799G9i9aplqFQrwibhtJngZA98lcO8q+Hr3/wB7n/gYdWQ+dO13hRVik8BNXhoc5NUAIeyCZfSHne97U7cfffPyuYg3mcssFlPi0TEwN/+w1fw4737RL7QO0xfzBBVvmjiH9Rp4T2/8A685U23ibxBfEUFMPVA1oRMWlVrIROWP/6TL4iHZq8YI7AacOu48YYr8K73/JxcN5MsGwmDIuuFh5ZKw6ZPpkjrfX9TFhwCLwgYyBrAhRcMimTw3KlzcEo1AR4ISkpIT8cVpuKy5ctFBtOhF16LjVtNfC4tOyKG2UeOH8N9D/wIM1NT6LQ6aHCCZ2kYXrsCieEErGQAWsRCbDADKx6VzYyXd36+isqFeeSOnke0qQsg6nTaqNXLEialEowD0F0XDbeD9a/ZhuT2MUzMLuDKnVfh6AOPo5EtwoiFMTc+D7fcgNWmgiWISCQGp1EXbx3CPNGVaXh9NuKDCRTpMxMJ4bJXXyPMYN4v1cIi8vNzMAIa0ivWI3dhDtP7jiMwXxdZvCIYapJq3WtUeveQ8l5ls6U8MiktXbasDx//6D1YuWIZkvSAkf5PF+8tMoDI3P3LL/4Dvvnt74lVgBR65Ly6bfz+5z6BV+++WmwDxH+3o9ik9HSiZUQsFhEfPPoR/8ZvfAYnT51ByFYhEYpt6jfovD/pl8oCVIpS/l7De9/3Hrz5DbeKzJUfBGXNrNQk3ThoKz8/r4tcroDf/ORnMDObxeLiy5cZkbF6x9tvwfRsEYtlDYHIgBRTmaGoSNezE5Po74tiOB2H3umgMK8sDSjxTyRDMo189pnjKBYdCRYhG40rI5mMC0OB7FEylLfuWoVqpYnpi3Poz2QwPbsok2NNpzSUCb0ECHpp3Iqd2BUPRFOBq/QYI4DBzCTLQLvZRLspBqFLa4XPF4tZGBnpQzFP/7yqrH1eWLLWNeq5DQ1akInyXQk9EomprEFKuH22vS/fVWDni5mk8rmJ5lsB9YpVIaMeX+bLppSLWX1XSeI5/qffJwdLBFbF80Gl2yrIRRXgl/w/n0d8yHTuG0DECiIVsRE2DObGw2m0EQkCm1dmsHIggUa1jKwTQL6UxY7RdYiMLMfexTb2zU4iGGgjaVaQtDQkgxYiBI6kyenKPlBzmsiX6qgWAgh2g7RkRJs+xjoQNjykGFoTNjAQs5EO6xhIuohHTYQjlqgU6F/H4KpSwoFLJp0JdIMsP3ohdSqUi7nSHFgMmTosMncRhOXpcHV+1srNlvYelDxaDTXh7jY78FoMBKFUWUOgHYDVDiBE77ugIUAPpdAEgx2nLgBC03UR0gxEiBoFNWhtD3U4qHVrcJjU2iXTHyjVNBRqNMJvY9fmYWxdswJROwO3ozxgQZYoG22iMPSFNS0J7iIbUKPUTxhHHnTHhVapChDMpFiN+3/DBZwaXL2JQNsTb1+GehFcdoMaGgENVcNDsVXHbL6IfKUBpxWQX/U2m/Q6BsMW1iXTGIukkAqEobtB4GO/+bLrry/9/ecFoJSBFFk1PcuZgIZyuYKTx09hcbGIi+MzOHHstCTPM3RKGKsCSKp7nMCe3NvShPksbz+FXZ3DPuNw6RWqO5pLhMuAA4J0PIJ4SNla8JIIM8Cwxbst0z+ElWPrxKrg8PFnMDNzHnGCDiLvJyhGz0Kux66wKw3xLzSFicd1YRL0D2qI2QYGk2H0RbmGCBb4rPRek9uTR0ogl+8pTtagH7hm+r6SlzL/ZOjhWyLwZ9Q+3pOv0gZCMVYVnipGRj5wpqiZlBPyjGi2umInRBYGvyf1AFGQRh2xdD9uuvu9GNl6M+qei1ypBq9twAhQYk42s6PYZV2Cq5aobMjc4YCXZzAl57RnIeOO64sASTBEtmpXUsGFyU/AX7PkHmSzwY2K667rEnDkn5oImLrI/wkeHTz4BE6fOoqBgRSG+wdedO+JzJdgFOsYgnESQkPQiKrjprB2OYDwdIkgEc8/ntMBDmY0ep55SGVGsXnrlTDtmAAuUufJvkFAVjTCvRsN7aYaaCmrH3VjKWabAsl7yhQ1aFNMVwnl8YNSZSDuqwJowUQlFD9DhqSQBTw/O43jJ/fB5vBStxGPJYV1WKvWsJCdhR7oCFNavLz5ONy/RUrIda1CDOWKil1QUPYmec+ehqCziIRXFAZMvu6i1g0glOoXn0THcdHh+zaCeOubX5kVwHd+tOdFHqu9wDRel3qhhHpVgfaNYh6f/q1fx0JhEQGDDLQEVo4tF/CRihSyqJOZfsQYtBI0xbe+2qhjcmYGMwtzCJCJrAdh+QQJkQvTo1prYWfXxN3BfuzvzsFiKJirCfAwvn0lzNFBkQsXCjUszhZQa9b9wcMLYXeqLlfM8Eu/lpjIJHZ4CsSOx2xs3roBO3dejlAkhqPPHcUDP/qx3yfw33Wwbu0a7Lh8K0rFvFjuGF0N9WIJF89ewHipJkA+BzEc1PA5hBlN/2ZKfDkw7GH6vfAln4zBc4n379vf8TYkB9MYv3ABC9kFxBNxbNu2BZZtYmFhHu2GIx6L7JlkoMBRIJn1pgnbDsl/uebIVA3Z9GBVclkO1Qh62wxb0wMIWxZioRhcAru03Akm0NRTcDtk0iomp6FZUlHy3jdosSOe6EFEXBeVdgmO68L2Avj+d/8D//qVv5E9lPcwwV7h2PtkD9677FXYfXAwPrZ2Az76m7+FcrWKerMhKpVoPCGDLgKdIdOWYTsBZwFW/V/yeD5wTTWAkpi7Mpwj+YZWJmoRv/D5c0CiQgNddLoO6k4JDaci+16jWRb7j7mZCibG52AYTSGUzF5YEMsyDnaCoRBueeMbsGHzdqmPqe7JZbPY++OH5PO96vIr8PCPHxKfRtUs+BN8/zWoe04x6JRUSfl3sx/juq+1HMQSEbiNukig6UXMg00F0/nnoigTFDFGhBJ+h9r7nUPizyv4etXOtbh4cR7UFehVB2/dfQN2XPEaTNJrf2yFkIcW5+YQt5oIB3MIajVhWr9ooOif0T3P5N61X3o5/rrr6X+olmQRyvrwgb3P4eJ0HqFYauleZZiSboZQrTXlTGo1KjC9Mq7esVas/86PX8SvfOgeTEyN4/jx5zAzPeurzJTtSa3WwNzcghBRuF9xKEClH72cGU4bjYQxMjKMzRtX4zU3Xov44DAOHj+Dcxfnkc2VcPzYCUxfOINk2EbI62KQQdOdpii8dm5di2TUxuLCLOLRsPhkcu5N5ZNlxjBVbOD7jx3AGTIh40msWLVabH6o0jSjUQQjJnYPjWK3mcR2x0G8q6wMyEx9YvIijhbmMdt0kHOaWCgWgJANzzJknQlOUqsvEbe4l0TDKnOjWK3K/ZRKplBrVFEuLghxZeuKYQwGXVTyBfT1JWGGIygWSnCbHRkiMZV+PpdH0zCw6DiYzeZQa7KGZVCUyjngoIg9EtclCRm8B2m7Q4XG8PCweINnuk1RC544fw4T2Tl0uhrchocWB67lPC5bP4q1Q2mMDqaxcvkIFrKLODW5CM1OoNzoYn56Ads2rsFAXxRBzxHAlEzjhtNC2WnjxJlzsjbWr16JseWj6JI0I/ZeXbF0KDdaMvBokaDWaoqSipYpBFJb9TrqNfa5al/uMqQZmoDS1XYHb3772yXz4/D+fcjPz6JcLymLFFpeBOl1G4YdTiplqGmi2ung0PNnsFhm3kJXWMum18S129fj+u3rEAl0JXScNYAsebKDPQM/eOQp7GcdHEpANzQZhg6lYhhKxBEKArViTrJFWLcSg6H9XL3hSF9KRut/7j/8Clb4/9wf+Smw+pLPtgesPrHnOzLNIpzIYCgelGK5JH5EFv7kC1/EwSMnVVK0b9BPgGioP4nPfeaTiEVtufF46BohUxUw9JnisuEksO3hG9/+IX74owf9RuyFqZpI8/wD6lKZrGrYlF6RflcfeP//wk03Xo9avUIelIARQVKAWO5rtAL4Fzzy6P6l8KreW12aJtJEXZojpsi2cdMNr8KHfum9aLfrAo7QOzOfL8okitNknv/07KAP0p//xRcxOzMnANCSlM118I533IE33n6Ln7Hqp2D7NaMKOPCBGz/ZsleUy/dlYwSaTCpuNGCZ6ho6jaZ4u9DPwydvyJRbMU5UgUjLhUCQQJVqhDlRJnuE8s+52XlcPHcRpy+cx8X8DDJrRtHyWuiUy2KtEO/vQ//oKKJ9SeimicnJGSycuojC81MIltsyXaeBNosjAqLqOfzE866H9MpBrLh1By5MTWD1pk3Qik0cf/RpZJID4jfTnC/CrJERaio5SbsrGz/R8KrZgr0ijdRQGjOzU8KMWLtti9ghMOm1sLiA7Mw0IpaFgVXrUJkp4iQT+KbJpDEk1IJFKhkjPXkTr6mwnv00ZgJslMUxSXD71rW454PvxdiyoSU5FvdXZQ8RxNxCCZ+99w/Fo4WJwtJQex0pdv/4jz6LLZs3Kj9FkbG74inXcppotR2YYQv1OlOcQ/j0p38PR557TppP2cGFORUQ4FUKME73fcmU67YEnPzwh+/Bzde/GkE2LQEP4+OnUSjnsX3bLgTImuN7AjA1PYtPfPLT4j+UXWTB+PK+CKy+6Y2vh6MDF+YKaBsx8RUaHMjIWTMzfg7RkI6+mI24aaBVayCXW0Q8mUQ6HcfGjevw7DNHcOr0ODyySQJAOBZBLBaWvSDQdVEtlbFm4wiSiTiOHz4pE9tsroxilQU5r6mfmC2p8dwXFINRhhcEHehNJ58hLRdcmMKSaMt9reS4bLaUvwiBu2WjCWlyJy/m0XZJ0eM1saGZKQlWChgOKdXwGNCgB9El24ODDqa4++FtUvL7/nwvLUCl/hRkSX2eIjsV9id3G7WnLe0vYuRBAI60EzIeyahRoCpxYxV7/2JItfez0rxzjwUQDgaRjtBPLQLHbRHDE3n1qqEI1g0nMBCNCJCxWO2g1Kph65bd+Paps3jmxBx02pDwjqfHJxuajocOvQ+bnCQolgK95Ag2kOTJa9ESIIkjKwIiytdQ8G2C+zrZbDZiIRXcw7+lD2TBy8HVu3CNLjyiOh454L6s3AefJUO11YFl0DqDU3AbXUO9TwqzjU4AGverAG0h6KXKQDdO1Mhk1WB2TTDXOx3uIsbk9Q4ZiRrq9PSrROC2PHhGAIMhsiO7iEQ0tIIh6gzRbDBttCv3RMfRUSkHUGYhZ5awdWsCr75iDNtXL8dgPIMw1wHl/yyn9a6wHnUjjGCL/rkdoFoHCKZqQfHdqhUqsOpdhLpk7IYQaFMI6aLtVYRJSD+oAEHeoAuXQSos4siC0DkpL8n0PVeuiKyoUKoi0A1gNNmHsUgSQ3oEKc2EQQXaZ37v5S1wAF/+5z/014liVl/6Rfl2sZjH1NQMTp26gMOHTqCYr6Ij94YaHCjwn6vRhcf15Dsw/LfGzD+TlfdoD1RV96+s8W4XUctEJmYhHQvBsE20YKCt2/CCBpKJPly25SqkB5bhqeeexIM//ha0hoOUFZbAKcvWEeaggXU0fcMCpqhSgkEPEbJhI7bIs/qTEcTInu42fTaoL8H37TyWWEp+gIsAvz0wxx8ac/9QQxN/LcvaVn7KlLOKHYfYFih/XQ7LeCaq/BYOYVVCvVgos1YgK5mhT7RI4drXbRhk+1hhNLsaqpUctl15Pd7w7k+h0a3JIJpyP5HKcnApPrNBeW6R2IsHXlcGrGzYJERDLBx8b80lVqcKf+n9HZtY/lLSZ8VS7RGXOOwkKKubGrLzUzh08EkU8vMSaBGPU7GhrsWlA2lhgcqRpp63B1D1mKW9lO/ezyg5Pq6fTqgAACAASURBVEHYJjwthNGxDVi5erPYJKvP4YVrfinTSz4z30//Uqm41DtBZSPD9yVesJcEQ6n3qM5/xVhVr5EDBoae8u/ptUablcXsPE4cewy2FQY8VpGUSLd8xqIKU1EsUx9Q9ZnzwhwWD25/bfkhPQSPDD0kShijNo0hPYdEJIlSw8PEqZMoOToSa7bCS/ejQ/C36+Gtd979stc3f+A7//XAS8KrFNjOwWytXBUPPQadMffgd+/9FM6Pn4dOMICAxOAAVq9ejbEVy5HpzyAe71PKK2EAq8+EINaJo0fxzNMH0KiziWSyckDqYmWF0kGf18UvG8vwvFVAXXcwUO2i2Ung7KYU9GgUhVIN09NktXmS4swwop/89d+BVfXv1GfJ3oLKlQ0b10n9YYdNUcsdPXICB589rtiQWgdXXrULq1ctR6mQQzGfg6XpKC4WUMwVUKUtGS3GyDTsesIulbXD+8cwl9LmSRRhc0/gjqzx3lruuC1s27IJ77j77QjH4jh2/JjYBDCss1ItCWuOdgE9GyHZR/16T9YjzxOGqOm0RgkjTIZrJCL+9GKBwrpEWI8K+IxE4wiEEtCsBLrBGLoaPzvWGgTwfKk5z1Na8/jSde6RHMjwmoWshIQ8/van7sGBp/bIUFT5YL9AZBEwlPWArGm1nqnU+sAHP4TM0DBK9RpCsZgE0vCzYB8YDYWFyEF5NAdvwlZlp8hwW98uRTofn43OPUuGdJ0W2v46Uh6zah+l4qfVzuPMxYMo1dlTKYYrgVvanBnaCFqOjXL1HEqLeUyfz6NTdaQ+CCcSuPXNb8Gq1esRCUVw7sRhPPrIXlw4w3DhIPr6+uW8pies+Mv7ysBej9Db24QNL+Flvr+u/D4gZBJaoPHeI8FHQvEuAYcvfTzBbX/C/d2oV1/R+v6H3/0wnn3uFH70+CHMz+VwxYaNuPXmu9BI92HNtq2ytibOnsdgMghLI/mkIn2gWr8v9KX8M4H4pfrUf40v7Lu+9+0lKi4CT3sePYjTZ+dgRdPim8msh0g4ATMcRq5I1SG98JsYSurYsrofQUNDuVbH5i1b8F8/2oO5uayoU7hPtzvKOilfyKNYKCuLlqAuSfcc6ND2jGrFRCIhdl7MELj8ip2IDi3H40dOIFdqiGd8bj4Lt1GRQLvC3CSGExEMp6KIh01ctWMz0rEo6gxr6nZECUQGI5ndETuOvpH1+NaP9+Pg+BTcoCHnhh2Lww5HyFoSoG4gEsXKaAq7dA1bQxa29fXhdCWHf3z2CZxtNFAgwC52PgaWL18uDNVcLifXOxoNi6qE5yDXJM8mhnS3CGZouij7SFxJxW2sWTEMNCsYCeuoLuSFuZsc6IdBy7dGB+GELYDwhek5nM3lMVepg5wSg2x2UQYqS0UqYbj3icKWZzkHUV1XrmVvCLl2IIGNm7bh9PkLOHn6uDA9OaCpM4fCKeOu19+AbauGUcjOoi8zICqiZ05OoG3FMbWosleSMRPJlI21fUkZynHgwfaGSoznTp4Wi6I1K1fIPcHPkkxR9uPEL6qs7TsNDKTiCHEQxAApes4u5sQjl0zoocEBUTEyTIvqoUbbRSMQwK1vuF0CrcZPHIcle0VTmKaSccGhVYADP1MxtW0bk6UKHnn2MKZyZXQDZHtQElbH1uX9uPVVO5GyA7BksOTr3nQD1baG7+99CvtPnkfHjiNsMPSwgqu2b8KWlcuQpEd/y8HCYh5nZ+dRrFRgxqLS97HGZS320KFjr2iN/0/9oZ8Cqy/5ZHvA6sPf/7rIU9ghcWOUg1sKd00Msv+/P/8rHDl2eglYlQXttnHt7ivwqx98n5hQE/Qiq5MbC72sbDbUrKYljAT42je+iz0P7V06qHoFMDeOHgukd/D1mgfFUqBhcxS//vGPYuO6NWh3mmBgBI8USq9E6o8gvvh3/4R9+w9At1mQKCuD3uOJnExsBZQ/Ig/NVaMj+J17PwlLGD4qlODM+QtIpTPi4WHRULnZRqlUw1/+1RexkCWo1WOwcQrt4iMf/WVcfvkWCalSh7Sfgun7Y7IYIWhK5onFQBhpAFQD1/Nv42ZEo3i+Lk60KX3hv2l1mJ4YE1aECr/QZVNVU0rSepTnEX1DKeFhAjLlOnwunSxBt4Xj55/HY4efwvNHj6F8YVGwIjKuDLJh+/uQ6e9HIKyjMl9AcXIB3WpTpZyGTClEa0xZ7bSWgoc4jbZSNja8/iqczc1Kkb5qYDnOHn4eZs1FTffQXCjDmSvD1gzxIzKlOFHBCtlOGfGNQ4imo5icncSV11+LWH9afNQS8TiKi1nMT08hFYsjEIkj6oVx/IdPoH0xLz4/DTLE2mQdqGvSs3roNQcBYb6SUUPw3ME1V+/A+37xnRge6ltqPuUgNAz52WcPn8Dv/cGfoVFvieE/gfSu1hW5yl/+yaexZvUqmbrVGg3MzmexbPlK8ZViMW6YBhrNFnL5Mr7whS/hyJFjL0gtyeTxwTc1OGgrs3tpHDzxJP3oxz6Ma6/eKcUmvaIOHNgnLN433/mz6HYVK5SStRPHT+FTn/1t1GptZLP0fnt5XwRWP/CBd+H8TA4z1TK8YBztTggmmRVkIeazsLQW4nYAEZNm4bpMnltND+lUFJs2r5XD5KkDB1EsVaXYt2wL8UQMnU4TiRiZq44Ustu2jWJyfFJAwY4XwMXJknjevtCwE2TlHxVgKf6bZA76KbFkoWjdljDSCbhJOJRvOq6CZ9S17+uzMTwygLNnZ9BodKARuDPi0HRlKRHQHElpR6OFgBWGZ4QAz4HXcRTK4JGtzF9qr1sCYnpgkQxsVIp3795SgST8xz3mAv+GL/AFf9aAbqshCH1VGT5GsFDQ1Z/QYPohPrLTSjiNjkQohHgkJLJ2Jp+HTBPxkIfhmIl1y4cwOqAjGUih0vz/2XvvKEnO8lz86a7qrq7O05PzbN7VapN2hVY5EmxkkmWZaGzAGK4xGPC14QLGxiYa2xj7ArYJBgMiGYRAgBJCWiGUVto4m8Pk3DlVdXX17zzvVzUzWvA9Z3V+f/kwx+sVMzsz3VX1fd/7Pu8TltDfux2fOXUWD/ziacQQQRBMErcF/KHkRsnWAZ3+jwoOFjaZCK+bKgBMvXkRTcsfec9s9wINmLohfpmUWhNEsiwNhRrjRSj/V6ESDBHShM1EphqBIBVAYufoe8rbqgS1ZNyRaUPAnI2k23BRbizJsEWGb55EUskKHTjBGsLRFjJBAyG7hUrAxWKzJkxVAY4DTYSbrrBCoyETQTOEGIFk7sNhHRGxggAs73XWyegLlhHNNNDRbyLVbiKZ0SSUjV6fAQLhDKcLRRCP6ai4dcQsB6laS/zqmjULmVYSezMbcXNmCAafJ40hLi00QrSlIdgbRpDMV84etSBcw4QbiQoo7LTqqNkFlKwsytW8yOqsCu1kQki2IsjARDKoi/dx+H0fvbgFDuCL//Ex70H15N4MYxGpv2L7UcrFELxcroDDR07gyKHjWJgriPSagJ2cj8LmUs+8D7M+e22sMI+ECSUdu/qcMHoooHKaoiRJxULobksi3p6RkBWSewVYD2rYuPZSrFu/E9lKEXf96Fs4d2IUIRcwwpqEgURCGiIRhrVoaI9FsWmgA33pMEzuT9GopLQaYTKuHAk/U8qAlUGHD4qtfu2r5ZG+RZCsazWRUWChJ11VzFP6BZJVRS9BMt0IJCg1hCgiKAWXS8ZBrS6hKpTYkrdZcxoypGvr7IMea5f6pVgso2hV8KLffg227/lNWJVFacTEL5I+siEGeVTldbDZ5DqgKsP3oeeAkyEitBVgM+eDK1JDiae4Al4EsPH8PC2LnnZN1KqW3M9kMiYsxGJpCWdOncDk5BjCYU0xMqSeU2CJrwRZ3vdWtBfLz+WKWoQvUV1D/8Ov3QK0UwkY2Lh5Nzq7h1GrN5TXIu0YVvkrrv5eFQiofAt9EIPvhyooKkVYm/rJzQrYVR5qfuq8Xw/wexlcSWDVD5Ak0JRbXMDZ40/I95E5SOcNy64Ko1SXoD3e35W6Qn43PccZpOfXMWT7+cCunkBat2HYBWiNRSRQQUQ3EI6kUMsX8Mh9jyHc24ehvXvk/RgVC9e9/l0Xvb75Df9194+X/RyVHQCl48pOhmnV+aWCNNt0b/nHT34UT+1/Ci4B4VYLe6/ei9tuv03Obe5nlWJJrId8YNWXi5PFfOjAIfz47h+hbqkQ21RbBnmmytv0pW/ht5tpuIkmzsQrGHR12AtBPGbYMDLtKJQVW4ogF88cKg1+1YdPEFg5d33AXa0tUZEEW9iwcR3Wrx8RH8RQKAIzksD99/0MY2NjSLclce0N12NpcVb2nEalLPUm1TEDQ0OoOpoMosfHJqCHw8JoE7VRnb7cCoQXUFUsABRzkcxm2piR6cy6l6zP22+/DZc/b68EnZWqJUnGrtcInnGvUj67/oDEZ4gIsErVERgqExEJL9nEoujT+bcGm/AkPaD1OCLhdrS39yIcS6AViqDJPAcBToJidcZhKK8Vn3OSEPzhBYH6UNgL2mwZEt71rre/BrMzJ2R4z/vqX2P/WWZ/QTUXfUlJ5iDP9oabbsa1N96EMpVYmYzq86S8cZHia2o2ZT8isCrXzgNWeY7zWeQZKvpCDp+8EDnJjuCe6gH37Fr8dU8yy0M/vxeaUUcwXIfjltBsqSRvrZVBs6GhVDqDkNDSI7DKNp7Zf1RkwC+97VVYt2EjfnzXD/DwvXdL70XputgzyfWISA/k91f+/i4DfRn6KBCV+4b6o1ifvLaF4pLsB3wO5ExcVRuuHjapL/z/C6ze9Q9/AcNM4+5HnsB37robG9euwd5rXwa9ewT9a0aQy1cwOzGBwa4odHcaWqsAbTm86r8HVp+9/mQEqoZHAsqr/pnn51MHz+Dpg6eEYW/EY0im2hCPp8X3cilfktrBCDhY25fC+qE0TDOEfJmDlBlMjE8hny+JdRfvge/rS6CxWq151zmIZIJgpCFgHPcfgqyxWAwNAq31KtK9/Wiaccwu5mX4xd6oVsgKo7AwN4Owa6Gvow1xI4SBjgRGBvuRiiofzMnpSck14BCjYblI967HI0dOY4Zsawbk8p6HdBi6eua1uCkBaBxcdsVCuNKM40ajDU/mJ/BAdQ6LU1lkl3IC9hNYvfHGG7F582bce++9GB+fRHd3p7wHAq0cSnEdtLe3C/7B2oAgc6NeRypqYN1QP1y7gCu3r0NpfgG53CL2XnU1hoeG4VRtnDx/FmfGJjB6fhIzPK/1KOLRlGAd/PCHmH4dQ1yBw1t+kI3PZ53KFpZh+flp9Pf0IpNKoOFUMDUzj2LZQblQQjoawFte93JsGemRYdQkfXsDYRyeyuLEVBazuYYw1EuFeSBgoS8SxPXXXCsDFgKMtIuZW8qLdRZzQMh0Fu/WUkkIeSrgtSnWAGv6unDFpZtRK+ZFoUQrOZ43HHiaJlEBWiZZkp3C17BkWTg1zQAzBkjZGOrtQX9/P2JRSvRbaFTLYjelc0imR9A0wpir1nFofBw5yxWVn22TTFLFuq44XnrDXnTGaBul1Ccxw4RmRDGdq+Cbd/8UB8dnoZGdzfBVrYWrdm/DtbsuRXcsDDtfQLVexmKtjLNT0zg1PoPFSt3rV0M4cGrsOZ3h/1O/6dfA6gV31gdW9/3kv1TRpgdloZBmLvIO+ksFdHzk7/8Jo8fPSqElYUycmoSDeP2rfxe33Hgt8sWsbKjzS1lJqu/t6VFhHiwMWnzgHXzpK3fg8f1Pqw1uVSiEsD+W04NXQA4FUqpwp3XrhvHud74DmXQKTQFeOE1lD+sVvNDw6c99Eb944mmEDLJNFfPAPwDVfyuJuAJryIIN4C/f9xdYt2YQtl0VMHVsYkJkhaUqU9/boCOE6Zk5fPaz/4ZSSaXIKQmag86OFN73/nejp5uSncYyQOD7R/F30hKBxZySG3teTsLAUd6B3DAJpqrmVBVC/pSUmwQn6wS1mLAuh6HHpuA0XM2NleyTjMhGnd4+BAgNNIJhNFrATHYJd99zF06PHkdrvq4KFwYJsGEEk3yjaAQbIiOkNSmBILaoyURcGKTiFdfgpqgkd5wy6WYIa2/agalATVjDXe1d0jAvHjqHQDIKK1tGeSoH09HRqjUkqZQFJQGbxVYZqU090GIhVOplXH791XAEsApIiiQZq3NT0+hIpzFfqmIg2YNT9+2HO12SaREnZZQCszC6EFiVZsObRPN2s/h94S3X4XWvvh1dnRlEKJn0gQBNl6br63f8F772je8qb0MP9ObvIHvns5/+K5G0c1KYzecxs7iEnr4BWCWVNEvflWPHT+KrX70D4+NT0HXFchagX2TvajDBIl1Yv8T2xXe3IZ5Cf/7n78KlW9Z5UiQXhfyC+Gu1ZbrRalEeH0DICOPRnz+GD334owwff86M1Te9/ZVif3B+soKFHNl0EZnC2aUSmrUyNKeMlKkhGg7CjISxMJ9FKVeDaeoi39m9e5cwtw8dPoJalQdVEKmOjMie49EIImGGoeWw9ZIBJBIBnDg+DtPM4OTpcbgug7goT/WWo6CT4q4oTQQLWwni4BNCf+UmXY5WWFYyjFBorOfT2USUrLXudszMshB2oNFXM0JfME1JuOn/Z1UQcFrQImm4bICcKlqu8jYi85YMiADNNC8onuUTovFSDZ6/jaxYAvjWAF5CH1eVTFQpW2e4E59TJY8RNor8rF8FrMovktesYNyAyFYMTteZi0CoVNPEIiATCaCvPYlkIoj+uI7u9iT6IymcXncJvh8tIV+nv2tNPKI5/KA0kTYKfPaCNjsOepjyD71B6aOt9kBhHEsacQu6Qw9HsllI5HWoagcl02Q/cJhBeXOrwZTNpsgwhaEr3qoB6MQ6PYafvIaSYtzJXtZUnm5kLylWMplSLpyqovrJWpEGUHlWyj2hL5MblRTcpmlDjwQx2NaLbtNEnGEajoN8oYLTlQrms2VUmAZNqbIEeAQRIbisU8lQFzZZAClZP2yWxWom0EI1VEewpfyVKAEWthrzhHXF0ON96NBNAWmFbR8s4pL1KfyfK2/C7mSH2GlIinokiBaDNujRzOGZUC3DgBFFgNRLCWBkoc10+BrsRkmsaOyajWq2gEahgkgjhEQwBlOLIvzev7zo+ovAqpyXGoEmNYAQ2TLPBrLagiTfFlGvk1VRxOjoCRx85hSmp+dEfq2cb1eC1fzTcjXwcSH7Rzw3Vy1UX4LN9RXRAkhFafnShUg0hXrTFVY1D9++7iFs2XQ5Iqk0fv7kPvx8308lKIFAirCdvCAoXoRUKICbd63FFeu7wOwn5e0pD6jHxFLDUrJLlxtoj3Uo7KhlZrkatPqrUM5ZWbNqffMMZQ0ibFMO1/yzViT+yhqI3r/q5ymvWGG2NlsSlEILoWpDeXiVaG2hhRHv6EYi1S7PVj6/hKHOfrz2dW+FObgGdTYiEuTCa67ODB8c9K85936GXilPVHqvKnYS6zMCq2xIqQghGM1774eo+HUTU+n52unzKg1qvYipyVNYXJyBa9ekwSWTU923gKxv3QNw/Adw+Z57cv3VOJn/NcVXXvH2W1b0tFjbtGHL1j2ImBk0ZA9Xe6H/rKxmg/FnuN599NmUbPwJJPPZUXJSNdj21Sp8PQRKfL/11QxMgiNs9ggGsY6lhxql6iePPCTXjQotu2kLCB6NUr3BoQ/BKzVU58/1wRiC5iKpJhNMGM+q1qCdQPn8k2jMH4VrlxDRWoiGDGiRmAz4s0tFYYpzqN7b2SEWLLve8JGLXt/8hu/88EcX3GP6XXNtB8XXLreYFw9nM6zjS1/4HO69/z6EojHUbQvDa0bwO6+6HSEjJPt3hHYOEvilgEUBkcTfnLslcOL4Sdx//wOYnZvDZXsvx1VXX4PRIycwdvggNs9V0dZqYDRTkwFKuBrDL3JLwsyuWqpGZV3ICvMC8vyq970iq/afHfW3AscUy9IVxuratUOImIasNbYJ83NLePLJ/QIkbN16CZayC3BqFWm4TdNA7/CweIIvzOeQyxYkLI4gAH8oMxaWvVa9cS+BCV5D9WxxLWly3lGVRFuHLZdsxItffCviiYTUrEdGD4tPIv2BxR/f6zVYL5NN5T//VHhwL6YdFmt8+t+q9RqCG9BhpjqQaOuFEctA15mEzkApFayniiUq09QfOcNYD4q/L1+jqjGVoJ/1dQhaK4zzJ0/iPX/2Rjj2vPjCc08TVpx3vpI1KkMF+ihzaCBesC3s2fM8vPC3XoJa00WiPS0+9dzvpBeIxmVdqF5AgdL05pR1zPM/SMsWFWClPFyZsM6hlAJWfYDS/zccvpZLVWEA79qzDeXKLGbnz2OhNCXBsFGjDbnFHFrNRQT5ut2Q1CuHnjqB3sGNeOXr3oCH9+3Dzx98EISnCRD7zFEJlKMyJ8IhiSo4/f1Q/hbyiwKNub7VnunnKjgoFPKo1VeA1dVn3q8GVtUzu3pfrFWfmxXAHX/7VgEFg9E0Hnzk56Ki27b3VuSQFsDdMGOSvdHXHkbQmUYkxHhntX9zULF6D2ZNtqIOWFl2SrWhekmJ4vMGDOwJpxeqeGjf08iXHUTTafEETrV1QjMiMggu5HLQXAub13ajr12RXM6OjQuoWqnU5Q9Z5fQ5pa0ZLYjY+0pvK4MgDYmEGgxyLye4ykEhzzLmutDGhf1AtC0tg9hq3ZJ1k5udlZ4g2HRglfPM5BM/1E39HVg72ItWo4wIPZnbOxBLpIWkxJ7ASPfj+/uewDwVTlpYfJCpxKTyUSoegz1QDMEwh5o17E234bU96/D9w/twOFBDhxZTKl5DRzyewK5du4S1+u1vfxv79v0cV199JRYXFzE+Pi7nM3tpeS/0Cqd6hbW26yIWCmH98CCs0hJ2bRpEOm5S3oJkjKoJZS9XcAN4+Mn9mMiVUG1xqOoiFo7DbtRQqyk2qthsNJSakmuf65g1QJz2bEZE1iWfXbL09YaF3Zesx67tGzC/uIDDo+dw/NgZ7N2xCa966U1IRojfmJhZKOPYmWnMWjqePDaBuaIKhLVqeW6haNObWDM8jImJSakVac0le1RAhy11Eq3bdCEPkDnLjxBxDaeGtmgIt+y9HJFAE7kcMzq4BzMvh3WPg3SK9UsYTauJkJEQ9umDTx6E1eIQLSzDGjNCi4UoMm1pJE0DJvEn1mNWEyRLlJpNzBVKqFBhRCUZzzS7jI4I8OLrLsdgJoZQwEHMYEhVHJFkGnNFC9+8+36cm8shlMhAqNFOHe3REDYNdmN9TwcCdQL/tAJgvkQYs4UCxqbnkC2UZJjx1Pm553SG/0/9pl8DqxfcWR9YfeCH35RNhwvEZRHvTUK4ObMv/5uP/z1OnZ0QXzoCrqSGDwx0421v+UMM9HSiWqvIBCybL8JqNJFMJpDLZtHR3o6wJAoW8Nl//w+cOjsmB+GzpV5KUre6mPcPRP9w3L17O/7XW/8IUfqCNWoKVBUJrTKtb7hBfPozn8f+A4ehS3iM+nj2wegxTZqqMHHsGt74B6/D82+6VtkBBHUsZLMolKvC1DSjMegI49y5cfznV78mk245xMSHtoZdu7bine98q4QkqOAL5QEq7bnfADhsplUBKwCbJymUzwnVXTUa7BWTiZQwEnmYRCNRCdMiFCwNlyd9J1NTGCEBTXyaqKDl1LqUm8Ps1CnY9TLauvuQ7h1BU4tg9NgJ3Pnd7yA7O8PgbFVoiLerkjnyIGAYRrlS9RpGJenJZNLL74FgqhjBM9GZTYoWQOfOYZQzukiEDPq2ZtpQOj0Ndr9VAqvTORhlFxHmu1Sq4gPL5MNiyEJyUy9gBhBLxjC0ca0YwXPC3NnRjiwZqzOzaEukMLOYx4buERy/5wkE5+sCVDKtnQekLQ3wioxNFUqelM9LsHacOm590fPx8pfdit6uDvHnk1skVZCOYqmGj3zsH/DMwVFVaAZcYUAZRhC7L9uJP/njNwlDig3U3OIinjpwSKZ/s9NZObwLhYIUD1NT09KMccNl302vLRboK/fW91xVwQc8uAYH+gRYXbduSGh+TICn3FUa3SCZ4yzQW8J2+P6dP8A//ctn4LoMMXtujNW9112Njds2wApqODWRg9WKwmmG4JRLcMpFRIINxBgC02ogGo+gmC+hnOUz4SAeiyCVTiDZ1oYC3+/4nGJcCzu4iXRbDD3dGcxMzKOjLY3tlw3hxImzqNeCkvRYLBAnU+wrWZO8CSJdonlYTKwF+EHZhxizSxCKB4IQdGDRrr5RFY8iDQ0q1gdBDB62LJbYAPDak9HcpI1AUVLptUhG5CStZhWgdFgKSyU7F/bjr/jwG2oFsCrY0zed9GXT8lqWQVUuRNMr0llwKAavMOIEBPpVwKrvNajAGiWvZjNGHE/lT/N1M0AiE6OJugrtCRlNrO9KYjhiYsOmvUjc/lo83etiCg3xBCM24fucsXCzBSyhnQcLPT90wZNBBxhKF4DGBoxluqTvcsDC+8D0ZQ7GlK82QemQhHapQEHpJthIeUA2AUsyhoSxQK9b7nW0OiFIJSb1/BoHDpRRcy8sKLkyVQ0sqlkwOfwZNho2h3EhWM0yIq6Nzacd3LDUjva+KGIe4LFUK+F0dgb7Z87g0c4WGt0pOFoL4bqFYMsR/16X7CMCqjyc+BpsCwH6pTY0OefEK5Vy7yZtCcjWAzRO1gm88ZqI/1oLRpX+VDW0DaXw/ptuwW2ZPhgMytJsNHQLem8vtEQ7XJ49ZGaapjQJDECUZ0fS0gm0E9hl4JUD1B3YtRyq2UVYeQuBmgEjmET7B//qouuvL335416TqPwp/Q82swq0CwojhMMgXvPp6VkcOnIaRw8fx6ykDZMxrTwpxT9OpP2y6LxzVJ1rAgL6dgCelF5WpZc4LXurBDa6ogqIp1IShkGjQJ3AKppIJTLYsmkXugaGcW56HPfe8wNMj51RKfASPMShh1r3LbuCKzd04YZL+pGM8Sz0mO5e06zAlZLd0QAAIABJREFUTd/31KPaeue+GkL6Pteen6cPpvpSb/EFVGCOWJZ45zJBHD9yTr1vtQfwmshZ3FReqhx+NhhawfPI9oCkFkHqIBLhENZ2tKGvPY1yrY61N/wmtt96O2q6hnq5hFrdkt/Hs4N+jKuBVb/OYEMlIVZsNMS7GSJHZFPKs5vhPVQG+TdG1QYe+Cese8Xo5OXKZudx7uwx5HMLEoop17KlGKoq8MlTfHvDW79++u/Ypf4z5tdoUlt4mzmvF5vn4TWbsXHLLtiNoIDP9CoTia56qp4FSMhnPMaqNP4e206BoIoV6Hup+l/jbeH181Pn/dRx+XdB3iP6XqvwQyNkYG56BkcO3I8wm+qQKVt6b98gNqzfgWaTdZa3T3uhOnwdAmZ5vq3eo65ASLLv63mMPfl9NLOnZGhDFneM8vsAfTYjYrVEYG9ubhodXW2iBLritZ+86PXNb/j2D+5+FkgkMnPaOpB8YDWwtJBFoNmSMJHv/dc38K3vfBsGZa+ejzdZq4MjQwKoc5/n/RfxxjL4pcAY3xf0yJHD2PfII0AYeMXtt6F/aCNq84uYOTyK/P5DONVYgJmkLD2K8WIBrRaTsFsyiCMIQm/+5cDWX3rHz7YCkLNUrjHzG9gfUKlWR/9ALzZtWodUOinvncqiYqmCU6dOY25uXoAZ7m307oubBoZHhhGJx5UPogPksnmVTC3rVbEtZS17YI/U6RJwqcBGGWcGNRne837GTANr1g5j5/Yd2LBxI7RwEIcOH5T7SZ0cT2zW0fzeKEEiz7eV76fhcu2aEoJEUJUABNdxQwuju28dOjrXo6Un0GjyJ7EO4e8mU1Vge/W/CVxwWCaSbw4kFcOdf3iW0iub3tqiCAmE8eQjj+CvP/DHiEYsea8W9yT6pJpxNAgUSOirpyDTNGX34Di45pqr8fzfehmyZfpAp8VXX/yKW0CCAV20tfKBVZ7Twnrk61P3jRZDMpCV/VXVsxx+yv4sHtesaThYk4JO/GpHR4/ixhtvkvfBM6lkzwnrkQDOyeNHUa8sSH/B/oa/Z+LsDHoG1mJozVocPHRA/G05JBDbHpEWkb3PYLKw9LL+XuTvT6oX9BQ6q+Tx6iihNRv3wpYC+OTfKqDI//hVwKoEcXof/pDouYZXvfUle7BucACdXT3ItGcwOT2P2Woc58omjERakuLrpYIwVmN6DsFWHhrlz7/CCkCumdeDrt6fVXCcp9DwgFXlO0zv/gYeeGg/skVbPEjjiRTSPLtDXNcNFLNZBJwatm2kr2YWp8+cwfTMPEqlijzX7J/5nHHtkpFJsJJnsz9o4D6eTqfkdVGdwb2aYCTPF6tKwgP7Ox2gf7ZhwuHzQuVGkf7RZQQ50KeXsdNAxAhj53A31o/0IB5mwVuTvisaTwvJp87A20wfHjp0EudyZVmLlF2xJmnwMQwptjatDlhzNwIhrIubuNaM454nf4axVg1x2kRFGIQLCSxev349LrvsMjzwwAPC3m1rS6FYLHqEI1VXCfmJNXpIFyYpexkCq4M9PVicmUJX0sQVe3YgE4+AfHbmj3Ao8sTYLB47fBR1jXZ3tAALS5/jDxOldgwEJMiT15S4R1QPwKC9iZdFQNyFa75gNRBxHTz/yl140Q2Xo1op4MSp8zIYu/p5O3HJul7osEXlW6oHMTZbQNf6Pfi3r/0QY/O0N2EI2RLCIQ3JCLHFMHK5ogCpPHNUwClfg6oJNQl05HkXQltbBgbxnmIOHakYLtu4AU61gFI5B1puc0+VgFLZs+gRrcl9qdkuetZtxrHxWex7Yr/0PkLxcqmaUPk3PG/j0RiSsQSSCeVnSzyqVKmhUrVE6Ws5JJQUYTTruOWqndgy3AvNpZqXdqltsAMa5oo1HD0zIQPwRLodNbuGhblpNOslGHCEmBGW0Tlfp7JsodqWzzV7FVaUdz1z6jmd4f9Tv+nXwOoFd9YHVv/rG5+X6cPi4jw2rFuPaMSQB17CJxzggx/+BM5PzMiDTJNvHvB7dm7DW978RiVBJw08EECuXJJCsoMg2dIiurt6JWmTk+/Pfu4/JCnc3/BXF+yqWV9hmfqbMQsIskP37NmJN7/pDYhFyaJUC0UknCDLIgDbCeCfPvPvOHjkuExo/e/3mwMp1F1K7FWaq6RlNmzceMPV+P3X3g6ORAl05oolZAsFxJJMObRRKdRx4sQp3PWDu4V16/mdS3DUb9/2Erzy9peh4VQR4WTD843kduO/N/+9qoLD9/DiBkODdzaxZIQpkIMbZqVck6KpVCypZPOWi2SSLF1u7kW0d3bK94a58YYIrtLLsYnFqVPIz58RSUTBBvo37UBTT+DRR36B+3/4Y0nfU+/bA7c8vzhJTPWALr4/22mIubg68MiS4b1eAZ/kdQZayGztRaMzjqXcPJKdabrcI1ixEdFNVIpVLJ2dRXOqiFDZkeIoYsZhNSwUwxYSG3uhxTR0D/Qiko6JOT8Loa6ubhRyWUn3jEVMZHNlbOrbgCM/+jm0RQJzmmzoZOPx0GajtcLOUdeQP4teTU6DDGIXL3nxi/Dyl96Kvu4eYRbxECCoQzPs/fsP4eOf/GcUSjUEA00EXRudbSY62mO47torcf1NvynPnkg6nKakIX7vrh/i4OHTUhyyK+NzK4wRgjRksvigdcORcCd+jQUEJ7cyPGi5Esq0adNavOc9/xuDg/1wG024jiv+gnxOjEhSJc4HmyLd+9zn/h1fveOb0IKR58xYXbd5LyKpOPo2daHkusgW4tL8uaVFOKUsUmYIumvBtsrCkiWzrZYvC9jFqSiLaMohmZ7ckAbFa42bdcRiIaxfP4CF6SXaXGLn7ksAzcb5c1NYmq8jn7eAkLe+xbiZbAmB8dDSKP9ig+BAIWCWAiK9Inm5aPQKWAH0BKQkE5Im8ix8CJiH4cok2IJm09uU9go5BI0YgibDipREhLoTMmGUZ/AyevRL5528Njnevd8niLnyjVKfI1tkFejE5kyPe4U72Zp19TrFI23lx68Ilr1iftnDS4EhBGDFc5VgY4isOJYXIUR1DYkIEItoqFsa4tEm2tqjSNQ1vOwV70DqtbdgAU3UbAcW37sAQCpxm2xpYXJw/xFmtmL+hjwQlTicQNe8NVKkszlWTTY/FONTsThrJIR4hF3fKVGGRRobaTKF1fekEl0eQVnJvyXZXMIzuAsqoFxxXnwEXcVJCBuHDST/blqI8VrQ8/jAWZS+8QBC5Zz4NkU1hhiFgLKD81EXp97ze0iQQQ0XFaeOMhqwCKxwz+f74U9v1mE1quL/5QbCMJp5aG5IGreWU1MSx5aGRqOAGq0lao4AEMWAjYkHHsXkVx5AptbC26+7Fq8eWI94hABtHq2Yg0jviAJWjTgRFwQZgkUGu678Z+VSyjNO1m9d1rxmEfgtCgujmi2huFBBo+Ji49/9y0XXXwRW1f6ngqj8c4fbvbJaUB7HZBqxkWU6/djkNA4fGMXJ42cxN70k4Kq606vj1tRLUefXqmGH9wrFKkjRVmXY6SegCw9b0wXsIGuTAA99Pfm6yJRYO7IZQ2s2wQ4AjzxyP55+4hFYtaqwScQ2hlYVmoG6XcH6zhhu2T6CgXb6A8si8UBf9YAqWZxndOo9U9LgePdT3rvvt8evr/LeE9K1eKUqEFYkwAQOuFXLe2PglWLyVlyGJjoih6vWVEos5dKtekt8vOgFS3/YuK4haUYwkDCxJR5GO33NU+0Yee0foXjpLhTtElpFdaaShcpzjGevaSqZpH+mcaEJ+49sNLLqPI9VAl+SvO3wexQg63+sBjbl3ohCQq07DhY5OMwuLWB6ehxLS3NwHctjxRG8Uddz+VqtAh981tnqn/+rfudqBipf35p1mzE4sgVBjSAmAV4FXijHs1XPll/7eR6r/u/jvxDAmd7/Yrfk+bd6wCtrIcUwVSolsnl9WTuBfDIMG/Q0N8IwQhHkF7M4c+YA0skMBgbWYG5uBvPz09h7xTWIRNtQJ7vJe98+s5H1mAK9FdAirC/ZX1vA7FHMjv4MwUYWEjhP4MoIoRWJCJPf5AC85aLcrEmdGgkEsfP3Pn7R65vf8K27fvhsxirZdvzD++a4yC7kBODnmvvZAz/B57/wb7KeyPIeHB7CwGA/enp7RInkr49feiGS50ObDw3VWhXHTx7BQn4Gm7ZuQnfvJsSZEh6NYfRnj+KxJx+Ta9sgC5Bno4S/ev6OjaY45qzQJVb/pl8Or+JXFXOWHusMPY2iXq9I433ppZvR19+rLBksB7lcXuTHp8+clZpZWPnBAIYGe7F9+zYsZXPCEiW7a2ZmDotU0dEKhkMzzytXfNY9BqgvYZehkthqEBAJiI8q+42tWzcjapjYsWMbBoaHMDE1jpMnj6Fh1wVAFGVRKCSsZMXiV//b1cgqJ0CVVGC1V+cn+i5BV886OM2IkFZ0htDpZJWzadcU69VjdbPXkvqSpY6uoZDPSYDWMkO70RJ1C2smQ4vgsYd/ho/+9TtgmhYaTVpoRJHu6EFvXz9yc7OYGDsLLaBeM9mFiWhc3sfm9etw++vfgKVqDclMG+Ip2js1hEFOKwAODAissj+Q/ZGA5ipglWE6MseRG8l9VIE83APqDVuGmMxG4P7ttKpYXMgJg+76a69XPtbiVe5C16IYPXYM6ZQpTLL8EplzKkjtq1/+MpJtKTiujekJKqJMIRtIQjrPNaGv087HUBog7wzwbR98pqYKSvZeqxdiKnVHCMIeFEUNJ9SipFsp3v5fwKq/Z/DeE8h6Lh9vetnV2DLYK1Zc7A+C4SgeP1XC4Vmge2AE7Z3tAs4lIw46EnWgmZUaWu1Jz7YC8IHVZytD5V8uq/b8oYcMqdDCwlIND+7bj0LFhR6NIdXWjmSqQ3w1uTaosgg2axjpS2Fy/BhOnzyHcsVGPBGXfYhAF/sG9kzFYt4jlihFBvdPyv6pSuRQkP0QP8d7yD2bIcwuQxtlww9Bo68vbZqoqKyVUMwX0JSeTooMube7hzuwaV0f2uIMZKWknCxp7oea5Kw8fXwcB6YW0ExkZLAepf80z03aipgGInpECACtYAhOKIauuI6hQAP7n34cZQ7jNAOlSlHOTAl8C4cxNDQk65u2SkUyRlb51PrnJq+V1GEMPSPxJBbDxpERlPIFjJ8fx+bNa3Hz1VcgQ5DXqqJs1fClHz+KxWoVLn2ZXSAdM6Uf4tCjq6MLsZgpgVGGroOe+QnTRJpWHwEdS8UKTk5MYJHKp1gCbjQivvVk9P7Ob16HjmQY1UoFDYdDt7AAjbRbsltBnJqYR6ZnDTIjz8PffPILmC+WUMiOAc0iQlTLRYm/QOodbnWisDUj6OpMoa0tjngsjrXDQxIi2NXVKUSk7GIOtYYlORu/eOCnODF6CPF4BLUSA1uJmytvWNbDvGa02lvI5XDb6/4AXcPr8fG//xRqkjVTQbHAUCpl00WLtWXyGrN8ZGAUk7opFk2o569WQT67CLuUxZ5tG7Fn60YEHQ7J6sjXg/L+crUGquzp7aawfQMhRZ7gHkKPbKtaxfzcgnjrhjRVUxMHo3qQoX9hLYh9J8efyxL/H/s9vwZWL7i1PrD69f/8jGwYh48exg3XXgvT4FRbyXNrVhMf/PDHMDY1L3J5SU11HNx0/TX4/de9SpifnPJR0s3JRtkqijdGPptFKpmSYeLkxDT+9fP/iWzOk0mw2WmqSa9vurzaG02YF568jQX1rl3b8Na3vFnCK0jRZhNHMJMBRfRHqjst/PP//XccGj0pwCqLI04Y1ManGFb0PVRptkq+Ql/LrVs24I//8A8QEcxBw1KhgKnZOXR0d2Exm4Nda+HQ4cO47z6mToqeVX4WF+rb/+QtuPGGq1Ct5qUYEghCAnkYAMYCkVMWP2GWU2JCMWxelfTXkuaIkx/FoJX0UErmKUfTKP9XgDWvBROGC8WCgK2cHvI9hk1DJnDJqIGFsaM4f/xxCQCpB00Mbb0CBSuI73/7h5g8cUakS44nd+JGwWKG0yOa6fM1i3SeyY+tALp6O0VyLywz8ZEji0Axcnm41Bo1tG3uR3SkAyfPn0Cyux1aIoIIJU4VTpg15MYXUDk9h+a0ujZMFueZSGA1tr4bWjyE/uF+BCQcRzXhvX29KBeLmJmcES9GJlGu6xrG4bsfhZHnoelK0iiLPDJsOc3zPeX85p7geSbThptuukGeS7JQX3DzzRjsG5TGkmEVZAHqIRNf/srX8ZWvfRcBnbKDJuKGi2uu2IZWg2brNm57zdvR1dklqbmkXkSicZw8fQ7/+/1/K2mXbIrJFCCjVwLfZANWzQEPmN+9/Xdw6datYuJfLpVlsksJsCo6bFy593LEY0mxyuDrj0bDElqGVlhMy4NaE3o4hI997O/ww7vvQShsYmkpd9GbMz1WR7ZdB7gVBI0kmnoawbYU9HQnkJ9FIzuFSMARLxoyGwnWiz9WpSZAi0xIxSuTABkZAWwyVUI2J7JB2Ni0YUianvm5PPqH12D95j5MTk3hxOiCFAQM8FHhTpQvKjBUWQBwfdCPlKFSNNvhtfY8WUW2pIJ0FLfTC6iRdk0x1/gz6FNGZmorFpbJtWa3hLXqNAsIxjLQzDQcq44WGRtkxAR9YJWMC7LQVphuqkhVoUzKO9VjLUjF57NWWXQ7ClhdTgcnxhtXjL8WbQ/YvPDnqibt2W2lKnB9Wq4CPdkfctDCa0Rf1CBcjdAuYc2wFNtJk8UhwdIECmjAYPlnO9i2aQtu/eAHkd6wFhU2PrIHqb2GbC0FYyhLFnreaWSi8r0J4MnPK6dJNkYKYFWeW7RLkCsesBQMwuAyCc5TnrDSjHgMtUCT7F8FmLJgz8Q7lRWtF/ot3+I1KYKN0QNZ2EnKm1JCg3zcmqCF7iKGJsx6CPlgC9O1c/jeP38cEz89iKgbRVqPYSCewbqwCfPKQTTe/lZsDrSjzW2hrgeQpdw/qMGQKxiAzSFIkOCwJ6sUzJtfU9JXBfMSyCIHuwVHnoEATIJ8LeBYdR53fvGfcO5LX8KfXX8zXrF1F0yjhZhTRFUvwwhloCUy0GJpBCMmJ0VAOKIUBWy2BaP3ACWGdXFvsovUjMGtVFAt5pGdnZfie+tHv3DRa/w/vvIJpWQgPu8xw+WWSYik6kXk6xykkU1B647cEs6cPIdjR87gyIHjKOaKwoyiKmEZRF31SlSCuz+YU1RP/5xmE8p9mWucewWvHffZmK7BjCaRoK2Oocnkn762vV1D2LB5G+IdnTh+/CDu/8n3kFtYlIELOCxtBtDSw6g3G0hqDm6+dC0u6TdFjaICGygpo9yO5zoZFM9mF3F/Uo29kvguD215W8UigGebAi4JBkl4mmc1Ij7BLgd0TTmjK/W6gArTNZ7HVG1wTejQwkwWZ/o3PWHDEvJCn3AmzWfSbUinUiLLdq0cUm1JXHnTa6EZPXCtJdSCjjShXJnhUFjuD5sJvlYONtlw1jhArFVlyEnmGwd8Ip+MmpI4rIbOykNxNeDJ/+1LL7mPK7Bd3dGwFpYm2A3YKBUWMTV1DotzUzKsZNCGDAz9PXCZReglYHug5upm0h9g+9d3dQ3Hx6AmGYI6UukuZDo7xGbGMBjGxWunAEvleeih9tw0+Lx61lDChguTP/Jsr0hhOVls4lWD5XvO+r6hZPkGQwFRydQ5LAyFkIjFxVuaiqloJCmhGoXiAvbtewD9/d1Yv2kHXEQlaNMHJAh6872F5cxQwUr+dSdzOHfwR7DnTiJiUPFiQOO5Sb9mMyb1KSEeOU81MuFsGEENO1//4Yte3/yGXwJW5SxVnDnu4QRWG3UbqbiJJx57BP/8z59SjFYtgO2XXoqRNWvQ3p4RxjPX+GqCgx8IZjPNnT51YmPkolhdwvTiGCanJtAeX4P+ngGEowk06g4OHDyEbCEnQ4EE61w4sIMMDaWHNlmEylbqV33Iub1KpbZCQFCqgVQqKb7QtC/ZunUDhkeGhJ3N7yEoR/CUNkw2g6nI+g5r2LFzuwyzswtZdLZ3Sg0+PTsjnn2s8ZoiW6f3dgvNBp8ddf4I61LeL4fuDfFCZUlAxiz7jO07tsqglnZIa9atQ76Uw8GDT2NhbkZ89slo4vUjY4u9ke91bMRTwlRlTS/Pp/QzOjrWXC8hVRyOSI8jwU4aGvWGfC+bfb4m5fnKIGAF+vHfTk9Po7OzUxEfWo7UXFxnZJc1LVeA1U994n9DC1bEt3DP3muwedsuAXRadh2njo1iYea8BEoSrE3FEypYFU286g1vhhXQ0NXfh0xHu9Qj9UoN7ak2CY3h9VTAqsp2YB9EAI9DDRIhHMsW8gf9eOk5yWvR29+HSDwmgD//Lc/Cpksl0wTOnjmGa665Fo5NKxcG3HC/I4HhPDZuWiuD01CAFmIkd7j427/6P0h1xNDZl8HM1BiK2TzqBdqdsCfgAAzo6urBxs2X4PFHHl4exKwGPf0+wR8aC+NVvLVdxFNxRIwYLIuSa9aJPDdXSCW/DKwqdZ+cs56Ug/fsuQKrb37J9TCaNezYsgGX7b4UdiCM+w5O43wxjkS6G6lMEvVSHqFWEWmzilCghEDAG9x6VgDL9dgFjNUV1qoCVkXN4aHLKr+jhXzRxv0PPomFvIVoOoN4sk0GgjBM1MsVySzgYD9pNHH44C8kAFPTlfydyfQkW3GPYzL8siZBiCc6EsmkrF/uvcWCYnlyj+bzLn6r/B7HFmuKOokmugEtlkSTQxZDQyGXFwBWrVO1d+wcSGDHlhEkDRfBZh1GMIS67YqHsRY28fTJSTwzuYCyZkAPm4iGwqgWSwhGQtKfJSNxWK6GMrGEZCf60yYC+Rkc2f8EqhULmc5OJKImanZFagb+fr7mvr4+GewQWJXwQG+Yoq6jsvOiopVcq43rhnH5zu0Y7uvFiROn8f0f/wz5Yh6veOG12LNxAxJmGLlqCZ/5zoPIiwrFwJruLqwb6EE8FSGlFaloHF2dnQJAMoCRKmBW2lQbEvReKNfw4BPP4OT4FAKsOSUwuoFMCHj+Vduwc9Og1JtCaCFrnjksegj5qo3j4zO48voXYKwcwyf/5WuwSeAqnEfLzglKwYEGLe7yRaoXdVyyZTNe8YqX45Zbrsb6dUMwDfJuJbUOpaUlTI6PY35mBlt27IAZS+I973w3Dj79FNrak2jWiVsQGKa/akDuO73BLbuGWDqJd7/3A9h9zQ048MwBwR5KuTzu/sk+7D/wDGbm51CpKOyIiggjaioffBmE09e5BTMRRzqekgwUq5TF5rWD2L1tC5x6BXatglNzeeSqFvRYHDUPQKUiLdWWQsmzZuKwqaO9B3XLwZmzJ5HPzyzXQ9y/hGzotrDEwubXH8tX4NfA6gUPgw+sfvHLn8LSwoL46mzfslWKfcoIuRGWq3V84EMfwexiUVgT5LQQFH3+jTfg1a9+ORyZ3DIxLoixqTHx5lszMqKkoI5ieBw4eATf+NadQtn2Gx2/KbvwwFrdKIjkpdnEtu1b8JY/eiNMekQx+VqmwqTbK4iC05h//dyXcPTYKWlsWUiz0BE4RtiglBE0xHe0ylAbEvYbNQx3ZvCKm65GqFFFS6e5tQFXN7HYaCJP4Nc1sP+ZA3jmwEFhjQhc0XLFd/JDH/pLrBnpk+AeBf2odM9lL0mP+cD3KwBp0DP0F2meZxvQaqFczwswHQ4R5CTQRGBLGWaTWemzOwiqktlIn6N6zQYDLdicdLS3wXaqmJw8DytfRHtvH8xMJ3KLBXznju+IbIrABTcRHkjhiFRpMtHn5hYyKIswpUnlIRgWbwMCKOrQYAPjN2vSdAUDSAx3InFpH06MnRKgrK23m2RmNEt1lGazCDV1LJwcR3i+DjMclXtOAVFJd5BY0wWtI4a2gQ7oDMehPRMCGBgclHTbpfl5kSzNL1rYlO7HmX1PQ68qKwIWviw0+bqVhFE1gmLq7zjYtmUD3vxHr8OOnRuFfTk3M4dyoYZosg0zSzmMrBlGggBro4V3/tnf4NCJs4iFXfTHWrh+5zr0pKPSeE7NLWDj9bdh195rULMommBDGEK9Wcd73/dBHD58ZLmZ4+9noSBedwy1cNm4aXjXn/4vbN66FS6YzqokXKubGfkemZh7YJ5XoEmzSnBNUz6yDz30EI4fPy7ymXvu2XfR27kAq5deAa2lg/ApwlEEhnugpdPA1ALc7AKCVl6GFGSOisepyMyWx/oCT1Gmw3vNhsulTw4LUgY06QH09FNeomN+voBgJIrOoUFUbQuLC1mRiguVVVhl9H4kRVKTQYYKlOLXGjItlMNLPWQC4op3g8f08EHOoEtmL+nXDHDj6woBXCdGBAGGwAVq0GpkCLcQaOtHMKzBrRbQqtdEWsefzXAhFgoMyhKmCJtmuRVqAKICp/ylvJIM61/8oHiz+qFUKgyBjCzf/kEhaaxXCT4rEFgYExdYAvh4gg8dL28efCUMkCCzNAjEQrqkofMZtOpl8XvTAwaySwXUdeDlf/oWXP67r0SNrF9eF5Hc8Y6SrabYoCr8SwnmFI9RxVWJTM8Drgk8qpeoprhyXbwuRNhiHramfqJinHoGDc9qojsSnQqIkN+50l77TY5876rPLz/UHHq0gqi3gBAn/k0DOdfCk/ZB/Pt73w/rew0JiQo5LmJ6DNGoi+5tYcT/7lV46cCt2OLoMGm0r9fAGCUmi/q4ts+wXakGVOPvvxP/Vao710SsSWDUkYTvGd3Ftx//Vzz+iU/gH677TVw9uFdCxvRWXuwGaDIbZMEYjUpD0IokAQm4Cj0LjBTZIuVxHCTYFaDWQKBShl3Jo1BYwMzcFHa8/ysXvcZ9xqq/v7DZlvNV3aRlAJTXn2ARwaNsLodypSjBSqOjpzB69AwqZQauqbRwn9WtZKcedOmxN1ffR143kf/67FVvDXNvI4MvGo0hkUzBjMdVsGSQIRZpbN20Ez1dI1iqZHHvQ3fj2JFnoDV45hDwF92HFOxkJPV2duLPCVetAAAgAElEQVTFW9ol1EoIg543L33B+ZyLY7jvi7os3WcAnnr+1R31WPPSCHhBawKiUvHCdHMHltNE1W6iXHdRb7RQaxIuaiIQDiIaSiIeM5BOmIhGImhLZZCMpRFNJ5FIxORzYT2KiGYibLgIh7nf8eysYWBkB9p6tqFqc+tzpCHl9eVZb9ctkXQyzZhbhQqGoVRfl0Eb/5vMTFr2+LUM3w8bWtY5vjxe9htvr/QfoJWGeuWM4dcIRMgwF0wUpsooh6WlBVRyY6hXbDRDjIIII9ikVJFec2GgyQGLYr1bgRqcoINonYzMhjTmHMo2HE38UKm2oKyZQDufNwWAqtdKRlk4HFVyfDaBQXrIeoMNGVYSnOJeFxHGH4EbMud8lqWy/FEhq3x/bHb5b3ie+rWKsHx11no1VBt1UcRw8MtAPj0Y9wLImuK7Xq0WceToYfR0d6K3rweOQwsSVcspeyD+3LrUQuEwixzWHQHkckuYefxbaBVnYAY5DKVuUlk/GaEYwoZikS0zkNkMOw52ve5vL3p98xu+9YO7lEek5yW//LO5IIIBlLJ5WEVLwLyF6XP4yAfeh5LrYH06jqsu241gXxdyjQZMy0bTu4arX4gEm8rA3VtLHDCJt76DI0eOYm4ui7Vrh2HG6c1roF53MXrslFKJCJsoIKw0WiQJkCbP17M/VkCuFfUWCRBia0Dlma3CWshYJTNqbm5OAmHWbxhBMhUTlpF4eDuuSJFnZ+YRDmrClhoe6RNgj3Jjgu12o4XZmQXxfqTiSNZRUwVTcYMRVqlvDeBZSVGu7/cfTLpmmbBrx3as27BWPCd7e/vkfR45cggnT40imYwKq9YPQmJoD30yxWIryvWZQITDoACveQxaYhh6tAexeFKFSXIQz73WC+nk9fMZ6CRXKDCfYS+GWKwtLOYk0yCWSmBybgZ1q4qhzi7EQyFJ6KZ39kc/9A6gMSn1Tf/6jbjs6msxOzOLM4ePID8zI+u1FXZhBOLSP2QCNXRlujG443JEkims37QR3b09wrQmkBqL0vubI0qgatVk2ETgjDUPAyTHx87j6OGDOHH0iBA4rHpVyCxt6Qz6+gaxZeulGNmwAbFUSqlxAkFMTk/j/JkzuPma62R4xHqMlgX5XB7TU1PYtHGDYrX5A1wN+Oxn/i/yhXls3bkeusnBVBHZySIW53Oo1Bw49Qa6+zZg87ar8PBPvo4QVQUMQuQzHCTbkUxgDkDUBFkLEhTWZSgmLOFQWJiIpVJdAoGV0RPrYCoe1JOsVDUr8nbpXT1etgRiBTSUCxdv18Wf/btXbMBQfw+uft5lGBoawEK1hSfOLGB00kbYzKCnpwuhYAOmVkZUKyNMlZCnMBJrPYb+0adXyrum9Mdcy6vVBmQMC2AcUEN1ntEERHnOsm/5xVOHcPjEJMxEJ8xEG9raaaGWQKFio1IuoD+joZafxKGnDwpYyR9Gv33uj1RvNB0O5D2Fk+dZzOvVlk4hmUxioVQUwhYBKhKieP24ni2PFSqUABluB9Gk7D2oWMQERGvVOjQyLlm/1yxsW9eGHev7kDbYK3FArwm4z3qB/exSPYD7D57FYjMEPcrBZA1WzRabPVoWEJCzGYSUSCDd1i5KzEohi6mjBxFxLIhHssGhCBUTyiqIrHQOcggI0ipQVHMe+YLrhZOYltVA2LHwe7e9CL/9GzfAqVUxO7uAxw4cxfce2o+FQk0k5zddth437N0p9+hfvvsQCvkSNg324Heefw3WdHcgqJuyHzIgmGQW6Qm51bsu6tWq2NzItWs2cX52CRPzOSyWqjg9V5L3lo5FcMXmYVy+aViwDlcLIB6PwghpMhw+P7WIejCK37jttfj2fQfwtTu+KX2ZZH3AhsY4KLsm+0CqvR2vfNUr8YdvehMG+rrhknzUtFAv5lAq5GUIHTaiqJHtOb+IqVmGtNI3F/jJj3+E8fPnJew86FjS77OXZBhoe1sc4YiOF774Vtz+mt9D1W2JSqBRKSAaCUGLpwXEHp+YwrlTZ3H08DEcPXIUJ86cl3BvcvyV/2xLSCYxw8BIbw82bFyLvv4+lGpVTC8sil0A2ceq51Yetb7HMvElXmeG8/lBl8lEQoZmc3MMGssvW9eRZCW2Skuzz+kM/5/6Tb8GVi+4sz6w+rFPv1/k55TX93V0oTvTiTR9LII6iuUa3vfXH8ZirrIMrPJBfv6N1+P2239LmA6Swh5UwCrZrpm2Nli1mhQV1bqNB376EO69/2Fhh/gfz2KSeJ9kEeEDZitsCBc7d16K17/+tbAqJWHbJFmY0DSdfh0Md2gCX/zSf+Lw4WMIm6ZIqBPJhPh9sEVj0qddr6FEU2KrLuENsYCLHevW4NLhHkTQgEZAke+jGUCOYQCWhf3n5nF+YgqWwyKTh7GyJhge6cDffOgDiBhsOhm2w8NEeVb5acz8vVzEBFWZHMhijwcgX5tixakJut2oCJARClN+DzRY+LqWNB5kViqMxDvcJcFbHfIEWVXYFT+jPBTJrOF94Huo5Cu44ytfxZlzZxFJmGiR7RYMyPWRSTgn0vU6StkyDDZ2AR3VEg2+Q4glYgLs8f2KD6KX1Kv69BbM/jZ0XDaC83MqiTHV0wk9FEDIAWbPTMJwQ8idmUZHPSQpjGJW7tgoaTaSI10wBzKIdaagRYIIB9V16h8YEMkHJ1WUbExMFbEp3YeJx0cRorJafjeZKmR9clqrQHO/wWDR8LY/+gO86DduQqtVhRkKoDi/iPOnTiNbqaFlRLDz8iuEDXT65Hm8410fhNOw0Z3QcMOujdjQk0JMZ+Gh46mDR9F3xQvxwpe8HOW6gzDTyTldder48Ec/gaf3P71cAPuFi0pTV9IJFtx//hd/iqGhQZm4E2C7sPHl6149RODX/TUhV1lkcQpcVc21g5e97FUXvTcrYPUqAc+aLKjCMQSGBhBMpoHJWTRzs0A1J2nsBBnJHKXHp7w2eY1s9leAVeH0eQUFgVV67orPnxsByb0OG+hoCi5TlgV8JW2JsjLlnaroSZLmhmCwBjj8mgJeWfMK5MemzAdWl5lTHpApGiaPpSXAKovikAxEAvW6ABmBellYZYHOAZkwutU8WlZNgYXyPays2SSTLUs2xWp/Rqle1P2SpaauwcqH8jgSqEYaHwLOLBR8/14voEWtUgmwWobv/p/AqmIuyx/+XPFSCyIcCCIW0dGeNJEIG6g16TPlIGWkRNJyfnEaz7v1Rbjpz94JPR4RNgKLU75kEvHkt3vzHt5PAU95lQX49OX/EvulXq/HWpOvi++rD6Oqok4aCB/E8fzp5PKsAmE74p2/8jldDfT8tw8yn7eAA5NMFVdH1q3hQO0U/u0THwE+X4MbriBQbQBhTq0JwJZQe9sW3Panf4FbY5vQyfFBQBNvV9EGXADg+rfAB3zV0+g3Tr4U3kG0FZZiO28DE8E6vv6zT+P4f3wen7z+ZdjTsQOJaAxNvUiEB2E4yk/ViCDI0KpwDGAqNJn6MgDwYFs2MLJIGmjZVQSsMqmKsCqUls1hbuE8tr374oHVr3z1k8v7oFxjD9gni9QfLvJ6cw/hXswzsFQpi/qD+8vszBKeeWYUJ0+eh2urhn91Ei3Xm/gUX8Bi9PcIcpvJ3vD3NFnHwg4mQKiClmKJFMJRU9YqG5R1w5uxZvgStIwQnjryOB588B7UC0WEJRhKca3FT9l1kYzHcMPWHsTIEGPbxc+LrY0XoEXXP4LoHngq7Fr+ny/bFk9x5cdKsMii+oG+i1ZTFDl1iw1mCw3KWMOasCrIcEzG00gnMpKO3N6uI8LAqHhMUr7J4hIGKNphFTkjouyviu6OPBKmjVDLQZODnkgvMuuuQiPaKYEuIdTh6nFZmK4ET+nildhkF+kNQlbXSCL39kIZfQDLtwLg5wni8I8fSLOiMPFtGvx9adUATxihynuXigE2Pfy+WnUBZ0ePojo2KmqWcCqNOleHrqEaCSNguQhZFuhUTVVAuOWg4rriC9/XP4JQKK5ALCpDGIrnMTwJfPIPXye9yPmeKcsWSybP21hAY595TLWUp7ARz1hv/xXpoM/08wB/AmT88P1V/ZBNXiuraaPCdUaPNQYGhSKImQl5DlinEVThdRsbO4fs0pz4acYSGVRqCnzjvsA6yLJqIo0OkXHteX43GhYmH/02CpMnEdFU4IZmqJ/LoRcbxtWgt39Pt7/6ry/6DOc3fPOu7yslFifYnt2HPBdcA6Egios5VHMqG6C4NIN/+vBfI2lqwoxiUOUCKRHhCAxRJKySOLOq8gAs/2+yEvkvyJLmtZqiN+2R4xI+MzgyKI1sNJbCseOnUcguCBGD15tSX5UEXvU875/9Vn1gdaXOUc8knwv+zXvH5yGRiAu7lsEw3DsGh3oF4KhUqsK6SqXSaiB0dBSRkIGtl24WmwmCOOqa06O7JYAGgVV68guIyudLyNsKWPU/+Lv99SO+oJQliyVRC8+74nJcccXzZL34w3Gy1R59dB8iJv2RyRoMqBC0GENfY/KaGWIYIIuZtUyrARsRxDs3Qjc7RflHwJJgGBt7vh5hvXJvlGEDiQIqWIzXJkJfygCwmC+ht7MXJ8fP4Y57f4CWY+OWK6/D1Tu2S411+ugJ/P2H/xwNaxIO+yPdQDwalz3fohUSecWtANqNmKy/dBgw60W87A/egt5tu3Hy7FlE43F0dneJpQ3vYyKeQEIzPYsYetUqv3z+fd/dd+Kpxx9DdnFRQB9KZw2uq3AYXZ3dwsDLFUpo6+zC3muuweDIsPSD0wvzmJqcwK5LLhVQw24RMFfn08LcHAb6+0UyzOeFLEiSZL77vTuxtDCLwTW9mJ4+j2TGRF9XStZDuVJGzW5AD7VhcHgbDv7iPgnULGtAnEBKi2xgDvX4vKnXz/vPBHQyDFm8FStNTE8toFBgqFJMjYxFtaTsUVQ/p4KbVS0vCJFHOhE/Bvl6IatYbhf78fW/ehsiYR0xk3ujhmLLwMnFOuarJmKpLk9FWEU6BhjBMgIOGdWKbs3nhKxnpX5iuBCJKASMbCwuLkkAEgdVne08y2IISv/Hdc8ANpJsOBzRMXpqHD9/4ihC0Q7Eku1oa6fySEehXEe5mMNITwT13AQOPX1IrCaE0s29VwYw7EeVKofPvBqAqb6FwGecg9UAFX4MWNaEFcyzWHpbYQ2T3aqUPQRWGRpEwF1AOMuRta9xiEFiUwu4ZvsghjvjCMMGw5zJdOV6pReryeFGsgv7RsdxfK4MRw+hWimKqoaDOO5rHFTEkkl09/UjFMtIn20V5jF58DHSNqV2o62W71/Od8bhJ68X+x8tzHuuGJNSIXvWPXYhh5e+4Fq88ZUvhVVawPjYWcwu5TCbLePRQ6cxNpOF3mzgN67aimv37sb41By+89BhuLaF6/dsxy2Xb0OSVlSsXl2GxlnqLJS4Bg76HFHg0SqAgcSkeBAGtRDC2fEp3P/MKbhBHVFDx9bBTjxvwyAMDqw0lqcMcVLBU/PEc+LteN71L8Ad9zyGBx/aJ5/PZhcQoOKuaYvCjTkfb3jj7+Pt7/oTmIEmqsUs6rWSrFsZnFrKS5cgPDM4vvqVr+GnDz0iz8x1192M4cFhPP7Y48LwD6MBx2LAFpkTYWzbugm7d1+Gqm1jen5R7Kk2b9qAK/bswq4dlyLT3SsWdOzJ6YlbqdmYmpzEgw//Al/+yn/izJlzsi+nokns3nUZNqxZi0Q8Ci0UQDafxbmJcRTrdelLOSjjM8bzheeMYDGGIWxVDgM5HPDXMPdcrhP+G4a91moK41IsDXpE/9oKYPX+9mtg9YLd3gdWX/nmW5GIJqC7AezZsUvA1bgZE2A1V6rg/X/1YWQLNeVnKM13AM+/+Ub89stfJE0igTzbdTExMylpnfFYVJKao2ZUUmm//s1v4dCR414bvxJyoIod1eivAKleQ+9Jz7gIdl+2A2960+8jnU4I+FOvESRReAW9QDhJePqZgwKCkjnR1taGRDwuhQoXUyFfwNTUGGbn51EqZNGslrFjZAi7N65Bq16SpHZOaxyLHlUxWG4T2UoZT0zM48joKTQpkRQpUUhCJ2665Qq8653vgG2zWPEYJvSiEVme8spcLXVigSJenTLJV0Wt37hyik5qvhmJL3vMsQBiod6iab0HdBAElaGYSLEJgikzdv4Rn6KWq4JiZGAZwPzsLL74pS+iWC1heNsIor0RNAiQMnkxkVZNblDD4XuewMzZCeh2AKGWJg1lRCZ8lBGq9yKpxN5/8xA0uhPovmIDZnILWMjlEe9oQzxhioQzNzkPt+KgMVNAp2WgabN5tVGxKqhoDuJDHcis6wOSIYSiDORRPqW9vT0i+bBqlkwEz56bx/pkLxYPnkHYVgwStttsoDlZ5jX1JYB8jbGoife8663YsWMrUlEDc2MnMfrUE7ALeczkcxjcuAWXXXcjIukufOGLX8PXvv5ddEZ1XLGxDzs3DCGhuyIXMaJJnDo/CX39Tlx7ywsZjyaTYDHYr1fxqX/8NPbv37/s6+bfaxYLlNG5VhNdfZ147/v/Au2dGfHyNY2YV4x5/DgftLrA1241o1UBxkqKzw8W3i98wa0XW6/BB1b52DUl7jyKwJq10JMdcMcm0MxOA9W85wGp/Krom8yV6bX6yh+YDZ2AkSoRXtiYglKpdMgATEA30WLYQawdbpAgiArsAdN4hZWknn1psDiECFYE2CQLXZh8HvPbFX2j/L9lsEZoZn5okhfg5pL9zQZdAkYiAA97hlTVq+Jzp3cOo0UT/WoBaJCxKjHS8j4ClJgy/IpyL6IAZMeJLH15yfkJPsoGRL1y5Tcq71l5QjHllxISMr5V0S1Cel/bugKseqFAzzqQliE91mUqaZrAMgsa8UGjd2NEl4TNdMxAezQFh5LLGqfeBkLROBaLWSQ2rcVV730XOgf6JLiDQLFcYwnCULCuYlQojE+sbr0gIrkPAsByD1ZBEcIS9liuq5mePtiqCeigmK4XfvArZKz+0ucvADhX2EvP/hm8ugG3CqMVhq2FUHCrmHJLuPuB7+DYn9yPYC2KajSLYKmOQDCBZiWAevc5dH73L/HHl7wcl6EJoxlBJeCIU64P5sr7WAWQE3zlh+/2qK6RApdpGWLy9wdaKDoazqGAL/zow5h/5B586srbcWlkI8x4FNAqsF0bUV5zno3ifR1GgKAqATOyjgg4eiwzYeBIB2kjQOm1+KwWYNXmUSouYmF+Hlvf9tmLXuNfu+Mfl/cXKR5pryF+tZ703ZPd8v0pcEAxV3i/SwLqVjA1NYeHfvYIDh8Yl+eOjDHfZ1KYVWx+lq+Rtxq8iQOfAzZTqyXpXAch756zgGWyLlmrHOzxd/d09GHThl2ItXVhtjCHH//kTpw7PuqxopWcnUDNQF8vBvr60NcRQX52BtnZaQSaSlZG/1OV1bTCaCSAqphEzAdTgZEiF5NBJNctUJfhDINfQoiYMSRTafmTSiYkqC+eTCARjyEaCyMa1YW9EApGAVDZEYFd4hDRQD1fw8GDiwhpNjZvcrD9EqAzHoBuOQg0qpihhG7NNei+5EbU6twbGnD0JvSlIFohAl0Sowsj5oGMDMSqK3CJ14xWMGQU0f7H96STe7GKacf36lvi+OCQlEar1ptfWy37p9LOYFW6OBts/vN6REfp9Bj0n92JvmeehqUZmO1vQyuVRJG+l+k4qmTwNAyEEUI1zKFYQIbYl19+HRKpLlSqjrCYyCT01QYCmkqAJ+sU2kCpzYe1DBk7SunDf2OJtNzfG3ymGFks/PAtAPymyB/Ciyqooa4Rfw9DRciq5MbWEG99F26DLCmqcxRTkbUYmbFkCbJhGhs7jYZdwdoNm2UYStDdNwklA1fsEhj4ST/BcAiVcgmz++9FbuIIwrTECWoIGS35+dx1dQ6NBUj2rFO8Vb3zNc+NsfqN798pIJIKI1MhqgKseozVSr6ISrak7KTsCu784ufQpdfR096NGfpVBnToEXoKajAl3EuddX7QkDovVPgdax2CJBzUN2xbGubDh46h4dTRP9gPI0ziQgoLi3mcP3NarCpUDUZv1Ppy6MqFz+F/B6zyWeeH+r1NsQLo7+8TpQ6vYX9/j0jf1X0Ny1rl58+cPiPW1Xv27ECNw1SRdqtAM1p+TU3OCgDL/kDAXLHnUWWEP6Tw9yzxLaX3tbef8ObzmWKuwabNm9Dd3S2vj6SRjq52jI6O4tTJ40gmFUipQujIWFVhcyRQ0NuRgDztkGCksfV5twBaQvYi9igEehiESksDDif4+wgaSx1CX0dDAf/hVgDVFjBfreDp0yfx08cfRa5WlsFV2AliY28PXv3S30JfPIP3/+lbMX7+Seh0H1Bpe8IeJlTOoVaj1UKyqaMzFcXlw92IRcO46jVvRqJ3GEcOH5KBFoFVDlboj0pyTMZMyj7EbINsjn7CTTy872Hc98PvirUMfQcZmpaIMcBLk32fg8doLCEWAnOLWbHXSXe0o2Q7iCY5gHGEZc3agwG2rA7bMxlhKxcLBWGR0lO2Tm9Jw8DSYkHk2fSEPX/2DAKBhuzPA0M9GBzuRsNlCFMK7R0bcPzgvTDNECwB4ZRyoy6Bt0HiRfJcy9nIgT6fDT4PiRgKBRv5XFVIFBozLITJ+WxF2YpzsDe0pZUSswJkPwVyi1MXfX7zG+78m7fJtSSTVo+EkGsE8cAzp+EYKWzetl1UEXaDNnj0jHbRtKoIyHpRdgXsISl5qJSrOHN6SiT5AgwVCsIkZIhaX3e3DDVJBKDVDPNKMqkEbKuOdHsKYzM5PPyLwzDj3Uiku5BuVx6rM9PzCLg1bF3bhigq+Ol9D4qnp9TRAoxS5UKgVJW9ioVO6zjuV0FhMXNdbOjrR7lew8zSIuqi8tMVu90jFBCA5fcLAYvvhxYjrK2thrwHqi3tSgkjPZ14wWXrYQRsCWUjqFqu2oiaESTYUxJQb+vG6FQJT52ZRbkZQKFcRsxUKg+CtDyCEuk00nzmMsPS9xhWHq2Z0yhPj6FYt1End5MDV9Y+3G/p0cyhDZ8bhqSK/zfrCF3ClWgv2Blt4QPv/hN0x3UszYyhUMyjaFnIVxt49JljOPb/sffmUXac9ZnwU3Xr1t2Xvr2rF7X2fbPlTZYxxhsmJjGECQRIIF8YhkxCViYwk5nJ5CRhvszMdzL5zmRhgLBnyGIwYAzBeJexLNmyJcvaWlK3Wr13332tqnurvvP83qrulic5Z+T/Pg59jiy5l9t1q97l9z6/Z7k4iwfedhve9857RK3y6OPP4vFjZ0X+f99tN2A4E0FUd0VmT7s5ytxV01qxpUVdJoSVhjQtxJrIMOGZUczOL+K7L15Ag7aCpo4N3UnctWszklzHGRwVZj5DVFQNGokJoRji2V4sFFvIF0qoVuqiNGTTkMBpsicntoj3PXAP1m8YRml5Buk4cYmQ5NHQ2o4gM/NouO8s54s4duw4qrUG5haXMDO3jNtuPYyBwWEc+eEPUS0sIBbRsFQsYNuu3bjn3rfhxaMv4OixlzG6YYOso2SLvuuhd2Lvrp1wXUcaOGY0Bt2IyDmP65KjxfGjI8/jj//w0ygsFnD/3fdj/+49Ej4+tzCHmblZLBXyaDNagUxkqwWnYV8Tmi5zJhwWYJX7CgF/oW4Jm9VvrqcT0jyh12urQa9oZUO3WHxzc/xNLQz/P/ihnwCrb3hIAbD667/9fmG033rwZuRSGbSbbWGsRmMxLFeq+L3f/yMUKzzIGsqnEBruvecuPPTO+2QRI+OCg3dqZhrZXAaZZBL1KpkCIZSKVXz281/AQr4gUI2wpcRrx/cHW+PrFRwagmKHRRaLi717duGTn/yELNS1WlUOeYFUnbUSJWVMg+QBlv5m9MbktftYCOq1ivhEsdO8ODeD+cmLaC/OI9Gx0KjV0WLh4XsgJZJx1FtN1O0m6u0Grl6dxyLDRWqWgKqcaD/7vvfi3vvuhsOwHWHDKNN9yncCkDjw4greywqzkUBlx/a9LF0purhg0tejw9YKJ7ypijSxsw8Z6r3wQMJCSfxYVQHKAxep+vweFpQC9UhIZgfjE5fwzce/A7M7ib6xXjgmvW9olWgKsBpJpsWrZOn4BE4+dwztfB090Swi4ZiwEMW7yPePCYBVvgfee7MngcFbt2G2vISlQgnRXBr9A71olqpoV5po5uvAcgNdNR1Ww5KuU82qoxV2ERlIY92ujWiEO4imYzDFE05Df08O5VJJigMWwxMX5zAa7Ubj4hxibYFIxAqAJzIekOnjpLr7il2VzaTxyU/8CnZs2gCntIRXnnsauiT9dVBp1FHzNOy/6z4MbNmLT3zq93Hp/EXsGcrhLXs2ojsZgUE2UTgCLxQT/5mhQ/eib2QUdctBnGmX9JnSgM9/9vP4zre/I4UCn30glRUGFaVToRA2b9mEj/7mx6FHwpKYGiZ70y8eRFbrd2pZNAdyr+DgyK8HDIogaVJYMCED997zjuteZgmsrt91SKTfLg950QT0DRugp3LoTEzAW54DWmW1WUshTs8qJvqqNFeBLUSSvwqsChApktJAukpgSYcXSkJL9MLI5tChp3HbVumODSZg03+NQJeckJXnqldVnQFxRlcAsgJxVQiCsAICIHYFWFXMYAGu+DdDEUyODwOeZUlIEawmvO4sQpkheMUa3FZRJIvCTGX1y7AFk2Ao0ea2PDeVLKtk8iuhBUFI1xrKqkoDJjDB2UZgJywMADJyFZilwGZ161bDmdR7u/ZDCfL5Kiyc+EeBXgaBd+n6G0jGTaRiNFpw0J3sQjYalSA++gRlE/St0qBtHMb2j30EXesG0KTtiLppyhPXB1YVu8lnrEponvIP5YcPYfts1lVjAvX0FXNrheUqEvMV4xMfCr/2fXUne1cg13+OpfrPAatthBB2bYTaIbQNAw3NQdXzcLZ6Hkf+7C9w6bNXEbUiCBltWIYGr+BgfvMsBv7m9/A7Ox7CXv67CYIAACAASURBVK2DqBtFkwymNUhqMJYDGFcxdn0AOfDa0zxpLrlaE1EvDIu+0O0wxt15/NV3/hOwdAZ/uf292Ij10CkDbTfQCtkI02BfQA+1B0kTQphhZEerdFsVbKfChNhMoGRMJxjv1NBpFdCqF4UtsP4X//N1z/Gv+oxVARSlK08/cR9c9wGpgNkfgHCqv6AOQOI12gGmp6fxnUeewutnzovPmIQC+T7bMjt8ZknwWsHvE2aprkuTM/iQcBNZI1SAGYEGygFjyYSAQpl0Dru334hUrh+2Drz0yvM4fvQZZKJxbNqwASMjIwJmZDIZWWsJuk1dHseFUydRWJiXPZSiVFH2Bo1ZmY9KCSL3m/7ZtAWKUp4fEQCISpBUslsO8JkMgdSkHFpjcVMChkI6Q1TIRKL3XxhOy0TbNtCo9aKZ76AyXUWjNI/R9R5cYxrTk5ex70AWN924DqlIAoW5JVTyRdCypOpGkNp/J3JjO0QCGdbCKNUcOFeKSPcPAPE4KlQIRHTEUwSfM9KgodWN7LlhSlWVBQAbicG+wGfIf/N7xE/UBxYDhluw1wRzL3hOQT0k0jlXAZ1rpeot7peRMJxiGVe/8ueIXHwGyb03ojVVxsi5OTSH+3Dqjr1o9a1DSAsLiy7EZqKn4caDh9Hbt0lYJWSG0XUzqOeCPY3XuxYYFvaQ2EwoJgl9oAOJP69Z2QiQgaQAyuB98O9g7+drBg3WYF8lQBVYdatuCucC1ywqiJSXrQrl1IVhSBVLu93ExfEzyGZzEvbTJMDtstYiW6ijAEg2Q/wAD1onTJ84gvrSeZhuE4ZG/zgNUZN7tQ6NYZkS6hJeAfF4//d/4M15rP6vR76p7KjYwPEtBoKxzo3YqjZQXS7LHhPRXTz38Ndg5icQzfRjLqShGWK4kgmX88HPL5Bx44e/BeNAQHCGbDKsiPVluy2MnjOvX5D6OZaIYHBwEGEykCNRnD9zXj3DTkd8NdcSCmT/+CcaasEY4NfF8oJ2D75vLr+f8n8Ge548eVLu3fqxEZHEsuZLsm6N0I4gjOXlZQHj9u3bjQsXzq3YZrBO5ntdWFhGrd6SulmxDZXlhNprlWIomCt8zVZDBeNm00ly0dC02hhYt07C/shuZqNn//79cn08jD/77DNip8IwHoKOBOulPhXlWUvqd2Gkuhp2HjyM93/kN2F3lBcr17XlpWVZn2iXQiIKm8T8vLo2Lg8JeU8JM4G8Z+Mbzz+NZ0++JP7RlETzHOBankh2B+MRfPTnPwS3VsEf/rt/jTDDO7kNsZYX4IsYK1mGLiKdELYPpPH+O2/B4P4DMHfcDKfp4MXnn8Hi4iIyuawElQZOnHNXpjEzMyPPmM+rUChgauKyWlvDYSQSUfR2ZcULnmnfET/khU0iMg4JQBXKFRQrFey/7XaEUwnUGjWMDY9Ko4IAplBsPOZ0FNHdlRPfWDYz6C2ZSKTx6skzmFvIo14uY2pqUionNtH27d+Je+6/E3a7iaZjwrbjOHn8GWRTEQxmszh19qwwBqWxZgPJWEr2Dq7zWpskjhpirAVTJqymAavlwYjwfKrGjevRli2Yx35QWTQi4CGfE5mazbolrDbuO5XCm7MC+Nyv/QvEEjG5l1kGVbVc/I+vfhOXF5dw8NYbcfDgAfQN9MB1LbQ7LZGkh3UCumr9Y/hkfrmEM6+fx7lTF2XccF3j/OGfRDKJjq2CmEh/5JglU7W3h37gSey/YQ+uzBbxw+deRjjajVzvOnT19KJUb4t1UDLiYeugib4U8Owzz+PCxIwEIEn4o9+wlPVZ6ntN5iil55ynDBXitWzu75N9+OrSIiZmZtHu0MdT2bhwF6eCQp2nhHsKl/M0loBDGz+bjS0LEdfGrXu2Y8e6FJxGHS3bQZ4WdC0HEUPHUF8WEZ0hS0lU3ChevDCHmYolxCiDia0ureQIitLX15D6LJLoQ29PBgPhNrandESbRcwuzGO52kShQCzAQr3TRs3toGOE4IVCYv9C9jdBXdvuQKMKybFwz2278Msf/BdAvYzK8jwa9OKu1lFtWnjt4gQ279yF9777p1FZmMHk1SU89vQxnDg3idsP7MDhfVvRZXrIUW0bpt6KxDDlXS8yddZYwrT3xIKQhCUvRF9aB7YPcB45PYvxmTk4XhvruxK4b992dOs8/jgSTMxnEovGEEtl4IXCaDhtxMIRxGMJAbQZ/Ec2rjSmzRAyvd2oWS0sFBbF5qe3O4vuXI88n2q5iHq1KsAybeKqtRrCJgPGbVwYv4SFpQJsR8Pw+k0IdUJ47olHUchfxS2HbsNvfOITeOnoUXzxi1/A+97/Aezbf0CUvWSKSm5Oqw4zpMGk1U8sJo0+CZ5mLR3JINXVg5eOvIDvPfqPGB4YxuzsPCauXsV8fhnzy3k5Expc08mQJdZkqz2KY5TzhfdT1VmB8lcRDcQ2Uta5kCgSkvEUXNuBXW/JukTg94cv/ui6a/Qf5x/4CbD6hqcbAKs/+PYXRLYRNkw47NTzWOyRNm+iWCWwqhirlLAIsKppeOCB+/DgA28DezaU0THJuVKrIJ5SEhf6nbgdTZiqf/e3D6PpFx3XsCc4PdcAq28sdlThA+zcvR3/7t9+SgY+J4OY8oPGyio1M9vVpcyMXRdj6zeIVYCwv5RqWAGxwv5riz9Js7iMh//6c7CXZ5VEJJlG/+aNCMeiAnSw0CewNNwVQyrTBavDwKQm5mbnZBMgG4+G3OJPQwmAD8AIs4Xs03hMpD5yMHA7KhEzELP7TD/KW9gdkVRtLootUv4p9QoJu4+SuqZtr3TbA+CFMkV2nPizdtsSCId+jGTliIzJdtCybZybuYRjl07DixHwcpBI6DDMKHFXROMpmPGkSLircyWcPnIClfF5JNsmvLaHcJSdPfoRKYYT3wcXdLUwuQh1RTF0aAdmSotYKpURTiUxsn4IpaVloN5GY6kCLNXRVQ+JFSV9dqvNKtpk6OTi2HBwO5bbVSRyGYTbjhSz9FshyG0YMSwuFbAwU0JPJ4r21YLIcklNWgusUnIWeNHxmWzbthW/+isfxmAqhgvHnoO9PCedP7LDeE/KTgexoTEM7LgRv/O7/x4DmTju3LsFg0kCV/TOYZKtAc+Ig+Le7K6bkejO0cwO8WgC1VoT2Z4efPfbj+LLX/ryNVIyOfShjfW9WewbGUBfbw/u+pl3QaPcnvYAK76DqpgPPgKGKv8/kDmK7QLHtaEOfwTX2D1k8fKzD733utdnBazeJodKlyyeaAyhDaNAMgH30iQ8SpdaNZ/lKFRqCTdy5UCqQD+p0AXINKCxqPN9SZUTJ79XwYZeOAUt0Y9QulvCLDy3BZ2e7k1Lmg/0fpJvFa9JHjiaQSy3SmdXYp4A6bsWWJVDUXBNBHrDvqRfh2aGJBDJtSyRSLHI0YYH0TFz0AoVeK0SQC9kn8UpwCpBo44hnrK0BKAVggJXV6XUohy8BlRV8mS+D2HHEGLUw3Ig8mR9C2TlgedJwFwNvhLAemthvuDfPmNVQE/lBcs1K2qGxV+VES7xaAT96STClH5aLZi6iVwsjuFDN2HwAx9AKB1Hk8C4rN+KeSrS/wAMlf9X6ngF86kP9W//e9d4/gZsVeUgTWXc6kFULa0KmHxjTAkZq34Mzpr87/+zocsREhHWqpKf22RQWR3MhCxMLp7E8a9/B4uPvA5riZ6YEegxD+c+NowHP/Qr+Gh8D/ol2EsXTyyHfUD/1669xv/tffnPje+GK7WLhgJWoaHmGjjjTOEvHv2PGA4t4i9zP4tsZARaIg693aA5iXruIsXjH9/4Wx4B5w0Ps8ouQv7NwwfBQAn0YBOgJSk/7WYJleIsun/u3/+f3ag13/WFL/znaxQfytJB2erwYy1oIoxVf2OU9ZMsGQLUfsFp2R6OPP8C/vF7z+DKlTnq1VUglexzgf3FtQoTYUURqKck0fe9FvY22ZQ82Mm400UOmMqkoZGNqYewdeNmrN+wHeF4Ai27DqtVRndXFj25biRpteB6KFerUrC3Ow4cq4n56Skszs+JxxhBpsBzUgXImHJw4x/uV/x9bMwKEMO92QzDEAkoD9Zk+4VFjSA2PmLpGkXbioBClFZVQ70I1AoemP3Qccqw2Lo0GYY0jeGeAjYNOBhel0M8koXnquYKw4EYtMD7QCtdspa1RFSSjtPRAUTdNBLJDhAbRKhrM7x4Pxq0aGByfMJEIq18RUW+KzJYdf1r16HAnicIHQok5wJO+o1GxaBSB1VZnX0ZXFBTKTCM3qe+RzRlt3YVHc+E02riO0/8KQaHDGTHbsPMDx7Hbd8/BrPg4Ox9t8M7eEACv0Sy7Npo2W1s3rwHW7YfFG867gnBuhOwEAOATRrNHh00LERjKtQykOeZYSqceIBWTS7ZM6jC8T1ag9cQEM+XTYu0VCezPyq1YQC6NgRQC7yCff0FJddhguZK4qu8a5VnKOuq5cU5zM1NY+PGMcTjKbQcBgrSyofMNaVIoFqA96xer2Hi1eOozp+GbhcRDRHE12EaBAu4PykmVuCFG8jI9/78H173/OYPfP0b31BsVfEjVaCO+lsXr3raiRTnilJPxiMaXnr0YXTmxlGNZrDA7cSk1NwUEFw8TX2LiYCFLqwrw2+yiGWIrUDXNpmiVVwavyyAGptVw8NDMOlNGY3CajgCxvHeCyjrKPB87cdagD8AW4PxzCAmPkslV1cZDAxo4jN47bXX5HMbNqyXMXXlyhUJxI0LEG7LQXzX7t3o7c1hcvKyJETzvVHRVMhXUC5XfZBGrYWBT3twBgmAeF4TryMdz6JZK6OvJyvjb3JmFl29/X5TA9i8eSP27NmNrq4cotEEjh17ES8cPSJML18XsuI6zvWFNZSMNTeMn/65D+Pw/Q+h2eogGomiWqmgUW/IOYEgKWv2VCa7AvaSuUrmK8d1wXLxrZeO4Oi5U8Jw1cWXlc0zFighGAzVrRTQncihJ5vDpQuvwJm9CMOzxF+RORg69yKPIBvhmg7u2b0Zhw7sQdeNt8PtGRHW9cyVS1jO54Uhx7WBzDzOL44FWrx157ql/vnmN76JKxMTQv6Ix6NCakjHo2K9w+ZUhNYYwjNgkC9DWKNyPpyemxdgdXDDCBbySzh0860SjMTzHD0gayRUTFzGju07VHOfwGbbEWn+K6+dw/HjJ4R8sTQ7LfWjq2u488478MBP3QO7Y6HaoL2ZiePHn0O4WsaQq+Opc6cxW68pb2QAfQPd0kRLpSJIJ6OgoptM2040gZMvX8LSYhGpXBSJVEgCl3LdBDtjMj7CpgraU0oOJppzzWTjoY7F+SLmZ4soLlx/wCzH37f+6F+LpJ7zItOdxXLdwZ9/9RGcvXIF3X1d2LhpFDt3b0U8EZUGBz1/U0mym5U+ampyGgtzi5idWUCtaPnB0CoIkHs8/5bnGKPlnAvLtgS87u5KY/v2LeJjPLdcxbMvnITVMdE7MIRkJoMWEogQ/NdbGM25yEQsXLxwGS+8/DoqdUv8WpkNwia+Os/yPSgAkI1Lrn+NelXmcUprY8u2bQJGXpy8IvkVUjvzLGtz7isWodJCsQ7T4PAsRO1b20arXsb2sT7s2TAMo1lSGS4dDUvVNuq2B7tRxZbRfuSYAezYMFLduJi3cW6uhJaEBKuztvgDk1HOuUmikhlHNptEn97BwYEUxmIsyyoStNZuQql6WhYKjTqKzYZYCpY7JiwXsNr0PK3DcGx0RUy8/2fuxs37d0swYrVSFgCb3q6NVhOOpuGetz8AAzZOHHsRC4U2TlxcxuXpadx7yx4c3DYMEx1pQMdjqhEmzXhRw4nET2qipmOjWG2KrQZBQ+6WtKshw7vpJnBxeh4Ly8vY2JfB/TfslCArYjQMRU4mY74axhQGKBmxVAjK75DQs7A0zPgwal4bQ2NjiHVlcGV2VgJneaCnvQjJc45loVgoCIuUFiK0BaQdCs9Hi4sLKPMabR35YgPrBscwM3EW2VQI9z74dmFMf/1LX8b27Vvxlre8Re5TLBoVpVQhXxD7CqpQuQaxdiS4yv1L6gUohS+92h95+Ft46pnnUa235BqXymVZb0Jk54taoIFWU5H8gnN2UBurOkrVRmo/DeyTlL+4WDRqLga6snjogfuwc8tmtFtNvP8Tv/em9vAf1x/6CbD6hicbAKt/+z//i0jiSOBi8m5HY6EaQzIaQbW2agVAyatIYXUdDz74AO67+zAMyjg6kGCoWqOKrp4cLl+6JN5H6XQO3/72Y3ji6edkwkqQSpAs7LNrgkJrbcEVFGYyATwXu/fsxG/95m+IiTsnFgc9vVVJv2dRQiBTbE4MA0PrxmRCMpxJDg1igk78xkO92cLC/BwSpoYnv/VNlKYmYNltmD09GN29C+FYXAEMNKFGG6aEZNG4XXnIUTLBTUC8TuRgouQg4ukW0L/kgMoublImNv2qRA5RbyIS5UKpDgxRMkMkJER17ZU0jcAqQ7covYRaNH3vIcqZRBLITY4+YR6jadrwRLbNjcdFR3OlU87u1cmpcZyYPIeOwY0VyGYTiCVSUsBFYnFEaPUQMWG1HJw/8gqWTk0gbUckAZXgBruHXGh47SyuJJ3XZyYgZWD0jj2YLS1gvliCkYxhZHQIlWIJoZaL4swywkUb2SrZdyHp+JXqVbgRwE2b2Hr7PkzXC0h1pxGihE/roCsZl6KRJtgzs0twGkC86sLxgVUVyqdSW1l0stB59dVXV/xHD9xwAO95zzuR9SxMvvQsciGVdsoNIuK4qLkuSnocBS2Kbz/6fbz91v0ilSCjlemHBKYJoLsMIMl2Y8Mtd6PGZxcx8dLxV/D4D5/Czv37MX35Co4fOyYFQHBYVffGxlhXFHdtH5Vk18Gd+zG67xYYcbIfVsHUYPzzXpIJoYLWOC6UbFc2UIJhItVVrCQyRvgMPvwLH73utTlgrNLr0wtHgVgcxuYhIBmHe2kCLo24mxUVYi8BoWRDMEKF3XoekAn4sbMblnFGMEkgNb/pIZuVHNz5+nEg2Q09PQiNRYFXg2tXobcI+tvK6J8AJtmrXDSCECyydAnOsIigD6ykmyv5urK74H8UsCr3j4n1LOZou0HmAIFVevs5lFhbCHlt6JvWw3ZT0JZK8OwSiI4I05QgkQCrZBxH4NLDiD7JDGGR+89TqP+8fMlscNOVnJxf9w9pElplqsRNzuU1FgCrlgCrj0y5mq4V1wecScXkV80gAj6+dJHzkLI600DcDCEVJ+tORyYRk3lca1lIGQZuefsDGPrwh9ChVIqHOVJmeD+l8RR4qapGUwCsSvKwz9BlyaECrHyAzOebyveusQQICe5MBrMfIOS/Y+UiGwDEQE+qz2fuQ4UVrGEurX7fGsNt/xYpGJpjgSCkjRAPd3oU0baHYshAqdPCVGMBF2eex/mTryDkZpHash0/2tbGnYnb8QteHwZlveYYUKEDa69rLXsqWK6VBUAQwiXOk3DRFI9XFuN1N4TTrQn8xff/I25NNfHfjHdCz4xIUJVLphpVCwIkEJxU3sAaJxMZMVANIbIKCIiI56cP4jIoUuOG22rI/POaNTSKRSTe8/HrnuN//defvgbMUCTZVY9HruHXNgiU4b8AM/KQOyK15f0Jx3Q4lovTr43j+SMv48zrk8gvF9Va4LN0AqAuACiEge4Xp9yXFXCr9kj6tgvY6kLYkNmuLDK9g+jt68VIfw/WDY0iluySAyPHNocLG2G8PxwPPPw4Ek5goy1BGWSGMXSOh/iwePuRuSXNAqkJaMmgfEl5uJe1VGoDn0FO71eXwL0J14mh3YyhVQ2jUXXRquholDqoN6twvBr0SBOxFL3YDCT6IognQkhEbSRQQrxTREqj1xmZlEqWTdBJHJjbyvPTbTVg5ZeUTUI0i3hyGMl4P9z6ZbT0Iazf8w5Ee7ZK84As6XmrgGgqLgcradb5fZiVe0u2xgpwHbCT1WE8YHAGzWnWCrxPfAbBHsPvk8Zd6FrQPQBhW/WazJiJiVN45LFP4/bbD2EseQNKj/0QkVOvI1+vonLbfqRvoGd3CO0wPbIh/oZduSEcvOmtMCIJOYCx3gs+CNKwqc3fQ589No8blIdScWKoa1HBEWwi8ppVUrVABlxrfDHBNfPX92AN3q9SkECk6Bz7rGtEJisJZ5yibA6oeaoYtKqZyfWe9ycaicvYuTJBBqaF0bExuGIBpSyLpZHkdWA1CCDyoOpgbnwc05eeh1dfQDISF49JHpqjrJ1CvM+Uwyr5aQCGHvjgp697fvMHAmA1eB+rwKoGnfVLy0JpriTSyWwqjPPPPIG5sydwxTNgGVGETY5RIGnG4JmKIRq8BhUxsoL7JAGOXbLUJOiu1UKz2cLVK9MS5MEx2dOTQyqdFM9g+skS4OTBWIBVgvuyFqrxufaZreyj/v7BrxG84n2SdHB6EnuehFHt3LkD58+fF1bq4GC/7AtXr06L3zLremUJZmHvgb1yLiDYJPPfiMj1zs4uoFgoC7lDjSRejyKFXEPu8K+TlhAj/aOoV4vwqGRr1FGo1YREodb2DnK5DPYf2I9dO/fAtl08+cQPMTF5SVl8sW7x2bC+qwJcrSPsUnoP//a//WNkhjZKaAvtFRbnF8QOoFGtCRAskuRU2rdCyCASiQnLj4DUX/3oCC5enZRnwhBOg6FDTtMH/NnY9RCi5ZJD8gGlyR1opWWkrArSVhlOZVkaUSQO0O5t40AOd24fRc/Gjdj81nej5uqw3YZ4t5M9ymaUgJq+PZLsoZROx+J47tnn8NUvf1mecTKTRCrBca9LM4G2VyRJxGmHwaaopRi8YhAZMtBotWAmM9h320FRG9xy40HYjZbsLfS0ZJ176dJF7Ni+Tc53si559IaM4sSp13H06DEUl5akuUYvTYItd99zLw6/5Q60PRuFMkN9DJw89RLyr76C0bKFV5tFzJk6tI6LTBzYc2grRkbXCVjK4DHJE+C5xgthZqounrzZbgNmjNYCNPVQoydgsnEcqERyHiq5f7Lxw4aCiQvn53HulUtvan4//me/i1K1JgBjJpvB1aUy/uY7T2Cu3BI7hGwuho0bRxBLEDUEevr6BHDknOF6Nz+7KJJ9ypahK5UDr5PzMtgzaC0jVixij+MgYhrIpGLYummDeFO2XANz+TqajoZkNifgVN1NotNqoTsJ7F4fR8QtI79UwNGT53B1Lo+OR09VU87e3OSplnEcsk8NpNMEVsNi3yChdo0i1o+OIJXM4PLktNisWbTbpCWMQ3UCvS8NyXIhWMuxU/c6iBoROddGTBe3H9iO7rCHWmFR5OcL5RamixZqAqxWsHvDEIbThhApIqkuLLsxvDq5iGpb3Q/abtC6hqSiht0S9YybZOBcBN0hYIvpYRh18UJnE06AXhG6kcWpi6VEw3Hw6lwDV2bnxKuVDNPhdBJD2RRu2jyGgXU9sMMeCo0SSpUqHKsNq9nA2OgQhkZHUSkuwmnZODtRwgtn59F0Wrj35h04sGUIbocetBFaHIulDJuX9PUm2apQLmN+eQmFah0LZUvmM+dALB4VAPHK5CX0dQ2i1Opgbn4RB7aO4VaeRzUGZkYRInkuEpb7zTlOdRUbH2SuSj3MsE826mil4nqwEhFs3rkd8XRKmkSFYh5NhkC1bLFNYd3XqFXFxqSnr19eK5XJiZUW1bzie2ukYTm0xaIfbgPtVh5nzr2OC+fHsW3TRhw+fLtkFHM9p9qYc43rN/cDu0N/XqVoIGFNlHX+Gi94kmbgpROv4e+/9SjOXZrE5MwMHE9DJJaURgIb3XaTwHZdNQAC33ba9pA4putotgILAFeAer4+6zVOb4LRmtNCXzqKD777QezZskGaOr/86b94U3P8x/WHfgKs/jPA6md/4+eQG9mAzPAmNBkagpB0KOltRS+N//AHf4xq3RawhJCLaeh417t/Cm+9/VboIgtmV6KExUIJG0b6cHV6RoIeotEkPv+FL+L0mXMwjbAKp6Efjfg7eQjrngxmZbqtwEtKZ8SsmQCDSRlBC3v37cWnPvVvxHepWCqIb5F0L/zDPCcfAcx0Ko10Kifm3/R3JeNWFeaeAMTcoGgnQG+d10+9grOnT2EpvyybyKYtm2VRV7gvmQ0s3tRCEyRBrsj5SUiQ1gkXLHqrumLAHrDx+D75+/n/LKy4IjSqdQFWeaihj1ulUkKpVAT9ChMp+twwAVDJ+vmHwKfrqfsSHGSlWOUhxC9c+Szka/w9fsow/dJqnoWnXj+OC7NXkSUD9PK0LKpcAOUAapC9o1JHk6EIZiavYnl6AaarI0bwnACT7y3E72fhKGwkQ7FXvaiGTYf34UpzCfOlPKIMrxgcRpNUn0YblSsLCBVtJFoh6LZKnqw3miBe0ki52Hr3Dbi8OIv+/kF47YbYAcQlCMxDLJbCxPgkkul+RJZbqF9aEO9WeqVI8mXHFoCJZuyTU1Oo078WHnbu3IW3vfUuhGpLiDbysvmy8HC9kAR6kTlFX6CnXz4lxvx33rAPEc8TUJ5sRQb+WK6GihfC5v03oH/nfmHMsah78okn8bnPf151sTqahL5EIwYGB/qlYChX63BaLeweG8be4UGEbAs9o5uw5633onvjVtgdsmf8Z+UfNjim2JkTIE3MyRXrJvD+4n3nveZY4Fhko+AdD/z0da/N4rG67XbFKI0koWUGEBobAPQGPB4ii0UlS/Z9UzncKM5UvndKDMausqZHhO2i27UVGIxzeAWgIjM3FAOyAwhlB5THKtM16zXoZFd0HEj7t0MQk+CqA80mEMWBFsi2iZL4yd8raauKG6mCJ8hwZ6lL0IH+wz6DRxgWGrRODbpVFfaBNrIVGtmApQW49DizyRDkUmXIwVKj7YMRhSYyEUusAoRRKwd6BQqJ76qc7VcZqARW/fgC+f1iR+AHnazyI9f6rAZcyQBcVxxPxW2lW6tiO6r+vP+HmDSXDY8MQNU8YpppPMEDgoFs/zXslAAAIABJREFUMoZExPaZdBqGxkZw8Nc/ht79W5B3bNg6I4DaiHXIBFHsMb6GCsRVUCOZJUGsloJ1A3CU91gBjSsBT/6lm5Ro0TaF7g7wUIWLmuwIirUapsoBOgbSAzB8sm4rCFiAhwg0cFXk3+QJrv7OVfZs4LmtBtmamBXKrjoaGlQtSAhHB2EvjAgMvNqcxj+Er2K7OYiPhoZBIwIGX4XdDqxQRyw8wmRReBpseklqAOMpgvetVnz1/sM+aVmCCTQD823gdesy/uqxX8P7k3347ci9MLvXw4tTJt+GLinJlLKp57XywXmk0+eRc1tiiBXrU8BqmWSKYU0GklWH16ihXa8g/FP/8rrn+Be/8Ccr6cRB+jqliqsd+GtfcuW+S/CFAhoU6EZASzU0yJ4pliuYnV3E0RdfxAvPv4ZK2YJpch9QHoCytXH88+f8wDmR/qv8eHgEl8na00PyvGmBMDI8hJsPHcbmHdsl+CWQgNIqQMLyXF9O7Cn2k2rG6pIQzPWXh3deJ9crbnwE8bjncaUyOMYD8wruW+GmWGXwkB7WYoAbg2OF0FkYRDMfQilfkcNCvemgjSqMRAXpPg3JrhByfXEkMkkYkSQS8S549hRC9Tzi1jISsORaxUPRplSUQWvKToGKn3qlgVq5CddWjCseYMlM02wXtUIZpVoIWx94N7bfej9CXkykwzxIdkIOlupFpAe6lIevgD7K9zIAqLgn8ICopJZJeW4KjFQN74DFGjxTHqwD/1EJwiHooQN1jw1HNombcExN/IHrsxWEjBa+8epfY/zSC/gV8wbseGkaMwtLONasYm59D3K33Yx4z6AC5sgw4krjNhEyYtiz/w70DmyExcaZrBmUw/N5KjCCHzzwEFBlgBprPLKI+VrStPX/5vWqxqXyQpU6ypchB+BdAI7xPqx9fwH7lb9LBQDxkBSEkLBmU0xqVVYplhU/KH0m88ZrWxgffw2ZriT6B8fQbHGs2ytNPtarHXq2OS1MTc6iMnsGrfkzSJiu1EEcD7ScIc5ASwAye0hgJRDE5uCNH1F+yNf78TffeOQa5rnMCzKS/Qasa7soLOYlNDYRCeP86RM49sw/wgnH0AlHEY5GxaOQ771et6A7LaxLp9GXzch91mMxlGtVzBWLiHX1CQDYbjTRaNZRLOcxPTMvWQVUYHV1ZcSblnWvZTsCako4JbvfQdiqb0XzT71P1Rz1FHucnsuUVAszkt7QDP9MoaenR/zvKA2PRXjwV2xwMpq4HsSTlJPXsXXzJqQzGczNzWE5XxKPXgmrEva2so0KxopYUfCsQeayqVLfOV64+zJk1aB0WtdRrZSkZpVd3CeCcJRQ6n7rvt0Y6OnC5YUFnLowjk6LIIIP3vuKBfHF5/7q2QJ0bt53CB/51U+i0WzDNCK4eJG+tCay6SzGxy+iN9eHrp5uWB4JFyroLRlNopNM4qtPfR+vz06Lz6Rnt5RtkjC5/dBN2VDU/VQ1heJ4sCnJ95dwLQzaZYw6RQyF20jGDQyk4zAGh5C++W3IbdiDltuUplCr2oRHogl9OLne+onnJkElnfM2js995vN44emnkcsmhalK4Ew82n02oLI+6IgiQRq8bC+ykS0+3XxNA4MbRjG0foOA1LVWhbs1PD0qtfyFCxewYwfDyPwsDrGYMDExNY3njxzFzNQVLMzNIKxr6B3qx60334Kbb75JlHiL+QosN4Szp45janwc4ZaDiekrUv+LHD5t4La7bkRvN8NVLbR1CxHDExswL0SF4TA6nSaS0WXxv2xJ3apUeqoJo+onBbKyflApBAKBaSlcPL+IV4+dud6pLd//Xz/8LmghT5okA6Pr8Nr4RZw8O45Iuh/LhbLsuTyrsFlGkg3PcNDDssaZsYhYyNAqg82PSCIJz6VNgS1+onwGJAgpiytlUSLvwXVkrvX39qLNIEtK+GMJYevz9Tkfndgw4rEI0lEHW4fC6Il1UFguolCx8eSRY1iqNGWPJFAZ0ulr30GlqsKXaeFARm+j2ZSznWVXZFz0dvegWCiKhN1MMM+DmII6j/IczPktnrH8MBgQ6cGxati9ZRQ7NwygVVyCVa/BMeMYX6xiaq6MTluDbbewd/MItg0k5RxAxqxtpnB8cgmz1Y6sX5zPMa7zJBNQ0k8yVTwjCsF42IW9OItOfgmZeFzsIqImz44aYlHaupEdHhIp/eVSB+NXJ4Xgs3HdANJOCzuTWfR6IVRbdQxsWw+kTeRbNcwvL8pasmnDGAZ6elEpFlEmw3KhjLOTc+jv68fu7RuRTUZFCVGqNVBvWFKzk8zAmqdarWB2MQ9H5PsdIYF193VjsL9PckqYG8NzzpZNw8gXq5iYnsXG4X6EygUM9vaip7dfajWqW9noEFWkMEAZEKZURYpUQ/9uflqDl+tGs2MjnmXIV7+An9VCUVQbisluoUTrjt5e9PX3S53SleuRcdfkmYsraziGXHcfKqUmnnjiezh39pREdRw+fBi7du5Qal42emn7SMVR2JTXZSBdtdqQ+8tVjfUA/80mfbPRxNWrs6hbHhzNxFe+/g84O34R+RLXf8r4GYbIBjfte5RnLIPAJXhMCEwCbsjw6jA8mfNbGKpB6JqqbeX/uQ65Ng7s2IJ7Dt+MlKnhI3/w/76pOf7j+kM/AVbf8GQDxur//NiD0GJZdI1uweCmHXB8tgQnF43r/+CP/m8UKqRTK6CPB4UP//x7sH//Pun4kT1JX9JCuSTFZa1aEyP7pYVlfOVLXxVfCp4t55cWYbcJJtCPlMClYonR2FxtXL6Xn2/MT28gFkW7d+/CJz/1b0R2QhZCf2+f8t9xVGI6N212f6UY70CKPh7Ugg/FfFVJieUKJRvTmF+Yg8MFgoUyuWt+MmnALAheN5ALrbBzhEVD77g2nEYZpcKSbGTZnj5Y/AKZOWEDqbg69ATAKic5u4RMOyVJKM/NoWVJQBgXddtSnlbs+vBwGI0nJdmCi0AAgkoHl9J8v1iU11cIqDAJSJvnBrxcL+HJky9iemke9mIF02cuwW3Y8j3y/nig8D01mRxO/1Ctw05zBOlYQnyTyOAUCMBPa5XDBz/PhcgExm7dhRmniPlyXvy2+voG4bEwaLRRvDwLncCqHYZusQhpo1FvktyDRhbYevcBjM9NY93gEDp2HUanLUUrNz16vVw6fxndvWMIL1RRvjCLEB8Q5UVGGHfccgMG+7uF+VJrMmFQddkzmS4MDQyhOn0R7YVJZHTl2aYZEblfYV1Hud5Ei//Pe1arImGEwNRDLuwEVttaGGbfOvRu2QI31iUbL8FOFvizs7NKkkk7Cbshh1MWJfPzCzh56hTOn3odm7pzOLBpFGg10bdhE+782fcju3ELioW8HBDokxcwyXgYzC8t+6nITKnmJuAo1liY80wdJgMmEp/b+977C9e9NguwuuOwYujE09DS/QgN98L1asDlC3Dpa0vgXA6YyleVUJn06n3mqgTyaARWdehkf/ofKirNJ2uTrUJ/3uwg9EyfvJLGA06rIc0XglA8tIpUn8AqDwcWbQR48KHkUkod33rgWssEdVpTQIpyDeVJlYWlpG3IIUCwHQK3dhVuIgtt3RagUQNK8/BoAyDSawWskrEKrhVGSh1FmALM6yJAJpYACsSVxsraMCpZn4J3zQONAlYFovQPIerWBAxI4bqv3C31DwWs+tCl3GlhDhHkEok+vXD90AnfezXk6TDDEaSibEZFhLEaTQCWE0a+7Ahrd9/bb8ddv/YRaIkYSp4F0xe1i52Hb7ki//YxBWHRrfFXDfimAvfKtfifke9XICiBSZ7jGBrUJKjquqi7bTTZIFM5PGAoVG+6X4A03tqGzyZk8RenHBw6ogR12FAQ+4EAClu9O+ouXZteLd/LR6WxH64gbB6IycAxWsDfYwLfDk9hf3gEH8Qo+uUxSESFFKh89ITfOLNMeuDpcudXnkjwHg0emITF6cGGgYUO8Gr9LD7z2Mfxod4N+K3QWxHuGoEXozzbgS7rpB+YJIdb5Y8r1x9iggjBfwWqirpBXtoHVm0fWLWb8BpVOI0azAf+r+ue41/60n9VU8EH1gKG6hulr2uVIPLeZe6tAqtcb/ghQJek/Uq0O5y2i9dOncf3H3sKF85fVWNBfGP9ItW32+Fex69RrcLn36EcWopTgqsKbM1ls7jt9kPYd+ONMKLUC5AtpAp62b/9RqZipxM4YpNVEyCVibgMYVB+xgxpo4xNlz+B/QGZrlR9EEyNs+npxOBUk6gsG1ietlFatlBpsgB3EIqWkehpoGc4jeyAga4eE4lkBkYsCS1kisRPs5toNxuIty7DdFuIuS2R3rY7OpptDVbDFm9GCS7k55ptSSSnR23HctFp2VSFC0BYLlXkfh968Odx2/0/A72nT9QcHMMdW0M0HMZirQSjK4p4OrFik6T7tjzB8wu8R/msxO7AVzzwQBKAjME+I6Bvuy3MQwFgO23EohFplLF74+mOgDlW2RLftvn2FF58+cs46PXgtqdnMPPqyziqA4t9OSRvvQGxDWPS2OI8Z9uDCifXa8FyXGzaegM2bt4Lh00ukUGrjkzQVOS/2RTnnhYwwIJEeILmik2r2IsBi1aAVD/UiO8/8FoNgOaAhSJ+/H4Nx58P/FsJLPPzgeQ9AHgD4Dmo7/g64hcZjaFYmMPC0jSGRzcikegRcJErEgEz3kfdJUBmoFWv48ql87h67hiSWg3diZAEhEodyyRyHtzpsUqpdttGPBrFTR99c8Dq1x7+5hrGjQ+0iyewmvee7Uk9YTUaiIUNTJw/hZNPfUdUKnVXR4tNpY4rEsyIHsKmoQFs6u9lJ0Bqzk07dsKIRvE3j3wT56YXEY1l0CYzqW2hbtVgWZRNKj86Yb7S1iOVQq3WkLpGqT3WhLYqKcA/uZYF9z54ditMaoa1iDyTwLSqgZSChwffthyqGQ7GphHXiobFuaisSvic2filP6Oy1CJDXo2zoJZXZwy1L5GNxjVD6mGPzD9byCAcK82GakbIdfo7NhV5HEXD3RmYegfJwUFMzC+gkq+sNAbEy9Xfz8X6pWODsO27P/SrOHjoHrQaDq5ensL4hXHs278XV6euClgwMrJR9hszZsqaGI3FRbn1xKlTePzMSbRdCx4JDQxYYd0kFgBKlbIqhlprv+AndPlNwqRhYZ1mYczQcG83waQ6QuvWI3vwfrRiaUTDUQHRms263G8C3jJvJaldNSRZOJhmDF/47Jfwo6efQi4dk/FMT1UGXHG+857Js6RnpvjNK9sJesoq9jYVN2m0DGDP4QPYM7oFrLraXCC9kPjUEljdunWrz6ZWpBiCLXOzS3jhhRcxMT4uwCrtOfbeuF8swMhuZhK6MFbbwLnTL6FaLuMth27HU4//UEK5eF3DG0exffc2VPIL6O5LIZImi62NsN4RKwJd2wTXqyMWnoPX4b7CPYgKQlV1Bq1xlnqiSJCGEZtanEYGzp+dw/lTk9e9f/MHPv3BhxAKE1hljeNicnYOHYZeRrswdXVONd9CIbHGaTRa0hZmsBIbVAL4ShAgFR2WfE2AbD+kj/ODLFCGAXFKBiGH0qwK67L+O5RL+4GO6jnFkUqlEevdqiz2hlLYOBBGbxzILxVRKDXx+oXLOHH6AjoMlEtloGuurHXcE3muplybditV+geLbY9aGyOU/3ueKPZCzKEg8B5kULAhsMbCiExLnh16cykc3L0FujCwlwQ8K7R1nJ5axPRiTfZ8rhHb1vdhYy6GmNvAodtuQt0z8aNz03j6xFk0HE8sAEisiZgxUT5yfNv0x05EYWptLF6+iOLUFOIM3mJTVvYcEhwgZ/WIwUA5E2W7JXVHIpFAKmkiadVxa7oX60JRlOtV1GCjfyvB1TBmCkvI5LqQSaWFgMPXyFeauDg1h6m5JfT29mPHjq0oFZZRqVVRqTexxCBCIyRsSwadDvb1S/O20fZgS2MojFiCgXcW+rrS6E5GkY1FsHlsHVzXwKWpKTlrZTouurJZDA6vF8xFlgQ/BJGMZAXQ0wqJSgNfvUUGeiyKTbfchImpK7h4ZUIavcNDg+jtyqFW4RhsyF5IMJ/e01QepGgJkE7J16Q5akah09vbMPHaq6/j9OlTGBruw/4De5DLdUkNxpA6zix+v4zZNv1xY0JYmrgyJXXmAL15TQW48vfNTk+jVrXQ0aO4MDGNJ4+8AIvWX23aXdBKSJ0fRTEs4epUS64quOR84e9Nyrt31eIqIDYpe0eFS5GN35eO4fDN+7B5dB1+44///E3N8R/XH/oJsPqGJxsAq//jlx6Q5Hs3nMDAxi0Y3bEbtkGZg45KtY4//PSfYClfUh0O5n+bYXzsFz6AbTt2sOcr1G+33ZIOT6negtOy5JAwdfkypicmkIzGpQtXtx189/GnMb1QVgw4ViuUVQniEZjJK8aMAgDVxw03HsDHPvZR8cESg2tJRlXfk05nMDA4IIszJxMBCHZOlBSJRSe74Q5KtYqkTS7Mz6JYzMuG2NvTLQv63MKidMxZ5AQF+VqGiPJ9UUUef6ftUr05j8L0OTQqy5IC3Te8FYncoBSvmVQSuUxWigthOfpyRW5w3T3dyC/n5aAldHUa0HMz8ZPAyVrl7sdFiV3I4BDF1wmkVVwMxTCafmp+oIgw+bml6kzdW8a3fvA9TExNwcqXgaol6ZjsbgojLJCA8mcIsPCQRC+ekIF4NCaLGRdxXkfgsSr3ViTvHXR0F+tu3Ip8qI6Z4pJIjnt7B2AwkbHlYeHcJIySg6RjImQruR39pJhK38pp2HzXPpyfvoKhdSNwrDpCji3G46zYGSYxfmYcPf1jiC43URmfhWcpL5xcLotP/s6vY8smHu5UoSOJpx3K1j0JkChNXMALjz6MpNaRQw29ncSDlodOV8fwjl3i93v+xHGkoqozz877wuIyouke7LvrXiSGhqUTJoA85axBui8bqBLy66JJMASueD5Nz8xgcXIKk6+8jH5TQzYWRrWjYXDvzbjzofcKoB0cSoJAKiny/edOQIJMkOAQwL8pCQoOgcG4e+/PffC612YBVncfVof0ZBeQ6Ic2RBP8CtxLZ4FyWVgQCiBSf9TxwAdWib+wA6hHRfKqWfkVIClApQJ4yo3EoWcHoKV7pfutMTWSgVIMDOF46lgK5KT5INmgDr2MyRIlsKrmPWNPFPi4hq0oT9pnjbpkz3KsKGsRjy1FnpXaHkJOCy49JLr6oPdsRKdSACoL8vtpPSBZUiLNpnyOSZo5ZXtJ4Fekdbw2dXhRoIAPlPlaVMX0I7AYHLd4jwghiUnRNc/G55mvMM4VaK1gWqXxpXSYAKs6EHEdImCj2B88XCpgSUJXRMZiIB0xkDJ5oGECNdAJRbFU7WCpVMPgUDce+k+/iw233IBypwpNQldoxaHAWgn780OnJFTItwhQQVTqI3h/BF3lmvyTxAroKJ0Zddjk0t3yOrA9Dy1drJRF/scfVVYA6mBWE/azB9MDYmQaEVglQ8hvmvG6hJ2ystoHHP1rx4BiwCm5egD1EprlKOFrFxzgm/ZFfDs6i5tD6/GL3igGNJ8pKcYuSpbKHcxwXNiiEw+4w6sAKxmrEgyCDhqejiVNw8uFk/jMP/4m/uX63fi4ezvM1DoFrNKyQZiTvneqcudWHX8ZZxEFrPKa/UJORjHfO7VG3BvI0LAawljtNOsw7v/F657jX/vqn4okMQAq5FAsh5NVj9VgP1t9zgQg1GUFX1N7pi+dZyiCbUnzil5/LPJnZ5bw9JMv4ugLr6JWZXNJ6aQ1TyXAB4oTYawKC189Q2Hw6ZpI2viZHZu34I4734K+kWF4NLljQU1GOZk1prL7WRl//vUJZ10YjZwbPrCgcc3nnFEyX7HkYfiYp6FcqKN6ejsqlRaqZLd4VZixFpJZwFxXRyrDBOk00hn6GMal0UgQienxzQYbTQ6SoRbCnUWE3TJiZD3ofG2gyRTipiPBhs1KG9VSFW6LOh8Tnm4imsyi2XBQXCzAarZRq7agh5PYtHsPDh6+A8P79sB0DVQ7NsKpmEymtqMh4RkoNsrwkiYS3SklOectJpDEBqykLTOoz39O0NCQ56OYfwIgrmGw8t8Bg5n3k/sKvd5oL5I0YrBD9MXWELI8dKoOiskyJiaeQO/Fc7jxeA2NV17DcdTxaiqF9N5d6Nm9Ax0zAr0NRESrqMk6oIXoEe+gt38j9u4/BIQicqC5Zsz5DVoJm/IDnQKLIY5b8S0kOBoOKzYMmZ8+k1oxd5UcV8m9VYBTAMixZgsOZhJC1FIKEd4PshxlzPvzj7WjOkip2jCw0BYbB8oIDVPSo6emLsKym9iyZQucji7AIg+ibIaTQaRLM6AjqcwXz5zC1dMvoj/uoCsdRdNqSj3DdVQFOFIaq4IJD3/sz657fvMHvvr39FjlHFOSRmmICJtbpXCTsldYXkazWpcmdf7qRcy88Bg6ugE3FEUknUEi0wWDrCCqBwjk0U7KcSjCgZlMIZ7MYGJ+CZ/7+iNYrDVU49Bfz7hmBfWnqgVVsBr9A4OGjFKTKhubgJX6T7/Zay3BVp4P97o1VhdBzc39VizyHAfpeBzJREzAGtovsaZTASQEBCkfD6IWPT9gVCl/+CFMPbHXIgCkWJ4EYZkdQdmqyeBI+R6VVxDYJXDSc/fmzMtFQkjEw4j0dGOhUkO1oBKllQWiAoMVmzskdX33ulH8+u/+PpptNntMnDr+igCNDgMom01s2roVdqstoVxZnhliEQFulqpV/MOzT2LBaQmbUJiqVPfJ2ufbDl3jphPs3srJSFQ3ci/VIk/yQDQewZZ2AzeOhbBrz250b72JyyVSbCKSWWhbQjqQswU3B3E4UzUE6zTW5o/8w7fxvW89giRrEB944jzjuUyNA7L02/IeqVKUhgSZ42QKxmKIJxkeBdxxaCdGd25FyYqK7JakCs5bAqvbtm1b2ctYm1GafOXKDF469jImx8dRzC9KIvnA8DBuvuUg9h7YJyBjtUEvyw7On30VxeUlvOO++zF+5iy+99h3hdyxZdcepLLdOPvyS9iwYR1GNq9DyPQQNpg/UEc8uhnF0lWE9HmEQzHJaxVbCxEdrpJ/CBbKmHOVVzRDUJsND1MTBSxcLbyp+f2pd78NXV1pRGIG8pUCWi69VnuwWHJw8fKU2AQ0LUfGKdcc23HEWiFg6ItftqgRaDXBbAZl78E6Mmi0yp4q9m6r80+a+iynJUSYIGtM9oxUKiPjsejERBGyZeMgdoylsGEgg/mZPJ559iiSZFxfuYrZpQLC0QS6ct0SLk35NfNaOBboda38rNvQSd3nZ33PbK4VJAPRWzNiMhDMZ9LyrMubK9em7Ae3bRjB7s3DaOWn4VSXYcS7MF21cGpyDvmqI78vEg1j83AfxrImsmEXt990I5xQFEfPTuJrj/wAZu8wzFhUBe9JcKJiHxuJCCKJOCJ6GGGrA7daQ9tuomnV0GrWlKWMKPp4/gvLeKS1GStqNiH0KJBqN3FXsgfrdBMtq4kSQ5OiPFxGkRnqxaadWzE1OYkrk9MImzE0rDZabQK9MZy9MC7kMa7ni8t5mNEkFvNlLCzz7OJg49AAHrzvXtQqFRw99jI8KgjFR1QX/9p1vTkMD3SjJ5tCLhGF22aYuIVZMmrtNkbHNiDb06tUwFTv0GueqlUBVrmqqZpX6mo+A/mEjtjIOuR6e9Cgf2ulJDY48VhUWOqCPXQ6qBJkrdfFF7unu1vqC66dYoFjsmHTRrGoAv54fqedCms1rsNcL+Ni20gWNhvTVHHmpWHHcXn85ROiXFg/Ogqr1cLy8pKAtulkBolUDt/49vfxvcefQanRhEn5v+eqULa2qhXUWZv4A/M9VjEc7l9BqBttKoK6V80PhSupwxDHB2AamvhSrx/oxq037sN/+ezX39Qc/3H9oZ8Aq294sgGw+ucffQi1ch2GGYOezGDzjTcj1t8nvnAsTP/kv/13LOWL0t0g44C+Ov/qlz6ETRs3cdsU4CI/MwnXrqNZ56Jky2bVqtVQqxTlAGkhhK7BEURzA/jS334HUwt5eLpirKijul+Q+J0rGfj+ZnbroVvwy7/8S1J0U0LDwoOdjVx3tzBN2eGlqT0tAIKCOyikKaFm0NH80pxI74VxSYmZ3VJpiuyQ09jc96Fjt44f9FjiR1DEr70+eptY1XnMjh9D1CC0HEZby2Bk217YroZENIIuGtH7BRqTOdnNU2b0MRSLZWE/cKGTgCJZpBSgxRlNWwMuXMrnSHl/BEWeLBhMPfWBVVGV+kWg46nDxMVLl/ClL38FpXwRMRZ7BHFlMeNrdcQPR3yq/MOFnLB52Ncp21Eptgr8UcBqAPhJij27oFobvbvH0Eh6uJqfh2cY6B8cQjhmIGx5mH39EvSig4wbQZjaW3io1+rokOnTZ2LDW3bj9OQljAyvh23VRbLNBEB65sRjSZx/7Rx6+tcjKlYA8+iIVNPD4MAAPvE7v4bhkUF1iJa1b9U/kMwDVEt48uG/RVRYiipYhmEH1VIJbS2E3OhGJHPdeO3oEWQiYSTTCfT09uDipUk4egw33Pt29G3dLsVLsMgSEJfDrBQplDaSJat8ZDqOJd3x/Ow0Lrx0DHqlgKxpoFR3kB7Zgne89xeBbGr18EGw3X+ecv2BXYRf+EsAmaQnq00/OMzwe++95x3XvTaLx+qe2+W6kSCwOgB9qBeeW0Xn4hmgXKDGVjyofJNVNRYEXFIpn2T96iEWWAY0e1GBjhLCtno57AjSBF7LDUFPdSuZO6X4TH5x69D5Owi02pZ4mHFz1dsqJE6jFYDsZQGwqoAq9RHINv3mywqw6vsn0z6EABILJIthcRa0vmHo6WG0i0tAfV7GAcEdxYGknJ3AqgGYvQK6SwBXuwHNaUAj65WskMAZNzD4WwEeec0+o9K3JeDFyzq45mPl1sgN9AFaNWJX4Dz5t2+qzs8S7BRmhABBWJGpAAAgAElEQVRF0jVQqlUJCAghrMeRiBqI6R1EzA6iyQgajo6F5Tp0LYZb3vcO3P2pj0kgXMVtCRhDIZXix5J14bNUedDy5f5kCgZXxcsU0HXt+/AZpcIaDIKt1sgjfV67gsKF0Qt0p3plfPBrnP4rgK0Pmwe2ARxAqzCpf5tWcrfewFqmtBuuH2ugrsUnH8n9TDk2ym0Dn/PO4++Ny3jI2IkPYD0GNEOgerIuaNIvQKIvY155GjLe1Zvm94Y8zvcOqq6O5ZCG4wvH8Jnv/xY+vv0W/IpzC8ICrDIIxlH3lj6bct3KjFEAS4I2PBSQ1hmMZD7MQC7LQaTMOAGrCY8+UK0GQvd+4Lrn+Ne+9qfKwiIAovwDVMCxUU2CVXCJ38dCWurHNYcs9T0+64wsX4LnrZZ4fQvwb5jClnnx6Ak8+eSPcPXqgjwEKi7kOa4JPgteX8aNv7OZtOzgvh1P4rbbbsGeW25GNJNWHnxcCygNjKvDoRz+hJClxpTYfwiLXEn/BTQmk00agDL4fLYVQT0PVyZmcOWEjlQuhGwf023DSGXjiCWTMncIplD6plNeazNkwUPboFe7h+LUOfRHHAxmKHR3RB2js4Xs6ahZHuotR4BEpt92bF0SY52ajU5bR6XmCNNZAF6rg0RPH0ZGt2LD6HYMD21EIpNDvU/4vBISFSGjw0zIz5otJhwXoGVj4j8uzTax+YHyqpV9m4ei1WR4ATcJjvmgI4HF4OuKsaGaEStgpD/OTTZteaA2DfHnJKAyXjwK89UjuPHEEtwXz+KEU8HZdALYsxt9u3ZBZzCpp8m1MFGahzCCkcRYCTSEI0nsu+F2JFJ9cOif7X8EDcqgqchLWAuGBgFbyvpG1XBkngTBV0Fjm++HXw+CNNcyH4M6hfUPxw/HbcBu5WFMxqOvhGJNGLAiA2aXNKjFrgKIRvgaHqaujCMa0zE8skW89NhYlHqM95uAim9P4zkOpi+ex9XzLyOhVdCV4DOiRYYNEiMJDLBe42+481/99+ue3/yBr/3dw6oh7r+HFXBV1htdGjzFfAH1ckXYxM3lWVx55hEZo5yDiVRSrKA4DsT3U6TqihlKtlurTXlxBL1DG/D4i6/gkaeeRztsynPk72Q4pPIrDvx5lY8i562A3r4/t9h8+cz1tcD6tXvj2h1GfSX43uDvoN5dYY1yubSa6M1lkUnF0WjUUGMojkuQgzWV2n8DH2s+78AWI5gf/H+uHayvlTWO2hC4BtIuQqfHIIOUuE/6wAFrc2U5Qr9wD91cnzQHI7t2otS0Mf46PXmDprDaA1dqtlAMd97/Ttx59ztQJoPd1XDu5Fm5rgsXzmHL9m2IMPwpm8PgwDBibEzHIjDjMTzz4vP4wQvPomPSaoOSHFc1h9kUCCzAVmqkNYWYv6Oq+B/uQTo6ZKoZESASg8HE9FAI6/qyOLhtBHfu2YZclCzDukoZZ4NO1ISq9NIl8EoTIJjemEeeeh7/60tfhKl1xMpNscjJIFZBwmxaMNSGcumEBCWxaUQLBk2YkV7YQEKL4G29cWx64HZMh3slOZxBVJzz58+fE8bqaugex2gY4xcu4fSrpzF16RLyi3NiokSl4P0/db8fiNSWMKR6w8HU1AWxDHjr4TuwPDuLx777qEh+t+7ej0S6BxdOnMC6wV5s3D4GMx4ScKfWqcLUenD+wnGEow0Yekwa3GRLygZDIoQfQss9rNNhLgP3SFUBOZaGQr6F5bmFNzW//+zjH0AiGcXC0hxqraaAqnbHw+XpIpaLVRQrNeRLFdTIIif73ObarhoG4uHsN5xEiUjVRigkc0KRM5SNgQpAVvYnBAuDfYFEGjIzJZTWD8VLJVPIZDJwwvT7jWJstA9b1qcw2BVHpWzju999XM5jZJ2ePH0GtqcjkemVa66Xl+TZ57q6hAWdXy6odZO7KIF7ni/9sCDF/PWQSCaE1BPYwqyQkjyOKyATC2PH2CCyZgeaVYUdTuPychkXFkuoWeRDtJFKJrB94zr89FtuYuoketIJJDLdeOLoSTz61PPoZAcRSSSghVXgbMti809HPBtFiHMDcfQm+pAJUy3K+0SSWAH1RglWs4JatYh6rYw2mZbROEyymUk+a9cwGtXxztw6pFq2WKo02w6WWxXUIx5uve8OpHoyuHjpMuYWC2i0XMwtLGH9yAj27t2N+cW82JqQ5Xtp8gp6+4cQDkexuLSEhBnCYDaFe+44JF63x469JEGYoURaqU7RRjIRQV93GplkTLIeWjUL8XQaM1cuo7qwjLHNWzFfWBZwkngJwVHWCTzrEyTlXkxgm/UdlbKhSETsEorEW2IR9A8MCO7CutlqtuS8JSkcDCyvVARcHRkZWcEoCNwyQJTM2EbDQq3WRCym9kS1P6v1SjVJFVtWml8esDA/v6K6KZTKAtjy+lSTRtkKRmIpzM4t4y8/+0UcO3FaSIHxVFrWIAL7rM0C9Y6yv+ACver5HqijeQ08ywer50rzlTWIHzBBlSbnC9c6hmHv3LIR33362Jua4z+uP/QTYPUNTzYAVj/9wXdIMUagj9Ihk9T0W28V9iWZA1/66t+gWmsouYFNf1Md73zwQQz09CAWAuxiAYXpK7AERG36HQiVOsgEa4sAi5lEzTYwtms/Xhq/gocf+4EsxizODeIicnhb9ZsUUM/vfN/51rcIsMruAyf4QP+AHOgUK4dMxm7lT8lJ6jNVhe3htCXJdHpmGgsLMyuda9LnOfm5uLML0pXtkkWGHywU6LUl0u16E5kMDeVVN48dV/Hb0ek/VcDUhZdQXJxBJJ7ByObdyPQMCYODBUQunVFJsrxCg4UH5QdRFQDgY0a8/Gq5KIu0YiXyfpkCskqnd4U5pyR06qBEP0rVcRRlMwsbAUk9MePmAvnikaN49FuPwmrSp0XKTZFQSkeZXXmRp6lDgpLIKTkVWaGSrsx7QTtRJnr6kqxATiUer14byU39CPUnMLk8BzdsiCl3yKSZrIP5MxNAvoUuxBDp8JCp5CBkRuhDcay/YxdOXjyP9aMbJBCs3agKW4A2Esl4GmdOnsHw6GaE5mqoXZyBXbdhtR309HTjd37749iylSEASsYqTGef3ccDerhj47UXjuC1559DxgxJEUnwqM1QL4QwuHUHtu3ejcce/juE223ZOJqtmhwqKpaHzTcfwoG33S2hZivdK2E2qLHJ8yJrbQKrDBBYmJ1Erbgs9/nSmXO4cvZ17BjbJHJIW4/gp9/zPiTG1svYC/zx+BxYDAULelDE06uLnxeZrb/5CMuo0ZBn98Db35zH6vq9t6twhWgGWmodQkMMg2jAvXQGXjEvXVEJkxLTRAXqBQcaYZwZlHTE4SIM3VlQTCGCEivvgKV+WOY4ugahp3tVYdJkuAk9niippadqS2QtlCQpYJXSaBZ+KqxL/Ud12leBVR+x8YtDnWFRBCNpX8ExK6pqES7DaFgyxrR1I9CjfXBLc/Bqi9B4YPBtDhTESXl2CIj1Qud8k8WiBc2qQ6dPcIdpp4q5J2FWcvLz/eO4vgRS7xVglQDhWsbqGv6lD6xee/Qh64hBO0qiLuCQ+KZ1ZKxynCroNuSHJCgfL+j0GPIQ1jpIxEPI5iIwwlGUKy7sVgQj+0bw4F/+B4yE08ijjrir7hHv0CpbVYGrAuIGaKIPqArk6/87OOyqxq1ab+j3FBQfgXRLvs8Pdwm+1pPqEXBYAagMbVLsY2kA+U20FbzZ92ddAWYV3eZ/swIQ+xJyBMhqesM+JtBxpw42sGrNKD7TeR0/jC7i7tAY3qUPYxci0DseyrpaO+MCyioGgqz5azoEAjbQJVTTUPQ0LGjAC1efxRe//wn87r678BHnJuipAXTitGmxYUgqqwK6Arm/gKpyYF/1yBaU0pcJk+oijFXRELZV86HVRNtqwLjv+lnpX/nK/6NyefyP4HmpA9UqqLraKKInnO8Pt7Y5IgCFAreUgoLsPiV/JjNbNTnoPQiMX7iKxx57FidfOStrI+2BfDvdldAlronSIBUAXXGzuawZroex0REcuvOtWL95IwwW4fIM6KW6Coj4S6C8K2GJiBSZth28BsUioV2Q2g/VeFb2mZqEkOiegXjERMTg+G9BY0BLpwmTQTth+vq1YHi2rB81rff/Y+89o+Q6zzPB54aqWzl37gbQyEQkCJIiRUoMkikq2rJlWbZsazyjkdOud+1d79jHu/tjd8/uzPGcneO1x5LHYyvZkijLli1ZlKhAUaSYARIkMhpohEbnylW34g17nve7t7tJeX6QP3XUEg+A7q7uWzd83/s+7xPQtHYikSsg0b6AbO86ol4fPSeKRo91zwCDoY9Oz0GvS69XrplDxWOTSziE3R7gxmIZnYGG8bEp7L3lIPYfvwNT4zsQqbvoLLeE8dI7Ngon5kHrDpDRUvC0GJzeUIL3yt06EmM5xLOqJiDQMxjy9ykWEhsi1jphIBJPKD8fAoShwiVksYaszhBkZWAlPbsjvB91U86no3Ww3LyJ6gtfwVtersF8+RJOry3iedJl7z6GybvvQiTJwEwFpPBCKhYhPZ+D20KjNJWpz8ewfftBCZ4I7z1hUYUgbzCAEVudYCAcvhfF/FOAXbhXbmVbbZXtb7UX4M+mJDP8OpVHrFtp/ST2RUy4JyjL4+Cxy2BQbTPh+kY2MgnYHCJQVppMEkBYx5X5c5iamhWPup6E8bAuUvdenzWrOxBQiuDD4rUreOXJR2E6dezcPo2kxbDH7gbDkGvx/b/15oDVv3nkK5v1SACuhiCI/AkP9UoVrWpdLJDcdg3nHvsShr2OSNfTcTJxLWGHGXEmQysAWg3wCMI4ok7TokmkRmfxN9/6Lk5duQaNLGgCenQBl3pxE3yReoj7erD2hdebz6P4T4az0det1/8twDUEx3+EtSpBdSYjWmEaHkZG85jaPoHz58+h1QxCyNRKLvuLgM5BDSNA8habCcV8V7kQwpzjs8OdRYaC9CTXZcggfvJShwRzG/ZGzlCA1UjEx8zBg8gUR3HymRNoMqAmsA5QYL8a1E3uPIAPfOhXxGeQntW9oYfzL1/ElcvzeNvb70UylcDE1AQmJqakvqAVB2vYqtvDlx/5Ai6fOw2MkMVaVMCqqJyCB+5HTm44vlRMK7m35fx70BlaGompP2NJ0ZAYRk/e35FDt+Ojt89gzHLQ6vZV3kCw/4qJEME4KlK8gTD7L525jL/+1CfBdFmqBXiCpGYNAohUjTwUxir/C9djMoEF1EmmZQ+/P27g9juOYGHPPiwPeW19AUMuXCCwumcjHJbXiyz9q/PXcf70OVy5cAGVlUUYvof82Dg+/NGPoDBaEtCO6gS73cfc1fMoryzhnfc9gKHdxqf/6r/KOrf7lkNIZUs4/9JJ7Ng+g8PHD8EgG432IzBEfXDu3POIpxnExWkR2WzKWkLAYbmn1XFGYwnpC8uVNfH2NFkjaxaqa8tvCj/589//GJqthgwLUrk8au0uVioNLK420OwM0B86wlZt2z3xNR6Ip7GLeDIuNngJenjTDo52DNIPKaCax6Z6S0XeoVJS2cL0pccIw/V4DngHURpNH2P2sARW86M7hYQwMZ7FzEQcI3kGJen43GcfwdToKKKGh0sXL6HVcxHLjYjHbbtZkfuVwOv42Ahu3rypbM90JrU7pEeqgYasE+xzlTorFiPYp4J8ebwSQij2Fz78QRfFdAz7t40gE9VQcyKYW6titcPnSkOn0UIqYWHnZBH3HN4Dr13FsFVDNJ5Ec2jg0vVlXKx3kMxmQWszerfS7JPXN5amv3IKcNmvpmE6lniG855OGC5iFte8DjS3hXZzHfXauvg5c+DB3r1pV7A7buIjU7MwOfAZ9NAc9LHYqKIwO4G3Pvx2VO0q1tYqWCy3cX2pgsXFJRzavwcTpYyElYnfbIxhdbTk4BAjg1QyI/Wl267jEOskHbh0+QrswQDJUkn2fbkX2efGWY/SbtCB4So1SdduoZTMoG9E8MMTJ2HbLRVkKV6xqmYSawhiMBpBT7Jgo3Ictxw6hKP3PyAhxRxKdNpt6aEZzEybxUgsKqD6Wnld8ATW87R8JJYi1oSBUpR7Jkn2RoTMc9bJDOJSKlZlV6TL7+f6yT63Wq7I/cm/W7EksrmM2vfEJjAhQxBPj+Lb3/s+/unr38YrZy7BsJKwaL3o0U6Pez3vc4WXhIxVruehRdeGGkHqSpLI1CO7dSgmgCyfJzaUQSZFzNCk97q6VH5Tz/iP64t+Aqy+7sqGwOrvfeB+TBSLIoklB8fIFnHf+35aioxqvYpHH/sOukwfNJii1oXdbuE973oYmZiJQb2Cfr0KbeAgaVkoN6rYuXMWzXoNS4sL4inCBTySSsF2NaRHptFydDz1wknZDJeWl+VBZFqfTP6YLBkkGnNawJv9ve99D371X/2yPID0KU3Gk0glU/J99NakcXb4Qdk/H3SyTAialisVYax22nXliSMP31CaE276jUZdLVBkSwTsIqYGEuRtNJoKTAum4XwfBEEKYwVhjjl2C5XyinhT5YrjMklkEZeMx4WxSgaOsnXkphGXBaPf5/tjCJQqSLts8sR/houHasQlFEgYQ8o0PWyawgdfzPkJcJLRSJCEi4Omod1ryYL89a98Dc/98FnxIOx7KtlVSheCROynIgoIENN9AgxsD+kdEzERs2Jqg5Wp7KbXVciI4UkbUMI4lUVqRwnX1pfhWSamduwUj6BhvYPy3AK8NRsFLYmEZkkBIMAqJXHb0ph+6368dOk8ZrfvEuZLr1kXA+5EOoVMKofTL5/BxOQORFc76C9UMGz3BTRm8/Q//0+/g1sO7JH7IsIpPBfEgBk8pAl6RBfm11OPfg3N69dhdGyRl9L3lqbf0wcO4a0PPICvf/kLsNcr0mwxjIoTdi2exOH73omxPXtAoYcU+EEDxsZe/iG1pA+728SgU8OlMyfQra4ilkjD1ZI4/cpp/PIvfwz54igGBNlTKZFGhuApz+mGp8sW/7lwsZdJIqVVgZ0FG0zeo7xeD7/rzQGrOw7fo6RpkRTM3DZgYhSuZ8NYuAC3XgvCm8iGoKdi+JY3PS41FuUGDd9N6IP1wINRTQI3EoBpDmWlYZQmgASTIXV4nSY0j891D363C43MLzLGCY7wtZz4E8GnHYCw51gchEjPlq4skPoqBjWvgwqv4nNDv0+5r/U+InYPDuVGkzOAngGaK9DaZWj9kOURsJJ41HzW4zloVkJS2+lfpvXaAq5qHpnOBHsD37gAgQtZea9lrCq5ncZU3g3IbwvkvBECFwBcBO3YdHCIoUyNpChhWct7N0pfX0lQYmOkixSPFFky6ZNWDH2ng7rdF68l1xzAtBIYDlICfKd3jOLd/9dv4+jsLlS9LtKuAYfgR3CdVHCVMmQPatuNxlEOhWuDmNirwlygrqD4lWI3uCQbQKswORRIGTZyvGtoBRCym3ThgIauChs/QFi/6j1uMlo3vnED7Nu0g5DjFpln+BGcI7JRtSGi4Ho+hOmbaPUMfNq9iGejNdwVHceHtGlsc00MNVeYMQy1CimqyuN1k21JkM3kwE8Dqr6GZc3Ds1cfxxcf+0P8b8ffhY8ObhOfYiduQvOGMDnoClK1xauK95W6mZXxg5gbK6Yqm2KfYBVDr9ggcwNiozHsw+t3hOFtPvyxN1x/fe6z/1Hu1fC6bAIu6myFLMANlls4uKAFRwC8bsqhAkZJUGgS+2XxTsY7f9qQbPPAqmZ5uYxHH/2OBFv1Ol2xCFIAuLqolJzL4C+we5BwBENdx5gVwZGDh3DHHXegND4KLaqC6Bhex31emGKBIQjvEddjAMZQhd5JOBKBca5ZrFjUUELCMAlAkqHJwQkHk3yWHbbNlPIrS4IoUoBJEG+AKHu8eBzeyK243CyIvPPAyBDNa8/D69UlIXm92RfxAyWfAxKMOwPxTyUkwweIz2a73cfKah2dHrB/31EcPno7tu27BXouDccewq10RHlRGB9DNeYKQCTnMZJE1DGgN9toe33Ypo/EWEb8yMnSUEPTwFIxGCaGcnjWP/RZk8I/qJn497BJ4fcRZFTe6Mp/jzc2JdMRUatE0UUPqzfP4PpLT+Btl84i/soazi+v4Gy3ieaBAxh9+B2IZjLCgorR6zViKtBUGuNwO1SMNbtjo1jahmPH7lMBVsHAItz7WIeI92LglapAKCUbVEyqzXonlPJJnUJWd/ARAqohoy18HffN8HuFFUM2rUi+dQWsDsjcVA2arDsbyfVB6JcekbrG0x2RFfo+mYkMhFlCrbwmipxkOrcB0vFGGfS78tyxDut2Okgn4lhbuIFnH38UZn8dB/dsh6UReG0IM4Z1yE/9j28uUfjzX/q7LQoaXaSa6jlXFgPkWTZqVTQqdfhDH/rAxivf/FsM7CbiER2ZpCWASTyRRK6QEA99LkvcT9lUs9nleyiXGzCzk6hHUvj2iZewtLqGXrsDLyA9CKjMmjF4PplmTzskgjmivCLrbUOjsHWcuLmshffFVoA1XLuUh2to5RXuQ5TVk1HrS/p7caKA295yGCvlVVw9sSgNvii/IgpElSGgDI42h4LhmqjYhp70NtLcuw7Spok909OoDhwsrq3A4T0jWxq9nZVlCqFY7tk5iwG7XcwePYKub+DquSuBFYBi+ot1j/hJa3jog7+MW269B3arJfJgWohdOXMa5185hbvuul1Z4Og6KpWKyH67rSoatQ46Y3lEElkM6zbM8SK4u4XAKpU5r1cgvGbDCHzFJa1eliflEyogEtnePMZkEW5Uk+AgZ6DjyOw0HrptFuPpCNIGB1+OrKMccknQjQSRcb/S0Kv38F/+7E9RXllAwlIBc1HpJyDWBurZCux0pNZVahmCquzZSvkReWbet3cnDo4UsDAzjit+XL6HYB+BVVoBkEkXWiqwVmvWWjj5/It45fnn0GW42LCHfYeO4oMf/jkkc2kwpLzR6KDZ6OLqwhzmL8/hpx9+WI7xW//8dcxduoC9B48ISeDsqVPYuXsWBw7dIrYZlmHA1uNAjxe9KWvv8mIDg3YdSa59via5IeJl7QMrq2vSL/C9nzv/qvgnx1NJ2SMbFVplvfGPTzx0GIlkArlSCZ4RxfzNNSwsl1Fp9ISB1wn2YIKQBOnZ8yRTKQE/2ReREU9QjWslbR1IBJIANgGw1OCN9z37T14nrsVkrfJrEpisGRKuzF6NvRJ99iOmgantR8Q3c2q6gGIOKGaYJp/EX3zqb+TZef9Db8fq4k3cXC7j1MUbqNlDsY0gC5F2G9tmppBOxiWjwlYYqewfBP5EWh/I09lvbuxjAfuWrMdQncBeemjXsH28gB2TIyj3fVxaWkfLZ4CXgX6zjSQDhQsJzJbSiGOATn0dTI9PjkxAT6Tx9Jkrck9rlgV6aZlWXK1/sbSEO8uAvB8RLoiPuPQwUYaldivw+xVMjiYxzp8d03H+7EXMr6whmcrA8obY5vTwMxPT4sPecoZY7diwDRd3vvNeJEtJVJoVNO0+rizW8MyJswJW3n54H3IJE4VcAulsTkKsabdRXluHP3SQyZTQbjYQ1zwc3LtTzs96uYL1el2ejySHnUHv2+t30Ol1ZHCYMOJi41Qq5XHvnffgh6+cwRce/bawnWMRDrqBCH1jpTfg0EoNDAiu89IQT3jwp96J42+5A5fn5rC2uCSgar/XRUwYr3GMTY5jdtdOGFZUPGXpdz29bUZsH2WQJbUvcQ4PrZaNiEUAOA7TtGDoyrKIEv143BIyGO/beq2ONtfKXg9t8UZPoFDMy74l6zrDb+NxVNttfPv7T+LcuTnMX1vBwsq6DD0FExmyD1P3e9hP8PdILHBAbAhJWRKWZUY2/N7DQa+AwgEhzZHgbPqvm4iZOoZdG+v15ht/wH+MX/ETYPV1FzcEVv/oQ+9GPBZVKeSJJKL5Edx+3/3QrSjqjRqef+GEmGSL16Skstm448gxGN4QlcUb8Ptd8R9iYNXAsDA1NYVapYLq2poCvRhexDTR8Qm0eg7W6y2cPT8nwF6PzAKRf9FeiHJjH7lcXh6MEydPiU/bB3/mZ/CrH/uVwOOTlP8MJicmZQEQizuCj1IocXNvC0hKMIqsUy4Gwn4YcnKnGkmFjSkfJQnR8lUirZJ66yJJ58SORStNlJUknxIiFc6RzMbhMvxClLyq6ONgQ77P9YRqn8ukVeMcJL5z4qmk3ZuWBwKaSlFLaaKSR4nHaoDm8fikLw+CAfh1Frb8nXwfkpIcJtxRKstGXzfx+b/6PC6duyTgVd/rCxgdj9Bo3kSfviMSEkFAsY+hO1TTKjOGiKarsCRDl+/j7w0Zq2HBy6WYKfcoJpDbN4n59SXGpWJ65y7x3OvXbNTnlzBYamDEzCBBMbLGrChbUk+jO7KYuHMPXr50Hju27xRpVrtclUCIVDaNQraIsy+fQdxMI2X7MGt9ON2++AlxYvW7v/vfYf+BPXKuJHQrAEZ4HsiwZtMoct5+B/OnX8X5EyfhtKqwNANDX8fo3j24553vwDPfexz15RUx3ue9MsLpayaLXceOIc6UTDluTlPVgh5KKRWLmH6dQ1TXFrA4fxpJo49Gx8XQLGJhqYwP/cJHEU0kpQAiUJMw6EtDf1oV/hBK/Hkz8O8E/sUTTu45xW4WBpauJnmhRPJdD705YJVWAGyEfCsNszANvViEy2u4egNebR0+AUUpwtT9tuFnys2RsmgzJkwWkdB31wNz+U15uzT+nAIn0jDz40AyJ8+E121DF4YZvVY70Hpd9XvknHLirsBbMhqlUQt8fqQZCGX7cqXVvwW8E0A1IkF6noRHBcCq34HZ7cKJJ4GZcUaCw6jVgU5V5NaK1Rqg5AoylPNhJNPw6LdK5KTbgt5rA75q5BUnXI5wA4gLj4ZFAy0A1FkQfvkWif+WhXbjpUFIk/ilkq3K5oO+xroUsgmmqMaY2m1iMkNJqi/MI8puuTanEjyuvisAACAASURBVDGUkpYwVRna1+g7WKg3cXmtjbmbbWiRLMZ37sAD/+7juO34QdTYMPqO2F8IoCXcOnUMijmogBEFoiovNXWeg2Y0YJKqqLvw7YegBF+vMnEV0hlcQ7lEPkqZ0Y0TIA05S1Q2nGHWRgAm85tCsHajIwvO6BZsVfGiA3ZZeL7DBo5fYxEn78034Woeoq6Gm4Me/t5fxMloHXcbk/gFbwqj8DGgBHboMYlLvW+R/gchJUHIFb0HHU1H1dOwpGt44uo/4Bvf+ff4D4cfxrv14zBSJXhRAndkLCpFQmi2ILJ2AVYVU1hksQFbVSMIy/ufPr4OLTFcKaDpb+zTi3rownzPG7cC+Nxn/3gDyBZQQRiMqsHfBFmDMjPEtgPpbkg6D4FVNlSKsR7arCiPQr5Mhn1UlygakuzNlWoN33rsGTz/7Ak0Ki0F4koCNGNbuEYrr0kW8uF9JOYAjoepkQLuOLwPe3dNIp6MQiPgRysPCXNT96O6uj4sAqQyGAx+bsB+leGOHLMCTck4DrlbhsHj5rlQ7BQB+3UGl1HYz8EOwLAyjlHW/RzOrXi4uVjGnpEktjHYZGjLQLkz8KTQV3519Oum/QPTgsn6I5A/QLXVg2XlcGD/bThy5A6kMkUZavQMJdylIogJnl7MRGSgw3SHTPkSn7W47UhzVo948FNklRnokQUloSMMWGQDyGZXAWmqVlEAOCV7ijGmQn2UxFJNx8hekmczYDBtNNieKwFj/UEfK61lzD/xNeROvojb5tdwtVvDmXIPtdEkxn76vdCntolHM4+fgLWyFFI3iLCIxauZwyJdWCYc8Nx55/2wkgVp7KmU4fUgqNiljJCJ4QHDVsAwCbXZZE9KOKAMINzAgz6Un6tQOKknw2EBa74QyGEzzuEp9wDXEQYXn+1Bt4dBh5YLBOsNxAmUBTd4eIfxyWDtMPBd+JwDGyY0I4YIA0xMTQKqur0BprdtC+5NKkoMuAOGZ3oY8ue5A1hy/k1hjp566luIdlYxkeHvY0AUbWo8vP8P//pNtVif++KXfwRYledbPPLVsKxNS6K1MryBi6g3wKnHvoB2ZUVYqtlMCplkDIlkCokkj5+DY1ZKirmp9gUy4hzMr9SQnZiBF8/gn77zNK7cXMXs7r3Yd+AQKrUaKutLqNtVNDM13D79Frx64iQa5boaBAZsScWEDd7qBpit/h3uMSFAKJ/bEqIXAu7h5wMDdgH3XG2I2QPbceT2g7ixdB21Sy0M+0MsL64EcLnasXmNOcCU0B+NwF5EZMiSZ+AJ71aGuknfxfHZaTz41tvwnVfn8cKpc/AsLm6sCTwZQPAep1d/OpUSrz3X6WHnwVugRSzJA+A9xvpdbDvo9z9kAEsCP/PRf4PS+CyqDBXrd9Ed9HH59HOYu3BGBkTi3cieROoeF1EGrvgW/EOHoPkWtK4Dr1SQZ0E1DmFY4CbdOtyRX0MO5p4udgyU2DN1hwOaiPQGQy0icnwBgPn8xhOyVkwmfewYSePY3j3Yv21UwBzKih3dE2scDq/ED9NM4ouf+xxOPP0U8lyrZF9WCdz0qA73EVEb8niDECv2RAwLSsbzIH73kXtvx0REx8pYCdd0+i6qsJlz584JsCq2DeyPZGhJ4A949cVTOPfis4h6DAKsYt9d9+DQ0cMwrQgGQ0/UBARWl1au4trVq7jj2DGkYzEsX7uM6toisqNTWG8Ncf70aezYMYN9+/cgRZakrqNNW7p2B5m0gc7AwdpaE2SoWfEI7C49JpsSvEh7pbn5eQF7uKWsNZYRszQkrDjqNRuXz1x9U8/3r9y/F4VSCWNT05hfWMHFq3zGHNgdKrx8AVbFXoXhyNGYMOoLpULgSa76Z0lBp09u0N8pAEkNCNT/VQCf8mUl4aYrf8r+ABPxBBc/gq8dAVX53KTSo8jli9h/YBbbt6eQz8WQzIzi83/9d+iUy/j4Rz6IyuoCBi4wv7iOC3PX0eqp8EGu71yLM5mUAF+15lAxwgUAVgxgWvJslSDxeEOCE1+bSiQCCxMDHpU9wy4mR4ro6HEskjDl0o7GgMM1Xvz9o9g7mUdGd+D12xJoZJCIlSvixnobXXpeRywJ5uxDQ7OnQYuUVIA2B020HoBirIoaxnPQtyvwBuso5S3xFqbn5urNKharFcQzaeQ1H3fE4/ipUgluz0a138XyoI3Jg3swuX8WVbsioKfdcXDmyiJOnJmTICv6wRaTxEtKEv7F/o8DQN6PUU2T+5kWejPjY5iemhRSW6PdRr3ZEBshBmRTXcvnpjtQlk0DnYGZtCvqS4bM8aO34xvPPo9/+uEL0r/Jyic1VNCPiH0K3zd7BKUyI7nqvvsfAHptNJt1jJUKiJH8xn6O+yzJSN2ekIb0mIVUIYe3PfCA1B+NWkX2FqpPlR88Q+l6cLy25N8QyOb9yxpRgaoKd2q3bbSa9KseolFvCLg6MzUBWlJw4CKDOw6PuY4bETz97At44snnsV5t49LVGyjX6oKHSE9CMDQI9VYWJZqs37L+05KOewKHkVGua2rtUv7QYUWg6AFCgEJE9njaA7Fuz6TiuLaw9Kae8R/XF/0EWH3dlQ2B1T/84MNKVhuJYO+xY8iOTyKaTQe+SWQ2DqU55M3HaVfX7iCfTAso0O+0xPtoSODE89C0e8KS4H0tKcGaJg/Hwto65q4tYN/+W9DudDA3fwUvvfSyklhHorj7rruwe/de3Fi4KYtJtVbF6dPnEIka+KVf+iX8/M//vDywnM6NjY6K9EpJdVVJwYKJx7a6tigPJYFg+qQK6BkYGPMBChd8BRqqDSmcZLBYVkCdamiKpRJ63S5spp4GcnBJLCSTLZh+bC0OxR/TdWXyyACr0MdGSfsVQKq8MxmUoaTmbM74efFYDZliAugR7A1YbgGbQ36XTI/V+2aDG8r7ha1BaZqv4c//3z/HysoKugMbrukiVUwhlkkI6MjXsBljU8RJf7tio1tvwyKQyH7fpR8rz5MCLkO208aUXBgxfWg05T40g7n1BRiUYNyyF8N+D8N6F+3ra2hfXcNkooiYqxhIvKYdrw9rNo/R47vwytwF8Vj1TaC+XIE37CNXzGC8OILzJ8/DrbsoGXGYtiPAKlNbKUP4rd/+dUkVDKdLIZuX758eVpQhEcinzy2n7pVyGe3rF3DmhZckIGDbkYPYf/txLF1dwMqNBUlbfObZZ3Hg8BHsPLAfQ4L1nNh6THjuyvtnAm4IbhIol2LW7WNg1zF/8SWsLc0hksggNbJD5NrHbrtb0uK5U0uoDMGtLeydkJkjn/N9rK2tbvwubpKU6REMj9AHiGzjgI30cz/7S294bQ49Vikp9eMpAT7NbBEO2Tnra/Dqa4BdERaY8jPku1MehgJ6UcptWvBpV2FGoXfqEk7AjWeTW6rBpzdxKgMtPQI9lRbQyOu0lYckN61BW4BLDJWkLZTOyx0u48EgOV3Yg6pxEDg1BPwC70oyVTmFZrEtM+6gkYPfhtHpwsuWoM2U4LUHMNf78HpVwGOKapj0EPwuodSl5FghXst9gAxbAVbV9FyYcBsfCupVbFUFU4YfQfhu8M9wUvqaZInNtODA7oBvmeEn/G6mTiaiUZFTc8ihGKvKA46AVCzKxlDHeFLDoZ0T2DVRxGg2CS0ax2qjj2dfuYrHL66jHkvigT/8Hdz+1jvRHvQx1GxENIuBvrC41shZDUzqA7G9gF8BMKmCs5TfmQKnNr9bwNhgPVLnRrXIQoqRe3uTnVRKjwT3ewDAvQZA9eQcClAX9t2hFCeQjIfM2X/pZldH9i98BPeMCkBTa/ryYIC/c5bwjLWGnzW34z2YRJYhGp4u7FUypaW4D+45DhHIVkp6PXR1AzVXx01dxzfm/go/fOov8Kf73oV7rNthJooCKtLGgh52wrTk2RJmpmIwh96gYTAhPRBpgyHs1GEP7rAjzxGbZoNBYz49rAzo7/rQG37GP/vZ/7ABoCrAZBNQVY+IOmfh/iLXL0gTV1/bZK5utUUI2YBqGLSZQL11z+P7rPdsnD97GU8+cQLnz18SVwtKvEI2shoiKGsfCY0hlcpXIX8Hp9M4vjuP6bG0DErJaFXHr87i1oCtTUZuEN4TDNXkvQVjgfCOFewsCFqT9yGBT8prjg0TGU7cJ6QZ9U1cr/VwbqmFsg2MJ2PYM56Bha6w+PpDH8O+8q1TQxE2F0rWWGsM4FlxjMzsxPbpfdg+sQfxVF48fXXDhxmPwicAKAFetEtQ9DfumW5/AK3aRtyy0I3rqEcG4rkYDuBCT1LuPyF4yn1b7Xlq6Mn9nH+GSodwv+bwNTyPZBOHrE+RjIpveh8du4Hl2nX0X3wapa8/jsbiMlYiOhZzaeTvugPFA3sFHBYATtbhzXvo9fcUv8yhcK/r4Najt2Fq9hi63Q76g44ArJlMDv2e8rcP7z3ur6ENAC2QZHkhwNnpyKAkZjC4RFmQsLGiBQvXDtY5MrCOGGIRxPMkafGBjymHsFQxcS216zXEoCNOsJSAQ7DWCPgsqe+KacihuXhLsvGHB8dgMCJtlgwJP52fvywzk507d8L3dLRaHWSyeUkpZnMbssDGxsawvFrGwG7h7A/+AbHOTcyMJGFEOJB28d7f/4s3/HzzBZ/7wiPqeobhGgFjNXw+OBTvtDtYX1lRdl1w8ep3/h6N5XmRw2ZSCRSShoCDZNcpr1rFFFYOUconnNJHplJ7dhd6NInP/+BlJPbejl/5td/C1PZJYUJ5todvzX8Np+wX8XbnbVi6dh2N9SrqlQrK5RU0m1UhHgwDFpFaEzdrWcWifG2ATnhvhSfnNeBqsIbJ7aFRAp7GgaO70aN6o9xHzEzg/KkLwtRVdbpqjKkg4/Azovko5NKokelItjxJBtGIhLLMWBG88+AM9u3I4qUVH9/54TlU3Ca0aEoN1Gn1wiZcgCYFR7DOp4RcGm/W9ANHiBUc2nGdjFLxYFnYuWe/YqCtV4ShRuBh2GvCk6RqJ7B4Uvcv3xuPc8hh8ewtcMk6JghQmpAANFUHbf147b/lfG39ssyE1fmQfZoAA0EJDshlceWiTJseDhE4JGZqYxS5RAJ7J9M4MD2C+/bvBPwWx1ownL4CWRHB5SuX8ZX/8pdw2hVoBgNidSXZhockAceI8r2lb7943dLmK2oim8oinSjCSuj42XsOI15ro7pnL9ZiWXgMZOr3cfr0aRw4cEDWBamT+Vy6QLNdxdrNKnrLF5F0h1gsVzF2570BAUaX/A8GV7U6rNkdYQEXswWxwOhVl7Bw4VVYuTHU3ASWby5gcrSEyfERyQKhvLgFC067LteAXtprlYoccy6ZQaVZFw/MsUJJGJYX5y+jNJZDtmTCyNAWq4d+o4tauYcXvnv+TT3fv/bwbZjZsQOZQgHPv3QaF64siUVML5DzEygLg/+y6Swy6RTMeARWjHtDTAA52n6ISpIzxI1wv63PnWKthgNL+i93ex10O11hrIfnnP2d6jnUHrJtaha3HTuIyZkENNNBOjuOx7/xBK6fPYPf+Ve/iHRcQ2mkgIgZQ7/joN5tYeB4aLZaaPVtLK818fRzr+D6Sp1m4aIyG/YGco9rsQRMKypgH4Ex2qAJCSTohzmkoId7IhmHGWGd5CNqmmg5EbgknnD9FqCPyhQXeUvH/sk0RuKasPUpC+e+kE2lYFo5NHtt2YcNd4h6f4CrdRO1QTawc+JQmH61irghAkWf7O0avGEZhXwU0YhSwyxcWxEg0Iv4yPsu/vWBwzhsGRLSvGI3YU2PYPTwbrS1IRp2A/3eAPXGAC+fn8ON1TKKuTzG8xkkDQ179++Rc02QkftTKhZDjPdz10azzYEuxPqBex/vQxJ7pkolZDNJRHiuaKNB2TvPK493AHRcAtcmMukRPHdjCXOrVSFSeXCCQEWFqHJNcjWG4vFZJUOfhB4NY6MjKLjAtt07kMsmEBn24do2dIs6WGDQG2KlWsNqvYFbjh7Bez/wAeSLOVTXV2WPoEI3ErEkzJAAK8F1Jc33BR/iM8eliVaN169fw82bS/J3Bq9xjc1mMiglTXTtHrod+qUrW7NIzEJxfFru+8cefxI/fOElLKyWsVIuy7CM1TzVuUOeNOa2aLp404LBhpGo4AMxLSL3kjwnUgeqYcPWvWejouQgSlSHxGw62LlrG06duvCmnvEf1xf9BFh93ZUNgdXf/chPY3R0HHo0it0HDyKZL6DN6VjQaIs8nBOLXh/Xrl1FuVxGLBHDnp27kCUAS/+qcCIWsptEvqc8WvlaAoj1Zlsx2cgcGgzx8qunUSerdDDE297+NkxOTkrBurCwgNOnz+DFF19CJpvCxz72Mbz//e9HPBEX2jinnwky0wLZGzeBarUsQOFw2BNJWgiICvOPDE/CxJyiiZdHV5iIZKWKL03g7SXeZRJepXhaZLOScs+fG0rQVCGqTMPDDwE5+b6E3k6JRhKZDMEl1bCqoKqAwBo0uSGQKhJLH3Ke+DOEGRnIKSXhNACOQ7CADZpIKYLCNExhla9T6tHu4ZN/8mdYZ4Ke1kdp1zhKuyeQ25GX6W+j1UYuX4IZZXruAM2r67h28SoGtQ76VRsWm/vAn4oFMc9B2KhL8UspyrAPPxNF9tA0rtVWJVVxz+FDYu7ttfqwb5RRubCAmeSIGNWzWe/aXbTdLuK7iigdm8XJC2exbWo7zEQE5YVVOP0uSmMFjBdGcPGVi2gvNDGRzMHq+ui1bfGeoZToN36TjLyjG9LBsICQRo+hDZ2OhDjQd0aSlEWKOsTl0+dkYm5k0zApnSFpLYCDzpw5g8mpGeRGRjDUAHvQQ9ZKSHHGY8/mchsAJ9mkZAwmE3HEYwba9VUsL1yRQDDdSiOdH8PMNlocKEYRGa4hsBqexw3JY1D8KJBY3Z8CYoiZN2WTKjyGEk4Cg7/4C7/2htdmAVaP3COFtWclA2A1L5Ntv1qGV1+H1qkKk1QJ5XmjEnRSMn8CAS4ZX/GEDF6MXgcun2mydjfaJbI/48JYRbYALZEScNTvkaXaU8y8fksmoODGKbWeer38uoCpKr6bgRR9K7Aagj8qEIi2H3wln+kAlBVcrwvN7kErTECbKsCtdqCXbfj9GjnW8vyrj01g1dcT0JNpaAxZIJPQrgO91gbo+6PAKkm2avDC/+R5UHzWLXDfa4HVjWGJAG9BaIfI9cL5qJoSK7heaX4d8T9ikUcwQJ0rVgCxqIeZ0Ry2FxLYlo3iyI4xHNk1g0Q0g6vrDr5y5Ro6734It77tIVQGNQX/ahEpvizdlyk4iw5hJQTXOg4gRTAROnhmeRxO8BakjRTPVcV4UPym4Cxu6eLC0L3wPRWz5IYGzCTiF2yyAq9aAVXlZ22agoYtYmhHsLGuvq6X3BqO9N9+EAJ/P0CYq9f7Lj6ln8dctI6f0w7g3VoRdJmzXN7XZAupe15ScT0GfRiIuX30aIPj6rihAX//6p/g9EtfwicPvA936EegxfLSWPv0bOUwjteJV0/+rkBDtW4HwXqURfM/CdTrwRkw6ZlSvKGcG0OLImLGocMC7n/fG37GCayGgOqG3H8LA0yuS/Bv9aea2G9+bhPoEIbtlu/dZNkr5uPr9yOxqyFob0bRsrv43nd/gO8/8TTWVurCihT7HIdDIlM1TfT75brn+eKrva0Qw/HdJRzbM4FMOi4J8wocDNnTATAcLBZhAEf4LAugGihOiLfJ0yINUcB05NpKv/BgXVX2Oj4cSQRWnq2ub2Kl6eJSpYd630ACPkaTOrIxTdY6BpVw2GjqUcRjKWE02T1HQjByxWnsP3IME9tneWkRQxxRMyF1Du/nWJJyxqgKPvEYcjIQAJ0gh9Xpw+t00M1ZsBMazCQHas7GEG/rvsvrICETgVWMEqpoknAceqzyPfPvUsdYyqtO7u2AxcphmiSXe4DdrWFteQHNYR3pfhuLX/1nXH/8SQzHi8jcfgwTt98Gl4M0Jwj23AKEhbWI+jNQ1QTSv1azg23bduD2u98tYGN/QMUQG62krHJkvIZ7XchYFYayeOpFYDc7pBQjGYuLTQMZQ3GHK6Aa0hDAYkgnl1Cp6wKrEsd30R8OYDBkg422Q+aPiYFtIxtPCDFAmH8Buzz0MA8ZdvzxBIG4PkmunOYr0JaD8lRSVC3nzp/F1OSU1GiPP/4k7rnv7ZibmxNfQPrOnXr5FI4cPYq5ixflGlyfO4/q1Zfw1n0j2D5REKD2Pb/3n9/w880XfPZvv/QaYJUgs7o/1Hnhe+11OlhbXpE6nev9+Se+jrWrZwVYTcQt5JOmAKvJdCzw6VXAtZJNKjmo49CP3kW3UoOeymAtM4pD7/0w/PiogAyFXBEv3ngB3zn7DTy4/yG8ZeweeT/9gQ2fYS/DNlaXr+Ezn/oULp0+t+GFvwHEB0OvTammOh1bhz7h94brlgQhBgAhU71jCROl8RwtgtWw1zNw6ewcfK7pVHzJ2haFTmaW5yAT83Hs0AG8cmEOtfYA8VhCauG+M8CubApvmclhesREtjiCp08t4/m5y1i2CeRT6s5am/9XzzNPtwC2BP2jZLcxulat+WQu80vsKzgQpeyaxxMOY0RFQLA+CIQVRl8g16a6iR7h9D4eWBm4vGcdE/74tmD/D5IXQ5A5WN+24q1bz5t4gwZjcvFwD7U1VhJgqrgki0fl/HHorhsWtGhCcgOi8JFPxvHz7ziOt04m4Q089FwFtmlUe2gOXvnqP+L8S8/AMU2sMFTJUeFEBJ3iQb/IuiFuRRFnboNpSP0+WZpEMpfF/cf2we53sZ4toEV2hU9fbFv8Ordv3y7gi4S80irHbmHuyjkMtAyi9g20luah5Saw++53otNuCcPRiFjigV1r2YjHNQHaMqk0EqaOdmUJc6dPwkjk0fZiYplRzKSRiCk1XSqbApIFuO2mKKxcmFivVsSqaTRfRN1uwe52kCdxgFYA5TVk8jnki2mYae6XNgbduvScj3359Jt6vv/dx94ttgNr1SZeOnsJy+t16JEkPIYM0jeSABWtX+LsO5T6kP6qFi0JPL7frrCgrUgEcYuXOCJgNf9HggZ7XDIgu30V7CM1mGkKaarVailwdcNmQoUgE+yjDd54aRy33XYIO/eMYHr7KCK0Cfnat1Gev4L/4/f/e0yOZGSI2LX7iBNc9Yawuz207Dq67hCNDvAPX/0OvvHky9Do85xMwCJbeujCHnD/DYtJ1hjBUF+Y+FSPWrJnMEyQ7EMGZ3NP7jHElhJyrtVkYru+DJQScHDLeAqTWQuDdk2YzKwZSFrI5gvoOUPxQ0/oOhp9DwvNCFYHOfiaGjLJAEOsoGTyLEDksFcGnBoKeQumobziV25W0ey2Mei3cTSbxSeO34FCt42VdhW9mIEddxxGK+Kh3u+g224LrrFcsfHKhctwNQNjpVEkTA3o2Thy5KDgDOxVEzFLhoq0Vex5LrpDR0KvllbWpIfjL4/HLBzcuROjxQK6raaAo6wPWGf0GMzd7wvLXtdpeVDCydUOqj1DPI8Jw7aba2JnEo/xmatLv0nQucHgzV4P2YQOw+1g/2gKMzu2I8UhJcMbaQcZMWWf7fS6qDRb8CJRTG7fhsnpSdx2/DZMTUyKApMDR1rs8ZmWuiRiolQqYXx8XO5hKoGvXbuGy5cvY3FxUYay3EdZJ0mOjOdiJGogZsWltiRQK8Cx66FBm4BYCqWJGXz10W/jiR8+B4dWJPRp0tRQh9/r+g5i9LrOFdC2G1hptBBJJGUoLvcZawEWhz9ih6X4OlyvaZGo7OmodOhjz95deO75l97UM/7j+qKfAKuvu7IhsPrIZz4ldHumzdOMmWmLlL4JnTrw2VSyaA/nz51Dl4FDzgA7duzA+PiE0O0pHZAimwkAwSREFcyKrSehKGyyAnN5PmzpdFqM269dvy5FuPKL4tSni0e+8mU898wJRCwDH//4x/G+974vmHQkJFyJGwGL2VqtCrvdVpIyy0KlsqZke5zYyFRf+RgNGSKgKriNpFxJrpPpC6eBrrxemiDx2OBiTbN8xUzj4hM2lSqNUdkGhMxJCfno9yQpdqw0gUKhIO+JU1guRCx8RSIZeKZyKiSMVEEg1KSbDaLI+QJJkbBWJdWRw2V1HHx9w1aLKRersPgUuaERw81rN/An/+k/oef1kZkpIr9rHHrGRKoUR75Q4lAPvT6nXzrW6DHqOqgslTGodNC8WUFqQB9NBfaEaBHfJ4uX8P2yGHTjGrIHZ7DQLguwuu+2W1GvrMFtdDFYaWHl9BVMxArIW2ryb9sd2MMO4ntHUDq6Ay+efRXT09ukqFm5tohBx8boRAlj+RLmXp1D80YdY/EMkkMDfbsjPi0stn7zN/8t7n7rnRvnYpPZoMAMFrPra2ty/DyVBKwZRpCOJyU5suPQR02D5ngoFcncdNCo1YWVSgB9IGwYDXmRIAzkXgntENS5Vub1IyNjwgBW0lQX3Z6NWqOJiclppLOU2gc+Uypj9jVgRdjMiawxkO2E95GkOIvkUd1vCjBWAP0D973nDa/NAqwevUeAX99KQsuOIpIrKGuMagVeowy9U1PAaljg/AiwSj/SuEz8TE6ayaAgUCRHoysGRDROjwzo+QJ8CXlzYVAS1O0x6Qt+vwm/Z9OkUUmjxbMrmKwHLEMBVoOfqmDGMAgiNFrX4etWIFinn2WIaHJxIeO0D6M0A20kB2e9Ab1qw3fqdG4OGKsht1QxLOmjhHgaRiKtWNrtmgJWNWUF8CPAKh/XQD4ZRiiFcUyhJG8TYlXNjArNCluckNm56V8bwI8BI0VROXWdEnMCxyqhWDGISZRPiNSUnnnJqI/xjIED20o4MDOK2ybH4aYTOL3/AHpH344bZgfRviEMnwilkLoPS9dgiZzbhR0AaBnTRMEwkddNxMiCC6xSVBMZ2AZIk0aJrLr9Nt+Ful4KjA8nasAIPVblG3n/KllmsPgqAJJFvYQOhczVLTzUTWLkoirAcQAAIABJREFUxr2u7out4PVrH4NN8Fr1jwK+CbNIHdONoYO/8S5jMdrC+7ALD/oFFDjbJiCnuXAExNPlmMiCiHkDdHQDFVfDoubi88/937h5+Zv45L7341YcBOJ5Ifz49MlkpSsMh4C/qzT0Sk4fAqxcU7hnDLrw+gT7B/DIciJ1kUxOMqgiCegcGtz10Bt+xkNgdSsgGu4L4Q/j1yRIKrAJUIcZgqvq+oSDR653Eq4XKCUUc1JdOLHQCQDWMBRG+TU6IsmkLO/M2Uv45jcfx8XTV+UJUMNCJdWnj5fc1awFXB+5mIn9kxncsXcct8xOwIwRwAwZbiELWNkqhO9JINeAjMUahf9x/xblR6CUUb7b6j2FjETlb60gf/q3c/8lc4yMq7Lt4Wqtj2oHSEVjiJPN7Ntg4rtYwpE2Rc9ix0C2OIFt+w+I/c2OXfsQT2fQpdSxTD80C6lIXOTYZIKRSSkscFJk+TuHDkzPgNUbitS2ZjmwswaS2ZSwOdnA84PnP9x31PlXAE3oJcq9UK6lGRUVDxvhkBEiQZ5UXQShD+pZUKE3ZOvY3TaWV6+hsbIEPWoiYmloLt7Ei1/6IsxiCZOHboFPyXgihbgZVUB3EJgUns+wCQ8BMgr0WTvVa00kkxk8+PAvSKMuDT0tAihvpEdhMFSXGivwQQv3cL7fZo2hOHFkYml4VBHARYrBQRJUqixhQvYxN3gOwkUZxNpKB7rDPhzfw0CnZDYKpzdAPGoiZtCLT/lGcp8LvcFlXSWrJaizpB4MPAB5jF1pUj0JiFlauonz589jeXkZ165dF/B2anoa169fl6CWGzduiO8hGcg3ri2IdcDF0y+goDXw4PE9GM8n8YE/+Ms3/HzzBZ/5my/+i4xV5frAIYUhic3rK6vid8wc0fnnv4eF8yelrrWsCArJCFLpDPJFet2p5Pew5hZGtEEwht6MHoatNto9B97oDGbvfhD+2EGkvCSefeUpfHPhn/Deuz+EO7a9FXbTVnscU5OjZAhX8cjnP4sffPdRDDhI3dwWAua8UqJsZTxvrlGqXlfrpxriyBiUwAGHII6HfIFBPTE4LlVpXeRGi6iuU6pL6yoG9rCOUbsFPeNHMxYeuOugBCJ9+ov/jEqbzGRDgAE/omEqYuDte7j25FHMppEuzWC5bePMpXVcXbqGgVdGvWUiaSVQSMWk+S83u5hfqaLGwLkIgV0OICmtJwtUWQfoAwUG80iYBUBgSNZLN2CaS4BWIJXXdTA3QcAz+lMy1DOahJsbg75jF7x6K/Rm2QhcVAWB2mvk54Qbc7BDh/WJqh9VwJ98Dx8j5gWQQELGMoNnhL1N0CYidZ7IyHQDh3em8L88eBwRqv/giDVCwojC9drQL1xG9fJJdDUdJ69cweXlNXSGXItpGUILI6psKJ2OIWFZSERJhrGwc9sOTEztxK7ZGVzqNlBxVW0cZoSStEPgRYYmMnTUYXaauHb9PK5XNRi1CzBba9DGd6O4+6jU4imqJ82ohIPVGi34fg8du400rakYCtZrobqyANNKo9EFauV1xQqMRQWsIwkmkh+TrAQGuVIV1ZQeciBDGbLfCAIXMzmxZmrYbeRGRuE4Puavn8PoaBL5Am0ROvjqZ599U8/3f/5fP4GXz1zA2cvX0OwMJeiJewptLrj+k6mXoRVBVPmPKwsV5WnO+oo7LEHsTCqJYtJELpcLiB0qKKhWraHc6KDdGaJpt5UlHPtO8bZVwUGi9CQRIvC9FvCWoWSOh4MH9+DXf+NXsGv3FBLJLJ781neQ8hzcfWQf7PoqHIaZGVHEdEt0Xq12C0O/j1anjXJjgBdOXMSXv/cyOu4QqWxW7glCBbTH6A0HohigAkSUGAxZI5GLzHsB1NTwjsou+rXyvXLP5ipOW58h+wcjKiAqug0cnMxgezGBQbuJXsCA5A1GFqQRt+D0OB1x0eT1qzIsLiXnQZiJQWg29wSxc+Ie0F6B7rdQzHP4TQKVh8a6jXKniZjTxU/v34d3TEzAq1fQTRkY2TuLQdLAereFLkHgdgftZg/zy3XMX7+JbK4gjFDD5deamJoYxe7duyTkm5Jz1kcsXliLZvJ51Js2FhYXUa01BA8ZKRYxms/K+eh12oKtkJnJZ75Hq6O+unc9zUR0dD+eutzAleUBcskSIoaGOP2VI0NoelesABGdQKowhYFDu4UWkn4dw8YirM5lzExNo8j7jhMFqq2cvliCNNo2FtfWMDO7E9t27RJ1yo7ZHdi+fVaIbwwi69gt8d/udDtIZTISMs5nfWlxEfNXFUGPA2gSl9LprChSSZgjtkOcSWvW5XOxKBUGtKFU61K720a52oQRzyCeK+Br33oMc9cXUK01hXHM7smlMMgdYnuhgA/c/wAi6OGxp57FtbUyjDjZs4qIJs5dgQI49F7dGFjKsFjZDZIUQELdrl078NzzJ9/UM/7j+qKfAKuvu7IhsPrVf/hSEISkNmkCngSoVNIlU+NUIjAXnZsLCyKx5w4/PTmDeCoVeI/SL0UBIPxQ4QKqmVP+nJpMZwlguVxIKYWXEAxLGmz6jCr2A4ujAb70yCN45ocvIpfP4rd/+7dw7733ivyfMmlOhG0uKJqSa3Nz5XQilUihWisLpbzZ5EOm3jA3IPr/8Bh4dGKETzlf0BATaJAFnXRzAR7I/KDsimxSNUGhp45MAcUCQDUpIdAaFoEu/cfgo9VQm8zU5DSy2YzIG/u9PvqBYTiLWPrL8hyIR2rAKlGFFn+yAmO2soPCIoyfswcd1SQTzJaEdvqtOpJs/+xzz+Efv/XPyE8WkRkvoOnZiKQiiGejsnjliiXYXYrddCyvraFfb6LTaKNbaaO1UIXV9pFwVRIsN2ReD56XUGLI4xDvtKiH1L5JrPQb0BIR7LvtKFr1KrrlJsyGg4VTFzFqpFFK5OS9kCXcHthI7htD8dbteOHVU5ia3o5sIYPlq4vothoYmyhhtDCCuVcvoXWtjolUHomhhj7ZrmwWIlF84hO/hvvuu3ej8H79YiUNX6B2CYt3l9fdcSXZU6ZzbPSDxk7qTJHX0etWNbBhejnPddjIhqByWAFyCMH/sXEkA5BMafpo7dy1R6ZqLLrEI0+K1nAoptiNYcPLQoJDAU4BQ8BdeUsFQFrgH+oytAU+3vHA+9/w2hwCq0z2hJWEnykgmisoGWylDL9egd59HbAaWgHwwD1dPOcUYzUKg88aN+MgnVYgMT5oZgI+E19LRfiUszpD6Aysoq9e3xFgVROPJAIMAVMwYFWIvF4K/014UrWLG8hp4PlIKSjZ8wT5TWl4lcSfjV0ffncIvTQLP5eCX2lAbxBYbYgfrmKshsyNkC0Zg2+loMezinnaqQE8TihGegisqudQMaJVOnroPKqe1VD2/Vr4L/xdWy0ItkKSAUggjdEGD1Q1hGTJBO89PCf8fBRReKRsGZawECLwkI1HMJWPYduogb3bxjAyswP9ow9h9dZ9WNeYgs4hEdmqBFZ1CeDg27GDNSypmchTKmWYYAwOl2/lm8iQIRWqpUq2oGEMWHBB66rWemF8Br6tUMBq0B9vSkAVX035u7IQ5L8CZlh4UyuwQ/1L+sEA2A17xteJHYNvDBbNANgU4JbyTKmWeL0kBxoXnQH+wb+Bit7FO82duBcZ5H2CqJ7YAkgYT3CNLW+ANkNFXGBJd/GX3/8jtJafwZ/veh8O4yD8RF6ABBgssnVoQYhe0NMGPyc4agJ5IvkfAAKqdgWsk9pZQtt08erTzQQ0MgzueOcbfsY/85l//xpp7cb5fI3HqtqLQ69oeWY2WK1qiCN7W+DdGX7fVqXG6xn34X41HLjCTOz2uyIDJVOi0bTxzJMv4qmnn0O5XFe+mgwx4UBQ7FEUa5X3wUTWwm2zI7hlxwi2T2cRo3wew020wKeFzaa1Rqhw5TFzPed6K6CpMFeVQkQBf0q2K76wG9/D/ZKsVkP5Y0ot4qHW9bHe19DxGRKXQqNSRrOxijiHZ66Ppt1CIT+On3ro/Th6+73IjIygR494hmUxACMSRatpw+sNUYokECHvi2u/BGip50klq/vw7B7M/hAtbYBewUIym5QhXctuSx3G6xJaBW3uP+FzoauGM6oA1XgyLX/n94Wy+hBMIXit7kJlQcTrz/3q5tJV8SG0GFSixyTwwo/psBeuY2lpWVnDG6b8fEqmuT9F2NgEwDx/pgLV1c+V6+BzX42IVxq3r3e+5xcFmOXvI2uFtSQ91Vhfcd/ja8JgktDOh0BovdqBP2RKsSXMJMuiaogeomo9YjvN4Q8Z5rJvRE0Z/lMyxTuECh4BVy0F7HDVIQsnHiWz11RDPsGkyKRWbBUB+QO2Ic+dhHoGNSxXjwZDQdMqnfjcubNYWlrA/PwVnHrlFUxPz8i9NTU1iZWVVfE+pBXUyvJNkRKfO38ONy6fx/HdY3jozv341f/z82/4+eYLPv35LyiCQmDxQFBZWQPIUygeuGQqra2swm625DlbOvM85k/9EFGLjHgD2aSFRDqN0QJltRG0mm2pbXnvUJVGJidpoL6hwe0N0Gl0MPAjSE/vRuneD+PKqxfwyNc/i5/79d/A0b3H0XEBRlpySBuNAJfOvoIvfe4zOPfyy+KHGkYPbig6QuuOAAxU6/ymFzQZ/zLED/IGwvpXDYUYTc+gM3r0MXCE/o2uBE/arSYcCfdR3sKs5SaKPrZPz+COQwexZ8eY2I998nPfwGpTgfAEB8ism45H8Z5ju3Bk3yhy2W2IJXxEY7xrknCcG8gVW7i+PAaDXHRTHWvfNXF+fglf/e7TuLDaEM8/w4hKxoTjDdEbdqG5rBPUGit73obNmFKvhcOqcMAgtSlZnzENGmW3DN+85SgwPgl9uaqUflJ3BQMGhThv1EwbkpnQcoq1Cu9pAV9Df2slFyFzmqnoPgFW1oV8rjlcYCMWT4gFhB9NYLRg4H948Dh2xiHMQ0r7TVeDZgzgXZyDdvUk3IiJa5UKLi4t49ryOroidNTEEiCbTgvgHzV0pBNJpNNJHNyzH7O7DiFdGsGLjSqq9hARg761im0fqgc3eyoPeq+FmwuXMbfYhbtyFmm3g3Y0D604KXtKJp0RSwLdtESC7ruSPoRkIilKSnfYhdPvCGBarrbhDBjiE5FAGsrMY1yXkgUMmjUJ0eV5sPt9UZZkYnEMfRe1ZgOTI7wPNPFxThSymL96Da+++KL0YeNToxgbK+KFp94c6PKnf/QJPPb4U7h0fQUO6zsrLuC/Q2CQiqMYg+dU/8t1ksMbk3UagalkXLxirUgUoyMjmCpkpM9WQ6y+/EcQa73Vhd13xC6h2emJbV+bakyxxmG4oRqCsadWNtQa4pGIsNzHJ4v48Ic/gAcfoP1CFItzFxEfdGHSbm5Ab+3A6sbRsdq0RYnKzI1sMYvF5QpOn5nHy9dbOHvlCjyTTMQYErR/gS9MQ0rd+wOCvQZ0AmkW++2oBAcRIOPzn00lJWyMNiNet4MBMQSGUJtR9OmVTgyh08D+sQxmRzNwuzZ6HGKzV/McWGYC0RQl6gkBMZuujovrQGeYkH1JlfmqF5TME37C6aHbXoWJDrIM7hJPdw3lclO8ZCeiOv71fW/B/mJSPHr1YgZ6Oo41u4qO76Btd9Fr0pbQxYXra6iUq2KNOD5SRJy2CMx2IJYyPQUrTmamBUPICCR6JRCJxtFud2VgKXYPLlUUA/HD5flNpeJI0SfZIWPXQU985D04fRs91kRjO7HUS2H+xhBrKy1RI/DeIaCox3Rs270PkcJheb8R3UVSbyONOtz2MnprF5CNJ5FPkxw1gNNvIsoBs+ei0+1hrVbD+MQkpmamRcGZy+eEmUuco1gqIpvLyDPPzBwrERcmK9XItCnk8817NJ1R92oipuxp7HYHa+vruHrlCjqrSxIuZUViwlzV6A1NklabDPI+lutNJHMjeP7UqxJoxbqiWq6h3qVtCa1bfBRiURyYmsZ9dx5A19XxlW99F6udvvLQdrmfql4jzD5RyhmFdylcSOEzYpPhONi1aydeOHHiTe3hP64v+gmw+rorGwKrf//3X5YiSLxIhflIs3DFqiJgxwk4gxAoQSByL5uf58rN1usPVSohGS4Bn0CKVgmGMpDJZGWxdiiJDrxTWGBTJs8HlA+YeGYFqaOcPLI4/+IjX8KLz51CsZjHH/zhH+DQwUNy85OlygeBkn4W+zRXlmOXsCVXgawEtlgICGDLnZ5pwYMtDFMFnComSwi4qNZHGjB5mDg0Uo0JFzQyFjj5l2IvCMt4vc9qkIWHuUvXMDd3TXzFCvkcbtm3B9GYhdWVVVlceL4y2YwkOpr0AWGxTK8TMRVXvm8CZG8tOgPEgZ8bsOkM0AcBiintpQzOMPDVbz+K5U4VjmXA8QZwul2kUgmkSsrDLlssyuZF2VJ/6GDl8g20W020ai30y2345R6SblQKOGHQBgEaIbtEPOq4CesDWLtGUfU7QCKCXUcPoW+30FypIjUwcOPkBRSQwEgyL2ANza6b/TYyByZROLoNz516CZNT21AYyWNpfgHteg2j40VMjo5j7pU5NOarmMkUYQ2AbttGL2gmP/axj+IdD96nisagQVINvkJkQoAylEJJgx2U+PzasM90aXXNxeqAoEZQjMoiGgSckQkUNpL8GRtes2QW835iQ89ACg4NOAwQ0NyTpEROYZ2hK82O3C6s7oKP8GcpFpcuAwAeC43JQz9X3sM8X6x/B5wSsiiwInjfez7yhtfm0AqAm5IWT8FL52GmssK0dZhgSmC1V38NY5VzbAKGUo57BjwazMeT8CMx6IN20JAyeEGdc5G4G3H48QzM8RKQsqTR0WwbjMkm4IlhW0mhKdVjSAitBujfGjAYZe0IroOcLQ4Y2DWGZMcQfGWCbJBk6mnkSTF9moWTDa3vwhjfCzeVUMBquw1/2JDk8BCADTmSctx+BF6UVgAZ9Uz3GtB7TQXqBMDq5nCDBxB4km0AvoqRugmsbsrb1YViY6WeoxAofY1T/5aruQmg8pNRheNuAPLqG4XHFzAyKY8xxIM1IoysRExDJh/DgVQau/Ydh/GRD6K/bwKNQU+C4VisEehXTGCVcsz1nlcgphtISGGlQBICfsL41ujLSiuNgLEqoWPhsWzxyFOZm/Iasj4JrPI16hoGSxX3Fb4zHjP9E6kI0HwMNE/4xPL+BHBV/6nfrRLkBcYWj8XwZtg8cWp4ErAZBZTefNYIzFOsCb8H1zNx0enjH/VruBpx8UFM4rCWxXZEYHLAxW+Tm4Jg6xAt3cC642FZd/Bn3/w9eI2X8Wfb34fD2iEgVVAscoP7VwCsBudo4wilOFaMdDakGgcwTGUfdGVoJWxQAR80aXANg6BGBNqdb5yx+ulP/z8bDLDwzIQARbiHqOd0E8TYCqxyfQmB1XAtDNf7rRYDoeR8KzNWDSrDIZMj7ASur0otYuLUmfN49NHHcfH8VbGkiAe+bfScFem15yMR0SVwYtd4Ckd3jWF0LA+DbGAORAj0kyy6xRZHMWZDn3HlV85jEI9zYa0qZiotAbgmi0wwTAPn38lwhYH+0BX/TFq7tAY+Gq6OtmOg2/VQKVMK6kiASc9uY8eew/jor/4b3H7322D3PHQkzIrSSsqfmW5LNrmBDov9no98JI0oTAx6XQFSYvGEMGq6/QGa6AKWAS0TQyyXFgCxQRkqi3pDBRaGMvmQYay82VXAQuiNSWYX3xsZqmxOWFeETGP+UmEl8r1SMRMAo/NX5nDq5NOIp0yMjZRgelGRPPoJE3ECo40Gqmur4h9HRmBEvEtV8NOmz6tiw4Yccgn29LgOqxqm2+njrre/H1NTM5JQTd85/izuYWxaQ8azSFGHw43j5OC80+oLu0f3IuLnyKALR+8rOwNy+MlcIoNWfIFZn7B+Un6+8u9IBI12Cy7ljAZ9Avk71P3B92CJd7WiOxPMkmRq8fVTiiyxWJIgVBWoyD/rfbJwU/L+eB2WlhfwjW98DZcuvYRCIStDLiqUGs2G/Mk1yNRMtFptnDl3HstLi2iu3sD9d92K/+8L337Dezhf8Nef+9vXAKvcA2XNpBes78EyTJHC0gqgWW/IWl6bP4vLLz1J3EzOUSoeQSyZxkQhhVQ6Ld6fNxYWJBQ0ny8iGY8jmSFUqgZfA5ve5Bpcw4K57TY4I7OwchMozU7BZF3txxDzBzI0+sETj+Grf/e3uH71srISIkBLVUDQqIZhRLzeYWDz5noUsBa3MFlDhj3vOT67HIAIuMi8BzWrlrWVTK0De3fh0C17YDK4xXHkOTg820YyXoSBnNxvF67ewJ9++lG0XRIqdEQSMfTJaErF8PCtO3H80DRi2TwskjnhwdLI8l1FJDJErVHibEzCCqUO1GNwNQvPvTqPzzz6FMoDB8lCSVjq7DcGZFqLpJkKND637EX4e2lNxePeDLGVsYc4ACmfX4+WUk4Pg9I0tAN3SC1gNhtSc3u0bwoCrwJqr9pgN6eYwb0V2A5xPxcFXMBf5YWVfU58NOCTWEJwNbCy8TggpIdznAPnhIAlb903iV86OC4SedlZ6ffI81AtQz/xLaxXKrCpYKL1xVoZ5YYtA6tkPIFiIS9ekdwH08kk8rkc9u3ag5mZvdCzebywVsdqvQff6Ipv8cZwb0stz3Np6YDdaeDcpVVk/Aa666vo6ARDc8q7mufMiCBiEdjWENEGAtypYGJal3H/Z3YE+5ChWBVEhVgT3Eiaj8ZQR0xzkSBD04XIjdkrlDIZSTxfLa9hemxC9iwVBBvDiROncP3CJQyHXaTyKcQTESxff3PBNn/6v/8mnj95FqfOzaNi92Uox4EF2c7ZXFYGClwDCYqlEwnkM2kU0pSNuyil4wI4ci0rlUYwOTIqzx2VlVx3aRPQbDXR7A3R7A5QbbbR7lOi38darY5Wp6fsVdiSe76sWyTC8MP0fKQzCdxx12342Q++H3fefhjRiI7q1Tn01lZgOLTJo5zfhdMnVjDAq9dXsbq0itGREsbHyDBPoFpr4+lXruPpl19CiyoQcWUxxFPccXX0BhyI0R/WQm5sHPmxcRgkXQkzlTJxE6V8Du6gj/lLlxDttmT95mNpxsiS1dChbU+nhdlCErsncuKjytBBrh+iLNQs+CIvT0it2XI1LLQtdDtkI6r3TpsPenkSqOfw3HM6sJsrMGAjlSAhh8+0iWqrg16nh+PTo/j4z9yHsdEYhq0hmr0e6nYT/WFPgrnJmGXZt7rWwNUbZQH1k9EYSvkMUknuRj7aPea42JiZ3Yax8ZKAwGR3dzp9lNdr8BwflmmJPQ7XP7vTgmNykKkjkY4L8C15HrQaggsxdaNSU/ewbJpIju3CXbc/hE7LwQ++/ywuXLwJz0hibPs+JPMTaPlFRNBAXK+hEOui31rB/KUzqC8tYzxXxMG9+4T01O3WYAw7SJlUaZJhr1jzvI4E2znw4h5O5SffOxU7sURcbDOKpYIa4MVUkLP8aUXl7/z+SrmG1ZUVGU7WqnWpPyLDLtJUzsQSiEZj0g/Snsdu1FFv2ai0eqh1B1hYr2C92cT2mSl4/T6u31jDWssG+8OsFUUuGsHbb53FocPH8cTzL+N7J16mR5PKyaCl3ZYMm7DGlcEd97jgg5+nLcfu3bvx4skX39Qe/uP6op8Aq6+7shvA6lf+TooVQgRk2EmBKgnJCvDsdNryb25SnHTzJqPsnSxMMQOOxcVKQKXAcaJD6f1ANn1+nsV2yB6UyehwgH6ni7W1FZm+zezaIcFCzSZlHD4ajRY++RefwsK1VezaNYs//o9/jJHSiDBRObFjYcKHUczgOfERFiUXsL6CPFgc675iHkg4FZfdEARS3i3ceGy7LaAIGxR+bLKlgmJEPJYUM5V+MyErRgEeBGADe4DghfT5EpNpx8TM1E6cPXsB9QaP2cT3v/99rK2tSyPBYpFAGieqY6N5SfybnZ3FxISyEODxsGgc0FqAAGfAFhZGDneAqJLzhpIqCY5g+JDn4pN/+9fopSPoR0ndd1G7fANOvQsryibMRTQRF383yuYYujDQKEnl76LfmwO33IHedhHVVApx2JBvSrdUQdtFD9HZEpp6H17C/P/Ze+8wS867TPStOqdOVZ0cO4fJowmSRpJtoWTZsmzLcpCNwWCTMReWBcx9Fniey8IS7mXZy14WvMsuwdhcDAYbR2E5yEmSZQXb8iiOJsfuno4n51PnVNV93t9X1d0a7y6M9j+u+3laM5qZ7j6nqr7v+/3e3xuw49pDGDFFcKWKrGvi4tETyPu2AKvi/doboOG0kD00jfx1c3jymaOYnJpFYSyP5XOLaFQrKE3kMT81q6wAzlcwGc/CGmoCrJKxygP6J378PbgrAFa3gwbSQIo8Xd3bTX9DaOj12uI5x7fDqT/BbLKDup0BEsk06JtK828+ywShLSbcM/5BWDlbTCkFhkYEtB+6jjBUKc0hG5YT93ZvgLGxMVgJS7HWxJBfJdKH12/TCkKaQwXEEYTgVDk00BbWjMNGgqwMZTvB1/jmN/3QVe/Nm+FVLMySaXjxDCLxpDwrbrUCNGv/Q2BV7Nv8KLyIJcAqKNEZNORrKaMOw2A47fS1OHwriehUEVrKxqjfA1od+J0+0GcqWge6S8ZqEPwmUlvuF8qXTNrmTWBVIXICrAotSfnICavVp4G+auzpcUmIRIKEHILDERhT+zGKWwKsau0m/GEdmgA/0hkFsGLgceozqCwJWBn1/Z0mNFoW+IohTNnPdwOrAvep/SJgyyqGeQCqhv4EtDpQO9O2n/lSEb3yctoCAkPOLm3nZd2FbNzNiCVOjgk4jhCjARgvixFDTLcRpXdhDCjaWZSmYzjynu9H6Y1vwtqopZiBJKkI+Bd4RxFIUJW0YrPxegaDBWFCaARCdWlc+Ulws0+GZchYlXAh9doFiKWXta/J1xTSJZFryaAqePdMHY1p9HGNIOZrSGgU57gZ4InTAAAgAElEQVTowQUt9flaWOzGCbqCqag6KIpiKEuUeAcB3yuA1a1rt5UEr5DcrdfFhs1yY3B1F52Ij+O+i8+Pzsp1uNMYx6uQQVa51wQgvy7AalOLYH3k4rI+xJ989hcR7Z7An8zei8ORa6El88LIUmbUyp5C4UyBLFMZ4wI+vVU9+CMfGlmqA4ZXkeHOwQJr4aF4RhKA1CMcGJjQb37jVa/xv/qr33+JtDYEVbcDodubVuWvuv3HbIVXSZpzAMCG3ycER8LrvX0vIxhFqSSLfytmy5nhOGSKdNDqt5HMFrGwWMXf/90n8dxTLyJj0WaAd5YgPOsLJne7GMvEcHC2gD25GPbsnUc8wQs0FLapAHEhA0vO463ASSX/DxirQQq1WAAwSdlj+rAaVjLEQpG9VNCDo0VFOkp/eO7J3ZEm0sB6z0V3oAs42GrWEPGHeOWRI/i3v/OHmJjficX1mgxcI64nCeFaVMOw10e704Vh2zA8Hc5qHdG+JyAWmYLiN63r0sAynVabsmHYbO6jssLL/Rbcbh9x+kWytgrkmGq/U0wugjPhfRDPxiDESiwlmcIbgKth0FVoBSBfx4bctsXL7AufvR+VxdM4dMMhjM3MIEW2Ps+5COu2GMx4TJrCpcsLaFYrcBgGQ1pHUFdtD8ria1CvbSTAqrK1iUrYxP5rb8f+/QdBNnOv1xerHJ5h/BoFJoXqpIE0V6rGYuOqoVZpCkPQ0OgxqEGLMdiEyb1DRM2oMHukvhwOkRE/yyg8Ds6pgDIMCRsdJtRzzOeHYZ0cVJI5yxArcchm8xyEior3rxR14b7BRHkOpj0ZfHomVVxpYQqr96/j3PnTuHTheWmA2xzgBTUgm8chhwvOEGY6D/q3L5w9hbX1dZw6v4jT5xaven3zCz704Y9srkuxhdoWXsVzmAAWrY7WVlaUx3xER+fyOZw9+oj4hBKAJkPKTKRRTJoiy7TtBJ5//jlcurgIhm6VSgVkUnHkqbLyVbhVvd+CbhmwYlPIv/Ie2NfdDne1hoHRR9Ttw+u38Ln778enPv4PSGeySOXysFIZmMIs4xBb7S2se+lZzxqemPBLhjMBW57gY1hvh8+HgGYa6yNHWPGs5YWYyjXlenj1/hn86Lt/AJl4BL7bFxYf97esfQqVGkW1UxjCxJnL63j/hz6DpsMwVV3sX6JWDJlRH6+/bgfe8rqbhLVtRdKIemTVDxBLbMDpU32TDvoDnnM6YoaFXneIcsPF5799Co+fPY0RrZCGZPqyZle1W4R+jFTVCAnFVAzvTQWfslzgWiDww/dEf0S9yxArD+1Dh6FNHIBe4/C+Hkya1Xkt3iRCDtiyAtj+UIk/JIfAnOgEwaCyp3PfDAeIQXiVRv/8IEfBZS1Eua3lQbM4bE5ifDqFX3lFCZO2jY4E/xCcisLv9TD68t9g4cJFWYszO+bRdn00yKqjmCMSRT6bQZrJ4Z4H26BiLo1SYQzjY3Pw0lk8c7mGy/U+huZAhtyhvUiYQSDgOndIZp9qLhYWN2DrA6RMS5iyOhRLWyS90RickY9KvYlSnqAJ6xNFnlF+cD6q1boMdsbztOpSyimx0oxEcHGjgZwVQ8Li/hTBRr0uyetzE+MinV9avozZyWkkLVt8OiudFo69eByNlTV0Wi3YmaT8vMsLF1/W+v6jX//fsLLRwsNPPoelMslCrD0JAieF+cd9lr69uVQKU2Ml7JydwVjWEmATgy50n4zMmCgkc+nxIFzNQ6fTQr1eQ7fXRo9nIs+4Vg/17gD1Th9L6xVUGw102Cv7GmIxE81mWwhAXI+ZGEHLAeZ2zOA3/92v4+abrsdw0MTy8efhNypwaakBDwPPRb/dx+rKOr509CS6zT4O7N2LWNTD5GRRSETPHLuELz3+ONbbXbEMYr3Js9uh37kfQzybxfiOHaK6ijAQUHppReTp9TrCzOVQ7RhDr6uryKZTyvYvogsjsktCS7eD6aSJPVME9ckupqe9K/sfwWP26NR6ZU0LraGLXnRSbAWIFTgcbFCRpkUx8Hz0+/SK7aLdWEPcHGEsn5a9g/eiOnAwqLfxlpuuw72vO4iGW8ag5mDQJu7hotdpS45Fb+Ch70Vw4dIazp1bQcIw5DMVp5rChTPso+UMxe9z155dGJssiULDisVQqdUxGLgYz4+BY0ZvMITDYEGOhZMMcopiEEjzbcMSxjLJVI2BI7W4E3Fx0Wthauc+/NyP/TR2ze5Cu6PhhRdX8a3nFvHkMwsot+j+MYmsWUMmsoqIX8azzz2FY8dPie9sOmIjY6Vx4NBBHDq0D2lDQ1prIeIy1I4YSkf1p9GIfJJ8xk/6wZJFzDOUHRBbaiqhS6WS2FSwlw9rifWNMk6fOoNarSbPIJUkVDDHtCESVFFIvaeoPp1+T0hY9WYXa7U2Lq2VUe876DAgM27i4J5d8FwT337uRazXqrANDUUynUcN3HHzzdLvfexLX0FPgHNDMJJQicX9ZvsAkGcNwWvuGSSysJen/eUzz33PY/Ul542/1SW/rM3vX9oXhcDqX//1B6XQUYbVygtUIIEgxS1karIA5QbEqTCnDWEhy+RCFhzCXgmYS9JWb7KVgvCTGB/OAfxRD8vnXkBkyBRGF5qdxeT8QRjZcZnwbKxX8IE/+yDW1srYf2A/3v9H/0mA0l63I5NHsgMVe0AVzyLHJrOUXjRRlXxIEDL8oJRalK/0eOPf8/8Dlk7IdpJjWOQ6KvmTgUMycZek56BhDkBWHnrK52uLJSmNKyVqERPf/OZTWFpcQaEwBmfgoFAoYOXyokxsFhcXsLFRDmwWCPr10Gw25KXygCewOjszgxl+zk5KwcuNiNdbiiMC0zx0NQVGSGkmUjamMLbxf/3JH6G4d1agmcF6HZeOHkd0SLdGFbCi2AQa+pQbacoQnNBfxDSFdaP7EZCwx0JIWGfb2KBS7AZWAD0MEZnKoZ0AvJSOa+jt6PRQW1pF3s7gzHdeQLFrYCxeUAy5bh81p4XUjbMYOzCHJ779HUxMz2ByxzTOHj+NQbmG4lhGfFfPPXcW9XNlTNEKwI+gKxNUys1iePePvAv3vvkeYRqFHnTS0BHMp69ukJob3hsp1gJwWgpqKXjVM8PnhBM2BcQq2YxqUm2ZXIbFfSjLFIlaIA8Q9muwPvg8kKGqLCNsuYd8dvj1fKZCY6ztTYMAUmJ/oUKu2BDz+9HUO2xiBWAVhodaj294/ZuvegsisLrz2juAZApePCkAKaUwlOd7jXWg31AyfTaqIwVAEtBTd57NJ/1004Cdh7gjOn343lD8yyRSRLz/uE4ScMkgmM4hktDgNxz49T50twu/25G0UgiTgwsxBDhfsj0ryE6eOSUeVEuYTX0QrsHfRy3FGJDK2YcWIdtuiEh/pMJW5uZFAhypNsVvaTTsQB8xqmn7h3qOhS0YodeYCoDRuLdR1uRxWKN2s60PAr1MNFUJ8Dqfj01rge9mUoZfp8BRuaOBQ+CVtzB8bwEuJ9SrALhVFMot8X0Q7GWbhvimCluVa9bV0RWQivuXDS0RxSve/Sbc/OPvwgZ3C2cgP51hQTTx59R9IEWtAkMJpgnDQfZE2Ymk6aC3PgsL/ioBIoEtgMhyQ19c2VgVw1TdKQ15WgEE8lr1t8qOwKAVrzRLGnJkDALoMtFUGmvlrWlrOmyf/47ssggMvr7NgySwyJAWBvLaxdLjJSDh1vVVgL2HiKuAFIYGNL0haqM+/h4r0qzdYkzgNj+NPAGxCKf+TDHuogsT646Pi9E+PvCX70U8W8UfjL0We6IHkKAnL/+tDPD4ptmMhfdKvd9NQzuR17M78KDRBoMyaJc/h+cHGZkMwOKFNhGJ0WP16n2U/+wvfneTUR8Wh7JnBMx8tSfy2VADSEkG5gCA4IIMKUI2q9Kc8M/COiBkjnGtOCPKwZzNM6vZqKPdbKHfVh7l9McaGx/HWGlc9rOu10erVZdzj/5Xn/rHL+Lo06dlYJHQDZgwMSQKGiVDuo89k+OYSxuYKKUxP52HbdIHkteIUmA1GmWQQDhgVENHRXkPwdVQ8k9JeJ8N24g+n0pqyP2XXuYjz1R2Np4Dh/JaPQLHBdo9F2YyI36n5Uodl9cauPX2e/Brv/pbAoSur6ygyybaNOHqivlqaJSTEhiHeMXR41GnBN33JbSF11HJfreuK5sO7us8+9mYhHWMBKjJsDhgzAf7Pt+bHjU2fVT592xMwiEdr3X4/dm8CBtEgioILHqIJSzUGxV84VOfwgtPPy32O5OTOcztnEdxfFZk/wSAlHCI9kzKbqm8sYrLiwvodxnopx5pqTnowWeTJZtSNlEEKALpPJ8XBmROz+/EkVfcCdcz4TtD9NoNldJrWFITiZWJoWwBeH34jAjz0oxj6Hhot7pweEZxrYwS8qxaJoFcDvyHAlyxVqOCSYLkOMQg+31En8Au0oWsvBdeY/GcpX+opLi7EojDwSVfuzDqAkdrTzMwohR9xBCbKOr9IYamg3yyEAS3eVI3UCFBVtfJ44+j16HiRH2EqhaCvMPRQIgCZE+urKxh8dICzp+7gC9/4+XJCP/irz8EQ4tJ8AZtcDRDg0crEp0sXgNRUu69ITbWV1BZq8JwgUF9Ccee/Bps3VFArADkPjJxA3E7iVxpHIaVxmNPPoVypYa5qTGkknEYcXoOGuhzrZATp+uo9gfYWGtibNcu3PfT/wb9QQTLZ5/E4pc/iqdOnMN614Gdzihf+z59iVkTUYaryADKE5I1rEpsDskWYW3D5yZcJ6FSKPS8k7Ae7t+i6BqKbz5rPZ4nv3HfK7Fjns8OE8IpcSVPXMPU7BJqNRsjdw6O76PcbuLTXz6Kp04sImab6HVYB+uIRYeYzyTxw2+6Ebum8khZOlLJCibmz2I4yGLtwkE4bgGu1oLvmlKTDGnr1W7DcXv41vkGPvnUOXiWLRY+Phm1g7awnuUkDawNZBAc+sYGDCnZv4iVEpqSM3kIzYnA8ZPADdfBo/y10RX22dbxEtYDityhfDu2eqFN1ZWAiUEIT8CyZN3EzkUGsmGtxdfJwbhhwzdVLSTIN++VmYadyOBt107i1VOGBJDGfBsDnbLvCLSNC1h58ik4rTWUSrZ42Tv6ECZVQDCQTGaQpIe9sMrVWZ22M8gUphEbn8Pz61UsNtvQeX6SfOEMEDG5F9Mn1xMGXuiFHD4nBKtU4BfPT6WM5HNDcHgw9LC6uoHZiZzqdiRglaAdLTgtLK8sI2aYmCgWN5lqtKLj2fjsyXPydYVcWkIoLy+voVmt4dDhwwLePvfMM9i/d5/U9p/7/Odp4IyNahWL504LsJvJ5OV5XFy4cGWB98/6/1uu3Y/ucIg+zyvPk2ENK6V8IS/kJLLCS+kE5ktZHNozi7nxMRk8d9t1ATd5jYURaNvI5meE8MF+rN1tobq2KiFfDJlkdd8b+WgNXHSGvjD9FpbXcLnWFkCc4OyoN1IJ7b6LeMKWMDNbG+Hdb38T3nzXrdD8Hpwu+wbW80MZBHb6LsrNAZ47fhYPP3sa0YglnqZWTINtRWGbNiZmxnH69Dl8++gLiMYzGGgxNIYjxHNF5MYmkC+OIUoPVJ7noiaMIRmPS19MD2L+HEWI6qB6+SJiQwd+o4lhow4rGYej+WIRGMMQ1+yYQsrwhcHIM5/XcsCedcTnzBVbtHTchjUaoOUP5HywoiYsIy7Pikd7Ng5fpX5w5JxhWBh/drlcERJXPBbB7pkJ7JgqImmQiMAag/XdCK1GE86AnbqBVtfF8ZMXsLRSlb9XNlWeAOWieo0YmJiagGHq2LFrFraUkyMYiSQsw0JtvYw6SVkOA+QiyGayEgSnRxkKRWIDwxx5throtwjmOnDMKNbcAXoacN+9b8Ubbn81sskkrHgKhp1Cb6Dh9NkFPP7ki/jqE4uIelWMZTxcunAcTz11FJ7PoMMECoWU9NorK00cOPwq3HHX3bCiHoaOj56bBtkcVDGm9TpMNCUw0Ij5MGMOYpERTOJKOusLDnC4zDnkdsR7lltX3LRgkSUeqIyUQZran9hTC2GKQGuQR9Jut9CsNVBp97FYbePkpSW4moZ43ITljnDtrmlcc+0efO7L38Cl5aa8h3zaQMbvYu++fWiPdHzukaPogbYzipymeiyqclQdJ0NiEtXohx2JSZ9F9q2njWBaOpYWVv5Za/r/L//oe4zVK+50CKz+2Z/9SQACbbFVxPCc0waClbGYgKks2lnYrK+vY4zmy+LzRGmXClZgEblR2ZCDm2CgJAzTH4Y2ATzU2azzASUj4twxuJ0KzIgnU4T8+C6M79gn08BzZy/iQx/4K9TrLYxPjON3f/e3kKVkjgE7ZMsFBQN/FRl84K+k2IUK5CALRiT1sm58KdRVyiCbDbGqDjw0wpAgxfoQ5hx7PYO+VLQdUGDPdkyezbBAq0GhFF5WphuysPv0p+7HP3z0k+KREkoWc5mkSK5YPAjgRqmrYciGHU7lmc5IFq2k4lH+EItIA0UbgvGJCUxPTQlIW5oYQyqTQjyZVNYIvA8RHRfOX8Af/ul/wdzhvZJ82VhcQ2+tLiAQiycWKkznZCNKjxmJbGGRx99FeRAPpNlIxhOwYwHrMgBWQ5BRgNWhgw4cRCey6KR0uKkIDhw4iP6wj+rCMsbTRZx66jmkGhom7YJ8f7c3QNVpIXPTHKau3SXAaq5YwuTOGVw4cQa9clUkoFMzc7jw/Fk0zpTFYzWpGwKsMryK4MgPv+cH8fZ33Cf39iX3Ru3GmwxT/h2vJxknnP4xXIWFfZjCGjIpLCtkVAfSsoAN2eko6whVGCvJKn+fzqQCpmYQRiAhKSFYwQ0+LqCCAlaDcILACiB8vXxeZM2E8GXgmyaS1s1AK9WIsDEMAdzXvubqZcIKWL0TSCTgJROAGVfeRf0hQBuNfhMgU/NKYDVIyNTJFIpnAEvifuANO8pflaxOSVRk08+DMwk3kQMIrNoa3GoPaJKh2oXW74g/jQT48GuF0fdSMFIBquHndmCVqE8IPpJ2SWCVJuaKhQCdRbYDvTeCH7MQmZ2TQkqvNoBeEy6ZsizEN/c+gWcCoIBsQ/qMBcbo/lA8j3R3C1gNn3sBRl82sKrel/rJV35sAavyugTTDBir8r4DXzS1WmVizvAq24wgZVlIxZOgzSAHJa2ugcbQhptJ4Ib33ovXvPONWBRrEcr41PNLJpOwP9lsGBHxLSSWS7kvgWIWUSwyxMswYLKqx9cXpqkAqAKsqsGZeFgKe1X5FvL1ppPFwCCBz7lKrhbsUIBV5clq8WeRVM/hQRjywck2wT5+Br6tQlbm9+XXSeiMkqlaDOQSsTBgbo9G3nZ5henPn+3Tb0mNCwjNEsg96XbxDXcVZWOEu7Vx3OylkdOiGAne2EUbJlY8H2f8Gj745z+HyfEBfi9/G3ZErxGZowCr5MyI16oKEdx6xAJ1hHh7Ecxhk0gwlV05ffIoMeO+MVChadxjYnFECazecvU+yn/657/zkqn7ph82z6cgpCxs7FUSdeiPqWTQBM9D/9UYnwmxplF+h/zg+cpGjwEYlUpZZFr0hu51lB/bgCE3AVsxEU+iVKLf3AQmpicQT5iiKuFu1+wO8KWvPYonHn8aXtdBOqZAXY+2CZ4PO2JgV8lCMRvHRCmJfNpCwgrCJANJq2KjBkNFWv6EJC75vQq4keGvWPqo55N+1/TE5lMqclAyTRn241BhQsarJlJEBnp4moZkOoPxyXm88uY78Krvew2MWBLtjZqcj3zoY3FLzlxRrHRc5S9qRuVTMyKSiMwH1o4ZQfq68mbndeV+QjkbrykbttBTUOosspICeXx4Vsh5QCCTXnIBiMDhXQis8u9DiX7ox8o6xjANYZrzDClXN/Dggw/gxDNPo5BIwiezxIpgbHwCs/O7Ja3XZ2AfgQqeSxFdgFVuDGQurSwvgiC6vKbAX5W1nkXf+RhPBe5LUbn2/JWJ3Jl0HkduuROaSU99F10yP11dmlOyatTQUQEnyoOfrCEPNgEqCZNSPuUcxI/6KrxIDb1lpKKGqqLUoXJJQyJpC1PQ9Rxhxpo2PWcJYDvio8gthICcN3IEsKWVA6WkPI/E359DWY/DBx0jYwDH55qwEImO4HRbYmfV7XVU3RSwiHWfbKjBZh0iwCDvV8Cw4trhvaIdwsULF7C4sIT/96P/+LL6rQ998IMq7d7gM2LA42C478j7jCZTGNGOx/NQXbmM5cVlGLqBUbeCpx7+IqK+khYTYOJg2ekzoEdDJGYjnkpjaXkNG5V6cAbI9gSHahvuUYGShEM4Xc4lB4fv+hFY6Rl0T38V6f5lXNhoYLXdlwZXtupAtSGjxIAFFD6bvNfKlzgcHiqCguxPQe3D50LJRW3pF6hqU0FoymtR1FyBpcDbXzGOvdNxFBNpyc90fQNWsosD+4+jXjPRrO5Gp5lBpdXGixfX8KVvnsNqRwVNMaQsOuxj1gZu3jOB+95axPzOEdLZZSQs7hVprC3MYHn5MDydrOwhhn1P7vmg05ZwoaOXanjwxRVAlHkOhn3F5KU38XZCRgiyigWaqP/UPqVsABQrj+8xoScwNDLo7tmFPu9powXN5WBYDevYR4VkD1o0qSA/xeLnbzdtrQJ4IkjkUeuGN0cue1BziOqHNk4R6ARWI/SrVAFcOoOtLIb9JHHb3iLeeqAI0+tBH0XFNofneRw6aueOoXXiKOLRrtiLDCnFl5rEFN9EAplyREotoYnPZSpVQHJ8DpeHwMlKA10J9RvK3qdUQLR2Ixiv7rXUJ+xfpCfl2UUSA6+dCuWTa6hF0en2sHR5DbvnJ6VWkIFmYClFy4OFxSV5lqbGS7JWpLaTYYOO4+cXMDuWRSpBmwcd9XobjWoVu3bulJ+1vLQkQc20fnnokYeRKRSxtrGB86eOC8icyxVlgL22svSy1veN1+xGpV6X68/1J4pMTSWpJ+KWKMSmCjnsmMhh99QYitkUYp6PQb8toCuH0uwFSRSxkwWxcOn1eT53xIO4327L2cfQYmYmDPWohI2tVKq4tLyKhfWmsFZZW0c8HeVKRXpxI2rBhodDc5O47/W3Y/dsEabJeo6BnDzHelID1Fp9VBp9nFtcwxPPncJgqIDRPtUrvQ5SiQxmJwrSE5Mlu1xtAYk0osk0kmPjiNpJRPjMcYDC/Wc0wpAWIM5A2K7pTEYGgCrkWodl6HDqNSweO4ZBrSL9CNccz1aG5s2O5TBVSAEyCOPZxJUygOd46FA8FIlhbnIM87kEWBFwP+TQz0ME/ZEUxwKwGomUPI+tZgvlShmNVkPY2KxzTIOBpy5iuoeUGUEiTpuGmHiAK99n1gZR1LpDnDx7ERvVppzVtAcsFvKCixAoXF6tIJ1No9mo4MYjhzBdymJ9bVH2XsOwEKFdkmmJwpXqPN5bLcKahlYHfRkosJZpt7sY9juIWBZaER99K4Kd+/bj7W96K3ZMTsrQS6zEoiTQ2YhZCeb94iuPPo9HvvYwli5ewulTx6UmLZbyiMeSylolbqM0MQ4zMwEjOQNHL8GLFjFEEhHdhEWrHmcV/dolmA7XmItcKoJc3EcmRn6wD4vqLPZXxE54XwWbUd7O3BdCGgv/TqlHR6pnFMIZVU5UNnlSj9RrHTQHQ5xdLuPCahlWMoGxUkGUZjfum8fEdB7f+NazOHl2GelUCvt3TmLXeAYzs3N46PHv4AuPPYcI7fBEScprovZDqXfFb3UoALBY+sggk/UwAVeeoz7qZUV++t6HugLfA1aveBJCYPVjH/uIukDbAMSwiFfgofIiZdHLQrXfp29nQtgGLHbka3VdJlTr5Q1hCKoEWPU9OUkRGRsTGJMp8ftrVVexunAG7qiHXHEKUzv2w4/aIim4ePYi/uqDfyMH5ezsDH7rd35TmFYECHjYKs9CNQ1WUr+BbMgiZQ3YS/RjkoR11hJRFm2qgCe7UGSuBBJEWq8mInyfNAeXUBxOuERWZqr3cIX3E+XZYS+/nbVKAIwphh//2Kdw/6cfEOPp0F6APjSb03mBOVSgRTjRpsWBkkwp1iU3c/4cFXDF10wJEj1JDJgJykMyyBcLmJqexOT0FKanp7Fw8QI+/ulPIDtRxMblFUQcyjOUdyfBD+5eZB3yfblDVZzyOqiiVsm1CHrxOpB9JOnawXR9U8LOa+4M0PEH0Isp9DJRuJkorjlwCAN3gPL5RcyUJnHqqRdgrvUxmSzJ93B7DiqDBrI3zWH2hn34xpPfgp1MYW7vDlw4dQ6d1Q0xSJ+ancPFY+fROrWBiWQO6SjZBV3U6gwVAn7wXd+Pd/3QDwQMEnWfpEAK/BxDsJvvmc0QAQGCH7z33JyVIbVivklgWdSQSSivP58LJbGkFD94XoImSvy8olGkmN4cFGXhGuFBJMFr0AVUZWMb5NkGjaq6z8JqDqwFhH0cMIpCye7mVD5gLHENsfEOGUx33H7XVe/lBFZ3HLoTfiIOJOOAFReGlT8Ywm814fdaAqwS9GSttMlYlevKEaMDJHLwE0VJ8fSHTRWg4AWSZjZFAbA6SmShzRbpCw630kGkzeCqFsDAnkC6KV5AnLAq6HnLhHPbOxMLgE1pZuC9KocfiwKCGgZ8rmkyVunxRnkgvVxTGUSmZuEyLKvegEa/1GH3CmA19OPke6WFARkbgWcg7w+N8sV+QYVivRRY5RRbhfL98xmrW29sC1gNfNH4V4p6G/yj/z6wumlRIkCeBisKZBMmcokYsgyJSNODCOj0o3hhKYLB/ARe9+vvwt5rr8VCpyGgRBhGoNJO6S4kLbM0BfS+FLlNwEajb6PsS9w7BUxRXRtZp/x6/hnXCL+I14dyfX7K9ybQGc9JiAwZEiH7Vi6z8FjUr9GIiN0k0VVIi2RF6FEkdB+mPBvq+wvjKbCB4DUnq89kMIUekbRwgr32FZYK26+4HAeBjQ2vNQs5vs6G62PBbeOL+irWoyO82Z/ATcggw7PBHfplElwAACAASURBVIkVwILv4nn3Mv7qP/9rHN5r4XdTt2La2CsBA4iw4VPNovgybn9+gxums0CnzFoYfcpzFQxeCNhczqgnoYtkCMWsJEw7Af3Wd171Gn//f/m3Cgy9IvhFJN7BfhPuPaG9CRkcBKQIqJMFoT6jIm0O9yHede4/DL5YubyMSrksfpk8K/jJoptAPBkSoYcp/5wgCr3VS/kCZuemMTU9IeoIPg+Ndhff+OYzeOirj0LvD+U5Vux0xWTOmkAhY4vMsZC2kUly8Ehfw9CDOQikEh91Ft88J9U5TvCHMn0BX6WJpK8eGY7Ko5X+e3y2mUxMb/h+n97W9AdVzFcCbwxf2Lf/IH72Z9+HAwevR7PdQafTRcI3odNv1GRTE4WhR4T1iI7Kqe8NOxhoI2TH8ojaMfTJauvRV9QUEDRkpfL6S2q948jQj/9P8E3CEwIfcdkWtrHbJKQnWAP8uhBYDdOzQ0UFf0ZoBUDJbyadRLvewB/98f+DLz/4OeyaHMeeuXnYmZysqYhuYMf8LuzYOYtsMSMNTzjcEcCWTbpti1ffwsJFCS6lN6EEpzAxmixThlkIU55BmkE6OlVEWgyv+L7XIpkqiA1Gp1GRhslKUG4cnNmSmE4ZfqDWJYuV9YiokVTgj/jj9wmqEWRVlg6iWvVUDUXWdzSqrJ/4z22b3ui6SF+pBKrVyiiX11GtlsX/t9cjk2ig7h3P9gCo4lHH5GE7FkfMjtJ5Wbz4vKgrjFupM3hiBOA475EkOAd7XsjM5FlNHzyCu7wfaljqC5B79sxZ/OF//eurXt/8gj//wIdhWRpGvQq65cvwW3XYHmAkx2HO7ISbL8gz31peweKlS3B9HaNBG1+6/xNot2oCFimvYa4bNeCjNZR4qAYE+017kIBMwH2ToL58SC1A6xkNycIkMskkcpEm7F4PF8oNrPccGc5zv9M1I9gTwzrakOclZJzyvJX6JxjcbJIWhIWs/jxcNyFjntc3ZLRuDdQ9JCNd7CylcGBqFtOTOnLJEXbsqmI8fwZ2gsnUFjqNCJrtIc4txPDRB2v45tkIzIwBz3cwbvn4vj1DzJjAXXdHsWsvbTNcuANL2Jp9J4qTx65Du1UQpRuZc0OHoUJtOIMonrvcxCPnqqAg2pXU7BFiGq0r1LBAseS3lD3cp6iG44fkO/D84F41cgWQjkcSGMUyqE2Mo08LNdZlDF4SoDAYCocLhmobDvWEABAEP25T0QmoKpRYfm9V90hdKl8TfJKxbZBuR1BVfT+NZxuf81gSmpXEobkS3v3KOWR0WhDQf1INDCN6At6ggtrRxzCsLiCdicLivUumETFMCQemNyRrDO7C3MNiURtpO41kZgxOuogXyg1UWNuJ/ZzyCZU+ThSIJDcof/Vw/1Q1B61nRlLBEKgRVn7MRrc3wKlT57Bn94yEZqn3rzot1m0XLl0Ucsv0xJiyVAh1SZ6GF06fx/xEHqmECTpIkiBD9rH6R+qcb/d60t+uV8qyN1K+3CivolarI5nOIm7GcPHMqZe1vm9/1RGsrK1LPgNDpAgmMbAnnaLHpAkromMyn8JkLoGpfAbZZBxx1sC8RvQENijDJhnIgB9LbBtUuOi22+i2O9KXy0DdNKGZFtqOI8nuiyvrWNjootp3JE+BYUEEVhvtBnSYSHpD3HxgN975htsxO5VDlNYsDNQduWIJ2Op0sFFto1zvQTfi+Pq3nsXSchVGKo1qoybMfTMWRylpiUoxWRrDqaUVeCTw5IvQyMzWjU1PdLHbiMWk32226kKQoW0dQ5BC79d4JoWo62Ll9EmsnT0Nw3cksI9hbJTvxw0IuEoWsTx9Lge3BPYMVAY+1rsD7N85g4MzeSToaey5aPL8d1wk0wUkufZ5H2i67AO1Rk36RGIZPM8jZPY6PEdoP+hLDU0iFJ0kkuwzSYjpDTBwgVq3j8W1DXQHSplx7eGD2LcvqCPh4/ljZ3D82Avibb5rehx33XYTWtV1bFRr4oGcy+aRy+bkOedriFlkf6pBU6VSQ7NN5QsVMA7SGRODiIaaO8D4rnm85jWvwU0HrkXStqWOIr4g9hf0t2WAWCIBRBM4fXYFH/+HB3H/Zx8U1XEyQY9iB/lMATNT04hnS+hpRdT6RbhGEa4ek7PYjmkYtJZx8eSTqK2fhzEoIxHXMVawMJY2sXOihB1TkzBGraCfUpNwtTRVj031QRg4KgO0ERUPZPYqsJPXjJ8kpVUqVVTrPXRGGk5cWka53UV+bAxHrj+MOEbYMZZCvbyCRquLC4vr0v/vmZ/CjYd3I5HI4rMPPoxHnzsntni0fBCbyDCwLFR1cU/hWSSBvIETnfyGwjID6ytrL2uN/0v9ou8Bq1fc2U2P1U9/XJ0fge+VsCSkKXNlI+HvwyKBTAsyV+WIlpAqNu2BF5gekWRgHqQK1FTyHn69BGPRXLtQkObYIFXKo6yjL/J5j+m0rgbTNvDM0efxNx/+e/FHuf766/Dbv/Pv4DhK4sXCmx88cEOZnZhTS9iUCluSIkTSSiWiUlYGmwiZhMoUU/Q3Ariqqj6QbQcLObwWIYMjLPzC6zOir6v41AWfwbSdAVL0rfq7j3wUD3z2i4gZ9G5locjXtOXXSKA0LCr5s0LGhsj8A9BP2ScFzKegbRfggyCJTFG4nYdefb6wipkMOaCUmawj11e+LNzEBAxRkiMFomrSXPB1UQ5JZi7lOJx2c3JMMkjMtOVwDxuJULpFRgqB7C6B1Vwc/ZyJUTaKg4cOo+8OsHLmInZOzOLs0ReByy1MJ0rCfvJomj5oCGN1/qZr8PXHnxRz8j0H9+Hi6fNoLq9icqaImZ27sPDiRVSfW8JkMotU1JTmvVpvSGHwjnfeh/e8e8trNGxAw2sXAq0hEKxYNmy8uXkroD3kDcrGTSZVSwWKSfJfAJpCs4LnLAhWCAtWSqsDwCJspoR1FngBcroqssZA+q2ArC3LiHBdKD85NRzgR/i6Q/aRMJsGLLLUJ3/W6+++epmwMFYP3wXPtoBUAiDLiCxzSpKb/xNgVXzwSCcbqrCeZBESCElgVdJkaKcRSLPF7D0ON5GHNluCHvXgVjuINgms1gXcpA8tZdDCcN0s8rdk8mp8EdaxSjYvjA/xWg03LjJN4vD5gIoPLgt8MgCHKiirUERkfBJuZwi/3QS6TWhkzPK1bpbR4ZqSXUQJ9UUqp2SSkoq+zeZAPSsBa50H8f8ysBr6ooUN60uBVdVZhJ6GirG6HVjlqrdMHaVMAlnLQMaMYCKXRSZtw0wmcWHZQ/ngLtz2sz+MRK6Amhv4/wnYFECkHBrxseSwgIWLyGRV+B8ZE/RGkrCYYO3IJaI0Jwy1CvxT6cHNJ8AiMEqGl+xJBFazAh5RQjqil1YQNEcmqgRc8b+6C4duUfKaNMZ1SYDWpM64EfW91J7uCwjEV0DBOL1aDUqINB1xCcNSDFa1iLY/RS897PgMCcFZksUpWoxiBB+XRm08EFlDQx/hTm0Sr/ItTMAUP7LzGOFb7in86X/8edx1wzR+y7oFY+YOKWx1TQGrbDLlOl1hmyIvh1ImGdrxmSfI6sGlb7aAbh10HaZuD2DELCTSWSQSaeivfs9V11//+U9+4yXehCGIyr1NQNDN5l41+dJbM5RQQuBUWjzBKBbeZMeo0CNfBm8E/+jNWS2XJcSSEzreG8q0CB4K69L1hEnCQl9kmRIIFJNE2WwujdnZacztnIWdSoj3lqPp+MrXvo7PffqrSOgxZOMM7uJZ5sLUDKSsKAppE9m4gaQVlSJfZxMZ1CgEqggKSSgR2egCVjBEjIwXFZpDdkNX0r/pzzaQ5qPVYw3hoEffawmE574VlcCeWEwXGf+hAzfiZ977C5if2yee6Or6kLkQkwGSmEsMR4iONDnT4DDQzodneBhGRnD0ETLjRcX4DbzfQ7AoBIlIHeGeLqGegUqBv9Lbm/eCfxcyiMU73nFAz9RQzcCmk79ng5dO0yNc+RPy31Kqyg8raUoy94f+4gP4D//h99BqVZGIaLj+4CHM7zuAVn+Ieq0u1z6Xz+LON7wOBw4eQK/blgG2sAZNG/FkColUQqTt506dxsryEuJsdOjTPuAQmGw3JozzeYri+IvHsLy0gNfefiuuvelOjM3uFZK20+/AcVXNQTYlB5lkI3IbD6yexXO42+1g0CM7tI0mvf86LXGVZnscvn+px2RTVLZPfG5Tcg9V8FeluoGzp09LsKnDRHAO5AkIkmVrGXJv6EdH9pqEwvD8ohUISTSajoRuw8/YGMFBsjFAg57WMvimOops5K1zm0hFWBurNG0GjdAegqogZS3EP6cPLO/3z/3yb171+uYXfPAD/w2dtSW0lhgacwljKRPFAuW0BYzGdiK2Yw90M47W6gYunD2P9nDIsSH+8eMfxerauoQY+QTTZMjDsRr3gWDAH+y1PJfFNlqOPOWzraolX6wvlG99TELOrtk1h1Z5Demoj+VmH2sMupJSh8Aqn1X1taGPHn+/XeofDnzCgZAAuAFzNQTR+FxLzR1cb9VvbFlwyfePJTHqtGBpPvbP2LjrJuDOm9aQSHVFttnvGBLMGU9G8OwLwEcfBB58MYaRIbMx7M6P8J57XMynPWSywPQOIJO14Iz6sM0JaBEb66sZXDwxi343Dl8nuN+D53YxGup4brGNR85uoM0AJ6kb1NUdOIpIEe7F2wkYPC8E7JMhc6iI48yN3oxDjOJ5YG4OLuslskTpSy/AqiTsBGddiIYTJQlCCTlYEwYqBxuBKieot6T/YG3jqJ9Hlj5ZelrMhEEiAMkWtDmiGjC0OiMFOF7A7t078NOv3o/xGNUlyvdU9R605vDh1su48Ngj0EdlzBdtxBmyY9jiS0gJeIz3McijIGiXSWRhmyloqQKWHOBSdwDLYrAXg8qAWq2JqElf9MDmR9jq6nXzHBVLG+53AjRTqUCQ1xC7sLNnzmP37nlZg8RCVO/JMjKCcxfOSyL75FgxsMlR7Gx+36dfOI3p8QwycRO9oYsIB/hkHnY6Uu3weSVIIz6dzKQYesJinSzmsLq2JgNDKhSOPvH4y1rft9/2SiwtLsHpO2oIwXtlxJBJpaSvS5lRjGVs5BMxlFIJpBNxAQ9JGmEtZ8XI6uP9oHUHiQLKI5kDL6WOYJ0ckEm4d9ODedBDvdlApdHBmeUOzqytozXSkUyk0Go0sLaxCjtGn00PN+6axlteczPmZvKIWqT1MXl+iO5ggEazg9VyA2cvLOOaQ9fj6LMM4TqHaCqLRr+Ly6vr8N0odM+BbpkYm9+J4s6diKYzICwsMvHAF502f/TDJsGBCo5UKike3QRv2VcxRJB7cF+LIp9KIuL0cP6FZ9AtrwmzlsMx7nD9bh1jmSTScUuCnUStqg2Fmd3V47hYq2NqLIvvu2YOWddFvd1GczRCn1CynUIilkC9WkXfaW+eqTIUoS0BQ6kCO0KuIa5zGY5S7eEOkTSjAq6SLVtrtiSxvjt0YTG0Op1GLp+RejsWjWJ6egrp7Dgq62U8/53v4MwLz+Ktr78DpbSFereLJsFZDuug6hOe81SvRDUqTGm1xGA7pdyxrATMdAKrrTpcK4rrbzqCe+66G7YWFQZ5NpdXKln6lMdi8iv/n0xdGEmMPBsf+8QX8bcf+QzOnFlANNbD1BQ9UfMYelkMo/PwrWnoJtXIjgzBe/VLePGpL2P54rPQvS6iBnEe2u/RHhIYz6Vw3aGDuOXIXvijgRDzfGIMWkRUKQy5Yng59zeubTlrODB3ieXogmvwvlNFw/OTVnnNgYZq28GJi5fR9TSxn3rD61+LiNPBdN7GhePHZBjMXq3RqMOIaDi0fxdajR6ePnYax5fWUO27QIQD72BfIf4hKgplS6Y8mMma15RFnJBTIjIYXtv4nhXA9k3ue8DqFVv+FrD6DwpQCqT7YUHAaYxidRJM2mKJshiVhRBIpRXopsAAHoji7/VdnkJbIIySeahpQNQIpT1BGp/u46lvHcUnPv4Z8Qx969vegl/+5V9CtboR+GpxyhFOtoMUa2GqeLJZKLBrKyxIVYnctVWRw9+TTaDYGcF03Kb8TCW7E6QViaswEAPmyBUCXm4c2z1Ww6aakx4rZuFv/+aj+MxnHpDAKJGyiP/sFpg6ZKEfBEIQ7CBYKa9bmKnq/+X32+7Xdk4U5Ry8vopNoL5OGnl+jbCQNNgM3iKjSJSqnEIamJmaELZwMm7Kpt+u11Fr1zH06XAXhcswnyDAJgRVxUMtsFbgayDDhNd/QGp/NoZhgdJjAweuv05A9aVTZ7Fzch4Lz5+Ge6mGyXhRNkgyVhujDjI3zWLupv34+mNPiuH83sP7cenMedQWlzE2U8DuvfuweHIRG9++gPFkBilO5X1fDijKA97ylnvw4z/xo5swXFi48meILDmQvoaAa/h+BAyQVGUV1kMQSRjQwnoeBv7CaiDABtHlZD4EPYP7EDb221m80iywYhEZpS8HJ4sbgnXSdNITqNveBGxZNMlhxiY9aMpesklR4syJMp9H+hH7NFFn8vQQr7vrnqsu2gis7rr+bnhmDGB6pMVoIB0eu8huC35fMVa/22OV64XAqgM/XYCeKKml5DSFLeDTmzBgBEiKZpTNaBHaZAnQR/CqHeiNjgCr2qgvASlSNfM9fxewGqBim08810vgXxmSOtUTDl1niBYZFqYKHHId9doJrI6XEClMKGCVvoCdBuB0oNGn8QohvuJDBisskJrLHiFJqGTyUGq25bEqa1isAP4XGasBwykE96Ub3YKUVVcbAKtb1gjqdQp45NMnNYJCJoGcbSBnGpjMZ5BLElhlU2Oge/0rMHPPvdBsH71gPbAHEXJM8JYkbCrwO2UDHrLy+TSLY2IAgoZ7kJreKkltQH5XzV4QYsXBjWKs+mIFIKuC9beEIKqmWTkZMTFb2Y84auUo6xX4iGsRFH0dKZHgqMAs1dare8XvqWBoxXwlwCqSv20bZbgXB4jAFhc4sCAQ/oqABxF4ZKa7Hi75PTyEdXR14BYtg+u1POIjYAlDPOE9i/f/+5/HO+44iN/QbkHGmodh64rxy+Y0olhsW/dQnRnytDJkRLyaPBWUQ4kTA4y6HfFGq3cb4qvH4IVsrohMKo/I3T911Wv8P/3xrwfeqer8CH++XL/QF3wbW17AksDzUylBFbDKfZHKEAkTov9ttytea2SsMkBQAvVGao9lKBFZBbTdYGGswiMdCX0iq0RCGiMG0qkExooFzMxRVTGJTCGLRDYpUusHPv8QHvriN0B3PpOScjaKPv2DPeQSFrIp+lsBphmR0AphBochdkHQjVqXHOBSuuyi5wzR7TEN2cFGR0nOKCkUn9bApzSZsEXKl0ynJOyDTzwl7Xv3HsRr77wXpeIUGtWWvH6eEbRHcC1DGFWMwvX7LrSBL3toxKXE2oUeZ1K0hsaghUyxIAF7m0PebfdAwp7gBn6TykOb+ztZOWxWxY5oG0ivzhcSzLYAVzn7PU+GgbxXPC840AtZgQRcTVPD1x78Ih792iNodlpYLS+j224iZSeQzI5hobyBZnUDutOX/eYHf/yn8brX3y02TfS9t8VTjkASCzXFLGWjsXJ5CcuLi6KmsYSVps46vs6kFcHypbPoNqq4+5q90DPjsCfn0dNjSBQngFhK/Ap9h8GnfZFB8n3XqlUBMCqVVZGuUsLKZ29App7UQdHAUiEq9aKSiZvCKCWgQiWUyfsTnOsMBuVWxHrQZkhYjECnqv9GAxWqJ9ZUUteqwQftCuiRaSbp6RdHgsEjlWVU+l3YYzuDuoJHmEqGV+DHUA0pA7/1UNXC/S30klM2PgT++Ryb+OGf+OWrXt/8gt//uTfCbXWgdbuora4hEjcwMTeDXHYcw0QRsblDiJemJVH51ImTwl6KWSY+/5lP4PylizSZFC9hMUSRJGQFInN/EN6qnDu8x6FBUYDfBVkJDJuht60xGsBIFXHgwDXI9csSOHJho46KM5KBvgw5ZZdXpIUwt4HPB69FOGQIB9gSyhMo2mg/sZ3lKQCgKI1Uv8HfS7hIsJ7EhkxjJgRrpR5S0RHuPOTjB17vYO98D+22B29oyjArndZx5qKPTz6s4YGnDQx8Hfoggr2FPn7i7SMcmrdhpfpIZ02ksvRsVUzsiM64RRsXThSwtljAyDWF0UVyBcGqF5ba+OrxZbGQYblI9jyZjhQrbIGmChiV2jS4+7LG5fprAhpwjbe7A3Q6I3ilSfjFEvR2F/A7EJeOoC4P710IRPDbEYRQ/sGBGifwYhdrADlHt85sDjuFZU1eiwSH6mJrQnapAOI8m4eO+Hz68Qy07Dh2HzmCf/WGI5gwdHRZPfJc43mhSSyNgFmts6dx7OufxVTGR6lAO6gkEsGnDB5lDdCKzIAdTyKdLHAEi6GZxPlKBS+8cBQr5RqufcUtmN9/CMvlspILB+9P3oOo54I4TNpayJ8pko1cA7G6UH7uYr0j90lVDazbTp89I4rJYj4rbEPVc1ElpOPUpWUUUjHErSg6/aEM6NhPieLB86WnJXGGV9iwYqKgW7i4gIN7d0odwTwQkn8e+tznXtb6vu6GQ+h3euh3aFmnzgVuGoV8AUnLQNY2MJayRKWUsW0kbBJpYrDIVI1qYvEU+qJzPasgKht2IgXdtNDpD0SNQW9oWrnRO5W+lOzlyPRdbQJPnjiFc2sVJOJpCQhaX1uVIefBHTO47YZrcP3+OZQKcSXndphHMEK710eZwOy5BZy/tIp3vPMH8eS3nsFXH/+2yK05cKBfudP3ZY0kSyXM7tuPzNg4HI12HLTWCMgWoT2DqAqV9zbrXZ6JHC46Q0fJ4Tkw1VRQEq9Na30F555/FtFBR+pGPsu0SCCbMpeIiwWVePUShDaYQZDFIsH7iIsje2aQiUbRY/ihZQkoTWUEA0f7nRYM3UU2X1DAOu3oIlHE4wn0Bl1Z/6w92CfxfGZtTZUK7WZyKQsp25TzrdXpwrRtzM1OY8+e3bDjtqgpqtUKarWqDIRvPPIKlNI5PPnIQ3A7VZQycamfCfLX2m3UWx0hPIjCYKj8h1Xvz2eVKiFbwuHO16oYwMX8vl2489bbcOuNN8pAgENxqogKhZKA0wQMTfEs597KMERPect6CTz09efwkY88gIsrdSHJDJwRPD2DvpuEkSKLPSWK5bjXwIVjj6J2+QSSJgfqfC20fYyogGzPR71SlbP+4FwBB/btRjppYdjvIsp1J1wDDkiUhY70CAp0kYqfZ3t4fhDf6ZIFPBqi5xu4sLSGCytleBETpbES3nj3a7G2dA4TGQuZaATdZlUCpsm8554TiXpo13qoNrqoOUOcXFxBhXZ1Ehiqwv7ULqms/ThU4YnHZ4d7lxGhLU0CppXGicVjL2uN/0v9ou8Bq/8zYDVg4UkQQwCK8iFjc9ATBoFKhxUZZNCYsdAxOT0J0tI31bth8x6kigiwRtZrhGESASArSeIBy1SqDYY8cMoLPPHYk/jkx+9HZ9DHffe9Db/6a7+CWrWMTru1KRvbbB7pdUaPLN9DqViUgjz0pFQTYTV9Z2OlmDQRMQPvy78bCfOFkoOQ9REyeOTQDQ72K4Ev2dC2Tc6VxUAA2kYNfOiDH8bnP/egMD7Chlsy7YLrSgnjlgyKIAKLRXXR+HN5nZV8NPAXDK63NOvyhnhMbA/PUUb2MvGhPDpKaa6mpN2ajr47lMbrV375lzCVS2FQL6O5fBnV5WXUy+tY7zt4cXkdKwwhEeaZYtsIa0WmnprILjdBX3eEIWWW6RgcAqtZA4dvOCIp0IvHz2DHxBxWTl7A8HwFY3ZeDju/P0LT6yJz4yxmjuzFo098UwGrh/bh4pkLqC1eRmk6j70HDmKJwOo3z2E8kUGS00wNqLfaGPQHuOdNr8fPvPen5PqFLNpNmVRQtYbMlpDpSSsBFdKi0pVjQQhGp92UZiwEIzgwULJ7DQYT7qPRIKxCTaxlWhg0suG9EvaqBGew0OSENaXAeSY301s4AKlCZlIYzCD3nwOBkIHAMjOQPIQNXwj4hmykm191+1XvzcJYve4uePTMTacAym747FCjQn/VQfN/EF6lgFVOJkFgNTUmQBKclhQOApRuyql0aAQ6c0VgnAWzC63WBcgydhrAqK/S0TmAESP5UIa1DbhUT3swwhBHUGWtGqxfJQEjWy4l7AqYilFMKRSlpjqD7SZL0LJFeG3K5/pAuw6NVgSE8LaBpAqiVUWK+r0aW7CpUMBq4J+8mWmvmtCXA6yqYkH9HGExb+otQ8bqPwWs8isDVjOviUzII0jbljBW83ELk5k4pnNJWFkLeVtHf+chTL39HUjnomgN2AOxcQuYleIJoN41n0EKB8SegR5oAoLSZUrBmWJVoqjzATDKfUFdK5ktc18N/k9eV1ATFdMluZZUKQSP+Uu+n7T3bIIIvLIp4mvzXPFNtWgrIInxhFPYkIUvN2AryaUIgGb5+2Bwtm1lbF3v4D1skoNV2J9cUX5/Pt9k7QO44HXwdb8s7JfbtGnMD3W0dBdPeN/G+//9L+JHXv8K/Jp7C5L2DGIWgVVX2UGwJvsuj1V1fXQpGFmkj1RwFYMUugOMOh30WlVsNCvojnowEwnk8iVk03lYb/6Fq17jv/9//xs1Yd/GpJPzMRgOht9wE/ANWBbhGRSCqyK/lkBD5Q/YbLWwsbGhUupdT1QOTEaVxoOKDxkOsmklfqwatE67g3anK9JnSif5L3KpNCbHxzA9NYHieAHZXBbZyQn0NA2f/fQDOProUdj0/ZL9ksF4Huyojlw6AcukLNOXZ4MFsLxm8dpTDLjOyEfbceVndx16Y8kNEZTDplzSjiObychnJp0SxhLlbxJGYaukbrJYJyZmsHvPQcTJuhdoSMeoP4ShqwCqvuHJ86INfbgDyn55TkcRYVgVpwpkb3gD9PwhssWS+KCF59N2sFsUCKPB5l4fgi9kwTBdmsMJTQrgpgAAIABJREFUYf0GYUhyztFTMpClhiBTGHgYBjjS054fPEP4b77x1S/gC5+5HzvndmB65w55Xe1OE51mG5qRwPnVRVw8dxyd9VXYdg6vvfcHMbtjB6bGctg1MwY7xv1X+XISOFehZkp5U95Yw8rKUgCeK2sQ9PuIuz0k3C4yBmu8EvqtKkb9OmLxGOKz+7DkpVDu9tHtMO1YsZ2pKuIZSBBU2fAoqyfWDJZFRqlqfFiLKMsmDgK4D6p4cwWoKMYLv45N5qa1TjDEUoNydX4HJpNbaqqATMB9wIhHoQ9dLDx2AkvPfBv5HWnMvvpmWPEZBVwFAyIF7ikvSO6HfB/84HWXfT5QezEMU233SgHG9/Cj7/3Vq17f/IL3/9j3oSoABQcFI5i0a8okkUnZMBJjiE1di/jMHrRGLk4cO4Fei56XcXz5c/fj5OlT8FlH0Y5FPJ1VzSOqHgFOFVAvtjiK9h+cWepMln2FDwLf3pB+vyauPbQHzkZZhpbn1+uoO2qoz3RyYl+01JKzNBgkhzWN2FIF52sIRPOZlbpI5LSqFg/XjAoL26q/ZL0EobX8PYc9rE1FkgUPHJPcdesAP/HWviSKEx/lKMOIxHD+ooG//XwfXz2mwcyYiLSHuGnnCD/0Ng+7ZmIw7SHiCb4GDr5NRHTW1HEZsPT7Bs6+WEBllZYLUbQ4aBo6uFBz8PCpFbQdyoRpd2ZhNOiLR23IvA1B4fDGS40v1i2sR1UOBRnNne4Qjf4I2vQcHCsOu9bCcFBTw+2A+CJvSsDxcEAYQrWhskbxSKS+UQ1EUO2oGoD3XmBv8UkPeiO55crKinunDHtYryWziBRncc0td+Dn33gDcu4Q3YgpHpKyzbJ+JVjKVPZhB9/89D9g1NvA/gO7YNKqJ5lGKpEKuC3KeohghWYmUMhNwdTIAtfRcvp4/PGH8Oh3nsGdb/sB3H7v29B2aJcylLVFH8nw+en3usrGQ/l2qTUfhDKKXVrMFmUjVQV8TzyX+FwPRh5OnDwh50Ahm1YDnsAmgD3vixcWMJFPIpmIiWSbr5REAO58ZNYpL8gggAw+KvUmKuUKJopZuaZkALsjB5/+iLLVu9qPA9deIwPnXqsjr42B0DxD8sUikqaBUsrCeMZGzo4hYZIJTDVHTOwHCKzSDz983tiPcNAYicQwgo5Ku4vFtXWsblRl+JmwTYwX8sLczWcZLhbB0I/h6YuX8NjTL8rQNG3b2LNjFr1aE4WchTtedS2mSinETTIn+8Ks5c+otdoCrH776RdQrrTxr3/hfXj+2An85d99ElWm0ycsOA6VOzqKe65BaWoKvhFDjxRLXYXZsUZQikIyMgMlXJDDIAFmQlBRMnZ+MKCLVhO8SzJgiwDLZ09h7fxpGBzEsIYkVqh5iDH0kINRxxGv9GI+DzNFa7M0YmYEXruOvtOQSp9BsBJmDNrdDeEOHSRpoSa2HbSboAWOGmRS+cABcrVWF7sgUc/I5h+VgSCtuTIZW/rwfqsr9VMhnxbLPg5zU+mkgNudXgcLlxZlz9w9vweTpRKWzp9AeeUSYrIfq5DXSruDWouYRUjAUv05P7gPMiuE3uZnujXkxgu48cgRvPOeNyEbt7GyvoZEMoa4bSGRyCCXI/kl2A+EmMBQRLK+OcRKw0Ua33jyefzeH38MldoAZrwIXzdhBBZArubCMkYY1C+ifOl5mNoAMYM5LxxgxmS9SW9BW4oRPb37KK+vii/u/Mw4Spmk+Jb7tD0UKS0HQ8p6TQHjaq1FowydVIQ91j9ikcEhmhbD8bMXUOk4krnBvJ9X33Gr1DPGqIsjO3ciG4+g0ab90AiaF4FOX+BhVIIxHUPDequHYy9ewuVyVXoynZ66gUKX9SZ/ajwaQS5Lr/8sirlpaEig2/bwia9/7GqX97/of/89YPWK2xsyVj/4oT8XuYaiXAfm+CI7px+HjxF94VjsRunhEpNCn+AJDy0aVIvUI5SsivyCvmcjKZbDAomyQ5lai0WAKqAoBxMPUVcFanDDjts2vvqVh/HAA19AfzDC97/jPrzvfb+AVruJdqsZTIGVpF8YiMo8UAqTeCIuxQH/nK9NBQ4FAxDV9stCZeFGE2QiNxLcEQQUsTSRYIBQDh4AnQKOhMXcppBcTaE3ZSks7lhIRnR8+K8/jPs/8yXZqCUwhZTyTUBFgclh86+gC7XJvfQj4GmFhdEmgBDAQNtZWoFkVmTW3NRkAs1CNWRM9uR6/eRP/iTuvOVmHH/0S4hWLyPN19frY7HewuOnL+BSz0Pfj8qBwg2O14kSOJH/0/dEGAOhKb+HYUpHr2jBy5nYf/gQBv0eLp4+h5nSBFqX1lA7eRkzVl6kumxE2xggf/0MJo/sxmPfekpYY7sO78PyhQWULy5ibGoMe689iJXzC1h+5DTG4mmk6HUEoNnqCLj/mtfegV/8hZ/fZC8o6r4CoXn4SRMQ3KtQetZq0nBchbLIvQ2+hkUqk4bDZFGR0dBbjl5vBCC3JdWGBxgPeGEdBdJLZYmhJMusZBkuJuzuwJ9WNQIK+FYprsrfRt1/FmSKNcO7Kg0GzeuFpRQkEDOoh4xqADceufmqN2gCq/PX3iOAaiSZgmabIrt1nTb0Tle8gDSnAwwp81VycB52vEZRl9djAD+ZQyQ7JUUmJJiF7FOCq5yqBy/JiAPZIqI5Nh4juI0K0KhLw617DPwgEBtOJjnrUPCc8jINwbFA+s7SXyaIypcrtFKQn8QYzEhS2E9yT7wuNL8PnzLl8TFEc2MYtRyg24HWa8Pv18WHNfRLVY2iYn5CGBdbHyErXLWbbFwUm0nqJbmfbBbVQb/JON2EgrdA4u0rWcC3YOIkQ2ahWCigMlzyEi53xSt5KVtVrXk/SoCYISUmbJHURZFNRZC0NVxTTOHQxBTSmTQu+y003nEvjhx4DezuCGvRISwmXLLBJ0hBSb2EOilgILBuV7dSWIHqz8N3Kj9bpPQvBaLVDeDXq6Yp/Cilx7beTVD8yT8Ng6jk92rH284wVXhv6OiqvsWVV0YJUrceie3fM1yjcndC/4Rt1/UlzFbu9Szag0CHnu6hOurja/oaRo6OfauTyEUtPGk8gg994H342Te9Av97/zYkjFkYZkTsIlx6O/KMFFuKrfcijCqCLmwSuO45aGER2e/D63bgdTro1qtYb1ZQY9KyZaKUTGMylYX+nt++4ln4p//3t//PX9oEJkLlg+wzQaCYAu/Uawou+qZtQ3gsbXq0MvFZfC81CaiqVqqKxc9BqICZKpFZPLpiMWH3K+9qFSLZarextr6OtbU1XF7tottmqrWLsUIeO+cmUCpmkS8VkCkWMTk3gWqngb/7yOdx5vlzKKRM2SvZsDNZl6wc+oQaUTZXTI4luwEKuB0weZ1yVFXAJ1IppFNp5LJZCXskmzObzyBuxZFKphVAF4So+bGoDHjIpKB1z/TcXsTTRcnWM2EgziGRQ6sBFzqZ/lTgGCOww3E7PiI0MFUVEDz6MQtbTcNQH8GJ+EiPFZRfMb8hh3Qi0VQbpfISU3UQ91rKNRPxeCDPVU0TPemE8cvukAMK/tuAYRyCMvyVTB6+76TJEKmYMDSmxkp46jvfwv0f/hgqy2uw0kkcvumI/Eqgbc++vZjbsVMsgBYuXsSJF49JLVQYm5Qk4NnpMYzNpXBm7RTSySQOFK+B5UbQITPZVwMF1jiNXh2XV89Dq9RRaK1B11lj9BDt9cV2YeRGkLWycCobwg7OjY9j2R2iUZxFHzEJ9YhFCFZH4cdSMKIdeK7yW1V11Ta2tYAbWyGj6ixVZ6pI2wPgVKlVeLvIvFS7hwxZBXBV1192P7GSGAmDign10YQFm1Lo5QpOfuVxPPbQo+Id/8YfeTuuP3KDyDiDrWlTEcMag3YYznAgoEuYKaBqEda/fDZ4lgZsQfEIHeLH3vsr//SC/u/8i//jzYfVMSjHpa+YPLGoNMR81u3SPIzJfdDyMzh26hya1bpIeh9++Ct49tmnEQlAX0V/3vKmV9cpHNypH6wuXXAaKgqR2j9Ejk4ZaQQHds/C9DQJXFmutVAXlp8KPWRKtTq4WW8rhY5Isl0q1bhXcD0rIFp53Kq9k4MKI5A0s57nOuH1lR4isDThOlKqMlU7EZgnyUF8lQWGiCGX9fHee+u4cT89xF1ohgdjZGNtbYQHvjHCpx/TMDILyOsVvOt1wF13Kl/VuBGDZRM8YzAnwSqIBQh0G6Y1RGtjDKefLWGjHMPiRhk9x0UincO59QqeXypjoBkwY8oh3Ol3pZciU5reyfS2dbes1DeJFfJcyxBFR2vgoxUrIJ5OoNdYh99ss5sJbnrgWhacbap6DE/HwK5K4/4xUtd7c5gY/LtgyMBnX2U7BFY/2yzNxBeWQNBgKMNG+qt6VhJH7roHP3nf65A3+AzTU1JJ6/VRBCPdE2BvUC3jzHPPYnLPNCbHC+gsr4giKsdQP4LtXLNSpDPslLLkEtLJnPSKVBpsuC6qrR5yE1NIFcfg6TGRwgt4tK3/IqhKBQUHfkPoQpLguJQgd1j3C8jFQQDXofSXXKdDCZDjfsEzQoYykslBqxcd5y6vyyAvblP1SCuAmAxtuqxftwU5CyOZZJVeXxLQmTrOvVlUbqMh/uYv/vJlre891+yEFY1IUj1Zj5VKnXJOsQJIWwZmiylM55NIEUy1LfHSTpmGqC/ZW8oAV9i6vDsM//HAbWtxeQ0nzy+gORjIfk71CGtE7uFklxOczWXSiCfTWO308Y+PPIHLq2XcfsONuGZqHOdPn8TBA3uwf988EnHFSB/0u+LTzAFrtdnCYrmDrz7+HQHJ3/evfh6jQRf/9W8/iieeP4N4vohMcRLpwhi0bEaeSwLlMjARb3wmrwf7fjiml/WsFKVhKpsMVAMPTAHAzLgKZNZ9pOK29Bnnjx1DmyBihASOLqbGihjL5WUQWN5YBfSEgJn0x73jdXcjX8jj6FPfQZeqPdpKxWJIJWyxUOHAiH0gFU2NdlsYjZlcQRieZKGyRiJZiUSujQ3l303gj/2x9JiegwRVN5m04CjtZgPuoAeb9UgijVwmg2KuIFYHbJ1oe0gbHHq1ZpIWKquXYTuKscuOy9Gj2Kg30O0rlaUWeINyUUUtC13fxaW1FcQnSxgrFXHnrbfitbfdgrXly2h1WmLnQUsaVvVkrYY+9LyWDPGj7YItJLmY6MEINH72oWP4j3/43zAc0ouV3rpqP9NGLXh9hmIP5V6323VQJcL9LmrGRb4vBxXxFfbLge1UZX0VnVYd0xMlzEyOo7KxhmGvC5NrjbaTAqbSfjCwsKJFIfcMl88ys2boABdDY+hjYWlJVAGsQ8fHx3DjjTdgYeEsuvUaSnEbrzy8H5mEgV6vLh7rnkf7HwK1BrRYFFY8hVanj6PHTqHebAopSpi2EV3yZSwzilTCQDadFCuIVCKHlctVnDhxDg+feOFlrfF/qV/0PWD1ijsbAqt/8Ae/pxaFSPgVwMMPaQZkg1OnNEFUFhpS+OoKHJTCyTTlIBN/KU58gsN6+4/b7iWpCmDlkcriiJtoCKzGYha++MUH8ZUvfw39/ghvffOb8DM/81MY0DA+YE1KYR2wAFSxpvxkZDrOiUmQnhs2u6oZUQwSboaZzP/H3nuHSXaWV+LnVs5d1TnHmZ6eqBmNwkgiSEgYIZFNtInO6dnFYffB2NgYBxabXWANGFh7bWzAIBCsSCbIgISEhMJocuyZnp7OuXLVrXDvPuf9vq+6piXZHu3vnx8PpaefaXVXVd/67hfe97znPSeJhYV5SQQJrPLvq6q4K5tp8+u2JuiK+aDYpxwfHmxMWOUwJwPAA3zxni/gn//5y/D7CKx64FiUQ9+ECK4AUdlGYAwQmgBXAzY12FdNQEEDlG1qGTQRsar0qMRYKvpV5RzIqhB1YF7/s69Fu5NFMDOL1lhCKPlzG2kcn13BkzMryLla0JmsMbZOsiJKF3kJYmvS8iD3klpDUQulrgjc1hC275xA1a7g4oUL6G/rgr24jpUT0+gNpuCrK6ZyATbarulH5zUjeOjRx8WFd2TfBBanprE2PYuuvl6M79uJxekZzNx/Gh3hOBI+uiE7yOZVe+BNt9yI3/vd326A3w3tVAFWVbvYJhtY6wBLlX+zNasB5jg1SYoY2vI1mxqrnOvKhdnoqZrXG7DWMGDYsmIeTHTb2zsVUCqJnGrLNWxlORDNzxg8aJ1ivt4kzPzeaMEyGOfrTavcjdfdctV7swJWX6IYnqEIEA7A8pE9WoanUIZTyKt2ebJKuRa5xqS905U2V8ex4URa4Ev2oU7GUoFMAAZxRBmoNaxZ4aEWWIkOeGItqNfLcHNrQD4Lj81W/YKWmLh6YFU+sCHScI1Kv3BMNIHk4RSAekkBuH3d8ERTqBdqcCkNUCoII9fjsuarGE1XAqsqYTaPTWBV6fJyZhhGsTLUItjbDKxugomGhcv3agZWFWwpmYgykJMWQJlNpuLTACybr+SZgFXHy3SH9nMBBAkmhfxIRD2IhQPYnkpgb08KfSMd8NpZnEx1Yv2VL8O++CjJdMK+cHyaBc8ARQBWBVCKGRX1QnUyLeL2YvRk9PbU9V4BjDZYowJfKCBa70ftcWVYpz/2ZhGpaWBMjtkMrJo19myT3Nw9g7Vr6eLG2v73FscV+DWBKmNCRr0ni+mIgzkHOGmtYGFtAbm0H4XHHsP3jn0A/+WNr8AvFa6FP9wLKwwEyGyn+L7XlXajLfZVgn+QhStC/WJCwvbxIly2dxZLEgAuZ1axUthAzbWRDAQxkEwh/isf+vc+xtN+T2DVFDBNUVDalaXtU4PhGkwxY2ykUsy/5j4Qy+NeKKy8ak00VpkE8fxUrH/15/l8k8gyOTLt0bzFdE5m8nHmwiwmz0xjbnoZNbuGoYEObNvWg1SK7NFW9PT1oW/bAE6ev4h/+NTnkF3OobM9LiCMaleti7QFgRwmFGzFpLad6/WKWUhbRxd6e3sksCaYSkYqDZVY6FVmV9qhXDzE6tI2J9fv8wngS03bocFtaGntQiZXpq0jwp4AaiVbWt99QbYGUlewjqjohDsopW14atT+8qNSsyXZ4BfFgcg+9sSDCCdj2mCFhhIlGSu254vEgpZQ4n3i2cwzjePITge6GnN/4O/IEmYLH88b8zqOsWGzUnKG542PDMYIr9WH7cMDOHXyND7w7vcg4Yti9zX74QuHpADQNdCHfQf2o6+vXwqQBPz4vjQSpDlXpVLGyswSstV1HM8dx7dmHoA/EMTP9N+CW3oPodXfjnI1j5rPhuUG4NgW/EELl556GPXTD2BwpBX5ag2F1TUUKjZqRQfVkhdPHj6F68a34fnXXoP1QB3z/jByUZ4lQXhpvGKFlOmYp6KkFkwxu+lfA7Qatq4ZM3Weqkczy1exeJW+vzH9Moumyr9VocyLOttpAsqYcOHEOTz0hfvw8GOPonvvOG5/46sxMr5NAHiu3+YWdd4H3lO2hhIIFE11acfWnQ5N5qqmoEr5HN7vt/7S71z1+uYLXjtBSY0ORKlfybiFrB6RJKBDNmua3UBqAP7uHZjL2JhfJFCUxI8eeQgPP/ygim10i3BDjcZciTaGbL6w5n1ZlWQIUpIhKJkuetuTCFIWwefHUjaLXJVgqjIfqguXTJ01hshg4iWRsairuJmt/4opCZn/qtunJmCpyJJZSgbJ6NKbGMkUyQ3rmdm3NNDorhb+jTv2ZfFzL7OQCNki1xJwvMhlfDh52cH//qqL03NebEvaeOsrgecdCiHZXoadF6xGuc2zkMj7zHF2EohFAtwdsDgTwonjHnzr/gvIlnzYvXc7ksk4Hjw6iaUsPSD8cKwgoS2iskqvmgA8ZUpYUKlUhfQg+yuZ6BUWSxUbPF3zoBDtQ8RTh706DZcsO61bLmepkZgx3g6Nf1noZxccOyiMVJoCW7fmDz5d8BeJAE1AMO/N/aBE3Wey+Am2tKREAz3VOYbXveFVuOWacTi2iuV4vnGvtJnbWC7yy8vCpOzbOSYEiPL6OpzcGoJ1OrGrLkJhmQsw6UU01oLW1nZhpcmciifF/IzzifJBLKAp7w4lc8AH5zBzGP597qunL0xJDseflypK31gx21XhhX+TXyZmL1MDmdI8YhKsCoTms88tb4hRVDjE1mgFrPI57LohOCSkfHacEC8iuzifR8ADKWps/t0q/v7jn3xO6/vVd70QO3fskPH//vd/gHS+iJrlR2s8gajPxXB3CmO9HSIBFWYrt4+gUUWBnJWijH0yGlUaxyRDcb7ZNcwub2A1kxdj6EQsIkAR1w/3exAkr1cR8vvR1d2FUKoV9z9+BCfOXsbeHeMIlAuYPPEUXvrSn8ENN1yjDGtdapaX1Hwu2Uhnizh5aRnfeuAJJJNtePub3oj2RAhfvP/7uOfbDyLZO4ChiX1AJKK0QnXnAIuFlGOQrlAtk2H2eTNvzZ7LXErWIuezlhn0BaKyRn1BZb4aCwaRXVnF5dOn4OTXELQqGOzpwbahbThy/CiyBWqRkg1PDdkoJnZNSIywtLokxRClBU0piAB8loNkPCx77dTlWcwtryLRkkSqrVPAYwWmrjRMJDkHqf0pAL7EStwHlT5nW1tKzohcLitdssQYxBPGtVTxN5lEazKIrq4u2d8JNM5MnYenVkPY4RiXEG1thRUOYz1XQCFflnGjnBp1Ssn3pW7t5fQqCqijY6APY0NDePGtL5RrWF6Yw9jYmBRceF2tqTa5b5VKDe3t7bJ22EFD3xXOdxaaqfXOsQ8m+vG/PvWP+Oxn7gXHm4XsfDmHeimjugD8BPZZNFYyRWTw2jUW0Ng5xM9PyoUisjjVOnp6OqkggrnZyzIPCfKLxFSxLAxgrlOOn3nfqhiOU49VSzJ6eI8iWMrkUWThSvYvYHh4CLt378aFi5OoV2xMnTmF/eOjOHRgN8J+SjisyzgKcZDM5xpxoJQUGDiepWJJ7gvvH4vpUnskrkUSkqU6dcOBKOp1L8rFKt7/mS89pzX+k/qinwKrW+6sAVY///l/uqI9hxNJqpfUwatyo7B0yxYnH3NFtkQrswIGsARXFbBIZ1ZjLqV1wCIR2UBMImaMF0ybnASjygpSjCaY7t977//BD3/4I6nw3/6iW/GOX3ybBHPKUEUFDCYBUVqkyoBDFpoGMkxVm6wPqW7XVfInWnLcCNjeKJQpxSRsiBhTs6mp9YhD1ty+pNyH65J4KeFnRUlgJZVjwLH65je/jr/723+Exworl2IP22ufDVjlZ9KiyU3NyVcLrJoggQmpSd4EWNVMU/51YVXW6rht1yBu2d6DBMWu/T5k8jksZEp4+OxlzGRLKEpioMZSmMVa/oHAqjHtYrJRjVio9cWBjhjGdmwXyv/UhYvoa+2As57H4tGL6AkkEaA+V91Fzi2jdW8/OvYN46FHH4PH9WJk7w7MX7yEjcvz6Bnow/a9O7E8M4dL3z7RAFY533IFOh8WcPD6A/iDd7+robulwDJtZqF19wxYsBmMmoTHIDvGGElrP+r5JPNKXKVZgdamO1u0CSWobCRQm0ZWqqgQQCrVqkjUQlXhumHAK43XKogj80Lja0qGTJsJ6OSNm79JutULNgPqQ89RCmD02heL26dLOYBwCB4/50gFbp5Mzzxga8aqsEo125bz3mGSb8MJJoSx6tDkIM/1Rq1UHsZkk6gWQASTFFCCFYvJa5BdBQoZWLYtBlJKA0xprMpKaDBWm1mrijvZUNI0dLqmcXKtEFxvGFYgqvSNCKrWCKwW4R8ZQJ1ar+W6AKueckk0ZC0CwIqnrHdAMla3MGGb9kbef2G3EXI3+ohXAKtmHjUDq+oNtvLODeAm/AnzeSTb33z20xmrDdixwSZSJl6KnS8MKZ8H4YBPJAGiQT8GkiGMtSXQ3dOC3a0J0ZD61zsmsO/mt2K05gMd6B2SbzTzXQykGqvciIuoWSoFMwFb1WdS5OrNtnwDZzQKPNJ7+MyM1SaifuMpBsBV730lJ3UrQ/WZkn3zp5qB1Wd6r62BzBWMVUMYFjBZzQeOK/e+Rbg4WZ/FD+e+hplfvBfTExv44G+/Bm9Y3I9AuAsIsZhiix6hE+A4KcaF4dcKDCFi/IIOqS8G03ZJtIBdakVlNrC6voiV7CLK5SxicDAQTyLxe/941fHXH7zn1/RNMvdLnYdMOJR2rsbzhVmpz08NXDUXDmWuG8kXLQnExIdnmylYGWDVFBzUuamSXvkK+AVo5sOu1zE7s4Qzpybx1JOnsb6ewdBgN8ZH+tFJcLUliaFto2gfascPH34cn//M1xF0yYAik42GQjyXXTHmIOOJcUQ82SrOwh3d3Wjr6BQwhgAjwVRpuRYgW+nFa5UK3SLO+MAVp+lyuY5YvBXDozuQaGlHLpNHtVJDMpqAU1XGWN4QC1DqbCdLw5uvw87ZcG2ahdAggyxIiAs2WeBlq4aSZSPellByPARkWLSr1+Xc4r+8TtP2bOIhJhMM+kVmJhRCKBxqnG1MMoycjYphFMCgWB1eBdb6g6JN292RQnppGR94/wewNrss869/eAgHb74ZXf19GBobk7OJcZDCEzQDUbfR8zOGw3S+LmIhv4ypwjSm1ieR3lhGe6gde9p3oj/RLWwPOGFYDjtZqsif/BHsiw+jvTOKdL6C7Noa1tIrKK4DF5Zy+N7j5/GSHYN49Q37UE9GUPBb2GjfhlqqC3WbKsse2Z+9gZi0XvO6TeHdtP/y/wW81AVzUzgV/WCdqHN8TEFZSTOxU2RTb9ic22QgET1j8hiLszhnYfpfH8UjX/kXnF6dwfAt1+JnXvMKSToJENW9lnTNmDPfxBRMQsmiJrCpmJxMIU3LukpieT2Mv2jEQtd3vubtv/LcpAB+bl+HxGoh6sYSSdV7Lj0N/KhLe3Mo1QMnNYI1tGBhvSDsq2PHn8J3v/ttxTiXY2fTTLOx0WhgdetebH5vgFUvuyV4LviGS+iLAAAgAElEQVSAnjYai5KZWcEyzVkcIbOp813k41U3mQFWTYFaijZesu7CEvNz3UbCQURCIQGLRLdQ6Mhq/Qp4alfE6EU6fLSMlhrbmhRbCH6xLVlAGx0v9UbqeNvr69i3LQ8/u47JlCsGkK7U8MBTXnz9+34cHC/jFS/woq/TQShSR7FqibYik3+erSzoUCqq6nhRLjPRBqo+P546FcU9X1rBwirfvxcvOjCBqalZhMIxrKyt4dLCKtLwi4EUi0DU7+V2VGb8Q1NZrzIHNHEex50Ehg3Xj1KkF1Ytj9rqZXjFdOeZT0QVN6rOKTFY4VzXmv3SUdjERDX3UV6jDbPMOdBMeOFe5PNawtKsMwaIRFD3BhHtGMWLb3seXnPni1At5dS1U3aEgHU8Ioa3UY9fALqCW4NNIgvnZ70M1CtwCaBp9h1Z9WytJwEmGqPxXkjyH+kcFAai8ibg/qnOdJWHNMg4wgJWcnXL62lcuHBRClxyTaIOQPkugrhs52a7utLqZBcfWXlcp9xXmwFXvvfk9ALaWpNilEhAn2OrugoUiYa3QWRLhCjjEV3ooFcVzBT5gUB5HZ/6yEev+vzmC77yqfejp6cbJ0+dxcc++b+xki3DCiYQDgUQD3gw2pvCzpFetETDWFldx8z8InJFJTXEzo7B7nZ0JhOI+Fl8U2siX65gaT2H9UIFFVdpkrJ1vlIqIbO+Kvtud2sLBvu70E+Jno5uXF7J4v4fHZazq6+jDbX1eeycGMfB664BXMYBFdQqNZSrddFX3ciW8PjJS7j/4SNoa+/B29/6Flx/7T6cX1nBez/0UVhsPe/pR9quwC+m2EpiT5lOakNnYajyzDZnktJ/EsKRZisTY+B5LHNDSDAhYapT75ZPiwRDosO+ND2NlUsXYFXyCLouIuEYSpyHQQshXxwJgpnRKCp2Scyf/NxLHVcXPv3w+xRRoas1JTIAly7P4uLMrOgCU2s1EIgIgEhsguAqHwT7Oae4FlkIUmeFwk8oZxOJhBHweRHU3SelYkFwFeq60uQ1GvDKeyRbUhjo64PPdbC+siQFs+0TO7CRpznYKjyWH4V8CZS2Y4gl3FJfCJlKCVV293R1iDTVHbfeht6uDizOzQh7lXkp2bDd3T1aUxzo6emVPalQyMPj13uJxl9IqOJajEVSWFhYw7ve/T4cP3FWtMxrTkWz4vnXVZxHMhzvj5DjSgVZCz6fkviirATXEqUbWltTwuDd2FAsUp7psRClU2hqVUVvX49INZFZzoK+EN7Y9SDAKo3NwwJ8LqVzqjtCp0mjo8MYHx/H1NQlKUxMnjuNVCyEW2/cj7aIHy1h3mMyXkkcYuTGXD0omrQBj7r3JARy72C+TlNWHSJJMV7OHNHnj4hG79vf9/HntMZ/Ul/0U2B1y501wOqX7v38FQluI1AkwMiKgZ8t1IqaXyyUBYQMhZXBTuOAF3kAdbib4JMHGjVYVdKjACKjmWES4c2AVVUZyV74zD99Fk8+8ZRUUl502634pV96uyRF3Hwl4RL9RR3Qbqnisp2Ij2bmjgFHVGXF6GGpw5ksWAWsKh0vbhaGGWKSTlM5k2q7DuSNdpQinqlKFQ90CoI/+OAD+PCHPga4QQFWqUnCSnFzoNp8K65grG5pft1acTbj1vxvM5Ao3TYit6AYRSowIBtZAYW8n9f2JXH7nhEko3F1bytlZAs2js2s4rGpBWzwHpIazzYDVvJCKqmR4Ea3sYvAfRCo9yeArpiwO2qVCi5OXkBPqg3+fBVzh8+j0xsXYJUVsTzKaN3Th3YNrDJQH9m3E7OTF5CeWUBPfx+279uJtbkFXPzWcbQFo0h4g9KeXygpBs81B/bij97zBw0Wj5guaMCSJ2wDCGuqRl8x7XULsowfx4ri9tJ6qF5L92VhGQgrWrXdNe6bblFUc0t9SRIn7BcyUipap4drQ7WoMplWwbHWhdM6osocgQmBCvwkqPX5xPyK941ahQzsGMxJOuTx4Pm33HrVe7OYV117G+oEeoNheKJRCTJ5/5xiGV4yCehwW8wq8McMjBgD8ePbcDwReFr6xPzKLXBMyNazBVyls4KYLwRa4Ebb4aFBFmy42XUgtw6XRiJSEeU4EVhVbuoN1KMhAyBIZxOwap6jQT2NDnk8EThsESGwSn3Omi2Vd2q/hkaHUKFpW0kBqwR1USYbt7QFWFUg4RUSA00jq67k32KsbgVWzbVfeXvUTxWq1ZhFDXRPoFY93FvBRWOG1DQGkhUroIeO9AEvEPb7EQtHEPH60R7zoLczit5kBBP9PfAUqzgx2Im2t/0W+qjTZBfABh2CPnTb9ZMpL6CbBlPN9wq7lUKQKQaprUuPmf5MBoBVvzFCqOrzN0sBmPUpz9uCOj8NVDXXshWd1sPaAHL/A+/TDBg21u+WHFWVZJTMAlskAyKRYCHj1rBQd3C8/AS+++534cz2Ffzti96COzL7YcW6YPmrwtyjLARlM8h0lBvTAFd18URl+QISiBwAi3nFAlDOwckvI59eQya9CLecRcguI0VDhj/+6lWv8d/9L29vsNo5RqawJuZkGkiV5FC3rDezlbYCrWJYqQtHhrnK/Uv2OSkqaVMJDWSRacVA2hQ2jdSFJOzCcqVWaxZTUzN44omTOH9uAclgALu2d6G9jayBLozv3Y5wawL3fe1+PPydB2XeBamjLEUYF+FwAAO9XWjv7EIi1SqgaigcgY96otRk1O1jZuB0F7kGEUQPQc4Qu1KW/b4t1Y2+wW2IpzpRLFaR28ggIYkZWX0eWKEAaLWsIxphNvsyDipl6q4p4NdsYZ5aXTTM7YALXyIIX9iHWkVJGvn8SjuS4BATLlNMZhLVGFsdx4iuIUEibdbD56hzSANGJgltYgvz80biMfR1pDC/OIM/fNe7MHfqEl5w863oGhlEe18Xdl2zH32DQ9JGmc8rRh01I1V8oCUipMjAorgS9fA5FoI8z5DHsruGmY1ZRP1hdFUcVKcvwwrE4O/sQb64CnfpMELFVTHzWcvlUcqWsDC7hsX5DB6dyWKlFsCw38FtXTHs2DOM1u5OrIZasN42CHhpRKKWjZ8SRCzSbZHfMexQE3eZGNLEqOZ8NvFOIxbSWVejgE9QlmNYqiLSloQ3HoU9s4zzX/0+fvjQQ1iPAtffeRtuv+sl8Fte0RakVr0b8os+cjMQLkAN9UD9IdFXN0UGMq1FgkPLn/A5IhlEQEakoly8+RfeedXrmy+4ayyJeCQkBTXRD+S4ES30epGMhsV9ubWjG/VoL+ZrCSwXXQHrLk6dx333fUWBQ9SmZTIs+oXNB54Bsf6NspZmfwubxwe0J6JoFxOWHNZo2OILibEdu5YkcBCyhOoEks407eHA72PRmKwPgsTRcEgAFoItfC6LDJwRXNd8DbutyPblmmMybMzeVCGbzFAVQ1XZaq+L1lLPKll4/rVFvPHlRXQECADXBSCt1y0cPu/B338ZeOEhC4d2OUgl6qhWvMICY5jkeqjJ6UE+72IjXcXlNRfzc0C17kfZdbGe82IpDTF4Goj58Y47boS/VEJHSwtW1tdx5vICLpZcrDFmFQkEdTxQj9Qj5mC6k6mpaM+9bMMNoBTpBspp1Ncuq2EUIsnm/bmiEKYJJWzPF31C7kvS3a7Z+rIR6pBOd8qoeMQYUSpAVq6Hc5YsM7I5y2XlwN7Sgn3XH8LAtTegv6MVu7cPo1ZRDHzmFNRV5BgQhKMGL0Fbm8ZGuiDG3IpAnEwFMsEoEUdpBykOEVyPSCeEdEtqWbZGLV0X7MTcSzPZJYaQs0gV0GLJFC5duoSZuVkl1cb9i+ucbeY6jzKSXWb9ci9WRREV75vizZkLl9Hd2QEaG5LEI2V1Y6YkhB59Bgqb1sXS4iKiApptAqsc7I/+1f94Tuv7c3/xW8KKTOdK+MEjT+D4uVksZcpS1KOR48RQJ4a6U3K2ZLJZiZP93qAUAVkroY5oxOdDyOdBgOaD0TAyhYKY/MyupGEFYxge24alpUWcO3MafZ0dGOxuw8TIIIYHe+F1qREcgO0G8YNHj+L81DQG+3uxu68V3T2d6OvrFMknI61QLFdQooTDRh7fe/gYHj0yie7BEbzrD38ft931Utz/48fw4U/+Hewa2d8+mRfMNRQjvSLdMIIpaNMimdcyNZXEh8ERZHYKO98HD7tIfApYDZDpzDlL2Tt2elCTmwz4ah0Xjx9HcX0eIcnr69i5fxw9w10orBdQzpdRzBZRLtjwh3g+0+tCyR8xh2dhgbJF7a1s10+ILMbJs2eFQR2LJ8UkiozoSkWd6cxJzdxSjEfDyuVnrUo8Sc1mSi70x2NIkthCiSDKnDhV0Q7lOqEGMDtpKE0TaYliZGwU1xzYh23j47j/Bz/Ak4ePIhlPwbFryOdycJ0qIt4AStUqFvIZdI0Oo3dwAOOjwxgZGkIukxb2LYvRc3Mz6OrullZ/5qMsaPO619c3pJAbDAdkbSbicUSjcek24hoLBSKIRFtw75e/gf/2gQ/JfVD0FO7rPrUuXa4T43/B+LkuezolF0S7t1oTXX7KZXHPoGRCPJFER0eH7O2cC9l0Rnx8gqEAto2OSQfS/d+9H4V8GsEA4xV1/2OJFpEEXE0r6QbuFVzHfX292LFjHKur61heWsbkhfNIJEK4Yd8E2oI+tEcjMhZFmniVSroQ7xUMob0tirb2VvleCHSUHajVJKL3MB6jzAgNGS0v/ASQfQG85t1/85zW+E/qi34KrG65s83AKoNC005lqv8E/MQzVOQAlLt9qVjW2pus0HEvMK3ziqrP/dG0bDUS2i1t7FsBS8Mm4MFEmvbf/e3f4+SJ06i5Nbz0Z16Mt7zt5+H1brZ5K03STbafAsbU4ScqWg3zLcU2Nb83B6mp0qqAmLIG2hlZqmHKzZcgLs06mgMZAySb6qkCiZUejAR31RoSLTEcP3oUf/5nH0A+T0FrHgzGZEWNyFY91asFVk2AYZJoeU89BioRMwCZcsvkpsQ2SWF0uC4mUn4cGulEa7wFgVAA3mpJnJTPLGbw/VNTWCcQSmBV5ADoxKvaluS9yADmSc6Km9+B098C9MQxOD4mAuFTFy6gM5FCvOrFpcdOosOKCbDKDTjvlpHc04Ou/aN4+MdPiBTA2P5duHzuPNan5wRY3bF/N9bnFzHzr2cQtwKIM9mlIyNNL4pF7N67E+9973sQCqpWfX5W2WBZBCCIvSUBNWOzFWiRsXNcqXDxQOWBQx2yTRmFLbmHYS4aEwv1xo2/xypxOr0hWjM8aOZm5zE/v6D0WeIRuNR4CUWRTLWJeHmEum7hEMKhsASxqn1RQ3GaaUwQQLWKQUD7F9/+M1e9N4sUwIFbYAXCQDgKkLUqzq8OUCrBx2pcvYxaPq00UxuQp27vBiuUIVjxXriJFlgVBiIKWBU5ANTh9XuAQAsQawUiUWGyOmSsZo3GKh1YCaqqth8FrJq/ZDRWzUdjwGt+rdazGReVgvMzBIR5S8BENMPIWCllERjuRY3JBaUAikWgQMA1L59PrToja3Kl8/HWQX1GYFXYf9RY3SyQGFa5+rf555qQK2/c9PMre9H/w8CqYTtT+0gkGnwugj4LkUAAEV8YoZAPyRjQHvehr70dI8kOJPxezFgepH7jnYjRhd3OI0a2mtdFlWYH1JAz7fzC2txsG+SuZrj/AmZqwNCIIKg7p+6h+lfLQeiBNMCqgoWb9KT/A4AosYJnS++f7a41A7TN329d883DL3uHouKqwgXbMSmH4LHFyCFTqWDJCuP+x/8WTyx/Eh8ZvxM3ZK5FPtWLMJUyRPtOAdCu7nLQtFUNpLvSRixabmIkRVGysrBVyaawSuuoFXOw8xvwlgvwZbLw58vAH3/hqtf4O3/7rdr4RyedbBMTN1TVoWFaZ03xUNg7fpWwm04NdptwL+VeK2eZXZHvlQN7SABapZOoEge+l3RsCItks2NEzlgtC+GCmmOUBmLyHEQuX8aJE6dx4vAx2KU1tLXH0ZboxcDAMIYnRlD1OPjiP34Zp0+dRZia0LQ60fpfQ/1s+e9GS2sKqfYOBCNh0RUVFigNFskulYSdpoGqaEptQ0l2NGuUhYmenn4MDGwXja0yTa+KFdRLFSS4P3Lc2F4fCsjcMIAA3ZqDJSbtBG+0iUXAOJXbAqxWA4AvEUa+SHO/GmJkqQRUImPafg1LigkZ7wnBU9F+1eA3GTj5Qr7RDtf8ewOW819zXlFnry0Vx+zsNP7yfe9DMZ0V7cJwIIaXvOqVuOaG6xCOhVGy1X0lW5Vgtbh0C2CjYigD4FbFiZcapLQ359Zegy/A17oIxryYf/g7WPn2lxDtjMI71g3LU0G9sgqrXEWpWMdaZgPp9QJWZqs4NXkRhxfL6JqYQM0uYadVxJvvvEkSvNViBrPRbripYZGrqJNyWypSoF7uoQFDBbwMBASYbo5vlMGkMuUT/UN9YFwRl7Fork3AeP8N+BmKRkXaaOWJ0zj85W/j0TPHkNy/HXf87MulPZTMUrtURlDkJDwos7VT6+/xungtvC7eV4J5wstpamUlyC8FeynYKgBTNNO1YdEb3vLrV72++YJdcS/ikSCS0SAiAS/8ZAvKGraEWcXCA5PVohvCYi2GghWBLxLD0vICvvCFf5a5K91kBPZMK4K5kibG6tZil4Q5OomlkYwUG7xALOhBV0sC+Vwe6yWy69iGTACzrIBbUYsycmGKWclx4lyL0HAmGEI0HJakmQw6Hvpsi2Xim+fZ7XqEzcV7SIYn77WRRJJWZIIglDcQXIRAm5KfNdqBDoJoDxTxq28qY6KngkyWsYcyWnr0tIu/uw9IRnzYM1xFIuFFqeyVFlu7aiFd8CDD8KHiSghRcqKoVMvCZOSmIB3tckL60Rt28esvvRmJagUBMgVrNayXqji+VsJ8Lo+VUlkAXYInNfFa8IlrucSrGrgTqQ+vF3NlC+VwBzzlDTgbs3K2WJbKr+Q+6BjfADm8ELtaxr69uwSwvHjhohwzMvjCujTEl80TlazO5p83ipViRAh4KjYqpSIGevvw1ne8HdfdcguKkSDcmg2LetKaVMDncv6Lo7ajumi4p5Gh7eVcIwgnpns0qNMEARoXazCE95SEDRkL5lxiWKY+p3QmsmguRr7K5d3MHwWsqnXY3tElZ+vpc+cEbOR7kKlp9n1Zh1pj1eyfRh7A5IimEHPy7BR6e7qE5c1Y1TCfRSfXMFZJPKCTfbWG2bk5tCXjsofzenju8Pz867/8789pff/x21+ixqkO+CMJeCIt+PFTp3DuwiV0pBLYNz6I1qhPGIFk7lH6xrErWE1nsZEvIpfNIuzzozURx3hvG8a2jyKdS+PIiVO4OLeCUDSFbRO7pIV68swZ9Hd34rp9u7F7+yicahkb6SUpAHG3O35uBo8+cRROtYqX3nIttm0fEcIQySPcDdhZapeqKNq26Cv/6MencXJyAWWvD7e//G707DmAR44exfzSGnzk0/N9CU4xduBeKfshgXbFIBQpAEOQ0p2VspfrzYfgvyoMkVFKvXMCrH6VixJoFTar+lnQF0RmaQmXzhyFZecRsKrYuWsAd959K9bnFnDm7BQWV7Lw+2JSGKPMA1v/ydLmnkIpoXgsjFg4hDbpqmnB6ckLyOWLiMRakE7npAMlFovKfsTvea3CdtTnjZEEULq/9H/hHHLRFg1ge2cnOoJeBEUqgMAD9UTrIrmRJlMyEsatd9+J4Z3bRW6BQOITTz2FI08dQzQUQWEjJ7JevGav68FyPovlagkjO8Zx6y3Pw9hgn8RuVbuErs5OTM9cFnxiZGQY0Yi65oWFBSlgMZ4i6Muclb/r7u7F7OwsNjY2hD0bikQRDMexuprDH7znT/Hwj36MaCwu+zpBUnXusVuDZ7DOBNyKsPyDQb8AuTQNJJktVyhq2UfFEB0cGhLZAQLUuXxO9n1eE8dieHhYcunl+TkprPOcIGjuDQaRyeSRK5LQozqlOL40BBsf34Z8Nif7wtTMNNZWV3HDgT1oj0Xgd2oIOIplXCrkEY2E0BKn8WMME6P9EqsxrhNtZW2QKvOCMa/lkflertDonPJNNbzjzz/9nNb4T+qLfgqsbrmzBli9557PyqTmpDRtFmSZchKxGsp2A4KPArJ5qVPiQ4kaF1JlVG5qFISmRquihJN2rQ5Fw1BtPsxNQCEAjw6+THBKGvYnPvEpTJ5ni0cVb3j9a/G6171ai1nrJmGtO2TecxOoVYxTOfQ1E1E5yKqNmV+S3GizIAFYKZ7t0y521JbUWoMmEDeBvjmIm0FZ9dmUOQIf/NzccC9NXcSf/en7MTOzKkCtkASamY9bGob/vwJWeQ3GGGuzBZlUei86OzqkilmzKxiLWbhhqA0ROhxGYvDXS8LmObe4gQfPzWPZFmcBxR8UIyylhcuDn1UrqVbxcPXXUOtrgdXXgqEd24TSf3FyEu2xFrR5wrjwyHF0IHoFsNqyuxu9B7fjkccPw626wlidOX8B65dm0N3fh4kDe5BeXMHig5MIVl3EPARWXeSLauPduXsH3ve+98qmbYBVMVQhIKB1fpUW4BagywCjVzCcmfSoKiqrUZzXwppu0lRrDmolsNXt5KbSreae2pRZdZOkz7Jw5OgxPPDAAxgcGBbW58z0ArK5slQ+qzUb/qAPLbGEmF0xsGZlkSAsD3K2IfLnbHOls6phL914/aGr3psJrA4ffJ5orFrBiEgCWOQu1ly4ZWqQFmHRuMouKkdfXTkWbWWCeKCuVBhutBdItsBDK3epNFfgEFhlgOD3wgongGgLHBqi1cpAbgNWJgvXLguwKYGU6NGyRdowOBUot/nV3AKvk4kGMKlkAoAQBUJZohfqjEgmwouqnYHV1QY3EoGHUgClCpxsXtiBNM9SCmwGWFVA4tZHA4iT9jMlBWD2gU2N1SYHCpXu6K8mRnrzWxumugQemyDA5us2QUpzPWoP0yxnDfzJqzUbn1M75PchFgyIcU0gSE0oBz3RGMLxFgwFW9HXFcIymRmvfivad4/I+qYNnACBohtHdorOmCWZ2YQtDWNVpWiK/cI5rZox1WNzBNVINo/nJmOVe88mO6rRwq8zqK1JvOzTzwKs8m94NTLKf7aSWp8JEHja/W26L0zAGq8REwWleeugDL8bx7pTwYzj4rFjX8Xpe76Ll/5sBK/17kbSMwIvzzppM6Y8TV2MNqRFVjvWm0HSx4ICI/j3yFSo2FKUku+p4WZTrqIEK1cQh3m8/feveo3/p//8livkawxLTKr9BBoFYFWtybI3egmmaWBcA1ObxU11jkm7pNYD5P5DoypVuNw0CDRsQo6DSfp5/jCh5kOcZr0hwKFwqx/RWAj0+VrfWMfR42cwNT0Nv8OEoxWDw8PoHujG9MwCvvmNb2NteR0R7lfUIq1UkAqH0EtN1qFBdPb0IN7SIoUV6oASWOX+yYSLG0Ljs4iTrA2yaxiXdPcMYWBwDF5fTLEXUUeB417zIE7NNk4+glYev4Di9bIjsiIE2zxCRnThC/oRCAfEDIVzqOSWFbvVy84UstqU9AvPI7LsmESY1n0DoDIZM6xHA7yaVm3GX/wdW+H4IHhqumPMfeXP+XwCaUvpafzym9+BucOnceiaGzDx/Btx+6tfjm1jO0QTmgmjKSgzoVVno5JvknhBg+RSvHRKCDpANBiXAlyOLZvVDKyaF/GWBGYe+hpyj30DPYMR1JMufJUCqmUP8oUCCjkHy+sZTE/NY/VyAVNrGWTLDsIjI/B3dSCWW8NbDu3GaH8nak4Ry/Ah074TdW9CjELKmt0je4to9yujSfNlJKTMuEnsJ9uvMqh5WnFFgyoyf+p1uQ8caxpOXfzaA3jsG9/F0fU5jN99K372Da9DdyKJbDaDqlNHSLPQ+J5k9sSj1FdTxXOOJZNTGTs5fRwBDvhzBZIroy1+qdhWL2e9Jt741t+46vXNF7ztlXfh+OEnkV1ZQSriRWuCwCSN1rwIhCMIJ1Io5HJI5/OIdQyhfXQnrHgn8oUcPve5fxJ2lbSHS7fXlkvYIgXwTHspY3kC8yQ+8OAI+1wMdfL981gvlGGzDCLGig68PmV+SV0/M1fNOUpgJOBXMlrUoOaZwM4LKeAECaC5KNt0gi+haNPAjUzVkE56ldyXAS54PyQGF3Yj/eaN8ooDx++Fp1zFK26u4EXXF1Gh7mbFg4gfeHTKh499uQK/2wW/mxHQR3YDyv9QMknOGYKGZGJx/ZPdpM5f0f3jZsCilOvDro4Ifu75+2DlsmjhurfLIilwZGYFGY8XC6UKijUHdrkihnEBH5lcuvAjgJwywSnV6zi7UYId7oBVWIaVXRLQh9GNgC8aVDVFMgExqw76+/rw+7//O1hbXZZOv8uX5mUtsOW+eU9v3HExCnoGwJVSabKm6igWsrjrlS/Df/6930W2UFTvRUkxmtoaYzg59FWrNu8JY0A+CGpSwoWgEnMNyQXZach9x2fBSyRcG3eKdIycSTQQDunAgg7d2oyLQDzjEi3vYHI4xtrM74JkPkciWFxewoWpaaXR6vdLHmI+u2EQmnXbTB7iGWceTx0/K8BqSywqbdb8bHKOacIO17HosjIirlRxeeYyejrb5e8rXU12B9bxPz/wwee0vj/wzjcrJq/HQqq1HZ1d/XjosSfw1W//ANFwENfvHUeU5mHVEiKxONKZnABeq7kc5hdXZE21RqPYPtSHG8ZHMDrSD7taxGp6A+WahZJtyd7Ae8F27MHeXgz1dCLi96GQyyJfysGuFISRPTmzisnzl4W5v2+8D51d/JzK64KMSu5ttVJNGIfz6Sym59I4N72KY1MXYSVj6Jq4CRAgLAw7X5T5QOYf2bbsmJT9kfm5FLxU7NA8V5vxAaO7rWRMVNGUBRXLz45AsgjDAqyyyComk9TvDfpx4dRRpBfmEKzaCFtlHDq4C4PtSZy4cBkbVcAXjotGadDyiOkyW8u2bF0AACAASURBVPODIeqg+8V4zudxhcHc292D2aVFLC6vidQHuz5onsacs3GmaPBeCoFk0TOnpOF3U3crvUmcehljbS0Yb08ioo3mqpRD4Th4fCg5wPPvuhsvfs2rMLuxggzv8doaZmZnMTs7j1I2j+NPHhGd4qHudtiUY/BZWKzkcfDa6/C6l9yNajknjNb2tlZZe0eOHcXOXTuF1cmYZH5eecsMDg4imUoKWYldLARVZ2ZmcOzYCbS3tSOVbEUgysJ5GH5/HPfd9x28+w/+BImWNgWmck3rM7q5eMHCjeqooDkai3/Ei0KoUK6gqvSk+fye3i7RlaVuMU1JKd/EMypOk80w93sH2dV1ZNJpATgZ31EbPpMviGkgCx4qx3c0sDqOQj6D1mQCwXAE9331qxgeHMRAX5fMPye7IkV6As7dba04eOAajI0OI0zJAgHE1Wcy53WpUkG2WEY6W0Imm8fyWhbL6+vYSGfxzR+fek5r/Cf1RT8FVrfc2WZglZOayYJx6OOkVZudcjY2FVAuFB7MXJDq0FHGUcK6YwXZYe6onDzDYWpXaLMr1TPfYBcYtqWIHFPIXTRWHOTzBXz045/A9KVZWYBvfMPr8YJbnydAR5BuzKKjo8wpRI9H3NxUsCXtAgx4xDFUJXc8vA3rSvQ1uHi0gzwPSh6IbJmSVF2y9U3mlnqtYupwIXNhqjYvpUGrYCFFjpfvXUcAv8uXL+ODf/URnD07Je3gdEltZlttZaw29DefprFqWolNR7puMd3C1lX5hapQi+Zsky6ThNIelYSFw0H4XQfDMQ8m2sJoYZu6zw8fdXNqVcxnS3hiZg2TqyVYITIbVZLDjZcVd2pdSaWIgRTvs7eKel8CnsEUhiaUxurFc+fRGo2jM5zA+YeOotONwifxtQcFt4L4zk4M3DCBR594ErVyHdv27xYpgLWLl9E9OICJa/civbSClYcvwl+qIUzXYJDJU5KNd+euHfiT9/6RuIEa4JeAr2jR6TEIBIJyzQ1NFYNwbJn/cl8120pVrtU4q/liuHhNpgFyv5V2mDFO4FNVe4rcBWmhoNYM2wsZ6G4bG0U85sf05UXUagwAgnKIB4I+JBMpJJMtkkTzSw6oWl0OlmiU7oqcf175LPFEHF+658tXvTcrYPUFcCUYCQL8ogJWzYXFCimZQtU8LIctW3RTNYATk1XVDl93gnDjXUAyRS1vEUV3q2SskrnqwMPrjETYlyrMFQqIU1+V5lXUPmWrPoFVArIsMGyC/ubjNCiqV3w+ASI1xMlxkPviZZuuDy6ZqcRJ6zQX4PrPw+2gxitZtQ48VRdOdgNufk20vpgwqNWjNV6faST1ZRBSpcaqos7qPUs0VpkUKK26pz82P4P6vXnSJlhsgAA1U55JCkCDXQKsNpRM5e+qliif0o5kG6TfiwR1mWJhBPwuwv46OqNBtCTD6I+nMNKVQs12sfSCu9H/vOtFY5UyHj4a7og8CeDTVV+1520aVQmjzbTS0QyCw6wNrZQEgOr2FGZJE0BtPnFHvFMB6DIMalyaPo1qvW+GjjUpVrFktTbplgEm5nXFHtp0D+Ran/GebAKwBozdKuJAipPMSJFrcBF0QWgVq/UKpq0cjj75GUz+/jnUXl7Dr9/Zg5cvXgsrGkY9Rt0mrhUyJoQyr1iAurdZvSuTdD0XNGuVJlZySJKpwUIQwRq7BlSq0iaKO1521Wv8N3/r53TnhDrDDIgapGt4A1DlOW0MqLiHm3WuTzHTMirghDKTlBZmzcaQdnsplG4WKc08NgkE91NhpJDVxPtb55olWMG6jooDpPUsEoTlC2NhaQNLsxexMb+MSDiB7t4eBOJRHH7yCH74g4fhsegcr9uIy2W0t7VhZHQEg8ND6OjpkbOLUkOMPWhAwdZt/m2ezWSOWQTDRL7Gh97+YXR2DcBxvag4ZFvU4fdayK6tIx6MIeKLStLosAjKbmZu8zZbBXjOe+H6HNXdQZkADw26qNFmox4mfulFzakJIBQMhSWmoGu0tDnrQh4TA46/kn1RDCd1VrAtVbWl0eVduO9Nbezy/HoNUQEGKQ9AeZmAaAGeOHEGf/Fn70Jto4SD+6+D5QvgZa98BXbdeBA11w+7yA9CoJwxgWKqcv8gkGGkb5gkmQJ3EDHUPUW4/joqpZoAZf5QGB5vBeXCMjKTPwLWTyMa9sKmbt96FuVyCaVyHum1MlbyNSxu5HHhxDRqVR9iHheXHBet+/fAW69il2Xj1mu3ob0jgXSxgMXECNzYIDw1G0V+LgLlYmiqdBDFxMznQzgUhG2XVQuv6OQrEMewzdiCLPNOzha1L/FeSpznuMJADnl8yEzN48w938GjZ09gPeXHC15+J1784hdLC3OukJd1zGSZa7RuK7O0YCwqwKl4DujivGmpUE70poggQuAKfNFkAVFIMXusBiTe+LbnBqz+/Sf+BgszlzF56gQmT55AeWMVLRELiWgYhbJKTslC27VzBwKxFFaqXuT87dKK/dnPfUbkOMQARlX5r9xjtOa3KZHJjqVjSDFEMvIGrop7CZN4nCq6U0kpJGQ5VmQvUhSFwJ2ujinnee6Jlu7+oquzXxWZ4IpuaoAmKT5lSsTrssuK3EF2UDaTEx1FxnPC/JL8Qo232AUwIVay+MogRX6hi5eUcahWsbezjLtvtRGNWqjl63CqHtx/CvjmExY8wSh8ThF1xg8OzToZG1XgWjQ94x7G8VJxpsiSyDFTFxkGukwTBN492IpX3zABe20NSb8Xcb8PC8tpnJpbgq+tA0vlKtYKnLt10UiXtn4aQzJ+4X5IXf6WFmTLNk6tV1AOpeDkFuHNrwrwwy4sj85hFBCpjflcF21t7bjr7pfiuuuvwbkzp3Ds8DGcPHlerXePK2MuwIU2CFIUAB1j6K4+09HnISLiUi7Fxqte/xrc+cqXwgrpNn1bzWkCWQQp1IHuEZDOsEvl3JMcThUgbLb/Us5Y4iZXtB/lTHQ8uvBQExBRQFRYwsZj7mkEweW5Hjp5+yRO4T5l1rxhrAcEcOeB58HU9AyKFRteGu1WyBRUbFVTDDGFD9M1YPJbA/RcmJoVwJFsNoKUvA4pvkmRRwHb8l7wwK7UMXVpCgM9nXKeScwsGrd1/Pc//29XfX7zBZ/+0B8hvbqM7NoqqmToW16UKw42ijWsrCyjKxlGS4QakLYw6C7PryDZOQTX48XhI0fR05ZCdyoupnLjna0YHuojt1QKQx4WLSItwvjkfaJpT5wFP7jIrK6gWCjAdsjIs1FyaphZWkcpX0EvpUUqG0LwaE0lhUHOPU3GtVxDsWxjKZNFW9sASjUfJpcXsF6r4MySiyIJKl6/5Ixk2RJHYPt/QxpJx7HS0aPZgrpfT8XGGnzn7BCrajnHlfwK56HjVX4ulC8gqcvjI7CqHOi5ptxqGfPnJ1FeXkGgnEdHPIiD+yZwfm4Oea6pUBAt8YQqbrPgyOJOMCz3sGIX0RKLiE4p1+vy6hoyuYIAmXa1JoAnCz/M98n0VNiA9mrxUSIjIOtFzVMVk1G2gPFTR8CLnd3taAnwDK7JuvDXHTDUiLR14PW/+MtwoiFslPISIywuLGBheRUrK6uYPH0O546fQTISwQiNeiMh5IIW8lYdN99wCHsHx+DWCAp7pYhImQziHfuvPSBrbn5+TubxwMCAdE0q/xyfsFOJWZw9e07MLaPhqMQh4Qj3KJLnIjh3bha/83vvwdw8AeaIMNEl99M65gaUrOnCI4l5lVJZ9JQ5toxZZH+xywKoM/+lJAxlHHiN0i3luggHQyIXQBZqb1uHELUou9HR0Yl82UYmV1R7mMYm+Lr+gX6MT+xAMbchGsTjEztx/PhJbGTSiMdioi/rI2mBJCDXQSQcQndnu5xDBPo5r8iwFZmrelVij3yxgBy7ZG12IkPOtzoPGo8XTxw//ZzW+E/qi34KrG65swZY/exn/6HRlmJYFeqpm2265gBUmqQ8yxSjQLW0qUqP+n+/HOZ8mLYoUyE1LD+pcBrNTxFah1R4uEg3NjL46499QqpwfssSdgoTJzpvHrpuP1pbYtL6xEOYVyedBJYXx0+ckEQlGlOuh7wW/n2y/0LhsLjymbYOSTxZMfdQCJ0t2tysVRLKazWMRzH/0FVZfj5ZmF4yuIzmkarMGFYs++fYQnbp0iw+8cl/wBNPPKUqaU0PA6o2wCWN0hig2QS1/H0z+1TgWx3UKGKUBgO2aIA+7f1FO82H9s5OxAM+RNwKhtvi6I74kQpTx6oCSwAqFzYczBTreGxyGXlWsFn1l3ZRpUXLQ5KbEK9LabbWUe2KwjPWjqGdY5JMTp89h4jPj8Gefpz4/uPoqUXhLSvn7CJqiO/swtChCTz+1GHkM0VMXHsNZs9fwOrkNHpGBwVozaytY+1HUwjkbATZSuI6oo3DgGLnrnH80R++G0Fx71QyB2J4JLqwui2PpAqdfEnS7ygmplTRNKtXAnOttcR5IkGnZsio1yqwSbF9DEtLMRmEEcD2Fmo5yXzxKiDfclBhAO26eOLxJ/Hxj34S42PD6Ex5cezkNDZyZEaomIEtEvybfjlgLWE3iVFYMIhEIopojPpTXu0q7RHJgO9851+vem8WYPWGO6TVjIEVg3Th3bLXqVQBymVYThGo0zG1qtv0eWVMnlQCVLeCQLIDbjIFVF14GHBWy3BrSv/VYktONAwrFIFFTVxWo8mGLWdglfKwpHqrACXpptPJ6JVt9VeuEoOUibkJTcmY5PD2BbzwBMJwCFpVyAKss2EYNeTh7RmCG2mBY1fhJbM2uw43t6gMrgyoKmeyKaL8+8NpgJFmdqNqIdesCp2oCODeoAKp4ovKBEwDvZ5D+k9uLa6o56rXiXuu5oQK6KHfi0xxHv4i6O7xIx4OoSURBGOWiN+DjlgUnYkQkmE/Rtvb0BaM4NSBmzB8x22oVwtw6n4EfGX46hZ455i4SY6kEF/1vRRi1HUw16paHpS9QFUK0HI3BBQl69jos5mxVWCphbZ4R2NUlEaa4hrLqDW9h0lbSZ70ueTmMDVXULrsg02eWJKrNzGtNrHrzULY1rspWKYZbxKtm+zLpHVJgwfN9zhAWRf4sW7XcN63in/5xodx/G/OYGx/HHveYOO3nFvQXx2D0xKGZcWEjWl5K6LLJwC4CJkqlq/APAJa6FFroLuOgH7SVllzlCyH3mN8193y70/KLc/49d98/RUsJAMAEbjgOW2YquZckxYqEr10CzrHwbxGieyovZD7G7sEmEiRsUpdRO5RRvpBNKbJHiKLSwOxZCmJOYU4R2s2k2YXmNZuAgR8H/VeEEfd9fV1KY6GqeMML+7/zgM4f3ZSnHmZKFAKxUtNw74e7NmzC8PbtnPzREDaSTUjV9hYqshqXJ+rdRep1k6MjO6A1x+RhJ+u03yw8zyztgbYDnpau1G3XbhVMhjYV0wXdOVyLgXZFDUrg1Keke4e6TpgkccrmmSmo8W09vPvM7kxY2nugWJeqq4I7u8GbJWE360JsGeAcXPGM8HnYRSPRCXxD4f9Ykj053/xp/CtlTE4NIqbbrsVb/qFdyDV2Y5CqSJAmzm3zDVI3EVARLcsGiasab33Wn5ULWXQwuSHbMhyKQN75jEUF87CrW0gEmQrp41iroB8tgS7VER+rYS52RWs1IAXvObNePLYJXznox/DQGcKq3YJmVQ7dt50CLXZabx4zwAO7hpAtpjHxXQFvt5dcKIdokdruYrNJDGmnOcqzuGcNCwm0ZHkWuZZInFeXZhxZLZJgivt44bRYsFHA55cCZd++CRO3f8wHlucxOD+Xbj91XdjbPt2uLbSx6d+H+e4YUMaZqDMpVpFAC3+rNGSLB1KSqvRrCNTYBBNbYmRjHGqlmaqO3j9W371qtc3X/DhD39U5hv3ZjuXxtknf4yjjzyIXK4In6+GXYOt2N3XgbZ4HDV/GOsIYyXUL+DU5++5R5hPjJVM8fmKi1BaSnL2m64KE58rfVQWWdVWpu6N0uKMEwwVp2V1Fpr4STHQIEY5ZEFyfVIz3iazz0+ZhKruflPammTWs92TIC0L1nIOeTwNQxgDRsqZwL1VYii1fxPqktOrKY5WazuAah3oj+Zx8448RruDCHmqWNoA/uWIg6dm6koD2fIJSMPiK4suz/TYLAOq35pzg6DeYEsIr7p+O6L1ChKU/bCAp46dRsGtI9nVg7Rdx0I6jwqBX46TQ4CecVhAxpudJ92pGNbzZfzwcgZ2NAm3tA5fIa3OWHE+V5rMNHzig/NVWF8dbXjhS25F51APlqamcfihx7C4moZDgzN9thk2mflcbN83a4f3UklQSf1FmHsskr/zXf8Vu/fsRKnIlmmCRmr+yjTRe7qKS/R46GKGkRRh/GdMsszZ2tDM1B1hvGtm31Z5o9LpZmuweGl41XxiXEygR8nLqXi8IOY9CsSngRCBwly5jHV2KHn9qNqUbVAAu/n8Zj2bn5nx4P9LIctxhbjB/zf5o8T+Ir2kTG1ELgdkf9YxdWESIwPdDW1x0xXwwb94bsDqf3rzSwTCFxC55og8TjSRxGOHj2BjdQUdqSgiIXaRVkE2XblcE2ZrNBZFemNdWJrUWva5LkYHeoXJzAJANruB1dUVxBNR9PeMIBJNwK7aqNUrKBcLKGYzoklbRQ2MLHNlG8tr6xLDj2/bBp+nihp1xdlqIrEpWeu8BhvraxkUsgWMDo8hEI0g2ppEzevF984s4YdPnsJCvgZQh5r5QqUEpguMX8VrgbOnUXRWSZFhrkrnkPGuqKl8ink6z06ZdwqAUBJHLBaTHctuAc5ljxf+YFhY8Lm1FcyfPQNvIYOYz0JHX7dIGXG/iZOZrIubzFvVzOY26IrkCs35ero7UCgWsby4jJJdRbFcxXqW7N4ySlVVfOa+w7hIFeaVgWFzl67qbGIspOLPYL2Kid4u7BnoRtxbh8+pSMdM3rLQt28vdt18M3LMJQI+VEslrK1vYD1XwKVLM0gvreOR7z+Mbf2DuOHQAXgSYRw+fwq79u7Gvp274KlTAEW1x/N6FhcX0d/fJySd5ZVVGTeyRNkZaTo/2BFDFitB2O7ubgHRub5YzIpGEljfWBFsx65Y+MsPfhLf+MZD8AaCSu5FDAq18bfUVSjtoIhdiUSLjE+R3ViWR6SdWPzm+maXg3TfsHNBCivs4iS4rTtj63WMjI7i0M7duHTpAmbmZ3Ht9TfisSMnML+8Ab+HHQD0+lFyIpQOuObgNShm03DKZbR1dEghcXpmBoViQRUDRT1IFfP4N5U8j7p/xG8Yx3JukEwkhSAhjrCgovYRE6vxuh89fPw5neE/qS/6KbC65c4aYPWLX/rnp91zU2k3h9mm8KHKkHnImkUkDEGjwymEKhPsGGaWYhGYh0nkNsFB1drBoGl5ZQ0f/eu/wdpaWg5XcXHlgvD78fNvegN2bB9FSzQii9rjC0pFjsnTZz77GVycmhJnXT54KHMR0AyIBz51PhQIp3QxudhZPSeoKq0FZGGJW6dmILCa7uXnUpRzv89CKOgTvcxIWLXT8T18Hh9YOWUSFY6EJACnrtx9X/02fvjQIwKsKjxUV9oNaGCgh2dJ8J8NWFVjtqmfZMZaBZd63LUli9pKVJWcFR/qcwWdOrqifoSqJWwf7EO9koPf8ksSuVEu4+xqHudXy8jZVWGFckORILdaEeCUyQvfkwmaAVa92wisbhO3xMtnziFgWRjpG8KZHx1BZzkEq6gSnRKFrXd0YOyWPXjy2FGkV9PYce01mJu8iNULl9E3NoSRvRPIb6QVY1WAVZUMEFgtlIrYMTGO9733j5BMxRsuyUrQS5ry5N5zwxUDFn5+GXwFuJpgS7XobbZlN1evGwBa03zdBLS5Iat2BjPHDGtGVdgtFEsqODt18jQ+8qG/xk03XI/RgSS+/+CTuDS7Kq2G4mxJR3EpKmxqCZlrNKwwUynn52FQMTMze9V7s5hX3fgyuMKq80obuDCwyNQrUgbABuoEVllJJGvOQGwOPDw4hcUVgtXaBbelDRAQqCaMVTq+SsBNncVIGE4gyGZZJXRGB/RiBhbNoyhW//8ArCrNMDJhACsUlHVPOJXAKq2ICfQ6vjoCAyOoB/yol6vwlAEnnYZVXAJcAqtqDZoAaKvM3LMN7NOAVW1rpYJMBmNqXzMxYhOFRr+lalcxj00hgS2sIXmTZmBVQ6tkzDeBtMIWkgTHJy6o8SiDRD/ikQAibCMLB9GRiGOgtQ1t4Tgu3HIAO2+/VeQYSi6NDcgIVVrLyhxD84KN9poGQI1hRo3yKZaLmmWhYtV1sucBcWvbIrvTlcIHEwJqtvpdC/FEuxZe4N+g8IQlRbIQ2UcCoCqDEI5ewPUgRFa8q55D4NWcFFuBVS0D94xn1TPePwmKRAJOgTFNwKoKgc2900AuLIRrOeS8CSxVvFj1zuOvP/QrSBQs/E5pHGfaLmPo7f145aWb4fO3wgnFUKP/sxsWZgv114R1If9acNlXrVlKwu01rGteEAsbnBdSGWzSGd5+01Wv8V/99dduAqMa5BBwjs6pugDXAE61SSPbdQ2Ad8XvNIjFM5KJJkFEJnMBX0Da0qNM3kQLU7VOEbzj+SvadSIfoJiGsr/wYzaScm2Upq/PAI1kqhFM5PPYBbOezogWNbXMvn7fN2AXyxKU8/3IRAoH/Nizdzf2X3s9fOGgnK8NXSzvJvjF7htqGhaLNuxyHZ2dvRgbmxAn6irvD+c/50StiuW5ZcRDMUQ8YVhVBT4SAFIsXXVO2GFXTAzISvWwDVHHOyW7LONkkj4WxvhZCARwTAgU8fPxYcBUaovx9+ZsNYU6smCZKJj7YkAPYemA4+9DOGnh81+4Fx/5wP9A0Cngnb/2HgyOjSDamsL43j1yvpBRxWKiaZFvgCcEI2jS0aRZaq5Bro8dCh7uDQ5CsSA21maQO/191DMXRVM4FvSLvluRWmalirxPKZPF9MKamJhU8hb6R/bhhte+CZ/+5Kdw7P5vob8tiQ1vAMHhEXS2t2NPbxx3HhxFdmUaj0+tIDZxCwKpHnhZ0Niij26ASoJzm23AyjxD9nEmtnWlHSqt58KmRENjl+YkudkVnPvaAzj648cxF6ziurtehFte9EIk29uQT2fg2HXRbyNoznvFL2NkYUAZf0AVJwRU1VrzJiZogEk6oTRxhZkDHFfTfsxC0mt//peven3zBR/60EekoM9YNREJYvnSBdz3xS8gPXMRfR1xtMZ9aAt60ZlMIdLSgno4iVV/F2rhKL503zexOL8gIGfNw64RBSCaOFxORjlT2Kmx2XbOnxuAlfuYmPmAYFVFtM0j4aBo0DXHVXIPRIdTFdQI0LMgwHVKkIL7jlkHop/Jz+T1iQyAsORFQoGMS/7caO4qk1BVvJYr1/rQHrCVVo7OJmBVkmDGCHUXPdE8rhvNoi3sIhnzoFQL4is/KuPkIhmYPJks0Wm1xIhzU8+0+SY9K7DqAiGrhpcdHMfujjCcYkmKGksLC6j7A4gkUqh4fFjJFVHWhQCfdJd7pfOG1xkN0tG9S3Rq//nxsyiGkvDVCsKycyo1pe8ZUNIB7M4TRr5uPabL+L6bDqBvfBjrl2dx7vHjKJAFT2arlscwYLcAGUIgUPE89yyuGxZgJJerVYQtvH3PTrzlF96BNrYSV4qS1wlkpLuNlKa2imJM3GxAda4jmT9kcOp8RNawLrqJxJZyDW10RShiTgiBgDpXmAeSYWZiNR6okVBE8jjurfzsBWpeB4Myt2ZnZxCORBGOx7G6kRWT1s3WXgWsmnjfXK8BlczvOC7MLwn8N38uvo7Md44BZXHE7wBeAdkuXpwUAFPAfS0Rwud/5K+em8bqz77oAIb6BxBh54U2yrl4eUa0JikdNNjbLoCfj/roAZ57lDwoyX7OtUPt4AC7i2wbO4d2IJKIwR8KIJ1Oq326UEAwEEKyrVXmHd3dySSlURk7ySo0YHbq2MgVkOE8LpQxMDCIFLtLpEikWILMxWzKnuXymLt8Wdih1HNlR10wQtaoH8VqC45cmMP/eehJTGfL8EQTwgoP1jk3eC5VxPRPgFR27bBwo9vmxfCM94wMUJnrSseXebrZS3n9JHPIOcnzn19+fvlh0ZwxGFakLqeOlelJZGan0dUSEwd4FnvYPcJ/uddwHZSLeQHqaKaXiIbQ1ZrEyEAP2ltbFBCYo+45QcIKltc2sLi2ivUSpd9slMoVBEJhMdsTSUAyNsVMU5G0lIyqYtOT7eqtVdEVC+CmnSMYSIQRAfdjP3IeC2OHDqF12yhKVCQKhZBPb8icnJqdw6kz59HV2oWYPyI52sSecZyYPIOnTh3DXXe9BL2traiX2SmsJBKUDnG5oVvNc4365qLNq7ERxnMEXwmqdnZ2ivwcOycZ05ENX6+5mF+YU1qpgSi+8rXv4uN/82nUHZq2kkxEBrKwsmSvFwKThLM8G2Kyt3I9mw5izl3mHZSXpGmVejL3EbWvsYjB66ekX6Ilirtufb5IA8gO7w/h2997EIurGVQqOezadw0OHrgeXe2d2Dm+XebMfV+5Vz4LiX2MJVlAEBIRiydy5imyHYtFvCaSDjyegJw/lMfitmZkITk/CbSqM8lIEqnz6dLlq8/Dn9Oh//+TF/0UWN1yowyweu+XlWFGM9hkvlcmB6ZFVb0BqwumKsLfmcqjQfYbVUANcErgphezqfobHUsVPGl2i9ePC5MX8T8//FEUc3lpnTHVQ57+b3rjG3HDjTcizKo3k6xoTFxJi6US/vHT/4Tjp0+pANipi+B5g2LONh4ChPqziOsg9XsIwJn/hNHIzUKDc8JqYZJFwX/SwG0E/RY6O1uRiqtgUFgqjkqYeTDzwCPIdPNNL8SRY6fx9W9+R1oUWOk0kp/PxFg149sM4ii4Q7PICK4IXV4BQ88GrKoAU30i83q5F5YXHW3taIlHkAgE0Bb1I7c0j4HuHsvFaQAAIABJREFUDpTTi+jt6JQK5apdw48nZ1ENpYTVw83SXBurlNKmxSRGXMOVsZndFYZvWycGJ0ZRLpbFiIpA12j/MC48fgptBR+sggqUbY+DyHg7tj1/L46ePoXVxVVs378XCxcvaWB1GCN7d6CQzmL5oUn4MtSFVFIPBFaz+RxGxobxF3/+Pqm6cePjpkwWCzdwbvDqoZIDMx483Mh4MqC5CZ5MsG4Mq9QaIONJabY1QFP9XnK/tZ6qKQqYwNUEvEqj2IfDTx7Ghz74YbzqFS/HwX0j+Nznv4ajpy6KnpdUNKUFRkkLSHKr9TfVeKsWYwO0ms+zsbF21VutMFave4W0yQiSwMCXc4jJj12SNkyLbI0qhcOr0lC3SYKmtqCDujcIb3svnGSrtMkyEHMrZZEOkFZIAhHUYPIFlJEPwdlyEQ51Vu0SrBo1r57OWN1q+GQ+XDPkqGA2raPGtSisWCZAXmktoqGCMGdZ/RwYQt3Hm12DU3SAjTys8jJcFJUEgW6BlBVCVsSz9Y83jfK/D6yqRE9d59Z+dNVm3fxQKYkpgGy5nc8ArMp7y5zgfFTFDM4NcjtZXGVbbjxOVocfEa8HMUoERILojLWgK9GCyJvfgr6DE6LNVaW2Jtl4bO+R96Txl2aiNJlayCfSoCv/dt0UGTQqzPbEkgVkLAcZt4YK6AxsgXZDZF1E462okNkg4wxEPV60wIsELCTgQdBV7V3cowSMpS6TrACC+Zuj+G8Bq40CyKbawNPWhrknIgIhDFKlsivn0TMAq2rnqKLgBLHqAKvuCt7/X1+KV3V14zdXbsDJwhJO/UYab4wcQO/0COpBC75oDvUag0ihUynwVNpttdGZyiPV77Q2eIM9beaLsF2FQgrseuFVr/Ff+43XXcGcM3uTtOU2vVszQ9WAkc3gngAtBFC0nqRhRskZQtA5FBINcYJ/LDhyWhDssCsKxGPLtGEWsrjCVmoDjm0tAJpEX5IPr1fARwb61OtcXFpBa1snnnryCB55+McIUf+aDrMVmiVVMTQ0hJtvuQVtXR2yrwlTRYNAKl7QOrFsP6wBR48cQ8Wu4+DBG7FzYhcSbZ2qW0UzXOlmnl7bgFV14XO8kkR6/OxqIctfSfzYupOF2ti8dhb5GLwbJpQ5U4zuI88Ujh+fQxDAxDHmsxoGhJEqknumXa0NUGEYpTzfCC6EgxbuufeLeN+f/iG6o0m86tbXoHtiDHe+/G509vViPZMToIvPt+2SsIOMvqtpi5UisQaszNQw4GDOziFgJRCJBVDNTmPp+L2wCgsIRagLqfQRy/kCysWiJEaU/slv5DGXLiCXq8HdsHH63CJGn/dC3Hjb7fj0+/8EE91J+Ftb8Y0jp7Dr5luRCntwx55uhEqLOD6fQ/Ka2+GNJBGCjYqjxtacpRwHGR8tL6FYwVwq2pSGIDfPa7+K27h3SDzJ86juYvnUBZz40ndxcfYySkMp3PHaV+K65x2SNk46EbMNPRqOy/okEE8tXcPqFmkhbd7G7hgDZnEdEDA3oKQBVlTssFmsZZFVdbQqJpasIRd43Zt/5arXN1/wV3/5VyIjRAAhT03EjXWU8zmcfeDr8JTIJPagJRxAMhqR9kdqrqatJEqJFL72vUcwdeGy3MOql/Y05DWpRyP2ZFu2rHId6zcVZERmQRsUkqWrTChVRxpZpoahvql7Z2pFivlNwILrmwmvJcCqaquXRJvrX5ukyr6sgUN+bwBusx8ZQoTpaZDx1mZIBFZNfGyAVeIcfS1FXDdWgL9WQcDrCmv0G0+4uLDBNnTGKuzMIFzG00rtI1sfzwasSrt4rYaJzhhefd0w6sUCCgRc0iyge+CPREXTvkivCgHo/Aj7AtIeX6kpia5ELIrR4UEUXC8+8q2HsOKGYdUKaPd7UCmWVbHAq9aBYVHx+kQDm5JMlGqjOUuQ5AjqlQZRrRCoUswxs7b5Gn4fDERkzLgvUcaDDLUDBw7ArpTEg+GmF7wAPQP9ojfM+I6mO2zjJYhp9jg1zszNlMyaFDc0cKvOEAWom3lhOgjE/IgFCF1cM+cLX9vS0iayWAS8qBGZzeXUGtPvr7oWWxsFKwFCiyUsr6wI+NQ/MoqFlTW4zPv4d/Se0czY3UqgMPqrnGck2bAjz+SpJq6viPmvVwgVlUpNdP0z2Rz+L3vvGSbXdV2Jrkq3cuqIbjS60Y2ciUxSDBIFMUmiwihrxpKebMvjqPH4eebZb5xGTrLosa0wDpJtaaSRREtUoGgFkgpMIgGCAIhAAA2gAXTOXTndune+tc85VYUWKD7Afn/8sfjxA9Bd4da5J+y99tprXbp0ERuGBmRMzH7Av9//x396Xev7LXfciO7ODunc9PksjE5MIJpqw/qhAUxcHAaVh7rScUQjQblnvJdkJZMRCVeBV7WyKnalYu2wvR7kKmVcHBslzRyDfQNytrMwGo2FZU+tN/xTlDRUuVrDQi6PfKWO+aU8CuUqNvV3oT2VQISddVo/nQDhzPQcSqUy1q5fg+7ebskD2DnAQjqluKpWHEfHF/HgEwRXK3DDCQQooyXdJDSKUhIVcu5RQoIO7LbqNGllvpszQM4v6l8T5ONa8BBUDUihiXsitc99gaDk4F4rJN1VkWAI1ewCZi8NI+LWEPWyBT0s0kDyftUyatUKksGAmEBSUzUespBOhDGwsgepeETmEoHCcqmKQqmMucVFTM3MYmSugLmFDBYyeVRdrxgrcT1yfpNlbYqZHHPukx5vQGlGe+pSONk+sAL7NqxGioXbegCT1QI23nYLujeshdeKoFwoo1TMCXD8gyefQqlEUygL2zZsxZYtWzC1MIXvPvpdpDvSuGXfHtRLBbgEVkNR6bygpAfXl2Up42kySNva0g0jTeo6T09PY2RkBD09PSIVSNMqjkssFkcqlcbszLx0EnHMmXOdPHMef/lXn8Dk7KzIkvEQ4PwTyT0ppjEIo/+AX6QCuS/4KefkDaBGOQj21DuUYGLLfwCxcBhJ6iSHowJ+8v7yPFnKZKQ4f/vN+9DR3YmJmVk8+vjTmJjJSn4+tGUN7nvzW1jjRSgUFbDz8ccfx/nz55vyHzzbmPg3OlGlzUUXfJSMo+ihs6Kou1NFV1tiDEWIEGKClkwxkl48x2dmpq5rjf9bfdErwOqyO2uA1Qe/9sAVUgDmaUpbSU00VnQEjKQequPKQdRamWkyCszk1PRp3V7F9h8TjPJ9TEuV0uggOMNAJ4AXnj+C//33/4CAMmCUyohUIEpl3PXG+3Dr7XeIHgbPEy7mJbInylV87etfw7Fjx5TGDoNs3e4nbqgCTDYF26VSpn/eek1mEZoAWVqnGKAIQEAw2Ub/QB9WptmSoCUY6Yink3RWVgg13XX3fThxahhfefAheKkJqRqqZVivF1g116yC4aszVuX9NbDavIcEVr1Ip6jnmUDYR8FuB+XMPFZ0dmB+4iI29vdLRTbjenFo+CL88TYJ0ESs3Fb3TYIjCtOLWyc3HQUyVrsjsNZ3C2O1VChibPgcPDUbQwNDAqwmsh4E6HHERNvrILy2DWtv244Xh4cxOT6FtTu2YvbyGGbOjqBv7SCGtm9EIZPF1OPD8GdK8Duqxa9arErS3TewEn/8xx9BZ2eHCqAEAFZtHNSVknESrK/ZN1xn24Y4WjZbTsyGqdo5dEVeJ3Lc5Hm9jXus25/kPQk8sKKqkyVTrVagnYKLCM+8eOo0PvrHH8Nb7ns9XrV/C/76b7+A46dHBNBROq0SpqLuKKDVAKv6IjW7WjHuTPKzsDB3zXszgdWBXQZYVdpYClMjsEpjqRo8NoFVGkxVNLBqGHyUA3Bhey342nvgtnXAtT3wsJpcq0jwzuIH9YO8FhXLfXCF8QS4xRLcQg7eWhmoFa8TWG0xueJ107wpGJeqNNMxBoYEbVGvwLWi8K/ohU0mXt2Fk6vDzRXgLc/BdfMKRNRyAArkeWkhgtZBvjqwaqQATOO0NOe3vOwqbFT9W/MKtRcsezSAVdM4r1irKhzQ4Kq8hMFoQOoI4aAX8biFKNn0IQYrfoQsL9oiEXTHU1j9lp/Bips3o+T3oOwUEXIISmuzF6Ojp+UADCCnPsGIEegeQN3uJ3uk60HZ4yIHB1nUBUQlsBoUH3cP4vF2AVu53m0Cqx4vUvChDX4kyVAVgFhBm4rRqYIcuScvA6y2Aqpm9F6KfazuuAJxZXV6lCKi4ocuB8HVuxGwpkHLDOqYdEfxp//p/UiP5PEfN96G+pKDpzxHsffuBF4d2yHsAac+h4ATU3syVQCEicvzgYUMAqy6MMnvR8COexXXiIfMFN5nFo5UMYZ/hre985rX+C//6rsbe4Q6H9RZZxirrYXOJvhz5ewzr2GSrsBQrXtF7UEyQ2hQqdlFbD9ksq0AQGpjKXaJYauZxMiYCRpgxLT3mXOWfxpg0gCNZLAygeHsKOZLeOx738fs9DzCFo2HbFTLFdFj3LNnN7Zt3670ljULlzOWYIXZ+6kJxzm2ML+E5w49LzN637792L59D5KpNkSicfkcv9+S9mSeE2prJntCtaN6WagRPWIalDFvsiWRJ1OV31M5dyvgQ8VGKhEXVpBtN6QUGgmhbiszOoHS6RImW4ttjGqHMoxVk+RHYhEsFhfx4ANfxhf/4q9x07qt+Nlf+zB6d+2Vdt10R4c4RbOAIGtKZDrUmWbuicxt0UHUpSrNqDFzQ+4l56FTRW7iIhbPfwfB8iUEQzFl6kUmXLWGWrEkUgC2TbNTMppdLBRqmLk0h6AviEvTizgzPIbVQ+vRFXaxtr8NyZ4VeOAHTyPvT6N/aB0G0j4k7UW4yR7E190o+t907XW8NLmoNswjTcGTybiJ04TRqHWvZT55vKh5WSByESELsOYIo3bk2aM49eRBzBULiG8bwk13vRZDQ0PSbUFWl+X1IxAOoua4KIknAMQEjeNjZCRE0zJAaSu2M6q1y3li5m1DFqDFbEvYcLJe1HnQChIQUHvbe372mtc3X/Cxj/6ZFBB49jH2YDsj99wfP/gPmDt/EulIGNGgT7R307GYGD5V/VGUY534/tGzeP7EWdVG72M8q/SOzV4h80LYROo7mkdjr2D8x1VBkEGDIbbqrRSgxBjeGgBZ5pqwK+siAcPvzXZZvgfjSVM64/pqdCdwDTWcppsdRkYuhGQOSd4bZpZKFkDYSBLrNWMlKR542R7sQ0cog60rM0iHArACNrIlF9877OJynqwyxaDieeCj3uE1AqscQY5mGBXcvWM1+tNRlPJF2LklOUOoT8zzj2cbQWSCgQR7WCiSIim8iMcS6O3pQc0K4a/++XG8MFMQQ8Quzs0KW75Lws5TEiLci5XWNTsJyjVFdODXV/rJDLy0XromiCwv/Ph9PHc8WLduDaLxqJzDPT0r0LeqF8n2NiTa27GUUwY4ZEJSyz0YUHNCFYeYB1Rlfpv9RLwtNCPfFIoYI0u3giE4sI2e5JoW80Mju6HATxfpVEqk29gBSaYlJVYajWMcR3boxOOIkAHt82Fhdkbu++T0NDZv3YGlQhl5yltJLK5yASFPaCZ8EyRRc9/sjXLNfsoQKIkFM+8VkE/JOEpnaYYlz5OlDEYvXxJNYxaxmmBsHX/2kT+6rvV9++4tstewGFqu2Ziez8CKxTDY3Ymoz0XCcrGyKymkIoLPLFakrAj8AY/oRlLyI58rYW5uASMTk4i1pVGu1zB8bhgLc4vYvnETbtm/Bx1tCVSlC0WZUkubOvN75nd1BzmCs/BjbHoJlydnsHPbEPr7ehH0s0OsBJeM4mwWC/NzWLWqF/2r+9U5QzPcugcOmZ3FBeRtF7aVxJnpLL5/+DSmslVUA2GJK9j9qDpbFDHDy2vgz6hPre9VYy8R82KFKVD2p1GI1EbZ/iAZqwEBIEXag/eSklleyg0FEKIZ2+w4ctNjSPpVo1C5XIVTrUmsTE3OLWtWYcv6NejqSCMAejaQcUmAUDZwmcNkp/Lcp7v93OICxhfLmJiZx8TsEibmM2Dm5LUog1aV/a5xna5iPBPbKFfr0vnqVPJYmYxgz8YhJJjblm10rh3A9jtugScRExA2O5eBx+9iYWkJx06chM8fEhbo2v412LV7Nx558jGcOnkct9/6KnSmksgtzAmpwWNRSog6wBXZOxhfsKjV1p6W8eBy5L9ZOKFZFVmqnR2dje4krnFhq9aV0VU2k4dlhWTVzizO4p+/9y2MjJ2Tjh5Gy3aNuTLjCuU/4WHXj8NONGUMVisUUcjk4C9VpMMuErJEv7YtkUAyHkU8HERISGkBxOJxYeoyV5d4lPtdIIBsqYLRiSnki+wW9WH1+n54Q1GE2zpwaWYBX/3WtwXsFkkIzX41566Je6j1qs47g8Eo60njl6GA4WZXMc9CysQYDKCpSe9gcYH7ziuPRpzgttImXhkXGGD1G9/4SsN0YvmwmICSQTSr+FyoRo+0UZVp0ZmShC4QaOh4SfsGGTA6IG0N2sxk5oRmAELtk8NPPYUfPfwwOkJhJOIxxOIxLGYyyBQr6BoYwuD6TZhbymAxu4TFhUXMzs0hHqcWyAKGh8/KJtDKVpTgTzOnjF6oqbCIELy0cGqBaR0IazKXMiLRNXxqkXJTvPW2W7Bjwyr5fjycpBWSCR+F4mlm4brYt+9mPHPoGL7+zW/D4yPQy+Cv2aYvC7wZUjYCzasxVqVh1Tg364V/LcCq+ay2dJu4ADKcsytl1MtFxGl8kFnAzjVrpOo5Xajg8PBFcXNkYM4Hk1m2YvDa+Hdei2gzSV+ug0pXGKGNPVi9ZT2K2TwuD5Ox6mDjug0YPngS4bkaglVW5VyRAggMJrHh1TdgeGQE46PjWHfDdgFWp89cQN+6QQxt24hSvoDx77+IQLYiepCsPBFYZTLb2d2BD3zgfejpVXo5ZKJyUxcTKh5aWufXHMaKpaUqlILjtAIqOihXARgTYtUuxU1U2LqaRarae1VgybGQQJmaa7otStq1BCBikKJYAmdOn8Uf/N4f4s1vvBd3vmYf/vLjf48jJ4ZFAF65iSv9FrYcyOtbrkuMRrQDvBHt57gvLFwfY3Vg95vE2EXMfxsmJjZcasQSOGflmuAk9XZF/0gDj2RHcg6wdTzdDU9nNxyONdt3BFjVTe68fjK7RG6A0UsdYPW0VISXAVwtf41SAGqXIFNE2+Cowgv19QIU4ScIpYHVOoHbMrwU5+/olkq9z3ZRJ2O1WICnNAvUVWuZek/FVpUD9yehzZ84Fa4OrKpXGykAdZ1yTDfhUskYCWIolpX68CuNmV4aWG0CqdI2d8V+oUFB14KnriRK4lG/MFYZpIRDBFYDiAWC6E21Y/3aLWi/dx8CGzegZOfgcSz4vGRvKw0hxRjQ99uwlFrmopFwMQxW9a3YNuyiSg1WYYOq+SuhlseDVLxTXGB57ygZYLlMPgHaJYTZ8m8WlB4T9XEKPmZQ+nJSAMvBVZpxXe2hQFT1OwnhNWOZe7TRyV7+uoBbRdkJ47LtwbjvOXzqlz6E0W/b2LOpF2m/hdpcGdW2i7hhTS+2JFcJyyYqyTOTG9USJQEmk3Q/nbgdLRMgX05pGXqZKHAvVcYupjLOveqGd33qmiOTX/k1mlc1HwYkNWNpQCm5d4bJw+BV9h3V3ifGUwwuNTPJPJd/CnNSJ/RMEshapW4XGZ1mzptESEBZtktznxOQT5lhCVCruy54FphFYaQCDLOKxdpgOIQy9a89ARw/dgrPPn1Q9Hc5Xiyi2lUbfX29eNWrbkKqo4MOlQKo8iHtXcJEVVJFBHICVkgMJ549dEiYUHs278Krbrkdnb19CIQi8nzFVlDaxjIbZQ9WoKqMS42tfwQTlbkOzwF+OYIfXD7SmqrlZvgcsm+NLEChUFCJoS4ym1ZoM2Ym+eE0ZsujuV98Dd8nMz+HL3/+c/jKNx7EbTfswttf907k6h50buvD9h07pUVRzDS594lbueoBEtZkS9eQfB6TVA0Emt+ZgrnHLWF+7BzKl5+CVZmhRbVIAFDrkUzFarmEelkl5dLOyRbSOlCoOKjla+hasQK268WpY2fQ09WLgb5OJGMWrEgEpy5N4oFvP4F4/wZJqIK1PLbseRUCHQOwmcw6ZXmtmQ+thXq1P6kHz0NKj/BRJwPf44VVY++kX+bU9PFhnPvRQZy5cA61VBhb7rgF2/bvEUCL0gE0Vgx6aZwRFU35bLEkumvcM0VHXuum897xPvDfInskTsgKHJK5que52Yta2XBy7YwTtN6vYXHzWt/67g9e8/rmCz76px9V8Yawn1RbOIHV8wcfw+HvfxsdIR9SsSDCEUu0T2NkZtGN2ZfEwZFpPHLsJBwWR0Qjv0kyUPGRRxVHOXc0cGkAd4mjCKjJvkbzIbWmlGEfUCtVrgBpzXiINp1mNHHspDVXmOU0DNEMXomvm2emAKsNzVRV3GbCzXVJR2hlEKMrb0b7X+vcGs1z831C/ghcn4PuWBHruzKI+ryIRBxkCw5++IIHowUWs9R5zO/mkxPi2hmr3JNqdgUDbRHsX9OLOGqolYoSH7E9mPOZ8yvGsznoFw8GsqxkfsGHUCSORCINbySGrx46ha8dPCV7DjUhBXhknBVQOrZqP4jL/GHLLofKor6j3wu7VBbd7qpdk70rpAEGs3+bYpMVCMq6XT04gPe//2dwYeQcDh58FolUClt33oBVqwexmMshl8lKVBPweBGLBxuse+4BDYIN9e01U5V7HqeItGzLelVtvnIWqamj7p0GfPlzw2RlbM78kvF1MpkS9hylHMiWKxYI7FA2xY/5+QUZAzLskokEzp05jUQyKeZCa9ZthC8YxWK2IMZjrWedWX/NPUR1/5nYTgBXstf0GWjmsPyb+YfE6goops8DuwKymQwCen9tLSje/5E/vK71feMNG4WxyTWYpYanw9jKi4TXgy2D/eiIBdCdCiEeotSWLedxMhhGMhGFTxzmqRHr4OzwCA6ePo32jjY5o9mJSE+Sro527N2xDW3JuLSYF/I5lCgFwH1clIk88t3KJCUEojh9aQovnL4AfyyKdRs3I93ZgUiQXVEuSguzaA95sXnNKjkfyDaVLniHnRxVZMoZVHhWVusoORbOji/h2JlRjHmU2ZjqmGfOVRP2KmUoWLAxbNVG/Mdond1yulAp8jmUpmh0UGmNVYKqQQKrOg6g1BpBZ3Z6eByUZkaRnx6D5WV7vNrjw34v1vatwNr+XuzeOChGZH6vkjlTt1XluczFuNeTzUzwv2LXkM3nsZSvYHYhh9GZJZwZm8JstgjXIrNb7VtG6og5BvNKBiQcY54BdqWIoBdYP9iP7nQKyVgMr3vTvYj1tCFnk6lahkND06AXE9PTeOGFE+jqWIHe7j709/Zj5ao+fPFrX0Q+m8E9d94p15xbXEQiERc9XI4XGen5fE4AVYKnLKJIgZhdBrWaSACwSEFDUDJLKanINZFKpcQzh2uNwCuBU5HW87rIVRZx/uIpjM6eRZ2Rv2vBrvhQq3hRKXmwOL+EymIBKzo6EGesnM2ilsvLrtoRjYvsSTQSRpheIn5VfCR4zTEi+5j+OCKFxO5D5no1Je5HczLmlT5JMpkz11D0eLDoePHl7/4Ah04OC9DKNSCEIV08VjKAygvCmDLr5j+NCWlyR4upujF2lGxGCCDNs4rbF9f60uIrwOoV+cYrwOqVe74BVh966EEdNFJHSbmzKW02BSjFY3EJrnjIcaIFqGei3XpNkmCqgZLcCFNHUTplkktg2tQZbMW3JSB1HVTr1LoK4OD3H8PRH/4A3ZEwOuIJWOEQxqdnaVGHssePE+dGMJcroawrkVw0dJJrMgdVK5m0rBMMNNUPxWlsASkZFDQdZg0QJ+/DWrI2IVELjISNGiyfD297+1tx4NYbJZhiO4NIInghGq6VckGuo7OrFw89/Ci++TClAKg7yQBSMSaXM1Zb26H/tYHVVjmBNIHVVErYOdVyEaU8HX0Lwki8YWgAhaUlZBwPLi/mJDEmO6mRrIqmHuRwMfeZCRxBwVJnEOGNvRjaugG5TA6XzpyRytn2Ldtw5pnj8E+WEKoqPUOaV6Evgk137MLI6ChGRy5jw56dmLk0iqnT57Fq3RAGtq6HXarg8qMnYOWq4s7MuVQpKDdM6ttFwpY2r1IHdChIc7I81qwdkCo3k/ilpYxU5pi0lioOcvm83BsGaRRil3lOVoFmJfP+CdNBWCqKlS0HuE6mJGn1sdWKz/HLGggG2eIW1dqDISQSEcQTSQl+52bn8dm//xze9MZ7cc9rb8LHP/VZHDlOYJW8DQKWBIH53VQ1tslY5UGmgjmVdGgtVkCq+Nf6EMbq3jerqjtdyrzK65ZuiAxmQF0pslbZUkbNVLeqOJLiws5AjzrHXrjpDni7euCSaUfwha+VIElpt3p9LlzxEaMRAMQUy83nATIunKszVn86Z1TNGUno+NCMdjeQEmCVTDK7ShmDEmCX4CWTtb1XBPglWar54KvkxWHXU8tLZVxJZDRBnesDVg1YtxxYVYzLBg9Vs8rV4dwI6a90tl9+MxuM1VZgtdm2rvSStXGHS+dRuqBy/kPYqhEmIAQarBBCniBWd/bgrZtXY3pnD2KvOQCEPahUqD+nWEN+18i8KMaX7N2SCKlBVwGsWgfi76EdfFv5nlJI47eSqapeR/MqA14LuKcBJwXiqi9tkyQls1umpCRxnJdXaHEvM6/iHGteV3PwqM96tQfDJlUaaAKrZo81BkbLX8c5n63VseT4cLl+Fn/1vrche6gbqwd70Bn2IlxcwmKhhp5EFOs2xNEf60ePxXOkDl/AAQv5AphS3KCqABiuebaCqq4jxVmnyQSTEngYyKuWS7aN7fqdv77WJY5f/OV3XsFYNUl46700ibWAQ8ZMYRnLlL+jKU3r+dxgY4okjhr/SCQkQXmYmm9+fnfFaDLsIOp8mkcTeKJki9LSojkHi3QquVLtf+a+yjzztU5DAAAgAElEQVT0e0S3nNWahbkc/vmh7yAzNw9qk7Ids0rHabeOfXt3Y8OWLbAYnwjYRPBBJV4Sb7DbhAUlzjK/TzQenzv8PM4dOYnt23bi3je9FauG1opGGoFIadkTMFjtu4q9x3Yxdm5U5Wzh9Sv9VBZVKeMSkHPGSADwuzCpMW38bLnj3/kzPvidBawT9q8yveBr+J5suZfWRiYcfj/4Wn7mX3/yk3j4c1/Abet348P/9bfRvnsNim4FCcRQjwVF20yKgbowQXYpi2gsIBiQvRFbNKBjBRibe0agJzN2AlPnvo+UlUeYbdMlmlX6UHNsMTqpFvKSxBEYq9VYMGDuQSOiCHzRKAJsn3M8SHf2wPH4xUTGqrsI+4Io21586eFHMJx10N63GlHLwi2vfh1qXguZfAYBn7oWYffQYEszl+Qc1BJIkpTrlkE5q8mKpJ4mWzYX8jj/g2dx9LEnJGkM7BzE3W95I9Zv3CwGFuq8dUDdEYKsBMRL9RqscARBHmeVCmgtaZjT8jna5EsVG1Q8zM8VVhu7t2jioduyZe/ULGATKxDYb7wHn/8vAVY/+jH1+WRRG6DBb2Fp9CweeeDziNbyaE8EEEtEEQtFpM2Sn+fxJHF6sYx/OnwEBccLP1vQRU+uabola1fHvBKJaODCFDtETw8uUomk6LCzc6hjRSe8QT/OHjsh79UEVLX+rS7SaYMB1dPl9SAQVAmz3IsGu16fMbrLyCSzsh9xTHVx0hQuVLHVGGbpuJpsW/2d+GfIF4Hrd9GbKmMgsYiAW0c0BuSLwHPngriY4/10JP6l3A0lYK4VWJXtnIapPktkibZ2BbF9RQLZXBEhtvz6RbAHIcuPdDyCWMgSCRWCBnTWJouNjPBILIlQPI2jU3l84huPYjGfEzNKtly7LoFSvo5xqSXxLPcLro9gLAbYDtxqDQWSJXi2MEamuZhmTMv5TGNeFgOoca73a4LjO27YhmQqIUWSXKmEHXv2YGBoDeYXMyjmC3Kv65UK2juSst9zWhTzdCtn/BsQuTZqn5J9yOIR9xCRb9AO6GZeGBBT9nZH52ASh6miG2U4KmVKE9B0you29nb0rxqQ7zk9PSXnC7Uhp6dnMDc3L8Brf38/zp46oToD6i56+1cj1bECC5mCaGEbxqrZc3kNrYCpYqM2C08EVluBVj5fAX06/6PklOOIcRTXvTB3y6prwZxj/PNPfvf3rvn85gt2bVmjyR9eMUaqeAPwR2KwymVs6O3Bmr42xHx1hHxkgWuwnozMIB3gLcnrShUXFy6OYXQxC7dWEz3yof5+bFi/Vq15AWRJUilIGzyB1VK1LOdbnUUt6oC6QNUTxsWZLJ55/gRm6kn0b9yEUEcnvJYP7TE/Yt4ahlIh9Kei8FYLYnxLYhEN2bKFIqrFIuqlHBySsWwgZ1t48eIUnp7MSQcnjeVk36wVUS4VlN6mdMhosFu8qbQ5VTAq+IFhgDbiP6VTJy3qNPVTOquqoMr9ymPFEApFEHJqmDt3Cp7SksxzkqDYbdmVimP3pjXYtWkdVncnECIph/JmAlKrmJsFPMnFGKkJq9qROK5CA7FcUSQTJhYLGJ6cw/DoFBYKRSHxEMQza46hEWNaVWgGPHUlnUiiWW9fL9LpBIZ6e/HWd74VRaeIklOWdRWLxmH7XQyPXMDwmfPYvmUH+nv6kU60IZfP4qHvfVNkkV5/z12y/mSdk61bU2ufhRcWgvv6+pBIxqQQFgqHZI+kBAD3Ea4jjnOeXb+UkEildMyRx4ULI1LYiEWTAkbX6hVUkMVifhwz2RG4gTo8dgT5LNv6u1Gr+PHsU4cQLxTR19WFQL0Gf7WKRMCPCIvlkZCsYxaZmDdSB5nxFQtnBFVpMC5GpCykaWknmSXS4UXCk6XMlCUEraJuRfDDY6fxwKNPIO+EUOY65b0yBtS6O0d1K6suHSWSqPcB6V5TfhOKc6ORGZOsqc29gRepvUHtEQvzr0gBtG5yr0gBLNvyDbD6rW99TTYDtvhxc+MBxweBIx4gDPDF0dPjk81GiX6rMqRyRlW6OorNqDUjtVaWObwkGLDrCEfCDVdQA7pyAjMZi4SCeOxbD+HE0z9GTzyBoGMj1dmBS5cuIxKJI9Xdi4ee/BHmykxIVaDAhWNAVIJlhgreODR1O6DRHZWkq0UKgJuwyqVUcNcIAgRgUK3fov6nA8E33vcG3HfPHahUFYOXgYQRQxd3eQJ9oTC+/MDX8a1vfxc+A6x6VAB4BWNSftJsvTKHv6nyymc3ND40SN3ojblS08sEEOYWt7qO8zOpu0VdUoKKhUJeWgEU64LmygpsNO2Lot/Etgwd2FriRkvav27HYuBE1kPdRinpQ3DrSqzesRELc/OYPDMiG+D2XTtw8fhZ2MOLSNj0bfeizKO73cL6A7txeWYCY2dHsGHvTkxdmsDk8Dms2tCH1Vs2iTvz+cdOIDCbR7DuEWYK9VsJhIoWiw4sW9kt6r6qCpVXA8FyP8mOMiCXHhyTbJqxlXtuAj7tqMiAuBXoNgd60CJg36x2N1tYg8K45oNzopjPScXv3e9+F/bu3oZ//OwXcPzUOTjSIqfcJw0LhtfTep9NgmDuqbmO6wZW979WDnwCcQ3tVo6VXZMADA4ByqrcT2mMEx1P1SIn+kdMboMp+DtWoR4PqnZZUpUYiUkV1gPHp4xDfMJYdeGWqnDp8FspwItFONJ6xBq8Ns9qeL//ZByq/DXNzdLrg0ki11cgDi+tdwnF1VxJJFArwI2l4Ut1qGDIQ/adD55qBcgtwK3mAKcAql4S/TUNaSJPpdlPDYOp5axSzeZsXKXougmioLRKNFdTOYKqAkRTG1kanTQedSWMrJ7TBATVvmD+v3psrhuPW55nwCS2hTKYI7MlJC2PMY8P24ZW42dv6YATbMf0a+6Dd12P6FFbdLL3UOJDM1YbCa66nqbAge6q06wTadOXapv61mafUletvgHvbkess/lNWto91Xvr76xd0gybRTiv2gHcfL4ZXWHLaiDW7KGtUGqDwbBs2Bq6SBo4EGhdv5AAvDA1zd4vuDCb+B3MOwEsVjy4lP8W/uLdfwj7vBcbhlaiLx5HrZjBfP4yogkPtq7qx4b2fqSDFqxADcGAi6DXguWj2ZAPdc5DKe4RWGVCpM4YdVaqNlkprAiRVenWbfnwX1z95v+Un/7HX3zXFUkh9w9JrOXsU2eIOTaaoKli6BgAq7nXNXUh+Tqj0SkrUrfk8WcMzJlsE8BREiwmETUJLFkbZJDoBEmDQQJYEVzUbf2m/U/OPhaz9H3h8gqGo3K/nnr6aRz+3iHEUknQs55tbh7bRW+6C/tuvgnpFV3S1u2lq6zNdaB09lh8kTNAn+28bp7Zjx/+MQ4/+QzW9A7hXe/5Gdyw92ZY3iBsyvroPZwggMhTGNCIzJdSSQDSBrOG7csC/JgAXCViHFMW6ti2zrOATrwmTuB7GODQAJsEZiX+8FsIxcjqCCFpRVHI5HH/Jz+GL/zTF3DvjbfiN372wzj27AwCHWG8+WfvQtXnh11pgqeNs19r4l6t3EA2l7huuxHUAjT+cxFAFXMLi1h65n4BzckoIThTJzOV7f6FEsrlijAVxbBMM5LVOUrWkAJa2Imh4p8QEm2d8PtCqJXKCNH8sljGE88+j8ePX8DgntuRd8NYO7ROmEIcB5rkBfxeGVvGUwRp+HPGIlwgqg25Ccbx30ENrNpLJZz6/LfxzDNPYTRaxdDNO/G2d74bK7q6MTc3p7tQ1D1iu3+5VJJ7RGCb94LxLrXdmJhSZkr0ITWwK/eoZsv3M2CLWRcSR+prkk4ucTVvmltecT80IPuO91yfedWf/MmfNMFQkQ5Ra5P7xxMPfgGFc0fQnQojEAmjLZlClIygoB+BmoM8IvjnU5dwYnRGmXiQ2SXOyNyXVIFDimV+xiEeRK0QYmFlKEct4bJdQziZQpDfoVqUboTu/rXwhdvx4jNPyvMMe11iciFSECshuKiNstTBKO8vUijME3ThmvqOjkgBqLPexOgGYDX7u4nbWuMi8bPSDOzWuC7g4Z7sw1Agh5vXxVEIVTFXnoVj+/HcRQcTuSRqxTJ8ri1yEAT0CZzwMzmupiWcn0WAVIohfmVIY65Riu8Uj+FeW7elsLB7+2Z47CqiMxNIRH2IhuuIhX1IxxOSF7h+jwJWyVoNRGH5IwiHY6BBXc1j4ZGjL+CJ4QuYypWxlM2rzjDNKBZNaNFRDQirrFopC1jUOg/lXnLf10UrwyhVkgE0r6R6igK2giELqRQBqCBC6QTufON90kVFEkKpWBRjP3KIOzpTiIWjomlarhRl36cOIrWHOU8WZtUaY0s2YyPuH9wXTV5mcis1dk2wwqwxBVrZykiIMjD1ujiU9/R2o1isoVSqoburHbMzU5gcH5fYedOmTRgdm8TU1Cg62jvQs2od0p19mM/RfEcVNEwuZ/IYzj3mq2bNSpHPEH6EFa3WPR/m5yYuN2el/FznkNwXTO5oiD1/8P/81jWf33zBts1rRDeUOxwNkQgkhYMc20m0RUJ42+sPoFKcR8Bnw1O1EaVJk+tFOORDMhaVvLpSd5T5VNlBtVRGOplEPByV+869m+ZUbM6gJwHb3Qm0cg7xXK+KJnoZDs9Ix8KlmRxODo/i2GQFm299FSK9K1FhZ4DjkT0jGgohnUgIO5i5DsHa7OIinGoFezauRKJegT01Ck+1JJ4s2UoVp0dnMZbNwg3H4dY8sEs2imJkVAYzJ2M0RD8Ufn92KvqDETXGel9o5EZs1RYWPLXQ/dIyLvsCz4VoDKFwAp5gAM7SPPIXh1ErzSOou258Th3b1w1i/+a1WNfXJSxg6Zpt6bZRe4w6z6UoTYKEMdiigaNdEzPNbL6A6cU8To/O48zoLBZ5tmhZDq5TKdbquMnobsv+hroUZClPs2fvNuzafYNEqTSwpLwawWTOx0NnTspn3L59r6wr2+eIPMDTzxxET3sb7jxwByamJtGWSMIu1WBbHoT8FqYnpuV6V60eEKJFMOgTXdNMJiPjRPmPgOUXAlKukBdNVRpc00flwrkLkrum2QUYJkibQ63ioMrOxqU5VJzLiHREEPCswMxUVWIQy2dj7OI5tBcqUtATw0kxqmWOIoLammTHApve56WrwyN5M/1yWDjiGuB9FSCd+aJ0DZEgQcBckfAsB1hCGJ956Ps4cXlCtISZV7OLw5wNZo82i/Gl8nkT95qzpnXxtp5DSkJJ4UCLS7PXtcb/rb7oFWB12Z01wOoj33lY2vt6V/bJxJmempSDKZlKS7JJ7YtioYDZuVmEgiHEEwkUKyUU8nmtvak0qJgYURxeBdmq4i/tb8JSoS6lI60ijcNL6zMJa8WxZYE9//RTOPXMQURpdMLExu9FqVzB4mIW/Ws34IkXjuH8zJy4gvNh2vsNWEpg9YrF0mLktLytXl7704BVWahN13aOzV133Yk3veGAJBEMtlrF4Q3bipWyLz/wIP75e4+J8yj1lMhM+klQVb5B4660AquNduyWKv7yhWkWfmsA3/j7sjZnml9Qw4hjQ6Yt/xc9MbouMkgPUNhetV3wvlEHx7Re8XcCmhNYFSMv1vYJrrooJ/0Ibe1D/44NEmBNnh0RKYAtN2zF+aMvwne5iGTdjyqlAGgmkvJh0137MLk0h5FTw8JYnb48ganhcxjYNIDBbZtQKzoYfuQFBBeL0uZXowN5qSIJjgl6WoMiE1ArwFOJVpufiWeSqzUl9eCY35lk7WrAKufy8nGVwLABxOnWJlXY0vqKCjhSjFcHmWwG733ve/Hqm3fhM//4eRw9fkaANraUEEgxLTE/DVg1BwXv23UDq/teJ4GBgKsaHBN5Bxp61SvSSg+bLo2KCaYqe4qlQ/0jaeuzkvCne+Ekw9LN5eGcJgbL9iWCZ8RTBYi1qB0AMGCrFhWw6mSk3UfeX/5jAHl1lqEciA1gVVPmBcnzSiXTDSREbUDqOhWCMVW4tRIQa9fAqkBmAiJ7qeeWz8CpZgE7KzuGR4BVgqO6itkATvX9fhlgVYCaBrCqdIYMM/xfD1j9CZEANe9Vs7z83cCYAprJHkJZE5or1BDyRDGQCmP/plV4/Q09sKoeXFxzA0J334OKtwIP2/aEfWomb9OsSnUpqM+XZwibVIOp+rKkm8FchYCh6mEA1i4BVtVrzB9qrzavMs/X4Kx5X/Me8lIC0Ro0MnO2Cbe32KzoT77KdKJOknonxciSevUyYJU/N9cuFXQA844XcxXg3OxX8an3/AkwERJgtT8Zh13KYjYzgkDIwYbeAWzsHEJ7hK3ENkIEVgmOeQmskgGigVWCVDrZJZtHFcMVQ5WgpMwiSgkA2PzhP1++zb/svz/0C+9o7HdmL1F7nGqbNUIjCscwc0slDMvPEMO4bk2GJbnUs6+VUUxgisAqA3T1PiopNddg3t+08kmQLNIDSuuMCbQkrBpMExaRdJBqNgEDbCuIy6Oj+PoXHpLXkdlAdgzZGhErjJ27d2Fo/XrFdLD4fOpkqu4CvpmKC7S+nwZ5K3YVx46fwDM/PgS/48fdr70b977hTejp60fNdlFllwvbrjVoygSFoQC/F4E/gqMNwxIBV9TvWIQW7WAxteHf1XibtnLGQnQk5oNMVGNsRVCOz2H7azyahCfowfjcRXzuH/4GD372S7hly37851/6DWx61V4Upb/Wh1giiapbFdZbK9jTAMhbtIpbJ5CS8aDZHIfHhSfohV1YxNjxb8G/8KICRMR8piagKls6y0XGCxqQ0EC1OLTrh+pQUpISTER5/jFOdD0BBHgw1GxkMzkcP3Mez52fhZNciZInhGQyjbtfd4cANNxTqeOrxlHdNwOOMHleDqxyLnEtT7xwBoe/+h2MXBxFoL8DO++5DTe+9jbEfVEZY/NgZwqZQrx3Bvzl78xnELxl3Kpcjk2rKgGamhiHqXblivxO6V02NYXF/IaJoL52A7IY1iDntQEE3vqOD7zser7aE/7oj/6ohZGp5C6kaBHw49LRZ3D0O19BZyyAeCKCVCyKGOcTr4umNE4AJ2YKeOLUCOZLnDOqOMzvIIwhDRiyKEoyBbcN6jAKaGEFpP3VJnOIxjpk2Ft+JLtWIZrqw5mDT8paEABVt82q61dyCGJaKeeuYvuyQCbSMdLtwmhIyRAo9VQNYrQMQGtx+0qATj3JAKtmz5FP5riwTRrATlTwmi0DOF8v44cj50QuanzRRjHQB5capsV5Ae7tujKHUeyyK0kMHCcl3WTkQpQpo9rrOO8dpNvacNfdB/DaO27DkecP4fg3v4K+dAhD7XHERGqbrHnVDSXAgRWCLxRFgAArwS8rAttKoegLYHh6Hl/6xkOYmJoRYEbJKnDZ+2EJKzQoIDAN6jiGDXDQdMwQBNB7D7+PKY5xjMQokiQKBlEeF7FYEKl0EgMb1uGGfftknRdLXO9liTS4D3R0tYkhz/z0tBA0+CDg3tu7AvOzc2JaJGtC2nYtkTvw6gEy897s/dwoDLO7FVjlOpM1Vq5Irsnf9a5cgY6OLjFzCrPNf2Ee42OXUasW0daeQjrdjVMnj6GzqwtdPUPo6l2N6YWFFjMddZMMO5WMOaM7bYAUUwig87d5niHKyPzS8ULreudNl39rPVaTi/DP3/3N/3Jd63vzxjVyvvHsYVcGwe9qxUalkMGq9gTees8Bmat1u4QY8zQWA8BCkRfRkIVoLI66x4dSpY6lUl3WL/XIHW0sSVCP753NZeDz1tHX24X2NBnotgB4lRplDqqoOC6yVWAyU8Xl6SVcqoYR7+2BlWxDOJIApSSW8llZC5SpoVSfT3eP5ZaWUMjlMTi0Hp3xILyFGZSmL6E0NYZqZgnjJQ+m5hdQrFLD3CudJwJ6GwKH1sQnSMq9i4V/6n4b6R1zr6RIQJNQ0WdTpqCm+OanDivXlRUCrACcxTkULp9HvZpBPBSVzqjOZAx7t67Dxv5udCcjsLhvGZkk0ZxV65/nhQHT2JnC56h5QhCW+xo7b2pYKJRxbmIBp0bGcW5yFmW2sFNb1U92rpJLkn2uxQya8zASCUub/pbNQzhw4DViQFexy9rk1EUml8PjRw+hWKzglm27RIvUH7VEJmlmZg4bVq9GilKJ+SwSsQScSg2hRFSMr2anp6Ubs6dvpXRQRmMhFAo5wSzIVOVnk2DFM5Ks87a2DtnHh4eHMTs1K3tGd7oLBbuEifEJ0YHlMGcuncfCxaPCqA+Hu1C3QygVygLc0pSKTFXJ8KQ7zSOMWEW8Y2FUExv4Ox2L+S2/MFUJ/qr9LSQxH8ea76E8bvQaFpCbxKkgnjs/jv/18A8xW6qiSsKVxJ8q5VA5ruzODY1Uvpc5P8wCbT1bzJm/fPE2invyBFVweQVYvXKUXgFWl80aA6y+8PxzMmHZ1qwANGqfKNMiatgUC0WhlpdFZ7WK9o52JNvTotNCd1VhMZAhImxBVTkiw1Uo7/W6Eq7XLR+iBUbdPbo6aqd2Hqp01CNF/9KZs5i+cAET585iTWcXpmdnEAyFMT0zD4SiWKxUcPzCJRSNS6XWWnopYLWxiIzFlKk2anarBJkmuX4JxmqjfbVu49Wvvh3vfvt9sqmywmqAVQFFdYLFCvTnv/gAHvv+j6T1QbZVtmFf9fH/P7DKsYmG6RYbF8BUDjPdtktRbqMdykq60c1lcEEZBdH9EV1RxXCQIIJjSR0Zdnwn/YhsW4VV29djbnoG08OXRGNz5/5dGD5yCs75DFJ1uscCpXoVtYQHW+7Zj4VSHqePHMeGPbsxw8rz2WEMbhnE4LbNKOdrGH7kGMILJQRq1HJ0UClVhbEq8Ah11jSjxAypMb9hECotARrEIXjpCAOzhR2oKf4mWZO5Q7BQMwNMkaAJQjQBCQVkadhbZc46nNW2ODrg5k9ZDX7Pe96Du++4EZ/+zGdx+OgpqawpYPXlGautFTMBanW18VoiN0oBDO69RzMNqUuqEx0mOII61wDqeInGqnJtFMRXWpbZykZtMw8cfwzeRDeceEizNAKS4DuUEGAyY/lEf9Vljzfx71oJnkoOqBbgrRc0sEqZAQUOmuaMq30XPkPASwH2FKgqbutsJfbH4GN2QEYG9XV5zbUikOyEP9GhmIEuOTUBkSvwFJfglnMCrJJ968PVgNUmSPATOqjLGKtqHol/fYvGqk58/tUYqy3X0zJARiW2CZWZFkyWOSjaXxLUqiuexp7BNmzr68Cetd0I5AsYrlnwvuODiKxfiXJxUcaUHQiNddFgoZqgRCfDDRC1lcnaBEhlrTRgXnWxnfGuxl5oll2rRqskvy3sVbO/KsBWg4H67/wk1ZBt+L1KTkDHTQr8bwFcW9e5oqfqDgXNejB7PeF3JcrRBFaNPuW842K2Cpwc+QL+7r33w8omsXGwG/2pBNxqAZMLI6h7SljbvRqbutehI05R/joiFhD2WQj5glK1504pjFUpRtWFRaTMjhRjXXSh9Z9is+UBNv7an13L8pbn/vyH3n4FsGoKR8qHRrNk9T1SwLmSGmk8TzO+hGFE8QRBYBVjQxJII+yvso+G7A7BwHgkikhUOfUq4LbZctkauBrmqiTa1KcWXVMFbNnaNMSArLxnXMf8OAbaBC4eeOBhnHnxPDrTSXhdrzjSkzkz2L8a+/fvR1tXl3S9sJ1eBcPNa5HP1AVDfje61uZtGydefBHHDx/Fwvg0tm/bjje9+W24+abb4YuEMJfLiKwAi43UGHW0bp8JwHndjJF4HbxQBaIp5q4CEdTcM+xWvs4YXBlDHr6GfyfYJ0lqNC6tmpNTE/jU330KDz74T9i3aSN+99d/C049hYxdwYF33Iaqw/Y9JtVNM5/GeacBjcYaWTabGItIU6Kbgz8QB+wixk8+BHvqCKIBJaHAIjjvCRNzMtSYVDGh5LhSx4xdILxXBkgVAEK3ypmxtmhcV2d/gk+YbrliBacujKIQaMe52SIuTswJOPyWN78RK3u7ZH3QnIPjIaCpBi7lDNTacGY+NUEaF88/+jge+8bD6NyyHgfecA8G+/th83ywFXNYxp0gJOWEKhV5XxYEDPtUEmgBuvwKkGkxT1F5u1dLHyi5ChPvmffmz1qv2QDCAmJpgkErsPqWt7//mtc3X/CRj3zkilZ3BawqjUEUl/C9L34ayM6iKxVBMmIhQRmkYJRYHk3BkalZeOrsKI6Mz4hMgxSh2U4esgQ049wlsM/bWClTH7EsiX4gFACNqtiOyTZO7leU6ggnupHqHMSFw0z82QKr1hvHR2IzYZ4rm0AZM+0cb3ZcJtpqqmrZLT2HlATZT1bJTIJr7r15jpFsMkUcA7AS1Oj1erDDU8WNG1exNoaHTxwDjd0ns4AvvQ4hnx8z0xfFnE3iMR2iC0CuW3c5H6xQFFu3bBWm/IXzF1Aql9Hb24tEIibjFE8m8aZ/9xbs2b8btkNjnjIuH30OtaV5BGngSTkkxo00/BWTQp8Y3QQiUYTiSYSicXiCFmxvENFEG46eeBH/4y8/gUwuK/IJFNvh+qJkiQCYYrDG/YfSTaZQpljH5mGIAUZP2TBWaXSkCBRqvw6G/Ojp6cb2G/cg3dUl65sMQ4mVvB5USgV0dKSFZJFdXEBXRydmZmeQbkvLDre0sCR5npE2IbAqOoc6V5D9lszChlyEAlZbpQp4b+W7iNxYRVirjHVZdOzq6sTg6jWIx9oxPzOP8YlRZDKz0nGzZmgLxsZHxFV85cB6xFLdWCB7sqp0f80cae1sE2Yi5d5awHPJbQiWsT1ZWK1a/1x0MVtAN13w4SgbYNWcBwZc/W+/8X9f1/oeXN0nubK0H+tcKxlPYs+2Ddg8sArRgIux0XNSgCXzkvJHJGcE/V4ESYoJRVBzvMjmy5iZzaNEXW/KUPgDSKXT6O5ZIR0ds3PTyGbnxPQ0HCbATgNddoE4KFPSoWpjtmRjqepF3vZiKdopDHPb9SAYiiKRaiyS5M4AACAASURBVEOBZtLlkgD84XhMtJy4TlhcsfxqDtPcKGR5EKgWkLl8AdPnh3F59BLK2aLoMtfJAud+we49LcchA0dpFysIf4DnAGVoaGCk5o/EjaYDhgZVYjynUTSvR0lRiJyO0uSkVIm7NI/i2EW49QJiwQiCXheb16wUYHVFMoRYUMlYid+AlizkeMg+oqWr5MykVILMBVXyF5kgMfBzkK9UMT6fwYnhC3hueByZYk2AVRYvZO5LDKb02s2D80Vk6awAXn37Prz2wGtEJoQxDUkP3H/oLfOdp36IXL6IDSv60Z5KI9nTjum5OaRjSWxeswYL87PwhYOYm19AIhqXs40gYmZxSTCWVf39QoSjLmmpWBBJDTLOc8LstqXQy/8LhaJ0Bk9PTYu5Hp8XDkQwl53H5ZFLKOZKMl88i3PInzmFsBiOs/PBUuQ0YXRyr9e5kMSZKsYU4pbcr0YQL78TAJ17WjgsGE8gGESIe2IkCp8/IGZqvEZKHdTJzGdMSJJCKIHPff27ePTQCVQ9CmPinqpSB1VEN7GtWZ/NmKF5D1rze7NXmJzbPKvxHB378t8Lr2isXrHHvQKsLtvyDbCaWVyUygVZBqxgM1ghuGrTddvjolavY2Z6Wm101QoK5QrSbe1IxBOYmhqXqj6ZDVxgpJPzYGRCwUMxm8sjlUxK9Vt0aWrKBZ3mSGTAcoHb9RoqNRrnAJeGh2E5Dp589BH0JhMo5Uvi2sq6xVLFxrlLY1gsl8FjWAGEqsXFAKutrqZmUbTqmpqFY2QDDLDaDNSajqRSdRdnQO0w6dSxf98+fOB975BWw1KxJExP854maQ2HYvj7f/xfeOKpZ+CVthsCGNcGrCrgoBkctAYCjeBJg8Q/sQm0tCObjYWsCwq+E1jlgaFaFlkdVcBp68YiiZK0x6sESirMWgBaJVEMygmsuiglfIjtGBDG6sz4JOYujsOp1XDjbTdh5MQwcscnkahSp84j4Hk16mDT3fuRrZfxwsHnsWn/XsyNTWH8xdMY2rZOGKu5xQIu/vAUrNk8LHZ6e11hzcjmzWCHJhTGbOUKHTktVq3NtiRA/v8gBWCAVRkrDcpKp3JTHLMZsOoxb70fcv81y4pMNYVLOKiUFbB674Eb8Xef/kc8+9wLgC8gSSoTFKMZZw6f1uTBBJ7mZ/8SYHVgx+u0bo0BBWlsQracknMQxqeIyFdE68iAWxLn8F9s6wvE4Ym0w6V4Ptcc23wbTCWlXSczwuZ7ElwtAeWsYqzaJdF0hUNgVWDYl3RlN7EHEzmFaaqWe9H7pSGDNwx/UDFZyZQAA3K7ALR1wR/vknXJpKAu2jkOPMUc3JJirLK1hE6PNHcwZ7ySAmiyVSV4ayGMqjnQkrAYYFWASAJRhrGq/q1SRfV8JmuEcs17NG2ZFHuyNdK6UgrgpwGrsjFoDV5dlBFxWyH3I2ZFsXF1AltXJLGhsw1bVqZFv3qKa2zvveh84xvg+DKSVPN6eX/lHVsSWl63XH+Tlyp/azJOW4DVxrdQrTIcgY5El9JCkk7qFiBUf47Mqwbjp6m7alr+heUqwS7vRXMPFLjKsF5bX98CrLYecWRV8zsY8FQ0IfWaNsCqsBP05zHJIEVlwa1j2nZx9IXP4LPv/wSi1S6sHUhiIJmEr17F5PxlFGtZ9HX0YHPPOvSkQtLyGQ15EfH6BVgV7F+DuQQJFatIGQepDnOluaj+rszv+Njwqx9ddkq//D9/7uffdsX9M/sJ17h5CGhszMm0XrQJQFtBT5dmRS1MVukm0YVWgiOyV+rWNjIt2RIYjmjGpW4HN59pmIcmyTUJNRMyJk/8HGHLVCryPxlAiiFPgyL1LnwOWVrPnTyHf/rfX0EsQOAoKtdUtssIW0HctG8/tu+8AWXKgugWacM6EhDTFFO1rh5b/vme/JzjJ0/g8MHnkJ1bQNgfwj2vfzM++AsfQjAWx8zCgrROE4jgWdn6UMl1vRHrqDOT55J6ntKgV8m6YWgZDUICqUxuOH68V0xsZH4EmMAW8bE//Qi++aUH0Rdfgd//7d/DrXceQDUagQhMWF4UCF6TFcaZ7ag9Z/njpYFVJd/CBRgOBzB29BEULj6MJE0/aSDFbpVKTYrGZI8pWSB+L8YCrm4fJ1tLgcjiFi965NrogTU5ngssdnksZWBSKCBXqmFkag7r9x3AYtmLrz/8HWGebN2+FQdec4uYJvoCQRkT/s+HOfsI1ijww6wj9W3JriX4dHlmEmsGBtEdiqNi28j4XQRs9XqCm0F/QIgB/HuELdTagdpIDijZAWUUZDRRLcZ13DvqdZFB4H0yAGorc7W13dnMdzNvTeHWJHV877e96/rMq/77H/y+Mq3SvgD8U7pOPD4xLTzy+Hfx4tOPoSvkQTpuIRVPIBqKIBDkHk/SsB/nMlU8dmoYkxm27rMnWMmQ+AMKXDCgEytZVojttV5pfyf4ZoXIZPbBIljBdeuGEEusxMzwRdG0NTGPAKviU6DiILIE+b3JvCQ4R7kH+oyVK7Yw7CjBJCZSZCVpXfuXAlbNHP+JIoJO3s2+x/GOeoPocW1sj7rYtqEDwUEvzswOI18L4elTNoYnfQgFgqhSI5JsNDLMtIyHtOxq47LVa4bw7971Htxy662iI/riiy/KXF+7Zo1IErE9tr2jW1qx8/mMMAipVe/zBFGr5FEr54WxLW37bNUVDWnKOIS0AWpA3MypBc1CHD0Fjj1/HJ/4+CexlMvAw3tTV870wXBYroukFdlTxazl6sCq2XNVrK/kCuRPDyTPU0YvLkMqDKxehV3790jrNAE6AcgpDunYKOQz6O3tEW1VrqNykflYCd0rVmB2ekZY5lyfIv9BvVWa/FAyRIOQ5owxny+FUN3V2Pon900pdrDIVlOyAAuLc+JlsWb1Guy8YT+yS0Ux28rlF5DJzqKzfaV06fD5K/s3oGvlIJYKBRSKTaa6nCWGhGM6JjTb3sQCJvaRM6iFsCFnXYtkldmPWhmr5j0MsPr//uffePkD+yrPWL9mQHUD0h/E70dbMokPfuD/wr7t63D84DOiWerz2rg0OioanBE5kyrSHm5xH4AXpaqD8el5zM/m0LtihRQde1asQGdHh8yZ0fFxLGbmUbPzgIemv9zHub/VUKzSiNBBoeZiMldBxrXgj6XgdPahmM2JoRJ1BNJd3bLn8EygrIqHBSkdzYpJWyyGQJxsU7L/uYfKsQbXrmDq1BGcPnQYxbl5eAMe2B4HFrkdhnFII08f9VLJUiXwr/Y3XaW/orDEM0zuLTMJancSlAuF4LUCytyWFArmKtlFlCZGAbeMoMePjngQt+zejK1DvQj7HAQDZEYqEFd8KFg41CxwIdBQT7wO1CiRSANLml/ZdeSzBVQrLCg58JIk5jgYm5zB8xemsZCriLQMF5dii+sYWLMqW/MJ/v7973s79uzZKecPfTAkb4WLQqmEp144jLn5JXQFoli7bi2ciA+HjxzBni03YH3/ALLZRThWAE8/9xw62zuRjkTR1dmFUkHhOWvXroXf4v2qiGEj5QeU3rsj65VnHzshJyamMD8/L7FIOpGWawh4ghidHsPpk6dQyleQTiURqxZQPndeOorZkUXPE+6XIgfDMeS+ohhmKoBXoIj2EOHEFwqBxEcEUq1oHJFkEolECuFYTEBWZiYsXiEUkVyOoL0ApnVbinsjcwX89z//n7g4nxUjOQXRqGL6cmC1ic1cWaxrPUOW7wNmeV6R/2tglb+bX5i+rjX+b/VFrwCry+6sAVYLZaVxw81XNlAAYRE6VvRvtvyPjFyUw1kdUlwsAamULS0tqhY4fShy4RqHXNLcqelHkJaMgHg8JpujtNJRdyWrqibiLi8CzMDZF0+jt70Nx488L7IAHck0SuUaxhcWkKlUUciXpT2AIJ0kMBpYlaBWV7/NYvqXAquyHSiZVc3QcLBt6xb80i+8X66bTF4C0WaRimYj2zOCYfwtgbSDhyVZeClgVV1nc8G3VloMsGpA438JsMpxikViAnCbhIVtRKwOUwrAJMuy7WnWrkmueU0NnT0DbAqrpS56TYW4F4mdgxjcuQljFy5ifnRKRN333LQXs5cmsXhkFPEa2a7U8amjFnWx+Z79KHjrOPbMc9h84z7Mjc1g9ORJrNuxHv1bNmBuagGTT55DYD4vBy+dxdneIAkLA/Wacug0QVATFFJoDkH8RsBzDcCqvMbICGgwvTWYN5/TCLCWrSczjqadulat4X3vex/ufu0+/N1nPounnz0ildQawWy6hWt3zKsBq63ghnnf62Wsrt5xQBifwiBRPaCip0aZCoKPTjkPt1oSJ1s5GAUcVCC1iGGQsRVKwsPqtU8yZwW7KWV2er9LMs2ARvRjmfhXanBKRVIQ4K0X4VByQIBVxYQl47M1wFBHrlkLbA+UnkFZH8JWpTMlAVkCupZK2uoVTg4Cq0Ug3SGM1XqN7cRs+aarM+ApZuEQWK0uqeSdny0gFr+fau+7dmBVBwhaY9VwOa8OrCp2kGkHahzay6Q6rgVYVcZmisspc5IyDwDiVggru6MY6omh0x/EjqFurGqPIM8AemoeZwZ2IfneDyJslVC3y/CKoEfLyOv2cWElNRiO6hlKGVc9NK9Ua4Q22aSGXUrzqtb2c7OvyDs14i79ySI1oB4Nw0RTLNHPNUCvYcaquK25b7YC4a0/N0zYZctU/imFOSMRoD9P2oUcHxacKiZcFwef+hS+9MG/Qcq/EkOrIliViCPo+DA1P45MdQEr0kms6x3AymQ7opE64iEP4nSiJWNVDZrMMjLm1d6umBEcX2ri8lrVEiLoqTjca3/1Y1e73J/6MzJWzRibJzYZQhws9VnsCBFmRgNgbeqf8nW8Rumg12NrQFWlgSeaKvL2BiAVxiWNCegWrM99w9rkntV6dslwaMBW2Ao+vi4oSaRizJDpVQUZVeos53UrsI6MqMUq8Om/+UfMjs2hI5WQmF2cmms1DPSuwo233aI0WOuOaqsn81GfZTRH4cMwp2h4RKYMgfSaFzh68jiOPXsYublFzC/lsHfPfvzmf/ktrFm/AQuLGdl3DFOxde83zEqCAAqArDQ6fXiUMFnjuAiztVptgIYE+AjScZyNNifHslgq4P6/vB9f+uJnsWvNGvzXX/h1tCfW4NCLw7j35+5F14pelHIeWJxP3gpsJmzXCKwyUYHPQSAUxPzwYUwffwDJQB1hFvxqRRUD0pW6WJYCumLmEiBm0l8X12F+N+7zdGov18hmZZeDV1jGAkySrW3XUKq5As7yHi3li6j4gth9xxvQsXIIf/+Zz2J6KY9EKo3X3nYz1g32IVcsCuOGyTnH28xDtgrKmq1WG2wUAWVsShlY8KYiqBfLKGWLsCIxMcMRMzyfDyErKPEr7xvfl3OL94t/yjwRIzLKHIi+jWIcy7pUsS7BFrZOy9bVoqnKfxsGsmHAmbVngHTzfAO+8vrf+d6fv+b1zRf8/u/9jgYWlAyAAap4PgajEWRnxvCjr3wevswk2pNRJNMxxIN0og8h4lfF3JwniGeGL+HJ8/PaBEsZOAmQQeAu5Fe6rCFlDsp1x2OYa9zjVW3wBEoZeRfKBDySmL80jvmZGYm5VPLLbhGOI/dSBRLIuaBZeGuHViPhcXHm0iVUXJqP+ZUwkDBEmwV+M0itye1ywNWAh617iwERQ/4atoWD2BWJoWdFBNagB2fnhjGddXB4BBieojY8GXsOHJrpiBQ/JQ38iuQBYO9NN+JXP/xhdPcpbXLeZwVKatM3sssCnOu6+8euKfMoembXXLgBD0q1orif22U6n7tSJ6akUdAfhOULyP8EJ7kfslXb73owfGYY99//55iemZMuHU+dLD5laicyJSzYMsaiL0Czf6oxR83YSVypgVWz9/pp9hsOy5omiETQh8Dq2o1rEI5HxcBGmJPUeyzkpNOIBjiM6XmHx8fGsHLVKhkj7hGUdqPjOKUQeN6yFVyZ6Knz2RQb5Kwjc1mf3WaNmNyCzD251y6l/1XHZKlcwPzcDLJLWezdezPWr92C8xfOYWZmAotLcwiHKPexIC3XW3fsR+fKQWQKBWSyiw3GqipoNs+01uJH617O6+Naby2E8XUEwg0BorFwdaGO12ne3/z5W//p169rfd93zwEUi3kBlKgNvG/3Ltx2y63Izoxi9OxJpGNRdHa1IZMv4PzZC6gUy5JDRIIBMamquQ6y+QrGJqeRTnVjzeAgkpGY7L+ZzBIWFxeRpfkiaoglgkim1B6by5awlMkLoEpW6lLFwaXFPPLeEEJtnQi1daOYySqAjMzRcAQhKyLMVClOMg4X7XrleB+Nx6SrLQA/woGwGBhW7CJCsRDSJFONXMDhxx7FzOWLiEZD0lWmunoYL1Av1ZL1wb/Le/rJ0Fa6to2CsZBrdGeMT8mhUCJIdLBFboQxFvVZffDkcyhNjqJeLyEZjqK/M4479m3DUE9K2tk5d6QLg8AccyFhSTJeo7kxu3NoWFbD3FIelyenMT41i3ypDNf1C/6RSEQRT1AL3ovZ+XlcmM1jqVAR+RSuIoKNoj/dws8woashLX3g/W/Hnr27RX6DgLPETR6gVK1gKr8k5lVWuY6bXnUTzs2M4dDh5/DG2w8gFY5IB3HRU8fpixdlLa5MtiEVT2JuegrJZAIbNq6TsaPMYjSqtdw97E4OCyGOhDoCq5QAoQa0YDfyvW1xmJ1amMbR54+gVq6ju7sL0Uoe5eHziIjhmS3KZIo8oe4/F38DO9AhusI5VPgoUS4ltwIhkSgIxhOIt7cjlW5DMBKBLxQSDdmLly5hcn5R5kFUTKjDMl/b2tL4wbMn8Ldf/CdUvEEBsKXnWHenMak2a7E1hzZ7QOt5shxbuSJmbinsyrmj9ya+zyvA6pVb3CvA6rIt3wCrn/z055DPU9eG7Aq/LEBKALSlUwJ+kl1KtiP1liSIpDg4qyt1B6lkQlrGWeGPReiKHmkAJNzoZmdn5TXlMllrrGQzCFE6nQzCZJ0pQj+KxRIuDA9jZVc7irkcnv3xM8jML2JsbBwXZ2ZgcxO0IcFInXqdBP20LtfyqkPrgapaktRDaSWxpU0ZXb0UY1UFa0yPVaAtbfCug4GBfvz6r31Ivi8Zq1ewPU3lzgrjf/7NZ3Dk6PGGedVyxmqzYnJ1YFVtBP96jNVgIIgEnZzFiZim7QwUyUxRSScfDSB6mTN0s9qsNk05hOw6Aq6LXBRI7h7C4M7NGBu5iOnzo6hVKti0YxNqmRJmn7ukpAAqNgqVEuwYsOONt6BsAc8/cxib9+3B/PgMLp88iQ03bMSqzeswcXkaU0+fQ2SpooFVV3RcyJiSNokWN+PWjZJBokBAAvbp7ySafc32VLPBtoKZUqHUhGLDWDVi163zSJgnNP/Q1fgrAn3dTqKABbaWeaSA8B9+5j/g9XfeLFIATz7zvDCYK5WauIC/HLBq7on5jtersTq444AGKthWqfQCeSCK2y7dy0RjlYYw1FxV2kGqFVjNQVaNPZE2eMTtXbX5GXBNAENWpAWwldqhcoGv1OEWqX9ag9ehFADbsyqS8Mrnyt9YiWzO/8Z4MimT1g4DrDLJ9kvw4vq97EBRiRsTa5t02hLcZBzeWBucGq+dCBY1e7zwlopwCa5W5iVxUukfv5MCjhvmVQ0Ujk6RzWtSY99khahrVP9LNV2+gWpGf2lgVVKMFjXlJqu1kQQ1mt353j+dsUqg2VwDWyoFwPEHsCLlR19nHFG/he5EAGt7OwFfSRhC4TxwfnAHIv/+fWizAqjbxUa7vqwJlfFo0E2BfKo13yRvYhfW8i/Dt2Ug2OTekolKYNWMYCvjVBWLlumztjBQzciq1ikC9E24uQmuqhFrnTcGZtaHSeP3L8Xa4xNqmmUuDCI9mgzGyXResIu47Nbx48f+Al/5uX9AZ2wAQyuDWJVMIFgPYWZpBovlGbQlLQx1d2NVuh/RsI1EyIOEFUDMFxIjE2OWJful1ozlHuKX9n+lua1AHN125vFg7a/cv+yUfvl/Go1Vs18Y4NSsJ/lTSw4okzA1fgZobJyN0jKv9i8DChn2hjogWjnWumNECokB0VozZkCapKDGtQUAl3NXjEVUcdaYYJG5IOw77hsaxFVFsyYhywnF8NA3v4MfPvoE4mE6bAcFwHCqNVh+C7v27cXQxvXSSsi2MiYIxuRQznLddi/vy/+pjShFQ2qneXHs9Em8eOo08osZLEzNY0VnD97z3vfh1XfeBW9AGSnx3hn2oQF1+P1EzoBMz6rq1FHsSrUjEFjlcwiqkSlCIJUFZz44XmZMxsbG8KV/+DS+/fVvYm3XKvziL/wyXv2WN6AeDWKpWEJXZ5vsu15fSO3NMr+UVEvr2d3YT15CY1UR/2uYnziJ8Re+iTZ3AREfr6MOW/QNiyiQlVauSmxAB+QaTY60IUyN+njsaKorA7JCVf2OBS0moTQAIXpEBg/bS3mvaVxYrFQxsGkr1u66CamuXhw59Dy++vBjCEYS6E7H8ZZ7D8CKhmScOWYEQY2BldmODfPMzCmvsB29os/PVWzF46hXHAQqLiq+ioCqwmwulxssWFMk4Nzj5xigVcUIBEvZutmUcFBFBKWZbgBUk4C1Jm6tzDyZby3sOHOPed3Xy1j9nf/2242ChrSSa0KB7NNkarl1HHr4q5g+eRDpeAiRZFS0n6P+GMJs9fexmOTDbLaGb5wdQ7FcFFaqFbYQioYQitCR2aeAQtmvlAMzdfvE5MrWEhAueUpslY8hFOxCOmahu6sbHZ3tso/lcnlp4y7lCsJULtL8irIdtRo6Ozpxy437MHbkCH506DkQgqv7aKrJ5JhxhZKmUYm42oNaH+Z35mdmDZoijonpZF+x63hVWwxbwxbaemKo99h4/vIw5nLAixMuxnIx5RPgrYOFFoKllImV++zUcde99+DnPvTzCEdpElVQ+tH6jJTTXEt/8bOpicn9ix1KtXIRdrUiZAABVcj8ol4z7wH3D5FWUv9LV4Yxd5HOII+YyJ47fx5/8Zcfx8zsnNLSdZXOpOhkMk7THXpGA93EJ81x051bcrY0wWpeK/MWkfsiwiv7iQfpVAKrBlZi9dBqaRvnPSsVc8gszTUMWRk3kUyRTtM5PIF8sYBgMCIyCLFkQq6N7uL8TpZoYDa1VM05oDqcmvfWECPUvqqez3zOFMTIVmUn5OTEJCYnp3HgwJ3o7x/EyKWLkldWitSIXEBvz0oMrNks5lXcd9jubvbE1vOrdU2a35s5xs9Uhr3qXBOwyENmdlOjuzEXTeFRn1WtOcJv/sqvvvyBfZVnfOr+P0bdsaWdfnJiDFMTY+hItyEecBD1ukjHI0ikk/CHIjjy3DFkl3KSNwe8LkJklgcCKFZtVNgN5wugRrPBCsF81XHCPZqt4em2JCIxtmVz3wbyZKdmisjIXu5gKlPEXNWFm+hAkLqbVaY8dcQSMdRDtDn0IORl8SsBKxoWEJQyLtz/OdeCVgiBaFSRW8SzSPVEMfdn5xSLPrPnzuDgww+jujgvTG3mXHzwujnPuU4Y66v9VXVLyubckqMy5uY89gctRW4SKR7mIXydkiwRQLOQRWlqHLVaEd3pFNauaMOdN+3AYFcKsSglYTxYyuVRLhWlHV5JGvhl7YosStXG3FIWZy5cxsT8EmrMOxhzB2OwyDyX80HFLgTFpzJ5ZApl0UGlBBTXKuV9JF+SHJFrjt27lKNQUkhvvu8AXv/6u1XPIwtdAbUf5UtFXJybwoVzI+hLdmDbju14/NhBLGWzuOfGW+ElicTjwVQ+g8lsBuV6HWtTHUglkpgcH0NnRzu2btssuI3F4hnBZn43MeerIV/IiaQIL4THNtcfSUt2VXmS+GwfZjJzOHjwEOxqHW3tbYg7FeDyZYQIHBv5HxErUbkUm+dE9kTPcUOCEGap4C0sIvGeEViNIZhIIpxMIhqPwwpH4An4hRGcLRQwPTqJIk2raehWYv6oula+/MgPcPLiBKpiOEdfEFvyRYK7xrTPnMFmT1Tdx4rC0RpHNH9/Zdee2hdau5cVbsXnz8+/Yl51xbnsLj+pr2sL/LfzIgOsbty6s0WXQk1Atu6wDYhBNYNNtu+ptEqBfawwsl0kGo3JZhGNRcXJcUXPCu1WyRaDsryEYCYZsO1taQFkpcTbaL9VFXF+ZqFYkDaSrvY2JVxct4Vyf+LUi/jWdx8hL07a0fzCvlMOtARHZUNt0VBdHphJWmtYUBpYMdUiHuStTbkS0MnzuUE0ARappNZttLe14Td//ZeRTieQzWRkbIzLHVvn+bCCYXz8k3+NE6fOiNOvSmO1tmWr0Mr/Ye/No+U6qyvxXfdW3apbc9WbJz3NlmVJtiRbso2NjTFTjCFgRofJDAmGhARCOglpenVndXfSnQ7pQBJCYhII4JAAIUACxuABPM+SNc960pvnmueq39rn+76q+56FASf9+yPLtdbzk+vVcIdvOGefffb2sL+kNVgfiJe5Z9pvDTis2GoXBl7awKi+tt7hzrYnth8ymeMxiwQDJRwqKhHkNVOtjAQOVVJrHBHV300gptiCxKXIDMwHG0juXIeRy7di4sw5zJ44h0algs2XXYxaoYqZR0+iq+mgxFZ+ugNHWtj48stgp1w8/uCjuGjXTklkz+0/gEt2X4L+LRtw/vh5LD5+Fk6hJlIArFyyLaJZUy1shq1qApoVG66u0Mv19ARx3gTfBOgiGyGVNE9V2giMq962dmbfAWK1uLl2B+X9kbuuXQPVOFQtCZVKEe9972247trL8cW/+3s89MiT8FmOksMgm00HbdJCrYNlkyR07ola3Pl4ocDq6KU3dlARZe2uNj8yKBjgyybPVv2aOIYacFQ1slNo3oad7EeTUgDSo6u4fgzs1DWyxNCCAYGYVGnt03q5BLCyTOCTTAsyPGQeeNvXVMAhDyUK2QEujbqm6B+pY25Z1E/SwGRTppvpMAAAIABJREFUKwYyII66sNy4CoybtJBXQRoDy1a5glY5o2QJoNhMRNKbsnao8/HOFeNKb1b6leCqeVYxaVUToy2asDJvPUDSCvhUO7SbFUVGCR2apTN3ZQLZ0Qz1rD/6SDX/R4EsPrYaBcStudv1o7fLRSik4N2UG0FvPI2Ir4ZIAvDl/Mjufi1i7/4FJHwlVBtK71Z0kORYKJ2nEVIalGjTKgXEUWNSGdZ17o76N1+nfdHVuG8xCehW7FbTDqTvaPvKMWiTxO65rf3Kiovnpgw4vCzVFg2etJGV5y60jTJUZbkD/kk8rvcF+a62EZdi3dG9lZCMyOOLkzrvfAvTTR8mfEu45xu/j7t/7W70xrqxZiSOgVgUkaYfc9kFzBbmEYs42DQ8LO708VANKaeFFAPGQBABi2UDNneqh5il8bx5z0QGQAE54p6qwWYWMTb++p+aU/uZf682r2q/UY8rA2grHWoNyZvxqvfFNmiombNmvTNBsgT9sj+YH1Vg4icyVqCOOjW8CVbRXZ0JohRO9BCWFju+V5gg7HhQLBS+LhyJqFa+YFASCjL9CcRwfWZCyICWCeW+w0fxla98E9V8GVE/YxJlwlMrV7Fl42bs3HO56KM6oZBK6KQVWbXj6VusirkspAk7URkycr9uWj6cGTuD/c88g8xiBrlsQbTGbnjZy/GWW96M9OBacVaW5IAAfIMu6iqBIEjCB8+NjE/uq7x+0k5fqSCdTsMNum2zKn/Uh3gwikaNjLYWzo2fxRfu+Czuu+du9Kai+J3bfwsj/RdjbG4KN7/ttege6MFygRInSkBEXIdlnvD7O7GAdw2j07qjiflktsJXgb8VgGPVsTj2OMYO34tgcxpJGmyQDUqH6FxZHICLZbKHqbnHLqaa/BAgZawgrZC1pjDeKnyOrLlmE6V6Fb4GtXFV+2yFIIHtoFrjLPAh2TeIjdsvgxtPS0KWTqVxxxf+HmfPT0kL445LtuDqqy6Va8ZYky2J1PznuGTcxQstjGq5rwrMblg2Qv4Q3JqNitvE2fwEGKVGKxb8kSiazPKqVcTCUcAmyFpGqZlBoBlEwI0q6RsfwRRqgwM+asxLHFZHrVEToyM+mg0+6zUpU4Uf0V+V9vXOamSMoPi8mm+KCcdj5jh8oRqrn/y935OEXIAy3dZNgFW6C4IhYR6effIhHLzve4gHfQjHQkhHQog6rjDaCHrKvWlZeHIyi/3TU2g4IYSoo+qyLdOGr0m9RQgLSIgElLKgYan81oQEGtzUG7ho+w68/FU3YcPIkAKt9f3hGFQyYtKOo2TFWLBtNSRX4Lz98R134AePPYWFlg8Ni/FcTUkT6T1h9cJnYnfvftF+Dbd63j9qThLAtFoI+HzoD/qwO+pi1LaQWtuLM805nJubRNO2cHjSh7NLYdhOAw6TdUIaARuhBsdaDd0Dvfj9//M/kEwlUSkUyFtstwerxZzEDLUXGY19gu9Kk5rrW0MYhBJ7cL1pKEaf7E9ax1dYoezuIbuOoADZ68EQIkEXJ48cxl/+zRcwNj2PAFttQSkABUpyjWkXzCTmVECgFyBo5xIa4DcxqgJWlY+CNGexc4C6mI6DgaFubN6yEfF4AtlMFpnlJSwvLYrOrkN5g2ZLXOa7e7rlHEm86RsYlPea7kPqTZMhLd+hdVTNfFUApyrSK0YqzeDKQj4oVyrI5anrW0FVpATqcn2rlJ0rlpDJZDFxbhI0ePrQhz6IZCKN8fEpnDz5DBKJJKLRNAaG1iGaSMNxQ5iYntYGVh3pEC8oz7XDFELMmBKSg85tOfaNg7uR8VGkNZ1HGoDmAl4PH7v9Qz/zvu194Wc/9fvSpcX7cezwQUyNjWG4rxejfWm0KkWkEzFp3a7U6jhy7ATmFhfl7SGyn7XespCVmg0UyuyQoNFeUwDCIPdYJ4h0KiWgeL1RQSafEy3Q6YU85pfyyFYrWMqXMJeviIal2zsAnxtBpVRHKBSEG43AH2bsbaNZqSMUiwsgRvKUMPurRGBVtMYcTVSVWIxkodNxBUyjFinluOJ2C8cefQQnnngUAfbiC6hKhqkyiJJ8usW9neCBkaKjbIgiYPEzLRrNcb12+F3KcE4MkwhiyvUgRmGjnllCfmYcvloZfckUtq4fwGuu2YXBdBz5fAmz88uYmJkXNq8USCwfhnrT6O9OgOzuSh2YWVzGmYlp5KrsurSQLZBZSoJMBXNzCzIuIi67HyzRqC1W6ihxzRQ9+iZCIXWOQhQwoLyexxz71165C2992y2IxVyRX+F+x3PPlPJ46sgBLC0sY+dF2xBJxfHg049gtH8Ye7ZsF/MpElpKaOLYxHkcP3sW24c3YO3wEBYmJrF2zQguvWxHW5JKwGIabtHTpq66NIQopSWeTEcIMRFZ5uotTE9O49FHHpX9P5VKoNsNwjc5DjufEwKL13CSsZXFmEjjBVzz2kxjxhlcFwKOkkBxHJFPoXGf41JrOoaAG4JPcCf+OHCsgHS+cP0q0AsmEMEzBw7jk5/5LBbzRZGuEDBXz1uuL51k0uQWOr9kaqPzA44jk4MShG8XV0wx1OQMmv3qxQ44ABcXZ1/QHP+P+qYXGaur7qwBVtevv0glXKvaN9SQ7TxWgA+rKvJ8FVumOLYNCCjsDV2hYTI50NeDZq2EUEDBA9J2QeFtccsMyKJ/5ZVXYc3oiKoCsYrid3Dk2En89ec/LwG/tBprcwNZkDWwKq0xkqR2nI69QKP5d3th09qhZhExZ9l+j9beM3Rx/p2LUSQcwcc/cjtGR0ewtLTQBlZl09XqzIGgiz/99J/hyPGTAqwqqOAnAKsenVSvFqxhwrXviWbdKqbgSjMmc+xyDQwjz1Pt53Nkb7DNJ0imD1v483l5GxkpEsho/TLvGDDBiEqyFUtCAg5xQvZJ0Fh0mkjvWoeRK7fh3MkzWDh+Hq16HVuu2I5KroSJB48iVSdjtYGgG0bBqWD02ksQG+nCg/f8COu3bcPS3BLGnz2EbZdvQ/fGUZw5eBqVZ6akndxfU1eiWCmjVWf7ngrkTHDkvW8mwGxT/NtJ/Uox6w6wqlo0+D5l0KLZa8bEykP/7wCrHTaX+RzvvDDAqCRn1RI+8IH345qrd+NLX/5HPPDQYyKhwY1N9DefB1j1aqwaAPmFAqvrdr5SMU0FDTcApg80kRcd0mad26206gslXIBHpQlpS9upDTs9iEakm1m9OCe3mtTq1cEmrVNtFVCRodpimZuaWdWKtPhRb5VjgpVv49Hu7Y1Rl112PrUOSbu+Ar1VRKLdhAW4DGlnYX55TemMMXGLx2EHI5IkM3kkrZVBKseMnFO1iGY5A1+tJEw3AhKEjdWjc+/VkawEOtVrjBNwGwVWyYzAEgRWVwKF8g6pzujXa3H31cCqtPWtWpdVs6Xhb3rW3zZTUxc5CHj7Awj5LaTJTmI7HSpybrFQGD2xJAbiEVihCqrLdSSveB1GPvxLaPqLol1GYFgAfG0QJf+Se2DB4jqriM2aHUfg1bA71frdbvfzUEN5RQisCjBLIJFDbhUYyjPyGwd5MecgGKxBDK1NaqQEFNCqv7flMdsyLFv53WGkm6smc5PHIJG6cp+Wn/atbaFBsEH73cvaATJUGphu2Ri35/C9L34CD3z8IQymejA4FEN/NAq3aWF2aRZT+XmE3QA2Dg9juKsP6XATXS6Q9gcRdRz4KfWhazPm/iqzKku0/PyWlrLRmqvqKjSx6aOfWTUafvr/ehmr3n3csPC8SaX30xSA3WmxM+PcsBpMUmzmiAJPGtI2xjVM1iUNftMgiBpeRjtU2vyphawfJilVwAvXD2Vqo8BVxVIygbcBpcx7+H1kQs/mcvjCl/4RJw+dRMJxEeCa4wZRzhWQDsdw1TUvQay/R+RJ2EkjRU+TyKzS51SHxWKNLcmPFA/QwtTMjDheE+QYO30Wk2Nj2H7xVtx66wcxvGUTMsUirEZTdHSF9cqEjgyUVhNVMT+xVBsrZVDQEqCQ16In3aMYIfU6YrEeabNt+GiGcwx//ad/iZNPHUXAKuKXP3Q7PvK7v4OFYgmLuQJ6e/vkGGni4X2sCPY9TJ729ZZ7yyJTXYAjshEjFnD+0GOYPnIX7OYSuqI2fNLGzzigivxiRlg7ZKtWay0BUcnYKRSrIsdUqpDBWket3kK1rnRwOYcszWgt2gIBgc3dlNmW1lqfhd6BNdi6ay+afsVIJRBPptvBw8fx9W98C9FYF7q7uvHqV+yVGIUJHoFV16WsFFs1CXR0GCdGp7/lb8HfspEKp3Bs/jSOLR5EKFBED40yfH5YgSSiVhTpSD/8wR74ak1UW3UknDAoLFQpUBKgiqZVRSRoo8Y8vqbkMsi8VfNXuUAbtos3JhJXe4+0RmfudeIIJqSMrRjf8jN+8U3v/ukT+gKv+L3f/URHK1MARMZiXA+b4jbPvXf22LN4+q5/RtiiKUkIyXBY1ijXr1pjeew8lumijfvOnsNCFXAoeWBRD7AFuxlAq6FeIzr60lWmjeB8jOHoddDAZbsvw+vf9EaMblgn0jpmLBrmtnT0CPBsS9JOAE3MbQmIVKs4d9f38a/3PIBT5SJqNIiDHw16EPwEG4LnA1aVVJcyMOH6wU6BWMCPPX1dCE5OYW3KRWprP876F1CozcANBbDviIUDZ/xoUIi3biEQtFAF1xhX4p53vu+deO1bXo9MZgn+el00aM31kFjRxMrSUaGuF5836ybvszFKa1BflcWWCqVCaiJ3ovIUJTdBkEFpTgdkvNfzBRx78jF8+657cXh8RrSQfZqxqlj2Kv9R25pSAPXGn6uHjolbzfMEPAmEEzDn+OW45E93XxIbN2+QeTc3O4f5uXksLi7KvVszMojh4REpgjFHGxoeku43upaTnUwgMhJmUddFQGsA8/uUlAylRUqiT0vWWb5I8JSmeDSpKiFPVnOxiFyebfgKcPUSJiiFQA3aRqWK/PI83nHrm3Hbe27DQw8+gvMTh9E3MIJEkoSeNQiFwkIcmVyY13INBKg6c9e7B5kx1QFYtUa0vr+yHwgYrIyuzP+b+F4KXDquMeOBf3uhwOof/NePtnOQ82fPIr84j3UDA1jTl0a9kkdSzA1dLGdzOH12DNMLi0JECPlplMmSt/IDoZksuwn8NLUKhRB2gwgFHLh+W9reOQdpUrWQy2F6IYeJ+QyW82UslwrIlCootWxYsS6EUt1oBYLCSiYrVAwn/UoehRqvzAm6evsQioTlOVmfNeOYBJhiPiMkC5F0sYOwAyFY4QiazOPKRQSbNYwdOSQ/BFdVJwU/QxerWmwXD2hZEVWskyKEMB75OuoS87M7TFZKHYlOvpYoo7FXNbuIwtw07GoJA+k09mzfjJdesQ2L0xM4Qem65RJypTrKJIPYfrhBPy5aO4hNw70IOarQlMlXML2cxfmZJUwtZECN9r17r8C585N44smnkEqmkUxFUCnn4fMHkS1VsJgtgDx85teUVWHnFglh0s2iNVw5nwlIb920Fu9+960YGOiBG3ZEdpExT6QrgYOnj6OYL2Hj8FrkaiVMz05h7/adSLsxFCslhBMx1P0+PPDUkzh25ixuuPwqRJ0AMnPzuOryyzEyMoIiQXapy6icXc0JRSYQNKHelGKaWdvkOvu53ldx9vgZPP3EUyJBMtzfhzjPZXoaIeq0GjM3MQvWgLcwepXgG38IpHJtcxzqQ0sbnBQGuV+JWVUoAjcSgxOJIBBWDGiOI2X2xUKwMGXgYz4XTuGLf/81/MXX/lnuV3veeRa9lWuhmtPy4JjQJBpj7MenO/hOBzdiOiv7+irpH1O8WnoRWF0Zi77IWF257Rpgdd26ze0/mCBJgirNBPW+awX45AHvTHBhACFxGxR3UFW56k66YlLA5L9Bo5yGAscIrLJ1hHpdDDK2btuOeDIhjBA+Ry2Oc+OT+Ms77kAmQ9FtBbgw2FbzRYEj/17AKj/LbMCSmWjAWRJCaiDZfnzo/e/Grl07RLdGSFl0UzYgHOn2gaACVk+cEtaGgjtXtj1fKLpeYbKl4Y5/H2AVoBQABeeZbOZzFCMvyOJGjRZzvmaRMe0z3uSNlR1udJJc1+m8ru4rgdXeyzdgzZU7cPr4ScwdGxOoaftLdqOYKeDcjw4h1fCjlCsJu68YqGDjjTvRv2UU9971Q6y9eAuWF5YxceAIduzZgeToEI4+cRjNw/NwGj7Y1KpiK0ClLMZKlKXgvWaQahZWc49MkPSzAKvC0BKNzRcGrP6kYFYCL0nmmVBVcPsHP4irrtyJO+/8Gu69/yE0WwxO6iuAVWVo0wnsDHvMLORGeuCFaqyu2/UKpR+3AkCkwZQGVtlKQcoOXS6FTW6A1YbSPGRrTXoAjVgvbDhoNito1spKqoL6qzIVG2rzZhWR40OYG/zMBnz1gjynGKuK7arcwxW4oa6lAVYJ7vGDtHkV/9022dYsT+W0oT6bAB0Z1oku2A5bewwcqIM0AX6asOoVNEoZtCp5BfAadyW1ejwvY1XN1dUJjG5ZlNGugWDD6PQUS1SRVB2vDgH11JdGcPXJq9qcFG+yA2KqN3jZq+qCKA1otiNZcCwgwBvAoMkGYq4fXdTlSoQRCAPl5TK2XLQHOz7yEeRGYqg3KcugcFTFPDbMKwVzKsaqliORr1ctvoK9GthXXJ/0Z+j4hUtmmsCqEXjR91i+x4MN+VcVfjqsL3VuigWr+MASAAlQZP5vJezcBl5XMGq1Lqw5Li0voEBexTQiy1jYSsagoqWq/7N1C+P2FP7pz38TT/2XpzHaN4j+Phdd0TD89RZmF+Ywm5tHKGRjdGAAIz2D6IlZ6Alb6Ar6ESOwyoCfIL8wI9X9JLjB7gyajPlFCkC3hplr42tiy8f+/EJbw/M+98Hb39qWJzFroQBAnVrFipZ882FiNqAZ/uZ9piXT7OPmeZtMBF1IMW3R7eKWaPXZYmZBPSyyVslkCrh2W4fSWyjSXHe5B8Is1XsJ2UpsFSPwxoSM94dxBPfderkMn+Pie3fdi3/957sRCdjCtqdxVoN6gcUydl5xObbtoolVVdrMQiGuVc/V3KJ5kcP2/rZBoRpXwXAEQyOjAqSUikUszC3g8Ucfxbatl+Dpg6exvn8Yb7v1VjTDDnL5AqIIoBVg8lRVbdrC/lYP7lE0eZFr1GiKXAFBZ7rtZhYKKPiyeOKZB/F//+CPUJnJYrCnD2+9+bXYc+WrcGZuHnteuRejmzcim2fhsybsjdUPb6y2+m+BpoUSzSUcJZcSchxMn3gYE/u/DaeVQyxkgZ8oLNNaA9l8DsVMTsAPAqjCutFgaq7URKFEsLgi7ZwEFCQ+JHPXx1iAuq9+FHx1tZYJaB5Cmdc5FsO6i7aid2AYlkUmsV/053js0VgCX/vGt3Dq9Hn09fVjw2gfrrjiciWbYlmip8ZknsUj1b5IvdeaANViktSgXqWNcmMJD+7/Pmr2Mvz+JuJ0FQ4Q6A4h2LTg+Fy4oSQSDk2N0oiE+lD3JyQxpAYggS3H8qNYLcp+ogpO1LwEAo6LWiO/wsXcjOV6VZ2HAU078UiHQUhQ1ujF8rUvGFj9xO8oJ2W6XVN3U7OzuPbVLQICDuZPHsJTBFZ9NYQjIcTcEMJkq/rYLky2K9mCDRQtF4+Oz+Do1BJgOajQWFIY+7J9KBaQ/DZ7s9qfnbCDm9/4BrzyNa8QcIOAmdpHFTPVAGIKhFa7BMG7arUs4BuvA9lzmWcP4K5vfg/PzE4jT6Yaze1FiuHCRmzesb26oCB7hBVQQLjVRNxv4eLBQVyRiCF/7jwSqQRGrr0c/VftwGxmGpNnD+Guf3kah04WYUdC0gUn97NVB0OHNcND+K3//LtiEke2lMsioDZoMV1EBmRXeboC4AyT38Slwp7VcZ2JleU12nleWa5oVp9ueaZM1Mzpkzj9+MOgSe+jx8+jYAqcPEaRuOoAABJ46X10dTxqrpO3ECBxpWbG8n0EfEUn23HQ05fGho3rBHA9d24cs7NzAorymJOphMw53m+y7ykVR21GakrzvQRqyVIl6YLdBmXKiFQoJVKWH35OGzAVJmKn7dY0hnFcG8kxBaCxxdoWJ3sp/JRKWJydwE2veTl+6dZbcedX/gHpNJm2oxhZfxGi8RRSiS4JXRfI5NN5nGgn69jNtAB79yIDmnKsm73C5BHqmirdZXOvDLDKgpoxWPTuMb/xKx/8ufdvvuG/f/LX5PpyD8wuzAsAOdCVQm/SBRplJGMRhINBZPNFTE7NY3puQYhGNIkieGV6r9j+HrAaCFP7lmbUSjRdrofocVYqYnI1nytgdimDHIHuegOZah3LhTIqVgBuuhdusgtOJCH7Mdd0m+323Isp61cgqKZMCu1QEOFoRPJK7n/sUJuZnESxWJC5T4kCP48j5CLa0ysSPvVyERG/H6loFE8+/BDmJicQZG4pjWSmI4bFHg5+ZXQkPwTjAtQaVh2u/BvvjFp3GxIjquKskm5x/D7U8xnUs4uI+n3oicexebQfu7asw9zMJPLFGjKFGuaLFTGm4hoWDTkY7klgw0AXEi7HXg15erzMLuHUuWnMLxeQ6urB9ddfi4WlDJ7Zf0CKEaLVXC+jq7cfY5Nz2H/0BCotSzTfqZnLOEZiatHNUsUYPjgHB3qTeP8HbsOWizdIHvbII49IC/zoRRtwZmYClVIVPbEUMuU80j1p7Ny0FZVcUXwyRKqEmtVnz8IKOtjcN4TDBw+iVWvg+muvQSKd0mAmNVC5njeE5KLMa1UuL0Z27EIOKc17FnEpa1AqVHDq6DE8u2+/gKPJGIuULpylBTj5fNuIVVZvbRRJ81eVrmignXurExSAvKGLdfwufg918APBMEICrNK4KiTznYxjxqbsSJFeEeaSPj9yNQt/8CefwQP7j0rXy/MDq51OSJnHAqzyQam3TiLS2U9U956AyzpWl+ujNZpNHMzfiwsvmlet2JNfBFZXrvkdYHWTB1iQrFMFzjKazHuUNlsbhJPsVFU9BPjRACQbADnJDHNSquTNBvp70vjwh34ZQ709qNIps200xY/gYspFpqZ0CyXQoaMrNwUb84sZ/PUdn8f4FN1HFYhpAon/V8CqbK56MnqrlTyX97z9LbjhhpcKY1U2Wq3vohJ/MnCC+PRn/gyHjp4U8yoly38hFpxegwxT2MNKNYGpARPaUgAvgLHKb+FCNTgwKAESxcxZiTZGUN5KrgkSzULSCcyoz6KMuqTipQOREoHV3RsweuV2nDx2ArNHzyJgWdh53ZXCJDp1z7NI1mwUsgWBS8rBKta89BKM7rwI93//Xoxs2oTFuUUBVrfv3YHkyBAOPbIPzcMLcH1++HXsSCFvJtJkEhGkEN0g3dLjDSpNhV7O6XkYqyrIVKxoWUwvyFhVAIy5Fm3A9gL6X2aW8LNUiyDb32r41Q9/GLt2bsU//dN38P2772NzjgQBwpjUjFVlXmOSGBV0muDde29eKLA6ustIARiGg0oIUDOtE9RbEHtODawaoxoNkNJgIT2AZrwfli8gRlRso2TbnQCrBL+ll5KRkQgHKSYpJ7W0xOWpoyHMUVPL7ACr5hJ32JKc8zSrkhI8WzVkqVFQo9Xk5sfjox4s22MltEIrOQiLRYwGASXqtrUUu1riGAKrVTQrBfkBE0kCbe0NdqUGr3eudsbWTwJWCQJz1esofV4oslYgtNnatQaaTpLa7eIa4GSA2AFWPWBie4xodqyBOOX6+GA1qQ9IaZIWXKeJVMTBYCICOxJEs1LF5UMj2PaW9yB37WXwOWz3Nyz6pmafEhAgqKoKKLw+oneqAVijrSvzQZ+LrAf6uNVE0RqrsiG0hOBsGLHttn7dht/ZWRRMzIfdokyA+j+dmncYrx30Vb3aHINuBTLblcJy+TnE+tVR84qZc+GfldGggrAbbEmV8eVDFk0slIHz/nF87f98FEf+11GMDA6gtyuIZDgoAevC0gIWc4vwOz4M9PZgtG8APREHvREbPRECqwqoMbU2k6CJQYwwR8hcpSSFklvpwAktbP34X1xo+Dzvc+//wC0qZPS09csaQnMjE+d6rp15HfcEo8FnAkyykrzrqUlweRNk3Wrr8Ha0RYUZrJNhJkhuyFXAKjUcgw6CBJo140Vax8hK0fpivAbKBKQlYCaLMexI4LWLJeNtQEvaCv1BnD47gS/+7Z1Ymp1HmG7a2q29UixhsH8A17/8BrjxqOiTkeFj1m6vTrgq9irzIdF7tSzRiUx29yDkRkTK6Pz4OVlDKuUqutLd+PRffRFTJ8/ixmuuw23vvQ2jWzZhqZCTv1MXUSRV9JgU6QKyx8VlWLna0uiC10S0Vltl3HP/Xfjy5/4OpbEShtIpvOP9r8WtH/p1LC9XMTE+hQ2bNsp5SEuxIF7ewsqKsPaCY4MFLkoVVH11uJaF7PhRnHjsqwi3phFl6zalDGR+02W8gmwug9xCGcViBYVyFflyHflSFfliGbkimasN0Z7kHBFglUur1pLlMfLsnbpPDLUCPgu5Zgvx7m70r1mDnoEhBEMRMOmS5IWJC4F4N4xzYxP4yp3/ICyrgb403va2t4rMFDX0e3q6EY1So5ZMX5VwCzhH/VzuMS0HpUYZDx64BzPzx5CM+eWc/fEIXBaQS3VYzQqCTgtuoIneQA12zUauGkYz2I9IuAeuP4pErAv+RkjYmj6HTHdq9zKxd8RciVJ9xrzMjCeJGWpKi04KzuxoqimgVWJe6fzg+xRT1YA1LxRY/e3/9HENNpHRwx9t0kLdzSY7kgKYP3UI+37wbbioIxpzEaF5FdlCNiQmIzBCBmqJBklLFTx2chIFMo9FtkDJanjjnY5JYkvMZ19980245e1vEpM1Al1M0A0TqiMZomImpXen1jd+rpihiI6pjebyMh79l3vw8MOPYx4NiNo3QdyfsMo9B0z1rGVk/zcoBUATG18dQ1EXN+68DOviAYlVpgtVrHvpSzG4a5f75KAUAAAgAElEQVQwsIvLc3jswUfw5S9+G+VaFlaQ73MREVZdFTe88kbc9IabsZzPyLrMJJxaior9rnWgVTWyrZVqYmbv+ksWmEhq6TZbs5/VqhVdBFOXWu2taoeilvPS+Dmcf/JBKWLcf+gsposswqvxJ3mILAOaiXUBYNWs3d5rxn+bdZwFS/5brX2quMf1OZVOIhgOYWpyWtqipauKTHl5jWLs6vYumYeq+K9avfmQHFBiaJ6QKozLHqQ7Fg0oTa18VfTTe7yOw9nB5SUUyFnybwJQW8gsLqJRLeCWN74aqWQSRw4fx5qhHvQPr0H/yCi6ugcQj3cp0z2aFerlUsXPHUkAc32810ldKzVHvbml7Dnk8eg40fxd5UAMb1cW7XjMt7/vfT/3/s03fPI//TKWFhZRKRaFzOD4WkhQHzgRQiRkKx1VtkQXq1jOlAXgm8sWZY0jqG2z96ZRR5CsXaeOcDCEkO1IHM51u0Jz6koNuWIZmVINyyUFJnI9Z949X66hUK2hGQgjmEjDH4kjnEjJ3sZCGOV1CIRJcaBWR5BjyB9AoVqBTY31cASZhUVMj08Ik5RmZqGwK/8m21UY7GTtM0duNEHZiL7uLnnf2eOnUFzMwGVHQ5kgfFk6qkrVIkrVXHvdV3roKuxTtRt6MShwVbV36zhSMw7j4SCq2SU0ixn0p+JIhF30p8LYvW0zCtkMJqcXMZ8ty/men5rG2TNjiLshDCTDuGhNHy69eB1GBruwuJzHkRNnMD41L9fbZwfQ1ZUSCaFKrSFzxLFb6O/vRldfHw4eP4Mf/Pgx5BvURKb2rJI7VPJ6nc4BHi+vZywcwHvf907s3LUdMzOT2L//WZl7A2uHMbE0h8xyDvFgWMzltm+/BEknjFKuKNrYjhvEQmYZMwsLcMMRJJ0Ajh07gWAghOtfeo345Ega1SIgXkB+OYPs8rKwjivlIkr5Akq1OkJRxRpN9w2ge2AATshFdjGDY4cO4+jhQxLLxSmFZfuxfOI4GktLcINBAY2psc/9SEw5LSUD4roRkX4hEYp7A6V1PCG7Yq2KRq4rhpNuNIYA4xIxj1a5uUi1iacHYAUjeObYWfzPP/kMzs9llA648QLwSKGYlK7z28tYVVOT5srmsXJvUas011iTM5jv8L7uRWB15RL3ohTAqiXfAKujo+vbCYh5iQSOmmljgsn223VAbgabqb7IoF0V/xtQ0gk5+OCvvB8b161Fo1aSKoQ0/bKVTCuFcW3khBE9IcuGYzGR80tl7vNf+CIOHj4qAtfC/9FCwgRWBQT+d5ICaAcJnKweYNWcI+UA3njTq/HGN94srTIMGkVwW5sXMRmjFMCnP/PnOHjkOPxtbdoL66J6r60XPL0QsGoCN9HA9ASX5r60AW2txdbWG5GNxoeenh4BJtmCU28opiorzOacjTmDN7GWxVDuiakWigefVCdFCiDQRM+u9VizZxtOHj2B6WNn4FgWLr/halRY8bpnPyKlJurlOtxACDmriJ4963HR1Zfhh9/7AUY3bMLc7DzG9x/C9qsuQ2p4EAce2ofWkXm4sGETj2sCFWq4AQi7ytnQsFe84KpJan5mxipBeuo+eYBV8xmyuKqyd3tumATJXJOfFEGJ5g91w3wN/PpHPoKLt6zD3Xffh3/+9nfRQkBVVwk6mYKEbsn1BntmA/YGey8YWN39cn0eyixOxlzTh5YAq6ppQ5WLa2iRtWoSLI5tFj0ItqUG0EoOKKCTAGyDjEcCnDSRktKnsD5Ec4yttfw3kwqCMY2KgKrUbzXfpaxX1LVVl1gzVeUZPzMJ+GzVuiTBk0byWMSWiiu1XAW81izY9FrFb5RKuh8tbuTGT4tfUC8D1TJQI0AvFJm2PMfq+aTA2tUPD7Cq2ZsKJCBy618BrKrA26SJkmm0QcJVW5I6f03nlPfotVUBqwaK1PpfHs6rd5lV0KcyuaB6PIHVcJAAZxAxJj+hsDjBXtWfxsW7rkL55lejSs1cuV1K21mSIM1QtaxaeyGX5FK30UOzLGWdF70odd/E6EGOgWxtMlZ75D3ywZpKoXjEKtnmX+p2Vb23fZadczVJqHyPukL6sil3bj1aPJdSz9H2dVZ/UsfegYPbIHH7c9V94gyg2Qjv+hKaWCq2cNo+jX/4n7+J8382ht7BHjEGi4QcMeHLLC8iU8jA8vvQ1Z3EaG83eqgxHg2gJ+xHnAGn5SpNTDkZBbqRqRpkpd5uwW9xfVDXRGnBKrrYtt/+3AXG3vM/9Z7bXt8GdExyqtYPdbFXJ9ly/bSLr/lbBzDtsIm8xR1qmsvxan3H9hqr5QBMAMrnqbNHvVRqVDJ4pn6qOLDr1n9TOODaK+2FZLXp9nm2n9HJmNeDGlzCJiQbimAbHXtbNr729W/hR/c/iu5oTIo3BDF5qmwFvHLPXly0bSsypYIkNMb5fcV+SeafrbS62V3S298n4KkdcIRVUSzkBFgl6Ldx0xYcP3EG//r178KOucgsL2Mo2YV33vpLeMmrbkAoGBbDJ3P9VGGNhSGxx0XIJWMjgKrsuUo+4ctf+jK+/o2vwSrVEG/48ebX3oJdu6/Aku3DK95wA1K93cjmuHySAVoVkMqw2p87EjqFl9V/Y4cAE59SfhKnHv4HWMtH4bpBWCLlo8YHu4doViO6iostZHMF5EpV5Mo1ZIq6dZdsHimg+8SQgyCoIrlY8DX8qNo1VEI0ZfMjmbeQbIVwxFfAlm3bsG7jJrQsMpDpOKhaj4UVQ51xJlaBIO695348/fQ+XHTRZtx002sE1HHDQWH3ilav3qONg7gymWkhFHRw9NxhPHjwR4i6lgDILb8PvoQryVOprJjh8YQfbP4f8BWlc2KqbiHToMZmCk4rCJetsqEgoqEY/KE+9ESGYZfJiKnCFyTTR4FBpiur3T7IWE+DqgJSaQCLoCrvswLDVOeWmUsvVGOVwKr5fKUxqAoU1AGstSxJbmePHcCBe78L16qJFADBFQKrlIox6yDHJBmqS9UgHjg+gfPsApOxwGPlCFq59wlrFS1s2b4Z73nfbeIAT/1GFgpYROnog+tFTG1bqsaqW+YNa5XmTgJW1RuYOzGGo/c/ioPnxzDepDQSO7t+MvnAO7a9c5ndGk3qq1o2aK2zbbgHr7tqD/q7klgoVnAqk8XuV98IKx5BsUDzSgv1ahNf/NxXcXDfE4hHfQISBQM+OEEWOG5D18gAKjTnZWGF5+pXnQZGGsXEZhIX6wPjkcv40DGdMqgiQ5UFgbrSlRZmq+rUkzFBWRhbAe+8+GSAV5aWMb3/YTTKZTxw5DxOzOVlIxPGHqUVWsr4V3IBvZd6wcD2/ugtQupxKUAGAYsmdR9DEsPzGDmGaU7Ec52ampK1Rsz3DHlG66zLXkmjMd2hp7uJ9dqncjeJI8T0txOhmD3J7OTq/9Uur16vaDiy32vJj/Y1FpUpC3PTUxgaSOO6a3djYXEBfiuIgYFedHf1ordvACPrNknrdZmGefJRHVO/DiCq2dgeYoSJ1YzWosmx1LmquNgURQwzVeUBiqW9elx+8L3v/bn3b77htz/ybszPzIo/RSIcUo71viZSiTCS8TBqlYKSVai2UKz4MDNfwOn5LMotP1zHj4S/jmalhAyZjAEgEgoj5roi9cGODxJpyBou1+rIUzebobsA501hwS6WaeLmhxWKirYqY8ZInAbWaSlSEhxlkZSFQRYLWKiRYioLXaEgMkvLYjIWi0bRv3aNaGcSVFXawhwbLFY1UCqRva7WSrLnB/r7YdXr2P/oI6gtZ4VVykKW7fgl7q/XuT+V2qksW+d5HqJ/LZ4LzA+MHIkac2Sshug9YPtQyS6hVcoiEQlKkX3TSB8u374ZsxMTOHV2AvH0AC5/ybV4at9+/Oj+HyMcDKAv7mJtXwLXXbULV+/dicXFDA4dPYHxyRlkc0Vk8wWUKWkAyi1EEI3F0NeTwtBQH2wniIMnzuCf7v4xshUfKg3lU8EYRugUmjRj9gueGIvst/7SW3HZzktw9uwpTExMiDlY3/AgprMLGDs3jrA/iDVrR3Hlnt1AsYbZmTlk8lns2LlDJAoJmnMWLczO4Nz5cXSnu3HVnivQFQtjaXYKc+fPI7+8LB0aQnjR3Ro0G5zPZjGfyWFsahbL5Tq6h0ZwyY6duP6l12JmcgJPPvkoLI7HgIW0G8WZ/QewNDmJaIjSKbyXjOMUGSjEdZjyZCEXYZqIOqpLJeCwmMP9XkmPMC4j05ds1XCUIH4coXBEYjliPCz6V2WOKdOzUKIbn/3SP+Lzd34dJXYoeZj67UxL84RWF09k3fEAU8aVx6w3Zg1Q72OXmUZfVm1HZp1dXnrRvGrFuvciY3Xlmm+A1eHh0RUsORmIHrq0ScQ0ZVU+xAwy+a3Zp9z0jeaUYrHqpJYbdauBt7/tzXjJVXtRymdlI2XQrPQ0CEQpV1mln6Lc66Rl1/KLpsmdX/0qHnjwUZmYUqnyAKv8XrP5GSF4b7AhR+gByHj8DGyMC6U5HxOwtTdiqZ4YBoLSUeImde2eXXjf+24TDSYGStxwGIBKh3KzhVA4ik//2Z/j2YNH4HdCWiXwuQJS5rq1r6fHaOWFAasKinlOoCXAKkS/TPTD6jQHUW0+5jp4K2leoNzcR8unGDfGvZkmLFycS/46endvxJort+HogcOYPX5OEtwrXn41aqUaTt67H7FiE3VqrNpB5Fo5pC4fxbaX7cEP/vVurNuwGTMEVp89iO17dyK9ZhCHHtyP+qEZhKghqcmTZKzyXsSjMfnNDd6wVk3CY8bp8wGrXvBV1Bt10iZmAoY9oJkBLxRYlXHUomwE8LGPfRTr1w7g4UeexFf+/msCrPL6M+lXrRHqnnnNq0wCZcaFaUd4wRqrV7xCNihhpUo4oCUQiCZJcqBYn2gRrFRtNcLmZBLUqqPBKnOiH0gNMOIRRg/BSR/BUgafZPoIQKfb8pk0iIsuE8yGYouSXSosI1YglSyBMWkSkXq5+GbL84v5FCvDFpM3BrLUYJM2Dlt0XAmQGiBY3pbarK4lsbwAgzaK97NooFpT+XofAVUBVhWbiAqb6rGyUPH8wKrWqdU1TToZK2BVsZa8SZ9aczrayl5OjtrM9bd7dFhls28zVtV1Mex/1Yrvqcx7lnPOT7vliLMye47CDpCKBOGGGIS4iEZs7OqP4KXr16PwqtdgYvs2VAla8N5pIxxRLNCkJflOModFp9QSFqnJe6UYZoBYamtLSqNasTj0U9GedrLFlnieBbVWRc9TG0jZnNiaCdtm7eggnNdJQFhFOG5Xj7WcljrrtlQB2/kZvK6s6KmzUomv9zMMmK9V6szdl2SVGotLrSbyRQsHG/tx53/7OBb/bhHJ/iT6YoptSoYiTQtL1NOygXg6gaGuMIbT3RiMh5EOthDxu3B8qj1MMSs4vpSpCj/D8QMBm4wgY9Sl2MEch5f+7h2eu/qz/fNd7765vX8b4FPGoW7TNcG8d3zKcx7WsVkXeWENgGCSS6WhphzTV+qudtzPyWIx65QE1m5IDB28STXXa67bFSJerZa4SSfSaQQjYQEyqKPdrFVlHAW49gsLTemm0VyK5jYBfwhP7j+EL/zdnQjVA5LgNS0N2DVaWL9mLa645mpYkSDKhbxo7jGIN/NSgRjcAwkosJV0CMlkWq0d0slYxez0NPL5PHI0yUr04c6//zqys0twaczl2JjLLCE3v4ArLtmOd7znvdh5xRVy7pSrYcskGYBMGoiqsyWb44UAWKGYx//+3/8Lj//wPvS4vXAc4JZ3vhq/8rGP4cjxDGbPjeOq6/YgGE8iV1XrpMMxIrWPlXIlnZHxXGBVwAEyBZsNhHwlnNn3XSyfuh/JAFm/ZA3x8hNUqaJSyaNE06rlChaWK1hcpqlJBRkyo9gmWmsp1qxoCqqZafuDsjZz3Xb8LurhBprdAYRydaROV1GsWTjmZLB+/SaMDK8RDTpet0AooJgmTQjYzHtCtg/B6ZmZGQGjGaMw9uNvSifQoIMxB81PTTGV19rIEv346XtxfukwElEHzUoTTTsMOxaWFsJSmXFkHeFYE0l/ERvsIupNC6eqLpbqYQSiEYT9TdTyFcClAWsIswtAX3AtLh3aBqtBHWauLR2ZHrM3y/zRun8GcDGsVh4nY1s+CFB548o3v/39P9ukXvWq3/zYb7TnkjL34A8LCi20bCaqAUwdegZHfnw3In5lmMLihqw3RnZQZLPofl5GDXE8Pr6AA5Nz2sCEIIXew2Xt7bScB4IOXvPGX8C1116LaqmIiOsKG17iV+6iunNIdtK2eZVaDzgWCSoIM5q6muUiqiUFzDZmF3HizFk8ceIUpifmpWvgZ3mY6yl7KNcl0eJjUt/A9Zdtxg07tsAJuNh3ehzh0VFs3L0D5ybG0azaiMXjcMI+LC0U8eD3foCpU/skFm65LWza+hLc9JZbUG0pLX+GB8v5LCgVrYzJV3YScbwaxr9sSV4WFY2rzP+zIESQWWuxspCkGNf8XC3rwCIHd6xKA8XTB1BYnMOjx8dx4PwcCJkoHWpVZJDPkr1RxW8XAlYNkG/WdWPiZ4BVxvKOreQ1+NmxeFTm2szcnCoKsaGJbH4NfvJetlvodUzj1/IkPB8+2C4skgzUJNZgrheEVow9dQ0791BJzChvro65Txt0JYjbbGFhZgY7d2zE4EBSYsmu7j4k011IRGJYMzCMZFcfWm5UWtlNN53RRzWEEYU1d2Q6DIiq9kWlH8qHaGbrc6KxmnndamBV9gxdRDf55wsFVn/1vbegmMsh7A8gHQkL2EavgnjERTQcRLmSk+JjoeZDoWbj6KkpHFsqAcEYaoUlrIlaGEzFMD01j5NzGWEhR6NBxLn/MY+ljwJBfikkNwSQZEEmU6jIT9kKosnxHKJJVRShREpYhK7jIMu274Bf9j/OYfG/9Su98EQkinwmh7m5OXT19WBgeAilegNVehtoeQcyhiV24zyQQoPhnaqx0NuVxOzpY3jmwfvh1MsI8PoTMPX5EQvT+ErFHUbTnPlLgJJwbKVn7q/BfLO3W0RmKT1G8kWlCFTy8PvqAvRtv2gUOzaOiPxAqdRAPN2PwcFhzC0s4dSZsyjlM4j4G9g41INrrrwcl126DQuLi5iYnMTychaFIveQBpaXC9LFQXyChm7JeBR+u4lKo4ET47P4x+/ei/kiyWlK9CPgWKgJiKrWjLbWMudCo4xffOPN2Lt3F8bOncb09AzisQSG149iMjOP/QcOIRWNY8eO7diyaSMKM4tYyuQxuziLtetHRYKJn1sulDAxO4PMchbDg4O4/uqrUZgdx7kjB2HVqnIvnSAL+yx8tKQzp1wqi1bycrGKseklPHboOA6emkS9ZeOm174cr77xBhw7dhDFakGKtN2xJCZOnsPU2Dgi4aAUMEluUUtGCzYJRaLSxk5FMdyR7MK21frBe0vgmwVz7k9uJCrAKuUfo8kEYvGknDvlpCKxuKzDwWgMhZaND/32f8HDzxxCo2m6qoz+t04JPJqoHfxK5QVeX0Tt39xeC7z7s2BRIjfZ6TA0e5L5zBeB1ZW79IuM1VVRy2rGqkm8VoKmGuLTSa8CA1QGbjZvSbw4ICUAVzRu2fM9FT0mLDfe+DK88eabUS1Rn0M5AbI9gE7jqj1at0YSdeKclE2Lu64f3/r2d/C9u++RYFJ9vw50WHX9NwCrXiDWbOxSWSYgpEFfBfwSoCBbo45LNq7HRz/2ERTyWQHJWLFTJyy2L7JYkLH69P6DIgWgWqpWMQFMhVbrBq4Gsk3F18gLGPF8tQhcmLFqmH/qs4zZjjo0tpFEYxERqhYumRawVviZCgLNAsN/e8FKNWwU1V9au8S4RjFWq4Em+q7YjNErd+DZp/dh7uR5WTw7wOo+xEs+1Ct1RINh5H1FBC/qwaWvuhr3330vBofXYnZuARMHDuLSq3YjNTKIQw88g+qBaQFWqR7EfZhC3RxPCZoU2bYk6Pwx4LAJhEzwK9fABD2azWzur3mNQC9tKQClscOEVCQCDE6jx7B6XrlPyvDTBQXTwqxkMjoTjHBPKOjHb/3Wx7FmuAdPPX0An//bL6EhzrNKY1WgFC2b8f8SWF2/50YlWq4oippS4oOvoZw2lW0LwVT+nSxT9ZsgqwCrBOvi3fAl+9HyszWzAdSrit1aI4DKwE1pnipwlZspN1gmV3VYdZpg0NBK6awqzSrDlNVzXFHr9AVkFZrgqi3mb/wtrEy9BlFqoFUti24q5RYEpU6TdS89s7KuNBhU8Ri1pg6LNK1aGS0KuZN9J7dRVXk1fbXNjOxIBHQ27A5r0tjOG+hOtb01EVSftYqxLxIJHu6pcbA0a5ispupgPO3/6h3qseoDn/Os+jslAAIgGM32OQJ4lrTDOg6BqiBiUT8u6UvgdRsGUb30cnx/xMVsNaP1t1T7De8zgWtKKlgB5WAvTCAGyGxnYquO1nXl3zhmRaMNIWGpUCetYfvgJtLaGRT8izo6agPy2ARpZACmWDrKpEr9l8cQkN88E5pl0ZSBkCmvuY1giyxpxfBUIK66eyJJoa+UFCkkYVWjgT/Cn2kPe2WoRd1BCbDY0qd51EyrsjWgXPZhX/1xfOmTH8fCPy0i0deNbhouWtSOK6KcKaHWKMPvkLGQwMBIC3vWjqI/kKSSGRyyFKwknADZi/y3Eh1gi5RU6/108yWwarUZq4JptJrY9Z//ZtUu/dP/913vuVnWLJOwqjZLBUxzezH7sSl6qiGlFX6N5qxu25T3aKaS2Ufan7si8dWjU75DmdwYWSDR6wo4iMfCwlLlGsdEQjTVyWh1XcRiUSAcwmIxh7mFRZw6dxYsng2NDEjC3xtJYP3AsG7HL0sswFZBxgNzSzn89R1fwNy5WTFpq3NNYQt6E+jv6sbV178U3cMDyBHQ1Fpeyq1dgZBk6ZBFOzg0JO7WTPR4Sar1ChYWZ8RcbG5uEf5AFNOzWXzlq99AMhpD0Ga3gdKFZ1IyOzODkN/FG255I970lrcg3d2FWrOhNGZDIbhBF3NzMwKKnh87g0996o9x6MAhDEe7EM4Gcf2ua/Gm996KwLoYei8egRsLophlM0AT/oByFLYCrrTFcwzJWrGq4G0KsOq30QNUK3o86ce5/Q9jat83EW5lESQbpFVF3deAHw7q9QqKhbzSfM00MZfNYzFTEHfo+VwJxVoT/lAUoWgCjhuWBJeFYicUQavpR6lcQbnVQCacBaLAmmezqI+XcNDfQjVSRyKaQMyNiczC6PpRWET4pKvJFiYvH9QVjEZjwnAplouSuCfiKbmGNGcSxrOjgA4yJQXI0Jq+hVoBjzzzABYLkwhQwoK5fNCG5SomeKMVRDjsh+PWkPYVsL5VQBk2TjV9WK5Hka/Yog3rb9VRdXyw3QBqaKC+VMFlfVuxaWgbSiWuSApcabdTaxNPzl4WC/jgvObaTlkLzj/KfvBc/H5HChI8T8Yqt77r9p8+oS/wiv/8yd/TAGZDQFUZyxaN8CwxTAk6Ns4/+yROPnwf4iGfAK0OTWFtrocEorVusbRs19BoRnFgoYDHzkyoMieLrErGUzneay8Dnnd3Xw9u/cA70N9FGa+SyHX4uYiJNKmSPpI4UlqjNYGgzXZU2zqPRWmZ0iOzhprNomwDiUgC+/cdwbe+8R0s5/KdEGDVNdDLt9oRdaumxOVs029aoEDUmt44XnvN5djYl0Ku2MDDh46h++KL4aTDUgRLxLsRCaWkxTgYdXHm2UN4/L7v4aJLdmHo4s0YHFkDuAHRCHV83D+DyJdKyC7Oo0EjXpvMYKXvKwUjHa94gUIDJnN/lBhaSwEQVOVFYtFFddyZKqbZudhNRFNDB/bCOObPncZjh89i39lplAnOkHUsZmDEjNRnmZjTFMDUtdHFWI9kiykG8DhpLiXjlcC8dgTn+ZAhXibjMZMTzWidQcg+znklHdyyr1FSQuU6ylZSdRhKkURLxXi1pk3Mba4R417zUH/TAL5HCsB762leTDBubnoSWzYMYs1QCol4DIlkGrFUl3Qt9MbTiKR64fQPomIHYLNZSutuck81uYwBVgUCkpxRzWnpMBNbAUXQMTGKjC8ttyAyGvrvCkxVobQ3V+Zx/8ptt72g+f2uW24ESZi9iaQYBNVLedRrZSSicZH5qDVKYjq1XG5iZrmCJ4+cRjbUBSscw/z5U7goYWPnpg2YnlvCM+PL0pHIHCTi+JFyAwiTrcxz9alYn3ehUGliLldGjqGyP4gm1+VYArHuHrjxuMRFjMByhYLk6dFYVGQDZNwb7et6S5i2kVgU3UMDKNWpCd5Q3Wac8xwvXE/09TbrqBQXtGQDtWAHkjEcfPTHOHPgKTlWCiXVGIs2SnLcIufvU/sB83IyRZlFlMm85D3jfRcdYksIK81aDWHGWzQnFF+FqrTK79yyDtdfsR2tUkG6X7Jkf07MtEku1DMf6I5h89oB7LhkC0ZHRzEzO4vFxQVh2nKOMJbw+yNi4ki2PI3CKpUSioUMCpUqxuez+Or37sdMri7aoNRqZvxcF/NSZVrH3FW6mIRAVsHLb7wOr3rVDZiYOoexs+cQjcSw+ZItGF+ewyOPP4E1fYO48qorEQ+FcPjpZzE5NYtEOoEGzRijMSTjcRSyeYwvLKJarmDTurXYsWEdFsdOIdKqIhEhQK0KhMJ6bzRQKhcEWC3mCsgUa5jOVnB+roCDpydxanwKxXIJb37DK7F+wxos5xdEPz8VSWBqfAaPPPio7Llh7SdAHWrueWGb4LEGUEn2EDIF9xfmXR7jZz2XyLYlOV50wzk+xUCMXT4u4vG4FN97h4axVG3hs1/+GuaK7KhUwLDKxY3kn+4+M3IeEix11kPTFSjxhzdPF9KD7ovTsZXpVm17YKyIuVpYXpp/QXP8P+qbXgRWV91ZA6yOjKxVAa8kvZ3gXRYoBpS6Ms8s1CReJmDwvt5YrpjN1Gw6/JK6M3oAACAASURBVFzSuXfu2IEPvO/dqJdLSmtRtHiYsGpGqQbDvJVLAV9tPx5++FF8/m//Dk4oqlwIteuomj+dqi1p5+ZcBCD0gIZe8NBsoAZY9V4a8z6TiPL4zebMRSmWiOMTv/NboqtC8EYxVpWYt2qZD+Ev/vJzePLp/cLuUAGPTow87U4dUE5XVWThMVVbFdp4maSGAexlAptEywuKGn3GFtu0NWDKRY8VIgmyxFVWtQJWK6o1if82TE8VHDLQWMn0ZfIgphHcKAmwNmqo200M7t2Kwb3bcOjxZzB/elJes+vGK4WZMPaj/UgW/aiWq8I2rtFNfiSOq978Ktz1w+9jZGQd5mYXMPnUs9j1sr2IDPfh2P3PoPzUhGIaEYJrKLMqPpiUi1skN1Sts2rA1RVMBo/uCsexd0y1gVUdhK4Gkr3grKlEm7mxYrx7FlzFFFYVWPm+Vl2qmB//2EfR35/CiROn8Zk//xwqFWqRGlax0uAz45X3wNwv1U6l5uK/mbG6+wYlKij3VbFIpPbRVKCHfK/q3dOgI2++kgWgCRVZtogkYCe70QgkBFj1tWoidyDagqKnynOWA1bmZmSLEoBlqz49sRjo0SRLtFHJhOXZMQkz2qTaDl6YknoEiz5TEC3LQYv9TZLQarmBUhF2rYhWsyqMHaSHJBFXOpAWaLrOBI7Vcr9fMRfrlSKa1aoWL+fxKofezj29EGNm5XOrK6FmU27S5oKAvIdAJnip0SZrZxPq8wgWPgfAveDOaxIv9R7zbgOnGmCF6qoCJpoWLa6blg/RYBOJoIVwNIR13f14xWgMIxs24kjoIoxNMVhvoNaoigZShetxrYU6SvDZVfiou6BbRMnu9QXZ8kyQW90z0UkUQ4GGmH3UbQITTLRpZNNA1W6h5HJ8BeAju4qGQ1Qr8DVQDDNJU6wrsm3lh2Oe7CO2nfkaqFQt5GINVPpKwpgtk4mg10fbp/S6OOfo/E2Qg4ANnVcJ4nIfCPpcBK2QgJuRZhSxVkxaL5la9iGAZNOB2/ArNiSTiHoL2WoD4VYGj534Dv76E/8X2SMlOFEX0bofFV8e9WoWVkkBF81WDctOAO+4dQDv7LsU2Tk/juWWMDa9CL8dRVeQAKpKHMnYCzoWwtS/DdAZXbmjU56fpgJGV3b3J//2546/fuldN7VBH7Pn8jvFodnjpt5eZ3TrqfkivkcZrXD9Us8+N0HvMLbMHFDrCN/De6z2SNFSFAY+WVBky/hFZoEtiWSuRSNRxNNRZBoVfOfAY3jm1EnYFWAms4R6LAi7i0F5ADcPbMdr1u+SdYktkD4rKPsHmTaFYgn/8q1/xSMPPgbHComsCY0cqGtNk6Zr9l6Fy3Zsx2wup1rPQoo5q9pzW/C7YfT09kiruQrQacxUEpaqSKPYPpw/P4N0agj3/PA+HD9+FNFQUrXDa9YZrw8BjmxmAaVyCXv27MHb3vJW7N27V/a/ufkZPPn4E+ghWzMZwac+9YeYOn5e2swnm7N480034Nfe82s4/PQ8Cr4qbnj9tXDiCQF9f65Hi7r0YkMlrY4s5HA8B8N+ZM/ux9jDd8Jfm4ETCisH92ZJOhB4m6vUU80VkcsRUMljcqGE+eUSJpeKKMOPvjUbkO5bI0kkgaAGDQBbvMeUDCijXCyjEipgIbWMvlkbQ08XMRau44S/jHQ4Ih0uAtq4rlxrShFRey8SjQgII0C7Ll6rTVAx83ht2apMcFVMzOo8M+7hLHhT3iAEAi7jU6fw5IH7UPPnEQhTC5Ct+S5sH2UeqBtdRzDuwB9vYkMzj8FWATNNC6ebcWRzIRQLbNEPwm7VULbJ/KTJZwO5QgX9oQhetu2lCPlGUKoVO+uquJ4brXmzN6v9VDpRWGgKOGJCw/nhOCGJU4xR0FtufWEajP/tj/9QHNidgB893d2S0FPJx1+pYmlhVroGJg7sw+ShZ5GKBsXpPmj5ZbxyXjMJZts8H2zLZVQ/mavix8ensFDVnWZifMh2c1M8ZMLrx8tedh12X7FD7gs7tMiG43EwNqe+iZjWSLFdGWQpiL/ZLk4TTBQZDx3rsK2eQJVA1o06ZuYXcN8/fxf7j51RrcOmnKgPg4muomyo9Uk6IESGB2jYLMLVMRTz45VXXIJL1o7K+Nh/Zg5js9O45Kq9SA0NIJJMCEBYK5dRyGXl/QSJyNLrHhpCtdVC0HGlmw6ULGKcH42K4Q/N7hgmsG3WaOfK2qe7dEzMpooAjjLU9ZATJFdisbkNyClgVYA6g9DpqMCyqnDyc8iPncGzRyfwxNlFZJtKp5HocLmh5ADYBSSxgAcUMOvySkaoNufSsaTZDwi0C0lCm6txjtJoajmbacec6ngVL3n1Q+Jpg1AovZvn7BlmH/HG3hrXVQXTVYW61TG67EFCoqgjtzyHiwdTWN8XRywSQjSeQHckhu6Yi56uHoTXX4J67whqDZoEdfJBsx96j8XE0+2QTJNVvHmAtK+LIZLuqPSAqmoOqVK7d7/l8b7vne/8uZZv8+KPvON1ooWcjrnC+iuSKe0EEI7ElNFztYpCpY75CvDkqQmcX8ghkhpEvllFuJzB3v4uxEMuDpyfxlTNQdMPFLJLCJaLWNOVQMSl+ROnKxnFLTANWSg1MVVsoNDkuqt8AqLJLqR6e+EL+KnaCrtpoVgsSiGSjGSTGwb8lOjxY2l5CQE3hFRPD1okPbGzUbddKykQBXApORRFTDHeByJ9p6UgCJZb1RKe+P5dKE1NijSHyLo0FJDvBbBlnLd8cKNRVghQY/zWXpcVKYbdMq4F5GdnhYVab9bEzGvX5rV4x+teiYjVQKFcwtTCIuamlpDLLiMccjDU14PB/h50dyWxfuNG9AwOI7e4iPGxMyjkMiiWC1Kkioe7EArRALMhMgulchHZXJZd+pjLl/G1ux/E8Yl5WNRhrZTlHBqM83QhgaAy555o0fsb2Lp1M97whpskFqFGaqtpYe81e3FiagwPPfIwdm66BC+77nq5jvnFLB58+HGJ73dcug00LONY5TpFgDToayFqtVBfWkDcbqE3ERMZKlmjtYwH9yQW/nhvM9ReLVQxu5jHufkiDp6dxvl5ug0UMNDfgxuufwl8liro9fQNIJOr4Stf+brc22DI1XqnPBc/nAb3dHYcsUjkk8IeO1hdGgC2n1O5ifFwUKQC5csh3YJS/FNyjxR6q9pBjC3kMJmroAxHEYFW6SFLEYTjbBWD36wpqzvaOrFvp1P1Qjm+dzKbolk2s/SC5vh/1De9CKyuurOrpQBMMsWXCaCjqwLPAVb5dw/opjZfAxx2Wjq8m06t0cCmjRvx6x/+oGgtciKJXqosrh22pPcQJXCT4NTBsWMn8Ud/8mkBWgj4CYiggwqjTcrvez5gtVON7LhxPh+wKlwqnZiaaqWcp8+H3/zYRzA81IsWWQlM+Bl8SOWeZlYO/uqvPo+n9x0Q3TYm/KwStifzKnjEe85eYFXapTUTSYBdLRXw8wKrkrMQWNWJDqn4PG9eXmqqqYCs0+qjWrs8jFedaBtg1WyI1M2sWQ0MXbUVvbsvxqHH92HxzJRsPDtvvBI0FBn70QGky47o5vEYqo0qrOEYrnnbTbj3gfvQ1zuIpcUszj+1DzuuuRzp9SM4et/TKDw+JsmVIkcrEJXHyed4HByrfM64sK4OoDoLpxrHJrAyv73B58qASkNW+l6uBla9oMKKwEwTEJRWFtlwDXSlEgKsptMRkTv44099GqVSTRJy9TmdFkM1ztS4VMDuvx+wunY3GavamEonA4pcqQsbDKBZyaYuqTDHGdCQWVpTv+l+HU7ATnShGYopbVQm8ARWBUQlHksWrmr1ZhDIDZLt4Qw8iLESUCUYy8/na7l+eNkLRk1TTCzEEIm0Q7puEFB14LNDaDEosQj4toAygVWymA2wOqxYrRLJ+aRKLpIBBIupASQsEQr8q6RJVdGp8+llgf3/AKzKAOSRdoDVn9wA6WWraqkR/ZRRJ5XjFz1RBqyK1SIAmab4pJIOesOKObCldw129DvYONyH0PpX4GSxC8W8D061jpLobpVg+8rwUw8LFZWAC6uZ40QZkkhRQLq6uDbR2IMLcUPaTUu819UG4sUQcgTS2Z4U0Aml4OYN8sEIcSPjlBR7ST5MsdC49tX8TTR8NVSLRWS755G+tIqtayJw+VmtDGrNuswfJttcEblOzfkVB6MmesBNNKwGmmRRtoIoB32oRZoIl5IojtuYy+fg9FpYF3MxVImhpxKDG0sB4YB8b7w4iEh2Ft/5yrfww2+eA1oRWBaZzi1k6f7e9CHi2nCtAHyhLLa+fgB/sPMXsXEygLn4FD576FkcOl7GSLgPYdRhBUKIRiMI2mXEAhV0hRw4fibxvHbUkgoIK4SgF+fRnv/6pZ87/nrne5QUgHcNVG1XipVkgkuVDK8snpr3SMK9qhvCvK/NNvK0ca78TDWCzR5pzFFcFuH8FsI8Nyk62vBFghjLLeLZyTPYf/4UMpmstPGWrSbqCbrE2lifGsDr1u3GttSQBOVMLEFgnv/W6+bTT+3DN7/xbRSzFWFUc0xIm2mrhU0bNuDaq69Gk+283OT0NeAYY5tZvKsLIdfV6yzdksuYX5iTcR6PJrCUWUSp0sDcYh7f/MbXUayW4LSUvm+7tVUtHKCkBd9PUKIr3YWLtlwka+Dk5JRICgwP9WHLpTtw4PGDqE+X4dT8uPKarfjlj92OoYsvQ80hK5WGDxEBfWXaevQRf9pgsAhmU/faasFmSx7tER0XxbnjOPzgP8CXOYFUOCS6ezTts1u2sDJrlRoa1ToK+TIymSIWl7OYXqhjbGYGFTuC9VuuQFffqLBaaNBRpUlHuSxjrFiisUhd5BumfOMIdYex6ck8mrkGjiRqKPtsxMNKgoF7tSl89vb2Ynh0DRJJuk0rwEISPd2ey+dMAVtaASMRZRrVZMsyQUvAZqFC+oZtHDr+FI6OPQE37kMwEkKtznXEJ4ypCkLoDhTQjIbRCAM7rGX0+woYqzs4XY2imAuhUiC4yzWNRSDuezyWAHKlOuKo4zWXX47BrlEUq0rXvV2Q1XZzRnaD7ujsQlF/19IqPiVnVeN106ZWHDtvetsLY7T98m/cjr7+fnR394gOHSt4NJOpT43h6JOPoprLY/rcWWSXFtAdiyEWceEnWKwLnYylA4LOtURvjoWPxYoPPz52HuezJcUOZnGkqQzC2O7K167fuAHXv+w6hCNsLY4is7So2jOD1NEjezmkWH8y/5XMg2IRKfY076fSRSRri0zlEPyOIyZjrh1Q+o/VKp594BHcfc9DKJQrKsplkVTiZm4SynxVTBJ1p5vsPxYN0xoY6Eniiq1rsXvTGsQCflSqLdx94Ci279mD9Vu3oCrxjU8MyWiQR03hRpWdZiFE4kk0AzweAvo2yvmc6A7nM8sCYAtIXq8Ke4rrWy6bRb5QUDqpjEl1DKrAOhbcHBWjahIDxyILzd74U+6JBuragJFshOzkqMDJzaIydR5Hzs7g8EwRC/migFjFehOZCu+fLQw8hUt1QE8zRs13tcert3gsfgkcm5x/CiFkfkXmfr6QB+WmTIyrfCtU8XL146cBq95j6BTpFA4s/88uJw+w6l3zOq9XzFCSMsqFZWwbSmNzfwLRoC3GOKlYBD3pLsQH1iC8fivqkRSqWlrL5Ibt/U2vN9490nu9VAHcFMLV2UosroMzby6rl34Vp+p7aa71u9/+9p+2ZF/w73/8iQ8jn1lEyAZK2SU0alX09XTLNeKYq5DlbQVxZHIRz5yeBCJJBNwEcoUsen0VvGTdEBYzORyYWkAtmESxWsTS/CzsYhFD6RiSiQiiLo3sfCLXkCvXMV+sY6nOgjj3tpbk1vFUGlbIFTM47pFMWwm+8d/MG5WsAhBywgJiVVo1pLpT0p2RXVhGrVgRs1QZl5K72tLhIWCqdASqygjZ37y+orUZDoshXjTkYO70SRx44AGEyJfttBm1r5nCGhT+wLXH74akUFjXBQB+X9ANCUiKSgmlhQU0ayXZq1jc3bZuEL/6zjchYlGDu4jlfFFiCEa1fT1puU6UK+vpSmF07ShC8YSsreNnz2JuZgZLmSXRIo7HexCOhEUShdfEgKuVpoXFUg3f+MFDOHxuBj4nJEU1Xt+GkX4i+YY5tsgRBRAKtDA03I/Xv/4XkO5NYXx8AjPTc7hs906cnpvAw488giu37cR1175U9NzjkRiePXAYZ86exs5dl6p1tlmTOR2oQ7Rlc7PTKC/OYagrhe54pFP0kHhKrck8LsYtuWIJhVIdMwt5nJnL4si5GUwsZGDZNQwP92PP7ktFQoD3rH9oBIVCE5/7qy8gky0gHI6puI57iuQCigEumt5C9FBFe/qlcMEioMpxwK4H7udhx4+ALpZRNky6LFis4xrFXNC2Uar7cHpmATPZMqogocJ0XnYKGyoP0kZmFzCXNkx97/w3810dZ0eexDtBVxdh+Dd6LLz46FyBF4HVVaPh3wqsqoGpq4OrgFXzVWbz4sI32NeHX/+12+ESGNNsNWlFlnbFldo78tlkwmjH0vnFZfyPP/wjCfLFOEEIDqoVxQt2MXjzVh5UVViBVV5gVQBQDVoapqYJBkzQsyKR8lRCytUK3v2uW3Hl3t3Skky9MAEFpDLdlPb/O+74Gzyz/yAstjJLNbcDn6zmnXlvy4WAVXPsRsP25wVWJYABk3nFICFjVc7Nx6RSGWoopl9HX0haaTwmPrxW0lZJtqhgXqI8hppVx+Cei5HcsQGHH9uHpbFpqW7ufPleCWLPP3AQXWUHpUJJkuIqTYQGo7j+1tfioScfQyrVg2y2gLOPPfn/sfcu0HVV573vf6+99vuhtyxZlh+ywQLEQ4CFg5PGpNi9mNyYnDhtzEjsEvcW5zS0cc6g9CR0xDkBRiknpTckrWnrcnEopsXcEecWU3BanBIT4gTEwzU2tmWwbEmW9dza77X3Wnd831xra2tbsrcwGGx/20NDlrSevzXnXHP+5zf/H67+rUWYsXAB3t75K4y+coQ7qHTlyn+XXugqWYQTCaNeaBk7glk93+LOklM+zySsFndynTLglAmnbDmdQOdn59jOs3NsBRxhlZaeN9TX4Jvf+BMEAuTpZ+LBhx7mJaZOlAGVCycq2BFWneN/sMLq7/BkBmcrYi9VEhvJ94gM1dXydWUrk+Os5/yKooEViaGOsOqPQquohumjlzSJbDRgUJl+6XVGS6vZb5UiYnNKpC1kyuaQE9vDlUQSFpbHPVbHy//4IIGvi9PhepSvq05RqzT4ofsArFQK7hyZ2mdhUR2rbFK/d5ZukShoOC9gO/qbE3TRfREHCxrZE0zwX55sqW2x7DlxsmE8SoMIUMSqylJaKBOFTvmp/srKCmEqSXWK5f+U/di2BigeiKhoHrWEjQakLIBSp8QCGmv8aAzTrLgHMwKVaKxy4YqZUcy58kbs15twckBHgKyo8hRpnYbuSyKYJ8uPHHfAjSwlF6JBmBs6RcBTB5GXdVEkFJUhGpC4kSM/UVoK6/MirNchkrCg01JiyrZMM9gUNeymdpjamTzyHqPgt6h6yipFFtky6VkT8dwQ6i5N4vpZM1GXnc2+eLwkl3yhOUqPp/24HJFATnnJc1YehivH10L/KOA266FISgPuk0PY33MQh0+8hxmWH3qwAj1pF3pjtEw1Cj+NaOiaPC6ErDH0nTiM7iMGfn0gi4PxMeTMUYRNum4THjdFAVei4dIgvnrrXKwcWoyx0DB2nXwL3/u3N1GVrcU19VE01EWQ1VxIZnOIuL2YEQogGKSkO+T5SBGsHhVhS5FeJD5awJIHtky7z0bCqjMQpO8FPz1KRlGyJLTQJtrRY4WIeV6iRoNoZetT+kXCTOnvCpmqKdqgaB+njabIFdKtgpYGSkpl6C7sHTqOf//1r9E/OgJvTYQCXNBYVYVQJIh+K4nGSDU+NeNSXBluREj3I+fVkHWb8FA4IS/jpyVlNCgDntvxPF779RvUTKm2nyJvNA3hgB/XX3895ixYwKIqJVyiwR29w+rrZqCxeTa/N2hg5Vh8JBIJZDO0jD+CQ13voGlWC/qHEth/6CD8YT9HxTnvP45K42WVykKDEjMlEwlOOjEwOMgRyN5wCDXz5uLT17UjdWA/frjpMfRn4rj1t6/BNz77dfzny8cRbK7A739zLUbzQCpvwEtCSSGybeJk4FSFgtphfldBQ8owEAnqyI71Y/+uHyN94g3UR2kSUueBMtm2kHyfJm/VVJpXq8RiSYyMpjA4MoZ3TyQxkjYw/8rFqG64FPGxDHKZGCc7Ir9F01ArWeLJJNJWDgNjJ3HccwxXmg2Y/2YS++pNHMsn4NUjiIb9qq9hR8jQe41+jlZVqmRhNTU8qKbmjEQyKjMUBaXESBXhWVlZwRYB9Kw5QQZZvJBDoJ0M6tV9v0DP6DuIVlJEshs5w8X3ZOSyMDhiPAN3NAAtkMdVrmFUahn0mFEcSHqQGPMjm84jk6T7yiKnk1BFUaABJE0LtZ48ll9zGeY01iNnXcb41fJiardVH5PujfogWSPNPzsiMvvs+3y8PS0rV0KWzvt+cfX7S26z8cHvMjMSMyj6n47lcQGjb+7GsddfBcXh9w0N492+fvh1P2bV1MLnU/YjVKfZFsWeVOG6AA1JS8eed09g7/FBJXTbhYzfLZrF0eX/x2dX8HuKtNxoRZQtPcjGIRgMcCJRmnwjv2Kn3SlEZOUpW7aa+KbBclVVJUcuE5NsPoexZAJWhp5zGkY6ieEjR/Gb1/bhxMAAxpJZpGnultoc3QuT7Abs9om8GmnpLfezYWLhjEpctvAStMyoRk3AjXAwjHd7+jEYrUT7jZ9AOpdlv0eqV9kUeQqm+D1B3ymCPRCMIFRVA28gxO+1FAmr2TT6e4+jYcYMFvBIiCW/XxJXndVS3H4kkyyuOuWCRYqxMT52KBzmdy77Q05YFTM+AeXsp9pg9WZ3Z9PwjPQic6Ib7/YN4sgI2c+QdYkXg/E0esbSLLCxxRCtEiqKFC30O4omZkoFA2Wdo5JHqT6Yig5vaGzEif4TnJCX3xGqZ1QQQUvbn3KFVWcM5exfGrHq9LdLg3qc7XM0xZvNwkwl0DqzCpfUhlDp0xEJhzCjMoqaqpkILrgM4ZaFyLu8yNjRjM57rli85f5ZUddqwt/YxkL1J/hZ2AzJO9zZzhlfKH60PF0dzLHCo+2+/Lu/O+33N+1w34bfR1U4iL7jRzHY14OWuXO4vMVGhkHvJkv3oTeWxq/ePoKTSQ2B6jqkqR+dTmBB2Icrm6pxpH8IRyj1gEvD4OAgYkND8OSyCOoaKiMB1EaC7MdJ4nPMMBHLWUhSn9pDFjskcgY5wpKs97zBENtDZNMGt3H+YEC9fw0S8GgVSBDZvImqqgpOatR9qAv9x3tQGamAvyrKAUU0uUCTKNzesFcueWurdydNlFEELLUJY6NjGI3FUFNTgYDmwpu7X0Ls2FGEOLcCm/OrMumMwXlCQE0S6/6AimrMW+wDS+MmsgaiPr6fxrNZWnuhrP3y2Qwum12PDV+9HQFXBhr1b/NgUTgYCHBix/jYKMZGh9DSMg8N9fXsa5tNk+1PPw+d6L108OBBpE3wCgzy/qYyRatWKAo1YwIjmTz+v5/vwVtdPXD7AuwjznYrHKWp+mc04UJ9Wfq/322hoiqMz9z8W2hvvxrDsVGcPDmAYCSC47FBdL7xOpZevxjtV1/DZYEsSg4e7sLB/fvRcf21nMg3E4+zaFkb8nNkrpEYgzuXRW1FhC3BaGUABbcRQ35n2cIqRe2PJdKIZwycGErgUO8g3uk+gf4xEk11LFrUjvraShZBdY8XDU2zEI+b+MEj/4DBoRFencsLHOxAJK+u8rColUxUlGhSnazJgtzm0DVS2831ivyxOQeDSvBHEaz0d+rD0fvey3qED3mXByMJsqzIs0e6BjVuc8pEoWwUCavFlZAncIss1Yr1Ih7LTmJxVVzenDbKOaYIqxObOBFWS5r8qZJXOQXPsQLgThlHi6lXLhVEEk2cj5pFmhixWvp2IWG1rroaf3LXf0dFKAia5Sehjfw4nSWsjoeVsy8Pj+0ZMloi9/Bf/xDv9fRyZ8URRrnBsqP86HfvV1gtfhFPJqzS350XK81YLV9+Mz6/8haYRoaXWJFPW85OVEAZER/d9PfssUpZb9XyB5XISxGcKKg4v1fXMLUVgCMQc0Uv8V50OgITnkWRFQCdlSJWncFMzqAIQ8egnjoHyvvSMah3BOliLtRRVMKqixtP6uSSkNG0+ApErpiDfa90InbsJHyBAK7+zCKk4kl07/4vVKc8/H+OPDWzyNZ68akv3oLOfW+gsmoG4skUDv/yN2hf2oGGS+dj73O/xPArh/il6/hAORGrThmhFzTda3HEaqmwWhCkTxOx6rysnWfucCzmMFXnzxEllHCtfMa4nFBjbebQ1EgTCV+Hz0/JJML4m7/5e7z62uvw+YN2Ebc9b2xfJ3oRfWjCKqkPJGqyvyjH+vHyaxbl+A1oi5K8Df2fvhucwdeiVCA+W1i1k45wVArbC6iZZY52I4GeIkLZFsDiyFTKhsuRsXw8imRVHQq2AyiK4nZelAqMEhBZpGSfVUqWQsIqtUHKFN1Kp+HOp9V1UnRIRRPPANPPxJ7ukyNbC82ULeRSxKztNes2JwqrE6+h0LoVNWV2O1fonY8vfzNd5D86UVjlGXqO+Bhv0cYPNl1hlcRs22vW9pkrXKFj0VLwFFIe1XQ9jREP5tRX8bLQypAffq+BeTUBLL7qWsSqLsGhniwyYxkkTJ39mnzeDM8u02w1RS1lMrRkkma5XUiZARWhweejZ073QOXJRIYmrqrrkInWwe2qRiQ9Au9ID6qzlJxGh89LS82pfaHBPj1HVfaVOE3RkipmU6c6Td6L+RTmNKRxTXMl6r0NgA/IU+QoTbTxpBivp5LlbwAAIABJREFUo+Dnq2yQ2SKfHVXJb1a5sGrQvH46GHKjvehLdOHkYB+qE15UuqtxyNLRldEBPYiQzw3dTzYdYdSa/TC1Yzhw4DCefa0bv4q9i/l1PrS4Q0iYSYymfEgkPNCjLjTXuHB1OIpDVgL7jx5HZaAKgWgY9d4w5ociqKkOIYMcunoGMTRqIuyNosrvRtif4/bY6/ZyJAV70MKFz35/+sLql9d+ttA5dKLoWNQqimaa8K4usjBx2j9ONsLCy0TbFGfFhpqwGreaKBZSuU2mKANbfFX2PSqizp0zkaHIccrGnk/iX996BUeP9SHv1lHt8aFmRg2qAj6svPx6xGp86I4PY75WiSrTy0nTqINOyWVo8ESdcJo4oWuKVlSiv38Qu3a9hH3/dQCaqcOg9Y0cRepCfX0dbli8BHUN9ZxogzzieLn/WBK+YBAzmxo5QRLdB4s9NHi3lyy/8frruPXWz6OxaQEy1DZ7NPb5TCVTPGAlocWJUCJvNxa5yHqCJwKJkRsVkQhqa6rRc/Ad/P29f4l9Rw7gU6uX4hv3/CHC/itw6O1BBMNuzJrdSEHeMNhVTrkNO+9c55kViw6n9KtcOfg5gSCtY6cIowEcfGUbEof/E1V+ssSgFRSUhdwL9c4nnzg1sKIs6SNjaQwOx3FicARdAynMnt+OhnlXYIyixJIJ+DUve1JSW+AyNfZVHcsmMZodw/FYD6rqPLjmbR9G02l0VsThM1wIRKoR8qtkfsSWE+V4vSpq0evBrNnNaGpqUhFQtkhKIl4kQjYzLsRiMY6koXJFUavcD3CWMOYNHqyl0yn88s1/R8I8gVDYh0w6h3xOlRedlpGSHYCuIRp1oz44hgWuFPy6heP5KP5rVEMqpsNMW0glc8iQQObOIZ/RYOo+ZNwZzIwEceOChWiorIQ33KasJJzlwBTZyn1eNeFLf/N6lM8+iyx2tI6yL1Lex46o+YXf+/3SR1jWz3/72I8wOjSqkjn6dPjJLy+eQP+rP4Nxoodfr2M5C0cHhjAyFIfHtNBQHWY7BbIcYSGOvafZ8JT96w2XB2/1jWLP4eO8JJ76+HT9LBCbOVx66SW4+rprEKPl4fkM15fGmTMQIkGVkrWllCcufRzrBocB8aFnXlER5Wsg78KxsRgS8TjisRivkLDIhsZIQ6dVBieHMNB3Ev1DI4glUzzQT1ISHFoOSjkYlCER33dlMISaaBR+nwcLmioxo7aWl1BXkMih6RjJuuCaNx953Y1EKsmZyEeHhtDTfZxtKOob6uH3url8k3dwuLIOtQ0z2WKEfodcGn3HjyEaDSMUiqi+iO2jSwwoclclxJtol0WAeWltLIbRgeGCfRUJBep9rESGgkDEuRxUIiv6Tu2vh+rd8YPIDR/HWDKNd/tjyuPc50N/PIOuoSTG8jSNSmLx+Ko9p49a/L04yKBgEVSIzLLzWljgOrbgkgU4eOgQt29Uh2jMooILCm7cE8ppucJqsWjh7MPtmR2xWny9xSfgfoZJ744MC0J+3Y2WmjAW1IYR1YFwMITGugrUNF6Cytar4a6bwf0jsm6n8YnTZk5oO1UGsgkrO5xzUkTbeF6J8bEttcYcdWyPMZ22mVcJ0SoK+/3hvA9Wf+ELZdXn0o3uWbcK1ZURDPX3cn2ojJL3dx7JuLJuGcvn8ebBo9jf3Q94K2C6vUjnDfawb62LorW5Hgd6enE85yaTbgz3DyIdG4NOs7X5HPyU0d3v5wmfjNuLFMjaSEOO+gicRFpHIBQFNA8njgrSxICXAmKUDQoJ+yQyUmmg9ti02/QgXDj89j6MDA6yF2ZtwwyehCNbPGrrqc9uZ37j1aTqeShvW5/Hg+GhYQwODaO6phahcBDhoB89hw7gwCu/RA29M8x04ZkV2LN/PkXXWzyWcvtU1CpZgpGASsJqwOdlK4DMyDDMbEoFBOQMzK2rwJ/c8buoD+lw5Q34fAGEAxFexk4TJT3HjyGXNzB/fguvvIyNjPL1DQ+PcBLGcCCErsNdSCOPigoSlZW3q2GoOkx+r2OGiedefh1vHj7GEas8TnTROi2VEIm25+RO9rvP73ahoiKEWc0zcfPNn0Yw6OcJmoyZx5GBPvT09uBzv70cNZVVPImXpGRhJ06iv6cHrfPmIkLRxZT4MRxGMOJVqxPZok3l8qBJJeqDZXklqnpnOcmflbCaxXAijROxlJrMOTGAuJHD5ZdditmzG9kCiNpaWvZf39iEwaEUfvQ3jyEWi8Pvj/A7nJ4rCcgUtKpeNM5oyg5rcimPbw4k0N3w+8h7XK1CUpE99koHWnXG+UBUzg9KWGpZJAxTYjCyl+Hwi4L6USySKu/kiVGszsSSow2Mj6/td7J9eqdNdtojvo2iHEHF9VWE1YmtlwirJa35ZBGrLJo6JsO2FcApwion/XGWTjiC6umFVeqcUEN1x1dWo7mpCT6viiBRnj/KxNmJgHFeqpQogioEDxI9Pjzx5D/j3198SS0lssVe7rzbpumlwqpTiZzIy9NFrDqNdkGMs+/PEdicQQJ9z+YNXHPllfjq798OjaPfVK4fdq6iAaUviEcf/Xt0vvFf0L00u0xth5pdVs3OqZFqKqaUWgUnJN2OsrM7Qk4EaaHD8D6FVVqKxYJklpZmkU+cmqllYZWj6CZGyxVHBCthlTKPq2slmSer5TBnydUIXdaMfS+/irHeIQRCQVx10yLEx+JKWE16kE2meQafhLGxsIn2//PTeHPfXlTVzEDKyKHrlV/j2s98AnXz5uCtHS9jdE+XGlBRYiBOXKE8y5wOYsGWwLYJUPcwvuTK6VTSd5ogKO14FpZ02h244oaVu8A29wniaVEkgFNGxxviicIqdWbmzm7C1//71+D15RGNVuPZZ1/Avzz9DJdfFaFAA55xW4oPy2N1bscyfom7aJKCIzadCAm1RI48BblUOkkRuDzT+n0Dbs5u64ZJEavRKlh+JVpxEeYkVVT+aaafxFNqFzIATTZQh4oGDVlK5kHLQEhMzahl+BztSomxnA6sKuvjH5V2iIRVi54DL9Xz8vJP2o4iWEDZSfOUvCrPHStEG3j5FCW24khb9nijSqnenFxi2ceHaqliQPsXT0iUJ6yqJX8q9GFyYVUNHJSPmlqqp9pUJw7EOY8TsXpqnXNIOEzs6DXqZNgd0/Faai8ftgd/nNSJmNmHqAu7MbOmGtWBECqjJs+OV/rcWHTp5Zh1STu6RlPoGxnhqEp6/D5K7EQRqBaZ+1Nn0Q0jRz6HLsRzXhVlSk+HkqJQSChFZZk5JC03knUzkQk3AvkodKsPwcH3MHOEJhUoYpYm49QyMm5TOdJVrVLgpApsYaASHZDnoUEeUcijLpxCTa3B/or0PB1BlzqMlNCHf2a7FUqQZfGghJYWUVST160h6PLCa/l46TN1jqlY11U2AGNVeCOWQFea/LgqUB/yIeQHQi4PZmAYRnYQhwcP4mdv/gaWGcb1s5oR0fMYGE3hN4fHsK93BDmK2vNkkB8y0NBkYs0n5uD6xhaYpAP7s/ChErl+QE8HkNA1vNZ7FG8eOUEWfgj5wJ6jNGj2umg5lErscs+WndMemFHEqhNB50w8cftldzILA5KSJVLFZV+VZiq2p0asqraQW7oicZW8JulLReOxoMu5I1RbwgNN8oizNKRhIuW2sKfnEHbtfRW64ULaMnF1oB7XXX8tXj9+CG2+GphVAfxi4DAu9dfixoZLgYSBNEUnU7nRdPjYj5cis5WgQYO/gZEYXnrpZRzYewhuy6PEZE35pF5x6RW4uv0aBCsiHH1NZYy8HjlazrL4/dLY2IiKaCUvSaYl1rQc9sWdz+OSuQvxqU/+NkLRKKBT26giZkmcddp8NSGVV/0P7o+4eHCVIR/HkVEcP7gPu158EQf3DeAziz6Fz978O4C/HnXtzbjiuvnI5N1IG3GeHPBYQc6K7szZOH0XpzBMJa5SLaH3sJfqVD6Og795DsOH/xNhVwx+L02EqMkPiuY08jQRmUQuYyJNAmk8g5F4Fn0Do+gfjCEdmYOFl1+HHLxI08R3Pod81k5mSC09RTmlEhjOjKA33oesK402VKH6kIFXK+IYyafQ4K+FO+TldrYg5tC12R9KRtE8ZzZ73CrrEo1FORJWyY+U7pvEqeHhYf4/iT5kpUGT6TxEc1kcMXm0+wh+s+8/YQWSIM/OdFJ5ges0oA5RUjk3MlT/vSZmBmKYn4/D0jUcd1XgnZiO5DBgjGVBrwzqH5J0n4nRK8aHnJcipytxVdNlqApHEKmeW6hfLLBSAiEapLKdlZszHNODUyIr+d3leDJA+ceO3zvt+99+d+206zft8Gf/638i4PLCFwqwXUrYoyHZ3Y2B138J3UixNQMJ9EnDQiyRRCqeQIiSiwT8KsO9vSqJ2wKvGxFaAaJ5cXA4hV8ePIoUJXCjyHmKJssbCIYCmDNnNkeSh0JB5LIpjk5raGjggTH1x1LJBJf1IIvfQfbgIzGVhFQSHYLBEEemDfSf4C/KOk9saJKP/BiD/hAvMaZoutGu99B7YB+S6TTIZpjKKvULU5ks0iTokF+434dwwIeqUAiVkTBbiHi9JiqiFRy0QUl+si4P3j42gDcHYkjncrxsn7yTx2JjMHh1mQ+1dVW4bGELKiuC/C7zhSsw79JWZLMupBNjQD6LoYET/Eale9e96t7o40wSsNe/HX1XHJXtlPlcKsPnpfbCpFV2tnWaaSpvZopu42g4jpxPc1RmOpOBlUjAnxlB1BVHPp1BbIzEhSwn7+sbM3B4OI2TSXpJK5s01Wqrz2RthNMPLrwfHLsyTtikJrgpGvfShQux/8B+jIyOFLxwVcAAt2ynlNn3J6yOL9ZyrIxKr7l4/MljHhKdSezXvbhsdgMua6pFcqify3Vz8ww0LbwWNfMvR97nVdP0puo3Ou9Bpx1V7yc1MV0Qtu1EPvxcbRuSQs+L+qucWNbOcG5PRhbEak42Mh617girv/f5z7+v+r1h7W1s40FJhha0zEV8NIbeE30YieeRhoYTsRgO955AkiYN4OW+Wp5WCbk8qA34MKsugp6RYWSDlTBTg0gNxZEZSyhxXDM5+i/Iy7W9yHipDfHDon61bRPn8vk5QlJz+znild6F5E+eTqa4XHF+DNtDmuo6LcOn+vHe/gMYHRjEvEsWIFxbiyStDuKVZdS3s6N6bcsXu0Ni2/VZGBw8yccPV1aipm4Ge7+SRpAdG8ZbL/0c5sgQ/DxJppAWRDRCb+cA8XgD8JMPre5BlvrbnNjKB79XhyubQmLgJMws2YuQ4ArUBFy4478txw1XLECGfVWDCPgDHIlP7xxKVEUCL7VfA4PDcGkeDI2M4MCBA/wOqqmq4nNf3d7Gfc7Y2BhH7Dse0tSrHcuZePHVfXjj8DFebcfe0i56UysLA+rv8viAgks0DT43UFkRRTgYwPy5s3D1VVfwhCgFnx0fOcn9i6WLbrDHFHlkyRqEyrOZR8jn4edK4qybxvWWspqj62Ex0aUmKOhnmlh1bHkcGz2ymIgnDU5YeXyEkl+NIGlZCFZUYMaMGbwqzaODI8QpNKVp1mwMjqTxt5sew8DAKAKBEKhNo/tWK0nsMZ3zzNST45AHXn1KK9I0dyFXCo3pNLLVYscmFbzn2FLR5B6NKbMZ5QdLNmB0PxRY4bR3kwmrxQFWhfaYReXxFa2F1TS2T7Qzznfqtwir5TdjIqyWz0q2FAJCQAgIASEgBISAEBACQkAICAEhIASEgBAQAkJACCiB2yoNAxAwQkAICAEhIASEgBAQAkJACAgBISAEhIAQEAJCQAgIASFwWgIirEoBEQJCQAgIASEgBISAEBACQkAICAEhIASEgBAQAkJACEyTgAir0wQmmwsBISAEhIAQEAJCQAgIASEgBISAEBACQkAICAEhIAREWJUyIASEgBAQAkJACAgBISAEhIAQEAJCQAgIASEgBISAEJgmARFWpwlMNhcCQkAICAEhIASEgBAQAkJACAgBISAEhIAQEAJCQAiIsCplQAgIASEgBISAEBACQkAICAEhIASEgBAQAkJACAgBITBNAiKsThOYbC4EhIAQEAJCQAgIASEgBISAEBACQkAICAEhIASEgBAQYVXKgBAQAkJACAgBISAEhIAQEAJCQAgIASEgBISAEBACQmCaBERYnSYw2VwICAEhIASEgBAQAkJACAgBISAEhIAQEAJCQAgIASEgwqqUASEgBISAEBACQkAICAEhIASEgBAQAkJACAgBISAEhMA0CYiwOk1gsrkQEAJCQAgIASEgBISAEBACQkAICAEhIASEgBAQAkJAhFUpA0JACAgBISAEhIAQEAJCQAgIASEgBISAEBACQkAICIFpEhBhdZrAZHMhIASEgBAQAkJACAgBISAEhIAQEAJCQAgIASEgBISACKtSBoSAEBACQkAICAEhIASEgBAQAkJACAgBISAEhIAQEALTJCDC6jSByeZCQAgIASEgBISAEBACQkAICAEhIASEgBAQAkJACAgBEValDAgBISAEhIAQEAJCQAgIASEgBISAEBACQkAICAEhIASmSUCE1WkCk82FgBAQAkJACAgBISAEhIAQEAJCQAgIASEgBISAEBACIqxKGRACQkAICAEhIASEgBAQAkJACAgBISAEhIAQEAJCQAhMk4AIq9MEJpsLASEgBISAEBACQkAICAEhIASEgBAQAkJACAgBISAERFiVMiAEhIAQEAJCQAgIASEgBISAEBACQkAICAEhIASEgBCYJgERVqcJTDYXAkJACAgBISAEhIAQEAJCQAgIASEgBISAEBACQkAIiLAqZUAICAEhIASEgBAQAkJACAgBISAEhIAQEAJCQAgIASEwTQIirE4TmGw+TQLDe7Dpr19A49p7sbJlGvt2bsKdm/qw8rsbsaJhGvt9VJv27cDG72xHw/pHsb79o7oIOa8QuHAJdP3kPmzpX45v/mEHoufoNj+Kc56jW5PTCIGPAYFe7PjORmxvWo9H/5BenKU/fwwuUS5BCAgBISAEhIAQEAJCQAicgYAIq1JEpk2g8+/uxKZXi3fzIDinDctuWYVl7bXwFP/p0Dbc/f1dmP/Vh7F+0YS/nP68IqxO+7nIDkLgQyEQ24+dT23Djje7kTQA+KJovu6LWH97B2qnUaXP7tpi2P3X38KWwWW493sr0Xx2Bytz74/inGVemmwmBD4SArbw2XeGk1/nCKVnukgRVs9ESP4uBD56Akl0v7QNj/90D7pj1AlQff4VX7gdyxaeq2nOj56CXIEQ+HgTkHr68X4+cnUXAwERVi+Gp/wB36MSVluw9A9uwnw+toGBzp3Y8WovAovX47t3tCN4tucUYfVsCcr+QuDsCST34JE/3Yy9gVYs+9wSzPYDGD2MF57bhW60Y/331qP9rCv72V+mHEEICIFzQcBA795OdKecc43itWe2obNqKdZ9RvUG+FPTio6WcgQXEVbPxVOTcwiB908gic6/+zY2vWqg8caVWHF5BXUCcHjnDux6D2hffz/WSyfg/eOVPYXAB0JA6ukHglEOIgTOkoAIq2cJ8GLcXQmr7Vj/6HoUr3qPvbIJ33msEy1rH8ZdN56l2iLC6sVYtOSeP2YEup6+Gw/+rAKr/uJeLKsqurjhnbjvz7Yhtfxe3P+FcxM/+jFDI5cjBITAWS/dF2FVCpEQ+DgTMF55BF9/rAvtf3A/1i8q7tfbdTe+FPd8fzWm4/T1cb5fuTYhcD4SkHp6Pj41ueYLkYAIqxfiU/2Q72kqYRWIYecDd2NbZiU2fncFGuk6Sr1HWTAdwLK116L3X3dg76ABeKJou+VrWHdry3ik62TCqjGAPU9uwtZfqyXJnnAzOr64HqsXF9kP2PutuGMpep/fhs4e2jCI5hvX4Ztfmo2up36AzS/b+9e0YcVX12HFgqLOYrILOzZvxo59AzBMwDPZNuQE99ImPPp0J3ozgKeqDSturcWeJ3aVeKwaGHhlKzY9vQfdcfs6Fq0+dQl1sgs7n9iC7Z299jlbsOTz67B6Ue2H/CTl8ELg9AT2PnYnHnmlHev+dj06tOJtY+h85mm8Vrsc6z5tC6ul9XNmO1Z9dR2WNjt+AZ3YdOcm9N2yDkv7d2Abl3daUrgE676xGrMPbcUPHt+t6oqvFm2/s25Cm8DtznGnbXEEmTW4p+k1bH5+Lwbsurjyj9ZjWeGcdM1JdD27ubDNqce2j9W4CusCu7Hl5V7Ufm4jNt7aiInntO8/th87Hv/xxDZi7VqsKF4SaQ5gz1Ob8fTLXaCVk9RWtd1yO9bcXNTGSeETAuc9gTN4og7uwZZHt2LPe0kYvHy4A6vvXIOOGufGyxNWYwd24PHHx/sLLTetxdc+34ao3Sb1PrsRG3/agFV/EMTux3ejt2a8D3KmfSF19bwvhXIDHxaBGHY9dDe2Di7DPX+x6hTx1Hj5EXz98aNYds9DWNUCOPVwYtCF/d6336mA/fNNa9DR9xNsfzuGdic3QVl94fL61clDO7Hln7arMYDmQW3LEqz86uqitufDYibHFQLnmsD06ilfXRn9WKc+r7l7Nl77x6Lx+m1/jPU3N4/b/pkx7C0eW89cgjWfr8COH3Wiw8mTYo/Nl365A30/3Y79saLgrAnX4kF0wVKsvXMV2ooWvQz8eis2P7MbXcP2WPqqFbj9y8vQUjzXU8Y90a2Xdaxz/QjlfBcMARFWL5hHee5uZGphFej96bex8dkGrPnBXVjim0pY7QTCzVh6y21obwK6X9mKba8MoPlzG3HvrSzHAqXCqtmLHQ9sxPa+Riz5vTVYsRA48NwWbH25Fw2n7EfHb8Wy25ahrXb8+NFoELnGJVh1SxtqBvbiuZ/sxH5zCe76/hq00QDN3I8tdz+M3cEOrLljJa70dOPZH2/Gru4GrPzOvYUkWsmXH8GGx/eidvEqrLyuEcHR/dhJx4rTsqjx5FW9z96HjT/tQ+ONq7HmFrrgHdjyz7vR27ASG7+1Ao08KOzFjvs2YvtwK5Z9eRWW1ybwi2c3Y3tnDh1/9JdYd9U5M7E8dwVIznT+EHh7Czb89W5g4UrceccytFZNUR6d+knl+EsrsbRhFLue3oKdBxuw+oF7sJSjXdWAqhNBtC5fhWWX1wDHd2PrM3swEI4iaM7EkttuQVvtIPY+tw07DwBL7noYa9rsJmEyYbUfiF6yDLfd3IoKpx5iYgTN/ic24OHdQXTcvg4rr/age8fj2PxiNxpu24h7b6H2Ztw30tPQhiUdrZjdcgOWXBY9VVhNdmLTn29Cp9aKZbdTfR3AC888iZ1v54qWRBrY+9if4pE99jkXAl3/8SS2TDjn+VME5EqFwNQETiOsDu/Cg9/air5LlmHNF5ej2fgVtv3tNnSaHbjrgXVoo/7BKRGvpx4v2bkJ397UieDiVfjKze3wvrsdm5/cg+SSDXj4y618aWoA2At4GtF2Ywda57bghhtboZ9xX6mrUrqFwNQE9mLz1x7BnvbyPJOnI6x2Aoi2tOOG6+Zj/iXL0D6nvL5wWf3qvh2477vbMWi3PbXxX+DZf9xe0vbIcxcCFwqB6dVTlNWPLXqvRskKbBlaK0ax/2eqb7707oexeoHix33sl5RVyKr2RiT7f4Xt1K83G8cTUPOYvhPQomi5+gZcu2A+Wm9uR7NzLcEOrLp9Odp9R7H9sS3Yk1yCDQ+tQasGGG9uxp/+aA+Ci9dg3a0Lgfd24snHd6GbxtL32kFcZd5TWce6UIqF3MdHQkCE1Y8E+/l90tMKqzzAwXhjOmnE6mEsvfuhQqNMEWW7H9mALfvasf5H69FOgmOJsKqWOfRh2T3388y48+l6+tt48D9qsfrBDVhKs1u8X+nxu7Dtzx7EThJcHliNFify7tebcOc/HC7MtmPvVtz9xFEs/8Y9WNZgn8Fe8ozb7se9t1AEaTe2fes+7Gxcg4fvWjIeYXtoK+5+aBfmO8JqZg8e+cZm9H3mHtz/xeIL3oZvP7gTtbc/hA2fjgK03R9vxmBhNl8JvNu+uxmdl63D/V9SA0f5CIGPisDAr7fghxQFZkdeLrzxJtz6mQ60FImszjKkYiEU5l5s+R+PoPM6RwBRwurhm+7BQ18arxPKboA6akVtgrkHm762GYdvvgcP2fVn0ohVrMDG76y0JykAFUEzON7+YC+2/tnjOPqZb+Ke5fakjRNZb67E/feuQK0j7pQci3iXRqx2P/Nt3PezBqz5/l1YUpgpt9uvdx1B124j5hYPRmPY9cj38CxuxT13LYXEon9UpVnO+8ESmFpYHXjxYTz4fA3WPmBPXNKJ927Bhkd2o+2PHsW6q1gSxY7vbMT2JqeulP5s16XwKjz0rWVwAlhiP7sPdz/tweqH7uH3vhJ0gBXf2YiVM507LGdfqasfbHmQo11YBOzJ0DKT0U1HWD3Qvg73r+8Y70OX0xcus1+t+iPF/QAAb2/Dxsc7sXDt/Vh92YX1lORuLnYC06un5fVjp3ivZnbjkT/eMj5mje3Cg3dvRd+Nd+HhtXYUBK0Te+lhbHhitERYPXCKpQhfywuBiXZj9rjb86WHcM9NUahtmifYD8Z+/gi+9xxw6913YWkN1DZn7Jvb253hWBd7aZL7PzsCIqyeHb+Lcu+zF1b7ioQPGyGLnEW/LxFW+ZxdkyxH6tmOb393B5odQXNSb9YpBn/2DFpxlOmpD7RkGVP/Dtz359vhNPiF7acQkJ0lUuPH7cX2P9+IHc1FA0mKWO1rRPstK7B8URua64PjSywuyhImN/2xI2DE0PX6L/Dirt3o7CKbDA8aP70ef3p7Gw+MuH6+vQQbHl6D4qmAPZvuxOYBR8AsXRKo7vJ0g7HOogHd5FYAJZE0ZXozl3WsU4RVux2pXYMf3rVkYh2d0H45UXA6Wj61HCs/tQTzm4LwTLBS+Ng9YbkgIfA+CJzBCqD0iKXvyTMJq/b2AXuAVTic/d7/LHzSAAAgAElEQVRvsQXaSduQsvaVuvo+HrrsctEQmJ5gMx1hta84mED1BNTqrdP1he3AiTP2q+2I1b76dqz47HJ0XNGM2qCs/rpoiu1Fd6PTqafl9mPLtPbgOnkAS77xMNYUT1iU9sVPNzYPr8ZDdy8tTJxSW8Dj5Ja78OgdbYWIVb1lKZZ/7pNY0tKMIK94cT7l35MTsTr1sS66wiM3/AETEGH1AwZ6MRzu7K0AJhFWudHtxrJv3Y9Vc0ojVg3seeTrLNAUvFsd0PbgCU4n7SyF1diBnXjymRewtzvGfqfOp9E5/ikDQ3uLkt9POmPudB4pQgdF90LelE9vxo5Xu9HLXqzkObsOa29pLXjIXQzlSu7xPCFgxLD/Jz/Awz/rRgsLHjp2/dUGbD0wxfXTch32XP6IhNXYfux8ahte2NuNWKboGgvXNbU4NFGAnSy6zT5e6SSNGcP+/3gS257fi24yWdU8aFy8Bl+/vQO1Mr47Twq6XOaZCZxOWCUvxG3Y/NwedPeRx+r4Z3wy8wwRq4e2YsNDu5Cc4kKc40wq6JS5L6SunvkxyxYXKYHpLTE+O2EVwBn6wtPpVxv9e7Dt8R3Y816vyslAuRDuKPFCv0ifqtz2hUZgOvW0/H5sWfV5qmCGsoTVLmz9Hw9iV3yK51EUWFE6NveQj+vXVqOjnjrU5d8Tnen0x7rQyobcz7kmIMLquSZ+AZzv7JNXfUwjVtlPshOzl6/BqmXzUROIIuiZPGK1Yu0PcdeNRQrJ+45YLSkQmQF0vbQVjzy9F0HJuH4B1Jbz+Ra6seuxF3C4pShBVeF2bHuNGjXTfJgiVruXYcPdy1FYietsqwUQDVNd+QiEVds3ubNJ+TzOrwkgGvSULPEvV1gtf1Z8wlM3kujeux2P/90udLetww//qEMi0s/naiHXXkRg6roTe/FB3P0vMdvbuAEV4SA8/Tuw8Tvbi5I8nkFYtd+rNV9+CGuvPhW8zu/oKSJrytxX6qoUaCEwFYHpJcUpS4iZoh9wyhVM1hcuN2K15GDGYBd2PfUItr0ZxLJ778cqO9+mPHchcGEQmE49Lb8fW1Z9fnMz7vzR3rOLWK1fg4e+cuVkL3jur0/8GEh278X2xzdh1/E2rPvru9DhK/+eznysC6NEyF18dAREWP3o2J+3Z55KWI29sgnfeawTLWsfxl032gaE0/FY7SpKJHVWHqulwm15VgBdT27Agz9fOMHHBcndeHjDFowWli19wB6rk3YUp7m88rwtSXLhH28CMex84G5siy/DPfetGvcmpou2/VN3L1yHR9d3QHkeYqJPEm0XiyEWjtqR1x+BsGpHrS0sSirHns5/tQFbRp1I2nKF1TJ9nBxBp2TypdSv9eP97OXqhEA5BKaqO0kVxV6oY/axSr3Iz2QF4Pg0XzPRvw0wEBs2EK1S/YxJB4Dl7Ct1tZyHLNtcxAQc//T2P7gf6xdNSMFd6B/c+8AqkFY58Nx9+PZPxr2PGdspfejJ+wFOfoSJy/xL2pcyPVYntQ6barXZRfxs5dYvHALTqafl+pGWJaxOUScn91g9Nahq7+Mb8Mjr7eNJpO1HYgzHYFRFEXT6CKUWXCUaQXn3NIUAW6aF2IVTWuROPkwCIqx+mHQv0GMrYbUNax5aiysxip4DR9HVuRM7Xu1FYPF6fPeO9nFD+kmF1U4gbGcPnwMceHYztrwygOZClu5Tk1ehNOv4HKDrpe3Y+sJ+1HxuI+691U5McxZWAOrFtBe1i1dhZVsFMHoYLz6/C10xoGAFQP3Elx/Bhsft7a5rRNDJRh4Hiv1aVfbSQbQuX42Vn2oB3tuF7U/txP6qldj4rRUq4Y4dUbdba8fKr96KT9YY2G/fV0Opr9wFWp7ktj7GBHp24L7vbUc31dfPLUFbbRSxeDf2/+t27O4PYOkfP6QSQZTWz4UeDOx5EU/9ZDcSizfggS+3wvNRRKzanb69tR1Y9bkrUYFRHP6PF7CLKvW0rQCo8ndi059vQqedwfSGcAK/+tmPse2VJNrX34/17TTwtKMH3mvG0rW3YxmzeAE/fmZiJvOP8VOXSxMCZRKYelJCJZxIonX5KiyZ7YHR/xp2PtfJSfDKtgLgKrcJ397UieDiVfjKzTeg1tiPXT99GjsP1GLVffdgWc1UXnDl7Ct1tcwHLZtdtASS6Py7b2NTp47Wm2/DsstrgHg33tq5A7veo7rsvPdoRe42fPu+nUguXIZVN7eiYvQofvHCdnT2F/ehpxBWy+wLl9Wv5tVnu6G3r8S6Wz+p2oyfbMXOgw1Y/cA9WFp10T5MufELlsA06mlZ/dgyPVYB7H9iAx5+CfyuX3ZJBZL9v8L2Z/ZgwGwsSV41yWrV0muxx8BP/2w/ar9wP+65uRa8+uWpbjTftAa3f6YVnsFf4YUnt2FPcgk2PLQGrTSWLvOeyjrWBVtG5MbOBQERVs8F5QvsHEpYLbopzYNocxtuumUVlrXXTlzmOqmw2oelX+7AwHM7sHfQ8RT9Gtbd2jIuyE4mkJL/0pObsPXX3cozKdyMji+ux+rFRec8C2GVItm6nt2Mzc/vxUCGPJlasPT2m5B8bDOcyDznrjlT+o93o5e3a8OKP7gWRx/aAkyIjCOPua3Y9PQedLN3ahDNi1ZjfanPYmw/djz+FHYesL2gws1ou+V2rLm5iMcFVobkds4jAqUepZoHtS1LsHLtKtvfyJliPrV+TizHH0HEKvW3Du3A5n8cb2tablqLm+KbsfnlhVj3t+vRoZUfscp3yvX1x9ixj5J4AZ6aNqxYW+LdZrdVT79q+7r6atGyeCXWfakDtZLE6jwq/HKppydwmtUV5gD2/LjofT2zHas+Pxu/+tF2xG7diPs/R5OhZ7ACsE8eO7ADjz9u12Gn/fnqanTUqA0mj6xRfzvTvuzr+OQmSF2Vsi4EpiDg+BA/t1f1ZbnP34HbvrIKS5qLo1iBCX1j6svediXwxA6MJ6uaQlgtvFvP1Bcur1/N9f7JnTjA/s4eBOe0YcXvrsGyBROvV565ELhgCEyjnpbTjy0rYpXgmTHsfeoH2PyyPTYn/9NPJLH5makTUk9gfkqfugVLPr8OqxfVOoMLNZZ+Zk8hZwGPQYr6AGX3zWG3H2c61gVTKORGzjUBEVbPNfGL/XwScn+xlwC5fyEgBISAEBACQkAICAEhIASEgBA4nwlQoueSgAFlD1ZiC3I+36NcuxAok4AIq2WCks0+IAIirH5AIOUwQkAICAEhIASEgBAQAkJACAgBISAEzjWBAex6aCOeNZdg+ec+iRuagB7H+qrjLvzlHW2SrPVcPxI530dKQITVjxT/RXhyEVYvwocutywEhIAQEAJCQAgIASEgBISAEBACFwwB2y5sx5vKCgC+WrT9zlew9pZWO3HtBXOnciNC4IwERFg9IyLZQAgIASEgBISAEBACQkAICAEhIASEgBAQAkJACAgBITCRgAirUiKEgBAQAkJACAgBISAEhIAQEAJCQAgIASEgBISAEBAC0yQgwuo0gcnmQkAICAEhIASEgBAQAkJACAgBISAEhIAQEAJCQAgIARFWpQwIASEgBISAEBACQkAICAEhIASEgBAQAkJACAgBISAEpklAhNVpApPNhYAQEAJCQAgIASEgBISAEBACQkAICAEhIASEgBAQAiKsShkQAkJACAgBISAEhIAQEAJCQAgIASEgBISAEBACQkAITJOACKvTBCabCwEhIASEgBAQAkJACAgBISAEhIAQEAJCQAgIASEgBERYlTIgBISAEBACQkAICAEhIASEgBAQAkJACAgBISAEhIAQmCYBEVanCUw2FwJCQAgIASEgBISAEBACQkAICAEhIASEgBAQAkJACIiwKmVACAgBISAEhIAQEAJCQAgIASEgBISAEBACQkAICAEhME0CIqxOE5hsLgSEgBAQAkJACAgBISAEhIAQEAJCQAgIASEgBISAEBBhVcqAEBACQkAICAEhIASEgBAQAkJACAgBISAEhIAQEAJCYJoERFidJjDZXAgIASEgBISAEBACQkAICAEhIASEgBAQAkJACAgBISDCqpQBISAEhIAQEAJCQAgIASEgBISAEBACQkAICAEhIASEwDQJiLA6TWCyuRAQAkJACAgBISAEhIAQEAJCQAgIASEgBISAEBACQkCEVSkDQkAICAEhIASEgBAQAkJACAgBISAEhIAQEAJCQAgIgWkSEGF1msBkcyEgBISAEBACQkAICAEhIASEgBAQAkJACAgBISAEhIAIq1IGhIAQEAJCQAgIASEgBISAEBACQkAICAEhIASEgBAQAtMkIMLqNIHJ5kJACAgBISAEhIAQEAJCQAgIASEgBISAEBACQkAICAERVqUMCAEhIASEgBAQAkJACAgBISAEhIAQEAJCQAgIASEgBKZJQITVaQKTzYWAEBACQkAICAEhIASEgBAQAkJACAgBISAEhIAQEAIirE5RBrY+/zw0DTBzFrwIYN6suQh4NOSMNGB5YJouuLQ8dF3Du0eOo7amAcHg5Acz3Bo8uSxyeQ1NzZX4z2d/jsf/3x0YcZnwu4GhY0dgmiaq6poRqZ6B2GgMDXVRLFl8A6695irUVkahufLI5wykcxZ03QNYJgALLpcLlkn/p5+gfrbo94DbrfFx6XcTP/Z+tAPtZ1nQNLUt/5+2P2Ufte2px5peJfqw9lf37EImk8Hw8DCy2SyqqqoQikagu90wszm4LAv0UPPEjm6R/rnUF+3vcKDv5Xwm3kt5+5RzXLjU83Q+Luc5lT7Gsg4GeH0+ZhEIBmDxc7XgmeL5lnnI972ZQ2n6t0J7TmSsnrn7fV1L11gMHt0LXXdDszQuC7Bc8Oou+NyAF4BWOLKFTN7EaCaHbC6PrAkYAHL0ZVrQcjnkTRO5fA5W3gKyORx79z2cPDnA2+dNg8ubx6tD13WuW/Sdyo8JS9Vb+tK0Qjl0yqNTJ8GFQNVProd8fepZmhqgud1waW4EgyFEQxGMDo8gnUiN3wGxslRd5yNx+zHeXjj1n7dRjUKhbaD/uKE4Wxa1J+NtAT+VicV1vNxOUcYsbYqnz9c4+cHULhPrqTqRqrdut87t12gshngqyX/RXR7obh265obmsmCZBkzTgGX54Ha7oMHiZ+ymZ2FpGEkMwshlUFlZCb+u4dA7e9Hb8x7qaqqAXBbBSCWCwTkIRP0IRmrg9gTgC0Thc7mhu/JIZkZg5g0E3D54XPRQ8rA0E9CCMOGH5s7DRAY5lw6fFuB3i+7WkHflYLlycOVdME2Ln41mAdSsUxnRdC/crhy8bhcMeGFaVH/VfXOx5caM/6MKBnFyadymq2dmwU3XQ//XqK23+Vsa/55249+VsHfaN7c6aKG8OOXGaTudn4u/T7Y9/51ubJJjFX5pl0nn3HTti69vLf6z/F8ICAEhIASEgBAQAkJACAgBIfCxIiDC6hSPwxFWkQcCegRzmmbDgzwPnC2TBvEWDxJdLgtH3+vDzMZZ8HhIajn1k3O54KV9TTcaGiPY8vf/hJ/87GVEGmqQjg3jwBu/QThSCU+oGo2z5yMaiSCTjiOZiKMqEkbbFa1ov+oKzJ07B9FQEEbOQC6Xs2UVGoFbLKyQuMMDcRZJ8wUhqlg8pPE3CRAkPGqaG14vSUjqUxBtTiO6fVjCaLm1opzz0zbJZBIjIyMwXWCe4UCIBVYSofMuem5aQTxyxGc3CbC2SF3O9ZwPwipdI5ULes6RSASBcAhejw79XAmrBbGnHKJn2OYDPNad//MvUFNTjfqGev5eXVONquoq1ERCCPs8CHq98HnccFMxgYls3kLCAgwSUKkMkbiazyGXN7nMGPk88vkc8vk8dGjo7+1F73s9yKQzLOSTnEnile7RQeWM6qhlKmGMBFUuS5YSSZVYSedQQqqql2oihT4swir5TNVbzQWX200HQjQSRcAXYGE1nx1vj/gYdD77AMUStVP+6Ttf1yQTCxo1J+ps9sSNI7Y5V1P+86U6OdmH7ocnPyb7OIKyXW65mhI+Fgo1pNNpFlW5XfPo8Og6vB4vdJebn4mVzwMWPSODhXRN16D7dOSRRyKTRiabg09zw+PWkc/lkEkmEBsdQN7IwOvV0Nf7HmbU1SPoq4dpJWCSmJ7Lw8inYRpp5HIGXLqG0aFeJIaOoboyhAWtl2Mo5kJF7SWomTEf/mAlafc8MWbm81weVBtC391w69R+a3BrGnJ0vSQOU7tOQjzdbC4Nl+6FS/ez6kq83JrbbvO5IPH+/A6wJ4z46PY7gZ9e3uTj0zMw8+p8XDodQb1o8qxUWHV+Lm73Sn93ur9x0SPlnnVgVQjOtD1tI8Jq+XVLthQCQkAICAEhIASEgBAQAkLg3BMQYXUK5k+98Lwa5FsaKoJVmN3QDCubZpGFolUpcosG9NlMFn19g5g7Zy4sazxCrPiwOYsivnLQ3QFUV3nxwH3/G28c6oEn6EV9dRhvv/4ahkbHMGv+FZg5Z746btbgiNl8Jo3Y2Aj8Hg+aZ83Ekuuvxvz581BXW6uClPI5GIbBUUyaW+d9SUigv9HA3RFLODrOiWy1TKRSKR7gk+BWLKY4kZ9TFcVyhM3TFeMPe39HJKKIQOIQi48hFouxQEGiUzAYZGGLhQs7ypUFhxLhppyqeD4Iq859cPnQNATDIVRWVbJw+KF/WCEsEso4EvrszmprkXwQjrR7n8eb2XoLAuEwQiS6V0RRU1+HuoYZaGhsQFVVBepqalBTGUEo6ON6lMtnYCHD9YpEO7/PB7/Xq8R6CgbUSMAm4U4JYrHRYXQfPIqxkRiMXA4chUwCl1tTXySAadSOsFTJ+3DdtSMRqTxSWabnxmXTjhRV0csUo2iLrBRtzeGrbp5cochkj+ZFbHiYI3Cdss312o5YddipJzEulBZfS7G4ysIcgZ9U85xaWFXR0ZN8pnxm4/dVuhdF5/I92HdP10L1mNrjRDyO4ZERFlWp3nu8Hv6u6y7SUpUmzSK1+gr6/SzwJZMxDAz08USDz+cDdKD/5EkMDw/Bz+IsL1mArukYHRni9sPjroHbl7fbWjdc7iB03QR0D/yhSmQSJ3HgjX+Dlh9DXe08ALUwXT6EoxHU1NRiRv0s5KwAUpk0cnYEslujiFkqWCoiOJvNIGNkuNyRWJ/MZOBxe5GJDyEeiyFcMwvegJ+fiWHkMDQ4jNGxGD//UDAEv98Pn9fPZTTgD8Dr9bDITJHrfp8XHr43D3xejxLw83n46D3g1hl7qeip29GuU7Xd5YikhW3siNWpBNXSc9DPIqyeXZspewsBISAEhIAQEAJCQAgIASHw4RIQYXUKvv/8wvM86KQFo3UVDZhZ04BcRi0xVWIHRf7oiMUSiMeTmN08C7mc+nupSEfHMKw0wr4KwEzgT//8e0jkAoiNDWLOzDq48lm803UUlfXNqJ7RyAILRVA5x9HdpAvkkUolkR7oRXPzLFx37TXouP56zJrZyNeSyaaVwGqa9jJjtQ/9TAIEXzf/TUXLUcSripQajxxyhNfTiZ8ftjB6puI+1fmLl/E7y6dZEHJTJJibxdXR0VF4PB5URitYSCEOxMzZ13l25d7j+SCsOqI5XSuJyRQdWVldhdrKirO2dTjTs7J1u/HNigQ1ipJzPrwM3/6cuuB/4lmcoEtVD0347OXOZV1L0UaNl98Cjy8A3ReC2x9GMFyNcEU1AtVR+CN+RCIhhPw+eD0kzmWRpbo3OoBEbBTpRBwel4lQwMciXW1NmJePV1REOPI1Eo0gGAoiNjiK2PAoslQvWVi1HTbIssJU9Zu/CpGLgF60VD9P4qplckQh6VEFSwgWGMctPqg9ImFV93hQXV3DbVZybIyFVeccXFZteEpgHOfPgqq9DJyi2J2/FbdjhSX6tljLRgRniHqeMjJ1yv2mfvq0HN25Hk1TAiAJgqNjYxgbiyFvGCwYOh9q8ti2gP6RbQsL4hqL4oaRxqFD+9D97n4Y2REEfC5URsPIWx5kjTzCwTCi4UqEAhFURqsQ8EdwrL8XtfV1iETmIIc0LLeH65Pb9CBvpWHAjXjKRMhnof+9X2BkeAhtV34GgUA90ukUBoe60XP8CHSXjsbG2WhsaoHuDSOZTgGuHDTNRCydRSadRo5WG7gsJNIpWFaeLTw0Vxj9PfuRHhlApKEVg+kETrzbiwNH3kMikeJ2TE2skRibh+bxKSHf5YLbtp7wsHhKgjRpyC64cnlUh6P4xKJFWPqp30LA7xmvk0XPiNjTs+Z6WiKKTyaQ0kF4+6JjTCWsFm/jWBcU2gV7/08sumy61Vu2FwJCQAgIASEgBISAEBACQkAInDMCIqxOgfpfXniBhUnN5UZT3WxUBqOwyF8VbpgcBkWDYS8GTo5w5GdtTSVyOfr7uLDqDDA104W0K4OaSB0P5v/X//6/EaqZh6yRRHfXQUSDPoQqa5G13IhEKxDwemFQmCsNTinqlIUQcHSpx8wgFhvF6Mgwqqsq0HHdtehYdB2amxrg9+octUVfFF7mLDUtFkqcsS4NYnkZqOOrWuTveD4Kqyy0FVkhOI+VhSnLxMDwkLJPoOXcmQwi4QgikSgLrMUMJveknbyQnBfCKktw5MurF5aWV9HS9woSVs9ZO6OWtxed7hQnTcfTs7AdxSKqvTh607JYyFL/V8Ig/a4uGH1fN1E9//Pw+Hxwe/1wk8AaCCAYisAT9sMb8CAQ8iEY9MKna7CMDIx0Fql4BplEHInYMNJjw0jFR5BNp5CKD8JLHqcAPB43/AEvwpEw6mpqEQoG4Qt4+TtFLZLoSkKZLxyAz+8DiV3Oh+okRSGaFF1uWRwBS3YDeV4ib2tati3AhOX6HAmswev3o6KiApZhIZvJFDxJC0IV+3aaHEVMkb7F9WWy5f/OfqdEsbNg6widSrSc7DOVl+rpJkdUeOkkH162ru6Ton1JSByLxxFPpDhqlfykSUCkSF4uOVQ+cmrShH7v8+jssRpPjOLIwf9Cb99xzGtpQVVNLfyBELy+ABJDw4BBfrh5XtqfMzLI5UykknGkk72Ikl+zVgV/gNiRP6obukZhpuSd6kbOIi/XDHLxXmieABpnXw7NUwW3J4K8C8hbOQwODKC/511kM0Bd7Uw0Nc9G1mVgNDmKZMqCPxjgemqYeXhoyb/mQjqTQC4fQnK4C+bYSRw4YWJ/bw/ysSxML22j8eQZvYfYVgKAYavwVKY4spdsC2gSycwi4HWjsboW17RdgcXXXIvZDTOh834Fv4dJRVHnfeZ8p1OwH7f9KY1cnTSStSRitVR8nSxi9caOy99XHZedhIAQEAJCQAgIASEgBISAEBAC54KACKtTUP7n55/niCev7sPsxnnwuTxAjpYCe1hYpWXBbpcPPT1DqK2tht+vw8yToHmqsOrJa0h5sqgN12P3z3fih09sRW1TK/x+H+KjQ4gPD3IElC8URUVFFPksJcgiUVXjIDPyaCQPPudn3e2C7rKQomXuo8OorqxE28K5uObKy9Da2opQKMTLSQ1DXY8zWKUBNiV3ymTSHLnp8YzbADjbnO9WAKX8ydOyu/c43nnnHRbmWhcuRENdPQZPDnJkVzgcZu9RYqMsFMpXG8+1sPp+1r2zvmKvl+dnq2mor69HOBT40NsX5QxqC6N2vVACngWaNyDd1ImeVJGVQN6VVxHhtAy++Mui5FAqApuFcJDwaOLyJlpuPf3Pum8+i0QqhdF4HGOJJFJGTvmnkhDPihFFd7vgpQg/i/w0ydc4BTOXgWkkYGUTMDJxGJkk8kYWuWwW+XQaRibN7QMt4XZZBidI4nBTuKB7x5ephyNBRKNRhMNKaI1Eo+wFHKmq5AkUXyAAr98HnZdue9g+QEUBFkWa8vJ8i4VXOr43EEAoEIRB0e5GngW3CYKpaXEZN0mszRlIJlN8nY7nK4lwOiWpYk9O2/tTSdtsd0ATMSRqUlQrfXGbxNc0Of+phNWpRdypI1apbLBAaIHbMPJQJqHQaRfZn5VKG90fCZ1UTnImewl7vG4kxkZwtPsw+nqPIeRXHGY3z0F9XSN0+HjCjO6J4oMpwRW1nSTTmjkX+nqO4b13f4O6GTOxYMFi6H6yf/Ahb7qQt+Jw5VR5zOSyHGkadPugsy1EGok0XSeJngHobvLNzXACwuGTPXjvyEHA40P97AWYOe9SjjilMu3zB5G3NBi5PJLpLEZG+nG8L4PM6GFEkcKbx0zENAsByw9DI0saunY7QtT2bNV0nZ8VcaBn7Pf50dTUhMtmz8JV8+di3ty5iAYDcJOdTC6nVjdQEreiFQyTtYXFkah2yrdTrAOmEljVu2iix2rx+2kygZbKyqc+ceX0K7jsIQSEgBAQAkJACAgBISAEhIAQOEcERFidUlj9N/ZSDfsjmD+zGZZBiWlMFjgsk+SSHIs/fX2jmNXUBMuV4CiuU4RVGkxSuJIOVIWD+KcnnsJPf/EGGmbNhmUZvDSVhA5KgkMJaCgCiMSBPGUX54EoKRrj0X60uJV+ogExRWnRviyippIsAjU1NuK6a69CW1sr6mqr4NZcyCaShSzgjndjJpvlyM1wKATdozJNu+wltqWZv4sRnUl4narc0mC71CLhXJRxXdfw9jv7kcxmkEglOTnNjYs6OHs7WTiQRQBFspLASkIXiVhKsDn1eovFZ4fDmYXYKZLxnPbmi5bJlyP0OknBp0j8o5bxKgsLt8eDuvo6XuY+1cc5jHNq52pK76T4Z2WnarGtp8qTRALVuMhFghEtcVa+oSYLV+zvyBHFyr+T9udETxytaQurtphKy+IN2pbqBsUk2h6kN7d1vK9idHIUyBo5pNMG0pkc0ikDyVQG/fEEYmMaRmM5jIyNYGQkgeGTSYyNDGNoJIaxeAyJeAzp1DCSyROwkIDLysI0cnAZ9J0iHpU4Z5kkrqp7puhTOy0VA6Il3hyRzpVc+avyl0fj6GKKpCY7gVA4gnA4hGg0hAh5wobpO/78T+IAACAASURBVP0uzBMoFPUKvw8+fwChUBAe3cvlmTLOU5uiMsTb9iW2nyaxI2/OeDxeKOvs28peqmpbksSd+E96NmyK4nazR6/X5yUjAOhuj50kafJHQM+5+DNeV0pLkmNHohKFkchJ2ZVIhOMv5KG7PMznZP9Jvm5iTFYsbo+XxUw3edPmwd7UBk+AmUAuD8o+Fk8MIplI4LXXO5HKxnBJUxMCvgq48mkEvBZCoWq4AxXw5OKIEytKXHXsdXhcgC8cxGgugpM9R9Dc0IBI9Wz4gmG4w1XQkILuDsHt0eFyazwJp8ELy6X8Snm1gcuAS/NBc4VU+jEzjqGegzi4by/M3ChymoVw/VxUz7oE8ITgoghYeDAWT+P4iZPoPnYcgwMnYWWymBM4jrk1QXT2eHHCXQXLIMHdgFvXWUSnc5L9Avv85rMIeLxoqKnGwpZ5uLp1IZpnNqEiGISHkxtSGVXJzRxdnCwWikXvyZbzF//OSYzlPOPSZf1UjDjIuKgNIztiPqcdWcvvS+ca7ARujmWGs9+nl1z9vuq47CQEhIAQEAJCQAgIASEgBISAEDgXBERYnYLyU8/vQD6noyZSjXkzyF81hTw4bAsui7z8aGllBkODKY4EylsjsKxxf8Liw2pQ2cWDuoUfProFvzk0iPrGGuSyaRYznWz0Bc/FQibwUy/OsTh0ItfUkn6KYCXBN6dEn2QMNVVRLF68CDd0XI/5s2aygDJCS11JhODoTAOJ2Bgvh9e9XhaFNd1NOV44wklFrE0cFL9fYbRYkCw95oddyMlX8dCRwxiOx5DN5+DTPbhy4eXQyWzQRfdrckbx4eFhFiTIK7Ouro7tFIiZE83HmcVtxdFhzqLAGZNevR9hdZzKmYXb8SiwSSMBHfHO8dj1elE7ox4hHz1zW+SYIuJQyWJOaiUq8erDCdxsYZMjJkmMc4RQ+j1tQQKoSZMRBnKUYC2Xg8G/U0IjLbPmJc8cYajEVCWo2hnK7eNz5KodzZojYdA2FHCSOv3eJ5d9YEWInzEnj9JZBMvklL8phY3T0u+4QWK8hYGTBo4dHcC7h49g6xP/hL7RQyziWbT0nJef55A3ye+YWgxHXLRpWnlbyCoWHW2v1UIyNbWc3WHKzM08J9NzlnbTBEAgEICfolSrKthioK62jqORa2rqeJIgUlXBvqs0cULLxKl+U3QjfSgjfNbIcplXky30dF1I8WWNC/GmlWMhWKf2gfyKaUk93ROJ9Ox7ak/+TPoUxu9xQjkuyjg2WdQ3+7zyaU2eQPL6PLByGt5443UMDg7C53Gz5YLP54fL42fedEiXi6I0dRj5NEyKODUyiCV7EQxWw+fx49CRt6DpGqqDKdQ2tGGQPHBHToIcXLzBCtRVzUCkoQFaMoFXd22DMTaMlkub0XjNLThw4C3UcqKzBowOnkS4sgYeKwUjb8CTt2Bl88jAQNqIw5UZhZmNIWtkkMlayOZcMKwk4PLBMqPoHTiG2GAM8xbMhkbief0czJh7OUx3CEODo+ju7sO7R3vQe/Ikx+F6daDBm8A8dzcaqsJ464QHva5aZCw/eU/wPdHH8dimcnHV3Dlov6oNV11+OSrDQViZNCc6JG9cy05G5Twy5xlwBGrJRM5k4mrxoy5dyu/8rTghYnEEq5vfU+P13ZlQcNpSbm85aFpNbFEd+O1PX/eB1XE5kBAQAkJACAgBISAEhIAQEAJC4IMmIMLqFESf+rcdME0PZlTVo6m6GtlkAi63VyWSgcpGnUqlkIzn0DhzBoxcDBanBz/14wZlqAayiTH81Q/+AX1pHdHqCA/+6WjF4pwTrceD0SKBtSBOFkQwiuZS51KDUPIZVF6CtDQ5PhZDNp2G3+vB4uvb0XH9tWie1QgPiacU0UZLld0q0QlHxdLAPJcvCImn81wsHZAXR3dOdv8frbDq5iQw+w++g9jYGObMno05TbM4YpXEOYoOpME9CakUvTo2NsZRq9XV1QgGgxz9R1804C9d4locvTsVr3ICTk9Xqc9WWHWEEbV8HuzDWVVbzRnBlX/pxLOzKGoLH040KZUtEhbJSZK+kwhH0dtOcjQSrNWSYxJOVUQqCXc5k8RU+2+5vIpY5ShKikx1FUTW4uzx6noLJcwu4ErqI79jjqq0ozspSnD5Fdd+sG0iRYq7XJxwyuPlFD+cXEjlq1dL0WlygoIxhwdj+Nr/9cd48fUj0HhGguqVob5MkoApYtWpp0o8VaG5Tqr6iRF99Hf2AS5U7KI6zi2Fimx1WPNzsu0ACALx4eX8uoftBPwV5O9KNgOViFbQVwVCoQh7hZIXK0W8BkMB+HxeLt8U+ZjXVH3gmFU7ypYnWUg8pMRIfF/2deTyLNQSm+l+JmszOFJeUxM7NPFBkz3UdlJk+f/z43/Gu+8e4eX+9Fx0zYLXq0NzexEMB3kiyO2myFANXq+F6sogzAwlHQOq68LQ/RSlS1GuPgSNk3CHW4AARajnYKUTSIwOIZYYQDZ1ErmRk9DyCSxsnomBgV4EZ9+Iy65bxtYthw68hcHufaieMQOa7uPrNQxVJ7xalhRr5E0dltsLl1tHzowhlRlF3vAgNpLFif5jMOPDFIOLeQuuRN3secj7KjGcdOGdQ8fRe6IPI7G4mnDj++NYc8wMjGGuP4N581rxdvcwDp7MIuXxgOuOmYdPc6Gxrg5tra24qu0KXDFzFl8TrWZguwfOgKjavOLHNbF9UVHTxR+eRMqrJ1wqonJ0ur1xcduo2kUluE9s+zn0mf9WqMO2Ky7bTdhtj5EzkElnkEqnkMlm8LU7fm+6xUu2FwJCQAgIASEgBISAEBACQkAInDMCIqxOgfqpf3uOZCg01TWhJhhANpmE20uJjnjVJX9GR+P/P3vvASVZepZpvteFz4z0mZXlvVP7biELomVGixG7iMUcgZBtCSExCBYkQMycZWf27O45mtmdQYAGDSCEDIjBSLSEXEst205tqn1Xl+sunzYy/LV73u///4gb0Zmt6upWizlz45w8lRlx7febqPv87/d+QOxggoWrolYqqXLwoHbsolC2cObkk/j//vAvEVenkMu7Ajj5ZD6seiSckvT/dcBqH0goSNN7oJVrkuo0Co5aFiJCwSCE36yhXCpi985tuO7qK7F/3x6MVMriRUg1IbcT1attKwWbsSC4hG5owN3TgdhhiHIpsPASTn1JmxAuMK261qzLwzr9VL1e5fO+dQMBK1+i7F1dFdDK/QigCFolukalqc9sIMTT3/slXeaGG11SrCRletDb1xxwoH3YxsU8CuUSYlpZGFWo6WfCPZRqlHDUpOMblakf+T3o2vM6jRMEMeGpKSqlr6NX3f6pt8ZrCpngrT1tXUeptmmz4UiKsPL4ZLqw8vQkVOVyhnlPKevYx6/ecnkeqxsFnCr0c2dDRHaM+c1FeOK9mSCMIX6dBKqWrbS7C2dW8PY3vRvffOw8wLR/QkeJRagL3EWwNUwVbKR/twQgqjR9vlTbKYUqX4xlb1uBV4kcR6kylUrU7MdYOUzMZ3w0/BcvVNsWH1vH8cT+gQCS81cuV4RXyEuxJgJV9vFioSCWAoV8Hq4TSkEtflYsFkQVy7GRK5cEztEGgL7FhJuEz6Lgt5QKdvi14bgYXm3QfUXuSdLElRcw/ayP3PcI/umzn8fZhZqCg+B85SOJWJwrocOKgG7pS7YjFhfTE3mJf60ZY7TgYHpyHGv1Gjr1OuYmRzA34+D4mQBd0EagKynzjmshiGxYcQc7pnNAZwEjJRuFUgml0VnMb74Oo5VRNJZPY+H8KRy/2MLZ9gjgjMLxYrg5Fs9S6mAvb2GibCNo17G22hQv7pGyhyCsYWnpIhxEcFg0D1W0AgfnVmpYWPHRpGWM5cAp0EpAHF5FjVu0QuybCnDN9h3Yc/CFuP+RR3HHkUcRjuTh5Sexd8cO7NmxHbs2z2OiMgLPYsGrlvpuEJcNzg927/e0KW56fhFInlLgm89s+n3LAoNu4R5NHfzKG5irxAtY2dakLQFSpa6UT7LY3qjCWh2/q4sv0h88EMU7x8LvvfdXnt0kmu2dRSCLQBaBLAJZBLIIZBHIIpBFIItAFoHvYwQysLpBcD/5+c/Dc0rYumkLKraLoNuG4+aVj6oVCOxZvNiQVNyRkQLCiL6cTz2YgK3ARnHUxt133Iu/+PjNKG/epPztQnpS9uFeWt2j9IXrwwoFy1JFbARMKCWgKIy4mwjvVFET+u2xWI3vt6Xo1aa5WRw+dBA3XHcNxsfGkHMddNtNAb2maE1aRfh0/e9SwN8PEqzy3JKS7ShIJ5XlBT4rP0H+qKI4g78TrNZqNbEJoHLV+K9KaDfwMl0vTs+HYlVKxqcg+/B1sEewP1HhmbiOqEgbfkOl4GuIJ/ev/Q4pgjQFpAS+ymcKnPYNEZWXqrwhEExhMcJO1QcV/FSqNVv8JpkGbPqLVEmPIgGpnuvJv2yHnMN0bg1Q+R6PJYCVdhcs4KaOY84zmb+8IlxptXE6XgsXlvGR/3IvXvQjV+GlLx9FjsGwObps2PD0qCStCnDh9Are+ZbfxLePPikFgOiNrAwTxAVW+ZSKfywBmRnRSnlqIJWo97TiXABTSGBoXv0xTg0pq9vLrqk0af7NvmzAqipkZEvFehsFUa86Xh5eroRCaQSFMn9GUR4dw9hYVawv6NdKkJqjijkO0Om0RblNRT4Vjx2qB7s18YUNoy4qo2W88EXXwyt4oPetyDbXeemr7X3SGwupQZEeS4LhYtZzyoG1t77ytW/i1m/cjnY7QOxyUUuBa15jEgWi/HW0p21EFXACFO0Qc2M2quUY2zdXMTU2gvMX66iHquiWE8UoFXycvmChFdGP1kcYOehQwQ6I5+6ubVVMuy3MzI5hdvdVcKMWpqa2oOiWUF88gycWFnDf8UXcfTJAkHPg0nsbVMOGqJQ9lHL0keiiWWvDsRNUq6703XqthfpaDY7nY25+AmefbKDWihA6gFeYQlyqwOICj8ujUQEL5D0bO4pd7K12sW12O7ZuPyxz2OPHH4czXsSuK38CFRY6sy24BPZxLBC+7eqhSiAvY9GWaUKN8tQXVY+Xql/UMFZjVzyQI94XF+q0Yl+x0n62RG/BoN8vpcFTVjLpNqbunQpan2piX/1IVkDEvhXr9lD2FMaf9X//7V//Pv4XKDt0FoEsAlkEsghkEcgikEUgi0AWgSwCWQSeXQQysLpB/D71uc8jXxjBtrltyLOwVBggthwklovEaknhlPNn11Adq6BQVN6kadhpAIiAj8BDbjTA5z57C774lbtR3b4ZfqfFEuhSbMRAPaOAlBTfjSptax/Gp56rX0ld1Hy6IriyCFCqWO5DtVmz2YDf7WKiVMR1V1+Bl7zoxdixdYuo7lqNNQFvLKR1KdDUhO/ptl0PrG4Etp5dd37q3n3lH1OFFUA1qdQEUnyZazHXqWBsLEpVViBfXFwUCEi4SshqFKxSJEanRf8grQCeDqxqzC79iWDVR4yl1VUstVee4hmr1KGElqbauyp8ZPoT9zf+sul/6dtIOEgAoyAM/TgJIulHrPYXcKqBKP/2mWaeJMh7OVFKqn25DY+m4A6PYyCPKBnliKliOxtqxC+/Fz18ZBG/8/7P4PW/9Cq87ie2oFqwwYpOsc0boT8q1ctMvw5w/ollvONNv4U7jj8hsIiwT41Ljl9CaAW5lGqPE4QCpWZNhB8Zz1T2Hx6DyveeX61WsAp8FUCmFOq99jCLMlLoSRW9MnOItI9dAAsScUHIy5dRrFRRqoyiVKmKNcDY2DgmJsa1LUBR+napOKqO79gol8qojJThea7cb722gkZzBX/7d3+NPQd3Yu/h3Wi2Oz0rkfWivt68sOHCRJygkCsgiG38+cc/jbuPPAinVEFIKE0lp0B1S6xOEnraMt6hUot2ul3YSYiK08E1uyewayqH0e4qXnDFDtx65CS+dm8M365i0+YAe0bP49RSBatxGU6piEIuD8cjzwzhwkE3bqMatXFoxyyS0QMojhaxbesOlPNVHD/6AE6tnMbiuaM4e/YiVmoVBCjBch14aKHoFbHaUMcbrQZSVGt5IcDS0gICf0X68FihgH37p3D/PafQjvNwx8uIc1NwcgUkri3HkgWEJELRsXDtljy2TZQwPjGHwwevgt+JcfyJBzA3M4nq7NWy8GGLat1SVhLypaPmNmVboTxNhX9rwLpeu5j3eAzOe/zh7/Th5lxp+pb0j17f68+BaRsB1d/VJXCe5HFEldppye98L93Ppbgdx4v2DOe1ilLdtvFv3/trlz+gsz2zCGQRyCKQRSCLQBaBLAJZBLIIZBHIIvB9jkAGVjcI8Cdu/jxGyuPYOrMFThjAlurlfDD1EFttgScXzrYwNT0GzyM4IQRKq0z7XpF25MHNd/GpT34Gd93/BEbmpxB02rBiR8CqSQFWD7Y6pXrd6zIpwurYaTWk/C2QUFdZTzkfsgRPL20dgOs6kuZtd9potxoo5fO48vBBvOTFLxTAShBLnzuTqj18KX1lbV+9aYpdbQRXBpRpWnH3TMDt5Y8DBRxod6D8KQkY+MCuClcNQ1X+bfz/+LmJGyuRU8FKeEXAyhRpvriNabcBJZi+YJOif7n3emn7Kd/Ep3iTSqka1Veke1KZHIc4v7SIVsQ+rMAe74k/plAXAacCc0oxKkWLBHgouNL7EQDniB+mUZBKyr6AF5XCLypVrV4V+KppC5WOVMCy6JpRYgoP2rChlWo2rZZTm66vlry0/sLjGZkeU/Ft3HPvadz34Bpe8dpDmJ8G8hGBdIhQ3D7pgWpBMtKR4PSxs3j329+P246dRhwEoqaUavSiNySE1erUXrq/bidBs5QUqr7G8ajSokN0unVtJaD9U7VGVoHVvgWCAay8Eoup2uJbSSDOwyrQGhKmEba6TP2voDwyjsroGCrlUVRHxjA+XhWoSsUqf+i5mndzMjdwHOTyeQGr+UIBjl1ATsBtgI99/CPYf9UeTG+eQlcUowbfp6OupY3D/qtDvpySpm6kkhFw+tQ5/P0/3IyjZy4gVx5FzLlK0XnlVyvp/zaigLEGHNtD1w8EZDtJiMl8jL2zDqL2RUyMllAutrBQ83CuVhaLgfFSF3snVnH3CQsXoil07SLcyIaTdBBbediRjSAXYTwf4kUvmIQ9thO5Sgk37NyNcmEKCwvncG7tPJYf+QJOH7kD51tFWFaEeuihFpQwumkX3EoBQeKg2bSwVmtLtgBfIQtI+W2MxnUc2j+OY0cXsRqWEFaKsEc3Ie/m9b2qRbqCY2NmvIrrt5dwYOcOFKgyLo8glxvBau00KoSwpa0QL2T2SC4IiY2GjRwFvXyfsaMLgM1eSWWtBab2yyuV2t/P7lc+ulSSmoUj2knIPGTsRrS6XTx/NexXVh790RtQCRwEYhcRBPSp5vcJv5voP6x8mI14lu3PluX+oriW7AI1T7Mf/957MiuAS5vPsq2yCGQRyCKQRSCLQBaBLAJZBLIIZBH4QUQgA6sbRP1jN38RW8ZnMFedFqVN4iSwmYYKVRxmZfUs1lZszG+ZVio1K0AiarbBl0A9O0a+G+JP/uyvcaJWh1f0YIX0SjTwwaRRMoVYPeIOqLpSqb+miEhaPSTPyHyolgdeFqNSFZXNSwHC4RR283kskMLvdlDIu9i9cyeuPLgPB3bvxOTkpHi28kG7V0iLD7v6wJYU61Kwi9XUzXUM4JWhaxn+7Pvd6Z9J2r65luECLuZ9gq9WqwVCVoJI+rUWCqxKru5dgVvlk2l+N/8aELbe9Xwvte+lxCh9jIHjaSAl/NGzETlA0+8IdFHKsz5YFa9TA1M1QFV+vcpGIddL7zdp/sp7kd6j//29lHVGkhBG8vcArYaL+x+uYc+hcVTLCRzhoKyiblTNKl3ckbR+B+ePnsDb3/JvcM+p06rieuwjYZq6NgLgQouKjDqGaRdlj9CH0fT35IvjkFXlRbkaBpJ6z/HMthLBrB7novxl++j2UB6WfVgm9azEwtUR5aJDf1WvIFYAY2MTGBkZR3WUalX+XkG5WEKpVJa+TBhOWEooKyjX8eDlCyjm8ih7eeTcEJ/5p0/gR/6nlyJfLaMbcqunwm0D4tKLDeYSub1Z0OB4YZ8jJT1+8gy+/NXbUFteBvI5SFE0sYyIxXJA/J9NITWCOhZUY/+Gi8DvKLgfRpgtdpDzfFxsEqZyn5wUqRpzm7h2zzh2b9uEY2caeOSJBXTtAmCVpP2J95LYlljTqqVUyeHA4d2YqhaxZ9MWlPJVNBsraMUOTt33GTzy3dsQemWU3QhNbxZ130KSm8e5FtDsukrlDAJ3ip0tJGzTTgOT1gVctd3FxZUYD5x34U1MAUUWRsyjVMhhojqCnVs2Yf/O7dgyO4PO0pOYqORg2zmUKyMolfK4cP60FFHMVbelFndSc7x8Jw1/Gam52rjM9BfI1IKdeOVKZ+oro+V9sbMwi3qplH+qYbUVgFGf8rtS1Kl+RwC9Klj3VPsUsziTVl/z/P3CVgoQ8/W+d73tv7/pJbviLAJZBLIIZBHIIpBFIItAFoEsAlkE/oeJQAZWN2jqv7r5y9gxswmT5THxGWSOMlWrfEguFHI4f+EM/E4ec3PjCqNYhCB9xU4abjo5C62FFfzRRz6FVcuFl3cQBVTsmOIe6kHW+KTykoYBnEBTSfnUqEZ7UpqUf6UCogpQKTONvYA6FiGaulEDNAhtwGIlhK4CJwguAsRBKOBoaryKgwf245qrrsSW+U1wbZUeH8esem488PppyaLmXef1XEDDZzMaLwesbnTN5qGfgIfqVQJWwiiq/liFne+bVNY0YDXXMGz5kL6vjc/5vaHl8L7pv1nJXfSEVqwKFFXKsD16OKq+JMWPNDg1Kb6qF6c8F79H1fdnoxl9Nm377Pbl+GOnpVqUWr4QixcCPHz0Iq574XaU8/SrVP6wBE1G6SxIVYauhXOPncDb3vT7OHL6rKSlJwaschwao2NdOEhpLdU4V+n/Oa0CplJP24FEMbphU3lO0npEIK2CifTCVbYCypNVLBd6cFW1gPLBVcWCRBBIBavNyvKeqFYLhRJGRsc0WKUVwIT03ZFypVekqtlJUG800KS/apggEmhrI+faKNOH1Y1x5KFv4eff9NNICg5CTiNJ3zs3bcJLxfPwS7idwyJ5BmxTdUrdY4Jmq4MgUffmS0E9W2xJxCYhVKnjhM7qX/pxhqC3qh+EaLabCDk/+Q6ilTOw7RZ8dwqttg/HLuPC+ePwV45j77yHg7uuhuWN4+t3fBfLrQBueQrNbgdB3JV5OYo5ZiJUR1y89MVXoWB1MZEvodmOEVBR7JRw+smH8N0jR1HwKhhxQ6zZU6i3umj5NsJCEUg4inwFViOqbXnMWOB7NVnFdVtjnDrfwWMLRbjTM8gXHVyz7yAO7NstWQPVkbJsG/s+ls+fxHilhHyRCzlFWEmEldUFpSYvTSv1p9L99py5zQJdL/49/wnjkdpffOvNkSn7VUnl12p3RemNwlVWGVSbxKrwlEnzT6f4K59hs5uyNpCCZFKATi3oiAi2V6BO2YmYQlfmu4rn+b1fe+ezG+rZ3lkEsghkEcgikEUgi0AWgSwCWQSyCGQR+D5GIAOrGwT3E5+7BXvnt2EkVxCvOQGrhCNxjFI5j1Mnn4DnVjE5WUZCtSrVm0NFXAxIGxkp4vEHH8aHP/rfYI3NwLYixCQS9GzV1cCVwqtfhKgPQNVDrHyilUO8ZCoJTeo23xfYwBRerVg1YNdcA1W15gFa1K18KCZAkBRvpaxTKiLJb2f1IjTqa5TR4dorD+PGV/wI9uzZDTemVx4LvoQCnAmAeLx8odxTzZlrNw/HzwYaPtu+/9yCVVayp2oZ4rPKmK+srGBtbU3A1PT0tChZxedwSKn7dIpVYRYbqD6fDkyb2DwdWI2ZLiz9xcL4KNO+2U5MC14/iV6p0zaIuj2ohN7o/M+2zZ6v/dWCg3R4sfk4caKOWq2BF1w1D8+OYBGOiREqh4SqVM9Ua4fjzLZw5qFjeOubfx8PnT2PJPLFh5RKR0LamGRVFIupYlNG8Svp/zl42reypzKPYwRhR8aUH3TlWLzGiICVY1KrB9neSlmsvHCZPs2XsbZQcJX+uPzchuN6cMVntYhyeQSVchWlUkU8VUdGqijRAiCfF6uHpdUOGs0W2n4XZJ8CwzgvxIkUxIqiOlYbZ/Du33gbujavz4LF2Az1X/4dJf0q8+k27el4tcJb7ofH1nGV+UMDZDI9ZggY5bdRRprxlKd/dERhrgMnX4CX2HjsnltgWW3sv/7HBZbSM/jBI3fijq99Adtmytg6NYMkzuH0hbNwKiO49qWvRdey0Q4TdAMbUchWjtCtX0Swdhb1CyfhNNbQ9GPMTJZRKo1gsR2g5W1DwwoQri2j42xSEDh2sBq0kHQChH4LUeLTulrUyJHfRs61sH16BPunQ4TJKP7xm4/iBT90Pa65/nrsHqO/bYJOq4Uo6MJ1aTtho7FyGmF7DZZD5W0OlbKCq/XGGryx3QNWMuvOd2mLmqEVsOHtB1Wsyj/VzGUm9oSpqtAaPYG5CKDgd3oec0SEbDySTT9VAN4sPg1mXSSIoxBRqL7LqHw16tf/+AcfeL6mhOw8WQSyCGQRyCKQRSCLQBaBLAJZBLIIZBF4xhHIwOoGIfubz9+KfVu3Iw8bfugjIVxIlLrKywHHHz+L8fFpVCo5JFYHSZzvgRRzSAM1pydGccuXvoK/+adbUZjajCRqI2FBLMftFfDYCKzyWAJOddEqgSu6gM2AMtGAV0lrVq8+VJW/hh7AJalZUnCl2jYrbGtQo1KVqVeKpdp5c20Vec/Fzh3b8ZIbrsOuXTsxMTYqkJH+gfxxXKaqauWc9o401/BMe+WlwMRLPeZzCVYZJwIgvvjwT4jKayV4X11dFV9Cwip6sPIzs136GoyaeKPrfzpIein7/VQdOwAAIABJREFUDO8vxXAsC57nYGp8AoU8K78nA8XRetzF+CiucyIRYBLKrAeAv7eo9lKb63neTqvGWUwrTPDAA6uYnMxhy9ayKFBZjkgos01QTodVItg+WH3ywaOiWH347AUkiapUL/8mkbbl0BauPcguEj2l2HOo/lT9h2pivtgOQdQF/SkJlUSxmhBiKV9Koxyk6k/S3vUPwalRERrFKkdvImpbQktP4Krn5mQBhMrVnFeAl8vBy+Xlh8tGrMre9rngoj07xbdThcC1CIIdtLs1FEdivPu9b8dqpwmHlgYDVgR9qxC6oa770vOMeHayL2qIymtnNXkZI0rQqlSMUYxOzIUcXz7joobETeSNMZLIhWt5CHwf8Ndwxy1/jjCq48offjsCK8FoqYqou4Kls6fEymC8Oiemo+cunkHXSjC77QrY5VF4YDE1D3FC398E3foS7vn2LahWcohCG/l8AWsrZ1GwbUzt2Isdh1+BRuNJ1C+cwfSu69WiShCha/nw4ImyP4wDuLYLSn+PP/4Qzj15FDNugMbiCbzoxa9GMwCW6jVMbT+EiC6+VCZzWlZJ9mi3Wjj9wLeQNBYwTssAXQCutrKA6tgEJg+/qjfXp2Pdm3N6yunel4L2KU4ZrPYU6fTW5Y8a5qKAZip/quCfgaoKsmpdrG5/9mulciX412pULsboYnjSx03RK31Mpc5WxaxE/cqiVvJ7LICb5/izD/7753leyE6XRSCLQBaBLAJZBLIIZBHIIpBFIItAFoFLj0AGVjeI1T9++Tbs2bIF8H2E9Drkw2ECgSFR3MbJY0uY37wJuTyVaR0kkVKuph8ezaFnxsr46F9+At+45yiK45tgxR3Ekorv9Ss2D1kBmKJIohZKXaPxWRwGhrKNAFdlCWAem9XvSgn7lCJZ2gZACWGVIo8vghUCDlE6SlEcIPQJe3yJwbYt81Ls6vD+fZidmhDoSuihlLBM01UA8nIB6eXut15TPpdgVXly9sG2aSPeK99vNpvyw/dpEcBiQAawDiu6nm6Ipu//UmLxtNs79Mm0xb5ifGwMOf6tSFb/EkSkqvqM6UfGOzd9nb3z6O3NZ5dyjZc+JT0/W5IR2wSayvwU9XaIO+5YxP59Y5ibLSDwmX5vI08LTouqbBabAmJCI1phODZO3f8o3vrLH8CjFy6Kspv+qkioWFXFeQQUMrJW31NUwJMUBMuJAlQWSbSylccPwq7yWI1Y7EcrYAVuUT1Iv0sVH5VUrUBVuo/JIoyahdTAFSU6fVZZeMoVuOp5eYGttiyGuEqJmygv0/58w+P0+7rDsmO2jU6ngS27pnDTr74Fa60mbMtVHpwGmom9hLHyXN8kwqIFiYZ3qu8YSxSlmidcVH6bFuKI/tAW1tpNOQfVq2a88f3QimElBNRUmgbII8Jdt3wCfrCM/S/+BdiFMYxVptBaOYtuewGW00UhLiOXK6PWWEbiOpiY3Y2AdgY24x8IuKUxqBWHqC0tYmxyAvBKcC0XzfYa0O3Aq5QQBzZOHfkaLj7xOK790Z9GqVJGFNiIPUrCCc/VnEtoTWB7+tQjOHP6BCbLBeSSNrZvP4wz58+h1lzB5n03wHY9ZSci/YX7KV/ZC6eOolrIoTI6IYs4rWYdCxfPYd++vUjKMxKX/iKatpyQAA+PJeWVqiww1p0t9T6c5wg11VxOJS4BJ/u0UhObQlaq6JRRoaa9qamQNy9RT+vFKAGoQzBVgKr4scYKTHe7aDbbWFuro9Vs47tf+LvnZ1LIzpJFIItAFoEsAlkEsghkEcgikEUgi0AWgcuIQAZWNwja5279LnbPz8NvNoW9RJKpb6PgeWi2lnHmiSZ27NgC26XytI04qCCxFVjtQQadXj9ZyuE//KcP4eEzNRSqc3CTroASwtqB9Hy+p/3sDLSTh1Wt8jEqreF0WGMVQIDGVFIDUM0Dt1K5akuB3kM1SYryMSRAUc/hSt1IWMFiVPLArNM5uQHhDJmrVLcOOhgvl3D1oQO44bprsWP7FgEeBKxGWXa5wO1y91sXFWwIETYeLRudX1LoCUq0YrgXX30oAi5+bgArVYcsEETIytiYVO3vNU6fK7AqyjEqbC0LxUoR42NVqeKtOmivpw7yl42Yy8A+3+sO/uV/HooKsw9Wl2pdfP3rZ3HDDZtRKcdotxMsL9exadMIqtW8eGQyZGmweuK+RwSsHl24KIWJaAUAhBJh8Z/UMJQYVBwrTb/hv/RYFWW4UqzKv3EiCkeBT2IrQF9RQq1QzRd6bpBC71q5qGweFIQU30tZQOHY7c8btApwCFcFsNKb1QUIiiUVn9CL2zoq/T69jJMuuGUT9AF+2MWhq/bgTW//JdSbLfFwTc9h5h4H7UBkpEinEBtP+o3SI1au0bzJy+nDOKrnWZyKLy70qHmobyKqxpKqLM85MkRXFLdjxUkcu/dOWFYDmw5eh9VOF6VCGXFzUVLxOY+P5MuAVcDF5fMIkxibtx6AH6rCgbwGKo/VnEsAnkc3CuAhom0oAqp/kSBI2oiWzuHYQ3fjwXtuw6t/9iZUxsZRyFXRDGO4nFcT1RcIWckZ66vnEEVtgdsFfxlzc3txvlbDytoSJma2IUo85aNtAsXCXo6DIGzD9ZSfrSieQTVnV3xvw1ipgtNgVYaqhvqDI1G1oRQbHJoXGU8/UEXtVAq++i4Ty5l8rncY075qjuKVKniefl8tsPHeVV+MoqSnSk2rU40/a6fTQb3VwkptDav8Wa2h1eig6ys/786pB//lTyjZFWYRyCKQRSCLQBaBLAJZBLIIZBHIIvA/bAQysLpB0995xyOoVCoCCSkTMxW48zkHTzyxiCgC5rdOyYOfKihF700+cmsvRl0dvlgqId9Zw/v+rw+hGdpSSb7LAi2ugzjwBWia9HLzsMuHz3TKuHjS2RqYplKxzfbyMJ5+X+Vt92wGyGbTD9JaR9dTv8nW+noVEDFP9io4aZCYToFvt9vKfxbAy66/Ci+87npcceig+Ai21mpSeCW2FZRmOq9J4e0XeSLY0So5nRpqYvFMR6SBkemYqGM8HSm89LNcCuzlvfD6CVh5jwQGCwsL8vfY2BjK5YqckO0r6kMN2tJgKl0AK311BpyZ9hj+bPhv2V6oGwsl2RgbGcHoSFmpAblxWrF66WF45lsOhz8NdIZsBcRHNHVdT4n5ek15mTYEAvgEVFE5HuPkuRif+cwZvPZVm1HIt/Gnf/QwktHNeOOb5rBvOofQTuBwWyobExuRHeHEXY/hzTf9Hk5cWEDMNpV2pXeyaFZ1Kr+yXZAxp6+V0DNJ8j1/YwGr4otKlasCWuKBTKUg4ZyMDaVYNS/TdwgnmWpuwNoAMGM+tn4Nqgq5oDP4mSq21S9ElR7zMoosB3krQsdv4uCLrserfvp16LbXUBCPWqO8VX6+sj0v1eNnVDTqOUQrHWF5PXX8IKjTwFU0kRo2a2joEASnUsnp6yrXCwuBFyHq+rj/O19G2Svh/IVjyMHBxMRWnLx4HDe+9sdQ8EZRW3gSTuTDyZfhOhSlRmh1Q2zdfQj1bgKXFgValWnOZeIqCmSZqwAnYcr/RSB0sLh0BsdOLuLwlYfg2QmqxSl0xA5XpbdD1OyEvwmajSV02i0US2UgaWFs5iBOHH0IncYZbN/5AkSRAu2qvfvzYnrQDbczi6gN9wnZP1Fe0MNjSOHQQa9k0/ZRQH9fdd2cu3gN9I52C1WiXDhU4LJdxA6FENiCy+8yjguCZKqNrTyixEKQtCS+ojhmEbQgROwHaESBFEar1dawvFLDwuIyFhcW0Wipom3K/NmG5XpyHiqXw6N3PPN5J9sji0AWgSwCWQSyCGQRyCKQRSCLQBaBLALPUwQysLpBoO+955gUdPGZ/q7rSvEh1XNtHD9+Dvl8CXPz4wI/VGokAQhVSoOFXKrVUVw88Rj+j//8UeTKY8gXCuiSHxEgiSKNSlClXDUqr7SyUakOVWVy9cA8WBBnIMVcfyZVolPFqtTTav9lwKrk/+rXoMpVAYT0A7v53QBfVeiK1b0jUTg1VhYxUi5j357deOF11+DQ/n1S2Vo8WKWyt4JFAlL0wcSkYKjoiUBiPqCvozR9OriZBo/mWtUxnj+wmo6xAUaqwNUqOp02iiUWDyohl8uJOphxUxXilZp1PbVfug2GY7Ve+xiYkgarrmurwlXlotpFqOL3Z4bZ6Bp7bdJvHGVdMdQve/e0zuU9h1xVVNo2SSdVpg5wYQX41F8/htmJcYxVY3z075t49U9uxetvLKBa7CKOchR1SrtRgRjbEY7d9SjectMHcPLCkipqRjAkytIIMQvUiWJRpU+nwaqgLYtg1dS7Y4q/2o5KVb6UWpUqSv5rvC/74zgNVqlENTYVah5RwaOCPT1uDVyV1Gydnm3GlBxZ1JKqRZSSVteapwIRQNEBukEXY9u3Yf7AXthxAE+K36lUfCkgRSWqwwrvLK5lihVpYKr/Zjq/8nFWfqqycKSrxasq8Tw/3yeUVQX1mCaf3r7nL0ubkthC0cvhyRN3YXG5hZmJEoq2g5V2AT5qOHjgAOpLdSyceRx5qpTzI7DpKW0x9R/Y+4JrYOUqkoou895QR1N/qkJnMhVHDpaWHkHYsRDVFxFZJYyMj+LCxdPYu+9KeKWqVnwq2wdR1SJEu7mCdqeJgldA7K+hWN2MtbVVdNpLmNm0V4psiW+p/g5RMJ0x6GcbpBeOJL1+CLb3h435HjI2C7p4oVHEGq9TWcjQdyi+qbEAUS6YcW6n2j4SuwiH3R6e50pb5bwcnJyHkGBd+h+hKhA5CToI4YUOWi1aozSkuN/S0hJqy8tYuriMRr2Beq2OdpsqY96j6gtqztIeu72ZwUL0+F3fn8kqO2oWgSwCWQSyCGQRyCKQRSCLQBaBLAJZBJ6DCGRgdYMgPvzQaXnAlar3AkEVACU4eeyxJzEzPYfx6ZKqAC9SNPWIaxJeDTAaHx/HbV/9Kv74U5/F9OZtUhSFZXEU1DSFQpQ3KV8GKhrQasCDFGnRgEbAh6IfAkMMzJWr4IOxBqvm1gh60opOVRZFqUj72/Rpgko5fmqlb3N96WvsK9sS+N0O/E4Hrg3Mz83i6itfgMP792Pr3Iw8oAdBFyGVS1Isi0VaNihuoy8qDVINbHi6Pr8ejP1BgFVzrSo2Cm51ui00m4QJDaUgHZtGsVCWdhFlm277jRSr6ft+igptnYrsabDq0UdyfBzFAlN6xSBVO3SuE83nELgOY+1+Mrg+r+5yugSOvrSUKjOFXZXqs4/kzZXndHyf6VyoUrQZBypWE6w2bXz2sydw58NrWFgLUEgm8JP/ahyv+eEqimUbXQQogfHjXAABq0fvfARvvekDOHFhBQl9V5lCbmCqJOVLYr5aENF2G9yd92HbBIVqCEuROD3mTF9QHpf6GOsoVtXwN2ByMB3cxML0E7OdWXwgVDXyWaOi5T7G11P219BbAVYCrwS0k+6EAcLKKLoe/VlJ0kJFh9NF9TRAdbR9QlqVasaEIHWBqLpKvOyjrWE10OW8K6fnZ7QwIGSlApvwVu9LFWXeq8IJAkxuSoDiDPZvncO2iRGcXghx7uLjOHv2LPyuJ8pkKfQVtGHHEV6wfx+CMMbiWhNJrtybu3lN6ty6iJ9YovA6HDF1yLl5rK0eR2vNx87pEeRHprFYW0arVcPc/C4kbkF5VCfqemmv4CAQhW8cdFFxLbRrFzE1tx1hHGFtrQZvZA6JwwJj2mfVsXvF8dRilLqmdNsquwf1Tn8eNipVtUDVf/WVw5JVId7d+ntAt52ML81Z+b2nshM8WDkPXrEMJ1cQ8Jt3HBzauxsToxUsrjZwfGFFLBJor7G8toKl+grOHD2LhYsXcPHcOaytLksRLsJa3q/0MxmAGuPLwgHjyzcVZO+vq1mIHrv9mQ7vbPssAlkEsghkEcgikEUgi0AWgSwCWQSyCDxvEcjA6gahfvzx8710SAGJEdO8bak8fezxs9i+YyeKFYLXCDZBqUIo6mFWg0PHtVGtVvGpj30K//j1u7B5+w4gYnp8XkPNfrpnWunHh17jo6rAKh+CB1ND0+rG9L59iKNgnQK06d9N1Zh++r/ZrvfQborurKMaNQ/raXgoMJDFcRylQAxDXyAr4fF4pYSDe/fghdddi717dqOQz8HvdBGG3QF1VhoCrad6XB+aprBBr/L6cIM+d4rVja4hDTrTAFtZAyjfVcdVhcVarQZqayughWG5NIIqC0p5HoIwVLYSVC8T+KV8XIfv6FLAquwjcMgSldnExLgUsFJtTc/K9QsLyefPcPrpgVGzn1ZfR1Rg6irjSlGpimTxpYr6mMUBdVbpbr20cVOMzcAkXeV+6Noq7tPD+Y1uRU4lXpOhcMGF5Qjf+PpJbN47g9sfaeOeu2IRoF5zZRWvf3UFc3NAXg7WB6uP3v4Q3nrTv8GTS2uIaYDJAlaiWFUFrBKm+EshK8ZBYyx10+pIQhK5iCG54z3VqWkjZQ2grACM+jo9JPuKzsG2TPfTNFQ184rxUzZtLVdmFPMEzfql+qC6Ts5tLmIEtGYenUAnV9SFjPoRHh4fBKDpuWX4c+kJ+oZ6fa7HDnUJLqNoX09iTXWn5cOJKihaFvZdWcXIzF4c2DqDvfMzePR0F2fPPoRvf+vb6DRY+YpGDZyjbMyMjeKmt7wJd95xB770pVuAyljPAsWsUwwIu6UtHZDLunAxNQls37wL+/Zuw659V+Eb3/o6mrUlnDh2Ho1OAC+f02rVSFSuecdCzolhJzEKdoQcQoQxxEfUK5TRiD3Br4V8XhZaaB9SKBQFplL5Kz65VATT81RU7vTLtcVeRT4jeBborLb18ixWptTA8p62KHFcVx9HbSf7MOWe/ty2K+flj6iIaTNBzwT+cBHMziGOEpTyHg7s3gkriPDQ8VP49qnHcPbcChaeXMbZWgtN10Wr5MAKI+TDEDlaWnS46NZC2GkiZgZDQE9iGnZHYhOQaKsL+V4xCz+60Fb4yG3PcEbKNs8ikEUgi0AWgSwCWQSyCGQRyCKQRSCLwPMXgQysbhBrglUWITJgIolCeeBcq9Vx/lwNu/fsguV2pGCKi7wCIFqBxm0JikrFvECtD37wT3D/k4uY2TwniiUWRFE8hWq5vqfeoMKIVboj/YCrCtwMp8hvpOhUFcmVKlSxC/V7H9Ao6GbSz7lN2gpA1GcatqTDY2CfuQ7jBcu4sPI506H5wwd1prszBn67hW6zIQ/LB/btwY0/+gocPnhQAGurttzzE0xDF+OzOnx/TzcshmGj2dYU/Hm2Q8qo/TY6zkbnF02kAFOFsSSt2bbQaLTQaChfQcL30dFRVTiMgC4lI0wD9DTwGm6Xdf/WCjcDVovFfM8UYiOs+nTmCYOGEimgpn81/UuqiceqCI6vi+AMpDBru4c09DNHS4+BtNJRPl9HmVv1+oV1nkkbG2gm6jkLaDRinD3bhF0YwSNHmxjdXUKj5ePxR4Gzp0K8580jmK+qvZhNHtkJHrntfrz1pt/HudWuqFVjAqIeWKWSU4FJppjLQskAsjZ2HQqsqmR71UfMv4NWAGlFuS4sp5WhBH7DL6U01XBSq0LVXDB4HPMe4a98llK3pxc7BPAhhp9YCEfH0SmOSsEupXzsvwbG7HrqZ12kq3efA54jQ20sqn5eExWOqhhX38NVAzg75loVCrCwe3cBUzM7UbK7GHGB5VYOXiHGPUcewdJqjNihPlktVE2XSnj7m38RD913BJ+5+XNICIo95VXbu6eerQvVopyuY9hOjNiPsXVLAbu270F+tADbHsHCwgW4SYDHHjiBWoOLZ7q1uahFcS4iuFQ6C3B3UfJsdFiULKJHiqPS7aO26gG0TNF2KGbxQbXbYEDV+NF2CWK/oNW/tCzwtKrXQFUCWccVEMv5QLygczmZpz0vJ99t+WJRPufvAnC5WGZbsLkoBFfGM2NA5X29voYLa2tYWK6judwGRsZhX3MVxl/5w5i++gXYbnmwmy0kKzWEFxfQuHAOjeUlhI0aOs0mGqs1dJt1xB0fSegj4sISf7jgEtOSIoEVqXHjP/itZzK0s22zCGQRyCKQRSCLQBaBLAJZBLIIZBHIIvC8RiADqxuE++jRcwJWlepHpc3zYXPx4hIajQi7d++EH9cko99FARGLhYhqMpZ0UaoTi4UC2s0G/s0f/L9oumWMTU0gCTsinWKCKCsnmwfo3gO9ebDXoKNX2EqKhygvTvNKg480NBkGq8ZjtVegKpUCao41CFaNgm4wOGloohRNg4VWeu8p7V2virl4sQahKJZYz2bXzp245uorcc2+3VLMi/fONFFVsXzQX/VSLAB4lYSXpjp6+qp/EGA1reYlOE1XbVefUSVmIYpD1Ot1UUbzxUIxIyOj4rXYUxAOwURu9xTFagrHDShdNVilsm10dAQlFq/SleWfkpbf61SCNNYdFYNgcHCTNLQX1XQci3+i8QTuKVJ7u2lIaVKZBeX30dFw317vvvneREH7xj7DaVOpJZXlheo/Ns6fa+M7334CC3XgJ39uL0bsBMcvBHjwjIdDe4Fr5hyJjBVbCqx+53685R2/j7PLVGdTscoFFR4zktR5ZQNhSfozf4x/phodVLdSmqevQRR7TIfuA1a2lfFYHRif+l7NeGNBrXR8DJymgtx4r5rPVVxVtXY5vq4Qr8AqAa9pFwWFTYtQMe9aELAaT0yjU6yo9G0J4xByH/JNVvNimov38b1SDpveKKsO6l5UA+nmoTJVq3zVRKcFvgrA0XvECX0c3lHFpuk5oLuEqFmHm6siLjg48tg5nF+xBJzK8aM29s7P4q2/8HNori7j0eMncP/jx/Hok+cRE1Ib9XvvBlVNNeX4Eog379ysi/mZLZidGUG766AbdmFFPh5+8ASW15qA7ck8HyPUvq0sfqbGtWQ2xCyAxu8MR4o7JQ7hq7KNMK+NlfvpbTbo+NJRVdW0QfQ9hGdTYFzaIT3/8jOCTtpcCKePkFDGzb7NcVcZQVKeAOZ3w33xD2HqR38I+w/vwpaSB2c1AeptWEsrwOICmgsX0FxewvLSCur1Gpqrq/AbTQTtJrqNBoJuB0kYyfloq2EnCTzbgmc7WL79C89wdGebZxHIIpBFIItAFoEsAlkEsghkEcgikEXg+YtABlY3iPWjj56W4hpMZ5Xn0ziQtMjTTy7BdQuY3zKNrl8XTzibD9BamWTxXwFaFip5DycfexC/+8GPYXbbDhSKRcSRr6pE8zGaIIMPshpMpGESFX9SgZopmnyeJ7AVmwGlLOPvyks1nVas0o0V5FJqHwF5GrDJ+xpMKM9H7duaVrNq8CLpmD2wYh7kVeqyeLqKT6Q6t+EP6jyqGr2cK1X0i+movM8wUOok2iRsmRrH/n37cOWhQ9i6eR45x0Xgd+H7HVXQi/gp8OUcjL28J5W71fGV8yCtB0IEURf5XB5MdSWj6gPZZ5rYfnmDb2PFrFEN9z0PFWRSyjiyNyrBCFgJl6kYq5RHRUmWBunS3rHuA/oSewBXUbPehfeuxSj8HAvFSgmFEtO3xVg0tbmOom53ieowzDWFboaBmTkjVxcUw1HQK3V9vej33tewTIonmRR3s0O63QbbwfiRyrv6vnjsyWLpshpM2WMkCGOC7zwatRj33X0KX//8g/Cmx/ATr38JSsU26g1gcTlArW7jxS8cxeRoAkcqrrt48Nv34i03/d84dsFDLt9F5EfKEoA4Laaak2BZKVNjFqWylGdqLke7B6oa6VHK+SJQ9g8EsnYHDopA0pWAxkkgoFv1aUK6fjubdG3VLKrdTOo+/1aLMjJY1HUYqxLjxayLYullEAVbNUqVXqFtANTRuVUEn9LryVl08wqsyoX1jT5VW2gomu5GaWAox9Ido89uzdyh57PUBrwWVqXvd7L+FRHAEWJztpio5ODxvu1A2iFIbGHOrU6MdkAEq5YGrKiFK/fswhtf/z8jbDex2mjhtnvuwdfveRihRSA6/NLFxQSUx3DCEDs2lbF/xzbMly2srLVh5XNo+iHuffAEFutdRFZOVPw8pwRS5niu0Cl1MqvdU73Kl0MlKz200wsaaRKtx6zq+rr99XhSi1sm6H0duukLaqzoOUh2pfLX7VluKOyqPlcg3tjHqEaS7yj2Cw2O7YAKXBtJtQprYhbxlr3AdTeg/JIfwuaD27B33MM0lxbaQFxrIb64CCwvoru8iNbqChZWW6jXaqgvLqCzuoyk2YAdBsglCSqei5FyCaOVCqqlEkYqFVSKBfzxB957WWM82ymLQBaBLAJZBLIIZBHIIpBFIItAFoEsAs9HBDKwukGU77//uKRpig+deJ5SqRPiySdqmJiYwNh4EX5ApaEqcGLUX47AET6suhjJO7jz1i/h3330izhw4IBWeKqHaaVW00BMUl5Tvpo8nzyAEyiqh+VecSvCFg3YBKy5SgVFyKkqiSsvVrOPnEfbDZjH7975Wb1cPzwPKA6fknTavzZjKzBwvakYGqAqqi+Fe3oP9io9ue8fa4U+H/Pl4Xnfzp244ZprsHvXThTzDrqdjhS7SgQkK89B+gSGUQI3rWxNIAWxOkFDFJ+uSx9AdUFKMfgvA6xuNJhZsMWodH3fR6fTReCHyOfzcj/8lzE1RY3McdbzujWfpeGb9ATPQa5cgJvzlNpMgL3xv2Qb6SIyl6COfbpJiddIn1iaSirkreD3wMuknFssBKfHTbr/pNtLDSz9qVI59u9NAaHZ8sjlzZO66JuoEC0bzVqI44+fw5G7lnD64iK2796KV752DyaqFtYaEW6++TjGZydx48smUc4HQOTiyDfvwS+++UN49c/8MvYfGEe3FaO20kCz0cZao4F2q4HlpToa9S6ajSYazTU0WgtoNpcRxTV0gwCFQoRWu418rgxYPqzIUwpmtwXXs5FzgNDvSl/m4o3MA0wt14XRBKxJu/WBuImRo310CfFlkUXm6hGUAAAgAElEQVT7pxqluVmASS+wGFWyaG1NpXZZxCABBNp8b2wagVMEPCrv+3pIA09Nk1GBuf5LUXjDA3sLODypKbjU85WVkSzXrvrSIPgXsCpzpXo/EgJNSKiU7735UKtQ5QhhF/PjVbzjjW9Aq7aCO+6+B40gxJFjp9Hy+/YJfbsCtRDCNHh6ethhF5NFC2MFBx2/iyAOYXsek/3RCGy0OuZa+4sqA2B5aKHC9HHJjBiya+iN6dS4kPjq7w8uzPVfKj49xa0U3NKf8jtAg3LqfKVtZaHK1s4j/LBgJk5D0uVvV6w9fCTdFqwOwaoLTE0AO3bBOnAFcocPo3RgD6Y3T2DruIdJJ0Z3yUJcW0N8cQXxwjI6S4to19YQrlwEgi5ycYSK62CylMfkSAXVYgGFnAvps/Qo9gNEtBGJI/z+u952eWM82yuLQBaBLAJZBLIIZBHIIpBFIItAFoEsAs9DBDKwukGQ7733cfXwSewk1aETUVKePbuG+flNyBepNKSakmndVBPSx5TPtJGokfhEW3IdfPbTn8RfffUB7N27dwB8rpfmKexCA0lRhVqWFD0StNDjsPThVMo1AaqeKo7E86fBkwEKBAxUvxpwmn5wty2lGEzDVaNyTYclnV7OOKwHCQZgjQDUDZBKqiiTR4sA3gsSdJp1gUV7du/Ey37oehzctw+VcgntRlNiQpDodzq9AmEErX1Im6DrN+B5eVXFmgnCOuX+cqwANlKfPpfjsRcvAqNedXdeN+B3lYKVoLJcLqNUKglYprI1DVR5jxKHodfA9RPCeS7cUg6u50lBJelnPYClYUxaDaePNxyH9LnTp6TykkCLYJh9k9dkxg7Tn5UyV0tatSoyNKBoAKABLPs0jMKVOrlXQ7wHV/n+9urYZTULRYCSBu8A5JhhN0Sn7ePRBxawUrNw7NQSXvdT+7FzRwm2E2JhKcGjR1u49ooKSmUqGF3c/pW78YY3/hf84UffjxtfvQMsam7YtBbxynW32xSmJuIUcOrkOfzKO/83FEpz+JGXXo2//Oh/w46dszh67DiCqIC8VcB1N+xAFK7iviPfFShLRWbs0H+yDwr7bUHIOuiYy1jLe+Ifq8YifTvVYs4g7FTKdgVszaKIzCvphR49L1FVGdgWNh26Er5TQNf3xReTsZQ5RENNUceK2lYX3mIL6fdUGr8G5lp5bgp39ZLWzTUbgDgMG3uiTQXvey8z70gf0+RWF3Drw0hLFKLj+RzeddPb8MTJ4/iLP/9zTO/YCR8u6vQF1X6mSlmr9JwC4NkPuagjCDVCGHQQOWOiNBb7hziC5+YQcEFOfHP7hcAGOqmoU/Xx9GITD9+3zVBb9xbITGGx9VTp5hpNHzDbsNgUq2bxbzF25r98T6g8V1ZgeTkkbk4Vp5JCVu7AQoi6ngSOT9uKGHEYIGn7QJTAmp6GtXMvkr1XoLBrN4o7tmJ0uoKxio08QpSX68DKKkbrDcyHMWYcGxOeh0lPZme47A+Bj26jjmZjTRYXmt228rHlOenpy3nRsvCbb3njZY3xbKcsAlkEsghkEcgikEUgi0AWgSwCWQSyCDwfEcjA6gZRJlglvAgJsyxbUrPpubq42MS2bVuQWB0FU2MNVplazGd5PrPSl5XPr1GC//rhD+Ou03Vs2bJFQKwpSKVA6KD6SuCRBqasIs7zu25PT6iqc6chqVasilIrUl5+/bTQvmpVKIl+AO8VqRG4ptSvBqgoQNv3+eun0/eDJKqqlA9gT9U2pMJNQ4l0iNNAmZ5+BhCRRTM2nXYbRTvG/OwcrnrBFTi4by8mqmNwWd1aFIupo+n7kutOop6Kr+cLmbrOZzKYng+w2odBg6BLQVZXbBM63a7EgzfNauHFYmkAKhr4Mny9A38TsnkOLFYJp/pZx68Py/tglccTJaQpnjUEx9dN7aZimLaVUSRQle0pKts4RqvbRSDexBwPqrhOT8G6jpek7qQ9qGRUiERbcpUiuesDJ97Dlmr1mTRtb9uERYMcJnYrXXVtKcK5M8u49UtH4EdFrLVs/MzPHcbBfaMqWdqmv2gI6hKlfRIXt33lbrzxzX+BD/3pb+FVr9mi7R04fjhIjFpa233w2pXYFJ/+9K0Yn5vGtulJ3Hn7Mdzwom1465v/AC/9kRvx+p99CQ7smMajd9yND37w3+P0Uh2PnFmGTysB7aWqmKFWAzMeWp3ZU4oasKrtRLgqk1anpr1l1ftaCSuJ7lo9rxd2eupXwvPIx+z2rXjDO38VIzPziAIWHgrFZ1pU1TIfanWsVlkb1Sg/k7klThAIjFUFzgjSBOz2fHnVFfDznk9vFCEIlYUKtzf7EfZFkZiaSP8jeGYfNX1RLkz7L6vPtc9tCORdBz/1Y6/F+XNn8cVbvoJidVSAb7vVkeMrAKx/RDWv59BYweJYrFgSJBEnUdo18N4i8SHllwCbm8YPyuZF7d/ztJWuoT5TPVsvcKV6soLgakKnIjltEyDD0mQlaO8GBdBtsZahujkiOKUqndCUwJQ/rofEyyNh8UT6zcq/HhLXU/CVheCGVetJAid2lNVN2EXSaHFFEc70JArbtiG3cyeq2zdjZtssdo+P4EApjzkAu5IIBcdG2Y7hBm2060001mpYqTXQarXRajcRdH35TpRFQA3mCerDMBBP7lCrVv/d+37rssZ4tlMWgSwCWQSyCGQRyCKQRSCLQBaBLAJZBJ6PCGRgdYMoG7Aa+L5AIcKilZVVtNsxtmzdBD9oaA6koJGk2QpYVVA151ior9bxnz/0J1hGSSq/S1XlmKDJpPorhaI8Jw+BDD60q5R3/Tn/SYCAhT1UiXnll8mHZw01CLAMSDDAMmDl7pSgLQ1We4pVSS9W0IoAwgDVfmpvXxWWVqwaOCfAl/hJ34NUqhbLAiIPps8qQmdABX9PV3/XGb4qDrwOPmwHvtz/eLWKHVu34PDBQ9ixdTOqxaIC3hFBk4aS4iOrVKrD1345g+jpwKphjunjqkI7z+zVg9ZDCsL0uQ1IVxYBHdiWK/2QP+n4PS1YZV8jtCZcs6m4U52BfYjKRoXtdfto6wZj4DBwj1wwSIHWNFyPxUJS+b+WikUUc3mEUYxas4GG35XxIYsNpoq9ZYkXpnmlPXoluVzgqfnXbKcTwVOKZ+5P5eFlvdg/qY+1uMDhIGhbWF7s4Oj95+HHDh56bBWv+bFdOLh/BJYUkSK8530o6Tj3Ilh985s/hT/6yK/hxldvF5UiEuI0qnSpWo8Q0e7CUaCcMVdepxZiwrKuUvrSMuCP//Bm/PArX4SXXLsLt339m3CjBJ/9p7/GvY88hqNPrGGp0UVsuQKvlQq774Gq+Fs/7byngO4VQ9KLJ/rvhLYmvc/6ReYEGGrINzwfuY6FbreJPQf3412//X645VEkflf6hCS+91SkaqJKr2mYxZ7+NaoWW29+Mf655oCyjRxALwpokKgkpH1/0N7YZ8q7hruSEi+LLkpBy10JVzlbs0DS0sWL8BwXlfEqOkw75zzC4lxazqwALwFoAtAGQIp+xWB/jxILdA1gwSoDlWVulssViXDv3D0YLGBZXY9ZxOr9myQIpPhZf540MFzUzr04pMYNPYJTrrh6ApWxE3Js88tDoCoVqy59ZWA7OcDJaRsADVVpCWDZ6HAs9YqZ6UU2AeGq3/Je48YaCq6FnQf24tDe7di7aQpbpiewaaSCCnt+0ELUaWG5S6/sAO1WF92ODz8I0e5Q4eyLjzYtTzrdDlqtFjqdtk77D8VDnO3ARRjaldDj/AO//q8va4hnO2URyCKQRSCLQBaBLAJZBLIIZBHIIpBF4PmIQAZWN4jyffceB/0vpSoyLORyBZw/twDL9jA7NyWFqwRoJcrjlNvKg7flwU4iFB0LJ0+exh99+C+Qm90iUInQUooWiR8qj6uqhg+45KX898RXNFXgR/wVmbKZgoh83Cd463Y78HKu+HKaQkfGl5OFXwzEWA+spiFZpAta9aHXIDU0fo3mcwP4CFcIMojpJM3cqL2Mh0EKGPTVkn1FGfcVMKyFWlFIgKysEVjwynMcbJ3fhBdedQUO7N+HibEq4iBAl4pO+gB6Oe1DexmU81JH2tNZHFzmaYd9L3kpaWCdvjRCCrY1X7QH4I9RBA4DWbNf7CQIkxidkMWSEvFZZVxNxXoFUftV5QVVa3VpH9SolNyi9mU112jOodRyFnKuh1K+AFo8MBytwEc79OUMbEdlCaD8XC3SqfTLFNqSDw3q7VtKqNGVeukU7Yl1rBAupTkV7LLQaicIQwv33f0APv+5f8bWmU142Y0vQcvfitnNDrZv4yIJrT50sbQYiJhLboX41hfuwE1v+wz+5M/eh5ffOCnrB+I4KqpzZQ0iKfnigsC5hDFQFh+y4CBI0hPVZaPZQbGQh5c4OP/EBVQnRvC3f/sP+K9/9lfoRi5OX1hCkES9xRkDnhWgV3c8vHDh2kaBTrBqlOgEVwRYJk1dF7wT4JcoAC/SUGUj0FOscr0jauHQVVfine99L5xcCTa9RXtlpQgkDQRV9+vQi7M3kehr7JVK6hc5S28zUDzNqDZTENZYTKj+qyBmr++nthf1rO4xSv2pejoBIWMf+SESP5TxZLk2iuWSANT+olUfVCuLFeUHIK0m8E9n14cRZM6kQpQ+uJy3pIBfpNW/Rq2aslAxxf1Etap6tvDinl+q7vemSJ8sgOj5tTeO9GIIxxMX4LTvtBT5sx04uTxs15VieA69S11XrEA8V//k+G9e3iPAJDin60x/icV44CrFbBTEAtGlUGDQEZuWkmcj7DbQ9NsIOSRsHrMAO+F8QesSH2v1OhYWz2Hx4kXUaqvoNDti/yLFGCW7w4FLqxJXe5WLWFjrc/V3yPt+9VcvZUhn22QRyCKQRSCLQBaBLAJZBLIIZBHIIpBF4AcSgQysbhB2glXxI9QPeZ5XwJnT51EqjWB8chR+UJeUYKbnqhRUDShsT4BD0bVx5MjD+NO//DRmdu+VB3g+MPLZ2SiWBEMSYvEazANzCpB4BKsp/iTqJmIwpv5KIRUq3oBuHKG2uoTaygoK+QImJqfkwVf59nEfBVa5vyifCAr0fUnibUpeJn6sQy6XBrwqgKEAjPFzNQgsDVZVyncKpGj7gDT4UVBapdU6DmF0X/VIuGNokVgESjGvCN1mHW4UYvvWrbjh6mtw5eGDGB8dlRRcFrVKFzpKF/F6zkbWcwhWezDbGgRYKTYkl50GpvlcUZSrjUZD+hPtKUZGKuIrm4bj6X2oVu1GvsCPxFWKUimIxqrkoqDT+lTt7UvlmkUwwwJU0t7K35Yq67xWSiuOqlqY/3r0USUiJMgRD0rVFFQHhtKftDpRGUvKtuKs+xSrhgShtmJVn7HPKiAVESpSTS2AUlUr5/UfnJq9rOZNEKC2HOPWW09iaRm49ZZb8OUv/jM6tQacUgeHrnot3v9v34gXv3gapVxOwBPQgZUUEMVMs47xzc99B+98xz/iTz7xK3jpy7YJUAtZjb4boVDMA06g/X4Za6qEVREm8d9MPAQES4y/wzFF3SzvP4SbuAhaXfzme/5PfOxvPo+4mFd2ConydDbQVsFCFVNTsKhXyIkelbbyPY0jjjPlwSxtJrYlxpNZKd9lbuCPLOToeS8FVtllwriD3Qf24Wfe8IvSfg6PyxR7lc2eshswWexGqW6aSJ3fLAz1ZghDzE06u74rUVTrayCAM39zf1u8e224fL+ncNbbCwNlcAcL2KnMAmXX0l5rIu/mEPohvvClf8bLXvYyTM2ovmQAp+rjCsrGAqlZ8MlT83UcwuGcKj6mjA1jGsuikkOoLgkMylt4eN6jXYCZj/UgUuMptXCRVuMqWG8gvVYqm5bXQFWKLDIujoKoLALluI4spLDvUP3vuLYCqa4nPsg5x5X3Xe7D+9CWHWoBpG/bQUDPS3DcPBqdDs4vLYELXzmvgEqpgolSHmUXaNVrWFxawOLqCi5cuICV2iq6oY9CqYhypYJ8jn6uBTV+I6q5Q1Gv8l/JuqDlQ6A8e1U/5VgH3vfud13WGM92yiKQRSCLQBaBLAJZBLIIZBHIIpBFIIvA8xGBDKxuEOX77zuhU26ZwkvllY0nn7iAmdlx5Ar0WNTKM/0vyQiL+PCZsEgYZCf4yle+hX/4+newadOWntLQKFcFMFAJZypXa6WngQ5EVVT+CVCgYiiJBVKBCqmCA68LxLkQLT+P8suvx2te/UIcvesenLr3EZx57CS6tbrsX66U4HB7x5PrYwVregK6fIi1tdrWVIumolZ7+qWVrQYMUNmklHaDFcPFR1CT1LTKrYdTNEBLAz8DztYLvxZADqT2K1Uk1WKxpI/aSYwts5tw9eHD2Ld7N+Y2jaOaK8GKIvhJhDCJBHyISo0n0b+ba+jrxPRDfEoprDSVT309nUXAetubPqJOn7ZTSKfBa9iV8jZU6uf+K31etgH/JlhlwRcqyPKe8l99aiErVbhmLVhDPerCdvOoFIooeBZCyxP1I9WSBH4qbVp5Q4r6jRBK1ICJFFCj8s21PAF1vHqBhEZZZnEBgJFOkPMc5KWAGNDqdtDwffj0TRSFKaEdwUkkcLLve2kKKEXwI70AIH6YAaI4FPASRvReDNU+EakVQUyMt73mdZc1T/pJB63FCJ/+0jksONtw4v67cM9td2JhsYX6Uhuzsx4+9IdvwvXXzqDoeHAJmgWzRbAiVlOPcetnb8dNv/pP+Mgn34cffmlF4rFwJsCX/v5b+OFXXYG5/VPCyizQg5Px8kSpa1n0Q2b6teSaSx8VEE0Yqvtqt+Xj45/8B/w//+EjuLAUgCsPKoW9iCBq6EUaF1HchWN7GnRrZapKeodNwwVZHGK8qBxWFgDGYzWK6B+t/InNPKSC2VdXsl2VshBo+G28+EdfgZ//pV8UrS0BGdtEVKBpT1L9exQoVaz5zMwpbFcFb9XCTw886rWRNIjsWaXQ21THJu0DOug+ml4j4nU7SKJArl0wJ31RpagXGSaVnTZyXh4XCQGXl1Gvr8miA8fR6OioLFwQCOY8D0GXliq6YKBYWuh5Qw/VNFw2wFssBVQVMMQhFZqqqBiLeplxVJHj51WBROJqs8DGffS8rHqFKkCVttNQ2xKm8kcpVaVwHMevx8URqkEJUglO1WfD/5r35H1t1WHOYeZ5xontxeNw3llcXEQonsoBgm4H7U5H5hJeD2PGH69QlDmjUChIQa9u4Mu8zRhzccgXqwBV7E76EFcIuXAY9rMrTN95/7sysHpZk1y2UxaBLAJZBLIIZBHIIpBFIItAFoEsAs9LBDKwukGYCVZFnRlHYgPQ6fg4d3YJc/NT8HLKz9O8lPpSlZOJHQueVuD87d/djDuPPYHRkTF5eDQPzZLSr55aNWzSnnJaEciPyNY8PihrkCZglemTQYxujvDWRWz7WOq6mPrp12DbK6/HWtjFPguYPXsRq4+dxp133IvHHn0ca0srcPN5jFUqGGUBJM9Bx46kCIkUaxdvQT74qwdoAtx0pra53rTSLA1QZf8hGDgc1jRk7H+WSo/VbxpVrNnGQBZzvh4QJZCJQthJgoLrYe+O7bjq4CHs3rUTY5NjsAi3O11ROlKl29tfoI8CwSbtuAdbNRCi2mu91zMBq4Mq3+cGrPL8SvWs/EoJNwg0CH0IGQViEIBS6UyIRAWiDVxYO4/VTgNuLo+cm4PH6u7sq1KoTEFSKkOl33l5OF4BDn1BJUhUMmpfT53ardqEhYMUEImSLihq82wPMxPTmKqOI2c5aAQ+Hj/3BI6fPKHaQGCfAqsdXcBIiuJwcUGnkVtMU++lrWvoJ4WMCFr7acKCOS3gd990eYVtwgRYPdvBJz9/AueTWTSXLyDs0BOyjZxdQOIv4B1vuw6H91aQE2U6aZzyUlZgNcFXP/MdvOM9N+PPPvk7ePlLSjKWOw3g5k9+F0cfP4Y3vPVfYX7PhNSccqXLxbKfqBF12jhBnty6ng+oZmVbsFTbY4+exRvf/F48+OgZVXgotrFl8z5s2TqBditAFHqoN2pi80A/y5AFf8IIvt9F1+8iiRsKojLGopKkwjSEa3fhugSFvGJd8V0XizIqTTNeBaILWE3Q9Dt4zU/+BH7uF38JPhWauj0UMk/VPVK3iJgq8pTqWsYEgSEhmrlnDdyNSN7EQqXI919MrOerN+/qc3AhSH1gEur1PuzXAq2VNyrz2Kli9aMYZdtFMV9QcD4M0WzUUautIZfz8MD9D2J2bhbbt23H8soyHnnkEcxvnsfcls3ih9tT/eqxKAWoDFTWQJp93UliAZU+fbXZVXnreiGC6lZRc/tdUXGWi0U4xhNVX76M354yXGU2EAyLfzVhqlbzileyQ0W5AqkctwJWUxCVvw8A1PRnUiBRzRe06+gVE0wp0mWxTeZ4C41mU9SofPHapaheuQQCYno/s+G5+MFFFYJT/nCO6nRpV0O/1bbEhGBVLewo5ap4z7KQWWgsKnSzJgkysLrBf1Kyt7MIZBHIIpBFIItAFoEsAlkEsghkEfgXEYEMrG7QDGmwWiyWsbS0gtWVJua3zMJ2BoGgAquKvSRUD0UBYj/Ah//847jYVT5yprgPt1VAS5n0CSjT6dYDykSW1OmlugqSkTRdJ0yw5gawIxeuHaERF3HFTW9A4fAsFkMLHRbNido4XMhhXxCiuNbEY197CF/79tdx/333Ad0Ak1MzmJydQ26igKDdRtIhZmPV8wgRC0Tzr0BVeU8rqAzY60EXra6Se1D1tAbSXg1USUPowXCvD1apklz3WIyT8gYQBS/pM1PPiadbK3UgCrF1y2Zce/WVuPaKqzA/OSWqR0Im403KdFjNwRXAEpg8CMmHoai55ksFqxsdL33vaZhr4tT7XNsDDJ/3KXDaFHixHNTrDYEUBCNUjNFrl4q5duzj4RP3Y7GxBNvxpDiMgxgBQbr2dBRIS8juOChXp1CpTqJQKAkkEZ/EtRWxH6BFA+GNVGsPA3TabXQ7TI/vCtSrlsdw9RXXYffWPSh4BTSiDu568G7cdfd3Ra0W+h0U8zaKBVdUhIyBAkTqTvl30VUKSQORBPxLZ1Bp3SoNXAEg/rzlde++rImUoK65EuCbd1/AYlTGaJHgEqitNhB1bIyWE7z0RdOYm9RWHZKrT8W2BqtOgq/8w7fwK//68/j43/86rr96QmCzbUforrq477sXcPTIMezaP4sXvWY/LJeWD4TIrqSU06LBiRRwCzh+zLhLpBSUQNS1NR+33/UIbvnq7Th5cgVf+dIdeMtbfxm//ts3CqimwtgPWghbOXS6IbptH10pdNZFp93FylqCTreLVqMpSsH6Wl3a8cTRI7j9tlsQJlTSUhUcKC9pvbCSdrNVKkv2mQSNbgev/PEfw6t//McRcPEoVbCup1jXwFvadh1PXrblgPdqqvWGx0S6YYlIzas3vtj/hywlzBwl8xY4vqXsGLxCHvVuB+cXFnBo01ZRPVNZrQrtJeIP/PBDD+O2227Hz/7cz2J6ehp+18d9R+6ThaZdB/crP1Zta2LmcVfP4crwQnVU4cdUeNIfmhBVjq8tMsTORUHoVmMNrfoaPNeGR0W0SzDZHwtJzwpBgdS+YpUgVVl1iIJdrDp4LwquioLVy/XUqaJaFR9Tpv4ruw7xXNXerFJYTlsCpOciMz8QEPPFY7PA1urqqlLO6vk4V1DF9Ph9wRhxHmq0mwL5lSo9ln7ZFbjakbmGkFUKsYkCPVXMKwOrlzWfZTtlEcgikEUgi0AWgSwCWQSyCGQRyCLwg4tABlY3iH3aCoCQ6cyZcwgDG5vmp6SaePplFKuigLKZwm+hvrCC//SRjyIuT8hDvFEamgfy4dMaUKT8KbXCkkWZpBq2SgslW/CSBD6ru/sEHjEW7QoOv+0XkN8/DrfgoQkbD9caWKx1MOm6uHrzGK61YkwFFpYeOIpvfPlruOueh3DuwjLyToT5uTmMj1VFfUgFEdOTqabqF7uRR+0eNDAP22nIJxBDK1aHIWoaxqYf2tV2fYCa/mwQrCpYoZkFiLksx4KUhmF2rAYjrsNK9D7WVpZhRxG2z83h2quvwvVXXS2Frug3yAd63qf4TQrXVmn1cgatykpfh2mjSwGq6W2ea7Dau6ZEQeAe7KaCUkv8qBxj+y0sLMh7TGUeGR3FxcYCvnXnLbiwck68FZmS7FjswaF4oqoUYlabjwScjE3MoDo+i0K+KKAtCAlWV0UZaTkJPI89Ui0OEKYSWudE5RyhWBjFgQNXYNv23fC8ImrNNTx+4lGcv3ABq6srWF5aQKWYw8T4KGZHyn0QJACJ96VgKZVxyjOStgS646sSWOpzgazKT/PG6y/PCiCBL/AyiB0EtoUcgVmUSBGees0CxXflMkEp/VAJc9V5WZTIipVi9Qt/9w285ze/hL/8m9/Ai66viiezwNUoJ8T0/ntP4osf+wa2z2/GK/7X6zCxeRSWa4laPNex0Dy7JGnS+c1VmTdc9ml9b6Y/il0ILPht4A//418jjjz8xu/8L3Bd2gJwLKhK9k95ibXAOgWiAHz2776KX3/P72K5vozYCmTxwYzytBcr3zNWAFza6fgd/NTP/zxe/spXokuwqv1vzc5qSGv1KrTvqJk5eqpOXeBryB7DjBmjnDbzRm8MpgSsMgbEC5VQVPk5p8cF91H1pTi+E/hRF5XxcVheDheXV7B7YgaNel1UvDPTU/A7HVw8dw6rqzXMz89jbm5OICTvpFgoCpx+/MQxgYZGtc9pQ3ycGePUwow6rwa6iVGYK0uCs2dOYdPcrPhBS9o9i8lZCQqFnIBX2LleM8r9a7Bqxj+Vqb3vCb2wwPHLcSMevLZK9adi1dFgta9kpYrVUT7I2mPVfKY8lB0VS+1Xa87J+dXcs8z9loXaWk2gqABZkma9DeNB5TQV022/rRWpKj5U1xv1KufhgDYAARXvCryaxca0FYDpA5li9QVTVhAAACAASURBVAf3H8TszFkEsghkEcgikEUgi0AWgSwCWQSyCHzvCGRgdYMYHWHxKqYuE3i4OZw4cQrl4hgmZ8YQxaoye1odJeCUnoO2JYVrTj7wKD78yU8jNz4vD9XrgdX0/iYVswf5pHgH668ogMSHbPG/pMclH8KRQxB1ETqTePnrfhrRSA6N0QK6kx5QsbFkAydbAXw4mHSbuKZSwf/P3ntHSXZV9/7fmyt3ztPdkzRBGkkzklAWCCGSBAJZFiIJGWyCEBhjeELYD4MjwSbJgIEHD/ww2AJMNBZggQIopxnNSDOaGU3qmekcK9/4W3ufe6puVVcLuddb+r0/bs2a1d1VN+57zql1Pue7v3uzpqDN9zF3chb7ntqPo/c8juNjxzAzN8dFTrLZNJJmAlRZmifDoaelhFjiHuoBkwWiomBVXn8zjGytWm1M95VHlts278NKWkobVwKolELNFcx9Vl75AUG3AG6piNLMHMrFPDKdWawZHMGGtetx+rbTMDI0iLRlsZqMiq+I1F7xkvBAAJqVrABW7lDPprZrtdfvUqzK9hXdV4JFCd0ItPB21BpME2NjY5iYmEBXZyd6e3uRzmZwYu4E7n/oDiyWZthvUSr5qBgVFb0iBRsXQwsC/puKs5mJFPt2ivxuagc2+3AmTLMGduR5qY9oDLDImiBAMp1FKtfO6li7Wub/pPgrFivI5xdhGTpymRQ6U6nasSRIp2P6YQOrt59I1fewL/BNh0D5vNMu+92jXIstuGo8K5aFalbQObI98KAoBEZpJ1J0kjJQVLen/k3eqgRWCVr+/Pt34303/wr/9oMPY8cZKYZ5quZBdRUEXJBKgZNX8Ytv3oMTT03ixW8+F+svHIDm6pjacwgTe56BAxWnXXERrO40dFKrsu8xaRrrvsW8ghAo+F9f+hEKS8D7b7kyLIKVINwJRU1Elj7qN0vLD+IV5s0L/wv8xw/vxntu+nPk7SXYfpXHETI5IIW8Tx7MZAIhU8EZrlK/V1Cxbbz1phvxwstfwqndAiyqrHatgdHQ0kHATy671Oi/Kp9dbVElvD72Ww1l//w46jYp3NbCImi1AnVS5hy6qtTboyznRQXvpP2CKAyVyOSQ7WiHV7JRLBSQX1hAcWkBlmkgZZnIZjKs9rUsE4lEkmElKS7pXqZnZ/k+o/bL4jmFEQ5l1bStsFERizekTiZIOzcziR99/zZc/pJLkUlmkUiGXqRmWDiKBan1hZ4oWBXjL0F0ATJ5MUkqt0PFqlCrimOxFQAtTOjSHqDuryq2if4tfmdgG/av2rOXhcOEvJxBKt0mWSSwepf6Du0TqmcpVgRWSeVeceqp/uTVTN7Y7KfqkGWFsK0gCwCpaOW40TP26m0pBqurGtrineIIxBGIIxBHII5AHIE4AnEE4gjEEXieIxCD1RUCLsGqSLnUcPDAIfT0DKKtIw3HrTZ4dvIE0CfABNiKwkDr8bt+i2//7BdIdA4xWOVJKBcBqSucoqosriYdfs6AQZQrEUq5sEqzzxNdn/0aoVjIV/Lo6N6Ea696g4BCnoJ84GI+o2KmA5jNeHDbNCRUFd2Giu7wmHO+hvEA6CvMAeOzKO45hGMPPoH9e57CUrmIRDaFru4uVj3SxJfSNqWVgYQuciJcm/STZ2vTq1lFVocQoWdf6O8qoUwU4LZSfRKvINBMRX4CSpcPoRGl8pJi1a6UEFBBp4UlTEyfRG6oB+3dA+zbl7ESWD8yjDO2bMGmjRvQ2d4O1xepq1HLA3GNUZhXv6lIfall99qssPtd/Xg1YJUAG0ERenF8QkUb+TNSaj6pVSlNl2wARkZGYJgmxudO4ODRJxCopTB1mCChUMwxzNcZ3fM9C9AqiuAQEKLtRKo+Fa6hZPBE+J4s3iP8XsW9CHhCL/LWpLZMCwOkqCNnVZusJaiPUIEb8oGVBYBqYssQxLENhASBMoqs466pEsMA8FbnbX3x7wp1y8+JiVE6u6YRUAR8RRfFpEiNHrBOnMEqAoqPJkAutVdWsGpsi3D79+7Cn9xyJ77LYNVg+EwLILonCsWRFYNTcqD7Ku69/Qnc/187cerp63DFNRfjkZ/fjtl9Y1BSKbzgLa9Cx4Ze6AR1yQtUGK7W4iAVqbd+5t9h6b14x3sv4vT2wCNlYhVAFKxyHrrYl/wGRF2ysKeIuH7/Oz/Hhz74N8g7eRSdPCsnVfa4JKjcqCQXTzYQSvbAwzs/8H5ceOmLYId+rsK1QzybaJ/lvk9AOKJMlV6sAhTL/aL+w3KhRSg9o+OFT0W4wjT7+gOlewx7LN+kSMPn6BGopGsiewxdhU1SZEWHRmnrXCyKnmqAMpFq8mpmO2GC4XVYSinq1O7Jv5hVqGERJ1LKsjI3VKdy+5eielrsoRR5agvcDwwGnvOzk/jal7+I69/4OqStJKyExXYmvEjGBa186JHCVRKsinupe6zK7xHZ71ixyn25DlH5b43gq7BjaASpBFbrcFWqVcX3jxhbmsGqzv60YvGJXvPz8zVrlVqwqeeEVgD0s+KIcVX6c5OtrgSrBFRpTJafy7bTCqzS8T90442r6uPxTnEE4gjEEYgjEEcgjkAcgTgCcQTiCMQReD4iEIPVFaL8xK5jQOCw/1216uPwkWNYu24UlimqmfPEV1ADMRGlmWcQwDEcdGXb8b1//iHueGIvMp3dCByCH1IVKbwM5UsCOfLq49+pSjspCP26akxWk6bPuaiQV2WoNltwcPqZF+PyF74UAaVyq4Clkg9egKLrouDZyMPBxJAFv1dDe0ZDW6DjqB/gznIZDhLIKj7O1IFtvgfn6DiOPfAoHvzVnXhiz9OoKAY2bVyLwaEO2L4PswAU2RvSg8Npxi50uk5Dg++RoklMzOVkmiAaw6iIZ2p04i7C1+xXyxnV4UsUu5GpvlxVnFPG66ngvD88VtsRXCxOT6A6cZIrVXefshltA8NwaBJP6adOlYtaDQ4MYPupp+KFO7ajr68P1WoJxWKRARId21HIb5OOKXxu6ZnwMxaku3bN7PcaFrFpbkatFbp1aNG8fbPCN9o+mn+X55Xv098ERMfGjrNqdWh4DYaHh6Hq1EaOI1+YgKYRWNJE6m6ojBR2mIK6kfZMUDhZVE0cvcY9+Rf5l0zPl4+pORW9Driiz7uOzVp3Om7/rbLamZbVvVije5+7ZXVglYicUFWGFI7ljWS5IYB9RAgp4hBQhAiC0QICFV9Scdttv8JH/vzX+MFPPoKtpyYFjOUQshEnjw/lkg9PcWCZAQ4+PI7P/89vYnSgD4Z1Ar/+6f24/ua34rXvfz0S5N/KBeSM2nXVYH0I/b7wsZ8hs6EHb3nTBXhm3xwKThJn7EhA5xRuuh96mmEA+TqF8pwWISiwpEkk2Petb/4Yf/GXn8FCOQ/XLUELyEsZwnOVvValRYeIEcN16mWBj3f8yftwyUtfimKlKoAz9f8GuMq9WjwiSoWveY+KtxmuRqCpGANat4cGuBqaWDdsGu64Yl+TFbLE0CyuJVI0q35WcVRhQxABukLyWh+Lovci320AwPV754gFjigspeqYn57G1/7p87jhTdcinczAtMwQVotFCEGCZV8UbTIKOBlqyoJVpFpltTot1uk1z2H2Wg0XTIJQvSqAq1CxSsBaK1bFylaxWFOzA5BwN2K3wYs5ivRkDjA/PycW26jIHAu9hTWI8F6mAmouF6higCoXWyibwyPFqkj9l1BVWgDIhTqWGTfFNrYCaN0/4nfjCMQRiCMQRyCOQByBOAJxBOIIxBH4fyMCMVhd4TkwWIUDQ6XCQGWcnJjEhlPWiWIoErRFvP1kIZdAd5FLZvDVf/w/2HVyCun2DvgE9MIJa135KU4soCxNrsOJNBUXCgsEyUtjsCoLXBG89G0EqoqFkodLXnQlzjn9LJ6w0rUZii7UseTlSCohBAxBpvUq5jM+3HYLWlcCFU3FfrWKYtVBJyyYmo5F2DhNNbF1toCZvfvw2N0PYu9DO3FyfgZd/X3obu9E1tBRVCmN2ofpEYT0UVY8WAEn6gulooSNlNoZAQQCotSBsSSoy0GLnFzXt61vU4cfNRhJMIyqaHsu5o6PYf7YYaRTGfRv3gI928H+fgwjqWhTVVSpJh/cvo42nLltG3accQb6u7qg0eSfgECoTuNJPz0j8rlk31mhWmulPI42o5VAj9ymFUT9b4HVqB9DiDsJaucLeSzl82hvb+cq3YapY7Z4DMXiNFRNgDdKN6bq8FyFJ3yJNij+Ftq81q/6NYYWBDUp5HIaGlUhP5ehrqbgbQFWW+0vt3/B5kufy+GXbfOzH/ySFwKSiQRSSVIQJlhJa1qGaMPSz5KgVOj7SgsIARWUIzVgoOBHP70Xf/e39+CnP/0INm1NsgJShESAVVKVEnwsVRykEgHg6jixewn/9Omv4f47H8VCYRLnbdqK19/0Lpxz1VakshoUsx6Aegy55+CTH7gNa87dhjdcsw2/vfMwfn3PMdz0gUvQ0y69d4Wyt97PQg9eYQ7L0NWzPXz9q9/D337yi1zYLPCrgFuFR+ptj2CpOJdQf9bTsjUl4MJFb3vPe3DZlVegVCU7FA0qC0nr55TnFtceHm0ZSJV9ePnnrfpOs3r1ufa1cOmrBchdDu/kMVcei5pRe1RpK/ZuUNkzcHRoZYbB6sLMLL76xc/gLW+8Bpl0jq07xFpcXfVNaufad0KTcrQBrIZjLI/zcryXnqs1sCrsAIT3auih2mQBID1WxYJd6F8c9umoLYCmi+sSilUBViuVCqiFe2SP0QRWaeGRxlhpoyChKf3teSLlX1oArARWo7GMweqqhrh4pzgCcQTiCMQRiCMQRyCOQByBOAJxBJ6nCMRgdYVAP7HrCPvkGZqOyYlZFEtlbDhlLftN1tWkYQXoMBWaJ8W6B91T8alPfQmzgQY9meRU02iaexSiifdp/h1Oqil9uskygNNWQ0sAdgEIPPbxKzkaXnP1mzHaPwzPpYRrmsSLKt4EyFRS1wYBDPrECVAJPIwHNvJpHbapotQeIJ9UoSc1zPoO9joFtKtJrDcsLmiTqVbRf3IeMw/twTO7nsKBZ55BqbSIZDqNnJmAYSXhJwyubh6oVP2a0qTrkKH5PqPwgT+rS1MbnkIjRG16QJFU5ZqKkasZcfSRn5lGfuI4Ojo6ke4bgKeSApBiJlKk6bxCXeXBJksHL0B3LofNa9dj26bNGF0zjLZMktV5pGCj9GeKpfQ0fC7A8LmA1QbAHN7i7wKu8nOZkisjI0SmkZzvsIJ3ImVhfO4AypU5rlbv+4znQ8Vq4/asPpRI7XfATbLGiL6E2rXx1er+atcbUfkuu+cQLsltG+NdvzDRXRScs+mFqxoq29s2MUClQj4GWROEldItBmEadM2ASW3cTMIwLai6CTOVg2aasDQTlm5hbHIeh4904Y5f3oyNm01OPZdgVShFqWNosKsuDCP0o4SGpWkbt9/2AL73L/8Cx61gx0XX4qpXbceZ5w1AaxdFk+TihIiPkFl+9D3/grNeeQFec8UopiYc/OIXh/Gy12xGbydFIlSLk0qS2wNZPiwHq3bJxhdv/RY++8VvwmdXCAeBU4HtVlD1bShhhXah2a2n+BNYrTo23vSOd+BVv38NSlUqeCXsHoTKMATyoVJXSESXp/TzwwofYyh0rQtcJZxcQcLaCnpG7TmawaYQubZYJmhS0EfHpeZ2F45mrY/D17scuPIt8rk9QCOXXp2L6n351n/Am15/NXLZNlhUHS1Uv9cWFZqKVclrqdltSMVqBKxyq+L3o4WthKesKARXV6QKW4C6FUBUrSoXjOiczQXi2FaArQBEWyQrgGq1zNYfBFbFeEoWIAKYSrBaU6HSN2mtSJXIaGgoWBV69PKzihZECwMQg9VVDXHxTnEE4gjEEYgjEEcgjkAcgTgCcQTiCDxPEYjB6gqB3rXzMBRVFOYZOzoBwzKxZrQfdrUSzRatpWuyYpUqPFsa5k/M4uOf+zK0zl5R2TlUJbWCchK4irIgIvVcTrSjxaFkEStXCaAHAaquB8Vowxvf+EfIJtKR9GGf7Qto0qsYpLQMuNgOiY3IboCqwju0v++hqHiY1T3MZVUsdVmoZgHVC2CoKg6VqxjTFFwQ6HiFomKxvIADExMInjyG3Q8/hqeeIj/WEjqzbRjq7AWSOp+Tr5lJRYgkQrDRDNAYvKlio+hnDKRCVesyaMHwsDFdVxzA54JWmmrCt6tApcTKQ0814cnccvYkjVgLSPpB6mNSFzouUokkVwnftnkjNm/ciIHeXp7o02fkP0mHEhBDkCH5fJpB+Ep9dyUo2xybVkA6GqdlYDXizUjbERQ2TQtmQsfxqafg2ItQyAM3ELCN/HibWWgNrIb2Da3uoVmxKrdpBVZrn0XJ1wqBaXj+EajbGBdhP9Acq7NPuXhVQ6WV2VAzH62BaY6OBGXU43S2TyBIKZqxUKyaisWwrBooaGu/CHf/6qNYt0HjAlChtk+AOE7B1+A5pPz0oZuAx/FQ4RUquPMbP8bE/iM4mT4TF5+5AWdu70Db5h4BKcVFhZ2ICmYpuOVd38Kl152Pl102ysXrDuyfRtHWsH1bZxgX0lqTXygBVaFcF7izrlgtF8r49N9/DV/9+m3wTWoLDuCRH2YVTuAicJ0wTZusBKRyleAggdUqrnnL9bj2+utRsV0uzhVdSOFuH02NjzDHhvcjVgFin8axomXba6l65V7Y+vmHxc1+lwI2PDP/4LEnagXQAsouh7vLvaXl0ELPn2wYVBgoLi3iS5/7JN5w7WtZUU5gVSjhQ5sROv+zKFa53Ydjj/zOaP5Z811loCoKUnFhqaZ0f7XJJkDsJ8Bs/ftItD9a1GNPWV6sEYrVublZVKsV/m7hMZ9gPI2hDFbFdwBZAciYNoJUAdulUjWqWG0Gq3JxIQarqxri4p3iCMQRiCMQRyCOQByBOAJxBOIIxBF4niIQg9UVAr1z50FRbd4JcOTwCfQN9qOtIwG7SumyTWnUIRzw1AAd6TQe+83D+MptP0Db4DCnlROck/CtFUSj96JgVaaHykk8++aFyMbXqDCKj0rFRVffOvz+71/Pto/FwiKqdgW9PT3sOUo+eqQS4uIrhgevAi6qo+s0sfWhG4DnK1AcoOB4mPFtzCcCTHXrUAcslAPgMHmvVjxcrKn4FUp43NNxnhXg7IoGjM3jt3ffjXvuugOHDx9CZ3s3BgcHkc1mubAJ+ZIy9oiAAwYOUU/SULFaU2wtAxlNhb54Wk8gognEkBUAi6l0fjaaRt5+ZFcg4JKYvPvExWrQVjgUCozCVgE6eRiqfO1epYTerm7sOPU0nHPGdgz19nFFeJvUyqE3p7wXfq5c9GalBPrW0Oi/C1Pl+ehnM1iV79H7VJCJYEo6nYbr2Rif3QvfL0JliK1zyj/dN6WpR48prQAYpa2gWJXQZRmVjezQSnUb7WLRZ91y2ybFan1focqTL7nvWRsvWtVQmUiPht6hAh5xTMMidOKA1CPZVFfYJBBg0kx48KAGSZhKAtUgQDp3Lh6461MYXSf2qO3LVgAiUgSbKqUqV4L3fR3TU0UM9ltY3LMbt97yT9htnoFb3nc90vP7cMoV26ElLfZ6ZRsNVj8G8Ksebn73d3DVH16Ci88fhe9ryC8Ucft/zeDq1w4jmaICSARVCZ6Ll0zrp2dNIwg92MJSAR//6y/h//zrT+FqBMEcqIED33fhqz5UXxQVov+kuJTgS4WHsmPjVdf+Pq5/+9thc0q3VKu2buOtgCmPaYIa805ijJPPtdGbN/pgCXi3UqxGt2n4nM/TOn1/JUV5DUKHB3025bn8rHmbWptmGwWy3CDYrqNSKOIfP/NxvO73rkR3d/eKitXm9i37qASr0b/luRqAaAhHVc0QljDkj0pZDE3K1Wa1Km/boIQNlasRKxfpQDI/T2CVChoGNZBah6fiPRpTowBVLphRm6n/Lp5pQywjHquyfcRgdVVDXLxTHIE4AnEE4gjEEYgjEEcgjkAcgTgCz1MEYrC6QqAlWK2UbFasnrJ5I1Td5YIckYomNQUdZ8SqAdoTKfz4W/+O/3x0JzoG1sDxqco4qX2o0rooANKs0BSpl0K5RIrVqFKVLk96rNLnLpkaEqipuDh123l42SuuhFN0cfiZfYABBqnd3V3obO9k7zuyGAhQhUJqTkVDfsnB3PwicpksDFNBIkkV2gGDUjkdBXO2i0m9jELWxFKvgR7VxUBCw6OaihMuqSHLbDUwoOrYblpIzxVwYOcu3PfLu3H4mUPsvUeKrEQiAV0V6aj1yXNTAaKIFUBriNEEK7n4dl1FJyGDgBdUAVxndZanuKL4FHR+XqKyPVV+pwJOVK1dbM8xJxSra0JxRV63usbVuSulMryKjfZsBtu2bsUZW0/DQE8nUglrmQduMzxu1aRa3d/vUqbW7k+CMul/2OyxGkIR9i4MfPYLJY/VfGERE3N7qYQSK5a5gbDXpigC1gBxZAX30Ge11T3UgW5j6v+zKVZbgaJnHdsiYLWVYjUaE/p8x4YLVzVUWumRmhKPnSQYYgp1uaD0wiqBryEQkNXnDkYq9gRULwlX0ZHruAAP3P1xDI8KVad4hSn4vJAgvEptWthQVRzeN48f//sjaB/owoZUgHvuexR+9xZceuYozGP3o//lZ2P91lMQaFRIi6tWcR+u5Iu4+abv4Ib3X4sd29r4USq2iu/+6CjOf0Enhtem+FodW4HrBEikBDCmFy9GiCpyWJpbwkc/8hnc9sP/AkwVnltB4FbgUQErXWGfYcbuXGDIrvlkwndR8Ry89NWvxltvfBePJeTZKxdQ+DxNiwuiGFT9Vfs8bGviE1roabFN01Ml+5NW51gRfrYAq/8tMNusvl1BGbsyWKXn7rJiVSE7iHIZn//U3+D3r74Cvb29PD4S8IyO9WTvslKf5wWpsGif3OZZlatq6LUdeq5SZUOZ7t9gDxDxZq0vnIjvnMbji8VBUgjPzc3BtiVYJfguFtAoFjLln9bVoun+tTj59eJ/8nuhBlp5TF7eFmKwuqohLt4pjkAcgTgCcQTiCMQRiCMQRyCOQByB5ykCMVhdIdC7dj4DXVexNF/G1NQctp66EbZbDH0Dl0+AuVSLpsBCgFs/91Ucmi+irasbFceGzj54BFtCsBpWX+c5pKxwT3YBIViVk9CGtMxwwumHXpmlsocXXfJyXHD++SgVHezdtxuJdALTk1PYseNM5LIZVq/5nrAocEld5PrQNWCpuAQHCZSrRViajpRuwEqYMBIGdM8BZY1XfQ2LrgdX91FK+xjvUFFNmVhIqij4HrIa0KdoyMJHUgU6Sh6WTkzi8O7d2L9rD44ePopSqQJDM5C0Elyshfz9WBWoEKClQlukiuPICZgVCsx8eCH0itoCSNsAxis1GCNiRKJg4WdJadAeSXhJKUuT+LCgEJ+HCZqAXrQ9ixRDuCMhmriegL11tQBwCCB4Psdz7dAQNoyOYP3oKDrb2xkckzKWr4d/Rm0ChN/ms+tYG20QJEhcGbiKVFzZLmQ70TXy5RQgjJBxKpNBti2L2flJTM3ug0pwhwp7s2Q39OyMqlIjCkJ+PisNPrV9GhcHogsNYZMOFx8EBq9Vqo8et+H8cq2C2kF9o2cDq3xMBqsXrGqoNDLDjVYAbNkhst/ZH5P+FgQrVKiLayNQpqtJqIEF29HR23sB7rvvsxjsk3fJSyyifZINAB/Dh+qoXDiqVNKx87FjOHDkBBIF8qNcxM5H96KaX8RgsoCX/N6Lcf6rXgy0Jdl2QFQ48lFcqOD97/4GPvCxN2PTpmwIbDXs2TOH4xNlXPbCPiQMHY89Po9SoOCcM9qRtOgiSDNP10ZtFVicXsSHbv4EfvTzu6BbOny/Ap9sAFxb2FzwAo/wDvV8gmaisrtHbUtTcfFll+Ht730PApWUsQqLQpcBS4FAxWe1xRABqykuWqDVAJooDyePwcsd4fWS0l94NnMcQAta4rjCv7Xm6lr3HZFb8MJJuG3t2FFiVztSw77imdW3i94Xt+ToZzU7g4Z1tlpbFL2IUuVJRQw4FQef/9Tf4rVXXY6BgUG26qB48yKPHMPkaCT9tpuU4yIlPxyxROMUvqeRBZe68pQsLML0fnquBFbJZiZamI2gqlSq0vt0RPmzBnHJc5j6uygQSDFYmJ9DlbISfC+0fyH1shirua3wfwlWo883jHuoUuX4hgtatdBKGxg+ntg+BqurGuLineIIxBGIIxBHII5AHIE4AnEE4gjEEXieIhCD1RUC/cTOQ1T/AzPTeVQrLjacMohiqcCAolUKM03lTU1FtbSEj3z8VijJDiTTKVR8FxalX4cp8FKxShNQqhjNvnnhhJ6UaTT55SlzNAUzUoTFD2z4mgXH0fHqV1yNU9ZtQNXzsO/AXuzdtxfrR9bhogvPYo+7ZDKBw0emsFQsoLunG0ePnMDouhHk2ix4HnnnAaWiDadUQTppob0tDdf14JA+T9FgBgp8L0AZHhYUDwUlwFSbBydtAGkDlqWAC0aHMNJSVSQcD5lCCf7UFA7s3oNdj+/G4X1HORW2ra0dmVxOFAuChqpClcVpAh76FNKkmr1QI/aSTSq4lunjjI88tkuQLCKqhpKPuHHfkKBJGBP1AlUD6IpK4kSh+GUwLdKiTUVHVy6HrRs34vStp6Gvr5u9BxVXVMFm5dYKvqIS1EjlZxTcRJ+3fP7Rpik+r4PV+j2Biy1RDF2XlKkmMm1tsDImJqePYWHxSE2p1tzURTyEkrHx1doLoC40rLdR2i+6END6HMs7mURfzedtDJ28DgmTIj/DPrV9w3mrGirNzJrafiu1qdr7fOOh1yRTR1okUOHaFnraz8Tt930R67rIh9VFKSArCuKiJjmy8lqBF2gwffBCg2KpUHWy4FDgVVU4dgmP3/8kPvzBz2B6agKvPLUX7/3jt2PtledBz2ZR9hQk1L2tEAAAIABJREFUFGB+vIwPfOAb+Nt/eCP6htqhBQo8BSgsuvjXHy3hokssjA4kcetXTmBgbQLXvaINmYQBRaBdBIrGkG9hcgnve99f4vY774NuqNAUStl24LhkB0BAuO6tyopDUl0GAWy7jFxnB7bt2IF3vvePoZmJUIne2Fa430nlZUCesqESXCWIK2BZAEu0OV4QIfoqLUKY0sIntSX1Z4cKcZFFRxJKUAqfl1BGyjEzWgBvJfWqeL9uC/BsKtcaHo+kqMuxexloZQQcKRAW7QsMtEnVazOU9KsBPvepj+PKKy7B0NCw8FgNvxMY4vPvje283seb1OXhBxKiSiVrVGFKi2r8N8FTGp+kApWVq6It1xSs7OtNz6D+3UZK6/rCHqlV64tGi/MLoceqsFghlTyrl9lnVcBVl4GpKAAYHV9o0Sw6ZtR/F0DdJ+/wcJFNVcnnGPjgO9+5qj4e7xRHII5AHIE4AnEE4gjEEYgjEEcgjkAcgecjAjFYXSHKu3cd5sn4+Mk5pJIZ9A+2oVQuPgtYBSvGTh4bw0f/4YvoGdnAk1HHD2BFvCEboBqrjcQFEFBkL9UmH0lRbymaPkngU4Nh5XDta16P9kwbHIJ+uo3AdZGwsrAMSm13oRsGjoyN46m9+/HCF76AU8H37h1jJVk6p8K0MujubEcyQZhTnJ95L892fbhsoijsCRTXh6Xr8Cs+xnUHJxMOllIqnDYLJF/t0QHHA8oqYCsBLN/FSKBgratg7vAU/uvue/DAffdhauwEkqkk2no6kct0s/cnAR/XrYTFdjyipKwSpRd5xUpIKgpHLX9gPKEnRZWoU16buMv96oCiSSYZyTtlP8wwxV5ldSfFQeWiVcR2NF2ACl3R4FZtFBcXYekGtm/fjvPOPgvrBwZ5f9upwHUdVhRymi+lkYeV0glwEERhMBS5Vn7+EZAu/47eqWwDZCkhPxcCMqFHJK9Mz3NgGEmkcznA9DB28jAce6rBO3F59EQKfLPqtFW3oFRlARsbrQBax5evsrVadZmPa/14dZeDRngrHupyn9Uz15+7qnFyZbAaylbDe6zDVXHf9Ix9UlyS8tlLoj2zBf/4nY8i68+jYpeh5HoxMDSEzrY02lJAh6mJonGcJg1MjE+jq7MbqSR5X4o2UsxX8flPfQ9f+Pw30GbnccX69XjrR2/E6a95EZDQ4QXA4lgRH/jwt/DXn7wOQ8Pt3M4JrPqOhx/fs4gnd07jums24hv//DQue+kgLr2wHcRILY2U3AS5NGiqgvGxKbzzHX+Oux54GKalQVNICSrVqQTChD8xexRzuxU/HbeEdRtOwcDoKP7wxhuRzLSJwnihAlxCx9CoQzwThpP02BQo5PXsuDA1HSVSM4bqburntIjDcSZARypIGgN9D6rnAqoBx9eQJguU8Jjil9AjmH1U6z6dYpNWmmthydD8aljceBZLggaoKo8v5LTispqtAthflRY8BFgNHAWf++Tf4RUvvxDDw6N1sBr2hdWAVTovW63IrIdwDOHFu3ABkMfMaFEqgqy0oBfuG/VV5dGTj1EPBHuxhn/z+MiK1Xk4jl1L9SewKhyGFXihcpUWmaSCVcRc9OfmJyPjKjyqxcIitzsqKki2La6LD91006r6eLxTHIE4AnEE4gjEEYgjEEcgjkAcgTgCcQSejwjEYHWFKBNYJchw8vgM+vuHkMoosG2Cf/XiMM27WrqGRx56FLd+43tYd+ppcJ0qfEWHGU78pcKotl+YxSknlxKsMiyjCS5B1RC6ydRXuiY7UNHeMYBrX3stkmYa8/lFTM4cRV9PNxTfQldXJ6ssVUODyxNUFWPHplCuFFAqu6hWFKxd14/9B/djdM0Qhtf0w9BUlCpVkEooqanQA8Cm9HJiHOTzGPpPUoo82ca6rs9K2VnTw1xCwWJOh5nRoFkKF8GhK7dVFUbgo1sB+gj+zVVxYPcuPPbAw3j6qX1QSw4r/1KpJAzLYi2TR4V2Qr9ZCbVY3ctpqiyPbQh7bWK+SrBaO0cUblLqdlgRmx0ECERIywKCvaykUlAuFlGtVJFKJLBp3Xqcse00rB8ZRto0KPGan53niWcp7A+ExyvdgSiLFAG9UlEW3l2zilKCVakyEzBJwAf6T1DV9xxYiTSy7e2o+iUcPb4fgb8YUabVz7fs+HxFrZWqHHs6R8RDNLp/87HkA3pWYFsjqKFKL+ppKmNQA75SycdXEsJ1AYFOX3vWqsZJMzPYsF/re2iCuyHYVRWT61l5joV1a87Hg499BQcPHUKFFlFSaYyu6ceJ+RJVi8PmrixMJUDR97CwUMDJA+Po6OzGwEg3TNODofrQfAuz44v4sz/9JH750x/gpVtOwxVXvgQ7LnshfnPnI3D7BtDhGfj67Y/gm7d9EB1ZAaxdxWNP1Nl5H//yoyk8OdYF3ysiUEp45Sv68OIzNLSnaXmAVIBUuMzHiUOTeNvbbsa9j+9CIkkp+Q4r1xkN+j4cGrNqYJUS9UXfs+0izj7vPCRyWbzlD/+IbU7Iw3mZR2rogiw6LI1hCtt++BqQsixsGR1Fe9YUTY39NsVYIbLCCQDTfYliforvY26pjL0HjocLLWHfjwBSsf/y9P3wyppgqgSwK7Tz0GJANoxmQMuxCKEqnzEKcNlLNzo20WhGkNABVRdUXBWf/eTf4fLLzsW6dRtE8arwyiUYXUmxKuw/6s11Wd8TXxINnqg1L+8obG0qUNUIVcn+IrQDkOcKLQpCDis8e4MAi4sLXOSPXtxmCIDTNwRbkqhcvIqoPtuw8FYS2Ar4Wu/D9YUykbQhFvdKxRIXieSxDsDN7373qvp4vFMcgTgCcQTiCMQRiCMQRyCOQByBOAJxBJ6PCMRgdYUo7951iFU5kxPzWDu6AV5QCIvACMVg84vmnIaq4D9+8gv89O5HMbRxHexqCQFMBiuySEm0ortIv6xzgZpqkfxWI357Qs0VKsAU8j8FRtdtwSsvfyUs1cKhY0dw4PATDE7OPesiDA72oFTxoJk6e2sSfBg7usi+oqmMhdmZPKePWwkDnlvF2tF+9sXbv/8wg7m2jgwDz672NFsbBi556Xlc2ImUsKCiVFBhuAECN2BF3TSlJes+llI+ChkFblqHlqA0VCHqoqglggCd9LPkYGliChO79+HJJ/bgyMEjWFpYhKaZSKQzyGREqrVUPNVTzRvZX1TJKxWrzcVPGhRpDXJXYQXQDFaZB5FMOISJpBAlNbFnO2Lir2nQTDP0oyRw6rHtAoGGhG5gTW8vTtuwAZvWrkNfVyc002C1IlVZJ7Da/PxlO5LXwfA9VClH21j0cxkboYxVoBNAdyuchptIZtHW0YFCdQGHx/ZCRbEGVpsLpy2DiQwOl6tX5XYSrFLKcKtra74XYTMg3l12LoLTtedBSrjm7eqpx8ICof45/S12VXDayJmrGieN9EDDNa0Eh+vq3BBcMQRUuS84VR2b1r8Qjz72FaiqA5vaiW9AVwKcXMhDT1toNy0QbprJ25ifXcLCxAxGhgdg6i57+Ha0tcOxHTi+jrvvvh/7HjmIx351B86+8Axcc/El+Ldv/Rte9eYb8ORDT+JL9+3Dz+7+BNpox5CDK6T2dgI8ebSMgzNZTC6WMTdXgaukcOkpSzjvzD6kTBGiwHdw9MBJvPnNf4Kd+w7CsGiUcVg1LphZwGOe5wnVKvcdUlvS+3YRL3nFy1Hxfbzxhj9AV18/qyKFKryuEufzhMei9kKmHwTsqoGDXMrCuVtPwWAuWQey5D9KXs7Udk1yo2aHWh4UCR5PL1bw24f3oBRQ4bXQd5NTz4UbazgwivuLgE2+IkE/62rSlkrWiJWF5LYtfFbrbhmNylcx3tA5GuGuwkCa1M2kWPWg+jqD1RddsgMbN26qgVXaWyrBnw2sSm/lVuMFn7lJtRpdxIsqVhveD0Gr7J+1759aXxMre6IIWt1DeGlpEY5D46EockaAXbcSMCzyBdYYrNICoHgm8kGEilVhj1tTu8qiV/TsqDXmclnk80soFQq8P+0VK1ZXNcTFO8URiCMQRyCOQByBOAJxBOIIxBGII/A8RSAGqysEes8TR1AuFzA3W8S6tRtRseehsnKxdRo0C/BcF//8ze9i/2QRic4sfKcCBBYMlfwvXYZyUYDDqsUQLhFMqE16Q24iL61B2agqWCrbOPucC3HJ+S+Coeg4PnEC99x7BxTfw9vedgP7p5LIc6FQxf79RzC6bgD5pTIy6TYuUEUqqsDXUCpWYVeLDDK7e9owMZHHwcMnYBkGhgZ62HOVVJnZdBqppMnWBr7nwgt9YXVKdSdVJqkZVYerXweuhrIHzBo+prI+SlTlKq3DMhUYSgDdD0CaXyq01KVoUAsllKcXcGDnHux65FEcfPpplMiPNZdDd3e3qJ7N29NEXUz0a4peWfWcgItKxXIox7gOS5+rFYBQlEbUnIJsCmsGAgqui77uHobD07MzKFYr0CwLumaINPsQjlDaqlutQvF89HR1Y2TNGpy343T+PZ1Kwa7acGxbIHOyBAhhTBRoPBtYlW2H2ppQF1LqvwGqCUYemKRKTKVyyHW0Yy4/iYOHnoBpuHyN1PaiCjWR7tuYWi/4TKNyNdpe61YAjfB1mfq1Fsu6FUArsFq3CogqaWX/ioLVmoQu9IKUSlIVW9dsW9VQSWBVAqUorHpW5SoDYlLkgf1JnYqOtSMX4IEH/jc6c6RGpuZnID9n4/CJIwwUnz7wNE7ZugnZdDuOHjqBpJnD8bHjmJo+gnUDa5HQFYzPTaJn9DSs2zaMxWN5vOetf4TzzzgVH77+DRg/8Ax0xcSB6SV8/rcHcNvPPoa+hAI3xIqUpq15AarVAONLVaBNxYH7K5hZKOPsCzvQ224hZwbQuXhegAO7j+ANb/4T7D18MPRYdaGwwlyAQWpTUrHKSnFFKFYJrL7ujW/AiZkZXPvGN2FgeCQsiCXaUSsrALIq0D0VvkrqdQ8ZS8MFW07BYBsV3wIXOHIAzMwvoOw4GOzuQrpWjMnjQnMzeQd3P7ibwWr9HKRmrUNV7kk1gCeepthWwk4BQ+X+0RG82QpgmUpVKlQjitEGlSxfB3u5NCpWyYeB09rpDl3ogclg9aILT8emTVsawCrZg4hrlsrsZkVt/V5a9bWap22TapW3bfGeHG+iP2VfEOJXHtFq/UMuYEmLgKWlJbjkfxsK+blQVaDCV1Q4XsCQ3As8RrE8BtfWw2hMlUW1pMcrjUth+/F9dLS3Y25+hr8D6H1qt7FidVVDXLxTHIE4AnEE4gjEEYgjEEcgjkAcgTgCz1MEYrC6QqCf2nMMS0vzWFq0sW7tBpSrc1xFPnQgXbYXTTKrhTy+8pVvo6h3wNbJCdVF4CcYrBKwkGCV1TkE5FilE4IAmn4SyJN+eBFAKFWYPBHWNBSqLl582ctx+pbt8KoOjKSBik2FtXxkkxlO2bYSOsYnS/j5L+7BZZedjbYOC0/vnYCmJ2ElFRiGBsvIoS1noVIpI53J4MjR4zhyfBanbhmBlUjgzt/ci/Ub1uK0TRuRNVWWyvqqCo8gJl0757QHcDUFhqtCJeCk+dA1FXACkJnirOLhcMLGYgYodZlQMjpSqooUgIUgQNJ10OMBa0wTSbuKI/sP4K6f34PHHn0czzzzDHK5HNatW4dsNstw1fWEcrQGAkL/WaKe7IcaiRttI20E5Pa1B8fsIuK5GMadAUcIk3RNY4+/NiuJV7/8lVg/Oox9Bw/ikV2P48jYGCqOg0wiDcs0RQEurr6ts+dtoVREuVJBjwqcse10nHPWWVi3ZgSWYaJcLsOm+wj5yXMFq3S9UvFKsaB7SyQsTjWuVsvQdRPpdAey7W0Ynz2Kpw8+hqQJbnfkVSvBPatc9SjAbFwsiMKb6O+kRhOvZgVp69RqxqqsLo2C0xAiMV5vVLIKZWrztnXAWt+ejiyOu2XNqasaKluBVb6zuslr5LgCnrP1AoN0g2Pu2jo2jFyMe+74EhJtJi8wqEUXc0eP4vDcEu79ze24875f4y8+8TkYJQWPPLwLN7z9dXhq31E8dnge3WYKB3ffjqPHJvCiK69C25pObN+wFVdd8jJs2b4Vt/7Fn2Psl3dBdXVMVYBP3L8f//LTj6Az8OBR2/RJJS+sOvQS8Nudc5hecrD/iI8lv4JzNyewaW0Sp67vhBLQwg7w1OOH8LrX34hnTowzWDU0WtIRixYUT+5jXIhNKA6jYPXtN74LTx48iN+77vUYWb9B9EP2EF5Bsaqr0CljXNNg6z6Smo/zN23EmrYMFJ3SwlUGq8enp9nPeaSvj8pasSWIQHsBZksBfvPo06hUQgVkqFINReXsydrKCkAqWeugtA5WuUBe5FUbTyJFAuXHNZj7HMAqjx3y2M1gFSY++4m/wwXnb8OWLVtXDVaXjWPijZpitbkN89gS8VjlolQhyF0GVsOCcOLe6zYjoqBZ/ZUnsBoudLGumMYFKjimm9DNBHTTkktGYcG9sCnRApxL34nkN+zxf1byewRhyWJFRXtbDtPTUyiXCmJBSFFixeqqRrh4pzgCcQTiCMQRiCMQRyCOQByBOAJxBJ6vCMRgdYVIP/XEUczOLPCktLM7B49S4InesfxGgMUoECMx69TRk/jit76PxMAA3KUiHMUHuW1CIw9Mn705pUKV58Oy+BAzVQFVRYprk/9m5BoVU4VbsXDVq6/G8JpBWKaKu+66C1u2DkPX29Df3wu7Kqpp64YD2/Exsehi4sQs1oy2sfp0754xDA51YWp8CX0DaaxZ04NSMcDU1BQ6OzuwsOTi+MlplEpLGBrsxdBAF5+Hi8vIdFnPh0ZwjhRJVLBEURlTlqsuyhUHmaSFdEqD5qpQHBdFz8WipmHG8rGYU2HnNOimgkAnT1bWvSITAG2KigE3QGlqhlWsjz/wMPbt24d8qYRkMoVsrg16MoG0p6KkeDA9HwUTMFy3NolnACaTVxt8E0X6f/OrDhjEZ1Rkip42PXsqCNaXzuDNV1+NtZ09cDUNxWIBY8cOYdehg3jy5DgK+TJ0lWwCwkrc7BEpwN9iuQinWkUulcLGkWGcvmUL1o+OIpdIsW+tS2nXFNcwa16qzCiu4rpCgM0puaLyPBX7EnBU5/fIX9Vxq7CSWaTSOaSySYxPH8DhsafgsC2kx+pby9AZepMSzOSq4eIeWdUWFsFRyQ6gZglQByKMWmrFqzhK/CGr2cKACoDaCoTWK47XIGsN4kQhbQtgG8JcyWYlqJXH2dS/eVVjZTNYbaVUbXxPqtXrXpbi/lV0Z/sYXtPCCKmmq1UbVbsK26lCN3R0dXYyQCLLiHQ6zbYRfgjJFxcX+frJc5O2GR3oxfj4JLef7s5eeGTD4frIV01sv/BS/Nt3PwSfHpknKrXrigIr8FF1gekJBTsfP4pHdj2DbM8I+oeSaE8HePGL1sAgHKx52PnbfXjdG2/E2Pw0dIPGMQ9K6NUrCnNR8TUB7aOqT1Ks/vHHPozH73sEr3rN1RjZvBkaWQGIQSzcVqZ7ixZB4wF5TOuk5FXp/AZesGUYw51JqAEZJABlP8BCvoDutgx0zmcn3BrADVTeb7Hk49ePHUQ+9PSUfJP7eASE1oFmEHZxofJkC5ZaC6nD1Zp6tWk4aFas0q7CEkEcr/FzoZBv3EacLPBdBseq6iHwbFhaCp//zN/j9NPX4sxtZ8I0Q38G2jYEnc+tITcW4Gq1aMHvcaG/ugK29l3Ffb6xX8vtGjIjot85TLHrgSos5Wvtg96teC4XQgycAMefeRqevYBKlexjqEsYApzSd6DvwSVfXVKy0ndGeEz6PJnOYetp2zE42I+Z6WmQ3QCNb/T6s/e857mFJt4qjkAcgTgCcQTiCMQRiCMQRyCOQByBOAL/P0QgBqsrBJ3A6sTEDDLZDNKZBDwq8lIrXFVXTMp0c0NVceDJ/fjnH/4nUn2DcIsluPBgagYXb6GXKHoUmdSGgJYmtFKpKoGt3FIeX05+A4OqjOdwzWuvQUdHO0OXxx57AI5Twfq1G3Datg1YXBLqWDomqVNnFh1MT+WRzgSolhVWqPb25nDk8DS2njYCXddw8sQcCoU8BgcHUXVsGKbB3nkzU5NsC0D2AATnhK+emBITUyC/T5qouzap+RQ4foBioYpisQTirgSSDFNDyjKJy6Ia+CjBQYWqS6d8VFIaKhkVgaWxik0lu4DAh6EoSPlAeqmK0vFxPLP7SRzY9zQOP3MICwsLyGgmzM4sMskkvIQOteKywo0hBZ3IFQW36t6IjDvYb7EGR5aBB+kpqCLg+1LhlMvYODCI6668EtlEAqriQ1MMaIqFgl3AyflJHD0+joNjxzE+NYliqcQerJqhhwRD5Mu6lSpDWgLO/T292Lh2FBvXrkV/Xz9Xa3cdlwxba6Cy9rxDmEmxp4B7ns2Qh6EqV+kmn0sCFg5MK8VgNZmxGKyOTx3ktudUbfbQ5UR/gnG6zpBVU4RFgEwXJugv/tWhaRTccK2iWvutq0ujACcstybaucgr5j0EEI2oV0OwGlWpSi/V+vHEORj+hhC3vpgh+syGng2rGjaNdH/tmPLYYc9c4XiiwJK0L2i4F5eUvFJ+LO65fg/Ch1e+6HdRyT3gCujiIkJuxU3Fhabr3PdIKEjbaKoB103hyqvfgO98+/0M/TUf8FQfRkBPi4wBVMxPKbjvnn14Yt9x2Fo3/vQDO6D5LpIkAw10aFqAu/7zcdzw1j/FVGkCKnm1Mv6sK+cJrMrrFSnvIVgMbNz8ib/EvXfcg5e87BXYvGMHiXZrYFVs16hcpvHBUzX2mCWlO6WBE1gd7cqB3AcIthZsG4ulPHra2xmsEtgnsCqBbdEB7nhkP/K2UDXy+BhJ+2f7jyZ/VVath8rWKHCVBd8aHnDEdiWqbo9uI9LZ63YJURXsSmBVFG+i9u4KsKqn8I+f/TRO3TqM7Wds/78GVqNtt2EhoAVY5W0jovDGftu45tRwLCoMKC1YAqBQKIhMAHq+gcfewolkDktzS9j96AOo5KfhOD40w+JCbaRg1XRDwF4jkpWhCmsAiqdppTE0tAG9PV2Yn59nsErXQOPTh2+6aVV9PN4pjkAcgTgCcQTiCMQRiCMQRyCOQByBOALPRwRisLpClJ/cdRTHx06ib2CAlV00gVRVoaCJFhKhSSFNMg1NwwO/eRC/uO8xqOkcPKfKykcq8+SGRYso1ZEmoxKeChYjinZECwtFFatRhRRtU/Qc9HatxWuueg0y6SSqZRcPPHgPnEoFl1xyATq7ulF1XK7UvPepMQwN98LzFfZTHV3fgdnpKtrbE5yOrmsm8sUZZDLteGLXAXR1dUE3TMxMz2BkZAClUhndnW1oy6YRSDjEle1J2UbKTg35UhX5QhHZZBLz8wvo7e/ldPhysQpTA0pVB8VSGRZZrRo60ukkVFJ2ahqqrgMHPpZ0H3MpoJjR4Sd0uEkVlkp+rIDLCjYfWcdHplhF+fg4Duzeiyceegi79+2F63lo6+nG2r5BTsGv+iK1VJNxFSEOi+yEyisC2pJlNcBVAVZ18kbUhR9upVDAeaduw1WXvQRJ6DAShH0IQigo2lUBvgIVM9UiTkxOYP+hgzhw9CjmC3mougbDSAjIHVYp8x1Ks/ZBRYc6cllsXL8Bp285FWuHh2EpKqrVqvCKlbBIluQmMK+o7E1LMIyKJ1F7VBW6U8I+HnTdQiqd5WucnDmAxcI4qxFtUkvapF4mFZlQ3ZEVAAF1QzcY+FPbFH6x0pdRwNAGwNRURKoGUSMxZHgjrQIawKq0BQghKWFv3q8OTQX4lZ+HvSD03KRt5WcqVUQLlbHrutauapw00n2833LFn1DdylctTZzNfQUkl8pc6gcCIIdgNYRP0gdYVIWn7QkqqjWVHz27usqz0TPYpQrydFyV9KACnJMq2S4beNP178TXvvJHcOj5BQoc1YUJncEWRa0wX8HPf7wT+45M4alnCnjfTa/Ahee3Q1VsIDB4Yej2H96JG956M/LeYuitSv2ZOwivRwDVmn2GuHZhp2HoAT5266fwyx//HOdfdAl2XHQRfNsHyPZD+oyG9ytjx4pVVYdGxyaltKLhnM1DWNvdzjYi9PlcuUxnRC6Zglv1kKE2SdSVq955KHsq7nh0P+bLpDwV11kXnYcKUvYNiChHRecJ3wsVnrX0/+WKdbZu5s09Xpypq6pDTSV/LuJUswbg49UVq2KYiahJQ7DKLrK+g4SRxhc+/xmcsqEfZ+84uwGsNirBWzfnBpgb2aSVYpU/bkr3l21ddFUxzom+HjlYJDStwKpMVyjkBVhlD1UFsAMflpVBpVDBgSd3wS7N8nhjWSnkOrqh6gmousGxpUJpvIATWrjIn7qZQt/ACPr6ejAzM418ngosUptRcEusWF3VGBfvFEcgjkAcgTgCcQTiCMQRiCMQRyCOwPMTgRisrhDnPTsP49ixkxgZGQFUUkOSaoc0kApPwKNejDTJJDj1Hz/5OXYdPA5XT3AFbvY/BKVA+kJhKIgLT85ZKRhWkyblYGO1eFEZXvCBMD2dFUgqJhbyOPfsi3H55S8R6eeqjtnZadjlMoZHBuC5Cheoml9axD13PY7h0UEsLZbgeA7O3L4FJ45PY2i4E5WKg+HBLkxOTyKb7cSJsUVU7CqshIWpiTlYuoXh4QF4ThmD/e3w6X50FY4rQBEn2CoKTk7O4OT4JLaftgkz82UsLC3xvZJSNWEYaEsnoHgKKtUKSpUlJFIJJJJJnmQbzE80Vk4GboClwMG85mI2pSGf1RC06UhpCqhIVpGUXyrQCQ39UGEsVjCxcx/uvee3eOTRx3Fk4jgGBgYwONAP0zTgEvQMhEJWKIaFZ6AEDFK9VldACjUXbULPkvYhBa5dKOHlF12Ey8+7AKZn4a4D09g3Po+LTx3C5sEkqpUCDE/EHLqGiudjfGYKT+7fh70H9mN2Mc+FscxEgmEyHVOYPfiBfr+6AAAgAElEQVSwyyXY5QrbAqwbHcFZp5+JzZtOYbWuLE5FwEd4ItbbAVXcJjWhphnsq8pwXlWgagbHPYCNidn9sL15aIEoDEMFZSqOiypVoHdc2G5V2AloGqdom4bBiwPRIlcyVnWfSQkd6+nw9JkEnfXYhsCSzh2pVi4+D5WrEbAqQWUUnlLF+WhKM+0nziOOzceBgtHO4VWNlCuD1cZ+FwWrBNPFKwqDibdK71kBtGqp1dSOQhWy7MvUz1m1GoLhqKUIp98rwhOXuaBHij1Simuoli2888b34x8//SZ4tNjgK/AUDxpVYedr8uDbCqaPBii4Pn525x4oahp/+PZNXNyK1ON0zh//6w/x9hs/gpJSYZ9YXiYIgaFQg9Y9jCVYJWuAbNbCX3/hM/jZ93+C07efhQsvvxxO2YHK6loJFJdbAQSqAZWgJC0EQMVZmwisphkae4GGyXwFBY9U1AbKSyWM9CSRpVUYbu+0UKLi148fxnSeMgZCNWvEBqC2RMIrJRG4yrcl/w4Vw/Lv8Ck26muFZUazFQDHgB/ecsUqK3pr9/7sYDVpZvClWz+L0ZEunHvOuS3BaisbguWNu9EKIPp5w/gWsReIjnFiUbDxqHWI2vrYPC5GFqeKxWJNsUrBcRQgkcjBLlVx8KknUC3O8Al0I4FMthOqbkHlInsa/NrCRH1BgRd6jAR6+9egu7sLMzNTKBWLDFbp9eH3vndVfTzeKY5AHIE4AnEE4gjEEYgjEEcgjkAcgTgCz0cEYrC6QpQfeWAfZmcXsGbNGgQKFRqi1EcBxqhQUc0PVRZP8gJ8+9vfw7HZIgI9AdJimjTp1jRWVXLxoHDyLye6DNkIkDWBVVYOhspCurzoxHhyrohXvOzVOO/cs+AHLtTAQCJB2/hw7YCFW7qps7ouXyghlUpgfHoWC4uLGBkdxeT4EvoH02wD0N+dw8BQG2zbxdycjarjIdeewsmxOaStDHzfhmUCPd05aFSZinOTTVZcimRbUutSRXIbswtlOI6H+cUlpDNphrCB52Lj2kEYSoBiyWXFGtkCsDWr54RAiAgIAThCacI7shT4KPouFkwP+ZyOcsaAllDZH9RVfOjwQEXYNyom5m0PY/N5LDy6C48/9DAO7d8P33OhpwzoSROGZtVSrhvBSd03sAb0qLBLBKxyCnDFxnVXXIFztmzFfN7H9x45iR8/MoUNHVnc8OI+7NhgwbFdqK4oLMYWApqKimMjX8hj35HDOHqcbAKmUbRtAaLYj5Osd4Wi0XdseLbLhaiGBgZw+qbNGBwYQGdbDkaoiiSISH6sougU2TGQslGoVilVnhgEQdZMJoNKNY/p+QOAmkfgCVpM2xMHIqhHauZCpcq/+/wsBcwzDAOmSipWShsXYDP6v45dBNiUrzqYEan+jWq3+rYNEJtcP3nbRlhKbaTBRzVcUCCoWlOzckzEuYbbB1c1TpoZYQXQfA/RwkaNoCtUrNb3qKlmfbFkwi8p+osWJhNvinYuFK9CiUcgVUDUumczwW3XEarVgK1HVF58sCsm/uQDf45P/NU1UFSh2vQUn1PnFRptXA3lYoD/+MEDePCxJzGX19G7vgMf+uBrsfO+w8imszjvgj5895s/wdvf9SE4loOAe6DH9hts78EwkspJ1RXeBOypAvzAQBc+dus/4Eff+T7WbtyMl7zqSnhVTyhWa4tAjUpf6tOkWFVpHAzB6o5TBrC+t42vm+I2sVTBsfkKyrbwVN00nEGHpbJ9AFkc2IGGe3aPYXyhEoJVurpGb9Na/Jh/hhfDdq1C4SruR4BR8UzDhYom8WorsMrjLytlo/vLBS8fARmJ1hpRxIM1VKwGZCETOEhZWXz5C7dicDCLC869gPuahOpSsUpjfquX9F8Wn7WGn7UsCKnCfhawGvVLld8vz3Zs8VTr91YsFBkos9qUijZ6HhKpNjgVB4ef3gO3ssBt27KSyGY7YJoJOFzsCvBJrR2q98WTCL8DjST6B9ehs7MdszMzqJRL4nmraly8qmWriN+MIxBHII5AHIE4AnEE4gjEEYgjEEfg/5UIxGB1hSfx27t2wrY9VkH6oGIzpGYSKd1UPIiACKdDhvIfp2Lj6//721iwVUrKhqt7SBDIUlBTrEZT/HlCGyoRCZJIkCUnus1gVV7m7EIFb3z99TjllLUMPCj9myp+K5oL+ORlR/BM+DcahvBDnc1TGriDhcUiqhVgeG07jh9bwHBfG3p6U5iYXMLYsRms37wWxdIiw0hSbS7MzaKnuwOZlMVqLt8lkCKKrpBKjf1Vw2zSo+N5TvH3Ah+Vqg1d4ykz+rqzbAlwfHwBnq/BShhoz1lIhMWwQkQGH1TsJSyGxB6JVOAEKAcB8hpQNFVUEgoKOQV+WkMiCDAcaNivODgUONikAMmiA//ENKb2HsSBPXtw6NBBLBZKMEyLlZykZJUFbQSIqBcgY8gXKlYZk9HzJSDu+viDa67BpoEhzBZ9OJUifrWvin+9fwov3pbDe17WDz1w4BB3DuGDSOUW6k5SFS4VSzgxNYXDJ07g6MlxzOfzbA9BBWzIT1NAC8D2HPZZTasaejq7sG54GJvWrcdATw9MTefK6SLduA5XqDgMA0dFFEDKZLMoFGcxM38QmlGG5wm3Xiqmw22Lf6cUawWO46Bq2wxsSVVNajJD1ZAge4AQrnJl7hCyEiiLQtQolGmGq+JkdYVws3+qqpg1KwCpWOUCbhGwygsM/F9AVeEpKy0FxLUM5RoB6XMdWK3sQOtNIzAuugFDR2lxIL0+ZbEuqa6VhbzYk1O0ZYopvSQUlipQ2VaERYSMEx1Y3h+p+4S/LMHzatnAn33kb/GxP7tCqK8DBWQboJLHLnwsVIDHHi3grl/twve+ezvGZ5bwltdtx6c/8zY8eu9BeF4aF1+2Bl//4m14///4CDyTroDUqeRdKqCZAKukhq5DNAlWN2wYwUc//yl895vfQc/AEF55zTWAK1ojp5S38FilXkxglWwvwAtLCrZv7MeGPtKdE1hVMFtxMF72UHHF6JjVffSmNLQlNGi+B0/R8Js9J3FivijiKM4kQGekeJU4P70RUa6SLp7GktDSoO4ZWwfA0Vp20kc1ev88LtDBuRhV3aJDAFoBeGsAPmIVQMA6CGjhxOaYphM5Bqv9fWlceP6F/9fAahT+yz7I70WU09F+Ggaooe3/TsVqSM6lerdUKNbvmXyoyRObFuIcH0f3P4VyYZoXA+gRLS7keaGAQKwolCa8cmVxNPrJiujuQbzgxa/E4OAAZibJq7pQU8/f/O53P9duHW8XRyCOQByBOAJxBOIIxBGIIxBHII5AHIHnPQIxWF0h5L/42YPIZNLo7G7nqutiQiom5OSdySm+9C8ATF3H8eMT+OZ3fgyXABjBVFaTCRBAQIH8LOWrBiLCNFxSLhLIlEIqVgLVlFYC0FCBI7taRVVtw9ve/Gb003VRdXgCc+QpSl6cDL7qN0R+diSCYjijqbCrNsNiqmqfzxdZE9bb18MekZNTS+jo7ETVrmBqcp5B3EBvB/p6ckSGa16RpHJTFA9+QLYAGo4dm0RbWw7lqgdFNWAmXaQsC9WKj4q9xJYC7R1ZnDw5jxMnxjE0PMSAijz4hvosJJNJhhNcc4qL1lBMfXgegQxRiZ1S3CmVnVKgl+CgTMA4oUNvS+CE6WLCpEJVKiqkcAp8DPg6hgol2ONzOPH4Ljzx8EPYeWAvqMZQT7YTuWQbfFPlgk+KS6I7DZqhcjEgx/NhkodDqNTrTqTwB9dch85MGrbrsbp0etHBZD5AV9bCmi6di+4Uyz50y0MyZaJaFeCLvBUJcFMaLFkxsFK0XMKRo0ex5/BBjC/Mcnq+aSWE7ywBdvJMJXU0PTjX51iuHRnGli1bsHnNGpi6Ac91+T89U3q2PgFi6EgmUshmTCwUxrCweJT9DEVBoaiSTlTjZujlU5x9VpPZjs3tg+6fbBDougnUWqYJXSMFK5cU4p8CEoo2yuCJVZOCsMu2zbCGVJfcqMO2yenvjHnY75Pgc60IFD1nsjNQSckqASv9LYp0CZ9aqaKlz4WlQF+2e1WDppkbEosCdVGjuDay0pSgMWR44gRkDUE8rzmBnLqdSN0XAEv+DKufh3FqgFssXG1Uvcs+X4sPjRwhZCbYartZ/OVf/xU+9P4roDFUVOBRoSuNvFFVnFzw8YvfTGGhoKG4NAt7qYwzNwZ49VXnYP9T40gYOWzcksWn//7r+Iu/+iQCy2UVM1946BPNak+6Lo0WNUJPUwqJ52D7uWfiQ3/5F/jut2+DZaZw3R/cgHLFFu016kkbPmuOGB1XIY9VD76i8f/T1/dj60AXNIWXqlAKApyYy6NgB+ihMa1Shev46Mql0U4VunwFD+ydxL4lBzmlDE3TUQ0MGFxELuBro7bAfs2k9KXCYGQzQD7G5N1qqTwmLBXJ85oK8nlQpYqb700U3eMFl0i6v2xUEiaSMpXHU88NfWdpcFcBr9rQ/njc5kZFCxUCJsL3kE2l8PWvfJkXqS695HwYllBsC5OC+gJE7WAhnJdtTy6+SLWpOE/Y4JobH9sXyIbY6KUq1acrdRqGx01NXJWLDaHiulQq1T1WqXAhFZ9KkK+4j/EjB7EwexyqZsGtlPDQ/ffCcyizIoBG3tA8xss2IyCr6wQY3LAVr7rhnejr7cfU1AQKxUWGz5QlcstN71pVH493iiMQRyCOQByBOAJxBOIIxBGIIxBHII7A8xGBGKyuEOWf/uhe9Pf3IJNJMsCMplpKsEpqs8D10ZbN4uGHd+J7P/k11KQFhyb8Chis0uSZCs1E06Nr6rXQ95O85AisSpga3VbOmelc5VIJ6Z61uOG665BLmXAJjOgqV9gOWZeYpjOwqhdhkdWu6bxsSSAEmZidL7G3XbFYxvTsIqxEmj1b5+YWGbAM9HWgrytT81DkSs8MgMmzU0Ggeti374iAs6qOUklAhnLBhmXp6O42kWS1q4HJyRlW0pJ69MjRY+jp6cX6NTlWbUarpst7J+BBnnzEOubm5pHO5mDpOnRFQwUuKp6Dqu5jMamgnNFRTBjIG0DBd2AGClKmhqriIReoGHQ1FPYdxH13/BcefuBBFMpFZHI5ZLJpGIbFKcjEQijGBLkpdp6qwLNtrO/rx5tefTWSrHb1cfCZI5hdLGJgaAQWx76CXDaHgycW4DgB2rIZdOQs5NI6PK8qACjDHpHWSgpiqpBtBy4OHz+GnfuexMmpaZRdVxQs0nROrxVg04RnV1EtlWFoOtaNDOG0LVuxbngEGSvBimVOJafUcMVEMpFGKhlgMX8MhdIE34dgInXvyejvDL9C9Ripxug/FT6r2C6rWRnoaxo/I7oWsmKoKUdDRSb/Tea3TYWgxLEFXG2tZg3hqCqLWIn4q6oVglXhqUr/yWeUfuoMWaNwVUN3un1V42SirVGxKtOwo2pFVkTKYkZc3KiuUJfgkClUQEXEhLo0qhqMpnA32CPwFYeJ0E2Gl6EhRt0mgVWPARw7gS995Qt46w2XcGo9+ZUKsObBDTSMzdm4+5FJpNu60ZnTobgeTl+nI5dSMHFyHgaSGBhK4W8+8gl88rNfhm/Vi2mJywmLmhHwZNsIoY6mBR0qxHfhSy7Be//HB/H9734fcFW86R1/hFK5Al2hpP0oiRO2HhIIUhk5AsESrJ66rg/bBrpB60C0AJW3PRybmMPsko2hgV4MdRiYWShwkbU17SkG+Q8dmEbB8XDuKX3cT10qvEZt2gsQmCqrxefmSigUi2yHQcB2bn4BCcvAhjUDbIny9KHjKJScmlKSFk5k5j0rKanteULd2vyi+3OZYxIoJUgoFJfcOnxhnSBfrcGqj2wqiW987atI6Douu/R8GKbJz89vUCxL5W/zNdCzqavUGywq2E5GbB9te3Vzivq1ic/rFigtO47wq2nwmmWwKp9oEKBSqdQ8VqmNk6kEWQF4to+JY4ewMDMGVSGf6woefOA+9PZ2I5k0oRK011NshcJewrQcpGhcjK2jbwjnXvJydLR3Y2Z2EsXiEqte6Ti3vPudq+rj8U5xBOIIxBGIIxBHII5AHIE4AnEE4gjEEXg+IhCD1RWi/MPv340NG9ZC02niKoqa1OAI+6z6DL9818VgXz/+9d/+HXc99CSS2QxDP/LZ5GlyAE6vjr7kcVjTFsIrqvjOm9cmsXISzFNmhjZUKXnLGefj6itfCZ3MCXwPvgoYpP7jSvcytV0UYopOtuXvUTUszW5VXUGl4qJSdfhnoVhmZRcdm7L1Byhtl5VaMk2fJvjk/wj4GqmygIW5MqamKugdyKJULMEydAaKVBipb6AN+UIZ5XIVuWwG+UIFrh+gXK5gqDvFqkgZ2xogoLsLU2xpSl8qF2E7wn6BADQBTUpXJ9hga0BF9VHQfOSTOvJJDXZCQ9VQMK/YOGnbMEwdI4qBEceHMjmLQ7ufwIHdT+LIgQOoVEowDB0JK4GEabFbJsEcAqtupYLzt52BK154GaclUwGzhUIJD+/eg1Kliu6OdvS35zA6MoJ9JxdxYmwJpF9dN9qJzjYFSYv8Vkl1J1SxIpVcqDupQBU904JTwfGpCRw6MYbj4+NYKhRYxRZQG1MVGDqp8zRUiyVMzU0goRk4d8fZeOmLLkXSMAUQ42MZyCTTUPQKlvJjsN15BsGyOTUDVQnbayA7VC2S0o9iTcXGyCaAvRH5OnRYhskqsqhNAAOpmsdoo2Kaa9U32AdE/FbD9Hmp0JQFsKjtsa8op8ALCwCC/ZpKRZzMUDFLfwt/2a5UblXjZCI3ED6JRiBFz0rA6DDVXHTKsDPVFblS1idS/ht9kBv6cBM4ZaGhEPA2eKuy8pesA8hzNlyQEX01VAYji1tuuQWveuVZCFzhl0vg8/9j783j5DrLO9/f2ZdaunqVWntLsmTkRfJuwMbgGLBZkgBeABNIhpAJCTC5k89NQkJIcjPDnZs7ZJlkJivE4ASzBgIBs3mVjGVZtixb1mbtUu9L7VVnP/fzPO85VdUttRNr5nr+OfX5NG511zl16jnv+zb1fX/P78egPo7Q9iKUqwFyeRpzwlJCa5Gq3MX4+DxkzUT/Cgv3feEBPPijRxFqAVtdpO3zKVBmYJu0uZOQkzaVSKX5tvfcjg//6kfxja9+HdVyAx/5xMfRIOAva68IrF66bhhXrCawKvEca0cxpsoOZhbqKJoGtowWWHHqRRFyGin/Jew5NgW/7eB121bDUKj1XAFlzCMO2GqA/Z5Z5B2zipscS+qNJlRNhU5K/1DGCycmMD5XZ/sBAtG09rLVhyrCxHgNSr1we2wFxL1kfXc3pIusDUiJypYMvWt28v15itUIhZyF+z//OVbj3/am10EzhBUGnWWpTUYvOE1ff5FS9RWM+AsD/WW8XFO1bccpOBn2SUBX+rej3W53xg3hdwLkBFaJMU+fFWCV7ocXhti37xlcf91VGBoq8d8nsq4ISREtUXghbcpICJQYaq4fa9ZegWKhn8Fqq1Xn9ZHmfAZWX8ENz56aVSCrQFaBrAJZBbIKZBXIKpBVIKvAq16BDKy+DFi99NJLELIiKW2FT9RBiUootQJYOTyMz/7pX+DweAW5QgGO5yZgVbTUktLyQmpUdhWUqc2/B00xTCExlmiPFx6M9G8ZtUYTt7317XjjjdezmpI+nJKHK4NVehJJqbhleXFraQfk9kCe7gd28XqKKjM8DQJqhye7ABe6IqOQNxnapqCTg264XVSFR7auER0To1L1kS8CDYI7tgXfc7kt3rJlHD8+AdO0oGsGH2uYNtdjsEDKWaHiTB90rZ4HNBotVioGYcTn4ZZ3UqrS+/Z9mLIKTZFgWlbygT2CKwNtKUZLllC3ZdRtBVVNQUWLEKgRAygp9LFCUrGyHaF15gxOvnQEB57Zj+NHjsG2bAyv6Efo+gysQ9/HO97wRtx4+XbEHgWYxYgVFaemp3H0+HEEroPXbBzD5rGNqLViVCoN1FsO388odLBy5QADOtKrkhWEqWt8T4k6pOo4AqgE4f04xHxlATPzczh+bhzTC/OoO20OxCKo6TQdTJ46jkq5gltvfgPef889MHQBpal6BCEL+QLCuIF64yzCmAJmwo56cJESM1GpLgb5CZhKWtfJtsDxfB7LZBNAgJUgCEFVguG9gJU2BZaOMYYwqWqVW/8TS4COsq4n6Iq9RAVwFmFWAqzS9wKuEETVoMpGxxaAxoaqaBgpDF7UopnrWyOOSxw+xG0RCt9UvSk422IIlWgDO+3bvGHB/DiZcz2mIULTKGBzL+ASGy5iEyTdVBBqZlJ2CosD4V1MIyd5hBaGB1eyP7FPE4QAFatKY0gdQBqwgjKOPISRS7FUDEVdj1cwyFoIxwd88kaN3Q5Y7QBFev/wEupLKk5xHI2jez70frz35z+Eb3/z2zhz8hx+7bd/i9cjXdHYC7b7WEaxKlPknIQtqwexfe0gNFWBCwVVN8D0QgMtn0CqirGhHEyWkBN0I+2phOdOzWK6HuLmbaMwZApLAixVKEhZmZ/S6sTWoQOkCV6HAXxJw/7j0zg2PoeQLRR06KQiDz3IZLuRwE2yGqHVLR2r6XJJK4+KAO2WxxYofFcjT/gWJzdoEQxl6CvuDdnIkOIzn7PwpS9+Ab7Txltvu/mCYHXpQO6ec7Fidem8fWUTYHnFakdtuxSsJlYAaWAjgdXUX5zBahzDsPvJVhYz506iunCO120/lLDnqSdxy2uvRV8pD5c28miuU7YiqaEjsrGhNTWEXihh7di1KPUNYHaOPFZrrN7PFKuv7O5mz84qkFUgq0BWgawCWQWyCmQVyCqQVeDVr0AGVpep+fe+sxsbN26AH1AadbeVmlVliTKUQIyp6eyx+p/+y3/FXCA8Q6mNuhP4Q4A0VY8mPpTpSxJCIgjHqr9elRqDVGpLJ+0WoUhKmY/hBhHef+/7sW3jBgRESEjcRlCU26NTsNoLcXrhjfCwTD+sL04kTwlTcmWJNybFKjHsSX0ICVQEBCY8KKqOw0dmEQYKPN9BLMnYvHkFPM+BYZA3ngzXcaHpGqrVFodnBX6AZruNgcFBbi9fPSySsXuhBNWi1nRw9swE8oV+aKqJVruFXN7k4KucZbDa0/c9BFEAkyCfpKAu+zAhwSAPhiCGE8VwJaBpxJgxgbk+Db6tcNsq3Y4chT1FPmyqe6WJnd9+DCf2PQNbdhkseVEAXVFw99vfiSs3XgK30RBtxFQDTcN8pQLPaWO4VISpmuzVGus+t7XWqhHm5mushnP9iD1oK5V55HMmBvoLME0ChKLpm+FnQDCMLAIkbn9tRiEmZ2fw0smTODc9yerYyakpzLx0HI7Txrvf9W7cc/fdXDeyg2DVs6yiWCzADypotCbJkIE9NNMG4t46c70jQhvd2ncgXzJG6TkE7igwy/VcOOTv6zjsXUlYhMa3YZhsEWBqZgJCu5YXS5Vy/G8ChknbOIcesaxaAFeh2KRTp89LAaOAjLJENgDCl5LtAQi2Kio2rth8UatmfmC1GHdJOBFPUSpLCsWScUkqyEWt152pkkxqPkyoD3vVv+xb2uOT2TlHp22bcR7tSojrJ28OthZJQr0SP8s0qIw2NMh3mFXPpBJlrxGyCYhA0nKG0LHDsJGgq6zQZgipvHVW+5K3qGGQtQZBbGrFTseNLKweKEiNfH5ZQU9rBWBqGnRDR6vVwBtvfwPe8Obb8OhDj+DA/kP4jd//NGqNFoPVf4sVQCyrCGIJm0b7cPWGVXztkxUX4/N1TM5UaBFDf9HC5WODGLBIUaowkIwiCYdOzeBUM8Trt66EpcY4cXYKfTkLQ4P9Yo1MA6Z6GDht1oiuARrDMsYrbRw5PY1Guw0viDA6PIBVw/1Q2DOalKMSb9SQ9YEYb90wOxqWXhDjxcNnMDFVEVYd8IHY7+TILRojBGhpXhN0DDxebwq2ia898CU0qlXc8dZbuK70Qr2K1d6BvFi1KuZc+lg6Hpdu2qWw/sIA9pWD1V4rADrnYrAKeFIM0yyBGPXsxGnUy1O83kPS8NSux3Hz9Ttg9fejqebRhAqDwDmpjSWTA77ycJHTNawduwyDA8OYmZ1isKqqwmP1k5nH6kWtcdlBWQWyCmQVyCqQVSCrQFaBrAJZBbIKvDoVyMDqMnXe+egBDA8PMjRM/Uq5/Z+VkwmwjCIUcwXMzczg//2TP4ebG2F1IUEVAk/MzaKIg6XSD7u9KrXlwCoJOMl7jyI+BFhV0HRDKKaNf/+RD2NFXw6B47HKj/iKQvFJnPPU9drrDdFJlUZpEnN6bawHSwAOsWMGDGRjQNYFnGNDr89RPsJfkoALp5ALVez4RFW03dYdtJ0KNmzYxOAvCgj4BFi9Ns/KtEo1QL3eQqFgY2aujL5SEa1WG+tW5LkuQp0oasRf5OsYAbWqi2rN4Xb4ICSVno/BvgIGSzk4pKxFyNYAJqOLCH5EsDUUreuKDjmS4AYO5ABoSRJmDQmVggqfIKsOBq/kw9qo+Di3+xBqz+1DePYgJF2BR1YIqoJbrrkO127ZBptad5OwG2JZhmmyUrHlNtmXlTr+G04TqqFB0Uy0Wz6cpoupSouhFYEegqYESEdWjGBoMA9LV2CrBMRCxKFIaOf7mUBLurNkE3Do9Ens3v8snnniCeQtCx/6wAfxlp+6DU6bbBuISVG4lIpczkYQVNByZ4BYtOsy3umBgx0Ik1gt0O8XAZ0k2koMXnFvaNzQZkGb1I+uyx6L1D6dhkrZWlfBmnqwpqBRwMauB2sHPvb8TLy+AKgCtCZq1kXHJRAx+ZmARhKuuuS1F7VS6nkRXtVJkU+BZxJgJC6FwsGSvn0OoUt8UdOfcelIoUn2BQTTkkAhopJ0rCJ8dTvhW8n3bAWh0j1TWPmbjn16HtlRMDymuUaqTQ7uknkOKJKBWDIASWefXlVXEcUhg6qY1wAXqq5AAXmTBlCsADLDK4GaS0AAACAASURBVMC0qMUfMHWTX1PXVeTyefQVi+wRXMjnGbC6NCkInPMmTIhqtYyQrAf0JvqGB/H07j3Y/cQe/Nb/9QesaKZX6/iO8J3oVaySiJE8VkOkYHXDSAHXbF6DIJRx9FwFC+0QDYfU4EDRVLBj0wD6DfbCYAhPSPGlc2Ucmq7gtu0bYCoxZhaaaDXr0Ewbg/157gggawEa27wJRPVThTetEgd8fXSlLR88X148MYFSTsPGVcMcbEWAn15H4dCn8x90m51Iwp59R3DiXBmKZiRQ1e14n/7rYNXCN776ZVTmZvG2298EwzRYjS3mXxfSi3G9ZE72hGotBq4XbulfbkKIY5cHq/zaXInF513qsdoFqzKv1V4MWHYfh9jNT55BszLDftv0d+TJJx7FDdddAWXFKpTtFWjoFEqmIApcNBUTsaxhNHAw6LtYv34Mpb5B4bGaKFYplC8Dqxe1xGUHZRXIKpBVIKtAVoGsAlkFsgpkFcgq8CpVIAOryxT6maePw7ZN+IGXKFbZFFG06cYRAkWCFEQYKBZxYP8B/NX9X4EysJJBpGjxl4ViLYqgarKALj0PBiYsVBMAhSBWCqPoOFIykXsgZ7FLKhpuiP7hVfiVj3wAOgFQT6RT0wdbJQmyYbFfqvzrJLD3tCn3tB6naj26JHo9gkakouz13iSDAvIhFB+4E+bF3oLU/htBIRNWCZidrqJep+vRYOcl+G6MSrmKK69ch/mFFqZnaxgdHYHn+azirDdqsG0LA3nRyp4+0vZS0uXpmspQ1adP7ZBBSdSaLsE2NFiGgbnKArw4hG2aMCQVmiHD0skSQUBgVmpG9MEf0Im1BhLcKIKDCAt6iKoBeLaOek7BmZqPAzv3ovX80+ivTyOSqeaA73rIqxrGRldjbN06rFk5iqG+fg6Oiqn9mtS8slCNEmxvtQNW60oIGJUYWg5NPxbWELKGlufjpZdOwrDzMDQFBdtAf8FGIadDlkJEpIAj70EGPDJ0RQd0A9PNOr776EPYd3A/BvMF/Mxb78CVr7kMUeBDePMSiNNZ0esGM3C8OSDyhFqPOVnS4t7jHZl6QwpnXvFgAMsGn+kPxNhhbB1RoBdYieZ5ngCsrouAr0GFrmmJRQBBv0RRmqqxRa+8mBkpPE1MgBe1yCfvpav+FLNJqF3FoUmnvqh9HOOaLbdc1FL5if/jMzy7CErzORk0k28ygTYBtxfZHaji3x2DVB5pAuYFURu+F6DhtBAGMqrlaaiVCgYUFT7VR9UQOg5iy4a/bjX7c7JXsKEjZ+e45q7rCUW0GmBAqkCqHYQbEOyjMaHA0EK2xgiH3gBfzYswNPK8pU0EWWdVeyh5kFUVlmJjfP4svrXwFJwFB87MAuTAw0ChhA/cfjcG9D7IscoBSjx+Er9XnuKSCK3izY44wuzcDPL5Auy8DScIsf/Z5/Dwjx7BJ//gD0TwEgfzpWBQqI+7zgBUI3Eeeg+0cqwe7sO1m1dzHafKLQTQ2VeWaqDLMVYVNZgyGTor7N9M/sHHzs7g0Ewbb7p8DQq6zK9LqtP5Sh2tZpM3bwb7+mCQknx+AWEc8aYYeTGLu0RK8+RaJBnHJptA6GDdyn603QBFW2OvVAbcPaOpMw2kGH4E7H7uGI6fLUMmf2fa6EHqtZrC0OToRLFKo5UUq3TWgm3jW9/4OqYmzuGdb7uVrVEInv9rYLUXhl4sVOVNvfR9pXP8ArNG/E24AHzlv13d7ofOxgoBaeoekARYpfV2YWocbmMO9VoDkqph966HcfW1l0FZvQFTxbVoGzqKc7NoVqrwSv1w+vqxMvSxxXUxtmEz+oolzM3Pot1uJEF1pFj96EXN8eygrAJZBbIKZBXIKpBVIKtAVoGsAlkFsgq8GhXIwOoyVX7xxdNC8ReKVtHOI1agRxGaegQjVDCYt/Gdb3wP39r9HAqDgwwiheJMSZKTYw6IIkqQqlYJWtAneEUGe1Zyw2qihmXVaNJyTgoqboeFglo7wKWX78CH73kHHEdAGHp0LAcEFemo/noveTG8upAma0kRErZ2Xgt0AtjSn1O7LH3kphpRavbsbA2aZsFpOwwURlcNwPGAmdkmVq7oQ7PhwvMasC0Ng0N9rGRLgV4KZ+jc5yYqrEY0LWqLJuBLEIq8Jcm/FNAMA7VaA81mC7puwHFc9BcNFIt57qhmOMgsQKgg0+tleEYt8GHIqeOOFKNhSjg+28JTe57A3OnnYccthpGsTuU0dvKrjFjN158rYNXwCLau34ANo6sx1NfHAV0EF91AJI4T5Gm3WtyGTyCO7A8My2QVbRDLDHKqjRaqVcbHcJ0GbFPG0GAfKw8VJUIuRyYMEmQWj0mYazXxg5/swunKHAZ1E3fcdDP7upKKlOA3tYmrug0oIWrOabhehZV4UejCT4OY+FwCnArQslgl1wtWO8LR7qDn7zisLVG/uj6FnZFS2YHnCfUq1SiFkTSuVYVCplQe4+kj4XiJl2p33HUVrknAV+LJ2vtzGiME/9OfUd2v3XrrRa2T//1P/xKRpCGXLwGyzlA1Cn2Efhs+WVvQxoYqlODCfkAoUCUleV+6AVU3oJBa0tSgxgo8KYCqlbD7x/8M/Z8fxPa2i3owg1J7lDSPUDdtgve7vwa9ICEKBKjitSCBx3QNDSnC9ngncOjPMNuQoHoLCCINOVNmFfbU2l9Hq/86nm+hZECjJnZq4ZcjbrWnTZiCpOJ4cwqfGv8aasfOIT61IGCxauC3f/rf4+rhLeylTPeK5m6aAi/WJ6H07F0zGB5TUJwb4MiBg/iX73wPn/q934ekC9/UDlhl/9Hex+J/0zkHBgZw45Y1UCQx92mMMIzl16QvFp+zmpMdKyRgcnoGe8+0cMsVa1AyyCZArGFuHKLpBahUHTQaDudJVasVmIaGzZvWos9WOXmezy1TQBXdTAXHx6twoxDrRoo4dG4eW1YPoGiobMfCoXzc6k+MUaj16WekzN994DSOnp7hOQ5WmJPtgngfooYUjSW+p/lP22Nk30DPKeby+O63v40Tx1/Cz77zNraMobWb51MHTCdn6tlsEmrz5a0ALrRGX2hCJM0ML3uu9DgBWMXfly7YTcBzTJsAbvJ3kbb9JARSBJPmUahgYWoCQbvK1ifQTezd+Sh2bN8Cc9V6nC2tR81rQHvyKVQrVagrViC4cjs028BNnocN6y9BqVTCzMwMry1pJ8Nvf+xXL2qOZwdlFcgqkFUgq0BWgawCWQWyCmQVyCqQVeDVqEAGVpep8pEj46zMEx9suy32BOvUOICjSTBjDUVDw1/+xefw3MQCCv39HRBLH5rTY2NSwSWKqPTDIv2bOopJ3ZeqB1NglKpJCY6RMo/UjtWWh5tuuRXvesvr0aIQlQTE0uUznGGxWBeapmDk5aFq6sC5uAhJjNDS3J6eD9pLE81FoAtBTbLWI5Upffgm2BNCw/RcA4VcrgNc+/py6O+zoalRp170ngmgEuiZmqkKRZ6ssFI1l8vx+YqFHEp9FkOfal20oxNkJrBazCnsMUo+pQLOCKXrIosBAiyc+i78L0nXSu/1xPF5PL7nMZxZOAyYFEojYIyATqK+9D2FOIV+wOrMFUPDuGT9Brxm8yVYM7wCfYaJIBRqTnoeHUNqxbbTZk/VMAhg6CZMw0YUSqi3XFbBERyenyvDtHIcAmaZBkr9NjQtQtEiMCnhxNQEHn7qKcx7TQxbObzjjW/CqhUrGazS9ctyBM3Mseduoz0OP2jw+w/DNlwvYMjDIWwcckRBbPS1+J53xiqrC+l3FxgbHDIlakrjzwsCBEESKMbnE63YAW8uAKpM3p0Wv3+6LwIQpaJPMT96H0IxmNgG9PgRk3+ozF8C+hGUonbkubk53PvTv3xR6+SnP/lpqEYOK1augWHleCOEAJjnVOC4TfYnTedqOgbIFoB8XUmxqJK/rGlzS7ec74epkWqadjoszL64H8N/8zVYlX04tWoag0+NIu+riHN5VP/s01DW94EFj6lKOLHDEF7GKraGn0N45GuouBridhWIKTBMhURq776rUBn8NbQ1g/18Sa1O3rPU4s6hVJICW1YwbbbxyQNfRPX4BKTxMgNp2ky4a8db8Z5r3wLKqKLNCjEWeu0izl9DeL7IpET3cOzQS/jG17+F3/7dT8EsFDj5neapeDNLW9oFBE/PT/UkcHbjpetgkoqf1sAkaC9xWRDjI7mjHOIHsDL1qZfm8MbLV6Nkke+mQKuBFLP3KVQZjbaPc1M1TE3OAH6I9atXYsPqEmz2aw2S8U7q5Bhnp+tY8CNcvrYfp6bKrDJf1Z+DykQ3UXCTaJZ3AWQOraO5+tSBMzhyanoRWBVmBbSmiHm1GKwGYg1JwOqD3/0XHDt6BO/66Tdz7Tt/I9L6dd63mBedDaGLAKtL51YKVlMAfKFJ03uM6JlIH2J8pOtgutnEEB4SW7KY+X5IkYLy1AT8dhW1ahmRZmDvzkew/crNMFdtwJm+dZg7+CKulCI4coR628M5JYfha7ZhW7uJTeu2ZmD1olaz7KCsAlkFsgpkFcgqkFUgq0BWgawCWQX+d1YgA6vLVP/o0QlWzaTqrfSDJcO6yGdVo6EaUD0ff/iZz6Jh9nPSc9rOvhSsclNzT8ANqT3JF5BhTUex1QURaaiOxL6NBA48/My77sTrr3kNg9Xu9SSt/gmgYDCRJpR3QGuadN19synwWKTGTX79cppW5m6c4E7t4cJDlj+Qx0K1yCE6iS0l/ZwUmm03hu+HaLfaHDYVBh5GVgxw+3uqVqOXJghBXqHU1u+4MaamFvj3YUDHB+jvL6CvqMJ1I7RaDnTT6qr9giZ7jHLQWALsSKF2PlgVPpl83XKEWNHwwuHTePSphzBVPQlZjyEHAiIQNExDvlhJTMeRipW8Rh2H09gH80WsGVmBbWMbsWHdOgwNDnGgDgHcwKeoLFKt+fA9X7TKKxo1oAuoq8hQNAuNpodaw8HUzAIMM49apQ5N93D51nXQ1BiHT5/Co3v3ohY4WD8whHfceiv68gXxHmh8yJTKTVCZPF9nuEWZQmFEOjxBeHENYUjfU1BW2EmE7x3+VH/y1RQ+iynYSb/vlPW8GUOp8FQXqpfrOgyLW60mSKynGxYKhVwnsCv1byQY1xk7PWOWw8FIMpiOxWQMUwATw1UKQQoCNOpNmKaJ97z1Qxe1fv6X//QZyJqJkZE1UA0B62kMO84ctyGT0rDr/St8OFnlS7CNlLiaymCVgLiSK0HJa6A8Il2xUD99DoW/+kfY8UMYv6KF0okcBp8YARoSyh97F9o/czOZdvJ1k8UC1YQ3FaIQ/ZqCte1Pwzm2F21YcJuO8FrWVSg6QUVgeuQ30cjtgC+1EcFg1SexuSii6yNFbYQTWhV/uPd+OJNVRBNVtuDwowDbhy/Bx95yL0pKXrynpL7iOhY/0t/xJgOpNj0fp4+dwpf+8QH8+m/8JoZGR9H2aBNhebC69JwExTetGmGVdQpcyRaZVbFRJNT6aXBYJFF3OZotB61Axc2XrUK/LcAqB41JIlSK5huJSGnaL9QDHDk2hRga1o8WMThI9iEqECXHKRHGZxqYaIW4akMRIWScm6ljqJhHgTxD2LJAgkpzWCx2tB+BUJKw58WzOHxyalmwKoyphcKU/ZIpoImUq1GIvnweP/r+D3Do4AG852ffyupu8TeCePT5HquLIOe/0WP15dSrvYrVdINj6b3518BqZ0PFSzb2yMKBLFNAitUuWA2cGuq1CkJNx97HHsHll4/BXDWGM8U1aD7zDN6yZT20Ug6T49N45OApjNx6A3aoKsZWbWawOj09zRtpmWL1opa27KCsAlkFsgpkFcgqkFUgq0BWgawCWQVe5QpkYHWZgh88eEYoApeqQAkigdq4JQYr5TPn8Jn/9pewVmxkoJWC1UXAMoGnKaziFmBJhkqAcglY7RIlbhAWH7w5Ql3G+953L7aMrWaVJj3SUKpUscrI8DyoSj/rQpNF15Xwq6UgVfw7dbRcCtR6U9KFOpQhL4FHTjjvBnUJlRyp8ASQolZi8qIkTVg+byUKL4Kc4l3TtdEHaj8k/0w9gVsE4Ki1Nkbgk2rVYHBHoJUCrjg5WpJQzGlsHUBKQzohAd5U+yZAR3JdiSUDPYdsBZxYwk/2vYifPPsYas4kNF3tqFUXww0BZDnIK21TJxjlB6wqJkVhqVDA2pWjWL9qDcPWwVI/TFXlawpIMZr43hJkDlyHwSBr3CjhXjdQazThOiFmp9tQFA+bN66EKsfYd/Qwnti/H63AweVjG3HHG26BodF1JvdGlmFYeXh+HW3nHFtPKIotADjDa5LpRnwdBFgp8AhUp8RRMhWOMujkK+qq8ITCTdyf7n/TH3QnD9clioSC1XFQr9cZfgdRzC31BJVJuaobmrC/IADfo0oVI06MuY6VQ4+/qixRHYUnar3egKYaGB+fxC++7xMXtWR+9o/+H8SSjuHhVdCtXDLiYzQb83CcBr8P8j8W41n4rrIkmK9ZRkQ1N0xYuRzsQhGyqcHMmZA0E43JCop/9wVI+rcwv6WJgVIOxS+uAI6paN54Kep/+EuQ21RrYVkhFOpiY2FDvoHhmd9B/cwEXCWHZtuBTpsWmgTZsGA5DmYH3oy54r1wNQVBrEJXyVNEYsUggcJYi/C0fxp/88w3gVoAlxSrmoxQjTCqlfBLN9+Fy4Y28pyi+cObBiGF7CX2JT3rSLpm0awlsDp5ZhxfuO9+fPRjH8fYlkv4+pYFq+TRzHOxu8EhNjpSoJyscTwOE39Tmgtcc7E7Q9CRgGvOMHHTZaswWBBzRqVz8NiU4Hou9+7T5kQQKVgouyhXmqyK7yvEWLWiBI0CxvhlIpybbWCSwOr6Ih8/W23DDyKMDORQdyK4joeRfgu6RBsNdLupzsDTL57DwROTDFalSEDTLiBOFaspMBYqcYbEUcBg9eEf/Rgv7N+H97zr9q5ild0+hBK799FVqwrw3gtDz1+XLjwFep/3/x9Y7VoBSJHKilUCq81mDaGiYc9jD+OybRtgrd6IU4XVcJ9/Bq9fswJGjoIMZ7Hr6BnYN12H15kFbFyzCX19fR0rgNTmJrMCuKglLjsoq0BWgawCWQWyCmQVyCqQVSCrQFaBV6kCGVhdptD79x/vwL5edSe3p0ohtFiGaedw4Mk9+OuvfxOllZsRRV0laQoU+CQ9YDUFiKxY5ZRwSeSF9DzOe70gRn+pH+9/310YKPUz9FmkfiU/QkGmOo8uYGU0cj4gZlZ7vkotPY2Auuf/PlWT9QJa9nsVVDd5fWFWyGpfspMlSRq5HcoExwi00JMF7BT1oJAsshKQsbBQZuuAoaFhBnR0Sgr5oQd5JxqaBM8PUC5XGeg4rsc+qwMlG6apI0p7rJN0eXFBKexIGWMCtaiF2Anw6JNP49mDT6IVzkPVTEis7Oy2wqffEwij+5YCb9EqnMDWOERIQUWQkDMsDBT7sHJkBFvXjmHlyiEU8zmBZUNSiwoAqWkqWx1QnUzLEvngsgzPI4AXwDJEvZ7Y/xz2vnQEXtDG667cgTdedwPbSERUxwCQNY3V0gvlE1ioHOCwNEUtQVWtRMEokuUFtxT3lGwCeu9vZ8xxc6+oGf9vJ0mcbmnaqN+9zcK3teu/yFg0ElYQbfpyHAG+yEJDpYArk6GSZWgiuC1RO3bHc9pOndQ5eSm6HRSORm3vlBR+6tRZfP/BH+K+v/zKRS2Vf/rZz7KqcWBwJaxckQPPCD63WwusWCX/1u4YT4Ll0o0Onm8SFE2Hbeeg9RXQR8pVAuU5HY3pKnJf+Tzs4oOo9Zdh9uvIPVmE/nAJXn4E9f/8S/CHhjo2GKlyl2q9ffQw8ic+i8pkC65iou470P0AkhpD0UzYfoSWuQLjpV9E09qGCB77vNIuAYEtavcPzRgPtQ/jq3sfhNQCnMkyZAp9MgArkHH3tp/CHdtu4s0HUgDz/EsAqLjt9O66aWF0T6ntPnADzE5O4fOf/wJ+7kO/gCuvuRr1ZgsKb2LwQrfoXoTdFKvOz3n9SALDEv+STp1Fd4CA18IaQCihyWOENihufM0KDBZJpS5D656ROv/RDoFy3eHxrUjg9WFissretGNrV2JkMAedgCiAibKDiUoDV64vsUKeNmlOzzQgGRZqrRih62Hr+iKKGktpu2D14DkcOjEFlYO9umCVLoWVqTyGUsUqbQ4lYDUMUMzn8djDD2PfM0/jznffwXOANhgYmy4Bq4uhqrAZSOdjd04mK1tHnd9dqy+0bnPnQ2ct7K5ty63xy3mssgVIolhVZFKsymwFYKWK1elJhG6d55AvqXjq0R/jNZeuQ37dZpwqrIHz3B5cMzoEy7YxPTuNvccmoN18A262S9i0diwDqxe1mmUHZRXIKpBVIKtAVoGsAlkFsgpkFcgq8L+zAhlYXab6+/a91PHAW6xaleHLIYwQ0KwcHv/Og/jmrp+gMLwRUuQK38DEgzKFRdQqqXDwjviiB33AT60ALgRWBQwUKi4Kulm7Zg3ed8/PQFPtRSqwjhqM09zTD89CSXoh9Sq/dqpqfVmwemHomsLQ3g/44nyiPZcVqvzaApZ22/LFzxieUPZLSIrAHp/NJGiKPrg32zHqjTa3k5PKsd1uoVgswrY12IaOar0O28ohDGP2V6WvgT4LhkkhRKTEFC/LnbwJ+BRAWGSyCOsCoaSdqzv40c6f4ODxvQiiCgwlB1/zGB6QgjC9ZwKuCugox4l9A0EFppCcD89BVuK1yX9UgLl8pGJ0xTA2rlmDbZdsxmj/IDRZgReF8OMIgefxxZJKz3Vc5GxSPQqFbhwprN59dO8zOHD2JIKgjTff+HrccOWVrMol2BX7MXRTh6pGODfxDCamn0TESrs+yEoBkHLQVPI6FZ6OQgVGgVdiEyB9dMYEk56ee5+0bPPz5LAzxDobA6RvJdFt4r3KauxkjPuhD8dz0Wq1+R75noDpBFgLOQGWWL2azAs6llLuhaI7USyS3QR5fEaAYRVg6DaazTb+5TsPQlUN/OdP/fFFrZ9/9sd/gihWURoYQb5Q4tcg9WGrOcdquyB0F52X51kKkclzl8aApjFYlfv6UdAt6PkcVEtGbaGMaN8DWCk9iGawwAFjBaMA9b6VwLiG+q/cjeZNOzobJPRCqWfyVau/j9zBL6K8APikfpUcmC7BRS4ENDmGFFg40f9uVI2fQayUISs5ugFQoENSFDiGjwebL+Lbe34ANAF3pg7ZJLAaQ3ZD3LbiKtxz3e2wzByPBVWleSM2H2idWvrgNn05hu/6KM/M4fOfuw/vufu9uP51r0XtZcBqkMy/dK1Ix0ZnoyKBp3yvO8OO1pFkg4aUoqQK1WjDJMY1WwbRl6dNFhU5VeWNCfLGpblDalrqMKANBrJqaPohjp5cwOTpaeTNGFs3jaBUFD7GC+0Y1VYbl28YYjCoKyHm2jKOTrqoN2LEgYdNq0ys7ZfZRoDGLG0NPX1oHAePT3bAqvBUTa0LhGL15cDqzkcfxd6nd+Oud7+to1jl902AsmfOvRxYvZCy9V9TsHJHQaqMXqJ+7b3Xi85zAY/VpVYApB6PKZQvsQKQIwWVmSlWrLpuGy4kPPXIj7F161oU12/Bmb61wIH96AtbvBkQtluYKPto33g1bsr3YfPaDbzOU3gVbcxkitWLWtqyg7IKZBXIKpBVIKtAVoGsAlkFsgpkFXiVK5CB1WUKvv+5E4tUnunTFHjwQF6ZKiwEuO+Br+PoZA2RrEOmFmuZ2leptdaHLotgKgJgBA+o/b8XdhLESDWei9plWeQq2oPpg3+r4ePG667H29/2RoSBAE8dIJbAUQEQLwBTGXqJZ3dfbbE9wNISiDOdD90upG5KjyWfzfQhntcFNMt98GfQeZ6hKwEeWXiytgma+ghCUo2pyNkGDF1FuVxn0CJUXwp7ixasrsK29/XoutJwsF5PT1J8hlBx8lwZP979QxwfP8DwSlVihEl4Va9qlc7pBzK34NMYCEMHsaTAjzVW1CmyUFqSlpHOTRBOlRW4FEhEMDmM0V8sYnRkJTZtHMPG4RGUbAqpUhEGIQddEZjRCDQmST7UBl31PPxg106cmZ1GHLVx1+3vwKXrxhj6UrI5PSgQC7GHsxM/RK16GK7noeW4qFZ1NCMdBvmclkocAkbeoJqhQJNCVkzzWEq9f1MOTiCJ7Bgi8UXen6RCVckGI/XApOqR2pQOJ0+GWOFgJ0qaJz9PUqOqCkFWcCt3u+2xgpXgKumFCazTKCHAQm395B9KIEWNSfNL/qY+DFLekn9orEBTC7Bzg/w+9uzZiz1PP421a9fh//zlT13UkvkX/+NvYOg6bCsPi6wAYuF32XJqaNTKCMJ2Zw5wjVJlYPpqDIAVtnMwiv3QcjmYtgndLCJoVOCc/ioGoi/DLVdhBRqUjTq0QzqizxWhXPPTOPvhW+FSAJ1CYWkOpCCHnOXgzf2fxcThU3CqDpCz4JI6HiG3/BuRDUmbhR7IqMmX4gXrl+FpCvRIh6Ll4Wh5aHEVjh3ivtldeGH/S/BabURzVUi6ikiVeRwOFvrxiZvvxCXaCGKdxqAOl2LmElVj7/rSO6dpg2h6Zg5f+Lsv4M0/dRve8s53oFyrQ2GLBLHC9D7CRYr3ZEMp2YTpzFFeN6SEpdJcPd9fl85Ja+olY2ugqxFkVYFqm+QDgmGdgLKEctOF4/rIWwZslWxWgEo7xLGT46gs1NBfKKBoqDCVCJMNGXZexvZLVsNSIvZPlWMZc06AWiih4gCNmoPVgyZWFxUY5DssyXjuyDj2HZ6EYsi0xwApanTaBMS8SPymeeQk/qqJFUDetrD3qafw+CMP4e47385zUrdMeJ4PRdWSzZ5elXg3vIq9XhcFjKUbRqkdwvJq1Veifu3dZ1u01vNGTffaXF6rYqgSeUWzaB52fhBSJGFhehyhW0XboY2rELt37cTGNSUUN23HVPfJYQAAIABJREFU6eIoStVx6GfnIMkeCrKE066L+sZt2F7IYcs6YQUwOzubdCvQ+iHhdz7+8Yua49lBWQWyCmQVyCqQVSCrQFaBrAJZBbIKZBV4NSqQgdVlqkxglR5LIYMU+wgVgz9Uot3A397/FYw3IqiagTj0WTFGjyD0BLgi1SYBjQSipucjyCrayhfDUFZ0sppVtF5LioZWw8Obb70VN990HQc5da6JGUQSTLXUC/YCytQUrPZ6rl7o7TNrS9rne9//y4HVVMna+YjP6r5eJVr3lZY/TwJ0OV1ctFtTazMFP3kBgUChim02Wqw8EzcohmXqGOgz+Z+p8i59Nc7+StRa/DvxJH5/fqTi8IkpPLr3xzgx8SJ7k1IIDsHY3vN0vqewlsiDFrWwfdtmBoGnz06g2nTRDqltmUChxkpY8gSlV4lUASVUgjcE0ijV3jAwUihh5eAwVo2u4P8WLJsVzDRmSE2rkCJSVnFuYQ4/3P0EpupV5DXgzjveiQ0jo9y+TKCL3gupOMOojvHJh9BsnkDgh2i0HMyXY5R9icFhX2kAuXyO1a3kI0vBawQ/U7VxagVAfrFkV+AHAYdvefTlefx96Abso0u/i1iRK+rte6RNk1kZaxoWbEv4qRI01lQNmq6B8ut9Asi+8CF2XKE0pp/RPdE08l81oMtkOUuAO2LrB1O3YJlF5O0BWPYAzFwOjz32OObn5/k+/eav/M5FrZNfvP8Bvn+aZjLYZTeLCHDcOur1Cny/JXwjknnUY3IhxhkrcxOwWiglYNWAZhQRtutwz/wzBsP7EVXLCDwJhbVFtrGIH5NRfW4r5n71w0CuD4FHfrohwljDCquBGwp/gvGDpxGSSjVnoc1glU1JocY0xn3o8OEoAziq3okF/Wr+GQHoQMnBkiOUrQCfO/cwjh0+Aa/lIJqvQCI1N4PVCIZi4P1X/hTeuvUG+J4ETTcQUCYXqc2TOXshuOqGPubnK7j/7+/H9dddj5+9+25U6nUOY0sm4yI/ksVgNVG1d7x0e7ZuaL7xYOLCLtlsEf+WJRfbr9iKkYEi35VKq4Va0yGNLizLxtx8jcdD5HuQI4qfihEpJmTNwPzcAmI/wOhgiVWSCw5gF2TsILAqR2LnKZbhxMBktYHZRoRGy8dIn43RgozBnIYIMvYfmcCzh8YhazFk8vuFsNPofnWDt2jbhryMRcBcgLxt49m9e/DIj36Ie+56J1ti0GZCGrCXTKbOGpauZfwDfj9d0NqBnMJQpTP+l9/AWmrrsRjgpifo+rAuPqdEIX8JWKX3Q2CVHrQxSM8kx3ErPwgq5cL0BCKvhlY7ZLD65K5dWLs6j9Km7ThXXIlVzgJWtcml3GOf6ZfKZUwMr8cNK4bwmjUb0ddXxOzsDK8N/PdRlvCpDKxe1BqXHZRVIKtAVoGsAlkFsgpkFcgqkFUgq8CrU4EMrC5T5xSspmAlfRq1fkayBsJm9fk5/N0/fAO1JJmbfPYIqtGHUAouIXhKtI0UVr2KVFJYpa3T550/ha2seiJFmwbHCXD3e34Wl2/bgsBPwaoghl3Ier7SS/yu+zwWwfYGWZ3f9StA0gW8VTvv/8IOAYs+4Hc8EtMm+SXHLAUAvdfEYJnBqoBX6YMAAnubkp9i22VA57mUeh+yarC/aCyCEmnoEoPVHiiRAgsqg+PL2HfwOJ7Y9wjOzL4EhRWSIjinF5h0LkJSuM21qLTxwbvfidGhfkzNzOHEmUkcODnJoToLlRZafsh+mBRKFcshdE0TqlWCYwxxEgUzBSBpKgbyfVgxOIQ1o6NYObICBcuEGgKGbuLomVP40dNPYrJZxYZSCe+54x0YzBXhBQFCQYzZY9bzZjE98zhcdwJBEKFab2N2vo2Jmg5dN5Ev9CFfLMK0CP5psHVdtOwnalVu8w1DBEEIz/XhOKJ9n/5Lrfye6yJ0Aoas5H1LFgYEPQj4uX4TgRcyqCUvyb6+HAo5GxYDVvJUtaDR6ymqaO+VJXhOwP6rdG6XYBhDSguGTlYBLEaErpJKuYThwVUY6F8NyypC1XQ8uftJTE5N8fGf/NjvXtRK+aUHvsbvX5E1hroR+RnEQNttoF5dgOs1F8+V5FU6QzlRrLJfbLEEzc7DsHVoRgGx56J95vsoBX8Lu11HzXFRWmHCyCsIKhJa+4o4u+Uj0Edfg9gPIas+nFjBpaVxbI3+EqcOn4GmmICdQwsBNLrOkHyVgcjTocsOoMWYxNU4Lt8Ll+oqB4hlHUXNxmnLwd8eexBTJyfhOy7ChSpk24CkqYja1GKt4caVW/Grb30/gnrI44egK6XBiTXiPBm5CJbzPVSqdTxw/wMYG9uID/3iL6K8CKzy6pF4pCZy9HQzQ6wsApymtUxU9mI9EPVf5ELRE8QnRSHWrl6JYt6CF3io1ptsQ0DH0NiuNx0eG57jAqEvQtok8h62eKMh9DwYKkXY+4hUA0NDNq7dug62ErEalsBqhBCzDQcvnSuj7QMbVg9htKjC1kiZKeGFIxN45sUz0EyqFR3TZo3uhcBqDNpQ6QGrloX9zz2LH3zvu7j7zneif2CAgXaj0ehYYVwIjPLPEurf2fxIYC6VkYZt72OpQjVd77r/XdyN0Pv7C4FVcduSYK7E4iZVrAqwSvryrmK1PDOBmEP0aLxGeGLXLqxaZaN/0w5M5IexrjyJoixz4FrcbOO5dh0zw2O4MZfHtrFNKBYLHSsAYR0h4Xc/fnEBdRe1MGQHZRXIKpBVIKtAVoGsAlkFsgpkFcgqkFXgFVYgA6vLFGw5sErkIYICU5Zw5vgx/MO3fghPLwBxwECOP2xyC3XA6lUKxUm9BRmmRgKG9npS8mdXTstOQ3ISu1SZWqZjyIqBn/+5e7Bm1QqEJC1bEjzFxzIw7YLW3sT1jv1Aci3p66Xp7+eVgBWr58MVet5y7aK9H/AXAQJCDxfwD+z9QN99ffoAL3xQGfRxAHsCWUkBxqpChdv/qe2WVKu+71GMEAz1/EAWug7W4PWA3RSC0PtrujF2P/sidu9/DFO1U6yspA/y/Do98KKj1ooV+I0yxgZV/Lt73gEdAkqVaw2cnp7F6NoNGJ+ex/Ezkzh28gwcL4AvCW9TtgmQFaiaiN2h4DB6LYbwBEkDAsQ6hgb6sW3dGFYPr8LK4WEcOHoEu/Y/iwW/je1r1+KdP/UWmIrG/pyhQknwMQxNR6N9EvMLexAGc1yXatXDzHwZp2d01BstuH4A07SRL+Rh5ywYhsqKsDSZnq6JzkngtN0mmNpKvFHb/G9qWZYDCSErWF320iV1LVkS+B55oEZs02BbOixbRT5vCuWqbcKyLOQtG7qhs4qV7p8sGfzeXd9Bo9VkRayiacjbeehkVaApbDXQVxjC2PrXYOWKdcjnBmDaFp7euwc7d+3EmrVr8cv3fuwVLnni6V96gEKvaCzp0BOwSnYHnt9CrVaG49QZrPbOSR6z6asRjIPMdhRmoQg9V4BpG1ANG1IItE49ipL/5zC9eVTaAYZXkn2IgmYow1BUjNffi0bhBiiSCi9qIJINXLdyL0bnv4YzJ2ZhF/OIdQtOJIC1FsQIyTagLUOVfBhGjEbcj0PhvZjTt0KWSTcYo2Dksd+axxeP/gD1UzVWe8fVBiRbh6xr8GsNqIaBIcnGJ+/8ZQyHeUo/4/ArEfzU3W1J1w2qAamp3TBAvd7CV7/0FRQKRXzsP/46Fuq1HiuATnGSugmf6PMeycYJ/VzEyKXKdlHv7qPrFR1T8hZD2iQ0igOwCG4SmFbg+1GyESNBV2QResXhV7SWie6AKAj4fQRhiNWjJdywbR1sNbF0JY9nhHAg48i5CuaqbRRzBi4fG4TM4VEyDh2bwp7njkOzKLxKhRRTWJZYd5azAhA/D3j8H3xhP/75m/+EO9/zTuQLBRFelawzukqq2GVa+lM59RJFPt0foffuqlnT2i0LaRObl8V1Fkd1A67Ev9Pn9CpWxZylDS3aJFL4bKFE1grCCqAyO8mKVdcjm5IQu3btwuhqG4Mbt2PaKGHF+GkYpgSd/KclDbsbZVSGxnBTaQCXrB9DoZBnKwDyWBWbkcCnP/EfLmqOZwdlFcgqkFUgq0BWgawCWQWyCmQVyCqQVeDVqEAGVpepci9Y5Q+diXoqjTAqmTp+smsXvvPYXkh2PxCQS6EElUKbgpChjKQqhAOZxnBAT4Ire0Fr77nTD7Pcss9t5TJqjQZWja7DBz9wF4p5UtZ11a+LLl3QyM6POjC187Nuorv4EaHFLozsPVd6na9oACb0sidEXkADhnddcNJ7zk4SOf+wp+26k6ydQhc6BymByc6UwKeor3gtgqwEOkR7ai8Q5bP2KuR6fAJJTbxQc7Frz3N46sBjqLpTbOfAQJdgiDjZ4oAnWUN9dhI3XDqKe97+RkyfPYl8YYC9Qyv1BVy67XLEsoa2F+LZ5w/AMG0cmyhjZn4B9VYboaRy26yiGSAkwQ3UDI8JsBIopt9KMGJgoFTCyqER1FoNTM7PwwkD3HzZZbjlta/ndm4CKvRFyJbSzivNg6jV9gNhHdSpW2+GKNdmcXbSwezcAsqVOsMhK2fDtEyYZg6U6s3wQhb+vxwSFTockhXRayTeqrQ5wONR0thrlZStIlAqYAA7ca6BaqXBalcC4QROCRJrugydbAcIPpo6TJ3UoSqHfOmakqhYZWE3EJJqVYapCbsCgqvU3j40sApXXH4dNqy7BAW7n2F7tVrGg99/kIOL/uNHfuMVDdP0yV964KtcfPKE1TUrUSlLDFar5Xm0e8AqHdMJWEo3QXhI0/vTYebz0HN9sGwNsmFCik20Tu/GoPtfoUfjqDd1lAYsRFaLbQFKsoEF9Y04GbwJqkTq4zZsS8H1I9+BdWoXpuaaKPSXELKHL23MRFAjhcGq7IWQwxgahSopEs461+Kw8g62J6ERUTAt7LLO4hsHd8I700JASteWA1BNbROtuTJkU4Pkhvilm9+DW9btQBgrwsJEIe9QAeqWqlYJt9K1EKT/5te+ycrQ3/q930OlUWeFOVmdpI/zoV3XBiCdo2Kypsr0BFjTS1No2wVC1aI09K8TlCdgPqvjI1I4awL2J4F4HX9kVp/zG+LxRaFwdK0rhnO48dK1yGnkM0BTXbS1l50Ap2aamKu3EfttXHfZBlTnp1EolDA5W8ceCjXUSUVKGxMe22bwOrPUY5U22kgDGwYMfwmsHjl8EN/46lfx/vfdhfHxs3xvduzYwWpaWtPYLLrn0akDjYElaxGvc0usABbVNjnPUgUrB2z1ANze10vB6nn3b6nHqu/x/BcQXkIgSQxWyaeWwCorVsk7No6xc9cTGF5lYHTsSsyqRQzNngVaTQ4Sg6bg2XMTqBXW4nWbx7Bl4yWLwKoIwYszsHpRK1x2UFaBrAJZBbIKZBXIKpBVIKtAVoGsAq9WBTKwukyll4LVFDZQ0AmpC1cUbPzTN7+Fx/efgJYfAAIHESVsJ2CVPxOqMoJYKHsYLSSCpDQFXXisLlZ0pR9qCcMquoLZuVns2HEt7rnzZ6FSYgrEh+8u+CBQwI3vLwNWhWo2fX3BJkQS/YUeKQrtVawtfk1x1IVUT+n5EiFX8uE/sSRY5sN++kGfW7Mp9Ig+yEcxKFWceAP5GwrP1cTRj1qikxcgz1lZolZ7ATiWgoRexeqi640lTM3VsGvPPjz14mNw4gqnjzNuvlBQDEPHEM3yBN5y/Tbc/fY3ol5egKrncezkKQ69It/EVtvBipWjGD83gS1bt8KXdJwdn8Lzh46gFUmYq7dQbTrwo5jBIXmv0pihL5LKEuSMuCtb2AZQTagWBETeesMNuPqKHQhcFxGlcUchdJnawGOUG8+j1ToEKW4i9CU4noqWN4t2M4LrBnDcUIRLsWpUtL8TWKV6E4wiNa0A7pEI3xJGu8JJIt1UCAkHE9BK7k/goV6r4eSpszhzegLT0zXUGj5c6saOhZqVfHEJhmsqtf9SCJUMhQLHyDuUVKlsEcBpXwngpbAtDZopwqxWjKzBddfehC2bL0d/cRh+6HPQ14mTJ3Do8CH8xkcvzmP1K1/9Oo8VWdbYcoHAGo0xP2ijsjCHVrvWUaxSVc4HqwIWUi2NfA6GXYJpq5BNEwpyaJ3dh2L7j1CUJlCveyjmbPiKh0DxUPQ1tPsuxQnvbgTeEAO4wUIdV/V/DcHxg6g0AxQG++GHdN+ppZy8mynCCjAIIgYhAjWGpgNtZwC74nvhSsP8+5yl40facXz3wD7IU034UQDVDRBZKnKFAmozc5A0mT1Hbxh4DT5223sRg8aDjpB9VrsrQqqip5+Q0tOPYzSaLXz3W/+C6alp/P5n/m/U26IdX4DVC2+giDMuA14TuMqKd5p3CdjtqCXTjSFar0ghyWsoKbW73tI0ztjSgn8lg07BSvdk3gi/Y3Y6YBgfQsbKoRxee+la5HWh9qdwKtoYGy+32Qqg3HCQt1S8fvs6zE/NwrRtzFdd7Nl7GLJOCxNJXd0O8BQbOiLsjWcRdzCEDFZpPaXwqmNHjuArX/4S7rrrXaiWK7xxtmH9OoazrJSnboclNiysmE48oXvXYHrPDHNZOb28YvV85epiK4BFEDsJLzv/fLSFI7ohUsVqClZTj1W7MAQFMiozAqw2fYp4lLFr5xMYGNGwetMVqCp9KM2fgVutYOVQP7zYw+lyE6daBl5/xaXYsu1KVtSnitUMrL5a/zcwe52sAlkFsgpkFcgqkFUgq0BWgawCWQX+ZyqQgdVlqpeC1aXqKUlS4YcN9rn8/Oe/jBem5gDDhBUoiGSCUpSongQtcStqzAq+tLk+bS1O28MZrSbwYNFrMc3QMbuwgNtvvxV33PYmRH7AClABELpItkeUmvw8MRbtog6GZqk9QCJYXbbdv6sxvbDf4r9lwPXyAQEd0qO63xMwIKvCSI6hBBE0WUJY0FE2KaUbGCRo6scIvQixF8CJAoSs7pRA2fEUIMPKTVKckXqToBMxFgqx4aZhei1KCJeI9DElZDBIkFRS8dLpSex8+gk8d2QPZINAjSK8FhOFVqp+TfV2PgGa1jxW5WS84bXX4dIN69Df14dnn9+PlSMFrjFbE8gqqtUGVq9eC9eXYBg6Tp0+iTVr13Ab8rFjx7Hv+DgaQYg2BUNR4rtVBNwQhiIjZreA1C5CWAUQwLvrDbdi3drVCHxPAGtSQksaZNRRbTwHxz8NShAnkRyBWfIJBUMzE7puQ9ctVuWqCgVKGZAlAqoyA00G791blNwvoR7ktmqqHIGqFOKQwjb0UKtVMTF+EpMTE5ibL6O8UMPCQou/ylUP9VYM1yX4rULXdChqEkYkOwxOqR1a1dTEZ1Jch0KhV7rGv+srlXD9Da/F9dfcgNHBUVb5latltiw4NzGJD9/9K/+W4Xjecx742jdYvagZJkzNgk9K0Jg2QlxUK/Not2ocOsTWH7GY1+QPKsSPCXQm9bGiwOLwqjx0S4Oq21AUE87UAVjVP0dJOQSnHcI2FISBxKpETW5DKQxjKroT47UrWKi4IX8Kl/Z9GQuHZhCpClsBuCEpA31GkjSmSJ/MAktWVJMNhQKEKva334DT8dXk/szq+e8oJ/CTF59CPNXieUXD3zUV5HQTrUZDBOlFEfIe8Jt3/Dus7lsPSdMEUO8B6b2qdxobNNfqjSYe+v6PcejAIfzRn/0JGo7L40KsR4vV6YvXtW5QX6+qPfVj7i4PBO57VavdVnc+H4e6JRtVfB8E7OsZuh2FqvhZ6t8qlKsEXMM4xMqhPly7bQPyhkKnZMsQ8goleNriTQhSVUvoy+moVpus6q3WW3juuQPEbhkUk2KbzQxofUsgLm/K8PcB+7wSbGWLBtvG6RMn8Y/3fwH3vvfdHNRGGwyk3hYhcInNbK8TQnLtId9rDQp7PHv8nkjV3XSabBXD95PqQOSYH+wEfkFIu3gi9K7LZAUgNqc6tUzrSt0QyYPeD4XXib9j5EsLBHGMfJEUqwoqs1MIvQbPT0NTsPPxx1DotzC2ZRtc6LBm59FuTqAaAsM5A40YODgP3HTVDmy5bAfy+Txm52bYCkDY5SDzWL2oFS47KKtAVoGsAlkFsgpkFcgqkFUgq0BWgVerAhlYXabSS8FqVyGqQFYdKIGEv/7rL+NMu41Y12D5OiSieklbqPCHE6hKKG/EIwWrBI0EsDsfrKaQy48VlGtVfOD978Zrr78KXpupYedci9r9WdWUorFEzZU8U06O6W3vXdrq2wtBlipW/6cGY08gzVI1KYFVsowNFUDzAoaKTsnAo0aIquTBimJskAxsihX0B4DsRPDckELQ0aIP+KQGDiPY5GmpqwIsJIoxgqRUKcIQDH0oRKzHYiCEiuePnsbOpx/BiydegJETZovk1xrEfJS4VwlcYIsAKNDdCoZyErexttsNDI2M8LnvuGYbxjZvgmFZOHj4GBwvRi5fgtOqwc6ZmJ2dxuaNGxmk0CmPHj0BK5/HfK2OQ2dmMFV3WFVKEJjAYmoXQZYHvu8zcPjgW25HqVRCEHiJ5QG18GuIwhnUm8/Diyb5+qOA2vg9+H7I4NAyc7CtPmiaAKsU2KSqZHsggExnfKat2dxm3FUAi/smlKppXQgo+YGLer2CuelzmJ+fQb1R4zCees1BeaGJiekaJmeaWFiowXNF63dMkEYmr14RTEPzgEAZfc9txVHAwEkmJa4qc/jVlTu249ZbbsGWTVsRBD4qlQrmFhbQbLbw8V/4rYsanv/wla/DsC30FftZtVor1xD5NL9C1KrzaDVriAKPDX8ZWDL9SvyNeyw3CMCZ+X7oeRu6ScA6z1YP7dnDyM3/FfLKXgbLhkaJ9TFUyYKqu9AsAw28CYcat0PSPFxeeAar9e9h8lAdub4iFJNsI3y2FaFtGWaXBPuoNjwuI66hpsg4216H5/2fRpC3UIGJb/nP4sXjRyFNuZCbHuKcjiBnQDUNhNUGFALyiBD4Dj541dtxy6bXQlJ05GIZPvtTdDdU0nVBKFYjNFttPP7Qo9jz5NP44//+53DYHzhRxLPtR9Lev0R5mS5bYiz1puaJ+967NvSC0lQB2lHy85gV47b3OsW45P8VYzQJzusODgFleX0mf0/LwLrVK6DS/Y0DnitRJMNxqC2flKdCbUozod12ECSBdnUK60q8hcXrCIApjkkgK8NV8oIV4JVuXs62cO70adx/3334+Q/cBTufW+Srnf5dSO1ROps6kgRNVlmJu2fPHux64gnohoYbr78WN7z2ejSdNofVEWpOz0H1JAua89Wq3WosVcZyLXvA6qLf94BVuj6yLOmAVUmA1VxhgMFqdW4agddA4AbQDRU7dz6CYl8OY2NjYl0qNwB3BhNujDUlG04Y48WyjBuu2oFLt+1ALpfD3PwMg9n0b+inP5GFV13UIpcdlFUgq0BWgawCWQWyCmQVyCqQVSCrwKtSgQysLlPmC1kB0FPDKMZAv4Vzx8/gb+/7J9RJ6aUb0HwZktIFqzKFwYiP/hzywx/okw/epHLj9msCBMu8Pv2OvDopKORXfvUXcMnYGrjNsMMklkLS3oAm1l/1Jmr3/JuvaJnUbwYFDGhJCfm/bvwtBaodSBJJCBQCHTE0P4Cmq6j3aXhBBapSjAXJRR+17UKFDqAUyciTv6QnIReQOpXgnodW5MFwNfhSjEASSJDhEwuthHciafyopkRf1FiCGwBPPX8EO/c+gpMTxzpgleBLkPi1cq0SKRnVzGnU0S838ZGfexdKwyN48fAhHDl6GgeOnsBQwcboyDA2blgDz2lj9cqV2LBuHfuONpp1zM3Poq+vD7NzcxgcHEFtYRKXb9kIWbVweq6Fh556AWfmFojCM1RM7SIYrHoeRkZG8KHb38bq5xRssAIPCnzvHFreIYTxHP+bFK4EdcgmQTct2HYBtlVksKqoBFZ1fo0UXNAxS1XTKdgRieCpgrD3+xCe76Jam8fMxFkGrK7nsGLXaXtoNBxW7S5UaqhUWnDaAYKQIJbwx41g8nukuZEGufEcIe9GUi6T0i8JIRoeHsaVV1yNK7ZdDdvKsUqvXK6AINcvvv/XL2qgfuPB76PYV0JfsQTPDTA9McOKcFmKGKw2G9UErDKiEvXhNDWxEdIZw+Qnaxehkc8qe8PaUDQT3sJJGDN/hby8G74XcSu9CIfSIck+2yDI2jocan8Udfh43dofoFh+GuOnW+gf7kekUIt6xEF4JEGmOpHaUicQnYBVar0ma9SGn8Nj5bvw7KSB/itNfLP+NM4enYY05/KaI/N1GfD6LWCuxipKWCokz8X2wS348I63IacXkFMt+Ek6Xe/GEMN3SYIXBnBdH0/ufAIP/fBhfPYv/hti8pH2F4PVC0I73mBJx1EvWBU2AjSWO76oPXdUqKQFuGQEK4nxwrYDdBCprXtW0Qu9tgjQ6m5IBbKJMPChkpA98oVKXSamztJVfggLBrIfoGtjXSb/nJTjNP+6Lf9ikyMFq6S2Fb8LOdiK72FIimUTE2fP4v77/h4f+rm7eaOkM45400b4Jac1Sv/LvsO6jSd2/gRf//pXEIekiI8ZZr7vfe/DNTdcB9/1O9cj5rEAq+nj5QBruubzWrdEsdo5PtlkSZ+brj8Ee4V2Gsjl+yFDZbAa+k14tKmja3js0YcwWLSxdcNqSH4b42emMGgAbdVG0VTQano43FZx5bXX4NKt22HbdgesputCBlYvaonLDsoqkFUgq0BWgawCWQWyCmQVyCqQVeBVqkAGVpcp9HJg1Q8jbFg1jF2PPoF/+NaPgHwRMqlPfUBSuy2s4gO5ADJa8n36YbwLVkVI1SK6SgCCPmRLMhotF1bBwic+8UvoL+TIxhXUrd776ADUhBsIZir+0fndvwpWU+iQKGzTTuf/RYPwQh/sBcCltnvyNyTfyACKoaJcVPAYtcLHQD6SoJJNgARY5IwQAw4p7SQJehyjGAH9gYxCDBRa5IFKKryQv6jdl96ss36qAAAgAElEQVQV2QOQ2o+CfmJSsSaBN812gCeePYCdex/FbHUCqkkBWERaKIyF3BYXiYO5Eu12Eyv0Nv7Dz9+JnG2yYnBuroZnDx2HPVzEAikpZ2cxPj6BUqkfW7ZswZZ1G9Bo1GDqClaNDqNercJ1XCw0pzE0UIAcqJDMEXzvsWcwUW5AMTQBtgk4qnS9AUIvwKaxMbz3tjezejVtlU4VpJ57Gn70EiLUBSQKqIU8QBQq0AwCq3lYZgGaakJOwCqpVjtgtccfM4UnqUqVAU8SwMaIi0GzSDr3/DbKlTnMTJ5Gq9WA77us8vM8H47jwmm7aLfb8Dy6CQJw08YEgSG6H6kVgPB4TYEZDXDRfk+FCOmeRhJy9gDWr78cwwNDsKwcByYFno/b3/TBixqlDz+9F6ZBFgkG2i0XMxPTiP0IshyhXl1AvVbmOpKhRGeXIepaAaRzm+CvmctBtftgGjqDbAqw8iuT0Kf+BjYeF8rHUIaqEGDVIUnkjUvjK4dpfBAnvEuwtrQLG1sPolZtoDjYl3h+0uYAfZG1CPmcghXPtB1D/JNhqySh5RfxPx7fjIPzfdj87kvwnfKzqB+agV9uQjI1wNSglwrsDS2R5YHrwQ5ihI4Lc2QYH9l+OzYPjkExch0t6XlgNQmv8rwAe3fvwT//07cZrOq2zfMtWXAWqVEF8OQFbYn3ceoL2uPfy5NUPLf30QWNIqgqBYed63uZHSAeq+kpe87L60DnpWhdEGOT5n8KOxmmJjYYhD1lUqBykJjEmyWksCbLlxipwlUoVtPNsxSq0nuhjQ7bMDAzMYkv/P3f4YP33o1CgaxDBFBN7QzYnztR3Kfvm+ZGw/Pwxb//PLyZaawf6oeqSJgqlwFdx8999OM8hknhSTYxHIbHoFqA1aVr74XAc/JEVkGnj8XPE3ORHqliVdzv5cGq65Fa/v9j702g5DrP88zn7rX13uhu7GisJAiSEAlSXESRNElRMiVZkrV4iWxZkeRknJkkXpLMmTnxmThKYkuW5UTxKsuS5ZFs2Va0WpRIcQOJhSBAkFiJxr51o/fa6+5zvv/W7S6AgO3BeGjnnFtHze6urqp766v//6H7/O/3vjbbn32avqLFltGleOVpanMVhgs5aoEuW0AQGZwObFbcegsbb9ymwOrU9CW1zmVg9bqWtuxJWQWyCmQVyCqQVSCrQFaBrAJZBbIKvMEVyMDqNQq+/+UTr1N2ysWmIITRkSV87at/xfd2vorT06cuOqXrU1LQ0wvjJIFaQI2uvENTVZMcLgWr6tq0Q1maXkwrsBZpzFWrrL9hHR//xM9iiHJLqWKvIA/t809tBdqXv5edu1y+X02lKsFFiyqy5JkKWFzBetMSJaq9qx+/3WV71Wpe62JesQsBq6IEkwCXosWlEhw3RLEoQT0ak3pAS4tZLl6hQEPa+8MYX1pQ9aQlWmJ9BgWyxhaDoU6XG6G1IqVAFAgivpyiWlMwRRRuhsFspcVTO/eyY9926r4EV4lkTvUJq3PqMIVtc4eYerXM1tF+fva9jzAxfo5CIU+t2eLSXJU3b70ZzXCYr7bY8eJL1F2f+UoFt9Gi2aixeuUId27byuplSzl/7hyeW6evlMdrRdTiIo/vfpUZCRnSQPLdVUK7yBGjgNgPedOWW3jHW+5RUDbx+kyDjSLc1nEiThEjfpcS+NVS4DOOHJx8UVkB5HJFTCMBq6ZhJ4FfbfVlZ/BQ+gEm4zgJ5JFbp5IuUbFKIJa0+V9iauIMrVZTqVXFV1KgiIAe35MWa1H6iZeqAOO2MlaAoCWqbVMpcBVYTeEqAr0kxKsdUKaZeF5IueKhmyVGhpawdHgIS7dxjAL33f2T17Vk7jh4OLFB0HQCN2R64hKB6ymGWq3MUy3PEIrHaRSgCZRXveWvl3ErL85iDivXi+M4SrWq5/KE1Vns8S9i+o+jaRGmJiFdHlEQkxOFuwaNsg+lbexufpyjYzXes+a3GCmexXTyyl9ZPoIErAZqHDjKZ1Owqmw4mGqTwLTyPPeKxovHNXIrH2Jq2xq+d/oF6q+eU5sWTk9JBeg53UVagU8u1Fh5bI6BiSYTXRrnbhrgnRvfzGPr78WwuhZCuq5stRfFrVjEuq7HgX2v8NU//TM+9V8/S1dfH57rLyqe22i2c63oVKyn/tDJfVfYALTh6pXrxevXj8SnV3kid4hfk6W0/Rml6tj2RlUyiNsbRwLLxa9UfheYKuNRAKiC+YkSViBqMuaTTZYkCKsN/NVrySaB2AckatHOr4XNiPZGhGyAiGJ19tIEX/j8H/Lhn/qAsvQQqLrg2Xvl/lr7/GVuzJTn+eof/SH3r1/LaDGPHvrUwoA9x8a444MfZnDJkJpzsrYlx5b30JFCdhXA2jlp0vrq1wCrkSb/frT/ZYniZKNAbRomYXbKY1WsADCpzEwqxWqzFZDLO2x/7imKtsbWTaPUpsexPJ+8rjNXbWBpMV2lHiZii+7RjazfcpeyAsjA6nUtadmTsgpkFcgqkFUgq0BWgawCWQWyCmQV+AeqQAZWr1F4AatXu0nIy/LuEr/927/Hy+emKfQMoIW+Spq2rASmKmDTCVY7bADSv6l21gWFUargaitN5SI7hPlalQcefoD3ve9h3FqIJmakV4DVKxWr7cvf11kBXPlekvN4PShKlKSXi2gVrkgB8NW5aqK8usbt2iopAYQJADAk2bvLZrwUcVSFSxnkRZkq3qgRCkQFukaZkHnx4dRMSu0QG0F3EzToxWIIk/5YozeEnIRZycu7EXorIGr6yh5Awq4uTs3z/R0vsXv/C4SGi6YHC4pVJQfs8MNVoCWK8JpzPLR1HR94x4PMlyvElsbBsaO4scm6oWEFEpcMDHL65Ak2rh/FcQyOnptj1+5dTM1MKRgxODiIadrcsn4tt910I5ppsfe1s/z1zpdpihbRkHOWhCJRQEvbd4g4TNx3193cdfNNCVhNaZLyOhCweoQoPkOMT6zEg9KeLNRaQF8CVh1HwKqDLlBVt5TPaqIAXPSrvBpsSeBSClm1xGdVBichzVaF6ZlLzE6eUWEzSi0ciGJV/F0FsEqAT5woU8UyQz4vTWCqiSbK2XZ4lQpya88ZCehRYFsLVQCXWBaEgcHMfIOZ+RpdxUT5W7K7WDmygW23vf+6ls6dr7bBqszTIGZ2YhK30VSlFRuAynwCVuVLVKkqoElA3BU2GmL5YeVtjFwveTuHlTfR8yXiWhXr4p+ge9/CMEK0WIC2R+BH5ATAmiatWRe7p8h3qp/mz763gg+u/xw/c+8PcT1RcVtoup3s2PieUilahqkUvAKDbVPguEbLc/jiDyLu3tJkPHwzXx9ex55je2ieukTXYB8r6zr2eAXdtji2sYQeRNzx7CWGJlyOvGmA/estbu5exse3vZdeewjsRVuITri6AFZbHsePHuMPfvcP+U+/+SmGli1TYDW5SX06SGd7Eyad/+lqc/lKsQhXVdt/h2LzsvGotrQWfVLlb6oroGMJu3zzSF6rraRte+MuvF7kESvfUjMBhNK+H7hKuSqfr97uCuj0O5XApvR3eZ10A00C3F4HVRcsD9qPiyMKuRyzU1N84Q9/nw//5Afo6etV41udcxosmFaxbTUh5ybvsVapsuP732Ndr0OuNo8VhcxX68S5AssefQ9dpW4C8YRtr8HKj3dBXb5YxSvVq6/7N+EaVgChmu/JvwHyXpVStx1eJfenHqtGG6xGQQNRrOZzJk8//QPyts6bbr1ZWaTYnk+g60rV7ohPsGkyF0FpaA3rNr3pMo/VVMWeWQFc1xKXPSmrQFaBrAJZBbIKZBXIKpBVIKtAVoE3qAIZWL1GoV/ed/xy1Wf7ojJXKlACfv1Tn+N0NaDU1UMc+IQCiZSFZ9L+L7AoVawqtWnSD9v2CGy3tHaAzc6LXpVAHkLd83j/B9/F/W+5lcpcgIlF3AFWOxVanR6ropBLoFmKO9oekVe8VzmOSoTvdCBsQ4FO5NoJLC73cl18wb8JrKaPuhKwqtZb8ejTYky5WO+2OVOImJacew2m4hYDmsmIaFLbsED0YxUiau0TdKKYAgYFEZxK2ZT/YKD8CuX99UgbufJmlYAs0ANUC/TYiXG+//wuXj68G2zxrg3b6kABe4sqTXkNAYvSft+sjnPnxmX82I/cT2/PgLp/90t76B0apLfHplptUCx0MT5+kZWrlmOaOiWnj1cPH6S7r08p5I6fPMuxE6cx9YANa1cxNLKM8dkGh05cwNdEudm2JJD3p9q+Y3KawcNveYDNa1cpaCk3UeAmPr0urdZhwuhc4naoRHeSRi5q3pxSrDpOQX1JWr1AVRUMpUt41WJrdfoZpa3QiVo1QWDy3tPf5T0nMDyg0ZxnanqcmamzBJ5AQwGroYImCrQKLJeAJdtUYFWosYBcgbqW47TVqmbyntvemclYS4CxBLXFsUkQGZQrAXPlGjotBvuKjK7YyPoVN7Nm7QPXtVQugFWVpq4xe2kSt56A1UajwvzsNGEo1gYyaNqWHVcBq6J2FLBqOmIF4GA5JkahSNxqoV/4GoXwf9D0m5yYNVjVF9NnR1i6oTZh9JpGnG/xpfHP8uUfruPW6Dk++7H/G0ObIfRlo6ag1IGa3yJn2spvWdifbeSUvYhpOzx3QON8ucRP3DXHzhMBv9P1CPuOHyKu+Qx393Dn0xN0X2owu6qLPfcsoWyGbHlxhg2nXQ7ft5IDAy2WeBYfv/N9bBjZpBTNCehrq9fbP5uaIVFaCpidPXGGz/32Z/nVT/5HVq9dT8tNxqQalx1hfJ3q9k6o2qmSFzuQZDwna6QaXx3BVwpoy/2i3FUvIots+2CKsy6uVMlPlx0pPaPLLApiTZSmiTWIrMlqGZY6K2GqbEikFq6JHYAoWSM1BhKFqcBfgaKRGt+pcjWZL53nL7+LqlXWzEI+x/z0DH/4+7/LT3/ovfT29S2+jUR+m1jGJiu3AsayiaFsH9A4dfQg44f3M39+jOG+HpqVOstXb2DZQ48pKwBZ+0SZLOclryJK/rRMqp6pQLj9HhYnTftRsr5eoXJNHxMJsl1QrCZgVVW6DdGDOPFYlU2RyuwUod8g8CIKBYunfvh9bEdn65u2Ko9lO9ZoiacFkJPwQmJqQUypZ4Q1azZTLBRUEJ5szKSK8n//r7Lwquta5LInZRXIKpBVIKtAVoGsAlkFsgpkFcgq8IZUIAOr1yizgNXk4rHdPtpOgu7tzTN7fpbP/N6fUjYMSk5ehYdoBRuj3RK6GDyUgCtRRKXwQK4pBYip318vGFX3q6AYPyS2c/wv//QnuGHdUuYqoVJpSixJeruyvX/hdy1SF+PXelx6v8DH5GGvB68pIFY1uLYYdeEY11Sl/g3DWA5txjoNzScXBbi9ecZycEFZciaKs25Np6sdOiXIwEdjUvw9dWn9N5Qi1TU0+q44TtsZVF24G7GG2Q7kysfQ24DD24/zzPPPMXZuP7GdKGd1aRGWNK02IJd2WsW4wwSOaH6VJQNFCo5OV6FAT7FEeW6SN9+xlc3rNyp2cfz4cZqtFl09PczPz7FqcJgjp8bYsGkjJcfBbXjsf21MpcK7YcjF6QrT8y71VkBoWipExxLVXBtQCdTpyRV45/0PM7JkCWEsXoo+hBa2XiRmCs9/lTiaWQQpaUiaaeLkunHsPI5dxDASFWSiWBWvz/b4TOFUR9t0Z/t2OnaTQJ+k0FHsUavPMD1zkbk5aaN3CcV6wfNwfR9XvreSZG/TkjZ4CeQSoGslSlWBraLIVWpVI1E66gKLE2gsHqpiYSGRRUFgMV/3qDaa+LUaN6wb5a6tb6V5yWXz3Y9e10L5wv6DiwFhsc7c5LRSBoqK23dbzExP4PvNpNVbxoYag4nHanJL1L5yzlJfO5/HzOXQLYt8Pq98NVvnf8hI/HlenfH476eX8vDIPD+xoqaUeqKyNkODyIVf3/uv+cHhmzCCJh/Z9hI/ft83KXjzaEaBIHbJ6WKLkcMNmvi6R9HspWBrXJwf5tPfgJ964Dx3rclz5mzIb88X+PZ4jri3m2IrYO2JOpteq3Fxcz8v3zeCO1Nh2cEp3vJKjaOrLV65uQuzBQ+uvo0P3PcYtsTF6cr9WLWTK/dRsdsIPFxTJ9C6uHBmgt/8rU/yy7/0K9x86zZqbnNhfbvyw1hQq3YA0ET9KxBy8dGL60cCL9Wa1BF4pdbQdCMg7fZXKLbtj9qpsl9wGVgMGes8rzSMLH39xfG9eEKXjX+BngneXVBsClSVoLW2mFutHwvq7kWXA0IBt4Bj2tQrVX73c/+V97/v7fT19an5kG6+yXuT9c1WdiuizlcOGphBhGUYnD5+jEu799ATevT0FtA8n4lGnYNBjoHhQYaWDrFi5UqKXd1KtS6he+m/Lwu1bW8SXU3NmtZn4bHtD6e9tZJsDMpaKLB4AawmCmU/gmKxV6mqq/MzxIFH4IXkchbbn3uaZrPK1ls2o+sxluEoKxbZkBCFsMxveW27NMjS1Vso5R3mZqYJxdpAoLJu8qv/+l9c1xzPnpRVIKtAVoGsAlkFsgpkFcgqkFUgq0BWgTeiAhlYvUaVUyuAtP0xhZb9PXle3XuIz3/lO4SlLnKOpSCK6ThobbCatjWn4Eo6y1MloGCANJQjvf7uPIX0OC3PpzSwhF/8hY/Q32VTqS+C1SuBqsI8nS3Kf0ewqjreX9/dvIiO/pb2/87zvh6wKs+XtndXC3C0iPkemyNWhK8L4tRwicijUVBwNyTSdBro0vBOTrWgwgw+ZS1iayxKu0WYnMIZ9RZjTUGQSI/IRRqlmZgjzx1k+67tnJ44hOYI4AjRNZGzti0alLpY+E+iYAt8n6FCi7c/dDeWY3Hm7Dhnz04wdvwYS5cOc8Oa9axauZxGtcySgV7WrF6J22owOzvP+UsXWDu6htiXd2Vw4vw51oyuor9/kMlyk+/teonTk3PYuoMjWlsV5GRKDhV+4LK8v5d33n8/XaUlKpQKTcKQLGwjTxSP4/uHEJOEK1t9xdfUdko4Th7bErAqgFO8VRfBqnwGScr6lQFDnSnuCehKwrLafsGxR7U+zczMONXKjPJXjcRbVUKrXI96w6XelHRw8XoVrG2BLiDVVMnqhtn2VVU+jYmgTtSHmibWAVY7Id1TXrMtV6faCJmemWHtkkHe9/YfI5hvUT4/wVs+9AvXtU6mYFXNVQzK07MqWEx+Dzw3AategzDylM2FgNUkXT69JWBV7so5BaxcLgGrtkk+V1BrQjT+AiXvd/jD12Ke5AaWWDP8b/3jbBvW8DxXjfkLxwv8+93/hjPVPiy7hOV5/Nx9T/HOzd8min2KAskNjUigtOersWdJOWObv355C6N9J3nz+jot8oyfizlJjV89NkytZ4j6xfP0+Sb37asxt7Kblx5aRvdEneGLdW4cqxCNFDm+rkBomWw0h3jHbfdih61ELSzzRYVu+YkNgnx1D2AO3cC5qRa/8en/zCc+8c+4954HaDTF+fjK8XJ5cFK6PiVWI1fbUWqrKttepqnKUq2hSh/dtklRT03U+Avjpr35kyLZ9DmJyjU51mXrk560tF+5YdSppE1/TpS0yS6YUq6LEjT1VFXwMrVUSaCrsgiQzbN2N4D8bugGedvGa7b4zKd+g7c9ch8jIyOJsrQNi2V9ksdpQYxlysabh4VHa3qCs2enef7AIdyZS6y2HfpMk2I+z0m3xjPHJpTi1nEsVqxcwTvf/Rj9AwNKOS7nLZsYC++rA6z+bWt3Z70i5S+SgG2ZCylYVV0ZsjaGUCj1Ypk6lblpZV/Scl11jjuee4axw4dY0tuDbejYXXmsnKXU3blcHjvn4Dg2pcHlrNr8ZmzbZmZ2WgURylog2PXX/tUvX9ccz56UVSCrQFaBrAJZBbIKZBXIKpBVIKtAVoE3ogIZWL1GlQWspp56ndByoCvPd77zJN98cgfFoaWJujEMMQ1LBd10qlXTi1NJe1Y4QEGc5GL/ahf8nfc3XJdVG9bzS//iJwga0PRidbF+rRDsy9r1JWzk76BYbVuJXmaL2FmO9DUvBxCXh6Kkj782WL2aY2vyrJAIK9IV8HQsjfPdOgdVG7uOJZ61Aq2k1VpUp0FES9c4L228mkFJKimqKk1TkFXsGRT/6HgDiZ5NVV7pfEV7KGDVvuhy8Ol9PP/iM4zPnsLO5ZRHoYBVaQtXbbnK31M+28QH0XNdtgzrfODdD9Hd3YMfGpw8Nc7xkyewCg6np2eZnBhndvIio6uWcde221i/dg1nz09haiHrVq0kaPnMVcpcnBpn1epRDCNPE4PvPL+T01NlHKcLQ1S4wiAFLZomodtk06plPHr3XQqOKmUcYltgYRk2YXyWMDiGrtWvSF4Hy7KxnW7VKmxbeWUFoAncFDuAy8KrOoB0Zxt2h1dkAmcWwWoQthRYnZubpFEv4/stpTKTcKNW02euXGdmvsr0TIW52SaeSIxFcW3oid+qllgRqHHQ9myUz8m0ZONBtNQSYBWimQZ+YKg69nc7/Nuf/xgrCss4deQI3VbE3T99fdBFwGo630QJXp2dpzI3n6jyfI/ZmUu4rdoCWFXt2R2p8Z2KVduS8CqnDVYtcraMSAhn9nDi9B/zmQs21YE+4jjHjfWTfHxoklu6I1pEPLd7hN879n/SDAJyRoHQNLFx+Vdv/RMe23CAqXqDkgQEGRY+AYOWg4/HicllnJjS+cBdFwl8G8/LMVutUuoa4YuvdTMRDNMbVuizHFaWwegqML+iix5PozfQyLsBue68shZpEtKDg1dpUCdRnxpKjCs2CaGqkzj7Rt1Lya1/C6crOp/+9f/CT37oQzz86Dup1WpXXUWvtn5euSl0+bqR9punbfXJ93RzK53vyWZQG5im877tDZ2us+ruKzxe05NULfxtT1+1JreVsWr9aI//zvX58nOME/uU9vFFeS3heOItLO9Xvge++A0HCk43PVdtNsjZuvUGf/Fnf8Zdd9/GunXrlP+w/HthmInXq0hUZd6LdUxrdpLymcM4zTkuTDd58rUxkcwzWijSHUSU8kVOhQ1ePltR6nbbtPD8Fm+57x4eetuDhGECQRe6I9prpQqGu4Yf9pUq9YUPtW2NokIaBXIHordO11v5MEzyxR50LaZRnUcLfDwV2OXw2sGDHDlwgMBr4bdctU4kcF3Gl8Bk+TctZvUNt/Loh36OXKHE5MwsXtCSGDu1DvzaL/2bq46v7M6sAlkFsgpkFcgqkFUgq0BWgawCWQWyCvxjqEAGVq/xKQhY7bzITlWo3bbJH//pn7N93zH6ly7HQ5SkYMeSMh1eBlbTl04BpoKuHW33qYo1vaBPjyHHbbkBt927jX/6Tx6lOuMTxAKjxHNvEdIuXNy24UP6e6L0WbxdTeEqf1VWAHK7Rq//3x9YvXqRRZEpnqeSKGXnDE50aYzpMYnhQaiAR6+EWKHRIKYlnnwippMwoTimLME+ukYPJj1tBZscqdPvVfkGRhqhWDlosUpFj07W2f/ULl7Y9zSV+jiWXUi8EEWxqpRp0v2cqKVEpWmqsBWP29f18MF3PcTJk8fJOUXqNY/JyQk23bCO7r5epmbm2PnSXppuSMOVtHCNZqPC+qVDPHDHHRTMPBcnLlJtzdLX04Vu2mA4HD16mkvzTS61fFqmQST+mbGJLr6WQcCtN2ziwTffpQBE8v6kRdvG0qVOJwmDkxiauxCok45bAatOrgfbziHwTxdf1bbH6rXAajoWO8fWInBZBKt+0KBam2a+PEWzUUtgUuApf9V6PWB6psbZ8XlOnJzi4tlxojDGNB1iPVYBXcpCtS2ZlnFmCGBSIVcR+ZyEbCUJbl4gY2OA0dWbuXX9eu69cR1zZy7hNaoUiwb3/fT1QZcUrMr7NHWLRrnK3MxMou4LQ+ZmL9FolJUVgBKqKviWALWkHotWAJbpKGsHUa3rto0j39GZuHiYrx36AnvMHKGpzB3QGhFv8i/w0ZUVVuY0vvDc3Xx77L2YtiiRxZ6hgR+WWFOa4d88+BesX3IA4Vg5PcZ1bJxAJw4LvHB8FZvXnGX1YAMvsDl3TqNVFli7nMLAGnAGKMaesg8OHF0pAC0vRLxSXWKaprR1BxQijZaooMMQ1wArziebCm0lZhrSRBTS0rtxNr2VC36e3/n0p3nbjzzMY+//ENVGfVGtueDNmngAp/C6cw1K1ajJ2rPoiirzdrFtXS0LC96reodaWL1We74ngWhtS4vLLEvESiAmCGQeplYs4g+a2nvIzwFhO3BN4L76PRSPYBnH7QA2CVuSQDbXxVc2Fy3lHyx/F1VyvVJRfqAtt0Wr1VR/U8Ftoa/mrlh5yHeBvNLSnzdNHnnHIwwPDyuwKnYYqgyyi2O4RJpF4MLcxUt8/8+/yvLeIv2DQzy3/xWWdFuMLunHDHxKVo6xqQnOViP82EDyw+RYvX1d/ORPfYCBJSP4YbAAVpODJKrbxL/g9bcrFe8Lj2iDVTlHOUaqWFVe4OJ67IeUuvuVfYTXrEPgKRuXXD6PZdvUW7JW1FVtGpU6rXqDWrVCs16j0ajRqNUZWb2eh9/zIQqFIpPTk/iB1w5XjPlPv/iL/xj+v1J2DlkFsgpkFcgqkFUgq0BWgawCWQWyCmQVuGoFMrB6jYGxa+chcrncglpKHiZtiqbr8t8+/0UOnp5mYHgZrhGoMBoBdqKITNuqU0iqLvrbF/ZKnaTay9O21muYrIoqKNJ49D1v4x0P3kZ1Rnw1HXTdQ4sTf9ZrwdLkIj3xJ0xv/7Bg9dozTwCw6ncXZVXe4Ggh5Ky0tSospSmFrqiWLBXgAnUJrSImrxnKo7IRR+Q1ne7LommS46VvX4JXEr/OJBDG9qF2ZJaXnnye3QefwQvK6FqiMBRFmGp1V+nk8goCZRMIIVYAD24b5dEH7+TcuVPKK3BqcloFvqxYuRTbKCqw8tprxxgaGqaQy1MuV3hq1076tQym6DgAACAASURBVIh7bthMf6GP+fIctcYEpt5SSuF8oUjk62hWkbpmMllvUPECydJSytxaqLH+xlu59dY7FOQTkKRa02ML0xCvzjHi8AxSkc72ZfnMlVJVKVZzWKaAVfFXlXFkKNXqAjhvg6krVcdXtkarRLW2Utj161SrU1SqM7RaLQK/he+7eL5PrR5wcbzM8VOznDh1idr8NAPdebq7CwqqagIZtVCp1QxRsBomtiUWAeIJq6EsDGxbwbOWB/2D63nkkQ/gBCaHnn0CozZPT6mEmXd4+8f+j+ta2p9/+UCSKh8L8LJwqw1mpqbb4UUR8zOT1OpzhKHf4bnbkXifglVNlMGJWtV0LHSlDrbVezp/4ST/7cjXOK9Jq3yA5caELRujGHJXfJF3F1y+vOPHeHXuHkyzhhYlIM7ScwQtj/U9U/zLt32N9SOT6G6Abms0jRzTk/1MNTS2rrtI6BUYP2ZxdipCr+nQ08PaDZtUYFgcmvg6mIaxkEAvmxZioSGw0QpRYE8gmOaFhI7UQ9rd06C9ZH1SPqCGQSsqEI9uY84e5POf/Rxbb9nK+3/2o9Sa9cRL10xsHpR3rp60uV+5Vim1YpS0zXeOV/V7JKFSifJTfQnsDEK16RGJf28QJNBSQKcvwNPHcz3V9i73y89isSBqUbGmaLlNBURdUY0KKE0hqUDRUILW2krTsB2YpeZ6unIs+g/L21BewGq8GmrMipWFGr/KuqMdFNj2z7ZMqYGu1NmGldRCYLtj2XSVSuQLoh6XdTzZTFA2AKplP/EjrszOcvHIUfTqPHh1Dpw8w0SjxpYVS1k+IKudjx1B2W9h2wX2HDnNiUvzGPkicRRwz5tv50fe9qhS4afQWdVdb28KXA2sXuFLczlkFYVvYlKtLFXaa6KMK/FHlu2+XL5Lbfx49aoCrPJZGjIWcg6+fJbqcfKOkzkn408AvqyrbrOFZjmMrFhDyTFVAJYnPq1iOG1Y/FoWXnVda1z2pKwCWQWyCmQVyCqQVSCrQFaBrAJZBd6YCmRg9Rp1/sIf/QWrV6+mv79/ARAIaG1MTPJbn/8iZ2dbDA4vxzVDyRihEICn/CETBVUnUEiVoaliNb1oTSFs+tj0fuXLZzl88Gffz+1bRqnPuMQCxAwXTflVpondVw9n6QSrfxOAfWMUq9ceyIYmTe2i4Y0wCxZHCxFToBSqdWBOk9TtkG4sSppOM8m9pz/UqGlQ0WMFswUgrGm3tnceTViBT5gEV0VJArjpasy8cpEXn9zO3uPbieMmWmwnQDUFq2ECUwUUpH6Kgefz4JZlvO3+bTg5i2bL5/CR1+jv70OljAva9HzmZmcZ7O+n1WyqgJoDBw/R1ayyvtSD5VtKoeW6E4RmA0fS5CVgqtSDme/C1HJKqRrELXxRxWkW05pNz+gWlqzaKMYJSeCNSjK3MPWIUDtCHJ5H4daO1n0ZW6kVgCWt6mIFoGCqwFVT+Zh2jqMrP6XOtuCrKVZdr0alOk21Jv6q0v4s7f4tWq5PtRZw9twMR09McG58ii7H54bRIQaHupUPo2HLuct41rEEPqXfBcwZuvIzFcuCMNbp7llKobiKVw5fwG1E1I4doBTMsXJkJV09Q7zvl37tulZKAasL7dyGhVdrMjM1pQCkwHyxAqjVOsCqCly6eniVWBuYtihWbQzbUSo9yzCZnbzAp/Z9hTNWA8vTKPgOXmMSP2+SC3SWT00xPvGz+H4/QdRA97vwnCaO6iKP8b2IDQMT/O+PfpfVxXEFo/zuYZ49sJyV+WPkChHHDmhI13mPIbMmz0SlTH5wObfdcoOyx2jmDIwYDD/CF28NNHJhTKBptIIQ23EUmJSdGOUFHck8SOBZ8jkkfqRG7BLEORpLt1DvW82XPvd5Vq/ZyM/9r/9SqZVTACuAU5SJSp3YaCRqzlaLZrOpvuRnt15XwFN+Tr/cVjLmQ1cAva+C0FL4qdSkUZJ436lolZ9NM1lv1Xg3DAW1LTsNSLMwBdiblrpPNhossVqQDTJdHmslINiSIDVLwX2BhQk8Tb7UJoTshomTRTtoSc2bdpiTBDelStfEizT57KSdX523PE78W+S+VPHc9nMRkKr+vWgHI+ZiC80S+wWXHU88wS3rRxk7eZwfbH8JvVBgac7m1nUryecMHENH63JY11PiuUMnePLlY/hmXm0ErV42wkf+6UcJ2gA1VVmr79LNkAZTdaaHdcyiKzdYlHQ4WSzUpo6CtJpGo15nbOwEFycmlcfq3W++g6GBPvyWfO6emgeyqdMKVFxYElqVlCJxaVAMO5lTsjaFrsvk2WO05qeV3Upsl4iNHL/9m79+XXM8e1JWgawCWQWyCmQVyCqQVSCrQFaBrAJZBd6ICmRg9RpV/q+f/QK2nefGzTcquCpqvGIhx5GDp/jCl/8UVy7iiz3YVgHDMPF8F8tMFHhpwE+qiBOAKRejSrHaDhNRV5Yqar6tPlUqseRnPwxxBvv4+Y+/n/X5ESpyOWuEmJJYfy2Rq1wwq+v/zgcshrcoUPg3jKhOAPt6Z4CFq+BrvsK1XlvpPq9xAS8X7J4eU5QU7B6HF82QaVGsRjp5SVuX9yMp1FFIaBjMxx7zxCzXVMQT80T0CE5qA4SkNVUu1BcDawSWethK4SXkyJ6LmXzuJE/vfoaj5/YkCuM05KYNJkWlKABCQli02MIX39XWBFrcoKu3l/Vr1rBiaAnN2SluvmEN3cUCfmwxcWkGLWhih03On77I0mXrOX9xL3Z5hoGcAQIU80W6dFu1utZadaWaKxQKlETJlpeQKRtDF7iahMJEmoblFMgXC4Sr7kDLF2hRJNAcbHMeJziMxkwCcBTUSWogEENgUc7pQcCqaTnomrx2AmcFGCWsZNEvsk1PFuBQConSD13a+eUziwlouWUq1TkFisVvNXClrdqj6TaZrjQ5c67CwdcuMDczxdrhAps3raZ/qF+BPKetalSt/211Y6pwDGMBYC6hr6tgGzfuYa7cx/GxC5x6bQw7qhBfuqRaqletGuZXfvNL17VObt+zH90yVd3UPHUD5idn1fsQ+Ds9M069NkezVVcqQoGPMrwElimVZxsuqXktUFUgnZPDFKjX/r02P8MXd3+Fvc0z3NR/DzfGy6k0z7Bn+kXKBZPguIl+6VGlwPYiUY9Cw8hjN2cxtDxeTiNq9XDHqr38/EPPs9py2dPayvmD09y47DiXLkQ0Z226CiZu2M3J6UlOXfAYGuzhQ++9LwnRChN7EpmCC2tDLNBUbCZkgpmyNYGme0SxKOJziKxYC321POlyUr6HQ42W3UOjtIaofz1f/sYP2L1nP+vWjRIpCwiPRrWmQKmn4KiXvEbapi/q8zasFLAp98tGlfwsXwI4ZR7kpHamSVdXF4ahqfvksVYhp/4mYFRtRjiOgqNOLq/UpAkEldC3RCl75aZVOpaVWrJjJbwMIsah2kiRm4RUpeJVWb9ESfw6he3CeiE2AqK2FaVtohxPVZ3qvoXgrcstC+ScgyBaaNcXL24rpzNVbnLo6e/zvttWsOvoOb727D667G5u3XgzpZzG7OxZZLdoxdAIa3pyWDY88eJ+XjlTVV68xZLOx/7ZL1AoFtvKYAmxMlVdlJe0YSh4LTVP/Y3VubT9VxP7E1E5+2rMiMJY1Lepx6r4QM/PzvHED57g+ImTKkWw23BYMlLkwcceY9XGO5TSW2w/IvH71mNCz0ePYnQjR4wnQlQMUbEGMboZE3lN9v7wGSbOnMHRNXK2SU+ugNZ0+ereA9c1x7MnZRXIKpBVIKtAVoGsAlkFsgpkFcgqkFXgjahABlavUeVf+aX/i3XrNjK6bpRly5YreODYJjuff4k/+9bjBNLOGXmYvgd2HqPQS07SzqXttg0z0ov7NBwlvfBvX7kreCdX7+pxCWNNgpLCkIE1K/jYR97NUNxHU5STRoDZVqte9ZTbYFWx2rZiNiUD6e//UGD1dQqo9hsQAZ0oSuX9z/VZHNBDpVIUQCpN+Xoc0IuBg4avoXxWw7a5ovitNrWAQfFglRbatlIsya8WYJSG20jkj6VUe2I9YE6GnHr6CM+/+CwnJvYrNZu0HCs1V5pIHgWJX27kE4UabhAy3BXy0JvWqPbjMxcucXFyjqnpWdasXsWKpUOMjCxhttakFPisNXW6fBPXN5kovwLNeQrS2W476KVecsUSRdtWYU+i4hPIIQBG4Jzj5BQQE8WmUocJ32m3WXvd/Thdg1jda7C6homtCoF2BC2eR49SoJ5ANAGrolhVYNV0lAL67wOsKkgSSZt1mUpllpbbUEBOgKS09TbcJjPzDU6cKXNk7AK1yjwblpW4YcNKegZ6cXI58uJBmnqqmqKeTaCY3HQjT0xd4niUR22o99MKhjl05BQvPLNThY/lDB937gIlPeZL333hutbJ7S/uR7MMsd9Nju0FzAlYbQUqMKfemGdmepxQWtMVKEvGTydQlQMrj0xp/RZYLLBP1JBtsNqsVfnSC3/K3vpJblt2H+u8IabKY+y8uJtKlwMnA5z59yr/WWHWlq7jintuHCi4HooPqmtQajV52x3HeNPtJl97vMEqXmHLUIg776Hl+pmu15mablJ2PSKtQFdO5z3v2MZg3+CC3YGChUEChZWVhK4TeE1spV42cL1AhaUpKwAZc+LPaZr4saZ8SWVulEML+tdQWn4DF+bqHBs7QRQEKjhJWr9T6GwbyWs6tozBtnq0wyYgsalI4Gr6JY+Tm6ElcFRZNCjwl8wN+ZySQLnk77IhYYgtRtvvtnMTIF3vrrbuyH1h26+1U5Wtnq+imS4PzrpSuZ1C0xSyprYFqapWWvHlnORcJTyvs3V+oZOhvUZLG30KgtXfZAzYGnOVFkee/yGP3riEQ2cn+fOn9rJu8y3cv/Vudr+4ixNTp7hp5Si181OsXaIzPNBNZOZ5/NUxpoKIXBzxvp/+KYaGlrQ3BBLYrMau+FMvqE477ldq1OQm41zGikwLWVUSS+QkKFDWlXq5xjf+6utcOHdRjSdbrDCCgJGCjp7L8eAHf47i8qWJElp5iqevqyNeuYahBpha22whrJHPxTNjHN3zIkGtjtdq0NNVZHTpUroNm0998/vXNcezJ2UVyCqQVSCrQFaBrAJZBbIKZBXIKpBV4I2oQAZWr1Hlf/dvP8nKlau58abNDPT1I23r0hr+nW/9gO9vf1GlbAvc8eYmaEUmheFRli1fp9pKxcsvafFMrihFdZkChAUPViVQFVqzCEJTpah40q3behMf+YlHMRsWkW4Q6wFGbF4zaCqFqEphtKBCXARB6jz+hhH1/5ditRN4XHl4QSnSRB87Bud6DA7jYoRm4lkI5OKYnEAWdWGvKU/VpqjRxC4gFvQmoWHgEWGrYLCkvVRBmPbBRI0n8i6lY5Vyn3c59MTL7Nj3DBdmXlPKN4Eicjzxc0xYd4wX+8ReU0FKCabZtLLAP3n0HhzbIrZynL80y8GDB+kpFTl//gKXyi0mZmYIpmf50O3ruXV4BL8RMeVNQFTDiD0MLHLFXnK9PTjFIrphKiAnh5TWaVH7Sbu3BEzZAhxV4JGcV9IWnS92EVs2vlEi1zdC98o+vJIELFUx2vYFolhV6kQBq7aDY0v7/f97sJp+bpd5LQp50aQlu0WjWaZancP1JEU+IAySRPRGs8nkbJ0TZ2Y5MnYRt15mw4puNq5bpgK+UrCaqhcFzFxmn6FbRFETTXOIybHhhnuxnRX84OntfPkLf06j3GLJSB+WN0vj0ln++rn917VOPrf7ZTTLVKo6pd71QspTc3gtUW3GNFtl5ucmlRJd00VZKJBoMbhHDqpa5EV1K8Bc2s0dJ7E5ELBq2/jNFn+246s8d3EfNy2/i1FrKdPVM+w6swcvZ+KMt9BnP4ArvsmiEgwNYs3CsMS2wiQSj0ltmsgzGB40WLO2xoU9X+ejDzSZG3eYmTeZbcX4oSSoA5ZHtWpiahHveORN3Lhh84KSUkZSEtAkmxex2jgQn9I4FC9TjcCNadZdAq9BHLjKJiAS/0/dJjAdtOIAS5aPMrBmE3qxj0iAmEBYAXCiPAw93JarXi/RTMsYTABpAusWlfSyBqabT50fnvjSVsoVzpw5reaCdAqsWrWS7u5u6s36gmI0Ba/JGF1UXC8EbS3M/WQuX5ZpJfNJKHZ7I6bTPkOB878DWO1Uroo9weVw1U/OU6wAlG9s8prqf2q/R1M2ETLuVZCW+lxkTonna0QhZzExPcvhHU/x6I3LOTNT4a+e3UsYO7ztHe9k6YoV7Nm3h1vygywdm+NQ6yiFoQKabfPUsZNMy0aTr/GuD76PjZs2qjouqpaVbFl9OLLutbfyFtS1rh8pewQFVtXmYFvlLB63sViuJH/fvXMXT37/CXJ2TtkbxIZGXoPbl/SpYw3dfT9r7rmbWDZB7HxbKRvhiYewFxLH4m3rypBXYF/3Wpx+7RXOHztI2GwReh45x2RZXx+rBpfwX/7ye9c1x7MnZRXIKpBVIKtAVoGsAlkFsgpkFcgqkFXgjahABlavUeVPfvK/sXT5Cm655RakRVPAauR7fOlPv8FL+1+ht8fCLU/RqszR8gLM3iH6V29V7dxKTdVW4am2VMGC7fbUTtXSYrJ1mwSqzJgYP47Y9sDdfOCxtxLUJOTHUj6eEpWiAp+uckuVdJ1gVdRn6f3ylH9sYFWCn1RKdZfNxaLOcUI8Uayq9tlQtYT2aCZWrNHQYhqinJO2aQm00sEWL9Y4Yp6AAXRMgRboKuxKFKyCcgKlcU2UbaYPwYka+57azc59zzBTO6PakcXPUSnRQlFRxRBGtKSl12+o3z2/yT03L+PRu7cyduw4A8NDSnFXmZnkrjfdwvzMLBdn6uzesY+xIwfpjWvcsGSYrjiPJtBTrA+1QLXV9vX1k+/NYRa7sKyCAquGlaj3AgW+khRxBWBMg9BzE4AlQTShSaGvC1eCeqKIvrUrKK4fIFKEWoCFgPQ2WJV2aQlSsrsxTWmvFm9VW3mz/l2sAK4KVpXSLyQIm9Tq89Tr8/hBKwGOQQIdBaxOzNY5fmaOY8cvELoVNq7oYe2aEbp7E7CaE1VnG6imgHVRZShtyxoSpN7ds4YbN72Vi1NVXnpxP7t37mP7rp04usWqkSXU5s7x3cefva518tnd+xKFpuTjSJCQH1Kdnsdt+ArCu16V42OHOX/hLJadU/PacZJ2dQFp6XxWykonhyGqVdvBcES96mA5Nrgh39n3Lb5+6PsMDW5kpDDMXOsSZyZP4QQNVgU65069G0/vVhYSZiwwWSc2PdAK2DLWvTKhrrFkuEFj/HmGqxf5xZ8zGT8jHrw6w/0GuWJEQQCWYbJjV41y2WLDxjWMDCyjWq0p799avZak23ueiAXxNJPZUGeyKin3Pr2Ow6rBQQbzJnndJbbzOKUuZW2QH15Nz8Y7MPIlpWBNxNEyzhK7ALXCRZF6ba0dAKXJOExVku2NnrRuSp3dtlNIPzz5XcDsEz94kp07d1KvV5Xf6YaNG3nooYfYsmWzCqGSeSzvQwFb8eOVYLo2tO0Engpnto9/5QBRexBt4NoJVtMxr1SrCojKwxIdZ7qWXnaMthVAClblvKR9PgnmShTwCyFdScmUQrU6X+bChQvMzZap1+vKi1aU62I3kDdtGoGHPzvBB+/dxtiFCV44cIJmGHPjps088rZHePzJ77NpKuR93aN87/w+pkZ0WjmDvWNn8Zw8hgc/9v4fY+OmTYl/sWWqmrmuHCNW4Vn1euJ5Ozc3T6VS484736xsFWq1mvKtfX67+E+HDPYP0NNdVOpXmf6y8fCNr3+Di2fOqlZ+CW4UsNpl6Wzr7aK/u5v9zYBpQ8e2cvR2D9DT18fwshH1ZXf1ks876rwkoFHEq5fGjvLKrmeYmzxD1ApwHBudkD7HYePy5Xzu8eeva45nT8oqkFUgq0BWgawCWQWyCmQVyCqQVSCrwBtRgQysXqPKv/cHX2Xz5i309vaqRGqhEa1qld//4l8yNnYMPZojqM8RSYK7laPQN0JhxRYF6lTwS4ffnyZt5W3vv8vaQSWluX18US4pbCVefYbOw+95lEfufBNN18URbaYWECtn0f/ZwKrAvrTJ9Ipi65pS8/oli9NWxDk9oKGZCpJabWWqoVp3oaFDOQ5xNcHUASUM+jAQrCea1ED+K4qqWFrFDQVdBfKIjaQlfpKif2xC9cA0u7fvZPe+p2gEM0o9ppRuEo7T9knUw4BmEKBFHp7AEr/Fu++/ibfespaxsTGWrh6lUq0SNBqIY6Dlh6wqDGGSY746w5PPf5O58fM4rkEYtwik7b1QVJYCPcUc61f20tvXh5MrkBN4ZTlKFRlGsYKrSS+/hChBo15DF79Zx6bVapDv6kcLLVqNJoXhPIO3rcTo61YgMgWrUmUBfbaTwzJLlylWdU38VQWuJpj9Wh6ri5Aped30JrDFDxoJWG3MJ16KAsjDZOzWmk3GZ6qMnZ7jxKmL6GGVjSv7WbtqmFJPtzonUeMKmE7tADrnhuQEiQdmEMHqVW9mxcib2PfqK7y8c7+SIh88cYRDew/R1dtHEFV4/NuPX9c6+cyufehtKwAFd0OozMzTqieK1anpc/z3z32WEyfH8IOIUqnIxo0bePDBBxkYGFBALIWDAlTFdkGsAMS3NQ2wEgXqM0ee4kt7/gK91I9tFGgGNbTYZeX8OLcWC/zg1R/FDQcxoiqm1Y1uRKpVPYrymEYDtxnSN1hisG+W0/v2YnvjfPQDNo/ePEPeCunu89E8Cf4JaHoaO/c6HDlpMFOuU52G3l6LZctkIyCxmZBzLhQHeG28zI5j55jyRT0akA9d+h2dH3/kdm5Y2kW15Sr1rShY9b6V9Gx9l4KqKgBO6ibwMAyS9nBpI1fgTjYBRFQv4HnxY1nY9GmvgUoHqSUKWvku5zQ/P883v/FNXty9RwFasQGQTaRmva4A6Uc/+hHe+ta34gV+YhXQDtVKhublxtOd8PNqgyNqWwGkCtfLx/flVgDJ85M17FpQVdkLhKGy9AhCL5kvbQsFVae2Z6u8V7fZ4gffeZyTp06p95i8JontgR5jBBqBERO7Ve4eXcu5qRlOz5XJGZayGRkaWk7Unaer6bFm3iP24EV9hlaPw9RUGTEv1SOTYneB3t4eNc/k+6ZNG1kzuoogijl5+jTPPP0s5XJNKY5lw+PDH/4IlVqVvt5ezpw5xXe+/W18z1V2C3HssnXrVt7+oz+qvFX/5I+/SOh6mJqJ+rfNNOk2ddbldHpKJY7XI8Y9j/lqHV+i4OIY29K5fdttDK9drzZn8sUiTlePArfFVoOxvTvYtWs7ppYEimlxwNKeEmsGB/mDH+6+rjmePSmrQFaBrAJZBbIKZBXIKpBVIKtAVoGsAm9EBTKweo0q79l7jFyuoGCBeKSW8g4nx8b4wlf/iqlqjYnxE8SVCWzfx+5ZypLRLZQGViaQoa1oU0o4ueyPw4V25wVfQbnaFrCatsqK7iuFDbbFj//M+7h97WqacYjly+uEIq1LWtWvcutUrHYgjeT4bcrxD6NYvXbwlShzc5pOrcfkkOVR1nScWPxQRa0qcLStLGt7rlaU16KmQlbEn1Z0TXKfhKn0C6QVu4a0DVnVPVJQU/LSpWG9UIep3WfZuXsnu/f+EHRp9U+irlK1qrTda6GHJ8BDoKGECukRb3vzOh7Ytgk7l1NhRQcPHqLHsTlz6BBW0+futdsEsVJtTjM5exTXn8fULcrNOpV6wEQdTkyV6S6arOvSGXQ0SqUC+XwBO5fHzhewLFEsikA1aScWiC6QSdp5BdiLZ6VmFzG0nEqx17pNBrauJb+0V7XqLoJVDcNKUtBtq4RpLFoB/H8Dq6LAkxbyBvWGBDtVFJQTf01p+5VxX2k0uDBV4djJWU6evUhOa3HT6CCrVw6RL5VwnPxCeFUnWE3HaRx5GGZewdUb1j9MzlnNzt3Pceb4Wdx5l5YfcezMaY4ef42hkX7+8stfvq51UsCqZupKfana+SON2myFeqWJbRkqvOqT//FXOXP2VJJgjk6h4PDYYz/KnXfeqdR+Um+1gdL2WBWgakiyvJ1TilUrdthx8gX+5KU/p2kKLLIgcHG0iPu0KTbpGl8++F6q8wOYcZnI6VL2IKbYIEQ2oV5DC2H1Co/q/BGqjRHcyn7WDN/LJx59mQc3HKLm2mh+iBl55Ip5nnguYtcBF183uWl0DSPDQwr6JutSiGM5nJz1+O7uo1yYqaDnuxTE1sIAv1Hj9tE+3nvfTcrWwBRVeNzCzS8hf/t70ET5LGuJbEKoNc5QMni1brXVsMnGjyTPy/2JBYqoJVOv1Uqlgu8HDAwMqvEiQFL+9u1vf5vH//p7ib9rG1Smnrby2l2lAv/8F36BW269RSm6ZQ0QqwFp64/EzqAdOpUOhk5YeuV9ySqxuGGQPlZ9zKJcV2C0DVhTtaqM8fS+djiVUrkrdWqiohWwKorVxC9V6p38XdCqvE+5NeoNvvv1bzE1Pa1U0Ml7batizRgncvD0iEZ1lv7YoUFEU/cYCGBd9wB9IyswR0a4ND/FxcMHGIpszuAyF/tKQSp2J7Gmkyvk1ecgGwIChdeuHeW+t96rxuZTTz/H7u0vcPdbH2B4eCmHDx/hnnvv5YmnnqSvp4dLlyaozJexbJM4lPlep2+gn5/58IeZOH+Rv/zaX2DJBo1S/YbkHJsSOoN2SLFYYKpi4g0OENk2nmEqm4Pq7CTr165m+aqVeM0GPf19hE5OrbuDYg0wM8ULLzyP6waJD2zosbKvh8Gcw9dfOX5dczx7UlaBrAJZBbIKZBXIKpBVIKtAVoGsAlkF3ogKZGD1GlXe+/IJpVzTYp1Aixgo5tixfRdf+ea3cImVYtGvl9WFbL53iIGR1eSc0kIidKrEku9GOyxGlIcKIKUKK2lVbadWGXKxH2lKYWkX83zsn32QlX19BGGMGUljJMS6jzTpGQAAIABJREFUgXEFQFiABskrLSR/JyxV1GSLeq7LdV2X+x6qR18D2ibHSP949QddG9peG6wKwLANjdkukz2WR12T4B4NI9YxRaUpMFQ18ktwFZSjAE/UmEqVqmPGGi0BLGj0yv3tsJXEkzV53yqoR1qVYyjMhRx/4QQ79m7n5X1PkrOToDFRYQqcSUBJElolBgK+as2HOKiztOizdGkvy5avZPnQcuq1GW5cNcT8qROcf+VVbh5ZiVPoxg086q1ZdDtCt3TVbh5FJmVf4+RMmdxgL2HgMnnqNHGjRYGQAcdgaKCHUn8feiFPFAaYQYwlYN42aXoufsslX3DImzl0R9Svom6N6N+wlO6Ny8DRlbJaATSxQlA2ADksq4hhSOu9oywlNAEiSrXahv4LfrzpSHq9+m8RTIlLgiTA16k3Zmm26qpeEtgjw0P40HytyYXJKoeOX+L8ufP0F+CG9SOsWj6UQGRHfF9NLM2WpCJ0M/EiVq31aqyGhL5OV2kpo6P3Mjsds3/vi1SnZ9E9qNRcdh0+xNiFM/QNDPLdr37putbJp3fuUcdWvpeiKMagUa5RnaspYOc2K3zmN/4zLx9IvFgl/EzA9i1btnDnHXcysGSJ8gcWpbFj55TqOJLgJVGG5sQaQCe2c4yf2M3jB77IvrqGn+8VQ2AGKfNzwxWsswF/cfztnKxtgHiO0MopxaJlG/haDs0XOOljO3NozSqG3kO1dRK763429E/y0Xuf45blpzHiptqIEAXujr06L+wLsHtzLO0fYPXwOsLYTRSefoSVy/PM4UmePnAaUW5GmqE8VhEleBjRZbT42Udu55ZVA/jymrFHZBQJb3o7Rq6oYL+sY8q3UzxYxRNYBb9FCiwKkJQ1R8CrzFOBruI7LXYEP/zhUxx45RU1RzZvuYm3P/wQvT29TMzO8alPfYapC+OJv6wMJqXmj4mDCAnD8gKP+x94kNtuu42jrx1V8HPZsqWsW7uWFctX4PqeOr4m9hmihFWbVouBgCkUTeZHsgYnKtQEpipVant1VuFTyn4juV++yxqRgtQ0nErZEog6V/xUvUB5kMrKUXNbBGLdEUHYctW8VDYfhPhhxNNP/JCZqWllz6GOLYJ5WX8MUanLmNTwfVdt2ITqfEOcIKJXM8kXuigMDpHvKTE9P0350hyRbdDwJQRPNiVkzdGVdcy60bVsu+UWLFHCGhrdvd1MVJvs2H+Ic2PHefCht3PH7Xfw/HMvcMcdd3Lg2FHGL01waXqCaqOCmbcV6A8J6CoWuWXjZs4fHePEgaN0OQVljaMZITnxGPYDHCNiaGCAyrzLDXfew5b7H6CqiT+4zvlzJ9i7f5daE0Pfo1goEsiCjcfWUpHlusEL+1/h/OS86jDQI5dl/T2s6O3ja3uPXtccz56UVSCrQFaBrAJZBbIKZBXIKpBVIKtAVoE3ogIZWL1GlV/ad1zcDjEig6YRsiRv8+3/8TjfeXa78lG07TwqPzw2VOK6wBUJcUnTl5X3YpqInV6yt5WjC3YA6qI5CRQxYwl60XFj6B0Z5Bd+/sfpsnPgi4LNIFCehQI6EuXTlbe0I1Z5HqrjJMBDbteCnp2BMn87WE2PePW2/usBq44f0yzqTJUMxgwBFNIiDPOqhT/GFo8/DHKYlOXyXkOFWXkBWAJktUjdbwUR6wVSXHFLQIkYBySt3rnJFgd2vMYLu57i6JHt5O2cUlwKHEx9EpVSVCVWJ36u9VaD4b48WzcMUStPMX5xikY9otqqs27tCD2Skn36LOutiJVLl9DXXUSEfK04JDAFumlKmWaYNq5m0NQMZj2PYxdmeO3sDJW6y7AWsMovM9ylMbR2JYVSF474+hqaCrkSG4PyXBnDjCjoNkauRJzrInID8oN5+m4dxegtJmBVfZDiz5pT3qBGG6xaymPVbINVSSMXF9q/2QpA/n55m7SmgqvEf1T8VVtuI4FTAlbFjiGMmC23uDBZ49Wxi0xevMDSXptNG5ezfGQwAau2zB3xZpTApzZUFbWxMhyOhJoT+RYD/RsYHLqJs2dmOfryy1w8cRw7MugbHObJ3Xt4+cQYrSDg6K7t17VOPrVjt2rbV/MjBau1OrW5mtrE0AOXz33m02x/8Xl0x8aIYmxTWp27lRVAsbukgLdA13WrRxldv4HhkRXJ5odtKAjuGg7x2QNcuvR7/OB8jf3eMkwrz4OlYzy2LGT+FYPxFzbwXWMLZ82CaoP2DA/bHiDW8thSVlvHF7/m0CcMThE1Zil1j+I3y2wePsFbbjjBttUGG0Zays9330GLwycLBOKna/ncvuke3KCiAL+NWGJofHfvOE+/ci5RnYocvw1AZSkKtAY/dd/t3HvTCmoRFEvdypvXW74Np9STtOFrorIM8ANXAXr59FJrCeUzqoKPZOMjWQ9lTH7lK1/h2aefUT/7caCg+tbNm/nExz9BJQr4D//+12iVa2ruyLopry3jyZZxG0Ghu6SUxTIe5+bmiAPx4szR19ej7Bl+5JGHldJRrAJk3nf6rqpzkPMWBan6o4DMZMwq0KrON9HaJhA1+er0RxVFeOcaseCrKmNWLDwk3MyyOHLuFHuPHqIRecoeYUX/ECM9/Qowy7iQdePA4YP4XkguX1RQe2RkGTfddDM5utRryfl4LRdXVNFhSCGfo2Bb6L5s+oDpWApKtkIfw4QdO7dz/ORR1q5bTdNr0Wy16OtbztqVq+m2HRqVCgP9vdRbdaYbc9ilAnOzs+TyJW69eSuvvXaM5ctXsnp0I023ybGTx4htOPjaYabnZjB1HQeTvKyjDY+45lG5NEWtImsSygu31ahhaxoj/QMErkdueAnr33IvfqkbPwhpNmscPXOUMr5awyWgSvyve0Kft5S6sKdmueTGnJivUa81KZjQZepsXjHKX+55+brmePakrAJZBbIKZBXIKpBVIKtAVoGsAlkFsgq8ERXIwOo1qrz35ZPKV1WPdAIT+iyNz//RV3nl9DiFrm7V/puq/pIwlSTEJbUCUL5ytq1ggHWlVLQDaAlYlWRyAasSuVTxPG64eTMf+/Bj6EIBgkgpDCUMRdrg9Wv4lbZtA5Mwmf9JwKqousycyURO51VHWmZNpe4VlaqoVU2Bw0qtGit/VXn/osZsxj5LkURqaInCN4SCgNkOY8cFICityFJZPyY+W+XgriM8+ey3uDR+hJxlqxbeFKCk3wUVeb6nlIvVyiy33ricn3rX/XQ7OvVawLGTF9m9fz9+5DE3OcXFk+eU+nRlb56tq4ZYO9JFMSdqPp+c+IpaSWJ8TnxWI015rc54LY5OlDk46VMJbEr1MkOVC6zsgU1rl1Hq78YUZacoTS2HuudTr05TkHZsp4BT6kfTdAIrpP/mUQrLBxP1bRRjio2C5WCo5xaVMs40/h7AqijwBKz6VWq1eVxPDBbaEFq1Q0fMlJucHa/y6th5ytNTrBwqsGnjCpYODZAXywNbPBQlMcpqh8JJ6JhIjRN1oxsHmHqJgSWbmZ63mLlU4+LJYxzd9yK4EaXuAXqHl/Hsnl0cGTvK4b0vXdc6+cMdu5Q35AJY1Uxa9QbV2aoCq2bk88e/+zv89dPfR7NNbFFvygxve9MKlBSIJzJpUbavXbeORx79UdasW6s2SwqlAmJCUb9wEr36GeZaVb5yqpum6/Ovb5+nx4lpHLbo+1aOF7zV/HnfZjytn6aAVbNHAUZH7yISFas+jRNPEPuTmP40hGIPEdBozkHUZEUh5C03W7z34Yiw4fPyfpPJOlSbdd7xwLuIBVTK3BJFp67z5CuT/NVT+9UxRNkZRQGGKEulBVvL8c/f+y5+5G0/Qt+SfgqFJQSmxbTX4OixY0oVKgrUnt7upP2+3Qaf+uRKXdKfjUhX/qnPP/88v/e7v0vOcdT6JFszgSghmw3e9e538Y73vZt/98v/jsZshShVL8vMlzFhmeqrp1iiXC6roCd5nThMjiNKUpnDH/v5T3DPvfeo8DTxhhU4KRLqWN5TW5Qqx1X+10rJL0BVfKtFzZl4xnZ6ri5A1TZklbVqQbHabv9PX0vUqLLp09BjnnhpB4fOnmJAoOWa9dywei3dZk6pWi9cOKvUtgOD3Wy88SYKXf3MzFfxY4Ntd95FlOvDFzAs5xgn3rN+q8Xs3DStZj0Z52Gk1LmyPsk40yyf3bt3cH78NBs2rqdcKSubgdtu28LM1BSRJ5+8Rsv3VFBbyckzPLBEjd2p2TkiXefMuQuqRl1Wj1Jb54sF6s0mDa+pPuc1AysYWTJMb76E/v+w9x7Qlp3lmeaz8z753BwrR+WMJUASGWwQRmCw7MYB201PO/T0co89didW97jbdLdtcMN4GhwAdztgExVBEhIox6qSVJJKpcrh5nTy2XnW9+9zqq5kFQ3VPRrPmn20irq3Ttrn2///H/bzv9/7+jHN1RqLM3Pq3AtgbzcbhF6btaVFNedtXWcu8QgrBeKC2ztPMZqTruiW2jgL0UKfNwyMsiXyOXbsOBfe+F6WvZg7vvZ1ylZISQ+5eONG/nLvy+c1x7MnZRXIKpBVIKtAVoGsAlkFsgpkFcgqkFXg9ahABlbPUeW9e45K46ZSrFoFB63d4g//zy9wshXj5IpnWl6V0qkHGPpqVXlJ+TkNYNEUWO17q8p9fT9U9Xj5T6wKY9F8Gqy0W7zt3W/jlve9Ca8ToscCAQQOyH+agjiveRPBX6+d/38crJ67ff9cg/J8FKu6+HWWbY7ZcEo+vZG27AtczWkpXJWbBFQJVpD3sBLoCBCRVOlewJVcqFf7yeDrEsLVkwU+kuB40D60wrOPP8ud3/4yfmcJQ5RTygqgp04TVCE/h2LLILA8oNutce1lW7jpxksJPY9ydZSlJYEXM4wNF/HbDY4cOs7t9z5JZ61OxTYZy9tsHCkxULCpFkwGBqu4rrTmC1QUv0tD+Vq2ux1mV9rsb1sciQ2MhRm2Npe4YCpHZWqEXF58Og1st0CSc2mtLCsbAdOyKZSGMN0CnaBDdec0Azs3Ekm4vSj5dBPHyqn2dN3KYwjE/D5gtT9e02p/HysAUebFHl2vrhSrfiBgVeCaiE1j/EDAapsjJ1fYd+A4nWad7VMVdu/ewOjQAK6dglXbMSRdS0E2USSKN6QElElbfcHMk8Q5cuXNPPr0cRy7wqmDzzF39CXCrocf6oxPbmJ60zQvvvQsv/PvP3le6+S9Dz+GYQpZTGGpgYnf7VJbrCGd8TYRX/7SF/nKbV8jscXvV1TjogLXlUJPkz+9lndRVwrQfvMNN/C+99+ELvPeNCjYOeozc4TLv0/ZXOZAXWdxzePGXRaaHhEdTHDuNFlbLnFrbgOPla8iji0c8dC1Y4x8npx3ElqPYycrytICyyCMAsIgBsvFLQwTBx1iL+LNly3z9l0mi8cS5ho6nt/m8suuY+OuNxHaA5haTLFU5hvffoi/+uptdJOQxNRVUrwp5wOoahG/9tGP8c5bfgbT0Ai6Fo8feIG7H7hNhfbJTYDfxOQkl156KVu3bKbgOgpmKq9QlW/VtyUx1Pn+48/9MffefffZYD+x1xDfhzhi06YNfOLf/RuefvgR/vzzf0ot8NBlrIr6X72ZTnl0CK/eVFBVQdtYVMaph6mEuolqesfOnXzsl36BfL5AN/AULFXqTzlH6nhSmKoaBHpLqPyrCovrdRT0A6rkbV+92RL1FKvr4Woaepd+1lDXePKF53hs/158x8JFZ8DOEXU8/HZHvV6rnQbRXbRlh3wApbiWwLq1WpNALEhcg8BPw69knZfgKPm93emmSltp8xezDAG7YRr8JbYBomw3TPk5NTlQwDnuqjkpa5zUUiwLxKM7ls2AnqI4MQyltJXxqst3jJ/aH8RBxPDQKG97x7vYOL0R09OliKktgvj5ihpZt5TSWWom63V9bYWDLzzP8UMHGR4Y5K03vY89B5/jju98C82QOidqXonNS5L45KyEN+zYwWa3wOrsYRox7L7+JrZu3sn+79yH3V5g54YqW8YG+PHf/eJ5zfHsSVkFsgpkFcgqkFUgq0BWgawCWQWyCmQVeD0qkIHVc1R579PHCDVfKUmL5RLzR4/ymT/9S+p6EVv85eTiVIWzpCAh9fc8G1wl8EH+yAW16HTkQr+v5HpFsIpcHBsJWiy+hVDzPH76536Kt1+1hU5bVJiiiOt5sa73Z33Vca+3Akjv+h+xAnh9wKqZxLRLFs+4EScU+NCxiKkmGjnNUGBV4IqA1WYibnwSWJUCVk9LyMvjEmjpMSVhOspQNm3p7d8kYT3SAoodk6X9Czz92BN8+94vY2ppgrmA1VSpJm3CKViNxNsS8YzsEAYt3ve2q3jDBeOcOH6MTdt2M7ewROi1KOVE9Rao0KkHHniU9lqDbr1Dtx3QbHsMjIxy+WBCqZCjmLcpFSSAysaWFvTApCuR3kSsdWKeq/scXvYpdyN2OcsMjlYYqubV2FF+qaUKBBHL9UXkAIv5AfKDo3S6HvnxKhOX7SIpO3R9H0czccxc2sJurgerAlDEDkCU1WmbtkKpr/BZ/X4eq6JK7dLu1pRaMgzl+CXkS+aAgNWIhZUmLx2ZY8+LxyAMuHDrELt3bWB4oIrr9BWrZs+uIIXMBha2IWpGHRbbzMyukh/ZwsuzbcYnNrPnoe+ideoEUcippTqDg2Ncd9UVLMwc4hf+6T87r3Xy3oceVVYE/VR7acOPgoBV8ayUDnwt4vavfoU//5v/puCjtGCLWlrdBO7pulKxpj6bofKNnJqc5Oc+9jEGRkdIDFFaurC6QjD3BzjMkBgRkQeaa5CzQDuu4XxDY7XmcoiE+8vX85Izjq2XCe0EM6fhrj5Ct/ZULyhLI9RNXKdEqTqIWxogMhIqToVms4XhrbJjKGS63KFgdCGyGB7bwg03/TpJeQuGHuLYOW679at8/nOfZqnZxCymQWGC7GxD5w0TeX72Z/8xQ7uvoFoq8+JzL/HpL/0JC2uLyjJDxpco9UUlKpYIWzZtJOeY7Nq9m8uuuBwnl6PT7Si1figQLY75/d/7ffbv3cvE1DTXXH01Lz/3AidmThH4ARPjY3zi//gEbhzzmX//SZ4/8jJdpQ62FAA1HROzklPzSlkMqPCsdIbLmirvI+tquVLhH/6jjzM+OYEvXq+pGwoCRMUGQca88kENApIowbItDNNUys++u6p8PjWeexstZ60AEgUz18PW/s/pSgur9TpfufWbLNRW0HIumlgDBKIETrsYxI8XU6xjxFZUehtkPEUYygs2/TtUmVkCQ43UiqSn/u3bxQgkPhOYpvwMZM2Sz9bbduv7asvqFaZwWSmSZQ0U2wcVpijfVXJ/lI79OEmhas8WIgpjKvkSH7j5w0yOb1DeuHE3fYwolUUNLzYi8t1mGSmQFdDvdTv4nY4KQZuenGDLrotpB22++Jdf4Bu3fh075yjFrHyn5uKAK4ZHuHrnDiLxaI26uFaOrTe8hx2XXkfJyOGvLRCszmF12lzzsV86rzmePSmrQFaBrAJZBbIKZBXIKpBVIKtAVoGsAq9HBTKwei6w+tQxQkMUqxoDA1X2PvQIX/jKnSSlYRUCJBfhctGaBlLF6UWsujBOL/rlYl8Uq8prtadYfS2wKr6AEmoil9q+H+MbBv/kn/4yF044dIUo9h1SlVpO3uC1taHrrQDSj/T6glVpJX6tW1qP1/ZlNfSEZtnmBSuhoSwPRdIkQCFgAJu8ptHSEpa0BC/RcTQoyqMEQBsxZpIwkDb2KhC63gqg/44CwyTyqtQ0OPnULI898j0efPBr5FwJuUlTySWgZb2vopASCWaJkxBdi7n53W/k6p1jtJtruKUqLxx8mXLeoVtfVW25AyPjvHToZZZPnGDh2AnK5QqLy3VGJqbZMV0lbDQw/A5V22RksEy+kCP2urRFWedYSp3bCkz21nReXm2zubPIVCXH1HAew4zUKS8US7hOhTVvlVZthZxZoDw+RRIbxCZMXrELZ8MwXhgoP0RTQKWbS60EDFuNWV39EWXi3wWr/XOX1vDsuVy/CSAwKQw7tDo1ul5NtQGrUB8FVhM8P2B2scbzB0+x5/njuLbG5bvH2bVzI4OVsgKrMicsy1AKSfEUtjSHvJYjXO2yfHyWxvEZjs/OUt2yE3t8M4ZdUnPPFh9c22WhI6rLQS7aOMXKyRf51d/53fNaJ+956BEVviSAVD6zqZkKNq0trOGHIa4JD3z7W3zuS3+MLx8wlFEiqlpdqSClQhKyI3/LCJJxMjwwwIdv+Uk2bd9BLApQu0BUbxDN/jtK5iId30fzYpyqSIsjzEUX4yshndUKM3SYMYe5o3QFtfwksRlTNF2i5cdpNZ9Ux2pGBnk3pFCqkOgFfDw03aHTqeO3QmU/EHg6W4YKXL0jYNj2sPIVrn7nb0J5O93mLAPFMvXVRf7yL/+Mh594lICAvOswWCxQtGzec911XPWODzKx/XKmJqf4V7/9G3z9O3fiJQG+75MvFLGc1FpC5k5tdYmg21R2F1dccw0fvuUjjE1M0Gq3wMnRbXc4euSI8gzdvHmzUpbOHz/B6YU5mp0uqyurXPemH6EUJXzlv3yeJ55+lDnfB93BjCAnAUo5g1ZT3GHFnSWd2Wq91bTUZsOyVPv6z/78z7N1+za6nqceI+dFVNBBHFNfW6O5UiPxApbrNXX/th3bGR0bo9FqpOBRAGWvzf8VPquygp3DY1Vtymgah48d4/ZvfQs979DuemrDrb9Sq46DJCaS9UTGfZxu/iREuG4Oz+soKwZdd1RN1UooG0TKhkB+ls+RAl9FZtV3TkqOUzsEWTP7z5MwMrANQwFmsbsQZbYo2cXD2DItBcXltUR5qqxDelYI4i0t1rMf+PGbueziy1lZrmFbNpEfKUAsMLVUKGIalqqT67hKce75qS2BnAvbtCjm82imrZT6jfYaP//xj9H0m2hmguPXuX7LFq4aH8NxDMySy6CmUzVzaNOb2fqW9+EObVLjDN+nEOmM7xo+rzmePSmrQFaBrAJZBbIKZBXIKpBVIKtAVoGsAq9HBTKweo4q73nqKLERKWw3PFDh7m/eyd/e/RDO4Li6yIykddPoefX1VECiLE0VrD3wIi2WAljXMcdXBEbJ1bWhctCVWq8rycrlAX7zt36ZcSvE91NP0bTXWmCtXPifo+l+nRXA3y+wmqpBX+smrckroli1I9a0NHm9rIm3KjjixacyoyXMKqEeJwo+FIxUhSZBKQ46rqjaBHwIfFj3TtL+myaAC1j1KK3pHH70BA88eDd79n6LnCNgqKdC64NVpQCLlQpVgmcEmgRei0t2THLljgkmx0dwCmWOHTvGxECBoh5iOyYLq6ssri1z8MWXeWbvASYnp+i0mlTLRarTk4wWS6weOUQ+8hirligX88TinxqGFB0TXI2i7VJL4JmVOvOHG4zpIVtHChSqFrGWjoJydZzETWgszyvlY2lsmrxbpNVuM3zBJqoXbEJcDGyppeFg5vIqeCgFq+YPBFaV7voMJE/BTv8m9fD9llKsSoCVeHPKA1T7cBTT9XxOL6yx/8BJ9jx/jFLB4soLp9i1c4NSPwqIUVBVFIQShmMXsEKD5qkV1g6dxl9o4NWWWO40KWzayNDOi5lfarJw/BSubtNKbI6stNmybQfNk8cIVk7zu//1v57XOnn3gw8r6NT3TJXWZoF2tUUJ5fLJWzpPPPgAn/38Z2lLq794N4hIsKdvFKWepUmbNXTDiLxlsmFqgjfdeAOXXHU1nTih6JZZbfgYq59m0HueRiCd/AamFaEVDOxlg85/84nmq8wj9gJ1Hne3sqd4rVLGl52QbuMxgtqzoNmYKjyrhBcFdILUpkSUry3ZgUmKJFYDS1SFocX2DQ7Xbu5iWBYXXvvLTO2+gZXZF3HimJHBIRaXl/nzv/gCmuazY+Mkm8eGaC6vYFfHuPTdt7BxywX4AfyDn3o/B04exjRdDMNUIFBmmrSQt1otCH0MPVbg1/c9Lr3qSn7pf/k4A4ODkMuTE8/OXE55htZrNeUBmnMlgM1RgFig4+ryMjQaPHHrrTz50H0cWlmh5YeMV0ZwHYuVbpOaFK/ndyp/C0ztnzsBesMjw3z0536OkfFRFXol41Za3QWuzi8scvilg7RW1ig5OeaWlxQkHhkfY9u2bYxNjKNbstESost4FtW6YHS1HqRAU9b7V9sAyO+iupUx8fiep3niqScxSkVlLyDPF2WvcnjtqUJVVKECuGlOm4w/3w8wbBtRimpa8Eqf6B7ATwTRRvJVIVtI6SqnMKra0xNLgHStU18zEhiGRiKEtBfIFSURlinAVUK6TDTdVAA3VIrYvgpWAz9m+/YdfOQnbqHV8lS7fxTIronUIsYybOVv65gWOcfFsRwseS15DdWtkShwK4pY+c6rlMpUB6t89k/+iL/9xl9h5RLetnmKS6fHSKIWkS6ewB0qjstQuYJbmGD0ihu48Lp3Edk2mq0RtTpccMGm85rj2ZOyCmQVyCqQVSCrQFaBrAJZBbIKZBXIKvB6VCADq+eo8uN7DuJGLlE+ZtA0+bPPfZnvHTxKZWhIARi5kJULe6VcFcCqfpagqZSiSsukUlWh4UqASo9Q9duulY+eqFSl9VMLiUOTFb/NxRddxW/82k2S2KSUVuJFmHrupd6AiQT9rLutf91zDZhzqUnPPj7VT8l7nO9NFKM/7E2zYuZKFsfFo08z8LUIR0FOjQImeR0k47shSkmB1z2wIJ6qjm7QVN2wCWOxrnz8VDiNgJF+Krj8rEn+l051ocPzD7/MN+/7GnMn92DjEiTB2eRvUYKdCaUJ8COdJPSpuh6bJyr4XV86e9EMk0a7zZbJITZNDjA4WGWtVkvz1r1FFk+fZG7BZ3GpTc51iA2NTVu20GzWKRgB3twM426JkWIeq2RiOjpF8V4V0Oo6+L7Oc6ebLB4/zEjBZtP0KLZr0g665FyLSqWigPBavYlu5xluUjgoAAAgAElEQVQYHFXKTwlY23D5DqzxKqEpPqCuApeGnlNATJe2XYEqCgaK2k/agtPbK2D/9zmJAmN8v0m7K/6q7VQlJ6FqosYT2NeNODHfYN+BE7x86CiDZZvLL5hg+6ZNlErDmLkY19JwkiK2O4ix0qZzbI7GydP43RadoEG91qAZ2+RGNjG1aRvzs7Osra2ii/pRy7HYzDExPMQzj9xNlBh84ba//WGHnXr8tx54SM1P5cXZU0DKXKovrCl7BbFseGHfPj7znz/FWmMFX8J2NEN5Ics8FM2hJsBbni6wMpdny4Yptl58IZe8+Xq6mDiuQ9iBcOZrVPy78bWYINEoim/zYEIh0Zn/owhttsiMAFotpBrH7M1t5sHKFXRKVZz6U3RX9oFAfFsUv3m63S5h1MUUKwOBfjIue+uOAEe5FQoF3nGRyagRcuENH+by6z+mLBfmDuxjz7e+zOnjx9GdiMnNY1QGSwpU2naBelLlwre8h60bt3Pft27lt37nE3iRhWEJjBNPUFFeSmhROt/lfRU+jCIFdf044P0/+UE+/qu/zJrfVWul3CdQTwnupVxh6ukq81na8hPZxIhi5g4/z57b/pqoscaa32IoN8jMbIOXOi1WRL2vXkPUwRqi9BdAaFkJA4bD7t27eM8tN6Plc2otTTSTIAqYnVthaXGZ+ZlZwmYNsR+R4/fkeA2HsYEhRicmGNuygcCMKHRCPCPGMxKsQNaddLdGgq5kfZc5cNY+RFhkpGpy1/33cuz4CaVY1dXzznYMpF6or1i1z2xY9M+b2ox7Lf9s8U1VT+59D0gPw7ruANl0ec3vFjE0VRsBafeEeLJWiyVVf1HZR6JgFeCrNu3Stc/SbN774zezY9eFtBqdtNZJrACs+j6Teiu4mqNYKPZ07alq1pLNEvFz7YUnmrZBIVcklyux95ln+Pf/9tfZubnMO3duU6/pBV0VyKWFAXnDIGfruNVhKrvfzI/86E/ilgaVH6xYJFxwweR5zfHsSVkFsgpkFcgqkFUgq0BWgawCWQWyCmQVeD0qkIHVc1T5yX0vY/gmRtHA6nT51Ke/wJFml2K5onz6+p6pypdPWGfPp7J//SyqVrngFMWrY55pCj2jaE2DUkStKte/kqxuUg+6vOMd7+IXb3kTrVUBACJrSi+QRQ2rXqXXIvrDDI7XBaz2FKOvPq5X+Mm+6k7L1jlaNDgqfqYqGT6hIlpGLcFSKTjCl2PWtIhuouHHMXaiMWhaSjcoarQcOnmVNJ7KhJXCrAdgldJM4FdkYJ1o8uxDz3HrfV+htnwQM5F4olSx2k83Vwo1BU98BWOjoMOl24f4wLvepOBDu9XlxOlZnnvxJRVu1WrWVQhTvd5holJmesSiVNA5cXqZ1VoLx9YxVShNDqdUYGSwyPKhI7jdhFHbYnAgT77sKP9VUd1qtgVugW5oc+LIYZZnZ9gwNcrgcFXZEkhAjaj/crk84h272uiQy5eoVodYazdxpgeYvmSHUsO6ThFDszDNwt8BqzKSBLL2bz84WA3xBKx21giEGIoNQCxgNVXz1Ztdjs032P/yaY6fnGGs5HD5rgm2bBwnX6xi2AJQXAp6BW2xw+qxEwSLKyStJp7v4cUB9XaLjpbDrE4wNDrF7OlTysvVyhXp6gXa1jBxs8GhJx/EcvJ87rav/jBT4cxjzwVWG4s1ul1Pzd3Tx47xB7/3H5hbnFHBYCo8Sjwl/UAypDDimInRYQXqrDBi09QUxeEhLr/+eqqjk8qbNegmhLO3UvK+jW4nBDJ/GyG5IY2ybjD/XyLimQJzmoZPiGZElNF51trJA0PX0wnniFbvI44bFIslNf8lxEnWj9QvU/w4e23iPYgmH1K8R99yQYUtBY3pS97MtR/8dcbGN7Lv9m9y75/9HiUbcoMl3NEq+mAFd2QUpzJA3qlij26glC+z99GH+cM/+ixdX1MQtB/0JjlGMs/S8D21m4Gl98K8kgi3lOc3/sX/zs6rLqPT6aiWcwGnlpGOuTjSFKgT64VQdivEjiOKaS7N8fg3vkzcXCa2QuJmxOmTaxwPY5a8QL1/2mKvKW9P23YoF23Gg5iNmzZw/Ud/Ej1fVerP0IDVmsfpmXlqa2s0VlZYOn2Sbr3G8MgouigvbZeRgWHKlTKDU6NYJQdLNlC0XtBSGCs1pgRMKfirrDDSv/vrWoiEUrW5/e67WFxZwyjkhFyqoCa1IdbbgOuD1fXWKOs3N/qbZ6/Ar4q2ilpdfcGkd/XAcv9xahXsbYilvDV9nNRH4LeoZh2xpYhiBstVgm6X5aVldT5EiZpujsjfCVsvupgPffgWtbYEfohj2cRBuvmkNiFECa+blAtlikUJcBSP6bPes0pRLOtpFFEZKpFzc5QrA+x56nH+r9/7BG+8ZAODRVf5upphiCnA1kiwbdGvh0S6TW7rtbztJz6OUxhUa6JYGlxw8fh5zfHsSVkFsgpkFcgqkFUgq0BWgawCWQWyCmQVeD0qkIHVc1T5sacP4iQ2Vkln7fgs/+kzX6SbK6tka7nA73v89RWr6oK5346pnFFTRav87dpnIVZ6bZyCELmYjRQoFSWWQSeBj/3sT/LuN++gtppGqsgF+Xol6Xor0+8HLdd/rNcDrBrfR+56zuPMmTzthDw5O0spn2egUmHMtKiI4lcEaqLik3CqRFSnqb2sK++jaczHPloYMqE5FC0DyadXtRXgesYGQDpoY/KhQfelVZ564EnuvP9vCfwlkcIq+4AzATUCS1QLsbT9egTy5kGLG67YxHvfdg21lRUGy2VWVtdYqbeYnJrA9wJOza3y2N5nWFheImyv0W22abY8cpZNteSQL1RVi+zgQInpDQN0Og0a9QYsrHBRdZhq3sAua+TzEtWFgqJ5u4CuWbx8+AjdbpvJiVEcW1RvqY+h6+ZxCyW6XkS97SmwKhE8TTdk13VXYBUKWKaLY7jQa+Fer1h9NVhVOOYcHrnrx5EKqfEbdLprBIEnzb8idFMeugLJluttTiy02PfSCRYWltgwWOKS7WNs3ix+ii45p0JJL9FZ7NB54TCa30YPunidJs1OBy+OaXserdjBHd6AU6iytDCjwJybL+M7A2gjG6kdP8Lc/r2qZf+zd9x+XuvkXd978IxitQ+/5IXaK03qjaYCfyvzc3zq9/8jy7Ul1lp1RL4Y99qrbT3BBbZPT1MLfDr1JoMDAyrd3alWufTKN3DFG65RLfy1w19j0P8WhiNuvyZRKyA/DBXTZPHzEJ5wWVBgNcIzdQpBhxI5nitczrdHLif2l4hae3CNOlHUotvpqhCyKEowZNOmB7ZffR4vmc5z5YYKk1t3c+NPfYLhie3MP/cs3/3SH6BHDfLbpyjt3kLo5rGcolJwigK3k5iU3AIrM7N8+g8+xcLCmgJ1AszSuawR9zeSpN0+jDCNVK0o88+PfHbu2sVv/O4nlJKxf1yy2aSsI5QHaNqOriw3ggjf84m9Ds8/+ij7ntnL4dkT5BKDASvP3MoyK/K43hora2rBsSgXi0wMlhlcWmF84ziX/vRHCYwyBB6ek3BqtsXJkyeZOTlD2G6p168vL1EqlxgYGlVeyGJhUKmUGRgeoDxUUEpktX6o9vsYSSX0RRIcRAqq9j1Q08A7Mdo1mJ2d485v3UFHQGbBJe746TjprUNqbvV+T590Vu3bd2JV3Q6v5W38arB61nVbQWb5/nl114KyQJHAwyhWYNJMNDprDRI/xBRAHoqntzqLvTUzxbEf+qV/yPYdO6itNbEsW3VbKBVt77tKaiLzYrA6lIbw2RLG56ZrhzymB1nlRcUMQb64JODs2aef4O4v/ymXTVeYXT6lvs+GSmWKtk3RFUsQAcchnlVm5w0fZOePvBvLLjJQyisIu2lr9bzmePakrAJZBbIKZBXIKpBVIKtAVoGsAlkFsgq8HhXIwOo5qvzEU4eUh2K+ZPHCk8/yh3/2VfJjEyroQy5k09CQXgu9IReyvdCqPnBQnqi68mO1Rd4mF57r36t3wRpIM6YKRkkwnDK//k9/los2DbBakwRseX7Pt7XfCvqqjKgfBK7+vw1WzzmQyya3z5zg3/3+Z/GWV5i+fAdj01NsnJxidHCIydFR1dIcWBYty8LXUw/WUQw8EpxEUx6ra7r8nHoQGv1U7x6UFnQw4OvM71vg0Qcf5r4Hv0ZEMw0jOhNUkyq2hBLKeUhEOxjqaGGT97/1Mt5w6UZeev4FlWq+tFLHMCxKeZucbWPkShx46TCDVfHo9JlfWuKJfS8xP9OgveYR6L7ylywVC4xPDpIfKNEOoDU3x0Vuni0Fg1wVilWbnISdKRBvYLtFsTxkcXEJXUsoF3NEsa9aqCUAxxb/ykKVekvawkHLOcRVm+3XXIxVLGBoDo6AMiuXej2uswJ4dXjVq4Hcuc6XKEe7PbAaht3U7VFZUUaqlsu1NgdOLPLok8+pNt7d26bZtXWC6QlRQuYZsCfonmyzfOgkldCDqIvfbdD1WnSjkLbv02p2aSUuY1svJIw1FuZn0OOYXEmUlRvJTWzk9HNPES0tEAUB//yL/+281sk7v/tA6vUqY6YXhCQ/d9farK7WsG2L5uoqv/8fP8np+ZN0Io+oGynYr1qe45CybVEt5FlodwgC8dsVL1uDji+KRY1rrruW973vQ3inv0elfTuG2UYr5umsNamMQVEzWf6CQXDEZgEIBKLFNiUtwFJJ8RYPFC/jgdGrsIJj0HmeTuu0SnwntpR/sITnKcV7b71R6nYBW3HMQDHmxovG2DI5yTtu/gSjm65AjIy/8uXPYOoeu669irlunZbnkwQxmi9WJiGuW8CRUKVanT/5zOc4fuK0Um3Ka8pNxtMZL16xI5D3EwWieNbKIqdrdLpd/tm/+S0uvuxSgii9TyXQ9xZB5VcaSDhcusap9PkoUmFXM3NzyqbDSqBiWDzx8CPc8937VMQfuqFA+2A+x1CpyPaxAfSTp5m4cCfbPvAhvLiEFnTo2hEnZ5ocOXyEudOnSSTISWwAgoAgCChJGJxboBP4ylpi64ZpqlWHqGDhxxpGIut86ofqRT6J3wu662+K9f42XJsDB17i3vvvITYt9FwKVhMzDbw6Y/3yGqM03cxIuxm+H1iV3TWx8OjfBHamr/tKsNqfx3KfbESJEY0RxiQCejsepgrRUp4DPaV+ukEoPrFT09P8/K//BrXVFbWbJ37I4hWrMLq8RpJgyH+6TiGfV2xYVO+iWJfBZ1vpXBIVsazZ8kSxjpianuLZp5/k8W9/naK3wouHDhAZBoPjEwwPDZA3NIYck3KpiDOykcFtl7HsQbvTpllfVV7Vn/v8Z85rjmdPyiqQVSCrQFaBrAJZBbIKZBXIKpBVIKvA61GBDKyeo8pPPX1EJc3ncjrfue0+/vyuhxjdsBGtlwIt0DRtTU3QJRhEQkkkYbzXjpsKKzUFWvow9tXKoiQOCRNdta5Hoc/QyGb++W/9NMOOSTPQ0IVjrPMyVDYA61RNcuj/Xwar7arBfZ0W+57eT3TkKPP1BZbnV2msNYmMBKPoUCqXGR4dZWR6msHRYcYHBiiVyrRKNkU7T0UzaEhraRSQNy1cab3tQW6xB5C23uEOHHr0NA89+F2efOq21C9T0rd7Sd+pergXViOwNRZ1GuSdmA+95xou3zlBbWUZzS3zwktHGBkeottYwdI1zFyJ0zOzTFdMvK5PqVrh5WOHibsd2ssrnFjpMDu3TFccI2wbqzBAEOYIwoAhM+aCosGmqkalCAMDJUzl15soeJrLFwnihHa7m6qfEzGaVPgEzbCx8yU006HZCfBNGN29ifFdm9BcV6kPxTPRsNxzgtU+iDkDbP47qlVRqXa9Bh1vjThKk8+l1ALcBEyfnl/h6RcO8dTe/YwPVrjkwm1s2TzJcLVMMVfCrJVZfXGJXLuBY3RoNxt43TaB36bjtWm3WzQ6AXpplMntl9Dq+syfPqF8IMtDI8SVjdjFKrMHnoROGytJ+Cd/9IXzWifvuP97Z8Cqqm3vj1frKFWybIiE3Q6f+k//gf0HnmN80wS15RUaTWnDh3wuh2PoeJ02anPE0JVKURc1pmnTDT10Q+dd772ZN+4cID75XymWGiQ5W1lMFAc1ZWOx9iUb/6jJgthQiKGFHlKIDETEF6lAt4h95St5vDBK0z9Mp3MEPREobcnegEqal2Ndr7rtK+JlHF23s8jF0xVuvOm32XrF21n16jx7Yp/yyhWVceB5PZ132tLtJrqyOIgtQyW8/82f/QX79x9QKs4zKk3l0ZuGnMmap8Bgb9tIAKppWjTqdd7zoffygZ/4oFJ1qqCpKFZwT9bMZqOhVKpiISDHL/PPD3wazRqG76Enkfo9Z+eYPznPN//2yzQ8sehI0+zHSgWmBqpcuXGUYK3BwGWXUbjiGrzAQg8D5Tm8tNjgxRde4OiRo8pyQDYBZD0WW91SvqQsMuRzVV2X3VPTjFRs4okKbdGORmnwnZ4EeFFIEqRdBv3NmH4tBKw+/vjjPPrk45huTilWo5YHlgQcii9vbyfsNebWWZW4qFtf2ZlwZm0Xj1WlHT03WF3/PdAfBxLgJRFxmh8psGrEiQLbKoSLRIWPpZuDEW7O5QM338zWK65jaWEO17KU565mWASibg1jAj8NcOvD8749gAD1dqtFs9lUFhWO4zA0OMhApaq+98bGJ9n79FN866t/RVnrEIny2XK44OofIVcqcfD552guzhJ5sgll04oMaq0mYdBF0zXEdiIJ+v0I5zXVsydlFcgqkFUgq0BWgawCWQWyCmQVyCqQVeD/0QpkYPVcYPWpIxiGhHv4/M0Xv8K3nz3C5KbNxL6HJgrAV4FVgUv9ZGa5r98ZL76CZ9WtZ3331MVwHBCI4sewiMIum7deyr/8zQ/ghhqtRMdWMCJVeQlQEHgRx+kF9g8CVPsf7X+mYvVcLePnE17VKhvcb8mnMtgQhdS9Jt22R6fWYqVVY27uNEunTrM8M8fy2hrdICJvuhSrA+SmxpicmmZqYgprZICRgYpKly7pBrYqUNqW3NFiRmsRzz54jO89eC/7n7ubrhZh9ltcz9gypFYACpgIWBUfSHzeePkGLt42yujwkAIxL7x4kG3btqCLetQ0ODqzRK3ZohQ3VaDUxMZNHD15jFatRlhrKYi7NLtCMVfELRaJc2WOLjRYqGlolsaEXueavMamikluwMUu5ZQqzBRoa+q4uYIK4un4EVbS7nk8Cni1CQSC2TnlTRjYOpuu2EVpegTNdTA1C9fKo+v2DwxWXw1aXz01fAmc8URhWiMWKwalDu55UCYwM7/EC4dOcPzkaTaNDbFlwyijo8PKE7bglll4yaN7tMGY4dPtLuB3BNZEak51Ow267Rq1MCbOD5EbnsYWv9lmDU1SzYtlosomHNOlfnI/ESG65/GPP/Wn57VA3n7fd1+hWJUXEfWetOkvLS2nIV9RyGf/8FM88sRDXHbNZYR+l/nZBYqFMuPjE5yeneHUzEnsUMc3ZYNEx4hQrdeiWPQSj0J1nF+95Sacxa/h2AsYFQvd8MlXNOwoofmXOQIBqzL2kpiOniDukkYsmwQdsCLi4e08aG9hT1CnUX+eOKyjJRaRbMroEXqSqkYVvJSm6jBM16e4wCVjPldvc7ni/f8roxdcy4njB+kKOpRguCBSY9iIIWh38LqeWousKCDJGXh+xGN3P8jDjz2moORZyb2KPFLvoTaSxM9T/kXXMExLtf8HYcjGndP84j/6OKXBqoLvAlFt3VD2FosLC0o5KpYA4tEqvtVS3zgOSbyYwAtVEFa54GJ3Pe6+7TYWa3W8KME2dcbyebaMDHLFRBWjUKF8zXU0qoN02gGJn6iQufrKKs8995xSlNbrLUzbxXZcSEIq+XJqxwKMFItcPr2ZEfF22DFGXdkeyIqmYUS+Og4xW+0D677PqlrvLYN7v/Md9h94HitfxCrlCZpy3tJgwzO3HlhN18903qyfbylYfVU7gnpA6sUt//Vvr1asrv8+6INVBT4FpnqRUqsqmwb5vbeJJOdOFKmFYp7dF+zmpve/nzUtR6O2KoeuVKeaaROEMV6tzdzsKRbm5pWNgEBz2QSRQK/A7+K123iep0KxZJzImLIN2QLUlCp4w8bNLM+fRvNWlRLcypfoBBqzSys0Wk3Qg95xGWi6hZ6EalMTwyHUHYKG6LmzW1aBrAJZBbIKZBXIKpBVIKtAVoGsAlkF/n5WIAOr5zgvjz/5EradJ2ku8MlPf4FTQY6JQk61tUorrLT+S7iUqNLURa9qET7rVZnaAeqpwsfUziid+mBStX5K+7mW0DJidM/grW+8nl/4xTdyT9fmORIucwx2W2m7uxtFOEaC0zLxvQ5G3iLX0YkTn64hbeiGAoO+nmCJp55qj9dw0NOEalErybFGMYGtYQQxhVAnMjXVgixtr6ImU4os8RkUBZ7YGAgoEgWbHhIYMVbsKN9XUXoJSBGfUvH+tKQd/Ry1XO812AfCArFOVBOOJiF53VIwec1IFVUToojToZYkrIR+6hcYhCwvznHy2BFOHT/B7PHjrC0sk/iB8vsrjIwyMT3N9JbNDE1MMDgxQaFUJK+ZTM13efrBl7jrgW9w/OVHVHu8AuGq9V/aqOXnfnusqC999UnEy9LrdlSb68DAAJWyiW2EXHrBDjZMjFAtFjh8+BCupVPUuzQIMTohtcVlZtZqnJqZox6EaCHqPIjya2R6G8fXuiw2Q2zNITZihp2AK7WALVUdczJPVfwLTUk8tzAtA0v9btGOTBUe1ek0FRySMJkwSNCLFbTKMKO7tzK0uYppOyq0yrQked1R41WgsITlyJjsWwGcATWvgD6K5rziTKZASRSFDbrdFgJYExlVirYJ5E+T0uv1Ossrq3hel0K+QDmfo1gqEhgW5cIwc88c5+RDzzPkW+iFRMFWxxJVXBOvXVOKt5XlVdqYuCOTDE1totvq4GgJgVsgHtqME/kEtePYklbuBXz0d86vTVjAal+l2ldeKrDaDVidWVKbJ5pp8Bdf+BPuvOsbbN6xmUq1wPDQMI7tqBo+vWcfMzPzOJZLEAepH7IQSwmz0gzlMxl4CT/23jfzhsIsSXwAZwRsXJyKTy4xOfmNgPyBKnO6p3yWG3rAYKhhS31LJYKPfpjqpRcwd+Ik995+DwcPHjgDUNO5lAK/PlTtw0J1XnQYzGnccMO1vOHdP0rHtClYhgLZrXZXbQQ5psXS4qKCnALTbDlvRfEaBT2M2fPUE3zz67fRbAg0S99HeXj2bAHUZ1bK1XQDSbw5BbTKv5XKDj/3K/+Iia0bSIIIWxSIYcT8zGl8z1M/K3yZiKeyRrvZVN69ajNJoKamkyvkyLkuj935TZbnF9HCiIqbo1ooKM/jqcEB3JExdrz9HSzqJqeW17A0Eyf0Wd23l2ce2cfcYI4Xj5/ESnIU7DKatYpmlSlFOn6ryYWXXcTbNm9GCxq0d0yxljhEvqx5EU4IfoJSmPfXbjn2NBwqomvG3HXXtzh97ARmsUCuXFLqa4W6e1YjCosaBmFv802+O9ZvtgloTb1dJWwq/T6RUKi+8l4WQ+lqUOuoasFP56ecDxVCpd4qwRCfW/luUmtbiB7ryldV1nypv4xvsVuQmwDtju8xtXETIxs28cGf/AgrSyuqBV/WxJGhYRUqduzIEe65/VaazQa+7/d8dmUTYn0gY4p9FStWGYIyOwICsSKJEt577Rtonz5GybU56Pu0/ZDjx09hGHa69qZs/QxY7m9QpmpojVZz9e/n/3vKjiqrQFaBrAJZBbIKZBXIKpBVIKtAVoGsAnLVkvww0sf/H5XsiadewrJc6rNH+eRn/wK/OE5FAmZETWOaZ5Lk1cWfggvpVWW/RTYtVQpWRS4kra6p/WAvNkSSmJVvXaKUQ2Fi8aH338QtN1/G9wKdGboUCbjAKrJmSLAN5BJo1poM6RZHXEkVt9muiUIO8h64sUY7iTClZVN8I4OYlsKqFpZob/WEnA9dU0CfhifRTupwxJs0Tfc2REAby0W8TiAKNOGncpeeEOoxtvLUS9FbOnRE15W+xn/vJrXpQ1a5yH++EnNEfTKTgmYiuE5eZZOo94COoeEliYIuJURBqhEI0NETPD9gcXWZmblZVmqrnDw5Q21+meZyTQEA8jlKo8Pc/IEPcHEywOPffZY7vvsVFk4/C4arLugTFcbzKqiaSFK5tLmnfe7iPyhqLKVSE+uAMKAgnoAFl2q5qMbBwECRC7fk2VHNU5TOavKqaN3GIi8vrnDk9Ayn5uept7sMTmxhsanTim0FtWJDw7JCpqI2F+ZCNk2VGBgs4zoCR+WsiDpVUwnd5AoK5jSbdZr1GmEYKD9EpzqEOTSpwOpwH6zqeQzLxDTECsDs+Yj+IGD1757H9WBVoG4QypkSQNMLYeuFJwmc69dKxr0E5yh7DNsl55bQ1gIe+uo9LB04xs4tO5ga26B8ZYPOCu3mivpMJ06cxtddxnZeiFEZIG1pjvANF2dkC0bQJWrNqhCz2A/58L/+g//esHvN+18LrCrYFcSszS0K1kMzTW7927/mr778JUYmRtm4aUoFHcm5EZD19FP7WFleU/NcxqsSdfY8TmUuaXpM7Ce85S3Xcu1IA0N7jtxgjIOBVYD8ssOx29sUVoZZidsYScKqFjKsW8SOifvON9O+5nJaouZca/Hkw4+zf//zZ1rS07UmVaue8fJc5+WcyOYKCTe9/51c9ba3Ejk5uq0GUbfbCzDSWF5eVuBSQobKpbKa26trq6yurOB1WqzOLbLn8Sc4enJR+ayuB6upX6dAQwF6KVhVHsACpTUN04j54M/8FFdee41SN8pGxvziPCsLC+n6Eab/Jqpl8VhVKv84Vj9Lu38+n8e0LArFIo/dexcLs7PkbZtKrsDI4CDlQpGcoTO5Ywfbr30TC0HEzPKKWsc0aeGfPUbtyWdY6nR5od6hvlwq1ogAACAASURBVOYr25aR0SorDZ9B22L7ximuufwqRmtN5rxVljaO0k5s5Yus1MBBjK/Wo576VAVbaQpEyxo7V1vh1jvuoCmBZ3mXfLGkfErFDkE+zxmbEbEoMcx0zRQw2vPn7p28dP1MxDogBfPyRwHKHqhXv8tjeopX5U0rft9xasmQwtb0ZzkudS5kMIYR3UaLRq2unirPkbVMaq7bFgPDI2zcuZubP/JhFufmabVFzawzWB1g7tRJ7rrtNpZmT521fuit8331bn/sqW+/HlSVny1Tp+sFVAoFPvLud7D/sUcJkpihiy7jxMwML+7fr74LFaTvfZf0f1//mnJ/qylzLLtlFcgqkFUgq0BWgawCWQWyCmQVyCqQVeDvZwUysHqO8/L4UwdxLZvD+/fx6S98ncr0DrROm1A8VXsBVmcuiuWSVkJk1oWVyH19oKUcCHst5+tb6QV5Crg0g5C27fIrv/TT3HjtVu7wAkxLZ9LQaCQBBS1VicoV6OpylzHb5BnTU8rEaSGheoIt7cPynl5IqZ3QzekKnpY0HUf8PaM0fEb8GwUGRsrDURJzUuWmHL/SqsrLKf2UtPemMlwBq6JKTaFR/6JfaeVSyCr//opkru8/2JX3rGHwbDGmJlzaAzOCrqMTGzCiQQA0iZVHqoQXFRONnEibtJ7LrNS6BxIkPKkpbdTNFu1Gi9VanVOL86w26lx/5Y8w3Szy8Hef4M77/5p2/SSRtE6r1thItaCKQktqciZhW+CqgFRRg/XOm9wvdgzyPL/bIYrSEBwBnVVb45bLNnDD7l0MVkroErQlXpxBh1rQZa7RYO/hQxxdWqRrVjm6FIBZwHVNYcrKczAXB+zS61w94jA0UVXhOpZlEEpbtrTCS4t1IacUgZ4XsrCwQL2+hmFp5KtjOCPTjOzayujWQSzXxdTzCiL9zwSrnr9Gt9shiDrqmFKYIvULz5zw/jjvAyUF4gwTU3co2QUac6s8+O37OPjwi1RzVS7evoPRogNejebaCiePz7PS8Zm8+FJyYxNotoV4Ecemi12ZJCdA1VtEk7bjIOKD/+L3zmtlve079/8dxaoCq2FMfX5ZtV/rlskj99/H5//Lf2Z0wxgbN23EMDTyOVe1zT+z5xlajbZMoVRzKBsHArl68CkKRcVqcPGurbynCpr7EoWdCXlpk27qWPstVp6JsKIyK0mXyOj5gCYJ7rYdWLe8h27epuH7LBw+zZ6Hn+DkyVNqs0apEtVGRQqn+rf1ilVRzOZMjUsvv5g3vOUGOip8PcLRdYqFomq/F1V0qVDsAfsmnWab4kBFqXWDdouw3uLFPfu4/7G9eEF4JuhLxn0fEsp6KGtdCvXk7xT6xYHH29/3Hq69/o089vCDdNttNm7bTOhJaFlXbeLIWhN4PlEQpiFIuoVtWeRyOXL5HKZjYzkOh55/Ts3VgWqFYi5HtVxhYmyMyPPpBjED0xuILIeTc/Po4lEsx+O16T79GCefewZ940awHdWiXnQqLC6vUbV1Lrn0Qqa37Wbp0BEOtT1qgwOEouyOREmbbob5yo9ZNscSlpaWqNdqqtyy6bK4vMTBo4dpdNpojkW5VGGgOshwZUgFOeUKBQXhpV6FvGzERKrrQYKdRJ2ffof0NeI9eNoDqzKOBKAKNBVuquwpZJ2WY9MEXsp2Wepz21fAykiQc6rGYZJw9OAhntv3TOohraB7+l/o+Ri2Ra5c4U1vewfXXv9mlheXaLVaKohscmKM5/c9y9133EncD6rr+xf05v3f2ZNV3wF90CuWFBFDeZcbr7qCo8ePYw6OcM2N7+Kb3/g6xw69gGWmG226ZvXGce/z9wZz39agUV85rzmePSmrQFaBrAJZBbIKZBXIKpBVIKtAVoGsAq9HBTKweo4qP/bUQfKmyaPfvZ8v3vYw05t3KOWMtMevb7tVV7w9xZioT/u3FB5aqapoHYRa/3bK01PaMnWNoFzht3/lI4xvHuMLjRqRnWNXLo+mR+QSnbyuYwhAPe0zWrFYymssJzCUMkK8RMPTwG4HOIHOi8VA/ftEYjFigIVGTtSmQUQp0Kg5UA0N8hIGIyk4ki0ukEzCSnrwNHVQ7F0s9y6YBSzLo9X/KvFqSlZNUU79ECNW6jOria+khrfcUoDKGCyhFR0FHPS8Q9uBlgi4dMjp4CTSRp0eT+o4mypl5RgEzCbiG6igbKJ8Uv0goBjqtJ5v8tDDj/Cd7/01obdCoLwT0/b2vhpTgSJlCyDBLgIzU5AiMOJMYE0UKGgmKkp5vMARSYOfsHV+7dId7JycJiladGOPdq2ObtpYRodI2viTmOdPnOLb+w7y4nJEoTyImzNUq79plJUqdcJY45JCwNbRItVqWfkRKmipSeq2RSJWDE4BQ7ep1essrUjLeoRbGcYd3sDwzi1MbB/GyYlPawFdQoM08Vj9YRSrPeXZOliXfv6Yrr+G53UIIwnROrtZ8Mqf+7D1bCK6pNsr6KablAplBSUf/Ov7eeieR7C7ETsnRtg0XCbptFmZWeXE0grm8AgbLrqY4elpDFsAtE2g5dBlbMRrwqOVfcNNv/HJH2LUnX3orffedwasqvmsVH+pWrA+v4JMWanf/qef4vc++TsMTAyydft2XNdScCvyfV56/kX8ZpdmECnILh6ryttU7U6k3slm4LN7yzhvcUpw8nlGL4/J7XZovhAS77VIOg5GCDVCPNPDiHQi28S89lqKP/ZWDDuiHUY8+8hennr4CVZXV8/4O6fq0VQdKrc+6OqvQgJWZfNjfGKU7RftIj9QoZgvMjE6RqvZYHVpmW63q0Kkup2OCiC6/Oormd6yiSgRpWOTpNnh9MuHue3eh+gKjOupIWX8KzsAgX49sCrHIOFQqfWEoRSp49OTWK7FoQMvMD49zjvf96NEAud9TylTRaEqrfUlSYW3HSI1LxNKxSIDI8O4+Rxtz8MIZKMjUmp0pcbUdAaHBhmqDihfTtlmaTTFpiJidHwY4bR6CGsv7eOZO77B0MQw+Q0TFB2xETCx9Dx5y8atDqEPbyPSXU40Vjk2dxrDNtJNI1F7hl01j+srTZ544glOHD2qWvpN3VDHLdBUksYkvMxPYq668hpu+rH3E/rS1m+qwD3xdZUxL5slsvnVajfVxo0voViyvqi5lHrQqvXHD/B9T31WsUuQjQXljao8thXFT3+XZa5vx6E2hvoRYqlyWtr9n927lwfuvw9LbC5kA6nfVSE2AprG4NgYP/EPfpZcuUi33VF2HrZlMD0+waMPPsz999yr2vrXQ9T1atVXTL4eWD37bwllU2N6cIClVpsL3vxWJqa28uW/+HOl5pegPllzTSNHFMrm3tmOjz5UlXG0trp4XnM8e1JWgawCWQWyCmQVyCqQVSCrQFaBrAJZBV6PCmRg9RxVFrCa02Ju/eo3uefZ04wPj1DrNNAkqVtX6PEVNwkcSpuBzwZUmaadKrd6ir5+K3z/MWYkTpUaoRFTGp/mX//KT9AYKfCV1hrisjjkOliiUu0EdPSYquvwY90At1TkuTji4eVlrhkaYqPt0NYjpWJy64GCcPM5nUIiwBVyJPhJpNr4W6KAjXQO2l1KfsyUXaKqmQpYmjHkPHB0MOXCXLhHIDYFAgBScKpHosqTa/veZ+15LIrC9Ye5ycW5qVv4QcjqaoPaWoNcIa/UeKvLNUpDg0SlPCteG18HN2ejuwZaTldqW8NM/xaIKkemoLZ4M2piFxARi+IuiRlsRZx4ZJEHn/gujz76FZKwQ2CA6feBRq+dXVSRPU9E+RwKnIY9pVoPrkp9RM0lHFq10wro8bqULY13bRvjqvFhBW5801GehI3aHLl8zMjwsIIqkWXz5Qef5LY9h9HcMvlqSSnzXPJohkbR6bDJ6HDFsEm1UsF2DBVgJX9yrkUkXqMij9QN0Awa7QZ+6GPlKhTGNjKwfROTO0ZwXBfdKCjFqqGLx+oPDlbXidJ6ish+u39Mp7uK57eJ4jRJXsZ7mvUlLczrcEo/EKz3T9I6Ly3LloAzUSVaDmPuCE/ev4cHbrsXbbXOZCFH0mpSX1xjdmUVrVLh8utvYGhySgUjGY5NgKmUdnFUw5JxF8NP/MtP/zDD7sxjv3H3vWcgYR+sqs0QXac+t4LvhdiuzYmDL/Gv/vn/pibF9KZNbN6yUaXai+rzyIsHqC2ukNiuskAQ4C8bBS2vS6T6rnO4Xocb33MdF7Rdgof2MFSuUdhlE53UiU47BIZGM+koH89ID3ATjdVcDvNH30Lh6ktZ66wy/8zLHNj7AicX5hXIkzmixp+qc6r+fgX46iuJowDLdrEck+nNk2zbtY3h4XFe3P8ie558Uj1PgLDR2xIRv+if/sWfIV8q0vU6VNw8reUV9j7yOHtfOKIU28ozWjYwRNEtJ1+AtJkqVvter0ZvvElgkiceyaLu9jpc8YYr+JG3vJmw21aKValZvSZrHVx00UUMDA4ppeXK8rICl8OjI3R9X6lCg1ZLbfoIR5Q5I8cu6thqZYDR0dEUVPq+CkoTCwE/DBAXFieKePSrt5O0fEauuZrBiW3kDQc7V8LMmTjFIrniBMVShdDyeeCe25hdPqE2M/K6iRcHdLwu37nrPo6+/DJuLp9C9L6vrWQsWaZS9HcDn/fddDMfvuWjnD45o45HgvZK1bJStxbdnPpc8nw53rAHOkVxL9DTJFX6qjAvuT9IwWoQiF2KbOSk8DT9rpHwMdH1v3IjQ36X54pDhMDnp554jLvvugvLNpUfePoE1DkXJe7GrVv58Ed/jm4cEvoejUYjtRIIE+74xjeZO3UKQ7xmXnV7dQdGap0iD0oXAvFg9TyfsuOA32Z842Yuf/s7MRKDu++4neWlWWxTU0rlRDeV+lYWkz64l3Emf5QX9/HD5zXHsydlFcgqkFUgq0BWgawCWQWyCmQVyCqQVeD1qEAGVs9R5Sf2HIFOnb/40l/zwppB0dTpxOK9afUs8s4GkEgYSR+s9oNdlKrKFLWghJykwSevVpYJeBDFmRd32XXRVfzmx2/ieMXi+TDEjRLVBj3X6bDoCzQ1GNRMfizxoVTgcS/ge8vLlEs2w26BjabJNDr2Wpeo4PCyFTBp2PgSJKOCqdIL3lwzomSYHHVjOlqXAc0hn6RhM4QhhXbEoqWxZmtsxGJUYK3YAooCLBC/U/EvRFkYqHZZpeoUwCIawrOqufU/r//cfbWvCu/S5Pmi9EpVoBJ0Iq2yopySYBPpxF+tN/GiSAU46aauAFsn8jHKYlJp4knwlgmBK0eWBrsoWwNRFZJQXW5x4HtL3Pf4XTyz73YMYnwtwg40QnlEzydWWmVfDVYVyOlBVQU0RE0mMDVIvVmRIDPxqQ18HD1mc9Vld3WAITdPFLbxm0sMlnWGh4coVyQYKMeyb3Df3mPcv/8EnpWnVKliOxamHVMxYTQOuLjUZGiwSr7g4Lo2hqkpz0JByH7gK5jqSIuxZtD1QjAd8iNTDO3YxOTOsVSxqsCqqJx/OI/Vc4FVlVjfXcH3Owqspha0oloUZe/Z9PP+5kFfCSznW4KzTMMhjhIMNScM8gWb9nzAvX9zD43js7jtLqunZlhYmKEbx2y84AIuufY63HKZONaU36zAewF4JALZAvxOl4/86/MLr/r6t+9R0Eb+9L0rVZiVptFcXFPBZY6bY3V2hn/5279OvdvCLZTYsXMLo6NDmEnMwomTLJyaJZFjkzmhW4Qx1Dst2p5PqGkqSG76gu0MNkM6p8QbNqBoa+QjnW1+ng2azrOs4cYCLBPs0OPk9BQj77mRGgFLtSbz+48wc/o0ja4ohc/e0rF7VkHfvye1Ko3VZkOcmOiWxvBwiS3bN3LRxVfy8sEj7N2zRylWlQe0JoAroFqt8pYfe6tSe8t6IV6mnbU1nn16LwdOL6V+tz3gJRsPAvCUP7PVD0ZLW9fTlnVdbZwEsvbFAX63xdvf8w7Gd2yiubaqwKrcTENX7f2FYoF8Lq+AnMz/oOOpnwW0ptYHAv4CwiDCtR3y+aIChxIKJZYBtuuQLxZxnVwa8KTuSzAsg2MvzZAvb2Zo625qXR9HK2NbLpoZYjsaOTMn4mIKlSJrh1/msf0P0sVHa4fIf/fcdScvv/CCUubK55ZWe+URK2NfAgqlLd/QaHd9bnzHu/n5j/9jZk7PqBA33bUpVSpq8ydn/d/svXmUZVd55bnvfO+b48UckZHzJGWmUkMihCQQNmAM2C6XwRhwu/HUlG3sGtwud9nV1WW7y+1e1e22a+GysQtM28VkRiEQg4QklJKQkJQi53keYp7e/O7ca3/nvcyQQFXV+Ye6/7hvrSBDEW+497vnnOD+zv72duAYFqIglrAzhlVx5og1SxrDoBLWNJU3K9ejWCmhI2769NT1rJnqJFD2Av01q+9zzdfR8iXRQrGyeWb/k3j061+H5ZqyLvrdADTWljBDpLjz9ffgjW99u3g90+KE77e6uITZ6Rl0anUcPvASF/rratkfaP/vDTq1xos5iwKrXNMNHesmJ7A6ew3lSgXwSmg3a+h2WqKSZscGH1HKLgla6ag3e6UittOuvxb/Xyj7jKwCWQWyCmQVyCqQVSCrQFaBrAJZBbIK3FQFMrD6KmV7/qUL6C7P4m8+9lksGWXxQQ2NhBij14bJcBqlAOKNIG9a++FVfTUTAZICq1T09VqN18BHAbIwkaQRNm/djnf86D741RKMUhF2yUHq2RIutZxEcGHB7IaY4M18zsI1PcHVKMIKImmD3Wg6GIOGUiPFopvimaiOsu6iYrlItRB+EqNgWtjd0NF0U1yyNYxpBhhwk4uBjgRVJai2Yyw7OuYtYCjR4QgQVonVuUBB1VU9RkWzUQZQSGgTmkIPASsCYgNw6EdKJR2PlQCSvfwMlCEMIITQdAnOoqrKYMt1qiGm3x4FotRmsaxBDDPWxU8wZIgUW4apIE1MUXARqFDl1SaEiWJ4o0W0gwCRbUEvukgKFiJLg3utgePfvYJHn/kqTp56ApZuKohBRap4KKp2//51FFgh6dtM3FZ+iLzOcmyJLzCDgInQNQ67MJIIYbcr7cFRmmAi52BT3sKYl2I4Z2CkYKFQZlq4A83UYbtl1Ns6Hjt8HgcuzqMWWagMlTBWNjFIJWS3g3VOFwMDZYGPnmdD0wihqYBUQWlBHIr3pEEFKPmubsGpjmJ4yyasu2UKXiEH3XBgUPGl8fWWBOcwF0fFlCkfzL7KtA++FRTt2Tv0WoYpT+Z4Zq273UWEDI8SBTavbR9Ms4TKGkD5RarUeP6MUJXt4QTl3BywDFsAq5430Jnp4OmvPI36tQXo7S6CWl1CsQzXxdDkJAbHJ2HlCqISJ4BjSjwhbhy1pJU86LTw/j/86E0tfA9+69GXeaxK4BLb2nUd7ZUa2s2ueGR2Vpfxr3/vdzC/sgjdsjEwWMbG9VPKaqLVgt/uoDI0jGKxCIt2BWGMZqeNK9PTmJ6fhR4kiAwTjqUUfFTs6lS9awHuSGy83xzGM8ksnAQoxBpC3cLF2zbCXjeKpcVFrKy0sDizgpbfftk4vaF+5/x8uVq8D6ZMbi6kOqiILBVd3Lp7B+644054+SKOHD6CR771mPSM873iNMK2rVtw+527UVtdhpbEsBiGt1rDpbMXcLHWoiAchmWJ6lLGRBwLbLTp6UvFYS/A6Hr4Et+X84Xt+1qK977vPaiMVnHxwgXML8yjVC5hz55dcFwb8/NzCDtdtBt1abEndCNANC0Ttm3DdT35l8sJlaqeSw9WhluZ4kNM6O26ORknOcdB0SvKvAhNC7FZhm8MII6ogFRKTkujA3UqdhsW0+ttKqpN5OMYjbCGbhzDTXV89Sufw9//3V/KJhDnIGFvf3xzXeDGgs3NAwLCMML6rTvwL37391BvNtH2O4BtolAqi56foNOzXYTdUICzgNXel3jm9sA1x7mCq1xr+BUh5Jxbs07JnOUaJT+LESVdtLs1dLoN+GEXHb8uSvLZ6QYuX5yFZflYWFjAzIV5pL5SvZqeh7f9xLuw49bbxEvbMlIsLSzgyccel+t795378MRjj2NlZUnJXF/h5dvDoD2Y2vPj5rGD72WiFXRRLOcRd9rwaf9Ajqrxs7krc+Nvp/h3y5rbn8prTWVSdDvNm5rj2YuyCmQVyCqQVSCrQFaBrAJZBbIKZBXIKvBaVCADq69S5QMvXcT0pVP467/9CpJyFVqYItITaUEWpVKvFXRtS6QETPUeon7rfUnLrKgpbwAQuZGkP6KuI6ASKwqkVZPwoFQpw60UUB4ooTpYwcDQEKpDIygWShgdLiOygY6dIrQ0gY5yz83AljDAcGCjVtBxGoGoTHMwUUt91LUEI4aNu1sGzngRpi1dQIOvx6gmGmItwngKbI4M1FwDJ6NAPFlNKq4SwNJTVBo+As/CBSNCVbORY3u3eASmyPsxQsNE3QgxDh0FzYQbqjqZkpKVwo0haiqGadX1CG6igrH4+kBPVYo1fQNNg0+8bi5AeMDbdfFflO5jBe6oXmPt2CJLONtpdwXoEkij4sKnR+t0B8cPncY3vv1FXJo+CJOALyIs7Io6dq3CktdIvFZ5/x8EkizeCTrS+m/CFQ9AQl22exP4Rt0AUbcDUtc0DhCmhniAjropdg472DrsoaJpcDwTOQY0mVQ5G7BMD4lm4ko9wVPHryKNQty5cQQl+GjUatL2T6WqZQGOzabdnl+pY4hyl96IBLkMGKLCLbVs2KVBDG/Ziqlbt8KruAqq6jYMjcDLFrAqFqIcc6A9AIGaoLDrUFm+6XnWynjtqc8kfCeJ0O3Oi/9sP+RLoHlfYdZLTb+haFPvK8CS2wc9pSqhC3/mOgVcO3oRB79zAH69Ddsw4BiE+wTINgzHgVssS8u2WBnweMU4g0DbR9gl1Gzi5//dx25qnXzwm4+8IrzKkPlnMIW83kSj1oRr2ogDH3/0B7+P8xfPw/BcgcWjoyPYvHkz1m+YwtDwEEqlQRlHouDs+S0TYh0/cgQvvvC8jEvXccUDuN3xe6nwEQbTBL9mTeKks4K20cVIM4EflXH2lgHohQJWay1cuzaL2Ofak0oY0Q9//CBYVc/jGkP4F8M0NezYuQ07d26Dm6MK2saRQ8fx0oFjSg2pRXjd3Xdh86Yp1FaWsLq8BEczsLq4gtWlFTQ1qk8T8Vnl+kd1qWwWcZxZyvJEBb7R11VZKtCPl4ccBRGiOMCeXbfgfe9/L3LFEo4eOyo2AYNDA2g0a6ivrohdAIP01NqoSXI9v6dC1BK/arazmwJQc1S45vMoFPLye/5c4uyovoeGfKEE3StDc8pIzCISjddObYpRJS/KW8uQ9ZYPAlMqT5OE3QU6PKeMNAjwv/z+b+D57z0q6nGejAT1cbNJoCoDrqj+VNCV67vjFfChX/8whsbGUWu34BWLcHM5uRYEpgUvhzgIEUaRbNqIWlUsNWIYUBtxnDEEq6wlwStfG0aBbC71/+5QUczrQDV3EC7jzKWXUGvPAppSuBLc+mEAS5tA0HVRb55DbXEZ184vI2p2gURHrlzG23/6Z7Bp83bkvTzOHT+I/d95EhfOnIZlmhgcHJZOBHrCUgm7Vkm61mdc/Z1TqmXx15XvdbTadfFj5thTdjj6DR/gvl1If0z3fGN/2PjutDOwelOLXPairAJZBbIKZBXIKpBVIKtAVoGsAlkFXpMKZGD1Vcp86OBFfP/FZ/GZLz4JY3AIRpSKnycDpKimWgtW+29BJtRX//Wh6tq3X5ve3QdSN36v2uAJ9ngDmkQmOt2WtH3TM5R6T9v2MFQpoFQdwPDkONZtWI/JqXUYYKt5MYeczZAroJ0HZiwg0uWdBGCukr10utjmGzifS3AZCeYiA5qtowodOUTY7gMbdQvHTA2P1GrQ9QQT5TK2QEdVA8q1LmoVBzWkKKds05WuUrGWpV/rqqNjTosxmKbI0bc1BopxAjsBLrohcqmFiUhHgWFbGuC1Y4GzoaYCtPREecEaKp8FiakjkjNXKlcCxoQ/6YEXUV/2WvWjgLaIGsJAeRFaHpOxExy92sDhE6fw4Ff/M1YbV5TqDCbiqPMyqNhPWee/VIdtGa1g4+gA4jTA9MIyrlxbQL3WgqbT35KgI0FMsNv1Bfbp9BrVTSRRBDtpY13ZwJbxCqZsHR6/rASua8CyTOi2hYrjQLfLmGnEOHvyJHJpgPVjY2i2ffhGDMclTCTIUenkAihtiGemaVviPUmtMlV7muXAyJcxsmUrNu7ZAXcgL4FPVKsKWKVilVRVYCoVh8p/tQ8BFSjtjWmhrT2lcQ/OESLHsY9usCxguQ9U+br+OKbS9JVjmm9FdaYcuyTF26Jmy9PGYE7HkWdfwJVTZ3vemJ6oEE3ZtNCRmibsXAGWgFWiJqqlQ3BE0AuSSeVJ5OO9//Zvbmqh/OLD37ju56jsANg6rqwAaDGwulQTdbOlA3/2f/4JXjzwIhKT6eUp7rnvHrznve+B4zriv9mqNyQEqg9W++3inmPj8MHD+MbDX0fXD8UbtzxQxSpT5QMfnpni3XEFSTHGuUILU4mJYEHHc04ApzqIWtPHar0lkIvKalpR/LAHgdYr26fVWsNrqgA6bQa2bd+CrVs3wrR1WJYLzy3i249+B5cuXUJloIQ3vvkBLC3OwiLIazXF/5LjbN369WhHBhYWl3D50hWYto3q4KAkyHe7gWo977WuKwsA1lF5A1OlK5sQ3DjSErz3ve/B6+6+Bx2/Ix7BV6ev9BSJKVzLVGFWQaD8W3ut4gJWTVdO3fFceLmCqIlNy4Zl8l8DAfGkZsAwC3DtQQwOjsPOF5FaLmLYMm9lTU64hqsuA8LVfjeBjIEkhWVz00WDnjoS3vXb//TnMTtzSkLLZNOldw34XjwuttZTGUxfUsd2we2gN//oW/DGH/lRNP0uitUqNEPZpPDcyjymOIYfBAJWpXY9sJqEymOUoVOyncLNI/qwyt8FejurNe6HMwAAIABJREFUcCoJguv9nt+HYRtPPvMIDKcL3aZ6voE4deS5RlpFHBpoNM7B4kCIXfjNAN8/cAzloXX4R+95P7Zs245vPPRV7H/kYcRhANc2KcgWNa549NKGRYLSboSk9ddgwm5l/aCgqgBWKo1NE7X6kngycxz0Nxf79euP1+sbMRlYval1LHtRVoGsAlkFsgpkFcgqkFUgq0BWgawC/99XIAOrr3INjhy8gEce+Qa++eRx2OUB8R+lOpStpJLY07vB7cMkUVj11Uy9G9C+qmctUH25R516H6ql2O7Jm+d+KEsaMcDEv/6e0kUJQ9re2YYeSiI1lYy6pJdbpRLKA4MYGaxiaLCKUrWMwcEqCpUi3KILrWzD1W2scxwsugZWGP5kxNB0A7GmfPkmWgmKroNLNnCKXqJxhJyhY4NhoeKHmIwtPOkQoSUo8nxFKJdiMNKwzU9xwklFRcnQLN5cE9AwzTuf6jjlRKJIHaSlAb0n4wgW3yBOUTcSDMESZSxVtm6oPAHEX5H+rrQDkKAXAkalSLvejivt65KrLSCg34JOs0t+3nPna3jpxGE8+JW/RZK2BNawxnHE4Jcbist+EA8hRhB18eNv2IM7t4+jXMwhMXM4fuocaktLCKMQK7UW5haWMT09IxC3vlJDFGnoBlT+mdDpaZuEGB4oYe+whUrOQU6PULQ1FPKWQF/PMqCbDlLDE5VqfXFZgKJp5wXmEqyaJiEQ1bEM7UmgWzpsx4FmGQhpU5AkcBl05LhILBdDm7dg25174A0V5Tr0FauabgswZD0Nw4NtlWEaxeudvRyTfUgKjfLnfjBSLP6KVIgGYQfdYEkUqzeUqmtUbPS67SWX95Pd+mCVbeKELozMoQfmynINF751AZ2VZehRF2EagfJcgThUA4shgAbToXdmToCkSmn3kSYh0tgHEno0+vjZP/jETa2iX/ja118WXiXwlopVBjN1A6wsroIeyJ5t4hMf/yge+fajsHJ5dAMfGzZtxM++/72wHEva7F2Ndh6Ez7GMz35yO31hOUVOnTyNb3/7MczOzeHOe16He++7H8ePnsKlI4ewc66NgTTE8WoH5bwFu53HsytL0Jwc2r5q9aZKPmZFXk2w2tN299eWG9YOCo4plWUiitXNm9fD9RxRf5Nbzs8t4YUXDiCX87Br161YWl5A1GkJ4PY8B+MbNsi1WZhfkeu2sroK03JE2dxqd1Wrf1+pS5MJUSwqtT4tRFhX2YAIu3BtC7fcuh3vetdPoFAsotVt4ujxI2g16mIrIdlKPSWj57pwLNpHKKuCiOp2XUM+X5TNBPrfOpwLuiXqb688hOLAOJx8Faap7CPof0orBBWoRAsG9cWrwvckGFUbZISYVNpyjMYwLQtGauPi6dP4V7/zK4iCebHRoAWIZbF2aiNC+VYriCigVbxgU+zbdzfe/pM/hU6coDhYgU4gT89sACVaW6QpglApSrnu0ppE1MUJVa8aLM4V8S6mhys7Etjqr8BqH1D2n0N7hmajLQrgO/btQbM1i9n5i1hoXEOj2UTOGcDK4grSeBG6rCMW4gA4/OIpjE9tx/t+4Zex/6mn8MwTT4B4moCYx6f+vpky9+hf+8oNQ+VHrECq+humgqbUJgrHXYRabRWd7g2wuhb+/3CwqtwGXrl/0Gk3bmqOZy/KKpBVIKtAVoGsAlkFsgpkFcgqkFUgq8BrUYEMrL5KlY8fPIe//9Rn8PzxBTjFgoQUxexmNKic63nCrfGceyVYfaU6de3H3AAg/fe5AQSltZsJ4ZIAvSZ9Wlp6AcO1BPhQXcXWUt5oMwGbafX8Wa8ZWW7GE9MUeMAwo1zZw0CugNHqCFyGxQwXMVweQLGQhzNQglXOoapZsHIGVq0UHUsXe4EgTmFrOnJ+hHWpiWecBB2iVV1DV1N+pOsCE7sSA087IXwtRZnoIiQkAEagoZwAl+wE+cREjjfOGkN6+N8aVvUUK0aCMn00Uw12nCCPFD4SdAi2YGAg1WETMMUpzK5S9NK3U8FAQapIQ+XvKUEvVGCGicCMZ06v4pnvP4lvP/pZUBBHtRghibxUu6Gy7AMLAbNxGz/7Y3fjji3DAgsS08PFq9MoWAoyGpYrytLpmRlUqwOYvjaLE6cv49q1OQEXjaaPMKQHJTDh+pikh2rBQcUBBoo2SkVPwqikbZbQkQAoTLFab0v7t+vocBhoZfEaK+Ua1YMGlYa0AiCEodpOPC9NOK4r3pzFyXXY8fo7URobAEwLpulAZ9Y4VWRiQ0FlXRGuU4VhjChrACHYvdAxEaQROIc9wMXRFCIIW+h0a+h25wT+/5fAan+jQcCMABcVVqWComy4Tg6PP/4EZh+ZxobRERQ8A+2og4AwBjpcg0CMGmA6ArgCsmTzgEcaURXahZEquBqHHXzgT/7hptbJz3/14etWAP2ALap4CQVjP8TSwrKEqeUcC1/+4mfxuS98Hk4urzxkDV1Uq1Mb18N1HYH/Eq4ldezDL6UU7fuCHj16BE89/TRdGfAz730PJtdvR2d+ETNHjmP1wGGcCRfgldiWnsPleg1p6iAIUvED1bnpQsC21nryZWf9ciuA/qYPYSXVrNy4oTfu5Lpx7NixBeVKSc690w5Qb7Rw5sxZzM3NwyOkN3UE7TYKnoMNGzfALRTEb5QLy8ryKurNFqI4hR8otaWsZbLhpNrYCX8J8SUUSzZCDAkCo2I17znYtHkDbr9tL7Zt3y7j+fCRQ5ibm1Z2F9R+i22BiZznwe75tsqoTDTxWWUIEqEqrS4sy0Zo2Bid2IKh4a1IzSLCmO/EccvPplJVtdbLf4vnLwO2aI9B64bweoCZrBmJLkFxvJa2ZuOFp5/GH/6bDyPn+nKuPkME6ZPqFRB22xJeZ3Gd5Dkb3DRwkUYR7r//PrztJ38ay802itUKvHweYRhJbYoM6NL0G2CV7f6iLObxKTWqzQArqvZ7GxVc22kdwLWW1gAyr2QR4wt08as9fvwYfuRHflTWPoLuRjCH1dUGpqfncPrkMXRbC2JBwL8R/Jwr52cwtm4z1m/ajEOHD4q/LTcJUv6RE/sBFZZHmwfbUYrV/rjqz3EBoD0P5v7v1J9EWiWoYDuet4KoNwLubrxe/f2TB2t43fzl5SGIWXjVTS1x2YuyCmQVyCqQVSCrQFaBrAJZBbIKZBV4jSqQgdVXKfTh54/hz/7ir3F+yYCX92BohJymqDvpqXcDXig/wD5YvXGDqSjIDwOsN1Sr6ia5789IlY+kQmu6pL3zXlZUXwahjSaeorZnSGutamFVKi6l7qRKMpWwFMKMhOCDvoGJBp836YkP+BF8+lXG/NwAvp2HA1PCjvLVEoYHBjA8UkGFateRYRSHB1HMF2Gx/dYyMWDomMkBoZEipIouAbpIMeRrGLA1nE5TTBsx9BhYDmOELvDW2IalJXjOCMBPK6QaKtBQ0IDBdop5m6o8Da6poUVoRQ/LiCrWVGwFCIZoO+AhQcnXYFypodX04bk5eC69IlNp03WpjCM0JaATRRnQ7nTx5NElfPOpL+L7B74lLbZaqnwL2ZLO0LC1Hqu8LoQSOd3HL/zjN2P3lmEsLddRb0VYWlnEaNWVwKRipYplBhy125icGEOj3sDpc1exNDcv4PDqtQW0feDqzALKroWibWC06KBsJhhwNAwUCBhd2JYlbbeEP7phodPpYmZ6FmGSoljIwXYYmqU8FgmdUi1WoFegoyOt/amuCVhN6UtaHcK2fXsxvGVS1J6GQbDa8z8UMEJVXQWeMwzNHOrxjD7cUJpoGW/Xxy0tKLrwA57rCjrtSzLubviyvlyxuhaY9PDKDW9VBleZNhwnh/379+PoPxzGumoVUxNjMB0DjdBHvdGAQ1sDpswTxNoODEOpCkVFF3UEporXauIjClv47/+Ph25qqfzcQ197uWKVYJBfHEBRguWFFYHZBIzfeeyb+NjH/0YguGEamNqwHuumJjE2PgYqK5Xi93ryzo3jkTwfDYZmoN1p4+Tpo1hYncGOXTswOr4DBTcPO5fH8e98F8+98BxC+vRSBaik7zwMAasIY5X/9kPP9AfDq/g0pZzlGmIin8+h223Bsg3s3r0TE5PjsuES+BFWVlZx7doMzp47L5s5EjKna1g/NY7bbtuDpeUVUYkymGlmZg6LS8sIaIPBTR4qMcUUWXkA8z37Lexco6g7FgVjqomPaj7nYteuncg5Hvbu3SNWJleuXcbp0ycQBl3ZHOJ5y2aQbQvk7r9vYtjI5wsoFEsKVvfW3OLErRgZ24Iodpl3J+PNNBMJfqLCX1SvvSA2BiqJIjnmsRuora5IgBY/j/M+ClPuRwhYdAwXz+3/Dv7kD/8ZPM9HGOuwnBwqQ2MYn5jEytwsrlw6D4MKbyrBTRvFXEHOY+fWLXjvB38ZS+2O2LYUyiVEYYgkSsUKgJslVKxyQ4zhVFSsrgWrDLki/JRHT7FOsMtj7NLjOYokwItq9ihtY3FhBSdPnMMDb3xAwDTrHlJRq+dw/OQJVMoeEIdYXVoVKxIGqX3y7/4OpYEyoiTA9JXLAtWThECXfyzUhhkM+tA6MHoBf7LB07N9UHYhqkugr1BXiVs9/3EL8Lx87+8WjbH5d/KG5PqHKVb7YHWt8prXv9Vcvak5nr0oq0BWgawCWQWyCmQVyCqQVSCrQFaBrAKvRQUysPoqVX72ie/h3//5X2E1HVKts1EHluFKgJUmPqgKiF73++xZAfTfrg9bXw2uKvDUS1BPVYjJDd/WRAXKUFYpUcl8JhPRUzipjZTWAVQ5EawRkrJllBA1AhJbQ2yosJDYBIxOCM024JjMNYnRtG1UdAdp1ELb8GF0U+ixhU6QoOlH0OhR2o0QuCYSz8Y4vTtHBzE0PoTRsRFMjaxDebCE4kABA5UcooqJkqZjQDNwyGL7P+RrKQZaRorNVJKmGi7amkDYq1qAiVTHDs2CEQEHTR9+mCBvebARYyzVMBHo6FgQX1ieeU48V1N4HaB1ZAHzc6sCjOjZSFXnunVjCNMO2q06yrkc8p4Hw3JEXffsqRU8+M2P4/K552GCITup+NbS+5Ngtf/o38yHYYixoolf/sCPY9NEGVevzqHtJ1hZXUAxZ2F5cQHjE1NYXFpCu92E51go5guo1RpYmp1GGgW4ePkqYli4OruM9Zt3wW/UUWCXcXMFhcTH5ACDdzxYjgHblCZ3UaJSLVZbrmG51kEu58DzVCgQlbf0NtWplpb+ekPS2XWL3psQRZnh5BHni5jauxMbdm+X0JwUBF03wCohtWUOwHNGkZql60BQnfuN9l/WRgX09AC8v4Jmax5+5+J/E1jtA1YqcXmdlBWAJR9RKJTQarXxzY88jNlzF7Fj4xaMTI6iE/moN+sQn0nbgkkPTfrQavS0pdqPqkmqVNtA6sPgDIi6+OCffu2m1skfAKs9KwDBz6kmYDXsBigXPDz/3NP4yEf+XHxpqXi8bfdubNy0Saw2ms2meGX2PSg5j7k5wutGK40w4IYMQWeCensJ04uXcPXaFQwWNmFybB3sXBFhN8LBQ4exXFtBEEQoGiZz3hHoDOvSkYSSTteLEvvB02WN14Ld/rFQJUhOVi6XEARdNJp17Nq1DRs2rkelUpHXEMoRnp44eRoBg6mYTG8b2Hv7bahUSlheWMbw4LAoJqdnZ7C0tAqNoV7Stm4gZrBZ6Pc2NehNKgxN6hEloXihUgBJxayhAbft3SVK4LvuugObtmzBamMFhw69hIW5GVi2CqFi/WybgVXqewGthbIoVemrKoFTVKIaJoY2PSAhVZy3ojymx6tmIOyG8tpCPi/HpDxfbbFA4FDkc6enpzE8PIxcLidrAUEzu/Bty0DsJwJW//zf/0sYeguxZmPfPfdj5547cPniZaRBF2dOHMfCzEXYniuwtlwoyjg1EOP9v/wh+JqBkckJVIcGZT3vtjoYLA/A1E2ppwKrkfioEqxyHae9Qd71EPkBGo26+PEyCI21GJ+cgFvIC/Dnc7khEyc65uav4Py5E7j//jciCjTE9M62fLQ6ES5euoTtOzaL+tfSbKTgfErw7/7g91EeymN4ooqZa5dQX15Ft6a8XKUTQgNGRsawfeet+N7T+2X96f+96/9NU5uGymqCD1G8ildzgkK5ANfJw/dj2RAUga0EWKnHD4JVFdjV/x0HO68Z51GjvnxTczx7UVaBrAJZBbIKZBXIKpBVIKtAVoGsAlkFXosKZGD1Var8rU9/FX/8ic/DKg/LjXCS8qZdqQfXitN4gy5wtQdJ5abTeHnQR/851Jz1Q5LEo47QJIkoDILfaYmXXRJTqUaMqNOSEhEDe5g4HacwEk0gKdVjol+jqi0OJc1cefIBjuOJAlSUhTpvcqnKVB6ADCYhpGCzrIRk9UJvCCB4HLz5p3KJ3n88U4bI8EvCVrq+gIxE8+Q98rkCBqv0cx0RcDM4OCQgplItolTxkC848AgHXRPswe9YJloW9Y9KJWrBFE/Vy7GPWapcDQvDqYnRGNL6fwwBVixgADbY/E5MOFhPUDu6gFaDsNYWL1BNb2Pz1jFcuLCK5aUlpKaLOGyh7KWojI/hwJmL+NRn/xJBsKT6/6kwk5ZjauuUlQAtFwh/GQkTRyk0o4PX7dmKzetHUMrnJShmZXYaY6MOrly9hG237MHs7AKa9SaWl+dx1513YXpmHs16QwD8zMxlNFa6WJzrYmpqHCtLi/BTE2cuz2O0kMPdk3kMO0wud2C7lP5SjUkFLb0XfTTaXblerute9+xU4F15ePJ6M7BH1KtUmFoWvHwBuuehMDKKqd23YnzHdsSmco3kdTYZYJWa0J0BGLlhRkj1PGn7gTwEqWyTVj6PHPPSRJ2GaHdnUGteQRjMrQEiN/xpVUvyjf++EfBjwDTY3q6CftQmhI5yuYzFsxG+8H99FOHMMnbuuRV2pSCBPhEiuJ4rMJbCTTXGI6SRDy1qI427SBMmlYUCsX/5zx+/qXXyc199SHlE0lOyp4xUvpEq5KuxvAq/7gvMW5i+gP/t3/xrNJIIWysF3HvnXdAnRrAShvD8ALEYL7/8IcFu0pat6kv9JtWJbI0+evQY5uaWsXnzBngFR+wOut0Ex0+cEXiswrQ0FItF1Go1BdK4ifLKz7juhcnPp1JQ+TVznvIaBoEvr6Bi1fNczM3NYXBwEFu3bUSpnJegt0iUkAnOnjuH2Zl52LqBkZFhbNg4IWCvUilLy30QppidWUCr1VU+z3xdrIKpeKF4ffubQ/xMsX4QWxN6mOrwu13xUL1j723Ysm0zcrkCxscn5DyPHj2M02eOo1TKiaq2H4Tkejm4bk5AqpOzYVlFuDZhO2ueh1HcADM3hnyhRNdUNVeiSNZBDh3WT1kSQMZhfxOM3rF+GGNhcQUjgyPIl4u4OjeDrt/G+uERFCwL3Y6P48dP4U/+6J8B4VW+Aya3bsed970RszOzOHfkKFZnZmR9Tu0EjlYQC4Gq1sFIdRRTe18Ht1TG1h3bMTo+Jv6oBKn5XB6e4cj62vY78KlkFTipiw3K5UsXcezIIZw6dlS8Z/1uW+bpQKWKiYkp3LJrNzZu24Z8uSwbaxyvV6encfHcObzl/jeJMjrh3x/LxurKKqavXcOO7dt6nQ09NakB/NVf/kes1uax6/atML0I3W4dy1frWJxfESAbdUOMTmzDzj33Yv83Pw2rE6BpGXA5hvWQUYqyXtKzlosMg/Ycx4Tr2kolbNloNltoNLqinOcVoZI2Tbjp19vEEcCq1M7XOwd6umzpxuh5uNZXZm9qjmcvyiqQVSCrQFaBrAJZBbIKZBXIKpBVIKvAa1GBDKy+SpX//j/83/joVx5DbmgUBlPKefeoKZ88hVHVo+89J9/z5pGtkJLCreBq/2ZePfuGMlCeL29DUMvgqgSmtD2rhG96W/J/2XppkkhEVEIBmkvvxaCXDs3fE7apf3lcBKsEJQJwhbcy9EbBjTiKYZmENoSwcjt/HXz01UZUTPFmX4Eh5XtIFRifT8AhKqtQ+fjxi+2tcnNsEgISsNjI5fLIFwooFmkvUMZgtYTy4ABKQyUUy0WUi0UUcnkUSw58Jms7QKgKK2pXL9FxVUvR1KjQVW5/VU1DeTnE7LFZBB3Wji3YAWwnwvqNIzh7cglhp4MIJrqdOoarHsyBCp46dAhfevBvEcc11U6usdaSly1QlbUQr1bxNAT8boSxaozRagFRIBgYrXaAsNXC+NigJNoTDDYbqxgmRM6ZmJgYx+Ur83BtG436Imori5i+PId2I8bQUAW1Rh21LnDgxGV40LBvQxU7h/MouoDnqCAuJIacvx/64mHJMdCHQjdCX3i87NClio/gimAV0EwdNlW6tovC0AiGNmzE+JYtGBwfRyIFZKI5g4UcWE4VmjMEDZ4ooPtJ5xyr130UeR3Zakzlahqg2ZlGo3UVUbjwXwWrfeWkvJ94bfY8UiUt3JDxQQuFy48v4+RzL2Lm7Bk4nomJ7etg5ggZLbFJEDVcT8LG8UgLAD1uK+Vqqnxgk8jH//CRJ29qnfyHh76ivF8ZvkNA1Qtc4maHZumoL66gvdKCl8ujvjSD//DHf4iSZ2Df9m2wiwUscHvCduFwjq9BnvyegFxgau9fAcMcbQyMihNcm57B0aMnUSx6mNo4Jdchly/jxMmzqC0vwLaUUrlarWJ1dVXqxf9+5eMGwFabO3yIR6etQp+o4uT1LRYLoq69fPmyjN+p9eOwbVOUw7ppolyuoF5v4vix43AtB7t274Sm9QKaetYk9HvlZgLBahD2FPbcmOj5bPK69R/87H6gk/iCcj0R+40Ud7/+dXj96+9WUXw9X9Z6vYbvfvcpuJ4lth58vePmkMsX4Ll5OWbNJHxzpP09TUMEcFEY3g7TG5ZNGQJLrlG0AeHiJapXKl2peta5YaI2JVgbV9fR1oDF1QbGh8dx+vIFfOaRrwqof+sb3oT79t4GBCHOHjuFP/3j30XoX0XEOWE6KOQK8H0fvt+WoKuIgXxOXmwRKjbgdev46V/6NYzvuQunz59HrlDA8OgIya5cx2KhiKJBYxOOFHrVBjL++O+jDz+IF7/3HJYXF2HqgGVocExD1pWR4VFR/67UGhgYHsE999+PqY0b0O4GmF6Yx7WrV3DHrbsFpgcpgTnzFiMszM1h3eQkbKrbU6V8pxr4S19+EEsLs5jaNI7p6YsoVT1MjJRlPjRbTXSCEKY1gKkNe3Do2UelG6JpAAWqWVOqgV2xp9A0dfy8/h7nA3cJkwT1Vozpawuo1TrKEkDMibk5pP6uKKWrCh5U45brnxrHtP/o/57jt1mbv6k5nr0oq0BWgawCWQWyCmQVyCqQVSCrQFaBrAKvRQUysPoqVf6j3/3f8fALx1EaGZNUesIpKm5UZPEP+qcKSFoDVl8GqnqAdW3bpNxMStANgaiyASA0aNRrKlRIgofo+UhlIoErw1jYzmqIPx9VizdUPrxtVSnptuX1bqqVHydJnPoMlTIt/oSEHWu8Mvk+cUIlKT0KTWltlkioJJH2Xb6OalZCCvHfk6RxwYHX4ZxF79UwUgqsmGpX1YacsreWvq6aLmnXnuuIkqxQLGBo3SSGygMYHRrCYGUAlYEBlMplVCo2opyF2GJmTgpfA0qErvNdXD4xD7/NllWmmvuoDLiYmBzCiRNzMAhMNRPtTgPjEwOoaRqe+O7TeOyJL7APH7okhMcKQifEtSqNW3l4KhBBn9Ofe/MWvOmN96LT7WK17eP7B4+gWVuGCROdToSZ+UUsrdZFCegwaMp10Ql8jI0MolRQnoTXLl6Fnjoo2V00uwGW2joOnLyKJEgwljdw94YKJksmSi5giepZtfXzOhOMK7/Yl6cVUWnM68gxYNqEq/RANEWhJhdPNzEwNoFSdQh2vojhiQlUt4zDrQwgEGGZA8cdgUGwqrlyfdeqDAXz99q4CeAJVpF20excQ715FWm88v8KrKqgILbF0wrAFtUgweq3H30CwVMdCehaWZzDxQunERgRpm7ZjOGBKlyOM3oyEnxzTyEkzO+KxyoVcikVxlStpiH+yV8+fVPr5Ge/8qBAJJVironKfK1itbVaR2u5Ia3nadDCg3/7UYyYXYwNjmKGfpUMW3PzMr49wkdeQ46uXtCQgE6KX2nbESmYz3kbBgFq9QaOHD6BMOpicmoSju2gWCpjYXEVF8+dlZAmvj6fozdqV0DeK8OD1LVSMPWGIl6BVZmnUOOZ44iK8snJCZw8eVLm/+TkmLS+1+t1uR6lckV+fu7sObBbe9++veh0m6KQ5kdQPRzFGq5dnRUAG4YKUtLXWew36bfaU9n2j1N8S8NYVKpKa5sI6B0cHsaOnTswOjoqx1cdGMDQyCCOHz+OM6dPolRSkJKfSbUqVds8Rsd1ECX0mQ7hdzuAU8Guu98KGEWZLwMDA+JdSmU9LQ28XE4+j9CY6kdZ+xz6r5qwUw3tFJhvt/DS2dN4/HvfxUqnCboX25GO7eNj+MA/+klMFKr4n//5r+PyxRdg0n2ASsueBy3XJc2yEKYpSrGJ4XIOr9swinzOxr0//yEUxzfg6JHD1GgKWM3l8+KPSsVt1StJcFa73cHyyrKomvc/tR+Pfu1LMp9tQ5fQtGKeAV4GLKqXc7QPKYqFwNziMiJNQ2VoEI0gQq5UkJ9TZc31OqKPNCAdBVyj6rWaqEjpKdvtct45WFqsoTo8LJ6wF8+fg6aFyOVtrFs/hqkNowi5YWeUMTi0DScPPQLPs+CnidSOq2g35Maajjgggw7lZ2kUih8wGzuMYh611QCrq21YtMawDGV5II0Wal1T47fvHCzJXQLFqXBVSmeg1Woi6NRuao5nL8oqkFUgq0BWgawCWQWyCmQVyCqQVSCrwGtRgQysvkqVf/UD/xxH5+soVAehUe3ElmZdwcm1wOs63BCFnkpOVtkzqr1xLfhQ6pwbr6f3H4Em70QDvwE9bWEc/xbMAAAgAElEQVTdOKOdYsyvBkjCGO0mE7U1mF4RuWJZwb92R0Anb0SlrZ5t1nEiEJYp5WwRTaIEYZSoABhd+TwSMLBVuB9CIh6uPZWbBGdZqm2WqlQBrWugTV8Jx/dVCk8FdcTHkUEptiMKPVG58u6eHe5iN9ADP2EsLc08/iChr2CE1GcYkAnD1GHaloTkEBJUqlUBrWMjoxgYHcHg2DA2lgcxpDmIQ7aIMtEb8P0OXI/nbODAsfOwJHxKQ7Oxgi3b12OmE+Dhx76OAwcegaH50oYqKjMef0rllTp/uYYJ6xUgjkN86KfuxK6dOwSWwXRx/MQRDOYJpKrwwwgnz17BlZklFIpVNNst8ak8dvoCgqAFPQ0lOEyLNbzuzn3QWtNoBMDVpQBHz80L/KTkdnvVxm2TZYzldZhIxDNVGIPA9pcrSfvXSFkZaGIDIFDVNhQol3wjejamGBwaRaFcRtcPkS8WMLprG6Z27YIzUEUCS8CqZVLlp+DFWrCqvmfgEpWcTB5nUFobzc5lNNvXkMaEbQpE95VmqnY3rAD6ilWlAFXBSlT6afTU1VV41be++S109y+KeplekkuLizh4/CiQd7Dvzt0YrJZ7QD9CEkc9D89AAVUC/7grylWGWP3GXz97U+vkZx78MgydbefKT1YU5qJcZV+zBr/RRmOxJkjQ0RM89cVPwV66ALc8ihlDQ4dhYbqNxLJgi98n30sXwMWW/74CVjYtUgUVgyCU8c/2/uPHToNKTS/vYHx8HJbjwHZcnDp+Ss3POBbV8CtDsV4J2/ut9v3nERwSnPG/CWT5fLb/T01N4tChQ3KcGzZOIYp88e6k5y2fzzVkcXFRYNzevbtx+vRJ1e4vbf/c9LExN7eIZqt7fWNFJb2ra7xWnd+Hu912F6YGVEoFJIjQ8SOMTUzIhgVbxqnIvf322+X4CHn3738SzVYdrVZLoCM3apRtBxD6XfCKiyI10XDrvvvxgV/95whi5cUq9hILi6JSpWK+1WhCMy35uTo2yM95Tnk7j6U0wJee+Q72H3pRugK48ZPSDsVPoQcdjOccfOj9H0TSrON//f3fgBWsyNTl2hYzSJB+1px4RgInNrBzrIQPPPB6jN9+B+xb7kbYCfG9Z57E/Pw8ytUKLHrNysYIMHPpKq5duybXmNdreXkZly+cl2PnVz7vYnigApcbKKYGh0pbQ0fQDZFyM4CvqdWxUq/j9jfcB6uYR7PdxMZ162EbCmDKFkyaYmVlBYMDVfGNDXwfYeAjny/h4KHjmJlbQqtWw+XLF6UrgH65e2+/FW99+wMIog46oY0gyOHQC0+iUnQwXqng8IkTmF1aUZs/AVDwimIJQZscLfIRdJrwbBtx0YbfMeF3U5gOvWDVuEnSQDaGJOjM6AWVuQypU2MoDBN0Wj46nUCFMCYpmqtLNzXHsxdlFcgqkFUgq0BWgawCWQWyCmQVyCqQVeC1qEAGVl+lyu982y+gbpdgei6sKITO1sde6z5BQv9x3TNVPOF6XnE9sNp/Th86kJz1rQEEkCSq3TsIm4jDVYwPWviNX303cg4TqzuIAl8AQye0cODIBXzv4CmUiyZ27dolysrVlRX4QQjfZ7u2jiDlnX+MTqcjykbRFmk6XFPZE4hyUNMF9EgrLmHC9bblGI5jK5UboWevvbn/e1HLMqxG2tR7KiMJXVGA1bAY4MIW4UiUbGSSAntEBUtAR+0WeSbBRCwqp5LpIUxj+EmoVLIEo3HKU5DYJambbcCiytXNoVocwNDgKIaGhjFYHRT/x6HBsgQ9FdOCtKEGsS4QZny0gpdOX8RnH/oMzpx/HroWApFq/4+lldxUUJs/IQymv2nQlXbkD/7EXSjlC2i0Omj7EbrtGjaMlRClAYrlASwtt1BfbWDDuvUo5DxpqT5x9jwoFKRtw8piAxfOn8eWLRtRm5tGN7Zx7Nw8Tl2YAQwXaRQhZ/jYO1nFjkG2k4ewHQsmPSKDQEASoQuPa63VhEk/VV6HnlpVXVOCVuVHyutqO44AJKr36JfrDI1iw747MXrrToRw4TpDsKwRFSbVe6xVkKWp0heKZyXfM6qj0VZgFUnnvwms9jcVeKyW2WvrT3k9CcFzaDWbeO4zT6A1v4oCLSQMC80gwOz8AgpFGwMDZXi2JV6qMe0Ywq6Mn0T8GpQnrpZGdCjGb37suZtaJz/7pS8ptar4kSqoo/7VYTom/FYLKzMrAnZyjoYXv/ZFxDNn0HDLmOOwttlqboufsXia9sCq6NklJZ7BS4Ya01Ekc1Sga0SlaAPnzpwXoJZqDF+bhE1vSteF3w4FxnEOC5QNVTDW2sfLFX83QvT4HAYxEVqpdnWldGVA0+bNG3HkyBH52aZNGwTyXbp0CeVSGTmP9iEBlpaWsGv3bgwPV3Hx4nl4Xk7OjV6Zy0t1CWhLEo4PquCV528f+suxrlFZ8zhKuQo6zRpGhioCxC9em8bA8Ki0xHP527p1M/bs2Y0BqpTdPJ5//nt49rmn0ai3rkf79W1XuEFEP2EJR0os/NR7fxH3v/2n0enGYh3RqNfRbrXFEoDrWjfgXK1cX2+pXKXylQrYZT/BV158Gs+dPCwKV118WUO1YZQaMLmBVl/GYL6KoUoV505/H+H0WZipDy3kutwFt0P4XIbhWYjx1t1bce8dezBw131IhqZgpzGuXTonIXdULdMCghtWtHHhWPAcR9Ywrjtf/tKXcenCBZkbuZyLSrmEUs4V5bupa3AMHRaVqCE3f2KYtosoTXF1ZlbA6vimKcwtLeDeu+9Bt9mSkLXE0MQD+sKF87hl5y0wxPIkRRKF0pr//SMn8cILL6G2uoqF6atccJDoGh544I14x7veiiCm13OCbtfGCy88BatRw2Si44mTRzHdanJHUFSqI2OD8HI2ikUHpYIL24IobWM3j0MHzmFhfgXFqot80ZDAtOqgh3zeU+PU5qaGWusIasMgRRhw46GF+dkVzE6voN0O4TeaNzXHsxdlFcgqkFUgq0BWgawCWQWyCmQVyCqQVeC1qEAGVl+lyvff+25YYxuQsrWWLbE6E5WVR+pahVYflPLGnwo4PhSAvfG4AVP7Kk+lJqKMihCk3VqFiTZet2cKH/y5tyEJGnDcEnQtkqAqMz+Kz33tu/jPn38U73nrZrzn3e+WG1GGTAV+KMquC1dX8eDXHkUUd7Bnzy3odDtottpodwI0fEtaipm4TdJJj0RRg61pyyS7yeVV+2wfrF4Hwn2/TxEn9sEq1bvKYkCAsq48HalSJMyV5wlYpXKR6eERiMZE1UulJAN5HFsAGZWYfF2a6gjoJWukMKjmFZhGMKXONZFwIZUWLQpaghKHwTwequUJDAyUUBgYxECpiGrewfFzszh89Hmsrp6HqcdATPCciEcg1WZ9lV8c0f8xgR+0UR0s4Xd+7g0oFkpYrnex1GhjdvYKtk4NYXlpEdWhccwt1LBUoxVAUYJ+VpeXEHY7KA948LwCksjEkaPHMD4xiObMHBq+jmdfOoXLV5ckp4o1YWL6+oKJO8eLGMyxFT1Bnq3KSSpWDgo2KKjWh9dWj68pla/y9qTPque6kpKuTHh7ITJsKTYt2LkRjNy2G9veeC9ipwDDGIRpDEobvLJzUNeuZ24hoWnE5vwoTU8Q+jXUmxfR7NDagMrn/7pitQ9WCeUM3ZV2cbZ288GxUCwU8OTDT+H0/ufhBYTnlqSdM5ytQThWyMGj12YcIiFUpZI4iRFL+BVtG6hdpHIxxm9+7OYUq32wKgrVl4FVDbqlI+r6WJ1ZFe/LStHCqScfw8yJl3ApNeGbLiyb4xoo2B5SqrUJ53twltdElJxUjif0tQzR9X2BapyH3BS5cukqVlZWZa0YGqqiWCqIitvUHAGcVG32YeV1ixE5/1csLirf6zpAJLyiKpVgttv15ecco7feegtOnTolqtTx8VEBq1euXEWpkBf1M+cyA5tuu+M2MNyJalq+Dz1yebzT03NYWa5JuJ54M4siUtlV9L/66md+Ju0+pkbXo9VYEYuSdruF5WYTiQB9zvUY1WoZt99xO3bdugdBkODxx76NCxfPydpECM/PkTZ+5aqARKONRwLLKuC3f++PUZ7cjCTRxV5hfnZO7ADajaaAYKre88VSzwqhLN7TEszn+/jod5/G2SsX5Zqk3Q64YRGFHRlXhLaayfUnAELOUx2GGUNbXUTRr6Pk1xDWF+EHXVGPmomGzWNVPLBzPYY2b8bWN/8MmomOIGnLBgrVo7QgEKiZsF68mrxgQNHL4an9T+GTf//3spFRKBdQzOdgGTocy5CwQSp+czaD51IEvlLwQlTVJtrdLuxCGXvfsI+Ow3j9XfsQtLuqm8FyRBl97txZ3LJzB0xDeXezS4IA/6XDx/Dcc89jZWEBs1cvQ09jOJ6Ht7z1bbj/TW+UTaTlWht+YOLQ4RexdPD7WF/zcbCzghlbhxYnKOeAPfdux9T6CYGlDB4jwOW6H6cGrl1uiSdvZdCE7bHrg+Y2avRwfVP+zj2/bi6MCVXjVKRzQ8HG6VOzOHviqszF7JFVIKtAVoGsAlkFsgpkFcgqkFUgq0BWgf+/ViADq69yZXbf8z5MbdwkUERydNaoO2+o25RySxRq4jEoKEDuffvtp6KwYqOlQBEVWNUHELpOsOqhvryIvN3AW960E+96y5uwsrCKUzOzGBmuYv3IoKiPPvapx/DMs8fwL37pR7DvnnskVInt9/S148330VPz+MhffBx33zGKD/78z6Lj02OxjbBLwzsTRy8s41Of/iq2Ttl44L59ovRaabQQNLuYq7dxeamDdpOttqvoBh10e6FVVsibXQuFgQEEnUDUgrFpw6Ray4zRiRpwNFellsdsGTYQxV1AjxBHqagR2THLFtCE0FRTdaJXoul4Ann5GsWZebPNeifibUkVq4oKY4s1W0NT2KaqOYEza+13mRCvIRZeqwK5+sn2mq78CukLq96nD4RUyztVV0nsy/H5kY40SlByI7zvx/ZhbHwCuUIeq6vLuHLpNPbs2qrMJGHg6PEzsOwcCqUKHM/B9PS0QBTP1eHkPLS7MS5fuIwtG9bDbyyh3rXw8KPfE/sAKpRp20Cwq8c+NlUd3DJZQsWMkdNS5F1HzoWBaYTPbMUOqZimIpLtssLmCVTpt0vow+ugi40D24ZpX2DZyktSeeq6GLrjNtz24+9ErBdgmwMwjCJ0TaV6K9Cj1KSiU2XAjMBLwnEffriARvsSWp1Z6D3rCKnzGsAuXrvXgauCf6oVnmDVgZnSY1FHzPdOdOSdMq5eWsATX3gInStzKNgWrLwHzbUQ+iEcy4RjiKZYgDfHCj2BxfNT5lhvgyNJ8Vsf++5Nra2f/tKDL2vXF7gsmyNq7tILd3l+CX6ng7xj4dTRl/D8k99CaHmILReW68J2LdkkaLV86GEXE6USRipl5Yfseag1G5hZWYE3MCIAMGp30O60sFJbwtVrs6it1gQYU6FLEEkgRgU6oSbnilgsiIWHpjYqfghU5ckLbOXmBwOEPE+1VIsyUlmAlEpFDA0NodFoSGu45xDUxWg2m/A8Kop1Geu0tdi+dYv4HM/MzGBxaRVBEKmwKrE3oCr1Roq7gH/x4eVapFLfCcsMuvmaLkwGquk6GvVV8RSVK9c7B85Itrrfs3c3xoYGcH5uDodPn0HcDUXZKxBe1gql9pSAsTQQ0Ll177341Q//T2h3Itimg7Nn6Utro1Kq4MyZsxiujmBgaBB+GolfL60OCm4BcaGATz7xTRybvoqYtQno28uNnYgGodC4ESRpcKqefXdYwkgj5toSI5/4GA9qWB+uYNKKUMiZGCvlYI5PonT3j6K6aQ+6VHZrKbqNDtIgUmFi9AruKXxt+nXriWwKfeyvP45nv/MdVCsFUaoyWIpOKvQSlo0lsT6IpVuA6waPiRtKnF8cHlFqYnzTekxu2CSQutmti0VGqrsC50+fOYNbbmEYWS9oUSwmbFy4fBXPPP0crl2+hLmZa7B0DcOTo7jn7tfj7rtfB16B+aU6/MTAicMv4PKZM7C6IS5cvYS4Z32RL5l4w4/cheHBMhLDR6T7cMwUJrsWjDyCYB3iuIOCu4ig66NLVbDA1L63M1dTpXRmJwSD45Qfig5DK+LsqXkcOXQOsZ+B1Zta5LIXZRXIKpBVIKtAVoGsAlkFsgpkFcgq8JpUIAOrr1Lm2x/4RUxMTFz3KXylUqyv0up7HPbBal9deKP9n/fC9IqjWvMVilUCMs1C0GnAM5fwU++4Ew+84S5cPHMZzx48hqGhQbz9zfej1vHxp3/1EK5MX8XvfOgf45Zde3Dw2HEsrdSwaf16TIyO4MnnTuBzn38Q7/6JO/GOH3sAQWjAsFNokYFC3sG3nz2Fv/yrT+LdP7kXP/2OtyAFw2A6sFIdHc3GJx/8Np7bfwDvfMd9GB2tYHpuBa12G37Dx/RCEzOrdbiOhthvokNb2EhHEHaRujaK3hDCxEfkhwJBTcdQsNJPJN07ijpKTCm95fTyY1N3Csuht6zfgy1K+UrvR9tw5faa4IZqLyZdx2LHYCLpAW6+H39PdZQK5Aqvh2zR84/1Jlyk/+IPavwUCCQwIVgNecOveYjbXRS9Lhy06G0ggTP0y3RMDTu2bcLEUA55x8PpsxewcdM2TExOwc3ncOrEcaRBB9VqAflCHmcuXEFtqYaxahWxFqHddfAPX34MMwvLCsKTiOiWpNoXjBBbRovYOJhHxdbgaRpci4CvFw5GeByE6IahtPcLtBSQT39CBVapFCOQ0RkWRehhskWdbbXKYmD0rttxxzvehdRi6ncRppWDDkcpfwWqmgLIZPOA+EvS0/h9iI4/j0brElrdeRg9oNoP/LruGfxqYFUUqzbs1OEUQKjFsE0PrlHAqQOncODJZxAt11HxXBi2iUBLpDWb7dGunoAKXQH5ApiIenr+vWJFG4vK77f+0zM3tVB+6otfvg5W+1YAhHcEq6ISDlMszS/Cb7fhWSYunDqMQ098FanlopXo6KYagjhBx/fh6Aa2TI5hy+gwzUClXXvLLbfCdF18+sEv4+TVebheGVE3kPHd8pvwfdpmKC9VUb4WCgJXm822tMqTmvU9cOUEOYj/C2C1vw71Fc4SPKdbMkf6c0GQvJjockMhEusJhyCPreZUzvtd+RlVvIRytDlg63/fc5eAcq1FhdogUupLU+TUyrqCUL7bDeDm8zI3O+1Wb4NKIXGeSpgC7AFYN1iGrccojI/jwuwc6kv166FqEpInsJ+KbhM09SS2/ZkPfhj77n0ruu0QV85fxpnTZ7D39ttw5fIVaTGfmtosym3bs2G6DlwvB9vJ4bHDh/Ho8UOIEh9pEMiXQFWxACBUVSBbPdbaL/QSuhTXRMH0MaH52GhqeNugAc9rwZjYgMq+t6PrleBarkDtTqcl9Sbw5oNzkqDZEg8Pbnp4+MR/+jt89ztPoFrykHNd2RxhwBU3n7ipJ2MgDAX0ymw11JrGvze27cB1S+iawJ7778Ce9dtkQyzSCIp5Dds4c+YMtm/f3tvsUGGDBLMz0wt49tnv4cKZMwJWqda97a7bsWPHdlE3Jzp9XNugSPbk0RfRqNXwpnvvwxOPfltCuXhc6zavx87dO1BfmsPgSBFOiT7DESw9ls1AXduCJG3Bs2aQxjoSnZsulmxwcf3ul5q8medKRS8tKci3Q9/EqRMzuHBuDkGrc1NzPHtRVoGsAlkFsgpkFcgqkFUgq0BWgawCWQVeiwpkYPVVqnzfOz8soIPtu2s9DtcC1v73ArN6itU+WO23/ysoYvQUUEppd923VBKeUkRBA0OVAO/9mfuwdf0wgpaPGDYoWpsaH8TZyyv4s49+HWauiX/1a78o3oEHjx7DxUtXsWn9RuzZvRuff+gxPLl/P379V34St+3egYNHzmC1XsMtO7ZjcnQYn37waTz01YfxG7/yTrz+9t1otCK4nglXN9GMDPzHT/wDlufm8Hu//U8wMpiT1lyCI8sy8PRL5/DJLzyEt7/lTmzfNIXVRhut5RpqjS4uLTVx8cI81o8x8d1Co+mj3enAjxI0uuSTjkp0p5JN1KxMrKb60oFpKyUcE8pZS/oGqqAchvawDZ5gR/k4JlTHEaxKG3EiUFTCZgimRFLcb5knrKJHbCwtzn2lsVyGvgduzxc2ZYGpntKpCjUQt5u4564NuOf2zajV21itt3Hi1Fl0Oy3xPvQDX7wbl5ZqqA6NoFIdhuN6aNVXMVywMbVuBNXBIZw8exFhN8Dk0BBKZRcLyzE++4VvYYVegUkEg2CZHoWGjjQOUbRSbJuoYmogB0+LUdTZzs8AqRSmYUkKe7PpI0kCGUcca4SqDKSRwBvHFMUqwSohDtWtHT+QkDOCppE9t2Lfu94Fa2BEzpOwU0AqVYD8l3CVQU6U1Wn04aUizpLP6/qLaLSvwveXld5XarfWDkC5YL5SsSrzQd7Tgg1HQFKiA55VQH2xjZe+8QxW5hclcMyi3YO0+scyPgj96FtpicJVwXOqOalY1c0eaOuhrw//9VM3tU5+8vP0WNWue6PK2JCwLfrWUl4ILC8uotNoibJy6cpZXHv264g5Ng0XTqmMfHkApm0LIHQI8tJIIFisAXahiFyhjAuzC/jYZx/EfLMt6wBb8EUcTC/bXms//7VtU/w//Q4D1Hqhatw8EJsMdc5KRfnDHjeC8tZu7PAz+mvX2nWJXqVyDPQ5zuVQyHtoNJpyvUMqaxlMFBMIUkmuWv/5vzw+Prgm8sFrTMWtgrjq+OSaGxa6YQxb16QFXTZS+sF2PW9pzmMTKaqOgXzOgjM0iLl6E43lurw/T5XrgMx9dgUwyChOMDixHv/0d/8tOpEF07Bx+IXvC2gMk0DsD7Zs346gG0koV6VcATwHpmljodHAF/Y/jrmwi6jbVkrViCpVrgE9T+l+QL1atHtfwmhFOU0rEgGuvY0NN+dgW9TGXRsN7NqzG4PbX0eeiaJGv+YI7cBHkCbityu+3NxPobqXGzpaDM/N48EvPIRvfOVBFFwDFucvg6pEcU6lrlLac+3jOdLaQ8K8GKbY81DOFRgeBbzx3lux/tbtWPVdsRuhMpi2E6dPn8aOHTuubyKkBOqmhUuXruHF5w/g4pkzWFmaRxwFGFu3Dne/fh9uu2OvBOE12oGo70+dOIiVxQW888fejjPHT+AbX39Y1thtu/agWBnEiQMvYtOmCUxtnZDNPMvUkVgt5NytWFm9AkOfhWV4oLhZbC0oQL7u00urF+WxSkGu2kRL0WmnuHxhGfXVEJ1G46bmePairAJZBbIKZBXIKpBVIKtAVoGsAlkFsgq8FhXIwOqrVPmt7/4duRml4osAoQ+O+nBuLajrJ6CvkTtd98VUytW+ZrLXwixt70qhSSVmp72MdWMufvG/exdGqy5MgWcm4tREuejg2RfP4i8+/i3s3FvG//jBXxBFXBDHaLU7cB0Ppm7hE596EBcunsXv/ObPY3RkEC8cPI4r07PYs2s7tm7Zjo/8zVdw9PiL+Je/9T6MVwfw4sGjaHVjvPneN2CxmeIjH/s0pkYK+PVf+jkE3Qbqja54YQ4MFvClb34PX3/kcfzeb38AU+PrEYQxDEI+3cbjL57Co4/vx2+97z6UK2UBq0HAlm0XX//O87g0fQ17d22nSA6NRl1UcUsNHwuLDOchoGO7O99Lh8/Qe9ORtvEoDMRrkC3E9BQkqCAopQNoX7zH2sVUtTKFmgpLgW9MMg9FlUfFap9HvfK6KWKjrBmC/4e99w6y5DzP/Z7O4eQzeXY272zexSIRIAKXAMEAkgApEmLWlSX5mpdUcJV0daWy/7Jd9h9W1b2yZZUYBZAgiEAiZ4IkACITWGAXm8PM5snp5M7tet+ve2Z2CVxT6yrU/aMPajAzZ07ofvvr72z/vud9nsglxgTVa+Fzn7ocu3cNY3aeQpscnDpzGpVqGTptUxBifqGOk6fOoKunjzYW9UYLJ0ZOQTNzMHRq2ZZxfnKGAUlvqYjerjym50PsPXAKjhew36RCMIqgCfunUjtsiM2r+7FpZRfU0IHitdlfV40DGNTqH0qQQgl+4PJ4pH2i+w2CcYbBakFWAOsKrFyOwU+z3WH/Xdu0UFqzClfc+nFU121A2yN6RApVIYAU2rEEVpKClaCrbLKSOox8uF6NVau+X0u8MX8XrKbAb/k5QucMefoSWFVjHZEcMYTUYgP7Xn8XM3tHBYjjgCyPgQollvOrRwGk0IMcB1Bo4CyCW6qZsN0g5R/5Tn7rO7+5pHnyngceZGWupJBCU3yJMUKMXoYcRZifnUOrVocmKejMjOH0i4/A8z0+b3OFPCzb5jHGvp/cqi7GnKKpcMj2QjXQs2ItnnvjHTzy/CsIyN4i8Pk9JW45F7YJwutXBNkhENCa3It57NIYIbCYtvy/x96KY3jhLV30Sb+nliU8HyXi19DtoKdaRqlgo91uotlqwI20JHArgbtJUB8FQvG+KYrwYU4S7SOG4XSchFKVNpoANfnhyuRdTEFKpDuVBSik40YbQPCP5rkum0C+j5XbtmKh4+H4waOsWEwDApePKSgWdn/yNuz+2KdRo8WnSMKRfYd5u44dO4LhzZtgUPhTuYqB/iFYhg3ZMqDbFl584xX84rXfINQVthOgN5EobIt9opfGmKjico27AKzUsk5fdDxCRUWkGgDPvSEsRcFgbxlXbVqJ3Ts2oWrGcNstXtyIZbJDIVsOIdGUOfBKYhBcyJfw8vOv4N4f3QVdCqHRY3mRjhTEpPYmH+gQvuvCMi3kLJsXnsgGhcYgnfuxpiInGbi5x8b6W6/HOa0Hni9xEJUAq0dZsUrHTZxHNEY1HD82ggN7D+DMyAhmp8Z5XjVyeXzyM5/E8KZNcPwAHTdCq+3jzJljbBnw0RtuxMzYGJ568gn+3Nq4fRdyxW4ce/ttDA70YN3mNdBtBbZtoRk2oH8OYT4AACAASURBVEvdOHrsTWhmG6ps8ZxG5zbXl9TOpBAmR5aArABkBKRqTYIVfVfC3KzDIY5+p35J53j2pKwCWQWyCmQVyCqQVSCrQFaBrAJZBbIKfBAVyMDq+1T501/+u8U2WlIcpan2DA6S8CR66qKajGGFuFC8wAaAL2aFoowuaqnNOf076Z9IhecHLWiKhyt2bUJPNYdizkKhYMPOlzHU34Mnn30BP3vsdVx3/Xr89X//p3CcNoM0uj41dBPT07P4p3+5C7Yl42++/cccIOJQynIgwbDo4ljCf/6nB+CHk/jbP/8ah6YQ/Juaq+GyrZtx/Fwd//zDn+Ij127E1z9/K9599xgOHB7Frh1bsHXbFnznRw9zqMzf//mXIMHGmfPj6O/NoVTuwYPPvY4jx/fj7/7kM7CplblNrdHkQVnB/33X/Wi0Z/A/fO2zKJhldJwWAinGyLk5/OT+p3HVznXo662iXl/AQquDRifCyKkJeIGLSqmARm2BFYx+qMAJySpWQxh0GHGQIisgVZ2qMYhSkmAlqi2pqVIV8fIgseVwlY4TtxrT4wljeQHysosvfuYK7Fw/jFqziXqzhWMnDmP9+tVoNmZQzufRrNUxMTmJVWvWoViucmr1kWOj6O5fwa3r5Aq67+AxSGEAU4rRCgIcH53F2FQHHqmT/UQtxwo+glcy+8Zu37gKG1f3MrCOySMx8KHELmTPgRZ6kIIABmk7AwrYidiH0dQVGJoOSRGKT/L8zOXzXBuCOqTwI6WbUa1g80eux/qrr4ZLqsmY2v/pvZdUeezdkIQFCdWqUA37fhNeUEcQthMf3PcGq8sVkYsKbvYsNaBJGoI4gk6KRwd47pFfQ5tqwbQs8R4BgW2fYTqBY4QBIq/NEFpV6NwRSma2QVATCMrOxRK+fYlg9Sf3/3wRqFL/f3oeL35HhIXZOTTmFiDHMsLmPA49ex98p82t6wVLR84yODhMsSwYhvC9FNacCu8HQXdJzyHfuxY/eeaX2DtyChLZVhDQg7AHIYS65EkrI/DIY1iYMS/WlPablJLvI1i92KYkndJYUcpWA6KtffH1Ikqbp0WKAKoSoae3ghWrB3D48CE06okHND9DAHvR3i/mNQbJpCqmMUgLTrQHDMtIfU3jTeFnEfTmfVRkVm2SrQAdr2TaQkwK88BnsKppMVZu24ZiVy/2vPoW6vXGonVAujBFJRlctxW33/FHUDQLfhjC8SMcfucoRk6M4saP3MChZwMrBjAwsIKhNSvlZQVzoYMH7v8pThzaD/SQirVLgFWqf6IK/d3iLjs3xApE4m8cQdZMQDPFdzPH57yiOLx/O7dfha9ftRJ9RoBGh2wtCILymZXMW7R4QfbOHkzTxrEDJ/Cv3/kXwG9ziBZtByn/CazS+cCLe77P5zF9sZMDqX0VWljRYecKUGIJH7UUXHX1Tpwd3oRxn45tzDY2R44cwcaNw/yaDKnJfkZRcXL0NA7vP4SRI0cwO3GebT4qff340te/gmpvN8hoo1530Gq6OH7yMGYmxnDL7pvgt5q484c/YC/sDVu2I1/qxuG392DN6pXYceV2DtWjMUDmL516gEOH3oBVoCAuBQgc8VlInQsEh3lMi+3UTZtV0jOzU/A8B6pqQpYMNOod+M7CB/Fvoew9sgpkFcgqkFUgq0BWgawCWQWyCmQVyCpwSRXIwOr7lO0zX/n7xZZXDgphVRkbhQqlG4PSpaAecWG+RD5S2CFgRvJ4SoVO3o+fS+ocKWKw57gduI7DreHU4h1K1PZsoq9UQtupY64OTidft3olcnkTlXIBxVKeE54dx8dDjz6FNUNl/NW//wY0AlHU0ixbsHMhTp6awj/853uxfoOJP/+TL3L6eqQYopXXb+OlN0dx90NP44+/8lHccv2VmBxvYa42j0rehJnrwT985x7YloT/9M0v4/TZCfz65Tew67L12Lx1F773o0eAuIZvff02nJucxPjkDLasG4ZplPG//fOd6OnW8cef2w0lJmsDD2o+j/3Hx/D9Ox/H3/77T2D9htWsWJUUCzO1ED+8+yFsXteD66+9CrPT0wxq55ouXnjtLQ6hqRZNNJpttNoeg4tm24NG3o+xz+2kVG5qJSX/QYJADKCT28VglVqlCdjJmgSn2URfDvjybZfDNgsoFMsMVg8ceBe7dm5BszHHrdDHT5zg1+zp60e1qw+TU/OYnZnDUG+VYZJh5Rm0UvAY+YTme4fwxNOv4o19J+BFlHbtcNp3FMaQ6CsOkTdVbNu0Gv29RfZYJHsBGkuGLmOwr4j+qomD+3+LaLQBTSYoyjIvbh02dZ0VcARMNLIEMA0eoz6PV+HnKlk2BrZvxfZbboJSLLP/IoEXsQiQwMDFIqUumGLMkz9uEDbZG5RFd+9hBUBFT6FdurAgVKUKVArJIkgrK+yX6867eOzex1F2ZFSrVZYN07ggEElA3HU6DMQit4XId7lNO91O9qclKwBWPUb/v8Dq3ff97AKPVYKrAnCSTyQjQdTm51CbXWC/VdlrYd/T98Br1WFpMoo5g4OfLDuHctVGwIFk1B6vQZUUhEGETruNmZka1NIgFrQ8fvHW2xibnILTbLNXMKs4CSRL1Oou4Cel2dcWFljNR4pFarUXbrvLQN9Fc9bF6tT0GIhFBgFWL1Dc096RelSNOf29a6CKK67ZgYmZSZx86zw6jiOU+pqAqFz3RLmankMpDBZqw4gBKqshwwAFVcXw0BDmvADnpyYQEBykqY6Uq+zZyk4LrPItGzKisIO1l+1EJ1Zw8tBIYgVAMF14uDKoh4RP/ME3sGXX9Wg1Gjxfkvh65MB+HN63F9dee9ViQNPs7CwmZybRacyhNt9Gu68CzS7BX2hB7e+CD30RrJJFyQX2CRd/HvCCA1kcCCsLobLWOBAwJksO2sZcF0Jdgp6zEHgydq4dwieuWIv+goYChbBFAUI/4NAnAr0KB5GRBYEEZ8HB9/6ff8LMxFnYBsHPCDpbmICtDfhYku0CnadUZ/adlRiq5nN5dFd6eNs+u3EdtvVUcXZlP0ZiSwT7uQ6OHj3KVgDkwZxaKhDYrM83sOeNN7HvjdfRoXAx38Gm7ZfhD770ReTKBfghUKu1Ua91cPLscYyeOI7PfepTvI3PPPE4jh87go3bdkJSTRzcuxfrNqzF1u1b2DbDUBS0ZAug4ESpjkgBxs/X4DUXkCsW+Zg2G03uNKBpaGJyihW5tO+HDr+LOPBg5XMcftdotBBRyFh2yyqQVSCrQFaBrAJZBbIKZBXIKpBVIKvAf6MVyMDq+xyYT3/577ltl25pyyIBF1JaLVeIXQjrknSTpNV2yWdV4NRUsSo6IQlgEVCJ4VEfOnvwparBGCHBUZJb+tTqTu2bOQSOg6bbYQ9KUjUSUOO2ZbINCGPYRoC1g70wNAVW3kLOLqFc1jE308Cvfr0H64fLuPXm61DI5SDrBvK6BctQ8NSvXsOrb+3FX37rK9i8bhXclgdFoeAoFeMTHfzjd36EHZcN48uf2Y2WS2FMLkxDgRca+MGd92HtqgK+cfsncPDYUczMzeOybTvgtA38r//ln/Cha9fhCx/fjX17jqDjNnHZtdfgV68ewEuvH8bf/dkNMMlzs15DT183To+7+Mn9j+Jzt+zAFbt2oeN0oGk65lsyvnPX3bjmyi245rJNnMLuBgEOnjiLV1/fgw9dsRWRbqDTarEv4JGTk5hb6LC3IvuBLkLEJEE9yZXnY0feiaTd63TQX1Fwyw1b0F3Ko1ypYm52FqdPjmLnto2oL0xxGM+hQ4fQN9CP/v5+OG6As2NT3HI/ONAPUzfR7HgYGT2Ngb4eSKGLQmUAP3v8eew9fBaqbiGicBZSZPohq09JxVUpmtixZQOKBYMcFKHppPg1IMkhtu1cixuu34nzYyN48YePw51roKibiH0fshLDMgkgJ+3xqkw0XbSPJ+COGoAV3YA9MIDNN+1GZc06xBRWxa3mCaxjRV3iUcvt6WIAE3wLAocV1UFEajOhMEuVb2l41eJ9SWs/ARGCquT1qpCxIrWqUxiYaWFubA4P3/sw+lBAV7UClQ1aCRiFcByyOugg8BxQm3rgdXihgT11eUFDtJmzAjNREF6qYvXH9z7wO2CVlZnsO0sgEWjWahxgFXkh9MjD3md/iubsBKtUS8U8ijkTdi4PO6cmr0X7KgAYQ0SEaLYCjE7MozSwEpFVxKPPvYKRc5NYu2EjNm3djtn5ecxOj2GhNYd6cR5XDV2Dd9/ag9rMArfWC//gxZB6MVslIVbpIk1qE3Ax3F6++HOx9yq9BsG9UPKxdutq7LxqG86Mncb8sQZ818f4+QmhYE7OIFLa8zzD9hkE9jSEdNxC0dJN+JeWiHJxiCvXDuHm667Ac++O4rd7DyEySIGrI/YjaOQvKhPQjdlqhLx0w8DBum1bIGkGjh86Dq/j8NghTTXNa3SuWJaNz3/9z9DdvxZz0zNw3Q46nosT+1/H8SMHgJDsCSi0KeKxT9pxnQLcYgPx9u2QKECtEyDqrorzjhYIIno4/S9ZTBClFpYXyz8XaFyzHQO12MuApkHRNFb9+pLG7fgMgFUNkWUzLBzMxVjTU8DlG4exeVUvLCmCHAQI5AgKL2wE8AIflprDvT/+Md565SVeyOJxTSOHHhu4i0CcIDu5YrCFDPUNWCZKpTJyVgWmDnzlhqswoMmY6OvGKbnEjyMVOM1XBFZ5kYkCFFWaEVQe3+++uReH3nwNehSgtjCHTddej+2X7YBqaPD8CG0nYLA6NnESp06exNWXX46CaWL81AnMTZ1HqXcFphs+Du/fjzVrVmLT5mHkTQO6LKMpGwibbRQLCtpegKmpOkyFOig0tDod1Op1VMtlaLKK46OjvEhB+WRTtXEOSbQNCwvzLZw+Mwa/7v43+s+nbLOyCmQVyCqQVSCrQFaBrAJZBbIKZBXIKkDdjcuvxrOKLFbg43f8rfiZWraJJqRt/wRX38Pv8HdVYxcqWBch1LKWXOot5aClNEwpUcBe/FoXKqpSJRdvnFAhcZgKtR/7cJyOaDFP/BtZ7cX+iASNaJsCEk1xq2neLsI0dMzOTKHTaeDD116NFQP9sHQZtqmh0t2N8+dmcP99P8ett+7GzTdfDdeVYCCAYeRwbqqB7//gu7jpI7tw6/VXcpq5H4Wwiznse2cW3/n+d/HFO67C7g/dgLNnJlHvLGDFmmE8+PiLODs1i7/8kxswOxHi6NEjuPq6nRg9E+CxZ5/CN7+8GyEszMxOore3C/NNGz+9/3589Q93o7/ajdgH8iUdr+8/jTd+uw/f+sYtHJKFgMJidPz4sZfw1oEzsPUcIJO+dMmiYbG2SS51JDlQ5Bwi34EmNTA0UOGaaJqBZqOOKHSxZdMaKJIPQ9Vx4sQIdu3cjmKxyBB5moKsKiWU8zloOm3zPBbm59BVLkLXKMWoirvufxKnJmrshSuRnywhKJ++KJ3cQV93CTu3DsM2ZQavErXT6gY0Q8JlH9qEq6/dCUVXsO/Xr+OVh59G2VOgk1+jLnFQDNknclK4qnCrPLeRk0+jrvHfDdWEmiuga9tWrP3QNVDyRQ7RWlRVE/pURdu4JAk3SdrGKPbheW34QYdbl6UkcEmMZRp9iQ9nCltjej61/1NbPHlJitAeSabvKizdwtzUHH52733ocYro7irD1IR6VpEk9tF1OvNcF2qDdjttYQtA1g6UMk5t5okfapoz9O1/efGSZq0f//R+0eKevF6qWOX8LgnQJBntZhvTExPcnq8jxLvPPYja+Ch0K4di3kY1pzAcJHWdCBQjdS6pROkQEP4iL2QJ9VYHUasDWc/h7hffgb3xKvzRn3wbK1YPwvFcRK0Iz4w+hr2tN/GR4EaMnTqN2vQcFmZnMTMzgXp9DqHnw3eD5HwXKkrBWJPQqCSYbfG+5fPMRfYkiyCW8KNELeAFbL1sA5ygjYUZF6Zq4/DeI6zUFYFUYgEioIWeWGZFfLVcwDwpHWMJpmZC1TW03Q5WGhpu2bYSm9aU8PZEjOdePoTZsA5Jz4sWdvIXJkUwjVUea+RLHHMLOc1bBGllL+AAMI+8WkMKBZMhGQbWDW/mwKeZ6Vn2+CQvUt+pIyKv5TDg+Yda1EltS9Wh7fTJ+mLtFoSkOg5CSN0DfI4t+V6nw2e5r2pi57J8ZAm59iKElckDleCynmPrDZ5UScVKYXB0QtI5ougo2zY2DhawdagHuzevA+IGadGhkF8yQVZoODFyAj//3vcRNGchKWSbIcPlgLAIOQKOmvC9lUKyAJGhyqRUV1HKl1Cwu2DYMr5w/Q5Y803MDW/ElFliRbznuti/fz+2bt3KVgD0WcGheSFQb85h6twcnPGjyIU+zs/Moe9DN7BvK39mqBoHVzXaHV5kIxVwV6nKFhjO3BjOHnkXRrkP86GN8XNnMdjbjcH+Hp5vyGO1QZ8SzQU+BuR/PTU7y9tczhUxW19As91CX7UbqiTj6OgJdPeVUepWoRRpQdGBW+tgfsbB+fEazh8cu6RzPHtSVoGsAlkFsgpkFcgqkFUgq0BWgawCWQU+iApkYPV9qpyCVVI00cX+ojKVDPOS2/J2/+Utskus+oKYafZTXQ5JKTSFYcL7gNX0fZY/J338cqWs2A4BaUWLLsFfSvYmUEGBMaK9mcAqQQcCsPQ6oWQgCiKYps4XxPUatSAH0EgBqSHxs9TQbrno7algxUAVpUIelWIOlVIV41N1/OblF7H7xivw4SuGRXK4ZaBcKeGZJ9/E0794Cn/x7Tuwa+NW9mEkRVKjBXz/X38Ku5zDv/vC9Wg2Ag6K6l01iBdeGsFv97+Fb3/1o1iouzhz9iT6e3owNhvhlddfxR2fvxnNWpuT01es6MbLbx/HfK2BL3/6Gpw8P4NqwYJhl/Hde5/GqYkGipbNrdTvBVYFl4oQKNSObwFeDbs2VbF93QpM1mpothycPj0Bx/Vg6wYC34UTeZicmMSqVUMM1EjBNztfQ19vLzYMDqJYKGJyahKFnI6uah66GmOubeCu+x7DdN3jFnHygmXAEUns70hgaM1gD7ZuXAMNPgMZUivTaxu2hBs/djW27tgASZWhBhIe+t6Pce7tQ+i2itBJner7oMwjnRR0qgi9ocfSl05qVlODKelQDQtSdw/WXfthVNesYZ1uCuHYo5b8MhNlJCnm6EYw1fPbrCKlIKvfD6ySBYD2O2CVWuS5oTsCfvi9HyA3I2P10AA02hKyGaDWdApG8uj9PIarZI1BAJgUoLxQwLBWwFVW1MYxLhWs/uie+y4Aq3GihGWfZOLhsgqn3cbU+AQ8h3yDYxx+4XFMnTzIYNW2DFRyKo+DXMFkmwgGq0lQE6fHx3S+SQjcEJ3Zecj5IqaKvdj+mS8htno5uK1a7sKbZ36L5w4+iZs3fwLX9F3PtXe9FuLIYY/byfFTuOs738Gx/YcWF1KWQ3FWIiZWAsvnjPezCGCFcKLS1C0Tpq2iu78MWQViVYccKTh28DjikJSTIuFNknTIMYXWBSiaMS7fvhX7jhzHfNODZdqshHQDD+tLeVyzsoyhHhWlrh68snccbxw/gfFWjFimVneyPuBsex5lVG4GtooOSVc5yI1GCg1Gn1vmwbCPguxc1+PtIWhPHqM0p8kKLSyIRYF0biPwTx6skiJBi2J4RhGhZUMKVMT9q1jNyh0CqfJ3ma3LxZ7MS/UULqk004pug+TLyAGqBom+yD9X1TmwS1YMSLqNwO9AR4xKzsIffuxKXDeYQ+RFcMg/mML1fBrbAfY9/AgOv/0qAlXFxEIdzYD0vzLvp2WYYl6HBMvQYakqdFVhK4DB7kHkyiV89PJNaLkdTJeqaMR0ICW0yCP62DGsXr0atm0Lz3A/AFoNHB85BE8qQm+dQWNsFFJ5ABs+fAvazQZ/XtBClefHmG+0YFkSnI6LYr4AW5XRnB3D8f17oNgVNCOTLTO6igXYps5+svlSHshVETbrkElJDBXTc7OgNZ/eShcWWg20Om1U8kU+/hMzUyhWyqh0FaAWaKGwBa+zAKfTQaPVwqtPjn4Q/xbK3iOrQFaBrAJZBbIKZBXIKpBVIKtAVoGsApdUgQys/lfAaupLKPxQRVAVXzkuu6XttimkWvoTtUwvKV3pfvF6STw0P5DUOcvBqrhvOSRJtyF9XYamF3lair+J12YImySpp2FaIomZLstFiFa6reTjSr8T1OL3ZEEWhb6E7EoQRBQCRepJHQ6lzHdchCGFR1Hjr4xcvsoKMcCFZikwTQu2rSOfz2F2usOK0+uv2YL1gyugKgEHcoWBhUefeAqbt6/CV2/dzcFFllWAbJi4867H0fBm8a2v3A5J0dFpN6ArGh579iWcOX8Wf/iFT8IPAnSaTdi2iWde2gM7Z+Pmq4bxwuvvYP3KIRiFbnz3vqcx35Zhahor7ZYDlCXFKrGVGB7752qI2+P48id2YveuzfCCJieHHzh0AuVKD6pdPWi3GjhyZhrHRk6jv68XrUYdtWYLp86cZfUipXq7XsAty7uvvxblooW8rePQyQbueehJdAKFx5AaB5wiTx6bFKATum3s3LwWG1b1c/o1HStiWaSztfMKPv0HN2H1un7GoPTaB17bg2fveQgFX0GO2uwDgukxgxZdlWHpKsNV2VAYrMqWBp10caoFT7fRs2Uz1l95JdRCntXFrEZM1I4C4ItwGfp5EayGHV4U4NbpxTH8fopVAVZZrcpAn74I9AhIZJs5PPbIoxh54QBW9fdCiyOGlhqltTNgFeCZAnsiAkE0vhhkUeu6CE9KA6aCKMJffPelS5r47vrJve+pWBWnQQxdVuB2HExPTPLY12Vg9I1f4ezhPdANA4ahoZrTkC8UUemyeLvo1Bb7S+pVDZqiIaK0cwqSazTRdAJEvSux9sM3I+7bhnyUw2v7XsLTZx/FZz58B65edR1a9RYvitDYpHCy1sIc7r/7R3jxl0/Bc5rJuSt2ObVyYNfN5Ly+0A6AbEuEdcCixyrNBAr5mkYMKSvVCp9LQeiwb2m5twtz07OIPFLHkk+nLyxJ6D2iAL1FAzddu40Dke689wnMNiNWEredDmJNwgpNwUeG+7FlbQVdpQIK3SsxTl7Fx6ZxcuwUvGgGCw0VOcNGNW9C13TM1DsYnZjDvOND0gjsSgzxuW1dEdYBsidgMG2JppKqkhaSQlZmcqAWz3FJq7wsw/MDHt+KRJYbEiI9h7DcB3nNekQLDTEn0Lhf3vPPKVOJbQsXOB1awthhseZso5DYBdCJqWqAbgAE1ikkisG/CsganbREq1nRumNdHv/p5iuhuQ7aFFDnR7AVHWHUhHzkBOZO7EFHkrFnZAQnxqfQJlV7THYaMnRqoyf7FtOEbRiwdZPh/rpVazCwYh3Wr12JY50aZsPUz1ts+8zMDCzLEgsntIBCitd2HadOH8bpOQnK/BGojSlI/RvQteEyDpLK5wpso0LhYLRwFccO2q0mCnaBA7YCp4G5ibNQjQJqHWB+Zpq3ixfoNBXFYgFapQ+duUkg8BFLGuqtFqLQQ8my2f+ZIHBXsQxdUVFrNVHu6UUQxBg9fQi9vTlUqmSLINTyT9yz95LO8exJWQWyCmQVyCqQVSCrQFaBrAJZBbIKZBX4ICqQgdX3qfItX/yPizCCfe2oZTjxebzYyzB9iQtdFZasAJZ7sorHLCWrp6FYKaBd9GWlQJtlQCSFBsl1/6LKdTFYi4Ow+FEJvE1a4NleQASepAE4QiBLylYCsRErlDjdm1RexGU5bCZixRcBC1KZqbJOfcOIZIKCZI9AKVERAyQ/8uF6FDQkI4w9VsnaVgFR7MLzPW7nVbWYLQZ0tYh6o4lqt46Vvf3I5VXkcyXkbAOvv7oXZk7CZz96HSSN2qwt2LqFnz74GF+033HbJ2DrFHoTotX0cNfPHsbmrcP4+FVbMdPoIGcaOH5qCv9y/y/gSDkYBBgTuL38GCwyE4IEikbd5rDjaXzt1ssw3FXAWG0OxXI3Q9ThTVtY3KZpCs6dn0Wr6WD71q2sqJybX8DRY8exYuUgyIlgenoe589PYdvmbVDkmIHrS3vP46lfvoRYMhBTS3vsIyR7CfJRpLRvOcLHbrwGa4b60KxNo9NssNeoF3golDR84aufRO9ABR5ZRhDsbnp49t7HcPKtQ+jWcxzqwypjBbBlGbamwjBVqIYK3dKh5SxQs72mGIBuQypVsP6Ky9G9bTOPQoJVQqmaeK6yP6VQQBP0JrARhBSiw7T3PcFqOoYJvrIFQGIFQD8TYKLxRW9CY5XC1mZmZvHzf/4JwmYLPXYOehwxRIxo7JBnJ20TK8WpdTlIxq4AidRCrpBEl/03Q/zF91+9pHnyzrt/KlSAqQJWEWFSIqMphiYp8F0XUxOTaNUbMBQZYwfewOjelzmES1MVlHIG7EIBvVULqqahUaeQr5BD1kzDZCUnyUBjOo8cD+1aG16soTC0Ad03fAkj7x7B/Y//CF/85n/AZRuvRDsEcuSe7DvQNeDYwX2478d34dA777Afaqq8TuPFGAwK2rdYA6FYT+AaQ16h6EznjxQOUhs9qM1e14RfahggIIW7ovKiQeC6i4stdBwHumKsHlqJq7dvw/CaPjTbbfzLj5/EZD3g+YL8Qt3Ix5Cl49OXr8fOTb0ol1bBtGPoJi/DIAjOoNzVwOnxPigwYaliW91QxeHRMTz8y1dwZLKGUCEwryNHKsvIh+N3IIV0zMWcSIeItokXBOhMkmh9geapJbBKqfMEjkNTguS7COUisOUyoH8Q8vgcLyYxtGebl8RXmOfBpJaLBrbiB7It4HHJ8JUWqVIbBmG7AZXUqhpYPs7ewjQXSoBlswVErNvorSr4H2++EussoBP63NqvhhIkxUN09Dikk3sQaipOzc7i6Ng4To1Po0P225DYEqBUKDDwJ6V6wc6hUMhh2/BmrF2/HYXuHrxZm8Ncy4emkG+tL0efkgAAIABJREFUUKF7HtkeJL7ItFhCfsVOA+fOnsDx8x2EEwdRCNto6hVIXYO8/EbKe7IkkFUDHgUChm3+yMrZOfZmDf0OArfNwHRmronA83gRi0K3KFyOuhakXBVefR4afa6QetZ12Tu5aFrw4xDz9RoGe2gcSGh3OrCrJYyePIV333yTz/H+Fb3o6+vCQH8PHv3ZM5d0jmdPyiqQVSCrQFaBrAJZBbIKZBXIKpBVIKvAB1GBDKy+T5Vv/sLfCBiReJimwGI5oOAL7iRx+71fJrUCSJKlk4v1VPW3XP23/HXTVv7loHbpZwHAFhVopDjlYBUBBwiiijRtAQzoP8FdFnGMeBwnaKVejXTxGwrlF8FVhKyQjOiiX6Xnh4gpwT6idvEIPgiUahzGQh6aHqWBs08mNb26glVw0nkAP1TgRQSlCd4IxR1BvijqoOWSGWUEKdYhKx0o5MVJwSzE4fSI/TdtzcbY7AxytomNK4dQzGsc8hIFCn71+m+xc9dmXLdlA2JdQcm28dbeI/j5s29Atssw+LUTFeYy+MRwKf0fKWObLQyUHfy72z+ELlXCxHwbplXAmbFJrFs/jNNnTqKnpwvjU1PcUrtyaICh6NzcHM6dH8fmzcMMqdudECdGTmP1mvX8vsVCDg8+9y7eeOcgZNUEyNsxchmsko+p67SRt03cfuvHMTTQA9dpwmnW0ZifRb1VQ1evhc996RPIFw14pComK0eoOLLnIJ6951EoTZ8DsygkifKBbElGXiflsALNVKDbBPhISadBkQig5eCrJipDQ+i/4VqUqxU+HoTgCbAKpTQ5ngo1qk9ep4HDwVXcPk32Be+hWBXjTYSxieAqYQUgvFUJ60pQZQKn1PItIV8q4sAbe/GLBx9DZ3wGXaaFomVCVYiMJecMbQ+rqdM2dzGOhf8jAVsx7v/yB69f0jz5rz++5wKwSu3bfD4rtI8RDEVlb1WyAqgv1DjBfn70IE68/Rv2tFUVGXlLg5krYKCaR75QYO/PM2fPwrZsVCpdyFkWckVCpRQXJMNrOQzuQsWAuuoKBD1rYZQH0L12BVQKyotNmASXAw8vvvgsHn7gHpw+eQIgtTABWgj4S+dpGkZEAUWpC8ASVE3A6kUKdeEDqzH89X0KUQvZn5S74rnFPWLPy60b12P7lmGoMqlaA+RyOexY20TO6oKCMrfCHzl5Bv9051NohtSWL0OzTbihj9V5E5/atQ5Xbh+CWarAIDEnIhgSqXwnoWk+5mvdJLQGIvJJpXFisi3J6++O4q6nXsKMFyBX7ebQMPJS9QKXxx5BVArsI5U8jSuVfIVZ+E2qf7H9rGzmYRQhCCNEpHAOHHjdQ5C2Xg3aGrVeY5AceS4vdvCYS4PcaIwmKt+lgUWKYGXRu1jESyVTKs1V9BspQhVhCUDHiuupGqxmlS0TsWEjZ1u4btMgvratn1vkeQ6KAI/qMDcD+a1nMD07ixbNE6aJ01MzmKm14IfktWpz2JtJlgNxxAGElXIZm9YPY+XKjZBLFfx2agGTCw5ipYM4EmF0S+emqA/V0pCBVruGQ8cmUYxr6ExPoi0TDC1z3VgVrmjQDALbEjTJ44UCqje9pu87vOBGQnKn47NVga6IcSBqF6Pmy7CkEJamgrLCaq0WfLeD7mIRbdfB5MwUhvoGGEATmI8NE2+9tRenjxyD73eQr+Rh2Ro2b1iP5391aar0S5oYsidlFcgqkFUgq0BWgawCWQWyCmQVyCqQVeDfWIEMrL5PwW76g7/mvywqky4KrEoVfhe34C7dL668xe8EbS4Os0pb95d8WFOvRAKrZBGQKgGXb2IUEUgRbalpcBX/wmBMPJLDq5LU90XbgCTtXWTdCG9XUhMK6wDxXLYlYC0lPZ1SpCk0hdrFCUCEUGUTUuwhYNWWCJmhbQkImpFHpmwhjDvcxh9JhF89yJFG7JQa2RFLLchkPxArgmXIBHBJ7aYhUusM5aLQQOxFCGSCKQHkQIGet9BszSP2YnhKCDnyoEs2OgwAXFQRABS2ZenodALMtADNzEEJW+zryTnayywQhNIttURQ0W7WMDyk4E++eCP67RwcI8T58SmcOz+NLVt3YmZ6CqZp4MTpCfT09qGQMxF6LqYmJ1FrNFnJB9dDxwlwbnwaw5s2cau4JEX414dew9GRM1A0ExLDLIeagBmo+E4H3dUKbvvsraiU8pDJF9frwK3PYnpuAn2DRdz6+RvJfpLhikJwVTHQmm/j0X99ACf2HEK1UuWamoiRg4RCAlZJsWrmdJjUnmyakGUNpmJBNfKIDAvmh3Ziw8aN7A3KAGZZ2zORNgFWyePTQRhTKnfAIP7fAlap/Zm9VWOJw6korZ3S4Om9ioUCjvz2Xfzipw9i7tR5VMibt5hnUEZAlW5kHUBjnOEbQ1UBVqmVnWFMHOOvfvjGv3HKEw//4Y9+kvgRE6gllaEYIwQZ6fwggBV6ASbHxzE/O8cqwdb5EZzY8wIruBVZgqUrMHJFdOcNVKtdsKwc3n13H06fOou+vj6G8aWCjWqpyEnw5MG64DQgk++tPojq1Z+CtfMGhBPzcDUHauggchp44pFH8OAD96NYKqNQqcIslGBQuJhHwXQCYhNQpUAhgvuCM19o6SDmhkRlmSgW6TEMzWgxxPPg8uvROZwokcMIH9k0hG989Q6UbAVx6EClNnxZQtk6itl5BREG4cPA8fNT+McfPoy6pzJQC6QYqqmjFDj4+M41+OzHrkRsyjCVItSIAs1c6LlpeA4tihSTKYsWC2TomolO28dMLcSTvz2KV04cQ6BbgE9KXwdhSOdNAEWhbSElc8jhcgR4SXFMi0E8D5GHBiQGx7RPDqkz2xRiFaG5bTuk/i2Q50lBvyDmY5qECMYSXOU5c8kKYPmgosUjnit5ZYPGphgrlAUYMVhlIs/hVRIp+xVhVxFqeYasMCNIZhGQ8uhbUcDfXNWDActCy2lClQ3Euoq400Hwix/jzMlT8AMPQ2tWoxnGqHkeKEOMrDWq5RKK5O0cRbA0HYVCET1dvejrXYWoWMY75+dxfsGBb7iQYlrIEjYzwtM5CTmkiScEPCnEmbPTsGQXBcNkpSzNlaTS5sUMVYcXxJhdqKOnSjML7TXZpiQQWo4xN7fACyh91S5+L6onlYqOyanpGqqmziGI5OcwvbDA892q/j7UW02cGzuPlQMrkDctOIGP2VYDBw4eQm18Eq1GAxbPhzKu3nUFHnnsoUs6x7MnZRXIKpBVIKtAVoGsAlkFsgpkFcgqkFXgg6hABlbfp8o33f5Xi2rUxTZpuvQm8pPcOPGcSYxQuZHSU3hB8pW28CVkLz7R2izgEN2XqKyotToSqtK0jT8hDsmFfszvF8YiDZzaLFNBnwCo4mJ5yVP1QiUr81GGKiK9nWnesrTwpQbi5UaDwkJAhNuI24XKWfFaF7fWL9ZEXmo7XdLILr7SBeFdBGPe6z0khhzpLWkNT5SSBHrT90+hAXstslqNAEQScJTA0/cK8OF9on2gY0HhOW4LpYKGjcMD6Okpoi+Xw/T0JMOcbVu2wLJ0+J6LI4ePY/uOLdB1Co2KcGpkFLoKDKzohx8pOH36HNqtNoZWrGZ/Smof/r8eeAnzC7OLATu8nQnoaDfr2LJxHT5x040cSkMqVoZerov52hjWbszhQ9duF0cu8lhgTPtsQMP+l/fgybsfhBnpsHSD76fE9bKpo2josBUCf6RC03gMaeQLmrMYzBJkNQq9GLhiB4pb1iLWdCgUYk6J9uS7yuMzEDYA5HsaU5t1qkpNx5Tw8uXxHXriHGC7DFXAVG5Hp/0RqtXlY0a0VEfQ9RxmJ+bx9itv4NDrb6I+MYGybMBSRDgPtdvT+UIEi7aNEI2kSlB1nU+vACH++s63lo2V3//H7971Q2gU6sXqWhWSJiFSKLGe3kuDGpK5p4/pqXHMTs5BCwF34RwOvPYrWLInQCzBNMQo2RpsK49KTx80s4iXX3sTM7PzWDXYi0LehmbnOZLJCWMEUBHKMuYcF9OTdfSuW4fP/elfw3EVjJ14DWd/cS/ePDyCqbYHq1hi0Ow6PsIgREBgnnx5k6AvXdd5/iHPSlaaJzYAaa1Fe7xoCaevdL6wTJMVxPQcArSUQO+HATQJ+J8/dzXWrKbxpDBAlRUdpL8cXHkO8/MWgnAVvDjGTLOOh36xB28ePgvdMtBpkaqWrD58rC7l8ZVbr8C6wSoKpoxCfhb9q0/Ad8uYPLkVXtiFUGogpkUUXmBw4Tab8MIO3hit4edvjiAyLUg07khR6zYX593U2iDtFEjnZlEXgq6pAjtiawLJU+DFeeDynbygINXaiD1PDJRF2bpYZmGVP817NI4TOwU+X2nsJ2RfQFYB9umLtf08fSc+t3TASL2qWYhZLU6qVQWgY2UUYeVKuH3HAD4yqCF2G9BjC64c8fGQpk9i/LU34TUm0dNjQYIPT/Zh6AXQ6M/nS8hbBYb6qkJzV4yiVUKpawX0vlV4d2oOZ+tNPr+pbcDzXPZa9si3mD6faE5iRe+SjzfNaxRmKD4nRCAcjRuCw64fYWJiGiv7KzwGSDlN+0kuMIpuYmx8DLpmoL+7W/yNzlGd5hcFe4+M8PO6KkXEsoLzY5Ooz81j2/btDG/3vfMONg1vRLVaxRNPPgkYOqbn5nB25BiD3VKpyuPxo9dfg7vvve/3P7GzR2YVyCqQVSCrQFaBrAJZBbIKZBXIKpBV4AOuQAZW36fgH73tLy+Ah4sgkU1Il/xKBVwVceopwCTFDl2kpkCSwJbwjBRK0kVPP/YEFA37Sxf67D+QqE4TJRoHVgnVEYOmZTehOF1SvaYK1VTV+l8Dq/zmizfxM+3D8mRscd9yALoEPX8Xrgr1a/qc9FnpFqdhXunfwyVGvfgc5h0JWBXvu+RHy89/DxibKn1TYJBaJVCv6nIl3wWFk4RimMAfKaN8zwFil9WfBCEZXskyyqUiNIIYkgTXaWDFYA/yOZOVoDOT0ygWyRqgj0HgqVOnWZW4ds1a6LqJhYUFfPeBl7ilnm4MLGiPKDgoDOG067hi5zZ85PpruNWcWuiF4WmEjjuLdZvy2LJtLYOGWCIYRM3QEXRFR318Ds/e+yjOHRhBTrMZtshhAJta1HUNtq7CMg0ohgJZlaFoGsy8DVU1OfFbNgrIDQ6gb/tW5FYMIFJIVUr6YTFuw8iH55Fa0CXXz0XricVjm4y7SwWrtI9+LHFIWOAFaM8t4MzxYzj8yhuYGxuHFSuwqLU6UayqqgSNYsUZ3mi8yEAQ6D/efWlg9Yc/+IFIu9cI4GqIPI99UA3LgJovICAYHEWYGz+PsbNj0GQNQXsWbz7/NNTYZYhMgCkIA3gOBfRIUHQLdqGIc2OTmJ5dYMsCGr30OC+M2a+SKkyPDUltyVYcHrbf/HWYxSG0j/0SRec8Tk7XMNF0ELIKlYZ8skiTqNBJdUo+rlR7Hkc+qTmXfFTT84A9apM5gyAshcuRCtjQdX6e51ErvlAheomlwOev6sPwChvduSJINBrGNG7a2LLpEBbmDdTn1qNVL2G20cTBU5N49vURTLRE0BT5AKu+g5UWcM2Gfnzutm6sXhugWB5DzqTjVcTkmSGMjW1HJFNImw/fiRB4LtxWEx03wJ7T83jm4Dhg26xU9R2h5FV1UoAnwVLJfMRwlXxHSGFN4yn1WSVRZhjwPubkHHythPaGdXDomNYakHhM88TLcJS9s8laQiFH0HQuF+A1VU/TchPfkXhZsxkAbQ+XXVhoEJAliEhgVSawqpiIkwAumZXjRShWHtcPd+O2Ld0wog7kQAUxfJrWbciYHzmAxuE9sNU2rLwKn1rx7Tx01eDgNwKZpJSl852+DNVGodCFfN8qnPeBI7M1tMnrmvybKVCNF9NiBvPpsaYpVKjAyZ+ZFqXCxKNWdErwZ5KkotXu4Nz5SaxfPQCFfY/JNoH+JrPlwZmz53gsDfb18LnCkJsXG2QcGj2Dlb0VFHIGQknGwkITtbk5rFu7lt9r7Nw59PcPoOM6+PULz6PU1Y3J6WmMHj3EkLlS6eaugBuuvRIPPvzoB/zPouztsgpkFcgqkFUgq0BWgawCWQWyCmQVyCrw+1cgA6vvU6vdt/35IjDlkJhFj84Ugwq4mqpWBcwTqp0U7FGrKrdQsn8jBfHQxSe1TCY2AKyGEu2lQskqQAqjxBQiJEpMBqSkUKWr6otu1La9XFV7MWCk9xSKzkThmqpdl73OUiiWCMlJ3+VCqCp8NFO4thysLr5/Anl5e5PXF2qw37VCoBCs5bdFEJ1YKIi/pWFcQlEmQMGFsPfieqRqNsHALwz2WVKwEgSgmlIvL+mxZIYx9PpB0upNx4kUfQQNSKhGWIx8DWRQK7gK3/FZvUot4SaF/rTaIIDV09vNXqzNZhMHj49zl3CqNBQdyEIp6Llt7L7uWlx1+TbEQQBV0RlqENCF7GDDlgKGVnXB93xADthSgZRnJGM0JA17fvUa3njiV9A8wOCWe/K6JX9QBTlDhBKRJYGqEVxVYNgWNPZK1KGYFnSriNyKVejZsQ1S1ebgMYsUdtTiHAuwSmnx6YJBCu0X658e68hj+MeKVVnj2vx/KVZVCWj7IRpeiI7roZTPoWhbaIxPYM9Lr+DAK7+F3CLNpMqghYC6pJD6Uvi10vlCYOl/emDf7z/bLXvkd773I5imhKAzi/bMecSNBVgRoOX7YAytRVjt4mPRGBvH2dOnEcYyAreJZx/5GZqNeYZFPilQA/LyFOesT63XiaKPMdyyACShLBcwWAxghVuySSmb7xpAKZ9HRanD6nRwcqaGqY4H9n1lb11NJNgnYJV8UlM/ZB6f1IK+TK26eM5S8FdyP4FYGpP0e6peTRWtS3NWhLzSxtqeArYMrsSKARmVfIA16+bQVz0OK2eg3TLRqimoN32MnNFx7zPzeP2EAqNEtiEe+swY127wMWQAN9+iYt2wBMsKEbomqzUdT8WRAzvRbHQJeO8H8L0OAq8Jz1Wx73wdL4zMoUMw0HcRBQF0KeRgrfS8Fi3uwnuXVKqkDKcbPYYJJY3fgCxHZNhKDoFewnx/HxxS9QYeJApe4vk0XeRKLAAo4E1RE8Wq8GpNF59S5aqQxNJrJ/MQzfD8nOSLPFA1jbxIEJPHKh0bhYIAFcR6HpKZx7ZVPfjq1atQksmCQOFxTXOCIucQubOY3/My/LkzKJZUmBT4li/yYoiqaDBUQ4x/ckaWAF0lf+Ii8qVeeMVu7J+pYZZAPIUSSgqvQ9HnBt3IYoA/ZwjqJ4rcdH6lOtPMllrQ6LqFdsfF0aMj2LB+iEOzeN95XpcQSQpOnj7FfsIr+nuFpUKyDEZq/f3HRrG6vyrAKinxaW4jH2F+kDh3m50OpmamMTU7w/PSsaPHUZuZwPz8AvLFMmxDx84tw3jssScu6RzPnpRVIKtAVoGsAlkFsgpkFcgqkFUgq0BWgQ+iAhlYfZ8q3/S5vxDXgAkIWVRLMdgTUkvxp2Up3ITlkrAdgmOLPp5yzG2ZnusQsYKmC/CUPibk9POQE5vZQ5FCWnSTAYjwDhSKQQ4AIq/LZLsWlZlSohZaBhEvVqy+F1ilHVgCjWkhIpEUn2DR9wKry+/jCiRhWvzz+1gBXAxW6bFCBXaxIpa2SdgJJFfhi161yxWr6d8vPj7p9vD39wCry7dXlEt4MlIYFz2BXo/azhf9bdl6gNEwglhBJNGx8hAFhCEokMlHHPqIA5kT1l2X2rUpKZ1UYXJi3SiOK90YCrFakGBkiE9/8mPYuG4Vq/a0BKxSK61pRRjeWkRXT44hbAwfKqmgybk2DoQi9uwUXvrZk5gdGYMpq9BkBSrBVQnsyUnel5apQ9cVVvwZ1AKuixAaydSQ04uI9QIq2zYht2EInuTDNCwYunEBWBVHiuhh6rGaKqwTmBJ6DKb/LWCV9qTlhWg6PgNKW1NRydsw8iYsWcWh1/fgmfsfRmt6HnmVFLmAH3kcrkTPJSUh7d//8vD+S5onf/C9f0Zr8hwa547DmTqN3oKB7q4SXKkLQe9a6Gs2QDZsNCamcfLEKJq+z269jz5wLyYmpzgJPiaYxhYghLOJkorjQypIuhHopnUQXj9IPI55vFM1eYGE6qnDUjVsXrcKjZlJFNUYY3UHkxR0RaLImMAq+R2L3UzVqvTz8lb/5VYYdO4zwE1avlOIRkCWF0CS0D1WaSb+q2kRVT2PoNWAKcXYNGTh5iuB3VdOIldowzBlOC0NUuDDzivYux+49xngmYM6Ag1sJ7G+GuBrnwqxuhihVAZWrAFKZRNe4MAy+iEpFqYmSjh1eCWcto2YAu78DqKwjcCXse9sEy+cmEaTg95orhPVdT3hLU3bf3EgE40Fhn3LFOq0+54fotPyEdhVYNUqhD6BzA5kP7ErIWV8WlgmkDyBJQtdotVfYQWqBI+OX2IXQMeVlf2kpvbEglhIwW4Ev3UDGvkWa6TUFJBWhAHGiEkCbHdh/fo1+NOPbEKfLrFqm2Z1XhyTNPaRDRdmcPLlFyAHM1jdbcE2LUSaBU3VYRkWdDqOHNgVw9BMlHJlWEYBUqEL5zzgdNuFaYoQORLJz8/XoRo6jzlueAjFAhtDd/4MEFA6YNAcIWDIq6HddnDi+CjWr18Ng715iSnT5xSxUQUjJ0dRyBcw0NudWNcIdTa97tv7j2FFXwkl20DHD6Go5M8do9Vq8eciHUNaePJj+kQjxXTEKtaB7gomyLu62Yala1g71I+fP/DgJZ3j2ZOyCmQVyCqQVSCrQFaBrAJZBbIKZBXIKvBBVCADq+9T5RSspr6EKYAMWZWaID9Kqk59VpmkUFO5CNhhfELenwRXggClUgldXVV0d3ehWimDfA51TWcVEoFUAm0L9RoH0tRqC5iYmWYFJF3sMhCRJG51lRNwecFmL7MCSO9PL5xToCoA5EWWAQlUEPuWgkzhsXqBScB7WAEsh6u/L1hlH9pl7bwpWE23eQmWivbVpMpL/p7L4BQDqoug0MXq1OVWAPT45X8Xv1MLsEBdJAcVPpWMrxK4LKA5HUN+Lz/x0ZUIyAhvXQp3klUmDSLAhcGaaLFl5XCsszIvVfSmCljHcZHPGfj8Zz6F/p4y+w6Swoz9PiUZ+YKCDVtKyBWS9mcQsJWgxiEncgeKBC2SsO+5l3HkN+8A7YDBqk7+i6RkI/AoydA0CaqmwrR0WLYFlcacqkO1TegUtCObULu7UNm0AepADzTbgGno7KvqkZKQ2qYJLtMYi5PwmsUjk9hCRJRoT8o92v7fT7FKdeoEMWoEEMMYRdNEwTKhmKTajVAwLEycPIOnf/4wzh4bhR6RSpdCz0RdFSlm6PW/P/ruJc2T/8c3P4mw0YLUbmN+YhKKraF/1RAq5T74uW7oq7bB7lmB+bkFHD18BJ2OB9008OTDP8Po6VNkMsmBRWTOQPCTBaki+YoQGS8OkBKaarbcvEN4cdL6CuE0H1rgQit0Y8uWzag4M5ifn8fJ6QXMUjCcRopVSo+n9xGt56SIJrhKUJXGUqpITWEjLcbQfEHj1jTI71LAyNSDlb6ngJV+ptdK4SoB/Yg8cWUJrttBQQ2we1uMOz7uYXh1B81mhMg3ELoOikUZx0/F+PnzEh5/W4Mby5BdBcNdDv748wG2rbZgFhwUywYKZfJspTGkQJFNKLBw8nAXJs92IQgNVoIHvsvWBPvPNfHLQ2MIRGc9AlL5Bz6CBNilc00KWJdEwUIRTOOQws1o9mi2XbRaAaKeAcTdPZCbbSBuQaLhmninpsdOnKtizqHFMWqPT5WePJey9UUSnra41AL2y6Vke5FHF4s2eUXmeZ2BOMFr34NHC2Z2CVK5D+t37cJ/+MQu9Gsy2mREQuFZClkSEEjW2EO4ceIYDrz4GAZLMXq6KmwhkEu+CCSTYpa+66oGy86jmO8CYMA38hidncX+/XswPjOPHVd9GKs3bcPYzAx/fqT7x+YSvICU2NOQrUWisubwRKoBW10QjI1Z5UpjPfBJ1S8Uq8dOHEcxX0B3tcwLQ6zKp8fJMo6eHkN3QYdlqmg5PiSa18h2gOeQGDp7uHr8iaSZOuYX6jhz6gy2Dq9FJEuYnJxhxfzq/h7c+YM7L+kcz56UVSCrQFaBrAJZBbIKZBXIKpBVIKtAVoEPogIZWH2fKn/09j+/ANylClACqwzPGJcs2QGwijVJFSdlFCnsqpUK+nt7sXH1apTKZeRy5HEpFHek/IlY+iNahuliPL3QJWjSaDYwPjmJ46OjGJuagusH4jHLkOeiWlNeUp6msHG5JcFS+/5yYCnAZIrtlkCpwJ3L0eqFCtWlMKnlEHf5tqTbsAhnL1CfJriUQCXbGS4h3OVgdcmPdcljVRRrSc26HLIwGEmUgvQO3E6fCisTmHuhdYEIr0r6fYWSS2wQ4iSUSSgKBSjjG4sSCeyRtQIdfQoAIu9T8h6kYyqgAh9XOqasUGV9YnJsBbwlqNHpdBiYfP62W1GwNAYTIHCq6gxkylUda4ZtaIYvQBgF2UQRTAo7i3y41PJvGJg5dgZ7nvgN5s9OQ4kjDn4iAGlyYBFBPAH5BFi1Wa1KATOqlWOfUnq/WNGh9Q2gtH0L8oM90FVS4FGbdifZv8TblsJtFlt+BajnYxb7wgf03wBWCVq1vABNRyi1y/kCcroGnXxmKeldDmEbJrz5Gp5/7EkceHUPlA6BefJ/FUCXFMH/8PilKVb/8Y+uxdzsAjyHQroCGLYJu5RHqWBBy/VCH9wBe2gDGkGIwwcOo9Mgz0sbv3jiERw5dhQxQ2lAoYClxMaD/UwTexAGnQTckoEgxl76Bcg0RiiNy48Z2O7YtgHe9AykyMfo1AIWvBCSQorCgFXPBNyp4gRCaTzQOEpDrFKoSt9TRSsHVlGYlK7z49NzhZXSiSI7ha0cxJQoGH3PY99YUmnS8S0ixs3Xufjj2xywxWZItqIhq6tHT2lCY/GeAAAgAElEQVS4+0kHvzwgwSgZUJo+rlwb4Mu3R1g3pMOwfNg5oeRWVQMK2WjENjRFg+NoOHGwC7MTZLmgotFswfc9nJz38PzRcTQ9B6omQ9VMBK7DHrWp8jYFxen8w8F+PPbofCTbDhkaWXO0fdScANKKVfBMG9Z8A747D0SkhiXPa2rrJ5xIcDwWCvdFg2mWr4qFFj6dxXyV+mvHNDfQf2RJQdibLBb47+JxQkNLnwkKA3CHAHG+DKV7JTZ/+EZ865OXoxL6aCsGVJo76KFRzCBWJ6sPv4XXH7ofQWcam7asgyEryOeLKOQKQgFNYBUxq10lI4euyiAMiRYlZDQ8B6+88mv85q13sPv2O3DDp29H06PFO7L38NBxyDtZjB+n0wYdc94v8mTlxS+hhqaFArIEcJw2Ivr8Ya/WgMe1G0Q4fOQwyrRgWC7ywhDP+zQrqioOnjyD/q488raOtkswVqEXpZkQYUA2BaJjQzwnxuxCHbMzs+jvLnNNSQEcBh4sFbjnrp98EP8Wyt4jq0BWgawCWQWyCmQVyCqQVSCrQFaBrAKXVIEMrL5P2W787Df5L6lXIgWc8O90ga8IdSLDCG7VJ6BBwUPiwrNaKmP71q1Ys2olSsUiTN1Au9NCvT6PiYnzOH/+LKZnJuE0WxwqUq50oVguwzBtlKvdGBhaia6eIRiSi9BxcXDkOPYf3ItGo8EX+wSCGJREEXxStLFHK/lQUlu7+BtbFEgyyGYgVqidmIJekot+AivMTcjrTkQiETEhWMBJ16kHLIPXNDFbtODKSgLTWCBGjxWp2NzZnKi6GLmRepP9HQWZELB1CcqKNuSLvVdFK3V6cb/0PNL00rYQJFxKp0/JKeFiVo1dZN2QYiwRQLNMNyiYyQXhNPRcdrHkC316xdQrN9HV0j5ChS8FiKIW1MBArIZw6aEh3Ue57xqndTu+izAiowDyYuT0IRFixIpW4bfaaTewaXgdPnXLzQxWSN3MajtS9SkKuvoUDK3NE2OEppu0h4ijOjnB8hgLQeplCX7Hwb5fvoGz7xxF1GzBknQYig7bUKGrBJiFNyJBDFKuUtiMaZAyVOPQJt0wEUs6PMNAedVq9G7dBq2ngk48zyn08GlchIgUH1JI4EUcSx5/qbcvw1ZSrBIsoXZmCsYhWEftw+piLS9QK8ch6p0QLTfgFvtSzoJtUVo9QWSx0EDjIGdacJpNvPzMr/DW079ELlb4nHFDag2X8F+eOnpJE9/ff2a7AFS81hALJahOfq4hcrkcrO5V0AY3QaoO4cDREdTnFpDPFfD8889h7963OQxscYJIFjYEZKZ7xVhMR5xwDEmMQRJSl9pdxBEdEwVb1q+EEUmo12YxNt/AAqv8yEuTYFvixUx4isC4pomWbApYU8gmgM4z8P10nOmUo1qT1y3ZjtD9BBrJQ9jz3WTuSGwvFJq/xFxGwDrwfT7/+dzkUaejUo7xZ59ewBWbyI4khKRF0AILk5MBHn8pwEMvSwiMLlTlWXzpY8DNu4Wvqq3pMC06juRTTN64gMpA2oJh+mhM9+LY3h5Mz+g4Oz2DjhciV6xgZGoW756bgSuRT7DB85LntEGhgLQYEHo+z7mL4Xd0biaLKjQ2eLsVGQ03RkPvgl3MoVObQlxvsj9yutDEC1qprUpy/ouDKkAzLbCQOpzrnaytCGiaqGPpkazkFPMcK0kXvbIl4QsrSXBcH+QuSv6qkZnHrps/hf/ucx9DVYsQBC6PFmqtlwMFgRzxwoY7N4Pj+/ZiYMMKDPR1oTU2DrQbqBgqVILtNJfSxpMliWqgXOlBMV/hRR0vCDEdhphrdFDpH0ShuxeRrEPRdDEfc8iU2EeCqjMzM5ienoYPGbqhsYKYIHcKsn2f4L5Y4KLPFw4+832cOnmS55ZKuSwUu7zaRB6+MkbOT6FSzMG2dJ4bFVVnFWzbcbgm9NlFr8WKZEmG03EgxyEK+RwrqAnOhoHPdhB3fz9TrF7SJJc9KatAVoGsAlkFsgpkFcgqkFUgq0BWgQ+kAhlYfZ8y33jbNy9QU6ZQiAAe/UzKH1KHEUshONVstGDrOnZs345rrr4ShZyNKPTRabVw5OgBvPLKb3DkyCHU6nN84UnqVVOXuW2VgAG1UDdabbikntNNXH3Fjbjxps9iaHUvLCVGY6GFhc4CQjeE67qsOvJ8jy9OO50W/CBEq9NhdRRd4NL99N31PDjczh0j8nyGsqJllb6Edyspg/g7hTQlba3UwsyqogTIUJlYKZe0tS/6ISQggQCtaAW9sN0/hXAMPqQlf0SuZ6KAZCCVBFmJFl/RspqSq8WQK4a4y8OrBHAVAGhJdZeq71L4vAi4lvkbcKD3YoCLeKdUjZkGDF1sHUBhN9S8qiqUfq6hEzXhRxosWcbK3kGUyyWolgnfjTA2fQKT56a43pRiL7izgFncxu21ccWuHdh9/XWISTHGrcm0D1RzGf0rdQyssMW+qWYS/lJLWrsTmwEOIFdw4s13ceDXL8ObmYMeyAwncwxQY04TF+pfap2XuD2cPBtlQ2F/Rk0zOWDHl1WoxQK6Nm5BYXgtQtOH47WgJMFdlOBOqtS0Rlwb8pulv6fUSSYorPIXHwNQSzqBVQH6UtUk/U6qyFonZDWbpUgokbeqaQKSKtrTl4W2maaJzkIdv7zv5zjy+h6UNBNeRLAnwv/5xKFLmijv2JxDb3cPg1sab1RzqiUpyk0NKHf3A5WV0Po34XzNxdgEgaIyXn3tZT6XGbb9v+y9d5RlV3ntO3c8OVSOXdU5J7VCKyeUJTIGG2OwjS84DMdrMB7vJj/z/GyME9cYG18emIzAYJCIygilljqp1S11qK7uqq6unE4+O74xv3V2d0kPjfFu/6G/9mE0XV11wt7fXmuV9m/Nb05JIiNMe80hUL37mser1NItsw2TKlShYz76O4tIeC4M08J0qYSyy/GgwocI0TnS+cyo1T8KQxOrCp+WD4ZcW6WUBHK5nPwReEWPXpmXIRqNxoXNl0jpKepWw5B1hesaySw5v8wtwn5dx207S3jvfRryySZCI4QdGCgvmzg6FuD/+V6IlycMrC828f63AtdfnUSxs4FmRcTH8h7cyOE6R2BuBHlRMlpIYWo8iZeO6PjRwyMo1U1s27EBxWIOPz18CtOlmsD/QEvAJRAVhbWJ0PUFHtZ9ziMXplw3NWZ4/JxjpmlgydNRzQwgrftozp2VeWZRJRmtLCv8s1euGZpG5avauBD1pISAXVxf+PJIXS+ev62AsIuBUOrnhPX1mrJzafgerEIbvFBDW/c6/MJ73obrdm1E0KzKcXOGpnQbTc0Xm4vKzAwyCRsDW9ahVq+jsbCAoDyPhN9E4NRaNhC0iiCYNJDJFtDe3gnTTKoxlStK+BnHE4PWPMmd4saRsjmI1vNUiuM/EAX9yyOjMgY4tutOXVmZ6Nys42YW5DP5J/L2bdTrCBn41wr5u9hxEGJiZhH5XBapJH19FVjla7kRR69wLh+NJjeguIliolqpwNYhmxoXP1dZqHzhM5+9pDkevyiuQFyBuAJxBeIKxBWIKxBXIK5AXIG4Am9EBWKw+jpVJlgVbiI/X9F+3lKi2XYCVPJISErTw0BvL6698ips2LAWjlPF9NQ4jhw+gGefexqnTx1FrliEZZnir5rNZUR9ypvLXC6L8fExAQiex5R5G7lMFpPnZxDYBey+8hbccdvtGOrvRiBGg+pmN/L/sxO2utEVeqX8HBmUJQ3oDCQhSKXCSVRHjvjWUbXGgBK37ouayvE9Ua2xndP3mvBCtq7yJtoRJZEoLcNQboR5gy5t77yZZspzq63YFeDaCtGKfCRb7bbiOSp0U1MBXa3mesNv9dmKulZ5IlxQjNKHUvw0V7bX8vQvmhSIurVFTSOb2SiQKgJZkR+uAoEXlavyshYEXqmkjKDJyu9dsDkgajISCAIHBtPgdQc97Wuwa/Mgeqk4thuAsQyvlsR0I4XTU7MYOXoY1RrVdgpKRkBMCx3ccN3V2LN7J5xKTakb6VNJwGkDaze0o7M3I2MihCktxbx+yqNT/aE6lIFUS2OjePaB/8Di6VEYzRBmaCBlWUiaVKAxKI0QW7WpJ1MJZFJp6KaFhGXDMCyVWE7lIqFXZxc6t2xFdrAXdVQBNMT7VdkbKDAuV/JVitUWqnotWBXFqkpsfy2kJhhbqhHe+shYOorZtGxQEGoR8nHcEpZFyvBCLoeZM2P47ue+iMb0Agw/lPH58e9emhXAe3d2IUHvWZs+kFSfqvNjyI8FX9qbk219CNrWYB4FTC5Ukcuk8OKRg3jooR/LMSr1otoweNWjBVZfe87Rc1TzcwgjVCpzsue+jiJyJpWZDmYqFdQCsVeVsDuKfpnWzskQgVXWRRTkVCJToZxKyTVmsFE6RXieFKjG9m+lpBXvCgVPmw5sUymJFUBUwJKbAPS95Bz1PHWtxa0kDNGf9vGBd/vYub4CK1AK9XrNxpLj4YmDBh58zMLlGxt4y40GBroDJNM+aq6G0CPQB1K2UuYS7ruBgUbDhJUCXNPCwWMZ3P+tWUzO8f37cetlmzE6eg7JVBaz8/M4MzmHJVgSIBXSJsJVVhwNbsD4oahx1YYMlZbKd5br4mJooZ7uh+ZV4M2NwQhU6NnPe6g5RaBKFbBSnnIjhbXhZhFhczTvotfLv1uBWRFUjZSz/JmMYUMTlabP+ZpOwzcSyHStxe23XI933HUr3HpZHTsdUgmsc2n4rouMbiFpWaiGHpq0OuD49BuA7yB0mvAdT9Twru9Iaz2DrTLZvGyUcM5xg0CU41QwE2TyIsg85Cqg1iIeI6E01aE87pmFJYyMnIbjtTbixB3AlDHE14lNBEE9vb4N2i1QRa9g9krgyvc+dXYSHR1FZNOc01S4G2pTrzVmxW6Am4A8Fk3H4sICEoaGdDot9eDvSrX+h/jXT336jfhvofgz4grEFYgrEFcgrkBcgbgCcQXiCsQViCtwSRWIwerrlO2G+37rwk8ipSG/oRvKH9UyE/AZZhSGGFq1CjfdcD162tuxsDiL5/c9hSd++hCmp8+hUMihs6sdqVRS/P8mJiawtLggrZS6zlbZFKqErMRnuoadO7YjkUrixOhJaEy1djQUetbhjjvfgquvuEJaweXGNvJulLtltsIqj0He4FKtpW5mVbu+rlkSsKPa/X1RjjEgZd+h/ShVKujo7EbDaSKbSmJpaQHZZAqe6yObTaOjowMBgYvTEAjEBHdRwjaaF1SxosAMCG154+1KqzpvxgltBO66jgAbx/XgMXiJ32eQCdt5Az5fQaLoj0ffyih5W0SB/EyVch6FxETI+yInUcAkChES+Eze1QIir7rMhFkKiSmguRK2iHq2BV8iiNtStoWSX50QlZathxheuwY7N+zEquJp5NMHoVlTsPwqgloHFhrrMFnfjJdOzeLYy8dEYcxHBIAsw8ddt9+KDWvXol6utKwMCOlMMDx809YBdPTk5bzZ6k31IBXQDIdRzci8rqaCkfUSXnjo+zj17NOwqk3onqa8VgWsKlDJ8cXzpd9lMsXgtJTANVpE6Calr0y5h1gCJPtXoXfzNujtNhy9KqU2Qio0W5CuNeaoaYwUqwIRxdeTkEaNRcKUnwdWWYOm62O55qLp+cjYBgqZNBJ2SsbmxUfL41JapTUUclm89MQzeOI734NeaUALAvzXbx64pIXvnnVF5BjgZeqwxDKBc4UnaqCYSaGnLYf2rl74mX6c9/KYqYUC606PnsR3v/sd1SYtnseEoxdD4dRFjiDWz4d4aqCSxyr1JMFqZz6DznQKpVIZ8/U6AjMpGylu02HxFbxt+QhHwDnyVM1msgJWCYkzqaTYSnAO8hipROSHWbYtc5HjkPOZoUf06BX/z0ZDxqX8mwFFnM8yN9Umhjgm1DXcsKeGX3xzDV02AbAvgNT3NRw4qePz3wZuulrD1VsDtOV9uI4BnTCfilWdnpw6KpUQi0suxuZDnJ+gy4SFRhhioWxgegniIbwqa+HXbtsLix7EhQJmFxbwytgkTtdDzNcbqIgFgqof/Uh1CQdrbci04CrLayYSWAxt1NO9QGMJ/vyYKuOKsMGVCmq5bLyaAvWbYhdAexfh0WIL0NocaDF0tVET2QJwmWkpWrne8Hi4mcEWeG5ANRpS20yhgJ1XXo1Ve67CYFc7tm1YDc+ptxSvBmxLlxqwU4AevIS2TQmrI0AP1brJzRWxNfbF2oWhXxxl9EpOp9KyUSLru0ZYHoXz8fdD5Ber7EaiB8+Dv5c4lrLFNpw5cwbjE+eUVQA3g6iwpy9vy9gi2qyLVLoE9RxDK0PS+JxXRsbQ292FbCYlimyuPmJL07IRIeDm82gDQEXv9NQUMkn7VWA12tD89Cf/7pLmePyiuAJxBeIKxBWIKxBXIK5AXIG4AnEF4gq8ERWIwerrVPn6e3/z/6Oyk5tvja3gFty6K6qhnTu24c7bboFhhjgzchwPPvgAXtj3NPLFHIaG+gU0TpybBFsur7jyClSrJezbtw+VSkVugD3fFQ9Wz3NgWwauv/ZauQHdd/AAauUauruKSCZzWKjouOWet+Nd99wn78k2TLlZbnFAcfqjusqnSoqwhwBVx/z8AspV2hbQ05Q3uAaSmRzsZBbnTh9HrVpFk+EkLQVTNp9HqbQs77N6aBBDQ8PyWmknj7KemLnj0jfxolKPN8qiZmTgDlVltCMIGFWi/EOVN58CqsqmgG3gdQVTfV/UhwSzBM71RlWeS49CuZH3VfuptKJGqqnWz/kZEkTTggMXW8gZFEV1rGpjjR7RlwJWVwDVlX6Yyt9TPXOlSi0MPfihCd33sWXTemzavBMdNjDc/mOcOfs0Dk/YMI2qAMAdq4F641acrW7D/gP7cXp09EK7Ms+jLZ/CfXffhp7OLjSqNQGSVG/R39HO6Ni4aQC5IkFJUlrrQ400SYVfSXs2oaXO5HFdfCNPH3wWh37yfQRzc9AaHhKajoRhIplQbdLi/6hRPci2cUvGnC2KVUPAKs/XsEx4VIkmM2hfvQFtG1bBz2nw6L7INuIorOoClXk1WGVLbwRVXw+sRnVtNH0sN1y4gY9cwkI+lZKgHI7hldBH5hyvBRVylgXb9fGtf/kc5k6eQVo38CdfeuaS1smtOQO5dALFTAJp24BFtaCl4Fg2k8aq/h50dXWhFiYx5WVR1dIw01lMz0ziG9/4mnhcCgQm2BOD4RWPFWD156lWBY2Lk4K4G1OMjGxCR08hj0q5goV6QwKJCF4dAnmCW2axteYor5kaB2x5N5FOJsQ3N5NKwTJ0OISpYYhisSjrRKVWk+P0RInqicIzGgcRfBVrE9obtCw9JNdJCWZl/nBDodOu4cO/1MDmPgfLJSZZqaClZ18O8bnvAsW0ie2rXeTzBuoNQwLZmq6GpaqO5RpQdUJUm0A9yMBxGzIeuYDx/BnpRuuI/lSI37r7WuRdB7ZHNaaHhbqLI/N1nC9XMFtvCNAlZPTYYk7rCMLE1voTteBT2TrR0NBIdUFvLCJYPCchU5rW8saNvFVb6m9lVWKg6Tawc8dWAZanR05LcJgKJlS+wq9VrdLi4NU2Aq0NHhJlvtJpwqnXsKp/AO//tV/FFdddh1o6gdBrQmPwncBGBeYJs7lmi/e1WIJQ5elKKJ1O4E11qOfA4wYV11+PClzlL8trmkgmVC10UzyAo+WNteHvCrF+EIWzCj+LICe/JiDt7OoRkPryiRNYLpXkPahepqethO6Jn7jaLFPt+voFe4AIrEabkEePj6K/r0dU3rTaiJTP4pMrFizMsqIPtyEbbucmJtBRzMnvSb4/Nwf5O4LHHIPVS1ri4hfFFYgrEFcgrkBcgbgCcQXiCsQViCvwBlUgBquvU+jr7/3tC2Bt5VMIJwnByktlXL77Mtx5282wTSYkH8bXvvoFHD9+HHv37kVHRztGR0dx+vRphIGOVDqB9evXSZvpiZOvoFxeljZtAkTeFPMGksCULZCpZBrNhouazzbsJDrasmBY+vSCjw998A9xzTXXqAAjV8V0K/Wqclfk+xAAZjJJTJyfwAsvPAcbywIYqQ40EmkYySJq9RBuaCKXNmEGDkC7AKoN7QycZlPayAlmiDyolGQIDuFnJl1EW6EoadABg2JavqF0OSWYoQ+ix+8RsNqWqApBFStbl9n66bfSrA2lqLr4UNYFcgMvAFeQqMCX6DMEtnoKsir7AvXvSEW18u+oPZUAR1qaW63NERiI4EDUmv+q9wjUcahaKoVuBGzrTQfbNq3HlZdTPZxDXpvEYMf9+Mz3l/DI2DqEiRLuuOajeMva57BcmUa5uR3nz5/H/oMHBF7wwWMb7GvHfXffgUySnqxUhLHZVxcFVypnYWh1H2zbhG4kBCiy95pt1AJxoLxvVduxjmqjipkzxzH69MOojp1GWKlD9zykTBtJSZE3YUm7L5V1KtTM1nVR0Rm2LYCQDp6EdJQYeoQ6hQIKG9Yjt3YVfJtWE40LSszomkmoFdV0Avc18Ur8/wtWqzUHyw1HtGxtmQRyKabFp5RKrmU3QLAkwMl1BQI7niftxU//8CG88MOHkPaBj33h6UtaKj/w1ntw5MB+lGZn0ZY20J4nmLSQtgzYqTRS+TZRki9VKsh2DaNz7RZouW5UqmV89atfEpWnqKEl8O01h/AaxerPg6uESz7tDAiXjBApM8RwN9+/goVqA00YyiqAMIwbG9Sat7yHWZeoRryuNq+vZUHnRkYIsYGgpUgyQYBGCw8mwddRa3J9oVI1qQKFxNuZx+G31Ob0mjVaKm+OCWX9K+PfMqA3XLzlWge3XlmDQ99NR0faAp4dNfHpbzuwwh5Y4TIcKqt5vLQtMeixKUl5ovan32bgGbBtbgSZcJn+rhOw6dBDE1u70njvDTuhlUsoECY3G2IpcGh8Fsu6gcm6g5pHxbwjKnnbTLVU0uo8OIYLhQLqvo/ji3U0U13QqjPQStPi7QnaarQ2TsROo+UvKxDTDTA4MIA//dM/wvzcDL78pa9g7Mx5FfLkO69aBy5c8chPuAVdo+/TOsOQueqjVi3hnrfeh9//4/+MUrWm3ovrlqt8ulVam7JyiVTJhqXGPqEm11CuvV5TteITdkr7vqnBIAlvKfklpMykRzFD5Bh4pwg+YW2kzhVP2Ja9A6+9ePTSFsb1kKDyOZ3G1Mw0RkbPKo9Wy4LXbF4498jDW7Xr075G+WHz/cWft/U4eOS4gNVCNiM+uzw3gmE5HqmVmtfc6Gs6LsbGx9DX3Smfz/eh5zGPi9c0BquXtMTFL4orEFcgrkBcgbgCcQXiCsQViCsQV+ANqkAMVl+n0NffSyuAlvoo+ruV+ry0VMbm9Ztw7523IZvW8dKR5/GNr38JlWoJ23fsRHtbJ2ZmZnDs6FHlQxoyqIPtti4834FlqYCiljGq3BgTGlFpykAqwimbKkXiCAuoux6K+QI68iamZnX81m//Z2zevFVMGMNW4I26Z1VKIM1UaqIDB55FszqLX7prE8hvqg0H1WaAU2NzOHBkBMdPn8Sbrt+DbesGEXgO6k0frpVFzc/h4UeehOcs4crLtiNlG6hRKeY2sVwK0TewBhs2bFI3yCHTxNUNs2/aOHduHAunXhGYGiZSsHgsto32oXVob2uDxhZ/8WwN0GhUsbQ8J+ozHrtFv0/LloAZBOp7BFCECGwFNywSV19UVZKYznNttb2qeG+lBOT36TsoqdJKEyiqTGmfZ2t9GGCxVEa1WhOWQXBBUODpIrhFs9YUwEfFrNgguMqHlmrZXKaI4YEOWMk0GpUEhvOjSCX+BZ/4QQYHa+ugmYu4Yff78N7hlzG3aGKx1iMBYvsPHMD0zLScD6H4+jX9uPOOW6Vll7CZisKQ4VAag5PyGBikeozn2gJdRJ9UCDK93qQKlco0wqQAs0tLmDl3CqUTz6MxNoJwuYKg7sAyNSQ1W6A428QtkzVTTb1G4MNKJmDZCamheLsSlLAFmeo2Jsz3DKBz6xZYXUmEVgNhyxNXzQpBfQI/BC9y7LXAqrID4FhU3rCRL6xq7VUK1KVKDcvVhnxWRyGHfDoNQ+OxqLbuSAEXQUmlmAWS+QzOHnsFP/nSV6GXa/ivX9x3SUvl5//5M5gcH8OpYy/h1NGX0FicQyGtIZ9JoUqbi8DHYG83tm7ZBDvbhlnXQNnqlFbsr3z1yyiVSyqMSawAXqtYXdEmvmLt4IFGFhXK91Ylx9NzWA9c9LYV4foeSk1aJHADgkpaUyliRZnYqrOuyeYHa8lgNM4pVofWDgLMTUuUfzwuWnZw/rh+gNJyGb6EKiXkvSSA60JIGBWEnlKlywWmRlIk+koxbOoIXRc7uhu49+YmMhkNXoWbJToePgb84AUNeiIDM6jBF1/SEIaf4DaCCsnTuE3CelmqIuJNKi6vYsMQiK1AiG1D7Xj7VZvRnJ9H0TKQs0xMzizh2MQ0zI4uTDdczFe5FrGNnO/BdVQTP1keZzJho61QQKnRxLEFB41kG4LyFIzKHEx6BVPtLWpOdf70thY/1TBER0cn7rn3blxx5S6ceOUYXjzwIo4ePSnKSl4D1lx8plmnlk2IihRTliui+qbvKMcvJ3LI8MAm3vbud+Cut94NLdlq02+qMDGDa1Kr/tz1IDCN1KWi3OZa2VL4N5sErFyflHqW7J4zUAu4nijrB1rJCESFhkwyDdPg/Is23dSaSV9hU9S9LffwVvAUz4G2IvJ9Q8fo2XHUnCYMy4bv8HeSUqtGwVWRMjjyVlWAtrWOeh5GRs+hWMgjQ7sNem3Qc1Za/wmzVa2UN7iOpuNj9MwoVvV1i00J10PlcavA6t//5V9f0hyPXxRXIK5AXIG4AnEF4grEFYgrEFcgrkBcgTeiAjFYfV2w+mF1w0wVYUCFjVL91GpV9HX34+33vQVtRQuHDz+Jb3zjywIN9t54C5oND+NnzqFer6JWWfk06nYAACAASURBVECjtgTeFLPVPwhdCY9iKArvjAnOTN5kthLpqTYS2CE+nypF26GKNWEL6Mvms8jbIZLZTXjv+z6MjkISGuGqbqv0eHlPD7B08ULd98yPsXE4iRt3rwetGsUzUAvx0sgEHnjkAKrLS/jge+7AlvV9AiADx0O6Yy3mmkV85CP/BetXufjtX/0FFLMWXNdAtVHBo88cRWiuQu/wBvFtJWyjaMrUA1T0JJ79wQO4+qmHsFu30AhslEwHD1FddcebsfOyK5Q9ABVX8HF+cgSVyjmYDA8KDTh1D6OzZZSXlrFudSdyyRycZh2+ZqHqJrFcXUQ+qUJXNDMBi36tRlrCmmAwQTzNvHkBiD2dQwIa+Fm2aQs0rTUbSPoQf9nT0+dRrTpIpBKo18vyXFuzUCim4ZWa6B8cQCKdguYFaDDQh2AJPpJhDn6whGpoImyksbXzSVSrX8af/2QAZ8M++GYKa61x/N4VHmrhO1F22fbs4qVjL+PkqZMqJd13sGfXFlx/3dUCkwjn6EfKy05Q2jfUie7eHrGLII4iuFZeph6y2ZwoTempyIvOtuC55QrOjZ3A0thBGDMTMOZK8Akt2d5OH1YGB1HFSAjNgCpNgQ3WUb1XS/Gom/DgK+9QzYZnJZEdHkT75g0w2vLwNVo3sDeaveG0dSDca4FVBlexBZlt5pGaVqcKlyFJCgiJYyfPMQgwVapI23vSsNHd0Slt7Dw2MeX8OQ/iIkIsI51AeXoGP/n8l+HNzOFjX3j2ktbJv//7f5R5RcDYLC/h+P7ncPiZn6JcrsE0PWwdase2gS505HLwrBQWkMJsclDg1Nfvvx9z8/NyngL5XxuI1KL7BOGR/2cE3JQ/KjcNFMDkpgIBEr04c4ShCUJPtdZESmmlmgaSyYSoILkBU61UBdgbli5t4Xxffp+gPmFbUk9C2kglzfekElCFgSkYqYCgAtZUlUrgUhTXF/28dW4MyHJ9YDBTwbWbKljbm0BSdzG9CPzwUICD4z5Mi8dnIqCZqd9QmwI/57HC3VgdQ+szCPWGCkm87coNyPgO8skkTA04+OLLqIY+ij19WGr6mFyqwCH4ZZ0Ctqhb0C1bNh6SlonetiwWKg08ObaMZqaIsL4As7okdhb8KDORUu3znEMtBTkhX19XB26682Z0D/dhevQsDvxsH6bmlhAw4Kx1jJHiPTottu/L3BRbFxW4JuMdQLNRF9X+H3zso9i2fQvqtZKsTbQ+UedNfK02EeR6t96UV4aAle/Fa8/OhCgkK7LSkN8hKtdPteZTi9tS30rLv8xDQ4IMuZHETgl+n966mVRGfs9EmxzcYJJQNMPE7Ows8oU8yo0GFkoVgLY3Tdo2KPgcnX+k9I2+F9Uj2hQhOI+8eyOFtZwL7UhMU9Yt8Y+GJht6oyOnsGZV7wUVtTy31cHwd38Vg9VLWuTiF8UViCsQVyCuQFyBuAJxBeIKxBWIK/CGVCAGq69T5uvu/Q3BqoRFkg6tWWg06kilM3jLPW/GxtWDOP7yfnz9/i9gYnISb3vne6AZGYxNnEe90US5tIDq8jQ0r4lGvYqFxTlUq0yADpCwbbiOugmP2jF5GBHsUoExSv3kBh6spC0KtFXDw+gqJHH0+BRuv+PduPGa6xD6dWi6LUo0CT1hSIgWoN6oYf++n+D6KwfR19GJw4ePoFJexOVX7IaR7MCn/vXbMK0Q77rvRnmPpdISOnJ5WKl2nJ728cUvfg3vuG8X7rjpGkyMnUW1qSORppoIWKrlkW7rluZ1/lvEWYaFSt3Fi//+b/jNl49iUPOQD9IYRx3fM1M4/663YvvOqwQyUrVkNZuozh3F8HA7PI1qTB0zkzN4+LkjmJ1fwvt/+U7kkwbm52fQv2YP9NRWfOp/fgLXbM2js7NLINHi/BwOj0yjUqrg9us3I5vrwPzyIsbPz2LNut3IFdoFSKSsJF44fhQvjo8IfKC/qB/6yMFEXwWwwypqgY6Gm0AlawJpoKujE0kGOdkJqV+S3oykPAHhAuBoJqwgwI7+h3H8+I/x54+tRzmZRlAzcfnqcXxobwEzpbeh5hGeBTh+8qSEWGkalYg+rt17GfZctltacDnGCFZVUFWIvuEOud7j586pEK+W6iydtNDX149CvihKO1Hl+r60q09PjaM0OYLamZeBmSmE1QbYjmxRoWgpxaqAVWkTVipS8egkUGm1jlO1KlDfUC3CTT6vWETbuvXoWrsOZldRPDeVCptqxSZTdESJHYGiV/lNrggOE6MKaXdWwGS65AkcTFkEq+1IJ9jSrawQfl7rPMEqEa6RslGfXcAjX/oqmlMz+MjnnrqkhfLv/u4f5LOo0s2nE5g5M4LvfvMbWBo/jYGuHNpzJjoSBrqLbUgXCvBTRcxZPfBSGXzruz/A1PlJgZyezo0CBRCjQB9+zTkhs3EFxBbg1lI0Sh2o8APHkyNK6nQqIQnpEcSKbCqUEpBqVZbdRy6dkc2Baq0mNgEqyV55V0pokXjrsk2bfsYtVbF4a7bay301bpTSXI5cYKt4Zrb8PlX7vjongW4M6/ND9GUquGJtCR2pEMWsjrqXwHeebuDoFBWYtowrbrRoQRNY4We68iK9LlgNgaTm4b7LN2JbVwpBrY5q3cH05CR8y0Y63wZHNzFbrqHRgpmmiOW5saL8gjMJG0O9PeJT+7Xnj6OWLML0qrAbFdk4En9PWmxIqJ+yVIhgYULTsPOayzCwcTUWxs7hxPNHUPUDeFS2eoThF2E3Xy/gE8pOgRBRPLO5ccRlwnNELbxh+xb8yq//mljDeE5NbDnErVg2mOiRq17PR6T6jD6H64+MHyo4VwTfUaFKmK5sU5SPAN+P15o1YFAi/Yr53lxfuBlIKwaZVyGQTqaRz+dlU4XnXq3W5WuOLXYc8HdcKpfD3GIJvm6Iaj8KklL+2Oq9ouOVMMWWojUKVLMtS8D/yvPiz9wgkBq4DjcZHalfveni9OlTWLuqX8F9KllbFiz8+1Of/NtLmuPxi+IKxBWIKxBXIK5AXIG4AnEF4grEFYgr8EZUIAarr1Pla+/5oLoRDZTSk0pC+nTecONNuOqyXWiUZvDNr30e+w8fwLU334ZiRw/On1+EkUwhU8hjaWEK9cUpzJ0/g5mZ8yiXS3CdpqRzExJlMhn5ZAlkct0LASjSmnvBL9Vns7UKG0qnsHPnTnhuHVMzs+jt24Jff//vQIMDU1chIzxYA5a0eE9NTuD4S4/hLffuQM7KY3pmBr5XQ2d3O+ZKOj712f/A6kEbv/SOO7FYXhTvv85cCoaRwqP7RvHYkwfw4V+7DTs2bMC+Z5/B+clldPb1YNv2XTg3BRjpPCwx66P2lO3+KYxPTmHxP76C94yM4rizDN3OY6EyDatnFRof/HVke4YRBLooa5vLC/CDMQyt6sK56UmcGR2FEWoYX/RQWpjAhz7wFliuhumpaVjFIQSZ9fjKVz+NX757O5KWheXSIqrlOn787HEeAv74A2/FiZFzyLYVsVxxUW2mkc4WRWlKOPrFH38PBxfGYeXS0JsezJqLzZMVvLfk4qbQw1LvBuh//If4+8d/iB8efgTZ3k4BFT16Cm+79hZ0ForSokq1aYAkAt1AKqhjx9D3cOTg0/irB/rhEArULNx3cxl37NmEc0s3SBo626JHz57FocOHxP82Yem47ZYbsGnjOvHSpbqMGE6pCTUMDHfC9TxRuPJ7/Jrjoq29gI0bN6K/tx/JZKrVkqyjUi9jYmICtcV5NCZPYe74AWC5DK/qI2VAwCpVjLSXsFtgleq0COQLOKNHJzcRODrFlzGAb+hoWgnYHb3oWbsB+a27YSaTcNjGTdsEqlV9jl0FXjj+VI68oEX1JyQk4ZhW3r9UZzabdSw2DTQbDQFhbYQ8li0emISd0WMlYOVQYxu3lbFRmZzF41+7H42pWfzx5352SevkX3/ir2HaCWl1rpRLqCwuoFEp4/gTD0KvLyKd0FFI2Shm0shls+K5uqQVUc+34YFHn8HoyJh43rqGAwNseVeP6JiZCk+wGqWpR8BZYBShUQs00yOY6l+WjYp1qkzZ1i3etS0PVL6vTG/+XxAKJKcXJdvSNQGrClpT8SsgNPLLbSnhIx9M2khEwVcRTCRQpWZaBWppImRVNgwKIq4Eq/z4gUINV6yrwmLYnhGKavT7L4QYWeSYMUU1GlCVCNpwKPXmax+vB1alXdzzsLk7i7dfsRp+rYpq3Ud9aQ5uoMNKZxAYFmoMbxJAZ4mPMDeUHI+gz0A+m8Ha1UOohgb+4Uc/w2xI1XkVnZYOp9ZQ3smGsgHgHgLBJR/iyUwFfsA2fQ92woJJewwzIZtgVMayFpGKlK/h1wk7LTWr1Wqy8ZbL5XDZZZeh6dSRyqRwzY03om/VoAQCaiHBbohk0lZ2KK+CqdxIUxYFBKkRuJW52ALq0biQNUHAqke5qtgQ8Hk8hwhyFgodKBYLonKulMsolctqXrfenyC1WGyXOigPYwvNWh0zs7MCRAfXrMXk7LxsmAX8nBboXKnYXdn+z/eO/Fc5zmhR4TSVL230PH7t+FTPGvA9hhV6gG5iuVTG2bNnsGnt8IXfidE84t+f/Iu/vKQ5Hr8orkBcgbgCcQXiCsQViCsQVyCuQFyBuAJvRAVisPo6Vb7m7l9vKXw0Cc6pVGoYHlqNu+64DT3tWfzggW/gh9//HgaH1+Gyq69D3WU7r42K42G5wpvoJsZOHsHIKy/CdRqiKqLqi0CEoIYKJyqJohvPqIU0gl303FNtlq6ooKhI6u3rQ7E9j7m5SWQzvfjl9/0u1q5fC69Wlw5qIhWqGKlmGx87g9LCCdx12yY4CxXxLu3ozKNSq+K5w2O4/4HncPOeXtx723XS6s5WWjg1pBMZ/Ou3H8dLp87hdz54F9b19aJRLcHzTdhpGxNzDSyWs0jm2xG4hEpUGYaAncapkeMwv/1v+M3JZSz6Hso2U82rODO0GrO/8svIFvtbYTg+GgvzsBPTGOjrweTsLA4f2o+B/gEcO7sI21vAe95yMwxHw+joGUws1TAy52KpMo73330dPDdEw63AgI3vPXEEhfY0+tpyePzxp9A10IObbr0TiUQ/Gk4AokJirM8++C2cNeoITA2icis1cOdEFX/a9JFdmkdlaDfSv/+7+L3HvoknJ47AKhYQNB0MJQp49013ot1KSW3F15QehwDSfg07190PZ+EAjpxhe6slaejr1+sI9VtwurQLblMTkDZ6dgwHDx1EELgo5NK4+443YaCvVxRlBELKBoB+kzp6BvLSwk3IwU+qNxqiEuW42bJlKwYGBiTgjMo1jpFGs4ZzE+cxv7iMvFbH+cNPY+7kK9DrDmwBdgYS9N9kyz+tAKjaNdkGT2lh5M3LFnP6TdKWgErtUABUg7rkZAaZjm6077gK+Z5+OFZSfDQp4GXEET0TFTgklFMZPCJOlSpRZxoKUA01ekG6otyer5akFrm0LS3w9NflBoG8wc+DcUL+DCSzKUweP4Wn//0/4C8s4Y8uEax+8hN/Dd00oZnKekPqoml45tufx9zIUbSlU8gkDGQzSbRlsxL45JgZNLJdePTQCRx46YRqozd4frbyIV2pWmVNRGX6alAsz6Mfsai9PYQtJaQXKNUvgZsEE7Xmf/S+Sl3JoDplq5BmejoYfsXXKXUp273VVwqSWjKuVPhatK4QevERwXqC9Ogh3rotf1u5eq1QMmmb1xl0ZqAzuYztA8toS1qwLQ+leoif7A8xVmHrOc9ZuRob9FX93wSr0WhJoYm7dq3GUFsG9UoNXnlJQr4sbiYQhuocq7rAwHQiiaSdFH9inksum0d/Xx9cO4lP/eCneHGmCl3z0Z1KSEgc4adm0R7DFnW4tMzrOur1Ohpus9WKrlrxlWWLGtcEq6rGhgr4akFR00hIrTdsWIdMLiObCH19vRhc1Y9CRzvyHR1YKpcFblJFnLDoc6pqrlrkffFupppY5qP4tJpyVbgeEHzy/SWsULypW96oom6n+l0ZCCi/5YshZITtbcUiOjs7xVN3aWkJZYGrravNOhqGgOA0FdCGgYXZGRlLk9PT2Lp9F5aqDVTqTstDWIUIRu35K32QozEaBf7JMZu0IVCgN1Jgq40jbuBoauzLWNGwsLSM8bGz4mnMTcyLMFZ5rP7t//1Xb8R/C8WfEVcgrkBcgbgCcQXiCsQViCsQVyCuQFyBS6pADFZfp2xX36XAqkE1KKGpYeGWW27Bnu0bcPb0S/j0P/2tKFiv2HsDPN1E/6oBpO0kzk/NiDfmmdPHceLYAbjNMtKprMDAnp4+dHdR2TqB5eUlucmW9OMwEHWP8l5kyrgKApKbV2nL1lCvKx+8zsFueM0aEJq4/a5fxB13vA3N8oI0SkNTatjQ1HDk6EuoLp3FvXfsROAzFCtAs15GR0cbfvDI0/jR4y/ivW+7Clfv3oRypaxasN06DDOBz3zlR2gECXz0996FsF5Do1aGZqRhJDWcn2rARQ+sVIGR1RIIQ1VtYCVw8NALWPPg/bh9oYSlUEcXW2gbLp7Ysgbzv/orKFrtCBwXgRFgcWYcqzsdeI6Dl0+cRmdXARvXrsNnv/Igtqzuxu237MTC1AzKlSXkuwfxjQeeQjob4u6rd2F6uoxETkch24Fv/eAZDA3ncfX2yzA5OYfJuSl0dA+is2szKjUfCVvH7PI8Pv/IA5hPBHDrNVipNBLVBt5/toIPOzoONamIy2Em24Z/Krg4N5yB5vkwnQDbB9bgzdfchLxHaO3Dp+2CXkfoG2gzJ7Bt7ddQ1MbFi5eg12FrPNI4ePatGKtsRuBRcerj1OlRvHjksMDE/t4u3HPn7Sjkchc8L3mtJfxG19HWaaNUKmFpmQnrCqgQNlDlvGvXLqwaXIVMOiOKWoIQr9nAuekpjM1MYbC9iOb4CI489iC8pWlYDoGXBstQgWgEiJIkb1qiuItaehUYVVCV4412AUQ4LtuMGZRFgLVqHdqG18Ho6IObSAlYpDconx+1kvN1asyy1VpBKcoxyYxs25LxWalWMDF7AoHfRCGXRDaZEB9cQ6MH8Ksn5AXlmgAuBVZffuZ5HPrxw7DqDfz+Z5+4pIXvE3/1CQkPErjaagsnWB3Z9wj2P/pDdCYMFHMJpFrgN8vztZJwjAL2jU7jocNHEbCeokBV/qQraymK1ZY1h1SgBSwjJSqtAgjJCOwIRxnaRZrm1ulbexHSXlDASnhXKF7ABH68hjx2qoJp+XDB21I5pkpNBKxe8Ewl3A5FSUiQT3sKUWC3/JxJw1U7t9tqTW8pl1tqyKSZRmgE6MnWsLF7GRlDRzodoFQN8PiLGsarhMEhmLPFczPErfV/X7HKceR6TQy3p7F3XT9ycGXOhq5S+3MucIMgm0oglVDewclkRlrZubGUTOeQz7dBT2fx788fw3f2HRPunG1ZJjhuE5qlfGz5h57FfHC+sVR2KgXN1OHVG9AIKj1XFLhJtsS3gqYiCxe+zrYSAkdXrxnGr/7q+3F69BT27XsO+WIR2y/bjVWr12CxXEZ5uSQQ1NJ0ZHMJOV7xQG3UlSWHacpaIXYOpikbKxwiiWSyBVOp/lbAvDV01LVrAV+Bry0lK2Fms9kQQFsoFNDV1SWbegsLC6hVKzIP+bP5+QWpQV9fHwr5PE4dfwX5QgEzc/NYt2EzjEQGi6WqBI9FY3il72808V77PdkU0NXxRKpnPlf+7au1gup1AcFUZ2s6SsvLsCjNjZ7X8pWmCvZTf/WJS5rj8YviCsQViCsQVyCuQFyBuAJxBeIKxBWIK/BGVCAGq69T5b13fFCpl+Smr4r169fjvvvejLRWwxe/8Gn89KlHsXnbbhTaejG/tIxcLoWO9gJsM4G5mXnse+ancJsl5NtScJoa+noHsWXzdjz77D6US0soFPJAoMKsqJbizTBvtqU1k5529ElMJi8EgFD4xiASk7DHtJDNZLBhy1V436/8ATRnQSCVoWckEEuzdYxNTOLw/idQyDto2kWxCDADF9mkhvGJaYxPV9HdU8CmoS7xA6SPZ9rQUPeAJ184isD1cNebtiNBAGGZCM0MzJSBsAbk2rbASGSBgN6QmkChhg4c/PHD2PTYA7izEaBk2Gj3G1h2HDxy85UovOeD0B0TOj8raGBsZgS7NxYxe34OR145ge3b1qOvpw+f+l/fwj037sHm9R2YmpiCYZlo6x7EP372W9izZw2u37kazz73MnLdGQz3rsLX/v0R3HbbduzdsQsvHTuBRD6H0M5iqZSCr2VgJQ0cHjmGbz73OIJCStS9qVwW1uICfvv0Mt5XN3HCXcYaM4UnzQD/rasdS8NZhL4HO9Cxd3gTbt9+JXQmcounqQnfrEPz0ujNH8DGwa8j5Vbhm4DFjlk9ROj24Nmxd2DGWcWodTiuh1eOn8DRl48KUFgzvAp33nartHRHwIJ/K5CvI5MLRK06PT2FucUFGRsEFN3dvdi7dy82bdyEYrGovDGpdHVDjE2PY2xhCkNdfejyfTzzwL9h8uR+2PWkQE2+Lz1W+YdQjv+WRPRWOrpSlVGaR3pDgEe/TEOgR2BCPHy1XAGZobUorN8Gq7MXIf1CBfzSCkCBQqGD4tmp5o7yVaXq20I+V5TWZI738clDcJwqChkLuUwSNpV/IdPDLwgwL8xMgYtCXAnOknj+ocdw4mdPIxOE+N3PPHpJ6+QnPvFJpbA12MKuVIgMM1oaP4GH7v8y0m4FnXkL2XwG2WQaWYZryfkU8MpiA9/cfxDVQIfJFnS+RwvURSBU7DFaYDX6XtRGzs/jz4v5AkLfRaVaRWdvF/SEiROHX7oQZhSNDdWir8CtSL5VhQVsWwkLoasClKIxpGkqUIvXOHqPC+DeoFEAwdZFT2faEvC68TUBbQlaYVbROfHvpJFGaIboLzYwnF+EFfrIZIFKDXjhVAJnyjy+QLxieaz6JVgBqKESIDRsWX+2dyewszePUrmGpOYrf2BoSNom2nJpZJM2LIvXzUIylYZuWEgks0hnC0jm2nBoqoJ//O7DWKyUkbZ0NF2qJAlK+ToLlmXLGqva6n0kslnACxA6tBJpiFe1Rv9Qhou1VKqskQSFtYKlbFNtjhGO79q9A4ViXjxzy/U6dl1xBYbXrhMlea1SlWvtN5vo6CyIUpSXs1apXAiPq5Ur4n1KBWu1WpXfB2LfIBsdCgSra9RSIAtYVeMiCoYj5KWPdbNBawKGTulo7+jA0KphOU+uKTzetrY2TE/PYG5uXsDr0NAQThx7Sc7T80P0D61GsbMXC8tVuD5V0QreR+PptcA0sjHhz+X4uAHQen5kBaCsAqjKJWTl74EAdap1bQWn3UbjwrlJIFcYyjH/zcf/r0ua4/GL4grEFYgrEFcgrkBcgbgCcQXiCsQViCvwRlQgBquvU+Vr7vowSNM81wfvK9929z3Ys3MT9j//MP7h7z+JRDqN9Rs2YG5hEfWmo1RHlilqxAMHn4dTr0vrNj0RQ60P73733Xj88R9ibGwC/b0DqFSXJCW63nCQbevCnfe+A5u37RAv12MvHsYLTz4iQK3Gm82QXqseXM9BAu3oXdMuuTDtuT78zoc+IsyJIVf6hRtZgjSJJ5LWXraFer4D322Cii16blLB2HQDsQZwAleSqqmoIlej0pCvK1XKUh1aEfDmmMcyPLRe7Ayi9s4ojCf0azh96iQmRkagOS6Smg6PLey2jTW792B49QYJ9YLFcBsNTz/zDOrlMfiaCa28gM7eTpxv1DH2yglsWN2NQkcvG6yRT9koNX0889wB7N2zGdu2DOLoiyPoHexCYGt47KH9uO2Wq7BpzQCqdcKIPBw3jVrNREiAkjHx2L6n8dih54BCCk23jmw+D3NiEn8w7uOOZgKvhFPYbPXha5km/rmzCaevH6HrIQsL91x+Pbb1r4ER8LhDMJMn6TTQ1/40VvU9gYyxTD4uMeBeoCGhMUgswHhpN45NvgmV0ITrBjh64EWcOjUCx/Zw+ZZNuO2GmwSG8NoFPoGJCcdtoK0thUxex9zcAmZnZjE1NSNtvPPz8/AMB3fecSeuv+5GdLR3wdLMVgAPcGZiBFNL0+jtHMCGvtV45bnH8dMffBX58jKTtqTNX6cNgs5jNCRNXnwcJQ3cVoq5QIUaCZQjNBUlqmpdJ8RjqFWQzKNteDP6tl8Ou2cAnp2C7qnUcNcP4RAeUQ3pefB8V4Xj1KrS4jswMChAh2D19NiL8Jpz6CwmkLZTSBopNe4EyBC+0JaAKmy2P+uidDMZsBM08Mz938X88dMwtBC/+y+Xplj9y7/8y4swVFet92LHoQV48ttfQfXUAfQU07DSKbQXisiYBsyECYtzBmn84NhZvDQ+A50Gv/SnNXRRNHuBanEmPaL/KdW8GTuJbCotta1SAe65SBWKsmnBQCMqvnuG1sNIdeDlZ38mzzMttptfVKLS39QPCBdbQVlCuFRbfMjwM1oICIBm8jp5G60AFFiN5moEVy+ogCNY21LUKtuAi4FVK1W4lmbDtgystcq4dkMO1aSDucYsAs/EC2cCnC8X4NYaMEIPLpWxlinjIFJjRi3hPB4CUraJUzG88ljYmi/Kb0JM3xMP58t3boXmOcjMnEc+YyCT8pFNGWjL5cVnmOp8AatUrVoZ2GYaqVQWtpWEq9l46NCLePLkaUyVG1gqVcTHVzysCSvpCSs+qhZSqTScZkOgaGSfEEFEetvS4iCy6uA4kU03blZotNpQGySJpI1iMSubB8m2PO5481tks6JcqaBeqyHwXAn86+wqIpvKiKcpbTwIWalOTyQtGScLs3MyFg2bCm4NKXqWtuD/ymuoatcCq63jU/YxarODYLVRZ4idj97eXvT196BWc1Gvu+jp7sDszBQmJyYkAGvLli0YPzeJqalxdHZ0om/VBrR1DWK+XJLzjjZ3VgJ6jj0qnCOoHylXpRiiilat/BFslW+3LC4i6qRv8gAAIABJREFUS4ELnuI8fteTjZXoHKLr8PH/47+8Ef8tFH9GXIG4AnEF4grEFYgrEFcgrkBcgbgCcQUuqQIxWH1dsPqf5CbPcXx0tnfhPW99G5Kmh69+5Z/w5E8fx9r162AlEjh3flJ8IQk9ErYNz21i6vy4ABDexBO23nbrL2Bq6gxeOnoQHe2dWF4uwXFqonIaWr0e7/7lD0C305iamUO93kR3Zwf2P/konn7ycZg2FXFUMebghxraCl1Yv64f42PjgJbHh377D9HV2Yam05B0crnZptJKFGkMnyGXUmn2/L7TpLJVlzCt85OTGB4exsT0JDo6O1BaXEQmmUIum5GbelEl8bUtYz5pDfcI6ZR3Y+TbKDBOV0oln2nxCOALYGKYloakTkRqCuzhzwmJH/z+Azh+5ijyTO3WPDQCB01fRy6dhNeso8mgIj2EGbqo+RqMRBppw4NJu4QgCc0MUWpWYYRZZBIudEuHYdIr08LVV92Egf5hUW5Z9AycmcYroyfRFDWecpVM+j7WLlaR85pwtAY69ByO2RpeMQK4lgnH85G1Eti77TIMtHcpuBDqMBwPfcUjGO57FGn9PNyaAztpIdTplwnoni7KvmWvG+cmr8Pp6lWoVMp47oXnMTUzCQd13HrNNbhmz+UK4gg80xEGVL010NffgXwhIa3J9OAtlcry9dzcHBbLc9i9ezcu27UHnV09AoTo48lwnXPT45hemEJv9yA2Da5DaWoUjz34dbijx6E7ATQ/FO9OAndbM5T6T2CNKWAqCrMi3Gr1HJOwy3VV118BO1gpIFtE+7qt6NuyC5neASTSWZVeHqr2XwEiYSBhbVRfE6Ty0d7eIVC+Xm/gzLkj8JwFdBRsAatMspfPkNZ0+q0moWl8L0fZY9DN12brdAWPfvEbqJ2dEpD4R5976pIWvr/4i7+4AFbZGs/gJUIfKqTPHnoWh370LXRlLeTyaRSzGWSpJifg0oBGYOGlmSqePDaK+bojileOdY5/ttpz7ivFqIlEwpa5yI0WnWuCbaFJ32TWy3HFi1S3TRS6VyFTHMTxfT8TlZ4AVHr5tpSoVJRyHaCyT2CpQFXahlDMq0PjBo54bipoSBUqvxbfzhWPlTYD0fyN4KYCYK1281bqewTDjEQKBQCXoYlbtg1jxG/g8dFTMEwNE4seatYgQnqY1uZl3HAjx9DtC5s00WdFkE2NF3oWRwBZHaSIckMGtbXjzrtuw5tuvREHDzyPI9/7FgbbkljbkUOWpeF5cdxapoxry07CSFKhnkEilZH11LOLqBkWTk7P4+vffUBsWqjW5jhVlr0mbFGFJgQCM1SNNYxAobJUkIW0tZ5ShawUq5w7ovYmWLWoKiWUD5HNJlBsK2B40wbsvuoqOI6LWr0pnQlypr4rAYK04pifnlabb4AA9/7+XszPzsFrOsoDltMtYYvdwcVNs5bNxoXrqjZBIiuACEqKNzctARpN1KpVmZf9A73o7OyGYdhIsc1/YR4T58bgOjW0dxTR1taDY0cPo6u7G919a9HdvxrTCwwZVC390di5uPmixmM056PfCcpS4uImTRSoJde+ZfURbeJEYFX+3fJjjQBt9PeffexPL2mOxy+KKxBXIK5AXIG4AnEF4grEFYgrEFcgrsAbUYEYrL5Ola+9+0MtxQ2we8cevPn2W3Hm1EH882c+iYWFOWzevAV1p4nxcxOqkZat1ZaJcmUZ1UpJtQFrGgYHhzDQO4yDh/Yjm6XXqidQky2vbd39+MBv/KYAu9n5JTRdX/4wFCioLuPg80/i1MkjSGXZ5pqAaWWwbdsV+MX7bsbjD38fP/rps3jfb30EN+y9ER4DsgSq8oQUZBF4QM86XamBUqkUZqam0WzUkUwlMHLqJIZWD4uiMJ3JoFlviJqVII+toTwnx3UutL1KSyc1VytaPCNQQjhIkKM+XSLMW5X1leJWgJ1KNao3l/Gd79yPcn0OKT0pqsRq00GzqSGXsRG6DjyCNvqV+h6qvoFUOo3Qq7InHQHhJW/ewxDpRBpBcxG+loLnN9BOIHPHfWgrdqLZrImnIeEjk74D1xUPSB4lFXOhZWCuvoCsZSIJCzAS0A0bBttSWwArnUqrGpI4hQYK9glsGHwQBesstJDPs+GFHsyAIV4EPp6kePP7CwvD2D/7q5gtL+LQk89gamFWlK1333E7Nm/eCN9ptupkwHUJFR2sXt2PTMYSj0Tfd9F0mqhWK5ibm0W9WhHl2aqhIfFwFG9QUT36Am0XSvMClId6h8T24fC+x3H+2YcRVCrQHU98ghmCZDI1nhBR2t+V3yKBk2ichSUFAkCiNv4oEcmT4mniu2q1daNvy2UY2r4bmYG1YIiPaRAiqnbykAnrrBv9gx2mg4cy/ghQG80GpmZPw3OXkElpYk/AuUI1cb0ZwDKzEqJmWjwURwG3UIeVSiDwmvj+P38OtbFxmScf+bd9l7ROfvzjH18BVgktCVap5LWA2hIe+trnEJZm0F1Mo5C2kU+nkWwdE61tl10bT50Yx8GJGQQaYV0gwVNULRKacfzT15L15HzjxgeT5q2kBQZVcfzSK5SqW55IKt+DYtcanN7/vCTMK/FpIHNPwBW9bilb5RYF4WArOT4UUwGyTBWAJhsHrcAsCaJaoUpdWaiVEEwBTTV3RTXagqqvUqyaNvp1Dbs0B1dvXoXzSeD7Lx0Gg90nS4DRtgFJw8TM9BlRdlMFGSoGrNrXWR++Pz1Skxls37ZdxvbpkdMSztbf3498Pit1yhUKeOs7344r9l4OL3Ak/G/s0Atwl+aRqJahM4CKUNm2YFGtSzBuJ2ClM0jmCkhmctASNjw9gUy+HYdeehl/9w//iGWuu6LkN0WRbydTCmBKy7kH13UuhENdgKqtohFc88F6RgFWAuLDAAmbfqm01aBq1URfXw92Xn0F2rq7Zd3j5oLGTSZdQ7NeRWdnm/jblhYX0N3ZhZnZGbS1t8k0W1pYko0rfgbnC8Eq52PoXfQrjTxeI8XqykCtSJ0s58J1rtkU1ery8jI0PUR3dxfWrF6HXLYD8zPzmDg/juXlWWiai3Vrt+HcxCjSqQwGhjciW+zBQqUsFjQrwXikQlXq00AA7sqNNhWkpb6vVK0t73DZWFOuv5EaVV7Xsg8gWJUR3Apci8Dqf//on1zSHI9fFFcgrkBcgbgCcQXiCsQViCsQVyCuQFyBN6ICMVh9nSpffedviHrLtFK480134vJta/Hoj76Jf/viZ9Hd0y3+dxNTkwJfxatSlJ0hSqVluUEnXEkkUujvH8S5M2ekbdWyEyiXlwU0NBwP9779F7Fx6065Cb32hhvw7L4X8OLRowIHLaeBo0eexQvPPSYJ2IadRaHYi3y+F7fv3YrREwew7+WT+KUPfwRXX34DfII4SiZfBUmUysjXAzRqDdSqTfT1dWN+dhpTU+fxzDNPSqAJb3zZjrph4yZs275dWuVrNRWqwvATFoJAgUiSKc4rPyMqX5SBQwApCIUtysLolMUA1bIe27k1DYsL45ieHsHOTavFixCNJs6OT+Opw0ewqiOHy7eth6NTwelgfmYRzx8ZkePYuXUYhhGg0XQwNVfGyOg4BnqK2LR6AG5oiHWBbqSxdfs1MMys4F0qZC1Th990pJ2W7b4EoAtLS8gWO1B3G8glEvAbjrT7FrN5eISChFiaUlBGsCIVlrB2+AH0Z/bDbITwrBCTCxrmFgmSTBRSOtqLPuyUBz9MolZN4PiBX4A/PofmuXmc1B3s02u48ebbsHlgLVyHSk5+jiU+rNA8rF4zgFRCpYUTTvLa1BtUri6jWS4hk80incuIepLnIf6Oji9WAY7XRE9PP7q6+gWOlBamcfLR76B8bhRmk2E8Bgw9AbMVMkQgQxgqnpErUskJ1/g/pX5W45oBPp60aitbCNe0kejsx6rNOzB01c0otndL7XVR7nHIME1czk4pBCXtXLWxU5HZcJcQ+FVooSst9I7vYGFpBkuLDbQX+9De1gXbJDj2FTyDBaomfaeGH372M5g7fkjUnh/78oFLWif//P/8sxaYVhBLqVYJxw3kUgkc/OmP8fLTj6A7qaEtZ6OYyyOTTMNKGKI8dD0Tp5YdPHLsJCaX2brPjQDOE64ZhPkKjPL6cT/BTppiv8D2d8I3O2nA0AzYCbO1SZBENj+AmZNnMDU1pcAqWmCV4Eo8UNX15nsShBPOcWzbJqeQB59wNaBKVamyCfUiOPraIkWbIyvn8ko1a+TnGfmsZvQE+kIPOzMhdmzqRGKNjuOzJ1Fxk3j6mIeTkwaSVkJ8c2FYcu4MI1JqdjWOCNhXr1uLd/7ie3H9DTeIj+jLL78siuT169aJVQXHcEdnD1LpFCqVZSQsHSHVr1oCbrMCt1Fh8VXbft2VzRWYtHFIioLbYCiblZAAKq5Ehg8cPnAE//g/P40lrr28Nr5Kpk+kUnJcTW6ySJCYUqeqx8UQsAj2CXBuQefICoCZY8lEUm0cSdggMLx6FfbsvQJagp6vaQXIDUr6PVQry+jv7xNv1YRpoVHjZkIdPb29mJ2ekY0HwlR6v4rfKkMNPVdtlLWAY2TVodTISpVMz9iVf9MKgGCSfq3czKMtwMLinASDrVu9Dpft3ovSUk3CtsqVBSyXZtHVMQBN8+T5A0Ob0D2wBkvVKqo1ZQkT1WElWOX3IoXvyvHDY2QAV6RmjV7L3x8XKtzqeuA1iBSr0XtEUJVj/X/8yccuaY7HL4orEFcgrkBcgbgCcQXiCsQViCsQVyCuwBtRgRisvk6Vr7vzP8EPmeDcjre/5W3ob0/g61/4W/zwx9/H5q3bRAE0NX1e3WzSBy+VkpbneqOmbnI1E/l8URSQ0xNnMTgwhFKlhIZTl1bMQr4Hv/Zbv498Rwd279iG8fPn8NOfPYVStSbqzKmzZ/DCzx5BZXFC2olDzYKdLmJgcBXmxkfgNGrYuOMqfOj3PgbaMbrNhhh9yo2pqNSYVi7aVZimhmqljoX5BeQyKfz4Jw/iySceRaO6KL6ZkjNNlZvvY+tll+Ht73oPFhZKkhTNxGjxfJTWXaKeiwno0c2yKFtpP0AYRCjnB9KmTbhENVhAF0nNp20iErqBmakTWLemgISZxP5jR7Bn6zaMnDqHbz38MG7buwNX79yEHz/xOLbv3IHA0fGN7zyKzRtX4xfefBPSpoem5+D5F8/gqWcOYc+uYezdtQOj4yNo7+rF9EwDRqIXgZZhDo2gYMIoKuWovFpcWkR7VxvOT5zHyOkRLFbLKCZT2LxlC9r7uuEuVpDqaIPJ4gUBPC0U6wSG2AzmjmLDmm/Dpl+i5uPUZIhXTprQjQw0s4ZswhGPxIRWRXslgY4lE5knN6Hb0ZHs6kSpsw0PdWhY3LAGiXSb1EZS3ZmhzkRw00dffycSFoGYauEWCwLfETBSLy2qFmixD6BSkXpFH6EXiiqN0CedyaO9ZxD5zl4k7STGnvo+zh99HlppAUGddgBsW6bFAv1ZV6rv+G+lOY7UZ1EauNBCje3d9PGEQCKfHoqWjVShHb27rsamXVeirW81PCOhxl/oKQR/QTGpgncuqNHYAq8zJdxHs+Gj0ijj3ORpzMzMo6d7CKv61yBNhSrDsZo+PBfiCezUKnjxR9/G5NEnYWkOPvaVg5e0Tv7Z//hvLcWqsgGIQBkhcCKTRmnmHJ741pdhLE+io5BBoS0rAD6VSCJtWtLqXNYSePbkWfxsZL4VgqUCnAxbWS4QoIova9IW/0wFryFKVU1XbfAcmxR2Vhvsby9g/uwE5mdmxDZAPJKZpC7Xm6pr5X/Luooq0POxfu1q5LUQx8+eRTM0EPBcxCu5ZQbQUqKuBGPR1ystAKK5HH1vJVhlbZKmix2pBPaks+jrTcNeo+HE3ElMlwLsHwVOTnHThGMrQGBQZUkeT0sDE03XkWO+8pqr8Xt/8AfoGexDrRXYp6CkahunfQjBJx07eK686BIeBV8U3aGloe7WRMntNRwZ97Tj1U0TCTMB27DkD+EkVdiO78EMNZw8fhJ/8zd/i+mZOWisq2+IZQPPi8+hjzAVtRqDoNQMuKC4fy2AjsBqVB96FnPtp48yNyQMQxOwun7zOqRyGQmZ47wBfNSrZQkKHBwclKAmXuGJc+cwsGqV1KheayCRTCKTy4gVAtfParkikFz8c6NgqNZmDy0QpCuhNY/5d2RTYNOfVRLKWEZXNjO4QTM/N4PSUglXXnktNq7fhpHTpzAzcx6LS3NIJTMolxfEM3b7rr3oGliD5WoVy6XFC4rVlSFpK48nGj8r4SrBKsFoZFXA5xCEy8bNBYCt1gixMJBwKxXCFv3N1/+3j3z0kuZ4/KK4AnEF4grEFYgrEFcgrkBcgbgCcQXiCrwRFYjB6utU+Ya7PoSmF6JvcC3e9da3A40ZfOGf/hyHX3oR6zcx6OOsqD2jG1i2lJbpZRf4ojai5142W8RyqYqkqdo6F0vz0K0QTiPE7p034aP//c/Q3d+NRq2Ep556EiNnRlFrOhL8QSDQKM1hcuQ4jh8/Cs2wEDBkBwmkcgwGcbFpw2X4nd/5qASgBExZlrbKllJUIBnhaoByaQm5TB7l5RL+9X99BmfPHIdGv1Kdf/iemnhLhroh9gZDazbjne98ryimqJRKJVOi5pQ055aScWXojNwUR1pWqrYkrb4VpMMbe81DaLgIPA2a62Nu6hVs3dSOb377R5icnsTQ0AA2btmDJ59+FjdfswXnRyfw3IuH0NPbgW2bduK5F17Gnss24e4bd0HzavDg48SZGn70yD5ce806TJ05g0MnTmL3niuwefMe6Bo9Z+k1SdRM/9sApmXBcx3MzEzj7MgIjrx4GJPT50RJmzL+X/beBEyq8kz/vuvUqX3r6n2h2aFBEASlRZGICyi4YBSNOIqjZCJZzMSZz3Emmgn5J3pN4jdx/mPmC2aGcXQSNSMZxYm44IILirig0GwCzdJ7d1UvtVedU1Xf9TznnKZB0B4mMkqeytWX0HSdOuf3vuftnPu9n/txIFxXgxkzZ2HcmPFcqqvqFJ+gQbMZDlwq7p5c8wyqgu/CUSjgYK+O1shEVITnobv7Fei5/UhnFBQO5lC+S8XkeBCj1BDCipezQfMhHxy+EAZ8IXw0bQT2lZaR9xNFhWIbjC7tdrWAkrAbDpW6kKtGbiKdB4vCOei5hCGoUq6hTk2iNCMDtahAy2rcwAiKCkcgjEDFKHgDYWjN29De9Ab0SBuKaVKaSc6hxkBUZ0+6OmUBG59FLy4jN51kdOUs4hrt2tnBTWIgi3vs7iTFR4FaPgIjp87AhMa58FWP4M+g7ElyABqRAuT0s4RVVlvZ0UwHLBQoAgCIJWNo6WpGd/QQqivqMKp2POcCR7t7EB9I858TmSTUIqAd3Ik9bz+LgpbED/6j6YTWyb/9wd2DJd1cSs5fhrCsuN0s5r37+9+ha/tmhANueEM+lHlV+FQ/PFTqbwdysKMnpmHtx61IZVLsSnV6nHD73HB7XVCddkMo5PvSyD0uZA2Hrq6TaEqOaJLGqVTeD7erEmG/E1WVVSivKGNxNh5P8CZOOp5EOplEippfZTIsQlWUV+C82Y1o3bIFr737HkiCy9tVjr2w851qjpUpXB0hZpmC3FBx1Sr3pv8OFVZJrHPrecwp9WOqx4nSGj/yNTo+OLQHkTiws72I1rifIybsJJbb7cY9ZzcEMmp+d8mihfiz274Bj4+aRCV5Hpuq4KCQZon6uZzO7uEsNb/LpKDnstBJ0Ke5Srmmqh0KjQFFYdDGBDVLy5uN9yiL1nTXk3vX6XBi7759+If/+yC6eyJG5EPRyGUlJy05ZGmzgq+ZOyexRMjnZG0EsHvd3FDiTRYrc5riBBzU/IrcyqZ71G5DuCSI+lF1GD12NErCYR6zdCqOgf4IXE5aSWj62FDQ8wiHSxAKBbmJoMvl5RgEfyjI55aIxXnOWFEZQwVKvqfIAT5kbC13qOEyNjZNSGTmpnDkXtWzyKbT6GjvQEdHFy6+eAFGjhyD/QcPoKenB9lUgoXV2po6jBp3GjevyhYK6Il08TkPLdHntcLMeR3qWB2MiaHIEE3jdc2YT8ZmHwurpvN28MY1eVIUAF3DUPGW3nvXd//8hO5xeZMQEAJCQAgIASEgBISAEBACQuBkEBBh9TiUz1mwnLucT540E4sXXYa+rm345f9difaOLlTX1uPQoYOcU0qOMyrDpofrjJYzyjG5SzQ51txIJlMoD1WwyzKVTsDhKCCRzOLSy76BKecshjPswaSGapR4bIhFWtC8dze2bt2JQtGBmafPQOu+D/Ev//RzuL0B5KmTu05CZZ7zCRcuugY3L7sN/f2U2UoiBrmv7CwysDWOH6gp46+A7s5DeOmF33OuKsVIxuJRdpfRg7chaBhygtF4CqirG43K2nosumwxAsESaBmNxdWirchCBD38WqXdhDBPmYrsUDWbnFhCHbuPNGSLOaiKA3oyjkRkP2ZMrcXB9l7kcwn0JgfQ3ptE8+59uHbRPARCYRxqPYBEMomOnjh27z2IBefPQOPU0chrRRQcNjS3p/Ffz72Gi79yGhyZLLoTSWRyQP3o0+HyViJDDje+MIVFbsr1pK7ce3bvxCvrX0CKcnDtNtjIXWtXkCvkWagaM34CJp9+GsbWjkfRRg/5Weh5N4L2dkyvfxKq/QB0RceO3R7UjP46ppx2Dp57/m5otjJgnw0lL29FTcSDKSUjEAz5UCxmWHPJ+7woej1wJ3U0jyrH+7OmIObxA0WV6+WpSVMgoMDnV6mG2+j0rpAjzcY5iZR/m82nOBOSGnSRI5HcuDTmmayGVDKBgpaDP+CD4vKhoPqhuvxwJPsR3/cucu17UUjrzI8sgSSssj+PBBqW4E23nimisvOYxntoOTm5EHleGdmp9F8qbVe8bjjLqjByxmxMnD0X3vJqkOHQzgNA2isJPSrfT9TMJ0+Com44/Gi+Ag7eKEhnU9Dyfew6dDu96Ghr5/Jot5NKtotIp2IIhcoR8Lmx+al/Q3p/E/726e0ntE7+4O67WZhiocyMQSCBlTNPXW52Hh54byOaXn0OQZcN3oAbpT43/E4PPOR2pOxIEo6LCt5rj+Gjzg7knW64KUfVQ+XcdtgKJOoDGrluKSOTcic13fyvIebl9Ryyeh4Np0/DRZdchnH1dbwxY8QpGPcSiajkkKUbjJhRYyISJn0+P/yqitf/5V+w/p33EaXmYQplspLgTg2XjmxcZYGyBFRLPDwCIG1GUDO1oo1dsxQr4LDZUO2y4Uy/B6PsCsKjK7G/0INDPe0o2BXsaLfhQJ8XdmceziJJ0nSP2uHOKzyu5TWV+D//770oCZcgm0ySb5GvbbBJFHGgRnlG+CavQ7SxYDQEy7MAqZk5o5RjSznLVCXAAif9O7u683wfce6pKf6TG9bn8mDvzh1Y9a//hoOdETgoCgBUNm+IkrQRNrhJRE5QU0C0RFVDZjUXR1NMJKHSygl1OqhZGZ0ruUqNqAe6R2vqyjFx0ngEgyHEBmIY6O9Df18v5+w6Kd6gUEQ4FEJ5RTlfYzAUQlVNLb+XMlkp5zqXybBDmj/DzF21xFWDH3Gwm45UnXOZqWoik80inqBc3yxyHCWgM19y7CdTaW6e2HaoHadNGodvfWsFSkKlaG3twN69WxAKlcDvL0VN3Rj4Q6Vwetxo6+w0G1gdKXpa3MhVyo0OzTWf2dF0NTfhaO5zHARtspmNsIwMYbMBoinQUpzC0OgAa17+xTe/dUL3uLxJCAgBISAEhIAQEAJCQAgIASFwMgiIsHocymcvWM4PftOmnoNLL7oI3W3v4hf/8CMuka8bMYqFj9GjR6KzswMffPABizT00EgvElbpvfTATa6d0lAV4mZOnYIsMrk8rr7+r7G9I4x93f0YN6Ea584Yh/mz6xFyJfDUU0/hUGcMDeMn48Cud/D0E4/A7fGj6FLgURRkNGqaZMctt67AeefNQypFZeAkYpCAY2aCkvhVKLCw6/WF8NabL+Cl9c+gsrQM0WgP0pk4O7+sFz0c00OtoZsVOf/Q5vDjiq9ei3PnzIPL6YaW0wyz4RDXFpfQDoq4BXYWUrk4vfjhn8SRIrnYSBQqIJvohZKNoHHmeOw92IL+nk6MGDUWu1p68OZrr+Jbf/JV9GfS2L19G6ZPn4kd+zvw0muv4ZbrrsCY6iCLcg6fGxvf34M33n4fl8+fCT3Si6LXC9gDcPproBW8KCpujgLgbt3FIro7O9HfG8EH729GR/shaBoJrYaoQmNED/rUfIzHzePGBecvxIxZZ6CopaHnfKgNbsOkyv+E29uLaKyInbu98IfnwukpoifyAWzqdChvpVD98rsYG6zA2Np6o6mOloFSyCPjcCHrsSOQyaGzNIj3LmpEb2k5kHewUARkUFPrg9MJ9PXHoeXJ6ukA9XkngSWdSoI6b4XDYZSXUv4oZWzmuZN5TzTCzatUpYDamkp4OSfWgTxU+OxAtn03Oj56G4VkHMgVkc9SebUpKhpePHbQkaPMEkNI+GFhz2xARM2RaFxJUDUEeEPcIvHN7XYgZ1fhqqnH5PMuwPgZs2H3BCkjwyh7t9l5HsZilBUbRyKRhJ4jIYbcfwqcLjdKQiXskM4XEuzI7evtQ1tLCwu+Pq8XOV2H027j/F9vZQ16d7yHtx77JX78nyeWsXr333zfEOFIVGUB0c7jRaX81DWLMlO7d2/FB88/Da+iw+dzo8TrhdfjgEdVWERjR3E+j86UHa8eOIRoDnAqduRp90Mpwl5woJg3fsbacCCXKm9i2FRolEGJPM448wwsXnI1Ro0bww7roYKVJVpxnq5ibJoYjc3I1WmHksvh0PMv4NmX38C+TAqaosIFFXkbCZDHXtw+TVglw7KtSI54yo11wGErIuBQ0VhVBld7B0aHPQifVo0DahRJrQsetwMf7lSwbb+KvIN2fRQ4XApy0GAzDppEAAAgAElEQVQvetiVfNPym3D5dYsxMNAHVdc5g9biweKy6VIklzv9zxLXOPtXpaZiCud1cg4n5auSezub4/uWMkSt7FN2X6sOOKmRldMBj8cLPZHE7vfewTPPv4IdrV2kGsNmOlaJqeHCpnlPDmsjAfRoZ+9QivxZphBI3yfBk4RwEszJ3U8xMPRVXlWC8RPHwefzoae7B5GeCFc40NiNrK/FiBH1UFU7u1XrRtQhGAhgIB5ndzIJkT7ahKFcbo6LMNZp4kL53SSe0vqcTmeRSJF4mmUxNZNO82YUNT+LJ6gMnyIADNHTelEUAmXQUuZ0oj+CG2+4Frf86S3Y+ObbaGnbgaqaes7yrq4ZCbfby5UW7dGIGddATaoowsIQ7AcjQyyB1HTGGvPX2Diwxpe+Z4jBRqMr6++WO9podGe4hK35YP3cHSu+eTL+v5B8hhAQAkJACAgBISAEhIAQEAJC4IQIiLB6XGH1Vn44PGvGXFw4dy7aD76Nf3xgJVKpHMoqKviBf9SoUWhpacHWrR8Z3bvJqVWgLtHuQQcPPYS6HW5kdA1Oh4sbzQzEElh68w/R1FWK9/ZFUcjk4bHruPm6M3HT1ZPx7w8/hLZoElMbJuPNV57Bpg3rEQyVIVfMw0UlyFoRgVAFvv3nf4mqqhGcz2koA+SAM8p4ySVHgieVDbe2teE/nngYDruGoq7zA77X5+JqbM5HzeX4yxAU6CG8ANXpRH90ABNPm4Gbbv06gsEwshlt8CGfy8HpAZqaVJnlndQ0XuEGR4aDlcvAySCZ08B5nbYC4vEo0ul2TD9jDLZ+1ARbtoiysnq837QHXZ0HcNPX5qM1GkMsGsH4UWPwzpbt2LpzF27+kyWoKqE8xhwcbg+ef/EtHGrvxIXnT0dfRycSeTsqKkfDH6pDIkVlsEZHdiO3L89CzI7tH2Hjxg30yI9EIgZ1iEBMIgeVq9JDfULTUFtWhUuvugJ1lTXIpuwYWfEWJlY/B4+SRGe3ih0HbEhl6dpz8Pj80HtGwP16CrXNrTh75ESUBUvYLUbOQoXFCCdSagHuXAa9Ph/eu+w8ROvqUdAMRcHpKmLixFrkC0ls37kHh1o7WVi1O93IZDTOUCWxpaK8HHW1dSywkohE19Hd24W+/iiCXgdG1lWz+011+Fmo8LmcKCSi+Ojl/0KseSfUHImxRSg0HGZep9FrzAbFdJiyQY/GNG+KqyR4kYNRsbGbjhp6UVwFjy85tKkxmcOJvkIRI6bOwNzLr0HV6AY+dzpOrL8ffb29iEaiiEQiLACpTg+LTn5fAGVl5fxnEp2y2SQ8HjciXd1IJhLw+/x8h5Lw6fd7odgLcPpK4bRRqf6v8c2/feiEFr67v//XLOqS8M55pma8Ac0NXVHhdjkR3bsd75OwatPg9bkR8LjhJbeqrQi3g4RpcgvmkVI82NTahV0dfYDiRDavGY2MuHmb0cTK+K9xrxg3qwKn14krrv4qFiycz65pEswo75PbVpnCtnHtRpk5b3mw8zDD4hutOS7VjoGt2/D8U89hS3cnEhTNQM3tKXqA3cCf/hoaBUA/ScKiQs5yEtWVAoKqgsm1tZgVCiBxqAWhcAj1c89C9TnT0D3QifYD2/H87z/A9r0p2H1uULIuC4FFHQUFGDmiDnfe8zewOyk7VYOHxEhyjSqGQHmEUMmXbjYyosxVFhLJ4Zw3xG8zUoLWGRZZ6WfMzvMUCkAv+r5xXBLMnehq3ovmzW9h78FWbPq4BUkSUtkRazcb7B3O/mWbtZn9eazYBOZjrnvWedM5kTOW3kdrKB2XXKcVVaUYN34MC66HDrWiu7uHRVE655JwiJsf0nhTo0Kfz4t4PA5Ny/J7Sagllyoxos2sTCbHDftoLacvOs6gYFqkXO2h52XMLprXVm6wtYHAf+cma+BIgN7uNly28CL8yQ034LHf/BalpeS0HYX6sQ3wB8MIh8r410E0mRh06NJaamQ8G4I4vSzhd9CByvEElpBqOJMPO4DpvYdzVC1hleIBeH/J2pAbIgZ/77YVnzWN5d+FgBAQAkJACAgBISAEhIAQEAL/awREWD2usLqchZczzzgPF5x3HjoObcKDD6xEOqPBFwigtbWVnVHsmtJy/KCsFYwsTBJWrYdMEj+8bjcyJC4WjQ7eyVQWX7vpbuyI+vHBgV4U3R4gpWHppWfi2zdOxe8eexiBqnrUVZTgvh/chdYD++D2+FCw2eFx2hBP5jDzrDm48eavw644zeYoppOoaJTpk6MwpxlC6EcfvoffrXkUfo+KBD3A5zS4vU5+eKd/JzcYXQe9OPvQVkCaylC9QXz79u9BdfpQXlFrPMCbAgYLD6aoSu+jvuXkrqLSeooMIMOlrhTZFUpF58U8NTFR0dbZjo2bX4bDR02XbFALgJ6z4VBHBF6fA7VVQeQdTu68ruTzaOuIgKrXqyrDcDspq5McsAraWvtQgI7qqgA//OeyOqqrR2HaGbOhOrzczIsiCMgxSJ23qTz6jdc2YM/H26HrGVBJMecPKgqLGSy+6kaznWQ6g4suvAhTzpwOF7zI5xSMqV2P0WWvwA8NHd0qPtxbJGMjvK4CBpJ26AfCCL2uYUwmg/PqJ7GTjZxkumKDg8qp83bk1CJsuTT6fH58sHgeovUjkM9RZX4e4RI3zpgxEYlUL2fNvrlxE3K6DWWVtfAHwvD5g+zsJNGF3MlUwuxwUjdwEqkAr9uJEZVlqKkoRcAfgJPmlJEayaX/uze/hh0vr0Wxvw+6Rp3RrUxJ06FHgjiJp5yPy8ZjYx6RuEoZlvx3Ej8MAUSnrNN8gf+u61kk83l4K6sxa/4laLxoEULVo9gx3BeJorO9A50dbcilUwgE/KiqqkRpeQ3fM+Sytpx2iTgJqR4W0Hp7qWFOAT6vj6+Z5Hq9mEcg4IJq98JTUg4k2nHWrEtOaPG866/+HzNjlZqP0RdxJKHVhlzBBrfTgci+7fhw/TPwQIc/4IGPmlc5qUES4CDxjiIx8kWkqUFSXxbv7G1HkjJxCyROkuBllO8fFuQsgbQIh1PFpVdchmuWLkEqnWShizY9aOKzeGfmvRqRn8bY0LiQuE3HJScr2S1pnhX6+7Hp9y/jrbc2I4I8UpwVerj7+tGAPiGmDmlw5aDNBYoCsJMrV0ed34OLZ5yBMUFqyOdAZzKHMV/5CmpnzkQ6qyPV34N33nwbv37kGWS0GBQXvc8Dn90FuyOHCxdcjMu+egX6EwPGPU25pCrNW3IyG65GPh+u6jfzUk3R1Po3o1GXEQtAjfH4+6bUrOUMJ6uR5WnKz7xhoEBxuNDXeggt773J7s4N2w+gM6XzhhLd5+ya5BvEOI9jCauWwDqUGf2Z1k3+MoVkcqnSmNDhXE4nwqUlcHnd6GjvRCwe57WF5gRtTFjZ16xwmgKlkYtaMHJTrSZV5nVRZjHd5JYzl53KpihtsxnXQSIsM6Hj2OjL2GAbWl3Af2eBWsFAL8WwJHHN1ZciXFKCnTs+xsi6ClSPGInq+lEoK69BMFjGDbWS9LvBrEIwfq8djgSw+AzlZDlWrSgL698M0dvYtBm8RnP86Vt5Gn9TULVcsSTefucb3zihe1zeJASEgBAQAkJACAgBISAEhIAQOBkERFg9rrBqOFanTTkbl1x0EaId77NjlfJMS8srsG/fPtOhZDzY8gOxAhYpyZlKD930UMgOJlWFzk/wKuw2DclMBldc/V302sbj7V090NwF2PM2XHXBdKy44TR07N+PulET8d4b6/CDO/8ShbwGh8sJu80Fp7OIdKaA625YjlmN54FMQ5SnSA+7xoO3aggNNqC7p4dL3De+vh6b3n6ZS8WzmSwLdIWiPigssvPLdB+xSmkrsuDlcnlQXz8WI8dMwKIrroZOIhupZYZSNFjOawhfRUPwIwcZZxAagl06lzGctHkdTtWLj/fuwbPPP428LcNZh3R+FKEQCAb52NlUCpqNflZFXid3m5NLkim6oEjOXBShFW0IeCtQzMehaxmQuJDPpDD5tGk4f958o0lKNgWbjfIsqQlODt1dXXj1pfWIRjqR01LcBIeEDhJEuPmMJSqTSJzXcfrU09EwfTpGVI7isvVxNc9jTNkb8KoaeiJ2bNlZgJ53IOCzIZHVkW0OwvtqGpOKdsypGscuVY1K9W1FeMxs3Dw188lm0FFZhu1XXoi+igp2rNL41laXYlbjFMQTvdjatA0ffdSEeEpDuKwGpVUjECqtgs3h4G7iPT1d2Lt3F2IDEVTXlBnNZupGYMKYkagIh+HzeJkbuUqp+zoxi3cfwttrH0P04x1QyEmrG+5Hoz8VlfyTIG4krZJySsI8/TOJHbopeGncAKcArQBk9QJSWQ3ZnIa0loO3NIivXLEY5156OcpHjoNWVNHXE0X7oRa0trSwE7OutgZjRo9CKbltnW709/dzMzHOkyS3n2pHWWk5SGClkmgam7KyMp7PVPocKAujuqYGLtUNxV8Cez6F8XXjT2idJGHVEsgMoUrlhlzU5V0rKnC5HOjevQ3bXlkHj6JxFIDX5WZh1a2SP5LEPbZ8s0O1L+fCGx+3oWUgYQjaLHixfHTE+bFrFUVMOn0i/nT5LdwBnrIvXQ4VLoeDM4zNG8wQs9iJznsdHP3A97bpWqXmTixW6Xn07DmIXRs2oanlIFoLGhSbk8dwOK+hoqFqpzJ9895ADlNHVODKcxpRXVaCaCqLfQMxnHnpxVCCPqSSGkcX0P3xyENPoOnDdxH02+Cy2+Fy2OB0hXHj129BWX0NshoJoEXO/XSptMFkOCot56flaLRSYbk0PE+N2szoCZ6D5FCltUrntcJwreosaLKr1aZw/jCLciyaKsj29aPzo7eQz2Twxs4W7OlJsHhNmzwcrVA0NgdYrDWFWWtTbCi7YwmrHFVgMzayuGEh/Tmf53nrD/r5Wjs6Ojgyg+4jY0IYX9b1Umk8cWDnptHvz3TF0uaGITrT3BxUNq2cV6scf/Dvh4/LjaLMsbfEVUtg5UgJm4Kezg7U1ZTi/LlnItobhaq4UFNTifKySlRW1aB+zARQC7RMrsCbKNY8Zie7mf1r5KQaQvdQYdVwoRqxKpY4br2PU7xNB6uVs0vnZji0j5yvFvMVt9LvYnkJASEgBISAEBACQkAICAEhIAS+mAREWD3OuJx10Z+yQNcwfgauvuIKxHq34cGfU/OqDtSOGIE9e/ZxKSeVY/ODJAmpRXI96pyxSg/X9LBPD4cOhbqI098pk09HMpNE45wlGDH5Ujz9cjN0Kncuarhq/iT8zZ9fhEhLHL3RHvzrP67Ey+v+C6HSMuiFNNx2LxLJPowcMwk33/It+PzlfI6qSiKnmV1H/cC5O7xRtk0lzb99/F/wzqZXYbfl2TVLogJ1LGd5yOoAP1h6aQgZqsOOvJZHOpXDpZdfjSuvvh7Rvn44uBO12cTIZNff14f93R1c+kvv5lLbog1jakcg4PdDL1BJvA6P04333nsPm95+FXYly+/O2+zIaAXu0q1QCTU1AFOp9NeDRLrAIrXP5+IO8OQPI+FpIEdCoAPloSJUqNBJsVSLmDx5OqadPgtZ+ndq5FUkwaXIx+7u6MSzv3+G81UV6JxvaAkc5FglMYIccYbIQc2CbLj48sU4Y8o0ZFMaRpevR0PlG9D0DNIasKcZ2N9qg8/ngD+go2uXD/ZX05iZVXB+5Tg4UUSqoEG32eBxkNtQYfdqMZvDvkkjseeSryDuDrBwltdyGDumDjNnTkEq1Yu+3m5EenoR6UuiqHrhDVbC6S1BkWIbsmnEY1F0tR1APNaF0rAX4bIqlJfWYGRtDcpLwvC4vezWI2EmTm5dPQ0VWex6703sev0lFHtaoWeUQeHKRqIGCT8ssoJzVal7N80NElWp7JjiJnIkjGXzSOs60rkC0jkdOXIkO4E5lyzEBV+9HqWjxkNxupGMxdFxqAVtrS2c/ziirg7l5eWc2Ujzk3Ig6f6hjFh229ls8Hrd8HoCnEeZTJG7lWICyji6gqbdmIYGBMtqodpt6O9PQs9kMGva9BNaWf/yL7436Oij+WF8UVOwIop2BwurHdu3YOfrL8JHEQ5uB9wuF5feO6nBk2LEE9AcorxeDUFsbo1iW3sPH5cE/SLVrHNIrZFfa4lptEmy8OpFmDt3Lrt4fR4PN1LjzQly5prNgFjOGmxeZWRl0piQ05x+jjZxMpkUcmlDmM1392LP/gN4d88+dLZFOI5jOC9LwOLzU8CNzZwUYaLkMe+Mibhw2iQ4HR582NwK76hRGH/mNBxqa0UhZ+cNEafXhr5oCm8+tx4d+z6EruVQ9BQx4bQ5uOy6a5ArFuByOcnWjv5EDC4jQeSIGAAW4NgxfDhj1lqbWJTTae0yG6qRU5pEZhJezcZX7BZlE70Z60CbOSQvZvNINW9DsrcHmz5uxbaWHmiwGdmt1OjPbJhE+17s77Y+w3RVWvwsB6UVBUDrxFBhldYQp13lsaPvB4J+JJMJdNHmltnwTeONIWOuD23+R2dKL2rux2uiuRZTTixHMuQLvFlllfZb84iLBoZEKtB7jXnGeyqDsQXGNZiN6mh9KxQR7erCjGnjUVtTgkJeR1l5FUpKyxDyBTCyZgRKyqpQ9PiRVRwcETI0H5Wu0RBM6bhmpvcQEdU4D/P3kBkVYDlRqXLAEluPFlYtUdkSYS3Wt91yy3CmsfyMEBACQkAICAEhIASEgBAQAkLgf4WACKvHwT77kj/jjtYjaibiuquXoJDdj1/94if4aOs2jBs/AZ1dnRgYiJtNPQpwOh3Iajl+0LTbDRckO3PoId7m5Lw/Kuks5tNQHDYEQ+Nw1S2345n1B9Ae83Am4gXnjcRN152FF57aCEVvw3NP/gp6Og2tSI1qdKhwYCAew7VfuxnnX7AI1EuKHrbJ9WS4Vsn1RJ3kDdelURYK/PY3q7DpndfgVI2mIkb+oFnyze6hw81IqAs4J61ymbEDWq6AK666Fl+5aCESaY3L2sn1ZBrpkEqn8OIrL+Oj3haoHhdrc1Ta7cwXsfC8C3DG+MmwUyfoYg7FvIZIVwuCPiDktcOmJRGJ5/Hu1r1oOXgAl188G+GgC8l4DIo7iB17O7Fr18dYcOEcNIyrRS6dQX88gbe27UBrSxeuu/J8zkDN63ZsbzkIRQ0hEKyBnjPKXclyqdPnksgZT+Cp/3wSrS0HoCrUpMtgQYKIkRFoZFuyeJNPwx+owuXXXouyUCk35BlV9gYaKl5C0ZZDJk8Nq4rYsc+OWCKP2ioFPS0eaG+mcUZXAReWjUVAcSCl5FCw2zmDlFyAOXIX2lXsPXca9pwzE6kCCWTgzvATJ4zC6ac3IJuJQdeSXIJL4mE8W0Q670KmoCKbzsBhV+CyF+CwZ+B3Az4P1TX7ULR7EPD6EfIF4XJ7oLqoeVcBmZyOfLofiqKjP9KJD154Gul9W5FLULd5o1s9CS1Uhs6OMdJXCyTUk8vYcN1SpASJQlmtgIxeRIpKwDMatEIRqtOFaTOn4PyFV6KqYTrUYDm3wurtakd3eysGYjGEwmGESkIs7lCWKLmmjQZFNPfAY0DCldfrQS6no6enh0ufKyor2MHXG42isroMlbX1cAdr2dWrZ3KkyuP82Y0ntHDe84O7TQEzz6Iq3wOUF0vCnuqCy6miZeu72PvWqwi6bSy0OlUHHHYb7EVqUmQ0VjIcpBryBT+2RZN4Z38bz7eCTtZAQ0Dkjvd0fDO7tryqAjf82Y2oLqtALpNGgcQ4l8o/X9SLLC4alelG+buhi1luR+OPdC5GlqmRYazZqXlSHiFfCB99uBNrf/dffK8MqfI/gpN1/1qH5rZRJPhRmX5BAXnQR1YGcfl5Z2F8VRjxVB5vbd+N8smT4Sz1cnV6KFgOnzuMdC4Fl9+D/Vu3Y/Orz6FhykzUTZ6I2vqRgMfBGaFOmwKPw4VEOo1YbwR5TeP4BYqDsBpUkXhIryOa45list0U6qwoABJVuYye5i79j+YuRy9YnMjKb4OqOGGPtiJyqBnv7DiADw90IlOkkngqk6dmYLRWGscyHJhmvrApbg4VnS2hb9DpzPPFKN13kDDPgnqBr8fjdSGTTfPvCPq9YK4uvCbTadJ0oPuLhWS2qhoxKyyucxM1G0fL8GeRWGqOnnUOg/m0Q8Rz499MAX9IFMDQgberTr7nezrbMWlcLUbWhREKBhAqKUUgXIZyfwCVwVL4wpVwVtcia3fArhvuYY5iIIevKWhbwion81KTQmpcyO5vEmLNKBEz89YSYHk+myK6JawaQvFh9kMdsPRncaye0BInbxICQkAICAEhIASEgBAQAkLgJBEQYfU4oGddvAIFJBEI1OLKK7+GERV5PPfb/w9PPf00Ro4eA72go7W1hYUnKgqmB2RqrETOPnowJnHV6LdOD7uGu4mzAthEprCoc/a8r2LaOYvx0lt70BHNcsfxaQ2VCHsS2PLSQ9i7dy93huYoAIcdifgAGqbOw8033wqv1288vLLoWuQMTPa7DXZfNtxtJBC98MzjWP/S8xwXYLcbbi3j50h8MJxN9KK/8x+L9ICsIJVKs5h18y23obJ6NDIZHS67grwpwCi6jq6eTjz+0jNoG+kmPykK8TSK6SyUlI6vnbcQ08c2IKfljJLhdAr5XBumT6mF1+GELZfCgY4+PPXih+iLtuF7t14Al6qiL5ZEQbHj1Xc7sHPvAdx63XxMGFmBZDqC6ICGZ1/fju6ubqy46QpUBJzIZPJojcTQE3OhqAZYoKDS6aJNQ44yL0mg0nW89MLzaNr6PlS7WXYLGwvig2Wy7LoCcsk0zjx3NubMu5iFarumIuDfhtNG/Bf8tn6k01QeD8QzdrR1FZDKUBmyDYV2Oyo2Amenw6hxVkArppBQbXDYbHAVCyxQdowbiX3z56K3shqFnG7UeBc1TJ48ASNH1kHXqfNQHgWdOn4n0NWfQn9aQSwDxAcicNkdqAr7URVWUR5yIOh2Iwcn0gWFO807VDe7qB0qOZlVaJR9Szmz2TT6BjpwYNu76N66BXpPF4uT3M2cHIBUYk1ONOpaz1mqNhZms5rO5f6aZgirfTnFuN5cFl63gsqRtZh5+XUYNW4C3IEAgqEw591Ge3rRG+mBXbWx69SYX4XBsmd2GJoRGiQ2kTOZzjceG0AiEWfBrSQcRk+0l4XXsooqhMqrWJjOUWREOsnZsQvmXnhCS+WP/v7vOG7A6VC5IRgJ35Tlq2Zz6It2wwEdbds+RPv2rQj7Xdzp3qWo7JKksXZQd3WyrbKrlNYAO9rjObz+cQeiOXIYKrBR0zLa+LDCP+nOV1VccMH5OHPWNLMDus6ZnHQedM9BpYxS47gkJlK5upEIYMR70IvERJrTlrORyuq5iRi5Z/M6uiJRvPr0Ony0ez+XoQ9KsmapO7kzDWc5lZkbReb0mVx+b3fwtdcFVCyYNQVTRo+C0+HGR/t7cLC7E1POORvhuhr4SkIsEFI0BW2E0PtzOQ0FRUF5XR1yvPZ4kE7EqIMcsyD3ejab4/WA1pl4PMGl/PQySvENh6/laKT5wBsfJF6aWaTGxgeJ2ZZT0uxObzb7YtaDblO6vhyciR4kDu7H1l1tePdAL2LkTOe4WzsyeSMOQNEN8ZMVzyEd73m1HuKitURV62do3ad/J6Gd828tYdXj4UZT/bEBoxHckAZOhqf/yBeLouRw5gMfLuvnU7IaBR7VPIvPzexPRpsZQ3/ueO8j6zdtXsT7ezC5NoyxVUEEfG74gyGU+wIoD3hQUVYB79gp0CvroeUVzsUd6h4eWvZv/b4ZejXG7xPj989QEZZ+vyjmeQ4VVY17yNzaGuJ8tZy5X1+27ITucXmTEBACQkAICAEhIASEgBAQAkLgZBAQYfU4lGct+DqK1IHeUYo5c+bjnLNG44PX12D1P/8SvqAfLrcLbe1thiCjk7tTZVcmCR5GSSMJIuTQMwTVw41EyI1m46Y3Rfgw7ayLMG32BSgobmjZGLpat2P7+2+iu3UXnC47Nz0h8S+dyiJcUoblK/4KNTU1MCL76Fgk3pBziz1BR2TdkXhFgs3HW9/BY4/9G5KZAdDpkFjIGXjUIZvdcWYncrNbM4mvJHikkmlcvPAKzL/kMsDmJvkFBTt9itGExwVgd/PHeOqtl9A9zodiVkORnIQAynIqrp19MUaW10LXsnDYncjEBuBU+nHaxCrYKCMRMSQ1O37z1AZkUr34s6+dh3Q6hWxcR1X9CPxufROa29rx9WsXoMytIqvHoSt+rHl+E9KpJJYtmc/5l1mtiCz8aO3OI5mzcal0kVxWILHEEHzojD/a8gHe2PAyd57n5jlmiSsxoBxXEs3IvVZfPxoLLr0I5RUjoOezUDQVqqsNU+vWoMzdYTBX7IingGgij4EB+owi7CSgtjow6rUQJmUD7O5N2zR4qJmR04NOfwh75s1Az+SJ0KlUnB2hOagOG8ZNGIfKynJoVCqbJ8EzjUwmjXgqi6RmQ1pXkEmnoEJBadCNylIHyoJOLtlOazYkKKu1qEC1u/jcPG43vG4X7E4H1KKCRDKB1s4D6Nq3A+m2Q8h37EW8fwBamvJWSXg2mlPRxgCLrIUitDyQ00lYzXPDs1ROQW9aZ/dqidPOzcYmTJ+CyRdeAbvbi0BJGAF/iBsFJeJJ9EWjcHucCIVCg8KMNd9obnLzHwfNQxtHZ5CQkkzEkUol4fP5uDR/IB7n94dKS1FWVcv3VzKZAjUtshV0XHrhwhNaJ7/xvW+iqroa5eUVUJ0OUA28w+mE3nEQu97bhFwigc6DBxDri6I8EEDA52FB3ipLJxGU3MPsclZoY0VFb9aG13e3oCVG8QZ2zt+kJmMkEFKOMP3s2PHjMO+C8+H1OeH3+zHQ18tl8uSI5W7wlNVJrj8WoknkNjY6KALDcgtmc9QVXmPB0e1xQ3U6YVMVeOwOdqrTv2994228+PJGJDNZIw2W3JnkmGeLK9ApUkQAACAASURBVOm3vA3CqipdC4m0JAw69TxqKkow67TROHPCSAQcKrK5Il7ctgunNzZi7GmTkCOHIW0k5HSkUyl2redzGlxuN3zBEhRo04Q3b+zIJOLIaxkkBvpZwHY6nMjpOQQpU7lQQDwWQyKZNHJSNQ1FbgaomU2MyCnsZC4Ol8sQonXadDBcvNaGkCVcDm2WxA5WkrvzWTjj3ch2tGDngS7s6EohmkjxupjSCxjI0vjZYaO4EnNNtSaUJfAOFSmHiqy8bnKeKG1ikLBpKIQkBgdDIb7nKEfYEiJJwDXWbMt/enjqfpawOvQcDrtoDR2Y/075yEcJsNbRh7pueeMok0Mm2Y+pdaWYWB2C32WHz+dHOOBDRWkZgjUj4R17GnRfGDkW4ym7+0jB2crHPdpdenhMjGxhbuBmvlhctrTjo6IDGCU7Vw+L0NZa8ac33HBC97i8SQgIASEgBISAEBACQkAICAEhcDIIiLB6HMpnLVjGmZ6ptIJxE6bjmisvRLxrO1b9099h796daJg0CdHeXvRG+2F3uvmBn9x5JArQF4mpg5l4phBpiKvcG9t0aCmcD5q3q3D5fFCKGrIDEbidNuTh5DxP1mXp0bbgxLVfuxGzZp/PwhU51KymS1x6OSSbj7MxTUcgueGysQgefmQVdux4Hw6nUQLvcwcGH2S5sQqMsmx60d/TyTQa58zFVVcvgapSVIEDCgk39iLnp+ZzOtyqHe9sew/PfPQmkiODFKDI5dR2txNjbUFc33gxAt4AcgWNs1lj0R6UBrMYNSLAzbrySh6ptA2//Lc1XJL6J1fNRVtHB9J9A5gwpQEP/cfLSBcKuPmqi+ChUnVbHlm48c+/WYsRddX46qXnAnoKRcWB/qQPbT1Unm6UzdqhomAjVx81uykg0tPD59C09UN8+NF70KhZkk2BPxBgjpT3Se6zyqoqfGXefFRVlyKfJTsvCZ2kPuUxrvJVeJQPkdejqKwwWCViHkQjGlrbdOQVBwLloxF/yYGzdicx003ilRt5ex4RtxO7zp+J+PQzuOs8uZAVcoTqGlS3EyNGjoTX74PGCmcW6WQcmVTcyMu1U2MlJ4o28iQCPrcdAS8Q8NjYTRZPFdCfzHJzMYfDxQ7D0pJS7vZNGbvkQu3p68XuvdvR3bofaioBd+9e4zMGksinNOgauVap2zx9kTtV51J/MhRmKV81l0c0XkBayyPgdSLoVOAPejC58UxUTDsPUJ2GSKk6DFciuVajEQT8Pni93kHHHotjZikx3Q8kntL4kBhF8zaVjPNYeH0+PhdyVpaWliIQDKGiugbpdAax/n6OT6Bs2isvv/aE1smVP/0RO2mpcZFNdfD5OWzAwNaNaP3wfThhR0dvHw50dsOtujGirBwuVxEqZ/CS887YlKAXicOUV5wqqth8oAtNbVF2qg4t34ZShN/nx6WXL+LGQqTlBkNBnoduj4tjELweL7tfiT8fl4Rns7SbBH9NN9YWigEIh0sG82pzeR3xVJI3NnK5DLRMCn37D+G9D3agKxJBPJVDhoQrO8UcOFGguAEqMSf+lCShUnl6gbZN0FBVgskNEzC2qhRlHjv8Xj8OtHcjGizBjHPPQUbPsWOYcnkpmoNiP/Rinv9LZfAebwC+cBmcHh/yxQLSJKzmMujuaEN1VRULeCTEUn4uiaskqBN7yoslkZbEVaPsvMCOz3g8zsf2+f1wcPwBNQA0yA4KlgWrkZXxPiPPk+RkwJ7LwNHfgWxXCw50RrG/P4dMtgCny4loIoP2eAaa4uIMaNqdsiIRhk4qSyyk7w0VVo2V2fgeu1VpwwU2FoKpyVpXdxfnA/O5GhL8oAh69KQdrrBqnYP1/qMdq3xOQwTWoZzozzoKLLwX0klMqg1jQrkPJS5y5PtQVRJEWbgW3vGT4R/bgLzNiayheA7yPuLYLLAfvpIj/o1jLGiT0RwLc8zymuFUt5yuHF9j/l4kYdX4/WNEIFjcb7zuuhO6x+VNQkAICAEhIASEgBAQAkJACAiBk0FAhNXjUJ5x0VIoUJHOFOHxVeLqxVdiXJ0P63//MH7z64dRXV3B4k9nVwThsgoE/AG0d7QhkTByDalpEosgZn6k9QTKTlYuvyeHkVEuWbDbuExcyRfhJpFHy7PYauSdkoNHwVfmLcSll1yJPHWXoUw/h9HJngRWq/u39UBqXRKJq93d3XDYKCczgbXP/BYtB5tZAKFmSj6/m7uxG12ZKWPTEHRcngBOmzIdF1wwnxua6Hkbd5m3HLIkrFLJLWUkvrjpNbze0gStyg+tIwrV7ULRrWKKvxpLZl0IKiym87MpOvoinaivc6CmygWbZoNddaGrM46HHv0Nzjt7OmZNHY3Onii7mkorg/jn376AujGjcc3884xO9nYb+hI5/PO//wfOnd2Ir5w1BXk9g6LThWivAz19eWgkLtpIwHCxSEmuPHJbDQzEuPlQIjaArq52dLS3sThEzshgMGQ2rlJRW1sLf1kVUEhDKVAubpbdwHbVi4AtAbfzDWRSryHg1OB1FlDQihgYsKMv7kFWHYW25Dhs29KCMZ0RnKu4EVZV9CpZNNd4MHbRIoQrx2AgFYNKogSVc9MIUyZjIICCYoPDpcJpLyKbSpgl1gW4nA54vB64A37Y4YQx4mn+OUPILCIWTyOdy7JwXxIKY8zocagsq4Lb6UIqk0ZLRxvefPt17P94O9SChkp7DB5FgT4Qgx5LQE9r0LIatHwBORLo9ILxpRWRyRpxAP3JAouIIR8Jq4C3NIyG2efAP3oq3B4fykrLeW6RsEriTX9/DMFAgIWmoXOTxWIWmShf8nBXdRJiyLFKDmN6D90o5AwnJ6TXT0JcCIlYP1KJBOf1ZtMp/Mmyb53QOvnLh/8JA70DUMjd7FLhtisoJpLofv8laF3t7OCN60UcivSivzcBR6GI6lI/i8SUp8lCHDdL4sBTuG12aDYHtnUOYPO+Ni6Jp3lH18qN7Ao6Jk6cgOlnnoEYlYfnsygpKUFNbRV8JKgWCoZbO2s0daPrp88i6c4SomktCYWC/P28riEejyGZSCARiyGd01AkZ7GWgUobCtT8rLMH3b39iKXSSGQ1pLgBGcVYcLAAKKyErrvE60NZMAi3y4HxdSWoKi9HacCDkMeNoqKiP2eDbcw45FU7kmlqOpbBQG8v2lva4PP7UFldCbfTjkwqCafHC39JBcqra5FMpfl70DPobGtFMOiHzxcwnPW8hjmYATl3KfqBULJLd7CUv8hNziindyDSZ25Ykdv2cKQKN/2yStULRjwCu19JKKYSfXJntu2B3teGeCqDA90xOBQVdpcL3YksmntTiOfpjiKxmMbzcJn+UKenJVBa37MqEA4326J1Os9rF60p4yeMx569exGNRjlDlddLMzvXcPwf+RqusPqJWADlsFh79PkO/QTLCZrVshxfQ5tiY8v8GF/uR1AF/F4faipCKKuZgJJJ02GvqIKtaEeeoqqLh0XOoSKz2YFskP/Qz6PsWWveGl3xjBdJp+w6NqMRLK40H7h5nLnxQv+1HKs3LFlyQve4vEkICAEhIASEgBAQAkJACAgBIXAyCIiwehzKZ158E5frUx5hKmvHzGlzMP/8s6D178bqX/0jdn28A1VVFZyZSPmQmVwOkWiUhRFDGDBEU3o5LFGSRQOrG7YhsJLEwaITOdyKJLZx4S5go/xTO4o2O2afcz4uuvAyeLxBzqKjslNyKnFpKeU+0nOr2aGZHu6tJiJUSn7w4AEoSgEVFWUY6O/Fxzt3YN/ej1nAUtQiu978fh+i0V54fW7U1tSgrKwS4ydOhtvlg+rwwOF0maXClBtphuEpNi7H/v2GF/Bh3yHoHhX53n4oTiccAS9mjZ+CC6c0wqHxozRdJVpaDyIcLqK8zIViloRVBa2HIlj/2gacfdYkjAiXIFMA8kU7Mrk4Xn9nF+pHj+KyZFtB4dzGvv4E3nz3A0ydNBGjqio46zZrVxBylyOPADv+nAp1uVdB/YOgUFftItwuDwao9F3LsvutveUQNyoiMYvGh8QqKjum/xapnJ4iD2g8bDolsXIptqOoweNIwqFsgWo7gEI2xu5SXS9BZ98I7G1VsG3fAPpjPVBUHSV6DAF4kVbyKBs3EpdeuhB+XwB6RmPXL7nHyOGbzGYQ6e9HT28vxo4bg5qqUi4xTsXjUJUCPC4FAb8b/lAQNpsTWk7nOAOKbPB4ArDbHEhlUkikkiw+VVRU47SGqSgLl8NucyOZTeFg2wG88eYrONi8GwoxKqZQ6nbBkYojG+lGLhaHlqH8S3KnGuX/3Kwql0cynUWWYh4UB5xOFX4HNR9zwV9Vi3HnfAXOSsrhdCHkDxjNlApFpDMZxOJxBPxB3lywHNQkqAx1pHETJZsNHq+PBRdyrNI9xF3WXS54KBLArrL4RvEU0e4OFHIZ6uzETbC++b0fnNA6+df/52/gsTnh8nmgqQX4HQpSLS2IfPg2VI1Eah25PJDSioglU0gnkvCpdng9bqPDPTsjjY2IotOOgOpEUXFiT18ab+85hDTdx5SRardzEzyvz4NRo0bCF/DC5/NCz6URDodQXV3N9zNtcFC8RTaT4Q0bj8fLTbWIA81JikPwesnFqyHS3cVf1HWeNkQo+7WoOuB1++D2eFAS8GCg+SA6du9AKpOBTlmo+SLSmo50NocMOeoVG/xuF/weF8I+H0oCfo6VcDoLCJE7uLQUbqcDOZsDO1sj2BqJIaPrXLZPm0dxmi+5DJxOF8orwpjcMBYlIS8Lpi5/CGMmTkIuZ0MmGQfyOfRGulhOpWtXnca10YvH2enkdYiiGNily65gsxmfmWGqU7xEIsFuZtp4sgRYarRGbl5d03hzKkfO10yGhf0MrcXJJNzZfgRtCeQzWcTiOmzFHAo2GzrjGvb1ZdCTop0TEmuHtvQ6HDVwtEBpiX58rmaUitGwKc+bJeTGndjQgF27d6F/oH8wC5dFUcPj+ok5e2LC6mAk7GA8yxHCp3lvWSzZCUyiM4n9qhOTR1Zjcl05Ur3dPK/r66tQ1zATZeNOQ97lBM9uym6mqIsh40Lf5moMGiczfsb6DPqdxONqN4RV60Uub45WoENyXI7xu3EwboF3G40qj8H8ZZPt9VdffUL3uLxJCAgBISAEhIAQEAJCQAgIASFwMgiIsHoyKMtnCAEhIASEgBAQAkJACAgBISAEhIAQEAJCQAgIASFwShEQYfWUGk65GCEgBISAEBACQkAICAEhIASEgBAQAkJACAgBISAETgYBEVZPBmX5DCEgBISAEBACQkAICAEhIASEgBAQAkJACAgBISAETikCIqyeUsMpFyMEhIAQEAJCQAgIASEgBISAEBACQkAICAEhIASEwMkgIMLqyaAsnyEEhIAQEAJCQAgIASEgBISAEBACQkAICAEhIASEwClFQITVU2o45WKEgBAQAkJACAgBISAEhIAQEAJCQAgIASEgBISAEDgZBERYPRmU5TOEgBAQAkJACAgBISAEhIAQEAJCQAgIASEgBISAEDilCIiwekoNp1yMEBACQkAICAEhIASEgBAQAkJACAgBISAEhIAQEAIng4AIqyeDsnyGEBACQkAICAEhIASEgBAQAkJACAgBISAEhIAQEAKnFAERVk+p4ZSLEQJCQAgIASEgBISAEBACQkAICAEhIASEgBAQAkLgZBAQYfVkUJbPEAJCQAgIASEgBISAEBACQkAICAEhIASEgBAQAkLglCIgwuopNZxyMUJACAgBISAEhIAQEAJCQAgIASEgBISAEBACQkAInAwCIqyeDMryGUJACAgBISAEhIAQEAJCQAgIASEgBISAEBACQkAInFIERFg9pYZTLkYICAEhIASEgBAQAkJACAgBISAEhIAQEAJCQAgIgZNBQITVk0FZPkMICAEhIASEgBAQAkJACAgBISAEhIAQEAJCQAgIgVOKgAirp9RwysUIASEgBISAEBACQkAICAEhIASEgBAQAkJACAgBIXAyCIiwejIoy2cIASEgBISAEBACQkAICAEhIASEgBAQAkJACAgBIXBKERBh9ZQaTrkYISAEhIAQEAJCQAgIASEgBISAEBACQkAICAEhIAROBgERVk8GZfkMISAEhIAQEAJCQAgIASEgBISAEBACQkAICAEhIAROKQIirJ5SwykXIwSEgBAQAkJACAgBISAEhIAQEAJCQAgIASEgBITAySAgwurJoCyfIQSEgBAQAkJACAgBISAEhIAQEAJCQAgIASEgBITAKUVAhNVTajjlYoSAEBACQkAICAEhIASEgBAQAkJACAgBISAEhIAQOBkERFg9GZTlM4SAEBACQkAICAEhIASEgBAQAkJACAgBISAEhIAQOKUIiLB6Sg2nXMwpS6BvM1b9w4uoufkeLB57yl6lXNgpSSCGzb/6OV6sXIZ7rvoyTt4v+/mfkpNKLkoICAEhIASEgBAQAkJACAgBIfCFICDC6hdiGIZ/Eh3PrsTKZzqOeoMD3uoGzLlmKZZMKx/+weQnP0Fgy69uw6r3PwNM9WKs/NEi1Az+WApNv74XD270YP73voslDcE/PNm9a3Dn32/AuFsfwIpZjj/88eWIQuBECGgRbH5yNdZuakYkC8DhRU3DfFx/8yJMGrwNmrHmzp9iw7jleGBFI758s/fLfv4nMrDyHiEgBISAEBACQkAICAEhIASEgBAYDgERVodD6Qv0M4aw6sG8r1+AcYPnNYB969dhw8EUxl5/P+664HMQ9r5ADD7PU4k1b8au6OFP2PfKamzom4El18xEyPq2px4zptYMCkSRTavwwNNpzP/uHZhX+3menRxbCHyBCBSaseaHP8X6vhrMuWoRJtENkonggxfXYkukHot/cA8Wyf3wBRowORUhIASEgBAQAkJACAgBISAEhIAQ+EMTEGH1D030cz6eIaxWY8VDKzDjiM+KYf19d2JNzxzc8cAyTPqcz+OP5fDsYG072qH6x3L1cp1C4PgEtLcexHceacac2x/AsqlDfq7QhEf/8kFsHL8cv/j2l9GhKqMuBISAEBACQkAICAEhIASEgBAQAkJgeAREWB0epy/MTx1fWAWMf1Ox+Mf3YFFlB9b9cCXW1izBcs9GPPpWB8qvXImVl1EBu4bIpsex6snNaEloXL5bP2spVtzQiPKhdbqxJjz+i9XYeDAFTXGgZvYyLAmvw4PvNw6Wwlvns+TrXmx8ZCM6yiwRMoXmZ1dj9QtNRomwqxxTL1mO5ZeNhdekab136bfL8c5jG9Dcpxk/99Xv4PbzdKxftQprd0SgFRzwjmrE0tuWobFsyFCkmrFu9Wqs458BHGVTsejW5Vg03voEAIUINj+xGk++1YwYXaq/HlMX3oBlFx8+j08b3E8VVqkM+rFVePzdFqTo2LUzsOTW5ZhXPxSihpbXVuORZ5oM1szhJty8cBKCCn2yOU51y3BX3QeDvBzhqVj87RWYbx2rcx1W/nAtqlc8hBWDivpnHZuOP7yxTu1dj0d/sxZb2jVAcaB87BwsvnXpkby/MHeBnMgXgUDkuZ/g7qfTWPTDe7H4KGdq86ur8erA2bj2qqkIDs7xFXjoGzR5rbVpKW6veAePvGrem2VTseQ7t2NOfj1W/XItmqJD1qabGlHO94u5zv2+Gktu9eKdJ8w1zFWDOTd9B8tmDY1CGd7cR6oZ63/9KNZu6TDXkbGY89XlWDp4LOsetc7fOI/Y7nV45JF1xnnSPXPaItx0RATCF2GU5ByEgBAQAkJACAgBISAEhIAQEAJC4PMkIMLq50n3czj2pwmrTY/cgQffasDyX65Ao2KKAZ2Ao3oq5jROwsixZ2PO5CA6nv0JVj7TiZpzl2LZwgZg9zo8+tuN6KDs0O8vQg0JGIVdePTOB7AxS2W+SzCzMoWO99dizaYIMCRjdDDz1VGDqec2YtLosTj73Elo//UdeGCjF403LMfi6Q60rHsEq19tQfVVK3HPQiOddPC9lY1YcuUc1PujaHpuDdbvBoJBDc7TFmPp7HqgbSMe/91mROqX4P7vzwcHHVjn523EslsW43RHC57999XY0FKNxT+8B4uqDVGx6eG/woObzfNoAJpfeQyPHnUenzZMxxVWCx1Yd99KrO2bhPnXL8a86gFsePJRrN9TjaX33YV5YUsEItZRTFqwFIvn1iC39UX8++82I9V4O352y1Q4LJGpGwhOmI+rLp6E0MAurH96PXZhHu76+6Xgdj/HEFaNcfy0YxPjYYx15zr85EdrEZ0wH8uuXYDyxJt49l/XYkuhEbfftxxTXZ/DRJZDfvkJ9G3AT7//OJrLG7H8m8vQWHu89NSjhcnDa1P57CVYPLsewUgTnuM5H0Qw68Skq5ZiTh3QsulxXnPqr70f91xsRJwcXjdmYPGCeRhbfnjdmLHiXqyYYWysDGvu0/33E/M+vnEJFpQn8eazq7F2i47Gb/8My6fRNX1SWE1tWYW7V22BOnk+brhmAcojL2LNY+uxqzADK368AuYpfPnHWK5ACAgBISAEhIAQEAJCQAgIASEgBD6VgAirX7IJckxhtaChY/Oj+MUjm5GasQI/+8aMw4IdFmHlDxcbYim9spvx4PdWo/PCu3DvtUM6dDevwd0/XY/yG+7HHecHEXv1p7jzic6jynxT2PjzO/DowOHSeON8gEU/XDnEtdaEx//6ERy68C9w1wKrxZMZVVBYjHvvWQTylRnvDWHZA3dgjmUyzW7Eg999FE0Ny/DAX8w57G595m6sfLYay/7xdswhoa/pcdz560NY8L27MJ9FVAB96/GTv14DXHUv7llIn9CCNd//CdaPHuo0i2HDgz/Gs7gMd90+j8/j017HE1a1TQ/iOw8fVQZtlkBvOfMOPHDjpOOyjr30E9z5pANL778L84KmaHPUOBll1lEs/tFKQyQ+Wlg9zjgecWzX8MbauJYhn0VAdq7Byke2oOHme7F08pfsJpHTPWkEUnvX4aGH1mJXzHClj50xBwsumY8ZR4isxxFWQ0fe48acb8KkGx/AHXMHfe1Y+4OVWFe5DL+4fQ7nGh9z3aC813t+ivUOc20a5jrH6+F3VyM66OY3Nm3W/Gg1tkxejnuvp1CVo8/fXFdqluGB2w+vUUhtxIN/+Sia596FB24YsraetNGQDxICQkAICAEhIASEgBAQAkJACAiBk01AhNWTTfx/+HmDbq1jHCc4eQm+++35MKrHj12+ii2rcNuqfZh/1/1YcsSzf4chYNQbIiQLijs/mdd6tND4aQ7ao09xeO/dglW3rULnUKFjUEzBYaHxmByPfq/lWFUxdu4CLJ47B+PqvHBYIvMwxuJ4wurx+GxedRtWR0zxeOtq3PZPuz7JWkshlgY8fjqXTxunzuMLq8M59kfDG2sSbcmx2lk5A4suX4DGKfUo9375ercPYzjlRz4PArSxs3sDNr70DjbuNmIxgpOX4i++O8/c0DmOsFp3ZGm9sTYNmfN8rtbGw9GbOZ/Mme7gzZd6I396mOscH58cq501mLFwERbMmor6Su9gYzoD11Hnb25ylN38C9x+7pH3Cd//HZLJ/HlMMzmmEBACQkAICAEhIASEgBAQAkLgi0hAhNUv4qh8yjkZQmYZlt1/M04f8nOqKwjvESXbxxbsjulOPIaA0Xmcpk3DE0cpgHAX1j+xBi82tSBGGavW6xMxAkcLJMMXVmO71+Ox372IppYYZyNar5oj3Gcx7HrlMax5oQktFLJqZsV+5+g82eMwP7awmsKGn9+Bx3cf503WNR5TKDr6PScorA7j2MMda07d7d6MNY+sw+aDHUZebHgqFt1yMxY1GOXX8hICwyJAIuvGVfjZr5uAuaZz+3gZq39oYdVcG5f/4+2YseUYLuxjrHPsp6es5CdXY937LejgzOkgpi5cfowcZFMIPrgGd9+3HvVH5B0bdHi9eH/GMZoLDoue/JAQEAJCQAgIASEgBISAEBACQkAIfMkIiLD6JRuw4TtE/2eO1aaHb8ODW0/QsWrmn26pMzI7x5V5EPQ6DNGh7bOcZ8MUVnc+ijv+YQtGLliGJfPHocwThNdx7PcODrGWQkvTWjzyqw1omTq8juWf6lhtmY877lyAo/r2AIoHQb8DOJ6r9Ig5d4LC6nCOPWzX3pE3gRZtxoYnHsSarV7Mv+deLKn/kt0kcrongUAMTU8/iXdgNaga+pEaNj74HTzabK0fX2TH6lGoshE0v/E4HnyyCd4F9+Dea2jyi2P1JEwo+QghIASEgBAQAkJACAgBISAEhMCXkoAIq1+yYfsfC6vDzB403I6dmH/XvUMiA46XsXqU63Tv47jj/g1oOMLRNcz3YnjCavNjd+CnrzUc6QxLbcQDdzyKAcuxepyS3eM2pDrGXDjezxpZpsCSv7sH881GVfz2WAwxfxBBihs4DuvUGw/gjl/njsxY/Sz33jAzVo849jAzVvkam+fjrr9bYjTKotcxmmV9yW4VOd3PmQA3y9s0Fsv+/vbDGcnGTYD1992JNelFWPnjxaj5XByrR2UzWxmrfrPB3TDXuWNHo3yWECwZq5/z1JLDCwEhIASEgBAQAkJACAgBISAEvjQERFj90gyVcaL/Y2F1sFu21U1+LHBwA9Y+sR67woux8vuLjFxE03W6EZMw/6r5mBRKoeP9tdyhG59Vzm+KGk3ljVhy5ekIYQD7XnkRG5pjn/3eYQqrhvDbBO4qPjUEDOzDqy9sAH3E4SiAGDbcfyceP1iPeTffgPkNDkQ2v4h//91mpOZYZcqfPgGOK8IWOrDuPrOb+PWLMY+P/SqeeHojkrPvwH03TjIb7fwEK58h1uSsrYf20VqsfmwzUo2342e3TD3cZOy/K6weMY7HO7bVGf0zxprdvxuhzliM5Zedh3JtFzY8/TjW76nG0vvuwryhwvGX7H6R0/0cCaS2YNUPVmFLtgZzrlqEmXVBIBHFro1PY/3Ok+pR5QAAEMNJREFUNCbdcB83wvtk3vMwXdrGiod1P1yJtTja6d4BVDZiyQ0LcLY/gheffBTrdwON3/4Zlk8zck87nrXuvaVYPPcz1jllBhbfehnOK9Ow6421ePzFXai+/n7cdcGxzh9IbVmFu1dtgXf2Etx08dnwJd7Bi4+twebUDKz48QrMsHpvfY745dBCQAgIASEgBISAEBACQkAICAEh8L9PQITV//0x+G+dwR9CWAU0RDY9jlVPbkYLZwp6UT9rKVYcnTsaa8Ljv1iNjQdT0Mxs0jnp1VgzpDnL8c6HuoWv/td1aIoamYVjL7gZFyRWY/VbDVj+yxVoVI4nEg/PsQqk0Pzsaqx+oQmRLGWCjsW8Gy5A6uHV2NiwHA+taDS4Un7iY6vw5Ptm1it1Lp+9GMuvb0T5MJpYfaq71Tz24+8aDXsc/npMXXgDll08Fod1FQ0tr63GI880Gaxd5Zh6yU3Hz2+0ZsPRGarHdJB+1rEZwLDGOrZ7HR55bD12d6agwQHvqKlYdN0yzB8vCtF/6wb9Y/vho/NJrblzDW1kWPm8n+UANaH9N5tXLfm6F+88Ya5hrhrMuek7WDarfMgIDG/uUx70ukeewPrdZr7wJ+7jYwvBfM88Yq5xigPlpy3CTTcvwiSJJf5juwvkeoWAEBACQkAICAEhIASEgBD4IyYgwuof8eB/5qVTQ6gjxEezxNexFPffOQ+iH3wmQfkBISAE/sAEhr+59P+3d7+hdZ7nHYB/GJ+FaEUhSAw7wf2grNgt6h8xpph6ZXGJXCKD1VEPFhNLLIJEpTFUK55LbYhCnLJgmAvuqDx2WuwWu1Ab4kE0YpVG/eCRuGyCIRYbWrNFJDbDJlgUQdAwQ7KOHMt26xA/mvLqOh/Fq/t57ut+P/14znPu8cLKESBAgAABAgQIECBAgACBRQKCVa/E7QWujOXlF15NNm5Jz5cezUN5N2/+/Mc58cb0TV+3xUeAAIGlFBCsLqW2tQgQIECAAAECBAgQIEDgdwkIVr0fdxSYOj+aYydHMjF7FUCSWkt7uvv60r3wFV94BAgQWFoBwerSeluNAAECBAgQIECAAAECBO4sIFj1dhAgQIAAAQIECBAgQIAAAQIECBAgQOBDCghWPySYxwkQIECAAAECBAgQIECAAAECBAgQICBY9Q4QIECAAAECBAgQIECAAAECBAgQIEDgQwoIVj8kmMcJECBAgAABAgQIECBAgAABAgQIECAgWPUOLGuB5fNDNRcz8vxQTj08kMPPdCxrM5sjQIAAAQIECBAgQIAAAQIECBAoLyBYLW+88la4NJKh508l24YytHXtR+pfsPqR+PwzAQIECBAgQIAAAQIECBAgQIBAIQHBaiHYFV1WsLqix695AgQIECBAgAABAgQIECBAgMBKEBCsroQpL3WPgtWlFrceAQIECBAgQIAAAQIECBAgQIDAEgsIVpcYfEUsd9fB6nQuvFpP/bWJXH4/yX2taf9Kf/q3tqVpHqpxFcCT32jNm8fGcuG9meS+ten4Wn/6/3xdah8AnTo/kiNHRjJxZSZZVUvrZ7qzs687G5obD41n+NnhXNrcm85Lr+TUW1PpGDicgdkrU6cvZKRez8h/Xs7MtaTW0p7up/vT/ccLO7ntHas3rVlrTtvmvnz9L9rTvOrGxi7/6njqJ89c33utKes+150dT3WlrVF6RbwUmiRAgAABAgQIECBAgAABAgQIVEtAsFqteS6Pbu4yWD33k8EcPNOUzh396fl8LZMjR1J/fTJrvjqUfU9cv5v1erB6MWnekK5tT6S99UomXnslo29Npb3vYHZ98Xo6OT0+nL3D41n96a7s+NqWtF4+nRPHRnPuWkcGXhxIx9xj14PV8STNbR159E8eySOf6krHunM5uvtgzjR1pveve/LZ2mRe/XE9Y5Nr0vP8vnSvmdvJLcFqY82mjduz8/GO/MF/nUr92NlMbxrMwac2zO1r5j/q+dt/OJumjb3p37o++e/RHDsylsk1PRna152PdgPt8hi3XRAgQIAAAQIECBAgQIAAAQIEVqKAYHUlTr10z3cVrE7k+LeP5O0v/032bGnEi1MZ/e7unLjWk5f2dad1IVhdne1/ty9dDzY2Pv/c+z0ZemE2nJzMie/sz+ja3hzctWnhtGumz+TQt47mwpf25OCOtoVg9XxHf14a6Lzx3MTx7P7J29nyzT3pmgtRk7w3mv3fPpF89aXse2JuJ4uC1fk1P7E9B77Tlcah2Kmf78/un9Xy5IE9eaw5mTy5N/tPr8vA4YHMHoyd/Uz98lBe/Jdk6+5deayl9DDUJ0CAAAECBAgQIECAAAECBAgQKCEgWC2hutJr3lWwenuk8X98NsPvNALTxonVNTcFk7P/2bgioP8HA+n8n5EMPX8qLX3fz64vfvBygOTs8LOpX2zUm78KYNtQhrb+vrOii59dFKzO93j/Xx3Ins0Ldw0k757K3hdG0vaNw+n/3I0Tq6vbHsuWbX+WTW3r0nTfSn9B9E+AAAECBAgQIECAAAECBAgQ+PgLCFY//jNcfh3cbbA6dS6jPz2R0xOTmZq9Y7Xxmf2a/NxJ1N8XrCY9Lwyl+/0T2fvd0axr3Jf6gVJzQe2/dcwHs3cOVqfOj+bYydOZmJyau2O18Vm7EMIuClZ/fTyDB8YyfQf9hbtbZ0+oLqpde2hTer/+ZDr/6OYQePkN0o4IECBAgAABAgQIECBAgAABAgTuJCBY9W7ce4G7CVavXb/XdPzhrvT+5ZY80nJ/mptq+X85sfrW0Qx+bzyf3NKb7V2PpOX+5jTV7u7EastTB9L3+VsJV8/VWPz3mUxPTuTUkeGMvdOe/u/tSqfTq/f+/VORAAECBAgQIECAAAECBAgQILAEAoLVJUBecUvcTbA6f+Jz/U2nTKdz5u8Hc/Tq4hOr8ydTG/ef5qPdsXpp0VUAF44N5uVfrr/5uoHpMzk4eDRX73Ri9dpEjn7rUMa/sCsH+9o/MOKZTL03k+YHZ38ta/6Ua2tvvr9rUxZy1vHhPDt86fpp24WeVtxbomECBAgQIECAAAECBAgQIECAwMdaQLD6sR7fMt38fLA68/hg9nzloUWbXJ37P9GU2szZHPpmPROtndm+7bN5IFfzm1+cztiFqeSWqwAuJs0b0rWtKxseuJpzv3glo2/9bzoGXspAx2yAmUyPD2fv8HiaNm7PzscfzR/+9s2cPnYiZ6c7MvDiQK4/dvurAGbeOJTnfjSR1o3b09P+QHL1N3n9tbHMbuWOVwHcZs3WmXMZ++efZfR8a7bv35OulmTq9Zez+6eTWbe5Nzu+vCG1K419bcrggd5sWLVMZ2hbBAgQIECAAAECBAgQIECAAAECv1NAsOoFufcC88HqxdtWXrtwUnP61yOp/3AkE1dmklpz2jb3ZfNv66n/6/rM/SjVqht3rPbu/mT+/Z9GMvHeTHLf2mza+Vx6/7T1phWmzo/kyJH5eqtqaf1Md3b2dWfDwm9L3emO1elceLWe+msTufx+UnuwLY/t2JzpH9VzZn1/Dg903jh9+vBADj/TsbDuLWu2bUrP00+ms6XxyEwuv3E8wyfPZnJqJpnd1y3P3PsRqEi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4P8AUTeUqaZKWwk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94955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4" y="2049381"/>
            <a:ext cx="8408753" cy="40997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 seleccione el curso realizado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24469" y="3324225"/>
            <a:ext cx="7772400" cy="1876426"/>
          </a:xfrm>
          <a:prstGeom prst="roundRect">
            <a:avLst>
              <a:gd name="adj" fmla="val 4710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12351" y="1571625"/>
            <a:ext cx="0" cy="163263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AutoShape 2" descr="data:image/png;base64,iVBORw0KGgoAAAANSUhEUgAABVYAAAKaCAYAAADVtAJTAAAgAElEQVR4XuzdC3hU1aEv8P88E/KAGIgoVBEbrKRcg/LQKAoHOUaoxGqopCqoiAgH8eOiR6FeqMKtQI9SP8ADRUQFtUGN1tCCaOAQQaMUlHgx2JKKUAlgkFfIkMm87rfW3jOzZ7Ins5NMMgz8OR+nksx+/dZj7/2ftdc2jR8/3gf+CQhUV1efdxrZ2dnn3THzgClAAQpQgAIUoAAFKEABClCAAhSgAAUo0BYBE4PVUD4Gq22pTlyWAhSgAAUoQAEKUIACFKAABShAAQpQgALnhwCD1bByZrB6flR8HiUFKEABClCAAhSgAAUoQAEKUIACFKAABdoiwGCVwSo4FUBbmhCXpQAFKEABClCAAhSgAAUoQAEKUIACFDgfBRisMlhlsHo+tnweMwUoQAEKUIACFKAABShAAQpQgAIUoECbBBisMlhlsNqmJsSFKUABClCAAhSgAAUoQAEKUIACFKAABc5HAQarDFYZrJ6PLZ/HTAEKUIACFKAABShAAQpQgAIUoAAFKNAmAQarDFYZrLapCXFhClCAAhSgAAUoQAEKUIACFKAABShAgfNRgMEqg1UGq+djy+cxU4ACFKAABShAAQpQgAIUoAAFKEABCrRJgMEqg1UGq21qQlyYAhSgAAUoQAEKUIACFKAABShAAQpQ4HwUYLDKYJXB6vnY8nnMFKAABShAAQpQgAIUoAAFKEABClCAAm0SYLDKYJXBapuaEBemAAUoQAEKUIACFKAABShAAQpQgAIUOB8FGKwyWGWwej62fB4zBShAAQpQgAIUoAAFKEABClCAAhSgQJsEGKwyWGWw2qYmxIUpQAEKUIACFKAABShAAQpQgAIUoAAFzkcBBqsMVhmsno8tn8dMAQpQgAIUoAAFKEABClCAAhSgAAUo0CYBBqsMVhmstqkJcWEKUIACFKAABShAAQpQgAIUoAAFKECB81GAwSqDVQar52PL5zFTgAIUoAAFKEABClCAAhSgAAUSQCBv6nOYPDhL2dNDFVg4czmqUITZfxyJ7OS2HIALNVsWYdYrVW1ZSYct2+vqXODLSuw3vMUs5Fydhdovq1BreBl+sKUCDFbjEaxemYc8VKDiG+PFdcUNecAnFfiH8UUMfzI7O9vwZxPxgy3vfBLxKLnP0QTOqnrQOxe5qETlvmh7zd9HFLh6HOZOGoFeKUDNlvsw6xVaxUWAdTku7IY3GsfyOav6XMNgCfTB7jnIzaxF5R7eJrVbqcWx/bTbMZ0VK27NTX5rljkrDvYc3ImReHJZAfDnKVi48Rw8PB7SWSsQEqwe3YHljy1BhQhWV45Etq1tu137yUI8vsJYsJo7dgaKbsxBj3Rlo666GlRtLcaitZVt2wlDS4/Ak0uLYC+fiHlvG1oAwATMX5WDmhcfx5KdRpfh51oqwGA1TKy6utq44djF2DgBeDX/UfzJ+FIofGEjHkkpwb9NWmFwqUIsXv8Ikkr/DQ8vN7hICz4Wz2C1aN5rGIkyPD57TTt9g9KazqcFePwoMHE+Xsvei/tmroqpxsiZy3DT0SmYtTJ8teKC7ibUTpkF41s8u+rBiP9chqJOZZg4tySyWf6TWPZvtZjSVtdYrSempRthZd3zUPRAIYZekYUUi7hScaBmTzmKny9G6KVKFiYseA79a9fg+efLWvCNbUcchHYbRZi7aiSw+XHMeb0Dw49myzwXRXMexPWNZXh+QWmb7QzV5Y5mb7ftTcD81/pg730t6XvabWcMrTh+5dN8n5s1fBqe/FUPVL+2CMs/i33bEOePApRiyoINhpwS8kMPzMdr/Wqw5LEl2NHkAGLbzlvjM2HBaxh6sd6SNShPkDbUbPu5ugizH7gejZuex8L3jY8bao1lhy0jzh1398TelY9i0dbwrU7A/GVZ+HjKQrS9VbXmJr81y3SYXMw3pNd+RHiz491FWL459n1myw6AwWrLvPjpc0pA9JO/6onvtpSg+PVy7Ecv5N5WgHG/zEHtu3OwcH282+c5pZ1QB8NgNay4OiJYPdtqSNyC1e7jMHf2IGRY6rHr6VlYdeRsk2nd/kQOBFu3vrN+qYQIVs96xaY7GKtANFbraXfCXExYMA2DPDtQ+noJNuypRa8bx6HozqG47EgJ5izYoPnyRVzU34yTTz+O5THqN9qj3WbdOxdzB2QAzl2YM3NVO315pFMwzZR59r1z8Vjf77D8qVVhYXW7F/A5sIGzOVhtzRdO8SqSoZj2h0KkfDSv3W5AzotgtZniOxvauQiG+lTfp/PlaEvq3dlar7Mx7unHkPP9csxa2REjlFpi1obPymA1ByknK7Hq0UUoD1lVa4PV1i7XhuM4BxZt0n6652DoqCIU3ZiCqiWPY8mXsTjI1rYvBqux0Oc6ElNAXF+MbFiNR1+oCDkAcc0/v+93mPiU8WE/iSnAvY4kwGCVwWrc5liVoUOvHShuGIHRjuV4fJmx4fdne3Nuj4DmrD5mBqvtUzyxCkRjtZ72OcrAWuUFydW1cvRVyG1q90LMnjsU9a9rR9C09mYg8kHEvt1mYdy8ubhsRzHqbx4Nx4rHsXx3OyP6V58gZd5BGjHcDIPVGGK266rO92C1XXENrvzcDlYNIiTax8S545d2fHesF7JqluDxF7Vn49YGpK1dLtHwYru/kdpPwVMrMbKxGFP+qywGG2zttRSD1RjgcxUJKpAz9TnM6FqBWXNLQgdMdM/BwB712PGl/wmGLIyYNAOFg3sgRcwY0FCLqs1rsDAwXYDSN+7/exYGXpUF2w/luG/mZ5j8+2nI+mQK5r0fBJL3SD/bi1nyCV+99qdu67oeyhN/etsKf+Kq+whMfrQQAy9OgU0sU1eDiveXY/lHmicw1M/k/SRF2Rkxan79IizhqFzd2stgNcbB6q+XbMRtP6zAP66YhFsuT5NrP/1NCZ5+cBH832uIz9yPV5E/LTiBQN7UxXjsjgG4uBMAz2l899EKPD6vBIfkGn6NxRvvB1bl49G1/h2+GIWzn8Ok4ZchzR5c5pl5JS2ehzU+I1ZzZMfRZdMULHTMwOJfuuQ8KaHRai6KZo7DiCuylAbfcBLVW1/GvNf9F3rBDin3KvXR4br9KHt9CdYEHi1s2vnIAMXxKVxXjECvdAeq3lTmCMoaPhkz7hwYmC/FcbQK5a8vRHHgW2Fle5VbgIHDc5AlJsluqEXl+wuxSHYw4qZ7KHoE6lTo4265Y5/EuGE5yBJ9k8eBms9KsGhFWaBTVrafhx7pygoch3ag9A9LsCFGI/La7fxlIFiNbtt074xPBaBcGJ58ez96+f08DuzfvBxzAnUlrB7cPhvLbqjFkifEpOf+P0MxY3Eh8LY/wGvNCVH5llKWtb+OeFw4+c9yvPy7NYHAsOlNfxby7puG8UN7KSdEcXL72wnk9g2dCiC0DrlkHSlZvBxlgTpibD3tVhfasOKieSuRu38WZq1s+ghNyLfD/hE1/m05qlDsfzQx7CLBdbQKZdo2PHE+lnXbj71ZA5HbzYaarWI0VXPtVumDQqYm2B7abiMecr/JeG5yF2x6ZCEcjy3G6IblePzFsC+Pwi5Ymuyvvy4F+o02lPnVRXjy3qHI6aZcHDm+rwipO0q/WI4TvUYgp5sNkPW2DC+/6cBND4+UF15yuX1lWP50c3U5vP5H6uua62vbUJHadVGdYFXWqUqUY2DgXOU6WomS3y9S+m5RD6aKx2fnoTSwbyJ0n48+f58VmCKiTecH0QffGDzz4JC4OFf6Ir2AMffeuZg8XO1rHLWo/LIWfS5vaV8TrZybufD332So58HlKzTTeUTzNFi+TY872vlbahk4lwCIcjNS8NQy3HRsSeiXxTfOwOJfASXqKEBD50TZZtX2qNNmdafhCWvnsk95exWKQ66Jop0vw5CvnobnJmWE1WFxDTcDPXbOwpy1+o89Rg9WxVMKk9GnWjPqU2xrag9UvTgLqwZErteAsfNz5Os15Rhbfq5Wl9H0ybX/KEPJK8WoCJyHjdQ1gxW5oz8mg1Wg9MVa3DRdnY8v7Bo4ZCqAKG1BtMOivuoNuajDe4rV6Tn0vqRqeTBgpB1FK+OOJja6vYjtR/aRHwenOYkajij9muMTF3JEv+9Ur5maOW9EdzXQvzcJdqK3N6M2/BwF4irQfSSefKoQlzn24m/bPsCmv+i/RCrngfmYdlUtylaXoORLB3JGFWHCnb2wX8xzKvtV5f4j40A5iletQrn63g3/wLMpv/NfNYrpz+aiZ4U/bG3a/nImzseM/g6Ur12NNVv92+qDmtf897ThfW4OJvxuBgbB/5RgCobeOx5Fw7Ow95XgQBZxPTPS8imK16xB+b5eymeG2VA+cQ6K41oIZ+fGGayGlUtbpwIQoemkfk5898EKzF/4F9RdMwlPz78P9r/egAcWKxtrEqyKuVon98DOl+ZjyZs7kf6LGXhs6mjYP7gbDywW0WrTYHXAk2/gueHAltcWYUVgmUJcvHs+Cp74S4tqW1yCVXGzOSkF6+RNRh5mLP61JtBSdj9nynOY0Xu/vGDdsAdqh9QH+195FEs+CXZIqf8sQ4lo8I4cFN47GSOzD6IkMAeUfrBalF2PyvWrsOZd/9vxijD3jwNRu24NSkUH2T0HI8dOQGFWpfrtkLq9Vdcj43gVylauQcmeFAydMg0T+tZg+aPB4Fw3EMx/Eot/mYpda4uxbksVUm4ch/Fjrwc2z8G8d8VNSQFmLxsJfFKM1WK+lt5DMW5cEYaayzHx6bO864oarBqxbVplWxasFqKPqwafvv0yVokTyp2TMe02G8on+Dv+8HogQtSwUYTihuLmk4GwtbUnRBmkTM/G/ndXoXh9FdB3pJw3tM/3L+PRxcrXK01u+uV8PVmoUpeR9eNXI5DtCAYkuGEGFt+bgb+tLcYHW6pQK+rIfUUYVFeMR59XH9gzsp4W9Q4d9+EJC5Yh638ivAgh/EZCDUBC59kVFwnT0P9YGV5+twSVDrUN99ofHAUr6ur1Gdi/tRgvvyLmRQr+0atvedMXY3zG31C89gOUq1MTPHj3IJx4U2/+uVAr0X9NTlmnlI0ou7HBUEXt4TBhwQwMcpQrFyz+/c2uwRr/I5gxK/OReHJxAVK/LEbx+nJUpSj9y/Uowxz1G3d5A3yFC9Vlf8LyNyuA64ow7b4R6GF2oeYzxcvRtxATphYg6+uFgdDIUF0eOxS2T2dhzpuir2tdf9BxNbG5LekHq69dl4HaPWVY9XqJtJ08ZQJyaparj4n5Ry5rRh90n4D5T/dEhT9sjcn5QX/kkaHyiVVfE1LOOhf+D8zHjMHAjnVrULLefx4cgazqVXj0BbUPE220WU9jNUE3WI16/hb7HO1cYuBmRISoox1YrvniTuzPzSf9YauRNqDsS9aeEqxauyHQZofayjFrdrHyhWyTc+9IPLm0ED2/L0fJWk2fcpUDZU/NQbEM/owcY7ixEqJmfTYR895Vf9dvGp6bloGPH9Z+YRC6XPRgFcDVEzB/Uh/sXTELq77MxbTnp6HHbu2bmfXrtaHzc7TybvW5Oji3nkM9v+c6y4LlIl8SEv1a0VhN7uBP+YPVKQuxX7RXdQ5fZThD+MhTA21Bdzn/9XvofNUtDwYMtCMDZdzBwoY3F6n9DH1sMYrMpeqIVSNlINpQEfo4KrFB3rtovwjRa18GXHVGzEVtkwlcFoYLjR88jwR6YeivCnDz9Tno1cUGxw978emHq7AmMP9xHmb8oRCOl0OfVhOjXSfbStTrQ3GuuAxVs+ZgjXYQlZgqcW4fVD2s3sM2+YI+/PoqQo4yaT4mJH+AxxeL66uw61dxfzE+FWVh5/DcRxdjWnoZJqqhrhj0MrD2ZSxcXKEOBMtCzuAeqN+uHyafRxVA91AZrIaxxCJYDR+NKl5WNckSHKEaHqw+8ur/YEDl3XjgD8r4VPnngcUozfsOBZMW6QSrt+C50llIf+/f8LD2Tdg3PIvSZ7qiZMTDeK0FNTsewaoILH6NPwXmJ5EdTbIaQqj7Lj7zYManmPd0cSAA6XX1QKTW7ECV7ID0Hi8Sgdk4pG7x3wDoB6sjXZowKqJV+PpFB9gHexfNwqrAI71Nb7T1ApqiecvQZ0fosH7cORvLrt6LKbNFcFqEuSsHonblQizxjyxp8khBCwq1Iz8aNVjV25noj4a1LFgNfzupeHFKIbDOH9Q1rQfi4rTQE6yDoaOM2nBClCerDHy6YA6K1W8f0TsXA5NrsEO9oA2/6S+csxJ5Py4KHdF452ysHHwQE5t7eVXYI9+tXk9H1pcI24oWrIa+IE3nZkC43x4aZgA5mPb8ZNjefRSLxJcxoq72qtJ9WZ7RqQCMfU69yFmrbte/H3/WBLIRwtbJv5sA20ePY8mWCFCtKfO752JZ7x0Ifvst1l2I2ctysXeKcuEmRwWH9YviZ4X20JesZU16DnMzNwVGy4TXZXERlqMZiSmP4vYnsTi3Bo/OXROp9GP4UpT2rMwRgtXsvVg4c1Vw9Lt4qdDPgi/0Ux7hqsJE2dcrXxpOy/w4UB6xOT8YC1Z1+4hRT2LZTVFelBdW76KXs96F/4NI3TQx5PE2XD0NiydnBC/u1fNJc55GSlg/WI12/tYbhRV2LjF0M6I+/RBo/+KL05tQ+2Jz04GEnRPvnouVff2P/fmPuABPLs5FzaPzIFtS+LlXLNO/BotCnsTIQtHT8zHwyCL1yxADx6gDHPoYIiCu2aalB/sB3bO87surgk8J+ZfJnTgfk3vvRcn+HBResgNz/MGx/IBevTZ6fo5S3q04V8ubzBq/pXoE3Yswd+5A1Czxl6+xa0Uj9bjDP6MJVjdAGVGc8+1yPL5CRKthddRQW4h0rR7el7YiGNDF0dvH5q/HOtzY4AabBqvqaDHtiDJDZSDa0Ei4dL8QNjoVQPg1u07/Hi1EMtDeDNLwY+ezwNUFmDCoB8TDuvX7NmCN+th61vAiFGZntFjmRHUJitv6MjgxGGtUIUbe0AMHAy+vCn8aLrhrISP3I7wQsHDOMuR+O0c+1RQyUCNwXtTe907A/JWXobLZUaRhfe7E+VjZY0fTlyiHTyV29TjMfXAEeqW44Dheg+/+XomP3y/RPKHRYvJzegEGq2HFG4tg9bZD+bjnWc2Kf/MGNl78l8Cj/6HBaiEWr78PjYsL8PgHkepa+IjVWXij7DKUj3gYK0IWEZ+7DYfy78H8FlTbjg9WldGCrhWPY4k/oNQ8Nht422j3kZjxRCFyLwAcJ2tR830VKt5dgzJ/WKUbrCoBQfBt8hGmAtB527x49GXa6Fz0ygw+tgTtY8a622t6UdI0eFG+Lc7RrDZQPJpHNgOPZ3odqP3+O1R/9TFK3vV/Q9SCAu3ojxoIVqPbNt3plgWrNyF09CIQGtTp3EyKETeTbOqo6QLMXjoQ383zf2vYlhNiFkZOfxKFV2UBzpOyLKu2lwRO/vJWMeyN1bqhos48mbljZ6DoxpzAdBVSTVOHjK6no6uIke1FC1ZDHn3Tu9kOf6wtsFHNjXyTka/BPdOvb7koeqwIQ/uq8yOpH1emEGjmqMSItbDpTWSY1kUTRDwwHysvrwyEbZHWFosyD38cM7it4HQlesev9xi5CHO0ZRH6GRFCFcD1J3+grH9UrekPjNSh9v9MpKkANI9lip1o0naVEPu7p0X/Ikb/TUbKOn/IHqvzg7Fg1Wgf0Xy9M1LO4X3uBMz/Y0/seHgeSkIKKmy/9dpoK+YMjjQVQOgbzcPN9A1DzAzejIR8WSymnhn4HebIudGUP9HagHgbfYGr6csxQujCzr1yVGydmBczbMqREFMDx6jbkEQ4nIeD8kWj+iFY+GKGRqzKhZRRd0Mz96P06XkoCZn+SG9/W3t+Dl9XS8/VYvmb4RCPcYbNlx3arvS+ODYaYLV/L9bsFkKCVTGiWExpk43q5Y9j+Zdhx2WwLegPggjvS1sRDBhoR2LKiGjXY3EWj7h50X6GXhz6a1ddDaq2FmORf45GQ2XQXN3T/120/kn5wiMs2AmZCi2438EQKXHL4mytI+fjfoVczwbu0Qdi2h+mYWBmK0Q091DGlo48YjNr7FzMH1yLRXJqw+gDiPT7RnUvAtcNO1EkBohoB2botb9YBqs3n8ScJ5aHzB+b1Xcg8gbchIGDc9ALVTovNzSmd65/isFqWAknfrBaiB8fHINnvjdedTs8WBWhw8RcdGmyiy5Uvxs2mkV8pncuRgzMw4ABucjpVosNgUfa9DutVgWr/SZg/vRBwPYNKP6oFJUyvNUZsdrkmyWjwarRN5iLDjsPA24ciEF9ewG7NY9IGi/Sjv1ktGDVkG3TXZYj6HTeuth0BIuRG0W9UTqagCNLjB7W3vi28YQoD6cXcv9dnIgGIveKLNSW+R+FbmWwKh/zVx5BXPdRuTJqOyxwMBqadGwFMbY1w3OsytXplHkzoWlgD1oYrI78z2Uo7PEdyt9fp0y/oIbiwS9u9I9NjIaecFXTHg4N1SjxP3ZjJFiNUZnLwOXYHDy+Qn8uRCka8oWUclztEqy2sj8wVova+1OtDVYBMSJ+4P45mLOrSPOFjr8ux+L8EMNgNWq9i3Wwqjn+RA5WtTcjmumOumlGnsgaaqANnH3BqtIfyOkMvrpVTm3yJ80USHotz3iwqkwBkJtSi0/llADatUUIViOM8gku2ZJw0+i5Okqw+vEULFyvd+0Y4ZzV3t1Va9YfHqyKeWgnPYfJl1dh+UygSOveXKgXcmOuVxYxCFYNtKMgQeQybg1TRyxjqP0YKoMWBquGXHWC1aht0q+WeGXREeXNbRgTyBo+DhNuykGGzYXar0oCXzLk3j4NBWL+dmOrUT/lQM32Uix5P+SVuVHWIL5Y1Hn6Riwlnv651YXV8tyod98Zvurm7jXF1D43oXZtLfo3eQ+NzohxnSkVs341AxNSPsbC13boTwVwrw0bAlMnKvsWOhVAL+TekIETn2gf+1e3/e4ULPyoRdjnxYcZrIYVc8cHq4DuVAC/mIU/XleDh2eLh/rDR6yKqQAeg/0N7cusACTIVADijZYj6l8OTAPgLwI5p2pWhTosXQSMvYD9/sf+xaeyMPn3z6HXnvswS06B0PqpAJoEI3fPxWtXfRd44Yfcp+6T8dzTXbAp0OkYu1BvGlCISafno0/1IsxaGTaSxH/wvXORl3ECFYE3Caod9Cig5JGFiMW7P9utR4sWrBqybbp3WRPnY372XizSPmIrPiaC+XtTUR4Y+dTaYBUQ25jb7WOUpxagz5dTgvPHteGEKL7V64X9gcf+Zc2d9Bye61WF+57Sf6GMkcdz5XyfyRuCLyzwn8Q1j/AaWU+71YM2rlg+anp1bXA+VP/6uhdi9tyhqH9dO6+pTpnr3BA22aUWBavi4mk8bH8Nnfc1+lQABZj9xxGoXx0+ajNsnkLdqQCyUDh9AlK2LsSanUCsyjxiW9IAxSZYBXQfEb9xAmZfdRTzXiwFWtkftLF6xWjx1ger/i9Big/3x2iX9kVmsTo/GAtWjfQRRupd1HJu0ofqtye9qQBCR6frjQCOXpztNmJVznsc7WZEuV4RL5vI+p9ypP6yDyqnaEbqGmkDulMBDMWEp67C0d8tUV6EpjcVwFXfhZ0z9aYCiPaERwRfdST+hpo+uNmxPPTlXDqLGAqGAAydvhhFncuxoDoXM/vXyLlpg7e5evW6tTesoetqzbla+QIw7FpObyoAA1/CR6/FcfiE7nk0V46y77WnChicgsCob8NtwUiwqj8KutlgwEA7MlLGcVA2tElD7cdQGbQwWDXg2nTEavQ2mchlYajA+KHzRkDMJzzjBhuqNq5DydvifQ1ZyBk1GkWjhiJDM2e8mOZm2nU2VAbeuTEUt95+EzJ2zsMSGUo2P4hHzqfc24b6r8Nehqlzjyq+AJt21UnNy6sKMW50Lk782X8P05qXV+Vh2h8eRK996lzvR3oh91dFmJyfypdXRajtDFbDYOIRrF5892K8+lDoy6seeTgfXT/5De5ZuPMce3mVCB1uwoklTR+lgnihx+8uQ9VTyuPYRU+vxFCv+mKXfVnIGVaIcffmoFa8rS7w8qrrkbon+KIG+fKq3gdlGKlMKdD0ZK8bjIiLkwd6YO/aJVjy0X70unEciu4cipzkvcE3jrdgKoCRnhLM+6+y4GN/o57E3DE9UbO5RH05VS4KRhei75HVWLi2GrhhGhY/0At71c63tncuCsdOxsjU8qiPCsf9TBYtWDVkq3MUMlAbiax9avmKOjBKnCjykPp37Uje1gerEBOEz74eWajBhkdCX8LR6hPi2LlYeaNLPbntR1bfoSi8bxxyDge/TGhy06/30qmxI5B9WvPyKnGjfb0LZa8vR/Fn4mVuikWPk5rPGFlP3CtMpB0Q87lNwyCP/w2VtYF2eNnRDZjzuxLNYyl6Za4sf725MvjCu2G3YvRNGdg5d4ny5USUYDW83Yqb6KGuMqz+YzEqkIORt49DwQ09cKK5qQBun42VN51QHwUKPVYZcPaqUl+IJ25WpyH3tOblVWL9V51Aqb//ilWZizeYzi5Cz0NlKHlTebNn7m0FKOxXi9ULilEdsxGrQJbo6+4MfRFb0a+uR8aXSzDrlSrlRV5R+9qztZK2IViFmAKnCH3M9agUj9VqHiWWZm0+P4g2MRJ4ex4WauYLa6++Jmo5R3i5iZGXV0UNVm8sxLj0PVgjXg4Y4U+7BavqY+vR3qQro9V752LudVnAoQ2h8xsbaQOizT4d9vKqsYW4Pn0Xljylzufb6pdXtTJYhfhyaBoGptdjR7PzxSqFYigYEmHt3akol1MAZKFo3nwMPCymM/BHq/r1unXn57DzRqvP1QZeXnVOBatiSoBpeG5qLjJcezUvhzXy4iQ1PFjVB1XzZmGNdiqv10JfXtXiYMBIOzJQxmft2WbBa+hTHWXaIUP9UbRgNey8YcRVL9iJFiIlcFmcrXWE+xUvgSzk3T0OBddrpmZziYyQWbUAACAASURBVNGvJVi+okzzYtwsjJg0A4ViJK0NgMeBml0bsHxxqfqZKE9HirY4KQu7nhBT8GiPVe+LDHVb1/VAigVAQy2qNq/BQv+0IeEvrxKr6z4Ckx8txMCLU2ATy9TVoOL95Viuzlsrt3h1EZ68dyhyuqljgR21qPxgCRa9r339b7zK4ezbLoPVsyBYFbuQN3UxHrtjAC7uJBreaXz30Qo8Pq8Eyuuswkesip9djMLZz2HS8MuQJmZwVpd5Zl4J/tHCetaRUwHI+UcGhL9cwb/D4u3J89HH/+KT8AbvcmD/1tVY8pp/3lHRIV2Gmv0pyLkiS+lI6vaj7OU5WBN4lMxgsIqwDslxEtWf7UXK0B7YO2EWlHGGxkasIl+8ATwXXSwnsWPxo1gisnExvH7skxg3LAdZom/yuHDyn+X408o1gQmgQ34PwHG0EhuWLkJp4EK0hQXbUR+PNLdlYO4bI7YRdja8Q1dPXItWBENr/ZdbGJhjVd1k0bzXMLS+OHQkqPxda0+I4cu54DhQjtXLgmWt94h1YI5d/wnxawcu6/EdpgReXpWLopnjMOKKLHkCFHNtVX51AjlXhY5qjr6ejqoYrdhO9zwUPVCIof72LMp7TzmKny/WjGAS641wo6BzkbDjo+VY4r8AaG66AL12K+vfCOR0s8k26/ihEpUncpDrKVHfyBt+jOGjw8J+r77pc+8cdS5fdX/zfqJcsLiOVqHs9YUoDvRfMSzzsLbkOlaN8rXLsUZ9WV6sRqwG+rrhOchKVi8kPytBsM22oT9oRZWK7SJtCVaVEciTL9qFx2euCpm7Klbnh5FidIOYguLYDiz530sgHv6K2teIi+QvT6LP5Qdb3teIc1rEcm7mwl97k/FZ2I2IkakADEz70X7BqsGbEVnxijB31VDUrw0d9R44t/hvgHSvN/w3NGr/I64Jvq9AyeLlKPPfYOl9qRnezkWf8vYqFPtfihmh72x2jmtNI5JPX1xSqfsCwPC2pjdHpPIZdW5n+YVPAeyb52Deu+o0JWL05+9CX+SpV69bd34OP2+08lwddi1X+48y+WVeReDG1+C1Ymw7p9isrZknP3KnPocZ/Wo1gw2MtoUcTJg3A0MvtcG1bwMmPi1e4qfTl4Zfh0cNBoycS6KXcWzgYr8WQ19MiM1GDUeaC1aBpu3LiKvB/j0kRErcsoh96XKNFKDAuSjAYDWsVFs0YvUcqREdGazGlszIPJix3SLXRgEKUIACFDiXBJSR1NFfpHa2HLPyJcAczFoZec7gs2Vfz639CPvy+9w6OB4NBShAAQpQgAIUaLUAg1UGq2Cw2ur2wwUpQAEKUIACiSMwbBrm3wpUrC1F6Zdi2psJePDe64Hy4Mv1zu6DKcTs32djx/MLsSHk0bize6/Phb3rdfuTmHmrHRumhE6bcy4cG4+BAhSgAAUoQAEKtEWAwSqDVVx22WVtqUNxXPYh/P6lLGx56FnIF7HyDwUoQAEKUIACzQhk4d+n/CfuuranMueXy4GDn7+F/1r2UZPpCchIAUVgFH7z0j34edIJfP3W03j2LxwpzJpBAQpQgAIdL/Dzib/D9LyekJcvRz7BC795CV/j53jo2em4obv4aWv/uHCw4gU8tfLr1q7gvFzOarWel8cd6aAZrIbJcCoAtg8KUIACFKAABShAAQpQgAIUoAAFKHB2CIx4bDHGibnkxZ9jO7D8fy9BBUZgxuJxyFV/3No9PblzOR5dXNHaxbkcBcBglcFqAk8FwBZMAQpQgAIUoAAFKEABClCAAhSgAAUoQIH4CDBYZbDKYDU+bY9bpQAFKEABClCAAhSgAAUoQAEKUIACFEhgAQarDFYZrCZwA+auU4ACFKAABShAAQpQgAIUoAAFKEABCsRHgMEqg1UGq/Fpe9wqBShAAQpQgAIUoAAFKEABClCAAhSgQAILMFhlsMpgNYEbMHedAhSgAAUoQAEKUIACFKAABShAAQpQID4CDFYZrDJYjU/b41YpQAEKUIACFKAABShAAQpQgAIUoAAFEliAwSqDVQarCdyAuesUoAAFKEABClCAAhSgAAUoQAEKUIAC8RFgsMpglcFqfNoet0oBClCAAhSgAAUoQAEKUIACFKAABSiQwAIMVhmsMlhN4AbMXacABShAAQpQgAIUoAAFKEABClCAAhSIjwCDVQarDFbj0/a4VQpQgAIUoAAFKEABClCAAhSgAAUoQIEEFmCwymCVwWoCN2DuOgUoQAEKUIACFKAABShAAQpQgAIUoEB8BBisMlhlsBqftsetUoACFKAABShAAQpQgAIUoAAFKEABCiSwAINVBqsMVhO4AXPXKUABClCAAhSgAAUoQAEKUIACFKAABeIjwGCVwSqD1fi0PW6VAhSgAAUoQAEKUIACFKAABShAAQpQIIEFGKwyWGWwmsANmLtOAQpQgAIUoAAFKEABClCAAhSgAAUoEB8Bk8/n88Vn09wqBShAAQpQgAIUoAAFKEABClCAAhSgAAUoQIHEFGCwmpjlxr2mAAUoQAEKUIACFKAABShAAQpQgAIUoAAF4ijAYDWO+Nw0BShAAQpQgAIUoAAFKEABClCAAhSgAAUokJgCDFYTs9y41xSgAAUoQAEKUIACFKAABShAAQpQgAIUoEAcBRisxhGfm6YABShAAQpQgAIUoAAFKEABClCAAhSgAAUSU4DBamKWG/eaAhSgAAUoQAEKUIACFKAABShAAQpQgAIUiKMAg9U44nPTFKAABShAAQpQgAIUoAAFKEABClCAAhSgQGIKMFhNzHLjXlOAAhSgAAUoQAEKUIACFKAABShAAQpQgAJxFGCwGkd8bpoCFKAABShAAQpQgAIUoAAFKEABClCAAhRITAEGq4lZbtxrClCAAhSgAAUoQAEKUIACFKAABShAAQpQII4CDFbjiM9NU4ACFKAABShAAQpQgAIUoAAFKEABClCAAokpwGA1McuNe00BClCAAhSgAAUoQAEKUIACFKAABShAAQrEUYDBahzxuWkKUIACFKAABShAAQpQgAIUoAAFKEABClAgMQUYrCZmuXGvKUABClCAAhSgAAUoQAEKUIACFKAABShAgTgKMFiNIz43TQEKUIACFKAABShAAQpQgAIUoAAFKEABCiSmAIPVxCw37jUFKEABClCAAhSgAAUoQAEKUIACFKAABSgQRwEGq3HE56YpQAEKUIACFKAABShAAQpQgAIUoAAFKECBxBRgsJqY5ca9pgAFKEABClCAAhSgAAUoQAEKUIACFKAABeIowGA1jvjcNAUoQAEKUIACFKAABShAAQpQgAIUoAAFKJCYAgxWE7PcuNcUoAAFKEABClCAAhSgAAUoQAEKUIACFKBAHAUYrMYRn5umAAUoQAEKUIACFKAABShAAQpQgAIUoAAFElOAwWpilhv3mgIUoAAFKEABClCAAhSgAAUoQAEKUIACFIijAIPVOOJz0xSgAAUoQAEKUIACFKAABShAAQpQgAIUoEBiCjBYTcxy415TgAIUoAAFKEABClCAAhSgAAUoQAEKUIACcRRgsBpHfG6aAhSgAAUoQAEKUIACFKAABShAAQpQgAIUSEwBBquJWW7cawpQgAIUoAAFKEABClCAAhSgAAUoQAEKUCCOAgxW44jPTVOAAhSgAAUoQAEKUIACFKAABShAAQpQgAKJKcBgNTHLjXtNAQpQgAIUoAAFKEABClCAAhSgAAUoQAEKxFGAwWoc8blpClCAAhSgAAUoQAEKUIACFKAABShAAQpQIDEFGKwmZrlxrylAAQpQgAIUoAAFKEABClCAAhSgAAUoQIE4CjBYjSM+N00BClCAAhSgAAUoQAEKUIACFKAABShAAQokpgCD1cQsN+41BShAAQpQgAIUoAAFKEABClCAAhSgAAUoEEcBBqtxxOemKUABClCAAhSgAAUoQAEKUIACFKAABShAgcQUYLCamOXGvaYABShAAQpQgAIUoAAFKEABClCAAhSgAAXiKMBgNY743DQFKEABClCAAhSgAAUoQAEKUIACFKAABSiQmAIMVhOz3LjXFKAABShAAQpQgAIUoAAFKEABClCAAhSgQBwFGKzGEZ+bpgAFKEABClCAAhSgAAUoQAEKUIACFKAABRJTgMFqYpYb95oCFKAABShAAQpQgAIUoAAFKEABClCAAhSIowCD1Tjic9MUoAAFKEABClCAAhSgAAUoQAEKUIACFKBAYgowWNUtt1149oUnsNJImV76e3x7Z//onzxSigl/WootAIb1X41Vwy6KvkyifsJ7GBvfmYulx4Fbb/g9pvZLa/5IDpViwttLscULJGVMwof3jMEltkQ9+A7c70Ob8du/voovMATP/HoSrkntwG2366YO461V4zHzFIDOj+DzCQXIatftGVn5N1i3fCcuKLwHQ+K/M0Z2mJ+hAAUoQAEKUIACFKAABShAAQpQoJ0FGKwyWI19Ffv2VdxS+iaqxZqjBWP1u/Ds6iew0gl0znwE6+4twCXm2O/SubjG6g1FuOXvx+ShnVthPYPVc7G+8pgoQAEKUIACFKAABShAAQpQgALnmgCD1WjBatr9WHdXAS6JVPKWNHQ2MlLwvBqxWo01r07Hb08B+YNWYtkNkUbnnsbXW5Zi6Z7t+D7jEfz32OEMVTX1rHbLdFy7q0r+ZOKID/GbfmGV8Lt3cE/pClSgP14Y+3sUdD9XuqfzO1g9vus9/HlPFm4ZMwQ9OXL7XKnUPA4KUIACFKAABShAAQpQgAIUOAcFGKxGC1ajjbg0WinOp2DVqAk/16xA1GD1nPU7f4NVz/fb8M6nbuTdNgyXppyzBcwDowAFKEABClCAAhSgAAUoQAEKnBMCDFYZrJ4TFflcPAgGqwamkuiwguccq+1JfXTbG9iIfNwzpFt7bibB1n0U297YCNwSNq+vtw4Hv3fioku7wZJgR8TdpQAFKEABClCAAhSgAAUocK4JMFiNdbDqPY2vK1Zg6a7N2OhqBMyZyP/J/XisfyOeLdV7eVXzo/OihmunqlFatgIv1VTha3cjADuyM4dj4qD7cVffTP36Wrsdaza/gzVHdqHaC8Cchp9nDMFD109CQXaEF025DqOibCmWfrsLFeK4YEdWan881H8Sxg26FEnaLWlG5yLSy71qt2Plh6/irR+r1X3IRF7XW/HQTWMw7JKm+/DFu7dgzAGxkQK8M3UMnGVL8fw/d+ELcczC+LIZmDtyMLJa+uh0K/3ac9+1ZR5egNq5VJurG63yanZUtaaeijKY/giuCdu52l1vYulXpXj/2DGI904lWS/CsB5345ERt+LnnfWr4qnqD7D001fxllxGqbuPDClAw5b/aP7lVa2pw23qvTsmWD1YvhrrDl2JsUWDcUGb9jexFmawqldeEYLVI9uw+v3DyL1nDHKNTEOTWFWBe0sBClCAAhSgAAUoQAEKUCChBBisxjRYPY0v3p2IMQeUFwqF/DHbkeRthLPJi4baEKweKsWUt5diowhHm/yx45o+v8cbv8gJCT1rdy7APVs3Ky+W0llmWP+VWDUsbE7U+l14/vX/gxfPiEC16Z/s7jPxsnZ+1CjB6r8q5uLBz7dF3If8ASux7MbQfQgGhTkYllGNLSea7ktS15n4fNxwRMjwmu54K/w6Yt9jG6y2wKu1war3GLa88x+YUKNT74W6OQcLfvUC7ro4tAicu5didFmpTj2wI8ncCKeo1zpTcbSqDre5W+6IYPUgtqzegoMWD3oOG49hPdu80wmzgoQMVmu34Y0Pgfx7hqB9xtlGCFYTplS5oxSgAAUoQAEKUIACFKAABc59AQarumW8C8++8ARWRin/8DexO79YgP4fb5bhKZKG4Jmb7sftl9jxw99L8duKd1ChBqChy7UyWPVW4cU/TsfzYmPmbEzNm4HxP7sIOLYdq8sW4cXTInjMxGO/KMbUPuqBHNuM6a8vQKnYj6ThWHX7DIgMtfafpfjdhytQ6hLrGo43Hp6JvMAQ1GPYuGY8pvyorO+ufjMxdXA2upyuxvvlC/DbIyJMs6Pg2tV4IU8dIdtcsHroHUxYuwJbQowycfJfH+DFba/iLRneZmJq/mo81tceKIFgsKoc72N5M3DXzy5Cg1ju4xV4S6JfimcKV2JcxDeNaQq0NX4dvO/RRisbG7HaAq9WBqunKv4Prv18u6z32T1m4uVfDMcl1mP4+pNF+I+vtuNforr1mINddw0JhvzObfjtH+dijWwTwXqVfGw73tq8CM+fUoPz8GC1VXU4Fh15BwSr1Rvxyu6LMOayb1Fc2x8P/XvvWOx4QqyDwapeMTFYTYjKy52kAAUoQAEKUIACFKAABc5rAQarMQtWT2Pjmjsx5UexwhwsGBs2Qu/bVzG69E18HaMRq86dC9B36+amoabYfP02/PZlJbS6pM8LKP9FjnKUf38Vo7eIZYBbb1qNqX2DB/+vzf+BoV+Jcax2TM3/Cx7z/+7Amxj97qtyv7P7vIAP/esSi3oPYM3LE/HbegBdZ2KXf7RoxGC1ERVv3Yl7akRopmOkDc0yZ2DX+FsDo0+DwepF+E3Baky8PLjvQQtg4ogP8Zt+0dt0y/06ft9jE6y2wKuVweoXG8bjt3KahiF45qFJuMbs9z+Mt1aOx8zTItwtwDuPBqcPEGFs/8+3yw8Ou2o1Vg3XjFD2VmPlS/+BZ8/ojFhtTR2OXh0MfKK9g1UnKv/8Cg78bDJGX16J9948jH735aNPwFKzi+pIyesHOfFp+V7UeXpi2OTRuFJ7FHX7sG3TVuz5wQEPLEjvMQDD8q9Bz/CpMhwHsH1zBSprjsMjQm5LCrr3HYb8IZdC791Zjv3bsLF8D444PIDZgpQL++LGm4egd7oBQv9HjlRi3ebtOHhSrCMF3XOGYQC2YmuEOVbr9m1D2VZ1m5Z09Bw4DKOu7tmy+UWNeniPY/fGD1HxL9XDdgEuvfZm5PfTzmcqAs93sLtOc8w/GYbJt2lKIMJo1uYC5CO71qHsbwdR5wGQ0h39hg4Atm1tOscqRF3ciz7hZS52x3UQX2zchp1qeVpSuqHPdfkYdkVLCqgFZcmPUoACFKAABShAAQpQgAIUOM8FGKzqVgDNiNW0+7HurgLoDoJMSkPnwMhOzTLakDEQJpRiwp9iN8fqF6W3Ycy3IqAcjlVTZmJYyCSnjfjXnl34XgwhzMhG3mUR5lrVZjVbpuPaXVXyJ9pwsnbrdFy7U/z8Ijxz52qMuzQU7NR32/H1CTEk8VJc0/ciZURixGB1F55f/AReFAFOxiP4/P4CZIX5V5TcgnvEEMew49JOBbDg1y/gru6aBXcvxeVlpfIH4aOII7Xvlvt1/L7HJljNgWGvVgarkfvQyPOyBstzMJZN+L/ID5m/oflR3JG2F82rbX19OwerztAw9Zu/LMeeSx/AHVeFNGzlEERoV7oHnq4DkD/yGnQP/4jjG6xbWwF3/1EYldsdSZ467PukFBt/6IOxd2nnbj2O7W/9GQf7jEJ+v+5IsQGek/uwdf1GHMkei7GDwmZ5PbEda/98EH1GjsI1YqOuOuz7fCO2fNsNt4wfBkMzFzgq8d7rXwCD/PvmwIEv1mNr1XGgzx1NXl7l2LMOaz9zI3eUss1m9y9SARv2APZ99Ao+tQ1DwQ29kW4DnEd2Y9OH2+DM1SmL5qYCaGGw6tj1HlZ/CQz2H6fjAHZu2Cr71j4FYS+vihSseo9g29r3sP/ifIzK640LkjyoO7ATZZu+hvW6sRjdVy8qb1ur4NIUoAAFKEABClCAAhSgAAXOdwEGq7o1QBOS6szxqLvIj6WYsEYJTnVf2BQxtGrNVADa0bH6LxKKWLG9p1G9sxRr9nyAihOHlRdHhf3RBqtf//VOjN4rhhzqBHSRNhIpWD21GdNXLYCMQCO81CoYjoVuL7bBaiv84rDv0YJCY1MBdFCweuoAtmx/E2v/uQsVZ5SXV4X+0dbTYyh9tQjTRSCv+yKsKMFqC+twbDr59g1Wj3++Fu+cuAYP5avzdqjTAtz9y9zQF8MFgtV6DH5Af0SreAHWJt/NGB8ySetxbC9eB8eNBuZu/edGvLTzAhTdNRgh4xz3rMPy6t6YPFo7JPw4vtlSCQwYhisNDIoUIzbfqx8cPE61cA6UvYKtyaPDglUx5+wmYPh4DPuJphRFwFvqwBCDYa5xDzESdT0wYjyGaL+4ObAd62t7YtSAsOg4ZsGq2O57qL/2IeRna47TewCbVm9F0i+MBat1f1uLN76/EuPvyA0dbfz9Fqz+yINhD9yMsO/FYtM0uBYKUIACFKAABShAAQpQgALnsQCDVd3Cb0WwGi14OxuCVe9hvLV6ImaqL34Sb23P9j8a7DqGr93KvJbtFqyKeTWXzcWaRAxW47DvCROsHirFhLeXYosM6e3ISsrEheoj7D84D6NW/lwbrEYLtpsJVltRh2PTv7dnsCpCz3dwfNBDyP+purfevdj4yhe4oHAsBmeEHUGzL006joo//RnOGx8IDSPFQPKtq7El+Q6MHRQlAY20fuderH9zE45n9UPuVVfi8u7dkKIzoLY5793rlmNf9mSM1kxDIj6v+4j8sQq8UerEsPvDR8MewbY1W2D/5VgMjhrmtszj6Gdv4J1vrOjTdzD65XRHt/SUyFMOxCpY9e7GuhX7dB7tjzTHqv5UAGKU897ekzH65+ElILzKgFvDA9rYtAyuhQIUoAAFKEABClCAAhSgwPkswGA1VsEqNI+Kt3YqgLRJKJ84JmTagUjhWvOPsutX6eC8lmkYl/ffeOba4LyWkbYTbSoA3S0ZmQpAzwjA2TEVgN5RRSnfdtj3eAareVetxhvaeU8R6bF+TUhqG45ld81EfmB+h2amAghMZdGyqQBaU4dj08G3Y7B6UIwoBG4OCxD3ffQStnceg7HXhj2S32ywqjP/pwYgvd+Y0FGhrqPYXb4FX+w/Cod4eZ3/T3o/jNF7273rKPZ9sRu79u3D0VNOIL0nBtw0Ctf0tBhgjjAiNFKwKo6zZDe0U5lqdhD9Co0EhS30AFB3cDcqv/oG39YchcOTgm4/y0P+jX2QHj7fbayCVbGeD4AR44ZAO1AWaEmw2vyLrr75y2ocvtrAaGUDpciPUIACFKAABShAAQpQgAIUoEBQgMFqzILVsJdXhc8DGvHlVdrlms6XWr1hPG75+2G5l9qRpNqXL427sRjPDEgLHol44/2y6XjeBSRd/nvsKegvfxd8nH4IVj00B8NSg4sEX14V9gIozcurrvn5Srzz79qHSY+hdHURph8LmzO1tS+v0rx0CxFfXtWCR9ubaekt94vy8qp22PcOD1a1o64vnoM9Y4cEH0PXvlAqZPSpZnR395nY8+vhmkfXNS+vCnvkP+TlVf1XY9UwYy+valUdjkmP337B6sEtr2DdN2JCZJ0/KVdidPgj71GD1Y06LzzSW/lRVPzpPRzIuhHD8nqje6o6/LTZ9WvW43XiSOV6rP8iBUMiTEsQvtUWjVg1uh/Nlm/zgWO0qhGY0/XysS0LuFsyxypHrEYrBv6eAhSgAAUoQAEKUIACFKDAWSvAYDVasNrcy6vEspY0dFYDSufupbilrBTy3UtJQ/DMTffj9kvs+OHvpfhtxTuoUOczDX/B0r/KJmLobvladWT3mIH//rchuNB1AFt2LMWcb6sD81WGvPFehKd/nI7nRR5jzsbUvBkY/7OLkHS6Gu+XL8Bvj4i0MxOP/aIYU9VpG3W3g8P4uvJNPFu1DV+r+xeyHRzDxjXjMeVHMU1AJu7qNxNTB2eji/MwvqhYhCnfVsMJOwquXY0X8tSXZEUMVgEceBNj3n0VX4QYZcJ5bBte2rgUK88o25mavxqP9bUHSie2c6wCaIVfh++75qVc2T1m4uVbcwBXJi7pqrjEfI5VHMCalybit/Vi7ZkYN+j/4pH/dREajmxD6daleP6UMlVE6GP9+svgWBU+qFiKZ48chhIZhs0F7NyFZ1c+gZVylGSwXiUf2463Ni8KbitsjuPW1eFY9L/tFKzKR/4rkHSr3mhCMcfoejhv0EwRIAt+G974EMjXG1EKQMwpur3LGNzRP8rLiiKNlNy/Ca9sS8LosPUf3LkeB7NGYXDIRJ0tCy5bPMfqmu24oPAO5LbhvUuGPeq+wZadQO6wKxEyRljMLfvPPph825WhFSnaiNW/uptMYyBC9C3W8LlkYzfHavHhn+Oe0f1C51g9sg1vrHfiRs6xGouOgOugAAUoQAEKUIACFKAABSgQIsBgVbdCaEbhRaswIS9hOo0v3p2IMQdEqBn2JykT2c5jqNZ7c/2xzZj++gKU6rxIKjspE9VOZX2hgSeAkLktwzdox7B+/41lIy4NjiCs34VnVz+BlTqD45LMdji9SnA27sa/4JkBwVATzSwnPp/dYw7euWsIAi92by5YBfCvirl48PNt0qLpHzvyB6zEshs1IxhDRtvGZsSq3G5L/Tp638W8rn+cizWaeqEN5WMfrAJiJOm1n29Xw1Bt6WQiO+kYqmXdCQ1JxRcKo8tKdcrTjiRzI5xy/5uOxo68nGZb4S+Pa20djtaOo/6+fYJV51fv4ZWqnhhbNDg0zFP3p8lLrcTPo43kdHyDdW9VALmjcHO/7kiRb7f/BtvKdyP9ljHBOVvVUBc33IERV6bD4nXi+L6/YdPW3ThqazoVgPMf6/Hm58CgW25Gv+5JgH/E6q4UDLsvH73DH5XXMxX7trYC7v6jMCq3O5I8DhzZvRHrPz8Ce/g0BQAce9Zh7edA7q03I/eiFLmPR/6xDVu+TscthfpmTTZr1ANiBO86HLxkGPKv7Y10GxAYsZo9FmMHhU3J4KzEe699i16/vgPXNJnrVQnFj/+8AKOu7o4kOHGkahPKPj0A5IRNx+A/zs/cyB01Ctd0T4LHcQSVH67H9sN2nSkP9OdYhfcItq19D/svzseovN64IMkDx+FKbNxQ+XxG9AAAIABJREFUCet1YzG6bxvS6ajtgx+gAAUoQAEKUIACFKAABShwfgowWNUt99YGq2Jlp1H9yQo8v2szNroaAXMm8n9yPx7LvwhvvfQEVuoFq2KxH7fjxb8uxeoTyst+Otv6467+k/BI+gfov7lU7mWTYFX88FQ1SstW4KWaKuXlU+Y0/DxjCB66fhIKsjXTA/iPU/380u93odoLJFkvRf5PJ+Gp/ofx5Nql2ALgkuwXUH5bTqiM6zAqypZi6be7UCGOC3Zkp/XHXQMfwcT+oSEoogSrcsW127Hyw1fx1o/Vcj/Efl/TtQCP3DQGwy5put8xH7Ea5mHYr4P33fltKZ7dtAJr6pWyLRi0MjAyuD2CVXl4X63AnE8+wBbnaTkaOTtzOB65fhKyvroT98iB1WGjT2U1/ABLP30Vbx07hlPiBVap/fHQtTOQf2wuhu6qApCGx0a+i6k/C61Wzm8/wPPbgsvJbQ2ZhJ/suhNjxLbCg1VNnW9xHW5TH98ewaoDle+txrc/fQB3XBXhLVBqeHf5fXcg1/+RaMGqOM66fdi2aSv2/OCAxwtYUrqj79B8DOkVGq55Dm5H6aZKHHF4ALMFF/TIxeD/1YhP/6fpaEux2uNfb8Kmnd/iqPr5lMzLcc3wm9FPHaxuiPjYbqzfWIEDJ9VtXpKHa9Iqsd2UHzr/q7qyun3bULZ1T2AfUy7si2G3DMGlLckJDXrAcQDbN1egsua4dIPtAvTsl4ebr700dBSo3Dcn9m1+Bxv/UQd0ycXYX+eFhuNHtuO9jUFbud+9jmNrfZ7ucR7/ej3Wf3oAdR5lu5dedw0679quM61DhGBV7JLrIL7YuA071f23pHRDn+vyMeyKqG/5MlR0/BAFKEABClCAAhSgAAUoQAEKhAowWGWNoAAFKBBVoD2C1agb5QcoQAEKUIACFKAABShAAQpQgAIUOIsFGKyexYXDXaMABc4WAQarZ0tJcD8oQAEKUIACFKAABShAAQpQgAJniwCD1bOlJLgfFKDAWSzAYPUsLhzuGgUoQAEKUIACFKAABShAAQpQIC4CDFbjws6NUoACFKAABShAAQpQgAIUoAAFKEABClCAAokswGA1kUuP+04BClCAAhSgAAUoQAEKUIACFKAABShAAQrERYDBalzYuVEKUIACFKAABShAAQpQgAIUoAAFKEABClAgkQUYrCZy6XHfKUABClCAAhSgAAUoQAEKUIACFKAABShAgbgIMFiNCzs3SgEKUIACFKAABShAAQpQgAIUoAAFKEABCiSyAIPVRC497jsFKEABClCAAhSgAAUoQAEKUIACFKAABSgQFwEGq3Fh50YpQAEKUIACFKAABShAAQpQgAIUoAAFKECBRBZgsJrIpcd9pwAFKEABClCAAhSgAAUoQAEKUIACFKAABeIiwGA1LuzcKAUoQAEKUIACFKAABShAAQpQgAIUoAAFKJDIAgxWE7n0uO8UoAAFKEABClCAAhSgAAUoQAEKUIACFKBAXAQYrMaFnRulAAUoQAEKUIACFKAABShAAQpQgAIUoAAFElmAwWoilx73nQIUoAAFKEABClCAAhSgAAUoQAEKUIACFIiLAIPVuLBzoxSgAAUoQAEKUIACFKAABShAAQpQgAIUoEAiCzBYTeTS475TgAIUoAAFKEABClCAAhSgAAUoQAEKUIACcRFgsBoXdm6UAhSgAAUoQAEKUIACFKAABShAAQpQgAIUSGQBBquJXHrcdwpQgAIUoAAFKEABClCAAhSgAAUoQAEKUCAuAgxW48LOjVKAAhSgAAUoQAEKUIACFKAABShAAQpQgAKJLMBgNZFLj/tOAQpQgAIUoAAFKEABClCAAhSgAAUoQAEKxEWAwWpc2LlRClCAAhSgAAUoQAEKUIACFKAABShAAQpQIJEFGKwmculx3ylAAQpQgAIUoAAFKEABClCAAhSgAAUoQIG4CDBYjQs7N0oBClCAAhSgAAUoQAEKUIACFKAABShAAQoksgCD1UQuPe47BShAAQpQgAIUoAAFKEABClCAAhSgAAUoEBcBBqtxYedGKUABClCAAhSgAAUoQAEKUIACFKAABShAgUQWYLCayKXHfacABShAAQpQgAIUoAAFKEABClCAAhSgAAXiIsBgNS7s3CgFKEABClCAAhSgAAUoQAEKUIACFKAABSiQyAIMVhO59LjvFKAABShAAQpQgAIUoAAFKEABClCAAhSgQFwEGKzGhZ0bpQAFKEABClCAAhSgAAUoQAEKUIACFKAABRJZgMFqIpce950CFKAABShAAQpQgAIUoAAFKEABClCAAhSIiwCD1biwc6MUoAAFKEABClCAAhSgAAUoQAEKUIACFKBAIgswWE3k0uO+U4ACFKAABShAAQpQgAIUoAAFKEABClCAAnERYLAaF3ZulAIUoAAFKEABClCAAhSgAAUoQAEKUIACFEhkAQariVx63HcKUIACFKAABShAAQpQgAIUoAAFKEABClAgLgIMVuPCzo1SgAIUoAAFKEABClCAAhSgAAUoQAEKUIACiSzAYDWs9Ooa6+VPxv+0K7xeD5JsZtitAEwAfF6YTCZ4PT40es042eCFy2tCepIZnSxeJNtNsJmARrcPZ9yAxWKFGW6cavAhRXzGZobP48EZlw+NPjOSLT50spphM3thhg82mxVe+NDg8uDwKYgVoMcFyWg8U496F2BPSkJGJzMOHzuD040m+Exm2M0epKUAaTYzUm1W1DsacbLRhE6d7HLbxxweODxmWE0+2O0WwO2Fy+2FzWZD106A0+WCwwM0eExyv3w+IMVmQlZnC5LMHpgaAZvdApfHA4fLhHq30PHBInbPapIeHpcHHthw2uVCJ5sFne1mOFwunHYByRYLOieb0OByw+sFTCaFMq1TMrxeF9weL1wesV0zzGYTPF4PzCYLzPAgJckCq9mE0w1unDpjQnKyFV06+WDzie35pL1wSzYDndOS5XpOOtw4Wu+B2wekJZuRavEhxWaG1WZFXYMHR+vc8AHokmpDZqoZDU43Dp0GXF4fstLMsFk8MLnFEQI+saPycH2wmcW2AK8PcMKGM40e2CwmpCVb4XQ6cdqp7IPb1SjL2GQBkjxiUTOO1LlwptGH7hnJsJh9OHLSiQY30L1LJ6RZ3DjpcOF4owleE2C3+GA1meT20pOtcDeK/fXBA8DhFsdshtfrQ4oVyEi1w+Nx40eHB2fcys52TU9CstkDh8OF5JQkpFt9OHHGA4fTg26dxe/Uuubzod7twym3F40AkixmJJt8sIrSMVtQ1+CCx2eSZWK1eGG3mORnTpzxyTLJSgZSk61wNPrw/alGWRc9Hi/MJhMs8MFuNSEzxYI0mwV1Li9qT7vQIA5CrN5shtvtk9u1mHzobAXSkqyyfgBmHD/jxjGnOGoTUm1A12QfMlOt8DR64G70wWc34ZTLgtrTHmw5JVbasj81dT8A85/wF21gYZOo/D5lfaLcZIEE/og6Ktq/qAXi5yalkoj/kvstlhE/UJZR/kv5P6/XC6lutsJntcCclApX2oXwivqSkgxPcieYO3UCzFbY3XXwmFxw1B+HRbQnqxvW5EZYfY3wNbrgc52B5/BJNNaehjXdA9uFXeB2eVF/4AganMlosJ0B3G7Y7alo9LqRnmLHBRdeCLPbhPoz/0KSuyvMGZ1hNnlQf6wBjV47UtO7wWmyIsVrQaPZB7fbBpiSYDEp7UtpjYDVLI7RBYvKIvo3n9sLi8+juJjEUXvh9QkrHyzyZ2qDD2CJfktdgUnoqH/kf5hl/yNA5UfUn8lFBbu/Oaq/k12ySWzbXxCa8pKf98g2rKwruE2fxaful9J/BX5nFuUvCtMr27xX/LfYIa9PLWOvchpQfy53y6XWP3noovf2SiN4TDD7LGpH4kMPrziJqH88jfC6RecgaoU4Jyjt2yp+5nUpf0U9lB2Q3KKyH5o6J/8t/4bVffk5eehqfVTrqPy4+H+i3qrrFBVXUMifCTCn/IxJdHJepQzF/3pN4ph88Imfq2Ur6rQ4FTj9//YBHrGMVyziwxlRX+WeC0cT3F4zPF4TXF4XPF7A4xPHbJL9uMcjd1f2N7LuAHD7vPD4vPB6PLir4v+FHWT0f4655yEcOnRI9s3dumahc+dMmE12ZHTuAqvFCpPZDLNoi2alYlksFoieS/xb1AmLxRb4ndWk/Mz/O/Hf8q9Fqd+Bf6ufCX5OrFec1zTLm32Bdcm+w788xGeUfQnflln0Hup+hiyj1mlZh/3LiTqi1nfl50rnpP2MLGPNMuH/1upqPxdNPfBZyaL2g/76qNkHvfVYzBa4PY04eHA/vKKPsVjkX5/XJat554wuuCCzG6y2JFkXhUfg/OzvQvxtPPwX/n5D1sZgg1H6a+WP9r9D/23S/Z1sD7KvUJYVLV/Wd/lzpY9Q1qm2HbHPAA4dPIj01FQ0OOpx5OgRWKwWuBtd6JLeGRdddFHguP11RlwDhpeB/9+65aTpE/x1S9knpcz9f7XHra1b0co4+PtghxyyP7If0TOVHY3u6odeP9D4ZjWf/LbuFGxWO6yiHfvM8lwrKoW49kiyAPaQ04YPTo8XJ51uNLo9aPQCLtHPiL9eH8xuNzyiT/O4ZX+MRje+/24/amuPys97RJ9sEtfCVlitVtnuxf/K+wG17GWzE/VS9fb/r+grZV1Qz4/+uiY+L/Za9JJes7jsssBktiAlJRWdU9Nx8vgJNNSfCfEUq5DrldeiwbbtbxNiW/IzSsUMqdsWedWu1M3g6dCk1Fv1Gia8IPTqmlyHWXttpFlK1LMIK1MWUdqTf3/VmqJcL1jENaAXJ0+dwukzDvkrq8km+2ur2QKzSZxfXPK+wedLgsWiXJ+IGmcRZeEz40T9j3C5ncjIyECy1Yzqf+zGoZr9yOp6AeBuREp6BlJSeqFT52SkpHeFxdYJSZ06I8lkgdUkrpNPwOtxoZMlCTbRH5s98Jm9gDkFXiTDbPHACyfcJiuSzJ3gdftgtZjhMbnhM7lh8ojrPeXaQVxOKPc8JpitdlhMbnkd7YJdnuds4nhkvRDlpV6HBC4hlfs7f9sMXE9Je9H/qf4+s7zOktci4mdh9v7yE2c3/x9tf6LtDyL19U36H3Fg6p/mlvH/7toBP2tV+376Px+QbUzcq8r+UHO+Fh6ivXo84nrVHeijrXY7UjqlIiPjAnTrdiEyM7shLS0N6RdcgOSkFNm2kpJTYLElwWwWfatyblbag6ibyv/KKxefUzRotf9Vr5v8l7NKSwq2TXmeFa3Z38ZEf6vf3wX6R3ld5+8v9fpHcW3kQWODE2fOnEFDQwNcLhcaT9eh0eWS95rKlZNiIFqyct5RLmnleUlekwY65JBykH2Pem1nMokaotyrKNch/vOF/3iURUWLM6nXMHqF6q9P2msli9Umz2t2ux1JSUlITk5GUqdk2OzJMNtSYJLnOPE3KCr+rZRBoKapZdSAI4cO4B9/34tGpzPQw3vEvZF67+Z2e+RxCDuR4bhdTnkdKAzF9Zg4vk6dkpGelo6MLl3Q89JeuLjnJUhK7SzbnChDpVcXzUl4insaxdmk3hN63G64XW5x0SvtXW6XvG4ROyzKye1ulH1Ao7MRHpdXuQdU//q84nzigUcso54bNJciIdcb/r5e2otzTeDzat/hv64Kq2v+tie2I+AC21Y3JMrD6xZnQOUeI3BvoPwrcN4Iv14IPx/4/51/xz2tauPn6kIMVsNK1h+sjhPBqkcJVpPsogPyXzCY4fV44XSbcMrpg8sXDFaTbCJY9UHca5/xABazFRa4cdLpQ4rdjE5Wk2yoIcGqCP1MIoTwwipuJEyQweoPp0WXaUHPzCQ0nnHgtAw47bggxYwfTjTIYNVrMsFu9iI92YQ0uxkpNgvqzzTipNOETsl2mE1uHD/jQb07LFh1eeUFfbdUExpd7ibBaicrkJVuQZIIGRtNsNnN8kb3jMuMOnFFKsIWEf7ZRCxggujIXF4L6t1uGax2sZtR73bJfU4yW9ClkwlOcXHqEZ21kpGkdkqGz9sog9VGEQLICwMRGorwQqzX2yRYTUoSwaoHojjEhYnYFXFJ0cliQnpqEtwiWD3jwlGHV968pyaZkWLxIdVukcHqaacHtXUi4PWpwaoFTqcLNachl+2WbobV7IbZIy5qgp282SfCRHEB4xO5tBKsOt2wWc3onGKHs6FBhuciWPW4GmVnLs5NySInUYPVBpcSrFpNwOFTDTJ4794lGekWD07Wu3CsUeR4JiVYNYtyFcGqDS6nSwknAFlvnF7R5QOpFqBLinIhevyMVwbe4ri6pdmRbPHizBk3kjolId0WDFazuiQj2aQEOjY1qD3l8kJksjYRrJrVYNWkBqswyWMUgZrN4pPLHD/jk58VwaoIlR0uNVgV4Zu4QTGL05JXhs6ZnSxIs1tw2u3D0bpGeczCVZSzCPfFpYAImjvbgDS7FW63FyazFSf8wapP1GlvMFh1euBq9AFJIli1ti1YXfikejIJXh/Jm0+IGxNRGy3wBSqB+HnwRKbU4KbBqrzU0lxL+f9TXOuazDZ4zKJ9m+G12dDQuQvs6V3hSUqDOaUTbGk2ON31sDachLvhBGwmN8xWr7wYh+sUGo/+CJ/HgTNnGgGXCaniAjEjHe7kRrg8dniddbDYMtHgbIDvjFtk43B5G+XFRoopCS7XadTVHoG9cydkdMqUFyV1p8WFRhJSkrvAbk2D1WyHK6UT4E6G122RbVyEbiavGaInEzccJpMXZhEoibDRJyJ09dpGXpgqd3SBG0d/qKq9B5N3kxFuyvyBtLxwV77ECpz4Axd7mi885K+VCx7thb4MbsWFhvwrrivUK03/9aVyraj8ThNEqSmoGkb5y1s5Jn94HrhxkTcw6p2TkiCqxy6+CPHA5LVIN/UKBT28ovWI/l9cnLmV/xUO4qZI3X2TuKEXN/AeJ+B2Kl/QqGGm8iH/HbPqJ36nuWEKOZVpvm+Q9TokWA1+G6B8mSAS88jBqk9ZWG0vyv/Ki3afOP+JGxzlv0Wfq3yJIPopcQOq/Fx8yeUVwapP+eJMhBliGXG4MmCVf8X5TglWRaAqKWRgBdyx7csWX38V3j0RJ0+elH/T0zqjS5dusFpsyOgsbrCS5cWmCFZlSOK/ZRBf6InAVf61BkNWcUZSfy6ru/+/Zfk1H6yK/lB7kyHapfbf/gtmeYMnw9Xg+gKBbKAtaIJYk3L5Kz+vCS3Najir1Hv9YFXbVrSwkS6a/fsYrRC0wap/mZC+oJkViGMXNyaHDv8LbrczEDDKEMXrCwSr4maso4NVpV8PDWGjBauiHSidQjBYFW3tcE2NDFbPOE7jh6M/yPrnamwMBKvi36LcxY2P/NPiYDXYIwTCbfXEpBeChAZc0UpY+/tIwWqwb9eGe0o3Fdtg9eFZC9C1ayYuvOhC+b+ZXTNxQeYF6JqeirQkG1LEjbzNAnG6Ej1Jo8eHep84L3rhFjfeIlz1uOU1qCgvMXhAfFEtbsjFkIgfDh3Cof01cDY4ZZ8krsPkF802qywfGe6LPlh242oAI/osuT3lplyEP/7+UvmSQzHQnNmUU4RZfFFjkeeDzumd0SmpkwxWPY1yJIN6GlG+6PKvQKupBCLKDbTcL+2FiLq8OXBOCAbtgZVFOo9EqBIh3zlrPiN6JeX6SeeP+nN/PfQ3ERHUiH0WgYQIVRsbG2G2WWGzWmG32WE1WWSZiPOh+MLR43HJIN0srk2TrBDDLOqdDXA2uuX9hs1ihQg+nI56nDp5FB6XE3a7GYcP7Uf3rAuRknQhvL56eEWYLu5dPA3wukQY4oLJasbJY4dQf+x7ZGakIvvKHBw7ZUKXbn3QtftPkZySIa9hrVabvD8U9cF/nSLCIItVCaYsYvCA2F8RDlss8IggXpS9uwEmqx0ma7JMXYWX+FJJhq/q9YA/7BODFLT9eyBk9Xjl+kUZiHtR8XlZOzXfs4a3dX+wqtcHNAlO/al72Bdy/hJVrqdCv6wL/i74JZ//Z9cNvLIlHUvgsw/dfUsgWBXhqtVmg80u/oovU9Q2KNqhCOFUK2GuhGrKdY0IT8Vfi82K5E4pSE1LV64HMjLRpXMXpHXujNTUVKSmpSE5uZMMcUVI719OaVPKOVu9C5D3nEpvJuPwQNuUVyvqD0KucOWJWjMyQLZ/5RNKYKf9E9p2ZPmrP/K3aVeDE42uRjQ2OpXQsOGMvAdtlHXYLf8qAZxy3pJfdGi+BAzpitVwX72K0HzhEby2DFyfBkLm0D0OXjeI/s1//aK9lhFhbPDf8vxms8Jqs8OelCrDVntSMmxJdliEv/jiW3ypIK/jRV8WUIbX24AzjjqcrquHuNbxl71oi4FrUhk6u2SYWltbi/JNH+Lbf/5T/j49PR1dMrogo0sGxDcfory7ZXVHr8t/iksv7S2/vBXBu81mV8NpsQsypQ6eWLX9m7j2FeGlHHigXPuKMhF9iTiXiDLyOsU5RpSL+Jnov5S/ImAV+y2uicV5RPtFnFinvJYO+2LaXwcCX9YFGp5yrR38kkC5FhdGYv3yd+K62yPOSWLwmpJF+VcfHqwGz1lNm67edSKD1bA24dM7A7eqGzw3FvIHq/de3lVWfLsIVpPkuCIZuohQxe3ywOkGTjmVb73TRahp8coAVoxYdXtNcnShOGFa4JHBqgj3kqziusAjRyuKEasiROskw1iT/LZUnIBF6NDQ6MYPDjHKxyRHrLqdDtQ5lW9lxci9H+uCwaoNXqTJYNWCFKsZjoZGnJDBqk2GtWL032m3EgomiRGrYoSoCFb/P3tvHmtZdp33fWe+8333zTVX9aCeSLYoimSToiZKpEQNlhRDQSjJsiVFiAPbymA4kRgjgJMAiWMb+SP/BQIcwBYMR04U2xE8yJYpSxQsQuLUHLrZze6u8dWb37vzmYNvrb3vPffWe9XdZdlx6L5Esbreu8O55+yz99q/9a1veQ+CVcI/xm0Eq4SMdSq7BOgqWJ2mCsl4Q6rClovaMlj10Y2oWE0wELDqolt3kUhmRzPlXGIatQhOmYpagApfwhBZxBjtgsdboBlRteJiOElFsapgtUAkXIcKBGarqd500WqEEij3BazmoPirWXNRd/XcU2kwikvs9xP5zE7Dx1rTRZKW2BkBSZpjnYpVgtXSLJ38nIKKPIJFzZhTFRvDxyTWsdGuh5JRpHqZYLVIqcjKZB2tM3tdOqJYZVC/0a2L2m+3P8E4BbYJVn0Fq8cxRW6OAEyCzEjAaigZL9meCXAvRfXJf7cCAn1PzsNpUoqiOc8KrLUDgcljC1Z9Ba883s1uDSEzlBzXjipgqSZl6B76nkB6Uaw6LgaTTEFv6CPgAuQKasTRuJSs+3oFrN7lhXY8Abu8hhzzVNz26q4oUYeZI2N2LGBV8IGOB4fQtkCbilULVj0Pp5Mcx1OGKQ7qfoGNOtBrULHKDGAhitUBFauj4pEVq+X//MuyGM55oI1KVSlI9UMl1WujJzPJMcNXIe9GiS3BViXDKiIQCcxUmyLgiAFGGCBtd+F22vDaTUTNGvJsiOHRPsLkFK6fIIyY1IiRx1OkyVgSAM12D6WXIa+FiFZW4dWaKN0AzIyUQQ63u4lydITJndeRegHqUYD+ySmiVg/JdIQyydHhzTPMEZcFBsMTFMMpQjdCK+jCbTUF8BZxiHxSInRDMGZAGcB3Iw0ePFcVPvxyHDiM2WzcMxPLacZ/FnybRMgsXl+MMU3aYA6NlGLypM4z+pJJNm/A4MWqUKl5lBC3EujLRTJgVUWfVpFgL59RmtkgeHZgVrZjdW26KVbdsWbxdUzoBlk22kuqIFUL5XBKAjsFz/wZwSrvDwZQnF9gFBhUKVs1LtW/KAnSp0A2AZIYDrPKVFGZzLkErhyfdrmdKR4WpBSimJ0N4GpgbsatrmX24ukFYaJLgnh+p4pq1WqyLKC1kFWfRlWFBpR8CUECNyJT0aIqbBVoKmCV60gmINUCVwILfm2+XtSrAmEtWNUNySd+94/ednDxI//Bz8oYYWDNQH1tbRtRWEO72ZGkhGyUXCYHg9m4ch2FWgo055CVm9IF1WlFscoNg97mun7NX69jbhmsWogwUyTO4GhFTVh5L3nPitqw+lmcVuT3Zpt2lrpgWTVz1iZarqv5zOqJnoG5isJV57iznz+L8c39vRyAP/Qiyg2cY3fvLiaToW5wqaoQhVqBTqeL1bUNBBEVq1T32e3t/F1nn/fHqFit7qH4/nbD8ccBVvcPOTY9USF1W21cuHBhQbEq38yA1YfBj4VrZvZ/D4Pky9fhYdfpvN/NN7tzwLL8vm91a/GoitWLT38C9VYLzXYbrW4Ha5sb2NjewvaFbfR6XWysrWFtpY1mg+o0B1keM+Uj9yWhXY3qKUIaCho4Zk3FFDe9fPRPj3H7lVsYnPSRZplm13i/UYXOP1yTXFW52RWD93VuYIVVjNkKDq14s8JdxTT2fpYhSwjkeej1egjcEP3j49niasfdLEG2gKnnoLR6LNXzL/OEJOnOugst5n3wd7PqkgcGzXl38/x7LT+D85Sup6L9kmMRVToKjIZDHJ+cCFQVlWIYyN8+xSi8HLJcqXqMfxq1miRMx+M+Dg7uIwx8ATTwgb39fRwfH6EmcJZBfAbf9XF6ciTQOvDW4EU5XFYUEmp6Dfh+AfgBas0VxKN9vPzFfww3H2Bj/QaAdRROhFanjbW1dWxtXkZW1jGJp8hM4oQiGqn8CFQRTKASp7FW4eUZxnGMwAsRD48w7PfRWruMsF6Ta5KmGY4Oj3E66Mv15/okqr6wJmO0XqsjDAOBzKxarEWhVDcGfoAoDBTgUwQUhvKd7Jiq/s2qi+q/z5sDqvf7eXMO17Dl96o+d3nO+ND7n3nb6zdf8As/9TFR41qgbNdX3nP82Ry2ErQqEOU50aQHdzJ2vmYMookRxiYyp5v3ZWUKz6kiGIJlAAAgAElEQVSoWtsErl2s9HpoNttod9ZQr9cRRfwTzaCrqin1YasW9ITYDLv5XSXtrfGjfU3lJpRY14BaObA57LIkr3rPy8dIdY3Ou3rtmSCggjKWtYSQlVDR/slzVlGmUlkqanUjJlCFvz2WOdjTz5gfqy3c0hjBRhsPXtJ5rGGeZ2MKST4YsCqn3lHQahPYPhMSgZzfMIwEoNfrrdlaqK/Vz00yqlS1GliqjGxVnARDeiZl/Bm17p3bt/G//LX/EXfu3MHG5gZ6Kz1sbGzg8uXLiLMEk3iC8WgsVX/NRgsbVDmvrWH70gWsEL53u3L99Rjmex3VOZjKH5nTq1kNjfN1/mc5VqLXxyhbqXSVa5YmM8iqIFWfL4DWglV5n7nq2FbC2J/xc6RyYRb+c74h/8gwHo9lnBAyc1zI3txTMYEmfpdEMAtrw5IYxX6/yjZD7yMdB5/4iZ95pHv8m/VF7yhWl65sVbHKARoGDmoR9VpakM0JcgZWE4hqsh06ArNqkYJVbiBHCVWLHgKnEPDVDOZgNTal9wRW9ZDl/IwHWJ6v5fDTpBCwGmcFLvRqUsLSnxRwPB/rbR8no1hAK7mGV5ZoRQSrDpq+g3HCcidCVF9Ug8fTDMNUFaBU3zJAYZaWi1CvXiLNcgFetAKwYLXmAesdWgtArABY8k/90YRgNbUqrRKBrwscN9ZzxaqPFYLVLBVFryhWG66UUy2DVVoVUDlAsKrTvcmiVMAqy7yGkwT9sYMw8tFrEPjohn6aGbAauOg2AgE+LHs/GmeiGm5Fntgt0AqAgcgoLnAwSKXsv1P30Gs4cq12Ry4mSaJg1cngFabM0FUA4El5GTUM/J7AtHQxFSsAF+1mgHicoE+w2qyhyJkt1LKxuinb3x1k8plrnUiuyf3TWJSe250a2kGB/ijBUaKIiGOCsWDNddGqhUiZ8SKQc4A4KQxY1RJ5AnWuy7R+4HWh8mKDYNUHxpMUYa2GlsfzYcDqioJV5KnYDRDSjmgNId9PISd/ztWpPy5QsvyfpW+eKlwJhVWx6mA9mlsB3CdYdT0BJlo+TqVlKWCVqluqqw9G+p2lmMQlaKdyzRFYrVYAntgDcHNzOuEYJkymlUOBtXqJlYaHPCkFrBYBwaqLg3H5yGAVf/1X5go87mlsdtfuPEwZtt0ILBDEUvSrs1VFM8pmg2VKQfmTTEr2FNIyFVE4JdzQRdCIULbqcFdXkTZrCL0UyfHryE/uodFYQ1oMkOYjhAWQjRMkZYKw3oDntBGutJB4DialC4rtiqkLv1GHt76JoB4h2d3H9PgIre2LwMkATsOFEwU0Z8BkeBN+f4ww2gAaK8hPDzHd20M5TRD5deSdJsK8j0k/R5moEiAAS+7qyMtIlBZB1BDYSsjN+8SVOu5KHeFcijOrXpeNlJwu3Zg6QmWrwaSZhFkVIIGSgX6zudkGpZaEFqZKXoqX5vIf+3xzDHPGvbgRYKm+cBz7sbZsWeW2Nvw1TxC5sYC2OVSVkEThaqmZ8nkljvlwiUznx30h1w0QgYTr1OAEIRCGs3JyfmcqaGTzSFVLOoUzHQKJBaxa7qZQy9VNnERT89Kz6lImiQELwaoBvSQN+IMKWLXPRbpgA2ADeips9bvOr5koaQXGaqJNMKooUhkUlogJ0wWs6p+M6ubSQWKy8AJURZHKvzkP5zPgymSUwle9r77/ERSr3/sDP4neahf7e/tSAra1dRHtVheRXxNIR9WZzFem5Fw2DdDyc91AzMEqN6VnqUypeF1WYiwC1sWyftkgUvE9g7dzXYvdNMo3roBV/ptzUxV82v+2YLX6nOomVN9rcexbOLi8abafO7uFKqql6u+WYc1ZgfFMNHvOe5z1Gu4NXK/E/sEO+v1jKRu0YJXxSrvbEbAa1eqqihEF0SIl+jcJVquQ2ULV6v3wVqwAeG/v7uyoYnU0xP7RvlQOpUmKlYdYAVTP/1kAfOG+n5WXL57l8wDpm8Hvf5fB6oVnP4EgqsOPmvBqLTRaq2h1V1Ff7aDWrqHdbqJZiySGL/NEKr+mpwcY9U8xHQ0lNm/WWbFRw/paS8rHu922KF/bnTYazQb6h6foH59K6S0tUTRZqMm6mJUHtux/plwE/Eqpvs5jmniS+7iS5JLqGJss1GyBQIXV1TXZZ4wHA9nJz+d9yVCaed1aTeh1VnWarsOEhdWxOZtTbJn4LPEwT1aedU/KKrEgvZs/6/xxswiXqu9LHGSPi+CLD+6xTgcDDAZ95Gkqcbp9UGdiQRBLcBWIuwLF03SKV1/9Km6/8RLS5AT1yMFKp4W8DEQk0Wq00GmtoFlvS5VCvdbGnb0drG9uoN2+hgxTlF4gqlKvCJCXU6TgXoOCjhJ7N38PJ8dHeNe7P4p6fRPT6QSHR7dx7+7r8B0fFy5cxYVLj8EPWxhPJ6B/mOsW6E8TAVuZlOCWGE0nEiPUG3W4Tgt7917C9OQA7e2ncTgdYfeNHbz8+k2MRhOBHwp7FY64QaQgn0DEWE9QrcmqB54bQYdZjtVWBx96//vxPd/5XSKoOWsOl0JvWeOWErAVVepZa8CZoHUJrFafY9ef6jE8Klj9eYJVTxXIPAeybkpyS+E6z40ICSVmNJUgnq8QOqzNknN8HX8m348nz0R+M/WfSQ5TmMK4RNLoBLdRU9SsYkPTW8Xm5hZ6K6vorKyjTvVrsyFAUJehSuBr/jljUYxrFyre9OzoeTPWYwu/t3DVXLNKFZjEf5JwVJW9wDILn/l2Uvqv6mUBbFmGZDrGdDJCOp1iSrVrogCWlaYlE/dVhbJ175pn7mciAp1oOActKSPMxV6MNSoVDVJ+v1jZQxslBX063q1nF5XYomglYPUIywMRqIndi8BYAlUfXkh7CFUj2xhYYxv9OmQS/O/d3V387m//lsyr165dk8+Kohqu37guTIMiKJ6Lo4Mj7N3fw97uHk77pxhNB2IXsLG+hcuXr4pNz9raBnwCdl7zykPiEJn2dH5TFXv1GUrzZa9gqhhEcSqWBQpcOQ/RGoBAlN5YjkmWSDzN9cNUPlCtbxN2Mj+bcWA/jb/j9+GDogLOqzJ/eJ4kCeyYsevErILC7oGqmeQKeD0rmV6NBX/gx37qvCXk38ufvwNWly77TLH6xLpsdLmQ1yNCBp3MmaUmWE1yRxSZcVGi5avKkx6rhH4WrHJDHrol+ilEVUmFKic+C1ZZBk3FauSxTKQQBSRvSpbNE6zSl/NCl1nNVBSRVEBtdH1RZfZjbkRVzUJw2AohsG2alKL2IwwmLDuephgk3IjnqAUKB2TRdj2sNmjHyDJy9YSlCpfLSuRQXan2AgSrXLcKh96wPkb0uDQ1PD4Xd/osyneimpUeq3OwyvMTOo4oVgkW05R+iAro6lEkysa0yGdg1crTWT5PxSpLzQMBqylORqWC1SYrwbV8NM50weL379R94TuDaYHDMRWiDlqR8bGlT65YAShY5Ua/1fBBZg3Hx/0J/Sen2Gh5CFwGWhUrQilv57Xj4p6rFUDhiccqJ/tu3ZfybMLATjMSsFoSRDglagS0nNz7KZIKWKXHKr1JaQXQDegLm+BQQCLBfCFWABwTrShERrBqMnHTVEE+vzWVnJ2IATRwHBcYJqUAr/WOb8BqhrAeouWWc8XqSh0hl5MskXGW0leXHkUFy9t4znMBq/xfn8a7DC5oo+AVslkgSKb6lcenYNXDOAF26fngaDDvegQ3LKVzxA+YPrG0KTgYphiRSs/AqrECcEq0vBJtlnSZTcPJlCpvRxRlBKurNWBFFKsKVnO/RD/xcDj51wCrf+NTJsifZxoVkNnyHrMyampSQZQEFCbLW5VpmjnEJDFnmwdxPeIGghVgXESR0LoUUSsCqB5eXQEnj2R8jMn9N1AvYnitFRTpREp3htMUp+MY7XqENJugpPVCXMfBYR+1KEen1cD6Rhuti+8DemtId18GBj787hbK8gAuNxDeGMU0RRBtwC0PgHoL5bRAPh7D5+eMhigGfdaUIc1T9PdvodNZx2RcYHd3D2vdLTTDDorcQ7PZRZm5KKZMaBAKBgB9hiSlPc9+zjdPdhda2WyJZGexfH9hCpYF3tTey0bQvof971kIYWLZavbfgld9jhVzWmWQ/JAKo4KqpaUdowR3lSOZ1/4baK4Z60W4yu+sKgD+QkqX5EPVH01HkipMLxiPVZ45J1yBE9VQBjU5HqZUnJKbdGMRwMQMVavjIfJxH+5kBDdLFMyana4evwLAalA1/8fchqD6e1PFZ5RDVrFqFNisvxCLB3Mt5b/5DwUIM5g6swWQ2n/ZjGiQp/t+vmRK4CrYlL6qaolCO4BU/KoIWhXGqkqV70FfbKrFqWq176VWAN/3mS+97eDsO773x7C1tYnhcICjoyN0u6viuRa4kaiWagwyjY+YKlxEl/pQxWoVWspGgZuDsywCZnYBc7BqYWoVrNovtQxVNeitlM6ZcVndnOj4XhzDVWXt/L3nfqr82VlgVTcDS6WKZ5SDvtlFmN1TkiB5kMg8DOJxCFFsdXS0h8OjPVEIyfNLbjxytNptrG1sSjnn/xdgtXru3gysuvQKNjGSuifPN0BVsHpwfCAKtSxJxPt3a3tL4inZWEpZuNCC2bk8C4ZXx5AcY6Vicfl3512/h12Xf5fB6urjPyEKZi+swSNgrdfRaLYRtGoI6wHqzQiNRojId1FSzTVNMBnGiEdDjPrHmA6OMRmeIJlOMBkeIjRKMFZi1Rg7tVvYWFtHs9FAVA/lb6oWCV0JyqJWHVEtktJk+5D7XHypja2JrKuZzHOzazNTpi2tXdwv1GqikirZh0E8BBc9fvkeMrZ4z5JxGLgiCvylTXH1etuN8Xx90DlfX7MMAuavPM9L9fxxYWKlswablK1rRRT3UQQAg+EQw9FE1gpWp4n9kDG/EoCQKUjgz6OAe40Uw9EpXn/lK9i5fxc3HnsMvbV11OpNhFEdo6NjgGCBsTpBhZTlFmK9MR3voNNpw3d7YH6GCUCqlX1W/ZSMzzxJALpOjGy4Azeo48LVZ+EGPXhBW4pA8jLD4cEB9u69wYISbKxfxKUrV5E4jNVOMZ6UqDXqkmDk3iZgyT/FMvEIWd7E+Pg1FIN9vLxb4KWde8j7CYqQz9F7nspLSdaBjk86Pux8QBDDc8bKknro4cLqOr71Xc/hhW/9Nlzdvih2ZSrP0MdZULT6c1lPRMuwmOBbfs4D7/UQsHpW4uc7Pvjcmy0dZ/7+5z75/apeNmBVzoXsH3RPaj3JZZzIOJYmALNKKaso59cjpCNcs1YrTIqKd6uUnZtuCCam4t5S5njeuwZ6Me6iGKnT6WBz+5KoW1d7a6pqpKVAu4Mooncr31Ohn1SzGKsekQ6dsSba9UHZnE3WLyUMra+yTWzL5TLWERJfUuloqrhsYrZiTWIGgwRVTOKJktX4tcbjiXib044mE2inaknuB1Rpr2XulRlBLMDOelSrY/S7GpW0gah2HNnYSa7nTAWr11OqfAmOOV/SVk7gKWGq2jrQUo0DgInXIIwQsvLVtX74GntXT3OSMFlD8Rf36/NkjlrtzOdW+xom4fv9U+zt3cPNN97A7Tu3kcQZGo2GVBJcvnRVEnC0nGk2WzL/W+XsvP+GTXTpEv4AZF06eYSrtATgeReLAMb6nLtoVWJsAziXyHOML6tVnPJvQlmZL4wqlbETQTA/eH93VziFVEGEoXyng4MDOQL2CpJxbsYdf6bXfy6gmCUOK6KK5fmFz/n4n/jkI93j36wvegesLl1ZC1Z/+vENGcRUZQpYtb5/XLpYPl16GCSqmmz6bEIFRAGbD4lrDoZxJhMFq++pWGWTqmgJrFKtR19UNscKHC7CnEgIvErsTRzJnl7ohtIchmCVDXU2OwH6cYI+S6I5iRT0GHXRJOgKFDaeTCFKQ3q+UrHaj0lGc9QIStlIJNNmM2tNZkbnYJUwkqWYBJfrHfWORcwJjqW2pShWpzk3yKbxCsvDmTGi6rT0MZBmOx66NQ+TjEDXUbDaYPkwy2OWwSqVpep9JUouCQ658VbVowWro2mGk1Eh5fwrDapgteSU3qziseo7aNd9eY9BXOBoQruFAs1Am4rRUoCL6DApsN9naWGJdp3HSeWLj/tjF8PxBJttZkcLuDwJJlsvywM9T7kAM8OVl5gULiYpFas+VpoBJtNYjo9gVX1TKLsvUSNMKIH7p4nAhfV2KKB+t5+IspjNqzp+gf4kweHUkcCNYJVl9BxH9AljFt82r6L1QSrKL6Du5ujUA8lmEXaSbXKi3OhQsVpiPCVYraHp5vJ7KmzXOzVEBKs5xyb9xVS1KoCe6mOOQVGRuuhPMgEHPOfi/8vGVo4j6tdlxeruIBFvKvU04jVhiFqKJQStAKiuFLAas3DKqJwFrrgC13n/2OZVPPP9aS7NvFiGRouN1ajECsE5eVNCsEpFq4vDCR5dsfo3PiXXeGEzUmlIIoGLPmFm8K6E+4xsrcAu27xEg1RZkPxQAFuSEA7QyyOFVy8RdUNgW8uRj3fvY/fuLTm/a70VBIGWGrJJ2auv3UV3fQubW2vY2d/F/miIV27fw8XVDrbbdXQ7K7j8+OMY5z5arQ2Ug324eVPUsE7dQbB2DYOjW4ioaA3b8KImEvp3lr40aGOcURYTlIMj5KdHwP4xkukJ6t1VmUdG4wnczEM6yNFb68ItfIzvD+CmHBMRomaL2nKgGmiZIJffX9TPhkbOzrP8TEGcOVNGxmMDMUm7a+MpkwmWK+HOvebsi2VLWGmkIOfdlEfLHbxwqSyd4iERBqt9gLzGrAESXhvT/8Xf8OnGCsAct34fu4k03rzyIp5UKt51/KqyFLhYmiy3GwKtDTi1BuBF6tPF8n8O7nI6g/1iATAdIR+cwhmcwI0n0lRFIa5RnshJPGM8SmnS0kZb1FKqZFAPPOvcrEBZn6+ZbmlcZaCqHD0TRSqJMpl5G5Bpjab181KvVb16rBiwvm85qzzoDV04plmMKgVYMiueVISqzLxL8pKqV87vuhbxIz/6+28frH7gIz+Mzc11CcipWmDJ38WLl0WZzZIvKlHYDMNuBCXQlvnrzT1WZ5tHU9JWhaD2d/o+D4JV2/ihCjLPUsNWIWrVH6/6OqsmqwI3q0yaB79nQ04ZOkZFcpYawf7+rL/te9t7ennDeNaQXAqzHvgnrzMvwcnpAfb370sprM4RhAkZmu2WeKHVGy39udxfi28zO44/RiuAZbBl53beCNVyuqpilWB11rzKNn7jepdl2L+/i1azgfFwgMOTQ9mUsVRPwOrW1sy70yqny7cAVhcAioGr1TNjf/8AXLPz3hkb/je7XtXJ9eGQ7c3f6VGtAH7hv/xNjCYTnA6HGIzGmKSsDGJszrmExKiQUnLG4B4tSGSzOkGRxShSWuOMkMZDpPFYyjIJuHMCh3gq3ocs16RdlZhOyDrjwGclmClTb7UbAlpaLQWt7U4HnXYb7d6KNmqp12Xj70vpNoGLTZbMQYVtCMjVju8f1uto1htI2bSUk+gyMGUFADfYUv6bYjyeyHFaz1fOD6yvE6WjJF7UNka2zwZGiTehUXtp05i3D1bPh7jnK1b1Htf4lXCHpaoKA4zy39it0S6N51/UWJlWUTHBPxqc4Nbtb+D+zh00a3oerl65hs2NC/ARifCE34vpPFaNpWmiDXkyB/fv3cHNN/4QG1sX8cQTL8Cv0f4hMuvMEE6mdzDLg0kbG14EX0DHFKMpj5PQsy4ig7xg89kSx/v3cPP1V4AgwubVJ3DxxrcIqOPehD6NFNhIRSDt2U72cPd+jPj0G+hggi/dKdCnsKasIWVDWbke1WaajMkp5tC+E7zG9Aa/dOkSnrl6Ge95/DpuXL+ODmM7yT+xUo7nbTERc16Cy/68aiPzsDl/EdIueqxWXzdfd3Ry5us+8sK73nwSOOMZP/fTH1M7CCoWpUrHrKcCKXlPGsJagciLYHfuk699DuaxktwnBK1URdqqFbkGtPkwyS0+x6czru5ZuG/e3trGu9/3HsRM0oynILhjzMN9MMvYad/A6jI2yao3mwL8CbSCsDErw64e42IuxK4issrMbQaMxZo9RUxC69po48BZxv/M8ywqXXufm1fK+3MukbL0FGnGsnSqN9W7NRkPpVoyjqcK+8SiwDQ7PUPGrmuLET8srCuaHKw+ZJ9v4nSqbefrNkGrqQ4yjbH1XFXiMuOnyyaWhONsQsbrSk9Uz2d1grF2qlobGRsB7pVtYy7ZfYg/9nzumwFGEdg48v37/T5OTk5weKD2IsP+icQjhL71RgOd3grW19bQ7fXQoTK+XtfkSKXp2QKWrlTYz8MXay1mrE7Yp2WmKiYj0dJ+8QFP47lHq7E7kMZl9A5PklninGB1dX0dO3fvSPKI9gesEn315Zel7wDXI6uw1Q2AjjnpD3OeWGPJOqAai374oz/6SPf4N+uL3gGrS1d2DlbXpAs5QUc90qBfH+zizIHuiK/lJCtFXcjmVPSoJCQlWB0nhFcOIp+wj90tS9QCDXJY+i5l7FRu0mqATTQItdjl0uWmtMTBBBhMSvS6kcCl0Zi+iA622x4GcSal5ywvJsat8fMDvlcpkHI4oV2Qi1rNw3BMdavmgMNQt2gEnMwUrbfUFJ4l2lTR8g8BIMHeStNDj7SYRvL0jGLWNaOa1nQjNRlzLc1gsxJPOs8zq9xteJgmiZwfTpQEq25ZIE6pslVQ2aAJuUN/1UyOmRMcJ1mZPAxwa7CUnyX8SYpTglUqU2vqQyqb+JwTdiHAmGCO322SFDgcZaIIbdBj1SNwdhFGAUa0WOhzASnRqrvSXImP48TD0SBBr+1L6byWU6jOjZlywm5fohc2OKAVgF5fZoh77Rqm44k2KKtHCI2/EsWNLaqvCipW6evqYKMbSpn/Xj+W8vjNdoROWGIwTXEw0SYvhMZ0bOBmgGBZslSEFQ7tCnLxYeX5pndspx6Kcpc+umyexe+/3olQd+lFmoKdFyO3wMk4xzTOsbESwZdyBOrmClG/xiw3p1qI2XKP10BH+SgmZGFm0BMFKs905Ps4HWcyHlYbPhqhJ2VX9/upNl8Q7yOqqFXVSjDfCjyBhPujBMOEHVaJ4qhi00Y2fK96ADSNVxTBa3+S4zRRP1ZCVyqL6Q1KvkObjMwHBrGD03GJ3x5UytDf4ix9b7CH8q//N/LsarZO15Zq15+5H5o+2ULTCo3jzwtrDUCQrgELF7MkZIbRRxaXKKMxwgaTJ0DZDnEYZLjz0k3cv8uTf4Snr27DaQTYO8jx4sEEq3UXmA7xwvseRz8/xt//gzfw2tdzrG85eGKjxIWVNt7/3qfguWt4decNPHnhcdRzmmvUkNZKwE8RENTWuti58xKKdICmU0M26aP31AcQbTyGPOsD9BdLMqQ7XwWKEG7aRzEdw924inw4APbuiwaivnYJp4eHONw9wfRkjGIwwWprGxu9KwicGhAQjuUI2PmdNgVOHXDZgEkomaqZpeJHjC1mgeFckVo9p3NgafQ0RuU6o7Hm2lkFjNk6zsqeNexk91z7mLMW4zFlPFIZoMsm0frDmhdowDtHrhp5WDXzIvg1Ek8zPjgn+ygddo7WTSvfX5pXMYjzQ2Bli7JllD4b8eTip+pkY21Yxde5IVwmr8YnKIcHwOAImIxRMCFmToEA2wVj/wcHf9WiQpsXVD329LupItWMa2mqZb62KLeVbIoVgFE2VeGqBGImQKf+VMuW+DeTNSy1V69U8RbWYSAw1doD8OcM2TluqASSglnOR2IRQE9WhVcf/f2vvsU7e/60933w41hfX8NKr439g12MhhNc2L6ODr2NOW/3tJmVNIyhCYD5ew5WK+X/lYZV1mvLKiPEL2zmrcr5bw5rNa+w6LtKWx2JIpaAWRWkVkEp/5vlcbbEbWFTZprp2GPhc0QBIskxvQeWmdniBlmPfRmSPABKz/BflXdf6OI7P/eLm9vFS3de93Fu2ngNBoMT7OzeQlRjik+Pj5u+Rq2Oja0tNFrtuf2FURzbT5gDxLOHS9U6YPk7W2XGee9ln2//lnnemhFYhZNRfOi9UlGDmNJwNtHZvb+LTrOFweAUp0yaOEzUp1hd6WFzc1OSmToGdZOvGz8DXJZUaHoNFumydV+eQ+/5c+Z2JYvn5zwwOps7ze5/EdCeVw56tnJSD3NRiWXf/7s+9P63fX/zBfun9MbPMJ2mmMYZppMU40mMveEI/YGL036Kk8EpTk5GON4fY3ByjKOTPgbDPkbDPqaTY4zHuygxglMmKLhh5qZWFI8K51h9xPhH4JYajpt51Ki5jCLNliLLtWNDWl89P2knwIY5rVYTnU4TbXrCtvg3f6YJHqqeUIvE5oLlxYEfagOaTO2dtAJC7a+sn6Y0DkwzDIfDmVJJ1ifxUtXnav2ZiU0k4cWkrYdGi+rOUHYPnANVNXb2JRD/vspjPlaWr6UFaboqEHIyLuL6Kn/AaihVltGehcfNcywNfmmLIw18Swm/CKvSjFUlXAykCzCGo0OMRyN87gufxyTp48lLl1CPunDyKephiWZzFV69i4Be9TxXbFx15wtizRa1GjjN2ti/9zqubG+jvXoVUaMFr9WDiwl8rynNdHjvhX4k1Tilo36lnN8LJ4XjRnCdprqrF0Mc3XsFr3z1yyiyU2RuidbmdaxefhIImqqqQ4DBcIq7u/u4feeugJkyTnCtfhfX1xr4/L0Qu14PZUrgnooakps/fia5lfj85gnqQYjttVU89dgNPP/0U7hy8RK6jQYC0+iXajed6fVBdV91bluei6vrjH3d8ppgL7cKXazqbj5AZgZHRllr72xdcuaNfuz6993f8fwj3d+/8NMfk2SEqBiNDYCsh8YeQb/4fP2dmWBKLKeKR6taFQGQuVflHjEwVTvW08vXl8+wkFUaXklfDSMOIFhNU1y9eg0f+6GPSyTIpAAVreyxQQXoaDiWRBGbx94AACAASURBVMeEHqdseEc1Od/T9VGnujEMRfnIRlnSfDaqwQu72qxJLArmU6Q0DLXzpbnVZP2S08umtPbX9rpoLwAZAzMxAxvxMg6mn/wsPTsbLXLdbRNV81mi/pWO9Zq4SRLj1zqzEEgk8cTvzrGncYaudaye1Xhd1ad633PeUY9U7gUEjsteUcVRCk251hlQLNdTbVE0fllc/xTKarwm51b60vBvXse5/YO9pgI5jY2AOTI9RmuLsTQy52KOxQmRiSzawVD5TjB5sL8nXs4HhwcyL/m+K5UG6+vrYhnB6ij+OwzrIt6aBe7y4QrNbbPS6oXnz/OMST49x7IO0DZLmn/nyKQ5NuNkFTTYP1rtqdeB6xSV+UzU7ty5I9Wjq+tr4l99cHSoCleJK3XMyfUwsaJeO41h57OKjWMNI59dkzkU377y1CPd49+sL3oHrC5d2ZkVwJNryGPKx+mxSlCiGjZx9aTahv6UBKspGxs5aLD0HpmAVW6oZ2A1IKQinMrET5UPaYAk/qAQ2FpnVo5l2FxbuZEoCmkSdDoG2t0InaDEhLCwBC60fQFUhE9U/BFMEd6ymVE9VGg7mpTSE6VeDzAasYmUBlfMtvPmS2NaAbjYaHqSDZlkqv5kx3k2ISX8Ywn3atODm8XatsV15ZjZeMsqNTgZcpHjzTwtHUzY8IZgteVJRnoklUwEq+o1S7BKm00udoRyoeMizjl5FFJlze6fVF0yz0yVrgWr4yTFYFyI12un5sLzpZ00cgNWo8hDM/JlYid4OxylUqJer7lo+I7aMESelMuzO32Wl2jXXGmIxJ18P3VwMMjQaYZY8VWNKxo0qu5kYVS4SiDE8zQhRE4zyaSvduqYDsc4SUopH2OhYpxMUVBxmrNJU4l92g/AxdZKTVoYEe4Stm+0QwGrozjH/phKC4h1BME2G53xGqjUnwoM2g8YJUZZouYCnXok6owTqpKnuvpSldpwc6TTFGGDYLXEySjDZJpjq1fTkmOCP5RiT0C4SpsGBhpsYCXOdQ4wmqYy2UrDMzbwcuip62M40fOz1gwEaDMjv9tnJ3R6PJgkMs8b/WdDD63AFWXswTBBnwRXFBX0WiRET2VhptKbYJU3Fc/TkFYAiazAor5dqQOdkMI5F1OqxT0HQ4LVSYF/3n9UsPqXK3f+3K9Mod8skjGeaEu7DqnE0+cIzCCm5iLHbq2haH4lKKEnQ+om0oylWecXnaBfpnhtZ4iv3NrD0VEfnUYLz1zt4WgSI2oDv/GHd/HSnQLvvhzie56/jg8+cwNfufMG/td/+jJOjj1c3wjQ8sZ49sktfPzbnkPOhT4u8eSlbeRljLX1J7E/6mN45+t4/EPvRlb28Nnf+jRefPEVtGsRPvjeG7jyxBMIuhGyYQ6ndwORN0Z6cgd+uIZ0sA+fCv3ORWRZAL9/WxQZOaicbgkMuHfz65jujjHZi/HkhaewuXYVXiuUgKCg0tkJpHmTU2Ng6yOfEBqq8p0lenNvObt4G2MnAXn2ei5eV92snVFWY/y1JKiw5EClDUbMaa7TLA5lQEPVjDbH0vSJMb+b2UAsL/f2OG3wYhqZSIxUUafJTMm7hhM5/dFsMAtcKLh5dNRbtadgFb4q3JGPBayWKdUyoShpXKpYx0dA/z4wOEY5mUiwKxsF65MqXanP3hFrJ1j1nFLVnULZhceCNyxPvchMlb8yUDaBmkM1rfFQXYAzBnzKJt7RDtgEqzy3MZt1Sbk/lacEqyYZxufRGkPgKxWsJpAnWBXFq9oD8NNFxVoW+N7f/9rbjr/e98HvE0U31d6j8Qn2dg+xtnoZ6+sb8t16KxvalMBsuLixskF8Fa7qmJvDUQtEVaGhScKzfr8MSmfvafZPb6ZSrW52FfrqYxGyPdhESn5fKe9chmZVlUH1d8tqxrNg2wMQTyovH1TE2uc98B5VC+MHxiLBqo/heIC7995AGBmlisPk3RT1qIbNrS20Ol3ZJNrSybOggG2c/uCgsXP2g4Dv7YJV2wxF14BF/2FJllTUHXauyZMUu/fvo9Nsoz84ETUMpwwCvbXeqqhKCJFETWV83B4AIcsg9Zx/L8MVGTtLyqfqmHrYDbZ8jc9Tvur4VBjzwAz6bwCsnnXMoq6SjSvNtWhvpf6mBAicX+hFPxyWONhPcefWAd74xuv4O3/713D/9FWBeCzBlD9UuErjNEYki2vSfC6trlHz5i86Jo0VSsUDj/MrE1m2tJuqISqcaEvS7HXFYmBjfUMAO/38qIZt9+gHzTJmbdBDlZb4CkopZyHdweU720YpcDCRw1LMwvm04FrCmIyVSQRKLKmXxoWUgFR8Ks8cBPPvuHA/V2xIFu9zvfji8yofy9gRImygjdAXv/gFHB4eIgpYReYJXHICJhgV0jhsIOj4SPMpCipO0xj98Q4ajVVEQQ2vvv4iXN/FamOC9e134ZAeuCf7yKZA2Ohio7eF9vY23PEIf/Tpv4d0cIzHvuUKLnzrJ/Dyyy9iXRqdbeP0cB+tlTUE5UQskAJWgyQ5YqSYpkM48SmKpI+EXddpQZUxYTwGvZzKooOdgzvoH/Zx44mrcAnPN69h6/qzKLwmjg5Pcfv2fbxx6x529vclNubWazsc4YZ3G9u9Fl7cDbDjrCMumZTmdTV7QwFWhYyL91y/hve+5114z7PPYqXVQBlPUdKDkSvzcpd5Mw+IAvWMOeE8eGrXlLPmAgWrJgFr3lPBJuMOjZklTqjY4fDfAiSFY+re8Hu/871ve/3mC37xT318dq9YRbZ8vvTgsPBHk5S6DrtqzyPrtYpF7Ovs+v7Aes5130BU8VKfxZOVhJQBSdM0wZUrV/DRj32/3JPS2JifIWV62r1e/jAJQ2HRaITBYCDKbJaX09+Upea8X9X2IURTGmSxcVYbrWZblK5MyBAUMgnP7/PgQ+9JLSLSKiSdD9QL315rK5KR55gYRn5n4LeEbUsg/sF529oiaIM0gr0kniDmH6oqE/q2TsW2pExpGaWqS3vtVc5LQE1xlVZDEchKUtJAVT3mxfPNZItd+xbGoIlnDb3V5wh057UPZd5hHCFCLdpIBD58WgZQyEVVq4xNVSnPaecZkcJZi5iJv/Sc56IQtYrWo8N93L51Ezdv3pSkEasYbly/gWvXr+PSlStyXVmFI2OUPEE+/2yPa/Il671q40xtbFXoOTSrSzVPSQ5gn2vjUY75W6+/hnQ8wtaFbbRXugs9AUTBbb9ndc6YNbhdrOjUPZiuNdZGxl6bqLn+SPf4N+uL3gGrS1fWgtU//dSGwCnPWwarqlyk6nGUOpikzLRiBlZZfs/JimCVj5Bl2Qk7RuYGrDILbRsvUQXoos4MNzO6VAz67F5aiE/q8QhotQJ0IweTcYZRXgpYZTd3lkuzoz3vB8LZdkgvWLU8HBKseqWA1fGYYFVL7ININ7upKFYVrFItRFhFqEplIcvNGUgS6hE8EqyKWJNm/aJqVWN1PnhuFsFqIfBtpeXLpEu4ybJ+C1bZwCop1IydIJQtddjMRIybWUQrneVpK0CwWhiwGmCcJAJWCbkJRIXBseFVzq1/DoJVVayWEgQdjVLxglWwStUqG1950rzqcKjNq1o1eswqWKU68qCfod0K0QuYVeOGXoNSMY333JlilWB1WvoYp7S6V7AaD8c4ikvUGyGa0mRqKt3fOwUbguXYHWYoHQ/bvbqUvt8/mQhYXW9FosakAnl/rK3RqHpWsMrvyvJ3Knqp9PRAESkVX6LSdfj7UMDq6TTHgKpIo1htOJz0UylV4OcRrFKxutWri/qM55iZfIJVXm/+LSbxAo91+oxjblCo1mZZDJkp1QUuRvQOKAv06oFYTTBTtj+gPxUFCgyyVAVH6Mzjb4WejMn9YYw+xyvHjDSxYcCgilUGnY2AYFzh8nCqvsQCVoMSK1GJdsDAQe+33HMwmNIyoHxksIq/djZYnXejV2j2wEO6NC7+lIueLaniZieTjEkIpxbg3vFtFBjALTLsTvt47eQUt++e4mRUQ17P8MLjF/DMlRv47Rdfwigd4e5ghMMjQp4EP/PRx3B9Yxu7sYv/4Tc+j6PTKZolS8IifOe3X0THifBtlyNsbHZxctzHG4cn+NDzH0bkJhjt7+HC009K6fW//O1/iT/80mu4tLaC73jyutgq0Bs4C1twG7xfWJ56GXUEGOUDNLurcK4+i8BvofjKZ5HQe6lVR2NlFbnjYzo8xPGdm3jjc69jw7uMG9eeRthsCgwTG49UvYhdNv3zQnDg5nGsoNOAVRvUaBD41sGqBsb2/GsDA3kI+zSatBlg1Z/ZYFqxKPPntqxf7yXbzbUKIx4IMMUKgM81JVEGyLKpht1EW39VVayEkOyWUfVdLDRQZOfhsrMJJ6ozIydzjFskagVQTAEnECggKtHxMcrBLtA/QTlWKwB5j1nnbw3mlx8SYM0alTB4krDboOX5861nqgbpBmqbp83sAvheMt+bxll27PN8yDypXlyq8FK4yvdKuKIJGOUr6ZuqYIMzBf9bBDmiZuUfVYMJiJVGWKoNtg2svuczX37b8dcHPvwxUWNdvHQRQejg1q1biAJ2Xr8sgXej3pZmVmwIqeqVuV+tBR92g7KsYrXjaRmsViFYFZzaQFd+5hpVmSmPq37GIjStKIQqfqvV54gGbUlNKp810648qGg8D6xWT/BbgaoyxozVwYObsSUVZSVoP+sek00Yk1Kej/FkhDv3XuNtIkofbkQsWN3Y3ESzo9fsLLBqr8vDwOp59/ijglX7fvO/7fxgNyXWcoMCNAWr7WYL/f6JbLotWF1fXROwysoPBQLz7t7njQv7fR92c1Sb1TwqWK2+/zJoefCzz1ay6rGeQVwBPKpi9dzvbSqgqDCilZGeA03+EiWq+J7qT+D4sI//9Bd/Cf/iC6/DFVk9/e5S/cMOzWyxaZIodg7UwWdb1S8q+nh+pDRzti5VvA9lJlQQpOXdqoS1dgD8PmwYacE67QRqXfq70mZgBZ0u/3SlYzkVSVREUfHaaLJruUIDwoTc1VJmWd2MylZsAQgP2RhJvpc5jkz7LdhajLcz0c7gSeVFAlWoRstZ0aUNCz34GA7H+N//1t/FG2+8LolVXhffZRUd598QjVZD4JjnURnKSqkSqysNFDGbjgGrGy34Nap0GYdGaKT78FqPAfUOgiBDOR1hdHqE/ugAyWQf2QltkUZ46spFHBzsoHH1w3jmfR9DrRbh1ZdfxOHtr2J1awuuz1Ji+hNqgi90xVMLeeGj9Ai2fGRFH5P4FHkaoH+SYHfvDorhMXdsuPHEu7Fx9QbyaAXHYwdff/Uudnbv46Q/1EY78v1Ut3exPsD1WowbN57G124f45X9BJMgkDibnxm5Di5sbOBdTz+N97zrOTx38bIcU5Kw/DeTRncCpkyFjT3ti/O1JmaqD1l3GDsYMFR9nWEosxhpFiuZMT8vaZ7PZxIGmWZR8t5GFW01/FJ1mLE7fYzJdIKf/+kffzvDavbcP/cLP7IAVq09is/xXSkPr66v1kNVldKLCdHlNU7GrxA9VlipytyeSzlXS2s055NLVy7j+3/g45Lk4DWxVSFSqTKDfsYGylQcyIQjzYm4D1PgSpUjgeRJ/1jUiOwUL6DW9QXa1mqErF1RuBLIUWEeRjX4IRs68V6huvlBn9Dq+qYfm4uVG/msrHGGxlm1ZCmx6vxhv78VT0m8YvtKzAaOUFxJxNPSKTMK83gylms+HY9FWKWKy0TiPFZbcVSyklGjUdOoduHDTTpIeIOOKwXBMioVvhortvn8qpWSOiBt81GF7qJ2nnmWU5UcwOecWuN8SdhqEutnjM6H7QX0HuH/V9YzxrxJjOPjY9y6fRPfePVVaR5FK6p3P/eMVCcwacSqhJXeKtbW1hGEBK1n7DHl/q5Ul1WfchYItccv65o9rlLG1N7OPQxPj7G2sYHe6qok5uwwlQVQvOBNgtx4wVPoNtMW2WocUwEhsgfjIW9jJv7d27j6SPf4N+uL3gGrS1d2BlafXkcW5zIhRaF2QjcFBuqjWQDjzJWSc/FKDT1EDkvhtVMzPTj5oPJwnGo5dS3QBiiEsrQC4L0T+jRlN82rCJ08TzaX9FQ9GtEI3cFqI8R0nKGf5bjYDjBh46w4F99M3gC0E2hHVKzSn1XBKjtvE6xOJhmGqfqi0huK+fs5WKUqKEdMKwBpLEKwqmCRoHK16cPLVbFKYkamJlYApjGDNZsXGMouphOW+3hYaftSvkdFb55bsGrK/qtg1SnFY5XHIDoysQLgscwVq/UwwDhORaHL5klUrPoBoaqCVW7sa1axCmCaljgaZ2JLUIvUCqAROOK9Qih3OEpE1dusOeg1QoHGJ9MC+4MM7UaI1ZBHYtRVFbBKxSqBszQeoxVAmilY7TYQD0Y4jnmt2CzKQRJPBa51chdxUWBvkArOIdikJQTBKqHgRjsSaDikYnWiYNV6rNZ8wmdaNWRIpVbfl8ZkBKsMTGssta9RsZrjZJKJ3y/nvo12TawjkjiRkjO3zHE0SBEnObbZrUw2DIUEcWy8xj8JN7WOK+eXA4qwNEl1016r0YdIy/u5wRjz52DvJVd8g1mptjfU5gxUimgpKsEqG1d5aIe+qKAJVgf8HlwwRSmrQIqxAe8RglWnoApbG5ANWI3nemJx0Q0LtAhWM9pRlKpY/WMAq/PFs6o8UbI0C5Jm0GleGGHWmJl3GYuYqZZ26SNJxXndx0E6xcRJMYkn2Nm7g93RAW7tDzXR0Gvj5d0pblyu4fmLVzEep9g7PsTXdg4x9APcvBtja6OFn/rwOrLMQ6e5hl/97Vdx+yBBmk3Fv/bHv+sxfO3OHp5creGjH7iIe/cG+PzX+/jRDz6HCysuRlmG69vbuHewg3/0O3+IvcMxep0I260unrp+EVc6NYyKFDcHpzg6SFGrt7G1WmB7fQONTg/OhWuY7NyC3x+gub4BBDX4UUc62SflEJOjfSQ7IziHJVaCHpzEhVdvASsdsRCgXYoqV5lI8ZBNxurjKzyOc6NGC3PDdx0PCgA19FqM+OaqsHlWvgJWreqU72IEpnYjPwskZu9bBau2VbOWKT3sIeNFfKTmxzKDk9JVRCZKCaBYzs/GeJzweTwEq/KgQqC1BjcIUXo6LxO6c31gp8CSHsr8WgzaJycohvtwhkM4tNFg6ZRRGM3P3TyrbIM0BavmHNNzTcbwWUrsSkZaqDPXE0OCzRyvFWnawEDf15xc05xKPFaNckJtAPS6Me0kkFQSVApJxQKAEJUBvyhW9U8G3VRQBSiKVXMq9bUlHgWsftf3/TAmowSbW9vY2lrD7du3MJmkuLB9GY1GC74XSuMJKiNU1TJXgi0rVi0ktT+fA9S5YtVu4vS6LJb/6/JpSryNkmcZllWh7GxzVymDq/5+PkYXlR6zzz4HrJ4FYc8b78sB/5mw1WzWqu+xvKm3x1R9TnXTMntfaRLpYRqPcfvua3DZMJGqHQNWoyAEwWqruwLXdGIWf+IzNiZnQSL9zPNv8D8OsGo/w3Znt/OF/b4KVnfRajQFrI5GwwWwyjJCq1g9C6y+FeC93LzqzI3b0kV/K8+xL/n/A1ilD93OvQy5V+DiRaYLtUcCww8mfNVvUePz/bvH+MU/8+fxe1+/L17SjEGsYojzmSR/rbXDbN7XxBVj7Pk6pnPsvKnI3N9Rc2FaKqsMwFYSGCgrNRRaLmvhkfUVZDwkZa7i0RpKt2wCgaAWSbMmAlVCgnqtJpYCTLr6Xia+jvwdO1ur75+PULqYewJp/IBesb6Ut2o59dkNac4FDMv3nSkDlvtdoBT3IPxOAb70xZfw//zDf4R7+6cKB8Ey4wQl/d4ZK8qL1DOVMV+zFmFjNZLYnhZgnZqHjbUe+oNTTAcDbK+1sb3p4bW7KWImMJ1YSuYpSklzxpdTXN8Igek+2g0XtUYDjc4WLl56HzqtDoZHd7B//yZe2xvj3qQNeB14QQE/pBJS1cFB5GC16SKdDNA/GYmnfLsZIM1OcXi4J4IFL4pQoCv7u53jU+wfJxixUYLjwavRSkCr3KjGrTsZvmU9xXuvXccTz3wAL770Mj77pZeRtSME0RqevH4dT1y/hscuXcRqq43AYcOr8SyRqnOdJkm1JLySIK38t0DyisrU3tv0fa4mWWZToVnO7f29MBfI4m8SxxVLgMony7HMGuykKab050zUp5NgjeDtV/6zP/vwwOqc3/6lv/AfnqlYrYJVu6Y9mMicv+lZa5m9zxTYVb3VNV6SsyXjd57J5/e5ePEiPvqDPyj3XLWBkHyGsQGza8niequesOonrFUlWs6t5d70MqWiNZlMRZQUT3MRt7ABWyw+rpxvHIGDje663OeNZlMsBejjzE71kpQwTZ6MikFjNluVZW9OE3urzcM5iXljDyIym0ozI13P5yBOz7L132dCisecib2NfB9+rzgRhWtCr+JkKlWgrMplfxexv9CTbJLEes51lzm3TJp5SJu0sSapNc4SxSr3rvTipS/xzCtXE5SBxBFsNqoxnlULu1QEWwuGRxqhlZhC/pNwV+NlXs+dnXu4e/eOCrwaLdMEi17x2+LHTeXs2WD1/IOp2hk98NpZeKP7Il572g9NRn0ZK6xUEIsHNthmjLoATVUCLWN6ZnmnSRxtVm72EMY6bQ5V9Xuvbl15pDP4zfqid8Dq0pWdK1bXpEmVliqzDJoDVYojtQwCBKYuRrF6A9XZgd4pRE3JjfUMrAb0/WT5JqGrliwQrLKsnoOWilXC1QAKDunNyE0om1MdDUsEUYmNVg3TaYbTJMN200PCxlkCVnWzTAjXCmlH4IiXJ9WdBACNRiCvG6QssWewpSoINtPhxLvJ5lXifQpMWbbOsnCJNxfBKlWbAlbpccnjFm8UU9LE7qfMUBImTzJpZkOwmmcxRjnViiW6dU9K3MVPtdCFS6wAXJaEKlglVCSo5D1MxSo9BmkFIGBVrABYPuEK0KPv8hysZlKu3qz5MqcREh9WwGrDgzS3ikICaeBwGMsx1SMHvRpLBTwcTQocDDPxNGWjJAJEbcSiXpnqs6pNmQgE2bxqRI9Vx8Fat4GpAavsQNv2XEwIVtntnj1pAOwNMgGGWyt19Vg9nQo4ZzOrXlRKw63DCb1lHQRUrBJoeqrq5SRIhTPBKmGxmn4X0rCMYJXdAo+nbAylEGK9XUPTgtV2UzYKBKv0Qt0iWJUyNwtWFRRzkePixmZcAlZZYpbRUJ/nLRSwygCRE7GA1ZLl+R5qHsF8ib0hrQ40BlPLBFVxtyMqVgMB2QTaAzFBZ+Crfr4WrFJxTbDKrC7VbHOwSsWqi26YoxXQf0vHIMHqYMrnlfhnp49mBYC/+ikTpPI4CLXmTR4WJKmVtVNVfJbcmQCXP+NFtSXUtQh3pn18df+udIrNihQv3d/FGwcn6EY1PHl5EzsnJ9gfeXjh2iWM4oH4fDFwevVkjN/8WopGmeInX7iE91zr4h+/eBcvXL+I2wcF/sHn7or3zmojwPNPdHGYFnjx5h5+9APb+MjjV/F/fuZV/OCzT+LG9Q7uHe7jg0+/gC+/9AV8+aVXcGlzFUk6wit3h+ix6UavgT96+Z74Al9e6+BgdIzrVxv44LOPI4828PKXXkGUFnjy8avYfPwxBM1VinngEvazCZ7jw0sKlDsnSG8ewjlJ4Nc7cFa7KLIMZZKhmOYIHE/UaOxoq5utqs+nBrXzcyphupmRF6/r7GkVQDLzR5WNnGqtNdgw10ky3xWYYrO5EjiYCzvzsnr4OBKLCKt0krc072u6Mmvgwe9mSny8yChWNUC8UFCfrypshG24ARtXcZPP8tDMdPPlvemgzAo4bKIxPUU5OaF8XJqN6WM5ELab9Fm62iQG1COZE4Z9haiJ5Bj1J7MNmB3W0pTQJMu1zkw9VmUXYP7QT9hYCEjJs2k4JSWnpnSf34vfSGxM5GVa1s91TZxUBZ6qhyrvdyaHOP41iCNs5fPmjbC++/defNvx1w/+2J/E4cEAjXoH169fxungGAf7h1jprGO1ty7KEDYbqDWaRqmiXl9yho2H1/Jm7UFgyjVwbgVQhZ/nvZab//PAKT/bgsll0Fp9jT0ZVpj0ADCtdIY/63VnbTSXAcrsOUYMch7UqwJJe36qF+utQjt171B1KsFqCTYO1dI+AobQD7C5RbDaU7BqNvxvBlYXv9fZYHVZdWrHgEZCtlpuudyf43M+Z8zPw7zpiNZ+zF9HsLq3q2D19PRYlEus4KAVABWrBKtUFNrNnz2O6lhYvhEeuJaVa1/9Hm/2urdyg50JxB944b89xarMQ2eAgf3dI/zq//YFvPA9z+M7PtJBSDDg2loFMw8LDEixe+cYf/bn/yJ+/5Xb0gCICUGro9frZ+dM01hEZ04VG5iJVcJj2ciqCpX+oPPHfMxx9yCxtJljePwWzojPogGrFgww9nRRE5jCJi1sgFNrtFFr8k8Hzc4KVla60qWaiiiCVJa8oiDUmIgimqXHhFxShhyfSglrlsdodZr4wAvfjqAWyHx7ZhPEOTaefZ3Z6T5HhS4rK/s0RKHsJf75p38Pv/O7fyBJrcInjFJwzWMspWFjDs942kpTHmnMmmF7xUW3WeDapS7WV9q4vzfAINM52ssLNGoJ7uw6GOf0o6W9Fxvr6hWj5+5jV7vY8MfY3FrB1uPPw8/HWF+/jLrfwODgLm7t7+OLrx3gc2+kSEMPfk7pA5V9GVrNAA3mQWlndjqB55bodmnX5mFwOsagfwovSLB9cRX3bg9xOs6Recw9r6NotODQ083nu1EBy/2ji+v1GE92Y1zduoYr156TKr1XX3sVXq+Ox97zI2ix0RnBGddoKfktMVFhvtpHGACoQrbqWq8XyYyq+X/bxoQGYEl3dVs+b8Kfmai6miiuem4bdaEmAubjmDEa9yUUbyhETQSm8Tux2lKvh5YM8zP+u//6v3gr08sDwYOTggAAIABJREFUz/lv/6s/PUtSWjscWZup6jYBYXXtk+M0TdusYnWmKK1YJNh1qvo3nyc+rhXvc4mdRCapqkh+TzYF+tgP/7A0p7P37mweWgKQs4iNx8W4dhb62qZTIhE0UZ1tNqf7ThHP81ym9DlN5H4ej8YYx1MMR5OZ9ZjsucSOwENU72qSpd6UhrW1Gv2ba9JUixDRqthVIKYP1bU/+JjDYY17q+ubrIuS5J8tjib2tWXiNrWpJfMqRMkxGp7g5GjfJFeYBNFElIBtGZvzGExSVsZL11YQcY7kNVLfWrVfULiqKn+1dND3kNfSh9U2xpPyGrXq0ocqlZc63L7lcbq4Ftr7Ue8TsYox6wHn3iQeiQ0BmUUQ1SSu4bGeB7YfdhBKnhYfdjTpLVq5T+UHOZJ4LCpoC071cuh8txAfSTWmrklzcFr9PN0czOIldZORR2/z8ls+d/8+PPEdsLp0ledgdVWqM7VUuZQmVtLt2XQO53iaZBWwahSrZJcsAWEJOO9dNlpKctaup7LAMrBiKTphE3kZeRKbX7GRE5sWsZSesLMfqxVAEBTYZIMkNqxKcmw0XAGrfaNY5TQh6sYA0qyJ3ZSHY6oHczSboYBVNkqSkgABIo54rPKx0dJSVKpU6RUrkC1X8+hm6GGtFcDPY4FlLEWnGnSS2smQE7or2ScBq2zYNUllw0orgCKPRSnLMvBOnY29FsEq7Q/YqEkyV9LFlRkUVawug9VJkmEwyWQypWKVNoWcpMqMx09g7KBVC2Zg9WiSYzQlcHXR8vX8RFGASQYcjaj6K0Tdu1ILEEU+Dsc5DgYpGrQHCOkbS0WVAav0OxNzbF2OCMTVYzU1HqsNsQI4nhZiBdD2PLECSAinDVilx2pWOtisgFWCc17XblSIZ+7BSJtXcRywXCLyS1ENC5ygT5ij6mhJihmw2iJYzXOcxKlcP67ray0qVnPpWtlqN2VBY2MufuetXsP4hxUIqRYugGlBJYduUAhWVVFNsKo+vATSPB4uFgTJhLucvC1Y5RiegVVRoGpDNQWrVJxSFUHYnWDIzquiWFVLCU76HFu10NHmVQzOZmBVSzloBdANIU2sypyKVYgVQH9CpW+J33pUsPo/fWp+55su9RonWJJqlHuVgLIKVtXkXFcVqsCpKkFUE6Xq5+6+hvvlVMb2vf0j3Dqa4HQ8xnNPXYabTXFw0BcvsNVaHWk2xBOPd/DlW338q5fu4o27CR5bq+NT/9HzeGX3BH/7M7fx3c9tSxnpP3nxGMf9GJv0ZGsXeO7GY/g/Pv9FPLXawS987zP4h5/9KtYbPfzkx57Drbt38cz1C9i7s4tXbh5jPE1x+6iPm8MhLlFNUUR45XSKTzy/ibQ+QJEGeObqNdTWavj7v/sKDu8c4CPPPYvnr63ixrVNrD/zIcTje7Lxr289Jd81Gx7CG02R3j8G+gmC2EE2yeE1m0jKAuFpLHvUIua8oN7UnJeq/kZ6uu1mXD1Y9bEIOlWxYS+ZXewrz5Gkt/588XmlNIOYb8C5cbGdqqynq1GiWvB61spf8VGsxJPGt7ASpsp/sg21WgHo5zrSvIofq983gOfWBcKKYtWJAYebTJrSyeQDxGMgHgHJUP/N2c1sdHSMLgKMB8BYmah6djZMdVwrR56DVcudFQozoNIG2ApPjUrVXgvtoGIuj23eYoMwtQXh6xn8cS7T0n5tXiBzPJNmjsJjzof8nfWG4t/iW8mmdtyGiKqV8x7wKGD1xz/5SezvsuM3cP36FdoEY2dnB04ZYGtjG1HIzr1tKa9l+Ww1qK8C1HNL+uW66vibqSkqpYPV1/E5VrFqm1ctg1Mdt2c3KlrY7C08z473RV89HpnMwhXwVAVQbwZWF54r4PjsUNhuuGeAfun4q696GGDl661OiOv5nbuvI8nGshnhhitOJrI2UbHaXlkRyGQ3zMvjXieA+b3xZmB1ARhU53rzpe1sVAXI803HvIxu/j4GrJoGFfM1Ra0A9vb20KzVBazSe0/AapZjvbd6JlitXvvz4PbCea5ce/vzN4Pbb/b72ax7DshcHB3zc78MZP5tWQF87UsH+JVf/gf4k3/q+/EnfuSyJOPZ0amYeXwbMF+kuH/rCP/Jn/lL+Oxrt1TJk7NLvWw9pdEi58SZYtX4cssQs8koEaKp0pRjQBPh44XGInZNEsWqUVkvQh1+jCYZbSmznTMctyYNidjxOoiaqLe6aLQ6aLS6MnetrPSwutoztgB1KR1mMknBgiuKNsaB9BokzBycHmM4Osbf+7/+Lp545gaefO5xjCbTeYLzjFv9rPFx5n0ny3aJWlgTW7G/+Wu/js996SvwGi2d56nkZLm/NGxLJNkq5ztTteg0jsVbvOVN8d7HV/HYeohOfIJ3vfs6fudLb+DTXyiQuF1cuJTiic593Dxs4aRowiNECiMwBPPdDD48xMUE3XyCZ69voew8jXqnjqtXrqMZdfHaK1/GzeM7ONh5Bffu7eH4tIUUDWlyE2CMelDHyVDfr9NNRThztJ/i8HAfaXIsHvortRq+5al1vPj5m5gUEfxeE0W4Di+sofRdeS/xUqQFnOeIZdPV1QZ6q9t47pnnkUwLvHbry9jeXEN361vVEsiUr4uVhCwsKoRR2wrjoShsSNf1h80HqoJkV/dYoGe73ZmVRdu1RpWCtoJovkbN73cKdPRf4q+ZsWs8of1YVYnGykISqsYGiNd5tvYJ+3LwV/7if372AvImP/0rv/Lzs3WzClBp5WTTxQvrKOOjmW3OHAgJjD2nEZI9hBm8q8BV618v95LvCeCk//FHP/4DAjAtdLX7gOV7YuHfZo8x+5lhCd5sHjGJGwPmbIERP9c2aqJliHRtpzEbEzhpqv6t9HEldJ3Q+zQRhSv3HkzIEOQxzml1etJEj16unCNCHj9FXPliI025hQn2Z3YS80ZJsu4JjFOAKuNIqsmN/6e8xlilUSxF+wPTKIlcJEkGODrcEzsOxl/cd8YJ41SOZVWTqiqbvGEeC1UrhhbWNAO8dQxwVCigldhAGmQpKLfxwuw7LTRnOie4OWdsMvyViH7pZXPLFYW11ZhI1hI5XaZZqJ6lc+/hxdcuHoj1b7f38Py3uu4qqDYNwORzeG8aVYbE/rrX5/3LKuwZJOW1NaDbnqcHx7O1TeOcMfdZ5efWO+94rFav1DtgdekGqoLVguRJfFKBkNTTbFbEoBmEPI7ALoKk+gysMqAhWKWRsypdk5xqPAWrXMwIjyga5UY08Pj+rpSAM7sZ+HSzhCgaT0bqlbq1EiGJC5zGGdYbHliE3p+k0syIcxn9OGkX2mDn9JJgVYNCKihTQskZWNVMTsp6fgGrvuyTYzawompVupBqo6tm5GKtFSIoEi1fErBaCJxkNpIPHqtAt6JAXAKTKY9HwSqKWDq3ky93GmxUVUqjI6oy+aj5LmoexD9UNuRSHqEqJ4JjUayGHhoRFavLYJWebMIMjcWBBaulqG+PCVbjDCEtEghwWW4e+qLKPR7HArVrgSdek7XQw9E4l3L9euRhrablYoSL4rHquvo92S+j1OZV05yKVTZecrDebarH6jRHvRaiE7hq5k3FakrlFXAwYmc/PrcmoH3vJEE/KbBOT9c6fUtTaV5F4E61KscEj5mwWMGqWiWMCU/Fh6uUYK1FVUBR4CTO5LqQ9a22ItTdAuk0RqPdkIzosQGrm6tNbZDDcekU0kSNPaLEV9dVsCqKal4DWh3Qd5WN1cQ3NRfAzMZSPIqVGtXELPdVKwD1feJ41S0yy9VboS+Anirig1GMIWkLB6wAFUL0TNSwbIJVp/cLgzWozQWTAY7vSsKgy66vPssaHAHbqUu7AEgzsn92enbG9WEx273BHkCwOlsc5xtkfZ35hcAm/lszkrZL+iwzaNQDrkvv4hyx5+KV/iG+MTrEEYBBkuPmG4cYDlKkfooxUsTjGM9fu4L1Vo5xmeJyYxPdiy7+zqdfwUu3SrzrSiAdsX/pJz6EX/8Xf4hPf3GI91zlRqrATh/4yq0jeDkHY4oPPnsDrx7cxulpjA8/voFR5uPm/WP8hR96EoM4wStvnGB4MsTRNMHBKEXh1tGuR3hqu47JyQG+5eoq7p5OcP8wxgeeu4ood/DFmyP8zhu3cLET4b1XmpgGBS7UmvjZn/okIjZLGx4j6F1E6q/DjxI4+UiMnYs0BHb24dw9hdPqoqh34J6OkB4N4GalbBjLPJHMPQM6CxwVNCp81N3qshWAXl9tAKNSiwVwKuPOXG3j7D67rDM1qnpE6wsrYNUoklSmaUvlzTW3Q8AOpIpxY4W/qALUgnkpo9dyr5JWADOfRBcXy1CbqDCwyaQtHMqMajXe1BM4hKt2vPGmSqYCVZ0i1s0Cd3kGGJ034i3wka7wpSpW54GTWpwoEDA/N6fOfh9teFVRFM/K/yupaZt3kI0ev5GuBZzfpIrINEqQxlNGsSq/4+ZM1KmZlv9bGwBprkKQqhYBfD3/rWBWj+Ujn/nSw27nM3/3kz/zszg6HOLkZIzt7S1sbK5id3cHo8EY25uXxGM1ihpYXVuX0k9bDmgHE+dBDehN51mBo/OfifrD7H5mYNU2iDCNNGRIm+6ztrmGDonFbrdnQdZq4FxtXmV/Lp6JVjFpO9zafAGv/1LkvwxWq9DrLNA6O6lLitVqIP6w1z0M1tnvW4WVVrHKuOXezk1MpgPTqZl+7QpW1zfW0emtaRdxKd04506w90n1RtVZZGGsPHQjbAC2FlaYAjxbOmfmI3v9q99Dt0yL64l+Tok8NmC13sDJyTEmk7Hc0tzQbKytY3V11Xisqkem3KkVWP/WwCqxT8XiQweMsQNZ/P6z9zuPnEuUO99BVkH9+Tekmcsrqkw9hPPX6X89j1WjwJfD5Jzj4vNfuIMvfqWP7/nBZ3FxA4iocfBoOEK3T3qg0jdfx8Odb9zDn//FX8a/+sYdmYuZ/JNu9KI3ZDRi1KlmMy3XcnafUVKolVu+eNcpWJ3GA4ltmFgS/1Qz7hSsGoX7chJF1HHa9ElLbRUWcK9ABSS9QMOohWa7h1ZnBa1mB932Cnq9rkBVKlb5h56rkR/OvK4JUAhWqVzz3BpCKZVN8bd+7Vfx1PNPYOPSOmJRjGrctvjQ9faBKgmTc7ZzkUACe1Jy4M7NHfzG//2beOXuLsJmB4XvaW8Aaayn+yXWl7F/AL+r5wYCg3jve2WGtajAk1se8skeVjsNNOtj7J8G2DltSsVLrxHjydUTfO51B7v5OmK3Dj934ZVTFE4EN3eRhjl6UYYX3rUGd+UGwlYD77/xOJq1dezv72Cnfx9HL/0T3PnSZ3F/XIfj5BhkAU7TBjoXHoPfqiEtPYxGDvqnbBzJ9RTI2EAqmaBTDPDsUz1845UDnGQNZK063M4FRH5kvquOeVZ1bfa6+PZrDTx94zpqVBk32wjDNk5O76BFCNu4oolHCYWktaeMqZC5VhGdSIdUyT/zWbxSLO2Xh71oC5aM6qNLEDjvh2HKjk0Zt53TDAaaV2lUGiXSzk0Uk2mKNM2kLF33RWonJop9Mzw0OlaVoCgIqRwkKHYd/OVf+nNve/3mC/77T/3HGifaddd0vGdHkvkaOrfe4bmwNgn87IXnmASInfNsonO+nho7gEpZuib8dd7i/c2Ky42NdXzsh34EQcQmZjYu0vG/fKfo1sHMezKn2IQ25wX9ley2Z+uUzhVSeSVTkCnitxBTXk7bQNMg0FSSmglDEicC1BPC7wTDyRhDAtcxrQVUVczrx1ic/Tc4J3TXLwokFi/Xen1miyQ2CDzvFr4bkG9BnSTQK/7Quv0zalsCdzM2WJHFMexTYBb3BayKbQmFGezrwioBeW+zJ5BzzklBz5V6/JqhLo2f5qpTiSPEx1YbYlsls7UIIIeROE0UrhyT+u9F+7G3ClbNPmSuDdeIYnbtbMMuvUZ2nHGIyCcs9YmStdSskcs3h0YbD66XOs8u/WpmwaLsRI5H4nJ9F5/zC/vqmKZ49pglUcPeGbbSjPczOQPt+ORvrb4QOy8DyLm28fdy77N5uPytkP0DH/m+R7rHv1lf9A5YXbqyFqz+3FPryDNV57FEn/CTaioJoo0Kh55N0qmdXqmhj5qTSWk5ARQHZ5KwYRTbUlGMlAlkZQDD92CpNffPLDEn5OPbE3YRvnKFpWcmy8N5Y251WUKT4Xico133Efk+BqMpxuKdzY6T9BIlLNRyhlGcCsBsRiGQxziK2aW8EGUON2SczDibrTZUHh9nbGBF/1Sx6pdgsOYDvVYNNXpRFalMxrQQGBbM3GlZA7ua0jOU0I1QcMCm1q6HtaYnG3sqCsnhuo0AkaMl/1TE8pjZKKkZOYhT/kxLkSSMozVBLpovaerViEL5PmPzmSz5r4VUctJjld+DC4WHdo3d2Km0LKVL+mCaynnpRKoSpvKSG/Xj4VRgOBWshJqNkOerwJ0TbXTQa7pEHrLZEd4iYNV4Q0qTFSBJXQwSqu8KbHSamI4mOIoLKZsnBJxOYuSOhyYzvI6Hw6Fm5Vj6z2O6f5rgJC6kgdBmq4bJdIrDUYaYRv8ca24hvqNUcZIei8cqwXam34+LOK93txkiyUscT3Mp0ffKEl2CVdpWJDHqdZarAEcs1S8KgcAsMeb4owUFVanWY5XHF7KBFMeuZENzKdmI2InW4UKvYJXAmosY/VMJx6mYPRwxKFYvSQsSCIhboYsmlQiFi6PRFMOkQG7KL6SRTU77C5ZKeQJW2SRnSrA6zUSZyo6YLd9BJwIaouyhN3GBxHHFPmGclvinJ48GVou/+suzuHRhabWQzy6aRqFu1saZolUWLpP9c4KmqFTuTYb4Mhs7ORn2+hPsDwZoFBlWWiv4wt0+vnF3gI2OjyvbHi53A3TZ7Kx1FaP4GL/2ma/j/sDHt2/V8PjjNXzyhffh13/n8/ibf3CEpzZ7WGvqRu2V+wMMkwBFOsVzN3poRjn+6OYYFxo+Lqx20R/F+PbLHTx1oYWv3TnGV2/flXHJRntMXPaaPoowwv39UzSbEXoND5fWV6Vpx869+2BPpenEw8DNpVnYOHZwZaWJX/n578SVG88gPjmSUsKwtQGstOG7TZTjEzi1C8inR3CP95HdP4KbrcHtbaC8f4LidIhASnF0w0rVsprTmwwq/5IOedowbM5DGKxollTPtU7Ws1jVbKYtYLEjQYOaCiw1AalSDB2nmlkX3GfgoFETVT9AHdJ0nMhG1/qMVomkZB2sFBUlrU74/bwIpSnvtIrV/5e9N4+xLD+vw87d3r7U3lW9TE93z859EzeJkihSJiVQQGTAjuQo4iJSiixZmx1HFsnIhmFLIpP8kwhIIsCAAwlxgMTWFluQxEjczcUUZ4azT/fM9FZ71dvf3YPzfb/ffbdeV/WwW/5H0hTQqK6q9+67y2/5vvOd7xytXOdw+BoWp5hMhlM4rNpLlYiJvbaHKW8zQe5mklizC0JCNJGjMS2qJJAK3qyaXVYHVc/XXGMBVKs2cyFZIdiPAYJNwZDad8VcKDF02ZpoqLbmnikzSRmumk6kpiim8DQTu8Ro4xuglL9z1LjRGlSJiRW19dj2JsCrSSSNuQoBWcoIvOPz37jj+OtHfuxjGE+GuLHJQL6Ney9ewGh8iK0bN7HQWcLSwjJ8r4aVlQ002gtyTkzamUjYNsOCZWqSTWGuzLcLmuBY5GIkqdQELeexSm2F9r1WQscG9/PM1jLIai96dpxZwG1ZOPY1NpA/CdC0x9VkxTAnioTtVifp4obbesTc+24Hst3uHG5JIkrnoH/LsLOzhf7gAAEL0Z6yK3h/uwsLWF47Je6/CgyUjMBkvM9Yugrw35qy2MTipPMo//444NWCqErenuloWsYKJ17ZFK78eQRlaGhBzcv9/X3RYeOzZXJyHLCqz0nP6NbnO7u48rO93UQ5ybxK5M6P+ZLEb257vR1gXj7PO5mwdw+sWqkFJuX8f4zx0MdjT/Zw3yOL6DZzkBFGqFlqXkbWhK+kOSqNrDafvYKPfviT+MaL19RxPYuQcx228Lho2vNLjzF7DlpAk/WCiTtje65hcSKu8sJcFdkl3V+41whhtlgvDJBjWUxlBqJpDJC9gAwstsBSXzWoiRQAtaHb7UV0O2Sr8v8tNOtk4KvzNGN8gqVcXwXK9ZS5Vq9U0QyqqPgJfu8Pfgff/f53okpiQMJX3SrhINdq907zQO145OvtGqCmO2pAefmF6/iT/+/L6O3vk82AiMm46YISnW1JxJnX5AJWiu62AP++6C/K/UxSnKpPUQkibI8IpvI9FTGpWvBHeON9i7h0zwaevz7EUy/tIHRrgNOQ5y9AVaYO5MyZGq0KHnrVJax067hv4ywa1S5GwwOMMw8vfvP38NTXv4wkaKLppxgFp4SEkldO4+YYGIW+spyh+7JD0gmf6XSIZWcLrzvvY/sgw+ObPoKlFYDxNqpo1CpY6rZx4ewGHrxwHmdPrWG6dxVLLbZjM+Yja7CKrc1rIp1W6d5TMM2OrE/zgskywQyCavG6AviyMZIwQOR15XVeJYBK2vC2vV8MP2ctwNJ9KKZDiTwP7ovigSEy60cXg/JeONvHtDCgf9O58Y9/+ifuZDkoXvsvfuWjOm/NcSiMIbCaaemerXszSZ7y/lZeq8qFqtlePMeKFMajdnXqe/l/E/+5NE6Lsbi4iHf/4A+h0WqpbIiJ/SSa1YpIcf7l+1VeR4s9xMROs5sz64LT1p8y6Kqv0mPOWrjLnyFMXjMe7HcFzvTcyV4W46zxWMg/wj4mE8m04LPATIMs5vWNzgL8ahW1WkNMltg9ImsQDaGMydeR6xCTUzUhtWsfT4VzkKfsOmxJH+Bwfxu1oIJ6lYxVNcQuPydrlma7u+wYmj3X2fOZf446Bs3YE+MqBWIdlwZ1GpfL2DHGWEowKG1+9lnrjS6NWQOIS05xMhBb/ot9LpqJ6LGOtNgzdqFEmpG8knspa5eSxZJUixgypMz56JBQYFOUyWj2HKeiZ0td8Zh5BAsfzN9p/t1pY2N9Del0gr2Dfbz40ksiD8O5LeMiDgtgVfV+lWGsDPSjkgDlcy9PZrsH/Ow/+tW7muN/Xd/0CrA692TLwCrBUU4wgmECrFKs3gCrZNTwz5NIteAIrFIbKPBVJ1XAqYgtLr4k5wRpqaXKxYCTmYAU3894xAKrFdFo5caobDwCq0lCxioTiQyHE7I4HVmYhuMQ40RrGAR+G77qvNI0aDCNBFhtCDAX4SB0kcQZ/IDtKfy/0hsXGwxoPGGNEshigMUEmcEOGZOLzQpqHhMFA6zGiegcCdBHxmpA3SGK8lN7NAfxQwabNL1y80iugazebsNXYDVNEZKtxfZvn4xHMkyVqalVHhX0po4p6/8E7gisjsNENE25sFAHlexTWQgMsMqEtlOvSJsVgUZ2IA+nISq+J+AeMRsCq/yUg8FUQEhqUS3UyPr0MIpy3Owl0pa32KQJ2QxYZQVWzJtcNWfKMod4CPpk/To5VrsGWJ2moruzQGB1GimwSh2izBV9Ue67ZKhWfQ9bg1AMswisrjQp8xAaYFUDBDKXCZITGCcgT5CTwCqNsKiry6fG573YrguLeH+aiEQDGRHdZqAgZRKiXq0IWLE31Arz6kITIGNVTNU4BmkiRXkDla0geC5SFWQWW2A1YNuyPmMefxSxdZmSDARdCazSZC2SqmABrFKb1iWw6qFJBi+B1eEUIxYhqC0jurwWWKV5m4cGKSRJigmlAChzETOf8NA0wCrBYlbUyKqOHV8Mv0Zxhj86uFtg9ZeLmW+IjvpzsZOZIMYEMkVMa9hH9s2cT7GfYpql+FZvE9enI1zuDbF50INfbWK1GcBJa/j809uYRj08fLYrrJil1Tr29hI8eM8y9nYP8Pkn9rEzJVs6w/e8oYsfeffb8dt//HX8u6/t47UXN7CztymFmtivyr0hcL5Sz7CyUMWzWyE61RrOLNXRG2ZoOREurtbQCUIcZCku3xxhawKEWQVVj2zrCM2Kj3NdZZePyCjuhxhNU6y3fNzbDLA9nSB3ldEd5zk+8B3n8QNvv4hJVMGV3Ru4sH4RncYi3KU1CiXD7Q2BjfuR0/Dh+aeR3tiF07lP1jx3r49svy/Ou15G1pDoaqj+KeeaYXwq3llO8Gbg6FEgR9uNZC0lq6gc0RQ/KPCnBAQbEBnahyQTCk7O/tmsVwNaAUdKBxaejWmP11DH6LlaVoPVHhLGqgKroOOqYRNSCsAy2cDiUprAoSmBAVYJtObCBOFcE6hS9UsJrBLYKyr1tn1Hr43r0cnAKq9dmaVK4DDC9JacK/EjK9rm2oRfXwJoDVgrTFb9gwKrlr1rZXH0lundNExT1UvVoJ7/J1QhXHdhNVALXDVX5Z96b8s+oG1mlvFHCYG7A1b/3o//NwiTKba3dzCZpLj3wr0iGXPz+nX4ToDFhSXUq20sL59Cd2lNmT0CrJqmdJNcqUP7THu1nEyWQVCumwULRnOyY4FVxR9UF+w45uosgZjXYtX7X6w7jiN7ffnncjJ1HABmfzff6nUc0Do77owVVT6+Pc/jAuOi5e4OombOLU2McgFWDw534fuOxCxMAPlUugtdrJxaF704BZ1mGpvKrDya9BwHrM6DA/YUjwNR50+/nEgaSE8L7bY10q5jJXa7Tid9bvF0UgCrdA+mbp6A8FmGtZVVSdoJIlgztTsBVm/3PIrrkETt1sSQn3nc139uYPWke//d7/iOOxgp5Zfagg+jRXL5EuxuxXjy2W286TvOo1llQdgm07oWMfYUSFWWQgc3n7mCn/jgJ/DotRvK4LHAKtcpU4DTLglp4j8C5gvQYIonnM4yFtIMYTJSzcmE67mufMLul7VdxwIBRGFREYAy+plmhTWAvRLSKcHFohqNTshaJdDR7iwYYJVSAEvCWG03W4VJ1Yj688MhRtRXNZJjPH/mMIwpK36GR5/4Av6MaSq2AAAgAElEQVTLD/4w8hpzFS59M1CmzFK1zujluy57r+eq+Yxp/RWpH+QYjaeSe/DayPDj58aUWOA6XzChjFmh6HGygyGVDqnRZCT7QhZ5SA+uw3XHiPwVjCcRPLeJrc3LiA4u4/7TAR6++Ho4wSI++5WvY38cw2+uYBRSfikUbwxKorlI0W37eOfbX4eaE2Kp2sCIXgZkFHsNXLv6BL7+6LOoBS20/QR9dwUD5lWRi6SmUj0A42XqwWpHHXUJmVN180O86VyGFzeneGanDn91DdW6hzc88DAeeuAS7j13Fl2R4oqQRRH2N1/AYquBar0truQkoxwc7qiuZ2PV6DVbnf9itz06Lwr9CVM3LmmfFnNLUyndrXWRNI0+Zg+3QLkBWRUIm7X5l1v8teisX9JMb9qr1dhJC5CCvYsB0YzxqbGZPYcc/+Rnf/Ku5jeBVWmXFN1MnScqU2Q7R/RDhPUsxrvmXOdMH8tr40n7t+zJZE0atrDet1uB1U6ng+/5wQ+A3yVOtCxZvdMWBbMP0JyRCZBKd8E+L65Jsy8D4urDM5jt0fzG7jf2PeU11Wq+6vMqYYOG0amFEgV/hW1IAI/AXJJJSz69QUgKCmNKx3GOmsI97wlBV78qLNc6WfFVmuhVUBUzPRq+UYdD4ySek3S1GjmoPGKxKkE4pRTAFiqej1q1KQzS1Oih6huP7kMij8H90L6mhFvL2DOA+y3PlICqkULh63IxuNP4wMbxEt6r66phd2pMz+ehKZ+OJw2By7JvQiMvTJ1sTFCwOqUIoWxuro9iFkXmN/1lIoKlStaTAsZUJWP0vYqP8P9cC3m+LJJxraB2tnynWbXIzvliVsb9hBraBMp7B+yAmWDQ6wnASvbxe9/3/ahTLnAykZji0ccew/NXLps5IwmYdmSYNUH2KGOwKK3+5U4EM6mlU6pU6LXj8Mc+endyH3e1MPwVeNMrwOrcQ7LA6ocfXpFFR9qmySLUHFknG02eRJvSEaCLgUmVRkuuMaBi6wsnTkRdU9XJIZhJTQu2SHA+C/BKMxgRN/dACdeKl4vkADdwsvvE0CgmsKrCw71pKkxSVp7HkxAjFtjFO8dBk1IAdU+0ZIZhJC3rBCUdAqsMFMhoFN0fsmmVsbpQVwo9wUgBrKhvR6ORNBXd14VGgJqnbEVuXPz90AKrRjRbgFWwrZws2zlgNSSY46BDoyNW/BJW84kROqgHAaq+miRRa0V4mIqsChhJN3vLWB2HNGdSEexW3RdmpSxusnhzoSGDkt6v1ItVYHUcRvDJeJwHVodTASFZlVuoKrDKFvvNARczYKHJc6VBrG4MBFbJWBW2mhivuIhjB/15xqoFVqvQtgu4aLEtLM0FEGcQv9wMRPd1uxehF2Zo13wsNwKEcYKDUSKgIgPuAlglGJwSWCXAooEqtUl5mwisdhs1CZwPpglGZCSnZKwqsIokRIMLcUZglSxVMlZbAsjxOqk7S2A1zqmrSxahjiMJhAXM1fuq5lUMvFVUn2CmR8Zq1RVglYHwwSgW1oEUbbkfZQRWee8JrHqYZo4wVscEVs2GSOYyK5ucEwKs8pkmCcZpJgxiyjbw85sVoEOpAI9V11QqnIlDMDyT4/37uwRW89/4lSII4H8KcHUWEZY2VNPyVLCrSosGgWgvxGaS4anRDeylU3yLoGLKxMNF5CQYhR4uv9TDPWuUfvDQHwF5x8GNHQdnOz14KcdAgBuDFC/c7OND770H73v3W/C//snX8Qd/+hIe3jiF/ekQB4OhaHdRnzKgWL2botOsYirM9hzri00Mxh7CZIKVioONygD+YgPXBz6u7g8Atw4nSVDNY5xbW0NvGmI4GiDMMylc0FwiiCtYqIVo5zHOLFUQN3M8ez3GGzcq+NG3n8O50xfw6M0ruLh2EadbHTTvPQ23vYbR83+BPA7QePXbkTtd+NF1pIcJ3EoNTuQAhyNE2/vwDsfwIgKryvTMCZg7bLk0dav5HF80V2l4MQO3TkrQBWg179cQSgsGiiraFiJObm3rm/1NI0gqLDDplpCqpCcowQbXp8KcwCYpBCxtu5hqDmkjroOc5lQOtTuVwbFBnW3DHnVST1tOORenbC2kFi3PyTBaC3WDGDkpV6YtS09YW9Atk4LAqFzKvHGCEdCXPxaMU3PRBjBVhp9BQ+WsZy3/CiIbllehJyw0oKOta8YJW3cBLcppaz+fmW0NA2IyU+W6FNjgmq+6qlZTVTWf2YBrg1W29fL/b78LKYAf/dDfR5rGODw8xNbmDtbXT+PU+jK2d7YxGk6w1FlEq7GA7sIy1tY2pOmX+5Jt1ZU1wbBPy6zSMktCQFKjBcZ9t/y6skbYUWaFAogWWLVB6jy7dcaa0ZbSeUCMY4pmKvar/Pry746LQcvApwU07euOFjA05hFjuDl9zfmfy59zHHj3cn+358F7uru7jb39bdE1J7AqmoN5jk63i9X1DdFMs8DqkSDfTP4CAJ5bSyxgf9w9Ka8px60vdkzq0iBKc0XSpazEWbWizFgtH8sCq0yYLGNVQPssxerK2hywWmZOvTxj9dvJNex5zT+f2zFW5xvE7+bZlsfWced598CqgkfKYNPOsStXBuj1hnj1604jcGkMaBh8XPYFWNV1yuM65jq4/sTz+MiHPoEnbmyKVA33BmnjZwrLG2PlZQyIJWVt04Lq+xUjn8Tk3RiWMO5PpgKqRnFoGFsE+gja6voq7fACrGqL6qzQMmM1KRua+5nqDnp+AF90VutoNttoNbviNM0W3na7K67PqvvoY++QBjdjTKJQugGUteXCZVwmuooDHA6v42d+8ScQugQ9dW+7dY1hPjBzmS8/u4LHazwW5Hp4bHNfZX0wADLnKvUehZ1tJGJmWoCOFHsp7cX8xCNjLnfxzDc+A8eZ4ME3/6CApQS9vvXoV/GVP/sj3LPWxLmVNeRZBde2bsBrtfHGd74PoeNikpCsoR163FnCwTbi/g0Mtl6AN+xL3Li23BTdyd1JjHFwD4Y0Ge3vY+ptKAiceTiMx8inMZJojDSPpNuHbOQ0mkix+PxqGw+u0hOgg9/9/NN49VvfjDe8+c24tEB92xzT8VgcuaU45LkYHlxDMukL257sv1ZTwdXBsI9g4VJhhKTEm2PIAmXK4wmFm/l1vwzC2eMWeqgGxGGsnwi7WsHv8npKrNKCcbZV2+5T5e+z92gXYWoMjlkQ479PfVK7w+70619+/GOy9xBYlfFrgFXLPNTxasCgQlv1ZJmd8l5r90C7b+p3cmLt+3WPtnIvLJzwWii1QWCVhnFyPCEQazxYLu7NP8NZcfoo81fWpOJxl567eRbH7UtlIsjRz5k9w/J+Nb/+HolnzJkrYKZznaAg1wPKQND0bjxV8zuCr3GkRsgFCGf0pTn3692ugK21egNVsutrdQSVqsaVLjAd97F14xoqXDeDKsbTqRybX8zHabLFZ2tZk/YaZvGgMTg1cL/9vb2eo2Nb2bOyjgq5gEQe4wEgRX2Azbga8tr7LoGxYdPP9lwFP03cKx4BCoxaMHV+Ttm/a8u8YhS2rV6KEqZ7ojyHrL4sQ5h6s40Ll+7Dfffdh1q1KhgEYwaRU5NCrGGjM1gypIjRqI/xcIhrV1/C8889J699//vfJ7EU9aypDWwJAkGjbhDzmsEXIiRRVGgyR9OJjHVKidg5LAZ1wqJVktZMHkAZrj/0dz50p9P7r/XrXwFW5x6vBVY/8ogCqxzEBH+o1znDXMi4mQGrdJmvVFw0PGqJOKJLyQnN1nmPgJFpERLmowCrOnnJECWbkixVApRVl8fxZaGdB1a57B1OE9ElFWB1GgnTzAKrBNpovmQZq1EGqU6TbXpIEykyEE2rYiEFUFcgNEoJZBEs1pZOOjsS3CPTtC6gWiJBEYO0CV9nND9FK1zkUPReEFhlOEXTKwK6w6kBVhsEnfkaZVzyRtYDH7WADFMDrFoHRvoBs9qcE0QmY1U1Vsmm47VaxqoyhxX4VgCO107NVogUwCiM4HkO2hXvCGP1kFIABFarFSxWafpF7VIHm0MFW5baZNcSWFUwjc9LAwzlRBDIILAqUgBujrVuC5PhGHvTTLRYl+ouIjKG4aLB4DoD+lOJbrFENqzvYmsQ4zBM0a4qsMpxsj9OpC2fJ1sV8yqVArDAqkgBUOcIbD8Dqm4mLF2eJq93GMfwMpUHoK5TboBVPs+9oVL+lztNaT1mxEvGKlt8CNKplDADYwOsxolsnpRYsOZVfB5MCISx6npoV3iOylg9HCfIRIjXJOIGIG6xxT/wxIzsYBRiwvkkLEMgyhjgJyKBQWkHMlZpZjDNMgwJrJK1zOdKA4EKUKf4eUw2CFMYV9jQkzj/SwOrxfQ3iUCp3H9bYFU2dan2uYh8B48P9rCZ9fH8cAdXtw/RNJpBl0dTXNsDmpMaVtpAGiRInQa2RxN4uYNp2MNCo44HVz188YUIB4MEv/T+h/He73w1fuerj+I3/+/H0HLrso4EVYLhkRizZQgkcGjUq1io1nDYP0S7XkeeNxBihIZbwz1+D14zwOW9GL0JpS5qaDdrWKy56A9GGIxToFJTjeM0ljlHFdTA8XCp00ZQTXAjnkjR4ZGlAG9Za+Bvve11mDgj9A9TXNioY63bxsK9r4NTydB75luor51GZeU18FbayEY9uONYmCqErLz9EPnOAPH+GE6YwJfxDiTCiGZ75gwY1ediGasKrB7HmLMJnBA1ymwsiXhNq1aRcaiiGPXUbGCoBiWmdc6yiUx1VtrQtJfHaJppACaBmGVxkulDNrsNzixjlaw6Ma9SZiIZq3I+AoKq5rawx1m1jkMBvOU4li0rr1TGqhB8hbE6A9JsT79tZToOWLWBv23j15O31UGd83LeRgfQagjrR5faBi1vRYCBsn4kf+a9VHCUQITVSeXaIochM91qpgpAa4HVTFpVxaSKhUcWG2XJ1WBY7zOLL3cHrP74R38BYTzCdDLG9evbqFUbOHfPGZEH2NvfR7vewVJ3BY1GF6ur66iQoSRyXSY9snqphvmgjBZlPUhALGwJwz4Vfa85YNUUmmyr8CxBvRVYvR2oyvtgP2cWqhhgxrTvlse9/f/8d3naJmmfB1ZvD8oqy+9Ovl4OfLPnUj6mBWqZ4B0e7mF75+YRYJXjsdNtY3X9DPzKDFg98lm3AVZ1fp7c3XA7YHUeVDUz0zALOfKV7VIsM0f0mGefeSKwmmdYW10RYFVAP5EQMVqcJY3Vo/dt9ky+nfst4+iEy/+rDKxqZqyBB4vMjz9+iOXlCs6ea8qeRjsiXcDJnqTCqvQaFMDq1W89K4zVJ29sSceA6s5pC78k5WbJnAFeWj2W+e+RxWUMCi1bWQrVIahPqbp2eiybkNr1U0pw1vWaoKSv5AkFNgxriuuzFCA5JgJ5DR2lqzW2/DdQCWoIKhUBLxTAIPkhwyRSbTwL9ds9zHcIBHuYhD3U2xl+5hc+isPpSLUJj0gRzJR1qYZ67FeZRSbECGXhytptmGSFAQ/XHeYYGVlbkayfBFJk3MpeS70/dr8F2s4a9fGVz/wrJOkAr33XR6Uo12l0kYYH2LvxokgZLHbXpbvl5vZ1hE6OU/e8Bm6zA/aFVAPKfnFNzhEO9vCNL34G3VYFaeKKtmP/4AZqrouVe+/Hva/6HgyHVzHYuo7Vi28WQIJ5X+hECBAIMJKwY49SPGmOy889gZtXn8WaH2O4ewVve/t7MYqBvUEPK+cfQUoVXzKTjdkt78xkPMa1x7+AfLiDRUoGiAu6g97BDroLS1h+1XtmcUXpZhdrUsGcNn+U+KMc75RoqpKjqFmOZVOKLuIcGFRu+ZVlwRxP13pdeyTvMS39CvAfZatZAEnZ2WpmJexXthMbFh4B7t/61D+/k+2jeO2vfeIntahn9lspXhZM0nI+bvZDYSoebYc/Cpwebf0vr6fWmZ7PRd9jtTh1Xefz5DUS4CKwurS8rGPXPAt5kYkV7QXofTVg9XFgeambQRmmJSkA897b7UvF5xSfYQHe0u0251QuKlrpBz3lwlG1JIGg3E6bC5HoJexTMjDZfSTduAqax4l+J3GMHRjCck3t8whkfao3aqjX2Y7vYDIdo15ryrUe9vrY2t7GYDjAVAz0dJ3jdzIyORdtUVfNklSLX/JMc7+szqeNGUXfl2PWZ6elrp1iiirj30YA+nxZmOZxZa3m9YiGsLLpGdHOYrYZM1o7IOzDto/cSBIZpqy9+1ZXv9DVtgUuh+ufD3g1xRe4rge8VzxnX2LRxeUVKSQLo126ZrmgaIfx/JeOMNWr5rzr06Cw18dzzzyJ8WgkeX29pjkkgW+5r3JfCMzqGOV1k13LexBOp8q0NXPYAqkid+Sod8Lsd/r/D/7UL93VHP/r+qZXgNW5J3scsErSKUEzyxzhBCWwynYTsh/JKg3Yuu0ru5WAVBlYlUFM4EuCMa3aEoBkGzznfoXv4Xc3R7XiCWOVbf674xRhSMaqL+/tTel4maNZq2ESKrBKsJPvFfMqAquuh8EkFECPrvHKWPXExIoVYS46FCLnQrPSZNIWSCs4K71knRK0InBKYHWhWUGDbM2MTqkMmmjcpDp5No1gizzB4TRz0adrfeZguU3XcZpXEax10aKWqe8IwEKNTM5lXjNlDQjMWWBPHwWZTPxMBVabNSMFECZyrWVglYsI03QCxgRQGRPwWP0pMAhDuWd0plfw2peFqQBWKwGW6mRUQoHVAcEqGkoFwh4W0wEhi5kAowBWHcRWY9UAq9PhBHthKosfgdU4jAVMbHDjydWIjPePEgmUJ9geqsYqWZ8rjao4Oe5PqHcq0anc+xmwyjYdgiueMFtp+sR1nbIR1K5lW+1BCDHT4g3iM+N9I/uiaRir+wRWBTRuaOuxYawyCCecLMoOhoHM8xRmaES9YF/kBMhklZJ9ibHaMsAq5wGBVTEHcg3rgWA35Qoq1E515bp640iAVV4fPy5M6YieGI1hv9BYDfNc2vxpxiWutoGDTiUX3Viym1WuwpWxP41z/OH+ycnySYs2zauyT/3Ksd4nZa1KC9oVTEPZmDVBt7o53Op2EeFKMsTlySG+cvkZqdgvNtsIIx9X+lNs7Y+xHjRQqQcY+wEODiMBtRmILAQ5grqDWtXFc9eGSPwKfvQ77sWPfNdDuLK3hX/8r7+M3SG1b6lpm6HVqJDYi8EkFuZumidoUHOQwbOboO13kTpT+E4DF1qhzPVrY7YEViB+uUGGGpNLbpqi3evCCXyMQpoksaBBozAfSzUgr3J9auD6/giduo9Tboq3PXwGtUaGl17cwtvfeC8eXF3EuUsXUO+cQe/Gi3jp2hO4/4HXo/6at8H163AP9hGPBxqghx7SUQ6nP4WzN4Dbn2jA5qsmGj+7YJwW+J8yVpEfn+BJ0GchE8tWFfBeeJEzMEX+psAq2/NUXtS0exqmKw3zyCois0fmvnm3BNommiuCX+OQyhZKbb3TESEMVgZsfgUgsCpoHYFVyrkYj3GyqKjVRo2j6RgOrespDUDnasGCrRUCmeRabJFkvsRQlDFpDBG4n1jQZAbwkuVnA/symKpIwZEqPTc0OfdZomD/zu+WwWvorUcKDtalVMymBERVQFSLUKYtjL83T4PBOe+UmFcRRhUjO2tWxT1G75EAIAbzftvn79y86qM/+08wGO0hiUPsbB0gnMY4vX4Kft3Dzu4+fPhYWTyFaqWJpaVVdLuL0vk5Y6zMgC3qJ84naPPtZ5axWmbCyIibY9JwzNlW7yJxKTTdNFmeBzqPAqszVlFhYGIWuuPeK8+1dHx7Tpq3zY5VXiuPFihs9+BMs+/lguE7kQIoJ448Ls0Wer0DbG7dgOuqfJG0z2UZWu0W1gisUgjaAAcWXpShbosBBuQuOjOLE751r5j//JN+Ls8HSdKMCqeCrjO3XCktm+Bo/ljRZCxSAJaxGkWhjg/kBbDK0c/k6nhGWBlMeQVY5TJN/XcLrA4mCb7ylV08+MAC1k/VRIqLeptVSnA6jGHZ6URPGAcepVc8Fy8+9jQ+8uMfx9Nb21Lsor4qco0FydzShJ370kxTVOAISXjZzaOAE4tiduGKk1B1BguGjzH9kLVtxlCz3uZ8P5NdOyd1fMnMNRIw/EadVY4LtoEq44sgBGUx+Dth4nJNNXIPpjQl49TOf+lnc2muOsTZiyv42N//MPrjEVx2VpTXAmt2Jmd7q/aqnJmw+Uwh3RSc5D4ZkyBlVem94ZrPOLo/GclVkb3KNVD2FtdBQg3/nMk+maYxqkjxtc/8DqJ4Hw++/Ufg1haw0FrB+OAGwskOHC9ELWuiUmmiN9xHTkLDqUuIpchJ4kcsQAU3UydL0NvbxcLyEhA04Ds+RpM+28oQtBrIYhcvPvpn2H7pObzxe38YjVYTaewiYxJAgoen7DTu4wRsr734FK5fu4LlZg2VfILz51+F65s30Rsd4MwDbxFAh+uVtCCT+SeGZim2XnwW3VoFrc6SMMPGowF2tm/igQcon7R25NkLiC/jpGhdKS25do8+Ke6179F1yQIgZOKqLI/piiniGe3t4WfaPc1+GAEZ+yXsaaMTKYDLHJgqgKrosaruo+p5TtDvD/C5/+e3X27LOPbvv/7Jn9IBRsKHYaxKs74BeMv7DJ+7AFkGeDpuvy7vheU9sShilaQA9HcEsWbAqnhCBAG++wd+CCsrdEE3xTr7KI6pP2q8aENEmzXMLtfOOzMAZn8oiiuz52yPJWuIuQflol9ZfuGkG17ek2ScmThX7o10XhigzeCq6pumYLstTgpP2MSM5TUrCdUszbIch5QjGY3UjIvgXoMmeg0sLi3JWIvCSI22JhOj/Top2uUVZNX1Q/Iwe7289pLMEs+Dko2iCUwChxgJauu86sNWZJ2gVIHP9dIAlAodK/MyjiNh5BL0ZU4WRyGiiepkH2XPanHSnkv5O/eL4+MvkgM0NrYsfdF+lZyDbdCymAqJyLJWBUDldQQ+mo2msKSpo00N7WajbQppFcmPy3i9ZcJSb5zt/5//sz+TNaZa80W6gnOSGqsHh4fY3dtFrSIbo857Yyyo60Np9JjiXzHErfmdiR/tePqFX7674sldLQx/Bd70CrA695COAqtqwEG2KgHTAlgluEjDjbwErPpkPyqwSkBKnNWjBC7bW8j2TGj6o+xKYYjNAausDhIso6YhAwwCSwRWp9NMgFWyXdk+7iQp2o0aphGBVUoKKLBJYJVt8qxI9wmspgRgq3CzGPuRK8CqODUaYy1O9LWWVsrJhKQRUAGsxikqHrVRAzkuGau2hkVglGAaQwZ+CbDqMqBz0Q9VP2+1U4GbRmLAFeUe2lVqgpIJS41VrcgzbmnWvFuAVR6Vmo4Udq4FBliNUoymsSTtraqaVwnRiqwv6nn6HjoVBp3aTkpgtT9VYLVTJSitwCoXBzWvosYq2aJsQXcwSVwBVtm+ukzwk1XSY4DVQgogIWOV7Es1rwrHUzGvYpC93OCGEUvLepOM1ZRM40zaTAms1gIfm4NIQHJey2qjIpuLMFaFeQHQv4waqy1qrBopAJZMI2kzUxSUmrUEUQlCH0xzjGmEkyrYSmDVSWM0RSqArfrkITpYateRharrxuOLlqpx6NbASgEkslVpUMZ71GALAmNr4whopQAIrFIbmIHU4YQC6NworN6jhuOUcqAsgQKroejBCvrtkPlMYJWGWCoFYM2rItFYTTCOiEuxWOGgW+X9IBuDLFVW3z0DrGb4g727A1bzT39cN+y5t78csKqDXkEJy3rcbOe4vH8Tf3b1RVzdHWCh2QC8KjY3I/RGIbyc87KKiRdiQAbDlAYNmTAZ7un4SKoOrh7kYoLWarTw+ge6+HvvOId2eoh/+UfP4PHr3OzqyNOpMMiXOwvC/D6YDKR9HXkVHtmC1TFO1xeRRKlo57YrKfII6OUjIK4K0yvCEGniIOK9pwEdEwbR4tW+mJW2g81ermwNbwo3ddBLPFRQx1o9Rauao9X2UYkiPLCxiDc/cA8uXkhxevkcDqcp/vRzX8Qbz1/Ew9/1fcDihmhMJ72ByFSg2UA6jeCRHX5tH9m1PTjUXBZmvThcIKcsQME85To5A1bLwaQNko0QnsalJaMd7cg3mqEWhZGg28W0k4urq1uvUIdFk1dGTBO25kfyPef3ODUgK5MsfoJB+kpBpZyeDhpNhOUkPOR0LrfAKlxlrEqbO19F2QsaV42RUWcxCaWQxGtnYUqlZyV8FfBX8WBNPNWAy36eMnKPA1aZUM6C9RKwesQfgQFrSf/LlvRLJhcc5zTFMwcrxrwSIXi+2rpvZQDIaCCrP+VzFEMrbfkX8JShLNuxeCf4uGXtoRyJaXulnIBxkRU5AcXT8M4vPX7HodRP/+IncdDbRhJN0Tskw3qIhW4XyxvL2Ke+5TDE2tIpBH4drdYCVldPwav6GmDOJZrCPpoDPK32qh2T81IAujceNVqQYNqYWt2pFEAp4yrmBxsXZ4nvzMjpCDBqXnBcIjkPrJYTGHtci5nYv82DtMc9mOM+v5ivx7zBHpvfuZcPBoe4cfOazF/GUlKITlM0W00BViv1RqEPNlsTlFEjCZ9hzPH7recyl6iWzmceCJUZb4sOJsGziawF3jSxtMCqzktZy0rAtf0/Gavb29sCrFJjleZVkjzeAqyqs7YFO8r3bnY9R7P4k+55+XbPM1YLsPg2Gqv/OaUATprEd2texeIMNcntwr/XC/HZz97AW95yBq1mhskkx/7+ABsbbXS7VVOwOgqsXvnmUwKsPruzLcZEKhPDlYp16tTsi/xJ1DVnRQquB9RYtQw5goNCGWJuoFp6bP9XF2WCWjSfnOlHC2BhmIt8kmUQQdn/qutq2+Q4Hgi4yz/pPCNRgME510xRypN9h8eiMEHxVTbcol43u4WSEI+87j588KM/hsFoLBqu5bXAzvEjgIYiLjquZctTnWgx+rNMPcGBZ+z8IrAAACAASURBVOOSMgfMdfjFfEgY/yVWnxqimM4w5iUIhXG7UF/G83/xVTjOEBsPvwmHU8paNZGNdqUVn3tHu9oEnBq29zdlfzlz7iExY5UuIsbvzA1k8SIAXkWYxuzxkRptTPYvO+PyCdK9m3j+if+Eb33jy3jv3/kYWguLqFW6Iq3F7r8s17HAOIN51uDwJtJ0IuB2LdrH+vr92Oz1cNDfw9LaPUjzQAFje6No7OV5iJOJyppIvMBZRf1F+kBQTusoqF4ANsey7E3mZYqW5TnF+xnFU7mnakClXXiyV9HIeG4v0M8xxebS2LbPX4yHbGs0c17DYiuzU60+K82QBuMxDnp9YSIeHvYwHk4ltxlfvvPCKE9VGauuMIcE/ClJAZTHmcrVmG4TU3y2a+f8GloGw8p7uvxfugHLRdQZmYqFE14r7+W73v8BrK6uaieHBb+PA1fLCNW8VJN9FkdQLGNMVmzqR1fMWXFv1h1R7DPScTdXBLFzv2T0WAZiZVjnvLcG3zPzW4oBEmcaKSgLDsv2Zn0JbA5U7tYi6UqLSCy4DwY99Pt9mYtcz4g11BttrJ8+LYUkGmdxr7SsU5JAoph6pArci7kW2ZPmvsuzU4zXFGX0enUdUXkpBTA5VmfMfxbF+NzIgqUMR5V6pfUaPMqUyf6r4K3qoIZI4gjpZCTsen6+/cefCbjO30M9r5n+tsR5hiHOW7awwMJ9V86V4Cb/JvNGOhpUX1VICVYmRQyqjEmVdEix8Kas1mZ7Ae2FLhYWl9DtLKCz0EWr2YTn1SRWVt35HMl4hM/+6Wfw/HNPIctjdBcXBFwlSMv7+tLVq9jb3Zkxqq0Br3geWNm043fs+TyMr/rlf/rpk7b3v5G/fwVYnXvsFlj96COLYIs/kzsCowSiyCgquESJ6sNFCUSflK8hsOpRJ1UYq+rgrtT0FFmi1SGfiKKwecgiZRKgYCwnQ8WhARWp8Ax+MnF7H45pvh2gWaMcX4IwAjqtqrh+jkOyHB0Bp+qBg0YA1Ks++mMKUAO1GkFCglqJALWsMlc8tlSn0m6/0vQkkaE0gLJWlbHKlmu21VMKoFslt8fohGQZJpkybkW7SaoZxhAgzdAPHWEirbarqCCVFv5xShMmH+2Kq9WpRFuU6NHVoTFOpqYlpOtb6XaptBL0MaZUbK0XQ6MUaDd8tAUkpa6rkWpwPLQanjByxek+ynA4ipCRyRp4cg/IhCGw3B9O0Q8VwO7UAtEwSeMx9sbAMAVWOnVUU9V90aYxkfgxQSEDI5U0GAqw6mJtoYVwMMD+OEfqB1juukjGY2S5j3qkLe39MJTPXmrUhKm7PZqiN6YRmSeGQ6PxBAejVFjKXEArXoaqC7TrrH7HMhbYikOnv0msgSulABZaFQWLR7FcE79WWnU0KR6TpbKBUBdqZxLCzx0sdQjITxBkBEwJoGYCwBMMsZUrMTOT6l8Cn4xTtpoxyaN0RRrKmGOQ06lxTjAgd7A3mhoThyIPkHMhW5XSFTRGI/hKXFVbjVy9JhpiebwWT5ixiGNMKIMRJvIeFiEI7HcqHNu6AfP3NDcbTAgeAr9/l8AqPv1JsymXkhDKHcgztyDZrOObiYSMUTKjmQuwBYYbWJziqeUJPv/442IS5SNAq1PF7tDFTn+KXhjifLuKFw5inF1PcX0EhKMqDvtDCSzecfE8FhoO/v23nkOY+jjV9nDP+jLe/5rT2B5M8Vt//iiSqY+qr63KDJY5Z+kszeBjPJ0g4YKRJmgGFSx22wKEj4cj7IxiVPwAGSIxcmAlt+IF4sQ+YttOmojeERMIsmGqZL94CcbjUNgfkbRnq/5u4DjouLmMh4trbcSDbTxwbh1nF4DXXljC6uISNod7uHljF9XqKbzz9Q+jc+Ei/FYd0XSISm0Z2eI9wF4fyLaQeBtwd/bhPv8C8gEJ0cKnRSwuyA4CskSYhLguQhZGrC5queVfHh1RLwU01ATLcH3EFEt7uMg8kNiQi06jimylJiAzpP1SZToU8BeUGqA23XiI7HAAZzCBx+qIRnAFhiqAIpNFs05YJrOG91xwGto/xnNyMpxOKlAUnPsA2d8JnDhCHk2Q8zvbViXJVJBRAmaa8zkZXD5QCSg1mSYLicCj6qyqPqywn2SZVh1BscM2BlLKfuGPZPCYW1Q2tTKBlOiASaBvAnQm7HLjtGNBkiyrqWreLwUu7gfCVtJWUAFS5VBkUWsQzP2C/9i2qWmnMqzkeOa4bPsXbJesdjGN8uFXArzpD79wx8HZz/7ir2E43MdouC+B5ebmFgK/hlMbG3Id2ze30G4tYGlhSc574zSZ2AuSPGsXBgFuNQijaYwwCgyDp0jIjAarykvMGD/8vzwRw2RTlo2uM2WmK3/mayyoYn+234sA1rAhyuBHWT7ABvpFMmnaJcs3rUgozfMoJ5Vl0FSLvtyHVDeSXSaeo/qIonVq2HUCguaWxaefJOdn2OLl5EfuRwmgPPZhCkDGdSjAeDzES9eeR55HCGqkzqshBPUkT61viAaZ6PUKRUOZZaI8YcY/B5obePA43z1dF7KS4+/tAFR7bse9ZpbYGg3hAmjS4kKh92e2lPljMKna3tpCk9ItBwcCgnDesCC7cWodrVZLx5HRwrftqbcDTef/Zuw55kwAbz99bCJox2fxLGV8HjWFKY/BeWD+dud5uzO4W2BVdmkBqtgJk+GFmxl+7/eu433vOYNadYL//TefQt45jf/6g+t4YLUikjOeLJL0MXCRuimufO0ZfOhjv4IrWzuyB0k7iDEOFPBcWvl1L5FdxuCGYmaVVwvDNS6sZJ9p7KqAlibNBFSNC7MM0lm8YecgwUm2mtt5fGTczJnyzFiF3NOOPhsr6WCNqOzxizHt0Jg1xTQa4eG3vRnv+eEfQjjpoybP2DJvZ1C6DGlW+Y0uoIJPFtwIjDzNfNHJAK5GTbuchHvcv0r7t5Wv4SfGQYo0jPDYl/4EzaCBza3nUYGHpaVzeGH7Mt79vh9ALeigt3MVXhrBqzZF+5+dNzS3PXfpEQxCavuz42+mA27HtgAdZu8SEmTOlv9tIPGwu3cdz7+wi1e99hEEbo5ufQVU7+I+LWx5YdfqvjAa7om8DNl3yMdYWHsYV559AtPhdZy/8GohmJSBlfLcKq8tZXBGur3Ml31mer5aHL11jiuLsDxO7LNPY+r76nkTEOK6y1jRr3VFv5z5qbDrxJCRILAjuYHMCwLJYkJbldw2zsdyf4VxzFw4TpBFMYZpLMZovV4f+wc96QDZ3dnFcKymbRKCsajoB/I56XNfv+P9m28gY3W+M8SuUfNje35fldfNyfNYAEzv561Fz3nGLnPb8ppo97Dv/P4P4PTZjQJULcd+J12oxIRmj7Drq9WwL559+c2l4vaJxzwGXC/vUcWeXxpf5bX9dg+lPG+P7olH5QrKY9BJYsPST6T77PBwX1rRGWNLvEpfiLoWR5lUS+cru04N6KzsUx27FujsDwdCyOKzUXbtTAZD9O3NPJD5IkUbnRfyzzC0oziUVn92hgpoy64pGaPEPwLRphYzrqrqmEoRywuEeCReOWmi+qNktk4GmI4nYhQVhwRhE/FjSWh6mGt8pOeqQC2P9brXvwEPPvig+b3GQnwd8SHbVs9cQvSpeR00PTRFEQVotSDH105peMt4nzl4pyMAf3dpCcgqok+txIsM2zeu4z99+csCrB4Oe2g0W3j9m96IR179OiyvrmJndxf/4d/+X1Lotd0D9lmWeSPlMaLDyNzbEhOb1/Lf/bP/8a7m+F/XN70CrM492QJYfdWixFhM9lh5FWKTMZHQZJJaMo4wEtmSzNc0ArIWFVjl9lUAqw6rk7quzoBVGkqp8BWBUR6bYFqNH0R3+yQXHc7hOEen6QuwGhJcDHN02zVEcSx6lzR64hbJtnr+I5tTgVXKCgQiL0AHeyEV8jp8IIy5EBDoo5GfLwvXNFbgktBSFOcFsLpQU2CVE58Tb0TTIammmPYRA6xysRpE/Buw3Kqi6pB1mGKUOKJ/Shd5LlRkHLKyFHg5FmqBgG2huOhJQ0oh7MyfyQboNiqICawSpBQWLsFSKinxODwPMn1nwCqlBQisUtOThk/U+bTAKpPj/mgq+rXVio8WW93rBFYn2BvnGMTASreGmgmmJUmRFnkGHsoKYEWd/8hYJQRHYDUaDXEwyRG7HtbaPpLpGEnmoUaQN/UEWPV8F4v1Kiqeh53hVNh9bHPfWGwIsNqbZBiz/Z26ppSEcIGOtH1HMhYI4pJlOI0VZCGw2qWOARwcjBVY5f1bJbDqpaDLuF+rFcAqmYmLbQKrYwFWq4ExkLG6iFLpZ0uAgtNsp5pprHrCWqO+J9v0+TrKGIguKhzsj2mIZXSZ2Laj668YZFUJ5GeuPA+CuMoi4mcosMo224rjokZ3uCQWIHoYJ1IYIBg9A1bpEJ7JXOPxhlMWB3L87m4JGP02V2lKAeDT/73ZJEotsdbwyGzeViNsFtyqxmlA8EFMq4Cem+I/7P8FnnxhB72xj5XlLlrdCh5/dh9be1M0Wl000hDX+inu2QiwHbroHaToDYdoOTlef3ERqDTw54+9iIQmR+0OLp1v4lwrkPvyb778HKZODQFnYa76tmQ+MN3R6jBZ2qno05KpvLq4iEoQSDvtKNHWOJooEGsL6LBNQz3R+NGWNc59NbUje1wpghznBFg4z0UfXcA7gnMeLq7Q1TZHPh3ivW+7hMOdAbpeDYejARYXYlw8vYTLN8f4vtdfwr0XXo9Ks2KC+CGy7ll4aMLt95F2FuGSdfLiVeTXDuEMc6RsS8wr2pJNUMRqFUqwYNmn+pBtKiLJtVSMFTFUWMjy6QVzUcCUukKNGpxmDQ4p0KYlSFpfCkKnrkHC+5mGyAcjoD/ggqmooIC9ei+0GZiyAaZQpuV9c3IEamuGCautNadTAvJG04jzQPRkqLOq5lU0sxK9Urlmm8UTVDUMaWFlMJkNiAto0UeYOdTHZWcFF29N7iXpIEO20ElVtT1lGpFJKtxRCcBUY8uYWFkzK7kM/s4EqZROMKCCAgf8R33mHJGkaTOpMRZpxFnV3CNl9ukTYVtuwuTNeHhLU4AEv8peFQszAywF1ZoYtfGs3/S7n/s2Z/bsZf/gl34dYTTEwf6maCYeHhxKYXJt/ZQkmtub28I6WllaFYCC+pbLK9qSyWvXFm3V4nJ9MsXI7FBQwWpnafvWTNfNyj7o62wLrhr5WaBRtIaN1vmRVsY5Rmw5cZS7N5d8vxywasGQ2R3RvbVsRFVOnrSNTK7cgOhqkCaAqiwLyrwSNphtUzQFR5U2ytRcgcNV9SCKc7aJhE04jn2YJWB1Oh3jpavPI0kn8GnIwzGUpgZYPY1WZ6EAVqUWkDrIuEfK56qRG13L2fHgsEIs4GqJWXPMCZSBjuOSz3LCyr+LOZtJMkQjUu6JFmBOMhdhMra7vY1GtYaD/X2wZZzLhwVW2+22vr8AVhkXHgWjjrt3R8aG8a43i8SRNsrbTaIyuG4ZQGKaJADM8V/HAal3A67eLbAqO5UA67HU17YOgP/z3zyDU0uLWOhm+Nf/doT3fOAc/va7a+jWQ2Qp9yId4wLGuyme/9rT+PDHPo4XtvYEBJWgX5ilqZgqKmPRPN8SsKrADIFVY9gpxStjkmKKgMo6EsETw6oyDE27ylgdXd5nWehnSWuxlZSA1bI8hK7NpgRs1gYpKRqjxSJmkSVL11X+nR0vYRxi4fw9OP3Q/dLRFsgaph0RYiBFMgjnj5yXLRoZwNT8TEDC6lkWoJZIJJi2bflIXTP1O8e16ifa11uNWV4iPRrqQQVXr3wNu/tjrC01UHc9HExqiNDDww89hMHeADvXn5NuLVTbognPWhdNgO9/9RvgVFpSCJbbMRcW6o9qdCbaoamHvb2nkEwdpINd0b1vL3awtX0N9z/wWgSNrmF86vXweOTUTkYHmExHqAU1ZFEf9e4Z9PuHmE72sLZxv8TP6iyu65/oEprC2jxwLj+bqMXOsKPzx66hekHFGmUZsbY9WsgK5got643dgSElKVJhyKciF+HJesMuAI6JSlCBVwlkT7aBBqdT6uWYIkGQeBiPRxiNhsI83NvbQ29/H3vb+xgOhhj0BphMyDKWCnjB5mZsLGu9idLuFlj91K/+dDFe7H5Y/l6McRMDlvdE/k337JIJYGkPJeO7/Pr548o6bPY/u09bYPWd7/1BnD57xhTlbWSlccMsMj1hzbRyUKYQaTvmZLzMv+UIm3WWpxRjpcwJKb32CNhpr/mWg5ujfJvp0+yYpmB/zLnRJ4AsfZKBuAce9vaF4FGMTTgIag2sbZyWormE0gRWLQHAMDktsMrvAtbzNSVTt/mCnt2v5TUlGR47XxirskBMEJS5O7EKklLYUczfEThVcyq9J1wjKLXCfZh5Eov7XAOUQK5rOY9HeUdhs07Iah2LWaGYwRlwWGSv8ky69mrVmlkTbMu/5sH6eExsZrofGFey21YlH/R8rEmqHzAe0jiO41LWatfFYBTjTW95Ky7cdwnj0Rg3XnoJ29euYjodiZ/MytoqTp+7B52FRVmHw2mI/+O3/hdcuXJF1gddq2wcUx6IMy1jyQTL5rVG4oLv/dXf+M3bhRd/4/72CrA698gtsPoTjywKW5WTn0CEMFaNpp0MQtGUUbMkgj0MEgiUeV4mDFQmVmS8ss3Gd6kBouswgVUJ1DK63zGnVWCVbxFAjZOYwCpbyMMEg1EuLM1mnUQqBVbJWOViQ2CVLvHMs8lWJbBarwSiscpzInhIUyyyK8vAqjBWcxcL1VyMtoQJGJMNqC7xTKRYqKauIhmrARMHEyAME9L9SxupSfC5MLHDlwGSAKuIpeWewGojcNGtE8Al41KZpgRWF2sVaVmeB1a50BDUEWCVBk1RjIGcX6bsVzEEy4TBySCGwCoZmAQCCdry2g9HU2QOJQIC+GQF+9RL8jAYTcQcifeZjvX1ekXMY/YnGXpRjpVOFXXTssvPEOdW0d7jT3xmCkj2p9Q7zXFqsYVkMhLzqjT3sS7A6kSeSy3LxKG0H0Vybou1QMwOtgVYJcPQxfpiAxMCq9NMpB0Y0BKMrHmOAKvUfyFYzGshS3kqFXFXHOEXmqw4AweTBAMBVoGVdh1tT+lhFMFm+wIZqwRWl7p1CQr9jAA7K2RqViZN4GICpjIU1HSNklhYWpRQYODNCmSSpxhZYJVjjcxsAXYVWFU9WtVr4abG6yCQn+Qe9gehPD+J8QXEU3bHPLA6yYARNZqEsUqJgBzdiiuMbB2nJWA1B35352hbzLezghNYzT9FYJWnbYwizK5aOKMXGke2e00ZD8IO5FzIgGk9wNcPruEzN7+KUVjFJAywutxF7iX41vPbmEY1VGtdONMJ9kMPiy0Hh5GD3X2C5WOcbQWo1ieo1tt48oUBxjk1Ult41YMdtJBjtd7C55+7ghcPCHWS0UIwzZU5y/8zEeTP0mZHFrPvoUVXXQJS1KolIzmkoHyCeo26QzWptIbjUJgdDBqEYShtigpLcjwwOeBmrUkBq7b8HB+dal3N5IY9bKy0xaQum45w73IT+6MI8BJ85wOn8c2n9tCq1PFdrz2DR15zGsunLiHtXYXbXgRqZ+G7HcCPkTDQjyYgXTzYc5D1x3BGobp1ug5SMjUJ6HCdNAzMcjAtjEzbvuQquCO/M8Ue6jpRfy1ji1etAqfdIKUfWZVJpAbERTecsJP4QVy6fZFqwHiEvN9DPqHZFlt8FQxV8FPfTyaHQXMMg0SBSserSkVcHElBxipZUualCUFjzlHqrEYCfJMtlbBfwKEmtGEiGUa34MrSeurD9cha1ZYf+UewVsajgqtkUgsIllBJ17SWWR1ICeEIFNBl0LDsLOgp7EPV0bZIsxQQ5Z91mzUGfuS+sJLPtlIDNurbNPgU3DiJBHwlACU6hcIa5nVRV4pwq7bGcg3KaGQnjPBcgllqSzEY5HWSof22P/zytzOtj7zm5/7hr0tL7+7uTUThCGE0xeFBH+1OFyvLK+j1ehiPJlhaXEI1qCDwq1g/fV4MBCT5px45mUo6FBUgMAwJJTgzQC4nZxYwUOkf247LYzGJsFmTcGUKsEITv/mkep6NUyINmjVLP2v+q/y+W1hOJsE6jsViQUGOPaMyawBUDbRpbiPFF500JvvgXq+tovMghsI9WvCwAINNfo47b51LqmPIexrHIV586TlMw4EAq0xwKXNDQPzUxmm0u2ryJOcjyRmQRgRf9VykMML5wtvOuI3hQkkbzN63cgJa/r891/L38nuERWI0OPXcjS7wtwGs7hBYrVSFsVoGVk+vbwhjlV9lYFXKPHOMoyNr4NwgsIxVqzV4XBJ63GSywDlfz5iBP0tSacCwkybgSePsuNfP32P7mu9+x3fc8fzW+67se4lgXMZ8Ln7/96/gq0/2sdOPUcuX8IG/tYjvf1cX9aaLEDEaYEu0GTduime/+hQ+8rGP48rWgchNSAu5BVNVBboAVqVsV9S9OAe1u0w7VC1oqm2eOnZ0T5FjGObR/GSZAY1H28GPWxPsuqHz1Torzli09jPt/FOzE1t4pFRTLsasUzLLWh2EAfVZtdvFSswUAJNZo2goaY9xFNwyCrEm3pNzk/fo7dVtwayZEvO5UmCVdVOAA2MyI+sjDae68OIYyxs5UF/Dg+fWcc9SG9d2Etzcfg43btxAFJLdwpgxAOKJxGGvfvABkcfa7Y+QV5oFh1xaug2oq8+IcY3GniztVfwq+oeXMe5HuLDaRrW9il0CQeMe1k9fRO6zMMquBT1fruceYmH4Ml9o+Q4mvW2srJ8Xgke/30PQXkfu0WDM6KyK38bMiM7ej/KzVbkHs6TOaW1zrBxdLy0AM2s7thGQXWcFnjM4K/dOzmOZw5UAQb0p7c/Mmaqeh0fuv4SlTgu7h0Nc3jkQiQSGM/v9A+wNDnD92RvgerV98wb6h/siXUWwltcrsahMQMNwFsCF91d2TMMk1OtKn/nKXc3v/+Gf/UwB1tp5Yte+kwDW8v2aFQWModWR4iRZiToGy1+z/ZHA7Ex7Vuev7ofveO/7cfbcPZLQixmvdLa8PKiqn2OlHMxGavfTOaDyyEkZAN4sKvKtwElPAFePXtStrOfi77cFVq2Jnr5a1m9FF+0vjmz9ZKwSVBVgFQ56vX2MBqOiW0dMAyvsGjoDj7mHAVaL4xodUgEuzRo6mowl1uT9tb+z526B0/IeZIv6R15jOlvtcYlVEPy0PxNYpQwB5RKZ92qbPglUxshKDEw1rpMYXDABI4PCu0GmreBBaupFOQPOExrx8VhhOJRj83zJmLXnqzrMdiezAKYtypsrKAr0prtpnvVvxjS5H+//wA/h9W94E/Z2d7G7tYnJoC/rMU2wuotLqNXrqLdasn4eHOzjt//V/4atrS0pWJfjNDvHbve9GIOmc+iXPsF4+5UvewdeAVbnxkKhsfrwgua+FDCnpmWgLeGaaCnoQCo7zZkISnLTbFYUWCVQygFNYJUJZdXPxeBKGKu+AquSo6fcrgnEEpAic0/BUK71ZMP2wgS9UYZmjQZQNBWiPmOGdrMiyeo4VsCUR6FrOtulKSUwmkYCQFEjk60tg6m2+VvGqkoBuOhUFGDkYjQVNqkCq7xmvq9VcdGtkvWqQSODIzJHuTiIs6VUcikYrQL1w5hO89QSDZSxGucCFhIU69YI4FIjk22iKSq+gw4ZdOy8ZUuABbYE6FIQjQADdURZGRoQUEsyNKo+WuwBYhs2N7qM7FoPtYrqs/EzpPXcAKtkxRKfEfCajNXxVFiXNboV8n7VqsiSUHRK+2GKpVYNTY/BsbaEi4QAE2lhqahLNQFVAVazHOuLbcTTIfYmTLUqWOtUkU5HIq1QJxM48jGII2EZEkimvIEwVsNUnhkZq5MxW8YzjCK6iXoFsNptViXJFHan60srgwCrrgFWiaaTMTqJBSzmLVxpV9H2FQSq1JqywBNYrToeFrt1jCcjBJmHiq+gxrHAqowPtg2xqs3mdnWwZSJNsJzjv200VpnLEli1QTXZWTahpgyAaKPCw15/Kmxl5gNkXc6AVTKOyVilLm+CUZJjRKbvMcCqavQqA1YYq38JYBWf/tXSzDfVShM4yBwvNjzDFDDtysT3BJSCg6vxEH907Um8FO+J9EOaBkhoapvkGCdTDBMXURRgtbOIq3sjdJpV7PYn2Nkfwslj3LvWwfbwEPettbB5mOB6j600Di5sNHG+WZXx9cLwANe3I4SJL2wbgh+qe6UbtAVAuUbVKSNBxgkXH5rUkeE8mcg8CSqeMBRYUaaOp7Jxc5EGkFWI7TZwME2nYogBN5BxR704YTl4LhYrAaLMQ0QTCidDu1LH2TZZ0sDNfohuDXj1+RX8xZURkn6M+zZcvOlNG3jn296KFTJr8xTV5bNw0BZ2t9MO4FfbyHYHyA/H8LMA2d4AydZAWNVMBggKE9Qvwg+T2Ba/EB6OMjK1hdNEncxTuU5QCoEs6noFTquOrKnXpsGw0YRjwYwLshSQuDZ7ApgSEM8Hh8hGY3gTojem0sZqm2k3sm1MxTkUvaJGu1Xk2XJsSFe/uY6UzsEMHmNkEd2jIy3U+SzQ+QJkiaAAGcM+pBjDRNS25dpkXz4z1ZKPMlpYRY9EJ8qlWZYEfUILLbUNMimiOYsmRzrkNRXnnmCJt5nRcuXv1aVaoCRz27VFijpcGeUOjK4eTWHssRK2UWZcI1lRNGEY2TwJE0ne61iOxzUoz9iBoMw4MvvJqGHCr+yHBO/642/cccT28//o12XdHg4OcHCwLW3XFO733Ao2NtZFZ4rti81mA4tt6l95WN+4gM5CRwuoXgaPaxeNG00RiIUV65bKSwq8GgI6cweqe1g4C5NV7laM7AkLfpRssQYcyvi3SV05kVM8UFMmSRxtklwCKe3fjgNk7U0qdA9tbD7Hdi2Cv5IWmLTSRwAAIABJREFUGOeZgmiesDgYaNdYjGnWpKVe2vRMssPCjmiAioyhgq0CtNOsMWbrtLbEWRaEZaidBKxp0ia2TXJc/v+FF5/FYLgvWsjchwissl2P+mydhWVVkhSiuu7JWcwWOqMza7FeLxdg1ZWiuA7Dk86hYIOVRtp84lZ+zUmMVdNkeuznjMdj7O7siJzK4f6Bjm/RVPewsa5SAPxiDEDGrXArS5qBJ02CcmJ5OymA4wBae0xem+4lmcQM/F6h2zxNgObakeeTsPLfX+4zjruGvwywqu20LPwBO/spPvfZF3Dm/jX8x6cm+MbXGKsCb3htF3/7vS2srwNVvRoF5N0UT//HJ/CRj30SV/f60tIpxS4pOqmBFQtjwpgWR2oDYxmW0ey6zR5kQAc7xnR95Xt1Punvj4IVM0bnUYCnPE7tPl+eU5ZdbvdFy56WZ2OA/mIdMesKgWEKyUiM31nCtFLXhHpuzJefEfcdnZ9m75pnqukfzb5gFxx7hJIpovKybn380v0TwUtbqDsOHnhtF+21+/HQuTXcf3oNT18LcePGE/jiF76I6ZB7unY2MCtbW+jgYx/+IL76la/gj//4M0BrwTDATMHURAXFp8qzZOGOh2F3EXD+zEU8cP89uPjA6/C5L3wWo94erjy/ieE0luKeslVTJb4wHvZoFJmh5qagHSjrr5Q4C2pNDM0+JvJi7BjzfTHRYX6k7EktUInmqewB3De0e0jbj5UpbF8bUPPbsC4Ld3DGAvKPr9djynvMmiFEHl//KRCvZsoSC7HA51akAMUC+UOXLsCJUzxx+UV88cVncOPmAXau7uNGb4yR72Pc8MTTo5okqBBkmk4RsRtvOhIZqTymJrEkstIZp+Qbw9YVNpu2QSRPfumO92++wQKrZdbpUXB/tlfOxnrJ3GpOCkD2zGIvNLqtJxU2RZt2Bqzalm0+VwKr95w/X4z52Xp4ErhaAiNL3VRmYs3uzcuArMftXXIH5uZmeQ2W98yZV5Yfxkm46gy4nb2iAEBPYMe6BCUZ85GUA4gUwGg4NMUn5pqAF9Rw6jQNKCti8ms7YWV9FKR11h7P8ywDq5YxXN5vynuyAN8Sms/WKumWMQzy8jOU/1PmgmComLGpAdZMR9gaYsUFWErcgz40kiOYdVNMpjifA5W9sKucxIpyfMaM1D22Gq6RrF0Sd8t8sYU5o+1rGP8qmWfBVh0/fK4kxMy+ZmzSOHXx0MOP4FWveZ1IdGxv3kA0mWrXabWGVqeDSqWCRrOJSq2Ky5cv42tf/oKcF9cKLcDMtLbtZ9wyluwSb70IzM8f/blfuas5/tf1Ta8Aq3NP9hZgVXL1GbCq1VhNNAjiRamjwGpugFVfgVVOBCtUTlCWexCDOe5tBbCaSJ1b2KFcxAMnl1Z+BltZ5qIXJegNqcXpoNVgAuFiNEnEGZzAIhmrFlgliCVAYdXHJIwLYJUmVIOpgpxlYJU6ld2KMmQ5ya2BFfUa2eZPpiuBv4VqIKxDLgJcRIYEONl7wxCFC4kFVsUxnmAOsEQDJZcgHEGyXEyMaCJFAHdCxiuDdt+Rqm9CfaUSsCrBqBiDKRi60Koii2MMI0oGqC5pk4xVMUThQmwYxQRWPU/bU8n2HYUCGi7UqNRE6QEHHt3PJwQxE9QrVWmLqjdqAqz2pjkOpgkWGhW0A6sJR4kHXqeyggWIFDOWeWB1hN0JlSwrWG1X4ERTYefWyTBNPAyiUIHVKplRLnaGobBM6XS/sVTHZBwKsDoWxqpKF/B5ElgtpACoNSnAqgIZNTGvIiBB/VJlrHKRJFtYgNU8Q7XWklaF7UmImusLY3U8GcJPKW2hOohyTQY8kQBGWLkZYraI+b6AOr5hPpCxSmCcwE8rIEOS7fk5DsaRjA0JFg3IwnPh9VFnNYKHg2GIiUnYyeQrgFWP+p2uaKwSSKI51pDmWSJtRXkN1VitexwniTCBqcs7nGqCcLeM1aPAqrJLZNaKl4JxApXAUJMjYWaxesibFrgYuDk+f/lJPBv2MWn5uL65JQyWcBqgt5+g2cwxSKjV20AQ1LE3pomVJ7q2Nw/3wbaZ02sNbG6PcXElwMLyCl7Yy/H8jRs4vbiMt15cx42DbVw92EWW1bE7UkapbcW1wYWySgmk68bbojB7hUxn6jGPEYmekGr3kp1LKQMitGx1kRZAtqpkECkGeV8eIoxSDMaR3F/KaRAY9FOC5zW0AhfjOEK16qDpJlioNbFeryBKQ7Ra1EOcYrMXY38vwWrTx5mVOr73HWfxva9+CC+8tIn7HzmDPM7RaJ9HRjbawhl4jQ7CF5+E05+ikteQ7U4R706RRQS3SDtja7saP8l1W6kGES1QR2YxwRD2PIsTYhuKnP98tnwCbtWF16mT1o8kqGrLJANveer6vEUWwDLn+JwnylglsOoSWKU5hroWFo7RJIfbtnqJceXcCPpwXrkCSjN13YiV2SCBJAxQReaQCehkP6EAtiGiEttjzE9jt0ZQRdVT52d1KiUbVAEAuRsF+SGXADES7SfLajAmayWWLa9X2aQ8Fz2/gmlq9kOFarV9VEBkOW9l6sm9EsYsEzcyghUsEKYq/897IqRcgtRq/qEMK1eCWbkP0v1hRBtyAmqBsnWZvIqJFANRBXje8yffvOP46xf+299QY68kxObmdUw5TycjTKeROPqS/ci2bO4xa2tr0oq7vHIa3cUO0nSKyXQo/wajPqYDsr4J0hA4jARcFR1Sr4F6rSlu9QTFms0WWs2WaFt7flOMEgjk+hUFVskUoGTHvKaq/GxwlYLNcAKTxiZx88BqGex6OWB1HhgTtqIUGXxhbHAP6ix1pIX+xvY1PPXcU7h69SrCKEKtVkW71Ua708GZxdNiylCvN1Cp1MXBlozfaDCWLhMmKVa/i58x36pZfqjCipd0TPfbKy88g4PDbVRpnmhkQQhAkLG6sLSi8h4yLrWeIt0/RgqZUgTU6eX5C2OVdVhTFD+SVJ6QIOqQPwFIMgDZPGNVX2/2jbls1R7LSgEQWD3YPxDA7ThglaCqFiqNMMkc2/h2k0GZgroG2esog/XHvdeen7TvGsaqJHEGQD/uPccBqBb0OOn8TgK1/1LAqmGG8hYNhxlu3BjBrbXx1LMjdC41MBxHeO5p4MaLCX72Q22c7mpljstP6uZ46suP4SMf+wRuHoZqsiIxigVWWQ3T5JUxq6xnRzhaalpW7D3m+c9YqUYfr5ACOApSHAFMTWGpfO/kHss6aRiXZk0o38cjIIIFbxmTH8NQF4CPEmW5g6SziGm9Ix0OUggvp+ulQoytEx55psIUL4FFZUa10ltnL7evE4ajAlv2r7IOyTaSgWFJDQ4uXaphZe0CGm6Itg/sjysIahm+8ehT2DvMpEjKfZVx0GqjgY9+6L/CE998FL/3h/8vcgLFovuvsZDWxmft9FwDRC/UyyS2OHe2hovn70O1U4PrtrGzswU/j/HM41fQG0bIpAtGC+mS91GnXlIO7l++dOJN2e0jG5+n7fbpROedyZcK4LpoZT4KLusYMHIJIr9gZGgoWUDJJwOsck0WAMfzBYi1xTzuLQRMuNdwvlbrdcM012IfX8/jiywK2A0Qyz0YjQYYDPrY6vexsz/AaH8CtBfhvuF1WPy+d2H19a/GeWprj8bID3pItncw3LqJ4f4ekmEP09EIw8MewtEA2TRCnui+yM4bC2aJGECaYfrYnUv58B7+T//8H6iZlBn3cq8sRbxU7CmP9fK+WNZYtYxqu8ZZHfnjQFs7eK3GqgWe+Huy+d/67u/HxYuXtAvCxDa3Kyjp8WxnnZnP9kNOYqpKcfB42HNem1XWBzPWi4knlcTSejPX9fDy5zsDbM1GoocuWKv2x9lnkLHKeI8xqmqs7mE0JGNVJo8sGdSrXz999lhgVaeaAp527xIPiTkpgPI+Y4HV4nsJWLVAKkkyIl8lkoNWlmXOjE1IJCqNRkA0DmdaxSJNIG397OYg+YXmziQwsPOQYDL/xm6v2dwuih6Gkc9xxgIwxxLnq+ivGvapfWbFMzFse134j3Zkam1gVjxQ2RH1ieBtW1hYEiCYxlhcJ0hUqARV0WMdT8bYYszLosl4LBJiXCNkvpakFubPpwxe272oeI15/B/7+Y8f2SL+pv/wCrA6NwLKUgCcLHSX4/pGcNQnc4IN4ULhJoOPbe3KWOW6SbyTGquGbCAyAmx/rBFYJRYpjFVlZ7I4E9PQqgSsEswkWMUqgwKr1GJMUA9o2kQ2gYfhJBZglUECgVWClwyhax4BTAVWxwRWI2WskjGowCpBBx8Vj8AotVkdkQIgmMK1ckIzrChHTnCSoBYy0bfs0uCJLFsCOI6DUaIVWmFTCBBntP5o6JS40ra+1Kyg5hIozDAMczQqCqxyDpIVWwCrHps1XXGF5gKhi6kugIJfeWyfNoxVyh4kuUgBNFl9NSqHXFPYrkSgkAkYq9m819T05KOzwCqBXAVWCaLGqAVVZflSdzGNcBDm2B1FJWBV4AZtbzdSAARECKzGWSaMVT7f9aU24skQO5Mc/dQV3VNKCdDgqDYaI0KAQRRJkLRYZZuQi93RFAcTamJSY7WOCcHeKRnICqyyMk5gtV2vCKuN95TmVUxsCdRyF+X95WfxrvWmidxnjisCqy2PQWyGSrUhYOzWOETD87G0QD1XsgEJrCrwT4axNLuZAJSgqejQZLFUxqtkrIqLKZnFsQDjfA3lXXmefGyH09jos2qQaDdFBp4E1eO8BKzKX12Rf1ApAHWmF9M2GhEkbGFPxRSO84AsbAKrvB/Ur6EOMJl1IzKnc+Dfbd+dFAA+/U/NzJ9p7xWAnWE8CfvHaOdp+7eOCVR8fPNgE1/behFBs4UrOMTVa/sYThNMpw78lG3yPoZ0gvUa2O9PkQQ+JoMEzXod+5MDAXjOLFexVq3hhd0R7lvvYn/s4C+u76DrVvDwhXW0awleuraDzUmKQaJmYxosqg0q4xUGMWpOJLQx1Cs1YaayjYU+7GTLsVWO45ZrBoF6DcTE/kDWDl9a1tRRWKu3nH+MgliS4OgAWKDJyZZmEEFGHscngUC277WqWO8Cu4cTjEVb18f1bQ/rzQRrCzXcu1zBu95wBjcODnHf+imsrLVQr3Wx0l5ETlbUpdeShozkpefgjlP49UXEezEOX9rlw1Y9JkQFO04q2+ZL235lxAnNWAAiow8n7F6ux1y7yVxrBXBaVaSNrly7BKhkg2eGrWXah5kQ5OEYae8QWW+IPIyQcr6HNHJQcwYp/kiFnOOYi7s9J23RVL4TgVUaGbpYDcVrVU5VijRkqLJCLlq2yoRKZJ3VQ7l0UWWBRdbwKmrStqnAapLSlCJS12npJlDQUppik0zGVjLVp6y3xril87/GdEoCTNEQlIZDZVQRADDsVVWQVDMq6hjq35W1KtCEaAsaANtIBtgCDYeiGKiIpp0CGeJ8KjUAPbJKyZpEW07fQ+qQ6QlUhF3Ne0ETvSn+iz99+o7jtJ/7h7+mK42T4vBwB6PxISbTMfq9voCqy0sLoo03Hg3QbNSR5omwg3mt0+kEg8EQo8FQ2HsKpBO0VhaubdGUVJVrZFWZfWQGNBpNNFstrJw6I+Bjs9lFs91FtdpArdFEo7JgEmF1j7btbeVg2f7/OPDU3ojjQMoClDXtpRZgKCdR5QDa/p6vIxjJ9T5godHL8dKNF/C5L/05vvnVL+Lq889iNBqLRAM12TmoGJBXG200W00BkzudLu69cAkPPfQw7jv3MBa7S0Wrnf3Mk2QAdPZybmjPPrtELl95Gju7N4RdwRhF2PVBgLVTG1haXpXxoiwXlV8W0zOGKLoMaBsvt0oekhjsnFToPMg3nzzYPaw88MoglmWs2nMvgFWjcXkciDgajbAnjNWqaKyKOdgcY1WeWQGsqub5fDJz3M9FosPZLBXCW4HVEydRCbyzLBtlVdPcb5bEld9/p8DqcffXHu973vnWO57fZsU37pIaO5J4sHlzgi998SXsDIAP/N370XZzXN6K8a3rAR65H3jDuu5zwnQmsPqlx/Dhn/wEbuxPjaaEXcvZXUNQTtdVSbpFM7XEPIUaW2nyy0XQMJAY/MmXKWoZYLXMuLplHpvnNV9YUcO8UoxSJNVGy7roOrAu2DPzTV1HdB/Qs1FTWgKr2dIqpvWWtm/LFjEXRxUdZAYskMS7jJnOgFVZygvWqu4J8qmKShqcWXXpi7OxUksyX4RFAS+J8Kp7u9hYXQfCPaSjAfxKF1nNw6PP3MTmgSPAqRw/neD+06fwkR/5uxgd7uPpy1fw2HOX8fTVTZH+4YXLsykuUBsrBPvIqAHpYP2Uj9NrZ3FqrY1J6CFMQskFnvzWFez3R9LZQm4rZWvk1I0sCo8rRW7KubkE37XDRbThjR6vfb52HSjPF/1dGWQ/YfhbkFqe0VGQ7Qg8WwLG5TmYAolZOOTZMrZWhj+LwzznHE6tDrTayJtLwOlL8N/+Vqx871vx4Ksu4mwjgHeYA4MJnL0DYHcHo50tjPb3sL93II7vo8NDRMMR4skI4XAoYBQLhxITsQMqJ2nIweCrf3JX8/t//rWfv2XtE2DUtCWV7+1xe+ZxwOpsnzVj1IzJMsCq6+vsnpeZfCSqvPXd78GlS/frGDOxk2ACJwChdu7pM5vNMy3p63OVR308jqpz9xgAtvz6k4pW8zd+ft0+tnByzLmUj6850dGTlRiCoD2Z/hZYFSkAMlYVWGWs6xFYPXNO2OCKrRimqjnRMhjKXw3HlAIoaazOAcb23sz2F8aNJT1i8aJg1dXiLmqOJcaC9HshscEwS6WdP1bDwSTVNn4xbBN9Vu3G0Vha/ScsEMtcKzF6rSIfYEBYKx3BTi7eA40VNUZk/MSOZ42ODVhqpCd0kdJ13+4jxX7BBbz0VTwH+viIQ6yyYQneUgqNcgRVksjqNTn/w95BwVK1wK7dl3iOFmTVOVAyArMdeuWCndHG5Wt/6hfVDPqVL70DrwCrcyPBAqs/+aolAc6EdUrRZY8MFV0ipWpm2tWFsUqnexFfZwv9rLWf5jpMequ+Mh05IUV+lWwmAnQ0XeDvnBxBICqKwqxkNfL/Z+/NoyW5rjLfLyIyIufMO081l4YqjZYt2Zbk2caGBQ08Fv2YjA22AQ80ox8Y6IHVdOPu5jE0C0N3A83YPLfB2AYPwhjbz4NAkgfZsiTLmqca7q075JwRmRGRb317nxMZ91aVpCr44y2jq1W6VffmEBlx4px9fvvb3+bPO6MUnX4i/qD1qg83TbHdjwWoURnYj2IpH+fxlQoEq4S7PsJRLLCXG5RKUJAu64SchHNUQxLUiWLVZ7mfLxkili/ztRLeXMYcXUv4fflcAlRoP5BMMIxibR7BLCo3WcakvRdTVZhKk6ZKwcEg5vGlAmVmyr4suARnIjt3HWmARFWpwAUzUauEnn/oi+phplqUzApBJhtyERyzGZbN0PE80QGp5BPScXFzxVqAilXy7kaZXe0hqkuC1QEh5nCMYjEQFWSl7IsJficENroRKrUAc6JY1UlfGleJYpXnmWA1lddn8ypOjEsEq4M+tiIHj/QIslwcoU9rEsNn6QxcDEZjaWAyW+EG3MNmd4gtA1b30QpgOERrqI2+tHmVeqzWSiwZ5rXRa8ey2iG5mOsicBLMVLSrZ5tNzthMawJ5jzpV01QZ+oF0TCUwpv/vQrOGTp8NgnSsivrWKHAVGWpGmIsGr5Vk11jmKmB1IosLrx//zYpqHmPM97eKVSlJciW7x/uEY7HI94GLVk+tAIwNHhKq14w3Ea+PgtVYfEE5VnlvEPaVCgR4FqymiMR+w8FwRE9b4H0XC1Z/7ZfMmqVBbhbsCqRSBZ4NrsRDT0o3YjiFCR7sbeOe1rr4iG4hxT9sPYZBb4L1zgibOyNcvm8JZddBZ5Cob3ECBcb9AdYqZQxGHZwJE6w12KyqjPvPxDi60MTJnTYe2hxL8mBxpoKVZhWtdg+tcCTJkhYtF/xAIAInJ258ucHPSsEJR1ha5voCgLgxrNWoSqF6NZLrS19isQqQa69esdpIUkvjE5akZaBNg8BSoYgYEQoJ79ui/F66ejI4H4WSOFqdLWHQ7SMtlOT3nVaIei3F4aUSMAhw7FgRc80qvNDB/uUGCmmI45dejrmZGpzSHAr7r8ak18b4yUfEqiDw5tHr9LH+xCbGIy271s2fhtUCBg0Ylp9JlpfAx5TSSfMCHcMC7wsOCqUC/FIB7lIdbrHIH4o+VXJGBIGFEdwkQjoMEbd6iDoDjPpjjMME0ZBeqGMJxmTjYDqO8jgU8NhgToMigZRy9nRjPhfaEjmF4Lw+2gRQAbbYy1CNIwpj3jFqmcFSTEJGKrrZbEmSTmM2paB9gLiyyswkwZFR5DBRMxzo2pMVmJpNpsJT4/tHr1M5bj2rin1VXSr40wR4MvcbqKqSWrWVEQDEcrlUO8jTXkC4MM9lqqpTqpHESkAaWnFjR7WtNuNDIYDrFaVxCq0HtNEYQX+KcokWIWPEowG+5+MPXXC89uNvf6dRhk4Qhh10epsCVzs7ZzQBUS6Kt3Vre1tUCON4JH+0yQG9brVUk9+5HjMotRDUlm8yHlCvYyoYVH0sIIpQimVX5TJK5ap0kKaalX/m5w9gYXEJS0srmJ1fQrlckzhDFNRm+2xbo3Eupkppt9jEwImz/PhMQJf7uQWr2cnjesZybyqYCMtlzLhweV/7LryKjye2TuDW2z6DWz/xcTz+wMMojEYIGAOUSqJG5XihclfGeMET1QYTBDwqenhRwfqca1+IV77iNThy5DK5l/nxdD+kzWNkE2bgC8+dJmjNJosoo+DjiScexanTj8GnfY7xVCdYXVxaxuLSmiQttJxOx5Y0YDNleuJLKsa4VK8bf+bsRtjdTduemzw0zQ+2vEJRQY0qiXg/CGSXhWKaFLYqIbmftfzBNAwDBr2e+J8x8dRutZFyMyS2SL5YAdDrTFRZvK/UyBecjSVBkgNkJnI3G68crDIHblwxd90zT6lQMubPAoxMgtt6YMp1toDMbgDNNTwfXH0mN2t+Y37RYFXWPvUI97wieu0UX/7iY/j0LffAX5zBv/jOm1EpD9HtAZvbY7S7Lm56QQPzjQk8SYYVcM/ffwlv/JH/gofWfQTFCAnjKAn61QbHkeSTKlNTNqVydO5k8mfCuUw8SunxSosdSSFh4obwUAYmkfJWVheYdcbaZNhzZMu19RybctDMEsRUhZl7Q44j57tpIYQqZs2olCSd2axnTVGmY4THPuJNMb+MqKhgVYHwFKDqIqD/y889u+CKTlk6FHf9j16u5v1yD+CY5Pogj86YjMIDAjjGKkzjztUCsZ7yXHbG1l4QZM6DkP0Z1DpNPl8ywLWXHsXrv/P/kB4Hrd4At915Jz5951cRO2pfsfvLNBcTUE4P8hiHV6s4dvgg1qoOdjpDOMUA/VGML93zCDa7ERInUN9wCZIYM/E8a9dtTRpSfqKrPCtXeD/vMlbIk2gdHHq+7Ek13pkKMOxJ3+25LQ8Vla+ZY+Q1uInUBJe+lgp05DcC4hXEKb/V6hophzbg2GVAys/VbMKZW0a6/zLg+uejevMLse+Kg7hs1sciQ8whkLYHSDc2ge1NRNubGLR2cKY1QLfdRnfzDMLWNib9HlgGHkwm0hC4Xq2gUauhWamgXqvhT3/555/JlHDWY/7b//326c8yoKPxxW6GaQUdU2GHxu6a/OU6qj7n9v5ShbB+2SaT09/Za2RFIlwz7dgfhiFe8JJX4NJjx7PEsL3b9KDOTUc1TW2vcf4xuT4B+TNgEh5PdeL2ws2nArOZTHz6FzMYn+bSmHE5XQJUkGAG2a4n0xqCe/U0YY0i0OnsoNftGt9lbWzN/cuSgNWSihok+LEvp2u5jFezJ+P5tuAvW6N1gO85BI2vRT2efz2JtW1TJl1vLVhlLG39Vhm7iVKVIJXfY41rxIuVcfY4NopsfRwBqm3+K5DWKF21YaEm1PiaMkfLHsEkfb0CypWaJPep2JKPYf2os0SYTYraPaidjs+P7imi0T3q1GpGpBJG/Wut4yw81eq56VyjCUL1seXnzaCq2M5p3ChfRgSib6ZQnPH8z/2H37qoe/zr9UnPgtU9V9aC1bdePaceqpQUUEXBfSBLy9gpkDeACMTUCmBIRdiEcJM+qak0uuJAJFjlfc4mP6Igk/JTLfHi5EGvSGZtPCdFIGBVAYCC1UR8MztDVYTSn5EdPDcHCWbKVJ46AkwJQwXe+nwfoFr0pVSfYJXwtRr40gyI6lYGCb6UNWkDIAK4EuGdTBIeelSNmVCBqo8SPVbLvqgGrU/JgIqocSyl2ty1WGjJm4tl/1THzZSLqBVc9OKxQDJCzdmqL4FSSPUPSw8JVvne0iyLpec6IUoDHd68lM17VIAG8t6dkCrcBKWij3JAH0mhCTKRMMAp+6ouZcAwSiEgj8y5LipRLTKkqmgYRmgNtKSxRKBXIpZ10A+B9U6IoB5gMQdW6YmrDZk4iXCBTeUzEGTymJdmG1IOsxkB97YJ3lxcPVNGLRnC44YdVJrGCFxC4kBUP2c6A7mOhJv7Z6vig7kTKljltQ5cBZ8EyPyMLOdmVpwQrc8mVbQLcBKB3hybBKvdSIOlRtlHo5AKQGcwwePc6o9RD4ClZg073aHM8CzTl27c4p03gfgjmmBDJmHjvUK4bZtRcQPBccRNlyhWxQoAaAvtVRBK6MByOn5VS4E+xnHR6Q+k8RXhjTTyJVBnWZbLe4sJAH5WtQKg3QDvK0KFkk+vXwclVxWbVLqOJ45Ado65v9x4ijTveWZtNq/COcGqbG0ySJZ1G+I2XtSbVCpv4zOnH4NTLuFwcxFfaW/h1jNPCFx6bH2EdifBNZfMYhSO0OqwUUQkvkKbnYFc50tm51ArT/CFx9ZRrwW4fL6sSi0uxK6DT3y1g0oRODRfh++lePxMC76wbmSuAAAgAElEQVRTQLVYRScagkJElk3TT5BNxuhbysSMhWs8n0GB9heOqNBr5ZL8XrKxkwkiXhsGmiZQZaChcFXhXsxNoKNJEKovvMlYILFX9KUTLtWTET2cRT3MsrIEK+UiVueqeHxzB0MnQLMAHK75eLw7RM3n3ORjpuLhuQeWsNVtoV4Fjs4WMbO0hGsuP4L6JEWnNIfZ/UcwOnka4ydOIY7LCFbm0RukeOBLjwFOBSX6pZpsMPeGYgVicSATPARGLH9TUgzXiQVSUPnODQcrDsSqohnCr5bhVYrwyiyX0WZW9A8b94YYdyIkPcJUzgta/pOEPUzGZtNt7SHkuwHxJqDm3ovnXiCj7d4LYKavAaRueGywpRtN3qdUFktqQ6JvDQAJpagQ9IsOSuUARb8kvlTjkKX+kdy7VOdocKYbNwaC/cFAKhb45UzUr1VtAxTaJmzA5ei/Tf5I5tDEKAat5onvrw7ezNQLSsq63bNsnB3XOW5EdjehZ+pI5xEZz3QzJIRQhacASHps0cOQ//GcFysoFGsoeDXdpDqpGP/DiVEqJKj6CXwnxvfccvcFx1//6qf+kyYrCwxwe9jYfAzb26fRa2mn2lE0QhxRYU6PWwIULbtU/ztPIKKoCqSTrK7dXLe1vFL/0IuVQeh4pKVhkuQzTVn4WF4LKb00ajBR27gumo0m5hZWcPDwpTh2+VU4eORSNBtzAmaYAOH6J2PSbOg4fhVGamfu6TjavSmU672n5G/viZN1jBBSgLGPhOX9xQDj8gS33fYZ3PLh9+O+u+/CRH5el3uJFRtUQPAYbHk/IaCsp0O1SWB1DNdr/j4oVnHFFdfg277tO7Fv7ZB4zcsQzTWzslDI2iKoCkaVYYRkp0+fxJMnHoZXZGJE72e+x8LiMlZW9iGd8JxYyx6j75BmGLzP9H7OwKqr95W5I3ZvBnPKm3OpcOQWyO7b6VqjVhzGzkJsShQW6/qhHsxawpqVP6DX6QpYLRZ8tFstUdNzXqYafW1lBWULVk35L+0MaB+Tv67Z9RXl+fR4prDGql3OHgvnHRvmtRQc6xizyi6rBLLj3yq7dB82hTj2GJ9u/OVPvj3+iwWrVoWk+R8X/XaMhx88hbs+v4UnNzZx6NKDeNU3XoK5poNOL8GHP/wwZpfn8coXz6NaHANJAXd99k58/xt+G6/+lz+AY8dnEQ1StHd66PeG6PR6GA562N7qoteNpKy11++gNziDfn8bSdqWhqKlUoLBcIhiUAWcEZzEFwsmFKjydsHQJh5FAnNsKSrnatlHmP2AwsipOtieR9vIkPsOUUAZ/9TdaiJjV5TZVBjIloFw00SOJ98DhnzfmUWMvbIkF21Cx45z/a5XijHAub/0hrLAJQP/mhG0N01ujNqKjd2fU97DrIniKm0S+3xhrt0K+01zIDt/8HPFEdZmm3jz61+LQXsHd3zxTvTGMe566EnpAzC9Z6b0V84h5wfO0XGE+TKtwjyEI4owYricD1FAb+xiEKqTq501poo4/Wh7x36WUDHMb+9cIs/JQTcLPTVJmffXNfevVdzqlsZcDI2d5drzqklDS08tjyzddti00mSypoePgljXjaQSx2HZF8Hswhxw+Cic49cguOoqVI5fisV9czgw62PeSxGxoWi7g3RjB+mZbYRbmxi2O4h3NoBxhCBNpN/FfKWI+XoNzXJJKmw0/oqRMm6Kx/i3b3nDecbQU//4937jHSZeInifPtbGJfln2+sxreQwaW1jqULrK/tl5zZ9zjR5IEmtnO2AfRx/Zscg7+sbbnoZLrviuGlOqn6/ZsCfF6zu/qR5AGviwj1AViwynuasPWOwauD8RV0E+8nshGBgffZaucZarsBFKjxHsufodVrotdtamMQ4kknWwMf82j4ExbI0qbUl9jrn6L2u41f/bhsp5j9r9nfbS0ueYOy59oDVafLJgFdaYGUQVCu5LEBlQt16rDJus3+XhlwEq6Jgtc+f+rFq9Zn2A8hUqsY6Rm3kWJfLz689dxyPew5ttG0fvyuxa4aHPt7OQla8kb+KU4jKpJ9YmVkQbq5T9ln3xDm2QmEKzFWcIfsOY32XB9qMWRnz6ZqlWQtWxcq8iBT/5j//z3/M8Pq6e+6zYHXPJbVg9S1XzWal0hyTjO19elfagEgrb0UVSXjI0nXCMDagyoNV3jwEqzpgtbSIgzMDqwJAWeamYJUl64RvHNw9NlQasqTXQaMeoDCJsd1P0SizIZYritUOvTWpFhGw6ohK8JmA1Sh1pHt8WZSknCw8UZcS1HAzIaXsObCqPiVsPkUVnnpgMkChylabemmjKoLVJn3Y6MUYj0WByK0By4XpvzM0no+ElfWyKnNZfkzPTZkeTWJYfCE9B03aHhhP0+EoFi/IKVjVjAk3xbRhEP9JOAJW2/0QUUqwSgjNcw4pJRxEI1GzsmkVS9kJVvn6g8jBRieEX5uCVa5HBKvigWSMA88FVsNuBxuRi4dDekAVcKzmYZbOoiOqNF2xXqBH4mytKNd2o92XZldUYxKsRiGtAWJQ8SsgyNFrWS0qWBXobBSrhO2Er0VaAZTUu49Nt54OrDaLDhabNWyztAd8b+OraKC2liuoZyrBKkMFbnrzYJUBMEEtARw9Vgn3CWEIvRUQqfcVwSon32pZz7EFqwSmorATAKSZLskmS8mzL91paWXJpmyjWF+PyYJakR6rroytAbs3pi4iZjsnDv7yn1SxysUiv1k02VPxH6SiLsVDW0/g7u0NLM8vwAt83N8f4FOPfE1AzBMnIrGhOHxgVpSOm60Qvk8FSwkb22006jW0z/Swf7GKXhiiN4xx6WIZK6sL2N7so1SN8ckv99BzxpitFnDpXA39MMS9J7vwnQC1SlkaboQRX9eX+z8mEGKZtURiVBxrokA3ZNqcjSp4qvOGhFYCZniTUWWjHWm1HFyDk4CJDnq0TWIsVQIsLzTQG/QQhaoqZEOTcDTCIBxnzeNWqiWslX2c6PdwMgox6wPffN3l+If7z6DTH+FAvYpR0sJ1h5Yw6I9xamsD11+2BCdwcHRtHi8/pl1C3ZkV+KghOXUaO9zcFgIpG+qsj/GVex8VAF2gGpeN5TjOCFWl67Iu8HLv8HXMRCKgix6+BVWzy8Bj87mkI1CWiQrH9+CVqJx0EbP53pCNcBQ20z9tOKalSAqfqjzxV02kyZoKN7UdCOc+2wXeKhOsI6n6YRGsarQkANw03LK+k9p9u4hqUFDfRdPNV5PZrC+coFwtolGfkc1eFEYIhwNpbMcvqtzpsUaLlk63Kw0DUup+ZAzoTo8begGrzJ4nIy30Z/AqgZHMdKI+t8opKuRFBZj5qrIcS/VCelxspkaFfQHOpKBKLYicXuwP2JCK4JFBpUJVDWxdNhDhc4ISvHIVbtBAQTow8zymGDHLz87c8RBeGsp6+uOfvuuCA68f/clfhufGcN0Qw+EmTp54ABsbJ9Fvhxj2I4Qh1WTWUkONMajA1UYiulFSBYN6VYnyWWDqVPGYNadRjqZQkH4CIgLTQNyC1QwksuOTAAMqEgtoNGdxySWX45prb8All1yBmTk2ZnIw4gIr97Na6ORL/81tm+m17YbwrM2+OWv5n/Oy+omDmGrT8Qiz1QqGzhjv/du/xEff/360HnkUs1Uqun2EYmMxgawyBhRLtUmhgGq1Kj5d3PhwTIkVQkCfP3bRpmehh2uvuQ7f99rXiXdtGBrfw4kqVDkWrL9XtlES2M91v4QzZzbwxJMPyv6f6wBHIqs9qPZdWdkvHofShC+3YRAFhVT9meBfFjG1QMlL784FPc65cRMvYZsMsQoZkwAWCGw2a6wOMOBd9rCG5eTL6ngpeF+yeRV9ywlWeWszOUJrgNVlgtWyXDHb2IxgleXG9vrtgpZ7vNdkL2oqqeyWfC/kPB/0tLBOPoMAm+l75jsxW79HvQf+8WDVbqYvFqxqoxK1eSDHlETJcISv3X0GO20HDz+2hW/99mM4crgC14txZmuCrz0wwPOuqaFSpfKqgNs//kW89vW/i3f98c/hla8+LDYSNjchYZeulhgOOR/QDgR47NFTeOtb/i+UKit42Yuuw5/88V/i8JFlPPDQwxgnJRSdEq5//mEkcQtfvusLAmWpyEw9brynoNDOM/wM4ouc++L6Jj+zHcfF7l33EHt99yRRJ0ops9E1Y1aH/RTWSmWZk2LsOli98lqMvJLYSzEul3YFJvbT9ULV1lnjLblY+jOt6DEejrK+WcKhK4MMf7P5zgCiASfZR8wSFjn6l3tepoySyU8/wxRGOqIQZc+Ct/3ID+HxRx/GH/3hH2Lx8BGMUECXvqBGCiavbuCPhHZitcGaGiJUVieESDyuq5x7mMxkhWAg+xFC5XwjsN0XyPqvGg9XA0BsE177WHvPaQNI6/eqv83fj3KMU6NtfQBVllriqLGaqPD5M9mEiuKNCsAJm42yfEIaWXEtniI5PZ6JiDxknDCpSiFEMoGzuAiHVQWXXYPS0UtQPnwAjcUaZmouWKNU3e4COy00uj2sxSmWPBdzvo952ipxnuZ4YAf0HmOOjiQX+tFQfWxlX6gJ/J950w9c8PrNJ/zhb/1r49O+29v4fGA1P9bFb9+A0szWJLceTuGqDOzsepxtCaCw1V47JhKf98KX4PIrr5QO8RJCTOuCnuJz7k1QWLh68WDVvpldu86rWLXy3XMd3fkSsfl1Nfc8rQ6ZJvR2zVliI0al+Uh4CcEqlc1SSSZ9aYDUDzC/tiZg1aEVQA4u2vVA7g1WX+XAqv3d7rVbRTDZeWBkzb2Q6TfBx4o/qk04mfnNzpUCEq0lF9WpbNpsKpMy2CqewcYOgI8ZKTwVu4Bcsyv9tybR83BVIaW4QpuSf0+sBEfjsfRWsTEi4yhp/knPa5kbrFWFnI1sfFpBjIWbey+pruHWHs1kyHIx665YkD+XZN0Uaou/rYjIdH9uFe/LyyuYm5/LVN/yaXIxyNt/8bcv6h7/en3Ss2B1z5XNrACunFUrAGZZBPKxHDVjEUYJraXQBEF8LGFnkZBUfFbVO5RqwJJfyMo+ObBtaQFLmmMDVqVUlfCPm7uAih9CrAnaA97IQKPuw0eMnWEqsJBwsTccoZMpVifiQ0mwSgBF8MQQp8bylnMoVtkEqCFWAFpunqSeqCGpO5LwiIpV+luWVLGqWWVgSNUpS3QYY7HZCBdYA3WGMZtgJWgWA/FUJVjtjmPxQF2oB0gJxsSDR89PrcTJVsEqmYWZUXQCJsxwqcAMBC4SHFIpy4xomQ2+rP+lRL+uNDmSMnSqGalwHUSiLOW54nXhNMXNnwWrVOnQ/7NcJFilX62DM51QyiGXAr3mU7DK56t0XsBqOhHfWp6D5bkGht02NkIH97OBVQIcbwZYKozhjyKE7Aw/Jsj0M8VqHqzum6mIDwoVq7ze3NxL86oCy+1ldcnAKkFQl+SRzas8VQbzmljFKq84Fca0eCDQpBKuE42xIypnF/N1+n0OZUNYctXnUEo7RY2mkEFVrMywTcGqDU6pPKZKmhM3FasWrHYj28xMwWoyUs9VglV5jFGsEqwKdJHqOd1gSNBDz1iO+YQgng3OCFimVgC1AKh42vCKDbAIzmldwSv0F6dNx5ILmKFFsfrr/8HsyvjEnPrHxDtaumpKI6lS9xzsjHfwwOaTSNiQpuyjnyS4N4zwlZOnMQj7OPFEhLmFGczO1tBrh+gOQlSLBPZDUZnWy2U8caqNmXKA2EmkI+tCw0VztoJy6uOKS0u49b427nxoE5VqHfvmGuiFPZzYGGAcE1gwOQBRMhP+ecWyjPMRgxPzGXRBZnmdAtNKsYiZWgOjKERnMBBVrCzVJgCwagmeTd6TxSRG2ZlgZaaE1eU5bHV6xmbCR28YYsDFn2NEGYiU/c+WiliuFZAkQwzGIarVEhrFIu491cLR2QCztSru32jhW65ZkEZcn/7Ck7juyAocN0Gj7uEbju/HkYUq+vR9nl0TmB522hiNAwSNCoLKMh57bB1PPHoa7AcWj6jcoMpaTfJ146SKMemIK6pB7XSZpCEcl3CMXqVs7FBCmkZi8B7RNzWZYDRxEUoWmx1/eR9oEynqzWOHFgopPM4HNNGn8ojG89x4icpbm+goNCWQ5QaJ1h0arovfI1w0erxH1IeLfp5WxSn7J6NYrZYD9SSVEn1TUiTlOjS99xAU2QxJFeRWaeG6rBKI0RsM0e30MIgi9WkVuKRgVcaxbNzUiDLzhJUxrsko1lvKUUmpjxioarkgqy74G6XVWZAqulxRbvpwvUAU/VSsyt47ZSk2fe54/4wQiXUBgZoHJ/BRqFQR1JrwyjW4xZp2KjY+cdL0i0mXaIh42JUyz3d+7sKbV73tJ34W8biPTvs0Ns88ie0zG+KvGoUMim2oqsGu7mGpEJ12srdzE8eTrNlGNSpw2KhgqLjn5RX7CW6CDYxlkG08hORndjMgwCxVr2Ce85Cb0mgsybZKbQ4rqwdx/MorccnRy7G0tIp6cxbFoCSKT1EesNsuAS8bykkZ/1TNeC5olm3kc+xCgI2sZgn8ItfDDj7wkb/GLX/15xgN+6hVKrIZjiNTXs/PyyaTHPP2c9Ojz3zpplPnYFGE0x7ILyo0naS45prn4fu+9wdx+OgVaO10Mg9ufh5RzOYbUxiw6rlFtFo7eOyJ++U41f9Zwerc3AJWVg/AoXpdbjutHtq18UrUFkT9NLSM/lxecueDqfmfW7Cav476e2OpIeBL319AqliQ6A/sBsueq363j83NTQSeh/ZOSzucpykqBKsrq7vAqlxPJirFq1i/smssb3i2knAvWN31nKdQM4uPdgaGjQ1BTqWb/S6n6MqrK/PnKz8O94KjbNDs+ctFg1WRwFufQgftrQSnTmzjUx+7C6OkjO7AxXd+91W44vKGlpa69BeNQV0i14fJpIDbPv5FvP4Nf4Tf/r2fwTe8Zr/Mv5IQknJjoziWPgIaW0p1B4C/+ItPYXZlEQcX5/G52x/C8288iDe94Zfwope9Et/5XTfj+OFF3HfHF/Drv/ZOPLnVxX0ntjGilYDxUlW153QTzLhPAYCeHFGnK10wpbR27lV1qpnkc+NewaqMOwuK7DU1A5TjkhYyy4cO4LVv+VHUl9aQjNl4KDaVC+odKOW4BtJaMGHVTPJzxuwCY7m+WpihFRqiADPzomzO5d9Mlml5LT+flOCa56mViqbrtERXxSsWeOhNrv/OSnilrJ37LQ/f/s3fhNOnTuJvP/FxlJsNuUbDQSivrwDY/MmXyJpESMpkuSRjeJ5ZSaEVHUzWSlKRx8EjMxZEyhlUFaZDwzZ11AlW1tnc2FYIbipazJxvf60CUzNPKI82SjDbuM5FQnDKcgFuPglM+YcNEP0iJp5aGUG++5gUfN2c+mxsvEfryCRWyvmYTRUiTHoD8cb3FudROngQwZEjaB7ah6WDy7hkto7jlSJWABydJCh5Lqq0VBoPMez20eu0sdPuYTAYYjDsYxwRCLFag30dVJRBUC8KPlZ7jMb4929Xr9QL/fqjd/2bKVg1jTZlHpaY6GzvZwGpxl9cDGhyYJXiGzsfTqEqX2MKVfMJyvzcZcEqvzOZeO31N+HKa66Bw/MuR7I7KXLuz2kB4F4oOa1kyj9PWei5Aeb5wOZTnt+nqWQ567nngac65s8DVnlPG7BKxWq/2xawyr2TxBy8Jf0Ac2tr8AP2NtF7SK2i9lRgmPvJJqbPlwyVWNdE31renldxGsgpYi0LPBWmyr+tt6qMVyZZdsPSKTilFYBaQVGxyjFuFa1W1ap2ANa/VT9LluiiAMQkpBi/UWwXRlFmH8X7R5thEcyaPgwmuSlCPBOXSrWzVE9a2wrts6F1ltMxuGsNNtGDtd3LQ1e1KND5zJ4f+znseODP+VnZ8HV2dlb2XbKvkVjQrlkp3v6Lv3Oht/fX9eOfBat7Lu+5wCoHnqhK1aZFh6pJ3MSyKSdATWWhpxWAglWFrvQc5c+1K52mwK1fxbnBKq0AWOKtClCCVcLZRs1H0U3QCieoUplaLKAbjdGNdCLhsRGWEToS8hJwZmA1Zgm3+v9QDUlARY9VglVRrDLbkgOrKvOmNyzQKBWks7sosqhYpRWAgFUtJyRY5STKzT79V8NRimbRx0yxgH5KJWVsFKvqD0jFq5ZMOqgVtYw1D1a187X6hbIEskHKkhCsqr3BVLEqLagzFXC5oP6SDKxYBdvuR+LHyfdQsKoWCwSr/F1A5WvBM1YAEwxGngAwp+RhxQBfXmaxEeAGR7xGNEjiOehQLWjAatht43Q4wT3dVJp/HS052F92EIxChPSdjdmUrCCNsdQKgIpVws8U+2aq4l1KsNqVMn/XNK+i+ljL48WrV9RDU7BKxepctSTnic2rOqE2GaLCV8Aqm6B5BfHlbIV8rC+P32r3ZdNZlM2DdvIWNRknZhNoMrieglX6DOrES0gkYJXd5w1Y5RggZLaTLWM7Gthz4q3QF5IfgY8RxaRm5anEUf8ZhRQEqxy3DG67I8JTwmRX1LJU9VboH0xFYWqga4JMsfre9X8asCq3tGT77L2t95Udq4kzxsO9R9AaDDBfm8eOG6KXpPh/T62LtyrH1eb6ECtLiwjTMUas2aeH3niMU9st7FtbYZYGW62BjNv+KBIw+5zDS1hpFKSD5pUrPprz+/GBOx7CifYEjWIdMVXP0VitPGSfFWF1dgYzpQo6vb54gnUJrMUTTkG1FqQ60vWdjcfmGw3xB2r3e6JUk8SGFueIbyw3E0zo1CslLPicwzwUAg+taIRuSA/VMoYTqoVHGFChJmfJFQuHwgRoFgj5mZUO0AtHAvDL7hAPtMe44WAVURJhoxvjzd9wNT5z7ync8ZVNHF5YRt0n8Ixx5cosbjiyiFE6wvLKIazONDFon0GxMoOJ68Nxi0BtFl+9836cenwHaeIhGo/geLxAqilStKrjyfdYPszyegJWjlebddamgUNuCuNYlP0CpH1f/E0nKS0UqLTUeUk22aAXKhMCVKyOgNGQrWFRSHn+aM9hAkJ5rM6Rss2it6g0uNDjq3ezzJGW4Qs8tcEkNwQe3CIVwQGKRe3kq7s3TfxwjmBX+2gUyr8J8gjJ4oQglRtdblzV5kHKjaQCQBXlshGUTsb8mYWrChpU9cdAjc2j1AtKN5V6jXWzyOfmrQxs2zMCrIKAVZY2eR7XAQ/exMcojcSTkMfHhmm6eQbGpQqK9RkUG3MoVAlX63CDoqo4qUJmMpONFllWNRxg2GvjVz994V2F3/jD34vNzQ2cOX0a21tbCPuRbMZFW2xAo2ywrGchga5V1dqO7GZjllcgyPgyqlaFAK56e5tNt6iD+Hz61JrA3W4K+J3bOzkXpgEKj4Hji2ugeAuXKwIPDxw4hGPHr8ShQ0fQmF0QFZX4faVsOFmWJggy0nIbpky5Yucw6x9ngmtJnrDywZuI3QzTqO/56/fgb2/5INJeT/y0eR3oM8scgS/XVpX6PGar3FVVR4xikYkKqqV5zxhFG5tFsKIlVmuEMIxx1VXX4Yd+6G04dPgSdDuDbINrIXW2aZLxRwuPAL1eF488dh/GCecI2jNoM8OZ2Tmsrh6A6xdlbGcIIe+NLdY5quqSa21AZ76sd29Ufz7IuhesTo+V969Vqk7VaLye0rwjN4b4Xjxn9KDe2NgQsNptd+CIzznBagmrqysolUoZxJfNkayNU0hiN0yq3jt7c/t0YPW8O5mc8kQ3aPqeGZg3T9wNTZ8eJpwL9p/rGC4WrIqikuZVskP3MB462N4M8cBXTmOUevjq/S28+puP4opjdS1bFOsTenBrHM5nEay+4Q3/G7/z+z+OV776kJa+iwc11elMDjGhMRIloNjjMKkhu3kmjB1MIvWkp2XAf3vXh/HSV92Im593FLd9+rMoJBN88EPvwZfuux8PPN7BVi9C6hTkPlYbCYX+CnqmCRh73nUtt2vEtOxSYKE00bO/U6sVe80EU3Id2gNWmfiIoj4uveIY3vazP4dCtYHJKJL4SwrfzVDToTUFFPq69mc67uzwy89t2bU16k37gvIYeYJWyBgaZbIdU39QC0G5rlm4y9dQ9ZSqZWUFk/iUQDTB1saGrPe12SZCej/L59aKQIFANlmoigF5c4EIUryi1W1sWMX35nXkPMzhoYpcbU5pO4pLHGAaVsrPzL+z7xOKRDTplAFdY3MgaufsPEzvaR6hRs8aJ5jJUdYVJsEl8S1QVSscUND1Fh6b09AGwEBV/t1xERbZ6M+IAswxanyg45afNe11pGLtyPHLcOVlh3DZ6gL2L85htV5DjSN/PEASDrBt4A+VdbR/Yrw0DKlwHmFM0QgrZ6JQYCMbPjLxB45Lo2pUb1MPv/jTP31REGUXWDVjWs+tgqTdrFBhk0S/4re/G5hKTGTWcwtWBUmdB6zaA7bPsWsVP+tV170AVz/nOXBpj/OMwap9RRmR2fmwScm9c6VC1fOA1eylnub3+bN+oWD17AVSf6LB5FlfMt8IWI2lIkrBKhWrHbkWjJVVsepjbtUoVg1Y5Yvlk5Byrs18mLdS2rsm7fITNeXr9mf2/pPXzUQyFqraJI3C1Uy1mlOs7lKy0vLMQFeKw1RlmvNglXnANL2SGG0a28txiGJVYxValXF1ofJ5zIZXxi5K1wRj7WQeuzsBYMb3nvGajVPTD2Hvmn2uuMaONQo88ufJJtHEM980srIx7NzcHJrNhklSa9zJoSCNrpMEv/DLv3tR9/jX65OeBat7rmzeCiChotQqVsUKwG62dQkkaCM8FY9VbniMYtV31R+Uzx2niSioZPIwC7tsiunpxwSiNMqgFYBVrCoA5Ow1iF202DyF5fU1XxpUEayWvYl4qRKs0gOQQQKfUqJ35jMCq+rvmoHVnBXAyBj1M760YJXd3akM49eQ8JTl2BLLFjhdymaRxxsK0E3RDHw0SwX04wTdUZljnBIAACAASURBVCweq3M1AlxtTKRZmQnqpUCWJWsFoJsJsyEVWFwQ2wMGUN1hLI2ArGKVEzfnGLu5zcCqsQLoDOgDmYrqs8SNGYtX2Zk9GotNgKiEfAtWeQ09bLSHmPgO1ugHa7L/VoXDAHcXWA1j6Uq/Mt/EsLuDrhfgzu1YzPb3uSkupcI4GmBIL8wEYgUgTcc8Nq8aTMHqbE3gG8Eq4agoVmlRQCuAPFgViKPngeeIymg2quLmmmCVil7+vVkO0AioXlavNILVdjQRxXCzXMS2Aau+UAZuDjRQIfy0YJWeggzKuWH2qdgywSjHhFoBEKxqUzZubgn3bHJerADiWFRVHItUM0/o9ToMEY7ZHE1LmqgYlMLDDKyyLjJGZ8zxlYIJC4JheqxWPCpshUsKLGcwTIDP+O2irQCoWJWb0sCm3EbSLjYC7EwziGHSx4O9h9EoNuChiFZhiJ0kxl/d8xBao0SsJMb9CLPVJrZjZh9T8Zza7Iyw09vGwQNrqFBNEA+xeaaPpWqKL5/u4blXLKPulHH/qQ0cbrg4vFzHyQ6w0fHw2EYHW0M+toKYzauiCEGpIAHM2twSomiArU4Ho4kv8wwhH4EiL4Y0T3EcMEVDsMrAYKO1jcTn9XRRcDxpjubGIwSTBM1KUVVhnosw9dAJJxjK3kQ9kmNXlSeEd4QqTBxVSmUUMcbR+QoqaYzWyMGp3kgsLOb9CF6lgWQS4uqFWVx6SYJxcR533HkKj2+Psb4+wI2HZrA4Sw/lFC+9Yr/4anpeBXN+EbUSm68VUS7Ni7LVbTRx8vEWHvjqKbhpBb1hH6NkKF6LJITqL2S81YxQREqm+YeqGCooYlo1sKynpGpKBt+Er+UCPGlGUtXSfm7U+Z4CRjWbLm2ZxkMg6ov/JLtKc1ahmtM2/uKkLk2wJGLndonqF4Wjja54p0hMmkxonTHNautAZCMoNqNTn0nOT7yHCNu0U+lYlK7SQMU8Xu45ERbackRV+lMB4EniS5WR2tvH+s5ZFY9xCZBrrJuOscNSfgNWpYGVqjGsT2qmyjHAl+dd5g6eM+lnxuoFqjJ9xE5fSvpF7WqCQSYWR/U5lJrzKDYX4FYaKFTq8MpluD7VOZz76dPJhXGEcb+LYaeF3/i7j19w/PWN33g9zqxvotPuizKZ10uhiNp78JNxjZZuvrRf4HU2ZfxUqYrSKqfMtAGrLdPm+eL1oQ+0BvxGtel7opoe06/cBNk2SJV/Z7BD/Ujlyst1pgJVS7H5GHLxUqmMRrOJ/YcvxdVXX4sjh4+iXGrAo8I3naBUqWoixZQqTsGqKdM1Z22X+oaQz52gWPFx2x2fxZ/80e+ht70h3sn8PDa4ZidZrkUWHvJ8KPQvZl609vMJWHUJOmgtVEKcjNHp9GSAhdEYvf4QL3jB8/HDP/yvsLJ8FP1+Pwvc7cZVDpWNgiQ2oHfrAA8+fI8AWvVv1QRnc2YWa2uH4AWlPV3Gp7DHIbhWYiWB2lStevaO8HxA1W7i8h6r9mf6Xce1LcOW8UCVLht00qYjHiOKIvkZlR48b+0z21g/fVpiETb18Ir03k9Usbq6KmCVX1YlLR6re5RZTwcr82BUTukz2FDnfTuZGJF1z8R753v+tPnL+W/Np3tv+x6vePGNF3x/y9ItykcHgyG9fx18+Yt345aP/A0OLK3ixa+8GYPRASzv83DooFaCaRUS+wUACWvJnRi3fvQO/MgP/TX++x+8Ay955bxs6AVqyMZRE01WBSepu1RVbgK3RZ+o45WJh14/VOudiYfTj6+jOVfHe9/7AfzPP/hfiJICnlzfEqstCwvUcsECbDP1muSOzgtMXk6VVqouMsCF40+aTslo1P9M+WZiLCpU7Zq3AqCIYYArn3Mt3vJTPwUvqMCV6iTbVkob11pqqokYVeKbt8m9m33fPZdOuEtOTWgDQxNf2TGpfqoK5zPrDv1HliwS9ayhOPK5TZMXWet5zIw7R7GovdjboFytSLyW96Ge3rPGS1PWK+2PwZeW6no2ruFritWLK70gxHyE85EBXHpadO3UuSoHT1U6r5At80s1ChzzPKmGMIkw61MoDfYkCcu1n2X86vMtvQrYuDIoitUO51eP3qVMFktMbv4E/E57Md1XcI5k1aN51eklk2oVBwmrI40P+3gcolatgHu7OOqhPxpKfO24fM2SVO7QhoYAifZCZzZPYXNjA+12C2E/1EY+kgTjus8qBSayzXi2ghdzPX/2bW+7qPv7j3/732bJSV4f+6V2XedSrHI911jGlilnySh6wu8Bq/o7vXbnglj2HsxbAdBj9fKrnotrn/tceEXuv56pYjV/CvINm/Qeviiwmt2XzwCwnm8dOJ8y9XyPP4cVQLZWiAqUogULVtvodtqavKYwiAVdBKv71hAEZVWs2nt+D1y1at08WN0LDa24LbsvpYR9b1JD7aumyfE9HqvGCoDJZDauypf3Z39no1n6Bec8VqnInnqwWrWq8WG1ilgrnHDY0Fyr4Dg/0GqNMYL1a7XqV5khxD5D7btswi0/PjL4uiehrrYxdhzkEnVyq9iMmZ2l9LRnilqjrp1WJxhRhnAhXXPm5+dRq1WlgkIMvsS+USs5WLX2jl9610Xd41+vT3oWrO65sucFqyzDlRgj17xKiL0j5e1kpgRiVNgFAlYJwhQa2oXUglUuoLyJqEQcs6RX/D93g1UO5jBx0RqMpZScilXCw3ZIaDZBteSjH8ZapsvQznNEhZgHq7zRCC/7LME3j+PCSwUsFat1KgHL9Mij2s3DIEoRMZg06xLBar3oCYCkMlXgaQIpx5bGkiwFFUGIBmMEq2wqxKZKzSJN4An8CGGABXqsJokeh8kmE+ZI1oOeI7Kqq7eINNSZEDB7qJcIVuk3S7/DRBrhUMkpAbAtS3BclH3CZW6c1feWYJW2BexSWQyYL3MEEoaEmP1Q/s5zVSlqF/Fh7ApYTQvASkWb93A6YrCgCiQet05eBOmEmcxAL883MB52ECwt4/PrQ5w43cH+wMXRmgefpTLUvJ0DrO6EVASl2DdblSClNVS/XH4wOgDQpkDA6oRqJlV6EnhasErbBwGrE6AzUrUrA1qqYtmUzDav2hlEompebBRlLGy1elKaQbCqZcAaCBOs8nqqNcM4A6tUMfE8yKSbTEQ5ycmfHrq0iqCbEr0+rbeU+NyaMU8ILjYRXgH9KJKGOnwfji8uYnxfAjoCDsLviVhHcHyx0dJusFp0VXDAU8TrO+Q4Sv8xYPU/alC1B6zK2mQ2TtzWSnfHJEF73MWp0SnMF+ew2enDa/p4IonwkbsfxHZ/gO7Al7J/Z+yi5ziIRgmaQYAnd0KE6QDLi/MYbLfw/GuP4tHHt9F0E5zYHuHgsQI2nhyj1XNx3cEAVQd4cGMTfnkBncjD106cQsHl9WtiGNIqIZKOkuxnXyqXRIXqIEB/GGJkFKv8XIEfwAkKiMMR5iol+K6D0+0uYgNh6KHcKAaSjKF9xFyjin67jScGY4SyQeMGtCDnOiY0IPBLY2lIJl0jGfh7HmbKDq47uIj2yXWMHRcb4xgtJggS4LK1OhZmqnjtSw8hijfxR594AqszFdz5+BCPnIxw7ayLw4tlDEYxji+WcNnaHLbbLSzPL+LaI/tRlg3BDMZ+BBTYPb6KO297CNHQlTLm7Z0ziCeEYHZDliv7kzlEm1XoBkD73hNosuswn0KH0glL2en3ydIk0zk29cw4ZUlxQh9peg93kRKshl2ko0ik3qJjZ/dibthFRaEqTw2SjXpG1hcXjY5VrHIrbkqpbQMau1EwjWqomNKgR3dwUhwk3cJ1I5/ds+S//Cycq1ziEZO0YhlpYtR6vMdNEx2Bw7bZQPad54LKLM4BPCNMJpgSSPOZ1CtVIbuqj8RBTb1IJyxt4j1tIAPfl6WV3kBKahWqqm83X3tUX0J5fhmlmUV4VKxWFax6vouJgFUNjOMoRNjZwajbwa9+6JYLjr+uPb6E4ZCNpRhse/C48EljRKMU47xjwZstRzNNe3iOWJbF+56+3MzK88s2rbKBLtd4eVUmNAhpvamVgNghGKiR35CzHFjLaLX5oipvjNcVobgFCRxBtiutW8DM7DwuPXoMN974Elxx/BqUilUZF5xvJVErL2c9/HKqEgMjshOYpChVy3isdQK/97u/jYe/9AVJkAWFMoYEFNygs/TUmaDA12YFiZSDxfJzAkL6+fLvvV5PAu9iMRCYyrLPublZlCs+tjZbMgeWy1Xx3hvHIW6++eX4vu99MxYWFqWUlABRAnxrlmnuB/r3huEA9z9wN6I4lNeXdaLgotGcwdraQQSlqiSO5NxZFY1lHkalYmqoTbNEBStWK5YHqrq32705tf/WcavqPQu1+J12Oeq6ook5wg+qt9bXT+P2z92BJ598UlQp/Nq3tg/XXHstLj90BJtnNtXaqN2WZA7HWLlYwtpTgNW9G++nBpZ2Hjpb6Xq+m0gBoaqv5c8uxaret3u/ngqsPh1Q3Xu+LxassqleezvFpz71KLa2gU994hP4u7/9G4TtHrxKiCuv+yb83L97PW66aREV+v9Kx1Mq/ktifeV4KT77kX/AW978V/jv/89b8aIXH5T5lImdcZSgVKaSnhEcky+quFIff4I3lj77GBMsSW9RTfQyTo6dGIVJAeNBhLf/2Dvxp39+C9Iy7TEoUFAfagttFRbqGFOYq7A+22TTsonl1dJAz/jvSIginV/MddM5SMv1CUmNgnWvYlWS0yEuOX45/uVrvx80dfL4ugQBhjHZ97d8U5Sbdpjb4zTQd3rP5NStcpNNx5C1V7GJKPtvSQgJBCM85neN/TPAJfk9nlzrN6j3pyTCNPeHYaePIpX8oxgf/djf4MUvfjEWlpblcRZwZvCMVVcCqemlbXzYU9qU0ftWlbSxxAzseeHCEy9yA4l5zXNQVY7R+N1aAYYkVeV4NdGmX1M1rsJ6C+mNUtleeQNUbeNDqqPF8kWqIVg9RHDKeJjrmKsgtaC+3wFthASq0gNcsptZg+QM5nIfw4BPQvGi+Puf3tqSyoTAL6FWqWGuUkS1AAy6bWxuncFmawfr6+todVpiWVOqlFGt1cRHG4WSKorFnoZrbCTfOReqms+sbzJOJ/hHgVVTsi1qX7M2PhVYpcpcro9RrFpQT+sPOy4ysJ11YdexZcdevtrA/t0CLSbLLr3iWjzneTcYsKrJ0Av/sgpzTV+fzTFNBdQzeeHzwdFsGJ49f2cve6Fg1UwG50pIukaxSrsR7vv6nTZ6nY4kolgpwzCK1WHzq/vgF8taMmDXfrMG2/ssA6vGcuQsqGrvL8MAtGeAxkB5qwJJkJsElCpJpzYA1qJE1alqBSDCERN37bICMD8XGJqaJld7PFbzVgB5NTvHIlX1OhbZw4LK7xDjSEGsTVDbMWibo+eTYnZNzZrWmYqY7BLnhSV56Gpk/tnzc/E/93jSQ0E8Y00DRFoDis+bTvqS5E8SNJtNScRQBMMkB7kVV6lqvY56vY4f+ol//0xG6j+bxzwLVvdcagtWf/iqGS33YQmH6fPCDp8MnAQkyoaWmXIXbMjOzRcXPQIvqikJiziYRX3DDZdVAcgmmL/jANbO6PwKAukNLnCWqjE+l+C1E8ZiCVArBdLZXZoXpRPUqgzkxxhGiXRJl+ZaLPEuEbYl4t3GOatSKYvXTS8ei9KvQG8p8ahMxMezVi3ApdQ9dTAMJ+gzC8Fuz1TgEu4VqRqUolcxVmSJ9shYHzC4mRrwT8CGWGGUSlOq2VpZNk+EsPyEM5WStHkJR2P5XFQuzpWNUsqUsbKslGeWvmLsH8/GURU2DqHCY6il0wwkKlLia0puZaIgNOV5U693ThjtwVhKykuFAOUi4XEs4JXv3e4NpYGKKFZ9vpaqhze7I4Spi5WGL5sfXmdeR+7JbVdrTmx8bHtIBdkYhw/W0ax6GAZFPN6OcN/XQnl+PRmhPupjkBSkTJdq5pmqqn22+yO0IlXtrjSrcNnkK1Sf1dj1RG1aCVzUinocI8IhApaE1z8U+Fqm/2ypLGo++qh2hpzoXMzWAtRZ6snSZqpZWVofRVhpsmwzwJlWDwEVzhKwazZLFjPpOM1NtIUPHCuqEuJ+hGuCvr/QHDRLLqrSlI1jVCdgZoklgDYeYRzH2mjFxYiNy6KxeKxy/EcmEONGRXwxqRJLWPJurSa0Qze9c6lYZR8vNrxiQmAMF2xkxlvnfetne8093exNj9XJr79TNyUSU2lALWsJFYZUZ064OaLflY+0MMH2YBvb9Hz0fWwNWygHJdzR28I9W5vYXI/R641QrLFMvoR+35emELVKFae2zqBYb2BpfgHbT5yUe2BtbQ3tVg+ndzZx8MAikvEEW2e2cfzwKlZK2/ja6Q5aAyoWZrAxTNFutVEpFKSTOsuq5xsVlAsp+uEICZtaBSm2eiP0QvoSO+Lp7HHcl3xsDUKsBDH2L9bxhcd7GIw5fMYI4GKG5bSESJ5gQOmUPlXUaTmdNCIgjJUgORVlK43XmQhhA5kZ38XarIdOu4elSg1Uy5xojxC7wMuPN/GyKw/hplfdgPd98lbsnDqN46sH8ZsffQyPrm9ipRyIp1fRGaKAEa6/bBnzpTEWZ5dwfO2AjLtCUEOttIj+pI+g6OHeL5/EA187jWajIiVo44TXSJvLycZTyjh5HYVciVeeNDuQAI7Bf4qEQQ4DLP5HKFVqwPGrApVURaJlnhLw2sCTAcV4gMmgBTfqC1gVsKXuxLvhg9I2A11UxTHTs81AjK2A1fmb1xdIKx6ohGxWcah+f/JJ+HIyRG3JoL6r+Jpa6WrOA9V6wAnblFVLsXJmB5A9Vse8/N5TH1h2g9E5geeSqtvpZjELfOX8TB+r51oPj4dJpa9AA27oBBfq+U4aqwjm9yGYa6BQr8GvzMKtFoEyIV4gx8rAjZ7A0c42ou1N/PL7PvJ0t/RZv7/80KoEydZ3VxU2nMRiVZlaT1dTmq+bUE10cg6jYtSCSu3mzfVdkwk2yOcYkwYd8jOdR60KoGA2vrrX5lymm69hZErIRB1hAlhpzqQX2W7U7Xvw+NlARtR5tLapNXHdc67HS1/6Mhy49GpZW1Q5WzTe5QTdsSiIVaxgMJlRQHBTUKgE+OSnPoL3/K//gajXR+A3Ze6m8kuUT5xrcrYItmmXBuBUlVuVrlpvUMmqcbiC3SJ92ycJOp2ONLtjQ6+Qa1sc46Ybb8Qb3vhWLC/tR6vT1fEltbfWD1gQsTz2gQfuQ6e7KYkkQgfC8cZMHWurB1CuzAgMsmBVjtd83r2Q1A6O/M/zGw177Od6HG0Q5NKYChZ9HyEuWloriUEHJ0+fxN/93Udx2623ItrcEVWixnVF2bSwo+6Nr3oZrnvOdZibncXOzo7EWHy9SrmK5ZWpFYBVrPLuK+QaScndn22acgquXc0ppqX8e2+K8wFPXbH1K39/ix2JJM1tIw0L2VQVeK7z+Uxv1PxzX/mSm57p03Y9bjQJMdhM8BcfO4Uz3kE88pXP487bPoczmwN0t4ZYWfbxrnf9IG543hLKnq8xuaZXJGFGu5ZPffB2/MiPfgi//+534KUvqslnOnNijI+9/1a89BuuwcqxBWFljDoEdUx8Ub/TXkYsY+QFFYRyeklFZazzfzQY4c/e/QH8yq//Pta3uPBqk8NJUsY46cl7EfgkaQSPljdybc0GV0YzIzptAqiUbyTWNGrnojCclQxsCEibKOtxaq5kdn24UVdlISuOhrjpFS/H97zu+2X9IoRQJb2xGsj7knJTLaVp03FhmzCxckK9XvU+yMCjWfbyIDITeXJeMucmT5KMy3duDNq/qkXOJBnLsUu8Jk1EVdEliS7OP34RG+vr2NneRrfbkQQM76FGoyFzE4EgE2TjaCz3q573aSl51mwuB5ct8Jakj2l+xzJgPZdmTjZ+iDV5/aICTeJqA1n53c5RJiqW2D0P7vSxTMrxjypV5f4nbKWgRTyrCVK1eaJtopj/bv8uvzfAxb6HnTO0r4dWNHGep9czAQqVd+MoVNAzHsux85zxj1/insEXJT2taGi/xJiL55jKzZFYBeRKohmQC1wzTdbMZXzHW996Uff37/zXX9BqT1M1pHZGmkzmf5JQNkBexwbvRxO7mLVoeh6MTZYo7LSCMQ+u7HmygmP+zu5t5TVMMoGf+8Clx3D9C16MQlDWBqrc91wwXJ2CYnu/WnC8dz3ae/KUP1z4l03aPt0zNRKavodNtJ0Tz+bArCjm6bFKsErrsF5HPHl5uFwvCDhT18fCyj7x2Gf8w4pXEUhlcba+LwEov2wpuobUGmDaYhRbWWHnGp2fdU+X/SzXwGqXdcdEYarGVezxovGJ/GFsZjxVbTMrqyqlbaL1HbVl/JwXpMGVKDx3K2LleCi0M0lk2WMniVTtENLbmErHso65aVpqylema/c0+ZQfN3vXdrnWJlaw53ZvXMSwK/ObNRYneX9tjWf1nHMuFbYk4g0mVcgJ6NA2g1qzgTe+9V8/3bD6Z/X7Z8HqnsttweqPXD2rgZIBq1qeqapSreDQiZ0lSApW1eOTitWzwKo0djRG+Nl4Z1BEfyYNTBSsEojRI9CCVYjik2CVpf91X31X+aQ8WJXMs8AySIMTbmpGLJMxYJULHcEqy6iZOeJqP0rYqd5Box6IdyBLqqKRgz6Bl5TPqkK3Is2iuBDRY3OCKJ6Iio1ATTwEzUrEc0F7AZZoNyoFzNVKUhrFLu68wTOwGo2k2Q7LLmfLCkVGxtuEYFXKWFk2wALTAkvi+d4uBuEI/SQW37eqgaHZZOtwc2Oaiwk8cAWsUh1LsFoKPMnw+wXK8AlWQwWrtG6gItWDALut7hjDxMFKU8uTCb8JrLm5EZ2ZEZ2x2U27H6MQuHjutUewefpJ+HNVzF9Sw7137+DRu/tYqgPBcIBR4skETkjNc8DPS7BKiMoFcrVZg5fGAla3hwlidl6nIjmgYtWXRceC1TimYjSS1yi5LprlioLVcIQ2pcTwMCNglYpVVZMS4LKL++pMVSZ3C1YL4vE4LROwYJXj2BpdE6yKT6VwKUKHFH36H7oOmkVHADdfg++tfn9UbnlwDaSklxwBOMc4QT7VwvQ6IrTSUizdiEs2npv5NEY/ShAl6rHKQLPCMehDEhaECBxjYr/BjNkEeO+pi/NYnfzGfzLgiwuxUYLImq6lz4TmBd6RVMh6MdpRF4NxhH46Qmc8Qn/i4bM7p3Gi18Xjj7Ls1UFlhmPZxelTA/hBANct4szODg5cdgjNWg2DrTZOPX4K9VoNzWYdJ7fWMcfGVcUK2q0+5kouDi66iMMEj6z30U5UGbDZ60vnd3dCv+EYtQq9a6mki1CreeIf2Yt5T2vDWEJDbvoqjRJSNnpKB7j28D48cnoTj+2EBmClqNF2Ix0jod8YNwumM7ANMiW4MrCMXWJHVCdSp8nrTG87Sb6UFQolAxwtl7BUKSOedHHk8AJefvU8bnjRi/DQZIBPf+ijeM3NL8Adj3fwX/74doS9GLOei5VagFVmjEYDHNvXwGVLFVGQHFpYwL6lRTTKTZSSMraxg0ZzESce38Ltf38vAjY9IqxLtHRV4biqVCU4MBtPFZTZ0lZj1s6O4pOxgmM/gGfAKpsBSWkmA3SjjxCfOtk/svSwL2DVCXv6PlL2bkvsp2GnBZ0a/+rPZ/oGmkoTFeMXpzLQHKjTxxMGSw8racCgKsaM02brleb0Y7EVUJW1XCy7MeaUlVPS8opZH1otk5taAmijFgepKGLVO1u/tORS/UK0jEiFI/pKtkGWwibbJdlsfghjZTei72VfK5ldRXF+PwqzDRRqFfiVGbi1MtwKN43cnBKsEvIPMdjeRLi5iV96z19dcFB2cHU+S9gIKDXdYbmGMcEmP5OmjQqEed1VPaBWCqrA102YPRN5qKpJmWnATCDL59vSfIJVsVJhkkOafLkYjSJpMsavTIBjQLQE2MZD1V4bmY2swlxKRAMte3VcLC4u4YU3vQIvfvFLRc1KOM41nK/LTToVpNmmkmuqKfPnPNIZdvDHf/o/cPtnPoYSFU9+VTYFfG0Lou3GhMdOlSq/c1PJDYYFf7oBSmXjzT98jtobpKhUS/J6VLVSFcUxRh8+buRfdPMr8Na3/STK5ToGoXquihJQzNC08RTVHw88cD92WqfET5blZtyb1Jo1rK0eRLU2a1TQ0+2FHSTnA6vnG0S7IdDuTSsTvAK3jW+aBd3MMhaY+AwK+OKdn8cH//L9eOjuu+Ey4WRsITgedH3TJl1jZ4LLLrsMr371q7GyuioVKDxHtUodKysrApDtNZfrThi2B6zauTnfvMoCbf3dhYNVglMLGfLnQtWFU7Bqz59u4nZvs88HbZ/qxrXX6WLBKq2YWidDvPuWR3B6soz+9jrikN2WhwjcEibjM3jzm67HVZfVEFCxxpuDXs4ZWJ3gk3/9D3jzj30Yf/Dun8dLbq7IvMbp/cPv/gIeePAhvPZN34i1S+eELRckSZViImo4nScZWxPkWdG0VBaYzSflCPd/7SRe/4afwj1fO6GNh1IX+/ddjv0H5jAc0J7GR7fXRij2QWPTQIX3YoRoRP9srjUGrIpKkgrTGAU3QqFAUMgjNh3fbUNKU+Jsx4VMwwJWGT+GeM23/gt89/e/DiOpzTUQwpay28tqk2Ti1T0F+rq2UXAy9TydrgfmXjRhw94mN1IxkQESu8CqqlF/sbtUlf9mLKn1Jbx2am/DeLjqFkTpLSrJOEa/10W7zUSOj7u/cg+WV5Zx6OAhbO9s47777sPavjWs7N+n1XBW+WhFBaZkV9cxXRepkPRog+Sy+SwFAbrESjzAdVeUbwniUSQqziqrLqwnqhn0MlfYplRSmaCNqbT5TK4pDeMOSb4pSJUKBMbOOZjKv+8CqPnfmaadfD96Mts9mb0n5d62cYbroNfvixqVXzz2UrEoNgoEH3hjYQAAIABJREFUxJzrObY5Xw2i0DTV0Y7lYcRmi/RbHWpyPYqyLuq8BgLWKAKxCUNzHi4WrP7mr/ysAHHtQaiJfl4X07rKgNUpIOV+gXOCrPW23wDPo0lYWDAta1zWdX06j1nYbnNXuwB4DqzuO3oZbnjhS+AXaR3F/e0/PVh96oDn3GKSc4LP3As9E7Cacy3P4OozBavcQHDdphUAK+oG3Q563bbeui5FTQSrBSwsnx+sWigqEbeZzySuOkdnezuX6Jqld7UFq/nf7QKq1hd5omXuFoRyLRbVqliG7W5klQFX8Y9VlWm+eZX6rqrvvAWVU3/9VCqZbBx5LrBq/VVt7JgHq/kkjV7KaZLT+gPvXpf1X7IjfxqwKvM279ecV3TmbW3mC42bgZmZWWFL2vDKsK8UqM8oWH3DW37hqYfsP7PfPgtW91zwrHnV1XNyo7JDsXQRluYJUw8byUbKROIglCbA2pCJ5dGUwe9SrJqMp0002cx0ws0QoeyE4E3haKngieqMr5VXrBJuNgJHFGcs3alXA1GshiMWlmpGWsCsAavc6AlYLRPOAN04EigqRf3cuBKsEpA1isCYYJWfoYDuWH32OElTAVoNCgIFOVEyJBVfWD7WgNUsIOfGbFKQ8r96qYC5egn9QYieqBQdzFbLYA/FYRhJV3GC1ZmS+ZxUIjJbasEqMS59SQSsFsRMngrFPids15dj0uodzagwWGG5tFUkcPIhbCSkKxV8Aas0VQ980d0qWPXYGMkVAMkNG71Rd/pj9CJ2RC8KRD4LrEoHYBfDMZsP8VyMcXjfHDZPbWH5aANXv6BCvIa/fs9DcCceyhMHMa8Pyy99V30sHQtWedUmWJ2pw0v4viO0hqmUU9NKIlOsGisAq1glWN2lWPUSdIYjdOjD4HqYqfioeSmK9BSDi+1hjFE8lhJsZg032/1dilUbKJ8LrBLwC1g1wSZ9Qy1YbRQdVH0CKqA1YHDBoFFBO4Nhvi4BBoc+g1DCcwJTUX9JkGQVVXoDSkZvkkhzLCqixxMtNSZYrfr0qHVETUYrANoEiBKaHqunL06xmv7mf5ZrLBDZ+grLnkEhOg3YdZF3MXQIVEMM4xHaURseqvhCawf39jtyvHfdt45C4KA+U8ZOq4/eYIJqpY5el2NwgMPHDyGgNcZOF2dObcNLPFRoN1HyUGEfAreIXm+IeiFGI0gxF1Sx3QdOD8ZwxjFO99oYeyU0KkBFejDQw1IN1fct1dHtxdjshSiWyigXfQl86WlL3ys2r6JVyTWH18RT+db7TiLxygIWCas5j/D+6fYiyHxkDM3zmymO2Yo0vYsRcnPnF6UJXjNliVgBW8MYpckE+wLg+HIZNx9bwvP3HUW3EqHamMUHHv4Cbli4XjqO/7v3fgJfeXQHZc5EE1p1ANetLWFGkgkxFioxllcXcPXBQ6hXimhUG3D6MYLFOTheESee6ODOz98Pz6MfYYooGhlKxYnRjIWsq7HCdw2yTNmRIECdDwRZFgJ45QbgV7U5hJiu2SDNjFERYrAzaB9pfwdu2NcyGW6IzjP8rFWJnUtnBtMH2gBQN3KmY6jw8KyVuc7BcvAs0zRec0Y5ls9AJ65aetiv7HfGA45cU1i7LaE0Y93CnyxYY5WAQNCc951pgc3gywavUyA73XDrHKJA0r6/M7GeZub8mzLvZHYRwdx+eDNNuLUAxQq/V+GU6THH8sdA5ofRKMRgaxPh1jZ+6X+//4LDsqMHliWYtYpGG2hzTgrEMkYhYP5cSgAtmXg9D9zgcg7i/MXX4u9ZcimQOE0lecLvqtqZ2gVYOMnvqrbkOh/LWOVrSQmnKDk9eS43sFYZkZWWmk2CqmWoVB8LMFXlg6oG4vEEV111Lb7t278Dl11+lZhcSNAriixWy8Tq12W+5LiKPu6+/y787u/+V5x54lEppXU8JmMnGBuwagEyf8bnEJpSwWTVSVZ9wU02f2+bWlnFBY+1VArQnGlge3sb/d4QQVASv77xOEKvF+H7X/dGvP51b5J1gXEME3DKV7TKgeqqhx56EBubj4taShTAPlCrV8VjtVafM6ry6dB4Oh1PNjb3bDj4CvnzbseKblCmiTsFrFzP9fN5vofbP/85vOfP/gyPP/ggZoISSj4b+PUzAK0bLN3wFUusZuhheXUV3/4d34FDlxxBp9dFtVjB6sqqjBV7zgWOWL818xHz8DK/qcqD1ami/exbJq/Q2nUu9oDVXWdULFTy5c0Wsp29jbf32oVC1ou1AiCo6++M8dkvrmMzqaLBRqxM9LZ6SEIXjdoEL3rhIlbmqQIysn+qyy1Y9Sb4+AduxVt/4hb82ft/EjdcN6fN09wEUauAL39hHQ/c9RCOHlvGja85BqfA+IXJO9rPMBEFeNwb0H6K9wobs3O2nUgrKIGonc4It3/+Pnzik7fj0Ud38PGP3YE3vukH8JM/+0ptlkeRw3iAeMB4PkY0HEm1izQGGkbY6WgH6UGvL0rBbqcryYpHHrgLt9/2CUmsEawyQape36pMzKvfVGXJ2H8iFU+v+pZvxqu/5Vu02aFVeeV8MmznaLmfc6Xt2UadKfy892puqO3dzOdHoa3tyN9fhLRUD+aTIflxpP6M2kDRLxXRjUKcPnMGV64ekFL0YsFXUDlhc2EfX733q7jtttvxXd/9XVhcXJQqnC/f9WWxGzt6xTFNTMn8ouCB9z0FBPz3FDzpXMS4kKBSIKq8vsazAhCNJoGqPAIkijZEEFMgmNQv+Ry5Dt6iAM8Uq1rFoIkXreJiAkaU+eK36sJl0teoVEW1Kj6mLP0viGejeK4ab1YqUnmtdH2agnALWQmI+cXXYxzXarU08SZ7RwdBSavpuGbwHHHeoo89YZOFRByXXMOiKBRFH+d/WUM5x+UBzT8RWP21d75doC/XMI4BAd7aZlfWTjtvZ3tQG+fYKqBcubR2U9f10ypW89fJvoZU2Jn1wZ47+W7WQiYXVw4dxQtueimCUl39+E3t0oUFKU+tWL2w1zLjzSQuzvfcc4JVE1Pmx4x9/nSNkN9qKk3ixz3vkKvq4vooHquTBMNeF71ux1TSaBxFxeo8FavVhoBNl3PlrrjRKlP1etsyeYXjZ3/l4zcb6+9VrMq9nYeHxsrHqkU17tNxbuMwKvXzQHX6c703rL+qfLc9EIya1R6zrV5ipY0Fq3bOoWKVY8keA49R7nujjpYkjvnM+XVbGipmso/p+cg/Vj7vntOVn1/ts+zxEf7IvWW8YTWRZ/mWqs9pBRCU2Cybsa/GSyxmIFitNxv4wbf8/MUM2a/b5zwLVvdc2r1gVRWrhHdclExBh8lCcnMjvo8sjRdh5jnAqlBZswpLttOabtMPScvqOUgFrNJbU3xzVO6eB6sEczNFF/0xPexiASLRSMEqrQAYAFDn6QdsV6MeGLwB2EyCN2lnrGBVQkwGc2kicGSmWYKTA6u9WLt+8zkKVn1QmMHsLVEdoRY9PwlWWbI5VcWkiFIXUZSIN+j8TEUCQwJOJr1nqyWBmMx6WsVqs6iKHIJHC1ZFJ8RmNBasUvFDheKI/pIGrBZ9UQVrt3rNoIu60sBWqiI79KOMYikBKxVVsUqwmilWDVjlOSAwpxKPgJAl9aszXMyl2ES7EcvmVL1FGAANRim6YYponGB5voJ01MfsSg3HrvJw7IoVfPrjW7jryy1U4SEKI1lA6CHaZMkrIIrV7SG9uwhWa+JzRQDdomLV9TKwSoAspcuEaTwnpps8x1ORitVSmc776ErzKtEPY7bio1pQsEpF3RY9eg1Y5UDc6gxQoipaNrLalVjWSxMAWgU1xzIDRfEFM2CV4mOeU16jmbKLOseao+fNKlZlPIhiUr1TuWhyQR2L0tl4V8oeR72K7QbAglV+FvEeNmCVvsL1wBWwShW2eqyqYpWq1/dvPN12+uy5m1YA+K1fMaVs07I6WYvkdPDeYYfTiSibIzdGJx1iM+qg3W+h7Mzhb04+gtAt4Ew3xZ0PnEapyjIrH5vbHZQqTVGPsXEOy4QOHzuAEWLsbLfQ3w7hJmqvEdPqouSiUm6itd1GxY1RFmDqo1KpySZoMHbRifri68t7cP+Ch+ZME2e2+3ARozD2KaXHVncg3laLC7Ny3rtD+l4x2REjHXuolV3cePka7r7/BB7tjkQByzQDbTKoWuh2B6IEtipVC0kUqIl0BK5Dd9IA6WiIRW+M69YquGzGx7DTRWWhhAOzdcxXF6UhUacX4Mn2OtZbpzB2Qxw4eDU+d89J9Acd3NWO4UQp5otscufg8oU5BM4IadLFUs3BC665EleurWHQG2BmaUEC6WJtQWDwqSeGuP+r6xjFDPo148z7VJvsMEhT1Z5uflQ9JsoZm9UWA2luejUgTghWS3U4QU067tp7wYaqWoamXZjjMRWrbXgEq1IEpmp6hY3ZM+T1p5pXDUkbfZYIKrATz1QRme4umRNv0qwk2o5ro7I18FKOT/6n6ppMBSQbegOQxcpAFUXqR6ZfohtVCa/5Y+GobT84vVdyT9MsddaVV5NZVhkgd7C8da6cS4SqpnNY1pHdKKNmmghmD8BtzsKpuvDLVbi1Bpwig0puMH0xV+DmLmq3MNrZxi/++QcuOAA7fsmBTI1gN9EEgFTASHArQaR63aotj5rxczpkKRihKu9nKhlsUMyfcw3R5+h5ZcDNP5xL7Vpog2QCSWlkJb83SSeCXfo9FnyEwxDdbleUHKoS0gDXbujsh7Y9ahiga1A/UtUoK0iiGLNzS3jlq16Db/ymb0Wt0ZQ1mHNjHqpaWBHUyvibj/0V3v1nv49k0BdrIHpgM87hZtkG99l9b5JeFp7aY+PmgR6i9tzwWK26VSDtOMLS8oJ8llMn16XkWZs9xYjCMY4cuRw/8zP/GiurB9BuD6QaSJMfqljl6X300Udw8vTDKHjanCUouqhUKwJWG82FXWDVJisudKDkN2Z6W+1eT6wVgP05N45+UEA36uKWD30QH//QLeht7aBiVL28fSWpYhQ2vKaEExzPVNjxum21trF28ABe94YfRL3BZogulheXBLzaTZTAbfEBnoLx3cDy4q0A8skGeU0DVs8+d7Y73tnHMG08NFXG7H3+MwWsFwtWJ7RBSV2MUw9j401PH3jmOLptBxTfVauMUZk8Nd6TIrRXexMqTz/6vs/gx97+MfzJn/80brxBLTEEriaBjNevfOlR/O2ffgaH1vbh5f/n9Zjb1xCrrNBNEIQO+ie3BPwX9zWR8HoZSxR7juV+liS3g9EQeNdvvAdp4uOnf/47UChQMURve/XoPutLrAXyRbnTR3zwfZ/ET/7YL2C7u42UMYNpaqhVXFNVJp9hrQC4ToajEN/+Pd+Dl7zqVWrHZOZyndRsAtLYapikeLZ+2GoIxbG6puRLgc3ftXx0eg/Y5+crmGVO5mMEiiq0sfO0HTfaX4rJMYoYItRmZ+H4ATa2d3DJ3JI0gGN1ztLiAkZhiI1Tp9BqtcVqiQpwqYLCBOVSWeD0g488lKny9b0UEIjqN/c59H0N0DUWL2J9kYxx8sRjWF1ZlgSclN1Lw8aJJFoIXuGqLUr2+U1cbf9NZWqmTDONB6XnBv1U5XcK/qR/hQGrUyUrVaye9IdgA6u8gpWvKc/juczK4/UaEOjy99na4jhod9qaeBOvW520NHHEROFYFNPD0dCAJgO5Ep3HRK3HdY8JRQoc9jTryVsB8P0vVrH6q7/80yhJApLHqPcHgRH3I3xvrfTUagqNh9Tj1n5OmUszYfTZVgD5ddzGu1nvMaNQlfsnZwXANW9x/yHcePPLUawQrHIeVlOoC/v6/z9Ytfd3Bu2yIPc8ey7GT6IWHsNLxwJWqSTnHKMJ6lTECPPL++DvAavZe+3xMs+D1fy6lT/X2Rqe2S3q8VlwaGOZs60AtKyfe+A8ROW+SZtZaYOqfEOrZDy1vsgAK6snKbw4F1hlQ+CCJj0snOf7MTlGsMovCzSzeUEU5lPP373jdPc4s3HAdPxZsJpff/fGOXp+NP6V3xn1riSYzXWWH4vNQapgtci6xRSTWPcAHPWNmVnUZxp4/Q+/48KG/9f5o58Fq3su8F4rAKXzugiLpNsYqMvmTAzjLVjV2hkqVgk4WR7EBUuMgA1Y1YyP3ZRpwyhu5qQBBK0ABKx6ArREsZrQv3IsMJWNpGZKHga7wGqMiIbLDBoFSKYIitw4qlecdA4uKljdrVjVploMO2aaxcxjdRR7ELAq5uyOAN5K0VMVrlGsEmrxuOS4DVhVmb76X9IKgI2XFhplWaB5/ISwM9WSfLYwHCHiBOtQgatZGgWr9MPjmVMYIBlqKlaNxyr9OWlnQBPoinTM1g3MXrAqJZqOh244FhsFljqKxyoSCXx4LK1+KIC0TC8mNg4LXDmH7WEizcLWmtpogBlrZkp9KRFWwMmgiyCdClFCiqXZOobdHSzsa+KSoykuv3IWd98zxOf+vg1vMFLbBF5fgtUy1YGqWN2mGhEpVmbq8CcJumEkitU8WBX/V4JVaZ7DDBI9skIJaTOPVU9Vnl3jsTpTDUSZSNUzg3lVrCZYm63IudrqDOVzs2EJYYBknA1YteGyha2ZFYAtj0ocuZ58/FzFQ11KA+g3O7UCkABFlL0Eq9p8SxYuXmMmEYxyznrKaBBoMno5xWrMlkFUS3lpBlbHo0QapHEMhgSrkxTvW784sDr5rV8xd74JjIxHn3T9FUXaWO0gCoX/j703j7fkLKuFV+2p9nj2mXruTqcTkgAJYZI5CSEQZBIVRHEALjIPgggiOFz0iiKoKDNyVfCKKCCTudwAIghchqsgIMGEEJKQpNPzGfdcu6q+31rP+9auffqcTrr1+wey+TWd3mMN7/A861nPWliLe1iJ17E27gowvenEEP/ePSwNqq9ddwI3HRqgvRCg2zVQOKzWsdbpY9ijdlqAu198nsBRGnh1TpD1GClg7FFuoDDG/Ox29HsjpARtqxWsrA/RoCMsEwrRYGL0egMMR2PUKsA9z9+FaDDGkdvXUSylKJQq6A1Nt2d+tq25OWARRa1o1EYmwN/Fvc/eSVo6vn3wKAbS/jGtqVolxJAMhNg0KRVMuhZUH5yEQYyR9C+BSjzG7kYZ89UaWjTMKw4wqsSos7V3XMHtSytIowTRuIjlJMXdt1dwvDPEvu078NMPOAe//3++iSOrPRmgzYUB9s1Usb1WxvZ2iMXZInbNNXF2ewHt9iIWztqLaNBH1Imwur6EY4fHOHaU86rj1E0tYZBmahLLzZZjUkGUWrTseefbJAayRRNOl46M+OoMCpUWqCdi3cim+qag3PQRxMqI4y7S/ioK/Z5ALconlAgg5h5ZECr2p3+kmGPxwSeeWRDO43MgJZm01P2zyehAUqNDKTD0hiSWgbo2LR6D/w27Dhy/1hblkltDYbMat09ojWrrZQwcU1ZbmIQHnLSAAb1xwABsWv9T5+L0rPwRmDSssaXI2J+A8wQWHPjcrKIycxaCmVkEDaBUq6PQaCMIjXlUQAUx9cXjCKO1dYxXVvDrHzp9xur5B/Y4qR5rz2IS6lvaLfG3goqBYAamDp0UAIF0soGI8KnoGYZiW1rjCfdpYxrRlIn7uwXEzojJaWWFLP4VqWdnunUEUvmo1qsOHLXgXTpbbh/zgIRn2k70t+xeeoaTD+C5B0obVxrwZVx00b3xuMc+Hne/8L7sN5kGEfhMqYReMsYHPvRufPpTH0MwHKNSrGDEeUIGHnXiN7B880Afr4Nnq3r2qoL4zDTPwFW+h+AvNbnm5toCj6nBrJb+QhG9fldj9Kk/+zQ88ceegnFMBjHnh0PpWTQtBDh48Fbcctt3de68fmFYksTArl1nod3eJhfvKWDnDoJ1D9xkyYTfAabYatNgEZMPDzhwHNEwcDjs48Mffj8+cdXHEHf6aFRohhQjoNEj/zgJAEvoqA1ubBiutWQpBsUAa50OLrr4Xnj0Yx6Ds/adhcWFbeowyIMuBFaljryBrbPZv/11OJUUAE930+86BbBKHl+esTr5/B1LAfz/DazKNZ5JuwOP3IJt9yIgMMozZrzC+Wrzk9rPlGIhsErQ8hN//zm89JX/hL/78Ktx34vr2jsKxRiFcYBUhlQBovUCPvmez+PgfxzBI37hgTjnobtQHJdw9Jobcfia70nz/cLHPQzhYgMlFvekP+vW16y13uRW/ufbP4rOGvCyVz3emWBVCXciKFQzIlg+ojFlbFvDMzZyCvzvj3wOL37Rb2B9tIZRMkQUDwU4sZhiCfNk3PAQGEtwTlEW6pkvegEue9QjRXIwYJE65M6Y0BfffOu4g1A9OGF7ke1Bvihu25r14qpwpyKgFRTzBTfGU5PPOrIJP5rbKl3J0Z2x72yi/IKBZtXmDFpzs4h7I3Q7HayvrKC7toKwUkY9rEhmiWxfGt5VqzWtmV4G5tiJE7af54au3Sd3hf1emTG+nJZyYj4AS8eP4KN//3486pGXo1lroVpzWqTsoHMGWJkr/UmMVesEEbDqZQAcYChgVXuIyQBonRd7zYBUD6xOgNRpvdV8i7s4qN5Iyx2DxddWrZLWKskdy0tOVkb2iTouvo/XinsW97tBNGn19yQM06A0YJV7JiUAJm3PTmPcFQj9enOmwOofvjYPrLp75Lo519ZWNXZpnOOLewawOsk9d+4Z8ccb0jqpBLOdtIdfp6yomD1rhV6vlyudUMrZDDC3axcecskjUGu0f2CA1a3W6vyemUl2bKXxmgdW4xj97hq6XOw8sMqYOyhhYcdulBttW3toAukBW6uOZuvdJP5xZn6b1Z7yhZ0csJoHU/NrVyYvICDU5ACsC8VYqBsZq/7fGbhKEtoGxiqlANilw4KWlxbIz4mK5AatIM8xxNcYE9EUjsfm16esOCIMZDI28/cmyy/y98CxG7TsuoLuRIJkEs+cVDR2wKq/JsxxJiQUyztYcOf3UmO1HFZEAmDxUilXWtBa3Gg18YznvuoOoq8frpfvAlY33G8PrD77njSv4qA0gXdNiiLb7aeZKQRXh96EKjWNVaaRZLdyA9XEZWgn5l9+ZSCVmuxPa+uT2aKXApAIOVuekZlX0eV9tkZglR4sMVrNirVXU+sm4TdTE4hSAExQzVE4GacIK8aSJNsz01hNTWOVrfmUAmB1iW2o1AMlsCrKSMJKLNCoUmOVAKS1EkljlcAqA9ScVhGjKrpDD8c0jAIWWjUdH9vUeY7UFyVQSHBowM2ZDvahaXhGY4Iw3gzAQF2ZBxWp8VqxduZhhO44QqVY1vdQL0q6O46xyriBYKJFaUWBqp2BA1ar8vVGuUwgO8VKp6e20zywOk6L0gpd6gyxZ5YJIANhM5gKpcnHoo4lRmTc0kSMLTU7F2bRW11BY76Ce11UxNnnbscNNw3xlc8dRW04Qi+ZaKzOEFgNAiz3yFg1KYDdcy2UkthprI4xDiaMVR6fKYIZ48GbV3E0VguBzKsKpSQDVnm0840QM24sMYY8MWCbQ4Ld8w2NRTJWCXBTW5YRpthUOcYqEwmytPjwjFUzrzJNYN5PohHz9RKadIMeU+OVuoqmx+YZq/y8uWaz3Z4aq2ONDa9f6XVzTG/KxgFZhJICULu/tUUQWG2WA8k2jEZOCiAxKQCCfB8+cmYaq3jbH7lkwCVAbHHQfGdSRIAuMoC/EOD4YBlraQco0CwuwCdupqZuCeujIf7hC7di0AvRno/R6SZyqx5Si5XmZqNY2m4H7nYAS8N1oFJGOoyxdmRJ13ZI0DOJUA9boNhGOljFKCkjDeiwbU7TheJYrCWSSwgmc4NfbFWxZ3FWLO/jywNUKsaeXFvroMqFpFDGWi+iB5F0hAkOR/2hTMB2zdcF9t+62pGECX+XRlaMR3vpEJWg7Fy6cwujA584vfj7TFIpycHCA8GAQTLU+hGOEzT486UQo2EHF2xr47ZejHorwt12NvHAA2fjHhfsxMve8QUcXu2iXQywv13H9nYFDQxxDvUT50O02xXsnlnEju1nYW7XHiTdLm654XbceuttGI0qSOKq6a2pfmrsHAsOxmK7M4GNxbK0e6sGMrFOjZ1lyKOZKY0LJRR4/cMWkSfHvhSVxrEy+Tlr/U4oBTAgY7UnGQkCq0zAJ2BqDmSVkdsk+ZzrmUHahIVjTEnTgnVV4tiKHRPzKh6HaRrZ2DQ2lddT5XNk4Fvwz/njTo3n74zZ1GblMlfv/KxquDOV8sfO3xDrwgOuTkeR8yEOhgbOOjH7DMRRZ8OEda41wkG4Zg5hunK85jpLXnauTc2zEDQJrCYo12soNOYQVFnM4veZji9lVsadDsar6/j1j50+Y/Xc/Tt1m5kg8uHZgAo+BZ5Y2m9gBIHcMXps1Y9YFOUmbusj56AM3YQamHkJ9wYaQvZHQ9MEp04p9RNdkG8th1yvTCKA3+G/qxwa4Ml/s22T6yC/x9iqFhjb+22ucX1m4M/bwVZRPU/XZV7fAp+3RJ0B8KA/wr59+/DYJzwZl1x2pVr4yeoSc4vFvWqIwytL+F9/8zZ8/V+/hMKQ2qtlxBSP1PC0QicfebDUF754Xjw2tZM6Fq4P5H1SbomYsa/YCdJo1gVMHz50VMdIdh8Zev1BDzt37sV/+2/Px30ufgCGLOi6MUiGNLVpDx06iJu+f52167LzpFZGjcDqzn2Ynd0uYDX/sDlyeoU2n3TZuD2Zgedb7n2BaXa2jS9/5Uv4q3e8FUtHDonFob1MgIVp7kp/MpdEeWMz/gRBPxWTEzP3uvTyy/Gkn3wSdu3Zk4GqGbgtjdVJguXPdWMSPJX8nkJjNX+tPGBghZbNWv11NUw7WWZNkz/+Hm9MlTZLzvPP5e9N/vkzZqyyyErWXZFzmGw2W79B3cOUMR8fDJi5GhljSKxMMVi5rqW4+oP/jF9+1WfxAQGrnOuxMYXjsvZ+rs9RL1IB7YtX/zu+/I/fwD3vdQCPe/Il+OonrsaJ625FUK/8+korAAAgAElEQVTjAU9/AubO3a5YjsC5DcMJX84zUt/8xg8hLG3Hc3/pYdZREZOZyPU1D6z6whbXHNOq9ti655L+/fs+gV97xWuxHq2jG62bDJNzUM/vO76QJoiT1yiN8byXvwwPvfzhIjMwfrMc3WtuT+aPPrtRfsZH/a7457s1JvfWf366vV97R6btvWHWOmzTxkSu+4NkFukAxihwPSUVOSihyLZ1mUVZ4aFP8IZFYXkBcI+dgKUqFtFkleur84TgHiqTykyb0YHQ7tBp8Civd44F+lIUrEi2fOII/vydb8PTfu6n0QhrWk/VxcZExRkclnLzRGuj69jwe6EZFzuTGv/fU8CqAakCWrlHEUh02qvTwOoEXPWADPcl3yI/AWBcfC192okZDs3zbB9yDzfAvBQA/ybw4xmDfJfk4hywKj1waVIa628KyPovAlZf/z9+2Vj+PH8RMgxgF+nImQNyP7K1ybLrzJTKkP1s3Yqdsa4HWvPAqmaqI3fcGWB1dudOPPSSK1Br/mAAq6cqgJ0OsJoyv1OxK0KRGr3dNRlYMfDze158KmBVgccEWPWgo2KRnMbq1OqxBbDqY5ipgpArAgv8lNlUXmN10vp/ZzRWp1msBFQnGqseVNW8SBJ1OW0GrDLu8+fI4/UFFPNXyE/NfBHAYVFq67F1W+QLETxsrttau3F33qQbR11+Pq43trEF6fnnuG5SMrKdAavx2L2eBqjPtFBrNvDsF/zmyT/4Q/zMXcDqhpvvgdXnXzjnAu3pASnmKiuLxB5dBTaRaRO1To0JKMaq0+rjhu4njZGNGBw4V8OMzcCc3txl2aJNraBy0bR9OqMYvcjaZthOT3AqHkdo1kzfrUNGKJ2vSTkvsH2b2jum3cagglUGBp3dIQFOxphMwqztsJgSAK2oJZhswnFQQj+iU51ySEkFULOxXqHuqwHGBEFNA9PMPziZtVmlMSIUMWAiGaRYbBszpzegaVGCVlhGs0oN1kjvIRDUDKkpWxZzh/qpBAcoVc6vjQhOl1I0K2VtlgwCaX7EVJiaqdaqP6l683pJR0hAAnUlDVhlsEEDrmJgLGICh53uUEAgwUUGL/ws4gI64xjHOkNsa1fF1iXz0qQA3HrDNFyap8DayK7F9vkZjDrraC+muOCiIvaftQNLx0v4x6sPIRj0dJ5KrgsFac/yd5f71Ookk5CM1QbCgt3H5f5Y15C/TdZvI2RyYK2EcupGgFXqslByolBEuxqiXEywNqJ5FRnQARabVRlL8dgJxh7vkpUA7FlsaUwsd0YaJxVpA5ken5IRF5xIdkBaqKnGEsekadnyvhekBcvFe7bGNu6ygO1lslgJVmTaRDZnKtSAotZfnAo84PWSa6fnOjgtQAMTCAwlKiTw0vAeMl6t8U/ZpABonjWktiAC9IZjtfx95EieGXjnVnJKAcTv+CMjkvN/2kycyy0hIHpscaMqA+vxOo4P19EvsXAQ4YbblvBvJ1Zw1s4QX7v5ML75H+sI5hvo98cYjgZotprodRK1yRLoqzdq2LNvN9Z66xrD7fYseus9rCytqHVEoIxsh42lyO9gmxeDVm3QGYkrRikoIiLgWiqjVa3irH27sHL8GJa7PdRrIZCYuQBBIV4fsnY43qgFKLZKt4dKsYSL9ywiHq3h60fWME6rqICJAzAgsFpyxSAX35Dnw7R7yIvFNYPFIrEfiggJBCZjDGTwwvWA6xe1hcdYqJXxxPO34aM3LWF2oYiL91Vx6eMvQzos49Vv+JC05/bNt3DR9gWsLa9gkK7hIedtx/0PLGCIAfaF27DvwD1RPbAH0aHD+Mr/+apAGYLQvQGNFBKNg4Q3S+2XBnxtDKT8axmThrOCbaDpWPqJCdugK3UEBFbJKpQGn42/zA/KSQEEUU+M1WTYQ8E5ArN1XaNIoK0ZuHHumFPsJEltk9XtgkADOw0QNoYZx75muiXjZA9SMlkft4TQVN0oCSI+tXOjDlBg1dm1K3pbB34HNXjtWpgxkL6J8zoxTTWCcpK8UBu/gZ/lgLq1jvkacOxpImTgKdc+aSwp+eUkJZjIEcJ12bGRpOdHE0Kv9Wetlro3gsGrKFVrqDbrKDRbSOttpPV5BBWafxhTmutATPOWwQDj0Qi/etWH79zEzr3rvLP3ZlpxkgCoVEwXKqKepxVJuVwJdEyBQT+SJjjfG1ZpNmQAK/90B2SWp1qDQhYp4gS9/kigtuSBXCcL1xImttzHaHTnjZ74XQTgWISIBiNra69YkU2afw7EppQHnycQSWYMGeieAcF9nAm2BzSV8Oi3JsZK/B4VPpDisY95HJ717BdjPCpqvrDQMDc/h2/c8G9471++E9+79j9kzicgo8BkaAKu+cQ/C9KdXIxP4FXwca2lHoD1YKuub7GARr3htFJTzLRb0uU7duQ4SsWKWJ8ci5RGeeQVj8TLfvllGCYVSZlwpI5TgtEVHD12HN/93jcQRQMUOfdrNTQaTWzfvhMLi9un9AzzoN2dBVj9Z/h+rz9nz00KIgIjGBvFMWpzTcTjEd70+tfhq1/4ogE7DvRQq6MDGQwAsXXUmz9wn1QXU64ll9eOOpBPf9Yzcc755+ln2ZGjMSTgXDvvpizTSUFkssacKkHm1CCreiO4ecrvscAgh71Mikj5CTn9u5tkdHcwe8/UvMqv7Vkc6Irs1qkwRYTUERDcpKEUi1VWzCrg/e//J/zWb3wGH/6H38I97lkzMFaYjI8lgX4vQRxECCspbvjXQ3jTb74H+3ftQDk8iM9c9WU87ZXPxE+87KmoikFNEMCKLBZWOYDRgX5v/e2Po3nuNjz95x+C7123hE5Uw8X3raKkFm7uX5Yb2AGbIanWcUm78KgKAvv++j0fw3//nTdipb+O8biHYsr93swMTWvVFwq8vIjFcQQCn/vLL8WlV16J7mBogLNMDi1J93uGZ6Nqb8ntY0ZMnW6d1ye3qGdMz0uXtOfHg/vgVgUR7aH8bidToGNxT03/qB2Asf5z4LAX87dsbuo1fxhTx+iugw0D3rvIjKUKJSwfO4Y/f8eb8Iyffwoatab5WSg3IPjq9Es8kOpykzzAqW4gRyQQa5UbnvKnkmNdm7mVWt+5Tjj2qjFZjcXq2alcY/x6vPHvrAiSaycWsBNYOzyvw/LyknVLeEKBYg5r+/WgEQv3ZqhosYd0vWnyo25Ie1/GdsuBMRNwzPKAV73whae9f/MDv//bv4J6nQVXq3NyVpAR7NckfrcuqUND9foUY9fHOrl1S/GJzS/NTcZq2T2x+eWZqgawS4wiA2i5XzfnF3HJpY9Coz3vCtGMhexeTj2mmJ2nm6dMGOQnr+ubf9dWK6+N+s0nqBVzJ0c9Ma86XWkDyA9C0lvjkfLPQa/jzKusMCxd6kIBs9t2ImzO2nT0OkcZazWb3K6Qb2PypHNz61L+rKbmsWL2iTGTjV/7twc+vXkpAUVJQbnWf2NhG6M1r6Wq7s6xyQOQ1W2xmUkF+DiNBewpYFV5sDNndjJPGWOVLFd3TIrCnRyHUfAmY9SP1fzfW00o3Wt3sbL4Jrc450Fb5T9ZzuQMXl2crn2Ax8bCGwLMzc2BOs/ROFK3M/e5mMwddoIUivi1//7GM5rjP6gfugtY3XBnPbD6AppXZbp8Nn19RVUtGhnbiBtSQXqbdIsPyWp1bvLcRL0enaqQG4BVfitBN7q9k91BFlu5wLbxsgApJkPdUYIOKXzSKQ2tnToeoVENM2CVL/MhwIxB/QZgleREJldkrHInEvOSiSMZjk0Clw5YLZQwYpVSzvBk5xJYLaFGExyyAsgRI7CakLW5ObDajwgiJlhs13hyWKfLe5SiGRIMmgZWKTnKVn1S6bs0CyKwqoQ8wIiswUKMRlhhU7gm9GA0lhNrrcJAxIA8v7BS+q6khMSAgm4UYb0fCbQisErYgtdYrxFYLRS04BFYlaatgNUERzt9LM5U7TWyS3QvXXuxNk8DVldH1t6+Y66NqLuG3WeHOO/CglxJy8Vt+N8fuRFxZyAWL8cAQcpWaIyKlUFkwGqSYGd7GljVGCqR+RxkwKqATjIaaRQlYLUgjdXZDFiNsEJm6jgQm1HAqrZSB6ymwN6FFvqDgfRQqXUbMpl2Rie+bYBJOsFKJr0EHjywKqYdQYm0KGYt50G7VrLziVOsjsZTmn6Gb0+AVdYWWP0m40DAqnPddniuY2mdDKwS8K6WUtTLBjaT7UwZCYJL1LklSP7hw2fGWE3e+cf5gh9p4ALbxgkNX0ooSPJiiLWki6VxD90gwfpogGtuvA0HBwO0Z0N85TsHcXgpwbhWl54qA9davY5BL1U7moDVegPbdm1DlEToDfpKZNimtnZiVRqLav9UkG0MhG6nqzZkYlFq+XUgmtpleB/GgYEWCvhiSQd0h4TjGdxbgK9knm62I4jVStMDBokELkh7nikFqFbLWEm4LpCdSzMA6nJOWOD8OYKknDssLBDQJyuPwT31yshuCwsVGe/pKIUEUi2wgJkicM7ORZyLdRzpD7BaaoECc6/9tZ/Axz/3DfzdJ25AUCmgxnEyHuGsGvCws+dwnwv24fx921FqlNVqObvtLKRzsxgcOYbrv3wDVtfWUaREQoFs/UTGFAQjNdKVs9k66VvlyfTLDJU821PtoJXMSXlMJkfYQCFsIKHxBIG9gKUxtrPbdymxYKIsYHUNGHat8iRglLqzFgj55NSYEgb7+n2j3XXj1AE3FujydWvD51hOxQxlxc5JAfiAUmDqxGBDrvWuUl1UIun2GQeK8jdjGV45J2Nv1qPv47EySzH3dqWbWjSZcHD95PkrBdd7xELXqdqeYDGaN/cg+Gyceq/DaiuPsaw4Xjnu+PDJzDClMWGKQhii3J5Fsb2IoLGAtEjetEt62JpFo6PhEHEU4RVXX3Xa8dfd9u/JEsRJe7rXVOVQdZqnhYIC6l6PRhzUyquiSJa3Y45yLg1GkQpj9WoZtTDEWqcrwyW2tkvJN+Y+U0BYrhhbepyiR8kWqzYZ857MRq6hI9NszZJBL4Oi+wvU6zXNs16vJ7MariMCMsnodyxWHzBzzOjaukTcJ2DerfkBD3gonvH052J+cYd0V7k2fflbn8ff/fVf4vCtN6OUGjudRFgWW7XEeC1Yx6bSWu0Sa/6WB5t9SxtfM81Ytv8bw5ZABKVOCCQyeS+Vjena7w5UXDJH7AJGgxH27t2HF77whTjn3IszFpIHVk8sLeO667+GUdRHuRzK3KlWbWD79u1Y3LYDQck0STeCMqYjPHlsBdpoJLvW5mljD5eKunnGAjQzw5lts/jMpz+J97z9HVg/QW1NA5jVZqs5aK2Fnp0y+V27TzIgc1qIeWbwk5/607jysY8RiGFGLQRXXWJbuGMpgPy5ngpcFas9n2TlTFo2u0amGzid0ua/f7Pf8tqrpzNhzxRY/fiHPyUQulatCnQnK50ayuza4vXL9CwJSkkPM0DAAi4lXMSOD/DRq76I3/+9z+Oqq34L59+Dloom+2UOhlbQ4p7N+LleJROihIPfWsM7/vjP8eXPfg0rnSN40Pn3wFNf9Hz8yBPvgXqriKAyuWZZMU1PpXj9y9+PvQ+8CD/75Ivwfz97Ez7z+Vvwopdfim2zrkNChTYPilrhTd+hDc5AV3bC/MW7Pojfe/3b0E+oMzsExjSfpPEnwVL7LVunJwANY1ky83/xxS/GFY9/nBj6BG79+u7nQzYvNFbct206pzZ/fbOxNA1e3vn5uZmWa/44N/73qf99MiC18Vin5oe2sEi0cQKrK8dP4F1veyOe/nNPRrMxo3VPhUm3Zk4zVE8GRqaAVbe+qogVeKPHaf1VMvI9qJq1CTuplbzuqme4+33Fz8s8yEh9br9XeGCVxTsVO103Tx5Y5b7n26AtD7Z9wACkyX+fClj11/I/D6wa6JQHVv13bwRWuX7m1yXPUM2uiQdhPZroljiB2bkuG75fBRpJm02Yr7wmtfYcLr3sSjRnPbBqa8TUFDmpXX4rYHWL573kRoY75FfU0wVWt4JVT16l/1PAKoFCGZlF8oMY9Dvorq86U1mOGTNRbS/uRHVmbnNgdQNj1Y+vqSKVC1r93Ntsr7cONctb8+N3U2A1V0zwHULcizeCqnlgdeNrWwGrHBTUWLUCvsWcfC+7Vfqum0q5k9t3NIc5hl1st3GP3Wp/zwqkZrWwaecOf1/X0S2/Hli1a2RxFI/NFyx5DRl/87sJrFLPWOsCZRTUGUDCG/PKBK/5g3eczpb/A//eu4DVDbf4ZGA135riYDuJWbtWeDE3A7Hxhikd3QmsGmOVFUmOYQ7GKWBViyVfI8PENioGekzOJsAq2Ul0YU8FrnKQE1iVZmc0RK3KVlyI6UiMjg+CT2Q8sK2aAKkYq2ylL5LhN1IbvxzZ2RhPMxxqZTYJXJIlmCIulO1zMqYy2QOaLlXLJVRKDlh1WpkEV7kh22Zt5lBs36bJTjlIsEBgVaZM1HtMxDz1wCrfw1+vV1IBq2wh6CaRAgxW7qVbm/LfKVrVEBW6J0cR+mr/KBpj1W20PkQju1FaqFsAq2yO5QJH4KRLFiedMCnPUKLjfJFIRAasLrRCaaKyFYjXSK3wYncaD0KMVWlIJtg+18a4t4bzLprBPS4OcfzYEnbuuBs+/rHvoXO0q4WHixYB7zywSsYrQa4dDljtDscytKKsA4FVAvRkCjMY5v3gteH3rPQH4rVVCazWqmKsrkeO7ToGFls1mZwRGuJ2f4LnigC75siq7GO1P5axVbVIoMRVqTkeXaWdrFfplglYJZvSABJVqNOSzMgY5LTDokzKiLasyRWR7F6vI2PVQTpwszWKYDbZxtR6JdNRkJJYFTZuuXAzCeeNpxyD1RE4FwqolVMxVsmY7snYypiKGsv/CWA1fScrbC6MEHBG1haB+1gAEwW6o3SIXmGI41EPS4M+bl1bw/eXTgj3OtLp45obj2MUFLE0LGBtpY9SJUC9XkW/R3YtgdVUYEZjtolChdcVYsXVq1UMOz101juqAnp2HJPDTm+oQoOATgYpjuHO9kaHraJSDtEge73bMdYhuBYYUE/ZCl5fst7SoCzXabGRxTK1YIOMOwaLBHC4uXLOq/VMLfTWamVAYYJqEWjWqCEYoEPWsXSRSOaVmx+GHBvOQErVS64ZaYwds03sm+1he3kRt6+10KyN8cRLy/jCt4/i09/qiN3DWD8sRHjkPRfxhHufg/lWE61mDY1mEyMO8l4BK2sDULPg6PERji6dwEitdyWERIPUika2pLVqG2bp9ES9huoEDZwwOGPOJTIyx0jI4A9rKIYNxKWaQEG2m9l3On1VVW+pBNFHQmB11JM2lCVxZQPGM91UJsP8Y4xQP75nu2ZZpeTAaUhzlHMd0i+xkaEwEvPBpABMt1phkoBWK5Ww2OZZowSDOOM8kGSSAXasHtCcbiviBeL4YDbBuei+3++BTnDUEgxigh5YtZYhgagqLrEIQgoCQXkaEvjWICdFQKCYjFkZozgeidYXMmk5xsaIOd7qLZTmtqHQWETA1k4X9OlzYsaQMRPjV/7x6tMOxM7es8P0o3NJL/9tgCa7IUw3j8Oj1+tjOKAhlGnmcZ7wb76Xa2Y0jtGs19BqNmSS0iHz2xkRqWvDGSNy/aO2OZ29Dfg20w0WNrjGqYvEJWkerPS6r/44aRJAAJEaXGzX5DFXqOHJTolc26VBJwaoG7Dn2/eLqAjgLaDTW8eFF16Mp/zUz+HAgQsQhk184ov/gA++76+wevwoCknJYhQ5nTtmXM6dNgNwXXLCc/AJvf89ngfPgcCpT8QFJiNAo0Gd9REGw54Aa64pfYLljEtozBIYqH355ZfjaT//Qq2FfPBc+d+UNvn2df+K/qCja8DvqIY1LC5uw/adu1Es104aF75ot9mA0Rj2RYYcU86zPCagioFS/hw5cmuNOlbWlvGmP34Dvv6VL6ljgHGPf3iWmI5fTBcWhg1A98k9XzMpFdv4eM2YYN37/vfDc5//PMzPzztGNXX2KdRkpql+Dcn/Vv5c8ud0KmDVijgnP/LHPv2qkwfJPXlHv2Utzye7vJ9qAp8psDrbPl8AKgFumas5p3QyyzkXKR/BcVOu1FBmQY7zuz6DIlnhxQrCUohbjyzjppsX8OlPvRJ3u6Ci1nMPrCohd3NjNByjXPYltCLWjo1w9fu/gg++972IxgPc92FPwROfcB/c+0G7UJw10yR/HTwhg0PqNS9+L+732Ifgxx+3H0cPR/jkJ2/Co3/8AmwnRuMkGRKyJBUXcT89GVgd9UZ425v/Gn/ytvcgEek8QhoNMBoPMExGCJxDuxXOJi3+jCWH0Qg//9zn4gk/9WTJa4njp4DMAbG2qdnoV8Bxcku/DUi7o67ONiG4+qR+CwrrZkBmnjG3EdgUO3Wz78oYuROQ9lQgqb8Om68LWwBV+u2Yzr2STFpbXsI73/xH+Pmn/iRmWm2te1zrptaVDWZV/veyNcCzI3PAqkaVns8Dq6Ypq8+5YozWErFWWYS3QnyererXGv6mdRFOAEHJCqjb0jIk7i3UiiZAwjzOACwjVXiQyHdH+L1qwsSbsP88cJUHsKYM0YAzZqy+7ndejlqtIsYqu0J0Xq7YsxWwqq5Fl1P4dS2/vuWfM2q6MVa90WMm2ZADVr1sAD/La1JpzuDhl1+J1tw2Z3ZH8Kk8oQpmoGq+gDBdTJiMw63G3ibvd1IZCvD+ix4i1ZzMB3UF/81/xFjk7vgyjRK13zqWI4kejIPIWF07BbBqnUy2kLjvO01gNX+Efkx4IJXsUY1LtwYyVvLFz4y9qmKo/Zlq73fM1Lx5VR5Y3fQzzNdcp6EvRNwhsOrNgV1niuIryVr44tzWhc38uWf7siNKbLpmuuvshyf7x4z4Z3I/Ap0zxqphTh5YXVhYELDK91Cmy86PuJf5+bz6tW/9LxqRPxhfcxewuuE+bgRWvaGEf5ttTpsAqzG1VguoFNmSTwaYvW8jsGp6abaJngSsltiOmUgKgDgTE4xeZOCqB1aZno+GA8faJHPPtU6zMsLuZQ+sjiMBNCUFkQH6oxH61MaQFhDb1phMpVholuVCT4mBJDCqN3VECaySqRGWCW4RWDWAUQ63semMqtKpNhgDVqmfwuPlOZD1KakC6mJGBqxSCoDO7j06SQYlB6yWpf/Wo1mQGKsEm1MMCLQWUrRrVQNWc4xVgr0bgVXTWLVEVqzUcYROnzqtxrojI9EcnZlwjgR5kLnJxIXfx/bb7jgVY3W2Xtb1ZXhMcFfpkwABAzsIbq+N6HRPYHUG8XAN933IAi68eBbfue5mnLXvHHz204dw8PoT0kXlb7KFtOkZq8MIa7S33wxYTamxSrAXGWNVhAXHWF0dDAWskrE6lwNWV/oxRuPUgNVqQRVD3mtKG/DvnbM19HsEVmMBt/WSaSZpg3GBMselB1bZvsuxVFbgbveZ43t9mANWOeDowBvZgmxtsAY+8/0sFNi1o0REJM1dsgF9QO7ZCB5YlRRAP8HIyTnwfpKxWqOxWxBIt5RsJkpukC1MgOeDhwzgOp0HpQDSd/5J1hlmgQI3GY7BRMZL0hwsJ+gEfRwerOHEYIDvHF/BbavHsGNhFl+74RAOHhsirQS48dgAo2GMYjlQ6/+wj6wNuT7TxOy2eSU8DApHgyFKQRmjXl/mCwyUJRqeAq12Gykq6Pe6GhvS9jS1TPtbIKtpKtIdm2YQo2Ffn+W1J8jIOcsxz5b/sN7AOnUq47GYpmSrEFGlvhzbW6n5S6Butd9DSs1UJXITUIHgIcdilVIMpbr0lzuDPmrFijTGutFIkhuci7zn3GjlapvEqBUSnLNAeYISjvcCzJSHeMGT9qNRnMVbPnENhnEDvdUlPOCsGh5+z53YMTuLbbUWdjabAl2O9bvoHulidXmAzjpZb/MYUBepRH3nMSpkN4o5YeZr0mLL/3EAjbWgT05LAceYoIXps8asHFRqQFhHWqrJVE/JklrgvWiptTEVRn1prKbUWJUnJmNGMlZtPbcDMdda6fw5Rigvz3yPSsnG3CxJc9TmiAGrglgFRinQkUCSMZcy462MsSqOpDODmoDIVot2DDyCz/lg2fV7ifQkRqpLPvQ8NfZcUKtEzcADM2k08LWc9l3wy2TNDCIIsNJwiACq2B0C5Zmf2/mQMUvAl0VDrl4TmQIrSFLqJSmHCJrzCJqLKFbqGrs+kRbbwLkN//JnP30601vv3bN93lXf3X4tPW4PJKcosWhVZMFurGIH9T+p58YHGasE8RhIsx2fBYC5+QW9/9ix4wJdG42G9i2LB+yPgs4RWZvU+7Okl4APgfrM7En32AJ+vk5wNw+0MYDld6+srGB1ddXp8dncHTpNPI0Jp3mn3cW5OfO/1SIa0DGabNRIWqZ3P/9eeNovPAcXXHAv/M3H3o2rPvoBDNbWkFIfmEY7vpjkQAyfsPv5pN9yOqKeHcXjl27amICTMTf5HjF8aBI5ilRk0r4xIuOULELqqUcYDkcmuVCuCLjevXsPXvqS/y4nb81PE5RFvz/Af3znq1jvrAggI5ARVqqYn1/Art17NWbyoEY2/nOjZXMgZwIW6RxdMuI/bx+fJHwENhqtBj519cfxrre9BcVkJOayZ8P739AM5DhjfOQkHqiLq2vi7nXWhuiK7XxfuVrBs577bDzqiivR7fWU7xMs1CNXfNxqEpwaTM1/asLmyoOfW3/eCjz+9a0B2PxvTDP17szEfeRlD70zbzvpPWHz3KyP1TOaNB8yNyRCIjShY1xiHT8qCgUFVAIWckoYpgHasw/D5/7pNThwLjsu/ErqAU3uAUXEkelblypc22x9ZkfSZ9/9MRy+/mbc3rg3Lrn3ubj3febQvmCbAZp2UG7tNBmWVz3/r3H5zzwYj75iPyNQfPf6Y+iOirjPRfPuOnO/5/rB37e1wY3QjLHa7/Txx3/453jXX7wfCTfoNH1mJtMAACAASURBVAJi6mEOEbHzxoECtk44wJQFJnokREM8+elPw1Oe9jR1gHG99ol2HpjwFzuP4eTnUsaBc8wqv4VsmdCraDYNFk3euzVrbytg9eTfse+2+bw12Do9x92tIXi6yUPXhfEgW+hRRndtFW//09fjZ5/yE5idndV6xIK1kQTc/ptpqk7Pg2zuOGB1I+jn/+0BWANUrd1fxlI5cFXr8waZAPvcpIijNcetRyb9Y8djRbgUS0snJM8iEo32WjPjNWDV9ieSWfz18ntWnt22Gaiq++LyQvv5AGdqXvUH/+MVDlg1xqqOX/PCg02Oyep1bR0Jxt/KPFt14xq21fW3zh2TdUioxSwd38m9JLBarNVx+SN+FO2FHU4D33wHptn9kzj61IvbaQCr7osE9m82XvMViju7om7xGYvXNnswf7DYNb9v6N/OvIodtSSXDXtdB6za8Qq8KxQws7AD1das1uMsxnZzd0L0zel8us6tqYKdOrxOPr5sDfNjmvG/Y5Xn2aoZsOpizClQlSCrM6ny8gD+da6tm0kEnIqxStzBM1Z5Dp6xOhQpxOfXFjsZY9VicP/IX+et92q7X5vHMpPrlCdaKHfKciY7Ll0Xb5hLEpM6rApYWFhUTMz3szNC5+vAVd7XF7/am0Hf2YH3g/2+u4DVDff3VMCqOvuceHbWoqKkw3QkB7HTSFVbOjEQC9M4gD2bzwOrCrhkFMSNzKQACESVEDspANP9mmKs1kMZNgz6PVQJ/FFLcUSg05I6tgJb+3YJY4opC1gti6FIYHUQpVrYmBSzysBpON8oqe2cOqgEOwnCyMXdA6tMMsslVMs8PpqBEMhl1cL0Oe13yXajDlUZPf4mYgGrXDmNsRqjUSoKWCUY2RtFDlgFas5Yg27FstIRYzLAgFX7IMYM27sKNL0aGWM1oJnWJsAqkxHnbMnv6TIpHpChFKDOdmuQJTNhrApYJVIcpMZOTYroxgRWe2hS37RaMcMuMZAJIpgFDBcWkwJgAm0aq4jX8bArt+H8C+bwrW/ehL37duPrX13Htf9yRPeWgUBYJrBKY6IUK30HrCbTjFVqrFIKgL+blwIwJp61mqzRYIXAKun5bBstEryOsDIk8zDFtlYNbQKrCuwDHF0fKLHY3q5h0OtJi5VGUDUyVkXI823FlkB5YJUBpbR+HbDK+0xglRqrXGhbZKxKfzXA+thaCDYCqzK/8oxVD6yqDdlmz9bAqr1CYDUksFq2e9ChIZR4hk6DslDC392WE+C/k2u1Aat/6jZ2noGJChOISOORGNTUAkxKCZbHa7h9uIbl0RDfuPUIjg9WsTg3g69edxDDUUHj4PojHVWsiyWg3gglBWDi+mx5rmDvOWehM+qptZnarWkUyRCj3+upmMAH5129VkezvYju2pq0JcmgNcaqohLb1JwBAyUEeAJGKLa5oytKNhiZVKzEFsg5tzZ9BosjboiUaGCQTqZZAWg361o/jnd6ej/XIVuXIq0lLDpIjJ5gX4mFF7p42ljp8/i8yRNF64UyEVhN1Oa/jQz4eIi4GOAB587iFU9/CG65YQV/+el/xw3DAoYnjuORF7TwgAPbsaO6iPbsDPY2qwrMbzx8OypDYOn4AIMhAeudcornaXJjT9lu5EKJLI2SWLyFF6rCCow2oFKBn4vEYumCmnlVQmC70pAcQFKuCOjk+OS6oRnvWJdicRNY9Rqr1JVlQE9tSqevlekiyRzFQEvT5wIWulyLTGqhpAM2Iy2vtcrVvhzQ1MbWP98CSp1t7h8isTrQ0uuiEVLm/uFs17LRz7Z8teS7RDYfTDFg9qxJr1Nt7FqaFbo2ZGcKQvC4wO6LoKe5Ssaq138yUJjmX6Z7rVVfVW9LbAcitLJAl2ovsbWGfQomlhexEFcKJQOA2izSYjjFm1DypPuZ4qX/97N3cmZP3rZrcTYDAwX8uuRXEC/XpRI7TRL0BkMV/riHVYmayOjKWtvZjs9W9rlGDY2ZGSyvrqs1f25u3uYjtVPLRZTJ3KfSbETQkIE3pVRKYl0ShJURyGBgrFWa7lm1LdPbVBGKhbdmE2Ss8n38bYJuHtBkksviIh/+8+Z2bgG4B2qNkWtmiwW6mrMLYKWDBz3wMrz4RS/DRz71IXzi4x/BqNsVSE5t34ADUmC5JTOeBeXHj09C8oCrB1SzbhzHUvSyBQRWvaYo1xLOJ1MOpUwKZUW4Jwfo9QfYu2cPnvP8V+Occ86xfUFAAOWVxrj2+q9hafmYpAA8sMrrv3vvPpQqjU3HxUYpAP+mzUBWy2umzR4yprhkQ1IUWICKx3jXW9+Cf/r4x7BtfnaKjegTPn2PJpcxce0+TZho/C0vAeCTM42zfg8Pe/glePGLX4xKpSbweWMLq1aMO0ic7+h1sRPz+oKbyAJMX1CnG51jgN3xRJwGYvPXfqvjO1NgtdrYn3VXKBl1OpfWWqkZ5go6xvi3zo2KujQKaQ2VoIphmqIx80B85Z/fgP0HfFHMfdbFfOL3x9QMHMoJPklKOHa0i907Q6xe8y28+VXvwLcqF+NVL30aGsvX4bzH3QfFWmjlL9dZxf0gGcZ45Qvfhyc+61Jc8uD9SJIi1le6uPofj+Mnf2IfanUrVrE7yT8cXKfvEluPHgFrHbzud9+O//W3V2GsOR7JbFP7RCGRhFUGBKhg7HRWEav99AlP+Sk87TnPMVkxXqqMJXYyO3QzwFTzKKe/a/PKAzGTDr+NY4W7xFZzcNM56lt0NnyRX6c2G4sZCO1ePBXQuxmQPDXPFHONjdWIEgadLt7yxtfhp5/0eCwuLm7JWM3uXW6+5oFV/xv5QkV+vmfgqi/KSGTUxrdfg1mQ38hWFZg6xYSdFBX93PMKI8vLBFatq8oDqRPw1J6j7qStadPa9aaMNAG+8vfDA6v5e3OmwOrrf/dXJVklczp2VjDeVVF4Ett4KQA7vxwpwIGtBpLmTK02mIvlr5nui2JbYxCzE0evb5ACSEolXPHIx2Fu207HWPXAqnaTDcPyzNilVoSYfNbmoX33SSoDd7Qo5ws8m713k31l41lMfSwnDZQHOwPJAIxNGonseAGrq4rFPd+Yhq8zC9tRbTpg1Wus/pcDq9adJ1m0OwGsbsVY9fu4X08TB7hulALIQNuxAyczGQJ2DZtWv4/R+Fl2JDGX0l3V/HJFac5xZ8SW36s3W1Omb+UEWJ2WNdqwo+eMsdS1l2m8WmHcgFXnH0SGr8whi9KCVxekAPWcka2TFnvGS377jkbhD9XrdwGrG253HljVoPfBsnufLcSWINiiYm7x1I8cjI01SgMraTi5Nk8OYIJO9l2uPVQ7nDFHvRQA2x3I9vQaqwThemMDJ1lJpFlQMQzR73UE1BFYpaYpW+05IQjmUme0TL2zDFitCEjrEVilLqWOyZzqeTyzzZJAEIKfaWAJhE+GmVQQfCSwWquw5SqQI/GAwCrlGhV4OLCZi1ihrOMhsLrggFXKGNDNvEowrsrkOwXb3skMY5t3nYyemBqr1pZEKQAGwUOCRcE4A1YlBUCwiZ9zGqueIaIwmO2brtpDILETkbFqCV2jIkssAasMkTIpgBI36FggNYHVXgIcWe+hUS6iEZKST/afSSL4bU7AqmesRgm2zbXQqIzw6Cftx7adRXznmkNoz9dwy01FfPHqm1zQYsBqu15RwrjUGwjglMZqzryKUgDUMeUYIou4WbXjNo1Vjp8A66MoY6zOE1gtxDKvImOVgO9GYPXIOhN6AqtVtbyuDwiYBqipfdcAh2nzKmoExjKc4TiUfAJB85gawtRYjRywWkBdeIJp0/IzHONiabsF25tXkRVBKQAmyrw3yvpVWJhoUMpYLI6x2qMJmgHg/Gm2otfKbO0LZCJDppuAHLXAlvC+W84UWH2TA1YdwEsgMuG3MyiglmgZw2SAo8MTuLVzAjcvLeG6Y8uozjRxZGUJtx1ZQ73WxHduXcXRzgjFoAJKdFLfrd8l/GlmJWy923vBAWkuMpCtlUL01+gub4YoBvy5+VsqozEzB2okcgNnkBLHPD951ApkYoBNlimrh7zWBDCK0sskKGcGA7pnbKWmVmxKtq8xFeQ+zkII2/VrFTESq0mCXXOLWBsOcMuJJRlEkS3Gn+LYoIwIJR3GwwGqZKrWGuiPaZY2cICeoF0x1skESqkXJtA2QKWQoFoo4aFn78VDzm2j1Oziw//vIK6/vYe1cYTZagn33tHEo+9xABfu3ol6q4JSPMTx24+iP+xjd3seh491MeoXESQNmfY5GEkJj8BT5xnhA07lYr6FnkmRmJ4EnA3K5/8iaqjKvIpt7CWg0gLCJsYVCoaYLAbnqdgyxLXdPDEpgFWkw57Olyt4SQUPRa6uE8EkFKyV3lj+XD0Wepwf/HcgNrkCeM5q6R7x/bzWTGic5IgkW/jvifyF7ol0kQ0c5Z8hr7s7X807X+gmQGsb2DRgqZMigGoGgFw3CawWCgm92rSncNXhcbOdiysmzQjNjIvH72QXCKQXpNKEOOH15LuL2hPUaZFwrWeBjvPK7xU8IrbfU6ebwGoFQWMeaXUWiRjTvo3YKISemfKiz3/qtIOyHfMztic6kw8Gs7ZPmFEkb4a6OAaRrmO5WJFGOffsai3MwFAFle0GIpr0rXZQCquoVUJEoyGqZRoqsdXYNMDJvqSpgfYxx7DkPZRuF4siND0YEgCZrHsWqNK8ryymKmUAlAw4gNMH8EMCda5tzSeyTjHLgnPXwu9BZMYZBIg5xsYjBswB7ne/B6JfiHDN1/8F48HAFesofcGFwy6x/12foPPfno3hZQC0B0YETo1Rx+c9cC291XJZjA9OIHuNxdpY44vdLyoypwUVlvj+Bz3oQXjkE35BwbtPHwkcjJNUwOrRY4ck0+ClAGZm2th71n5Uqq2pceGv5UQaYyuG3ORc/e9taV41jhHONHD7wYN46x++Ad+/9hrMzTfVAaD12AHk/NuSKy4YFuvxGhlz1QxR/D2SNmOaig3NZGUUDWWE8yuveDnud7/7a5+cACET5tAdA6d3BL5O2mS3mlD+Nwx0MimAzX6X8cFmIJnpRZ7eMZ8psBo2zsqYeFnbsyRsvCOLxRk6fhWxFAUCRe6BVRTimvbImbmH4Cufex327TdWpz1yhSklkglGA1sfb7puGR/70Fcxu2sB59ZTfP5LX0OyeHdcfu/9qNzyZez80fvjnHuch7RInUaLc7jWDta7eOWL3odnvOwpuO9FbZljBqMCPvDR7+PBD5jHvrPrOtZoxDg7RbU+MdqRiZmKUgHWltbwmt96I97/kX9koIh4PEA6HkhiJaB5ropb3ojIijMGeDF2j3Dlj/0YnvmC5ysGt70xD+BMz5mNHXvZPVcx0T8sD/KPrcBMyRW5NSY//rYEPzcBVk8LmN3wW0aNOPmx8Tuz8S7wkPJQ3K+LGPX7eNMbXouf+snHSeeZ65H5aBizUWvvJgzzqWKGc6rnUfjPbPa3Z6x64E9FA0qXeWmRPMjqnttYjFHhd+qPFc242C8tLWE08sAq9wcHprj1XmuZ72jLAau6eq5Qne1DuU4heYhvGAtnqrEqYJVSAAV2R9h4MybfVsAqr6mtSxsB07wB1cbrnV237BeccSC3Ke7DynHt2nNNj4IAj3zU4zG/ncCqjRFjrPrdJJsJmwCtW62808+LyenWopPmR64Qkv/UqfaHzdidfgxO/XK+tX+LQ91yfjszJ5IepoBV16VrESXQmt+OWmvWDHvZReevnMgPds21bDpQX/PLzZfJ+mOM1fyx5EFe6WM75jXjUQ3bnHHVZv99KikAD7xuBqz6+EjA5B0AqzxGz1jN53/KoZSnedLYZBLl76uXizn51pwaWPXXSddxwkTJgFWPBeSBVV1D5vXFoiskkbE6MUbUPNLAKuJnX/ibd25g/5C86y5gdcONngCrC1b/kmmHS4SkyWLtnEpIXXumNFbjBP2ICRrbuA0I8m6DxlK1LcGSYN8iZCZSbH3n+2VgJaYgW7CtoWkwhtr9aRpVD5lckEnTR4Xt+cWCjDXY4k/GLPEUgiBkmvnqA5kzZJuSJToYkrFqwKoPttqNkkAQ6bfRzVQaGtYezgA1D6zS0Clia388ngCrOhUyVsm9KuizPPK5ZlWMsu4wFhDL5Lylaj+NPQhgFSUv0OD/8TklvmxhN8BvJNHBBDNVShkUlWzwc7zqNUkB5MjyDsSolAws4Hv4fes9Jnc0gWIbounYis1KADNJxMbju0MyjtICiHUeX+sLEGtVy5ICkCmWZAC8EzcEYK6PUgHG2+Yq2Lu3hCsevw+NRoqDtywJaO935/CJD/wHhgMLWgjeGrAaYLk3wrKAVTJW6wgLiQyITnTHAn3ofWCMVbamkUnJcWNgYpdjQcZCAeYbdZQLMdZzwCrNq2arRR07saTD60PpE+2YaWK915MRGu936MxtjHzgArACGaums8TxSCMIAmsMxDheyFjl7/P7mmWgLoZwQd9JZp21iboW5jgW0M1rzvtJ86oBqZFMMKfCDTNcKpdpYhZhuUcA146HjNdqya4FD4PzQG1LNHBI2LJ75sAq3vGWSYudLrBprIqtyOp4PMZa2sN3u0fwrYM3Y6Xbx4mYEyzE9d+/WUHBOCjjupv76EfGECxVCjKm6veHLokuSL908aw9KJQLWFtbR7PewKjTx6A7NMajpD1GxtAtlVGsGGOTx0OwhtfElh0PrNJ8LpJJWr1ex5hg6XiIApk4sZlVce0QLBeUTf+Ukh48rgFlAyxhLnCtKQE1zg/q+RWA1SHNu6z9ncUZ3s/hgGsNW4vZA0nQDGK9DF2iJ4xIxG8XzDo5Ac593ju2sT10/xwuO+9cfPH6m/Dp796mZLZZAnY1mnjgvgU8/O67sXOmjh1zM8BwgMO3346lzjJmGzMIw1ksnRhgvGKDJjOIci2bAfnLAv7csmrIqhthdnD2FNdxO/dI7DwWkBJExRLisCVwNSlztgViGcnESoEeP+NAlFEPKaUAhn0UKK9A2QXXFmpBhgF3vPZci82MiZ8GtvWZXBvQWlGiZhwf7iNiRGgdtfVNc12azq69nMcp1pQp6sZpwbXdAwOnucr5YMUfYwzZfRYdydlj2TzUtXItdTwuYoz8QzZtpRDJKLBC/WkWNhwQWXJGXMYK88mLk0lgtwbbYpMCePSU6mCC303rWSDL57jeEoTVefAexEBUCJHWZ5HW2kipmSvcwAqOLAj4a/Ssf/7kaYdjC+2GxoQ0UwkuOhF+AsNcv8i0lu64a9vneFczHxOoUkHFDd77FsHOagnrnZ6OuVAiaGimiHPtFuo1mlKNpbvKFne7xgWUwormkJyVxZowfTa2VpkOrt10FkKZNBKMJFDp2+oJLKp9LEkRjUbZ92hfdyZtAm3cQ63DLl7h91MWhGOSeqtiP9P5mxIiMzNYX1vCsN+XyZZGq1pdXWDu5rFv+Vfh2GmQ+XZ2Bt8GrNoxejCXh8LrzbWJnS0EU/m6me5FqBUDLNSraDWovz5CtzvAeRf9CC571I9jcc/Z+iyvP9d4fo5/X3fDN3H7oVvNlKgSolatozUzg737zka1MWOprEsUNOY3MbOy1cBVIjaMpAwcUExmibESOUo7cO0cB6jNtfCNb34V7/ijP0TSWUGzVUe5Qscvx+yiW7YrkPE5k9Yh4BWbrq6ALs6zMriFVOtV68BYWxdAyzlKo7KnsUX7qU9VTGgGclaI8Y//KmD15ITaZ1oTtqkls7a/5383S9DkmJ27+FlsbHJA/p7Y4Rtrf9IqmwfvApwpsFpu7puWAmDM7ZZ+JeiOLSpw1RtxaY3h+lxDISWoXcL27Q/Bl770J9i9w/ccuJVU32VggBzVo4KMo3q9Er7xb7fguzcfRLVDYsQqvvG1azFcX8XuWgePfNIj8OAnPAJo12w9EwKQoLsywMte+G68/Ld/Aeef33IgUBHXXLOE2w73ccVlO0Ri+LevL6OXBviRi2dRC3kQJgfEpJr77eqxVfzaK/8AH/3EP6MUkgk1QEIZgDG10ieFPTk3+44Hrr/jEdJiAZdccQWe80svRsqiIvcbx0DMTw27Q16v280f26VMeiil/Jd9YrooYfG3y45EHjDfLa4vHkRxe7SkafxYmAZ0tfe6Y7BhNh01+o/54/THbm+bfFceeNFv5V/Lf8kmbcVepIfrO/fxaBDhTW/4PfzEEx+FXbt2az0Ss9GtmRzjnps3AVOnFxxrybcf83NCbe5unk9JAUjCwrX3874SWBWbMmfM5uTPDIi1nCj7OwNxmY9yHnNdM1O2leUldQGmIhQQhDe2vQezTHvVa6m6q7zhuvq1UwCMM3r2C7LWAH3fmWusvv53X+kYqya145T/XaBnsZVxNCbrlplk2ugzBrtd7ZNAZvea9PFzUgIuErOCjbw11BeS/YbyoAS4/IpHY8fufQ7cc0WPjDWbjcbczd98nJ/McLV5p1jXz8GpqsX0+M6PLn9vJ2u0F+h288evwb7w5OJhX3k/mbg62Rfya/fWwCrZqmMRIBhTjgY9dNZWlVfZfChinAZozS+g3p63mCTHfp2AphN9ahF/cu+ZmudbwNb6Hu3HzmTNSXrZOJ/8UVzmiqECTnXs1lHE+CkPtPoCd+y6iOzfriVe/80cmZ+fdAgY05vmnmSam3mVDKKdeRX/VpHdSVSpq8eRw7J8ZooWwbPPFy3ze2o2Wk7iTOeWUbt8bjyRiJHlRpnOspNOcGuBYt1SSUVvFn/tFyfFC43ToICnPv+3phe6H/J/3QWsbhgAHlh93kXzk0TFbRqmpWeFFtOgc07NKcG21AGrBIQsQCPbUS240VhgnfFcbdKbxqoLzCl9KHDJgFWxxAiOEmCkxEA0Vps3jahm6gQGR2r3p/ZhNBqgPyagaYEI29oFZgkEsdbTaoWM1TEGo3SiD0UWZJqiWacUQFHJIkEvtpbSGMgHPARvCUDSmZ1Mn3hE4JXu7EzwjT3oYB9tzEww+JiphwII2Y4/ILsQiZ7jy0xoeW5MzFrsR06MdZsqrbfEMaJLMb+nZuc5HIwF6jHhoHwAZROsOmk3kPukgFVn5sLj6/SHYnjVwnKme0vdIrIuySzi87wLFScRQNxveb2PqFAwbVcaXjm9XGFdApsLAtEJrNKZfmE+xgMePI/7P3S7QOGl40tYOjZGvbEH//Deb2N9nULPvAdFtGvkvgZYGUQ40Td9yF2zNYQFsnhHON6JEUn/iyzbQgasSlyeV4ag1tDARW5U8826TKjWh0Ms97kxAAuNEPP1kqQACJIeXhuBXibbm02sdProxtS/pNyAN9+xhVGBUEDszIJp6XSWC6afKfOqGIMI6EYxKIRPYKxesrYFspIJnFBbL0vC1JIeCGDiPRsSkCc7m1eAlV9n4sFxxrEeVioK/FeosepAIhYJ6uUAocwDgCFNslziSpBDwOqtZ8ZYxdvfam08TIOdPhCDTGp4FiWtMcIt4yP4wuGbcfDYMhabTRyKYnz/0DKOLi2j1mzi+PoYty1FGA2de2ghQLVK50TqyRpzjRtwtd3EwvbtOHHiuHQFCTh317qmo5aYHh/HscwQKBUggyayAGPJB/jNy0TYXVtfALUOc9x3ux1Iy4/ts4OhWNqcWySIWEc121HKYswaoMOg14ods826Wra5yfM7hvFIjEvOpVa9qc/wS2gU0+33sE5dLhfQCqiU2ZWxO8UScBqSZPZU2UqFAs7dWcOBdg3XH1zFUX5fuY7hoIvzt9Xw6HvuxYV72tg7vx3bZmaB4RBLyydw7c03olVpYGd7Fw4dPoZojXO8jBIZUUqeyGJgKz75zZZ0mS9DLnnKZBRM8kIsHrWm27Xl+hgVy4gqDSRhE0kxROoCbnljClzgvXVmTVEPSW8NGPbUbinCNpmr1NPkHx2DAaiSEWEDoQNTd/bJ5J8Aq3yv2J8q0pkLKFm0xsaQOIVpUqUAxT8ogsHiWZQQyAQisWhTDEGXThY2DEI1Rqu5WYtJwePTfmX60sai5bFwryHISwkAA4TDwkhsVcqMkGnM/+ZYKqPvmK3uXluJECnX6CTQnsK1aUjAjS2paYIOagKmOK7stbFYqvQhHqfcrwoYFapIam2gNoOkVLZbJ9ZoybSCUyvS/cJn/+m0w7S5Vl37NOeUAmi5tXM9M1kM7g8DrqWxtRmquMNEthhIw5dAYD0MMddqoxcN1ZpP1iGvOUHDmXYb2xZmdP/X17vokQEqPUfT3OP+xECaBSfBNA4k9yAlT0jsZXaYVKyIwYdMs8iG5NhxoGU6NodmriU+MVAC7MAAY9MUtTZ6Zq7/2zN2jakEuafzGKi97NvcrMtgkszo2FQkMxDF2kU5jizJ54P/5v7rj9H+bcxbA/Rd6zXHVjJGtRBgtlbErtkmFtstYNSRJvslT3g6DtznRzEadbJj4BUTsBrHuOGmb+P7t9yEMDRN1iqB1VYbe/adhVqzbYF+zhBxs4Hir5WKJDn8Jp8gaidwurcZA5x3YVxCqVHCpz51FT7wF3+G7fUQzToLjpS2TDAcJRgWSuhTMoCrBSWCNOfsnrDDh+xdMpwRlzEupQhCdhJQ9l3QqapFBFYvefilePFLXoJarS4Ne4EhYoicjPpsDnZugg5NXZDNGau8j/aYgD7+306pccv558eN3YdpGYCNbKIpRpEDy/jcox5+yWnPb82V5t7sc1uBztnzXq7FozEpTXHY8RFi2+y9cfWX3oYDC0x+x+ilTISJi1YUR3E0x9S+T2h0N0AQsvgSIIgCxEPG4D18/cvfxqtf8UYcO3oYj73ndvzSS56Dsx//IJRaLfTjANUAWD7Ux8tf/m783h/9HHbsmUWRutQB0Fkd428/uoaHXRpi/64a3vxnB7Hr7Cp+5jFtdS1ZHwW3Ws7xMVaOrOGlL/0dXP3ZL6HEGI1F8jSyQqxrK/Vt0Vov1N3BOKOPmfk5XHTf++J5v/QSFXENHJse1SO9IQAAIABJREFUN3ouK1RSU9aAs2KBIK4r3CG04ILxhSv02P21eIqdIDzuAgtaEh6vIUh77n45jUYPgspE0R5bgTaTQuGp32cdGg5kyIxhbGxmQKD/LRc3ZLI5GwyxePwys0zJOk+QDFP86Rteh8c/7lLs2bPPNFb997puB38tN47HyRybZpVr/+f6mwMI/Twy9rfFyyz2++cFsDriTsZgVQxva+EE1LU13eKyiR4pT391ecVprBr4Y92HLp+VRAS7TYxUJNZyboywRLrxXvmCvfpv2PFmKLPWwF993vPOaH7/wWt/zSTvONcUW7n1xV0zk121tUvnydKDWyuza6XPTPRAs04MbyKm4vdk3cqvY5PrOF1w6kcpLrnscuw9m9I1EwmMCfg4RQvMxrz9xx1LA2TAqJU9N+0MyLOCdZxOK9w6KTJ43xXqqefuJnQG0roiif5yyISPlx1SMblpvvvJ8I+MHLbhrgaSAbA/zPejQR+dtTXluQZSM+4uoDk3j8b8gtrM2SwzAfqmiys8L8aQXvpos0E0/YkJy9Wzd3yhgH+bk72TVNtgNJVv7efvsUjlWao+ZlP85aScCLx6IFUmq+4488CtdSaRuMV4iqQ1G4fsfqJpZRYL8nlSzWRMZ3Hg1vtZLse+E7Nq4x48VWhywKoVVSaAs/9aX0BnTEdgVfJzDr9iPOzJecQKnv2KP7wTR/PD85a7gNUN99oDq8+5cDarLPpggm81jVWn2eK8o5VAxUAvMtYoQQ1qjnpgla7CBAGMVeI2AtderhbrsbXqEsRkC3ipyO9hSmmAKQEl6sCR1UJgtcd27AL1DwsYR0P0maTSZ4STmCwStaeYeYhYKiHZOfYd1kxLPQ3TD2zV+T2lDFhlcka9VX+cBMcIrNb4vZzzZMUl1HV1WhzajC1J5MJF0JGTr92oClilkzuTDi607Uaoqy2tzCTVRG1WLHnwwKrc7FN+/wZgdRg7puvmwCoXfJ67v8JMnLuDkaquHljl3sKklSxaAquSAMiAVYLYgYDVUQDM1muokHkmer6BGMaGMb2ttYiGYBG2b4vxmMefi7PuFgJxhM7qOg4f7GL7jrvjqvd9C4cPMZg0YHWGrf1BgOX+CCf6BlZOAavdGGMaeBFYLU8Yq7xWMs4iy2oQCfzmOFxo1gU6dkYjUJ+VnfbzjRALG4HVcoptzZZYlz0Cq2KDTnSTMu01tpnngFUC6RyH1tofiz1NEJXjf4bAb8U0F/nciHS6vDA/W9JZgXOePhzDxoS2hNvryzCpJGuLgCTZlytD07DlewishgRwHbDal9mCsQJYyPhPAavvfKsDVV0VnyzqaIRxcYxyoY4T3dtx7egGfOvQCYSYQWsmxLUnjuO6Gw9hGIcY0ZSpS0B7JE1Vzl+NQQXbBWuzcm1VxWoZ23btEpjBimerXsegP0QxICN0KGCVYyQMqwKAeG3CWk3BdK/TkblVUUCrv2cWn9VqVVRrdfS6Pd0fGvJwk+eGSDaFTLGyeMrAEW2gbmXjGlWrllENKxhyXI3HaNcbAoN6dODSg+tJWcfCAhHZ6lxCGADIEd0Fz/kAR5quhSJaNNAqBmjVyEAbohVU0W4u4tqjaxglEe5/txCXnb0NZ881ceE5BxAmNYz7XayureP7tx9BJS2hNA6wtLKOmVLTWtiZ9Jo0shkEUpuIoIZnKrgDcRZKE/amSxL4MsM+8uuZOERBBVHYQhK2MC6VBRLympFl6Rkcsirk9B/3kfRWkQw6ardk0YEAINd1HlNZ/8213uRDWHTgL1ESYfcgBS2zCKZSTdRIsV7X1FhNPuYVCOxMt5jaRelI94RMbgGSCf/wGA10FaAmSRqeG1nnKUbWU2XJba6FjmAqgVOCq6xpcb8p8zik2zySnnU1KKEcFMwMkAC5dg2VlSYBuitgeYk+/S4LAQnXdoITlKMxJjuPVUAmdZp5/RN2YgQYFkLE1TZQbSMWY5Vt6cYgIU+MwGoJCZ786dPXWJ1t1gSsMigU6EeWv9rQreA4IiimhcaKmmQQkjHOfW84Gmh8z7aaaFRDHKWzrQqXJoVDDePFhUXpKff6Haysr2tsMqkhC1QBNcGIzPHWWkR9kM95pkJqkeYkdow+wfZAMPdRgosCRh1rNA+sCkDJDEnMKZrjwDs58/gVl3gdLze4CKzyN/qDgaQLqHfq38v358FTD5oRfPagowdWrZUumjKu4rUUQ9VdU2mXx5EKlPOtOhZmalhsVjHXaiLqr6HaXsADrvxZzJ/zEAwoseHlD1Q0seP/3k3X4sabv4tqtYJqJVT7baPRwp69Z6PRnsslIKaDrodnZGyI7aaTismKJfBACay19fq2fZ1HtSz2yp+/48245gufwQU7Z7B/xxz2LDQFIFx742Ec7AzR5zpZDiWxoNbDoIhqGJr5HyWH4ghHj69q/Pd07bgWUBbDpEfWVtfx4Ic+CL/0kpei1Z5VVwANyILEQNr8I590bQQrT/VaXmN1+tJ4aQorkvuHMZ1PToZOBfT61/LXeuPx2y2asOAe/YjLzijj2hpY9ezGDUCyNkNb0yhdovOLa5ht3h1ved9r0EqWMRj1Ecxsx649ezDfbqBdB+YqLqbWfg4cPnQMC/OLqNfInLC50V0f4k1v+CDe+qZ3oz1ax+POOQfPfM0Lca8fv0ytGywurd7axctf/df43df/DPbsmxUQT2A1iWJ87POr+PY3juFnnnw3vPuvvoMrrtyNyx86q+JoyEqv9i9rEz1061E877m/gX/+yr+iIskqM0o0dir3LRZgLGYTmOi0xqNxDwfOPQ+79u/Hs17wAhUmuMd5Pe/snniGt5tLVj8NVOyNo7GMMSmbJZ6ewA8Wq1zCL4dpGtmK8q3ODhTKiJIiGkJR8ow7N+4yKZvNmaaTwWGF5Y2PKfBgi8JJfsxN/bfRae2wNoJe0ldlMc2A1TQK8Kev/3085kcfin379k+AVYHeHrz1bNRpsHorYNWvlRuBVQGA0sp2nY857VSBrOokm7SoT4oaHoCdXAh+F+MO/35jrC4jotyUA1SsXdqk0rwpsQdOsn3MdzVssa76jiAzXmPh1YpCZw6svgq1kCQanivHmAOJ8zqy/rxyOqg8vFMBqwKy3d5pXUV3DKz67+R5rfcjAav7D5zrWN8OSM0XKE4SQvXj9jSAVQfab9Qm1r7s49xc0c23xvN1AnnMBZgjCeMm8EejSXbw6AnuUY7OKzY5AxTrrNF88vtO9v0TYHYrsI7sU+5zLEpzvEXDAdZXVw1YVas718ECGrNzAlZZMGaxM38+GwsrGp9Ok36zTSKvp+73QisuWY6QB1a1zzt5AcVSyodszfQgqo+xBK7mitkT8yqvX+2AVV5XFk9zRe9pkNKA1VKxbPkEc+w4lTFpvshODISFVB8/bbUh0hzYj8X8ezbek81e2xgrmOGwMdXzBXv/XR5YZbHfA6scKr1OF7fccovOgQArR8Y7/vYzZ7SH/6B+6C5gdcOd9cDqs+9pBgV+E7YWE3ORNyMGR4l2Ts5MZmlexecFogpYtcoiJ5CAlxxj1bd+cJLRzZ2TisBqoRALjCCrje2K1PNkuz/1UblIthtFgWsM/uuVohirvTGrIMYtYLs+NyK/KTJooj4qwdJpYJUsnpOBVSbDBHOtmGzg2BSwmkAgGg2sxIZzgABbYtlGTPYUKzMEVpm490expArIRG3VzaCEWplbAatbMlbvAFj1jFU1otOJ2AGrZHnVZUTlgJhi0UDmHLCq1mk6NycFrKz3xbBtN2sIU7Iu7X6LdeSq9YSd10eUVxjhrP3Aj//kBWjOjqWdOBr0cdsta2i39+Mz//A93HwjjY08Y5XAaiEDVhkkEliljqgYq5QCgANWKwGaRBWTsRnUCJQviLEqYJWM1ZYxVk8JrK6PwK7FRTpNdwcCVul9XSlNBKizdr8csKrxWKbOKUEfMkWNsbo+HMs1u10roiUDJbbok+VMNrFNJgWFZGBqPFurGMeegFWLICdVyA3AKiUSaODD97BAIY3Vop0vz93YeP95YDV5+1sEbPm4IZWQP4GWIg6tr+LbnWuRNPqojUOUSjP41vFbcOPyKm47OMAgbmC525eR2NqAjCQDJPhdBASYENtGTbBZ3YSYXVzUtel3OloFkohM6YpkABjgMujgBsZkXW22bCWu0Air64BVa2sycNQKh2KtV+uIY2o/9RFWTc+QzuTlUijdTBY7eGy+IqtARIGki6tSFh4qYoCyTblG5mWlhH48Qn/I4yKTkG1oOdZHZgTkgnvngK4ARSx2Xo8iZoISwrKN43EwxI6wjkFaxpH1dczNbcfeeowH7i3jfuct4MCOfRh3YgQKzAq49dBRjDojlIYWQW5rzmDUHyKOqNVION/cSX3LPa+HtWz5ljEJRli6pGBq0k5Ijqs0VqmNTYOtcgtJtYURDcsohyHw1QdhNk8UrCZ9xL01pL11FYrsOKh17VvqCZYYE7hEDVPOMwKuQYp9w1gMUYLBoRKm1MafKD+GBQWFsiNgmJi9/S75IZQu4Z8Ag6SoAhD/8Di7DlhlFTwiAJca4EpWrmaKuhactRnZ8AJQWTBKxZSnDImBqwE5pgINq6ycOw1W7XdZg6NrDbBN0bFFDHBl0Kr2QR43YvTGESLOAYKqkllJMKCEDCq2p1GTvFBFXGsjDmeQBqEDVn3hMkY5HaOMBD/6qc+ddvzF/YfrFANVAZligJJZbGZfLEKNnM44i4J8jfrCMoxKxmjWa9JPJUiw3O9bAYHfwQ6IWhUzzRZG4yG6Q7bUW3FG116sejJ2CHQbSMeHT049+0Ja6JS0cSwFDyqqYMGCCKVBysZeFWLuvsOSBmM+2LsMzCRTSWzssQX5Yr9zvemb/If/DNkFBCd9guFNsnycoyTcsSYswDa5ojxjVWAKGU3jUQas+vMT07VIUD7AXC1EOyygVS5grhVq/6d+ObW7o1EX5ZkFXHjpk7BwzkMx3sBY9cyim265Htd/91q1hHpgtV5vYPfe/WjNLmZmLQYgOeatGy0+hvGDx5bNCaDnn+cc4/jlb/JeqjDkGMONxRDXfP3r+Jv/+S6s3/I93OfsbXjQhQewo0XGY4ivf+dW/MsNt2ElIYuR8kEmZaDiVrmMVq2MHbNNVIsJjq7EOLi2hltPrEhLWWUXSZgn6He7eOITfwzPeOYz2YphfkIs4ucYWflJkAc3/b3dLOGanjhbaax6YNWAx+yRMyjaOAHzbK7NJqdPziaAz+RdG8HXKy+/9LTnNz9Qae6e+tzmLJ+TwVW1VwcVXfs4CnFg74Px//7tz3DDjTcq9gvrDezfuxMHl3tAKcYFCy0x+7tJjJWVDm7/7iHMzS9i11mLqFTY1ZSgmIQ4cWgVv/4rr8enrvowrrz7hXjc4x+F+15xKb7w2a9ivGMX5uIy/uLqr+I9738F5lrGsBuzEJekOLGc4L0fPYpv37qAJO4iDXp47GN24BEXFzHbIGGAa4rJahy88Qh+8RdfiS9+/Zuo1tiSHykv8TIWUWSxjAGrrisHwGjUxf0f9CBUZ1p4+rOejfbCojoOfHt/Nh9yDfqKFcis5R5ahFj8d9+/H7MtAjReb3Oj5A7Py8YuwZaltT6u/e5tAmAzyngOIM2bxfl1SGM5azvNg1Fe23cLdvYpWOnuCk0XXjIGn4Fj08AO4weuKZRjoixIAX/y+t/Ho654IA4cODdbY11q6NirmwOrBiydPAeyOeuZgzlNVL8GWrw2Mabyz+efy+aUlwPwv+ViPYfDWgE6JbCz4gr6tjdF0rrk2k0RMUe80V7uJRk8YGvgq6Is/Yb/23GkxWwuqNhPOR0e65lqrJKxSlKMdXt6nU3H1s2uk5NS0sH4ln27zhNw1eLz/B5LgEsxne8Yyt2cPCi72dq62h3iYZdehrPPPV9dnqY3MM3qPdlh6jSBVbFI/UZmjMapubGRqino2djNmfSPztHutz89FgmseOiY0o58xXMgmUBeMMJcPcvXxw5+RlrXR35998clkFTyZfScILA6xPrqinIS+30zZ/WMVQ+sTj5/MmM9z1jduOfZfJ5+eCDVpBTsHnssRD1rOc34Owus5pmrPGaLsaaBVYGkXHMZKzn5gjxjlVJqXEMlBTCOxVj1YKxdSyPTUT7qVA8PrN6ZDXOzImf+c14KYDNg1ceM3qTUA6scN91OBwcPHsTKyop04nlr3/Y3n74zh/RD8567gNUNtzrPWPUi/H6Q+ZTdSwFwQGkiM6Fi0utYo+osp9Ov01qVYYzTx/HJslv6lXhGY1vQqGdKMITAKvUlCaap/Xs0Rn/AFuwiZptFDIbGYqiHBFaH6I6sNdQzVpm8TxKwzYFVvR4naNVLCJl80mxCQK4BvdbtyclO4yUnBSCJgdSAVbV1WzJjS6YFXwRXOVE9sEpAuM+TSCJprPK4e9JyTMUgaoYE4YwlK6U3pxloUgDUZS2jRikAAauEOyApALIZ820VxlgtCUTwwCqlAAisEjgic4T5YlCYAKs8L8IPTHDFokwLWO0O0B0nIOOpqvM3ZpoBq/bdNBVbG0GSAve5bwWPesw+tduXAgKrXRw9NECStvCNLyzhO9euahOTxmqNDKUCVvpjHO+Z2/eu2TpqJQKr1FiNMKL2LFnGFeSAVaoTUhqCILu1w3PRnOcxFlN0o0jmVbxvZKzO1ygFwFYemnFFCCsBFusNLHd66CUpqmq/923lPjiyfmB+N09W49EDq6psxeiOUqwT1C8WJDfQrFh7g0B7B6z64IUaiTTJ0rULeNxjc6H1zuaZbg7nibF7yL4msEoAyRirBYQEVtmej0Dnbi7oxsorlsp4363kAJ3e4/b1o0je/mZj4TmZA2nzFoATq8v4+q3fwVJtJG3efc0WTkTr+JdDN+PG433cfgvlEEJ0QG3VMfo9E8uUHp/Tv5JWapFzk5IXMYUU0ZqbldxBn/egRxZqKr1AbsTUZiTjTO2vrH7SyI3Vy3IZiUv02fLHa2ubsQNynblIoVDFOBkh5MUiaDSiviIBjIIYgywaeL0/XineP7/JWzGGusymvVVRWy1Zw2P0hpFpozF4VJJvEgJe88hgF84rzjtjrJseNcdnEXPlMmqFEtJyjLlCAeujGIcHBG8rWFxoYHcY4uHnzeHeB1qYb7aAQR/llMy0Bg6fOIHu8Q7CsWmLzVPbchiJ7sjQw9rqybQ0oygenZWunOGHIi5rgZQGnIAXg1W4VhIwE+MzILDaQFxpYlQKlRCOyVgVPGiYlgIfXse4h5TA6qCrwhmZ5XQLJmDKdaISxGKqssgUinnOecTngX1DAzNNZ5Ut43bcFi37oJWJswMs2R7pgFUmdgT7CEiSZDniccfWfr8amEQA5xaBVXGXnMmVCoEZ4Gy/XQ5iVMSiJagKVAn0OmC4wrZ/An4ZI8SA1CmfEh2wNgcL2HW/LXjXXJJByRhRPNJcNcCXgDC7EigLE2ruck8YFUOMq21ElTbiAotutgbJYCogsMrrmeBhnzwzYLVEWZxSSYUKsYfVnm9wpO27prElvXKOLxYVR0PUwypmZuo6R+oS98asb421llUrNHBjWyvQpU4pgWvu1WIM00mZgKOxun2ix2tjwb0zB+M+RfkBaqs6HVXfSq8czUkEmFyQ7cO+NV/f6pJKD6wa0MmuGQNA+fDMV2PDW0FGLFkXuHtNV74uh9qIkjX2OxuBVS8FoLXDjQ1LYMwxNs+E0OsyrgP2zDaxp11Hu1pCo0q5Fxtb2l+oJ1xt/X/sfWeYpGd15an0Va7q3NM9eUYz0iggCYGQBEIEY2NswIDN2kZEmzXJcY0JJmOCExgE2Disves1BkwwYIzBGBsBClhCo5wGTU7dPR0q59rnnPu+VV/39AAzu78wxSOmu7rCF95w77nnnoPNl/84Nl70VER6pkvNhy3/lvgdPX4A991/t1qe02SABoG0pQmsFsemh8fjtYWNk2jTyrVHDj7XDd1hPDdM5Lhu2VgmFa+DQCzFKPY9eCtuvfFbOPbdfYg1yrhk6wbsnCygWV5GrdZCpRvHQ3OUOOmgHw/MtZpFKjKcI0AhGcem8bzinAcOreDQYgmLTe7NslMx5ny7hXq1jp/9uefhRS99qUlsD7RNh6BSOFE6E2t0vWRq+NozmUqdzlj1oPr3kgIIg6urASkX3YbacsM79NoE+VyB1UR2ZlXL5PrAqkat+3oHvDgda3aBtJtx7N7xRNz+nY8iGm2jpZZRSs70cWy5jHg2iZEgKc36hXILS6dKWD6xgC2bZxDEWUwHRosj2nPbvTi+/vWb8cBt+/Cdf/sqrrjmUjzvCU/Ax//24/jp61+Me799Lz5y0wP44tffi6JaHRwmw+J5u497D9axbyGPkyt1LC420Ilk8KRdJTzu0mnFgxrTvTYOPnwM11//G9j7wD4kGD/T7tMViXkfWKhlm6pnrEryiM+3qnjq039Ca/EvvvglGJ/e4ExRh3IA/j569hvXGLkNUGao35ac15V7dmG2kB4CstQfJeDQ7bsuMK+7aoXD+ZUGvvmf96DWZ+HQyXe57huvY+ohkvA40hJqC+CQTRoGQkODagD0OKQl/Dnhc/Ibbpj56nXbh3qvti4YmMW1nQXmLqK9uIDV6669HOedt3sArIbXrDNJAXhphvAYXTV/3NoUBvX8Gqg/rWJpekme4ToZ3hdWf4flctbRM9QQLpVW3JpvRSAC7DRmTCSpC8zinjGf3fbjboRfV+1swsw8v6ZyNBYKeUmbsNuKjze8+tXh6f8D//yed/yOOqoCemEoxrPxZNfCS085fdPBvjj827CoYzII/hqpG2LAWLWOo7X3Rb+vQsLdNYxEUKo0cNXjn4DtO89HJAyEDeI4x2BddaZnCay68/EfYVr/Q3D1NEKskyvxBda5uQXMzc2hUi5hdHQMW7duRTabdkZbvHc0IbZY3+IMdojwGlsh2M86MrX92B2MYR/vrZl/Q2CV9CCg3aqjXFpBr8t8xKQABKyOjCLHoo7rJLI14XTTM80rr0O6zlwfLA9r/iZAMwSs+q6dMGPVCCoEQlczVsNt/2s1VvU5LsbywKoIK8zZnLFoeE4MgNUEEE/QsJJDyoDVFUoBOJarrU9W2GUceoaSkYv7hvcnPLzCMdgPOsGGGquesGNrgc15uyc8v1WMVco7Vio4deqUivYiAcVieNMf/e0P+rX/JV73I2B1zW0OM1atHcPYOOaO6eSzXeukX3g5L7hg1JVPGYtKxiaGR+i9BFl9i9lARJ2TjAkedSsFrFqCniTThmCNgFW6FxNY7QhYHc3HBaxyImVTcSWCVbZPD4BVq+jJaVxsJZMCqLd6MlsieMjJHQZWvRSAACunsWoi68KExDzMJAhmirw4AFYJc3pHbLMscpXtHvVUjbHaaFsSjU4L+WxSySnlAZhwyyQqyQQDaHZ4vFG1vhE6I7BKQITt82TcUqNTwCoZdmcAVmn6ZVuFtZ56YDUVJARaEzsisEoWLV2WKR3A16siSt3PfhSlagOldg+j2ZQASLHRCCgLsHDXFV2UmrzfHfzET87g0keTHRgg1m+h1ayjVo6iUovhoe/Ucdutx5VAp5IxFIKYWrpXGh3MV034moxV6ojSmGuBwGrfGKt8rpBOqLVCAAAZSTDW5ipgNW6GVsu8pm1KAQQYdcAqr/FcheylCMbTWSyVCaz2dF6esWpxqiUcxkA2J/RVjFXd5x5q7QhW6i2Nr7FsHLmEmas02321iPtgXMl2j0ZuEc0BLtWSs9A9PgNjlVqInRYW62wnNoBFUgDRPtIJbslR00R0BtYEZ1gF/LvD1DY8uweBVXzkBjlSEnaT8VYihkqjjgeP3IulfgO9RIA0505+BN8+vh8H6ks4cGwFJ48B5UYM3RTPu4loJyZDCN/Oz3GUSqaQTKXRajTQaNYRCeLI5LPIZLNo1upYWV4S+z2TygjoKJXIanYtihQ/J0NY4zIpMIxIQ4wgqRNM59zl/eGMYwIVjVHvjK83QFev63XELmERQGzCTnfY9uskTVjI4DrB4kmGshiU5CDDmw7lyZQYh1WeA0GhmJnMDdts1WCooogZydk66R2ZqVdZiCUQ70WRH+ljx8w07juygMOnSpjKTGNiLIvtY0lcs7WATcU+dmycQazdQ3mxjnaDLPwmIrUO0j2a1mQQ1CskjdDQWcAlwUEBhVE2oXsdMQMSybCxYe2CBM1dp1WlugGTJa6F1CiNoZVIo5PIohVLS+O4HTEjPgGrCu4YqBFYraNfW0a/VUeM0gtO1oJrhMBKSrFE4morJ2BJYJW3iWz5LU0GVdYax7ksYFXHKGqaM/dw7IJwS7M069gKygCQGqsEhF2BgW1pXRoCUJe4r5Z7KvvKgEuM1wiiPcek5ldRYibSGWhHp6SlShDYJD8E5jtAS3ubqK4sJJ2pim7FGcozGMWuY4sHNf16bRUPJLeg4zO5kHqHAKaTBYil0E4V0SGwSgaZWBIxa48ne7ZPdnIPj/rSuUkBEFj1bG1vEiVWAaUAWBiU0SIZ20nJ0tTq1BPuYSSfVaGn2WlKK5nrKoNgslppzMRAkvOLppPSVPVOyk4egUG3TkJAiNNE1hiNIS3NOANWBaAq0Cb7wQJrn5sZlm/PeZ1U/hsGMrWUOjZ6s0mJGANVyUjlf3Iwdu1sXBPMcZZspC4Cpz3LoJkBMhkUXgZgNfBlU94DtqvBqzDTMcQQikWQQg9bRvLYNJpBIRVHjkVVFepoUthBOh3DSquL9MbL8NinXY9k3FiwAmxDwOrcqWO4++69Ao7IWqVsQiZNxuoWjE5sABkcmlMhNupAfNYlCErQnG5kmMW6qmCuRIzjtoFEvItMJo79+x/G1z/2F4h2esglA7WljmfTiJQrWCnXcXz+FHKFEVQRxTHKsVCjmftTuyGTDl6zfCrAtukRTOSTOLnQxl0Hj2KuxjgmLi26RKKLIJNHKlPEM37qGXh3IZMqAAAgAElEQVTyU586MK7TyhAikK4HrPqEaggiuKQ4BECdC7Bqg9fAmPUea7/PJ2PrAUffb3c+VykAAqtaQtdhm53+nY65qtdzDjDZjaLdiGPblqtxyy3/E2MFUrU4VhIoL7aw/+gBAYoPPvwgdu3ZjXx2BAcfOYp0UMCRw0cwN38A22e2yVzz+OJJTG69CNsv3oyVQ2W85qW/jKsvvQivv/7ncfzh7yIeCfDwfAkf+ObD+MQX34bplGwXNW5lqEfJr2Yfx0tNoBjFwzc3sLBcxxXXjGJqJIlCYIwmjtmH7z6AX7j+N3D//n1OY7WDiIkV6rQ55z1jVYmy2wcJrD7/F38BRxcW8HO/+ALMbN7iDLEstxkAkKG5RKmCeDeqTo5WtItcMoarL9iF2SLNt6zwyD1nYWkZ9XYbsxPjyA7MmMg0iWKh3MbXb71bwOrwO8hmdUVEZ3dlQ9Yho4O5638f6svzVWFxjFVgbIhN58fA6cAq17QQe9a7rK9lrHLfVVs7z7CDeD8QsPr4ay7B7t0XrAJWPVD3/YDVtePV/z7QtA0xVgdzbJ3n1gKwYZDWyK8KHAfzY7hO2PUUY06Gjm59lzKckXkos8U9mqQAz/qzEaKjFenC4lUDeJm7KufUptXD6MgIFpcW1DLM59/4mtd8vyVg3b+/m8AqtbUDiwkG4LDfHwRUDfVTVV4Pga7DazLUmh1cUyaDTiLpTFIA/p6G1xd+fqlcx+OuvgY7dhFYdRWPwdB16+X/sxTAqqq74wjbl5AU4KfJoKDAP8XyqFSr+PKXv4zPfe5zuPvue2UQOT05ief8zLNw/QtfgKkNBDRpcueAWrX+MzHmPWWCz33Ys5AJSGv3RKdreZbJMrhHaI8xYLSn9n7ua4xkOgRWV2he5X0wDFilFMB6wKpG15rCiJlLWVyz9uELp+HnreBrxX5+1iCmcKQPM1lzsmgqPtnnh1mpYVkA3+nnn+OCtx5jlbEXza/WA1ZTScZw5iHA8UO8Z1kSCQ7IdAQKX2jX/HXX4fS9bX1g9UwTbDA+wkWCAXDqzavsOg2Yve4a+evEGHFiYgJx5ogRoFwqY3FxUddBhqvxOF7zphvOaY7/sL7pR8Dqmjt7JmCVLftW0aFrOBPUsC4LGXQRaayGgVWylQgkMgGjXmWYCSL4T5tYD+2WJdwBzasIrLpWup7aC6MCpepNMgXjGMkZsMr3k1HHth8PrHK1lRRACFjlJkhgkmAiGX9Uy1NVK8RYPQ1YFdvCzo9BHyUK0mQPkjXXgZJ7SgHQpMEEz32gY1py/OxcKin3eYJpNbZKdjso5FJK7Cp1YzMRvGXSxUW4qY2cvVnWNkBw7ayBVTrqOWCVrC6aZFFLj4xVXlevsUqGJeUV1gKr1F4ksMqEb0TAcF/gCAFCtU7STbzXUWtuuRXX+f/Ciy7C1u01dFoJRHs0qaij206hVInigf+s4Nabjgq4pYFYjsBqLIpSszcAVmdH1wFWQaCLxl3BacCqZ23y3oxTriBOE60OlgisUmM1Y8Aqmb8E7U9W2kilohhPZ7BYqqHeJ7A6lAJYD1g13Uyymxzg4oDVZi+OlXpT42KUjNVETMk/NYKlvemCKwU3BFYNq9HzZKwKWNX4s+TegAQCe2SsBmLuhIFVSQEQWCVjNRICVskoZGIUT5w7sPqhDwp84lgj6NaJ9HDoxBEsVecQGcnh1PIRbCimcKyRxSfv2I+Hlo7RxQHdJgHYKNoJmqs0UEin0ej00Ww0HJM0JnOVdCqlajG1SqM0fkslMTI6ij4B9MV5dFo9ZNIZgbDUqjHtNzIFaDBlOS01+8SkJaCYSJhua48sTNO55XimzqEPitjeyI1OcgDtphzLCUS0qB1LfdRm0/4uDUMzouBaQPiQhRO6dc+VKgI4swS1gzgalIAgGBWhC7ax59juz0DCgB1jqyvkk5aysZ15b4v9AEEyhUftKOJA4ygOHWygGEshnZlCoTCB8fgpXLExjku25XHV5VeiOtfFySNHUasuo9aqIdEBsr0U4vEUijwGslXJdKfxEuFRnkekZaZVLkw2dN//uhoUEHdVeqx2jQioNyMxNBJJdOMZNGMZSXHI3Z6Alys0iIVLxmq7iX5jBWjVJPtB8xHJP4j1adqpgfRJ42qrJ4Nd1ycSxUYnacA39EWd50GappUHMHxyoqTPtWhaXEvKJC8+11sCqwTi2roPzXag5JagKtc8HjvrWF0wmCV7jl0AZIGSjUhAviMWKBlYBqqaWRWlC6hzKu8uy8xsPkvjbU0w57KxwaVmIK62T2rumt4fC2naGKT/Sn1YFjA6aLaTBmhTbzUaoJUkY3UEXUpOcNEQW5OSBREkydPv93DeP33lrOMvdhwQWOWDQAONj7ie0ODFtF8twOZeycIb9+ZSrY5UIoFiLqsCQb1lRm00LRFzK+H0ymQyxrWNLATTi5ZJlWNHs9jhenMHTPZkwuYiD8kDmBwXpmNFtqYZffBhjszGxCHz1Lcx6v0J3iMrsvDYeNyc1w3piZsuazabHej/8dy90QDBYoKofPBzqPlcLBb1nhMnTth+77RN/QUfmNWsYYopkQoBEWGgLcr9Dj3sGMtj82gOeTJVE1FpNEbjcWSCBKhU8N1jJ7H98h/H45/5S2jVqquAVd2beByLyyex98471IqbSsZ1D1LJDDYSWJ2cMbY82xdDhjsiTbuHTywMWHXmoSFGhl5GGSUN5iaCVA+JeBOddglf+fIX0b33dlywbZtYgA3uF5S0Wazi4IkVdaxsmp1CJB3g4RPHUW7TPDSFDItgoB56S/qqW8ZzmCykEOmlcP+RE7jv0EnEEhnJDaFfQ3F2Gy678om46uqrdX2oZR1jC8w64IjWWScFEZ4UqwHv9aeLrfWrH2EAxgqsIfaWQCq3trv7HwZw1vuW7wesDkCu0Hh6+lOfdNbzW2N4HWDV5uVqTVq/N1gTlsl2cAfhmOq04ti55Qm48asfQaoYSGM7Wu1g8eBB7F8s4Vvf+BL+/aav4S3v/RMkahHc9p934sUvfz7ue+AgvrN/CRNBBvvu/hIOHjqB637qWShuGsNlO/fgWdf+OPZctgcfeMvv4vBX/gPRThxzDeC9Nz+E//OFN2OMxVPKfbk4iXtMvAZ8c+8i5kttPHSgh1KvgSvPT2H3tjQu3DGGSJ/FEeC+Ox7B83/+lfju0eMCVqWXr14Fi9vDib/OPQSsvvyVr8C9+/bhuf/t57Flx04DwxjXrrnPA8Yq8wluJbEYWvGeZJmu2n0eNhVziFA7GFEBq0fm59WttmV6mrZWKkgatNfHqVof37j9QTQo0j8Aba2FW79LgmktoGqvFJA0GCtDIx9j8J0+z72u4np/C0tgnglY9fPLDmwNsIoA73/vu3H1VRfjggv2nDOwqluyBuhwlMzB8+ExrLV1ja6oJ76EAVZ9rogzPu6xvNJA1dXgVNm1Ihsb2HJCsEgVDxAPUohTo98Gj9YE/+BnscjIOGotIMVvJfg/Uixgfn4O9VpFc/FcgdV3vf21Bqwm6e9h2uvuiIyF64DV8LWyPXQtkOrOJARQm0mmdWF5YHXt2iV+x5q1hL+vlGq48uqrsXPXBbpeusYWGg8LUf+PwKrkFtz5+fEymAdkgLpCiGcYqnMsMYaP/vlf4K1vfTvm5k4hmYwjk0nLz6HVaOGlL3sh3vXud2BiclRrX6/b0j1XcRIkaXVwz9334b77H9RevGF6Gnsu3I3Z2WmtO5TPsnsQkuYIz0NhCtaJydi802qYeVW36XqcHLBaHDFglTGOixFXFUeU89jYFfiobp/V892Px7DGqp+7tqbZ8uGvjz4npLEaZqz6cezBU5M5IlFpaErl/0bg2H4eSgF0WuwoM6PWMwOrjBWdeVWnpzb6IQhsa+AAWHUNw6uKJYPujxCj+AzXJLy++OJxeGyH11PuP/6Y/fH494SBVUoBkBTG6UBgdWFhQdeBsSaB1Ze/9o9Wrcf/1X/5EbC6ZgSEgVX/J81TP689kUe6dcYGkqocmXuOsEPGEoMZbkcEp9guSBaidFYJTEhUz7mwS5fNgn4y9JjoMSGnzh0XcSbPYn3SXAdxjGUiaPZMA4csEC5eYqKK/U6tONPF9DR0MlbZhseWfAJwZGKZLqq1t2ZpCiETLLJsYko6ae7EgycTix6/PO40kyFSajtcdGhERMaXI7ENgihrByYylE8nkU5QD7aFCoFVtoikAgEQPI5qx0y6RlIpMboa7ZaAAbLNGBw0CTBFIsiz9S9IoNVpS9NUZlTxQG3itoHavSG4waRQmp7M63t9adHWadaUSIgRw3fwXKj1SaCPCwKBYxq1MOhi6FFvtLHQ6iIXBMgR6HbfYTqrbXQ7SYECZBHnxnp4yasvRTRSQqxLXc2S7TndAEcONrDv9kXsva8mQJyt1mSh8jhrbWCpRkZXD5P5lJjH1J1drJGxSjAzIhYEr1eU46XTFnOCrf4EVglSUMd3LMMkziQJltu8rl1M5tKYIirba6Pe6+FkuYmRgMl2GvPVBlrtrgAV+i74IHdY9SR/lzqNtqkRUNY1dcEt2bSlalOYwUgmgZxrT69SV9Cxq/xmaKC8ayyJRSV3QZYwx6gY3vwOYa6m6UdnbG5kKzWOZWt1p0YiNVZTauG1ccdj4/gleMQ2nI8f8tXQH3wpF2OVwCorqWR0BnEsVhZwdOER6RoeqpwU2MLg9YtHyvj8nafQLpeRiiaR6kdRjZrTLqUQYqkkao0q2i1uqlb9JQiazWYQjcdQrdXksE4G38hYAa1oC812CyvzdbmdFvIFOQ23Gibu3usTYDB+AINEAge8ltbSbNo+Q0aCtcoYCZiBZwKxgM7GbC81w6FUKq1rSUCFmohDAMQVhozCJeOedCotTbRqo0YrDCVFYr3HAyQZQFJXmXOfSaEzR+KAkfwGgyAXDKY415NJjJCZF42g3u3hRKuJiWgMGzNxzMzuRK3bRDJoYvdoGldumsSjt82i22yiUuugW6mhsVhGr9ZAwFW218dEPCd9TOmm0u0+1Ba2ilVlNFAHXDrxUhf0OuVox+Q0dgVNNsg068QD1ASsxtGVdZJpWGqZRBfNfhMRtpS3yoi2qzLliPYTSFIpMcL5SK09slOpT2oak0pH5N4bxawbpqsCHMdgVfqpoMszQ53zslgARiGPsIjlNJ65CHoH3w61YrkWO6DYG/Fwr9ClcNVwHgwBS5lXOfCBRT/phTvzAuqcqpM5yvlvLWKuj/CMk0v7ogxLwolxD7EOi1AMiHmveOzGxG754+UxR5JoJwtoJQoyESNjlcfE/UD7jmMnT37+7IXxC/m0FdKcGYMZRFkQyXXEMxlUcXcGV5xL6VTSukXIDiZzR5uJmUBI7zT0YDIq47AugVXHthTzx+vS2X5DMJCgrtY5B4Z6Zrlv1aesCa+gZ5hyPHi2Ko0PyBqwooklNQJAaSJTq+k9PgHUdySMVcvX8338O7+HRlXcPzkOuI6wUDMyUhC7dbm0IoDWgmxLStiOrlY5jbfTgQz/nWFQVUF5oi8X9M2FLHbNTKIYWCGPXZPxIIFodhyHjxxFNJ7Hj/3Cb2F6w2ZUmpaEDxImBxKXqxV8546b0WyVlSQG8TTS6TQmp6cwuWGrY/CalI8BCH1EuQ5zXY+YURnnEGcjYR3NCW4eTneOr+E5s9AArKAQbyGdS2D51Encd/NNyC7sR5KdBi0WLnvoNDro1dpYWCqjXKtjZuOs2Hxzi6cErmfzObXzsbjUpFREp6Pimc6t30SzHUOt0laM1okBK50Ozr/2J3HhY56g8/IFR7sOLKCtZoufCUD9QYDVMHtlCLgMGV+nJ1+rGatnAk1XfbcHdlwS6e8JCywci1EWJLleqBrGwlgU1z3ucT/45h165Vpgdb1rsPo5blS2poXHLNe5iTzBA1U9lPBTnqfZImO9KTb7+NiYkm0y2JlMcj5JvIpAiwqjJr/B12ydmcLx4yeVH0yMTalbhNq95WaAy655Ej7+ydehxxShay3Kko5hkawDzJ+IYO8dB3Hbnd9FfnILNmxMYyTbx5Ov22QFxVgXe7/5AJ7/i6/E4aV5xBPcK2gCYzEbj6fXb5ym38fjI2P11972Btxx02346Wc/B1vOPx/q2dKi7wHMoYyGjUDWHdiFAY3zRCyBx16wGZvH0oj2bdbQnHa5XMFEMWe7TkRqx+j02QEBrNR6+Np39qHsZEkGXDzta0M5jsEaM2gLNnSE83NYIh2uRf71HqAd5mungzB6rcCutTqqZuJrW6V/jYuNWcRWwZt+FC0kYxl84H1/iEsu2YZLL75U43nwncPq7g8wlsOasaczrhXBuMLmWnBFv7uC9uB1IaCWQOF6D2MoDq9LpVQe7IF8lvrnQTKHfruPI999EN3Wsgg83C+iUWcASe8OAkhcXyUL5cWVrKMhnS1gz0WXYXZ2Axbm50G5Ae5B5wqsvvutr5NBJAFCmoIaG5XnZ4QI61TyfaSO9MScnDGXaeq4rqCIzTc3P/w+o8+TKZYLGfWesDarGU5r/DlmLD97pdTEhZc8Ghc+6jEqkCloYnGAOrwqfrvOJI0n+/n0x/B+GBBIzX07EF5LykVZPhDF4lIJjUYT6UwauWxaOUq/U0OPRf5+F416A8l8ESuLZfz0M5+LBx46jGJxDO1WDUGspz2X5rSVcgV//MH34AUveYHWHJIURAWLBbj/gYfxoQ//Kf7tX/8dx44cMfPFTBYXPeoivOhF1+O5z34mRkcLAPWc2Tq23hkxRmW3joyv+ujW66iUaNJkOQsf7ORIF8hYndL4EX1Kw9LABAOoFXRr9bF4xGJfu46r96TwYXiQ1S6n5VACC9Vx7P5TrEp2pgG2BrDyd4ujVzNU/e+UarH/uHcZEGuvJzuXz3tzMH6uz1VFgIlERGwLm3py7zCN1SFgzHjTx24GCrsigic5DIDV1WPJjy2zJF4ffA6vsf71itNcPGyyH8OYWHQnnpuTAmCn5fjEuOJfvp/HXlqidi5lBjk/k3jZb/3hD7Du/dd5yY+A1TX3+kzmVQNJyAGwatUuDjQ5SPfJ2rNIhJPJqmk0nLLFnwEHg6gwsKq2I0TEqiRYRLCQyTnBPrbj8rPDwCoT/vGMuUITAF0LrHKBJ+BGBqBE650hA02uaB5UpfmPbSXG8Oh2kZPbrgGrDLC4kVI7kq+jzhQDI9L/04kAQUAmIhNTMyIiAGZ6fm5BdFIATLRz6SQyiZiYthWzeUee4Gysj1q7g0qLzJAIislAiWyLQasHVhFVGyYnfj5IClglK6jaahqwGmOSaQuM8hUH7jB59UAr2ZoEdc8ErJIFzOSTDfYGhJOQSFZkG3P1jlr48kFUwKqvgBIYoJkPGVd0hty5J4PnXb8bteoiEmwE7tfQbraQiKZx/EgD9958Anffb9eVZmTZpJnuEBhfrHeUdE3mksgm49JY5XMCVtmemqBMQkIMQG5MfYHeNIqiVmlXAAQ1VrNxAqst6bbV2j0Bq9PZIbA6FwJW58LAqotGw1V8MRccy4DXlsCqBR8WjLYJrNYcsJpOiInETYnmZKzWrU3WJAzPrZt6o2S2thmokv1L4NvaWVTlJrgRmMnM9wNWtdg7kx5+7icOky9xdg9prN7wPgPn4jQt6+PY4lGUW4uo9Zqo13ooTqRwsFbDZ+48hlv2nUC3Y2Ml0k+gFzGt30I2j2iPWmgAW3EJxJBsSNMpmeFkkmIgNUpVBRvFkTxtiMQgbdephdZELptDi2ZqTVaDaUBjzFdebysUmC4vAVYDXQxEcTXyELDKdSaOGPU6mNQQgO1Drct8rwEpLQMefCTp4hmZtcTY5kyTN56lLWTWUmjBV5J6ulynegTELD81kIfmGX3EqUPGMdqPIROJYCIJNCNp6bJVWk3M9DPIZRO4YHoMT7/sOiy2ajjWWlCh6PwgjgumRpFOxdFeLqNdrqJbbaBfbyNOSRW21osXayZ4aqL08YW5an2PwNUG2SpgyDFvedxcC7ts4U0kUY9SY5WgasK0SrW+SSxCrEsCq9FWCdFOBbEu9fXi4AxVuz8NTKQNaoE9x77mg2uLnGkycF7LpPJUfxdk901jdS2IRaaSaT9yfLlqvJNl8JV4JjwK+hy7nI5pQ5djC0oNtAwdmxJg33nB5IPFBB7nUKJADNszBGzWbqVQ2JKJEBMwKhKSOURbi7XprxprgIFpH+1IAp2ggHaigA6Nu5QIOXdUrgssmAHIf/Zfz26C8z3qjnB6u46hqSKoM5XzAOVqYJV7Ehlg1qLb7tDkikmOY8CE7p/VI2wtU7HHAase8LY5yzll4KaNB66plhwaU5Xzy8AZjjPpFDrdLd0vp3caJLieGMDmEwElKbyyvh0rQSja5iT3NX4Xv5egKd9DUJXfFyTTqFUr+p1F2Fwmq7W3RvmNWk3AkbR5nb4rQVW/HoVvggd+/XOrQLkoC8NRTOdS2LlhAhO5JNIBPZkswaBW5Yljx3DhxVfg8c95JZLpPOodMzrxY5//8rVk1X5n782oNZaRzVA6JSWgksDq1Mw2Z9wljR8dipJnFt60itl941an+9Oj0RyTvqps3yy5CNDvsXjIRaGMXKyLdCaFamUF+++4A939d6nbgN0W0pVvcN4TmO5LOiKTz+nesTBsybtVdtV1wH1OOr42Z9lFIn1nttMmoijXmkiPb8TFT/opjG3e4cwTDTS368mk3MD8taCmFWJWr3vrPbd24oTB1cH1Co9rB6DbZ7nCyjoMu7XfPQCAQhp9vqjBa5/N5rC0UsK3b78NjxzYrzU5mUpKr/jDf/D7Zz2/FZ9kN6y6NsNjWh9cskRbZ+1AmRC7jyi3T/9dMjsEtYZSGH4Oaqxy/fRsPlsG3V5Dg08WU63bRMXjaAKdTgY/9ZxfwMf+7je1v7Bw1I1S8sRgf/7/0lwEN934AO564AhasQn81v+4HLFeB2lWw/qUAunjP/75Drz4pb+FudoJdc+5VpJBezxjCN8+67VEDbxp4Xfe+3Z866s34qk//nScf/nlktfxwKrCgVUBoWGO3WhMhQd20LFgQGB163gBVB8g2Erz1JVaGZMjI5bn6Hw4tyw4r7aBr972kDTW/R7hdU31nSFdv8FAEMiyBgi1Kp5r4w8NmUHH3JChtt64t/0wBKLainlGYFUu6SLPdAxYjWdww/v/GBfu2YzLHnXZ/zdgNTy/V80rx6r0fx+Mx+G0HKwBg7+FsJVVn+U03TWv+0ClUrH4TfsXC559pNIFlBZLuPv2W9Aoz6Pd7iGWSMqojQxWFv9UKE6YbJWPb2R4RH3+ZBYbN+7E1OQ4lpaWBKzyNW/6tV87p/n9rre+DulMUjqrEa7bgy5Rb59lnTUcU4Min98DHPPeA9EM0rQXDOIyx4D1sgJCaD2YZZ/J1/NyiqXpwGxes1qljsuveBw2bt2N+QWeZ1lv3bptGwqFogGJWhdcXOcLvCJU+UthUZXoCNprnQ+AGlkZsMawuFjCzbfcgn/6wj/j5ImTmNkwhUddcjGuueqxOG/XdrRqKzi1MKe9b2rDLL699y780stegfJKDYVMDhP5HDZtGMOWjdPqxFlaWsGGnVvx229+A4J0Ql2c7As6dGwOv/OGt+Izn/k8xnI5FNNJaSUz16Y8WiKVxhvf9Lv4pZe/HN1eA9Ho+mQWRW8EVrttdUh1mg1UyyX0aM6rk6XJdh/J3AgKE1O23FI2yoIpx563CxTpOYzCeWAYCMs/uOvqwuDhwHJFEUkZDIkJ2uOdDJiP0cxgyhtNmc6q4mf+K7k1+pWQRDV8zuut0lxYxQUvy0aAlYCrmLUOsB201RuonqZeu4vfOE4Zh5GxKs3WkA48iV7UvreY2saiLpsr2mjunqFwcqandcl0rdx19Z+rvMaTAVbLAKiYRfkF3q9WC+lMBlNTU5KvIoGGx27AqhERGGO++Nffe05z/If1TT8CVtfcWQ+s/tKeEQNCXRLkWasOg9Niy2o7B7tnrLYYSKnVlH6vtmkTAOT/mHR7d2ZjrBqYZ8CqVQY9sEqgMc22Q6vnSMOyRr20fhSTmZh0OAk0Eljttdtis7aEXZLZxu8yYJUTxDRWY2I7khXJihEDHg+sZqVhakY7ZKyaWZax4JhskGlLYJULM82MyB6TKYmAVZdUus2a4J93xCNgS8CQLfeVtlWlCKym4mRsGrBKggCBVX5Hq9sRYKnWVeppkrFK8yoPrNJMp0UJATIYqevhEym7gby2YgTb6qvzqNbPDKySsSrdPbKkJO8QEbDabHdwstpGPpVAjsCqCvDmpC4H1UhXwHaz08Y1T5nG458yhdJKCUmCM/06GrUG0okMVpaBvTcewG13tFYDq5G+tHiXmj10WwRWA+RSCRl6naq30XQsLTI1Ce4SP5bLtK5tBFUyKdpsG4hgLE9gNYJyvTkAVqcErNJUqi2TgrlyC6PJhNg+Jys1Je+mregCTBdY2CpuzF1f+aOshAIotzE1exGUaqaxWqQUAFvBnBGNB1bDraQeTNBmQu1esq4dy9kbCnG9l3ZhMtCGtlzroEUzN4IKYcaqcy7l1sLNWTqzsTg+eeTcgNXuDX+ke8r7XmvUMVeaR6VXw8n6MsaTBUTzaXxp/yF87a6jOHmK+nnU++2gWu2i3Oghmswgm0oh1m2gH8TUisuqMI8rk83ZbkZwfKSIfqeP5cUlMaSLxQLKFeoORbR5BfFA76XujljsbOZ2Bg8eUPX/EhgdAKsuwODm5jM6Mlx5TayAThaLrV80Z+NnkpFmgIj97gN2n5DH2VbL2RMjw8xMA/jxtVodTZoJOU1WAyygxIpzg8C0Pk1AVhTFWFyMaJpqVXstJUgbghRmEcGLn/BE7Nq+DffPH0GtXcdsNouJZAxjhQSCTgu9pTJa5SqiLHzI9M4SAZ2bglBTPl2dRLtEehXQ4MFKF8mGWrPkeurahaS3SgZALIVWLKEkkkZxZNvICRJ80OwAACAASURBVNmBgwK6GSB2Koi2V5TsMt0k3K7CmYJ2A60Nt3Y99S44J2N1eMy8yo61omXMR9sOeHXAut+aBiwIvdS1T3jCA7sdjFvsHKA9MOsNuyxEG7TRCUSxouCqCjePk4Up3VQuCgaam/7raobNYMt05lj2u0vwHVuAbCxj4lIewP41cyAXRBPgjATStu3JvIoKtQaCy+CL385rToD102cvBZDNBKvaB8ni1I6soNiYAjY3TAZA+lKOGSXJGxZK29beZYZPVhi1VMhYVGbWZvc1DKzydwNs40gmyfZOaJ0ZzDfXasZ13QMzzVZLhQ8ex/D9dmw9yRCtBgQUd0QMqCRjgO/xBlQqMIqtThkNSpZYIsACC4+fxiKdVlPH5l/DO0NgtVZvWJHMwTTG7vW6ZcMxHAbx1gPZWEDNJ2KYLmYwko4jm44hn81qvzh8fB61UgmPufIaXPO8VyFXHEedc8sxTm2IGLBardew985bsVKaR4ZsnVhKLInJ6UlMz+7Q/bPrOgRX1enjmS+SDDE5Deoip5IEACrodVfQaDbRbLLI59aWfl3rViLIKKk6cv8DaO+7HbEgkFYwDRo77Z5NDfpYtHsCXXkfmXDIFNAxfC2mI+OZ61dUxcW+CuJk7zDx7qPciWLyvMux67HXIUuZGHfOWkrVdWTa+4N1YN0C0jCA/X7AqjGvhmxNf9/CLDdL8N1nah1YXQw6E6Dqx7YgNfd+D6ySiUtzrk//w2fw+S98AbUWdWwDMzzsdrG0cGR4EmfxUyI7PZhTq6/RalbTYK9Thc27ZLvXEIDRwXt3b89c9MU4i5U5vsj09vOcbZHhIpi/9rw+HTLXVGDj7kBwMSb5mVY9gRe88Ffwlx/9ZcW6ccqIRKl5HRewxStdWWrgXz63Fw8cmMN9363g11/9dFxz1QiiEUqrkGwRx5c+++948Ut/B+XuitNW1YZmx6Ml1pjnfh55pn4i3sfbPvgH+Mrn/gVXPf5aXP74x6NHDRm53Q73oHBhT4zVaFxrMbXkWfx9zPkbsW1ixAoWABbrdX4jCukMOs0uciwqcx/h2O13Ue9G8dXbH8JSXerfxs4LA0yKryWEPDhmv0/Yc8N9Y7jXrBkoDldR8c4VVAZ7jduetP+E5EvsPIfAqr0s3OZswKpUZHttpBJZfOgD78OunRtwxeVXrAJWvS709xq+w+v6/Rmr+pyQ4dIQ5B/qXxrB0kC/weP7AKt+cpK9aExg65xkF1wymUOj0sDD996JVu0UWpRLS2ZQGJ1ANJ5CNE7Fc8Y4zCuHHQJ+3Y4HGUzPbMH09CQWFuZlisg588Zf/dWzmNXDl773nW9CNptCLp+WyR9zNeYoPrRSLBtin4upSs1Xx0xdtdaJjDA0AfOvUVw5kD9xDFgP4DofA+6bzC1tPY6qC2xqehZf/bcbBUaeODmHdDqFZz/7Z/Arr3gVcrmcsSUJLnasM9IXPwbrlIu/LG4b3jTvwj53ch4fvuHD+Nu//lssnzqFBLpi7sajKew8byte+epfxlOf9hQcPnZM+cPMxk247a578Kuv/nWB47u3bsIl5+/CxokRnL9jM8YLOfSiAU41WnjuS65HZiSLTrOGWJDDF77wFbzqNa/VnrdpvIDzt8xgspCRB0QkSOKWO+7G4657Ct71R+9XLBiNmJzQ2odNJ5Ot4g7cbjZQKa8gQr8EMXIZV0ekKZ4bndD6wPM3Ivma+MaZfXimqbXR+InsfwyV/ENdQorRHEPVCkrDwrd/3heoja3qAFSyTwmoyoTUAFYZU3Hfd4CrmVcxDghJAbAYTilDFaHt8/z3cJzRX0UmpY4swziPXQ6S1AjpmarTiK/zpb8QC16qsRzXkghb59qfqZbo8pz13sOuS37/4JqYO7cR+pxUH2NKdmiMT0woFqCR8NLSogNWe5K8S6WSeNGvvfuc5vgP65t+BKyuubPfC1jVS10+SjaMB1Y51sXIo9K72pjNlV2MVSZUfb6WzBS2RquZ1RYSAavRAbBKAFPtpHRrThhTjQ+2CBFUJCN2Ik3tP+omtpHPJKVJWm20BKxyQpIhS9aZr5Zx48ylE3KNlrapVAiMachAgzqtNGVoEXRh2wMNkmgS5UT1B8CqEsWoAiwDVmmkQlaIlxUg+kENFaPaEyzkZxNYLbds8ygwkYsD9U4XpQaFjyMYkf4p2/MJWDIJ58bopAAAmUaQvUuXcorjkymSXAdYZcDGzc8YrNaWTGC1RqOMRAKphANRqUnXMc3aIWOV2m+WjDGZPl5pyTQrG8QQmBWMo8ZyY2ii3Y0iluzg6T+zDTsuSKG8XEcmyTa+qgJLgmW9Xhr337If//KVsj6BFcAsWwJiEVSaPSw1qBnZxQSB1WRcYDaB1YaLc9lKScYqnbrVmk9gFaZP26ATXzSCcW5+iQiqtRYWKfXQ7mIySykAAqsElXtYqBJYpZNyGifKVZm2EFglIKthGGbzUbze1ba4uCZ5zYh+c2Mi66kLMXV5nQupmD7DM1a5GXmW1hC0M+1dPk+GM4FV6dzJgGoIEKllNWntRmcCVtlyQTMlhlJMVpWwxmL4h6Om23U2DzJWOzf8oVr1WWUslRbRjLQw1yjj8PJJ7JzdjMPtFv7ipjtxz0Pz0qEsjGVw3nQUnUYbNz9UQSKVQzYZQaMbAeXw2DpYrzdlipErZDXeyWSl02oun5fBz8rSkiQ1GEnUqjW13zPBJHuM7/fFkGGSxvFsUgBM5BjocsP3bEiecxhY9ckcA0wxCJ3kh60jjsWqoNMcQMPAmmqh0ah0hxk4MBCiGVwikRTIWm/VZTojMx8lKEAmkdSc7jTKYpwnM0mtZehTT3YSnfISxRyR6vYwk0/hZ3fswRPP341KroXllUWMI8BkgsxCguMtdFn5Jx2WixkFg6mzpGA4prZe43q5tgAfWzmg0N//YeK/mtmyygVYh+/ciVmEosxBNIUuEwfq90oKwFgE0mbkWGPbJivxHR5jScBqVPZVQ/aGlyZxSLCOVltGJDKQApBm6UAJ2reJeZQ0BGKEAyLpo62jLyfqt7uPA9DSBaBk2Xjw3NtPDzYwS6bsWrmklj9xryI7U0iUp8WwVTSUrZ1hotGIRACs/05OBBfU+u4J7XYKDCXshH4/hl4i54BVJ10glq88ap1uaw+RT/3b2UxvvTbnjBJ9vLlWCsAKDGzTH2qWSiOYRmTcC5xcjCR6BEgO2zM1txlsSyd8yECVFq8YzFEE0kO1tvzAyQAMjOUc0OkTPwbaYVDVM1V9karZaA20T7lGejAVzqxOYE7HNJTtnMxkwEsc8DklhDTkqjeciV0UCRY6k2ww5qyKoN5ooFqtap3mGkFAlWuOT1QG18CBlmGQbS3gJs3mIIaRbAIZMliDCKYmxpVsLZwq6W+7L3wULn3GS5Af34B6kwW7IWOV+wrPnwXku++9DXPzh5FKpxDE0mLhj09OYmbTTgHDApFcm6DYPyGGhyKafkvxGLqnEEMd8VgPQdzWyFK1hnKpikq1hHqjhCQSAnpHx8axfPgoTt3xde0znIFc46wlJopesyOAlaC2zAF94kcGGI3aKM9ErfpECtFYAvVmE/OlmiSGism4CtmVRBobLnsCtl94GfLZ3KCQz+ssQN0Bq2cCM9eC7Wtft96k8SCIB1nFpAnJeITXUa1fITB3vft92neyME4AMtTBQn22f/nil3DDBz4EFhC4hzeaDa0F1EkvVY6f9fzmG84MrNrHnXZ9Bgx7/nXIcLY4KCTzEWIKmu75sJDn1w0lng7UCYOqAl6d3AeXv16XzHMvDZHEr7zyN3HDH79AUjo8/26EgJGNLxYMe60I5g/2JZ/1xX+/B5FoFr/08t0yt2JewO/83N9/Fi9/5ZtRizRU6FefkQMMdSx9K876a8BbyPUhn0/inR96H774qc/jkssejWt+7MfQrrfVVeNZo/66+PeLnhFNSDORTqTc7x69m8BqVqBxtx/DyXIDla7dy3qphi2TaZnSWnzRVYfW1+7Yj/kyCwpu9wvJAHiJHiP4hQAWnZb/3bUf+9/diFmLJ5hp4+r9StdEF+N0xqrpmQ+Bzu8FrKaDHD7ywfdj65ZxXPmYK9cFVtd+9/oD+wyFSr/HhPaa8HwMxzZrayzDv63/2QIjXdGTx8h13jNWeXEYdqVSBbRqTey77y40qwv66niC8esYovEkoixCMmYOseX92Oe/fO3Uhk2YmBjHwsIcatWqgNU3nCOwesOf/L5yztExtqCzS8n2ZSM82ZWxzlDXdcN/XUfI2gLS2t/9nmiFq+Eo0vh0e7rJQHhpDOvWyucL6McC/OWf/0989jNfwMLCIhJJiwGKhRH88stejte9/vXI5nLGdpWPhMnuhe+ljxUlpuDGq2QHaPTZauN//9Vf4D1vfzta5TKefNVjcNHu85DLsO06wNe+dROSuTze/K53YXrTVtx73/1qz9730D786Yf+FEuLi7jq0RcLH1hZnsdoPo0Nk1M4fmIJVz/56XjhK34FjXYD5fKSCC2f/acv4y1veY9Moc/bOIndW6YxmU1i25atGJvcgENzS+ikCvjvv/ladWhEncb82rEtNIBFJZ1PV0zVZr0GdJsGtupaxBBLZpDIkHxihk7hx8C8KkIGv/k2SArAd0R5FrB702C+SXUhPPYdG5PAoQMw1wVVxTQlrkDw1BlQhcysrIPIpNX4M6UOJEknELajHF6mVZIIMG1WY6/aOmRxl8WYflwxTuP9ktHXoNPJCsneqNRiLmONMk/lQzHRGaip6+mn++t6xjXJ7RNhKQDGfCpMy+vG/AMErI6PKw5iLkbjqrIMmK14z86oF/3au85pD/9hfdOPgNU1d3Y9YNVQ/eEKwMWAYtoylnEutmTZyXCJRjOcRGKLsq3Ri2RbiyNjfk1/aZipXqOWCzJWpa8ac8CqS8b4rcQZPHg6njZNFCY/ZKzSMOR7A6tANk1gMuKAVSbAjrHW6yJDgWsBq56xGtHnMaGMR/sIJC8AJOX+ZlIFkgKg1iIXPY8RO002sbw61G5NCFw1YNVYL2SsZmik1elipd4WA7aYSg0Yqyyem84KWYk05QGyQaAFX8CqjEeAIBLTe+3h2jQdsBpmrNablA9oiW1rwOpQY5XAKltYqGdLIFrAqlr6ujheayMfxGU2RWDViErGWO1FqTEUR3Gyj5/8ma0YGYtJuyaXzqJD1/CO6arEoxnMPVLCJz5xApVaS+B1NhlDQGC11cMigdV2FxPZhIBvAas1Aqs0aiKj1IBVajXKbT0aE0OYrGMaRTG4oHlVlsBqvYWlFlnNBFZTmEzTaMgxVistjLO1I53EiVJVBQACqxl1UBvA4qtmhP29rqYHVi3xMuYWmbrlOpN8Mx0jsMqNryx2zhBY9QG9QFVJAbB10saMuaw6HVc3pdQyuwZYZWs6GatkEKXIJlZ7hr2f4D0LBGRnfuroOTJWP/AHiJKJ1GmhunIS/RRwsLSI+eoyJjbN4BvHj+FjX38Yc/MtTOX6GB0pYjLbwraZSXz1tuNYrHSRTUfQiCbFzuD5EVjlvWLrBKPYWJCSDmKP9zOTMeYvdTr7fWuTYvWWjvQELFsNBQ9DMXZjf8o4iBu0rqG1oXAd8Y0iBio4BjyfdRu4BSJOO21NMELWySDBdoY7YjUSlBGQPmzt5lsJAGc5ZjJZ1Fp1LFRKah8LonHk4wlsLATYNB6g3u5h/2JT4DgB65FMFOlUAZtzBTz3/Atx3Y7tWK4vodQpYxxRjHKjbtcRqVYQdcUcS+L66LctcRXJSBG0Z5MQjPQzn2vs6sB49XK+mg3gwVUGb4Ypcv0iyzeJSCwlIX+289JEjywdLUdij5Kl1jcwlRqr3YrWXUoB9NVO5eQIdFzufoTaaPlls61wM44lndbxM5QqWKsV5xNNW2WNkepbKI35Y4m7fYwDNX3iGfEFB9+uz2NzF86tZwNQ1a9vLkEXduRgbAMK1w9/DJsPJfBunFlA7NrFhC64FjgPug6S2Rj6ZKwm8gBlCDR+7Xo4FTf7/E989azjr7AUAOfIehqrXtPKt2eJPc/iZoxAJdebnoJJX0D1XbIDVoJnSjpdakvgrRgVUFc1FjXmd9IxEcSccKBsKNiXXmNo/fRzUyxapw8aTsoYyEqvUuuXY1O4YF5FGEqIhApmHqiVTnOjodayfD4vwLfVaqJWr6mjhSAxj496zGyF036gxOZ0xqo/3lVJ0aCVEsgkreNjLJNEPsE1HJiZnjC99GYPAbrYtH0XNl/7s0iOTAlo9Oft9w+Bi/0+7n9wL44cfURmZMk4gdUkRsdHsXHLLrGHfHKvYt0qcILyHD0k4x0kYpRaWUa/00SPrFMCgHGeb1ua141GHbVaGe1aS8Uy6or1yhUcvsX0fcnmp5QNH2QwsaTCBNIn3p71YsfOQiI13lsyNowmUgKu50/R8CGCiYkpTE3PIDY2gWBmO2Y2bcVYPmegk1u/jbHK5OZ0KQC75kNGYjhxMvbV+hN2kMC77/DJ2mA3OS3LHTJWPXCz9t/wuNS50wjMA+SOgUuDtD/5wAfxqU99GvEgwBWPuRKXXHQxquWq/vv0P/z1Wc9vviHImRTA2mMIGxutTiq9UeDgHcYNkj74kLfrI/2wU7sNLbdxOAYr4zxfABjEUCrExNBpG2u1L93sqKR2Wo0Av/E/fhfvfcfzTHKFcRAJF2T+UySoE0O92sc/feYW3Pqde7FYjmNqxyhe99s/g7037Uc+m8fjrp7GJ//m83j5K16HdlJWhQIx2C3hW2AJrPo5ZMl9RMDAzMw43vbBP8I/fuxT2Hbe+XjqT/8UumRrsJrkTjosBaBz4jlSjohruANWL981gx1TRR03r9uJUgOHlhqot0xTdffmHEbphG1lcHXY3Xj3YRxfbjhg1Y3fEEN1GIMamGIT2XeW+D3GgFG7p64ouAaYWQ9YtY8y5trw/R54p+FOCJAJMVq9FECfupL9NjLJPP7sQx/E7GweV195tfaUwdrjtTnXKVLoXoQ8NQcM3DWj3n/WYA0LMdYG4KHd2VVF8cHrQ+vC2gnl40U/H6oVylM5LVBKWXW7SGWKaDfa2P/gPeg02OpLFmsa+fwogiAlkEV3jkmqK8p6dh1jkxgLRbPbMTY2glMLC2jUa7rf5wqs/vM/fRpHjx6SPwTXaeZrjGmldb6qJuxZ+MZ/WQW0+v0gJM1kbNuQnMHqRcQBYMpcXDcL2YuMIUyP/cN/+lf4/Oc+j2wyoyIscxISDpjr8ta86lWvxu++5c3qXOOeqjm4ak0e3j/PDPQMc+55c3NzeNPrfhu3ffNruO4xl+O8mSlsnZ7AeCGP0dEiGrEkbr3rPmy+8FG48rqn4KGHv4u7774L373nXtx31x1oVJZx4QU70axXVUSl4fL46AT2HziOpz37eXju9S/EkWPHsbiwgFazgtv+cy/+5m/+D6ZHirjo/O1YWjiKQhDFRbvPR6E4iqPzKxjZvAOvev2bkMwVlUev9zA0w5+bxawELSPs6pOpqYl5MdaLBVkVoa0nKQRt+3XIAat+rNu4HcaGtr6tPgpb9123lVuvDdS29/o4xuuJCmgVA9UBpQ5gJahISQOBpCqgD4FVmljac/Y3snzZhUIg1Z6zHM0DqxyL1FP3BXweB70yyFjtuLjPOEYsTNj4cnSMQYebwHe3rgxM60KkDc1JT6xY/9as+yyBaOvIc91XTmuVxyxwmM9T1jGfx8T4uGPd9jA/P4/y8rKWADJWGYte/5p3nsU3//C/9EfA6pp7HAZWTXbFbUmuPVdTVG37TLgMWGXwQRYkgS9SwrmIWts/wVTGI6ZDaE7e1kpoagCrgVW9VpqmJgWgxIKbXrsvDU5qvhFYRSKlNjYaTzHBrzVNCoDHdjpjFcik4hIcJ8DHY1SLDs+j20EqiAkAJbBqrEgDYPkysjpkukX3aJliUCuUSSf1xqj1aa2QaodUec4xVp3+K6UAyAClxioT1Wwijlwyhkanh5VG22mspgQetnsG1MqIk803rFBGgSyNp6TR2UFDCxpkaBPQSEsnYUERb5MxVk1HS8xbAattsfBSvF/O4IpMW0oB8D4RWGXlnUkb2/0GwGrSXO/FWHXjgEEb30v/763nB3jST8wiFmWiXJdTMTWs2gJseURx9Etx/P3H5nHsxALSQVw6c2Tn1rvAUqMn0WsPrDbaPZyqkmVKYBVi9haTSV17sjVpXiWN1WYHTYFrEYxnUwasNtoCVglYT2TSmEwTDG2jCYAaq2MEVlPBKmA1zcBe/dzDNla2q/FkuZiKdRU3nUDqJGozicRRqhKA76OY4vWxgLwkJuVqYJVXQOZVDrShBEGjzXtK+QCnze1YeesDq/zuKNLxCJI6RgM6DHuPmKlMLIZPnyNjtU8pACZA3SY61UV0Em08vLyAWrOBzmwU//jAUXzpG8fQbcaweSKPfMoCp0dfch6OHW7gnn3H0Yl30FOwx2A/inqDV7yPIBUYayyWVGKdyGbQcrpDaSblUaBaqqDjJ620E1kZ7Tjnags1KCgiXU6x2wkuOzdytS/6YOF0YNUACs5kA1C50et+2MC04oVrf9IG6rUIuW6p5VkvsgRZTETeR2OK+2CDsgDFeBITmSQSQRdLzRbmGx2tg6lYHxOZADumJrFhwxZcs203HpstIIcG2t0G2o0+Emw969cRqayg26hZ4Ol0VsR+5DyQYZwzgBITyII1I6cN9fJ8crx6KXcJ2KAErsXC1gr11djPNAeIRD2waixNSprQsMM6C3j5zSwLbKduVxERsMoVhuxjqeXZ8Vjapk4Fza1QME1g1R48+BCwOjggM+47LVoUfuor9uGWSAes8vh1IsYU8KBCj62YvqXIs08HwalLVAXu+mDU2vt0ygQ3ZfIiJyvHYF19dfU6p93kW3598GvsILauumDYMY/8XqlrpzFJzYks+vGcAAjT5ZNJ+wBY1VX9+NmbV60FVo0JYPpbXsfUA6uqzFM/1+11HOt6nfZKmxPeUdbO2xyRfU+ifnf7ENdQGVax8BqNqU2KRna8tE0mOc6cwreWiQXhADoP0nlmhbEZTKPRP3y7mApe3LMcsBoGdtTO5TpJ+Hr/eXwPTfkoFTBaLGptn5s/Ib09xAKxVPl6Bv6UBeCaru6PswBWLV7qIhnEVbybzKcxkUkh0WthanwEkyM59Kif1qhjZvsuTF/zXERyY5BUpLu2ArocY5X7077v3otH9j+gy51MZCQFUBwtYtPWXSr2WD5l98iWCwOCuTdTmzKb7gpc5e88OjJYmDhJL7rX1vmyGNzuNdFv9bBUqWOxtAxUSig9eC9q5Ypkg7RGdynvRDMxqisbo1NxIK+RmI0ENuOKs8rNFhaWK9oDYjR5IFszP4ax7bsxvmmzWGC9WAozM7MoFoyxqg4RBwb47ht/74esNI7B9dh3fl1fH1j1oDs/zyf0AoecOZkfQ/5fC3xWMzvDx7DezwbGO91gavirLRZ4z7vfg6/961e1l3z0o3+On/u5n1URmon/9IbR0xeXH+CZZH5m/VdpYVqTdXsCwECJ1OaxnYPEutya7fYcp32nsegZZQP2mjNNdSCfrZsuHRbgY8ANQXHGKmpPjsbRrCfwxje/C2974zNsH2McQ8ap08NebgDfub2C//i3O/EPn/wSji+U8KLnX4Y/ft/LcPu39qHbzeIJT9mEv/rwJ/Cbr30zugF3G7JT1TfmCuTcR4YtppoPDljduXML3vqBP8An/+ZjmJzZiJ983vPoJqOYymv3rdVYlSY+u2YIjMTjOubLztuAndNjGv/cBU812jhe76LBFh1EkY/3MJWJoZiKSX6jG4nhG/ccw9ElahsPOLEWu4fMq/z89wVF/c7oRHIa3qjWFxSG6E64ocLrqA7GsJtLtkdS439tQcJpl/vxEgZWte8SGKNGZAfZVEHA6obpLK656pr/b8Dq6sLIMN+Unum6jPFzAVY9OG1rYK1iGtN2Q6LqQkokcyo6HXzoPtQr8wIweYtWlssqFAwlfUwr17Pt+K8Y0ROzeOyTfxKzszNYOHkS1VpF69nrX/OaH2A2n/6SI0f24Stf+RcrHDgWvzfJ9WukQFT7xTUK+bnnc3djt0qqRWadThtWwKrXUrXv9p9jhAaufbYWe71idv0dPnwY73rH7yGdSGJydFRzQKSTVhvxdFZ5Guf9m976VjzxyU8ODWUvv+XnqYs/e4z7LV70BWAyAt/25jdg39134CmPuwIbcylQ4m12cgIjxQIi2TwePn4KlXgal119HQ4dO4p77roLj9x/NxZOHEFteR7bZzdgpJDHSHEUp+ZOIZVIYmrjJoxt2Yodl16GucUVzJ1YQHXpFO65827cfsstKKTT2LptFidPHkG3WcPU6AjSQRr7Dx/Hc1/0MrzwN34b/UhikHOvvWM9Sp4M+E6cOwQs2+h1qsphtUcrpgqQSGbF5B9WdMK8YdN9DsuFGKgajqHXGVKDNd+DsC4iD8UWPhbS2HfdtQMpAJfndnsESNl9ONRclb+FA1gHbFXXeaQYjj4ofJ/Tb2W+7MFyYgsZkm1cfMPv5j1mXCHA1BUJGFOwaCzzcXYFk4QTIzZh/gPDQvvqsa0xGpYwWefSDNZ3nwPxS72hlyOPGGHAxqK/JolkgNHRUWRzWSMFdlo4fvw4FucXlJ/JUDQI8IJXv+Oc5vgP65t+BKyuubMeWH3pBdRYdVT+gZaaLdAEJjj4zS2diSAp030ZD/XIcnFVCjJWqUcTCMi0FobBQ8YXBmoQMJNbL0FVtvITyCSoJYZrX4F5vUWToB7ySbYZBgJC08lAGClNFPgaztEgQSkA05mRNieNkKgDRsFytiozAXAbBgGzdDwmxioXBrauxeIBSnyd3OnJUO2LwROQfcOKioBEyh44INl7qTCpIKuOAG+vJ2ZKPm1JXalB4JfATFTapQRkeSy9eBQj6YwYlPx+Vk0JGkbEUFSdldgXcwAAIABJREFUX238SbYud5tKgNhWxOvDNks5LvpA2TlK++5Whg/1RhulVkesIRppEbDmQsWWchp0xaI0nzEAnIwUNpoLWK239Xq26AesJAmEJKOV15TgVx9XXDOCy64sCvQma46M3l6PLQ9uo+zFELSBb3xjGd+8cRnpbEyGVPxGGhiRsdpqdTCejUssvNZsYaneUbs97xk7qXiteN1pMqZKF6JitjZ0kYGJQlqsWjFWG13Uul2ZYU0xm6S2VS+ChXIdYxmyplI4tlITozoZ7Qiw9NQ/c/e04FrAp6uQiaHs9IFsQ4pipU5glUZkZJOafnCZialLpsKMFplXqbU3KkdlVnUdtKWEzdym2fLJttS4qn3LdTpsM6ZxwCrZ0sR3enQuNcYXj5tSAESwzxVY7X3gfYgGfXRaFbGYWuk47l04gZOVU6hPJfGle47imzcdQyoRxcaxOLKxJObKbVxw8Qi2b9mGW7/5CA7PzaNBTb6OscAJKjY7fcRTaeQJXARZrKyUJNdB7cpkKo5mq4pcKisjCsoBtOoNS4qka8iWXGvBkArmgPXogkMGKqzx0uiHYI5jr3JDH+QFIdaY7o4YvgxymLSTQ+LaqJR8GiPUzOf6YnAx2ZVEhmOueiZLKk7GLJ2xacxBzciYwIhul0UYjk9rd4yjialUH3tmJ/HE3Zdi68bzMDuawlg/h4DgVd+YuiiXEakuod+qquKrlnq2hvd4fEMNtuGK6bVkQ0uoZ6L4gxwuri5MdqD0IOiwoFYsMFZqNau4yNOtmjpexlIwxoP9PEg+yBbtUpi/hn6rbtpQA+On4THZ+Oca66o97k+zxNwN0TWGq3sMC3cGlvj3D/6uaMwzbTxYOgRYw4VqBrKDuDYEHg+CV3+9woyDwc9kr4eSVdfyrPMf4DQ+uPVMYGf+sqqbw4PXPACvh2vgtCQBaM3n2AS6DjEavGXQH7ifO6DDMy65xv/92UsBFLIECodt+p61yaNiQYvzjW2N3lTAkpuh2dFgbSSe7pJ/FSicuYSSLf1sF8eDeooLpH0aQ5p7W8r0T32QzlNnwEyWKh8D+RSXoHl9Lp84WoDhjssZYvl2sabmvbveLrEUA4FtwyqiGFDvQYYgmUQ+n9XxkK3K72byW6mUNfZT1DTp9dGOWddKj50m1A5zQLJnAvnPC+tphxNdiuqweFRMB5gsZLGhmFOiVsykMDNWQKfBpCWKC57yLIxfeDV6bYLeFqtouA8Aq6hc5A8cfAQPPHin1lAWrGjmxfV109YdyOdGjXWuOWvrGGMNtvznUz0UMixoU4KGUgBsuzZZFb2u1TId12oNyyvUwDZQcHFpGbVaVXFPc6mEA3fdA9SrmvNNXttIoGI1YzRqK3OZ9sx5FWoiBLz7MiWtNanJXVchOt1rIb15D0bPu5RaFU6AIYbNGzejIGA1xKJyRU+TlvJGHkPDKhUmNDdNq1/nws4c6eomBIwTODamjBXpaVa2sLiIO+64Aw88+ACymSx2n78bu86/ABumN5hhBWdtq416reYYW84V27HELEaIIN41PXbTRfasT+rZujHnHIdHCiOolep45zvfgW9/+2ZkR0fwj5/5NJ70+McbU4YrggOTzzbJCgobDfsN4ahawgZSL65LYICxmjGftPLXPHjPhnuo/VEFSl/iCc0z+yMvv2kueoDWCpoGANo6z3tjGo68WK1OHm9/5zvwut98BmKuutztU/uYjKQoji338OVvzGG5EkO1dAqtUh2XntfHM5/1GDx033GkEgWcd0Eef/yHf4W3vOP30U9am6pVuKyYYEZpXWk6m2a0A3C6bVx25aV43dvfgk/+3SeQDDL4by95MeqUGeG5D2afdSsM1z/uZdRY7Spv4H+X7NiAPTPjYoPz/tX6fRxdLKPS6mNyYgTdRlNaxOOFLEbo0NWL4Jb7T+KBUhuFSF1xSLOfQIKkBhZBVHQ23wJqzVsMam3fhG4LNH2VbEdTshrMW6Jd0zBXqVWSLG7fDRUc/C3WPRGRxPIxgjxK43itOH/Yqhx6aE3VoHKMLumEd5HPZPBXH/0ztWQ/6dqrkKCMCtd2PyA8O3L4xaHIJAzyDEFOazcJFVT9Hhw2qlmjpeqg1zNOF4HHa4Y4u4B8gZ7/2vrgNFbZhUjpp1RButHHD+zD8qkjIgZ0GjV8++ZvSWuSn2EK9K7rUV9i63an3cfszj346Rf/CqanNmBu7gQq1RWtP69/1avPdmrr9X/9vz6CQ/sPYPfO7SrEikzh/QEGca5BRv4e21psOYefh9qfGU+vMbCy6+4kpgaF8SHjldk5z5t7BnPPXDaD+++9Dx//y7/EpplpMUinx0cxMVJENp1FtlhAMpPDwnIVhQ2b8PyXvRzdKDsqrHPPNjevv+niWYJziuU7A4ke5kM3/MF7cOuNX8OVj74c1ZUlpNDHzi1bUMxmcPjkKTTjAYqbtuHapz1dDNdbvnmT4tKxQga33/INRFp1TI+OYGZ6Coun2LpdwoUXX4rNu/dgesd5OLywiMVSBaWTx3D04H4cOfAIot0WxseKKBSyiETjKC3MYeuGWbQiAS594tPwlGc/TwXY00tWdmqMPVQcdvEd85JarYJOgyZmVtJQbhcNUCyMyRhtkL+v+VDm2GabO4wK3LI7AGN9DK4yvOYqu174mWYCK0oCyRmM24XosiBuRrAm7xI1eToXI3ngkl08XWqtSmfVJAI8mNpuOfCUz3f5GoKv1OdnoZaFV+vulCGWy2+TQYAc9/uB9w0NoFZQW1xELBFDs01Jl75k4bI0RG41UZ87gm5jCf14Av30KJLFCaQyWXWc+mJg+JK5Lec0cytddSfd5iehv6bEhLyJl4x8PbCq1JCYVhvZXF76qhZLk6/VwJEDB7Byak6FasoEEFj9xVe9/Zzm+A/rm34ErK65s2FglS3PPljyCYycLum865yfOX8ZXLBLjOY+3Lw5yAVORC1ZI9OLiaXpuQxbWcQEiXCyh4BVAaPUWqUsgAGrDOYbbWqT9sAu73SQVOtcKggEQtZqDemvEiA5DVhlG3JA3iXbyJvodPmdBhowWCBwRHYsdVOaNGMIklipNcVwJbtSemQEVUVnpyg98xNqrHaVwGhbci2OHliV9kYijkKaYGMfpXoLbPMn25VgIQHcar0pZljGaZmyVYk6k2QAqv2dWnIROiobw6bdMdMmfg4BaxrrkFhlfCJzO5FEoLufHlhdCQGrPPZonBXGHmota7NLsYrJYEHaQRCweqLRkasxmby8cmrmYtVf2qBdBCng2h/bgJ3np1Gp876SycukrCXnXy60kV4MyU4PBw7H8fnPHhDgnAnYQphAJ9LGqXpXm/VYOobRXEqs02Xqp3btnvNYpfHKtk6x9CIytuLx1aVjCUzkUwJ/w8AqGbBT6ZQBq/0oFqsNAatkzBxfrIlBkYq2BdwOQZ1QFOZcwOW95IBVu79scYig3GgrQKGGFtv0eQ3JzPFSAOFEQwLxrr2R91yu9C4I5aIuXS+1Cw6lABarNLgyJi2fp8kWGat8I6UOvAYsCxEcb+cKrHY/+H7EUhF0m1UF1t1cCntPHsLdxx5GYqaAr95xGLfduSyAffPGLGrtFpYrLWzbPo3HX/1oPHjXPtx6+31o9lMDxUyC413EkM4XkMnlFIKy0EKDuWpl2VqCWcQgJkxH9HYbtQqrlmQbOnakWmA8UGAgkyFbXDeY3JiWmbHmqPPJBGqtftMgL1LCIkM5tVAZsGrBJB+WlFubCdue6ZRmzEXJDTj9Kh8Q+hYqHoNYCgS6CaIQpGFBut/F9EgGs+konnjpHjxhx0XI5EaRjkVRjOSRRgvoVYF6Gf2VZfQpbM+WcaeLpoBIQZFrax84A1sSG2ZvDJftcHgRZnJ4RqsHNBXV2ujre2CVoZsBq5F4SuC4b6MdBC8eBFT7OnVf6+i32do0lCTQZ4ZASX2Tk9nwf5tthhgjqxhOw7k3ZK4Mz8mbfQz3DUv1B63Aw1tvz/kkchVjy3+eS/rXHOsgD3T70+qszJXT7cK5a+hbJx0Iug7rSHIOYmU5RvXAXGsYeCuojqWcDAO1XE2/0jOQrc21f07AajGXHICmXiPRWsuhAg9Z0SzmeFMBD6zarFi979PJ3bNWhmvm6kzAs3UJrBqIZaZS/HcgHeD0tDzTJwzIyOjItf4PmXR2Z7TPEXRTi//w2DqOweFfr7XAJdDUheWxmuEd9czjKBQKAlxU0Oqx4EhAk6Z2DcmspNXu2UO1w32opzmtVjnGOA50C5//mYBVdoGwS6SYTarrY6qQQbRH3fIAm8dH0e9GML71Yux+0jPQShXQqXENcUCWdwd2c4qt44cOH8Q9994uZ+hEEEMinlR72qYt21EYmRBYbwmdWoZom4FUooN8wK4YGvYZW4YdOrVqRdeDhkpkSxJgmJiYwMoKXXrbuk7UQNM8ivTBROrgXfdgcf8BfTbNI2l8THO0fCalrg7GSQSLmIwaK4ddPZwUMRV3Kw1zaY80KhjddQmyOy9CI06XbdM33Ty7EcVCUXIvQ0YVmfMRjVMfg/q1xNg2bi3jd8djSKaSWusPHj6IAwcP4LLLLgO1TXl+9Tr19Cq47867ceM3bsTevXvRJHAq/bY4Lrn8Ujz6iiswWhzB7Ows9uzZg3QyJXBVMhUdA2iVPDsmsSWJDszzbdCO3a19XZ1DfYwURnHy6Bx+753vwN333oXt5+/Cpz/1STxqzx4tJ4x/w+ZZZ5NopYqrGau8Vlp7Q2NIjEhvZqTL5hNT+yabt1x3qEvsARkHXakbbViWOn3/sfeufd4KZ75Ax73GwNd2K4WPfPRDeOmLr1VrPWNXA9YIrsRweLGFr992EtniBMYKcUQ6XVyyPY5CJoITx5aQQBozGzP4vTe/F7///j9DLzk003InYy2lBDxZTNW+b3Jk3XYT1zz1Wvzqa38bn/rkp4BOFC/4778sszrG2WFgVUDFYI+QbZCAYA+sXrh9GhfPTCjeJkmVUl+HTiziVKmFjTNT2DiaEFOba9qmkYwK599+eF6da1fumtZ977AooeSpj35AsgOwuFhDpVpFPE6hkL4KHNQn3LlpBuVKDQ8+cgSVGgEMV9iTTJa/jxYfRKlrvB5bmYUrkcP4XoKENpY1Oig7FnqsD6z2kM+k8dd/+edIxeN4ypOuQiIIrDC9zn4eZqG6I3Qs8/C4c1/q5ko4juD715sXw8LrmeCt4T4dPgYBq+7B57n26fxdfZ2UB0oBdFs9nDj0CJYXDiOqGLWBW2++CVNTE0inA+U3KoSSzaq0yzw9aMY2Or0RV177ExgdmcDCqZOoVkvas9746nNjrP7pR96Hg498F+fv3qkYUd4Bik1Dmuf+EuriEbRz0nCquAxhOYJ5Vi+wNdbvo8ZidXtqqGNCIJLY0iYVwWmay2TxwAMP4NP/62+V/49kk9i+aRZTY2PaA0bGx5EIUmh1gA279uC6Zz4HkSAj4zp1GDgTJbE4Cb5Rl1Ma5syHayhVSmjVqxgpFPHZj/8d7tl7uwqJ99y1F8VMFlMjRWSSKRw9fAzxQhEbz7sAT3vms5DK5HDTt76pwv/ll1yMG7/6JRw/+IgKmakgaes3dZ5TaTzuuidj03m7cWR+EfNLy+hWl1FeXsRD996LTr0mCaepqUmMjk5g6cQx7Ny6BcXJjchv3olrn/4MFQi9NbfWz4HfPLtljQxCUFJlpWgXjZoRVxhakuBBmS1E4sikC4gn0pbrOf+AoRRWX2Gg9D7dfbSx6vYb3uqokXKkgU25nRjle0iO4PU5gla1huLoKEanpxGPdrC0cMper4KKaaLqIx1r04OnjHfY0s9OFl43AaRionr2qplUGaOTRleu/d+BqYPYLqSdmkxEkM5knQGvtdkvLi6hXW+i1qwixVZWd2zpZBq9lRWMoIuNkznMLy5j775DiBcmsHP3BWirS9Rym6FPwpDMG47P/FoR1o0O71VeF16kKWe4ZbGFASm8JoyzxifGzeeC59Ru4fjRQ6iunJJsFhmriUSAn3/FW89m6/6hf+2PgNU1t3g1Y9UWXR+oacwpuiToZACoAA6yUDywKsaqAatkOkYJTEYJhJj4tk+QfQGRgSVxESYvnPRirHKzIhNOwKpprNbbfSU7dNvNMAFqt9VuJ1fzeksGV2SWkEVBpgUXJC4QXOCSQUKBU7VpjFWTuzcqeDJOwC8hUISGC/EgidIZgFUBYDFb8GQ21TGumi14ptGm9kkCq/EYChkyVvsC4wgO87hoCkW2YbnaFDs2k4wgnbRWzFqHwU8gw6Yo2XhsKSRzl2y5Hpm7dIw31omMlcTq48JMhI/PW7VS90tSAG2sNI2xSmZuIkZGLlm1ZJKQxRIVizbg+2hQ0SczuIP5BsFwyHwrkDkA2bu23hCYHp+K4anP2IKx6ThKKy0kk7aBd3tN6UqREUWxxjQNw8oFfO5z+3HsZE2auGLlRbrGWG13MZ6KYiSX0rGeqhGAtntOEJpsVILMBCc8sMrjo5QCA6LxfFI6rLV6G4vNDmqdLsYzBFaTSpzr/QiW622MEliNBzi2VBNTNB3rgP6ew0XWA3gWnIjBSPZzEFfyLVCV1TsBqx0lgNkggrRaaaKosu3BtdWtBVaVokgM24xQfHgn8ykFPmRgRgU6MuFdqnXEDBYrRhIOQNLBOZRLYMst2Ze8V1zsP33s3DRW+x/6EyBOPeCGKpq9fIB7Fo/hrkP3YGrHLD7+H3fhjvtrGAlS2LyxiBPlZSzX2igWx3DllTvRXGli7x0P41SpYQwosr/qDTnn5pgkxxOab/lcHjGaiJ2Y03WMkGlN0CVIieVMZhQNZQSfepa5F+MfJG0GbimRlSlNoFWLwKxlu2cAVn3OKIA0bs7USo6tddAYNQZIKPATU9QySdOJ9uufvYfPmXREX4UVnwhwPiYiMeTiUWydKOC88Rye89TrsCk/jn4kiXQ0hXw/hlj9BLqNKqLNEnrlMnUtzBQjFmoNJ4fcLY4CL4XlhduAHEV+sG6HqRlDYHWVu7VYVZ7tyc/jOmzJmViq1HWNphgZmvNlCHgcJCccb0zAqBfVJvDCRM6xe9bsIQJCvHWtZbwQY1UJfjixOj0pt+XUA5e8H/5n/z7P7HPPO/aVHefwtauTSz/rKKewxkU4fOyaz34tCBdbhsfjk0T7NwRe654NP8wwP5NukL6L4we7JvUBy6sfTck4zLfdObs7h+2695+DFMBoIT0ATcOgIBNxsa7ZFeDYpIME27HNlHz59v8etdMNWFTiHhKcHRRbQ2w2SQA4xrd/7QCAcoAP/+7BMs9Q5b7sL9964K1ni4bHpsz3XADviyC2pho47AFdaScnEmIXNFtNYyZ228ilAhTIYEUPpRrBP5hMT72ulsYYNcUZLzgpgDDgy58JmNipD5NZXaN+F7l0CsVMErF2wyRrAnY5BNg4nseWXY/Clsc9F+3cKFptJl6mWe8fgznHdSWZxNGjR3DnXd9Gt9+UpA2B1XQ6i01btqE4NukMw3hHu1rLY7Eqsinqurbxf9l7zzDJzupaeFU4Vady6Nw93ZN7kqQZ5YCEIgJhwQVjMJ+xLds4YWN/+LEfTPZ14l4TPuOAA0aAwGAjRLSxsJUBoZw1Go00ebqnc3dVV87fs/Z+36rTLQmQfO8fW/U8o1FPVzj1njfsvfbaawV9DUnqmMDJ9bbbom9GwJDXSrYP/x4eHlK5Bpp48rv5/QI4d0IOCiemcfC+B9AsllGpN5AvlEUPLZtOIBGParwi+yjPJAKsNCHh2ASwvLiCerUmbGBftYaB03dg+KyzsVANgL4eZJESWE0kk6qNa+aXaKwayWHvErXzxrqQk6VKvUSenQcOPIWvf+1rmJmZxjXXXIPx8XHMzszh6NFjmJ6awvL8ghjKcH6TvcwZJ7IYBPQN0z6ZSWNychLnX3ghzjv3XPT39asMUJ3Jssr7MPlsE0jmDmDMYuw1im6o6V7iOGbTfXjqsafw4Q//KU5MHcelV1+JL37h8xjO9inT7IdsRz8q+3KTI9o14ClsaWJojxADHJkY1WxZHlaPAVANadCuMX16dzX2qpTmguQ4MqROmxt416d0hHlMdRivyNpBAu95z3tw7TVniXGJdsJrFw6BS3alreSbiMXpvsyzpgWnzG6fGqanl0SrNzMUwedu+CfcfMudaDnm3pm9116LALbmPGAsyeSfLM3Xvuk1ePtvvgNfvfEm5FeK+JXf/i0UyxU4zE/WUBx/OLC6c2IAp48RWPUJI6zS7mB2pYr55QKSbhiTIwk5V+vtNmIOdWR9uP/QLBqVKi7aPSYxd6MTkBiUi59SA1IulK58oydPo9RiSdYZ11e95ccTR05helHNYAlEM4YRAoaYDRo9arMfde9ht+gnogY9ky4WSY0ppDV1WrP/PIex2kYiFsEXPnO9nMlXXX4R2CbL+87TbW1B1jt/7P97YpPnAX5/2Fx/fkD/+YHVLii8jldojX3s/kEdbXmuLBc1WiWwyhBn7qQCq7wfzPMeeeQhnHfumejvT8uewRymRUY0CSDMVyhpEeggGMtgw/jpSCYyAqxSs5p74fvf+Vs/aik/7++v/7u/wsGn9yOTTSAYUPCM+55XVd+ufxOMdoE4Ww6261IK6OZhwTorfWRfKxGLLO5erCUdH9RoDzqolit4/LHHMHN8Sop09BEZHxnC+PCIjAFbvsULot7B5tPPwI6zz0Gj7UeDUmmMmRs0qWTnZUNd5UWjkyztBiq1CurVisTy6XgCTz76MEqFPJoEsk6dQiYRE7xh+9YtCLaAXKkCfySBeF8/mv4AVksl8R3ZsWUzDu5/Eo8/+ABiLgk2TBRaUuRN9PXhjPPPQyieRK5UEm31SKCDZCyOJx56BIcPPoNYJCIkbhpxkbE6NJBF39gEtp91Hi644jIp0lm/mS5wx7xExolnhGqP84woV1ZRKOSE6czznc9hccONJJBI9wuwKZIpHhkTvWCN+/n+QvAwsl8K4vJcbSsjX2Q71NzWdWN4bP8BfO5zX8L89DQ6VRYOgdGJzfiVt78Nu/fsRi6fk4IT74Po9Ernp56BNkbjvdDuTAVTrXQA5YO4j5IgJPmwsFit2RU7oPSadRyMV4aZS06I0oUqtcTvy9iDjNVCuYZINIJatSIkJpddpOwALJQxHE9gJBtHqVrFgWNTODq3jG279iCRTctnWHkaK+nWM/ey/BFrJPHCS09zPu1ssNqwuu1pbkTgNRAKIZ3OiJSBbq1trCwuoFZelWsWYDUUwk//6svA6po4rfPc0tpL2gT/q7zIAqu/sMNKAeguazcTwQ1bBFZVL1MSD2nnJ6NQpQAEICWwSiCPB44cBUo91wNftdNs1YEbDDdevo7rna38LEwIsOrn4dZBpaGt0CHSr8NkljSUzRikwypNEvQ9BFg1ronWVY7mTRZY9TJWBTwLaNs+N0O+ZzDoihQA9U4pYUAwkoAogyHRwjTAqmWsCvNQsB2tKEpFqk3XXT+SpNd2IGBcTeQTIMAqX1MoVdHyO8i4AVASlFjhfB2YJ2bhD4pOYyoIEcHn5t9u0OCnhVpLW1EoS8ANl9ViMdoS5oOC03pA+kQTcw2wSrdpR4FVatYymY+wci5t0AFJIJk4LdQAxwdhgzp8X5EZIAjVQrXawq69CVx05Qhc10FupYxUOiyJR6tVU3MvcTT3I0r5hdUgfnDvKh59fEnaB3mMcMPKNXjQtpB1Wfl0BdBdpnFGm/VAMn4DSPDzpZVBtTWrnAd11aLl18zGw2IIRpB4pdZCmQzYqIOBSEjZOW0f8tUmMtGgAKuicSUAGA27LGuR77wWWBU8TmQlyA7qAatkMfNe8j4zYKapFK+2ItVXT6XYJDr2XckE5AFlzT/Ubd2CSmwHUykAEfWuSDO8AqsBPWzCplOKEghcK5w/wsH0B/HVU8Yk50VsQKcK88DffkIq0gImtpqoux08uXwSxxeOIrtjAz7/H/fhif1lOL4gBrIROVhWyjUsrdSwdXcGkxt34sn9h3D05Am0mmydD6JSJ9O7g2gsKsBqoVzC4NAw3LCLqSPHxZBJOvVEloK6OxFJ8ujQ2hBHbwWqvIRCDV4ssKrgPoFV/osYZMh+0msJlrvpbSezGSDb+TjHOXasKEvbsyaAkt4JgKe6bwryknHv0Sw2AKdXa5JPJDNOQIVWE4NuGGdtGccFO7fjon2noVZsIRCKYDCSRbS6iM7CM2hWKgigQQQDPlKwDfgrTX1MQG2reLfy1ANEvSBn73Z7gVX9LtrGJ7CfeZqtq5vWN/mORmtN2DmUVAmbdnTrMGtfagAvrjmya9t1A6z2tF6fM/XMnuRlMymw2gMoeyDV+us3wKphh3YF+SUZs6ZivSRNmsxMIcSCxWuvpweqmnRBh9zTSmef762A97ILIggWuH9uMreWGLsO9JZ7aEFVD0DcbdckqE19W7bLKwtF0yaDdAidpgl8+c4Xsbr1qQRW1Vld2QV8CFhFtpR0Q2gxR84Qj7kW9x1rOCGBswTZHufedcY/dk4q6KryOV6AxgvGrgdhvIG7t/1WY4S1n2n/zb6fsEXZ2mYYNXbdC+NRirQ97Wyv2yyd7amXyHONrbr96YR0l7BbYnp+EYUa5WgYw5h2OmkXM0wRD4Cs49kDELzAEosliVgUaTIxKiX0JyJy7seo7Rp3sGXvhZi4+G2okq3cWBYA0muI4QVw2UEzNz+HRx+7D9V60QOsRjE2sRmZ7KCy8SXmURA/ElyUgnE4yM4WjVta7BxgR084JGNLcJXjz7332LFjyGTSmJgYF1kAMleZCNVrVVR57JfKeOru+7F0/JR0CyzlCyjX60glE+hPJaQIKjxrc05xf/YHQiiVq1hZyiERjSGVSKCytIrsrlFsu/hC5OouZueqMogT4+NIxJNaoLMmK9xD2BVlWMjriz3s7OF9vfvuu3HvPfdgaW4ey7kVcWGy0KVBAAAgAElEQVRmuyjZsGR2kalKDd2o62qXgUkI+d0JWulaU3kKu6s0Wg3Rrt152h5c/MpX4vzzzxNNXgFUjZOxEoh6EhV2/lmQSjpLOh0MDgzhzlvuwsc/9lEsryziZ3/5OvztX38SUZp0iJRzj1X2Yhd5LLXBbmnKRpO8T5PtrgSGLpw1b60/eWIeYUB59kSTm/IZymlU+RzvPZBd23x/7zhIIm4MxLSG1W0CBloRDPRR+1A7zsho1m4SxiDGzZ5neZt6fewCqgkJgqAovWUl5nGoVc/iEM9sLZL09n9lMnfYGSKTUYt/6unQwk9f9zN46y9ch299/Vs4cXQK73rfe7BaLCEUcAxzzA7TCwCrfspl+TA51oe9430inVFDQGLsueUiyg0CqUFs7o8pSMACFbtR4MOjxxYwV2jhkt0jIu3EDjvG/aLSKgVdawxmO9YZCxlzVTLIfA4eOzyHQ9OLKsklBAzKZNWlg03nnx8taSHutcvaUEjkvtBEpVyXoofcVZ7lArCaaeRldZoWWtljKVXQ6SAei+BLn78BjWoFr77qkucFVtfP4V56rWe39/HSU2/v+b/2E18QWDXxlCU+EFjVLg31/GA7ejiaEfWe+amjyC9PSZ5E0+P777sHl154DlLpOGodFs58JB0qG7odVNZxoIVQIo3xzecgncpiYZEaq6sSF79Uxurb3/pmbNvOroQo2uB6UI8G7Uy0q1jjp2452Ejx2L1Y9lNhNps4S/ZXfYUtQprJo6u+G8IogCaFy1YLETeC+bk53H/PvaiX1f+DTEzmxRuGh0Xea2lpQfb5WDyJka1b8crXXoNoIinSPNVGXdrOmRuqXI8aJ3Ftl2gyVamgWauKvB+l7+753ncxc/IE+rN9MkdpiLeytCQygGfs3IFoMgVfOIJANI75QlG8RPqzKZy9bx/uvuu7+Mo//TPqlYoUj2NuBPVqHRdd9kpcevVVmFlYQLlaQ6VWFePdsaERPPbgI/iXb34LfamMSMo02enpo3FRBEObtuDn3vEOjG3bLNfYLSKYTVdTCFasKxJftagNGgyiUsxjbu4UmrW6/ExtdOZHoUgcw+ObgCCrLtp9qUQIq+kiQUd3Yiv2ovebZ71IDhBYlbyFTOsYlpdX8YEP/S/c+OWbRH5ocmIY0UgU80srOO+Cs/Cu3/tdpLMZYQbXGzXtFuDeaU2aTEs/gVeJ+wikiu+F3iMFUhkbrW33t8/jPeba4RpXNquVy+og7DJnC3dN0arVmpzJ4XgWswuLePChB7F9y0bs2boR08eexcyxk+iLpYXIMTExhkK1hiNzCxjbsl2M4WxsKMUoKxsne4uR4fGeTWYU19NP+M+kxVn5GAum6lliWLkdmkR3xOi0r09Zqxyf/PISKqVVZazGYnBCDn76V14GVr078cuM1XUnoRdYJcjpNZTQyWg1VlUL1QKrrbZf9DG9UgBSZaMumLQCqB6Tznll3cl2QjCypUxIgRWCbIYlqKS6pnyJlQJgwkMQkGwQaVtjIudQt7EpbdICrIqrsbY68GDgwqNO6fMBq7yWkI9ALa1oOrLxk7FK53dqeTj+AEK8Hr8P1FjkexJYZaLF3zeYcAmzh1UaiqKy7ViZsMpODckBVKxSO5WmTNSIVVmCYrmGWiCANA2tQiGUW34cyFdxotqRw5vBVzrsw6AbRH84gCgDcG54tQYY3hG4tWTVNsfBgAtGcqwLrK7WtA0yQvMtgtw0/DDAqlS6qLMn+reWsdrAYo1ALQFnBVbZXkL9SLqDUoPoklcPY9fepGi5FFZLSKUSqNeoWVQXYJsVSgKrMfhRXK7g2aNB3HbXKWHMsEWSbYIKrDaRcX3IEFitNbBcaXSBVd5HkQIQB3g9ZHiPa9Qq1U47ZKJhAX/L1SZWaNRF86oYgVW2fzSMSVZDwFa/AKtFATDiDtvrzUElwaSGJbKpGsMgfqqVArCM1WbLL4k3WSoEVqmxSli6TCMQw6q1FfEuuGDMG3jY0MBKlS2Nbpthyci4hCxjlW1xQo2RwgXHIezTQgSlMMg2bIpWo2qG3jS9Vh9rfWD7fD8LsPo3/5/MXx4iBPwbMeCJxWM4XpiGM5HCbfc+i6cezknLUzAeEKF6tnQ8eXABycE2zt53OlYLRTz48NOoVILqomiYKdTK8QWCqNaqiGaS6BsZwfTho6jlaN7gR1uYXmqCwkoyq9IEVvXx3CPQBoJCxpHii6PrW4IPrj0F3r2BuiSBFgiRRRFQXVTOJgFW+VptK9GwRhM8ssDVjU5Z79Qe5pygTEi3/dzca+5nBJJ4S+kuur2vH1eduQ+X7D0dg6kk2ojCDcUw4HPgn3kQnaXD2kZEIzleckPBDjZFUudN0iwWmKR4ZdhGwsZlErQ2Obb6ps9JTrrt6mpmYJmSCkp63oOFBQnouI840pLOAoDVC9TboIGefRtfS4FV6QWWai9ZZb33fC6zxNxRn2WsWjCiB0p477meCXpPlWFrix965qwFVu3MVmBVZo5J3NZ+z7XAqhcIlNdY4F3e3cotrDe/8erbeliq65lipiCjyZ0Brg1zqtvSzO8n4IdxzSaw6o9Ie5id51aiQrVl2y8JWKUUgE0ivWxTeUcW+Ti3TXGux/QyoLqcyS1hZUvgadaCZQnYFnjrJm3vu64Hw4IzhlRWD9Xui8LKEhdWtplp8C2vZyxhdGW7ra5mNxB2hefRBd+6QJK5/1Z6xSNlwOfaNm5hypCFQEZpKIDBdBxD2YQwVysdB489ewTzhTL8wYgUWNSVXrUOu8xYT9XHQ95dAwgSU4mRscrCYKuBoXRM2Ow8o6NxB9vPvwgje69BMxAVx+Aw19460MF+R+o5k2lCYLVQWpEuCjJWXTeKsfGNyPYNqn6eKUr7fC3EfbMgS4RdRWF2fYh7N9vzue8xydFOGtGW7QAzM6dw4sRJbN26RZKIQqGAaITaeG2U2cbY8eHgw4/j6QceRzzootJoYLWioGgmHpFzWuSbhJXDG8V2SG4PQRTLZTguNWGpndbGxjO2YGz3dtTg4tRcFavlDjZu3CwJ+fNJAfCYXg+q8hNoCrX/qacEpCQwzH2YYHBfJoNIKAQmb4wv+CAzKuySGe4HARWychVI1b1NCmzCCiLQotICVUpItBoIx1xM7tyJiy66COeecw6GhoZl3TRqJsGkXrHRV5f41uzT7CzhOslm+vDlL3wZ13/m0yhVCvj9D70ff/jBDyEkTCUePx6d/B/n8PY8J54d072vy9LWrVMKphJjmy4PrzSAfb25T70flX1ox1rWumVimSetL+x19yvjli6sCI5jU9+rp52peyEL9EzOBYYnS1QoyRoLIKTavL4Ou1d4/TyvCe5QgzUkuuqMscNhGgoRLGIrtu7X0vETCoFafiJJwX8zuQNJFSwmUOvwste8Eq981VW487Y78ORjB/Du//khrBbLAqz+OIxVEh6aHR+2jqRw1qZRufaZXA3TSwXMzOdE854FrdM294nEFcsCBCQpjXHg2DyOlVp4xY5hRIIdHDk5i1Qsgv6+jOisSmu2Pa7NeEsXHBnRYILvx3SugoPH51CsVKRbbmQgi9EBGgjpOBD0Zd5B6QPdUlX/2DZp1Jsd7H/6BE7N5iTs8bPA26H+on7g+nOT462s7rrEJJT++Mo/fQnFfB7XvPpSGVe+uZex6p3C3vfzms0957M8n23nn7e49FwA9sUDq14pAH7+WmAVqPs6cF2COcDCqeMorMyKZA58Du77/ndxyXn7EMlkUArGUQL1pXlYNdH2ce/2I44aYiEH45v3oC87IKaIBFYZ4773JWqs7h0bxKVXXoqzzz8TjU5DATHjO7L+PLRt5F4pFRvf2LNXYlqvjrU+Qe99l6XaixN55nEONWp1xKJR5FZyuPt730MpX0HUpc52CI1KCbFwRApIR44cwujQkGhS9o2P47Vv+3/kPCE7vdZqoF6jXqcC+Vabk+3gLGRVqcNN5qLfL/v3s089iXvvukv2yWQiKXljYZUM0AJ2btuK/tFhBOIxZEc3YDFfEc+SyW1bUC9X8bWv3ISTx47LuVmuFCUf70tnMbljJ17/xjfAibjIl4pYLZekM3Z0aAR33XoHvvNvN4vOJwuDZLHHYzSJTOKCy6/A6972NoTE7IL7vadY1SP4wteuSn7McaOGe7lSQH5lWWRlYm5U5VCIYURiCKeyKh9nQFWZ4574nLm+RKQCUprikdy/kMYifnN2+X2IxOK484678eu/8XtYmp/FluE+/PxPXYtz9p2Bcq2GO+5+ABdfcRleeeXlyBVWtcDeBU+VtSpFR/NZzN8VXNTPpga0mvYyJlQmK7uBJS7i7wi2ivSPie0kXtLYkf8Ydrk/h+XrEWfg2cz199hTz+Lb/3YbFpcLuPrKi/GW170GM8cPYvbwcUxu3C6AuB91LK0soh2JIpwdRMDVrkN9GDzJ6IzrPF+3iRpSzvPtSyIUYwql9veiV03IVa5fSWCJdFKBVeY7lDFYnBc2NccxlohLPPWWX/7Qizy9/2s//WVgdd39/WHAqkxaCR5p8CKe3UYKgMwRA6ySXm7Mq4LUWBXzKgVWuwmZYawKiMIkrs0KtIpoMzZzJFjqKCOVoA+1NZs+ZZK024gTOGupqHYwFBQTJIJuZLYS+JR2RGNaw3NDgFWfTwySvIxVbmbcKwmscjGRUUhB6WKlIS33/PwesEo2BeM/bQ1kgsbrssCqGpUQnFRqOZmbBFb5FUs1A6yijYTbA1Zbfj/ccAhBN4qT+QoO59tYhquicpKAtxBGW9znCcAmHCDqbwjImmKCRTaU0WckEM2gnrq4Ajp1fAI45wjEBqgH2pMC4PXTnANkxlJqQHSolM1HDZmlGkPflmqiys6v946bjhvr4Jqf3IihkRAaDWUMhQJR1Gt5AV7JNOXG3Gn5kfAHUFnOYT6fwbf/fQaVSgNhh18rIAxTAVYjfmRjrrBOl8sEVhmOcs74EA8HEGbbqKnA8x6zHb5h2HhkBAmwSimAeguVVht9orHK+dFAsdEBgeUusLpsgNWQAqs9VtRaxqokKkZjNSRJqFbrGk0/CnWVAoiH/HCNaUeZ7RMmMbZghsYsPb1EjhO/r1WI7AWX2lIaDofkwFopNQ2wquZtqrGqUhPVhpqIKbCqCeBNUy8NWG3/1UdE4zdAvU1fB+VgFU8sHcFUJ48lfwlHZit48tEV0Y9yk2EsLC4jm4hhbqWJaNona2awPwF27xw8sYhcvoCgPySV2VbLhyrnF/WV+5KY2LUDy3MLmH/mmJhD+URbTw9AMUky+qFacFE2hQn15a8e4KQQO5m6wjSw7fjomVetAVfNu1gzCGqsckNpN2oGrFfNZ/tZAqyRMeoBMQms8v6I/IRJftpikmQcqAWoaopW857RUVy8YydeccZepKJRBHxBpKJDSFVLaB79DwQrRQQiUcUkuekJ0E6w2EGQ7eCynJnwE/Ts6QgKM0iA1rXg6Fog0ysXYPFUD1DpCUeYLolusU2uCaz6wuiIFECPSa2Db9p6WMwgyGuAVQtCvBCwqr+3h0sPWLXBvjdx0gTcBkpm75NiAu+HMnltNVrBXm9rvnWb5esVtOw+uqDv8ydi3fGzF2rA0N4bGIDVpzpgKqHQC+hkBnfNY9YC34DqbOk6t4wiZZQRZOV3k2KOPwz4CPpYxirH3wKJ/zlgtQuSSICrRVIxvZOTyiesB+vCzvvR1VYVyRcFVqX5zBhmrAellRXtGS3R61YgTMENNYHzJsvSxipsiF6yoCAMC5YvBGA+1+Wd18Iz3vuQzxT5jp72IrVEGfgSTCtXKnLGsUsj5QYxnIlhNJNALBRE003j4WcP48j8knSt+FvKFuNa5+1bf70yXp6Pt99ZE1cg6gSRCjuIBXwYScXhdBqIuC5GtowhvWUC/ugQgpFBJNOjiARjwor2rokueMwCVbUiUgDLuXk53wmshsMuRscm0DcwrA7CBFapr+dvI96ZQSjMcilZmZqYqqRNr73Py2bm2Dz++BPyHhMTEzJWlE1gYVEM+zrAoYOHcP8t3wXKahJVafmwnFtFNOTDUCYlxpSUdmFsUaauar6ECJNJdiek4kgMZtCqNbH3nH0Y2jAgRezVsh/z+SBGRyeQSlKLUqUA7HfXtlfDyDISRzJ3CVimM/js9dfjy//8ZWTTafRls2JoupLLCSASj8XkOpOJhLBl2H5I2Rk1TVNDsgrZO3We3ZoQ8rN55vI7s/WV06tcqwi7MuAEMTw2ijP27cN555+H3bvZ8puQayEjia9h1469fs4dzj0ajf31n38S3/rm1xEI+fDnn/xr/NJ111GFR1uzDatzzUT+MX8IxdW8Sqm2vcRcC0wGKuw6fJtxNIVkdf22+y7nujpUd12apRjJlvweGGPvj3xHKTyrKRjXlwVv+DvqGvJnAcqNpqMYdAYdBHjO+LjnMVZwJH7nGiNQxW4Nn6+GYIgyV5wPTQQiTfgFvGILrRYx3ZArn8kiQyweRyqZlDmeiMcFYK3VdFAIMHKfzedX1GAlVEJqoA8P3Hs/7r37frznj/5Qurr4aXKzewfHGiND1VhtSUcHgdVNgwmcvW0DWGh/ZiqH5UoLxSqltRjzB7BvaxYZ0W/SceLdeHZqBQfmcrhq7ybpRptfLqFcKsBxo+jLxGXtMJ/hHiDJvej/atEwIBrJhEEDKDfEvwj7j5xCOuZgy+iAyAlJ0s+1YTTG108hThHG1vc/chBHplYkz1FQldIf3iKgeSWZr88BViP46o3/jNziAl77mstVSoZkEkMW8H7mejDUC6yuBVzXn5s/fPLra18YWJXz1hZnvWeTl40ra98yVtk14kOd50I0JQW1pZkTKOXmUS7XBMC/5+47cf65pyMwNIqV6BCKIZqS0T+ghhKLYn4HI80q+ho1KRKlU32qsfqfZKxevGkMNTTwmte/BpO7J0UXVnIKysbY0EQ638yZa4rL9rztniFdUzk9l9eAr4ZIYodK5p/ZB6RgxA5D2Q+DEm8/8djjePbRpzA02IeNExuQW16WbspXXHihSLIQF6g2Gti4ZzfOu+Iy1Mn6a2jLPwt7VrWL3YoEbGvluqzROs2bWfCqV7XDIR7GgccewT13fhcx7t/VGlZWVhCJuNiQySCUSSI9PobM2Dga7QDisTQSThh/85efxJOPP4GdOydlnSyuzMvn7t2zDycOHxXj3Te+5c0IpRJYKRaYAkvM+NV/vgknjh0Ts8pKtYqIG5cizq7T9+Dn3/Eb2LhjByrlItyQx9RV4mGP3nenLqAhc2krAVWvV3D8yFE8+uBDOPzsISTSGVx8+VU465JLVcZFjHUtacCYy7Ibj1quIiGn4CYfGt+wsER5EXV5ZtE5Ek/i+n/4LN73nj9BMhbGNZeeh8vP2oWBdEI0xB87PItte3bi4isuR65c1IJ7ix26NOJVfXaRY6hWtZOAn0+TKhsvWDaridv0mmwsYditYhyo8Zt0IUiMq+eQG6aWP4u7lP4JipxCuVTB8moZn/ncl3DoyCls2bgBv/5Lb0My1MKJ/QewYWAUk9uZN57E8vIs3L4+BDP9qLIQ2U0stBuiR8Z+bvebxKi2eK/RuDkqtdPaagj3sACp1ptCukobxJNJZLIZLV61mlhenENxdVXOIGqwMs5489s/+GOe2v89nvYysLruPnc1VndktL3I9HhJwCUnt1b2xZleQBEGqUy+/eLCblksbE2TSqwAqwzaVBvUJppKCrMJlQKrXASisUopAb81wFJXYrqNE1giqBuPstWb1TS2tjnKWK03RYuVEo5StWWgIYLIPql2cZclsCoaIR0NQvgI+YG4GwQ1eBiQB0MuirUGanUChgwelbFKgI+xKFt8GJSLZow4BvdcxcXJ02iM8PoJonIcSmSsslrTaSk71udDscLWDqDtRrCCIA4vlrCKMJrBGPztqmwYIpbPAJGswk4LlLSPB1pIhfwYdB2kQz7EOFbUQTUGQPz+HGVuxdV6C7m6akPSjErkLQNk1XaEIcp2Ov67tAmxXRCQSvhyjZtRExEJcBXwZsszq21jG4O44poNSKYV0CTw6OuEUa2skIIHl8xLAqttH6Ic5FoTuUIYt9yew9RMCQFjTpSrc7xbyEQD6ItHRM5huVQXlqno/wX9AqySUavgClBuUYdLDby4WaaiISSteVWtLb/vj4UwGCVI2UCxDhTrDQlARQpgqSRaE8JY1Z49c6h5gVWdkwqsMmkISoAp2kEtBcl5mFEzjyptfHJN2JraitDTINTfKSNGWU+s7AmwajRwbYWSyTLZFty0V8pkXpPApkkeQVWC/9RorbDYK+2e/DuAesDBt6fKL3qnJmO19VcfEaMkVYntYKlZwMnaDKbaJdx/6ggK7TCefTaPerGBseE+HDo2A4fC4v42hob6sTCTp+Q8TjttJ04srOL40RPyPZ2wi2KJQRJZyx04mTi2nHs6KsUiTh08jOYqdZSUJaRafDyEDeNCXFftHqGHoAYU/I+27SuwygTcmNBIIqEAlOJHzw3UJRhlgkfmvGmf0zZB62hsWo9lrmvEakExq+HTFhRF2ejK3NP7K/IbnRb64kkMJiM4Y8MGXHn2hRjLDiOAKgaTQ4jn5tCYuguhVgCtMHWGKYKuxkbiou0Pwc9kU75GU65Cv7MxppNPq2t7kLTckC3F11utWDsFvABkT9usa17SZYas9UDWeRBCRxx0bEFAQhCZolLZ5b1h6xxZb6SjGTOFNuejXmxPu09aGBn49VxNRzxSAN3AX4ew18JjNLi5tnWec0fSdeUzurBWO8/eZtv5oCNgpBW672vmgqECdWeGp924O8Gsw7fZE7pgvpxTFli119oL4Cywqudaz+xF75ynQGDYp922LgFCOE5kRIc1Wxa2J+eD3gdLJfL94+0veo3TOInrS6esSkBIwGzaH6VdPkBGtoJZ9jlSsOi0lV1vNKgkwDfgrAAocngzFDBOqYZNLEmbAXAtU9VbaBJWhJEVWJ94C0NAzk59b2Vk6+K377EGjLcBs5FN4fNFrkYKHaqZTPCRiRgLWgTRmEjw/ZJhB9loGKOZGAZTMYkXfJE4np5ZxKNHpkQaIyAJq857JltrgVW911Z/3guqSvLjA8JkMzh+ZEJB9EVdOO0WBoYHcfrl5yKciSK3WkQyswWR1CYEOzHywjx7nVlL8t3ZYdLEE08+hPmFU3JNTFLIABkZHcfA0JjsaRyqoJ9dQRVEO8tybtUa1JRvIpNJIhaNoU4du1pNwXS/T85ubZkP4MSJKRw9elgYmUwYXDcsckPs2qEEz8mT07j7ljuxcnIWsXAY5Y4fx0/NC6A6uWkUCScoMRLHnZJQ7Eqp1VtoUP5gbIiBEyqFIvadtRdjGwZFNzMQTGClFEY8OSAgJZNAkaIwzGN7Duu5qmx+ZeYGkEmm8I+f/zy+/rWvoz+bFR15giXLq3mJJah7liCbRMC/oAJxAUfAIC49zudisYTFxUUZX5k3hqHNJ0gxQc4lzZ05P4WZgw4i0Sgmd+3C5I4dOOOMM7Bl82ZkMhlZ7ey84Bzm66kb26w18ad//GHcddcd6B/M4tOf+yxee/XVCMjWIPYwIjvzUh6//Tsf1gKraHRaGQDGvFrUsqAn16IayikIapAYE59oPNJsE0Buolgto9X0I78yh2AuhyzjPpHIctCqVtGJRNGYGJO9OegPSEGYc4tnhZivcu0Fm8j6cvCtPiXeBwECeL4Awg4L9A5a/a9EIxhXlXNhh7E7h4QDtrLXZR5EAlFML53EN5bvQ3W5iur8MvzNOrKJNH72NW9BNpSCvxOU+0xZE+0CtfGCmlapLEgbC4vziMcTiMajoJzSYw8/ittvuQPv/cM/VOMlWesWWNWzzCbrGsPp+/A78EQaG0jhnG1jMo6zK2U0afFKMzMhBHQwmnTg+nn+qVkgSR2HTs7jwHwFl5+2AYkQOz18Emsv5Qqi+8tYsy+VQthxsLS0LDnVwECfxMGqB6+dA9ph4sehGZqOVjExnEGl1hQ/B6vL6I2A7ElFPUYSQe599BAOn1wRqSbKCID7jpyzvXhBNyLThWcYq/zkRDSKb3z1JsyemsLrXnsFXDLKmE/8CGDVC4a+VFBV9n67SCR+fn5AVt6/27XjeY7njOJzCFJyTyfwz3vRYCEkmhJviOXZadSKiyisFuELOrj3+7fjrHP2IDC2CbPJcVTCISQXF1DK5VFPZ1BNZTDcamCyVsPmTdtEn3NxaQGVCkGsAN73zpdmXnXDH70b/3Lzd7BSKeJNP/PTSCQTaNAbg6GwGQw9Im1bvxYWNXLTf7cmVUrWsSCsznU5v0xtxStIIgQH0RZXAE2oDm2aQLtYWFjAvbfeIXn6+OiIsJdb1RpOP+10xGNRmaMEUy+99rUY2bZN9mIxOxJQ1bSedzpCYiKQWi/XtXvAx3/TTgLmkGPD/WiUCvj8p6/HyvwCoqGwALw8J7YMjaKVcOD0Z5DMDiAWTqO4XMa/fePb+P6d35O1PjExikx/EvVWCY1WHdsmtmJ5ag7Tx2dw5lnnYHzXDsTHhzHYn8Xxg4fwr//6L3Lm81Gi70OL0hARnHHuOfiFd/wmxjdvQb1eRWF1RfZDmmhRnoByccIVFwCZ+x+ZjhrHEJt4+P57ceM/flFMj0aHR1Cp1FBqtnHpq16NK3/itdohSbNnSUe1a06PBgUQtVvGgq+Uoeh1OsjZEQgikkjhb/76b/GxP/kodk1uxuuvfAXmjz2NTCKKeCKFJw/N4s3X/RzOuOA8kARULldEliDsRjA3v4CZmRmJAwYG+mUf4n7E76iMVGWeKrGoKQSPnlQAf0dglSZWSrJSTVYFVW2sS8yDZxB/TzYwz2lKAcTiaXz7O7fhW9++DaFgCO9+129itC+OR+75PmLhKDZMTMDfKGJ+9jii/QMY2LIT7Q4NoJmxKsAt9UEpBvQKsGvPUi+VqbuByLV15VsVjAcAACAASURBVDF47SYGkK1P9j6N/Qhwk5Wa7ct2ge4lYawW5Dxl58zLwOpzo5eXgdV1Y2KB1eu2ZRThkphPo0vuzYZno8wJAhymesi8S8yXVJFZpjlBVTI3mSiKm6IwI3VT50LUaruaSRFY5ZloW9z5Ok5cJm8EK8kgpSM8nxONhKUtnu280agrmxWd4hnEcaGx/U0uW4BVVsoD0lLDlvEa38MEPPz4cLCDeFjbjLiZBIJhVPhZdQaOBC0VqNVqe0d0kbiIef1sS/eabggHQTRG2OZMV3u2JvFzWyJwz9ezbY6ANJ3s874Qlpt+TFXbWGkF0A5QO5Lj/NygQcE47euhRmPE10TaAfrCDpJOEP0hut13EEIT/hargHR/biLHbh9AmKT8HgSJuWkQjG4ZLVsmgpJsUWtMgFU+p4ZIiOq4WrVkS1Wt3cDZr0hh1xlxpFNJFEt1SVzI6isXVgVYDYUDaNWMiHe5gnRyAEun5vDw4x089EQFPtbd/cBqrYNSrYlUxEF/3EWzXsVKpYFSS83LRAqA+rKhgFb1yLLt0JCLALoCXJmEK8AqnV2Xqx2UaIYVD2MoHhRNudUqWxkbSEdpckYpALZ5BhENtBHptuoaCQAD+gvYJtOyJfecyaUXWC3XqaXrR9xhiz6BFL9Uu7XtwYyjeb2A48bRmnE52yhsAGsNHbR6TM1cZcbmy20JuH3UxguqFIALaj2Rta2tKPz6ZV8Qix0HD8+yvf7FPQRY/YuPwed3QGAs2OxgtVPGvG8eB8oF3Hn0BDpOFKeOL+HUTA6ZdArtZh2VdhBBh8CB6vHOrywg1RdFJj6Ak1NTAgQGQmEsLOS40mXdd5wgBic3IpiKYnVuHq3ZApqFClocf353ATppdmZCCs/U9zLkeK0M2sR4yrT3stpI0ITrSmMRw9SxBm7dSqUyZwScFTCVyQTbfHXcnme5mQHttUaKlg9fa0x2+BqOA2s2rs8vQCr3Brb5XbDzdFy45QykswGMui4is0dQWT2AUNuVRKTjJ0DK5RaUFhpJrIWZTWAiqMxRAdrYDqmJXhslLSaxykTmMw2k6LSgvdWaHMofAwAL+s7fc456Cge6+4quowYRuqNLmUD2atUtEiY+C2UsQhFgIvtNmLYt+BlgMZgk65vtmLyHync07+WX4F+DeX2MkkVkEiICwlrUUPzQJkzGh0rZulaH1OjFaiZhmLxGa1Vvutc1vPd5At7aGyuar+wuJdtDAX0BHe1Q2Ykghiod0RQjU1cSVZkfFlg1gLqtykn+2WN+yXo3iUoQNFgThTrZP8gWZAJLkwyOsSQrAtpSy9eRBI5rRRJ8MQCySU8H/r//9xe3wAGkYq6ceZzk0n5nEi1bmef4sMhGYNVbrddgXrVV7Z3xMmC8r9ch7rEseLZbVpsCOQroSOJkWstES90DgFqdVS9oav/fJozeNkX5HpKEaDyylilqgVXtsKAxAh9MJHi2C+st5EfWDWE4GcVgMiaGioxleG7NVXy447FnUGkp65Tnjq55ZZB49yM7nvbGWGaujCvjCkoQ+Trod10kHJpHOogOJdG3exQTG4eR6csinhgG/P2oNyJot8nsNXOZQYxhRzMx5zza/9SjmD7F4hVjCwJKDoaGxjA4ulHmNYE6x19DyFlBoF6C67qSGOdyK/Jd6HRMV+tioSD7pOiL8hoNq7JQqOLxxx8TMDKdTgmwqluFVPmwksvjvu/fi+MHDiHa8aHQbOPo/Kpog+/bMyEdNWz1py4mz8NgNI6Gz4+lUhljGzagxqQ0l8fZ5+1D/0BKkvpUegB+XwRNfwJ+JwEfi7SG5WjjIO/c071a1zi1+04ePYZP/c3f4eihwzrPjP4bgWJhtWYz0tm0vLQkGuF+x0EikVLX40ZL2I58brlQFEOPcrUq5mZSRLBt9NYcTUAt/XxJHumsTifsbAbjWzZjz2mn4exzz8G2jZslac3nVnHi+Em44Qg+9alPiQHOjl2T+MIXvoBz9+0z00aFgWwx78Uu8k9+4m+l24EJKvzUztXWzFajgkZDi/OcK5bRJrEGiwgBjdl4VlP6SsB110GwE0Dd10TQSePeW7+J0Ddvxt5KDYXmPNKVEZbqEdy6FfUPvguhBCV1vBqzxlm800bR18bezveAA5/AQtGPYH0ZzbaDmMvifgiz47+LcuZcIUy0fGE4PEtEcqctjFAWmxK+IA6XZvGB6a9g9dAUOseWFSwOhvG+1/8azhqYRLPJRN0xjK5eB1KvYOopgIlxTFvakQ8++RT+9V/+DR/4g/8JX0h1U7vAarcrwd6N57Lis9ksLpjcgIDR3uZYCgAr8YbJa0QpR83teCbMzM3jwRNlXHr6BqTDPOv12mqdFkrsLMtXUSzSSBTI53Nwww62bR1Hiv4AXZkqnts8QAI4PJ1Hrd3CxGASB6aWMDmWlVhYGswYHkurv55PEllJFwJw75PH8czxecmJaOAnrDIDrCqby0IUqrHJ80tAh05LTH6+/a1v4cjhZ/GG110le4cw3yXGWDtO6wHUHyYFsL7I9kLrwIYTP0pWoLtPrJHjsaC73ieCeiqRowBN09eGy3XUCmB59hSalTxyuSUg5OLB792JfXsn4Y5uxMn0RqzWi3DuuQ/5XB7BoSE0z9gLJxrGxfU6Nm3cjnQ6LaaABG+55t7/Wy8NWL3z+j/D088ew2e+dBPOfOWFuOTKV6JeoukWc1gjobMOWFVLvd5Dz0fKb3kAWI/kh8eUQ4FYxn0WTGPc11awM+ZmJWZ8+sDT2P/g/SLVl05E0arVxItkYmwD+jNZVBs1DG7aiNf/zFvRCpD939YORtP+Ly7zjIMMQ7VWInNYwUiesewo4Joe6ssi7br4/Gc/i4fvfwBhSuYlYsJOp9nx6O5tiPVl4LQdLJ9Ywd23/QBP7z+k8Wq7hUQyjrGJAQyPZhCO+JGMRjF7ZA7TR2cR6oRRDPoxE25i75Zt2JLqR7nFNv4mFvM55CtFtAJBpAYGse+CV+Dqa1+PweERYdPee98PcODp/RJ37jv9NJx95mmk1gCdGnxN+pdQyk0xkEq1hr//87/AyvQUztyzCxuGRpDJ9mFqZg73P/4E3nLdddh25l4xWPELGMv7aorf5pyzEkR2jYitqATNCmIG/CGEIlH80xf/GV/6zPXYOJTBRWeeJiQskcNpdxBPDGDPBedjbPcOVKRr0o9wNIq7bv0evvqVr+Lk8WMSG0xObsO11/4EtmzZjFKt0u0s4nko0lCUxjD/r1rlagooADw13I20kz0jbUHFAqsKBAdQLpcFWKUcTG61gv+47Qd49NHHcfUVl+P0XZMoLMygUS2jXCujWlwUPGfrrjMwvHkX2jUWnZh9BCWWJ1bCbgLZtUxB/sc5R2WvFnNS7bC24LWSOnqa+pyT8WQCmWzaSAF0sLAwL0Qh4lOJeEy6JH7yl97/43zsf5vnvAysrrvVFlj92cm0bJ7igkqmiemEpFMuD7hAkHo+GvRLi1nbJ63S3EiVVabVBAHyiBsIqKosF4nX7QEuYK0FVjsKrDIgJPM0KL73AqyyLZFt4Ix5YwRWJTlvIxaLCLW8C6ySXepQ+VKOV9OyxIAyYIBVsg5YXdbQhiYPZKwymRbGKisqzbYAq8p8JTjM78ok0SdGUnIQvwCwyk2Gi5ZD0wNWm6i0aJjB9nZHGAZsl3u25WCuUEO+HUDLiUqAR8CHm+f6JE42KwmQLBqkWnHUoGHFPh2ooj/hoo9M1rAPbqspRjnUBOX1ElglA1c08DpkszYIwQrwzdFgAC6berOF5YYP7UYdUQZqTOREuymAYLSJK169BdnhOtKZDIrFmjBjgv4gSnQcbFYRDLECR0azg0Yuj9HRjZg7MYVTs3HcfNuUVISZ6OWrLRCkVGCV5lc15Ais8ve8L2QShwMC7jLB5clcbEOAVQrKE1TzAqsrNUibfn8sjKEE21bo7kxgtWmAVQdTyyX4Aw6iwRaiXY3V9YGIAqtsT+M9t4xVAfHaPhSpseqjw7NfgVU/3V97wGq3FVBMC9YCq00zNxSM6AG6DMbJWGXAmKt2xIRL9HydICLUyfOzbaMthQUq4uYQwKlWByvtAKaWXhpjFR/7S7TCHXGsdapNtOM1TAcWcOupRZzMF5GvdjA/s4DFpRKW8hVMjqawWGyJcyplAYJhPxqtCqrVMtKpfhTYVhNwhG27tFwUZoq0UQz0ox11ER/sRyyVwsLR46gv5OCj2VmTLHbG7LqWubgJPHkT6G5ibRzrqQ8surA0SPF1xF3UMl7NK7ttnb2AXYNLAS5l/+FKWysf0GsvWROWyg/C0hO9MtVklRYpX0B13Qgmd9pwwwEMRJKioziciePsyS04d+tObA46cJcPodleloM82CSw6heAVfRya6Z9lAwpfwi+YAQwGrWyYarVJtCmG6kGYHTOZFJEdqskR2KqogxsAfrEYMEYJ5kATQIJgzsKG9SaJAlTToFVajXbpIz7uSS+wljlTWlJ+6qfRaMOCyfadkyTO0VHucmbNjU6O6wBVn0YbRinZm7gDRqXGEBO0You/0TGWoIeBcm9TBVtn7dgqkE3n5elLNWMtcAqAQWCSdQi4easDhCGvWVa9OsG4CcQKVQjvQaebwrk6T4kZ4/EtlI+NC21+jfZLzqXxLMZDdk32J2gQbO2qJpWfIFUWPRzxH2U7C0YuQr9AHPDPvlvLzogSxAwDHK+K1DKh2Wm2jlNYNU6A1sjDxleXrNpR30+YGttIqzXSFCVIK23XVj+na3SBpQU0NaAol7Wg32e/WwZa29LuMgRmPZ+Y+ogAKaJJaxunH09i5mi/0ctPTKTLEjc6WAgGkRfIoqRTAJpN6RdKaEgwm4Ay80gbn34GSwVqmKSwf1IgQzjHu+RVOjuCx4DIwsY8/6mwyEkOkB/VFmTq2xxHExh97mTGJ8YQrY/jbCbQgtJtNpRNOpuFyQWrWPzECddP3DgwOM4cfKoJNUM6EMhBwODwxge3yLtPX7uLZ0KAoFFOM2qAIl8TrFUFFMRMgvHN4zKa6UNVljJCrgTbFxeWsUzzxwUQ8HR0RF5vsyDel10yQvFMg4+8TSOPPW0uPZWGm2cWCwgEAnh/HN2IROJopgvolxe1Vb8dEZMGCnxM7FpHEvLy7JXT+7aImPNRKWvbxjhcAJNJNHo0MTNQUAYlSo7okRE00HQ7XbS+cb7wnb/Rx98GF+58Ubsf3K/3HPeg6irgDrB5b7+rCRCTOR45IcjEWGgFPJFuc5kMonhkVHU6nXkczl5ntUkFtZKl7Fj16/eGInHxNyCxb0GQm4Ig2Oj+B/Xvg6XXXoZ7rz9Ttx883cwODCI6elTmJ4+iQsuOh83fO4GbN04Ye6uFhNfKrD6ofd+CMFwDEPDGxCOxNTpmW211RyqtZLsW3Yd2fUvRR0aLrINP+wi7EaFxeuPZ8TEjR3iCESwsP8xDHzqK4jkHsGx0Tn03TeCeCOITiyO/F98CIGNKTmG7FjYNSudFP4gdrSuR+vpryBXd9Cp5IFOEOFwUDpxCqkzket7FypOGA3pUmFM6EgtUUypfPQUCGDOreC9T34e+cOn4JtmgUAJDW/e92q86ZyrwSYOarSrhNB6aSe9Nrt/yf3yq17koQPP4qs3fQPv++AH4CYS4vyuBQze2PUAoQWM9f0FTE+nccHOCZH/4fHK69Jx6FUJbVQpgBIgzNT7nl3EZaeNIS2mtpp/NMnU40Eb9IsE2dTsKmZn5lmFx8axYWwaSyMqeq02XiE7uYOTcwUsN9o4bTyDY7MrCIcdYeBTAETYprwgwQy0W8cyVu978gQOHptbA6x2jSxlHNcDq9rya4HVm7/9rzj0zEG88fWvkrHvyrvZ8bMz2xN36NjoWWof64HX7i88/7MecO3VaZ9rhPW87ysj3/1N9/4JSFTnmawSClyBDbTgxjPwtQNYmT2FRiWP1fwK2k4YD37vDuw9Yxvc0U04kZrA4lP7cYavjaq/LX4cU4EYBs7ejd2VErZO7Pg/Bqz+/bt/EWNjG/HFG7+Owwvz+OV3vgNh10GzQfmG5wNWGVcoe9s+usVJM0ftWdlbF8pu164QdsapQ7rcL553gQ5CbhSthoPb7/g+7rv/PqQcH4b6+xB2SKKpoj+VxsjgEKLsBgj4UEEQP3XdL2Lz9q0oFHOmS1KNq6RrzzABeQ412LlJxF8Y71UpnnNOjY2MItj24/P/8Gkc3L9fADzKBRA3GB8fFBOqWDSJAw88icfveQxLsytCdBLpGgKVMu1b6OtP4dLLL8RgJo37vnsfjj9zEm4whlokjP2lBQyHItiXGUP/hiHsPHcftlxwFqrSNUtd8Az6x8YQiSeUrdhs4oEH7sWtt9+Ko4eP4I1veAOuvfbVaNVW4UMdvjrXchONdlPOoBPHjuMjf/Kn2Dk2ivGhAUyMjGF4cBhONIp/vOkmbNu7F69561u0GELmDNctQf8mzeLW7l3dWSyFd91smAexMBh2wvj2v9yMf/zsZzEQD2MsFcX2iQ0oF8vS6RgfHUd24zj2nH+uyFbEU2nc99Aj+OD7/whHn3kWsWAbO7ZuRDIRQ9CN4LpffDv6R4fkXON4Mo+zxXEBxj36rCoLwBzEsDxNIdKrk0/Taik8m4I6ixqrq6sI+MM4duIU7nvoSRw5Pi2yiJlEHEk3iGCzgmppBf1Dg9i6ey+qLR/SmX5sGs1Kbl5vVBEIOcqUJUXFkjS6MgHPt6Os/TfJpwwJygtge88Sfr94KinmnnxrjufS/JyYftKvhgxqkqLe+Ivv+9Ef+N/oGS8Dq+tudlcKYHdWtOCsc2mTGj8+FVtm0m7BL2WGKvuo0DImdybYEAF5Q62mVqeYTRlGoLQZmkiEVWplrBJYJYzH1vSOtnGJVqomerUmaecEVtVsikkG2w+o50gpAMoFUFeJG74QvSRIUGYOq/KlagM1uhJaTSVqrAbZsk9WYltamRjYs/XNAqtkrRJcZRsZgWbXGIkzQSTQJa2NBqaV6rQJ8rzAKsHAck01YWNRtmiGsFKq4b5iB1XiDGIew0SmYdyBe7qB3sBQ03jVT1XZQT5Pg5aAryqJfxhN9IWDyIQDSDkBhFt1BNot0VIlaL0GWO0YsXsLrJJz2mxihQC5AVYJBhNYJuA7uMGPK66ZRCBURCbTj9VCWVyKqXm5uriARpMJKXVjIK2K1cUlbNi0HfPHj6FcH8KNXzuMVlV3QDqpVuptJCOOHAYWWC1Ln4u26hNYpc6rtEHRcMswVrvAatyVTZiVQTJWV6tN9McdDCVUKiJfbaNCYDVGdk4QJ5fKopXGg+QFgVXT8s3Nm61uTESlZZtzkGZcFdVOTIQJSvO7+FVr15N0KzjE1laViZCghawnIzDEec6qm9xPOQjaAtKxapardaRIILqrgSDCbNn0q5g2TeSLHQez9QAWOgFU/Q4WF5Ze9HZNxmrnzz+FTqAi34nEi2CmjlP+BfzdvU+g7YTQqjYxPZdDtdPG0sIS0uEw/OE4Vot+LORyCIQp0K4SEW4kgVx+VeZlkewwDgjNoiiX4QOGtk8KOzmZysAXDiC/uITAcgG1ChkaBEa5Jg2QJt/GtvWbLnOZ6kwoCBJpQGnHjhqCIj1hDKW0BcXq8NhMx7ZKsXggpRppgXthpmo3LPVGqAacta2q3FMccCdiq2OtWZEAZ9CJIxXpIDYaxtt3vwr7+jIIVY4rXibmc7pHCVzJKj11+Vh5ddiKH0HHiUnSS3CVlSlty1K9Zcpz0CmTOqedpo4d2aOCZkvFm8mUAr+SlFAiRHsk1fyq+4X5/U3piexdyQddkBDN4g0VV+rck0mOtaAnk3RC05SBoeayjyB/C65PNZqoB+djNUz+MPgzSZTBP0ebas4l10BgVYUNe9ckG1mPPmyDG+1gM6waA8p5J7wqY5jvJtIDPbDUUEJFQ43XRXZSh3+sBbtxwtYCSEeY25JQ8Cwim4UVeF6jGC6odIOAqrKO1UBOIFIB+Ex7h9EmbLMY0m6i1m6qzhi1uQ0L0hFtb5oZaQ7Eex90aJ0aVhMz7hfChldJhMBffudFr3ECqwK0GCMqvkG35V9azLVNkH+8RTwFVbU4KKCeJ1C198S+l02U5f7b9m0DZtiEuyeNop/P89cG5uuTQwE/zNr1gqVMpnRbMEC7Aa95lgnLxoCw3q4Bqxum16xxQDTiYjTqR18yjr5kBFEWh7m/hmhY0caqP45bH3wGJ+bziEfjys4guOYzJg5WRqHb3aAZrPca+HPAAWI8e1kgDARRbzWRK5eQyabwmlddgrPP2QNfgKl8AG4ki3oziEajTwo/ZDBb9pe9ByzoHnxmP44dPyxJjLZ0B9A/MIDh8W3ws6uD3TqowNeZR9TXEjaZAGZ+HwqFPJaXlxFxQxgaGpLvK5qjFRbGqtKeVypVcfjws/K7zZs3SxGZwAkTqWKJbLoy5k/N4/CTB1BeXBFm6eGTi0gMDuK8C04T1lJupYC5xVlQ+CmdzUobKJmvA0ODWFxeVG3YaBCuG8DY+ChGRzcg6ETQbMfR8cUFWPUFQ1IMCFJGiqGApbGvWwGMOZjs0TX64IED+NhHPoqpqSkBNdgKSuYtNf94jvIaSqUiauWK3KuBgQHRkKVT9dLSEpYLJYyNbkDUdZFbWUG1XJFCM//wYQsTHCuOG7+7TcQsm6dCCQAW+uNx7NixA6urBUxPTSOdTEmxeml5Aa97w+vxqb//FPpSSQOMqBiAGBq+hMf//pMPw++4GBzcgGA4omu1Q6bSorQhSxuvWRtWE1tAXNFpDEosRGDVjcQQiKURiDtgPSIUiKBwfAqJv/siop3bMH16GekjMfTdPQgUfVh55xtR+R+XULRTl6VpsxYD1HYLGSeA8cqHUD30ICqIoFaqSvHezw6oEEFFYG7w91GM7UPDV0EbYWHQ8n6327w+MmrbOOLk8ccPfgHVmTzap/II0hi13cTege1459VvQzoQ1zPZrEe9jrUPb/zMTh+et8cPHcOXvvhP+N13/z76R0ZQqdd/KLC6/j25traODkph1+6JWvtX7wXRGOwynn3kEqBUrqLcDOKSPaPIRBVYFWkjH+W3tJuNRyePweVCEwcPzVKACxtHaJziE5ID2uZ1gTam54s4VW7hzE1JIaZMzRfQn4wjEVIJAgEbeB4Ke45SVAwNfLh//0k8fXT2BYFV1ZnSPVNjWDqDa9dFKh7HLd/5dxx46km86Q2vlr1C93ni0c9lrK4FT3vA6g8DVdeDqd6x9zJWrS7s+nuz5r2fB1jlfODa5ToWYEX2W/bakbHaA1ab1VUUVnMSCz9w1x047bTNcEc340RyA0oPPYSrJzfCSccwMz2HO546hsErzse+YBCbR7fJHjQ3Nyes2P8MY/Xj73gT9p6+F4/vfwZ//8Ub8dZf/kVs27lVJF1svNs7i00sYYwb1xdEvZ0d9v/5WokxxC9ATZhJXJCchYVhJrkkuMTT+No3b8Ftt92F8U0TiHe0WypBHWt6gIRcDA0OwXUdOJEI7rr/CYTTffiT//WnmNg0jEatIPuS7QTgFKMvSqVcRq1U1vyIkhMC5DUQpg9Js4MnHnkU3/+P25ChTnqARboy6p0mJjaN4cyzzsfJZ6fx4O33orJYlNbxQlu7DnhPyZJt1Guo1orYvGVcihQzx04h2A4iHkkhH+zgkaVTCLeAvaEM/EEfRvZsx8984HcxfNpO+DrsHiUdTDtpFZfu4MSJ47jhhhvw4AMP4Vd+5Zfwute9Fo1qHs1mGWHG8wQa2y1EojF875Zb8eUvfFE01lcW5rB31x4xhWS3xczyCoa2bsGr3vxmMVDivGVBljrh8kme5MQbg8nZY+Ik6V6l5JAbwz0/+AH+7MP/G2PpODKOX8wy23V2wzk4WSljaOsm/Nrv/L+IxBIIBF28+73vxw033Iixvgz2To7hwjN3Y3RsDN+/7yG4yQx+8md+Ws4/be3X4qHsay1+R8oEaEzUjeUkRzHdHGu08oEIuyGkc0LjJb7Xwtw8Djx5AI/tP4ijJ+YRzwzC54SlCBwPBbFlMImxwTQ27ToD/tQIbv6P2zA3PYXX/MSVOG33Nuk6DbZqcl60Q4500nFePT9B5gUOV8NoJ1PZ5kzq98HvrfgSv7sCqxndGlstzM/PCuuWXUPJZFy+20/+wsvAqneUXwZW1805C6z+/La0VLYZgBFKYit7hQuGACmd3gJ+RAj+sLVPGD1AWSr8yrASqQBWwggiiYaSttR3FYMk2VHggyAT25+5mZAZyYDFC6wKY1WcBVugtnIsQpYkD8iGbFRs6ypRF5VttX5lZ1pglV+P78kgklIAZGpqm7JGMaFAG3GXjkoWWA2hxu9ab0rSJcCq0RilmQOF5yVQMcCq1aKzBh/SFtNlrBKMpcNsE4UqTY8CcCJRrDaAk0tFHAZBVgbv3MC5eZvE3YAeNmmzm6y8twFxVRRfx0ytjFSvkqG6024g1m5hMB7ChAtECIAYYJXfifeK40DgJMT2TdFtU10/fp+lhk8C0AiTwyClFPi2DezaF8WZ548gEGoinRpBvriKWDwilfHVpQU0GhURqmZAHwlFUZqbx/DGrVidnUK9mca/fmcac1M1mVf5Wh2VegfJSACDiUgXWC22NNkX7VvHh6jriCYlN7hyW6UALLCajoeRcp01wGo2FsRQgvpRBFrbYmiViXHG+nFyqSJ6KGSsxlTkTKDqNcGc9M2poZJlYWm7FFXw/ChUGnJ9ZKxaYJVzl/fGm2B7gVUBWj3AKj9VvZCMBpIHWF2qtjTQptOtn/INfmFVsb1kqQHMNX3ItUOo+8Jo+INYmp950SkZgdXKX/yNtOBxLVQ5N+I1LAXy+Mjtd4mB2St27MRjR+fxzNIM2vlllPJB9A1kMLtQwVK+gGSWLRAKGLvRqCQOZHvMLyxLkiKHMJ1+2aLqJpAdpch8B+0gNYdrcPJVNKoV+KQdjcF77TAJHQAAIABJREFUU6rR0hIjQUXPqEl+lvZtoUEqHtfm/YGwzbjfMCDzvk6BRT5RNcl6jFVrJ7EWWPWCS70BXctm1vVIEEkBJynqS+Wpjn6avfiCaNVroiU3NBTH757/epw5kgUaC3DYi8VAgPzvRkWkL8huleA+GAb4JxwFQgmAxilsDVe+pATRHBefMFTLaDfLQKuCNqVLKE1hAUHZXZVxbYNmBVVb6gBoEiR5BiUHZIwUWEUnjCa1xmjiR9kJ6i2zyamjrUkK7MrowxEWf1NAVp4BLJZRa0qCJ7J46GRs8ixzKzFK1FZhXtFpFTagMeQS0JcP87fobJqf5RIpN2D2OjMovTZ1eapp0bc3jq2QorGnbfoEUoWtyrli2uNV2kEdtVVL1jTl8i8yKKgxyr8pv8BDx4ydbelXYFXngwJiDBz5/o7M1Ya/jWqriSolZmiO4VcVTQLjIUrCiKqtBuxBhy25NC0MyRwnuEYtY/APd65P3Pyi13hSCnhG1sGjjyrzTVr29V54gVXLbu0xXHvAqpeB0AM9e0CGdbW2eyDb+bzAlJj7kM3haRdbk+B1tW17YKlNMNQMoSe1YgsrLJjaz5NiVUslAGxrV5sGENzHoV0ufZk0hqMBxNyQnm2Uc5G26ACccBtFfxK3PfIsjs2sICrAqurMcS5ZyQJ7zXYcvYxAG9S70vLWQcAhoKGtctKe7vNh964tuPKqi5DJRgRAjMYzCASjqNaHjaUYU1XhUXRZSRzHo8eewaHDB9FsarLOfS/b14eR8W1w3BDrnvC3y+i05sTgksBhLB7VfarTEiZmsZBHPBYXrT6+B8GFfD4vUjpkDJ48eUJAlMnJSXkNWa/cP+icvrySx+rSKuaOT2F1bgGlwipylQ7GJ7dj8/ZR1GgusqzAaiQYRCadFhA4mUojGotjYXEJ5VIZ9WYVg8NZTGwcx+TkdoTCERTL3FhiCLtJY2xEBiM7BHT/fv6Hgpscm2Q8gdtuvRWf/fT1UhyPRKKirUtJA+m2ajRRpZN6taIFymoN4Qg1akflvh49MS3ndyaVRjqVksSvXCxpwcjIW1BWgkDtSm5FIjCC1mRahcJh9Pf3I2fYrmz1zFF3kHO9XldWnz+AhaUFvP3Xfhkf/bM/QyIS+T8CrH78I38mesADA6MIRWIyTNzNSsUlVKtFWW9c59qmbs0ETYGL7cHUcKcOcSwmyb7fdeBSQsRxUZzJIfnpG+ALfQNLkyVk0zEkPz8EHAqidMFOFP74V+GvqCagYnFaJeJ4booXMTD/fhROnEItEEOpUkWIUmCOD/5wBJFqFQvZV2Ex+TbUnACanaAU/am7RcagWEM6bTzQOI5PPfR1YLWJGhmrXE/BNkacNH71kjdjT/8WSYCp/8p5TradNWWzsbOdOwJ6ErypNzBzYho3fO4LeMc7fwubJ7fL9b0gY1XiDS3U6lqy0jMWUNZ+D6NqqWevSKTxueb8EdPANmJhFxfvGUVfguJOyrKSERSj2ZqAWKvFKprtAJZXaljJlZBJRZFKdDA6lIZDAoYpNE4tFDFDYHUjQXofFvKUO2ljMBtDodpGrVrHYCaCkJjiMaTlOAMP7J/CU0dmVB6NBe02dUYtQGwZq/ZngkQaV7H4TWD19ltuxROPPYI3vfE1PcaqAHTr4mgPONSLy3oaOj8MXPWud+/z/u8Bqz0pAF87KIxVAqul0ipaAQf333U79uzehMjYFhxLjKH2+EN4xYYhhGNRzC8u4PvPnED04nNxkZvAlg1bkUqlulIAnI8vVQrglk+8VyRcnj58An/wsU/hoquvwGWvulhlPjyM1TVnkEcex7sGrNaqncc9AErzRyvnoMAqO02CcEMR9A/048TUHD760U8ily/i8isvw+r0YdEa5UkV9PmQicXlXAm6IQyQHTm6FX/1D5/FW976Frz3vb+DdrMkDENqODNmFaY/NVarFZRLNBTWnJTfaTVfwPT0FBYXl9AkYebUNEKNmuQqzI+ZKwyNjCKWGcb3v/cIZg5MYcCNIeL3o4QmSuUKImTiO2pwzc6nWr0ssgWhjh9hh9qoLpbRxiP5GckdzwgkMUgTolgEV/3adbjgp94If4iFKqtWq6A19xqybK//zGfwD5/6NP7of/4B3viTr0OrWUa5nEe4pecLC2nJdBo3fuYG7H/4UcQjDkr5ZWzdMCHg8fLqKhLZPmw57TRccs21EpNKzMXOGBItDPhv4x97HzlO1IEVIgBJEDJu9JyJ4vjRw/jLj30cxYVZJQ01OshmhyTfuOOhRxHOJvDBP/4DnH/+BSgXqvjVX/9t3H7bXdi3cytO3zKM4UwUQ8PDmFspYjZXwFt+/ufgRlj0XMdQpfyhBVVl/1CWMGN5a17lZX9yDCkzwHiQv+d3oNnjyZMn8cAP7kOVWMhcDpWOg4YviBOnZrBxZAhn79mO/kwcwVgap3I13P2D+wUHOOfqq3Dazgn0O02kqNPO8dYmPT3/fgRjdf2+owUklTEQ8oTs8wEDKKuGbCKdkmKJ7PPNJubmZ4Wxyq6eRCqhwOp1733RMfp/5Re8DKyuu7sWWH3bjn60qZ3Z9iHfaCvDkG0CIhjckbZ2JtUumQ0E3wiemmqnv9VByKfGUEFOWraMihmVimuL8hwBWbMIGEjRyIgJtbT/C8FIDZXEhIpVDsNYpRN9xA3AEWp+QzRWaZRQrjdEKsBqrJLnqK7SKilAJup6YJW/o/ETgVVWdpWxaoBVYZiqNIEAjwS5CKxKwd8DrHbdjf2qMWIdGqn/6jjy2dV6G6s8VAIhlOHHqUoHU8UmmiFXgRBLYxf3d7aacwx6CUUXWKWJEQ9BMhHs+LEKz0SO3avGacHt1DEacbApFUa0XYevVfcAqxoACbDK5F5YxKrFpcBqG4uNjrQoE6BmK76/04Qb9uOCy7IY2ehDLJ5ALD4g5hgujaLqLeQX59FuVYUVVKOrIhOmuXn0b9iETnEZhRLwyOMN3PfdOQTCIRQadVRqHSRcvwCrrUa9q7HKBJRgYizU01jlIJVaQK2hwA+B03Q8pMAq3YCrHeSrDWQjQQwmKO1AjVWgSmA1zplJYFWrTKx28Y8+egGhJgfSF6P6vMYlWN1RGQT7FSCnpEPIJwAJA9b1wKpBhbS1xgRALDjwkOpW7Szz0gA81BDigbRc5UFlJCwojk6zM38HuUYHJ+pB5Ij5OBFhdRBwYFvCi30QWF35q7+Aw6Q14KBCYNXXwkIoh08/+j2EKsDrzjsfD83O4geHj2F1bhmri2XVRSY7uVgSIDCZpjh8XeYqNVCrFTKA8sJkEKDTMeZUjTacSBzuhmEkx0dRL9VRzZXRKpXR4Z9aGe0WW4IayqxcU7HVIF+q6MJqcWWdqdYqW/hIkAwYcxk9JAWTE61nY3zEBilhVHAv4YoTaucaxurzV4h7wGqXASBmIcowYhClgkdtxP0ONqTSaLfryBWWsSHTh9+49JW4aHxA3LqFpdooS9IItmlWa7I38nL9ThSdUBS+MF20Y8LO5X0h01ILKQQ2GXc1gGYB7fqqgLM0n/CxwC3tMJy2DvwEELttjQoMknHZoWQCmb2tJgL8uc1qiWqA6oCHwK6EWqeNKl1z5Y9P9nwC4g0pLjBMU4MOzhcWzhx/C66YuYXFJJDtMdpmb80mNOpRxqrRh2Kyxn1TzLhU2oH3new002hgrsmMv5ifGH1VCcBNq72VNzAyp+ZFem84NwzwJkAvQVUZG/NkKaBYEVUZAD3bBGtmG0EDnQbZwFxwrIxry1PTBJNceyyHcQwCZO2Sp0fGnZ9MYy1WNNjexnHk35QFEO/HupjexdmqLIYcNDkgsBrh/6lhGRkcAdXrk+/95y8VWCXzVcEOCwrwm3bd161zuIGmLRNCgQTK55gzyDARbODqZcHZdcM9UQpRHqdw/o4glWU98GdqpVsWq7eYIcm7RwLA/ixr3wMMy7ULY90nrE27V6wpjnFURTajIfFJOuqiLxVDPOoiagq87Kxg61nECcl69gcaKATiuP2RQzgxn5M9TNv/tJhpkwmrpWrH1I6lvV6Oc1TOFGXF+/1tdSsPh0XHk+yZa19/FVKpEIrlIsKROJxwFLXmBn4joONoR42ku7KqpdXs+IlDOPjMU2KgIQ7rTgDpTB9GN26H47rSdUDTy3ZzBhF/VUwV4vGYFhfEFIMtnsrM4PyiTASvnYDrwsKitGDPz8/J/rljx6Rsa2JiFQ5jJV/Eqdk5lFfLaBYrmD9+EnOzp5DIjmF8x3YQ06tWqlhazGEptyiwcDqRlFggle1DuxPA4aPHsTg7i0Q6jrGxIfT1Z7Bt+xYkkimUqyy2RhCJDSDgJAFxqGeCY/bvdcmSggqq7cgNg/t/KpHE12+8CV//xjelxV/0DX1Af38fEmz3rtexsriiIBGNfBp0/FaDSDajc97ydfw9gRHKCDAJJiDLxJFjwTZPq5sYCrnyGr432SwEUI8ePSqJt+w/Rn6DgQPvVa64ivd+4P34vXe9Cy5lJmwxSBRJXgg8/uEn+yc+/nFhNWb7hhGJJbWw3mmjUl4WxirPYC+AogUJA2LI9/ZJvBuNxuCkEkiRueq6aMdCKM7lEfvyZxBN3ozVzArcTAixe5II3Z5GPf7/s/fecZKd5bngUydXDp27pycHjaSRhDIgLIQkBCYJEDImLNfG1zhz11zveu17Ha6v7V28xtkmmGDJJoggchBICDQKKIfR5NTd07m7qqsrnzphf8/7nVNdMxL4J7h/eWl+Yma6u9IJ3/e+z/uEYdT+9JfRHRzsrS39zfTFY4eROfmXWJtvoqM7qHXbsLoeEgaHDQ5S3QBNZwSzhV9CI3k+R3miKCPAQGBL5J1OiLtbh3HHo99Aogm05yvQGPpkA0lPw63nX49Xn3+NqpXpSc0+IVaqRMM22U1kQ1E7HWX3DBNbnl/Axz72L3jnu34BF112KWqNplIKRPVg/1En6ePcL7mGosCw2CU8Ps7xtanAbKWekOtUZxCrgav3jghbnvc1r/J4z6ISmMGtlRoH1GSwApVKFXPzVfGm3cagnYE0LAlzBeYqbcyt1XHRloKAYPSan1qqI2Ensd4M4Xdc7NmSQ86M7GtiYPXgGRw6uQBDgr02gFVVM0US8B5jlSBbBKz6HnKZDL53zz144rFHcMubXi3XvFiIPQ+wGq/HG3/++1YA/x7Y2hvA9nusn8Pu6x3ReLDe+7mqK4WZ2cdY5dpPUJj6gWTMWF2ch9+pyT1EsOcH934He8/bjMzmnTid3YT2kw/jsrFBCbFbXF7Eo8fnYL7sKrwsVcCOyW3/y4DVRz70J0iYCZyYW8L7P/hvGNm2HW++5TXQTZVl0g+SPh+g1E/06JeW9/+uCgVkQLSi59B3OZPLI18soVQYknXvjjvuxEc+8q8CQr7pza9HTmvh2OGDkrtAj1V6/meSGRRGRnDTzbdgbNse/Odf/y/I5nP4xEc/iN07t4gFAIHUVqOOdrshIX+U/rdazOZQEusnHn8aTz11ANVqDUFCw/adO7BjchRedRXd6qooMWgRR9a7M7oV656DQ48fxswTz8BoNcWSjoAtla4MWuP1ws/N1ynlM5IRQEaobTlYNw08XplDxe1gr5HBkGWjYKVw2Rtfi+t+9d1wigUFXjNHQMgeLOsYaBjirm/fg//xx3+C3/+938NrXnOj1Py1Whmmtyo/536Rz+Xx7S9+GU889AiGSnmxtkGnK3Y8yXQG86urKG2axBWveCUM24LLfol7Ps9rFJzUv+7E51o5+akMBK4tDIykVdz0yeO447ZPYGV+FloQYGF5FbpTwNGTZ3B0cQW5wQLecusb8bv/5+/Ab7h47//+Ozj09NO46pJ90Ls1OHqAgcFBHD05gwsuuxwvvvGVas/rurLv8VhIDRTZLcigOWJ0ik1ABKzy+3EtpO432rUYUk/xIHLgxIHjwtw8jh84hEq9jQcfPyh9r54pIDc0ivHRYUyMDmFucQlLi0vCoqYK8oJ9l2LzFS9FMhmgENYxFnaQIpitqcDf+P7+Ybtmr1aNVBxC6otqY9YHyvppYzgX1625QlasD8WVrUtgdV7UPrQeyuQyUkfd8lPG6lmH/afA6jlXYQys3nLesICBy26INQKX9AMkKyckQ4zeo8rLhxwnaQ41ICtMJsrfNKQkfV0F/KQTlFWHAuAJUCpSaBWKJItqD1hl70tGmEq4lQAMTRe5DAE/Bk+xASArksBbDKyyhm10XPFY4TNa9FiVcZP6t2KsmiLHb3W64uEkyeJREFTGJu1fAas082ciIBmwlNJYtBGQ9x4Bq2Q6Esjhgs33wwUlYpHGwKo0ngiQpGeVoaPTDVFzgUYInKl3Me+b6KQLSNBThjY2/IyUjAZdYRlJo943Id8oOFgckIHDwB/FLuX7ECAloQogtmXjSQ37SmkMBi2sd+n5EsjxEgCc4TlBiDZlFyEBTB4rFv8qzILPyXPebXWRtA0Jjwq8DorFFK571SBS+RqKpVFYdknkvoalSQJ8ZWFeCrV0xkG70VTA6tIKBiY2w/GbWC7XsLBUwuf+7RDslIW610WrQxmJhqGsI+eSHqt1psiSSRGFV5Fpq8KrArRCSkkJrFKmEvSAVUoOaQVQ63RRpLVAWo+sAEJhH8fA6plyE4ZlIaX5PxRYjb00JTxD2LyRwTXB/YDXmQIGzgJW/bMlrKrZj0yxY/LdOcAqsZt4I+CGSn8znr+1FqW4ioEsScaOiY7nYroRYjqRhkGpJOWlGsH0LlYWln909/U8PyWwuvYPH0A3sFR4Q0KD3dEwZS7hC7MPYycK2D08iWPdZRyu+JiZaWLpxNNYXG0hl7XQoalsguxKAz79amW6a2BhfhnNRlvkkJ7nincZNypeX2oirkMfGMLAebtg54toLC6jNb8Ir1KBRnk4fYEjYLS/+JONWsqOBHTdUY2E20HgsyHn/aKYRWpT30i4FahMGIUE9FTjpFYdiZ/rTcmf7wCq199oqmIpJUFk/hfbfjCIjuz5dsfD5kIWFw4MwPNDnKg3cMOIjl+46hIUBschuuCwC52FU9uNgDsfQdeHZueQSGYR6kmEhi0AsgRYCauQV6J6rxpN8rvrCFtrSHht5a9KKQzXCoZ/kLkj97FqMmk9INRo+rG6XXlNkbUzACFQEj7FWCUQZYotRBuBKBMaAdf8UFQItEahhJtngOx9Bv4xKI9rjcnzb1jIWhYyXO9MBQwKftlrVGNgVXlyy2sSHI8kOAnxZ+JzKwsU8YmNHitrn4RHbfiaqvXwuT7UAkRGjVSgKRmsvBEBVk1uBMoWIGqwOFdQQEt8BSQUM5jHjCA03x+Zq6BPJ9f6rhSZEsjA1PnQQyokuGrKdSkeuRrbZQ0t8RvTaQOIpu+jSaYcLQCsLt1skaFdioS2ebAcG6adgaY5yrNV3jP/qvZY/OXXXvA9LuFVbJr6QJ4YuIzBQAHcerYZipncAzg54JR9STGL4z0ofiy/r4pSJfHnEDT2WOWbFXZqVwE7EqQUsxz61Lr9YIQCJJSsPy5oY3CKP+u954jXqVibpqwvfK34sfy7hEdqGkqZFIbzKeQsHSkzAZP1gLAQ6b+pC2go71vWDx/riRTufvI45io1eT16XLPh45LUD6zyteNAMAIL8XuOj69P0JJJ6l4Xw8UcJjaPo+51RB66fWICb3vHm5DP2VhdWxYLCP7nhgRWLSRCG0GCe4Gym+BdxH1g5sxJHDp8AJ2Okk6SsZrPlzC+eTcsBjOJHV5HgNW03hLAT/zB5V4JRA6fTiXlsZSxtTttYV2SXTO/sIi1tZoAq2R6MryCDTePARPfq7UG5peWUV+rw2+0MHPsJJrNGkY27UBhZBjQWnKfVFarWC4vCdDCxpb+paXBUZTX6nj48SeFVbRz104k0zxvPsYmRjA2PiY+fobhwE4NwXGGAI1+s6y71L5xLmig1gTFxhbf8iDE9s1bcGZqGn/6J3+K09PTYnmwwuTuRg2jI6NyPAJfk++xIeRna7stAVwt3VJEwGgP6ZKlks2iVCwKEWC9VpNjFgP8vBZMJymfLwZtCWTzd+ZmZgX4FgBe1qLIpzkB/Nn7/2+86+3vgCVhRxHL/icAVv/mA3+FIDRQKA0jky2o4WMiRLOxImw7z++c3exwn4isXRQ5ICGBXgRWtXwRWSsJK5OGkdSwXq4geOJTGE18Aw2vLPVI1s7C+MQoMGui9mu3onHNJb17T/bWiA3/oolvIn3wNlTKQJfs10QbDqUPHGaTPKFxjU3iZPFNqNpvQKhXoOlpGWjrvAd4buwuvtF4Fl9++FtAA+gs1aA5BFZDaB0fN4y8CD93xauQdNJyrUhdFKvFzglSivcE2rEwVb2ytIKPffQTePOtb8WVL3kx1n8EsBori+Ln6F+j1PcUehCTRJSCt49CRUCTrFDTEjXfZbsHkM8QWKcllfLwFysguqiS7NDtwqQfg25IGOvRU2XMTy0i44TYs2MYhVxaBu/lVohqs4ULtw4KMGjpPlZaGo7Od1Crhwg9FzvGHUwWNbER4DCSK8ojh2Zx8MR8D1hVNinxuh8Npn8EsHrfvffi0Ucewlve9LM9xqocBwKUffLlHwWs9v9efFz/PVBV1taeFdCP77H6XGDVkJqA0AytALRAx9rSgjBWO50WOkjgB9/9DvbsmURuy25M5yeBA08h7zdlGOC3mpirdNG6+lJck8lj5+RWWRcYXkUrgJ+Esfrw3/6BMLen12p4/0c+DVgpvONtb0JhMAcvOtYx4NarYGJfdlXlKMsf9qORpUo/uzUqiGXfZ99bGhxGcXAY6XwOtp1COlOUsMP/+T//H3ztq98Rwszll+/D+371nXjkoQdx6vhR6ZF5W+fSWey74qV4w9vehanFFXzoo5/A2MQ43v2f3iVAmTq/DAbtoFGrYq28hLXqGlrumtSr933/QWFQtlu+AKtWrgg7k8HVl1+Eqy/Zi5TbhNWuw/FFU4VqZhB+aRPM0MHTd9+LA9+/Fyh3omwQG/lsRhjhrF14T+XTKRmCE1g1NAv1pImna8uYra5hh51BIQC2Zwex42dehhve92sobhpTg+3ICoDAHgOQKYh54oln8IEP/A1+5T3vwUtfeoUoZzmA6JSPyRrIAaatGaivVvDVz92JRrmMVq0qe+fO7duQKxXR9nxccd31KO3crey32JOI454iQ0gGTX/IWDwUYLCSeOPrMFi4NtuYOnwITz10PxrlediWIXZsS+sNnFmp48EnnsVaYKA0UsSmTcP48z/8A+zZeR7+4s//Ao/s/z7O2zaJnVsn0Kytyf5npTLYtnsvRvfs6cn8uR/G9R6HXqrGir+n6jwhSfRZAMT3Mz+TWEQwmJIXHM+H62KtsobH738IbR94+shpPHNyDkNbd+PKl18vthHPHjwIM1PAUD6D6WOHkExm8eJrb0I4tBM+ahg0Wtiid5HXWgj0JhJ+PIx97iAsXmPiuj+uJe+7b7/cp9u3b8e2bVuVbaTkX6h6L95PSCAq0GM1AlYXFud+Cqz+Ox3JT4HVcw5QDKxu3TQmTQUXXSnvo2RlFXu8IVPrRWtHLLBYh8pmhZN6AqNjeoC0aQqIlk4EsMKOJNvHk3o3SAhgxsKQNSdVQSx1JbWYARxceDxKpLlIMtRHk6Q4ygpIx+YFX2+7aNH4nlYAui2TLfoD+QkPecrwNAtVD1iiLIwsAt1EMdGCFjJ93pI/3W5HGFe+z5AiArAEETQK9lWjYRrCWGXfS1kA/UiJMXFNEWCHaYfC6lMOho5pIq1r4o15qpvAyZqPqq8hNExpzDU/ligr/02RtkkAiAKf+SfBDBWgovyAxFycXCg2Fj6bUAW2+gxt8LrY5Oi4cDSHrEYgpS2Jo2QDkxHJiTmPLVe4ZoceQyqlT3zmWOARwHa7qPghWm0C2DqSOpt/YGK7g5fdUAKzJUpDIyJfZeeTsh006jUszHMKnoBjWWjXa0g6NtzyCrL5QaTSecwtnEbKGMdH/+lZNHwddNZqtwis6hK6RTn1Wsuj6ktAJTKeMxLcpFKWyVD2fBc1NxCQnwedXlXFNAM6Wig3QzS8UGT/w9K4JVCpuQKa5FImfMoMVuswCQAZHmwy2hJkiDFwxlPp5gxRF4DKAEPaBNsQOTkBP94LBJE92YB4PMkqIJtZAlmiKlt5WgnsI1NX8cujX6VsRCp8TBpx8bbkxIz/zyafjNWuhFfRS5ielYZhox5amOmGKLNxNlTAiQrWUdfE8srKCwZdCKyW/+EfBVBw/QCuFiCn6Vgw2rj9+MMY15K4aHg7pmotzKYs3P3kD+DOLKG+5qJeryGbsZEt5GSowKA3M50C1d2Lc8sy4eUgIpEwRfpzbhGt6j0NyUIJej4vgKS/toaw3RCvUiaiK9kvpaDKv1IYH1CACZMkbScjgxIypr1OA3qCwIqy1FCkeTKzCOo8lwmkyE8b8kgF6JztadR/QHtM1d5z9aXNhyHSRgJ7hjNYXKdRfAI7BkuYHB5GoZmB3ZnBGy7ZhckdO6G5dXhwoZFd1lXG82GnrgK87AwSZhah6SBkcBUZybqBgDYGoeSAIrBCaN0W0FlH2K5JgcrzzwA7piiHpo2EANzRmqH8EsR7iIx1eqiEXRaeXeg1+rMq76hI5KQKJw4vYEohts4gtcBD2fNQ5wDJZcIog350JA1PEs+dUEOWwzNDR9LUkLdMZG3GqykrC1kzxSBew7hPZgiBTQbtRD5RwthUDGIOT3iP8dhortjDKi9TKW4VyKTCtRTLUxwYWITSC0u85PhRFMNTIHhhnUcfj3+3mIaoI6D3lFyfke8u739hwPDq4eAwjNi9ZPorVq3mteAiRM1LoE6fb6oKAhdG0IGjdYWhaIcE2B1Az8CHCTdJaqQNz6BtB+10AsXWTDThcF9xA9hybAIEBJYsRxKvuaiwcCYjip6T3Em0v/j0C77Hi9mUYlpG60Q/qBqDIDF6E4fOAAAgAElEQVSYyXWAx4MF9EaDpmSvCkxSaOjZkkN1cOX8RZLp+PfJnOMxjUHH+Pvq9TY8EePCVZ5b7COU6kPk930sVTnfXCUFwFCDNw5UJBUzCjrjoJdSMVoQFZMWiilb5P+WZciQlYCTYuwpxm4cACU1CvdFBFhxQ9x3eBpTiw2RQRoaryMO1jaaifgzCbCaUKnkcn9GQDOPBZUeXquB0cE8dm3fLLLz1VoN67V1qTVueeubMDI+jNXVRdlDUlYKXY3g8zj8RFrZi0ROECHXNt3E4vISnjnwGOqNssgcbYNsiSwmtm5FOlfiTEqGq123ilS4hMFiHrZlou02oWeSKDcaeGTlhNga7CmNY6szgEzChu0ksVRexcmTJ8SjdHx8HJOTE8Kw5zGyHUf20sXFZQGGG/UW3I4p9gVdr4lSkRI/D57rgz6jlfIq2o0aHMNBaXgExZERnD59BqePn8TmzUPCpOV5YG1Dr9ORUXq+6tDJRtQspHKbYNvD0EKGWHlRYrtSBcQAttoDlc88WXPCJEKIBx58EJ/+109ibXlFWKS0Q2DjRMCT4D5fm38yOCNmnsYWFTF4HwMvymaAHmp5eRyZqJT/xeAhmcxktuYLBdTqddnf+XprK/Q3VV6uAoCbpjyuNFjCP3zoH/HKV9wgyq34K16iXvANDuDv//HDEnqZSmaQJG04VMOyZnsd9fUKPJ/s2Q2mXizR6M02xKNYl2Ni54ow02k4KQeWk4NXX0N76g6Ugk+jU6ki6ZnQt1swD1kIPpqDftnrMfPuV6DDNUx3EQZtJLw00sk2biz+JeYOn0a72qYHBzpUN4DruwE7SCFhLsPyNKxr5+GZ5K/AZbBqYEE3M2ibGZhhFe2Uj08s78czTx2D22whWKnKEJjrNwdxA9kifutlt2CXOSxqD/oEd7jyRoqX52Pw8RxzHV5cWsG//PO/4Mbrb8ArX/daVNZrMtRTX2fXDFw/N776g9Q2vKmjwINoQEfw+rlKFykPtQR2bdsEy6D9D8NgHUrFMGRJhKHkLrQ7XWSSNlKShwCstXwcPzWLtfI6itkscrYh7LL5uoZURsPFuyaQ1APxT9VCDSttD+t+AmttoL7exsSAg4mcDlvqBA1PHpnFE4fnodsaNG6vQb03QFas440hGs0T4rRs3uOZVBKP/uAH+P5378att7wGtp2ElXTgul3xm1cDj43h5lmARmSn1b/mS08ZcfN/FLD6o0Da/teQs9d3us6qPcUSYeO9MSCI/yZhhjscl89UZkAAyPLiLPxOFa02138fD+2/D9s3FZDbcTGmcmMoVGdhzawgobnIaglMdTqobT8fF2fT2L1ZWQEsLy/LGsPP+N/f+1s/zu2N+//6vyK0kziwWMb7P3QbEr6GW3/+Fpx3wQ6px+I1Jt7b+z/vRt26MbDcALv6A9kowdTh+RomJrdhctsOCdK0LeV7vLpWxf79D8gworqwiMNPPY2rXno5XnzFFViem8Hs6RPIpG2Yjo5rXvMm5Me3o9noIJPJi5WMyuBQ95U69xzGBgLYMiwRbg2rlSoeeOQx5EpDKBaH8dWvfB2Hnn0GQ2NDMDMpvOzlP4PdW7cgpwHpIEC+NoNZV0OnMAo/mUPatHHXF+/EQ/d8H+PJLAa7GoYNW3pGN3RloEHLHyeTwkq5jJyTgW9bOFYr45lGGZs0C5s1BxOpPEb27MZrfve9mLzkgt71QoBc6hmLg/METh0/ho//87/i7W97Ky7Yt0fqUZc1fe0kPKo9u4Bj2ThzZgpf/MLnsT43J5L1LMHrXA5G0sbm83bhyle8HF3TlJrH4hCew3ySZqjeZa/Tp8SKzzVxCr4H9tlLM6fw4Le+ivWpk1g/M4+t2RFs2rcTs4kW1lsupqYX8fX9D6JjDiBfyiJhBPid3/5tXH/9DfjanV/B5267HVkTmBwdFDUcCSHZ4iAuuPRKZCcnZQAZg6g8g/2Aalzv8M845Equr3gIH6/DfK9JMlYjZjv76HYbRw8fxiOPPYWBwjCM0MDJEydhj21Gcu9VqLR9rFfXcf6FF6EydQDHHrhbhnrJ3AhSo+Mo7tiLdNrBzrSLEZ0aYLJ91Vf/ui9/jxRuoUyeeUgN1GpNfPNrd+F7+x+THj2dMfCK616Gqy+7TKyjTFrSxGK5MMDAQEkGqCw+250WlpcW4NLexraRzhZg2Q7e+M7f/rHu8f+oD/opsHrOmY2B1U1jIyq4IZZHxz042+RzJinxU6jgJlYQyj9V4AtJG+zK9MihTM7QkCWDxEqIFwiBSpHEcDUiyCD5J8opUNgkAqwqdiaLV9dlc6+al8DvCuuEfQgl2pSt8k4iqEpgTuSdLB4NylwtrLge5houWgEnvBZG7Q4GdR0FNmsmZeNd6AJmMMW3IxJ7m+CepJaeDazyczKUgn6YsgZK4rFikMrvIkSSRS8NmVtdPFNtYSEw0AE9twgGaOJfpHxR2cD2eXSGii2ijOEVQ1IWLZEV+Wi75JWxiKDbv0qpptQgbwCbCDbSesH3kWSwcUL5h/SA1ah+JMOXTI8NYFV5wHFxr/oBmh0ltczQMjDhYs9FeVxyZVZo/YMjZJkoLzs2Ns1aDfOzc3K+kpaJTqMuC79bWUEmU0QmP4DFpWmkrVF8/tMncGquDVcz0Gx6SNs6ClkHDbcrZvxrHptfFRzFILOsARQM+q0CQcdF2wtBIJ7gG4HVUspErdnCaovAaoBC0sBIxhR5S6XeFYu2fMqEBx3Tqw3ZHLN6F0lZZHn8iOWx6CTzSUMzYaEuBjZA0jDF7oLMPLIuXY+FL6XvobAALMp1hYkWt/5RqFi8I0Yhb8J4CsnwUvcT7wn6x1H6zO+RcSnAqu+BHqsE6OjttJ7QsRokUPd1dEMNgQAtit2nZM6aSCVe6BeB1dW/+3sYEj8EYdI5AdDKW7jj5KOoLC3j5kuuxaOnprDsBTi+Oi/FxPraurAq2IwxXTmVyaLhdqCnbdSqTdRr9NhlocBri6C/8gB67hdBZx53G042j4Rlw2u2RGYqMQK8niMWKm0Y4oJfDS+kQ4HhqGaKw42gw0Y22loFlIgtATaq7P6iUm3Aihmn/q7e4fOCwNFmvQHSng2sElz5uSsmcc2+YXzoa0/D8mxctes8XJgbwNraFEYcEy++/Boksm0Y9ToCMm7FR8lDQM8/L4DhZJGgBFZngFGSxrFi9SAraGzITqa83wa8BuDWBcwgyKgCikwBZCmhFehImhgVskTpf0j/NmGrKq9QrU2mq2J9CZNX/GI9WSfoX7zu03rCxYrbwUyzjcWOi9UuBzH0rzaE7Z2lB7JuIWd6wnpPmTryloGsbQrbnOYblnglM6QpgU1e5D9KNq5G2bsKUZHWik0fw7FCAsBki5KO78t1JHYOnHZzokPpdzQYkmApSvU76jMmCLIKEBsxliVESgFpQn0z6NsXhWuJVUFvQ+sRk+Uc83kjtiolVVLgeq7YI6zRy5uWANJAejCCNpJhF3Q3dKCA1VBLCUAUUPpkWHLPdjkoE8eGAB6asOjt7XqwZFjGPSqQPUrXCaqTXcsEGbKWeE51JP709hd6i6OQ4TFWwGoMoPY3YrEEStimkhzN4Y8ahDyXSbpRtMpzxMdVrrWNt9a7f3hsY6bMOeFYcrqjwMfeI/kcEZM4ZkJIKxYFoggrlq8rp5KBi8ojlreE1Ajc7yM7Iq4/aUoF5VRzT1OWQzGwKn8XywIGQJExpoBV7p91w8aBuTUcOD6LrhsgnXTk2pAhapSQ2w+skkku/+ZeHsnlBGgNPBQyjiTtDg7khB3KEMVGqwXbMfCzP/tKDA6VUG9U5XhLSFRgwQ8m4CMte5YIgniPEjA2LSyvruKZA4+iur4sQ2FTM5HOZjGxbSsy+ZKEOCTCDjQOi1szGCoVMTBQRKvTQL3bwezKCh5ZOIbqehWXTe7CvvHtyFoE0Ryx+jj47EEcOXIEk5OTGBwsIZ1KwbJMGGKwrmN1tYz5+Xk0623kcqNwu7okPg8OmHKM6enY6apwp2ajJh7ruWIJLZ+BH7OolauYGCtFQywV1jg6OoKRkWGR1NFqnlYcdmoQyfQoTEtJ25V3Pa+GjX1EQE/TFkCwUi7jqaeewgMPPIDpqWnQV9d3uwJmkjlG/1O+b74vnhseawKgsb8sn5nvRZrniLEdDxAor6Y6gr8vUsaIlclzRtsbASTJxg4CmAR4NQ31tTUBVOJ7gY+jj+323Tvw0Y99FJdf+iJlfRLdF8TgYuXWC73Jb7v9U1IjmvQNNHgNqaW/3amhVltDt9vsHbd4qKCq4mi/k3shAlazhQhYJXs+B79VQ2f6Sxjwb0dQrcBzE8hO5sSXOPyehuqTe7Dy6+8G0nl4bgu6znXRxEiyjquyf4XZg1PwyVJNJ9ESYFXty0ZIVn4XFrpo6yUcNW5B2bpUvsdj7en0SwxQSXr46Jl7cPzwSbjNNoLVNSToJSzAagBbt/G2i67HTXuuQld6AlvCF0UR8iNkoR2/i9XVNdz+8dtx5RVX4uZbb8VardYXIHa2UuVsYHXjZ/Fr9Ja/iEEd6eI3+CaqwlDM/kQHF+/bg+FSTq7mtWYT6402ObriC7yyqgJAg64r6xH3RtYLGnuIlbLsd2MDBWFJlttAKqvhEgKr4sfNWkET0sh8tY7leoB6syuM/bGshoE0q1gNTx2Zw+OHZqGZzMYgoMsgpI0QrhhYVdfvhtxXAaspPP7ow/jut+/Cz73ldeLPS1k2By+yZ6gJ9Vm1VG9PkM+zUWP1QM4IWI2v/R8GsJ4Nrir24/PVbBs+rGfXflJvR++N9zmBVSkNojBlj+cgMyDM//LinNgtNVu+AKsP7t+PyYkMCjsuxpncKMbbZYy3uJe78DptHKtUMDe0BVeNDGLvpu3I53NYXl5CmxYnPwGw+tX/8ctIFgbxtUeexsc/fxeSponX33wTrrz6RcrepW+vjteTfpZjfEpUjbsRkNdbe4S9LqNGmFYKA0PjGJ2YRCqTUXWl9O/sSwI0qnWcPnoU3/n6N3Dwscdw5RWX4aYbb8Dg6ABmF89IbXXx1ddAt7Owufbn8r3amj7jvLfV+SITk+rQNubn5rA4cxLLlTIOHDkmBIFCYUj6n+99926cPHUUoW5i89YteOPNr0NSSE4hBjqrWGwHCPJDcHUHg8UinnjoAXzjzi9jU64EZ62JTMdHmv0C9bAMaSarPUlbmyqShgMtncLxegXHGlWU/ADDmoGdg6NIDg3h1b/1Hlx0w3Vyj3J95d5Qp6emYwu7f/r0GXzkwx/DzW98HS67/MKofg3h1uYwv1xFteWhVm/ggbu/g6cffhAFzcN4sYCxgRIyqTScQhHXveH1sHJ5uCJ9Y3eqvJaFHRr3iX1LUa92o4KFnqztJu792pdRnjmJvZvHUZ2dw/Qjh5EfLuGCl10Bc6CESrODe+7Zj7ufOAIj6cBM2viFX/olvPY1r8XJ48fxsX/6IKaOHRZrEuYm2Kk07Ewer37dzdDyOQmpIpgag6jxOtEPqsbhVbHlUwysqvgCte4lHQMm+0KqvFjLLCzisYcfxup8BfUu1740SvkkUkOjmNIHsOBaaHd8bBkdRPXwD2CXT2Pb6BBqLQ9V34RX2oSBTZOYcALsHLCgU60rJX20DvVtpLEdjBDXxFpIx8EDh/Fvt9+BwcFhbN+5HfMcpAQeXnHdtdg8MS7ngrVjvL6wHuJwleA6sZfFhXlR2PKaHhgYlud883963wvdvv9D//5PgdVzTm8MrI6ODPVkLr1Gi0yDCPDYKCwUm4SXtVIbSOekilTxzQvh6Uy7V+wrmkmLN51GNiLB1hB5LYGiFSLFhlxss0I49GOSVHa1YdMKgMAqGatcowXA8Vzxq2JjQ4l2i5T0IIRD2Z+hSdhQEwmshRbWOx5W6e0UyqvLVLmkdTBuadicpGUBQbsuTDbFoYZaJwZWNxirmsFpcdQDPgdYjcAzSRDkcYJshGQULLe6OFZtYzUw4FETzM0qEaAtwLUKQRH2mR6FWFGiz88lafJRIIfg1ZQIcIrUESN6Ah0sMo2wi4IO5E0DuUSANKXDYpnARFwyW/sYq9H+2s9YJdPUZuAXQ1Y6XawHPhptbiomMqYGy3LxkusGsWm7hVQ6jeHRMWmCyCyi/1ur3sACp3KahqRtod0g48eU0COLm2xhAOXKEgxk8MSjLu7ZP4VA09EiGVa34JIt1HBR9kJ0DQu2RhsGMtsC6D6vCw1DhTTykooewudEz2PzaqKUtkX6sEJgtesjT49VhlWxQKp3BVDJJQ34oY7Tqw2Rj2YNDykC7hFnWrZfLUQ7NDHjGjhDn1NKdQ1DgNUsmyvLgJlQUhM2CXlblwAszXPFl1JJwgQOUEqwqNhUOBDDC3jeFCtbhasEcrwIjMvxty0JOlnrAg2X16yOJehYJ4tOsuelzN0AGcl4MDQszv94jNWVv/17waDU3agLO08rZvDt8nHc/dSDeOe+a3GqXsfR+SWs1Nfhug1Mz81gvdaG77EASCj2IQGKrIlqpY7ATwjjW6QxJHRF7I9zJ+UinSMzjzJrMrPTGdgEF7u0eqiJlyWpvOIwGjUYPWZlVCTy2qcvHxONeU58vwPf58BBnDIVg7GvGX/uLhazSvoZKarw7596xu+9F26hTm7v6ciSe/meLP7oF/fhX790BHc/3sJN+7bhtbsnceLMNJrdLl511bUwJiw4lXW5dskkZ5AV5XpsbTQ9hdDIAWYG0JMqpCv2cJMsNWlJhNXN0CoErqJmcOhk2UjoZDqS468JizNBoDEGVgmmilSH/rUMoFKFnErbjkL84s8USXrarot6p4UFNg3rLUw3W5itN2T2lbRsJPUQWR3I2g5SpitrOQdmZJ/nk5YAWyn4sBmOFwJ2QseWgO9TgYWBmVNsZPGCVcCqoAJ+XVkXENgUzyn68iUQOCkgmRLGEn0/BQiPfGMT9QZCgiKtVi9kinsM1xfV7BE/VlN+SvMTTFAnwNrfdcRnk6/JPYvniHYcik4jwAm9mituF+u+K35sfN8Wk3FpB8AhGqXL9IbUkgKs6kkyBGjpYEZWDeocerQooPdh24XGojVB/QGVFSqcjYx6m9JuBgeRwUrQ848/+oKLMFoB9LOB+huujWtaWWjEEkvxWetXo0SvGg8e4ucQ4El+LwJJz5ElyuBIV4yuc5s/FVAWPfacx3EvFPm/hK0oAFQqCoZhSpBkQgpe+gxyr8yaDFbU5N8ctArgykGtgLDRoJIJ88LMi0551CyR2aqS35UvLD9M27SxEpg4cnoBJ49PC/jKdF8Zorpuz9og9lllIIewX3VdmOf8rPy3o/nYs3M7tmwegU6mVIKJxi7ml5YwMJDHK677GQwNFMSfutN1hSGUCEwBVoNEFmRXJGS4p3xWNcPC2npVGKvlyoICVnULTiaDTVu3oDQwDEO34XXrCLx1mO4Ckklb/Nx4i63WqzJ8fHJ5GmvlMl688wJM5gfU4IUzB9PG6ZMzOHL0KLLZjIQ+ZdIpsQFQN4GOVqstAGGlXIXftdFqa5K4PClgm4ZmoyFWGWSf0l6AYF+gGZheWsH0qTNw6x3s2jIix6jrEeQ0MD4+ik2bJuCkVFCI7EZWGhbB1dywBDPxPoyvu9jr1HGSMGwbP3joIXz7W3fh0LPPYn2tKgBoNp0REJSsUTJVhVWaz2NhYaEnWyeTigArr7UaQTUJcbLl92OLByUFVCEuTIGPWWF8L/wdKldYS/BnHDIStCWQQq/4VlOFmLAupbXCwsIirrj6Snz0Yx/Bnp07Fcs6uql6ZcMLvsOBT37qs5EPPKWWBFbVoKPVqaNWLaPjNjYGjj1eYt8sJGKs8rMncwWYqYzYNJl2VoZxrelvouB9BKlWDevtDgojDuyMDm8tgeYTOczs/s+wxvbKeqkZXbRDHecVZrEn+CecPjwN00jKut0Eg2A16NyXOKhwLVhaGyz253EpTmhvR0c3oGue2KnkzBSmkm185Pg3sHBqHl0e13IVGgP56EXfosTaxNWje/DrN70NXs2HZdkCuirP7ucPMeEx5/22Vq3hU7d/Ctu2bce7fumXUDkLWFVAqHQhMakksk9Qp0jJ/HvVQ8S6VGtqzJDaOJkbzEEGc/mYnBhFLpOE67lisUEbAp6zTDaPWqMNw7Tgtjti38M6KEiYMO0kvK4Pn2Fo7IfoW20wNC2Fy/dslkGnWNxw+A4fy/U2jp2poNUFtk4MYixnyOCTkPMzR+bw2LPTMMlo8fmYlorK64GrG3uAsiCKBtsEVpNJPPXk4/jW17+GW295HYqlkgDa9GnuVy3En/4sMDRW0MQDhej15K4/R717Noiqnu2HAavnvtbzAavqtEXBXFHtHTNWFbBKK4ANxmplaQ5ht4ZWm9drgPv378f4eArFHZdgLjOEzZV55Cib5rC20cKTrRqWhrbh6nQG52/bgVwu27MC4Pn/w/e+98e4u4Ev/9mvYnndxW1fvxdPHJ9HUjfwsmsvxStvujayqVHe6f2D0B8GrJ7LxI6PKYF8evNnsiWksmTgk91YivYyQ/o9+kmvrZaxvLCAmVOncPSRJ3Ds2DFZb2/82Vdhy+6d+O5D9+Pql7wUV1x5NVISpKdIFf3rpjoIMcBNL+gmjh16Gg8/9pgECDKAj6q8dCaHankVX7rz8xKaWCqV8L+9+xewbed2rK2VUQqaqDLrIpkTAsrQUAntZh23/fPHMXf0JF40uQ3BShlpL4QhNni0L+TwWke93YQR6rBzORyrVzDdWEc28DFomZjMF8UH/+o3vg43/+avw85wAEL7glD2Bl4rPB6HDh/Hbf/yb3jNq16BrZtLqFWW0Wm2RFVyutLAOmzpj5ZPnEB99jS8yixMt44CSWWFHEZ2nY9Lr381hmkbkUmJkoyCKgbf8nixNxSrhxhP6VMLMYg149g4/tRTuOfLX8Bg2saOLWNiozZ96DQqJ05h79AEdl96CTBUxPzCMj7zhbvw+LFj8Ao5vPg1r8avv/e9CFptfOQfP4i7v/UtJK0QQ8Wi2MJc8ZKfwTXXvQLtgPWOKx6rvWulT+ofS+V7oaRdrle+ykoQJZoCOrksMWzcctQeSmb+swcO4IlHH0N73UVTz6Dt+xhMh9i8ZTOWzFEsaEXp5TtzU9imV/H6K3diz2bWAxpWq13cfWgGx8pNZI0Errt8L1K2yuyR2/wc0p8ykVNKUX4WWjpMn5rCvd/9HsaLIygNDUiw5EplBRddvA97ztsjdgAxsMrn5HA2l8/IOu26HZyZOyNqyaSTgmU6eGD/A/jQp+76se7x/6gP+imwes6ZjYFVMgn4tcEaURK+eBHnza/YK1HzI+1SNHtPbMj5pCkiG0pM9ygHVewRKYB8T6S0w5aOghkgrYWwaSFA9knoRozVmE2jpPcEVtksEFglMGEa9LdTPp+tri9TazLZyFCtdkNUuj5WO2SKhnCl2WbQiAp8MTxPGFfbcgbGDB96ty2BXX5AoPZsYJUFIT11HEPBRVwkFGNVKbOlYJS0dxX8wTKGVgAMyaj7Xay5BtzQQcNLoJHwUQtcrNSVxQCnLSLpj2SH4ulK3yU2lyIrUs2mMIVIpfe66PgsBnRh5tLUe1ADkgnFJONmkk5ZcJJMru3IdIVyXfssKwDFlhV/KgFWaROQEBP8dc9HrUW5EkFOYKAY4IbXDiJT0FEsDWFgaAgubSL8rjSfnWYTSwuL0EIGi9FjtS7BIFq9hk6rhVxpWKXUuiGa62O4/dNPkJCGWqBjpuGj7IoOF5ajIZlyMF5IoeAYwmwuV5s4eLqCRqBjb8FEjk0lARC/g1zKQIlpva02Vlq+SJYJrA6llTdepUGJko6sQymuhukovIpWAOmoIOZnZoPp6wbKgYEjdWCxa0iSN+tOgjRiS8HPpntwNA1ZQ8eAY2HA1pAUS4dGr2DgMRB2VOTkSe8pnmBeF2LjIM0yr5mEAFKKvaICbAicVlo6FjoBFkIN9YS6jkXeTTZZ5JlG8JLHndfH/NyPB6wu//XfSUXrhwoQEl/CTBLP+su4/cA9uDI9juHNW/HM7BkcPHJUjnvN76JW72BlrYnKWk0M15OZFNLFNFZXmITMABvFwKZUktYVGyDlhvRahjD8j40UPxfNawkgm2RnKOBMfHUVciNNRszo5kBCyY/JIGLYC32MCZy7CAg88l7p2ZX0S5v7F7ooWCL6Fo9/jJWeC6zGRYWEwGy0Uz0maZqM6kQXb75yXJqYz95XwYAR4A27R2AYKUytzuEVF12C8T27EZbLCNv0MiKLnCxSsp8JMJLpmEbCygswR7YqrxmJTON7iya/lLyAonROXsmUcyz4lP+blMOSCZRA4LoIuh1oDLgTFl1kCSAy70jW3cOGVQJ9zFhFxwXaLoJOG263ieV2G8cabUzVm5heK6NRp0zGhmNxaMQBlimMcwbgORrDDANk6MtsGCjoDPEJYIZUJpjYgQwMsTiwhLFKHz0YlPvyconYpgE9IsmqVTJrmmJpTN9OZiSUg+FTTJaWLwmV6gK1CsJmG+F6HYlGnUkFEqagDER6fbByBeCFRZkPm9PYf7XXmfHQ8viSvSvCc2ECi5djAHQCH2vdDirtJlq+K5cY1f7kZaRDX1ioFJQnDLKOHRiZrDCNCKzK24iYtqE0xh7QbstAoEPPMb+DVpfnNSHWKmxY7GQamuWI36b+5x97wfXXucBqXHTG13fMypPGRx0cYdXHrL2YIaEetzFw6NUDkhS98bbi2qBXI0j+3wZL6NxhRf/7kO24r2jvf+34/UmxyyGOMPQM+TOrezK8JJhHJrVkWdEOQJjQUYI31SMC0CpAdyNgK5ZqK5CWHo2M0VhPmKi2Axw9dFLk73YqI5LwmJnB9yne15aFZquumgWyKvusC0ZyNi668DwUi2nxXiP7p9HqoFarY/OmcVxy0YVIpW0BNdsEVsniljV4DH4iq5gVgRosyr2uGag16kOyQDQAACAASURBVAKsrqzOiRWAqdtwcmlMbt6CdDaPankN3c46BhgypDfg+y4mxsfEx7TZaaNWb+LRuROoliu4Zs9FyLFGokezlFc6zkwvYmp6SvYUhl7Rj5UBHHx9FQ6kC7B8ZmYOC/M1WFZBgNWhIQuWoQIpuJTIdsdb13LQCoFnj03h2NGTcDQL528Zl/WI3oWWbWDr1s2Y3DwprFgeR4ZdEViCkYSVGoDuZCVkL95HeOwdJyXA5pe++hV89UtfRmV1VY6/bZoSYJXJZNFqt3rhY5VKpRdGReYqry2eO74eAXWyTskw5WfjF8+zBFkIAG8IQykO+eLrimpCgjsIohvCzHJohUOwlaxY+hJHgRj8PT52dnYWr7/5Dfibv/0rbBob29hFIn/nH5ex+slPfUZAb167VgSsst7m2r2+XkG7XZPaIr7XnjNKlD1NgcpONgcrnYWTsmHYKRm6Nk/fi0L37+C4q2LTNDTK605Hw6cHvoHZ2ltRz14lmQBuUEeg2bhi9FGMrX4W0yeXkcplEFpJtIUcoMGkuou2AS2y5GnjFaIeFnHIfztWrD3QNK7bIbJ2Bk8lV3Hb0W+hdnpd7KnCah2JlAXNMtFdrwuwPphI4f+65Vcw5GfUWs2pigQ/bcj5+0EnKrI6vidS0Ds++Rlkszn8xm+/D+Xaep8VQLymKZWYOn7nIH9SFGy8RpyyENcKMQgYb0BqqMN9xFY2apHEnveVQBBU6Bi8v3i/qzqDKpDeEF4wFqUUJCObn8PzfUyMFXDV+ZuRUuWCvCdWDW1oOHJmDSvVFnJpGxduGxCbFJ7rQ8cX8PCTJ2AmlTIvETIsayPw8/msANSeQGA1hYPPPIUv3fkF3PLm1yHDJHUODyOQ1DLIin2uSkiOQ0yn7gNx4z1JRcM+VzHUfxyfD1g9+zhHRzsCWHrbejy862Os8nEE2FmLUxkn3FyCZpEVwNryvDBWO1TOwMf+/fsxNpHCwPaLsWgXMDI7BdtheG0CmYSJh+oVrA1uwzWFEnZt2SbDKVoBkOn4kwCrH/s/3omDJ87gs/c+inXPFm/2iy7Yite98ZXI5TI9H8jeADIKf4w/u5rdxIDThgduvMfLaWEPaaVQKA3Boseyk0a+WJS6jOtkOp2RtVy6UKoBvC7a5ap4SX//3vvw+JNP4zVvuBmHT52AYZv4xV98Fy644AJ5b3GNIcow6bPU/cS1kusivx568Hv41Kc/LYBqJldAvjQoNkhUi9z11a9h//e+j6HhYbz2jW/Eta96JZbWKjCba2i0OJxTjOmBwRJy+Szu+c69+OTHP4533fwmlI+dxOqRYyhqpgRU8rpmf+Wy5/UAK5fD4bUlrHRaSPmK2f2ivbvRqrUwuHMr3vH7/w35kTEhWfG+kSBDZoekk7j73v348p1fwr4dm7A6c1CUoiQZrHoG1s0stl5+DQYmtmL26FHMHnga3doMvNVZWK0qhmkBBBO57RdjcGwrLt67BxOjgzAZMh10pB/iGkGgXwbQ0YC4x1g1E9KLPnTXN3Hg/vswOVrCxMSwEIharo/hdojgoaNwOPgbLSFIJ9FddfH1Jx/Hd86chnPx+bj5nW/HkSeewcP3PyRe7c21VRkSlNdquOKl1+I9v/EbaLUqMgDlvbLhp6r6qbhWi/+M/fRlKB5ZAShQVQ20c2lLBjDsYzvNNu6/735MnTolaTHzTVr2NbBtwMHuyQk4QztxqhVica2CxtRR3HTRNly9exy5lCY2NYl2gLsPz+DLP3gWqUwOt77uRqSsiLB0DrCqBmOKGEFQnesra4XV5RXc973vwai7svcx46DldzE4MoRd5+0WnEf+iyx7aCvE4axOUlerjVNzU2h5LnL5PE6fmMK9d38P339m5gXX6P+RH/BTYPWcs9tjrI6ORKbs/IUNbyEJbok8P3mzxwnZEk4TLQKy0UYJd7Kse0K7Uim3gS/+lindQMnyUUqSeWLAohyUxbkUrOx/KYcnQ4VFvfKoFJ9Vka+EcBxDPFZNTrpJ1+/6qHshGjrlMDR+11DuULoZwk+k4IskUIcRSecDYYXQOL6LvNHFnkwSg+QicXEj07XjRlYAirEqUh5J9lThFzJV8n10IisANmw9YDXKH+eCTtZo0+1grUUmgS4BTMmRIjKjJdz7wCG5gdlYsKklcExQOOskUMxnpchs1DkpS2BseAjpbEaKfho/z62uo9zsiNR2wDSQDlyYfiBMsoGMiVSaoEUolHoufCzUWAxHCn406SEbAatcPwRYpcSAoGoXqLZcYcTZiQC7d1m45voiTMfA0MgmJLOUCbAcopQVYmpeWV6VTYHeMp2mAlb1dhPrTD8cGhWWbafZgWFM4t8+/QzmVnxUusBcCzAcG+NDaQymdKQcA5PDg8hoXQmIKrcTuPfgHJ6Yqgr4viWTQpHXWdBGJq2jaCfR6BBYDQRYLRJYTSlgtVxnGJmJjE2vHQ0zq2zoTPFYpUzEY4iFBJgl0NIcnGgDMwxKCBnkQwY2mW48jATC6H+jvHPp45XWoEJRDA0DNvO8Q5j03IMPixJRXg2SHquAVUrKyOThIs+LiS0ESws+N0EmM5lCxw8wXdOw6IdY1+hCbAhzSVwjyYAJKCFXFg1kcFGCeWah8oLXZ1oBzP3lB2CwmSdgEfC1aIehoZuy8LFT+1FbXMTl+y7D4dPTOH1mBiODw1hYrmF6dk6Y4estyj67IhtNFvM4c3oBXZfFVATeiQ2AQvBUcxOxLmM2CI+vTk/lBDSyMSj95hUv/onR8IMbI3sl2azJAOK6okBpAXDkzKlgOoa/KduBSN4vjG5VnsSMu40DdQ5I2tcMxADu8x1U9TmixkEsPzQpri8aTWIyZ8CiKX7DRjvs4HxHx3A6jVqig6tGBnDBlj0IbQ06Pc0MMi+BoN2URskw0oCeQpBwkCBjlReajGbIsuQ1SM9NFTIhVSGxUBYqlgOPgCNl5Iatfo+sU1qFEFwl+CgFjpL1qaZOeb2RsS+gqjBdaD/hQ2NYU9tFotlE2Gmi5rUw1WxhqtXGsWoF61VXgGzbBpivwQFYBqbyWNWZzxUI2MgAQ0rkCfUmKVnWbWxHBik7A51FupUSsIiBW2priWwLeJ/Re1iAYyKXFvS0g4CNPhlJlKHKeQ+Fqc8pfaKxhrDRQFipAdUqEmQA0eaEDMLoNMtjxItTxPGRzlo0uD2wXHoQDjHYoPO9ESAlY1Sc7EMJVat326i0lLSaYRfcF1IhkJS114NOCxfxnctAT7HodyJgVbHY5Z1z8yCrmGtBt4OaW8caPRG7HZVm66SQ5XOwaaBvLs/tX/yvAVbjRra/EROAKbYC4B7cz8aO0lOF5Rx99RhYMvRQlhrx8551z0TWHP2AqlQSmqbCDhi0aJrSmIt3F49J3yBX2orodZl8K/Y6UaAR93wOHktMCE8S2FN+hFwppW4QJrQKPopfM/7MwmilXD/yEOVaqsBgAy3TwKrUGAaWl9dx+vSs1AGKWa3eD2WRBHjJmuy4KjE+Dvfia7AW2TGWxwV7d8G0qeqgqyNxdP6eYrJu270dmq3Cwfg9aVBgwCOwiowAq1z3lV+3Cv0jEPDMgcexsDglXoqxCoJ1TbPVweLcHDaNFHDNSy7GUMmRRGuurVu2TGJ4aFgGpj+YP46luTm8ZPsFyCdpWUHwJhCVyokTU8JC0g0tYn6mhXmVL+ZkHSdDkGvE6VPTOH1yCW2XyqEQW7cUhR3Mpptsco3+xfTZtpJYqjZx+NQ02g0PnWoTW4bywsIjE6ZQyGDX7h0YI9CoqwFvOp2T/ZkgE1n8plUUaXhkzyjS43K5gi984Qv4+pe/IvsEGaG0LaitrwtIOjgwKKAGrzEyU2OGKRsjnj+ybgUMF5uliGHs8Hipc8nrMQbRyUbl56atAJ8vtmQSwC1iU6cyafGpFTsAsg2bLfldPk8ckrEwP4/3/Nqv4I/++A9RzOV6kmgB2/rGdS90I//kp+6QRwvQb5IRpPZcAqvVyipafcCq3Af9LNk4MwFUJCn2s5XOI5kyodkOEqGD5tRDGOj8v7CCWdQaFgqlJIJkU2wBCpqNsvFynPKug5HIwfVaSCV1XDn8FSRP78fCSgPZYgE+AflI/ss6g8CqxjrBD2EyVElPYKZ9OQ7rr4WvU+jrI+sksT85g88fvA/udFMSxRPNNo0LYaUcNFcq0BwTiY6PX37Zm3Ht5ktEkSTDOl6D4hf0XNYqVyq+Fw4Z7vzsncIM/d0//EOs1WtKTdcHyD4XtOuvGfpAwAhglVJHFglF2uh/fI+M0rM2iTem2MNaDe9kgBMp12StiYY1MtyLhl/KZ1h5VY8MpXH1eZNIc9gomDLvRKDS9nB6qYGVWgtht4UrLtiK6uoistkC5pdrePiJY9ApJZGhhStrkKyX53qs0queHFgBe3wBVo8cPojP33EH3vbzb8Hs7Iycm0suuUTYtKxRRU7Y99U7DrwG+liq8Xoaqyqe9zHRN88GVTcC4Z63RouA1eecv3M9Vmlt1APhE/A41KQVQKiBwKowVukdG4a4b//9GBq3MbbtIiwbOQwuzwDNhgSJcZr3+Jk5rGcn8ZKd27B7+66zgFWerz/4rR/PY/VP3/Wz0ud98/EDWG2x1tCxa+swXv/mmzA4PNADuOJ1KfYh39ir42Mld3+PDdl/3NipOJk8BgYIrKalvqJfLgdfXG8LxRKSDgcXCVmbxYKHyhrNQqPaxEf+8UPIZHMYndyEw0eP4PobX4Grr75CEYb6PNXjEEIOIJvNhjwPn//Q4Wfw4Q9/RHD3gaER8eRL5/MYHhzG8SNHcNvHPwa308GNr3o13vhzt6LWasMjSYchb6by9S0UCsjlczgzt4AP/v3f4w033gB3cRlPfOPbGLeSSOqmALpN35V+WyNjJpnEs+UFrLgtjNgGLrlgJy7dt1cGtHY+j9HLrsZ5F18GW0IB1cCGA396IN/x2Tvx/bvvxnjRwfrsUexiMFSxhLJvYzU0kd91EYa274Xb8bA8M43G2hm4c8exM6fBchI4Vm3h0htuQaUBnDx1Ehfv3Yl9e7YhYzJ0ri2WcGIJEtkExmxwWUeYO4MA3/7cZzD17FOYGCpiZGRA5jyNehvnZ4bgP3YcqZWaIiw4JnJ2FrPtNr547CC+W1lCvZBDpdqEljCQzaaQsjQMlgo4fmoas8sVvPd978P1116Jdrt1FmO1H2SNwfl4r4z/3ABWY2k+kElbsrbRt7dea+Lub92FhbkFVLnWZQehmWmszEwhFXi4ZN9FKIyNY25+Bna7hit2b0N9dVFCcYmTsL5ftXK4c//jEub29lvfgEKGYeJq+HVuvakYaZqEllcqVXRaLjrNBmZmptFaqiCVSgqpiQq9ZCaDPReej3yegYi06eMAQHnB0wpg6dQMpp45iORADs5ADnY6LcDq6eOncNvX73+h2/d/6N//KbB6zuntMVbHRjYYqn0J5vGGGE+jeoxV2fmjySMly1INq6qRzQgrBzbeBVPDkK0jbySQTlAixGaXfqMszlXKMBmbrBXotUpWAItYAnkKWNWl4UglFbBK4NU0dKy7Gpa7IZbdADU/Ic2RR3YBm0PVTkMPDRg+gdYQLq0GKLdjqqHvYszWsNn2MWh44rNT7XSFju8wKCtOVzQUQzSqj6QQZ2J212PSKQXlZKyqMBzCIpTNpk0LTdfHbKOLxYZimqbzaZiOhWmCYrLGk5nE0IE2isUC9m0ZxDDDJ5jY6iSRSafhdz0slpfRaLfQafk4ubSGk0urNP7EkGNKwrSTAIYzJoYy9D3zRJrX6FK6RjmE9kMZqwRWKXsnUMJzUO8aqHZaCHXlV/uSq4ew73INupnE0MiksAYI9lGuyXPhuR1UVsryWLLY3BatACyY3TbWV5cxNDKBeqMO323DMEZx13dW8eCzVZSbXaSzDi7ctQk7hrJI6Uxt7Eg4GTmm7XZDwpsOLzXx0KFFzLc8nFdIYozAUtBGKqVhIJkSNhC9SWOP1aEU5YiBeKwyYTVtaWLdOL1Kw2kDGcNHUrp4oh08dyaWXR0H6iFWQrKHeNEqhgCvYSUvj7y7Ik8mlVFPYDZEJiRbj97BQN4IkTMCOBqZrgRaeVv0AatRs08gk+wSEWRbFnzDRqXewVGPDA/FYmZZy+tJfH8FVCM7itcx08UNpG0bh6cXXvACTWB19q8+AD3Q4XF44WnwWQ8HAVL5Eh5qzeHBQ49h08QkjhFIraxLuM7x6WXMLc+LgXG2mEej0RY5hJFMY+7MItwWpVMEZ3i/q9AuFiT9QE4PMOFnEam0uvcpAadnYq8A61WHETOEgFvkuScQigD7njyH8hcjgB0x06QgIdCqniQGVvvwoZ7U72xFuAJO+9mr/QdXgbkbnTDXnlJGx76RtNhvdNZ8WE4KtSDEnnRSLCnIgnv1WAmTgyV0TQ1JkaLb0M0EglYNHllOBA71NDyxfaCjMykovA51MbMnaqTZClAUSRsvW9thcouAjmTrUGZPYEMqVLclbMgEmcAK01OBXvI/VWRLOrqaGohfqB92kfBCJNo+KK9HpyEN+lKnhelOG0eaLaxXugi7mmKs2opxzfRTrh0cwFihJ0MF8VaVAQOErZqxUtip58XHS+wAKBGleoAFr+QP0TaGHqv0jQ2QIIDqmAgZ7pF0kDAtkdXzOEiUooppV/9160jUGkC5CpQrQL2JBKWSXkd9NvEzjgpj0uQ9FwlO4oU5rqQG0lDzd5IFeS3xqzVTwpKVMDtJhvfQ7LZQc1syKKNXX9gNoXNt9VowyT6mPYCThpMtIJliII9i6JIVIsdcLkRd+cGSGdempK2G1XYNjS79iQ0Uk2nkyHjVyEJLQrNs4P0ffsH3uGKsqujD/oKzn8EVf1+sAORu2gBQN5qz2NDj7LcQwak9P8OzfhrJ7uOGgD+LC/EYMOD7iP1KhRHhK2uUmMkSs6D4ew7tHyKZLa9V/otDwIKdkEAVqlfImlRhgvxPrds99qwAWOqzWbQMMNkgqtcnsKrWJNqu+GjbVAnQ2qSNM7MrWFotox0xj/h88edQNgIMHOT+p4Bi/pzPffGOMezaMYlQZ2CPp6wk2rQ3CXHhhedjcPMomkFHvp8xVePH4AgVXkUrAC6ElA6rNZ/eiARWn3zqYRw/cRDtZluGlK1OE236mra7so5cdskevPiKC1Ao0CLFRrvTlM+5eXITBktDeLxyGssL83jptguQsVMiwaPHc7vewvFTp/H4448LqFgo5lEsFFAs5DEwVJIQRYI5/KzLS6s4euQMjhybwshoERdduE0GqnweHmHur7QqofpgrryOuXINe3ddiDPHp7E8dUQUJLR3KpZy2L59KyY3b1KW0hxSOXkYDBvTAmEO+Z6F7MReOT9eN0A6nRW/1L/6wF/jyDMHkM1l5biPjo8J65RBVQ5BwYh5KitdVKzxT3qu8vcJosaMqvh3YuZd7D3MP6niiIPL4nuld/8keL0aYgMgPquhCruiLJ5WAP2Dg3K5jN/7b7+P9/6X35SaMLITVky/n8Bj9TN3fC6S2rJpZciYYld1vRbWyitottZ7jFX5nM8BVhXAJ96zBIhTBTgpKiEc6EijOfMEcq33I5eYQ63mIpdOoau78HQXua6JVv48nHRvhecOykozkK3hRcXPwjtxEGsND9mBIrpcO2Vg05X1njWyTRCRIYBGKOe+1S5hf/h2dBJD8vN00sK3zRP42oEnoC000A08GB0PQdIQX+H1pRXxoqbn6FWlvfiNG97KsbYA2774rG6sRgJeRxs614VuGKLeaOJrX/wqFhcW8Ud/9ueotZQcXwGrqkF/PjZkv5z6rJ9H4KpI2nlOI2A3/p1es09yR88zWN3f8jNp4jnwi+sL5SUv+5aAtCQwqPAXye+k9Qg0jA6m8eLzJoWAQL91SmVZqc5WWmIFUKm3kUkaeOnFm7G6sAwnlcJqtYOHHz0MzSIrnnVGpwd4qjVXqRZkzeZ+LENXxSTmWkuw6zOf/iTe8pY3olpZk0HM1i2bBZwlmCaBrWcXWmptFHnw2YB3zIQTG4MfwVjtfz71941e89zHiS919HX2+2C9uOFtzPU0Blb5CH7CVHaQxkxYW1LAaqPrSjW2/777URo2MbFjH6p6HoXVaXSqaxgdLEo40lSlgdNNGy/ddx52n38RMn2M1Z8EWP3wf303js2cwZcefAQrDR/pwMC2iWG85k03YmScVn1nA/jKh7yfXa3Op9p/4/vg7FEOa51sYRCFPG0dUmJnwpBFMjPJ/ifgms3lhbxgOAwt1IWQYUXg6nplHcdPnkZlvSrEoJdcfRWGRwajwFFZdXoFuKy97RbKK6vCFKTEv+028KEPfgjPPP0stmzfKcHObuBhaGgUI4OD+MoXv4hvfuOruO7l1+Gtb3uH1DO00WBgMm8dx6HXdgqFfBHVWh1f/tKdeOmVlyPnB/jGx29DutaW0CjeH41OCyZVEex7TANPL8+ibgDbChns3TGBfMbC1slJ6MkUMDSJnRe8CLsuuAhWOiefwaA3bLuLL975Ddz97buQMrqonDmEnSMFjBcHRG3RTRWQ3rYXbmZIQphmzixgKGdjT9bAeFAmVQrfeepZhIUd2Hfl9Xj6yBEMZBz8zBUXYriQBLq05iAZive6spyK81ZkD+JxDwN85dO3Y/HUEUwODwgJi9fZmYMnMbDUxCbXwLZcEb7bQiPswEww8DeNFV3HZ44cwMMkPDkpVOskdrThGMDVV1yOtXoT37nvEYyMj+E33/MO7NixHR23I88de632g6vx3+NQK7EHiCyRlNGeOvXpNIF6R0IWmdPx9a98HadPnkKQtHH51S/DejPEt7+7H43yEi7ZMY692zZh28QEcmaIgUxapPke8x/oc9/xUdUtfO6e+1DrBHjHz9+CTCpO+XouuMosEl4X9967H1NTs0glk1J702osVygIviIeurTvoTp3dBTn79yMTeNjsg7y/Q8ODsiwee7AUTz81W9jZM9WjJ23HQZ9eo+ewOFnDuIL+58+u0D+//m/fgqsnnMBxMDq+GAJoUV4UKU4S/shWInw7FQ6b8R0kUkkKf4qokNtzopsJj2w7XeQN3Tk7ISwCQtcLGiMTMmUZJgYylovYhmRjcd21KLnqkiedQE5292uhKuwgU3ZpkwpXM1EM9Ax1wbKXUo2FQwmDNmIYaY2F+WoqQJ3KUNWBRCnb2zW9dBFSfOwi8xVgwPJdbTCAA5TsNnw8fPrmsheiV8Ii9bz0fY8aYpYtPF5uQDI8dFCpBheZRmotzycKHcx11KFlJMy4Ro6Gk0Phu8hm3bQTUAk7WPDOeweHxefWLJjt26eQDFfwNICQa1lCePiQrlabeCpU1NYWGtJ8uJYwsNEzsIwsQj6ULExCEPUXA+driceqvSaYaPF49dxPSkyCa4Ii4efjcCFH6DuGlhrt4TZlnNC3PS6EsYnNdjJAThkNaSzAlxSlqtrvgJWV6tS9fHcKQBVgx10UF1ewtjkdlQrDQE7Qs/AkcM6Pnf3NBbbIV68ZwznDeUxUCghadAbkdeSjTB0UV9fQ63t40wjxP7D0zi40sa2rIXNjiG2DdmkjmKafm9tlFsh1r0QJUfHSMqQ/JvlegcZR1kgtIIEpstNAS8YhpWUC1gVg3XPwsEmMNcx4NP/VsAbFSohxVkMFAgAoVLEYwBQvADpByt2AQSVAmHvUaKaM0IMmhB2a4K+mgR0eK1pCQlQCwgmcoBgW6h0Q0xXu5jVHMVUlYR7ls+8mnUpWHmvmH4Lm/MmXrRjQgy9//tn9r/gJZzA6vLf/B3sjoFKtwEGMK83XbRcFwbR7ayFw8sLOLC4gOOzSzgzvwjmUNB/jTe+biUk6Xp9vYMwYDp1GitLq6itNeSY0d9TcoDi+lcC5JhOEiiGJhPvyfwlMKjRJiGSI9M42GMQFdeZuCCLvBpZZIgvLgt3Nho8HiqoiU2tSOV6rFgV8KUQ1Y1Cc6PROfuQPT+jdcMHUgCVDUhSWRVErzWWt3Ht5hFkzQRmKmVMpjLCiKGn8o2X7f7/2HvPKDnO80z0qeqq7qrOYaYnz2AwgxwIkhCDKIqkZFJUTpYsWZZk+9pn13vts+Gu7d29e8/6x7W9lpPk7JUtU6KsLFkSlUiKhABmACQBkshxcu6cqqu7657n/apnBpB87iHv/aWjOWcIgJjBdFd99X3v+7xPQGm5gNFgEDdOjiIbpddZiIZqiihaq8Lr1JWfZCCGdkd5CpI94RJs4XvVTRhsxu2QeEcKM4/7MJl2lJqHWDQSoKSHKdFxLlJXhVURzBGfazZtDMJQLUmA64sNJ18Er6nItmmv0RTWKsHJTq2GtlMX8CbfbOAyw6wqLbRahthChA3uz1zvIdkT2TIHXDI8WrK+6enGPYev3bSjGA71QDfi8MjI5SftYVqO/CouZ2To6MozTCivrPZsk1R6P7iK4Vdqr6bXrEaP2nYTWrOlgNXVPLxcgV26mtR7vBbq/neZxtLgt+vw6D1Yr0FrOIq1z+tLDygrA40gCUOLCAITrBD7GDKiOzLcomKAwQuNekUANzJ1xOO13RTWlhU00JdOIxKlbJaMOUn/k7ODZ6cm/q1saj3U6WNbLWC1WYPLYY9lIGNGEPNCsOkDRsYqQ7teA7DKM6W79K8HU7sgYBcsEjBAzkXli67AZvWMKNuNLijsPzddn9R16ZUKd1Smq6oRWDf/lxpAgYu8hgJdyLPtvzwfTODzrIKgOAgkM5oghNp4BSjlEEq2ZUkClLdmIqRsAEIBhEP0QzVg04pC7HAY7KaL6oDnoJzK4nuui2yaAxnWFgZZpV4T1U4UFdpIEBgMBtHydMzOLePqzCLKZa4pFSjJ5rHL/OYZpxhkvG6+NVIggP1bRzAxPoCgRRBEQ7PdQd1pSJjl0PZxtEMBkPNcgoutoSSGwnFUXP47Q/ACMVFSiMUROCCuYXVtGZcvX8H5c2ckTIOKQQAAIABJREFUkZbrkHZASsmgznCGCt2wbxu2TQ4jGg6iN5uBZZsolwpS45AZWtNbwvTpT2akDqr67ErecyalP/vMUZRLVSQSMaRScaRTCV9mmRS1DwFJeq1evjKDM2fOYHhoAMPD/XJdxWOWoBnp7L70e26liEo7hJtvuQuFtSJ+9P0vy3majoSRiVvo6e9B7+gYErGwWIkwYIMs2HY1j+bsPLxqE/Gb74WRnhTmHVm+rtPCg//wRXzvu98UEJWNPr1OeR/og9ddf1ypXUaTAoso/TeF1cp1pp5jR74mbARVIJ2wsoJi28NBMP9OrlO1KmqT7vMiXvgEikRpEoJl22KnIWdfmzJjV2ouW4JVdQk++dRffQof+tD7RWElsyxeMz+4h+FFr+Xji1/9urwvM2TBMm2lGPGoxHFQLKyhXivJsyd7v5yZyh9UkR83Avz4fmwJr4oiaPO8CSMQsNBYfAV28S+RDJxBo96WZ4x2P2QlmnodgVgvFjs/j7nSPiEqbolexc7El5A7s4yOERArAIe2KbTDEFCA4GBASBNic8Hhm5gLGjhZfyOmvJtkD9LCKTwUuIynTz0Hb7EmwytRRlkBRIIWapWK7CEEJqNN4Hff+qsYSozJXunPyteZS+sMe3+f4SplsMxjP/ghzrxyBp/41J+j0mAd4+97Sg+xDvRdu3d2wQKfQbqO4ak/r/9R2KabQS+fcNJV74ivJZ/u7n3YAH8FKFT47CapjQ+G+cxVAq7MWujvSeDg7i2IhmixpvoaanQIntactgCwtCJLRBigVhVWb7Fcw4kTryhrGg6oRdXj+6r6IK6oD+X3LWGYS+AQLRrCYUxdvoJ/fvCz+MiH3idMLwHa6F3etRe61oLefzekIPBek/ARQKtBqw0OIYOoNmhbohi4UpNI/6ROHjmPfgJIe+2zsjEIl+8SMGrjY/37JbhGffD9cB/vMiplDO95iMbJWA2gsLKIdrMiewRrmCeOHEYsZWN8+244CMJeWUO9Oo9iG+hlxoMHnF4D3nDjAWzfc0DYbSury7K//H8BVh/6s/+CoydexiPPPo/pNe5HNkZ6+vHm++5G/3CPzKfJqGMfS6WGslDyQ6f8xbgeRibnkxqts0elJzctj+gFn+0flr2Rwb61el38qLk4ezJpZHqyiMUSEmjFfY4ha6zv5EmQEGFPAqGmZ6axspzDrp27sHffbj+kauM+SFhzu42p6WnkVleQTqcwODiAkBXGY4cexz999p/Q29OPnoEhrJXysEwLE1u2olIq4ZOf+nNsm5zAx3/5l9U5owGVSlnOwFg8DssOiwXd1ekrOH3qDG593a0Y6cvim//wj1h47gVsidPaQEOxWUPIsBA0LFS0Nl5enUdDdzE+2IMtA0mw4h4bGEA8mkAg0Y/E8BiyW7djbHInstk+IXpRTv7QQw/joW8/hEwyijPHn0BvWMeOLYPojcToUYhWqh/BiRtQCcZw7vxFRDod3JgNYcBbRtg28fDRswgP7cHOA7eh4qh8iFQ8iNH+JOJURbYaUi8JUEmTNJPSdMVGp7c6wzG//aXPYfHSWYwP9KGvN4N21cHUkRcRyzcwGe9BilY+UdqEadD5iNMuJxLH5WoFn3/lJI53PMzXa2g5dcRCBu68/XaMjo3j2z94BK+cOY87Xn8zPv7LH0EsHkFLMiyU+o17g5yFYhHAYKuWGiz7AeOsL1TNzT5D2brFIkEJhitWXVy5MoUXjx5DbmURE5OTGJrYjguzq3jh9AXMz85icrAXcbjYMdCL0WwC/amIBGKvreVlLUZTcVxdKeFrDx9GrtbAr3z8F5FKUBu3MbRRtihqqMr1/uILL+LI44dx68FbpY6ZmZ9DvlgSy8MAA2bdFhq1ktQPHDb392Rxxx13YM++nQjqHaTjYRkuLF6axrHvPSzD3637diM2kMXM/DxOn3gJX3jshddyhP/Ufs/PgNXrbm0XWN070i8Lz9WZrEvWDg2VO3IgCxPFn0xyDSvZkwGXcl4yy9TxpVgOrodMsIW0GUCYIJPhIUIAjuEW3ZGG799CoJIAiTQ8TBLVPQTl0FbSafp6kp0hgTmcuLQ6WKwqSXmVrX2A0oDNvoo/XiBtHK6qaWOxSQCIzVWwQ+aqiWGbflB1YcSSCUOA09QCwqgLBJUnKV+T02pLAU3GHY8zFeikvIx4iLHJDod01OsdzJaA1RbT7jV4QRNlelaWmwi5TQEhyJANhAzs3TaEnkgEgXYHUTuAeMRCMh7H0tKqSMVXCkUJg4kl4nhleh6np9dghYOItZvYmrYwEjMRaDUFqOZrKDmq0Kdcl1JTgjIGU3zdNkho4/tQScuaMmNvd1BoeqhIEJiBvmwH7//gIAKhFmKxITTdFpK9STjNBiLRsBSylFQVckV0XFful9OoiW+J3WmDRvAj49tQKjqoFNZg6gbm50x8/jtXsdS08YZdWUwmbMRjGVgEakTayYKcrIsc6i0Ni9UWnjp7CSfXWsgawGjEhOnUEbcCSEUZVOEg1/BQcj2xluiz6fmlYbnqCJhP76daR8d0viqMQZqI2xp9rSBA6mxNw5kqUGGwmKBMG4EZm6eFXbbSZo8iAdgpaZCEXX8yL35S9F3sCDO7J2wgobcR9lwBXtlSEF+RdSISQh2uGcJirYXL1TbK7QDa4q1K4J8nhCFm6AGuz4iHu/aO4cCWLFKhIH7xbx591ZszgdXCH/2+NE9siJh4vlp2cGp1HhcXZ1BotdAMBXF+ZhbnF9fgeB4yyRgyw1nkCgXxwSUomluroulo6Bnqx9rsPOoFTpEpRXSgSZCESuQWObXPSJD1ZnCvcGWKSsCJABWBEzJOPKcspEuVKq78PzkkoOxTAoi4p/DPvmyPU11lSUFglR9+Ae2D4BvP+waT4Xog9ceBVfVd4nu8Dh7J73zgUv0S0gMyADrQl8QHbt+Cl2au4tJcFTuyacwv0d8sBtsowm4FMJkdwORAFKO9w7B7LOUD66ggilarBs0wJYyL993lhNYkZ9uQVHkJJgmRuUcJtBpqqaR7U74PGoEFoX2te9J69Ox0WsKOlMZIHnxd5L9cqxw68fecgCtrEwJ+ZLk60OoOvGoZ7XpVEp+r7RamXBe5OgMETUQZ5kamNz0uEYSp00uVXsP0f/Nk/+awhxN8zTKhWxEMhegDFRe2KsFihqVR9kRQkuAqAXJpzvgMsVkI6vK9CBLokoh3AVYFImOIHQFSMuWcJgJkL+RyQKEs75kHS6etpJ0qJEtdFzkbGP7lVKFVqwCtGLh+2CAyBC3SA41BNbYNzbJp+ixggHgvCF2IzDnFNK1WK/JZr1XRapA56KLeqsI2NQz19iAbDiGgh+mWpwKAyLDia3FVOjYlqZWWgzxZsJ6LZqAjTXDKsBHzggh3dATJ6OX9/b2/fNXPeCzKYvNaadRPZmFt/NOb/VWvASR8j0BhgG5KkFZTUXUWCkxAb2mx8KGqpNvEKnuB7qcCVjf8ljlYUsCtz3RiA0gpucjKN3ix3B9EAC+2y2rw1XKVvQOLez4OVEtQvk1PLwYWBsl+pGezMOjVcCESsWSfYYFND/E2cR3wzDNQbzbQ1tri20aGfqFUxeWpBazlVKhRFywhU5FNN7enrqSc768LQI/392D3jjEkk0wRtmFFY3Dchjxn2ZEhzFVyqJPVafFZCiJrhKE1I7CsLYAZR1snQBZAIb+KM+dewpmzr2BxYVFYqQyL5ECbbFTuiV6HEvowhgZ7MDKUFl9X1gyJZAzpTEJUKLm1NQEJ+/r7ESbr0HXX5e28T9zLV1bW8OQTzwiwmkzEEIuHEY1Y0rj29w8gkUj639PCWi6Hy5cuiOSVQGX3fXel7wRPeF/nVwrQI/2Y2H0Tmo0WTj73FGYun0I8HECqNyVS/cHeFHqzadiJuDzqnVwOndUlGI2K3C+3fw/6brgfnsZBsYuIFccPvv0o/vqvPyU/t2sl0f3Z3TXfZYx2man8e9UcKu/AbngVQdNUNA47bMugn162kWh03W+Y15oBV12/xC5LR0ITWScYASQpeRdrD7KS1Qiu0XQRDloiPQzYFv7xgX/AW958t/Iz5ucmVmXXDvrVPuSf//LXEBIv3JQE0JA91mFhobVRKq4JOUA8q6Xm8NmRPrtynUUpPXcAVjSFYDSMoGXCDEbFhqS+chaRtb9DNHAcjuMJeM963tBsGEFHQOUK7sGZyv3QzCb2xp7HUPB7WDhTRiQRR8BiWCvVA3TT87MI/PA5etHzuZTE7oCOmfooXnLfhVbURgEWvum+gFOXzkNbdKBXm/AiQbQiIbGNahcrUotTv9ByG/jYjW/HXRO3ixoi4ulw/YDWzXsYr61irHZkoHDksR/h6DPH8Gd//ZdCjiDjursvcafp1iub78nGnsYbuOGx2h3gdffX65mEXQZo9+9lKOwDiT++R6veqfvfLsirXocCxqU2ob+nHcLoUJ8w6dh3Sf/V0dGgT7oMshTblOACByItAWa99cC27vMgtm2+9cBmZQFB+S7wyv2XvsuzU1N48IEH8Mu/9AHQBqPLCN78azd/o3sdhMnPc1TTcfToUTz51FMiK7/tloO49fZbRIVHogbPkI2hH8HYa4HV/3eQ9Vpg9Zqv3wSsispgM7BKdZjnIRJLy75bXF1Cq1lBy2kJA/+JJw4hnohgfHxcyBDtPL3clzHveBhOkvnv4VRex603HsDO3QeE3cZhGM8IvvfXGl713b/4HVy4PIvnXrmIZ146By9gYTA9iO27JrH/4D6EY0qlRNckr1WFGeA5qzxvu8zda9eiOgNlGMjBs2cgHM+gt39AgEl6RNN3e3p6CtVqDelUBrFEEvF4Cn0D/YjHkhISZ9n0LGWJTmVgC6VSCS+//DIOH34K1Uodv/tffhsjI8NSd3Z9KptNNZR+5ZVXUC4XZdA3ODiIVLIHM7NT+MQf/yFyhSpuv+MuUc/Rs5trhqzWBz//WTmzfvmjv+SzJ+nT7Q/FwmHBJXgOnbtwDrNz89i2bQcO7N+HuZdP4Quf+BMMGEEkIzEUGzVRxtkhG2ttB2dX5kVRMr5lAJNb+oSo0xOPIUwyQHQAB++5D514CoVqU9R7o6PDQl749re/hy9/+SvYumUMp194Fk5+AVsGMxhJJxGJRZD3TBTiI6hHe7GSy6E0P4t9fUHs7dXkzLuw3MTt938QiUw/KpUa5ldXZBA/MdiLhNZA0K3L4EQskziAYH3KsF+JCKBnbADf+/oXce6Fo9g2PIBMKoFAo4NLR06gs1xEv2kjzZDpdErUPqZ4zqvhi2uHcGh5Hg8tLWO+00EhV4DRaWPb+LhYetD27eXTp0Sp8+EPfwDvetf9qNaUl7zbJHVO7ZMSpC1h4sqbXKaEsj915D4TjOUHbZPIqL08u4JDTx3H7PyyWD7qJN94LsZ27QMiaUwtruL8uXPYvX0S4U4dK5fOYrQnhjsOUF1joF5tIJZMwdXbOHF+Gt//0TFRRPz8+9+N7RNDwmqlwkSJJFW9yXOednUvHD0uFj233XyrDABW83nphY6fuoBLV6YwOjSALYNZ5NdWMLu4jLnlMlI9abz3ve/E/l3jyKaiknlw8fQ5nHnqGawtrWDHDXsxvHM7SpUyXnjuGD7/6LFXe3z/VH/9z4DV625vF1i9fXQQ+WYTNbJJJQVYyU3Eb81PwNQDyg+rK1nRJZyHGe9q4kmfEHYfmU4VMWF9sijriC8d2STCfqNs1GSzT3RTzfApqyfQx68lICjglcipNQHIKpT7expyLaDQAppkbPnpxhsF0YZcRDVoP4G9xv/dYUPHTYuwaAtWp41EEMiYHtL0ctVa0Pk6AgGRhTBRmuCGAKtuS8BVDlnZSEi6pIAx/FkdSStWU/4O8o0Ayj6To6qHsEC7gqoDq+kIy6F/pBeOW8dwNoOY5kn6Z28qLgw1pvNSghdPZdCgVL9Uko1henVV2LD79x7Ak888j5hXw2gyKGxgXl8GWFQdvs62yHUlAdm/5k3XFaCaYAYnzl1glU1/rk3ZhAu3EcC+fQbe/t6sSCWNQI+AW/FMFPVmTaQinOCRlVErF+DUSoAE0LRhBiMIewbyKzMYm9jGnB5MX7mIeMRGoWDjga9P42IugLv2D2M0TrPyGNJkS4hfJlBvtVBpuKg3O8jXGjg7PY3D01VEW21sTZoINV3ELA/ZZAS1Wh1rDaDY7Aiw2m+bcDoQYDVp870RWCWjsAY7RGBVg+Ux2MrEimfgfLmN5QbBTVOYkuSLSgCZ39yrolEBAl32i9q8uwmqfilMmTYLWh4awtRSwEMINQwFNYzRk5VMFTLzKH9lKSkAXUtkWg1Pw5Wyh8V6B3laTBBIlCKanBYdNhrYnjHwpgMT2D7YK+zHD3zqO696gyaw+s3feDuKDUP8d/KU1rQYwNLCmYVVnJqZketl2gZgBQScoASvEwyiyiJjZAT5QhFTV+ZgBhOwxnrhzK+gubwi711cBSWAiphSN9COOCu990wB3Z1aU8BBAldq8qkGNJSD04NPJYFTLq4aGPrzsMhw6j7L0Cf5CFfYZ+RIGvD65JLb1LVMoH+Nsaqam2svo9rmNgGrZHCQje1H9NHIPGnRF9hApVrCjsEE7tvVg6n5HOYKDnqtGBpOB2awiUgwgJFUBiPRCPaMjSKaCksBrzmC6ghgQHsNUHpux+GZBloBA00JtjOU12+Ie6IK9hOwmkBUQA29VEGjyz5CRrA8bARJHeX/KAF4bGzIfiSSbkp5pIBV+tny57TJcnWg83sbNISuiwcsiyDHc7HgNFF0IBYrQRgIUzlvAnGd4JUimSqCIYFRTfmD8ucRLTEsDFi9gBEFyKyl/lOKsSYNmiUVlQBAgJNwAeLJWuWnoRiEzPyghQIHZ8KIpk7KgcewwXoDWjkPFFahlWs8DIRFrfpQtmr+3i80MXq5utCaNaBa5kRIsYNCQWhhG0j0CrCKsA2PoKpolIn2cELPB5fhIZ4w9JloS1ZbqVxEpczU7BoqjYoMbkZ6s9gSYnI72R08m9QBwVAGNMnM1VCj55feRj3goUm1B6XFBpAImojAQIhRWLoFjc/+b/3eq37GrwdWNze53TNSpJHrjN5r13v3ByqgdMNHdTOwKqFN/heuu0X60mbFYFJnsDxaPmOMvxcmQUftkaFQUNZ1V06mwqmUVL8LMCiyOtnaipUugIwwWQmstNB02nCdthB2hJzNJWMbiIUt0BIhbqlUbK5Rz/RgEpwhE9Fx0dQMlOsOmkED0XhUPANlcExwGAFMzSxhJV8TNgOHirweLOCFvdFRf74WhNbQG7Vxw/5tGOhLIBqLoG9wSOxkSqUient6cbWxhrVGBaFgEKtoIIUgthmTiES3wrBiKDfWcP78ebxy8oR4gdXInvQ9O4XJy1VN9gzVMi795kPYvm0MW0Z7YVma1EwEVRPJKGIRWxoggoMh20Imk1EBTNwnJKhNAYGULD5x5EmUSzWxAIgnyAIyYYcjyGaz0gTzg40KGZjz9Fds+UnAfiAUwUoJw6TXZaeDK9OriPWNY2zbPpGYLk7NYWXhKnKrswgE2ujNJJCN24j1JpVqqJBHrF5FytDEf9NFG3UjhoFb34nIyHa0ygXxQXzx+Rfx3//rf5M1w4Z6HbBinUdbo1BImjsuPwLRXeYP5crd54CvlSA87x2fZXntICNJeany3vDKEGzogj1dwEgxl8l6c0WJQWBVGOhVDmo6aDQdBLwAMskUVtbyyI6P4rOffwC37tuzLmL24/HkTHut4VVf//4PEE8kkYgnxc9vaX5Z2DesVwmsVitFH1gViEqtU3bn/ppdv24chIXjMOmzSh/TUBgB00IzdwWh5b9DVH8WblMNj1U4FL2o6XEYgG6O4kz9N1CGi9ePPIx4/hjmpmoCnHeEPKFqIvph0+pDLB/knFfAKllNXC4VN4LD+Q/ghYUQUvst/Ev5GGbOL0FbdRTTXV5XCM2UDayWlMTZNqA1HdyQ2Y7/7cDbEAnGEDFsuH40/PXPJvcMBs4y6PaZJ57CY488jj/9q7+AZwTQZh3bvS6+H+X1m64cIevy683AqmLhC+u/64u66ZuF/dnNpfAZ++s9ic+U9k0A5Lt+0gBM1TIbw+GWbkmQEEE1+jjz/Jdyk/6R3dmy75mtPDiVPRI/uL92pb38M0M/NwOrXdsP5cuuAvT47DBYcX5mBg8+8E/4+Ec/KMzMLqAqA3DhI/sKo83DNJ32QWE89cTT+NrXvqyUJjp9yz18+MMfxs23vg4uMx82BQDyQeaq7X5sviY/+fr4tdp1jNX171fIz/r17QKrrKMUdxqIROkXbQiw2nZphcQ+xsThHz2GTDyMHVuGoLl1zE0vIhMC6kZYyB21ahNn6wb2H7wZO3fcIOBZF1jltX+twOqhv/w/JET4xfPT+PqjTyBX7qAn1Y90NoUPf+wXhYHM/cW2dcSjLjSvCr2jfEdlAOnXrzIMYkkutnvK29xxWigWahjeMoktExOy35WKBfHVXJyfR7FUQiyRQjTOMyyGdKoHiWQasVhMQHFhuPq+2xxOPfvss3jooe+iWq3jE5/4hHh7KzsVtZ8S5Kf39YkTJwScHRsbk0Efcwl+8N1v4cEvPChBnePbduGmWw4qhmm+hP5sVlLkL144j7vuvFPCAhttV4BV7u0yEOt0xI5lZnkOx59/EcMjo9izcwe2pDN45ItfwpVnnkVPKIQGaz8BVkMSHr3cLKM32YO+vhT6+5KIhE2x32Of7BpZ3PGWt2Fsz37JSSUwTOZoKBzG9773CB78whexc8d2rC1OY+HKeazOX8WuoT5MjA1DsxM4Ol3CVENHkurTUAA3jCaR1Suo1qqoBdN4y/s/jkgoAqdSxsxKDvlKGf0JGxM9FtK0EGqzD2LmS1uYwhwSs/egLVwiHMYzh3+IH377GxjrU7aBRkfHsUeOIT81h75IElEC4AENUZIRCCJ0PDToI05bvOEBPLayjBJMrK3kUKvQ8zaA4YF+9KYTQnQ5NzUrlj3/5t/8Cm4+eDOaTl282JttqneYv6rY0bqmPMjLhTIqpbLUiiRV2OGgnBcEVsuNBr7+jYdw+uxlRCNRJJgVU69gaWUNZiKF0T03IpTI4OVXXkEo4GH35DBStoahWBjN3AqipomoHZWTcrGaQ8kBzk1xjVawf/c23HHLAVkX3SFq97zme6pXGnjx2AvS01MxRAWP03KR6slguVDDoSNP49Yb9+Pjv/BulPKrePK5o3j4yZNYLFRw6y034n3v+jmMDvVKT7I0t4xjjz+J+fl59A8NYu+NB2Tw/MjDD+Nrh46/6hr9p/kbfgasXnd3u8DqGwZ7UKWRdwdoEAARancbEY0BTkHoZJ35AU4yuWcYRYATKvW1BACF0dkCspoL2wdA2DiFfFkgWZVsdkLEFCj71zwBEsVbVaacZKyy8OLkW0O92cLZhoFqs4NShzYAQXREUkPwoOsl2HUSVA3dZp831QBtOvhF+kh6u+iUBBDg9Nb0XMT1DvpMIEOGbceV16kShQM+Y1VZFzR5eLBvFtq5YqyqEAGCmQEB8gh4lB0PFaYhBk1UNAtTLV3SpOOei6ih4a6fe5NM7lqNKgZTScSjYfEwdOp1aQBW1nJIpDKIRmLCFl0rF3DuylVs3TKJraOT+OZ3H0WgkRerBSnBJIiqhVqzI7J/ssj4euhNR9yCYRaUKHKXZNO2GVgttzQUG020Wibu+bkUDt6mIWQmUKzoGBjZgkKpjjrDODQD1VIFqVQMoSA9Emto1nPQxPTZRlQLYnVxBqNbt8I0wrh07rSEU7mtGL700BKOvFLBPbfswHDSRDQax0CUEjST2AiWCxVcmF1AhQVXW7GYnrqwikjbxa7+BNqVCkzPQU8ijFqtgZwDFBwVhtZHYLXtYaXW9IFVQwD5a4BVvQ1Xs3Ch5uFKg2mRyp+L9ashUi3FmNrsD6oK1A1ZV7cYVY02v1dZBAhgIShTUIpFo13EVjuArSETIT+JmTIrt62M4Aneh0MG2pqG2aqJmaqLZbcNR+TD/HdD6GgBAVZfNxzDTeO9iDHNMBTGf/7SqzfNJrD63f/4XlxdoxzShdMsYb7WQd2NwWHCMIPHIibKnbowQupkDzEsQmMxH0AsnhKG08LcEnQ9jNjNO1GfmkF1alrYhyIx15iOrJiS695uDAiIR6UIKqwWVGNKcJCAth82w/2h2WjAYwIzWcBcrwQVGHrDIYb4fakmYx18ZWNERpkwYDazTK8dpmxsdRtDl3/tcNvssyrgkrI9JLam9hW3jZgZQn8ijI7nYK3Wwev7wzjYH8bF1RpmSjVEzTAsDmgCJm7eMog9o1mkIj0CBsiAihJH8RwNwrOC8EyL1T10NvXc82iTILI/T8I6TCaCMsiHTZy/36gC2qcDMXyqSfSTwxoCrMoHlEMxsloVwzUAL8xmQg29hD3Da8lCqVUVsJHyejElZghUs4VWx0Wx3UC1paMmORYaoiatXYLi70bmns4LxM6TzFJ2e5qpgtvoO2iEMBDKCFuVlgUETNUwjv4vTfGEpe1AoF5XwKocNuJPAi1ooBPWJPhLZ5gUwVICpARVydorluGVVoHCGjRKDNtcSwQkld+gaki7Talvk9CswatXxQuSB44WDimmajKtgFUrhA5B1QAdkumFR4YsMVleJ+UF7jYcYdoUKhWsFfJYLZdRqJXFomYwncFggL7LYUTMkLgaELymYQIZZW1DQ8My4ITocUy5utp3dEND2KBvLdmqQei6Ld6B2kf+/auuweIx+5pGcr0Z9UNWuk1sl22oQJfrnx11flLR4Hek1zT+XUBRpb8q9YeyotjgWUmT1/1+31pAWXkwi4Y+soYA1XyuGXhIkJBXSgIc5CxVumm+DgKwfC2UPfIc43UVMKOtiQcnwSWyteoOB54tAW7oBce9Mh6JSNJwOKIjQIsjrYM6wyi8AGaXVjCyewLJZELCkdiwSbhZWekdAAAgAElEQVSVbmBmfgW5Yh0OBwvliuxB3aHL5gZf3r/PsI0aAezfN4mR4R7YVhCDw8MI2aYA8WwsFpwSZpslFHUX+XYd2XYQN0duQCI5Ka/lxZeexvlzZ1EtFaTRF0m6r+qRgR+9ja2QL+WnT2obw8M9OLBvG0xTBXgNDvUj25cW/1mb8sRWSyxzuLcTEKHVAJn/ArB4ngCrhx4/glKRrzGMRDKCaIT+oSFppskwIijL57ZULoucs16vCYApZ5xhqH2NygFdl7rgwuUF9G3Zi627Dohv3/L0DC3hUSqsYW32PEI6WSgxqf+sRhmpdgtDqSjiCVuAY/F/bXdgbr0B2970C9DcFgJmFDNTV/G7//l3sLy8IoAo70NXWUJZMRt2AuGFQkH+fj14aj3MUK1nvmaCILppoFQsCsCZjCfkfXBvWl5dRYuNrUWWM8EIR76PXq2FYlmsEXhjCDLwunYDTflasule0uBwZWYGEwf24m/+/u+wd9t2vy7ggFtHiGuM7eKm5+PVPOiPHzsudggEKuo1B8vzS/DcjgRIlos5lEt5AVYlY7r7Myjf9Vnj3QaUw0srEoERTsgzGLRsCbByCwsILv4vhHFEMR/bBM0JsFJN00ZQLLojWMLHcLm5DSPJJ7G19n1ZQ/FMwvf8VOw5SrTFH94f5HfZ5wK2ahpqbhx/c2QSp9cSmHzfNjyUfwHlM8tw81WlXGCOQDKmchhoeeA0EeZe3HBgZXvx6zfcj8nMOAKhyDqX9MeAVT+8iiDJ8WeP4lvf+LYAq0Gy3pSEyJ+wboCm3VpDbWsbtV/XZ6U7cBeAkvvnNZ4AG0BedxC/YU2zwdpfvzc/4ear/c+HVDdwVeW/vm4/QABbSYVVKGW3x1EBqtKfsUciA1WUIbRbUTZYaujQZbgqu5aNfVeBqvxgfRUOhbA8v4DP/tM/4GMf+aDsC/y3ZDTj/0wGIW5m6HafzUqzqYKIlpcw1pOSHm+RzLFgEB/9jd+SNSzDEN+iQgHVfl29yQ5gA9j+iRdLqRM2AagbX6WG/eo+Kcaqut//OrDqNNuS0fDE4UNIRUzsHR9As7iKSr6EvrCFSotkIRYGAVxtBTF8w35s33VQ9pSV1aX1fee1AqvP/dlvoRUI4cpqGf9y+CiOnrqEsJ0WC7f73vYO3HbHm7G0XESpvIKeLLM+6wjQA42Vz6YhgACrvixb8t0CBnK5Eh577AmEomnc97a3Y+eOHQiFDBTyecxOT2EttyZWAMlkGib3dQQE4EumMoizhg+FYATIXFWp8adOncKJEy9hZGQUb33rW2EykJnhzhycex05S6q1Gg4fPiL76dDgEPL5PA7/4Ps4+cIxUT+WXQ+9IxPYs2c3Uj29KkjUH40vLy7J7WMIYSIVW/fJZi8RMNXZM7U4i8NPHkG2txfbt4xh/8RWtEpFvPjoo9AKebkoVCCw5uiYuljyxC0VoMneX55f2j55wGozALunB/2jWyT0bdvkDkzu3CbS8R8+egh/9bd/ix07dyC3PIdWrYjLZ09hWzaJ7aMDiMYyuJwDirE+6D0ZYVqWZi5iKG4gFLFQ7Ji4920/j5gYTJcwtVJEw6Oat4PhaAejiaAEQvO8oc1ZF8zm7wN0v7YszF46j6888BnYegeTwwNSnz75+PNYujKHVCS5rkAjG9XhkLijwW3UYMUs3PzWt+CRc+cwvZxDvdFElYG1VN8FgHQsInVQSzNw6dJl7NwxiXvv/TmxByJ7WA+onpEjFJf2dTPzOPnSKSwsLKHJPdkOSS8wMJDF7t07MTQ8hMcPP4Mf/uBh6Rnece89uGH3NjSqRZw4N4tHnz4OJ5TAyI49yBXzGOxL4/633InJ8QGU5udw7NAhFBeX4FQbogKJbunHO9/3C8j2j+LYsWNYXZhB3OYQM6M87yXomKQcRWoqFyp47onn0GDtRTs1Q0epVEC2vxeRRC+OP38CtqHhrXffjnjUwuWpaXz32TN46cIV9A/04UMfeAcOHtgpI55SsYrZK/N+CHUbqWQaiWRS/N3//f/1+6/m6P6p/9qfAavX3eIusHrXQAoNPYh8q4O6hG12MJxMYE9fD5JhS7zzqG1rtzxUGzUpTAQMJPNK05CvlrGUK+AKw3XILCAQIGQkDTblfgI+EVjVxBdNWKBkrEr6t6b8VdmX82uYlulp4gP5RDWItqbDEaCWbYcnMlSl1FSMQpYhIg32izYW6VJkdcXC/mRUTfKUH6wE8PKQNZkqqsBVbnQjoQD6Ah3Q+ZIbs6XTm00xGF1S4cUiQcmMusCqKBW9NkISVkNPLQ3VRgdlsiHouaqHBVhNeE2ktDZSQQ033HQA4aiN+akrGBkaFFNlTonrtQayfX2Ynp2RTb2vr08YfQuri7g4PYOJ8e0IIogXnn9epOZhQ+p5SWMlwEdWDpMM+ZrpNUpgmMUtp7EEhskwI1hDAJubDguThhPAmuug4pq4+74hvP71QUStGBbXWrDjA/j+w8exttYSli+nz8mUjZFBJiEPIm630KytCus4aRjILy8jO9gP207g6sUL0D0HQSuDHz5dwxcfmcfO8X7ELSAciWIkHsHg4AhKrSYuTy8g2tsvIOvU5csiUb40t4rtA724ads4Zi5dxNLsPHqTETmAck2Vhqo8Vk0B9lfrLSRtlSAtjNVcHWFLMVaZmLzqBnGm3MKaR2CZqcwq8IhldbdR2wysdh+VLqDQLSq6ko1uUnC3tJMNvt3EcFjH1lgAsVaT0ApaasHAJcWAjFWN/oohNNwOLhZaWKx5Enrkkcktz40hDNxY0MM9uwYwlgojkUjDMG389oMPv+pNmsDqo3/0IZw8vYbFfAUjqTiqnomlig4zFIMWsVBpVFGulVBp17BaziGTSCAUiqBcJNCtvHY4nc7nSojdtA+N5RWUpmZUMI/Qxig9aQswRsk2m7VMtldsGfK5vBSnfmUrzEYyf8h+F2m/AISuasjE0lk1DXxWBeQUybuSr8uf2dQyDIOgq/iBqcZCrASuk0P7rc417I+fdAGvs/aS4QgbICopJYDCbcHwgGjIQkhrotek/URHrCcmYjaq1TLmaLjeMRHVk9jbH8XOrIlMNINMOIpEOIJEjPcwjBqvTywIO5mAYaWUZJ+eVGZA2KsEqnWy+AwFNPvQrgIOxZ+UjBLfV5XNP1mnbBwIejTJKFeMVQliIi0yTIBS+WdKQA6/l5LRdh0dTvVdQKOXXrMjjbqwkHUyV3WUHcDxWohQAhs0YZm+r7ZoMzVZs8L0pFexDKsUY3UwlKaZsAqt4nuiOJQBPfy5Tg2tBoHVimoM5TqzC1df22bSHNlRDJXins414lTRqVcRWF1FhwBCuaBsDzQLHd2SsA8mvZMx6hvKCUvS8xx03DrQpjS7DY2DL14P20YrFoVOf1WCNVyTsn54LpEhyw3fk2vSIdhcb6DabCFXq4s9y2KpJFIzOxREOhpDuOkgbNhIhWwkrIAEFJHrS8uZtqmjE7HQsgigk0nJFHRaQRDM47rlZaLMLyiSPf3dv/qqn/GfBKxKU6pGEqr58s/H7n7WTbPePFASYNVnn25mY3X91eU2iZ3EBgArLMhNwRri7eb/uSunjdCbMmiK5I/+tPw95YgETIW9KutSyc1Eti/1AMFVDjZZExhi0aPY2z7A2qEUlgCrh3qtLftTo05ZmrJT4V5KhlEkaiORjiLRk0JLJ4m4g9233IjlVTJFLyjgkV0GPOTyFSws5kUmXm+4WMsXpb5RwIQCEboATve6hTxg+7ZhjI/3iR1Qb28W8XRMQA2GOJBBMt0s4nhpTp7TSTOBLcYWLC238cyx5zG3eEHI1fTpbjU9RKIRZNJpMASJzFNJZubglH5nLlmVdYwMZXHwJnrb1UUpwHCogYFe9PakESJ72uRa4pDVkUFtiEE/7bY0I3w+Ll6exg8ffgylUhUWgWj6ikUt2JGwNHaU/ZO5SnCVfrHFQg6NRk0AZ9YjyvNaWUSxjJubmcPCcgW7bnojssNbUSwVsTy1gIZbE5C5xWC8K+egl5YxHg9hMBkRQDXEQZrXEp9ZKp64rznhDHa97VcQSg8gGAyjtLaG3/5Pv41Tp04LiMH10tPTIxLc2dlZeX9skgmuUg4o1hSU+4qdA4f/DNBS6eW8BnyPbMxdnjkCTikVD0FV3vfu17HO6ILIErjqy4n591IvBE1hZxJIz6azuHLxkgRrhnvTuOmuNyI7slXWFm2cyGbt7+1FbyqFN+4ce9XPN7/h6VdO+wMNXUI9VheX0HJ4LyDMnHJxTVRLwqwmaUAe/uukGb4VQJAWGVZSABOyVuk53S7nEFx4AIb7A2gaAfugNNZk7VuUyzJwtegC0YN4rv7rOHuhgvds+XP0R6ZhhPzgPtbVAqySTt5CSHw2VRgdBxe8XqxjjpzUcPSiBmvkzVg5uAXfv/oUqi/NoEP1ViIqct9QPIJGy4XV1jByPo/MYh2LMQ0zezJ4x/Zb8fbJOxAw6V+u3uNmJrncIz63dOBxmnj5hZP44ue/hD/+i08ilkoJG2u9rvP7hM3Dps2gapeBr/7fBlmDP0O8Wq8LFZL/f31B4fsQaixwNpFf1UvfGGRtAKs+qurfP51gOaXYavIuz54MX1Qj4wOq3X1YqQO6+7tKG1clEOstnvldQHUzsKqcqdXezVqLjNXc0iI+8w+fxkd/8QOSxu5HQG5c600rubvn89lYKxbwxX/8NO6a3IrxiA297aLSbuHY+Qt43Qc/ip7erJI++2nyMprbBJJefw2vv57dP+v/CrDKQVpXlcS9QQYFYvml+iTxWKUVAAyU1paFsUryCEMAnzjyOCJBDQd2jKOyugCz6UruRr5cEzJQLJrAomciPr4dk3tvk33o/w9g9ck/+k2xg6oGgnjsxBl8/ZFDMIw4Gk4bVjSB933gY4inBpAv5LBzZz86rRUEnLw62/3lsm7vw3qMljmSWxJEtc4Qpu/g+EvnkUinsXViK3bv3o1sXxbVSg2RiI3B/rSE4gVDtvSe9FeNxuPIZDiws2DbkfUzkKxFXkv2p0qCrcB6/sqPaNSWUL//+Qe/j2PPPSdnzOzMDIxmAffd/Uake3rx3SPPwYuk8LrX3Yae/j6MTE7I2ua+y8+F+UVZZzu3jAmwyn+fAy8OxrgWT50+hW9951vYuW0cN+/cjq19vZifvoKZc2dgMwDP93CXh8EIoNFmDU/ZvYZmS5dPxhLQh3i2UJCcEYJ57WYLExOT+PDHP4Z3vus9OPbs8/hPv/M7uOfee7A8Py2KmOLyMkK1AnZOsHePIteMQBvchRUOQe0YhpNJzF08DcdzMLxtB7ZP7EZ/IoGw2cbTJ06h0mijJ2ljOK5j+0Ac1XJJrh3rICoiQha9v1UtZOgBtOs1fOdrX8HUmVewb2IcHGg8+aOjuHLqMnoTWXmO6LUtQZKiMTPQdh2k+tO4851vw+GXT+Hpky8hGI2gUK1BN4OwgpZkeoTDtGgzBTAUqyDDQLa/B3t278Ibbr8R9ToHIIaElj3w2S9gYWlVVEC0LLP90EyqGSa2bsHE5DY88eRRrM5cxjvvvh2/9qH3IB7yhBRRQgp/99mv4LtPv4gtew7g1/7dr+OeO29DrZnHE08+hgB/fq2B1YUlzM/NI55MoWpruO/+d+LN99wv5IaZK+fxox9+H15L2UHIHKgbCsigwlIVx54+hkq5iL5MCmHLkmFzPB4TJvL8wiJom7Z3chSuU8OlqSm8MFfAyXNXkEgm8O6334u777xVyCJ2OIm9e1+HeDqFSoHWh9wfbESSSSQzfa/pDP9p/aafAavX3dkusHrHQArtgIESZdmeK8l1t+6cxNZkRHwi2bhyoyJrjg8emQLdwpXNUqnZRLHRwKmLlzC3UkZIwBH6NOmIoyMsBUl/95s7NUVUkks2DWSrCoNVSE9kIQVQaTTxVN6QoCfKpGXmyKJCeno1iSegKQ2OSLkVsKKsGjcke8JSZUFHNi5TL9n4cdLPokjknyqBW+s0kTF1DISAHr2JiE5LgOuBVU8xyuSl+AnnvkyQLFAyESmHrrhAhe9PB4oIYbYdQEzvIOU1EQUnPRZuu+P1yK8sCUAdj8ZBuf7aak5k2PlCARZDH1JJCbFZLRYwu7qCsfFtOP3yeawuziMZ1BEW6q4qXOm7VGky9KvlM1IVyMjGlLJGgsIEonn/ukFhBGnqjo7FloucZ2HH3lF85EM7UF5awuOHz6FYBy5fyaHm8N/nZhMUUDxkdDA2FMYbDo5gdMCEqdWQsTRUcmuIJOOIRXowffkqnHoe0UQGJ8/p+My3pmU6lk1nZEKZDLQRCdnyb84vrCDWm8VapYzlxUVhqBKUHskksGN4EOfPnsX8zAIyiagcsvmmhnzDXbcCqPvAairMQl5Dta1htlCXgJiUoaMGHZdqHuaaXE+cHAC6APvXslU3A6vrAIRftHeLUDIv1dpT7EDFlmN57CKtu9gds5E22pKyTnaIJjaQlDqxCW3JtSerL1dr40rJFY9bBhgxFIhKaq6rRqeDgUwEb9o9CrPdgOMyRTmEP//hy696byawmvvBn+LoiSk8d+Yy5taKaDYD6Jgaak5TEufpPcS1Um45WCsWsXXLqHScudUanDrfS0MKVSbsxke3QY9wSr8Cr1yHWykL4G7HIzCtIGquI6Bq0o5gbWEJy9OzUsASJBTGGdle9L0L2wJOkjHZaThiDSKp8V1/Nn8PUXJE31GVX8+CiYEiBGQoPboOWN18gdQ9vJax+mM9z6ZGaL0583uoLttHWHrcd0Tl3cTOdBRJ08RivYYeO4RhrY5qoI3Zio7VUgsZW8euvhRiDFpxgETERjaVRk+iD6meHgyNDyPZmwb0sGJ/kEDIyZJslASu/DAiPzhPFmy3+SBLmHJAAqr09eKvblvYq52mq+wCBKCndynZovT+VF6fnlNHx6mKP6ok1ouPLT27CCYSJFd9H4Ovmh0d5U5HgncolI3qGizNVSws7jsEe3gvOFwjC4AAtACGFgatlKgLxNeaXroerSdUiAmB1Q5B1UbVf27Upk1wlYxmBbLyjSuAhMVip1FBp15GgKBqjZYFjqyJjmmJjYLeJquKjFwGIinfMQmvIku104AGBzB8YNUOMl4WraiFAKXFFtmqvGYUqtIrmNeB7FqPHiVAo4E2k1XrbazV28hV61gol1B0m+KLGiaA3WgiqNFqI4hk2ESYEjOdYIODYCSEQFwxkwMBekrTNkCxeGU4I364QbF6EHnlmz/8qp/x64FV6atliKiGkAKEkv3ss/ClefYTXTf/XRdYXW/Q/MGGDDR8gE9YSxJMtcEwoj3MRvO74eHHf49SMQ75iB4ScCGTlCEhIv4knuqDWQQCFJjLOoEFvrLhIfhKgNXygzrEz12kzr7Hq/j5kfEI1JwWqpUGihUVvMSigaw3NifxdBypTBzbdm5DYrAH03PzwlIMUnpnGxLO2HQ7mJ9dQy5fkJCg1XwR5XLN91a9FjDhexPmJnQMDqUwsXVQGMzJRBLJnrgwYYOWhZgdRk1r40RpHtVyEQlHQzqUxalTK3j2+HHoAZ4JFq2EBbwj+2d8YqswMJeWlpQdAQcgTOHm4+M42DY5irve8DoEyIJdywswnEhEMDTYJ0wTNqCGydAl1l5BeZ1dxiJrgZdePosfHToirF9KtaMxendGEDADAgbyM5VKYmhoEFbYEnsCMlbZfBHA7N5rnn2NuotL56+irYex++Y3wowkUamWMX95Hu1ODUawg/6eOMzCEoJLFzCaDCNI71fWdexsKYGkv6pOU2NeYwPx/Xcjsv8NIoPU6h7++3/7bzh+/Ph6E08mE9/n/PycADICjpsqrIqffJ2UDnYbfgW2Ksae+PUFTcSiMfk6fh9rCmVtoCnPODKg/XUubDcqSAgukN0qSdWuMM959qQzGfT1D2L2yhQ6rIt1DQvLq2JTIh+sS0MmgvEo7FgU+XOvLfjimZd8YJUAf8tDbnEZTq0uGzZtAMgMJrDKT/GtFtCvm6C8saXwHDbtIAJWEnbQEgsgndLLShnm/OegN78t1g2aR5YaBxUdAUa4Tho5B8FEBN8p/wm+9P1hfHDyr/CxOx6D02QIKYdTQRWq4zbl2eU+R4UP6/MglW+ahkYzhAce6eD2vXUstG/FN/omcOz8MdSvLCHWk8JIVUdwoSTnyvntUeitDl53eAnZRQdnbszgxKSJffFB/PrB9yIZzMp5eT2oqgayPrDaaOLi2fP4X3/7afzBn/4xsoODAqyqD2Wzs/7hs/jX17f/F5vIo9eAqyL730Tc2LxxK8H5hk+q9CY+4aT7dZtrTKXK8Zm0vjfuxutqKmsZ/2wTr2mGw/q+1/5MeX3ww9dP+W53ENQ9D/hrS8D3a9mqmwdjsgd7HQElcisr+Myn/x4f/fAHkKC3cBfEWA/09K/iOmtWeXpSJvz0w9/HRDIEq1KA2WmjUK7Cs8IYfMt7EIvGBThScT2+H68P6l5zDa9jr15/MF4fXtX9e3pny931n2Fh6gqwqu5112OVwZ4EVjutGshYZb9w6NAjsIM6brxhH5qNOoJNV5REtEUJUX1BAkkHiGa3YGLHjdd4rPK9/95/+A+v+vzmNzz+938ga3G5WMazp8/imz84hHrFE2/basNBomcQO/fcgu079mL/DTtRK83CcKfWrQA232NuTtx2yCakN/fqaglHfvQUKhUHq7k8lpeXUak3JfR3x45J/PwH3o+R0T7ouoFoNIFILCHvyyJBopdDrChsiwpDMqeVvQABVbHMYQgu1VF+D85rbgRNrCwu4n/8n/8V3/zq19CXzWB0aAg3bE9jJJNFteHisRfP4MT0Mt705vtxYPcOYd7T7zrT0yNkoXPnzsmwdN/em+R6cq9m3c/rQRXBoYcfwec//xnccmAP7tq/BzuG+7A4P40TL59EtVyRvZn3mRZY9MiWWlRvoe3pqDP4uqUhV6xirVCSaxS0LSRicaRjCSwtLUs9/mv/7jcxtnUX/u3//m9x48EbkElEEDcDmLp4DkYxh+2Tg+jt7cVCQce8F0MtnhBv2q29/di/cxIRqjGsALKxNCxNhx0O4dDTR/HM0ecxPtKPHaMZjGZjcKolOZf4TKRSKfk6Wh5w4MBHgFL/l44+h2996Z8x3peRwNSTx07gwrOn0R/vF/DcbddgMmjYVdkUNGkMDySw64234vJqHifPXMLYxAQuTU/j6uychLUGDFvwlkKtJCzldDqDZrMhWQJcP+9/21twy+23YWFxFQ9+8ct47tgJRBMJ2OGo2EjwbIxF6D9OdWEb8UQCa7kC+mNB/Or73459E/2wlPwLHSOBk5fm8Ref/QoGdu7F5774OQz0JHDi3At45fRLOHPiJPriKQlEY6gag8mfOfEc9u87iPe97xeQiiagtV1Rwj77xBGx5JIajJUon2/2KgRml1aRz+XgOHWpLfp6eoVZW63XMTM7j+G+Ptx+8z7U6xUUq3V8/UdP4/z0nIClb7z9Fhw8sBdDW0Zwy+13IZbok2G8BHMJwxkyrDNUvPnPPvwr8DNg9bqlsO6x2p8UuUmFD6TuYTSbxMHRYURYJ/lBDZYVQSIaF/9DduBNtynei/lySSbLHdPE1dl5zC2UYImvKg3Qg0ixj9WZEE4gi2cHNwuVniuMQcr+GIiis0YKiHSBzSaBwCsNC0vVKgrtNpr03CMjif6CAmqR5UApFD3SFNOGYCm9QtiwiiBGpq9K/k9PP4egKhtZypbpTcBmVrw1Dfl7A00kDQ9DoQ4GQzx2mdirfp5YIXD6SYDAnzST2CSbX0eBmWTjEuQsO0yfp3xeR8EzMUeWZKuJARNIB3UUKlVs27kDYwO9YpweD9to1MgG6cgh4PD9thyECJ4GTRQrFeR4GoRiOPTEiwhqLQwnDPTaBgICPLGedVFpaag12agpbyuRUur0SFFsW/HcEY9V5WvLq1RtAvOuhlyoF5FMFu968xBOPPMULlwowaWXk8Z7ocGVBFzKCTuwDR3RYBu9cQ133t6LN9wyipReQbNeFAAwnR7A7NQc8qvzMiG9PGfhK4/MwPNSkhbKqVw/5atuC/3piIQ+MDSpycamVkNYNzC1uoDBVBwj2T6cOXVWAr16E2FhIBRcBaymyDCOmKg328g12mIFINLEFjBbaEgqY9zUMd/QcbneElsGsW4ge42FrhhVqZRrHtry2WUFiu6LD4wKZuPBzGsowGoXVCUU44/Gg5qL0XAA2yhx7dTg6i7IiTE8+sgyYMyX3jLR2IXIyRdaBOEJ1lMq6CFKwp+idmMgG8Xde7cgHGCiKht1A7/5wGsLr6o8+lXU2nWUWg7mF8pYulzBE2dP4+Xlsxjo7xFwYbVUlCaKrzKciBJ5hlOnf1sdK0srMgxgEWUGe2GPD4p3TUhTk1UJ1aC/sFND1VEgLBu/6tKKTBf5fAm2J9I0shwNGGQK8lmndx8T2xl6IfYclLPxGesyNH3WqCRUtqAbukjJ2LC1fdP0Hyu4NzNBNnmVdb9uAxjwmT3XfY1Ftjdlywz2apK9zkLVgNnRYZu0CmnjDWNj2DsSx4WlJUwtrWGrHUa7XUMwYCAZjUlPe2GpDF0LYygdw8RgBju3bsfI6E7EU2nQb0A1S5pI9hEKiv8nC3fuc8Ig2RT8w3W7zlZl88z9xSVjtaXScR2yi8jq5eBAAZ0EPDteSJiqBGA7NKavlaERKA9Y0MgKpeVB25W9koMvRaE0Za1XGbzG4Le2C6vZQiSo1AeUmwpcHQoIYEhwnuAgv88zghgMJdWlFvCQwCq/S4fO10n7AgFXC4rd5Fuz0EpAcAB/eKZQ9g48slwbFbSbdWi0L+D3EHS1w4D8XANei0xThq2QzasAcCmEOg7g1VmWQzNaQNCDR68+rr2YrX4NKmYsZWEiq+S1IthHX5uaA9QbaNcaqDXa4u2cdxws1R3xJOfQTmdKb5M+yi1EQjriYT2/nLgAACAASURBVLIzGfQXhm43EE9HEYkzWMiW9FvDJMOWYIAckuKFy2EBwWQ+ffod73nVBRvZf92QJ/EhlgaajWtbzluyTAly8FeRi/rsPLHvEHkzvXcVQEG1g9KZKuCoy8xUjan/0oSlusHeJKAkH91QMl+aSKkxQdSAr+iIRcLyeugXKIxiP5iqK39V7HMlbxdglYVzF1ylMM4HhwWv8H0kJXCF4Zdd5rQ8Ci003CbW8k3xNm87bZHSE4RiMnk4o5rGWDolljABO4hkb1wsc8qFGubml1CnLQ0CyOVLMvQUtpPvsy3ADeV0ZORBRzpO39MRJKIWEvEY4qmYyEqjsSiSkahczJnyGubXVtGu1ZGJ9WB5xcOTTz+P1dwiTD2IAINI4KHh1CVFmc8jG1cFNlOmy2tsiGxwZDiL+++7E+FwAGvLSwJeZ3qSiMUiiMfiSCZTkiws55rvjsHTnnUAPcpfOPEynnnqmBp2wJPhZjqVEG83nt9s7hh8xUFoMhmXe8FEcILVxUJRmLBcO2zKKsUaLpy/Cjvej9GdN0ILRcWXdWnuCtpNF2azhJizgrGwKw1XwCLgS3sVetTrqLdoT8NBiUQii3rBSY8jeuvbELFsdKou/ugP/xDnzp5dZ5+SQbV16zjGRoYwONAn/391ZVXAaDbgDGOhlVSlUkXDaQg7tSsHJnjN/9dstXDLLbfilz7yETz4uQdx/PnjKgFbvOIUw5X3jUA3xwhUUtnBkABWbqctdQCfNUpT3/LWt6HluDh86LCyK9DIoq6gXmYKutpbOZDv7rWv+gEHsA6sSpq6htzSMpyqWtO1WgmF3KokThNYlZveZaxeZyjO2pjAqhGiFUBI/G0D4Qg8AhdzX0G4/S+ou3VcygUwmvKQCrI2pxeyDr2iwbMb+OzCJ/HgYxO4oXMEn/y1f0ZAW0Pb1WGaPANbcr7QQsxxKTtlXW+JqonKtyMva5gtRvGh2/J45lILfxO7Fy9cPAWv4qIvnsAthxYRX6ohNxrDsdf3omi0sffoGrZddXD6zhG8nGmgt2ni1295H7b17/AtY3wuqZyX6veGFhD/dwJm05em8Fef+iT+x+//3xjbOomGo5h1qrrbIGF07VHUne/+/Wav1a5Y2f9/AgZeF7okdZ6yLlKXXilu/OWk5O8bf7z+J3Vf0TWBWVQDsY9hjya+y8orRF6jMFK7g2D5PddaR7y9hU0r2zLzMDoCQGwwV7vKgo3Xr1R9BNVpPU4LpzV8+u//Fh/5hfcimUptvA3fwqer+JJ9mz0IWXaiFdRw5ewrWDh9AoXZC+hLJVAvVTE0tg2Db3671G8cTJCZvB4A7A8B5Z50fQ9kLt7VXGzcMf/GXWMFsPmZosd1l6zN/bM7vNsAVpXHKoP3SrkVtN0aWs0OwmETjz/2MIIhHQduPIBWu4Ogp6EhmxNgsQYFbd48RBP92LJlNyLhMNbWloWBy73j9/7jawNWP/M3n0RPOoEzp89iZnEZz7/4EqYvz0tpInZLhoWe7Bbcedf9CIejGOqPwNKmhOXfDclTxmSeUlzRAEr3ELJsXLxwFc89exxRy5Y9lb1IvlwR1cbE9h248667YcdoBWOLtyp7UKotuOdZYVs8LclmtWxLQNau9Lq7/hjw2O3lVdCjgVqljC987p/w8EPfQkjzJNQoadWQosJAC+LEzCou5GqIRdMINSpIBFrYu3s3du3ahWgyiUtT0zhz/iJG9xzElq3jaomLo5WG+blZfOMLX8bUlfMY603htl3bsHtsCP39GTljl/NFSa8vlMtYWF2TQasMEUO2POJOG6i2XJQFQAwgEYpgbGQE9775XgHiTrx4Es+++DySA8MY330DvvqNryIat/H6W28WifvzTz2FlNbC/t3jGBwcwPPnl/HiQgWxbTuQTaQlEPYd974J97zpDkQjIVSKazj+1DGs5ApYLVSwsprD/j3bMdQbQzoRFLIDgVWeKQQ3GRgmwKpPICN7fHFmCp/+sz9DWGtj97YJEB1eePkK3IUKLATE758RBTFmq9hhrDarmGqsYdfdr4eeyuDixVns3L5TwigvXL6KktPCSrmOy7MLyDUqElrG/pf9J3kNJNOkgybe+e53Y61Ywuf++SugpR0HzgGPKmNF9iAblMutVK5KL111atg91o933Pk6zF0+g+0TY2Kd89LJl9C/dQ++feR5nJlfxt898Pd4y31vwPzKjPhpP3noMM68fAr33H0PDMvCD374CLLZDN70pvswPDQG12H/EUQqHseThx7FKydfUh7jokDm/sh6X4Vrnz51SsB1UYcxiI+9gk7MqoOhgUFGiaBcLSPTP4DzS4uYnl9GIGgjEYlIyNbo2Bje894PYt+BW2HF42pPlligNjwS0647U1/Lef7T9D0/A1avu5tdYPXugZQk6WmWhTWninjEwA2jIwjRH4/J7/Q5Yjo02SdBmmdHUSxWsFKpo1ivwRI2qoaZ2QUUyk2E2AxzOeoeUlzTLZf9vxQLIqlja95SB7o0cwRWCQYKw5LNuCaJhY1WAKvtAKZrbeQpNZBJgWQSCzgqzDV5slz02CYGI1EM9SaEKVJqsLEqolBTFH+WIZRV0E6Q03UWugxRYHPLJol8Ie7eZDImA8BA3MKoXlHBWv5J3mwRXGXdqg57/l5qJjJByVilPEzzUKbXqdNGSw9iSbOwABNms4GhQAsRHZgu1OHZEezaOoKdg1H0xW1UcgW0O2TW9AuYky+uwbIDSMUjqFTrOH5xFi9cXUG+Y6Cn3cSWuIGRuA5Lo9RFHfwE6epOE0GxAvAbU7mWTPgm0EvGHZtVgtnKv67qtrHkhrAYnkArnEK8vYD62hUBQvhJhmG5UhdguQsk85yPkCFi6MgkPHzwnTtwyyQ9T9bgOR4GRsawkstj+twlkYvMrRp4+mkeKgaSsRD6khFYEvSiwbYNZS0RT0kBSMC+UMjhlbl5pMIx9Pf04dTpM3CbFfSETQGf846OcqOJWNBAT4wyBhclx0PCUiA7GcNzhSZCkRB03cPLRQOMrmnrAdmACYa2wIAFAybvuTCZlQcqfXgSIb5Ogja6BFosr+RRcjpoMNyNALUUz0qOpdwd24h6bWT0toC9CdqEaeRdq4q6KVM7Wf0CqpCaTXbVpTItDDpwxUeQrGYPGZqf7x5HvVnFzbsm0J+0QclTtdbArz1w+FXvx2SsXv7qn+DKWl7sEc5fXcDFKzMS7BAmy2l0GFcX5yQVO2RFUK/W5QDp35IVVuj01UUszuVhh8JotpowzF6kb96G3MUrMDoBBDIpWGYMTnEFbr0o79mt19GoqDRfAVS7TYrCp31ZMlmVSgrOgp8FPcFU+Wpeq03SW4I+TM7kveMOYJhMzgz4jCRuLH5YxzVXZ3Nr9OOXrWsfsC5bXlfkeQh0WohHorJP1RoN9XONICwy9zskPHrij3RwNIObxkfRrDXw2PlLSHRa2JrNwDJMpIfGEBwZRtLIIsF9rlGU1PBwKgvdTkhDLoFe4i9qiP+Y8iXlAIkMCwV6CUBKP18CfmRhsoBnU0VGigRXsZlRbBfpq0RKHRJ/UwnD4vokna/RILUJKBeBRlWGPhpBUfl5BDUNlUpPVgLZZF4HNQJwZMc2HJg1B1aoLZYtZB7qTO7WO9DIGLLj0GyC8Sa8QBCDFtktSo7l+zuo5068ZhXb1q2tIEDlAJ8n3w6ApDW5+Wym2APSmoCs6g6ZuJ6EWgkQSvmSHYZGn1qyeIImNKYkV+rwyH5uuAjQT4PAKsiMJQDRBEwXsHVoFoFVS4DVDl+jgIrKxkWuOwFgerjW+ekKuMPApDLtAJptrLaA1bqLKs8Temk3Gmg1qwgHNSQiUURCKWieDS3aRLovLEnesUACkaCNjhkBaF+guwzqhcbJl3iV+w347e941c94MhmF23EUoOCZEs7SZgsoBB3uLQZCARXWIOCRxz2HjXZHWJJdMGmzzH2z6kPuCpt13y9VnmmfESWNvQCNykeXwRjKiIfgqA6LNUDMRCysQCkqKggSCJjq+7OKTYV/xqpQNEKI3H6VdcL/w957RslxnmeiT3V1rM7d0zM9eQYzyAAzBSUGiRKpZGVZwd61Lfs6rLMl696VrfWR19dhLcmSV/buWfn6yuHYEr22ZEu2GUQxR5AAQeQ0wGAwsXOq7qrqqrrneb9uAOTK9xzq5x4NDw5AYKZD9Vff977P+wQ+toQLyhBUMZGG6gIqNYaydAL4HJlZbh+mZWGlZomHNhnT9MwK+2RYdoWhzdcWTxnoeRoSuTRuue06mL262AkwtG/l0gbMnode30er0xEQXYL3fIK4vJZkSavXwYZm7/ZZFLJk00RhMBjIiIinKNmU3KtqjRbK5YZYDISCBDCyePrgCZw8fVz5KdNfd8CqHAYzXIvAyFAK/GwdAVRvvGkn4vEARlIGClQI5DMysJQk5zCT3NVAT3zsg9whgoqt07Nw+IVDeOzhZ8RHOBQm8zYgEleezVQdpLIpYQXRUZE/Xyjkkc7npfayehYs2gKQqaQHsbx0GUdOrWBy4TpML+4VdUy9UYe5dAgxu4W8b2LUADLpGIK03uAy9305szmsdT1NvHI5uGJoaLvXhT8yi8lb3wYYBVw4fRp//MXPw7Yska7S64yfw+TUFIpjOcRiIcSjhtw/BDcIRhNYZWM9ZJ/2Gd7pOGJFAcdDx+6h1mqJ3+Av/vwv4Euf/xIee+QhxGJhhGT9qvOH4DwHuZSvNxpNYRDztQ+Du7gY2RT+6I/8KOZm53Dy+Am0Wm0V8NFsSII2vW4J9tLmiTYKK6sXXvX9zR948sVjV4YcZIjXtsrCDCR47lg9VMobcBxl78K6Vs5SGWgNvwbqGspVw2Rpx6SBpe0M7RQEcL78EIr+n+Glio0/uTiOtxTr+MhUW5h6PGWDri5b6h+88Kt44MRe6P0ufvyW5/GB2/4Rhl2HpjO120KUWQpeFFa/K7Yy8WBG9sa1+hg+903gY3dexmvnYli+5OJLdQPfWo/Cz6QQ7/Wx7XwHO0+3sbYnh8O3FWFVmpg4VsIbj7RxajaEI/uTCPaAN83ehA/d9k6EkVYDBDk3CIErry8SGaxgAH0tidXlDXz+j/5vfPITv47919+CNtlM31Oyf5WVfi2b9Krk/+pHd5WhPwT+VPN9pZ4YDOPlcYa1xSC+bICDXgFvh8Do0Lv0lQtkGEY2fPzha79WIj/8s/w+VPQNQrS4n7DGkkwApfhXvP9BKOvV51ehozw2IpSQN1v4b1/+Y3zw/W+TYQsH5KJWGHga8qEEZPAgzC4WZ8E+eyEdF8+dweazB5F2baQzBjTbwYbZwbF+FHmG8IyPSjBqPJmSs16CEq+pweQaDAJkZZj7vaRG136GQ09c+cGBaQGHxgNfUPVwiqHseEA8npGhXatekeFt36a/cgiPP/Ywut0Wbrhuj/QOIamlVGgza6bhaDmcGMH47D7xcqxxYCap7ho++4nvD1j9+K/9NnbuGMWlc+cwmhnBxtoy/vWf70On0xafzVQiA9cNYGJmEQduuxM7dm5Dt3Ecnt1S9niDQAAvwEE7T09+TirQ76XDR3D48EtIxQyxeGBd1u52ZQ8oTIxjanYec4v0lmSDqAsjUTwlORCOUPGggoZ5tkQirF3UkFOs5mgtF2SfRUWesucRO4jyFv7ki5/HP3/j74Tckk0YyCbCGC1koUcMnNtqY2mjjkarhVDfxK17tuE1u3ZicbwouQzr9Tqef+k4HD2J6flZjM9Oc4YO3zKxuXIRlUoNhXxOzoz1y8vIpZKYmijK+bp06bIwL7kbNMw+NqotXN6swDVt8b0PRsOoOx3EkzEszszg+p0LGB8bRSaVlb2RRKbnXzyCC+tbcIK0+uqgMDGG8elJAfNe5LoOmHjN3l0YyRXw5OlLOLTZRD+VxVgyj4xhIBMP4dOf+CUkozr+8s+/gu88+ID0rqlEFsloAouLc7j5wHVY3DkLv6uUIDy/CoURGdhKcPKAkUn7A8vp4Z+/9jW88MijmJ6dxNxYARktivKpC/A3ahgLRZGNxhDzLXT9AKq+g029hz1vuR1VX8PzR17CWD6PkXRGBqzBZAYXynV8/dv/io22J9YPMoSXz5PetDqCjoPJqVmxdjv0wkHkM3FMjeUxkkgiGYlJP1OcmMBmrYmnDh/BWrkinqwH9m3HnTfsQqu8ij27d8t9c/CZx5Ean8eTxy7ggecO4T0fex8++3ufhhHnegzj5PGTuO9fHsDtt9+Bza0tPP3sk/jYj34E2+YX0aw3hdCXSSeEIHD+1Ak89tBj8LuO4DYkttkeA9DaWF66gM2NDanlqTJhjSLnv+dKmCgH6qvrG6g2mgiQzCJKIDW8jkVjcOweEjEDo4VxfOCHP4Z3vOfdCEXoW091NLGnoUXb93WM/2/5Qz8AVl/xsQ6B1R+aH8F1O3cgnx9BuV3H2voKdk9PIBCKoNrqoN7sIRKLy9Sp32shl4mjT+85PYr1UkkBS/E4ms0ukqk0nGYd5y+vgSbmE9kIdAKbxJbYSIkkmFKVAYNVEoAZPDFIwuYhxjAD10VbGiENNRvYcD1UOTH0VGiC5zsq7Mp3sG0si1u3z2PvVBHjiZDQ+ukp2uo6Mm2hT1jb1XF65TKOX7iMrXYPbjAqvqlMOySYS+ZLX+SkOkKeBcO38fqMj2goKDJtnsk9h0yFwdEqfaRiw7JRZXNiiJ+gD5MAp83mNYQtN4B1jxJXDUXNRj4SxEbTxnrLRjgSxDtu3Y69s+NwTVOA31giI01rx2yJP0gyHkWl1cbTp5dweKWKdjCKbLeHnaNh8fPkoSpJygF6Inoi76bcfAis0quRwRDcWFRjzGkTmxjFBmpZDkpeAlVjBlWCwfWLiIdFvy6HKifKBPX4u2V7iESUHx0ZCExWdDoWbt5bwMc/sIBUaBO9Zg/F2Vl0uj0sHTuFYrGIckPDsSNdVKohjI/kkYrRsNuW0K10Mo3SVlnJTvJ5SR9eXb2MU1slJGL0e0vjyEvHEA30UIzHZOOmFUCr5yAV0QVYNbs2mj0fGUOxTluUdNYchGIhYfGd6nhwQ2F0XQLLYQX28dDybMwXDMwUs7C7JmLhGHYubMNccRQpJnj7fbTMHi6tV/HU0fM4tVGFCeXjqK6lJzIngqgGpfx9GwZ8ZKNAJqrAa2GHyRoXQYEKTKNPKNOZ2xpWayY64kqgIab5AqS+5+43oFddR9qIYXZyUpiFa6UqfvGvv/OqN2YCq62T38DRpRU8/vQRNOuKgTo9WURP07FaqWB5bVVCHQhntJpdGRwUp/Oy5k8dX0KzaiFA0MxzEIglseOj96B++gJKz5xAMBaX0B0mPwYjBNfp9Wkpuw6RASqJ85XCdvAOBEgaJJALk2LoIirF/kA2NyiW2XQLC0MYEcofORo1pFHtM7CDMuMrUuGrjeT3ulgvl9+90g9tyLxjuimBtsGYXBEnBOwxdFpwhJAIhhHxbUxmohgxAji9VkU+HMDu6REx7y/OLiKdKqDf9dBuryIW0rAwvQMTc9ugs4iJJIhQyj3ApGJ6kvJzFp9SYWoogHH4Jew+SoIJknLvdCzxC1KG0YMfkWvKxyCAQTYqUSh2Pa4wL9FqMU0G6Jkq4IAM2VBEPJbIkhW/VHl+D32yrvw+en0L/XYbfquNcFix1YO+IwMothm831zK6yMR6AQ4onFMRMhuGYDdgyZPmP68Zzj1dWy4rZKoBPjyCAAK0CtTZ75PH+jRuoAev/TuDYi3LowoEI0B8ZgAq0MfV4SjEmoMshKZ1t3uQOt0oVk9wBPeLaDb8MMutBiB4DD8RFiY0x49tAOqKRZmL7s7Dv0oF+31ofV8+D0fXs8TFlzT8VF1gK2ejaplo+P0YXXbsLodsY5JJxJIxZJiE4A4kC8YGEnmkAnlEGdYViQBX48hQISexr28BwgsDy1Fbnnbq77HRzNpWHLGEk4lC4jwYkDctuR9cZhGdrHg3FR1UOGhGKqKfX/Vg/WVT35FJip5V740kGr4MQD7B+xN/hy9VBNGXBipDLKwOh1MjuYwmk/B71vKK00oOAPrADWVVE85EAjwTBLW08CGgGfz0AdbqVNeDqwqNSxbWuVHTCWM2bNg2jY2Wg7WOxZ6jo54IIyFsTwWZooot5q4eGFZgWCmg7mFKbzmjfvR92wZYhJwrjfaWNuoot600TItYT1yWMCGR3xI4wlphlincLC8a2EKxUIK8XhY/XsmiXg6oQKTAjrKlTq2Nqswu0qKns0t4tBL5/DEU48wZgchMH1dFfnXSnMVGKB44nyPfcdGNKJh+/YJhMIedi3swMTUpBDGo7xPuJZZEDgOemZHwAICrkFK/0JReFoILx49hUcffmYg86a1CgnzURkm0j8tk8tgbKwgNREH3pNT40hmU/IYTl952rt9W9gv3338WVSqHm688Q5k6a1XuQC3vYZoaxPJSAg5roloRBi0jFbi9WKjw8G6+GkPA0X53lwNFfr3FRew8Nq3o68bqKyt4ML5JfFYpTpibGISly6vYmNrC81aRfZEWgNMT01ianJCQGbWolqfAzEleebAlNdR7KsoQGA4FaWL2QzGRovYXN0Qn1JF2Fe1J++ZWqOGEydPCYmAbGae+QwUZbgXG9GLy8solyr4yEc+hj179wt4yiaRnxHZPXw+ArMEeLn2+esLf/QHr/r+5g8MgVUB86GjUa6i1Wio92VbCli1Tbi0ThnkDqgwv6vnoYQEMUiOll70OCawGg6KzFcCIdefRML+U3zltI/vYBcKoQp+KbeOW8ZokWAhonlYPWfgPz37KSy3sgiFEwjZNn7itu/iXXu+JTV5nOuX4TBUgZGxTM9fHpx+GP9yeB/ms0s4sNhBDzGsr/hYQhu/dWYM7fQoOmuXkXWCuO1QG7XpFJ6/awKpjQ7G1jrYfbYJrxjHuQUDbiiIHcFRvP2mNyDM5OrBMI4heGTwCRDKX6k8gqO7sFLq4b987vfw0z/9s3jD6++E2TXVlvMKf9RrwbthnaCGP9dexysn8hXfoiuPI3ut+m6l6VBDIvHuHpKIBzuegKTX1EXqyL86IH4ZkDjYF4ae1VdewTWvf/ga5Hd5c2pIKHYwQ+m/gJccBsmzXbk/BE8bDrkH9wtTte1uD1/4w/+Cu996m9TxQiYYqGh4Fsh91WcgLnsCZgrY6JU3cOlSGU8cPQ6rsonZcATZYFDOviWrjUfObAjjll7QU9NTeNe73yl2GgQu+LqHcvMrALEMlK7WQcPP7XudU8O/4/BLHSgqbGvIWOVjc1mwHDISGRVuUysLsYLp6HyNTz32CM6eOI5CJq2Uf8kYQtGQsLvZo5DRH6EaYWQSM3sOiCS+Ui2r8FbNx+/8yie+r/v7J3/uVzAzl4DZbGMsPy/g4t9/816cOnZCGIKTxSkE9QgcP4i77nknduxaQLt+CgGvixDHHhxWcjCnEWyKyIBFwosDATzz9DM4c/IMUkZCfI/JjuQ5t7hzB4pTU3Je3nTgjWLRZlrs9ViWBAWIGi2OyV7HARLPMf4Sq5lgSA07hajDAMiBXZcQAnxcWjqPT3/yV3HkmScxPzkGIxhENhMTgN5GAOsNByeXNyWoORGPYqKQwWTawP65KVy/eyfisTiWly/j1JkzYo83u20O8VgYUV0TQo84rbBvd100GzW1z4SC6HZsHDx4FEsXV+AGwmi7Pmo8v+EjGUlI30sVQW4kjUI2icmRHKanxkXtwOH/+PikgP1LFy+KZL5lOhK2nBkfw2q1IgSLjUurKMY8bJuaEDVnqR/EqZqJqqchY2TQrFbETvFTv/AzuO+bf4ev/fVXcdP+PZibHBe7GI4uSrWaALzv++D7sXtxTp6fNRMtblRIowstpIOaGGLmUcPAyrET+N3/89NIie1PERMjo5jPjMBeWUPn7AXkA0HMThZECXKxvAUzpWPn3XfgfLuDx54+iEJ2BCOZuAwZEYlLT/joc0fQCSSg+X3kEgbiRhSdlikkKt539FrP5TLoturYt3MbRlJRjncF0CaTmfkf/UAQzx89jkeeeg6NtoXbb74OH3r7m+D3WrL3UCVsdevQjTzuve9JfPPhJzG1exZ/9N8/h7nFGemNe50evv6392J2dh4XL13E4vYFvPa1t6LRbKFaqUtIWT6XkdqBVmCPfecJbK1sSghXr2uia7lYXV1Ho1bDvr37UN7awoljJ+T7qfKJpjKIGXG0TVOU1kJooZWR1CIMp+J7SUnLRBa62eFnMYo//PznMDs/NxhGqeDyH3y9/Ar8AFh9xYoYAqvvW8jj+h3bMTU2Ln6Ly2sXkEkYcpM3O9yUgtApbyRrrNtE0gija9M3IyabLkEpTuXb3T7GR0ZQq1Xw1Esn0PVcFFNRxCSYYmDgNzAsZ2E9nH7qBKiE+RFU3jCD6dem46NZJdNSl1Tlsuuj4+joEeShB6rmoZgI452vuxn7inkY/S6inLhE2LgqKWxfNjIWGS7W6P1zegnPnFrCWqOHQCihQm9ocCZzfsWqiqGPbEjD3lgfsZCa4PCLUngCq0pvSrBHycR5kHCSYjA6lRwpmypSWxi2JSeACrEQmkLrDkajOiw/iGUCal4A109ncGDvdqSYDuCp8CKaQtuWKRtgOKJjdbMMMxzH5S7w4DNHsD0MbC/EkNIsxAhssFggq5GqWYZXkTHAiZP4wDEgxIfNlFBhBVKaFRLglZPlNhmrXgr1yAhK9Ro0u4awrmRMPDg5KSLrgkwV7i70XGOTwQlpNBFCu8kQrT5++qM34I7rXTRKVUzMTAtz6MThIyiOFdHq+jhyqI61FTag25GIRbG2WQZ5zblsFq1mB72eJZM6bmyc0pba9PvsotpowzQ7mEgGMBk30OmaqDka2j0H6RgDgkIwTQstG8gYQWkcFLDaR4z+hnDR1KJoufRHZGol/WhY+OtIxjy8+cbtuOPm3chEQgLyhLSAHBp2qwlPvlQpbgAAIABJREFU5AMOOv0gDp3fwH3PvYQ1SwX1UOjPx455DhLwRTJEqXMy6Iv3azJMny8FWjj0PJLCVYGDNPvmta30dFRNBw0GsHDSHwRiehjvvftmGP0aHNvH3OxONHo2Tl5YxpcfO/Gq93QCq4ce+Qruv+9fkfcjuGXn9bjUbuKZkyextFFGs2vBox8aD51mF92WI+bp8TSLpiDOnLqAfo8Te12aFjLs5t97OwrZHE79y+NorFag+2LoJOETw2RZgd+HKfaDP/M9DxsAKdIIbA3YqiIsGTAUiK0NCzW+YQKrYtBOtiZlXh4lmmEp8BynB6dPH02mil5tIlVTo4Cj7/V17b+p16SaIGGNSfqrYtBy4kloh2AV/zoS1pGKBZEOhBFxPIzlQpjdlkc+PY0XV5Zw9vwlxBhWZvmYzYzh9Tftw+y2LBYXZjEaLiCMGDRK0iWsimCq2qeUfJ8dKA98XjvFjBb/Z4KnBLJ8+4qc3mdwlaTdunJtGH6kBWmvEAXIVh2EMXHoJRsE7992G16zDo2sPcG3KEOnHUpYGLMEWSlL5x5EL6EeGyXXgtVqwG42oLncX9UwJ+jRCkL5TLoBC47GQUYS4URaGKv0EZbQF95UkvqrGN6UhTN4KtCsCstUPE15JlBuR/aq60NzPGiU4vf68vdaIgYkYnCNJDQjhkAiDo/BQDwsCPLoYYRcDRrtEGh30GlBq7egtZsCsFAG5If4C7zBECCwGtOghTR4Opswhqc58Mmmlef34dt9aDYfU4dHYNXy0Se46gZQ7/vY5ECKygLbRqlTFz+wkB5CJkH5dwSG2DvoGM0nMJ4cQT6WRyKhAHU/xDUg3Sy4bIVExIaXNgi33POq7/F0KoCQRZuTANxcH6FcFLqWhG22YfdMCeEiPZZ7kTSAZHQFCHjwvB34RQm7nOeZSlC+FnRQTe5gMCpYsJKY8x4VpbkH8Z+MM5HeJrOZ+xvQrNZRyGfFm4yeV+LHRs/dgWfxtc8zBCQIrFJVwUeWPVPsIVTDrRgViiU6bPBp/UPmjKhjXV8YxFRXcF1kkzk8dGoZ55ZLmMhm8YY37sMdbz2ASs3BoYNHcOjZw1LQ79+/iMmZHCJGBJbDQQgBqwBabQtLFzexvlmXc58NO/dvhmfkszkJl+rZFsKaj92LM5ieJMvHwMjYiPiN0U6EvqVcGxubJZRLNbllU7lRzM7eiJNnlvEP//R1OFYbYS38MvjgZWw0jq7CYakxWFvNzhRx2203o+92YHV5b9HCoAQ4JjJhYCwTQzERRchnWFNYZP1U7PQRhKPH8NKaicOHT4rSRTlhcNgaQTxBxmZIwkempiakCU5nkhgrFBCPE5QNwA9EQHeUWrmEw88/i6Wz51FIprBvdgohq4WAW0cs7CIWiUvDzbRnbj92n3ZKrrDsh2ErDEOV0CqRIDOQ0sTFrRric7uw9w33CKPV0F2k4nk88uijePrZ50TOR0Yqm02eV2aboWWmLJKYWCLkUBjJ49Yb90lTyMceBrGJhQNlqr0edCpuYoawVJrVmgzpREg7OC+4xlhTlUollMtVYXAxmIxgOsFyfjHpulQqY3pmAfv3Xy+fregHCEhLHp8CIq6AUZ6Hn/+Fn37V9zd/gMDq8HHoo92q1tGs1ZW9gGOjWtmERcuUAbCqbDWupsYrcE8NccIhBaArYDUkQSb8cisHcf7i/4svrIbRymfh+1Hs7izh/xjdwnUpD+SAPfZsEf/9zG+iy5Ba3RCf7TAs/Mrtf4F3bj+GUseUeqivh0Cd2EgoAgc2zm9N4HwpgA+9dg19h4E3UVRbLSSSRXz1dAob/TFk3CayoQimG4CeNFCfSiJta8j0NcSsPqKpGHzdRxcu0ojAbproUI3Ac0XeGoe5KuSS1aqXGkd08Y242Azgc3/w+/johz+Mt9zzLrTb7e/5GVwbTnelkniF7PPl9cQAcKXX6gDkFCB24O05BAdl8Dl4nGE1ogBb9XVl2PsKj9fha5DB84AdL8D6gBk73D+vfYxXgsWi5hlYXPD7gmEV3DrMyODvfcdCn5JCn4QQS+S0fG1Wx8Tffe1reO3rbsLCwoLsr+LDPfBsVu6DOnTPR6+6hcbyCUS6NayWu/jO6bNgMua8EUeq7yERi+OCa+Lwpabs7fQap9z4jbe9Hnfd/SbZi8RjfHAe/f8Bq8PrMvws/pcaT1JtlMsC/zS0AZHrJR9GELF4WggEpgRhKkabEYng9LFjOHn0KPp2TwJzWF8OPyt+vzr7fMzuuh73fPgnEDUS2KpUYfd7otb6nU988vu6v5954n6srJ6BaTooVyzxB+VJ/OyTB0VhUMyPYnxsEp6vY2p2ATfctB+2tYqA30F4CKwSgJeh51DZwfO+j2eefg5L55ckfJXeuVRl1Bp1zM6TqbooQ5Z0YRzbFrcjVyjIXtzr9gQEzOSyyGZzAn4z6Ij759A6aKgU4xq4cpbzvtNcnDlyCJ/55K/B6zSwd/uCqCO1oCby/Fqzi9VyA4ePn5G6NZvJIBYKoNcqC1lmx9wM9u3ah8Vti3CckvK2FtsgV2zzqJhkn0slajBMW5OQXK9KrYoAIli6sIlHnnwerb4Ok7VOykA8lRTbpjSH2/0eJgtZxOCIB2ginRGVCQd0ZORy4ZDIQTLR6vq6+IgHjQSOnj2PYDiGXDKHvQuj2L5jJ144egrrHQdeqoDM5CyihvIC9cwWGhsr+MZf/T/YtzCFD77rHuyZnxJ/btPpY3Wrikeefh6pTB4f+ej7BExln0ulCPtgXlvanlFpxK6HZJwjDzyGL33mt0VpE6KNwGges5MT2D86htBaGcvPvYCg2cL42IxI1q10GIt334YXKyXc99DTUrPMTo3JWV5rd3Hq7GVc3KjhQr0DrdfGa2+4DttmZnDs+ClcXtuC5TnYtXsXRkey4kPM99HvNIRgQ3l/LpMXrIX9BhWkR4+fwsHDx/GGm/fjtltvQGNzHdVaVWzfiqMJhJNFfOOBZ/Gtx55GajKPT/32r+O6m/bKkDoVT+HB+x/CqVOnMTE1jre9/W0ol9dQqzZkyLB9xw4ZLNNbNaqHcPKlszjx4nGYjSbMbgt7dl8noHgqFceBW1+Dv7v3Xnz+c1+QMDL6BYcTGTS6DGluSwggsZFoSDGwSXYSuwDNl71Rne8aWk0Tv/bJT+CHP/KhweB/YMNybQLh93W3/+/1Qz8AVl/xeV4BVrfnMZrKYNe2BWn+KrWyeCwWcyqEwQWboRAsk0E1FgwjKgbQtWZHkH4eKGSIblXbSCYNnDpxEpudHpxwGDGH/ilBuAQGBoET4tLHRkVGYyq4h5uleKzy4GJR6/Vxtt6HaStfVuKOLJbabHgQQtdj3+pj18QI3nrDXszEg0gSnwjTZJusQqbBs8FTiXdup42272PN6uPoyia++9xL6FIyQTBBY2JgH2HfF4+SsQhQiGgwKPsLqudmQcP3yAaB5TNBEIfvaVDIEXyNMpRDDPoJrvbF9LzpAm2XzY+HtO4iTR/NYBRrTQfrPRf7doxj1/QYstGwNJLxZEYAOdNqoyMyWFdAt0iuiOLiftz/5EG0jh7EaMhD3LcFILWG0l0Cqz0VHEBgVXmpckLnw+qTsdofeNoq24VwUBcG1maggNWuL2Cu7nUQ1OhLElHyFrE5YLNA9qEiwfFw6PXCcEOUnKop4R03jeHTHy+isrmJselJmeweP3hEJQv3g3jpaAvnz/SRNjKy0TU7NrRoCPlMSppt+qG126T8M43WR6vr4vmjS7i82RQ7iflsEEUjJibUVZvesC4YVpWLK2C17WhIxwRGQtsF1ms2YkYUcYKYgRC2yLy2+pJ2zoKFPAfKKN98yx7snmbYUhjxsAGNa5KBGuE4zF5b7oVerw9Lj+LpY6fw7MUyei7LF+ULbLChcz2EXF/YfIVkCKkw/SRtVeTLVJVAAAtchTSGQ4qRVSfWZfvw9AgYwCUFoBfAbQd2yHvm606k8jh28ox44tx7dP1V78gEVv/iN/4d5rPjyBXHcHj5PM6vr+Ps6gpajg4jlUOr2xK/T7PjoNfiGtERTSgT9EsX1+DafP0MIHIQCGqYvXEXotkM1s5eRKfURJDX1OJMWL1HNuoymZUuYsjCUkD9sPBngUZQT5gyvjsw+FA/o0DOYTDYIHSAHpSULYuETbHwJCU0oElSNsHWoebuKtvkajDytfDqkIHy8tnjMBF3QJ0Tj8nBI8qfFUs5EQDuvn4XdNdCuVaVz3z/whzecudr0fMDeOj+h1Fd30Q2HsK+qXFcd9sHMDK/G75uoW+uixdqMGjAZdPNhjakUuKFNiZqRkl5GviMEVS92oD5ngmN02Z60lpdAbqVbpWPZUALG/BDBnwtLIMDaaTZDLDxc1y4nQ4cDgy6pqxPabgIHDMJlsMogl4c1IAWAgyu8mD2u7DbTVjNBtxOA7rmIsjEcx+IcF8moG7VYfdN6PTsM1IYNzIIRBPwxFpAhVuJhQv35IGHadRsIkBglfQRoVWqhE+/7yv/a4KqXBvRELRcGhq9nFJ56PTpNGLwCAgPwAICwQw54X0Lu4cArQ4qFfiVMjS7J8xUapopvffDGgLUbrN+1nn+kC7OoKOueL8SNSLTmgkKmqMDVgC+rcGzdfER7LlAo++jZLvYsB1UzR6Wuw00yZINhJBKxJGNhZEIErSKYjITx2y6gHyigFgqAS3KzygG8SDhwcKDbyBRFE9dSqBf5df0QgqxYgaZ+REkRsPwQzZc34HvBGHWe6hfaqC7ZcHvaAISO7xXByxxxZRSjagMFeiLKKnvCpRRHtKUPynekLCm5CZVwZEEZw2CnjINcJGIBkXREgz5sDsEObjf6UpGzxBJacoHXe8ANFX/p0BUWgqJ3Eqee/D3A2m2/F1Q2Q5I+Jd8D0HHoDTqws4Sj0FaD/ex0fVw+MIW2uUeDuzfhde98xboGR2nj6ygtFbB0cMnkE0a2Ld3G5gyxyYyEAzD7LSECW87moCqW6UGNkpNUVOQtcqApBEJemAQDG0RLOzbNYv5mVGkUzGMjBUkQZavhfI+KmYYglUu12XIOTnHJmAnLq6s4d6//0tUy2uIMMBKwhSvsuOGdigcSrMBIKjcalbwmgPX4013vg7rG5fw3PMnUd7cBLpdzOYSuG66gNl8HKPpqHjcR6Ihqbt6fRftjo21Zg/PrvXkfZHB6mv0ClXS30g0IGws7tP5fBZ79uzC/LY5RJJZeK6DvtXGxvoG1i+vwCpvINhpoBg2kErFBKDl3k/GJlk9cHvwfMpuA7AHgDfPN0r/HV9H17TEx5aANcFS1gCx7CgsPYKR2V2Y3LEHJtmrbg89uyNWAGSHbm1sYmurJDLleqstnvKubcOi9JNJ2GxGI2HcdPPNmJ+fv2ZYp4bFYsXD9Ub2M4f5oQg6HDiJx+PLgVUCSBKmKiGragixvHxJmKcjIyOSlM01vbKyinRmBJOTM7InkYEjftjXgGaypgM6fv1T359UeAisCjgWCMFstFDjHie2KS5q1U2YZkOYakJUlXP0ewOroWAEoVhEGl4JkuTvCGBj7QTuPf7nOBiMwmW2AP8zPdzorOLj001MRzX8+WOvw7fOvg9Bqpo02mGYcNwE5hIVfOpNf4fFwlEBmGkBYtFjuR+A7xp48twM9sxdwuyICbsfxsqKhl6DYO0kjPwcEMlLPRvmkRBhzeQhZLvilWrBRzfImVcfBq0jJOnNhUWLal/5S8vecEXWybPERS+QQmTn7Vh1YvjTz30Od7/5LXjnBz8s3opDNvNw31Og+1UQ/ArYOZSbX+OTOrxDZcUMB7fcq0RkonwuOSQbfsljDRir1wLtL2egqrOee4z4BcrzKkIKf1w85d0+XMk5YHAnA2PU79yH+It7zdBPmPcLrS8oISZDUVLHqYRrNuX76DPMABrxduTPubwXGe7DHAHWoSqPIRYM4q1vf6tYerGPGPoPS/CibgkDvm8BtbVN3P/1v5XzLjcyisdePIJCKoT5Qg7BvoNEKIqzpQ1canly/1MQwufKZJP46Mc+hHyhKHZlVwZ96oORa6D8C/7Xr5cNn64doA+AVb5GAciGiig5y8hSc5FI5URxY3c7AFVPVJ7FYjLA6vRMtNrK99Ik6aNjot1qotshyaMNs90RRdJb3vthARu3yltw+rasv9/9tV99lae3+vZH7v8LHH7xsNjFBGNh5ItjSKW3oWsH8cjD34XXtaD7Aayvbche8653vwuuW4XnVKAzoFPyS0hu4LXizcJryfuoj4PPvYBjx44jETWQMuLinUqFS7vLgN0gdu3bh537b0CKg7RcDql0FkYsDpu1KoP+6NudzYq/KpmqarCpPLy5HiQwdTiMZW/v9/HiU0/gC5/9T8gZYYxk00KKaDoONktV8Rjd2NjCyEgWN9x4K7ZNTiETCwlBomubwhQ9c/6yALzXL+aQNAzVr1I9GgypoaUeQrPVUiQfqgyYgeK6CEeTuLTWwJOHjopVIbMLjKSBmBFCfauKZCqORCSEyWwKyRCQZA6HwUCmmDxeqbQlypzxYhFz2+bkvjh/6px48LsBBkJHMD0xhX6/iantu7FeN3F+vQRbjyFTnJZ1sW/PXpw4fBB/82dfRmnpON584AbsmZvE7tlJJFIJ1BjSXDdx8sIqHn/qOXz0xz6KAwcOyLmSSMRlUCzDYvJVWBOEI/L7v3zlr/DE334D2XwaK14boUwCmUIWO6YncePUDPqlMlaePMTlDCOVBpvIvXffgWcuXMBf/89vY2pqGnt2b5M6rVKu0TELjbaNw2cvyLW47eYbsDg7h3Kpiq1SBd2gjmwujVg0hEZ1Ezvnp6A7FsKxsAQPb26U0On0xJd35251Xh964RAWZ6YwOzaKbqup9in2vnofQSOP+594CQ888wLGFqfw85/8Gezau4jRwqgMds+ePodv/uM38da778bi9kVsrl+Ea3FwHURxcgrJbBblRgO1rQ7u/dtv4viRk5ibmcTHf/zf4TW33irrtry1IZjVdx54EJ//3Oelp2KfSJvEFpmtDPyl0hmaeKZnGCoZCaLfox2IJXtQ32dgM4k1IUzNTOMP/+gL2L13j6o7ZVv6QXjVtZvcD4DVfwNYfe9inqJBFHM5XL9nF5pmE22zg0LKQJ7AKdlHvoa2pMP2hJpv+wHxOcklKS/Q0OUUpkLPlDbWLq0ilMojlsuhvbEEQzn9yYYlG7AUCpwODBmUlCaySWeSqGKmsIFZ72mothxhAUSCPCT7Ahh0/CAato140sAte3bixrkJ5ImRElYLxQceaJQqkDGgSeHQbnXQo2m3TRl+Dw8+cxgbTVMOo5BGBpaNoOchGwmhGA0gF6KELIAg/23AzqHMkE0AgSBKhWkCTpNpIR6R3Rni+wjAIqPSIbDKYGmGPg0k4JonAB593zY7DjLbFvDmOw9g9dxJkZKLxCIcFcDEcayBpJNsrhBiI+PY+9rb0QtEcfqx+3H62ccR7LQQYdAXgRMN6DieeKyyOVW+t4ptS9YuQWH1uhUjiKxMgq/Nvo5lfRzLNXrQmQj5XfGYjAV1RCO0DAgimYzBandksyc7hj55zE1oEf/QQmi1Otgzk8af/Mdd2FxdwehUEYlMCqcPHQNDz2rNHp47WMbqBpN100gl0uh0HURiUYzls3JYUwpBVqBhKBnLpVodh4+toFI1MWIAC7kgCkwotmxUu+4AWA0ja+gir+w4AaSiAeKSwgRerfSEwRLXA+hZHkptGw5zywYGVxrZLekkbt69TR2wRgzJeEr8cSLwsNlx0eq1xTNXQMNgAMubm3jo0GnkCqOw6bdYroAxQyGynDUNuaiOXDKCCP0nKXeWlA4VdS/FtrC1PQHDuTU3+z7aFj0OQ+LjxM+fMrXJqQnMb5tGUEJZgqhWKgLufvnxs6+6aCOw+o3/62fhRMJ44eIFHF+9JGwThlYZ8RzaPRuO7wjw3mnZqJdMsZYw0vSVsVHeqAkwLMxuCmoCkMM/ls2gVqkr5jaZDDa9fbk+XJn68e+YyD0MDLj2hatAHGURIN6qg2CcYUOh2KoqyVwxjigTU/eQOtr4pfxY2RTydwbWiDfngDFyNX5iIKV9BXNVmh3Zjl5RtA+kf6poV6z6ofcQi9do38O+8QLmihlsVtbQMLsIRePYs20M0UAUuVgSk5ksNi4vwTRrmJ2ewk03vx3js3v5w+h7bQTI8OU7Ectogn4haWJ9gk822ZPdK5LCl0U39FsCHNIc37d68v20TaEU3o+kEIilRGruBSIqOIoMM2HcUt7qwel1YZst2N0u0DdlasvAAr5+gixCM6TNhYRd+DKxNsk07LRht1roNjbhdDvQyVbimvcDEugVcLtw2V3RK9SIYTyWRSCRghfi8IUAugJsWczQdzfgeUjYHQQZRkZAVFi5DIAiY5XhUQQ2JYICfiqOwNgITRrhJ0ehxyLUPIvyTTF6VVghWa4Ej2kzELBN+JUS3NImdNuCFiK4S/9ryu9JWKGnLSskCjY5vDKF7QerA1hNBTqSActkI1uH77BBicBxw+j6Phr0WLVcbHVtVNo9nLMbqLbaAiLTYzUXjSCpB5AMRTGdMrAtOYJcqoBQhoFWCfjhGPyQKwwOAVcHn5Ws2Te++1Xf4+/77B1oBx20GUpm94VlbdPxpAJ01zuocBhU6kG3mWcalCVPexg23mzSh4wc+jwP2aAvAwXUqa2a3IFHtbCPORQNBgd+0hpSCQOxMD1cuwgFedYkBk2tClIZsq4EMB0AFUOmqgJWFUtV7u5rGbEDMa7yZ1bN3BX2njBWOSgMKvsA7kE6vbEd/MPRi1jf7EiY2vvf8ybMH1jAuYsXcPTZE9i4XBJG1q4dM0ikggIyZEdGYCQMGeAw5MlxfPGXL9XqOH22BJNN+MDigiwLSaUNR9G3TezZPo3t8+NIpuitmpK9S64xpWauK2dUrdqCEU9iav4A4okxlGpV/NO3/hbnzx1HmFYA3BAG25uA1hxqD4AT/huDieJGEG++6w3YsTiNjc3LuHBhHa1GG27bxEhYx86xJCYTOhhoFk8YYgUgg2yPXrE2Lm7V8dSlOuotRwYqnm/JYDykMRlZF0YT70UC1tsWt2HXvj2wEEStsgGnU0MyncFovgDUS9Drm8jSd1HXRBEj18ZlYrlixPE5CWKYtotO1xbf25bli2VR1+qj03PR6fUxOj6NW17zOhw48FYY6Tz0aEJYcWx0yHS2+pQUUq7bg8katGOiXq+hXC1hfWsd9Vr9iiw1GmN4Zg6ZkQLiRlz2bqpuuKfxbG03qzIM5zqiT+4w3EaW58CaZijJJijDHeZqmBWk5mWtQjZvKpNWQ4CAjqAeRjyRlIGiEAP6KimZZ9rQe5DP8dnP/tarvr/5A08cPqpS5ZnKrYdgtUxUSuVBeJGHemUT7U5dZK5DH9uByfLg+QaDSm45IcVWJdOLTXs4FJY94/LqEv7ryXtxWaNUvo+Q5cPthaHHXbzWX8O7DQt/9dR78FLt9QgG2+K1zWsUCkSlMV1Ml/DLd9+LxeIWAlYfAfYFehTlrRxKpoYbFjikNbB+JoRLJQ+BdgBIp7Ft+04ZjvhuUGo07kPDBHr2JeQy8DqGXBW0x7Wg2S7ciCIsSF9x5dzn9yqLmp5nwJ+/BbXwCP7si1/GDdfdgA/+2MfR7nZk/+BjKVkzw/vUoEbheVdBUdkbB7Yn17JSxbJDQlPUwEh+EUTg5y7MbHUPCGjJEEyRnDoCVnFt8O/5Z1oskC1KxjSD6wiIMsxNgNJB6JqAorTQGNxXBJ2lPpGB2FXEd7gnqpCfIcNfqaOEZMLan6fwwNpMWWrqArRxDxXAIaSuBesq3h/JREJAJwV4qppMbACkNtNkINKsVrF28hQCrTpgd3B0aRkbZlsGy5N5hr84CHtAw+khHDZw8ORFnOdghzZSXl9Cgd589z1i9TF8D3LdB+rG7wmsDo1qB6v75SArh7XqEFEBxqrG47qSfRRMik/KHmd3WgKw8rMkiz0YjYjiwZPvUwN1VYPSn9ZT0uIuh7URFKfmkIgEJQCL+QOUYP/nT3x/VgD/9D//BJcuncdWaQuj4yOYnJ1DqRQCEuMC8i6fPYtTR46hUWsglUjhbe94O/KZEDqtVWheW3FGabsltjgkQSirMt4X66sbOHjwBWG4R4K0l0vI0Jc+q2sb68iPjuF9H/0YRgpjYmGhPFazSCXTsiborUoyjIRakSE6CLvkuuKfOegZfsm10nyceP5Z/Lc/+M/SS1Gh1+x0cKlcxwqDITsmbr9lH374h96G2bk5TI1NIOi5kivCs7vluHjm8Al889v/iigc5NJplSnA2oP+5jx7w0HxPuVZw0wDqjkksKrTw9JGBeuVOlq2LT6giUgYU8VRUTasbq6LrcOehW0YYT0W9BHq6/Ka1jbW0Gq3MJLPYO/uXVjcvp3IJiqrm+qe5RlidpGMxUFf+82eByeSQixNcoqNStPCyMx23HjTzQhrLr7wO7+JtVOH8EN3HsBkPomxdBIxyswtS2wKGl0b3/zWP+PmO27H+9//ftkL6HetritDaOm9HkDYiMFpm/jWl/4HLn73KUyPjaHcN1GyTHSjAaQLOWzbNouFmRno5S6WLl6WLAInDIxuX8C5jRLue+BRAW6LYwUhXnFIMD8zh0wmh6cOvSA2ALRgSBPEpnd4MAgnlhAVD20WXnjhWVitptTX+VxWWKTLyyuSj8IB5s033YC4ERMLCH5WzOPhoIie7mQTZ/MprFQ6+Pr9T2C52sRP/My/xx1vuhWxRBgjo0Wpt8+fXcIDDzyIu976VkxPT6B68QysWgNREndcID87jczMNB56/Cj+4Pf/GGP5cfzmp38dH3j/O+FwCNJpY3Xlkpz/m+vr+L3f/T2sLK/I/sagLhLsmOHCM5JreqQwgmI+Ie+ZKrokz8SgDofY00YJK6tb2KyU8bF//2P4zd/+LLK5EUU6+EHGjjC2AAAgAElEQVR41ctqmB8Aq/8GsPqBhZzAFgQvX/+am+Wm2iqX5Oah2TWNodkIEYSpNNoSciKpda6HbCLKPhf1Theltily682VNXHcIaiYjzlIMAHbI7A68DQcMNroccrzj56gbKjoaUNglewYHrKUXbZafdS7HuygJtO4GNlJgRCqloVYLo433nILxuMxGDoPvR6C6QmRDpitFsL0+MowFMnFyvqGgGT1lgnTA545egKn17fEKzHG8CJJeWUgu4+MztetIRujwwkDHFRKMcOr2BAIGES2HQMtGGzD4S19g4Jk8OhwHPp8OhIQwsR6ZiaoqU0A6XhUmFrGyAje8uEPY++OeSydOILVc2cHQK2avGt9S1hhLAkyxXEUd+yBMTGDYDIPs34JZ596DIcfeBBhBsDwVRI89sh0teT1EuSlrJ2vh6+RwKoqVvl+CFQz5TaIhhvCxdAstnoerNoypgspUDgY6FtS5MVCIUxPjksRPZLJoFKpot7pYKNeRdUCmnYULdPEa66bwBd/dR5ry8vIj48gW8jh3EunBWDrdV0888wGzq8EEYqmMTczi65po9VqYiJfFAYQZZVkSwdDAfGXPb61hvWyi7XVCgoRF1MJH6MpA2bPRr3noWP1kTEUsEoPWAKrWSMoYHar72OtYsOgJ4/vYdP00KI3LgurvodYKIiR0REYMR0756ZkYkX2CR0eRlNxxOBis9ZGi/IoHuRhsnA0LK9dwuPPn8Bdb7kLtWpTkpUFaAhoSEU0FOIBRAmWMJlXCgwWoTSQdFXBQ8CQ4Re0YgjoqDoWTIusDBVqRQsIgt/VNmVvGVy3dxajWQMhtw/btPGpfzz4qpsyAqvvetcb0KGHUJ8s4ShsLYhRYwT5XApbtU14QR/BSBS1UgvVLRPhUAyROC0fLFTLNbl3Vbo0PT4ZIhSGURiRYB8/HIHfteH1OrB9SwGRIvUliHzVDkCByqoJUF5NBPAUO0OxtIYm4mRFcCo+lCn74lM39GkdRobJY7HAZwhNPCYDH/HpupJWPpAnfY/Ce9g8ieB44INL8JbPy7XI+4Zrn/c59ygyvZVZmiDkiOoRAeMDviUhLLT2WEzH8OG3vw3XX7cTl86dgta2RE51ZvkUcvkUbrvzHZjfc6v4/mo2WRKDRGEC1vSoIozL57R6CHYbaq2QsTFIQCeorNlN+L0uApT1M5WeAEFIg88wp3geWiwDxNJXvUcJ1NBDVUIXfNjOIHiGbNd+Tya7sVhCkuoF5eXeyudzTOXL7Hro9kzYNNZvttCoraBTq0Lr9pDygbQWQZw/47MJccWT2AsFMRbJwKXXJvfMiK+ATT0s7CNeWwaMJPttYSeFCaJK+IIDncAowWLx/GQCdRhaPgOMFQCmcyYK9DiR8DflOUt+GGGhPoPhhe2qgNUO/GoFXnlDgFUaUNJDVq4hPSjZFAYoQ+5DWMCuKT/DNRxwavAktZ4NdQBan0AkQS0DphtBF74MlCqWi3Knj2rTxFGzigr9a5lamkwiTz9yStwCYcwmophP5JFO5hDMGgiwKYgY4vfKiR3tCaQJFgsIHXjzB171PX7X527FxZN1tFo2ClMxKYw3X6qifrIFt91H0NNgEDwJB9BnQhjvHScIx6IXpJKuisSTZ+81NgBDIGFYSIpNgOdLgyrTe/GOBjIRDQkjIUEeZruCmck85meLOHJ0eRAeMpxmqcg/nk9Dtrg89zXJ3MpDeXAGDv5N7tfB6yKYOwRWlSxV2QNI6jj3Ffq+cQirBXD/S2tYXi1hIZ/HPe95PdJ7xvHco89j5cQmNlfLmJwcw/x8Ae1uRdYH7UUyuQSCAUqVCYx4kmxeqVVw4nQdjaYC8BS4pSSRRiINr9/D9rkx7N4xjXTaQCxBdikBIN6mZLV6qDfJ9qygMDqGuR13IqAn0LG6eOA738CLzz8F3ee9p4DVYQAI9yL+mTY5XO6W1cHM9CjuvPO1CId4b7Zgd/qo11uobVUR0zwsjsYxkQoin44gbkTkDFSMN74WD6uNLh4/X8dmpS2e8lqgr7zqucfTEYRAOW1KWBP5KuiDHuJZ2p/ks/jgx38J+295M5qlMpae/y4ap+6Dw4A3Ji1zz+t7aHd7sAU8tdA0GXDqoGNr6LEGZE3C8zQShx80MLOwC3e+5R3Yf91N8Jyoqqd4ERiUKEF6UpXJe+AAUIbr9BH2B+FU3DNdDwbDmMiOHwSkUvHEdcRGVQEjngCzKysv4sTRI8JAkzpIBnOCqsqAY8gSlp9R44Qr5xbPKtoQSBiVhL9EMDM9K+xVNm/iPa/pUsfRvko8j8moGgz82NT9yi99f4w2AqvD+5Dv0253USmVpKbjDkgrgHa7dhVYlWL7e4dXkYUbDJOxGoYejlyxmahureIPD/0NlkMmQrYGw4nANrfgxIKI9gOYLJWwvvFjcJwc+p6JgJOEHekiIjNNH47tYXt+A//xnn/GbHxdznYnNYZHj05iOnYGUcPDmaOaBNmm9Rg5Q9hoNhAbmcRN1+1CgjGDUV2Gbww2dDh0goYoSRhUgvVd8XrkOc9DggIgzeMZqT5fWvcMfYp1nw19FOb4PnSys/iLL/8ZZud24Cd+8ZdF+i4jVU8NPshMFHbiIEBm+PnyM+af6RXNeoB/Hv6ibx+beZ7XfAzXUezRK2xSGU4OANDBBsZrJEy0wX7LXoegNu03JAwozJCgoKwl/h2bfyoCBMwiSSLEPUp9D2sVMvhkL77ml9RWbEbEUUh5M6unV6oQBjcNma7Ki1R9dlS1CLuM3ydFgC/ennytZASq7xuwegdWbVGfvuwcCFt46sEHcd3iPM4uncMDjz+PgGFgPBrG9QvTiEV18bbUkhEspBN47Ph5fOfwGQkG4sY2O1HEj//kx8V6Y1ibDc8lfrYEaIav83sdjteCquoBhlYAyl5g+Fhk1J09ex5rG1visfq6A7diNJ+F02NwkC33AQFH7mEyshUgVh2XQiIeKC3EC5YWJ5aFrUtn0KuXxW/SDyfwxS9+6VWf3/yBhx/8B6yuH0OnU5b9pFztwHMLaIVGRSFnVmt47vEn0GuZsgYY8rN7cRL1ynlgAKzSYocDZ9ZjkgEBDk8dqcU3NjZx4ugxbK6ti592KpkUUkS1URO6wns/8lHMLy4KcEk1JtcO7U+SaUrTIyKPpnXK1eAqdf5x/dKP9QrYNPC1XT97Cn/y+7+N6saqfAaXS5s4sbyBWqOH11y/Gz/3I+/BTqps0imEqG5ihke7pfrwcBRdT8e3v/MwHn3hpACjvNeqtRpq7Y7kgvg89z1PZOHpaBSFFMNBo9is1XFhq4Rmr4t0No3RXA7T+Txuv/UAHNfC0y8exulz5zCWzyGXTWK1tI6Iq2PXju2isqw3quJfOj0xLjWK3esiKiHOPta2NmC5yipjLJVBVYuhiQiyhaLkrfQcqmmjuOut92BhZgKf+cQvoLV+BnfctBNBx0Q8FIERT6DZNqGHw0jnc3jhyIuIFafxoQ99SAgkPI94v0v5T7UlzzOez5aF7/zpV9F98Qym0yroudy3cMFsYLPfQ6iQxtyuRYQ0A8trm3CjEXhRDRbP47YD1/Jw/sw5lCsVOfdy6SRuuWE/ZiaLuLh8QfYv1m9Uo6VjEaTjMfTCCYxPT4jS6omnn8LZU6fhdC0JsLr1phtFJVgulTA7PSk+tX2ri0a1glq5gka9hrGxInQqiaAJWEky28NHl7D9puvxx//1c1i7fBLr65cxs7BdbJsOPvc8Tp08jTvverNky9gXzwG1NsaMpOAX/XQSmW1z+NOvfxf/et+j+NhHfhSf+Y1PIm4E0KhV0Ou0UauWURgZRSwSwZ/9j6/gwfsfEOsXYS/3XXTbHdi9HvLFAuYXFzA9mkDWiEqw6eRIAcXRUfHz3ao28N1Hn8bBI0fQsh185at/gRtufo2c7RwU/ODr6hX4AbD6bwCr79+eF09MHibxWBQLs7PiH5ni9IKBJgM5IAs6AkX0MWOaNM3yaVjPg75n91Gu1nDswiqimoeOp2Ot00cxpWM2xgE4wZHAQEo4aPRFBkxAd8CilEmJkhjwFLMcAoIeLNeH6fpo9zxJdo+Gg3IQ3njDXqEgJhJANsnEuAzqfWByfjsqa5eR1JlImUV+fh+OvHQQG+trwsKkr9bRU+dw5tyyMvj2PdmAeA1YqBDo4nYwG/eQZFLswPeVsjVOn3lzXW02B9NQTr8HqcVdMkd9gsOaBCux8BcvMU5NY0GMTk3gre9+F2Z37YLv6sikUmiV1nHq8HPoVjdg6OKciJ7I4nZgft/NcHSVYMfpnO10ALOBw49/B8/c/wBy0RgCwgrpo2dRkjKU9Klkej4zGTwq+45ANpsnxUYthTI4FrsOejSLjee/jT3zMUk7n0ok5bEisQjy2awAsWQlUK5f73ZwYW0LRy9V0QwF0KrbOLBzFJ//zPVYuXRJptw0m764dEFCIdLJOB558AyWLsWwtOFgbsc2TOQzsBtNpEJRGPG4sN3cAIO/HGyUS1jvdfD2u+/G33/tX1DeLCETDmEmm4Bnd9DoqRCZbDqKVMRDp0XD9QiMqALvmj0HpY4nQEe314fZcYnriLcKPYoI4t984wIMzcbcxDhMWgR0LWTjBmZG81J4lzodYUCZDBGLG4gmUriwehnnLmzg7XfcidNnlnDfU4fR13WMhDyMx3XoDKQZTLilIB0UhPSSU3Jf1qy+pHNzrTS6fB+OyHGYpBsLh9C0PKy0LHQ9DW+8aSd2TmRAl7KwpuNX7332Ve/nBFZ/+afvRLNKVnUC7Z6JaruNdG4avkv2RAflUhmdlgfb1sUTkBJpTmelYWAgxDDBm4ywPmBHAgjEYwgFgsiOFSQx2a80B+93KKlXICeviALKBhLMYfiBsDyUnHj4xYZJErcHhQVZ6yyN+fdkXVNOfm1yLJnXfG2UfhYKSZS36uK9RNaymFT4yi9JNRfDMKUBkETWNsFdyu7JevN1JHUgHWYoWxCxiIFMIgrfasp9fKnioNqy4Hg9dB3KjV1pAA0NSEeiKGZDmJ1naFsLkyNZ3HXDDcjoEZR6Gl66uIqpuVG89pZ9yGYn4fVZsKtQCQUE+wgwdKNnot8zEWq24dMXk1CgRvZYTxiVXqeOAL0/RUI/YKvQqzORgJ+dgpYswI0mhYlGFqunR6U5YKNET0IWN/KZ8jprBMgITLGpUz6ycpnYQXAo5HeFqd0zHfQ6HZidGjrNCqxyGeG2iawWRBxhRAJhWZsERm3XBHf5rB6HE43DDUdhRRhOFZCCPRxQv1gMh1wHhm0jQo5EXzFeg30Nfa0PGBEEMzl4qTS8RAKBuAGdvkdJyugj8AiUSrfDpsFFgN0Eg4XYsTsuNNMEquvw6yV1rXgNxFSW7FaVGg2RXBIQcpTvq92F125Bs6uKbU7GKhgyp6w8utDQpVTe09F1g2j5QVR6ngwSjzc3sUnvqbCOsZECJoJxjGkxjMBHXteQSyWQTOaQMHJy33gxAksEm4kZaRKgRRatfFZv+/CrvsenXj+D+GQAo7tSiCZD6NU8XD5aQvnZDZHyBqJB8RiTUAQB9JWKg6nlLgdz196DYnmrWnJhpQ5YTQJayL3M9TjwWKXNhAaMJMNIpxksEYLZ6uBNb74BizvjOHn+HC4tdVFa5bXmOu8jpMUQ0Gk10VfAyNA7cACeqnv6qnHHlX+nf7MEpigAeMhs4hom4DCU8sqa5mAxGsVTS6s4vVrGtFHE/n3ziC4kcPCZY1g+cRmGERJvVU0juKwYZ2TysYGUlHTmvYlc1pL97exKA/VaU1LvVXOpbDbisRR09DE9XcB1+xYxNppBLpeW/b7VsdDhwKlnobqyjo3VDYwWi9h747uF0W37wFNPPozHH3tIWGr0oRvuhsNrIOeIXC2mPfvS9O3ftxPJeAi23YJpMg23hFatJvfhXDaB2XQE+ZSObDqBSITeugSdVNo3X1fd8rFSaeDsRh2Xql00LQLRERm06gG2QayHXES9PqaTQVw/kcXkVB52IoW3/8ivYH7f7XC0IC6ceQFP/+VnJfzJsVzUak0JgyAwYenUKWliMUIGKlnxRjqDZCIl15ig28TUPA688S7kRmdQq7WFNaKCoxSgM/zi4GEY6jX05Vffw3qRe5AOtMjkt4VxF8um0Qyq84vedKybGFpB4CoWNlCpbOL0yZdw4fxxdDtVpJNRpZIapKQPz24uwyuMbgIGtFQSliHPRQ+VSgmJTBp79u5B3EjIWuH6JItHhQQpoHb4XviZ/tRP/tyrvr/5A48ffFE8yVkXCnPV6ou0tW/1JYSnXFlHp11Dt9cRFiHPTAWoc2BI+w117vF3slQJroaYmkxQb/D/7XoFX332b/BCdxl7c6/Hbn8Sze4yDpafQ4ND63NBBDbvQUzTxbaZxH9TjyHcrULXYrCjtBpJ49aZF/Azdz2B2ZCFg70bcPlYGbsnzmFz1UO3GkbSCMJyU1gqb+HCqo3RkTQ+/L7bVIiWsInVuX5FnSLrV4dD428ypHkvBGzxHNd4xnNAQP93/gxflMNzpY1eOA0zMQcvt4i/+uYDePbgi1hYmJcBMwceZqutWEwCjtrqMQZrb7ifSEp2mMMJTYau/DN/sU4RsInXLkhVV1IGPPw7fm/IIOFEAaP8d+69BEepEOF6Vmq6q+vj2j342vWiAP6rNdLLQESffvOq/yCQNiSvSsjgwBZlCOpfG4qnbARUgjuHZcPBwxBsvjZsVA3J1ZLla+awaSjXlz4pGkCp0cXxh+/H+2+awjOnVnDvo4eQDKdw/Y79SEQ1VKuXRCkyNVrEXDoKtpQPPvcijiy3xIs3ngjgp37256UPUK9T+erzuUmw4fWSe3nA4JdzgK9lEGwlQ/EACSQkx2iyT6pwGtXvMAOgXq3hwQcexLnzSzLUTukRFIpxvOmd78TMjltlICHDVk0NX13bQYBDf1q0MC2DxzVZrAzvC/rw7C5eeOgRbCwviyUSe9J01MDXnnj++7q///6b96HdquLMmWNSjxtGFrOzOxAZyWJtawuu7ePYkePoNEyMjhSQz2awfWEMuldG0G9Bo/5bsgioGlBqrmuBfrKluVecO3MOS0tLcEjuMeISuGckknjHhz6EyckptVajtNOjFD2IVCYja5o2AFz/V6wgOCQPMtBL3RPXrl8OrBvlLfzR7/8eHn7oQeklLq5exla9j2JSx0++9w686dbrMJLJoZgbQ7trI0imZlDH5bU1kWInkkm8ePQovvbgC1hvmLiwchl9Wjz5OsbG5xDNx+CTKFBrwGt0kOIQuzABExqOr16EEXZw+4H9WJwuYnZiHNlkmqwpbFUaeOq5Qzj44lFkRoromF1k4xpuO3AL9uzYidLGBvpk/YtXrC+EDRICqFRYWVtFbnREvE3D/TBMqkqSWaSTBZQabQTSKaxstbC4azcWF6bx51/8QxR0F6PxEM6ffUm8ShcW9uDi0kXUqlvYuW83/FAIjQ7wzvf8kNSA8XQcRjwiZzBZuazPuZ5DHQuP/vnX4JxexryRQYxO07oL07dxsd7BKdvDZT2C8xZ9WrPQaVkwOY21jRWsrV/C1OQ4isUpHD1+Bs1GE//hp/4DGhuX4fY2YLgMf+5jbWMDmtNDMplFKJ7H3J5diIQ0GZZ3WzVh4bOWyaZS2Ld7l9QV1fKWYtcS8+mawnJfXl/HoaMnMJofRRRRhDwNsaqFF2tlPL2+itfdcRs+/qH3oXr5NIxEFCPFIhzfw/rqqoRaz27bJoQWt7YFt9ZFyLIxvTANL5vB80tr+Np9B9FstvFbn/kNvOeH3gHX7qHZqmNra1P2WdZYrFfv//a38NWv/H/svXeUHOd17bururqrOueePJhBzgxgzpREkaJEilSyFa3gZ18t+S7b79lethyu73PQug6Sc5JlS7qKlkRTgWIScwIYwIAcBoOZweSZzqmquqve2ufrJiFd+w/yv+clSFgDAhjMdFfV951vn31++59w+uQJTI4MIpNIYOncPKKxGALRKGLZHJLBLjYMFZCNRRAJk0EcxmAqD598Zc/B9Oo6Hj14GO/9+C/iTbfeJo0p01SM9Z/+UO/AT4XV/0RYvWMyJw81k1JbbRdWMITNk2MYziYRZhozQeZtstfYsQz1khV9tNs1eaCCVgi6YeLM2Vkcm1tGLKChHQhh2fGRj2jYYDENutPjCPJgS8+SYnWyCKDIxEMFu5p9YZWbp91ld5tJx+wYaWi0XRktk3xcLYBbbnkLAr4LeC2kEkyMA2BZsGJJtOkuceswzTCqnglP91FaW5MNh6EIlaaLl4+eQrVSloOYLamvsvbKlCg/jsZ0sbQbPW4kzVUc6VFsP1Wk9sdMZKSGCy2DazyOeNuCS2i0VTCDOF49H2NbJ3DznbcjkskgmS/AJ5ifRVrQgNus4czxo+r71Hzkx8YxvHGbhBtVmg0MFvLCfK07NoKeC7dWxHOPPoaH738I4YAFk+FIHboKVVJxhJw/Wrm6nrABScGke42OEI6jR4IBnCEGILFP+Eu14/dj01AUl07k5NrTGMDrEY/E5PtnV79WJ/wZWCtVcXK5hsVWC6trDWwphPD5/3UVVleWETYtAZIvLy5hfX0dY+OjePG509i/fxmnZ3x4oSQmJoYQNQ3EwzEk4gk5tHAMo1Svo+042HzVpbj8kkuwuLiCRx59Bo/+6AmMMYHd9OA226g2ukglQohbOup1G75mIRpS48OVto/VZkdcGWCxTM4bBXGOlTFIzPVwwe4xbBhOYSiXRjSeVOnEjqsg6s0mbD+IeCwqzXtyV9gBnZqdRSKexsTkVtz74OM4OjUjgVMDMROxgBIOJE2+F14g40OiSvZi20Ww8ERYpWuLwmqNTQoZp4WI3eVWF7NVF21fw97NQ9gxnoOldxAPR/Cb33ljjtVf+aVbYTcMuC0N8yuLMKNRuB671ha6bgMrK+tYW2XyMUeJ+O0qUfT8HyqkjePRXXSYDJ9MKC5VPC7uPne10ptiVdxhPmf9or7/nvT/vf7789oB9jVnB7vjZPpQ65GRDZNBbq6kmPIa8ZDcL+L6LhUKsbQsRsyQjPQ4XV25sVh4i1GjP+LHw6ASE+XAy7WHuE0G1OkBhIMa4rEQPJujJw7yWQujeRZwHTSaJhyKToEOyrUGao22MAvpYLftDkodSm8etqei+MjN12L33gsxNL4HTquKhamzMNNJjOzYAiscg8c1rCfMyoGXKxpTrJsUVhswVtbRJWNU/qQLjwgAu4GA3Ra3Jwt+Jtj7Hu97T8bvURiHnhqBH81AC0e5+0uAlAqjkkkbcdBQEOb1UngT8irpWus3vNR4PZtgnU5T0q3tpoNWo4ZGrYR2qYLW+npPWA0irpk9sdQQzmTbrsPRushoEXSsKDqmhRaFHYpdvfAdEVcDBoKdBiKuB4uLTNeG12UYlwOdAU/CVE0CkTg8BhdYJnS+Hv6aDjNx4SoRmEIfP/pOW9JCeajWGjX46wvwK0URXQVFoOZjlXOHAgpddgK17cre5DcbcOsV2C0GDFE4UWulsMToPtMN2H5AggRaMFDTDKy0OzKlMVUvocTrE7Ewki1gOBBBzjcx4vpIaUA4HIIZSyNORELEgm/pPQxAAF5Ih8/gPMtCgMEJN9/5uuu1yz+5B/mRHFzYqBRr6FQ01BbaqB8vwq1yH3LExcn7nqGD6poHJAiAOADRMXsip4gU0oRQAivXKR5aKSQq+qlibSvBlS5RHZGAjkQ8iFwmhUa1jNGxCK6+bgs8PYLHHnoFC7M1cUIaDEUkdKiXSCVk1r6Q0XOq8rDOH+e7ZXmfioOZrrSeGNEXrPoiL/dfFtUy7sqDbjiCAzOrKK/XMJTJIZUModyx8dKZRXiNJjZuHEMmwymFtnDDJYiFzRY6NHmfgUgfutlccTycma+iWKzIf/O9E2ai3xV3P2OhNm0YwqX7diGTISLAQ6NeQ3GtKIdEOr/qK2sSOJTOZrHtsvfBTGXh6joOPPM4nn78IbSdlhKSzoNBvyqGgcFPdHJ7KHDsb2IUuUwcnW4LlUobHbsJu9WScA6GeW5ImMgnQ4hHTUmBpsbAfVyQCURzBA34DPawgeVaG1OrRUwvrWCxoqHpMFzKxVgqhL1jOWwezEqDSTM1tEwTyfELsOWiNyFZGMQz+x/C9//ur1Gt1CRpPkyUTjYn6dJmIqWcqWw4m3TlmbIOES/Dkdmx0W3YufMSROMZQQvR3cmDW/81S8Eu49p9d4haxVWTjGiTLgKOB6PrS4NPa7vw6WTitE/ERCcZVqF4aieCw/qTYieFMsEgGbI2nzl1CCdOvgzHafW4q2p/US61XigRUTS+Einp5JcgVn4nuoFW25F6hYFmxAOwaSshSr2nWEIIuZf2SoD//ku//rqfbxFWn31JHEziSOPm6HTEpdxpq+Zjo1nG+tqiILTU+DNf7mtuvb4gJ8IIR79Zg1DsoxuyJ6y26jV86amv4IXGGVw8fC02OQWsVk7hmYUDqMZN4EwHZvlOqdW4PLLetTmq6nfEtdYl2tEOINZu4a2XnsRF+wz8231NjONl7C50YZc5MZPBWqOB1bUWKpxE0SJSw93xtkuQS+dexR2IsNFRorCEylKwdloI9SZZiP6RvU2aIlzGydc14PoKe8N9jNNYyEwgNrId86UGTp6aktFhchpZu/RFZ+5Hsn6EFI5J3KPnYQJ4H/bF1f56xb8nq4awJnsudhH+VBNJoWpeW68o0HPdVTi0vgO05ybtB1v9BK6ovw52e93k/jV89WPfU31ecNb5f+c/ElX72AK5l6WGUPeLNHnZwvmJsDd1cO4z719DxcgaznsgpAnq69iTD+HmHXkcmV3BNx9+AZt27sX1F16JA8/ux9TqNHaNTaJ+bhUb8zoGsgkJPr7vlVNY7XgyVfauD34AhUK+1xBQzQhZCzgh8Krr9LzfF2dk72BPxzIDMZWWKv1KEYe5twQCaFTquKO2RzQAACAASURBVPs7d2F+bqHnsjQFQzQY0aFbFm5838cQHRlSTuje3qfWH5pueOZVdQIfYwb/sqG7MHMKx597Fh1xwDXFPDI5NIR//MEjb+j5/sVf/n0MFPIora8K2iSVyWB8YhNgAucWzgFdHYvzK6iVa8hnchgo5DBUiCLgryPo14SKL4afINFMrwmrgqIhiqKHluCzW6lUcObMtDCrmW0xPrERt733fcjl8vJMUFjl2s11gSIUG40UVvlReMzCmuS9oFAa5+M0+J7zFNYol/AHv/e7+OqXvyzPAicp624A24bj+Pl334zNI4PyfjKQKxVPCe7gyNEjKFbK8rWT6ZSEat3z6As4PDWDuZUVaWqNjW/A7osuR7m4jGQiLsi65556Gm6rjUBXg9PtSmjehbs2Y/vkAFJWEPl0WoRysnPDsYRMO75y5LjU8dyvzEAX4yPDGC4UsLK0IOPiRLCxOcapHpqKePaYmZkRMZ+M11w6Cz0chZnMIJTIoOJ00PaAlVITwxPj8LoOfvC1L+HK7ZPYNpKH06ogHDCwYXILaqUy6vUyBkaHsVKt4ZnDp3HTTW+RuiOVzcpr570n4ceStRYQ9Mu/fO5vcGr/y9g2Nops2MAmK4ZBz0DTMPFkrYy7p0+gpXko5LLIZ5LIZjI4dWYKpVodlhnG8MgkfD2E2+94J97+lnfirm98DWeO7UfB0oV7XKmUJRxMC1jIDE7g7R98P04dP4xz0yfQLK8IIpBr/srSopxVYzQcMYBYwr/ZDWFjOIijU6dhxOPYtm0XTh4+gWMvHkO04mLN8HCGjlIrjLfs2oFrL90LMx1BXfPhsjYJR0SYDVkhaQzF0RG3LUdp6vDx7LGTODy9hFMLZeRzeXz+H/8O42NDEkDXaFSFkctAXuHaN5uYPnUCzz3zFKZOnMBAPIzBbE5c5rx/HfKsdQ1jA1ns3rYF3XYL68U1ae4kzRjcRhMdzwUiURw8fhpDW3finR/4OSRzgzKt9NMfr70DPxVW/xNh9b2bB2TcoOF2kM4XsH3HZjn8hz0H8TAPK2SQtFBvsB/EaUxLiquW3YQR1KRr7/o6Xj58FLPrVUTI8AgEsd4hdxLYGCaH0pOFSvEAflxYlfR6ukw40seihkEZvo+2x04lBQbWgkEpvukKYEhMuebh0gt3Ytf2UdTLReQzA7IYcjyLIi8dHFGmb2sBrFRtWaxarSaq9ToqjRbMaBr3PfIk6nQm6r6MyfG1xUIaYsGAiJIxk25aurnYIVUeHjpWiACQooeFiLhR1XgkBWJFjlSOD7oObY/MNzXaMzA+gje/41YUxsdQbTnI5gvQoVI6OdLE/62tqc2uVCpieHwUkWRaYN7spmzaMCIiRIulQ9cWJy25gp/77F/j5ZdOIBmiAcpH1NAlXTFlaIhoniSJk4FLhwzdQsoo5SMaMnAovAulxIUoLk/BWn0WmwcS2DeRhWlpMubMWIN0IiXOBsKfmxxVDloiYE0t1XCmXEGp4mDjYBBf+MxVMiLHUwi79fVqDUuLi5jYtBErC1V8/67nMT2rodQ2kR8dE6ZMNh1GLBqTUVgWy3ang5179uDq229Do6G4hd/94Y9w7z33w7BbGAx3EWKh0HAlvCpmERfBw7GBqOnLBkFHzmrDlRH/aKCLMMcROKvIrjYF5o6HTC6BC3dvRiYRRTqTkfu5XKpIp5z3Z6PpIp1MIB6LoG3bWC4WcXZ+AQMDOdRcA/c89Awcu4VclMgISwm4dHD1uKAsULgZ9wvEHvX6VWGVwkS13RVhlQnudHkzlVQJqxRcgW2jKezeNIxwwJP384/uefF1r+d0rP7e//gEpk/NY321hpDFBE1IenwiHobbaqFUqmF1haEGGlweSujdpqPyvBEscbrw0Op7khhvFtJwyVGjKByJwF2p9MYeVWAX/x7FevmcV+H24l99rWjuhROoBoUKRlBjb12EQvRaq5A7juXy3qDTjvoYD8cKJ6Chw8KHYhvHw3l/ZLJo2T6KdSZHM+SC4ioPu+oAJAemkArbCXhkhCmESDQUkqTQTILupS7WSm0US3UMZ2IYy4cRD9Ml30E0HIWhGbDJ2Cw3sVq34bCsbdfg8pBt2xjJ5bB1dBTjk6O4bPdFaDcq0INNDG2cRDizFWDAVKdJlUHuS4rVukucQhNdu4XA4hKcmi12CwozHacOzW0h0hNEZfXxXXh0sZKraRnwB0cRyGyEHx+ARgcr+Swh8k3JW9XgSWJsX5YQX7Uq2sSJ2HOHiZmTIVBtCRLokvXWaqFRq6BaWUd3vYl2sYigOFZNxOlY0IlLYbOiLanUru4jr0fQDUfQCYbRMkPQ2HnndeXaw+Ycy69OFZGujrDjQ++QR9yCZnQQKOShZbNANA7IyDwXtYDgZ3x273mg5c9X9xIl5Osd5epFuwVUinBXZ4FGEwYDVjimqyvXlgjHxFm0VOCJYAg47lmtoFkto2HXpFCkA4giNEU38v8COrmuZAAaaGohrHsa5uttLFfrmGtX0OjY0rAYy+QxpIWR9YKYtANIUZiMmuJsiFpJCabwmMQe8NHlfUg0DFE78ZgSjK9/6+t+xu/4u7eiulbDwvFlVGersJdstIsuTE+JhSKm63ztNCMLuVauO513vMeEuddjRSoRSKWfynh9b+xfBUn12KcyCkkmuCHhZbx/gyEfg/mM7KWJhI+t2wsoFm2cOr4Ip00hi05ST41r97LK+jxVFQigBCmui+c3LeX3e64/1YRQwlL/91WgAMezgrIO8NfiYjUtnFypo1huYyDNwA7g8NklzK1VMbkhh0wmIQIoBUflgFJCCesZJQiG5JDJ94sjwtOLDLZYh83Eh16QHe8RsjW7nbYIq1dfQc6YgXJlHbVKWYJmrGhY0D+NpVV0Wi3hlW247L3IjE6iowdx8Pln8NhD90qTWtf6wV7/5y0g8zS+j3w+g5HhPKyQLonVZKpLc4FiX9dHzjLEsZqJGohYfE8MGfW3QmrSh0FiVoAMSjKH6XAKoOl2UWu2cGqpgdllBiJ52DKcw2ReNdZpimfYWiccxTNHZrDSMpAdGxeHiNH0kCerbGAQCY51msolz6kBcbaJ25BMX67fXYSTeQyNbcX4hp0wjDgch9MI5NByPFuhVvqCEi821wwRA3tCTt/NJ87WtoMuXaIBQxpjghAIBuDIGGVI1Yw9AU1N6/DG43OgIZvKShP1lVf244XnH4Ouq71K/i3TklqTz4mqBzqqzuuxNoV1ya/vG8JlJEeOdRv5i2QRclRQkBT9JkAPX0GR+Dd+7Y0xVh8/8KISxKXJHwC7fJXVEhwaHoRlR0f1iuBeKPwrkei14B4RKokNkJFz1sh0rJoIcPycwiqZfK02vvH01/H4wkHsGrkCk8EhrNVmsH/mOTiWAXOxDb34Xmkwkf1gdDlBElRTLr4BjxddW5Ogv4FcABMb65h/7i58/IYWSosm1ssGigzP6zJBnfcUcVCG5Bi87aaLsGPLzledlIoLrsRPOolVoIgKFvS63Pd9tBq28I19NvWYISD3XQgdNhSjWeRHJpGd2AY9moYn6w6NB3TcK16x3bYV07sndfKane8U7z+FvI59J+35TybvTbq/ZmbOivOVbL/x8TFJ9m606K5TwnZfeFX39Wtu7L4po/9vilAo4Vc//kOafD+BaFHCnwrK6n+d/sef/Lvn/znF1B8XVxlQq/ZFJbSqf1P+32uu9bEnEqTV47UTk8TajGvM0loRR59+GDfvGMHMehXfeewFdH0Tb33bOzA0OornDj6HveEchk6VcKR9HJECgzZDePjkGawRgeVquO1978LWbVtV0PCrrmWxLcvGo5Ad5yOjANv1etMKvRqAtaHYVIlvotCo/vzAM/vxo/sfhBWypMnlBzSENWBfPi1fq3Dl9Zi46kpZF6xQuOeU9YQb3XXYVCEWhs1fiLCvO22cPfEyzp08jG6LdZIjk5DD6TS+9ugbc6x+8Bd+W9jJ6ysMy20jP5BBJp8FwcJEO2iegZnpORnzTyWT2LJpE5LxAOz6HEythoDUKxSi6TFQwiqvc5/La9usz/gaaABRDOjl5RUcPXJMzqF3vv9DSKXSMpFpBHt4kGAIkfOEVTpXeR2417Km55lNDEXniau893i+YLPvdz/9W/jbv/5bBHrOS+4zF20awh1vugKG30W10hRn5VCuIJNG07MziMVj8jrWi0VEY1FB952ZX5Lpp07AwMDYpASjHn/pRVywdxcKhSzu/ve7UKvVxYFLF3o2FsZV+3bDaxSlHhwbHkYymsDp6VPiwL1g3z402y4efOwJpLJ5qWUq5aI0XYgmyGZTYiJiXWmxDnBdpOMp5NIZQUAcPnQEbTiIRRPwwmFkt2xBKJ3FymoJCwtrEgY2deYkHv/h93DhhmFcfeF2CQKvFznxQtOTgWjMlGb6zPI6HnzxGG695WYJ+RoeHkaUtSC53b0AUeYk0FD2j//0z7jn+w9g8+QE6KNOGDoyInSHcHzuHObKZWyYHMFFe7ZiOEeGcBdTMws4cXYRiytllOouBscm8Cd/9lls3bQXTz/2OO793leR0Ww5dzWITwyZsKIZXHjZtbj95z8Ot1VHq7qGJx+8B/d855uYGCzAsRtwHRvDgwNIJeLiFlV1MuumKE6dm0NhcgLvff8HBDE0c3oa9959H558+knEbAfX5Iex1YogmjLRTcew5HsohwJAWE1Ic55ZN4BCJIuqr+PpYydw6OxZMcOxZF1ZK+JXf/VX8Nuf/g1Z/2emT0ngaDKdQcPu4oH77xeecMQMIuB3sLq8hM76kuShpMIRpOJxdDlVEA5jYuMGZOJxzM/M4PDxYyLORkIWhnMFZIm7CwYwtbCEouPhTbe9B1fdcBOSyeTrrtH/K3/CT4XVn7i6dYeQeuD2zWlYsRguvvIqXHz5JbKxv3jwIBpLSwiT7RMypXhzm7bii/GA6zOBvSN2aY6eLhcrOH7qDEqNNmKGjkYwhLWOjrTRwaawBpNeQo75vcrFA2xxrCrmJx2rZK2ye0yTAhdX1+fYOw8yXekyc5xNxFUEsF5yRWx65+3Xo1YsIRlJIpXgCIMhHK96tSruUSsSRbnelvRJblgUB1dKFTQ7Oh56fL86RPY6tVZQQ4KBR4YGk91OHgTlQMkgK/5CF2G1w7HSHnyH3480a9jx5kJId0MAaHm+CKuOHoILA9mhDD700Y9gdOOkJO5pCCKVSMOMRWRMrdlmF+0EfnDvgyhXm6jXa7jisn14xx23Y/7cLKKWgT07NkP32BmjaOXK4ZxA8fsffAL/9M9fgscxFcLHdQ1xHUgYHnLhkIisHYoeHU+6LeI2YrESNPB8/Go48a2YO/EMBjsnsWs4hYs2ZJHgGDTHRp2udJFozScCgCE0DPDiIXlmpYVXZhdRrDm4el8O/+vXLpCDvEsRrKPSShfnFzE4PIyIFcH+J47jocfOodhM45LrrsPzzz2JlGUK0Nswo+gGDGzZswtvvvlm6OEUqtUKVstl/OXffwGzM/PQWk0EvJZsymHXRyFuImEBbQZr6Tp4/ZhoXrJ9rNVsREI6UjS48eAtXD9eSY5F8941sHfvDmHeZtNJuW+qtaakGCtyIyeSTcQiYQm9YNevVKthfHID7n/qRbx87CwKsQCyZm/MUkKqVBEtCa4yqq1EACnWe2YkfgcWXRE9x2qdBzgRVn1xXPYdq00fuOmai+UahnVfNr4//N6zr3t9Xqqv4dc//QmcPHoGzVpLCpeG3UQsmRbWTLPeRnG9IuPpxFXwtZMfzMOKSqLtHW5kbJ+uMZXyGBnMi4ucoUGRRALdUkM4Pcrp6oMMMjoe1chbT9SSP+PhVYl5yp2kHGp0CVLgUUUbn3dNOtR8vDjuycOkTXcdD7vCdSJLEWg2mvIex1IxtEoNxMwIYskYZpfnoQdMhMj2FIeZLkWjuPCIGwkAlk+Fy4GhdZBNJDGW52GbrLEaik1geb0BK+hj00gKKQqVHQ/RsIkE74twWBiki8UKvICJ8UwcToDJvF2cWyjh0MkZaWjccO1OvPu9/xcSVhid1gqsxCi0yDB0o4sAWWAc2eQaxzAquyWFoLe6jPpaDV67q3iCno0Am1wu2zAcUeJVciQogkn2HEH3BgYQyG9EJzkCcGw+bEIzKUZymoAOSXJFXxsppOP1/HFbFRChAjF84Usq16rdrIEjopVSEd2VKuxKBUE2HXRDxunCekhCElyH45RMCfZR0Exxq3ZCIbR5eGfxJ2njKqSLL1t3q4h4BizXh85RzE4TZi6MwOgokMxAM6MAQ2cYpiFj8jxUGWrhEvOpYrPKJCTvTbcFza6h26ihW1qHV16C4XaEl8l9h2Nt0tAjxqHTRaAbUlzTjo9uo45qaR2NegUNvy57AsdN3a4jjmAm0fPQw0OAZ5ioegEstj2cqztYa9godmtoM/AvGsFIMoc8uVudADZ7FrKWhSjdF3Q2WDERwQnP9in6EwcQj0JLJYBIDH4wBO2Sq1/3M37FL+zE+kwFxekqmis2ui3utXTXkG1H4UQJXORUcQ+QEcGem77PN1U9FIqbdFkppjjHWJX4SZ6hul9kFJ8YCU5n8O9QVGESubg3DUlZD1ucNKkr1xxCsIJR+RzuGbIe0AV0nlNV1kn52mJD/rHR6f4aqoQEBbw737UqAZO9EA1hDfa+d4pxS6U6jszQhWDK3n9mroiBgRTyIxlhM4u7tecAJAaA4iWZreJqJHeYsSsM9aOwOl/GGpN0yZOmc74ngAjWoNPG+HAWl1y8C0G9q0KEGOAQSyJfKGB9fhELJ05Cc2zZs8cvvR3jO/ahG4zg5IljeOCeb6NWW5cU2h8Ltz5vHJ5IFsPQMDxcENcqHTGvjvESsyTMew0JAxiOGUgGafQOSCgjR/wpxHLtoiuPYaNc47n08kvwPSQWyPUNWbcZNOV0AyK+UVglMqXF5ocZxcx6G0s1H+nBcSSzWaSTcVgWGXht+KwFQdYkf/a1UPV+su6jY3pi86XYuvNymNEwmgy26HhoN4kC4TqnRB5e3z7ugb/mnnC+SNUXCXm0pzulwfdV2GdBGGETLvcnKAFfGlMUdbnviHufTQMDiUgKtdIaHn/8XiwvT8mkgmWZsCIJHDlyHC+9/JK4V7K5jLjDKJZR0BCcRq+h7ttMXXfQ6XrCvOTdzgCNSrmKWlsFEKr7RD1TfC1/+bl/et3PNz/hsQMHlUOzL1hTDF8rw27SQ0/UUw2nTx3FuflZBENWz12mxtX73PNXnZWmJdeCgiqRJCKkcDLN7uIHB7+Hu47cj0JuKwYjAyi1lzGzMg2z08R4R8fc9O1w9AS0Duswvhc6fMMBtIigKByngq6uIT/QRHPxSQzUFvB/f8zA4owNR9MxkAnAinqIUMAKGHh6fx2VShBbtk5gMDssAglDaBiU23fasW9ALnyxq2OlxpR7FynTxHguh1zYQFi3JRDQjMUV7mFgA5JbL0UgHBMHq/JB8FooXADXfb4nrE+5D4pLkYJb3yV5Hq6oP13Txyn0Lx7/m0LVgw/8CM888wwajZo0obZs3Yo3v/nN2M3QN8cW00UfJ0HruO7/OBriVdGTd9V5+KjzbxJlkO4BjXpibf/PlRCshFH5VW/SSDml/0/RVTWxXxPd+Myp8XvWdurP+muboKt0or4qmJ+fR6lYkcAgNppooKCrLGyE0Ow4cItLeN/Vl+DU/BKeOjSFVtfHjm07cdNbb8J9P7of21a7eFdiEveeO4jVQR1tK4AXTs3CISrEAd75nndi67ZtUhuyYcf3jMF1PAcyPKvRaMnXLJXKMgZ82WWXC1aB0wRsWDz5xBOyB+UyWSQTUXG/cg9k4+Huu+7GwsysjPKzEUhhNR7UcUkqLuPBL7U6WBOkjIVUgo7BNAaGB+VnKJ6S7AN+X0RC0by6fOo4Xt7/KEorM/DaHUFR8USRNk08cGj6DT3fH/zEr8BudbG6tCrrJ9FlYxPDiKbi4vY/fuw05ueWMDk+KSnql1yyD8ODacydeQG6syZGGWkckfzUVZ7d84VVmlgorvbd3CqUL4jlxWUEgiYuu/ZGJJIpxQj26GehycGSsxmdlBQt+bGPA6DAyLq+b4bo4wDkqCMOTxe/8+lPC3OWzSY2e+yOg62DKVy1ezNiZhBuN4CFpWWEA0GM5gZkDRIWtuOgMDiAHdu2YX52GrNLy8hPbMaJ+VU4IU4tWYiFgti+bSvsdgtf/NcvYGF+QTi3tWIRE0N5XHPxLni1InTXxobhUVx4wUU4duww0tkMxic3YmpuDg889iTqtotkLIFqtSxIkOHhIYQjFhq8r3QdyXAEXdtBLGRhtDCMay+7BscOH8MPnv6RTMk6gQDsZAzju/ei1XQxP7sMIxzF1NkpnHzpBeweyePibaPIJWNylmZGSSoZRTKVQMPXcW69hicOzeE977kT+XwK+WwS+VxcAt+6Gp3zISnNdd3Ev3//Pvzzl76GsbEJFVwX9BGyDLSqVSxNT2P35Bb8zJ23YiBjQXMZykYtIoKjU/O47/ED8pH5Mu/6mQ/hIz/33+G5Ph578N/x0sM/RFDrIhlnsJaHaGYYV93wVuy67hrk2SwayeL0KwfxF5/5H2iXVjBUSKPVrMsZKGyZkr/LZ5T3lxWhKSKM5OgQtu+9QDJuBrIFdAImXnj0MRSfPQjr2BSSxYqEZTaCAZQSURzrtDDftoX/S2csvTh+yMBctYqj51YQZvgrLHhNV5r3n//CP2DPnl1oN2t45KEHsLa0iNENkzh6Ykq0KzbMKGDPzU4LN3dHIYPi8hIyloUrLt0nTngJuEzEkYon0K43ceCF5/HK4UNyXpwcGxd3MgVYIxaHG4xIvs3b73gPrrjm2jf0jP9X/aSfCqv/ibD6s5dP4rY734XdF12IgMlNzcXc9Bkcff5FGaOIkDEkSLuubEw8GFF64nB1022j6Xaw3mjh5aMzCJEVGfRQgYE1V0fG6GJLTJdxD3FMnSescjyLmzPH/yhg0nVAMZQHWRYLTpduTleKCnGDUqSio84ModLsoFTp4Ja3XQ/T8BHq+sgnEwgEw3Dpdm3b4kZlJ77tuBgfzApndHFtRb7fE2fmcOj4HFLhAMKmCs7hhh4O6eKu1QWiHVQjs3LYU5xIHk45Eqy4s8oF0D8MiGuCPCAjiDWy2To+Gq6Hpu3i45/8CG592y3i0iyursEyLMQicWExERFQb7l4ev9BfP6LX8F6qQrLtPCOd9yCd7/3Xfjql76EN994NfZdtBOtWlXGHeiq4gLDhffk6Vn82ef+DqvltozHsMQPeC6Mrot4KIACOSa6C73rIEARgkID2YqhCJ6PXgvXKuDcyWcxhLPYNxLBvom8iEccH2CRS6cGO20cno2lUlKs1OplnF5s4NDsPGrtNn7mHRvx8+/bJCI8/7xVb4rASri1FYljcvM4ZuYr+Id/eQ4nzgbw3z71cayuHMbUwVmEYzGY8RRGN2/Gm95xG0LRGGrFNrq6i8OnT+KPP/tXKFWb8JoMEXCEbRnudiVQI27qCHUcEb7C0sHXhRdDsZfXkqFS4UBX3Cy8b3kwaXfJYQ1g247tGB8ZQCSo0Ah0vQbCcRHOfbchnWge2tm5bHe7WCuX0QnE8cjTz8BpuxiIBRHVWIhwDE2NLEpqKhGY4kbsBTn1QohUef/jKAAKq7wWFFb5PVTaHubqHVx0zRX42Pveifvv+iZMjY7VEP7n3W9MWP3wx+7A6tIK+xNSJFoEg3scl/BQXG2guF5DPB6TZ43mCB5A7WajN/KoFg0ZI+fINMGI/HdG8ghGwvCqLZjxGJxSTbrh7LISmE+OGZ9X5ZDoPycqYII/+04L/lrGh/im9ecloZycPGxbQRNRi8EkOprNOmyOn8kooxKyOaLVareFC1tIDaJWqsHVHASjIXiuwIpFNGcRyfuY14Vp8BRQyGtKhDRM5LNIR2LiwHf8NqJBYL0nmvHAPVHIIIygjJwylD5mBRGhK5wsJE8JSpdPDKPSsaX43lAYRaPm4sjpWay0F7Dnymuw6bKbYcSy6BZX4LfqMEIReZ9lFSEbtE23JZPpbXjr66itVuA0lVufCc3kgEaZpcaVUUKEKKySxdqUrqrPZM38BnipQSBKYTUsrhA/SE5TQPh8TFyVUcZ+DoMcKNWhjUEWSqz0oUtKsQvXqaFVW0WluIbKehHdtSrcWgum00FSCyJJXiodHBqdQBRiuUL4yPlBdEIGvJCBLrEOpgVd2HIUYSnaMwfNQbDrI2R3gFYdHd1FbCIPc2wjEEkBQUuERp/fO58t4eby3uHNROeSIw4DNbPrwG/X4TfKcGs1dGsNWE4DBr9Qj5tIMYU8BL5tcPm6uafx5NVFq1ZDmeNEThMOE7E1BneRGUt4Ckd+6dTk2h6EiwCqHR9LbRfLbRdVsq25PrJhEo1gMJVFXreQRghbjCjyVhTxdAqBWBKBYBRkfni0y7C7H7OAGJmrFkCcA51kOy993fXX0O4M1uZKMFoBhMBngyiMjggKfFbCdP365IMr1xexN+LH4+uXVI7+dkbhsisCAZ0+HN9XjD1FYGdQlThY+04mOlaDnDChuMPANwcBje5ehZYIBdUILdcEiph9bqv6N3oYgN7X5tosAgH33p7T7yfdY/1791W3ak9I7Qe4iCNdDshqRJEDakePz+FMrYxavYWthRHEB5NYrddgUlDqNRll7I/3vSRjq4AWOlHZ6KEQzWDFucUyiuWaHJ7osuwLvuKG7tpIxULYs2MS8UgQIVMXRhzdIdwDDzz2BNy1dWRjFuq1EsYvvgnjuy6HH86L6/OH3/smFhbOSAhlf0y4LySLGCZrqINMNomhoYK4xCgmyCHY9WA7bWk4U8yMaD4GwhqiuivvO8f4GUrBJmOMIQ3EavDPjRAiPBHx2dVlxhWeoyHGWkrT0fYMcX+g04TLQ3Q4DhsBBOM5xPIbEIgk0SC/vN0SjAGxrvC0WgAAIABJREFUCfKY0qHN9ZwNk94YLw/hbOyQT5hKjiOTG0XTaaCje8ikc4hZacTjSYXm6O2hqsGmaixejz57tf9wCAamlxZfbtbEsStIAL4OXUM0aMnnyOopwqra1ygikidNN/b01DE8u/8RBPQWTDY8tBCOHTuNe354P86dm5cGYjRmIWpFBG2UyWWQyaQxUBhAYaCAQiou+yYPaWSAi7OPUzE0BchSqvYbNpz638uv/spvvu7nm5/w6P6D0HsoAGkgdIHqehnthnKsrq7N4W//5i8wdeaU3LOxWBRbt27BjTfeiGw2K4JYXxykoMqgNqIAuC/0A6zoQH302MP40nPfgh7LIBSIoNWpQ/NtjJUXcUE0ggdeuRV2N4eAV4MRTEAP0CnH/Zt7NJEUXaRzMeTSRZw9+AJCziI+/t4Qbt6zjnCwi0TaheYw+KeDlqPhmRdMHDsTwHqlgdoakEoFpXkQCtFtrZiOkWgWJxYrePrkHFZdNq47CHdtZEwd775pH7YPxVGjczkUFAeTnh5D8sLbRFTl+s9aQTUeFA5CxFIR7mzlnpem0WuXRTV8X3PKS9uHfO0e/5ffU7lcxnfv/i6ePfCcCLTqfqWLtiEC6cc//lFcd911gjuTZ1hCMhU/9PxnnP91vgD6H90cbHj3zxr9v9//e/+RW7W/jv5Hwmr/vKLc+HSKqwBDqpCSBSFIAMVs5Wu2W2088IP7cGZ6+rwGB4dGgpKJECAXneHEdg1XTm7E3Oo6zjLJOxBErOOiUBiBlwgj3nIwUXbgO8Cz+jraSROrqxUV3OmRAR5BKpWU/YIft23bionJcWkAnjl7Fo8+8hgqlbo4juk6/PCHP4pqvSbP5czMNH7w/e+Li47Tlb5v48ILL8Qtt94qbNUv/+sXRRzjpJEwwg1D3H6bmKgei+F0w8Oi48hoOPd3vh+hoI59l1yMgY2bxdgTjkZhxpMi3EbbTZx64Wns3/8EDE2Nwmt+B0PJGB54eeoNPd+XX/cW0OavHLI+IrEILHK0eZ4zLUxPzSEUjMjaQ7FqcmISGzYMC2PVrc7Dkk2ZZ2YHpm6p8MFemJpagxy4HVv2I55jpWzyFDM6k8tjYstupNIZuf4tp9fg0gIwe+P/fBbZVBJWMBuuIqqq1953sfL3ea+HzIjUk5/5zB/jD//gDwUjQFclo9E2FxJ400U7EDY0LC4uy7Xct/dC5JKcKG3LnsF6nq5ArrWV1SXMLSyiY0ax1jXhJ7NI5HKIRiKIxcKwm3V8/h//EaeOnpTslHqlimwqghsv2YOtI3kxSXFv2LZtO9aXl8RV2e50ML2whEcOHMTcWgm7JibF3clnNUwUle9JzgNNDBabgq6LsKYjpll49y13YsPgBB478SJOnz2N544cQlXXsfPSK1G3uzg5vQibtWbQwOL0aYTbFVyybQxWoCscXO7TDJXkVIQdjOLY3DqKdgJ7LroAO/bswOTEIKKGjViIuocKcmXgsu4bePzJ5/HXf/+vyA4NSwORhhOaRGbnTkPvtPCz73w7Ltgwina9LFgzIqgMi/dRCgdeOY6v//u9OL20im0XXIpP/85nEY1kcPrEQTx299dRWphCMhZGueVjYHInrr7+Fmzas1Oexy0bN2AgG8EPv/NV/O2f/5FMAnO6mCiABH+m4lJfVmo15PMjiBZyGNu5TepZNva2TGzE2IZNMrXrra/h9AMP4cBXvonkWg1Jy8SSpeFUOoZZtmVd6kEe1svLMLda2DC5EcX1No68MIPFM2sIuDquuOpi/NXf/ZWEk/FGfvn55/Hdb38Ljt3BzPw8ysUKgnoQkVgU07NnsbyyiPe+9UaUlxbRLK7jjttvk2BzhoeyVk6YMQwVhlCu1vDKsSPIxBMYHhzE17/zbRyZOoObbrsDsfwgDh87ib0XXYxf+a03NnXyhhaG/x980k+F1Z+4SH3H6tc/9z8wuWmjpIRakRA8pw2t42J26iyOHT6KRqUixbLW5egcu1Hia0PLbcu4RNVxsWHbTjx54HksnppFxAyg2NWw7geQDXnYHg3AZDI6f8o4iUpbpEDIIlSlBJMHqsloHt0k4nrzeLBhcjNH7jgyRPefh6AZED7Tet1HemAUm8bzGE1HkYmkoDN4ggduGR1lui8PQm3ENB7QNayWi+ImYGdjZm4NQ6kITK2LlkNeoa9YZOLQ4QgGxRQeClUEDkecKTDaHfVrcSTw0MNDGUHu3Nwoqro+FloeGloAtucjkUrir//8DyQMzG5RHGTYkodoIqH4dTqt/j7K1Ra++LVv4NHHnpLRuk9+6pNo1mv4589/Hn/w/35aFjg6IhjC5LotBAMsGkMol5v4zB//OU7PLkoSvSRacqDbU8EsSQOYtDQkdR+mZyvXZigKjwt76i2okBG5Oot8dwaXj3i4aIhQ8awUiNVaHRq5JYJhaCObycqGU25UcOxcHSeXFqEHHNz5lhze+bZtCIej6Dgd5Txok0/XQBdB6NEBPHlwFV+++xAW1h38/u/8Ki7eNYnF0+dw8OVXZAP4mQ99FIl8QcIvmpUKNNPHgWMv4wt3/7uMCWi+i6kXTqC1UEEQvD6Qe4cBQgXTxHCI7Egf9WYL5UZXxh+jIR2m0UGQqctsCOg+6h0fy5UuoskErrhkj4yKEtotYxrxLDQG//BAyeRfQ5cuLQPUyKt55PkZ2K0mCnEduYgJXRwPbg9EReFHHdIFBdBzDCimoJpypKTIgz9vlbrtoUJRLRAQVyqxEw3O2WfT+MQv/xJ2T47jvn/7BirLS+Ke/a1vPf26l9nF+iquuf4i6S4mmOrJYiHG12Njfb2N1aWWhPNwZNTp1OV59GCgbfP3lcghYjHDrBxHzQJ3fJjDOYQTcbSW1mGlk/BbNtqNprw2svI4PsNfs8HBe125d5Q7Sg42r7K81LPTDytQI9iqWcGiginLDCdJxEzpiJZatnwLsWhUxlr53ZKJxETqXCYt68pysQQrGoXFgzRFArsjGzaFc2IOfF4vepYNC0lTx2gujVjQQrvVFiehEdZQbHqotZmY7WM8l0DciIprj8ZVNjVikSCy0RDyMXI1U8hFg8Kadhwm0weRiMYRjAYEPeJ0DISzKQQzdC6OwwhbCNKFrEVEYPKZHN6sA80mAkykL1fRXquj2+b7T5cVx3wZ7sRALg062T8cTbMb6Nh1lSKSHwIKo+hmstBYyPJaBynWKWFShSPJnLW6hxRPoDd6qwRqEbd5oOow8ZjCO0ea51FeW0Z5rQR3rQm/5cByIcJqQicbmGOvHCHsikudFy3ns4VtIhAOqXQvCZyiS8oSByOddV7bR6DrCN4DrQaMuInIxmEY+VH4wQTnihQGgN87MSz8ybFTXrtOE55dl8aHMOK6LWhtvn908FKkdhCiG6nbhEcOLUUYaiwO4NuATle6H6C+Ds/uyPhPqVmB7XfQDVAE6aBlU1ilOEm3MxsyXGyC0lhowUOl66DcddH02RSLiGuHo7qZRAoDVhx5K4bNRhQ5I4RwOIZgJCGufD8WRDduIBCLQ49SUDXFuepzjJ0ogO0Xv+5nvDCRlTGzDEOCtADaTltEYU5u0C1IfjfdpdRQbY62M9G61+Tsu5T6CxTXJ+61ryZO9ziNSlRVTFVhrOpqr6bAx0kS4bbK5EdXXFkUJmUugM0/5uHJWDj3egrU6t4T8UIqiV70ch8JcF7gT19glDHm85AAfQai4AN6I3NyqOu9VotCvm6iXa+g1uVIpI58LoXDi/NYJhPUslTitjTEOBqveH501ihRxZA9no7KUqmElSJRSG00GkwP59h6D2mi6ZJgm4oZ2Do5gqGBNEaGCiLC0bm3f/+zOPbcK9gxMoDNowOC76haI8hMXAgjPSaH2Hvv+TaOHX0R1Df5PvbFE3EIS9CNLi6XkVHijqSzIsJ3s9mSiYN2uyUhn27HR1jzMJI0kY9wv+sIPzpqkR8dQIysX5Mj4DoiZJkZSkA3JEiNr1k1zrlmcq2TppgIuwqPIMPlFKwZIBQIw0MIjkf2MNANhdHViR0x4fsK+8Dvk7UC3crkGHPKxooyGCMNRwvBC0SQyQ5ieGAEMXLchW2r0BQKhawmPbhGErFCAb3/g9dGaknDQN1uScCHYEko5gaIuei5eHv4CIaZ8fN9NlTQhevUcejlAzhz+hVprFN0PXRkCt+9+z6UynXEU0k1Vhvw4bZU85TiBJus5PBGoxSCEoKYInNv1+7dmJyclKAT7k1shEr4oIxMqyYrf7z/Zz/yup/vvrCqGcwaUM+S4WnyzDeqLdkHV9cW8Md/9PuYmZ3u9Up0RCIm3v72W3HZZZeJ269vAKATmZgECqp0phkhS3FwfRNPn3kKX37+m2jJVFpQ9hk2dq/VVrFN1/C/D9+JWjkLw6/AM+Oy/xqaCd8LoavXiTrHhlEHtfIx1JqDsKsvYWLgavzCzS/ixi1HULdDEihoeI5gMh583MP+Q7YgVnZNTmBwoCCir3KKclrKxJmig3sOHMf8elUEfg4Dad0O3GYd+ybTuPPaXYI14BoV8tuww3mE990hGByeW9jZVTWIatBxzeAZQRyryuepgq+EaUgOf+dV1ioD/ogAymZzcg1Z11FM+v73v4/7fniv4rv26r0+05b/NhFSn/zUp7D3gr0q8JYNIwa0dnv4sN79cL5A+pM3Rr+x1Iud+zE0U2/37jVFe9zwV12tvf34PMdqX1Dtf1RimytnBDUJwPe752ZlldRrSnAi6J67vofVtTVxQavXqu5l3+B5woSje2jWisj4Jprw0NIdZDvApkQW6cFRGIODWC6vYuHoIRS8EGZgo+S74iBlacOJEouNRTCIOCpnvI0bJ3HtdVfLvfnwI4/jwBNP4crrbsDAwBCOHj2Gq66+Gg8+/COkk0ksLy+hWq4IssfvsnnYEGfiRz78YSydW8C3/+1bCGpcD9km7cIyQ4hBRy7Uled4tWrAyWXhhUJwAgaIOagVV7B54waMjI/BaTWRzKTRNYnA6yJHNMD6Kp566knh6wsHtutgLJ3E4yfm3tDz/fb3/BxcCb8LIBqJS93N0fiF1XMyGr5z+x4MDo4gmUiLqD89fRajwwPYPBZFynKkPpR5D81DgPVXDwOiAmgpshJfQuQSazyeH7km0YDkIpPNYXL7XqRTGRFNmRGiGLwsLVWTUomnij8uAqo0mhW6i3/Oj7KnBvnfKpfli1/+V3zqU7+EEB3xARMt18VlW8dx65UXYCjNbAbFxeWZhAIv2bIDAwPicOW9xtfTsdviSm4HogiNbEHDiMqElnCR2UALm/jC5/8JTz/1DJKJJFrNFpxmFbs2DIm4mgkHUVxbFdfvSG5AnTsMHWeW1/DNex9B3Qtg10AGg/mcBPtySonbTzaVVucHagHdDkzPx3h6GHfceBsGkgPQxvOoOE08vP8JPP/KITlLN7QgmtEswvlB2BqwMnsWZ1/aj5ThIG0B2UhQWNwU90vVBppaDA09joqeQyRdwMDYBlx62QXIWS70xjLi7RXoNE/wydACOLuwhi985VuAodi3wUAIdreDc/NnsGPDAK6/YDfOnDwijm66mi3ThNt15VmKJLK46wc/wsunzwKxHH7rdz6HN7/5NvzbN/4FbnkezvocyiuL0ON5jO+8DKncCCY3jsvUCoP5tm4cgmeX8Vd/9vs49tKzyCfjGOSEn2WiVqtiaWlBXKuTFFBTcQxsnkQwGlONgHgSiQxDvhIwI1Exrs08tR9H/v6rCJ5bRSUexfGRAkq5ArqeqlsYujV6SQHDqQimXzyE6VfOIuArRMVV112ND3/so4Kgi0RjaJdr+JvP/iVK68zQAUrFqty7nKjhtFzdbmIkFkan0UDQc7Bj2xbhp9ZaLZiBDuKhMKJmXBzajVYLMctCJpXEowf24/DMPK6+6VYJzH3uuWeFp/yFb//wDT3j/1U/6afC6n8irD5177fQcdpIJSMiIpL9JyMjHRcri0sirpZWVhEQl4AHx7bF1UcPY8N1EM8UcMV1N+D02bP43le/hlZHR9kLSkJfSrOxIxmEyUOrsHzoHlSjwAyRUp1RFTBDF4EphzXlqqKAKXZsfg4LfhbWXR9GSEez08FSuYO1lo/NG4dx5d5tGIzFhU3SbDZkrJm/JmeHB2S6DqKRMIrVMl45ehxnZhbErUNh1eg68jq47QorlUKvJE5S9KSoy0MH3zwetDqw6cagy4W/0xupZHHQNUIiqtLNxHFRsl7JT732hmvx27/8Mbi2jRYP/yzt2RW1wooLpunChaw2bHzj376Dx554SgqDD7z//Xj80cdwZmoKn/2zP8AQXbc2x644bt9EgAehYBDtto+/+It/wLMvHRZXlxQ+PSGP7zdH4QshHeNhH0mPskAQnWAUZXMQC/krsbiyjCgPyKVTuGEzsD0ewACZtLaLRqst4S98L9qtBlKJBOIRCwtrqzh+bg1lu4FwuI3rLojjbbdsRzAUgeYF4bZb0hFab+l49uU6Hn7+LKYrDs6tN1FIZvHrn/xv2LNlK145fBjf/cF9WCvVsXPXHrz//e/D1q2b5X6sd5v44YtP4v6jL8DKpOGXWjj8w6fRXCj10AyKuUSGHB22w5Egwgz7qVdhN8iN4dijgYi4e5UAwIOAiyAWq4Sp+7j04t24bNdmdBpFcVzJwY+ic6chaZYscBjGVW/bWC4X8cq5Bk6/chgjMR3pMF04HQRN8sWEXCibsoxhCbNKPXBCkdBUcIF0wyl2aT4anQ4aDot1XSDsPDRTbLnhznfhTXe8W0S2mWPHMXXoJTRWl/Bb33j8da/NFFYvvWILxsc2ikuzWmlgZLggToSZs+uo11oIWRY6XkcESjou2V3m9WNTgqOu7DTySNskCoLBVl0dicIAYtkMVuZmZNQ0LqydBnyuHR0PHnlovbTtfsiA4py+xsniYaf/Q/AiIrDyQSMQne8jD7Ic3/Olgyw8SPIK/a64gzZms4gYXIVUUXl6qSqbORPqGy1yWiNIJyxh7dKx1mywqSCPsRSeUgyaBmJWSASFIJ3zgSA8A6jWG4IeYEc2HYtKsiUD4ehIY5EasQLIR00Mxk3kE1FkkxFp3AjTkk5by5KRWzZB0GHARxe2W0WDa0w0g2R6BJHMGKKDBQS0EFCzFWeVrt9qDe76Otyyi4BuwdU5KttBoN2BQaIrGzk8WNpldDj+HjCBzAC0wjD8dEFEO4PCKvmmQbrwlGNV1Hx1JHpNYO3PHvNaCVvUhucWYbeZOL6GWnkZlfVVVIsV+AtNapownCAiuokoc1D0DoIBdtZ9xazVDIwYQZjJIIKREMcX4JNDqZEFFZbGAy9C09YQbHkIMcnbd6FnozDHBqElc/ApCBtmT1glJ1a5mtkU0boN+E4JXqMOn8EtXYWnADnVXbryO8KIhdNSzFW3xXlAEVuZLuA7HF3nT35eQA4W1UZVii82T1yNz2QTdbcu7lseCCydiekhSZIPhkPQgxQ4fLgSckVEioZyC1hwPJSCdMGEMRFNYMLMisuBjbNwIoowWZ9x8lTj7AxAo/BMMUm4sbw+AWhbX7+wOjDEcAbeq1F0O47i1FHsEm53D/sSCso9yX2Hjaem3XMq9ZAcr7pDyaXjYcog40sheig+kDEu+A0KrByP4simoX6P+6PipKrnirRLrssqII1iYb+hooRDHogEnSfuMXVHyufLbakaLa9iKnooAt6yysmq1g819t/7t/j1+d8M0jGC4sok2mh5tYTK+orw0TK5QZTdFg7Pzsr0AUPx+Brle+FrEncu1+pew1QEVgjfuVyuoFxz0WzZqDc5rUHBXr02suaIICpko7jk4p2YnBhGOp1A23Vw7NgpPPv4M4K72Ld9A0byCViWgYV6C4hvQnT4AujhJB555D48/+xjcj9RzaMwTTemwiIA8ZiF8fEBEfLIhqTgRCZ4s94UkZcuZDLzZL1mwFU6gclUCGGiFyg2BYhTUcnVdGKFuS+Sncr1j/cFJ3PEacQJGLUOs7FM0ZwBTbyOXDrUAa83KkxOJUMLGfpI9nDAQpucTQqrPHBLE92FKWsEnzvlaibuyTejyG+/AmN7b0RXV4dh1cCmsM1GUhcOhXSfE0OeuP0EudRD6yhkBI3+HXH+sEZZXFiE1nON8rl1e4FTNOGzRkom44gwmAMhxOMmFuancPCFx9GoFcUBzFmAQ4dO44knnkG93pTJJNaO3MO4X/NCcBqH7z2FbBH+2FyplhFLJvDhj34CN7zlZuFys2GzPDuDgOFibKygmlYdCmo+PvDBNyasPvLMcwrR0xvP5t3erNRRK9VFsLObVXz2Tz+DFw8pFiuneoh92Lt7Ny679DJk83lWRtI44LglnbvSeKEzlMF5ZA2HLCxOHcB9h76Igw0NbjglzagcKvjYQBXB2Q6+dfoWnKlvAfwSukFLHItklrsax0/5/DBwsgStVUNAT6LWPoNQ/Hpsyazg41c/jr0jPCC3pFlKB+7TL+h46mAHoZSFoUwWGwY2oevbyuHpMhg3jEePruCRQ2cVqoh1FJMYNSWsxwNt/NxN+7B3nGFwfHYceIEourtuQcCKytrFNUO4ndIgVuIpm20UnSTQsBfsSP6moII4iu64eOihh3Ho5ZdlhHnn7l245S1vRiqZwlKxhD/9089idX5R8WVlceJX8qX2oejjdBxcf8ONuPjii3H8xHGp/ThmvGnjRoyOjApCgl9fnNx0wvLze+zpVxESPedsj0yv6srehIlKeFArp6orFQNYifn8b9XYl7H/XjiVYAl4rmFtStwP3wN0UbfbwiKW/i05nL0wOToMydx/5MGHsL66JtNxyupI+o4HP6DWegn5cW0EWxxfVuFFZsdDSjMQjsQRyRUQTsawVl5DZbkEL0Suc0saFbzvuL/zmd80uRGX7N0rTWfuN4lUAku1Fp5+6QjmTp3GjW++BZfuuxRPPv4ULr30Mhw6eRyLy0tYXltCrVkVfjnreyLq4tEo9m7diXPHT2Hq0HHE6aJksGWAhgtTpnJMTjlls6iWbWy/7Crsvv56CaUkMunc3BReeGm/7PVd10E0EkVHalMHF8aiGNEDeOqll3FupSzNTN2zMZxJ4ump5dddo/MT/p/f/SxK5TV4dGNbCSwvrUqQ1fGpI4hEI/jQBz4sDS6emVk3c49PM1Sws4JslJNi6h6Q5jm1U56bBeVFLEs/qIx7B+8JGpaUyNpuM3ivgE3bLhQUgKDMegK9sK25YvbEU4padK6Sg8m9V85UbM5JHU1Hq/pJHAdvTuJUPvSBD2Bulm7bIBpNB5duG8ft11yIjMVaOizorDMzc3JbxSIRbJqcRDwRFa5sm5kDNH1EEyg5wEzZRs0PyPi+y4kkIyjP4/PPPYuXXnpJ7v02sVJ2G6bXxVuv3IfJQgbV4orsccP5vDRMianY/8IhnDw+h8mRCewZHxJW6Om5WSy3KhIAZTK4y6QrVEPENNCtNXH9nstx+1U3o7lShTaSRWJ8EE5Qx2qpguVyDSt0MjeB2UoHnhUVFun82ROYO/IC9MoC0pYnAdNRCStNw0+MwTbzCA+NIxwbxMp6BYlETKZrdbeIYawiHajD0toyddbWLHznh4/i8NGTyKUy0Htr+MLsaVyzZwtuunwPps+dw+zsEuLJDMqVKopryxgayKAwOIKTs8t48qXDKNvAz37wF/Frv/4/cfDFl1BZnkMyEsLy4jxC0QQyA2Po+joyuRRi0STazTby+ThGBsM4+spjuOsb/xtzU2eQSTDg2sHqygqi8Qiuvf56jIyPoOV2odOtGo8hFosgaOjIjw5ipDAGzbBkTU+YIUzd8yM89/mvSajhQ3YXz+k0w8UREUyNjlDIRdCtI+q3sSEbxyUXbcGmTYOCMKKhjEYoTrrMzyzgoft/JCiPkBWHZyYRiqfRaLdQadTh+l24q8vSuBjOZbBz6yZ03Sba7TpCsGHxmXd9aVqw9plfmJfwq0yhAMTzCCTz0EImysUVTE+dwF995Ttv6Bn/r/pJPxVW/xNh9aHvfQ1mUEM6FhY2is9wD4p3UpxqcOpNTJ88ibmp02hXSyJyNNp0eTaQKOQxsW0XhjZsQNNp4vHvfR8PPvkiGn5IRIWs4WJjRBNHnhJL1AgX/112nllsBgwFkKdTgoW/4ACgwSZ3i7oED80sbMnaYuESCqDedrFW87Fme8gVMrhiz1Zs4YKkBUX8ZFonFyOOP7IzwfHyWMzC4vIKnjrwApZWS8LZySUINPfQsNtSPPPAxlE4Fe6iRk955hW+JGuKbheibYqwyoO+8od2NA1lGJhtdFHleyc8H0OSrj/xCx/F+95+jThM2OHkxkQnDAt+doT4Xs8vrOOBhx/FgedfRKlckddM1+rZqWlsGBvCn3zm92TD4UGP45cMi9HpriPjxQ3g8//8ZTz4yNM9YVUdQqSw4vsNTQLFNlhdDAQ40GfAMRJYim/Damwr1tbWMJDPY/Xks7h2Qxd7UkCcmwkLOyOEWCwth4pyuYggC094KNVtzJdWocdaCJtFXLwxgevfcrkKFHJsGEYUU+c6+Mr3X8Yjz67BjYcxcfkOnDx1CjsGJ/DJn/0QIpqOR554Fnd9715UW11k81l8+jd+FVs2jiMRi2KlVcHXn74PJ9wiUpkc1l48g2P37Ydfc34sAIkbO+/JVCyKVFCDVyrCr1ckrZrjEGEKNzKK6Iowr4ciWG92sFhzkMrEcOdN10B3auIYjYRTsKw4XLcuThge3qJmRNIbM+NjyG3eg3/4kz9DsFZEzKQwwK4rr4d6ZtSQO93ZLHSU24cHSwqUwjcSYVUlZFcpXEsWCp18Hnyjg9vedwcuvv5GDGzcJeLs6uIiQm4bs8dewc/85l+87rWZwuoNN+7Flq07sbCyKu9HIhJDvdzA7OyyHPjMiCmHh2bbEe4RnVxug/eqK+N1LJYoQNRrFRG3eO9mB4eQHhrC0sIc7EpZXDoUosWl6yphVRWKDsH9AAAgAElEQVT5CgGi+I0ULdRhgIdyMgJ/cvRVxvYpFPKu1clYVeIVn2sJuOLzJ4xHA4OhELYO5+mRQDDo48x6E3OlNoJhNks42qMOVRRD4/GUsAPpwKYoJs53ikcGmzlKROKqw+9Rxmp74H8C0GPkANN5SN4gmzsaBbcuMjFT3M7ZeAQDMU3EGslOIB5A56hMTIVDURwJhgSpaTsN1Oh4cynGm+jEExjasAlDQ2OKScl/v+bDXZ6Gu1qH5rErTX6hBoO4Et1BiN9rx0PHrkgDokPnWCwBvVCAlsojEI3DiEag8z4LkbEakPVK2KQ9p6pC2wqsVLFK6cLggdZrodMpwXbKaLfW0aqto07+aK0OY6mJZqUDvx5CGGGQsBcIOMJnonObYhsdBBtjYQRjZIky8d6ET7FFo5uNLkbyFn20WkEEal0YDRehkIZgIYHAYA5aMg0EwyLGcpSIiy/daXSKatybnAq81rq4UzWbkwVBCcoRN5a4nF0RVAWRIAJrUxyxfrMFPmxeS3LmlGvfozPbBSc3Gg7Tvekgr6NFXiyRHWZQRgVz4QiSkbBMHFAslveTh1e6QYhN8HTUbBdzdhPTbAj5kGTRTdHtsKiyoIJkJoXU4AjMRBKIJeCHo9B5v1jENZD1S0dxANiy9/9j772jJDnL89GnQndVdQ6T487sziZpJa20CqtVDkigBNiAACOCCcY/2z8nbO7PNlwcwNgIfG1MNsk2JggMAgQIJKG8Shu0OcyGmZ08nVNVh+p7nvfrXgn7+J4r/clhDnvEjjQ93VX1fd/7Pu8TXvIad0Km+EMmomEZ3jEBl5+wzl/NHYmDiEAAIQYp6ZowVss1rq2O/UbnrBAws9mQJHkClOSDS+q1hAh1QE1N+Y6T7UgJvcj8xZf1Rf69nfQVOce7oVQCYCqWp4Cxsi5eCGWR78uQUdmFdEcAXZDhxYFVZz1WxTdTRUELC08zENQDCNJXNBnDkZkZLM8vSRMyMDqG+WwWJ5cWOqxZ7nOKDap8oJXnKgcEahKm2JHcA2kFUK625JoVK64kGKtgQu4vAQkBHB/pwTVXXYqh4TS8Rg0nTs1iz3MHkZmZw7reNDZP9iMRoXTSRKFaQsFPIj5+KWJD67DzmSfw6MP3yf4q3nW0rBGppho89fWnMNQfF/BCAEU+qzXlgU01SRcU5/CF95QA+njYQMIhmErQlB+JQKkuLBwyjcly5NCR/56DMdYUjkOAjX7Cig0k1gq8Lhx0i5VDZyal6KTCFud3/baOOu2i6VcsJHgFlgQCfCZaAsRzOMntviE/00bAiiG2aQcSm6+GafehXfWgcTDF38X6icBAvSk2VJLV3WEFdp8z9ZlVAB0Bn507n8Ls7BnEIhygh2AGIxI4p6ozXk9eK9pPW7IPL6+cwvLSaQFw6DXPTYTlQaFYFMbPajaP5eUVFAolLGdWpHbr3hN6TIr3q6ljamodtm67EOdfdDHi6QFkclXMz8xhdf4MptaPYO06phYXxa+eIPyv/frrX/L65g88+MRTajjWAZcFWC1XUM6V5froTQ+f/PjH8OjTjyk/a1+pr+gfSCuAcCwiqiyeA2vHJzCxbgr9AyPCxDeCBhzWAIaF9sw+LC19BvefKWNPfQhmwMG1kaO4ZaiF/F4DC49P4YfGuZgxQyKDpq94MEh1k4Mg9xuGqnE98dxunoRfzSISm0CjVsDm/mlcsXEa28YNTA240PwSdu0P4OCJEJo8GwINXLThcnjNojCRg6JP0PDD5xbw0N5ZxTqV5qHjx0wPXa2KN115EXacM4KyD4R5DupB1Ie3wYrElQxfIwOvKVJo1mpyznf2K7HT6IQlmVQxdKxyvva1r+Hhh34uz3yDljKGhgs2b8a73/VuFP0m/vIDfwW3UJZtgnsrX5teu+IH7wOhWORskCkZ7xw4s45KJuNiz3DdjTcI05HyY6mOOsOCrg2BnHmskVTpJICbVE4C6Hf87sWK7AUf1Rf7o7Lu73qpngVYWdNw0iCWSC0Z6B2aPYnnDh9A1VfWOiOpPgzEUypIMGig5Faw7+B+NOotyXMgqD0wMIRzztkCG1F5Lb6fuuvBIyu61ZKg3VAwIKF9vBZkxBOUdFsN8WN84slHcfzEYUyuHZezltLvZHIYk6PjiAUtVItFpFMJVNwKVqs5BCMh5LJZ2E4E52+5AEeOHMXw8CjGJ9aj5tVw9MRR0C5//5GDWM1lZM+yYIK0FaNaR7tcR3FpBeViQX4/eya3WhaFJJV5DEC1+3ux7oodaERi0jPWamUcPn0YBTRgE2ys1+kejXirgSsiUQRXsljy2pjOl1Ep1xAygaip4+BC/mWt73f+/l8jFA6gr68PfT3DKOfLyKwu4PDxA8LmHRkckj2KGR9k9vf0pJGwmSVyGo5RFRakYvgzrFV5CHcZ1ioAjt9vyrCC+3WL9V6rjprLwL0k1m24EOmeHlXD8txr0ISgw45nQK1N3+aQsoNgr26qwRzrdduxEbQ4NFcKFv43/CIj/Pf+1+/gq1/9qnhUN+o+RuI23nL7NRhLOuhJxNHydczOLcveyoGuW6siFg8jmY7LRLbh2zh8cgbPT89guexJcF7FI0DsytqQ98Gz3zRRKuaxtLwkgD0twSb6krjsvE1Ihy1wdhY1AgK+1apN1Gp1bBqZwvmjGzBkGNh3+CAe2vccDpVW4IaCqBNDaLcRizuiJBuNpfCuN7wNY5E+LB8/A2dyEAFK0UM2AkEHZiSEphXAQkPHA3tO4rG9h6DHwwiQcLIwg9k9j8NdPQHTzSEZshDuHYPRvwmxkS1IjK2BV9dQrOSxuLiAACxMjo9gNNlEsrWK3lYGERIYwnHsO7mAr379O3CbGqx4TM7cpVMn8Mrt5+G2a7ehwqF5rYE1k+sxNzePhdkZIcw1NROHZhbx/QcfQ67awKWXX4f3//nfwgzGUWUwLS0gqjUB8SV8mhYQIdplBXBq+jTiCQvjoxEsLezD3InjuOcb38TsqdOy3smovvb663DTK2+C164jk1Fe9LRzoBJo7dpJpEcHsTizhFy+AtOyMdLfj37LwaFvfx+H7nscP5xZwQO1JvRATM79RrOG/riJsYE++G4BEbOGKy/diMmxFEIhpUhRQYAm5s4sShBbueCi0gwgOX4OWnYYM7OzyOazqLgegm5VlFis20cH+7BmsEd8woO6J/sAQ8BtArNBC8vZjLBfx8bGYKWG4BoOrGgMsVgIhUwG7/2zv3xZa/yX9Yd+Baz+D8DqT77zZSlIk2FbADv6RRGOo+SLkgGLEkC/hcUzp3D88EHUax48V0O0J4p1526E2w6gShZI2MLqiRP4zvfux4GjZ8QXtd/RMUbikq4mbao6UH55DVp4sRhhSm1H8sVmTPxUuTG32qA7Fn9OmjuCkPTSEomWhTO5GrL1tkhAdly4CRM9KUkx5AbPBouTfB5Ebq2GZpDgVQur2SyeeGYvqqUS4o6JuB0U+WKp6sqUXNg6wvJR7BzxlpNiXyViEnSm9Rj/WzZhNNYnTb9KCbLnY7FuoE7glHK4NlMFgQ/933+OrZtHpDgXz2n6EzUVO0Sm6JqBY9Mz+MhH7xbAl5MeerEyZKXdaGLrBVvwgf/zhzACLCgDMMy2hMWwoWWR2Gwb+NY99+Jb/3mfYgF3AK4uuCpMnLaPHrONNY6PsOajEujBQuoirDRsuQ/heAqr089iayqPrX0G+sMhaTAoow6FIvI+3aYnjXQ0EkamUMfJpWlsuiCOVKKIjT0aLth+HZpuSZhX+4838dFPPoV90xU0zDYSE30499qt2H/oIC6a3Iy33/IaJIOUEdTxd//wKew9eBx//Md/hJtuuBrZ5TMiqT1VXcG3dj+ERm8Ujm5h1z0P4szThxHsyO27TUZXrkKZRSxoo1XIQitlEdMaiAQUqOw1W7CCuvJ+04PIVZs4U/MxODGMG3ZcCL+cQ0g3JFAskejBamFVbBfoc8P7W2hqOPfyK7H2vK341he/iGfu/xGIHTWbLhjJQ2kMGdJdMJvAIZtvtqKmyWZSeeLx0Apa9CeinQVQqLfgaiaaeguXXbENr7/rjYj2DMK06XfURqGQRyJkwzE0bLr0lS95byawevurr5MJYCHvYXJqGKtLWdRKDSwvrcBiyn3AEKllsVIT+aw0CpWqeBPTVzJIc35DQ6VMLzsVqBTpSWFgzSgKuTzyC8tyDXhwCVQi3nJKftRlU7wArHacFtko+2TG/+JHUpYACsQhEMD/mq/FKTtldC2tIeCcQ2ZVy8OanjQG4yEs5vLoiVuYL9Zwqqhkd5TFahoZ3Z5MOCkPJnvda9BOQAX0EByRIB7eOwLBbP5bZMCRBNmQvShEUMoKiN8r77NJ79BWXYKt4iEGxAQxnqCtaVhAVV4Hsl8dO4REOEa9OUzTR5ghALYjslwJm2iaKBZLcr37+nvlGnOw1A5GEfRsaFUdzWoVmnzmUOdCufDJUqsyEbuIer2GOruKeBpGXxKBNKW2ERgE7uilR9Yq2XhkO6m+XIHb7HgUnK8+twjcyfR34TdK0tw2Gzk03Bzq5Zx4WZm5Cmq5Flo5DWY1CLNOOT+ZqgTWACcMRBMWJuJR6PTf5WApQFA1gBbXLP8IAOOjWbXh5z1oZVdCdpyBJIz+NLQIgdWQeJCK9L4DrMoBQFl/NYd2JSNhXxobYQJLgunxQSLrpimyOAkCqzPQqoY2VQIVAqseWkySrpERR4a2Brfho9LyUPAaKLotFBpUFOgI2xGkEwn0p8JIxyw4Fq0VGKil5KTKSLkBiSlt6AADrFplLNeqOFFtImuGMBhaCwsM9KlioCeNnsERGJEIEImjHUoqYJU+uPTp7EjPsX7LS17jHBwQ+IxFowogJxNKPFUVyMUBBoEEkfEFGOLWQoWsj4byzz7LDuW5J/5yBN/o/8tmTLFNqSaR85DS/k4wFplqYg1AW5YXyfQ7eKkMSAUwlYGlAmhfAFb/O5hAyIOv/wKsqliqXUCh63soIKjsER2GO0FA04RlBmHQhsCxMLxuLSKjA+L13Wy0ML+0gmf37UemVIQtShQFqPK6yXs7y4bl9VAAi/IWb4oUkcAqk4SzxTKqVVdYyFzrfAbZCI4N9eHibecgmQyjWMzhyNFpHD1wChFDxzkT/RjptRG2+B4tAWtmi3WYvZvQP7Udh0+cxE8f/DZyCwvCfhKv484Aio3TQH8aU+uGJSCHMlDlJWvKUJoWPfL0dwCOrgVNzGgjGiSbNqzSccnQ1xnwZEqoHpk4HCjxTCRrn2A6B9HibUkwVhjBismrvFMV25jXS2WM8T2y9gqJtzJtVASg6gxrGgRvORzpsPBCNpsWE9miK81fbzIEKxRFOz6K9OZrEBregLZvQSf7nXeI9DlQqm0LWNAFh168OJQFRCdgp1TC7t3PYGl5XoY7fD5EYdTwxbuPf8gGWrNmEoeP7Jd9bqAvJY2hZL7wrNGojAoIOMymnQxJntnFko9sNif1G0GymZkZ+f72HVdI0MkDD/xUrt25555PTi6OHD2CyXUjuOstb5ZAylw2I2oYeo/fcuvtL3l98wceeGKnPOPdmodexrTeKWVLAqyafgNf+vSncN9DP4FGZjLZZKxLOuuHNTRBPN5U1q2Ta9fixptehTVrJ+UMoKejDgeVuRPQSx9Hzi3haydjolr6g4vyiFttVA8GkLzXxuP1cXwjuRl1LYUagVVT2SZYehQ+Waz6Kqz2ItqNZZiNVaBFFn0T1VoOnGyNhFq4YksAr7nBR6vawO49JpYrQKlWwSuvuQ1t1h8wYXAf03X8bO8yvv3gHmXNIF6lJE4o1nxbs/He19yG615xHZK9bLp70aQdV72Kw0ePyh5HBirDYmRQ0fG97e5X0lt09i4mWPN5f+yxx/CZT39apLSSLSEu5z5atSpuu/02vPK1t+P9f/x+VLNF8fPtWprwYST4zT/xcASFQkGCnvg67FsE5O2Eqb3zPe/G5TsuR7VWk+E1wUlKnGhj0SWlSi4j31/HdoTgqoR3dqyZuoOX7tp4sacqGagvBlS7/5+vxcExHaeqehs/ffYJHJg5iTRByzXrsHF8EjFa9vhtzM3NCNs23RPD+k3nIBRNIZMvodE2sO2Sy+DbTJFvKKudNus1Ew3XRTa3Kuo2+Wr5AtJRDcXnTAs08NRTT+DMwilMrV+HAgNqV1dx4YXnIrOyAr/OO89zuS7nesRy0J/ulWd3JZsTa5LTs3NyjaKBuLCtGRpJCW+1XpP7vCY9goHefiScCPS6j3KugJX5Rbn3rElpr8bU+vzqCgqrKzKoXmx7aMbD8MN25z750CzWsxoCBKS1pnhkXpLsw0SrjlOnTmPz1bcg4/n44Xf+E7FAE1G9ieczavj1Ur/+z0e+gmKpgMHBYaxZsxa1chknjh/E6FgPxkdHZH8POWH53M/u2iND37ZLwD4DW/dUgCfXBq0AqMZh3dyxrjhrA9Fi0j0VIexP1aCBdXU4ksDEui2IRmMI0qbKDMjAmfc2zKR28WRWlgD0e1V7CoNmlfyfwK/FoRw9bMUy0BP1BGvPv/vox/CBD3xQgqUabhsDCRtv+7VXYKIvAo7MpqdPIpcpwA6EZJ2QbxxLJtA72CdWgY/tncbB4yfF51uzHBRJTuKaZh1GfKDRgmM50pOy5qm5NayurKJcKuLCc8/BxrVjqGaWJW9kKpbCxMg4psbXYsOaKVgtHd6ZZXin50R5+cDJg/jevqeRYY1jK/VuwjIwZARxxyU7cO7oOrilOkJhkhhSiPYkpa/ktYok49AdG1aqF81wH/7uy/+Kn+7dj+ELdyCR7IFfWkWtMI9GdgGtah41P4i8Fkfv1FaMj42i3GCfXESGGQxVG1PDm5BIGki1s+jLTSPmZVGplbFYqeHHjz6F/adWYSeiAhQvnZrGtVs34lVXb0OrWpSzKxrj2myilM/JANBK9uDZg9P49k8fhtsOYnh8Pf7ig3djzdQWFDPLyGazstf09vbKnkV2crWYwdGTp8Fgz6m1o0jHgFPHn0PEMvCTH/0YDz3wgJBNLr9iBy64aKsMSKwIVbrsGw2xEEgmepCIp/DIs0/hZ/c/hFrZQzgclV5n/fgY1pkOGscW4Ww6D97EWhQKLuoeweE8UnETyWgY1VwG8yePAF4BtXIGGzePyrCQfSKfycxqrhN2GcDJ+SJqwSRml4sSjMbhFcMc9U4Ic24lI6SLydF+JKI2olYLEebJ6PSYV1gR9ysOIugPO7Z2CudcuA1lr45soSR7+5vf88cvdXn/Uv/3vwJW/8vt7Xqs/uib/4J0Ko6YExT/T4KdEvdDcCIUkoUmnlZ+G/v278Pi/CImxyYwMj4kko7Ts8uoeh7Wb5rCmZlpLC5k8Z3v3IdCNoeegI4R20CEjFVhntKflH55nEapUBwOoYXeTbCjC6xSXkIWAU3WiV6CjQCZBW2RIPI95usaVtwW1m1ch03jQzKVCDqOLDabcic2Px0vpUKD01IaY9exsJrDgX37EWPIBFkVmoYyU8zbZC90JMHCmlFSPPFOJSuLHq8+4DbJTuSRy8KHbFUT+VYb856PIjh970iO2g1pID7x9x9GTzwo8g0CVWyKCBKxgRPpBQycOj2Pv/7I32M5k1Ppr6pbktTwK6+4BH/4++8VhgbRkaDFgCAGhSjmCNMDf/7zx/DZL35dPt+LgdVuU8qftdo+RhwN/VYbJWsIi6lLMbe0jOTgkEguvNxJXD7awMZYExGCgPTKdBuwGbAlsnVXisCgE8FSpoRTC6cwNB7CWL+PyyYTMBIEn0zU9QH81Sd34qlDHvQgUzjrsNIhrLtsE07OzuK6i7bj7TfdgTAZyXoQ93z3PnzlP+7BRz/6t9iyaQoNtygygyfnj+D7R56GZxuINS08/m8/QG0uL8yk7uc6WxSbJnoY4EM/PbLrqnn0GA3EKf3hZIuBLm2mUrNo8FHTDPRPbcLr3vJGMeN+5AffR0w3hKEWcGyRGVRLeZGVu7qJyNAabL70CkTTSRx//nl85ytfRn5pXmTmZpNecorBo/IS+P870laJ55ZJggDllOLxGrJTXanrWK66cHVg05b1+O3feqf4vkbjvYBmSyO1srKCEP1RIyFsveT6l7xBL5ZX8ebfuAPziysirbKdAHKZLGpFD7lcRczjWaTUah4KpYqwRS3bQqNaFbYWwWJhK5k6vHpN5NfEy1h0Dq1dI4VNcSkDvamYCnxOPJcHE8F/8v5eCIcgKMnDUMYVHZbkC99TdiDSOHXsQQh48HvS+6poX7QN+rMxFIvvQ0eY4VM9PfB8A6FWEbFwAKezHuaqbFTqCFkhtNpBkQgRCKGnHP11uLBNioclZbkjeSa4KgzbQCd0qyngK4EJAq/S1HZ82ljE2QFfAtSSsTBiQVekyA4DQci08eqIReKIhyIwSeXRXQHrIqaNqG0gHFaFqq0FJVBgJZ8XJiHB30g0gKjVi4HkJBwzDq9YFqsGhjz4zRqalSp8Mg6bRbheBW7DgB9Ow+yLwk7HJB2Za1QPOjAYPCgeqx1gVZAIYgkt+PSaY69OA1K9CqCMdpv+z/x9FbRbBfiNPJpuAU2vAqOUR7NEFagGLa9DLwNG3RTf1wAD4MjajQUxFk1Ao4zUcGQowZ1SQIo2GWsqnb5dNlHP1eAXqrCYXj6QhN3fBy3M4CpLWQGQHUFgVbwveaPqaFeKaFfzEi5IyR5lx+LILRMuAoEEOuvw6QdMOwCX16oGvexC52CrUoPvKpYMGaqUleXrLrL1BooeUNOCiIYYQpXEQCqBdCyCUIh+r0yjpUUBDUOVJ63Gz8F9skxbgiJ0StdqdUy7Hg4TFAgy7CGMZDiGod6UBG3QBsKI9UCLJKDRS5AhXWSqEljls7Xp3Je8xjeP96FQKkMnW4rNbcMVwIhWJEololhNagAVlGffbdB7nIFjvwiKcpBAxrqwS8VLnT9H300CpDIzk+Ga/CErUcA2Bc6eBWg7gVgCrBKs7YRKvcBYVQFHv8jSUk6CAnB27Am6QGr3v+v+XSwJxDaEIVhdrwENDr2xCfRbFi6+cgdqYVN820qlKk6ePoPjJ0/BrTdhUsYvIK8a4HTZqvL+BChRexTrHQIz4mVa8wVkWs2XBGwlsCphbU0IYJdKRDDQn4Bj8TVbyGVLmDm5jKQTwKbJHgwmA0hFbERDcdlvFitlVAP9SI9ejpVSHT/86bcxOz2t2LqGf9YCxaekNhbB+RdsQDjsSC2mPjf3bBe5QkFCeAimU57b/TJlfzKVnJH3jA23DJE0OAKWstYiYZrAKuslgnEq6KfLMiaTk3uUYahQQqpCCI4qUFr5ktIvmg04Ge18lnh+iKWLgKFkQGtyRmi6j2QiCitgY/rMKor1JjaMpuGYbdTsJMKT29Azda2sGcOgMkAFkdFmQA5TCTZ7YQignglVk/IhJxPN8yqYPnEYi4tnEGS6E+0wWrSuqktwKcGJeCKOJr01xSaBz7EahipVlPICFzsGDnWo1hJZtN2xqeHBx5mOJ0BqwA4jm11FqZCXtcEzYd+efdh/aB92XLMdl1x8qQooDQTFc5zerK++47UveX3zB372+E4VkNkJVRLVkeuisFIQVRdBim985cu45/vfUR6EHOTK9eJ1ZC2vrC1YbxNQ4bW44qqrcOvtt0Fn+I5JP3oHxflFNDN3I2ZmcLioYyXv4eoNAWh6C62jbVj3mchnorjXGcXO2EXw/QAszUbd8mE4ITjeLFB5CsF2VoHsVFe1GgJwM5DQDvfAb9Tgey1ccX4G128wsXKqjcUS64sqLjh/O8Y27EAzmJRnNhKN4bs/eQz/8e3vw+WQ21RSZWEfAUhoLfzub7wdN975FnmmG24ATx0+iPsf+T6OHTsq15r73uDQEM477zxMTqxBmEnWQVr6dCyzOtJnntscLHz+s5/Hz+6/X0AjATY7RAqCV+Pjo/jg33wIzz3+BL76uX9BgUPaTiijVCgMtexLy5ndZTZzRiCgl98WCw7WPlPr1+Pt73yHpK27DU95UHM4wnsk76ezP5JA3xk+C1gmg5Qu018NHPj1Xz1UCQy8+HtdBiN/B3+iqWt45uA+7Ny/G3Wuf+hI0ie5xqEtCSA+KtWyvO9zJqakXmXoDwkD+UJZ1Iy6bUgfIuuSVkC6+nu1ptiEvBZSv5HowdpXQlw5ZOPewf+vhrsCOPtU5SgfbdZYwqwlgCwqM3VG8ZyU84pKP/ZidWV/wFDlnnQfrrvhFRgbGYPpcdDZsUWgn68w7ylPV3UnK5JiPoujBw/g9PGj6EmmcO1tt2LX0f344QM/El9lkou4rjiooyWVE2jjkqkprLHDyC1Mo+QDG6+8DZNr1mP/Aw8iWF3G+tEEfv+L33tZ6/vuL/wYx49Ni91MMhFHxKEdTxu33nQtRkcGlA1Jm0qfGn5w330oFXJiiWSZrvhEUjnZtWoRt3MhLigbCNbT8vcmh9F8Dg2xBSFrFRwMxtLoG1ojvp2GyPxJprAQiUQQjcTE85RAG59R2yHgyKGimOMKO5T7q+SMcM8WdiuVYCpr4l//9d/xR3/8PukFDMNG2PRx9baNuPicCVHzlHJ56G0DoWBYwojY/zAM+cwylaXPYu+ZPKLxBFK9fcI8pGqSln4EbUW10VC5LzyxxelKBm0mdmzfjpGxYVgBHfn5M6iurGKLHceN269EImCjniugkcmhQT/OpoucW0U2ADx+8hjuf34XGmFHBo+bE0lc1DeKEVjQ3Yb0yqMbN6JBglE8jlq9LrY1oURMzkL2JLTlOl2o4uPfuBfZyAjs3mHqb+GRIclnnzYmmomC25CwtH72zckoysijUMrCr1gYjA6gpyeO8ZiG1T0P4OTuxyW8N191kSnVMJutIBi2kUr1YOboMVx+7hRefeN22PWaDDmpzOvrH0CbADqHFKEYvvuzh7F/ZlGCJy0nhff/+UfRP7wWfoMAO4kwCkxkPcF7V23KarUAACAASURBVC+sYs/BwzjngvMx2BOHVs8gszqNgwf2YvrYMZTyRQlvvPTSS8TWZTW7KixXqkKEnNNoS5jhgf1H8dSuPaiUq9KP8VxgD0Y7iqimYdv4enzkM5+HPToOypjrLVcCw2WqRZC23cAjP/kBHvzxvZg/cwLnbBxHJOwIWzoaiyCby0nNMjI2idNLFTx5cAYLmapk5LCfisWTQhzi78+u0P4uh1AAiIWDSAaa6I/HMNw/gGQkKkNQ2ou4daobNFx6ycV4xU03wrBDODm3iIWVLO787T95WWv8l/WHfgWs/n8Aq309SfESoT+JAJ58+Os19KTTcJstzC4s46cPPYrn9h6QAv7cTVO4/hXXSBN09PBxkbdv3Xo+js8chh0M44lHn8ZP7n9QWH39VhApyrxAD7DWWas/JbkVuEIxUnUW+4YAmSx6m5Q+8DDnwQAIsMoFz0Q6MjNX3AZGNm3GLbfdilOH9qGZzykwtTOFpkxADhJKVfga9FrSTYSSvfjJ/ffDK2SQchgkpKNab8iEL0grAIJfIh1TjSHxXFoCiDNcW0ONF6gLrLbJRzKx4LWwWPfRNCPc4mU622pWcc76cdz94Q9xBiv+qFzo4h8uoQqcuDMY08bBw9P4u7v/EdkCjZdZdChglQDBa15zM9759jcLS8I0yDripI4sNsVUIcDw/P4D+PtPfBb5QuVsI332drPR4VtvtRA3NIxEAqhH12DO2YTs4ioGJ9dKwzkQa+P6LVFsShk49OTD0BsuIpxK0vZA01Cq11DjVMdt4+TMHPJuWSbVTCHe0mOhFa1jdNMonp8Fvvqjk6hoSszFa2fGgxg5bxIL+VVsP3cb3v3KV6PPtNAyA/j8V/4DP/jJg+Ipe/stN8IOaAjHwvj6Mw/i6cwpVBseEhUDj339PgQ9JdkW6W+HaSAsKMNELJEWUI+G53qtiF5LQ9rSEPJ1uGQK6LRapK+ViatvvgGXX3sDeoeGofl17HrwAWSPn5BiHgEVQkVmD4GK+MgYAr3DGFl/LgxbRzWbx56dO/HN//gmWs2aJEbSdsAgv7orteYAgA2A+NIpxbWEf+gBeAyYafnI+AZKZNJGQvid3347rrrsEpTLNSRTgzBMSxpWShPZwNIf7pLLb3jJezOB1df+2k3I5apI90dRqbpyfTg5LBY9RGKcHuqo1urCJCKz1rFtkUqRWcjrSnYf5Vychjc6z5cRNJEaHpD31uA1r1QQD4cFsVhZySrGD4tTAl4SHMF/RdN7xUBThT8BCjZ8IgJWwKUwNpQ0nV6l4uMkpbBiuBG8ZhABC++GRh9VA4M0RjcDWMnm0RsChhNhzORqOJ2rodYALDssIQVsFDiNlFAaepnytTt7jQgEJWCH/scEblsCgHAHED9JGZYQICVISEDCgK2TNaGhN86ClP6naijD1yI4JWwvWoIE2wiFDAELjEYLgwTs4rawBrgXsLg6vZzF8bkl1DUdO8ZHEYoEEY+EMTV2EaKBAZQpZ68wUbmKdrUK362h2SrCrZfgNQKoB2MwE7YAqyyQbYYl2Yr5qRF1kAFHx/CXflzMaA0AfpBm/kx0orVIDQbIFCkLowt+BfBL8L2SNMOo5oAqoJd0BEomjIoJzTURoJ90QINmadBtCyOhFGDFiL6rSpfAhc89mMF//NNEqwLUVspoFasI2wGkBmj63wvNiShgNWhJ+KBYAQjwqMHX64BXhV7n+2p19nNdgF0CnQpcVQMhMv0FWGUIW9VDu+JCJwO9UobvMljPg+e1JE16tVbGKhmrLRPNYBrpeBTjPQkpuOgxpQdsgMAqZfvCbBMukWKs0me1WYZfrMIsuNCq9P0uYV9+AcfrDVgpB2unhjDeM4yQnoDl9COYTMOIRhR4Y9oCPkPYHjq0LRe85DV+7dY1wqTMVzxRH/B16DvLZ7wrFeU/hekoKgld2CAq2EKBcV3JPaXhXTmsAFodywxaYEjIJHFlntUcOHIIKd9Xr9396jJWJbSoK/3vWAkIcCo/r4ADpYBV4ED3FbrAalfy331/CgBVbNPuvxOQj3UBJd2mJft/rdXEFTdcCy0VxvJKBpWqh2PHTuLMmQUB+bi/KD/XF96DOksUAHI2NbnTnHoE4mu+WAGs5ng+8+xmk89UcV5THZGQjWQijN5URMI7+WydPL0sZ+jG8TTG+kPojYaQCEVJxEbdaKOCKKzYOrhtB0888ziefnYXCkx5F5ROhTZxs6Gn+Zbz1iEej4mShYB4raI8sEVK3PFQZC1AMCiVSmFwYBCJeBxEfjMry8isLqNaKkiDqwt7jpiXLjWfY9OmxEQ0oDzmZfhNVTctApgALZYOHUCdgCLZwZYlDW4iwhCrlvja0+uVbCjWPyYtSwJkP1F6WUOxXEQ4ZKOvj/JP4NRsFsVyDalEFBEOY5vA2I1vwcjG7ahQXkg5OyxhXxKw7H51gSTeO2JMDEkTyWuTzESCBnUcP34YmaUZBaIw8KmlPNblomotsanh2aqecym0BExVtgFiAiXvUQgGVGho1DB1PDA7z4zYR5jKt5jD1xPHj6JaLotFRk9fD8YmxuVlKxXuo1wfJLd7eNtbf/Mlr28BVh97UixIuqn2lOETrM3Rs5IOsVoLP/z2PfjqN/9N9igKEpTBlkwr5MxjXat8NhkuWcfw0BDe+va3I9nXqwZU3OdyWTQWPw4L8zLEbHmc8TL8DNBOa7C+qyFXsHEcbTwUuxJHrAEE9RiaDA6l9UTuCbiFZzv1mSaqN9uKIppIwY4m0TLaiFtxCTU1vBym0k2MxGoIGy54IPX0T+Cq2/4Q7dgEDL0JK+jg+/d+G5/77D9gtVyGKc+bGr7QW/+SwRDuuuu9SG/cikQ0hkP7juAfvvIFLOdXlB9uva6smpoMoEpjYnxMhuEbNm7E+VsvkNRzstwoa6bKjODe3R+7G/t378bg8Agu3rYNx/YdxMz8GVk7gwP9+OBffRC27+OfPvy3OHDiGFypUWjhwXmgCTPuwC3WOhZGag3zS2zGaM2j6xJ49q73vBsDQ4OybrqPoUi2xe+Z8nOlPqBKTnzuTVOYn113VQmb7AwcXiz7l9O9IwX/r6zV7m6bKxZxz73fwzLVXQ69OlmIKAs1WVt8qkxV66CuPLGFbiOWaOqfHJTKGusMpIW5SgKOeM6KjfnZOl1UCGJtwM+mVDJdWyi+ut9U4LIarCswVs59MnT5mhKMyWGf8uCWAGWqIJs+4qEoXv2a12FoYFS8cRmMKbJ0sarh8FzVYgFDAbIE+j1mCNRqEoI2MjSIiQ3notqo4stf+xK+e+9/IujQwohzoTocv4GtPb3Ytn4KLRI1Wi7sgIPJq27G1HnbETUc1PPLaOQWcfmdb3pZ6/uP/vwfhTF6cnoap08cxvqJUUyMjuHWO27Hmok1AuCxPuXz8MQTT+D4sUMwUIBtNmTta75iOtNOpd2xjVDqOZ52aiiFNpUsJOUwjJM+1A04dhRDQxOwYymEwlFhGZLhpwjU9HJtYXl5WZQSosKj/UaziVqlimqpgnyhIFY5rC/IHOZzPTwyIBYpExPjWFyYx4c/8jd49OFHYNkheJUCUiEdt157CaZG+6VGC+g2HDssNSKDpYtuA7sPHMGufYfgR/vkNRm253pV2bd60ymUSxUJSCbIa1uOnME8p3gRmB/x7ne+GxvOP0fq+4meXjhuA8FDJxBvG3CXVtEql9B2XQSaPgr1Cg5PH0M4nsTg5CR2z5zEI0cPwLID2BRJYCgQQr/pYLB/EMFUGsFUUoZarPMJ2LXtIILxsJAYqGSrByzExybx6NE53PPsMWR1A8loEymniVC8D8FQXCy6sitzWJw/hSp7qf4x6GELK5kV5BaLmBgawPqRQYymw8jMHsKXv/QvODEzBycUEdUbw/oYtkXsoJzJY6wnjtfdeh2sckE84Xm/xb4hHEI0EcNCoYxv/OB+lLUAoukByTu47Y43Y3JqiwRdMSODe06R97NcEozHQVNs16yQA90rIRFqolxbxIMPPyDn5PXXXotDBw4gGo9KPyc+sF5FQHnu20ePTOOZp/di5vQ8auxdGNJs2wjbKqiuWvdQqpSQDkVx9z9/Etfc9Aq1z3AALB0Ka4A2Mosz+OZXPoMTR/ZKcG2I+5LfkoCzVCohwwY+k8Pj63B61cXOg/TRD4hiUBS9HK5KLQyUS2XxnTW1JiyzDadeQkjX0ZdKyx+qEUlwWV5ZRqvuYcO6CVx68YUYHh2D19Yxu7iCN/3Bn72sNf7L+kO/Alb/B2D1vm9+HgN9PSJRpT9mjSemzom4ShKlCfBipoBvfef72LX3AGwrjKuuvBTXXrsDISeEB3/2EEZHRnHZ9ksxd+aYNG/VWhOf/9KXsHBmEdGghZTFBGnKhWgtIPE0Io8RFl9bAalqsqhYqwQzmgwX6UhIlPSAYBcPTUpmNNQDYbz1d/8X+gYGsP/pJ5GdmYWjs0BqQWOSIZmBLaiwLZrFc+JrhQQgy1Uq2P34w8jNTIPtP31beDDRX4yeG5pIK5QUmcCqmOB3QKFqg4e9OmTabQP5tonZWgMZ1jmGOPvI5lBvVnDdVZfig+/7Q6G2s4l1bAcNhvsQm5U0Ttb0ARw6PI2PfeKTWM0XRb7J/4m/U62Kd7zjjbj9VTeInNk06JPXkgNWNb7UsRk4NTODv/7bf8LScvYssNptltkNmyxmaJKPIPpDQZi9GzDnxaDpNiKJmDD5xnqD+K07d2AqFcShXU9jz84nUcusIuGERP69XMiJMTVaQawWsmgZQH+qFw6ldodnoJst+ENp7FwqY66mCiOaxIvUrC+M2ESPSLS2bboAv/fqN2A4EMLM0hL+8sP/gHLNxWWXb8dvvu1NiIctFJsuPv3AdzBDebLXgHdkCUce2QNHsztGkS8wnhSTieFnlAWrwqnd8BDSfESDhkxzKX0qeR4G+3vw1rvehIsuv0Sm0kzJZjjIyuFjOPbE4zB5mDCxNmghqAfhxBOIjk+iErAxOrEejXYdLY9gSguf+szn8MSTTyJIxh594xgAJuxHMkjaCJMRpANhuXqA52uosBxqayi1+Hf25QYuvWwr3ve/3wsTLdQZDJUcEJiBhUI2syrewvyMV1x360vem2kFcMONV6FcoUwqDCscRLlQRK3YEDCdE2g+RqVKVaQj/L2SJunVxDeWbDWyDK0o2Y8G8ksrElLBUB8nmYBm6whFbHjFPAI+kEimsLREKRinoCzO+Jqd+AUmiXaBVZmmKysAJQ8mU0r5IvNesoHg5JRJjRIIRdmteKUxuTqgpCourQvIGIthrDcuRWBhaR4TyRBS8TCWSj5OZsoo0peK7CtLhckxPZsWJyr5m+v6hcaHjYSw2QR0NaSpoS8VdwK+Bu8XX4OLk0ywcAACxPntBpyAJbYBbNxFTk1QkyEwUliFoPtVRC0da4dHUfN88e1dLefV8MawMLuawUq1ig2JfmEXV6qzmOzrwY3bX4eoMwp3NYNWNYdWsYRmxUWjkUej7aHRDsLjECnE5zWCSDQOh+mbjo02iwt68wUNyWwS4J+f16yjbfloOU34Fv0N64y0U4MFo6aKcIaCtWtAswI0aUHQgOE1oVfbsGomAq4FzeUeqxgSPn3ygjaGQwmR7El/xSQwzUfTd+FRqsWivNFAJVuHl3OBsoeoHUC6N4lQPAUjHIFOAJMheCKT7wKr3L9ojloXSwDuz3LXZPgVgA/eEybS86Fro12nVN9Du+7CZ8gVPVarJbQrebRrJZjVurCoKvUaMtUSFt06ig0DrVAKfYk0RpO9SIWTYpUBXkcCjryOAcX4lYOlWUebjJ16GX7Jg1asw/Ba8GplzK3M477lZeSsKtZvHcWW8Q3oDfQjGuqH5kTVfRHQ24bG66Zz6GBCu2jbS17jt2wfQbWhYTFbQa5IgFyxuVhssqiUZlqJG9Sggs81ST2UhIrNRoepRzCN4E03WKrDeiK7KETPQzIlGVgl3qs8dghuEGhTgGT3vOkOSZSP6gtWAEq6zbXesdoRkKrT9AnjRD1HL/ZYlWZbfFoJyHZCq/g+COh27ACU/DaovHurNQmn2nbldsTG+0UBspLJYf/+I8iuZKH7urInoZdrhy31iwCrYqzyv+kmI5ORU3ObEoC3WiipIEIZjhJgkPGmMCHDTgCjgymE6VkZi+L0fAazx6cxlo5gw2gSg3EHyXAEsbABOxyCHY3DCEYA0xbm6eO79uPAsVnMrVZQ10Lwmpo0rfGohfO2rJXhWrFYAIFetb+2BWwjy6Qn3SNA2cjIiACr9NLmVst9rtloigdiZnVVFBCUtRdyOZQKBfEOZEvOz5EImfJs8P4I09gwELItqefkWaLHq5QburBXI46DkURE2PcSfMX7SpCEGA3BB8tGPJ6QPT2fL6JYKMO2dPSkIxI6cXomh5MnV4UlGImZSE1uwtab7kLd6ZMAoLDjCLNO4JUOW/XFwKp6pvneGXZIkIU2AhykmZg+8hxmz5xijBWCtAAS0EcFHwl7i7XQi30tZSBPH3Yy6hmYyiEfQWV+n8NkAj9kciumtMhiAwEcO3YMDz74IA7s2yug0J1vfB1uvumVaHnK6oZnnzBE26qevPMNv/GS1zd/4KePPSH3hgAp3zdDAgk25ZfzQj6g5dQjP/kxPvuVz8sAi6iXnLoEpRROLzYT/Cd3TtbQPckkXnfnGzC+bgo+GaDBsJwtrYW/QdRcETBH83xYCYM3FOaKDeOeJmq5OOZRw7zZgx9Gt6IQGoJv+qLGaGWeQqX8jLxXs8Xnp4lwNI62Hkad54luoVYrol5piv1Aw9MxweC3qQZ6gh4CoTi23fgnAAcO5QUkIzEUcyv42te+iMeffhLkePGZTEXCMvS/eft2XHTDazG47gIMDw3jL/6v9+E/H7gPXlsx8pkaTXYbAXje80JuFQ2GlgQC2HrxxXjdna9H/+AgKrSLsRy41RpOnjgh62XNmjXCLF06PYO55UWpUXPZHLbvuBTRVhv3fOZzePq5J7FIdYRuwWzRDiiItmOgUub5yXmf2n+7+xh/L58bAh53ve1tmFy3VsAZdaJQzafqrWI+jzIDI70GMsWC/Pu1U+vQ198vYIQAj9w7u772HVWCsFT51P0PHqvCNNQ0TJ86hR/8+MfQQxaqrqeGSp0nUwZz9Dhm6CvtnURarlQuJIZ4Xk32atpGKZ/uFwZzqp7j5+js692CqoMcKzsEhrt2f07tpTxHZDDDQY5kY5BNSR98tfeI4qLjO8vhj5xZ7RYzK/HqO16D88+9ANlMQQg+rTrJO4o9GQ1HJJCU14n7ET1wGUrKq8R7QbYjQ5OYJZFMJVCq5vG2d78d5XoZmtmGVS/iyokJXDTQL8oaM2ojpelImA60kTWYvOZW2Olxec5Qr2Ptur6Xtb7f9ua3Y93EWpQKyzhz4gA2TIwjYoZx7WvegjXnbBELKzJ1eQ0e+On9OHp4H2LRBgJ6Ewa9ttsqREzsnmgZ0WEyy9BNdiHlP0+gqdUiY5WWcS1EoglEY73wGD7H8YAdEmbf8eMnceToccwt5rC4sIhypSLPMAE09j6s19Wuwro4ILWuaVlyRtFqaKi/FyPDfeLtveu5nTh8YJ+oMBjeONgTw2XnbcCGkX40Snk0Gj6KVRflShmGbaPstfHUnkNg7HKT1jmajmQyIc9di3YPEb7HGkqVmvQu0jMYBiyHbMkQ8iuruO3W2/CnH/oALIfYQxj1E3OoPfIk9GINGvc4tyrDeJKGeG2WlunBWxYGbIjPgUWQsAqrWEVfOomB/n54pDCHorAiMQkLbNJmyK0jEAsjEAnJvtzgfQqFEe7rQzWUwr89vgv7szPoj1Zx8XAITiQB24kJ2Ok1CExnsdQ0UaqZAv4xcIrHxrqJQYwkwtC9ipzjjz63Fwdm5tE7PCq2UolwBD97+Od46JEnEEAQzUoJ1115Ca7fuh4zp07JoJMsZydCS7AAdh86gd2HT8JO9yHdNyQ5IhNrzsXr7rwLlhM5ixmw3iDTXs77YgFpkmf0NuqZBVh6CVaqjVMLZ+BV69i27UI8v3sPvLorv4dPGq3JrGAYbT+Ae771PezZvV8NtjwdTYN1F0QxE6ZFmEG1r44Gw7FG+vCpz3wKOy7dDhc+bOmGNRh+Ew/ffy8ef+AHsJm5UaMSoCRrTNZ3NCYAu9gYDI3j+FIZJ5arqDSIZdE3WgW0qXBSRdAp5LPwagWxQYobTXilEuoVV+rjJAOR4zFRdbJ3iIcsrBkfFi/fodExjE2sxV3v+4uXtcZ/WX/oV8Dq/wCs/vDrn8XQQJ8Es1DKUSPoQMac74unFFkRPD9zhRI+85kvolbx8IY3/BouuOhckVR+9nNfwvXXXYftOy7G0twJ6dvp2/Ljh36O/7z3h3BMBp0QbPJhE4wIagiRMSFG6sokmts0D0wBVjtSwxanS5TbdRgtnFpRnsiikIvuljvfiIuvux4ruSzKK0uoLK2gMLckJv1Mc2SIAb+qlZpIm8kGiw6Po29qkxTskYCBvT//KQ4++wyy+YIsTnrJSUKtTERFzCQGzGw2ZOrabsOlB6OE1BAwM5Bp6ZjxfAHM2AbooiEx0dI8/Podr8Tv/ObbUCpnpPgPO2GRWEu9wSKZjFpdx6HDJ/DRj/0/yBVLArSKzxrl1F4Vv/Xut6AnGcK6dRvQ1z8ioRDcNLpFGxvLpaUlfOBvPoG5OZVK2W2W5WAly4e7NdkKWgjRQACxoU2YyzeR6k0gX8jIoaU1Mnjv227CG151HUJGGMtn5nFs1y4cP7APbqWMfK2Kiudhy0WXIVup4uldOxFzNAyEIgjOVYCVVeyv2ThEI+xASwUocM6tt+H0RmH0h1CzdEyNTeJ3bn89NiR6sWfPXnzkY59Grd7A1ddejT/43fciFg1i55F9+MYzD8JNWjA8H8d+8gxKp1dg646Ys/MQe7E5O6+8TWmtyTAvshSIs/B+SvIKao06hob78XvvfQ92XLINK7kl2WhbtH+wTQRKFUw/+SRW505DD7YRNAIIGCGkxiaw0tLg9PZhcu0UGn5dDmCmLn7vvh/hU5/9vDQ5BM+6XzR3CPhNhLW2eKOOBphTqqPcaqPgGyjqAbi6JQEPfN7/7M/eh6svvwjLDFYJx+FE0yJDpDcOkxpDIo/UsePa217y3kxg9Yod21F2S0ike9HTa8shsrJYkoaMnkms/dmoswnnNWWICYNSGp6yv+D6I2AXDAWRXV5Es9qWxOZkby/awTYMx4DuuSjni9LcVMuuNO/yeqrS7jAruungiv3TYhiRFIAEW9i0GuIBSaaBBLS4ngwi+NnZJJGGw5kPZbBKKcIGWbFh+4f6halayRVQyhYwEHMQdQKYqzSxSLP6uisAAaVOtHnge5OKRVKDVQPKZ4pgu46maqg70n+SILl8CABIU2DQToBMjRasQFvYalSHhy1b/JnJGCADjKwAsmrCVhh6s4mxvgjWrumTBndhKSfA6kqZXqY+woEoanUf+WYLAQ5gKHcy8gg1PVy99Qbs2HYtNE9HLb8AP5+HX6nDbRAMJ2DZhku6DNNZo1HxMLLDDkzbghYKQ6PmN2CiJR5cLQWuBmpAuIFWpA5YBJ4bsDpp7brpquaoTRlOXTxLJfGpqsFotmHUmjCqgOEGgaZFAzrZx0C2WsDGkBUG0XexeWkyeIqqAw9eq4kKLUW8JrILZJI2odcaCJsa4rGwSL6sWAwGJ+SWLa8lwGrHS1EGQ2ILU1fBOSLbJeufQCGfM7JgGHIl6QtiCaD+dFLJXdJki2izqC6WoZGxWfeQrZQwT5lQU0M7kUJvrBfDsWHEnQR0x4HvmGgz8YbgKhmrvNlsTRoMivIQZEp82UW7VAWYquy5KGbzuD+/iMPFLOKjfdi8dgwTiTR6I73QrQR8JwmDCboBC4bpSOMvoOdl21/yGn/1FUOotwNYzrtYztLC44Xkaw4klMm/ApcEXCV7lNYQlHsReGsqD1YFYKp2Sf2dYLaSy/LZYBNiWabsqQSwefkJllL+3pXVn0VxRQmqJPt8TcVcVbJPxX5UQKm0fJ0mkM16F0SVlq0jexYgSZjtHdm++KJyzyVzVaWLQw9IkivXZ7KvD+dvvxQFwxNvrGMnTmP3c/vglVxhuwtA1WGnCvtV/F+VCqIjwpWah40+w/249zSaGvLFCgrlKgyTnogquZrAQjwWw+BgPyrlPNJxB+PDvRhbO4mDp87g6Yd2Ih3UceHGQUwNJzGQTCNmG4hGQujvT8HX6qqBs8Nw/SBOLRZwYqGGjGvhwPQCntmzFyHbwIYNIwJe05OZ21/IDqMn2YuJ9WvR10sfMwZM0ueOQyNP9jvWLPRHU1/KnohAulenLK4s4GqRHtnZnPipV8tFYX9QBteid50TEoYetIDI7dxaWdijashMdquOVDiIgd4Ixgbj6E86CHWC3WouA1PokUmP2AGkkj2YPnEap2dX0BdPYE1PVMLUZosV7Du1KL9jIm1j8OKbcM51b0G94cMJCPxxltWsQJkOu1nOW7LY1GcSb1Ra8rD5p9+/ruPIkX2YXzgF06RMVdULvk9fYWVToEB+db7Ry5b3mOcJIXdaBvE3MbWaLHgVqkgAmYxcDXNzZ7Dz8cfx/PPPy/NBYG50Yhy33XaLSFsnRqcQDnOQV0U4wmG4si147Wte95LXN3/g/kcfF9CpywyntJlrs7CSh+vVEQpoePrRR/HJz30SVQK5TIYVByIFrPD5ppqCa48KtFDAxOjwIHZcfRW2XLQNNb+NiB1DrlSHkfsHpLwDKMkAlWdyC1rYQDBjoPZvdbSWElgSq7AinrInsStyGYpGBLFgE25pJxqF5+UsIIssHonCazVkmGb4ivlacV2gHUE7QH9xWikFsG7UwmVrXBiBADZf9tsY3ngVsguHYLFhTqWxksngq//+JWhaHVNjQ1jTn0Y5k0Uw0Y/zbroTYxObxO76zW+8HYdnp2GazWRl1wAAIABJREFUtgrWsR1hIPMZqVQ4IKzDkDBRQ9jf5110Id75W+9GMpUCaGUgIT2OKLHI3qIHKBndhm0JQMx9LpfJAKUSnr73Xjzz2IM4ns2iQsVXvFdsNbJuGQVevA7YyX9KUG2H1U9Ar6e3B7/x1reid6BPhl8yJOCz2wF5po8cRSWbR9RysJhZlWesd6Afa9euRf/ggOx59AtlYKMMFVitCCNUAZpq3++Eh76Ivarsmdp4atdzePrZZ0Q5IcpBPvXCvFXWGmq4RQBU7fNsR/j8kSUvzLwmv69Y390vKQFURSVLU/bzzncERpXtXg3IX1BFiLO2YlmSDStqppaQFFRIF89/Wqe1pOaSea2o1TQwMW/duim8/tfvRKXC/AeyuJUlEKf6AYNp9RYsMyDheVbAkkDhlsx8lTUDgVvxENeAeDSGRCqBT37hU/jWd/8DAaeN69YM47yRfrRbFbR0egLXELdspGNx2OFB9G29Cpu3vwItDkmDGtaPvTxg9R//4o9UmGLbxWh/RF4/e6aIoYtvxvC5W+WaktjAj/3Iww/hyKF9cKyKMO/YP2u+UhUKGN5ByLt7pfSDYlXCHpAKTgO+TvsU2tn42LdvGs/sPyFp7bRh4ABRwG6uHT0k95u18wt9pY5wNNqppRsCXLOeIHhFMK/pkelahAmeM6s4sPsp+C0PGzdP4VU3vwLjg72YPrAbhltGo5hDzaujSgCMAF04jtMLWTx/cBpt0xF7PlqhCWjpVYXM0N+bEpstnm3EJFbJsm/7Qqjhvad9XTqVxj9/8QvoGezHoOlgYedupE6dgSF1WkVCX4NOUA2KmbsRDAhzfX52Tshcg1NrpX+0ah6C3L8Z/BmOAnYUWtBBpbCEZrYE1DwEHAfBsCMhaLSy0Xgdww6C/cN45MwZ/GjfwxjuBwbaNdl3JaSbXvuhEHJV2hvkkcm6YpEVioThWFFYjo7hmI1kmNYLQXiGg5yvocFMGK5Lz8euffvxjW/fC7faQst1YWoNvOPVV6M3lRI/dto4zi8vYXE1i5NzBSwVXJihGIbH1mBifB1KpQbe+OZ3SEYLbYW61iUEp/nsDPakhak/3J9GY+Ek5mafx8YrN6HmN5FfLSgLNUMXJSDJJgx5tINBxCJpsUH693//FpaXMsK2JyGsFaSyqA2fhBn2t7aFgBlEyLAxn13Cdddchb/7+7/HyNq18u+pkMwuz+IbX/oMKiuzsNm7NFw40bDUI6IININYZFZI0EbTCOHIXAErVQ0kvzXqnliJBGlxUqf0goNJGf1idWVe+rfeuCOq0rqnSEW8l0bQkiDRsNS2VHHXsLy4gHXrN+KCCy/Ah/7pX17WGf7L+kO/Alb/B2D1Z9/6AtLplGKnCVOMknNqf0zkCqtySMvBaFr46N2fxNz8Ml7/a7fjwovPx6OPPoWf/fQxvPWuN+Oii6dAc2BK5MLhCErlKu7++D8jR5kkg0tY4BBE1VqI6j7SgTbC3OAZEqOIl6IztJn0Rz8cTvt9H574x6jEWB4+DNjacMH5eMO73oN2MCgNzxM7d+Gyy66Emc9gZvoosvMzsAKc7OuS4tto6ggPDqFv8xbUWTiZlvzOpGNj7uRRHN2/HycP7kduYQ600GbjqLxfpXuU9yZ/9yklM+CKzx5ZdwbO1IEZWvpRDMxDW4JWdEllfe+73oKbb7wS9QobMoZEBDvMwBdNeTUDz+w6iE/806dFqq2O/U5wT8vFB9//v9GTiCKeTqMZCKA3kTjrH8bfw0ni6moWf/XRj+P4iRmZJvKeKdkYwVsWIwQ32jDYaGlBRGIplKsegq2yTJl4GJN1l0jE8bZ33IWbrrkGBj9rrYrZIwdxcNczWJg5JaD1eVdcg9mSi69++ZugJDwSNXDZxFpEah52HjqB09U6apQfs5gnq4cweNSCM9EHLcaN1MBbbr4DOzadj5999178y9e+jXKlhV+/4za8451vQtOo4e7v/TtKIR1OKoX6bBbP3fMAnCaDPxQAoAo6ylq6YCDlBQqAazaZVMuGTLFTeJ+SsRDe8667cP21O8SrhoW2xeRgwxaGakBrorq4gFO7nkNtdYWTAfRPboQWTeOJ3XvxqltuQiLmoFyhf1RTZBZHjh/Hn77/r+AJuKe86eR3crV05F/8+0azDk83kam34Jm28uClJKeSxSuuvxrv/9M/knueyawiFu+BYTFNnonNGo4dOUwUDINDg7j0ipduBUBg9fIdl6BMj7dQCOODKWiNEhYXSsKYZVFLMLFZV150XGlseKv0i2y0pDhlsR+0gwLW1coFlIuehLZR8miHaBHQRkALoJDJSWMSskPIknFRrigbj1/wxlMghsJa+YwKfNlpoNU6I9BNnyAW8fQg45pxvZpMRlmsk3RBKao0CQLQkh0NpBJxJGwHJuWxLn16WvA0DYWmjyr9uNhMM1CFB6nI79gxKBsJFgn8YpOh/KI6adIs9Am2MoxOwnjUXqSMQVpg/lCEBRpMhAKWGKALAzVIlm0djhVG03WRCttYO9ILQ2ug4pYlkZ7MgUKVLLhix4uU4Ify46VrVG8qJEEOCUPDzTuuwYYNN6JUWYGxcAytYg0VNs9NF2W/imLLFa9nKxwWe4do2JZQGjMYliGTT3aJDHsaAqw2IxUg6aEd8REI+ggF6rCEechik4MJgljKNxBkj7RaMCmxY2CVq8HwaDbIAB3q5QIqSEruq46hIDna6ouiwlabPlSeeLRR5sVkdXe5Bd+rw2CKsAEBwRn840Sj0CQoihNtnkFKHijPkFDXuLZUAa28uvl7JeoXvthItKG3yLRieJVir/L9izUA5YRN+r350AqL1OlCq1ZRKlWwUKmhSL/r1CBSkTTS4SSiNn2zInLGtC0bmgCrKsCJBg7CiOW1KRbQLrvQ8iVobkUagIV8AfuLHk5UyqhFQkgPJDAaDWEimkIy2Q/EepUHboCe4I5YRpBZb9780n2U77pxHcpeCyv5GpbyVZSr9MJTzEOeA2ye5F50hlFsrNmw8twgqMoBy1mvu85alb2s0xarn6UVj6bYmAGGPKr9jtebDH0WuWfdADqemIJ7d9QEBEbZwHKWwZNNgaJKYtoVLQsAK4ndSoHQlet3g6YEHhTWrAKYhD0oFiW6YsDRUzQC9E2OI9I3hnrLk0HFvsPTOLz/KNoeG3Y+5C/4OSugtwM8y/pXvqoCptY5UFZARbOloVhioJ+0NQLsR0JB+DxrmwyDIqMXWD81gi3nrEMkFce+w6fw8A+fRCoQwE1XrMHUeAQBzRZ/x5F0FAPplAxpl7N5scOIO0EEnQDMoI1qQ8fpuTxOzi6gXG+g3PBQqLQRjA1jaLIf/T196E+Ooh02YNLnulpFrlxDsFlTzKrUqKQuc7+eP31SQG0J0RFglEOJDnPXV6xWAoiFYhaZXAOVehCW04epDRsRjhp48smn8cADD8nAiSxV8V41PfjtCqA1EdabGE85WNObgK1r4usatkKot6solisSJDox3iehJKdmyzh0ehEh28fanhBxLpxYdXFqaRXjCUoXY7j+vX+C8XN2oJKrdDwaCRDxPrwQYiVD1bYKZCI7TfaHrqkE5aANX+wACpk5BE0O8NR9E2SCkm+eOQxEbBJUVWcDzxJZI9wf5RxQVgCOGRS/QT578/PzOHz4ME6cOIHn9+6WUJZNmzdjYHAIF27bJkoKvnqykwqvWK4K2OMZf9ttLy+86sePPKaefSmS1TrgZy4u51FzPTkjD+7Zg3/6x08gX8qizrAd1iS+rupWkV6rc5IHaK8TwsToMCbP3YwtV1wJF6Z4qzcpUJj/DuL1+1Gn9U9bQ8Q3EEi1EW7rWPpUC9pCBPMEaLUmEr6P3c4aPBrfilo0Aav4LNzsHkBvSkMbCIQkW6DZ4mCTkgkyi18IrusmiNPH8YZzTPQZTWy+6nW44Mq301gHi4f3YNePv4G506ehWy0MrelHPEXfWrLkwii2E9h8zc2YHFsnHnzv/+sPwmtxgMrzlfsgnxM1gO3ugQIfUvlCCwq/gdvf8Fq8+3d+W7y2CVbz3xHUk7qZl4tBs6wRuN9xP2jSwsfH4vQB7Pr+19Eq5ZGvV5B2UphfKOFIrYIsy3h5DWWHonzC6VncRtKwsHHjBtx852ugMeSxqYIdG60GFhazWF3JYGl+Ac1yAfRK5vv3+H4NC/3JNPoGB9E/MYqG2UK41oRn+PCMNgIN0W3Im6b9xYuJB92gqzp7Od/Hjx76GU6dnhHGqi4/94v+xcrS6ixkejZk9AWWtxps/7cv1nNKFnN2TaoBmvoiWPJi1vlZlQPJKKr0UX6qzRYSkahcfwmT4RlFwJff4e8lcKoFccsdr8HUhs2olGrqWhNg85XNE4f1Clx1EAlHOsYYyraG54AQZzprnjkDYScCx4li9969+PBf/iHWr4nhxvVr5TW9BlUCFWjNhvQvDr2pEz2Ib7wCl77yDbCjKQFxzj1n+L9fk/8f33n8Cx8UZSW9n9dvWo9QogePP7kP6Ylt2HLxVahwzTBE1TFw+MAzePKxB2D6tRf1QmIK0QkL/O/WKfIWhMPAvZK4d0tsfVhpPvrELuw6Mg8rkoJuWGpYHHAQiqUREDZj1zZHKcrEekQ3JdCT21qpWhUrFmWiQpaxhpGhXkyM9iIW0bG6eAqRcBD/L3vvHS1ZVaaNP5VO5Xxz6Htv59xNapLQ5CgKEhQlmJ0ZHXVUBrOjo9+MWcaEGFAUBUEySKbphoYmdc755li56tSpU6fObz3vPtW0rnH9PvjTz+vqBdK34jl77/d93iecduoqpFJx5DOTWP/0U9i3bRs64ykZ2JX1iigFqODYsX8Y2/YchicQgenyCkuVNmvxiIa+7g4Jc0yQMCA5LbZY9NAGbHB4BOVKTaw0aH3zPzf9BGdcdD6SuQry9z2JpF4Qli5VLVzLJF7x7JZQZtsNPy0orAaKtJVJxeScq2WKKniO5JZEFIGedniSYVQGx2CNz8DKF+AJ+WExkNZsiMTfw+/MH4IvHkXOpePBl59EvkFv9ooMMFiOVUxLmLmVqgV3OCykDapQRalXq0ndFoZf7MDmzpuFaMiPbC6PadbOLsA06mL799LLWzCTLwk4Tb/Ra89dhe5UCBMTk5jK5iUzxtIi2LR/TPzhyawOhWI4/rgTMTmVQVtHN+YtPR6pdDuSiTZV74gVm4lkVytq2QqqhQlMP3IPjPIhLL7urYi2dmJidBLjIyPo7u6SQcjw2Aimc1m5A1rjbVj7xHPY/Np25bNK6x1RBTaHm2pYwyE9Q4jDgRAi9EGtW/jCl7+MS972VpHkcw/Y+PxjuOc3P4a3XoXbzfA7F9LJNGpUonFvdLkxOJqDFkxhOGNivNgQlQ9xLBm+OD+yN8hwU3lPSyBpqYR01IdQiASHACLxlNR5Eq5r1aDBQJJBmDVDVFpU4Pb09eOm2+/6v1jR/+/8yj+A1b+61s3wqmfuv1VMiClfZcgLGZU8kGjKbhhVTGdm4AsEsGPPAdz8i9sEcL3yindg0dL5+OEPfwpDt/HB91+HRYt7UchlpfklwOLx+HHHXffimWfXS1HAzksAWtuC364j7gGCLiDmqjP7FR42zT42cBo0yn9Z4NKPjwVS3VKyZRsIJuO4/LprMHflMdKs60YdP/v5bZg9fzHeeu5q8W3Jjoxg9OAB5GZyAhqlenvQt2ghSrYb2aqBWDwB26ohGPBD83mg57LQp6fx0rPPYNtLL0njqLEpt1WCri25oCoow1WzxXuEP0wQJ7A6UndJWqYUsNxkLZW6+7F/ei/OOetkGOWKNAkE5JryGeUbKcY4eH7DRtz041skfEqAQ7dbwJ/2zjT+80ufR1d7C3KFLA6ODGPJnAEHxCDDiL5BXhSLeXz9mzdh2869KjHY8aWVBFHiVyIPUiwvsgK8ZCSb5Nvy9fgeGhLGwc2IUsIPvf96nHfWWTDKRfFznBwaxAtrnxWWS8/chQi0tOKmH/0MOb0kxVKrL4jTTzgGG7fvwYHRKQF5WPz4pXNuoB5yo3XJAMyQC42agVMWLMN1l1yO+395B+5/4hkUClW8/5p346rrL8MLu17CneufRMeSefCFIhh/dQ92/vkFhBoET4X+pMzRmdpMczZAvldS/p3yzfET5ESWEsYy3nf9e/Ced10uU1tuvPRfYWBXIMgBQEkYOJSzb17/HBKhIOYtXYpwqg133PsAegfm4OSTT4DmaaBIr0ZaVXi9yBWL+NKXv449B4bk+2xWnwo0VFIbbuJdXgumy40qGbIevwoNIlAFE//9ja/h5JOOQ6lUEJlmuqUTtpssNvreAVu3bMHkRAYrjz0Op591wRverQmsnnfJagwNT0tyZk97EgGvBzPTBRQqbI6pYGIz4aw1eteEgmoKSQk9w0j4ffsZWsY87RqyMyUY1Tpa2tKIJyMw5BDyQi9WUC6XEJdESgszTJoUBsXrUmN+AGG3CajJUBMF33BAwZbfx4I14BMpHvchsqbIWuU0Op+fUVIvNrvBiLw/kYk5smeylRhMEQloCLMBNU1UrToKloWKwUNYrRdpnh2mhwKUFEikbMDI+lAMOwHuJG1bBc0pYJUNugrY4j0T9KtwKzbpBC8YNiNWprQ74b5R9yDgMrCwvxMGPXMrBuoGGzMTDbdX7Bj4hwwqNqKyWsgOsWtIxRPQyLAoZ7Gkvx2XnPsBBCIDqAztAHLD0A1LiKQ5o4QZi0mjDXgCXmFKxaM+xEI+pDxheL0MXVKyeg5/TLcNPVWEu6UKb9SE39dA0G8iKPhkSNiTzaR0gc7YCZMVVrXATBhv1QU3vY7p1VWnFQDTv5uMbTe6/fSZZh3PJsoQAMSo11Cu1VCqVFAqV2DnXBIiFHZ5xGPRr7kQDPvgoSyPMnkyxojCyXVR4Ba9Ick4Y1tALzEp1DiQ4zcu2mXlWU2mgV23lW8cpe6UxjFAhwMQPoD2M8VJoFICmCZc1jFl1FCm/2iqH9FwArFABEEtDG8grPxVyVSTeHS+LIFmAqtVBdZWyrBLOpDPw6XnoetFjORy2Fmwsb9YQt7vQywdRVcshFnxFFqTLQgmU9ACMbh8Ubgpw7PccNVtJN558Rte49efO1cGB7mKiel8FTN5+m86LD2eXGTsOoWlsJlkPSoGKNcPk+UV41QNreTaSSCJI/ZzmKyUetP/mtYNPB9V0AjXlPLWUwClEo0290AJ23HA1aY3qtgIOAxWpwV3wqRUsMORtHdHqi8yWgcY5r5LYFWsACTk0YVyrob2liSWLU5LoNtMuYpcjR68UVT9QRwcz2JsdBr0pZRT22kU1VpT7HWy1xhwxD/iqylAnWLI8jthw8FBpAzWGg1EYyEkomE5r8nyJIueAaDz5s3CvLmzhNU8PJ7Hc89vhVYt4e2nDqA3HURmmkBeEQtmd2Cgr0OsMQr5MsKBAKJJMoM08ai36gaMahFeaGJzUK7WUCz5YCa64UnNhkFRtJDLTJStACyYSHsNhCLdiMTSqFRrGDy4FxteXIvBQ3uQSsXQ3z8LbW3twiL0BMjsUmegyzaEuRVL9qG1dTZcniDGpg5jy/YX8dqrr2Hbll2YmpyU1PigP4FYvBWxaAJtra2AuwyjPA53rYj2JBAPmIgGgkhqIQS8ZEV5MJ3VRXK7oCeOjq4UDubqeHn7YcRhIxbwwhUJQndZqEwVoE9VcfLFV2H2mRdCtz3S5CtljhPO4gCsBFoNyy0e2gyv4TUgM4b3Gv+9rBdhGUUkoz4EvQSlSNr3oCphiGpNCFNQjCCdfaZpn+EAqmQyR6gA0AKiCHr11VclMZ6gO4HA8clxOaeWLl2Kq69+F+bOm4vxsTHx86Y/7dE/TWDrisvf+YbXNx/wt4DV4lRelB28T0cOHcL3vvNNjE+Nik2T6K3oKcmEbnojNxrobGsRoM5Xt9DX3Y1ISxorTzsNibYu8WZlcnd97AFEjcdEuWMSTCzWEUy7JNxz4mYLjdEwxl0u1AjQeyzE4MYW33ysTZ8GvT4OK/s0Go0iIpGo7N9kQokCSywnGBD5uv3HERanpuGMRXEMhF3oWfYWnPSOT6G9YxY2PXQ/nvzVdxDVgGAqikBbAu5UHIHWNvjjzIVIQGvrRTQUw8YXnsdNP/kRqjVlP8J1rPY7da6robcUwuKZzj2KoEAgGsINX7gR849bIfcOhz4ETmkLJr9uKcY8ZaWsOQiY8p4sTY9jw313okE1mq+ORsnCyFAOh+sN8exWdhNqkMRhMtl8sYiGDrOBWX29OO2ad8IdSgj7s+6hItDAyOgE8rkcipkMpkeGUC3k0dLaBrf4Fgbk7IjFY0h1t8EX9cNXrQloISI5CYPlMM0Bf5lmTxDYsQvgZ2EXU65U8NDjfxYwyhMOirqDj28OwAXYdDAJBYI2QenXVVnN8+Hom1l+t5lF0fT3dYDl5u+RdNDEY5seq/w7sXsS72d60XvlrE7FEjCrVcxMz6hgvqaFgPzTxuwlS3H5le8S1RkJFn6fJjZM/Lwq4I9EFy9i4ZgMRhRb8/VQL2EUE2ih6iAdlTqTQTevvbIBP/3OV3DKsl4JHGTN4GW+BQFbjw1NY/BpXYJ3g7NPwllXfBj+cEqYbytWvDlgdd2PbxTlGK9DMBZGwxvEk2tewZwVp+GKaz6ICq3jqYoKejA5dgBPPfoALDN/5HwStYVzj5P8c+T7/gvwm7/jBDOKcqkBvz+CjZv3YfOBGbi0iAQzW0ZN7jWPFhaLBDXEVKQRDo5kGFutyqAg4I+I7JyMVDQqmDu7GyeuWo5lSxYImcXrqsFF1RPJKx438vkcatUKCpkMbr/1N8hOzIgFAgdDUs+5fXjhlS3Yuf8QAuG4sPGZL93T2YpZXW2Ihng+uqWHkbBPr1cFQRXK2LZrF8YnZmD7/CjlcvjXf/0k/vVTn4J/dAqTf3gYiQbl/6pvJ2tcFDtVQ7yEiTm4HXVKlUpC7uFeH1w1WodZYttUpb2f141URxsFMtCHx2FMZ+DxKSYkySVev4YGyRuBELyRMBoJDa+N7sR4NYOiUUC2VMa+w0NS387q60MymUaIgXYkgBRKGBodx/iksmGpW15MZzJIp6I4dsVi2Y9GZ2aQNwyxE5g7d6EMAjZv3Ya9e/dh1aoTcExvAkO7NmFmegpG3UY6lcTOwQlsOTCBhkeFkvEraGlpE5WLUavj7Vdcg5UrV0Hzx8TCkYN2soddFmQoEQ01sPEnP8DI/g1YeM0F6Jg/HzNTWWzdtBkLFswTG6S9B/ZhMjONmpDVEti4/lWkI0mx3mBOCL1jJXiT9wx9yalU9rjE1sWn+WUtjUzlcMW7r8WH//kj0oNWZqbx0B9/gWcf+SPCVP5FwxIcGwpFBDhl3WrYLkzlajDqGg5PlWGAaktT/r6pKpba9yi7Et6/HPYVCgXYtTLi0YiwVKPxJILhsAQ5C6lH8yAR8cNbryHi9yIaCmJWdw++9ovfvakz/O/1Qf8AVv/qyhYZAgJg7cO/RyDAot4rcjoJdvFqIovnFn14cEgazDvvuhcvb9ws5tbnnH0OfH4v/nj3Pejr7seHP3w9envTKOfzAphwGkyj5a3bd+Pmm29FjRpeFjsiMVEgqo+SLVjo9AERhsgwAc7HvdIjwCoPQlLMOT2gnJ3+fcxfP/HM03H6hRcinErJ4qJn6Y9/diu27jqAG7/waczp6UbE64VVqeHQ/sPIFyvI1MpoaW+DRwtIYRyJMumQMlW3TJnc9F6kGbZVw4N/uhtrn16PzlhIwreCLrq92KqR8bhkMkVwgu+vWndhqAZMWiSYSzY8O30BM2mt8ImPvh9nrj4RtbKaLkp4lVPoKN8vVkQanln7An7ys1+hWnMSMBt1CTs45ZQTcMMnPy6+s7pRwtDEGLo7OjA9PYNwMIS21g4pDHgAfeNbP8TGTduOsBp4hPCakpXBAoJFj4eTbYftIIASA70oBZIJvvIz4vsKhDR88uP/ivPOPgc1Q0c+m8F/ffXr4snG8K5oa0om54899aRMGlGh7E8Bx5WKKV41TGmlPwsLonrAhZ5jF6IaIDNSR2c4jo9d8wE88ss/4dFn18GsNfCxf/4QTr7wFNy59h5sGzuMOStXCNi07ZEXMLR2CyKesEoYpV0EbSEYh8ZCVz4nUwiVt5Aw7Rz2KH06ly+djW9/6xsIBbwo5nICYoUCUehVUxgyhw4Nymb8zFNP4pmnn8SypUvxn//1dWzfsQu/vu23+OIXPgdXw5Sgj1KlBo/P8Q7U/Pjvb34fDz/+NIIBTsRfT8dWMiyCOpys14SRQEkNT2QxPa9WsHTRHPzkRzdJKiUPAtputLR2waC3KWXdfjd27dyNNWuex9vffhnOvfCNs11Gi5N429XnYO+uMSSjUfR2tcAHn/gZzWSL4h0obB36zVICatWRSCYEfKY9QFNK6qWcI6AhGvYglymjUqwgnoyitT0lQThs4iwGAU1l4Nf8CARCmMlkpYmjR93RkrHmNiSMEEbuUpxBjyjbjVDIh2DIh2rFkNcn85j3FPeTfCGrpscCdqg/nO4KKGQrSWeTLZwIBtEei1M0joxekWvN21SxkpQcuuEUmUdX+uIvJmwLB4wSkLzpJ0XvMHGrko9A5iJTPpk8yk9Bhi+lMGRX0MbBTzadUUFnOi4+XpkCvX+Yd0S2tFdYEGwIJLhIwFyGNHCNuuRe83tj8AcbcNVLiIcMnHfcWVh+zPtQZprp5A7xg6OFRq5UwnQ9I77EJpFPVw3hAJCMBNASDSGsJZQ1AS0VbD9MTx1mu45Au4lI3BZmdMRnI6S54XcHoblC8v2oEA12n5Y0lV6TVgAuPj28NQ9cpgfsCO26AlabhX23FnZ0f2SrViRQiTKnCkPTqrpIn31lNwK2FzEPGeyUSdqwfQ24aF+gBaSgV+icCHUV85RAiHjAEmtVza1YENQL6rWlWZZELsCmFzMHG2SVEkylAoGSOTZSdbhLGaBagc3T2YQfAAAgAElEQVT3VDNQYOPiD8Id6xc5WkgLCWuDzFlJG6Jft8TOKvuaI/6q9ZoEFNl6DS564bGALmcxUshjd86FAwUdWZ8HoWQYrbEwOqMJpKNxkY/7Iwn4fBHYlPGRhFu30feRa99w/UXGKoto7svZkoGJDAccTOpV6gmeRdzfmyAG16SCTJVlTP0odn2TQXREcu2QkqSxQgN+rxvhgCZFJweSBEI5YOClIiChgFV5ZpUK77jzNWXXAoiKx6oj+xdZufJdFXbrETarel7xXhYqLD3zCKYypV6BqrQM4dk2M1YQf/gl8yLoaNGg1y1M0GZjxkTO5UPW1gRsaUgYJu0fTDVwI6jssFN5TogfLYFdeoPLa77ux8nXK4gVgC4y/uXLFiMU8OHQgX1y74WCEUQiQbS1JdHRmUSD/n+eCGruNOrjo5irTWJBVwIHDuZx8NAE5sxpwaLFnfAFVUgewT2GcjJ0zvZTggkUc3mUp4syOJAgvZoLU0Yd+sBxqCXa4C/pCAXc+MPhGaRa5uK9S+ZgfHoCTz33DLavfRqD+/aLpL2lvQsaveHCcaTbutE1axZaIi60JzVEk1UUa37s3JHCsae8DS2dQ7jrzv/Bkw88hZnRjKh6Zs+bg1hLKzK5Anpm9WJweAzZmSoCoTa0pOcjGoyhbkzBLA0i5isiFiqhI9RARyqNnq4UbLcPu3aNwdWooK83joXzF+DFreNY88p+LOtPobPFjaLbD9t0Q8970D93EVpXnQSXPyUBoGzI+dOsU5qD6WKF97xb9tvMdMaxDKEvbQGBkIV0MopULCj3KUPZyArPVHQZWKtgRBVqIx6SMlBTg1C5nqGQBLmwVtyw/gU88cQT2L9vn0jIKRWvlMsIRMK49NJLceEF5zmgQVb2f7KOOHhrnnlHlDMArrv2zYVX/fnZdUcYq01LDH4nlUxJEqA5VMyMj+P73/0WZvLTyJULYtHScOTVmtsW8sLcnh7kzRr0QgmpZFLS3f2JBJYfuwrHrDpB1Ez5/fcgVXsUHn9dBnFW2USoBYh7vZi6BagPBjApwCoVOG6ETR1RBLE1vBKPta5EozYNq/waAp4CLKss6hMO/wloM0xMBQ2qfeLoumBZTwjH9sbRNXshVl/9FbR0zsXE1i1Y85vvwW0VEZrbjejCAdQDIfj8ETX09QC67UU0EEZmdAw/+N73MTmZU2epA6wKYNMMqqPcnmcZ7T+E4GejZtUwf8EC3PBfX1GMdud9iR887wvxAFVy9AbrY9NSSeiGju0vvIBNmzdi/9gggrYHSV8I45kZZPh7jg0S97Qwh2uRCDpTMaSmM+iY1YHl774GpidG+hkMv43hsTKGhoYwOjSKOsEqQ0dhZlqCZZLpNmFH8/5jiF2yJYlYOiw1J/dz4f5z/5JgQh5mVCqQlKJAtiawT4R9bGwcjzz6MHTWUuEAGnpN3SdNYE4KJEft5ezlr18rR2PA3qUJnjqDOPXFOSG/R/3d696tapD119deDbrJBlbhwQyj1HNF2DV6vpNVTuM3uYryEs3T6/IPfghz581DPleCjzZg/J9jJk7gld8JAfFUIi3AHa1SCBjKPUcg0gFZZW9xbEUYcLbl1Zfw+J2/xIqeOMZmhqU2S0djiNBXOuAVtioXl+GLYf7p78D8E8+HT4uIj35/f/wNn998wAs//RyMmg1vOIKCaWLD5h1Yt34rzr30Knzyxi+iXFXBnz6PjXolg0cf/hOq+swR797/G2BV+ZkrSxhb6lj2fGFs2roXmw8V4IukJTCI6h6xleE5ZKnAyuaZznORZ6Wul2WPDPkjyExPo68niYvPPxVz5zC4qkeUSpnpSTTq9LlUvy9kAocxyEHI1o3b8R9f+T8wKxa621ugBYOS7bL/0KAMBnkvM19joK8X/d3tEgrpsesCtLL25rUU31mNlgE29h88iP2HxjCWzSPo03DZWy/FjZ//AkKjUyje9wx89bzs53wPomgk0cnvFxsDfi7W4mQN874ge196Z96boowJSP1M8L9S0eEOu+DTa6hlckIg8LLnoR8sQUJaFwWjUssi4cf+8jgOlyZgBVw4PDaJw2PjOP/8C7BgzgCKuRnUZqYEh3D5gijqNRwYHsW+g4exfyyHCVrwmBXM7ulGf28PcqWCnMWXXnk9Vq5cKZ9jy6ZN2L93H/oH+rBj3RPYt+l59R15vOIvv3ski6GcKWx2nl0EFTlITqdbsHjxIqTTnUi39GDlMadCC8YxNjGDXKGE0nQWkXgEy5cMYOSxB5Af34HOM5ehJIGhGkYGh4TtmUglkS/mMUXvUtuFylQOtWwRi/pmi/8v2aXVqi61ViwcRyQchlGpoFotSzaCXjcxVa7hwFge6a4BnHHuhejs7EG4NoZnH78P00N7JPeGKkVapzCAumqaYgtX0C1M5WuYyFQxni3B5QsJlsXXanozq7pS1Q9NMgEHaPydYmYGiXhM/IHZ86RbW6WnzGRySEbjaG1NwDbLCIDh3hHMn9WHL/7i929qjf+9PugfwOpfXdkmsLr+sT9JSmozYbLp90YPCjYvDz/2JMYmc9i4eRtmsjlhUw4MzEUmm8HQ8DBWLFuGD37gGqSSYeilIiyRYtOkPYhy1cT3fvAjHB4cFRqXzA6cg00mgbDQSlsABmQwH9tL70IGAFFG7kKt0WAoJW3vka3WMGfRQlx46aXo6utXi4FsOp8PP//l7bj34Sfw7ne/U3xcWhNxHDhwGL++7XbsOziIol7Exz72UQz09QkLghtCOBqUCTTTCimVZ1KkZRoCet3ys59hePchtIT8iLuBFEExORjqkkhel+Rcj/hQHa5BAqxsm0xRS2Q/LCI5Vfv4v7wPZ65eJcAqf8jAaxbvqpAhrqLh0Seexc9/9Vsn1Vl5uJpmFZdcfD4+eP01kl5Jre62vbvR2ZJELltAIBhEV2eXUNcJsvz3d36MTVu2H2mgCRKRMcLmUxG6CJgrUILvgcUlgW4pumyyMH3OlJ84qSHA+vuuvw6nnHEaZrIZPHTvfXhp7Ysoy3fmw6rTTsSe3XsxNTwFl8FCm3JivxSiklhKPxXUQQjU9AJtS/rQiHrh8tkIurw475TV2PjAi3j51Y1yT3zg4x9CYiCFtTvXI2NU0NE/gHS0Fa/e8zTGX9yNiBaBIYEQKvGQDAClVFaAqkj6HB+mZiPG5ui/vn4Djjt2hRxilIFwSlgpK7AzFI5h3XMvolAsQwsEcPPPbpbPesONN2D/nj1IJ2K4+p2Xw6gUBZyixJDNAQ/iQDiCX916O37681/DH6APEEEDlWTaZKvyfZlWTRpcgpTs17nJ65UyrrvmKnziY/+CYiEjTLxsNoeOzlnCjGLgguZz4fChIfzgBz/FOeddgM9+/o2bZhNYvfK6t2J0MIs6fcA6WxAJRVGrFJDNlgSAIaDJw4RsdV6xJA/KfAGVclUOMzIgtIAfgRCL0ooYkdNH1e1uoKurTbw8BTw3yGbNomaYiMdTYmtRIpvvKCuAo7cgxVQl4MO7U3kHBTmR9vtQLlZkashrzAKHLCBK6wv0QmaQgfgkqpADRZRg88QwF5+EhpDdmGICN5/LMFQSPQFkFtwiXaZUn6/7epq5em8CjzuSWWd9sntrgkQsTh02B5/H54BCKhVTpc6ymJSGwKqhI+5CPN2F0UkdZo1MOBY44rgv1NSGJPEqaTSPfz4+6Cc7kynDQfiCFQTDDSRCGro0H85Z/XGEE4uRmRiBXp5C0ciiVMwgX5tGxdJhusnaNlSwlsai0YLmiiDgc4ssiLbwpl2Fu8dAusdGOgFE/H7E/D6EOQxz++Hn52MgEJkjbu5rDPNzwWVpDhPUBa9FVgkBQcr2PHAxGcvxwu7WQo6/HENgKiLX4vdPNmDdqApIGzI90OBDgEFkKp5GeUcRwKMfnUoMFH9DApl2w0QNZdTZuHmJrdrwmBbcnHbVeeawaOL7DcANNpxBeTwfR7uUpievPFfdgIv3JeVEBBlqDegcnQUicId7EAxH5ExgSnaTOUvvZnmbwlaqwWYBztAR+pHbVaBqwkUwQ88gp2cxTt9WM4Qxw0KOgyy/FxHNixaCqsEYQvRVpaqDTAnaUYjPuI15n/rMG66/3nvBfPFKpSVJoWxiYrqMXNFQw0yR37qP7JECGDLgT6TJjvRZGm8V6NMEX6WBdVgwyhaAFj4KOA044GqYVhP0I3ek+1zHgj03k6rl+1fSzSYYxGGbPIanp/plxV6l3Y4UwEqypUBa9buKMaNAMGGsSiK7kkUTFNPLVRQzZSR8Xixb1IpA1Ea+Ukc2X8bBgo6Jmltkd2SbclhJYIQDL8q95b01mbdO+KDEczmsVgm9Y+CM5sfI6Lh4unW2t2PenD7UqmVMZbMC6IudiV1Hd3crenvb4dO8KNTccPt7EK9Z6Krtx4qBCLL5KqYnSmjvjCDR4kMo7IHtC8Ef6YTVcMMyy/DadXhtD0rFKrLFjFJIwAU9Wxa7h9Zlb0HLvJNRqMxgJJPBT17dhRltNk6KaJh56T4c3LcNtVwZc+bMxbKVxyPd2Qe94cdUgT7HLtR5r+pVRDwezOr3IdGWxLp1U3jm2QZaWquIRfIwSiPQ3BnAfQinnHoOLrr4asyZu0jOgZGJEdz/wD34+c9/Dqtoo7VjAP5gAsV8FZWSjnQyjNmdLgn2m90GLO9Lwqp6sW90QqSQac2Fcg14+RA9NoFFnRFUykWEUm1wJXrhjUSRGpgDnxWAWdcF9GiG8QhgIvccA0t4A1uKwdy8hpT58kkbEIWFDAbdXjVYIzPQGfALI1908Q6oKkNQAgpK9s+aYueOHVi3bh02vPiigLes3ajgoj3Nscceg0ve/nYsWbIIerkkHvUMS5XgRQ4ojxpWNIEk3uuXv+Ndb3h98wGPrFnrBHCoALfm4LiaqyCbzUu9Xcpm8d1v/TdGJoagWwYs+tyKDbUb7kYdMc2HRDiEyQqbyrr4xfJ75HCOYMAJJ5+Et771chgjzyJeeQgebwWuSAh6roR4OxBxeTFzqwfmAQ2TVGtxL25oiLpo5aV8btdGVmBt23HwmYcAfTv08ogAK2gwYNCx+HBYi7LXOL6cHJgnIw2sXtKOga4unHPZV9DWd4zUkHff+UN43QYWnHQcxqsFFTRrNuCqUTVCW6aw1F9GvoBf/PBnODw4It8/n5M/JBCI+Ycc/Aol4vUU+xJlQCtZEZ/+6mexdMVyCaCRsBNKz505kQDv3OtZU5PpTxsiEhoqOkbHx2Hays4s7vHhpefX44k1T0sOhATHut1IhYJIRyOY256Ee2gEnYvnY86ll8NoROEydVQ1C0OjJRzYf0AktjaDnMicFvaViWgkKp+TWQH0Ppzd24NEwg8r7EONahkZbCqJLRVEdk3ZWDT38OY/PQENu3btxpPPPIEG65WgAlYZetQcBhxh9v7VnapA8P9/YJUFEnuP5g/BTnW//iWw2jx/BOyQeSkHtw0ZUjZ0Q3pAxYJtesVyCMUcEBPdPT1476duEMIHX4/BVNzPBXTlc8h5qlQVkrVBFRBrGWGoM7hKDY1ZX5J9zgeSVNDd040tr76MDY/di4iRwc59u2B5PEh1dKIlnUTI40La70UsGoG/dRZSc1ZgxgAqegWlQhY/+P5/van1/di3P4VgNIWK7cb6TZuxcdcBTE4buOSKq/Dvn/8sKjVl3UIVQLU0hUcfuhvZ7JgauDWtUBzrHQlEcX6O3nuUkoTAKoFketrSYzaEVzfvwit7phFN9SCSaFN2F1wjLrIwleqPZ5v0trYleyD7ZI3M0FIFllHCu668ANe+6wLkcyPCRgyFQzB0XfoxkkYIWHq9vCebPZqGSDSF++55CP/zg5uhFxlZpGy2qDwgo5QMx7ZoFH293YhFGGfEkD63kIz4nJo/ICGtVGCyticRoKib2LXvkPjfL5y9CJ+68Ua0ZiuoPbQWHpfyEaWnKQNvU2laHyhCgNgjOOom5jvQl5fkFnrn0i6DIUv8nkNaEKZeRWZqWNisZJSz6InEYggw6JRWAHLm+GBTidUWx/7yJDYc2IZ8Q8fw2DhmzZmDM1afJntmZnwMPqMIH+0qkmlYbi+mckWMTkxjx+AE9o6MYXR6SkIhO9taRVl8zfvfj9PPukjKYyoEx0aGZdCXTqWw7uG7MLztJbTEw9ANE3rNwpZDM3hp12HxLQ8ESTpoYNnSxRgeGkRXVxcWzF+ErTv2IpXqxnGrTsesvvmiAp6ZmUI5n0FvZwKtLgPJGICED8MCBHNYqWHDhhexb/8+nHjqyQhEQsjlSziwfResXAlz2jrgos0CS2chQ3AYr4m6RwVwltFw1VE2a5gsmxgvWJgu1ZHJV9DZ1o3j5wXgaZThR11UfgS0U20taPgUszxTrGDnvkFkyxZGp0vI5kuyP8Tj8SM2KCprRtW36l5UuR4E2MUT2LFn5HZF31YyZQk+E+ciWSgUpF2BjZaIH7NSMfR1tONrt93/ptb43+uD/gGs/g1gdc0Df5BJI4szmdwwAVRYRJaATb/53V14/Ol1YiRNfzCRVrJAtxrifXjWmafh3VddhmDAg6pMAgyZBAnQ4NHwi1//Fs89/wrcpKM2fTYcaSIXWdCuopUHlqcOzU3vFze8nDZ6vKhYQMF2Y8YwULKAq6+9CieedBICTjAVC0YGQt3y69/j/keewtzZs/EvH/4Q+mb1YGxyEn+670Gsff4lnHTCcfjQhz+IbGYaeqWEdDKGQIg2APw8jmTH40aFi91u4ODBg/jxj34OS9cR87jREtAQd9nws8G3TSma2IDlasDBWgNlhizQN5Hee5JeSRzUg49+5HqcfaZirHJBszg/utgReZQWxAMPP4Ff33aHHBASoSE0IwPXXHUpLj7rLcIy1VIpbB8cRMDrBSerbAx4nbhp6OUKvvmdH2L7zj2vA6sOs4/NiEfYqi4Hz6GJuYignfeq0t/JtOBhyYmWTLBNxabpXzofK1edgLNPOw2P3vsQnnriGbh8bsw/dhn27tqD8lgGqLElVpJS/mFzYYuWlDxeFwxXHdH+FmgdMXjD9GRsoCPZgrFXD2P80LAY959z7aVwJT0Ynx5G3Wsj2dmFhDeJDXc8jsqeCZElkHFE0JKbnwQTNChlVwnyzUCKpjk+N9ETTjgBN333yzCqZejlghihE+QsV/j7HsSTbXj44cewbeduvOPyK3Dbb3+Lp558Et39s+D3AJ//93/DnP5e8fVl06XrdRWw5PWK2ftjj6/BV7/xTfEmYpOipO0KUFAsAXoEm2LSLXeMFJwKTPzS5z+Ds884DXVTl8aMni8MJ8vkS4hGw7BtEzMzOXz2s1+VQ3L7jt1veG8msHrJpeeLYf3UTB6ecABtrTHEfEBusoSZTFE8RumDI6ElXE9RlbpJwEJZeAC+oF8SNu1GWaw/DAFk6xiYMwt+JnmWsnJNaRFASwCvPyCFbCablybnf2eskoPA9c5mxyfrjnLwcNAvgwNhdsrwhOxPMlc1VEpFlCq68shyqSRZYZU40mZZW02wxvG9ldCWZoMk0jzVnCtZ1P8GrCpwSNh3jjcQD1lh4ClbVrmuqslyfLpYPFA6RHCIYVKVEoKaD709SWQKBsYzTN7lcMaAx2uLDxgLDRJ4GCpCIJbPzcKAknwNfsHxGp4agmEXIpofvloVpyw/DQPHvg/jegCF4hDK5Uno+gysRgY+TxWatwrNVZfBhd+jQTcJhFPqTN8xskCVL5UvXUZHZw3daSBOYDVIcNWLoMcHL5mj/CyUNHn4maTlgW2r9cYvwM1xCZmW1DAyzE/0lqo07vKRLar8vjgwMLlnWjWYEijF4DM3wmSWSuvD5laFkcnjhTV4lFexhGfRN9lAsVFAuVFF3UO2Gf1eG/DwDwETeii6PMJiYFiYn89vMe9MUGLnn3yNGux6DXaVrHoy1+qSvm66Q3AHEvBGWuAPR+EN0lOVNhheJRWWVCfuybQVMCWkCkZVmEGwyiKndOn8Zw4ls4TpWhUZd0AGbnlaPlD6RO/FUAxBfwRuW0naAz6/sC1DHjcCHg9aP/5vb3iNv+/CBTIYZSgbmS0zeUNCaIqVmmN/wWRzJQsVtrd4q6rhmpJ9Km8x/j0/pzTBTlBj880o/qZqjhmQFNa8CAdYmFJG10xLV02rXExnTTaZ33J7E0ClnNBNdqsKDlKAqwO2kgkhQIj6u7/441EAp4CqBMUcVqms94YLRsVGzO3FQG8IHp+Oom6J7cb+fAXDZUuYDRbVDRwqOjZ9QsxyUt4VC169NvctflqefWy8ufcUywYODY5Ar1TR0dkmgwrTKMGEF5WqKYGG/D4WLhzA7NndEmg3OZXD+GQOA4lWLOvwYlYL1TF+hDQGJrJxAyqGDX96EToWngnLn0Z+YjfyB15EYXAHSpmc7KO+UFQaAC7HXNmAcbCAgTlnYva178S+vI6b77gXjw6WEAz6MefwGkRNA8G2WTjp9NUIhaOYzhfh9odEOl8oVVEp1FHMmihM+qDnJ2DVdyCdqiCRXIZQMC5WF5YVxbZNNQwNZ9AzK4f3vm81VhwzR0m5bS+++71v4/FHH4bHYjBkSUj9/f0DOHX1mThmxel48plprHniNrRqo1g1O4ZVixdgeCyD/SNjYm1AG4XJQgn7pwroSSWxMOlDMBpHoHs2CuEwAqEwWkMxeNmI+ZvWD7QwcoB1XicZbnMfJqvqdbsIuactWjMBVashzSVBa4ZesqaUe9uRPquEcsWkJAOLe9bevXvx/HPP4bVXXkWGQUUuWtawyQoKs/Gss87CihUrEKXneIUBglRAReR9iGTZsZpRAwa1glhf8V6/+KJL3/D65gMefubZI8Bq019Y2GN5HZlsTtZKXdfx/W9/E9t2bUVHXyfyMxnJOeB74Hv3e9ww9ArEDZFsMH6HZGN6NfEZ5Lo67+LLcMr8JBpDv0UkWoQd1GCZOiIpjqrcyP1GQ+2gF5Osb2QQVkfY8oAkPouqHNvCptix2BBuQ6m2H7p+AG6b4Yc+OYMZrqMGNGpgIidtU8bstnHy/AiW9sSx+pLPYfYxZyNrFLBlcBNqtZIM5EwOs+SUUQBNgN7nHFD6PCLd/eOvbse2bbscpYzjNenUBrKvOa95JBBXhjU+FAsFXHD5xbj0incwsUu9Nyr3nGFSicnRIktWLH0qwFgvF0t58eBz25b8/6AWxMTQBO6/604UjZqoAQistkfD6E4mcOysNpi5IpIrViB8zAkwTB/cdRN1LzA9VRQw/+CBg0L4kMRzvh49yENRqdPITk0EAljY3YPWuIZGZxwVckctx/fdNiUk0jaVNPxodZwMsQIEQzbghZc3wCshOwFYZYOmmVL7HanTHEuYo2/W12s4FT56RJxwNIgnnvliovI3gdXmNW8Cq/yuRSXJx9HCRa9J8C2BbQnhknA5R8lH64ZgAJdedhlmH3MypifHEeDgiwo2j0/JtusNCa6hl3oTPG/aA/C8JwjFWpsgG+tLAlLJeEKG9e0dXdj46it49E9/QMylK+KJz49Fx58o/u97tm9FaWoMlmHAdGso0ye/TNssSuMJuCsCzRv9efA7n4XR8OGFLduxe3iEo3GMjJdw5tln49Of+RSrZLWWzSKM4iT27tqIcjn7F1YAzWGLMJf/N2BVfOm5f5NPWj9iBbBl236seXUfwsketHXMlqAv1gGkWnlsL3S9AkMvC8OQeRzspWjRwNcpFLJYuWwePvT+KxHyM1PAQpVMTjIiW1rQ0tYu9hokQJAYIQMwCdD0oSaB2CX84pbf4rl1L0tYFmvLCq9NqSD9c09LCqlkHEEqZNxU/0kMo9SnJC9V2KsCCEdjwuwWEpHbC7NSRjFTwidu+AwWuILA4y/A5bVR0XVZ66l0WgB1ZQes1jM9PclIJwjM/sJDWb9PgxYNS5gqJfLCdud6K+ZRyGdRmMmIOi3Z0gZ/OASTQLdHWfqQxeSKhzFYL+CZHa9isDQlPcWKFUuRikWkDqpVdATd7HvCCEVjYjfIcD+SUkZmipgoV7B+41ZMTOUlsOuMs1bj0/9+I/zBqJC8ZjLTyGWzSCZSwkDdtPYR7H35acQ0nok+6HUP7nhsPV7ZeVhqGb1awbw5s/HBD7xfbBDvuOMODPT3CU7z0sub0dbei8uveDd6evuxb89WxCJBDPR3oSMRRiTswfDkMLbs2iFna19vD7Zt24bbfncbzr/oAvT0zpLz5PCuvZg4cAhdSdrOqaBLKj5dJFHQMo+2eNUqKnpJZfrULYwVKoKlSE7ARBannXwqehIFUeSQ7e+BX7CRycwUwu196O4dQEU3sWnbHmzZdRCjU1mUyroonwiaq7Pl9f2vuX9wzTdZ/Kwl21tbZO8gsWhyakqA17a2NhlS5bIZuQ9baOHVnkRXKiLqw2/f8eQbXd5/17//D2D1bwCr6x66DVPTE3IzdnR2SAFKZikXhD8cwy2/uh2PPrFWAp/InhA/TvEFJPOlhuuvvxoXn3+mbL5Ml6OXJw8pMkmZ9vr4k2tw932PiJGxSDWarvCS6MyNso42VwMdWoPLRxoaJmfTzyRTrWOyaiNXbwjY9e+f+SRiCZqauxAg66uuS1DCT3/1Ozz8xDoBXy656EK88x2XiTw+ky3iJz/9GVafvhpnnrUaoxMjGBsfwUB/LwJ+TQpOFhQEiYSXQ3N3mfQC3//RL7Ft23ZhbgbqBnrDPqS8XKw0l+aO7EXGsHHIbKCCgJIjc7InRbsLmtuFf/rANTj37JNlyiX+sMHgkUKyeTkIrN5z/5/x29vvkjAWTgbDPhfmtoVxxqpl6IjS2NpCavZcadI9kTbxSmPxQtk1z1Ey+b713Zuwb/9h1SxLAI+j4aDXKS+FyMKaXmWqB2YzwM2EDBs2lcLIrbOYIXSipqRm2INlJx2Pt593Ppb3z8fvfvk7PLP+OZxw0dl46YUNKA5NwEOvNocF1LQU4HfJ24XvxfDUEelrQagnBQdTdLEAACAASURBVCuggOMQk/zGK5jYeQj9ixag7eTFyNsl8T60vBbae/rgygMv3vEEgjkyYL0iVycllk0QPZGIXXKT5h/VEPP1nMm2aeLKK6/Ex//pPSiX8/C6G9D8PvFUJO3N7aaMoQ1/uOtPeOSxJ/Bvn/wU7r7jj3ju2bXCkj5uxWL8xxdvEOCjDrK3NdSqljTFEqDi9eLV17bjk5/5rNznlLtxQ1ZEDGXUrfz6CKz6JASBTRcB6GQqgf/++lewaP4cCROhpynZtLQCyBaKCIeDYu49MTGDz3/hP7F77wHkcoU3vEETWD391FMRSUZRMIBCzUQ4XMf87jYYWRPDw+PCqmBTwPAEAdcpYbeAElPOGy74mdKuKU+yeCKAQraCcl6HZRlYsHCO+PYwZVFj+hGB7irZiXXxRJ6ezpLU978Dq3J/qYKZBQVBtVgyjFg0LB4+9I4TiZc0YUAkGhLJZS6XF/Yj1y79cIStLAWbur8FBOV9xyRVNlNUb0sVzwAJ5QEp+XLCsnTop6+3AY4JY7NzcBoFeW5HHiz3NBk6iqHMp5RgC2lG2FwrD87+nm7xW6KVSq1RR4PgutsHF6XwfH2XTz6PApqY1K6am5g3JCBNyN+AWdcEnKQVidfnwqyYieUXfAnT4aXIF4dR0bOw6yVEfXUkgwaiyMJvFBFoECQNwvTmkad/b4ZAG1AnAxQawlodPa06ZqUsJIMa4iEfEkGCum7YNEbm3uowNuU902POHVSNqTB4+YfTby/cBFVN7pmWrOsub0DJ9vid8a/sKsyGAYs2J3UP/LZfJH+y19GZzKa/KOAiC6np10DAwzJhNxgoQssEAxm9jkythGy9jAoB44oBTx0IuX2o81jS3IjGgmiJhxD3A1rNDZ8ZgNtFVijbNp4/Nblv61WGqFAuSYsXDbYvDi2UhhblP8NAkCm/BFZVgJYgLtTr89oyfppSNTb53CtrOdKE4KpWBGQ1YaBgN5B3u5GHGwUXgQs2ynX43Sy6A5L0yn0yFooiRtYMGQD04fvnj7zhNS7AKuWkTNc1LOTLtAQwUajURfHBfYk/TWY/9y2VEK9sVAi0Nhmryn/VAVcdUKgppRJpK089Mn08BFc9CNNjOMAhClmlaq+XYDExcFAsKhlSHHku6eHhI3jqsFTFw9kBUvncys/NSSQn8OHYARzNVhVGmQBZ9Ctm0F8A7XEbYR+/Bx25cgXZmg+HiwZm6l6YDYLrHDDyfHacXR1ApylP5PskAEYAg8/dtAngeZgrmZiczogctzWdFIDeZZsICRhMpmkNvd1t4pva1hIRb3GfVYNlFpAOR9AW9yMUIBjoFyYLverU2ggh0v8WeLpPEn85jdK46SHMDL6GqX2vIDtyQGx1/OEkgskwNJcH2XWbEYjH8JavfRWNzhPxvVt+jbtf24NI7wKcYO5GYXAvSqYLi5Yuw8I588SmwK4r65NSzY2hoheTgxkM7T2AWnEY/b1+XPq2t+AtbzkD23ZuxHPPPwe3O4q9B6p4cX0erUk/PvTh05FqqSMWDqOmm3js8Tvx7DP3AboXs/r6ceb55+KEUy+CbqXx5JrXcM/v16NS2oRYOAOfS0fMZ0Fj4IZRQ8GwEaLHncuGFk8g7NfQHfZiaUc72jpnw5o7F7F0AprXgleLqqFT02bHYR46cabKN9GR70vADVnOrBPq9K8myGQJcCasa/HaVIAegTky1Hi9yQLiNd9/4BCeXbMGr7zyCjJT03Iv8x6gE8jcuXNx3nnn4fjjj5cajoNceizznvf76XGrbJeag2WupyOoqvN3XDsXXXTJG17ffMBDT6/5C8Yq/xsbQ8r0aQsldjhWHT+66ftY/9JzWHHCCkm+nhibRCQcQ0dHJ0bGRjE8OgSt7pbamh7W4pnNfdoLGLaBcKIDH3vXJfBP3QO/NglPnOSIGkJxl2QOlH4fhElglcwzuwHdbYPukt6GD36XzpsejZa5WKcN4DWzgGJhOxr1Alw2WWW03rLUIM0JKWruS7wmViOMZe01HD8ngGPe9gm0LToJg4f3oEro0E0FF6+lBx4GrlUI8Bgy+PPxnAh6YNQsvPj4Ojz/4ovOALD5VUvkkQKhmn6eTpAZh6EEUQj8zJrfgw985MOIphLCdiWIqrk9omCjxzDvBVoCcDLDoBl+v6yXmdDNMBkGYcXCAWhVA48/+CCm8gUJ3mWIbXsohIHWFI7pTMATjiN2wskoJlLQKybsGoNRvChksti6daswSmk7whA7svKo2ojTIsQZGrdGIljZ049WejvMa0dBbA9YQ9FOjUGRPKdUD6CUXMreS/Z1nwdPPvUUtu3aLvkFvmgIJv3BGXB5lDensuFp1m2vDwia4Kpq4/66dlJWAEJwOKqu+mvGqqrRX7eCkPqPvqgEUw0G5hKoVuQEPpaglwJfLYQjISxctBCXvO1tyLmCKOazcp4QJKPyj7ZwRr6C8bFhTI5zaGQJkKZ8QOswa1WRIXP9MhSLx5NYz3mUpzZZwb2z+jEzMQKXkVXKy1AUuunC2DRtfkqA23TeF4kUVBbVJWkcHj/0cv5Nre8ffuoD2HVwBJv2HkQo3QJ/rAVjE0W0pNM4++xzpX4gaBT21+E289A8JPBI+uxf/Mg3/zeAVVUdsyZzyTrkkEPzRbBz92GsfWUXEGhBPMmhIBngATTI5vMGUa2UBUAlI7dWqwjT0Cix1rEkTOvCC07DNe+5BNXSOEyjLOqO6elpqcHnL1wkNSO/65rRkH7QT1wAHBKWZD/eu38Uv/zVHTh0eFiIQolIBLVKCQf27MXcWZ1IpxIyyGUXxkqGw1zWzrl8Hrl8UYD2eDIla5iqueVLF4lKcnRwDFddfTVmN7zo3D4syocqCVrlMhLJpOPRrnoDDlBYxzKAjOAjGQ8ERz0MuWbYNZndJJ1ZioEb4mDFqCI7OQG7WkNrSyt8/gDMgCagr+b1iz2BHQ1i3G3gT+ufxoHKDBYvHBALuLqoY1kfWEJY4f1LpUQgoAImy+UKRiemMJgp4NWdh7Bt7xA83gBOWLUKX/361xCNxiTMN5ubkV60va1TQMuZoa3Y9NT9cFULUttu33sYdz3zGsbzKtC5kM9j0fz5eP/73odzzj4bW7duwSOPPCDnw+DQKMyajSVLVqCnpx/+ag79S+YiV8qiUanSJAKmr4EdB/eJqqsllZS+e2hkCJF4VPbM6lQembFJNEplIQuEQxyGsgcjKG3D62dgqyZKxkKpgEaNA6m6qJHH82UMjU5i5fJjsHThQmTHX0NbSxzRcBh104OJqQxGJ8bQt+xUdPf2way7sHvvITz8xBrkmO8hHq4QxipryOZgScn/FXufeyHXftMapaU1KdeOg5apqQzy+bwoWtPpOAy9iKnxMbTHo+hsiSEZ8SGVCOOn9z7/ptb43+uD/gGs/g1gdcOjd2DrlucwMzmGU086B8FEGwxLl4aMHpQ/vuU2PPXsejn8m7JestC4yTVMHV/9jxuxdMlCVCoGCsXckWm0SC38fmzZsg0//cXt0KtNeYqa6ouHiXjhuBCsV9Ed9iDqNuFn0egNYr/pxUyhCMujoWzoeM97rsQVl12kfBIJXNKDDQ14fAHc/PNb8ecnn4FXCwnodsNnPoOB2QOywX/3u99FsrVFPENnJsaxY+smnHn2mSiXSogmVFpks7liqAFBFxpFr1nzHG79/Z2o2i7y6ZCwTfTEQohaOjx2A2bDgxHDxijj1SmBp5yMMBnZEU7gx3uuvhyXvf0i1Ep5+W/CupFUeFXoMDHb74/hjrsfxh/uvhdWrYjukAurl8/Dwp5WeMWI3hKZc7XRQMGooPukM9A9MA/ZiolUuguuhhsz45P49ne+j8GREVC2qpwgmdhMdg+bWPrVqYaV7CROfyjPpWm3nIAie6Kc2SXsMuFVOqAUN/q+4xZjwXFLcOW5F6F2uIQvff1rGFi+FIVqGVte2wi/zkKfbGdTTdlZLBGAUBcL5YaBxLx2BLrjqGvqdeh7RuNoy+tDKBGXg4aT33qjLtP0WLodxuE8tt+/DlGL3jVekXJK405ZRigkzQU3Rb6uUP7VMSn3LkNVrrvmClxz9VtRrxmIBuqYGdkpMvaW3uNh+2ISTnHrbXfitt/9EWedfTZeeOF5CQ9g2MO7rrwM17znCvGEpSUGZbsGg4caDcTlILFx4NAI/vmj/yYyi2ZDLj6wzWaPbGgGSTC4itN0IfKZ6J3Vg+9/6xtoSSdkilkulyU8LBZLQTeq4gtHXygW2J/7wpexY/d+TM8U3/DeLMDqW04VmV4tEIYdiaGSzSIdD2D+rA7s3rYdekkXT1SClZTJ0F/X7/GJB6tMhmGLXyj5hYEI71838pks9LKOjq5WtHW0ih8g0Vi74Ua1UhU/TRfpmG4XCvmKA3j/VYqsNFqSt6jAq7qBcDyMns4OTE1OITuTE0m2SrmlH5QHqWRE1h4DDQiUcn5cq6uSUQYaTbmaDGzUc8urig+kCp9qStadWAnSQtX3SmYSZWcS/Ob4uDp2BbyzuH4UW4XgomqiVfNigeofk9NyAjJ6Ca2JKDpSceyZyAqpUZoJ/kvTm0yAWDV9J+MiHKD8mfYcEJCNAWqUO9dsyqI88DWqmNEBq3gIb7vwWtQWfgRjVhHFso6glkdPJIe0p4BQ2YRWrcLTqAhQy4bWSx/KwhQ2HhxFzqwi4Aki7vahOxFEX9KDjqCJtqALMc0r9hN2wAUXlQn0sCQAwoGazy9hW8IUpKyH798ZLomOTxKQVQpyF1nO8r24YHvYaAksIg01LQW4J9j1kJJZyt4j0cuKnUIPV/p6NRg2Ral9lUi9SPYpi2YBlSnq4nXMSTdZ58zOsrw2dLeJqteEPxVEtCWMtCeApEmLGe5/EQHSXRzAmGUUG1546kFp5jRPFB5fGoFoEDFfCG5Gy8eisIPccxQTjonoBMtZCDMZ2MX9hinSZg1gOEu1BHe1omSIbjeqbjem3V6wzarQx5rgPkMYyRfzEpj0ir1M2q8h4vMLi56MW++HP/GG1/i7rrpA7A2sWhmlQgaFXEl85wqmhap407JPYOgb9yg4vsQKXG3+8F8luM2R8TebarnOlFU6PlVH2wN46V3p8SAdCiAW8QMNicIWL1ParKi9WJ03MmpyGnEWvwwSImuVZyZ9iqkcEQsgMpEFpFVhWLSyoVpDNWM86/0KKKfUjg6QBB0CfiRTYdTrJfF7K+erMvjMu4PIGVXMVA1ULNoKAQbZzbIgX2/9m98Ck8Sp0CHIywAPAif05BW2aK2IRDiIvq40upNhBBnaE/KhJRpAKMTUaQ7CNFlzytqECeweGahRgs6hHxtMNmsWLUs8YVR8GpJzL4QrNgc6vUS5HzbcUs8w+8g0Mji4+xUMbl4D78QWmI0gwq75MKsj8PXsxokX/hOKfZ/E7379G/z2uRcx55iTccMZpyDuyuGFLeuwYcMLKGSnsWThYixfeBL8WhTjU0PYum8fbMuHBXPnY+WK5Zg9QF/vMp569A7s3r0LfX19WLp0mVy7oaFRkQQuXnwiZvUtQbVRgMsP7N1Txp23/xkfunYFLnj7ZRieTOL3v9+AR/98K/TKAZx9/AA6u1No2DUcODSMgwdHsHLlcejt6camTRsxOHgQbekUEokIghzk1WtojUcxq78frV2d0IIhmBy6ETiDJrYwwi51HK6b4Kj49tPxgsMKWk/RAiKbl/qCIDhZOmz+uK+TRUXlBu973luU87a3tWJ0dBQPPfgg1qx5FmNjo/AHeW81hKnFpvDd77kOZ591BpKpGEqFgtQaVCswLEfJI2hN4ZWzTNYNVUgCHqk6RXxcpamz8Pa3veMNr28+gMBqc100mZcCrFZNZEenlb+014Pbb/0FHvnzfeif1494IowWgjQcEMGNV1/bhNHRCfh9AVERiABDTUOEyEDgwTRsXHTxW7AqPAa7sQv+Vo7hAvDHawjaXgzdZyK0KyFgARUXRbeJVN0lAwE7GoV5zZVILF+E8cEhPPnQE9izZ9dfMFOVZYZa402Arbn+KAxIBV04/fSTsOr8C6F7NYRpX1MzhMHFz02J7rTDLCIYwSFYLELrF8Bdb+C1V17C/fc+iFKRoJl6HRnAOLYA8pmFuapY9hzc8lryv0Vjflz/0Y+gc3avnNUkRrBmmxgdERYb/13gS95vUMw6DrR4AxKyZW0QDAcluPfFR+7HzMSUBCjGA0EkwmGkYjF0p5IItLZj3tnnYMrtxfBMTuTW/noN2U0bsXn9Joyngth5eAg+O4iwxoDDLFy+GKKWG7VyCYtXLMFZ/f1wmUVU5nUjZzPJvYGG24Kfcz8ObHhGOeAo37sKh7JQ9Tbw5z8/ipFDgxKuE4xFoRsVuV9FMeKE9omqwQFjeS40yRpOJeN4uzp+9zJMVh7magEoFYQ8l0jwFfqngkDVmcA1qAIyuR5pKVGHm+dGra7CJ0Utx+BdVTzxvKQXevesPrT29uEd77xKfJUpwecZ0ppukRrk0IEDeOKhB1AqFZWfpkOSER9rZ3UqRYZTBYpyT9IaYNKz17Jx8UmrUBk5hGhAw55aDZVaHYcPD8Pj4TBMWRE1e9Aj56R8bDfKpdybWt/nn3Yy5g/0YmRoDI1wGlYgimq5gnA4hs7ufqk349EgktEGgu4M/F6GtiqA8nUmsfMJnevePKuPvCFh+PNAVi610ilpfmzatgsbdkzC7U/IHhrU/MqD1KcJa5QDmEKxKGox26yiWmQAVR1+ytfDblxxxVk484yV8BHoVYwG6WdGRobR2zsLra2t8v+ZXM/3Slsv1tK1hlLu0Tpv6PAMvvedn+OVV17CJz7xfiQScXzuhi8hHY5jVnc3CmTlu2wkUymEud5dwMTUNMYmJpBMJpGOx+HX3OhIx9Hd1iZnfKlu4Pp3vRuhyRKKr+3CYncEFauGqUIewUhYPHN9LF1Z17POdfo2MuNZtDfI6ueZLj6uPrA+kH2ENT6H+q4GCplpVHI5pJMpRBmoGw6g7mLuALsPDdHONpRjHnzv7t9gqKFjxbLFMGsFBDUvIqGg1EB1y0A+X5JE+rZ0G/q62hEKeDA6OYO9w2PYPjSBzfuHRIHU1t6Kz3/+c1h91hmYGJ+S8y2RSMnwlANqozCBFx5/EKWpw5jKTOOx5zdi2/5pFMocVlC1RsunOj7+8Y/i9NWnyyBh++Zt2Lx5o9wme3ftQDwWRVdnO8LeOjo7u2FUTJR1Hf6ghqJeQtbQ0TGrD4mY8tdl/03fee4zQ7v3oZIvyfoemRhHMhZHV0sbUiRTMTi8pGO8WBSvepgN9LalxMc0R2B1alrIXEvmzYZZKiAQs9De3i577M69uzExXUQi2Ytjz7hUMn8Ms45XNm7GU2vXCajOUDQOwwLhmLJnYm0pPMA66g0G3Jli80JWO61feI97A24sWbIM8WgcL7/4ErK5rLDY41E/ls3txYnHrsD46DAOHjos/sbpaAg/e3D9m1rjf68P+gew+ldXtumx+tLjd6FanRbJTzzG9GoPGh41saVJ/I9u+RWeWfeiUNxFoi6HJgdmTG4M4itfuVEWolE1USgpYJVTFP6TReWhQ4fx45tvw+RM8fUCh8UnmTMMICEEYhlo0Sy0a0zsdKNaB/bqLG894m9CmdKnP/0xrDp2qSP/dQuwqkyaNfz0ll/jsaeehtcflsJ3zpw5+PwXvoDdu3bh5ptvhm4a+PIXvgivq4FnnnoC111/DbLZDGJxshVU6yzgKkECx1+N7/umn9yCsem8JFUG7ToSATfafRZ8DMGwIOEYYyQwEVzxkPlniQ+nKhgsXH7pxbj22qthFJngSGBVFXIEb5waBG53EH/44324+54/Ie5348zl8zC3NYYQlbjCHmZxQf9IL6azGVTdYcTbOxHt6Eb/ouWYLOoYn8rhV7fcirHxcTH9ViwjypCUx5MEgXiYEFuTAoBnq6Qquh3je/qg1inVoO+lk3zK6y8JqRa07iSOP+dUzO3tx6lzjsN/fuVrmJiZwfxjlmPL1q2wMiX4Cd5JmJBjfE8vTBZ0DQsG6gj1JRHsicPSbGhBLxLRmARBhVvS8tnoYVUpFyQBPhxLIZFuw+jG/Rh9djs8hmpXeCiwuOG1InOExRfp/apwVvI0Btgov8oG3nvdVXjnZecrKZ/WQDEzJJ5o0fQ8wBtDMBTCj27+JW67/U5EInFhYPPQZvrkv370I1h92onOfyM44xMAlY1aIh6VzXtodBr//NFPirWA8vJSIP3RMiyi1LS8EPNsATBqWLRoAb75jf9APMYiwZbDidO0WCwpRTH7DvrR0MPoi1/+Grbu2P2mgdUzV58Ku+FBxReEFYqjXi7B56pi5aK5qBQKGDp0WEnevF6Mj4+LtUbIH8D45DRzf1XEPcEVtxvxdESAhuwM/WqVLDbdlkKlWHD8yFwoF1QgUJ3M4kgYhTytDijhO6rIdkKk2KrIiIYWCQ1TGOcdbUnxoJ2amoHX7Zc1Q2kcrwuZnPzuCbTlSyVUDVsAExZ/qqZTzNEmc8hBVQVYVQW+YqxKoS/eXx7F0G9KmMm4cKb6SvpMlqtKO+c2oVjIygaEQLoAuuInrGwfOEzgyyTjMWGz5HWmryq2lMjc5T51JNN8TxSqe1wC0jAUQXJsoCEe0BAhzZx+wj4XWmMBCRw4cGgMPZ3z0XfeDRhJ0J+tjlZPCb3hMkL1CgKVAnz0s2JqPT2qbULPFip2Aa8d2I+dh7ICrHZpAfTFQpgb86EvaKMlAAS5mWoe2GQnk5kT0EjHAjS+NhmslDkRDVY+s9I8SaOs2Kos1bk2u8UKgIAk/0crgaavNrFrhkY414AGgJL65ZbhkOxJQnqx4SL7zNSFFdqgLysZ1fkiinoFhUrl/2PvvaPsOstz8WeffXY5vcyZqtGo92LJcpHBxgU7NsUYAyY4gUAuJcEkhJIEQklMEpL8Um5CEkIaScgKixBCxzhYxrZsyUW2Vaxm9dH0mTOnt33KPvu3nvfbZyw73HuX/WcWwxKWRppT9tnf973v8z4FlWZTQtMIYta0Jho0stc8TNdrmCgV0aBkMmVgNBVGfygiLIcW15njolbh3k2vxwSGzCT69QT67DTS0STseBR6NAo9HgNoNdJjOSkzZ7EOYLOstZriHwV6NjkM2miIFYAmCcsaGkFdvFWrAR112QMJmglPDp7myrVOWyb6KA1n6AGBT4JqH/jQy66/PvqJ/wWHgxmnIfcTC8NyuYSJqXkJIsjOLwrznAMvoeiwMfC9MXrMIQFVuTf9H4BVxfFUxhm94aqcZ3pAvE2TcabHMkCwKY9DYJMDMnUWyEmn1piAufR2o3RXl7UivGWmOFPlQj9RWgH5Un/1PcpvlS8yWSEcFvCxgnoHg4kwYkYAjUYJjUZVmvuQHRbbGMvS0XBd1JgC63pw6InWbKMq874XM6YIgCobAJ4ySsjKpidiW4iEQhhIGOL9HIvYCFnKwoP3lFI+KAsYGcjw+nJioBGYUGxgJuGSmeObkEidUKFcf3Ab+te+AQ0vJKAwg9a47kw76ttEUDXSRCE7jbNHHsXMsafhTeQRDk/CXptCePQ30T9wMw4+fwjfO3kSVmoQP3/ZVViTSKBt11B0zuH58wdw4vkTyBeyMAK0Uwhh7aZ1eM1110sq8PTUBJ47chAnTxyXeoMyuFWrVqkUbT/wgdYhy0bXiWKpqztodQJ48tECvvLlJ3Dda16HcFzH3kf2ot1+Dje8JoVdWzchkxmEprclJDEWz2B0+XosG12BWDSC2dlZkVGSwc3/5hezkhZt6F2EI2RLcT2QIa9qRDkzOWjh6+H+K8xUdaYKsEpvdc2UIVzQYMCpJgP+Qr4o2y3T6Xm/xOORpWBLWh6VSxUcfPYQHnxgD06fOS1sO6W2ccXKiuygN73pDoytGBbGfLXK4Es2p+pelbODwClD3HgjS/qw+EkoKxUB9F58n73+FQRQ8nP4ScCqgF3tLopzWTmPeH5/7xv/jq99/SvoHx7A2IplEnTE98LX8ewzh5HPEfgRfp388t1tZF0ymLHb8nDDDbuxu78CXTuKUJoqMh1GBAjnLIz/oI5IPoN8ty6+0AWtg0zAQNcKwr7lWtSv3IEa2ZzFGp7e/5Qovi5lDknN6YNBvTrxBWDVgwUPt7/pFuy6idYYITi1ClzH8QOMNORyOQEuaYUVj8XlKGczXMjnRTFXmMvi4FMHcGEyK4PvS4FV2X94Fgugp4BVsptl/QrTuYu3vOtuXL77ShmCcagyn51HfmHBt/tW3yPRgR6rwsKnxUqrLTU2B/1U6UWiUTz54P1YmJ1F2DSRCEXQn04jHokipAcwsm4d1u5+NRbaLmZyeXXtKeGfHUfp6SNYbDg4UW6gXGzJcLV/IIl8pYW0aWDt2DJcuWMXBkpVzDULWBwbQN1TPt3CBm530SKbWA5W2azlFBbmta5jrpTH9+67D1UGnoVthKMx8Sklq1tqFJ8hyutEj3W5Zv69vTSQVr4uwqSVs90PjBKA0gfqe77aivnKQYYKBeQwVnoTqcXU73t7PZnTVIA4lRoqpbKynRHbGvqiuwiYBlKZfoyt34g7334XsnPzwlLjc6aTKcxNTeL+738fi7NTL6gufgLI+CLWrU/5pJybZ0MiEsHbb70Zx558Am2vi74tl2FiZgYnjx1TrHeuaf8M7P35UnCz/goZq29+3c9gZKgPId3EVLaKQN8wum0PmXQfglZY1AbpZBSZuIeuMwUr2JY6sfdeLgVXX3h/LyYysPr4ScDqcydO4enjWejhFAIM/+Ewk8OYoCm5EmT+E1htOQTDHFQK82iLci+EeCyIj/zauyWMkcPdWCwplmCU/88vzCMSjqAv0ye1Dy28FLAakn1Wcg6obOk2YZlR3PfdvXj00b14+9tuR1+6D1//2nfxo/vvR386IyAZ7e7IWqYHKy36xOLE98MOWUGsX7MafbEQkmELlUodRiqBt9518dpZ0gAAIABJREFUFzYNLMP4E4eQOEbv5Q4WFufl+QmGcv8Qew967qoyRd2nrFOFEEzbhICQNviL55HcrwwodNuoFgvILS4gnk4hEovBYL6AYSNgR9EJWihqLiY7ZfzH3v9CIBXCxvWrkZ2dEH/25cNDUlssLsxLwHY4mhDg1LYNRCMGQoaNhXwJTxw7hyeOnkKh5iCdTuE973433v3e90poYSyeQCyeknUooWTdOk4+uQ8XTh7G7MIc/uO+PZiYrwghiDXi2OgI+jMp9GXS+MX3vh+pVBrNWg2P7duH06dOIZ/LCpjOQSeHyEP9w1InJOMJtLsdzGVnUOHAIqj67rAdFqUjWbwMQ1yYnkElWxC7jfMXL4qCuS+ewNgAFSgWphcLmC2VpWeL22Es74ujPx2FFYmKLV271UDXaSAasjC2pl8G7lR0dgIeKq0AYqkVWLFlt7B3FxYX8cij+2RgyFaCftf8bBiuziEn612D+IYMZHVlTwhPelGGaTGnpVIt4o1vuF3A6ft+wH2xIrVdMmLg9huvwWtvvA7nzp3H/qeekbOoLxHBP93/5Muu0f8n/8BPgdX/A7D65J7/hGEykZFsM6YPklLiS/7MMP7ib/4ejz3xjLCWVFPMo4WhJW1s3bQWv/XJj0iTwXq3Uiv5zAweyso4niy4L/7tV3D63OSSBEQku6TP+OxTRpNEvSZWhEyRfmUbLWQJkNEvpdNFOpXE7//eb2OwL66CtjzAovk2m8WAgb/5uy9jz8OPyiHEYoDg15vuuEOK8Ef27pUN+f3ve680bQ/+13347d/+NAqFHEIRS5gHPCQ5oSUjqRdcQbr6X3+JdgCnYQQp9W8jqLkYMDrIWExPbGH9FbswvHUbFqtlAexqVUc8Urix16t1XHXlZXjD626WCZ/AMWSR+Qc0Fz43K9uK4Gtf+ya+981vYtf6lbh20ypoDidYqhgyQ6YvQlbBXgulGurNJqxYEgOrNyDraNiz/1mcOT8hPjA98EicEcVDjuAV/fMUMKQmtMrXkMwO+hsRmOLmyAJR2mvK+Mkikmk8UDG7uOb2m2DFw9i5aise/96DeHzvE1i/aztq7SbmxicQ9SwBwHp+fiKN871am2jDGo0jvDyJdtBFkknpoZAAP4Mrxvwk0zZqlZI0pkxVHOhfhukDp3DxkecQYuhOW9k0sJbjfwkg8Dm4wfeafZGW66ZI2YO6h198zzvw1ttvgsmUb1NHyymi1ajDMFPQyHIxLXzyU/di3+NPw7RCSzLxkcEUPvvpT2DF2LBiH7EANCw0Gi0xDGfDQsBvfrEswCq9RMUc32/YewxoaR78dGsWFwTX3K6Da161G/d++hMI2QQJXJnosvhl6BMPd5dAfSCIaq2Oez/3eRw5ehKL+VfGWL3hhleh3dLQCsXRCNposahGA5vWLUfUtjA7OYV6uYKQZYlsitO/VDwtID4P/KARUswBzUM0bkux1KjVJOCqL8MU7H449JkiSwIGGlUHbc9DpVoVBgflJTzICGb1mCqqGCWrTYETlIWz0TaCGvr7IsKc5ESWdpYROyrXhgA9W8L+dAqZvjTKFUrci6g128L2E8jGZ6gQ2FhyHJHnUGztJWCV35LhBo0DesxTVlKKrUq2JfeunlePKkrZ4ftSKvFn9R+X97hGL1BK8Fzx26NErFypqzAFgrPC2FDek75tq7wmkUbRoylmwzZV8FWzayJqGuiL2LB0DzFLw9hIP1YPRnDy9AKOzuVw2c0fhbftVcLMWJlyMBpswmq2oDfmoNWKCLoMvAmIDQONj1pWFYcnjuCpZ+eBdgj9YQOrkjHsSEWxLmKi32RogIeAHRRmKiWDmmXAY2gfgT8yF2g6zPdKEJlNeEBJBOlxSjmc4ot7WGaqdFdeA0+LKt9Ov+HyOBhhkyQJy5TR83rQxoGfH8EIPgyZq23xMPWcJrxWSxquQKMl3l61BgHWGpodFXiQDeoCntW8DkpuB9l6HaW6g0rXQVtzYdP7T/dQ7rQwlW9gfpHBThquXrYcNy3fhI3JJAZTNuLJBOxwGoFQBFo0Co0yTDmjPCWv89UDclHbLWhkK/F1OkUJS/CcBrRWS7zJHENHUQuiEQyiEdBFBivAkKdYq/TZ7DNtpIKWBIZplIgTHHn/L7/sGuyvv3wvGvTerFMG34Ru6Kg5VSxMZzE/u4jxCxPIzi76QwSuAAWiXqojJNBIIKLnPXjpi5BGbQkg8sFv/x8QfIwGdRl4pOJhWKbybyUA1stwfiGs0WdEcT2Q9UXGWJDDBE3OfPEAF4sAgq6qgVEhQ/QgZoAeQ6QIrAZlnaUSJkb7bIS0ttggcAgYjoQQCVvyuDyreViQYK683Sn1Y/CkkgbLlZAaRQ1QPN7P9CL3Q3a4NqlcIVOeGKo8loBRvJ8J6nGYsxSZ7G8HPrjAvxdQgAwRoW0pP3Da7nTbqOkhDKx/E8JD29DodGFTwRHSxcOeUrmWBGnw+6a8dqdRRH7qJE7v24P89FMYGd2BZOZtMKx1oBl4oa3DcXXEjC4C3Ta6dR1GqIWRLUG0rBzOXngeZ06dwuTFixJgSN+67MIcKpWSAL0DA/0YSPeLJFEFeymbCA5KM0PLsXbdLnhdG/OLF/HcsQOYnipgeqqBMxca0Lsa1q2PYtuWBIb74zA0U5Q4bdeRuuKyHddg/fqd0ljzWgjETGCSFkFi49MQtovTrMgZQrsf1iLyfQ4wND9NmgNVCT9Rg2Zho8nvlaydnwmBLQ68GDyXWyyKFc3GjZtx4sQJ7N//GNL0SRsaknv0wFNP4/ixk2g21SDTpeWKYWLbtm248YabsHXbdqkxOg5fF0MBFcNK9nFCqLx3feBfVrd4iSsPY3rGq5rkBcYk19Htb7zzZa9v/sD3f/zwf2OsCrDa6aI8n1PnlRHE4w8/hL//27/EwPJBjK0YkzUVDtkimz9y8IiEQraFO6AGkPzF2ldA9A5ZrDq2bliN25KAZp9CZL2HMGXS1QCMYwbyR1wYbhx5z4Gr+z6gDNVZsw7GO26DEzal8V44N42D+w9gcnJKarSeFL3ng9+7CD15uzw/XISCGrbv2IqrbngNGhK+7sIKBBCNREV+T0AkFolK/cdhdKNaRzSVkPOJvoqdcg0nDx7Gw08eEkZTL+irF+TEs0j5M/vED7H9UJ9jt93Ea994G3Zf9yo8uf8xOPU6xtaslMDFFlUg4s+uod2khJd+zR5M2ncYhgz5GXwStEwYloWzx4/K/Z1KqjqXwARD78iEd9pdpEaXwzUsTM7Rgo0AcFAsgpxnn8Tk0SMIjI0BZA7qHqJWAtlcEUkzgG3bN2N0zUYsnj2Ps/UmSumUMOR4PikAATJwFMVI1xPFHuW//CJjK5tbxOkL52RAyfM9HkuIP2Mm0SfsN3o99mxhImGqPFxheZHQwPpLoeK9k8P3zveBVfE6JglG/I9V3SP2Ynxt3Es5vGL34SsSFDsW8pnKfeh5uHD6LI4ePrJUKynrMk8k3twbQ/EEXn3Tzdh93bXIZRelbmaPR2LP8cPP4YH7fohux1H1Vo9B6//+0j/72/8SuMv1zz2B6ovrd+3EhYsXEUz348rrfwbf/c63MX72hNSmwrbWWLOrYftLAc1Xyli96TXXwQgFsGvDRniuhYmqCy0YlXqX/qH9AyOIhg2YgQo8Zwq2AKtqeNMDdnt95Uvf5wuv0QdapYdXQ1SeNc+fPo/9R6ahh1LSP5O9btqmWFFwQElgNZ/PS8Cg1mmgXSuKpzjVF2vXjuJjH3svMhlbvOupLAiR2UhWYqkirEAO65gtQqsznisMjqb9guzhDI1uN9By2pgYzyG3uIhkPIxEPImZqSz+4i//WmoFg36h1ZqEDPNmGoiFkIgn5H3wfOaJTl/zdJQhcRHUWy7W7LgM2191DdatWI0Agyv3HUP15Fm05+bheC2kBgdg6qZ4M7Mn5j4l18UfyDBIldYEBJnZ17Ya9JVVBAnX42C9I4QSenMmBjMIpZJohGw0ggZmaw1MFEuYrBTQDAewWM4hGQmi06qjUS4Ik3LH1q3Yummz2H9MTs0opaJlIp6MYGxsBMsHBlBzOthz4Aj2PntM/NWTqTSuuuJKfPBXfg1r1q2DFQ7L2SfZCZ0OGmRMN+qo5bP4l3/7Cr59/49kEMq8DH5+A5k0br7xBszMTmP9hk1461vfgkjIxIXxSXz729/G9OQklg0Pimf0soE+ufbpRBKFQkFsZFasWo5uQMf0fFbAdmbdxPtSMkwSS49mA7WFAhrlKuazWcxkF2TNrxmlL72NqbksKqwPWWO5XfRHTAym4+jvH8T09LzCZCyGStsww4aA9bQDSGTSMFMjGBjbDs1OYmJqRixwjhw9jpPPPy9EAdZWPPupkuYdrnzNFf7RJlDuubJXUInCuoJrnnaS9NuNJhKYuDiBUm4R6WgYu7asx5WbV8I2dZw4fQ7TCwWxx4iGTPzbA0+8ojP8f+oP/RRYfckn22OsPv7gt6AHFOOSnj/CUNN9xqNh4X//1d/hiacPy0bb5abss17cVhO33nQ9PvjB96DZrImkttqo+AWgL7miv4rj4O++/DU8e1hNrwVs8oFVLjo+XIMyFreJUVNNTrPttjSlnHCyKFuzciX+8PO/K5INYXt2XdjEf8msQhB//Xf/hAcffhQ6GS2XHDacIhN44/T1zjvvxJnTp3Dh3Gn8yR9/XnxV9UAX0XBYChumorPIVhPVgCTQf/1r38KDD9Bf1haAzKWvmtvEcNREwgzgznfejW3XXSPhJGRakQLARUywktJ2Noi2RcsDvk/lb6oCQMh0MCQwiHK3PQ88iAOPPIbNI/0YCrHI4mtpyRRMWlSvi7BtCfiVr1dkstJyPdjxfqy54np87+En8dCTT/kNHEFcslUV0OcFuwhnLMRScRghW4DBerku3lCcijr1lkh06WIjihkxvVegLtUdBGdrXhOjV2zAqsu3IDszj/KpGYwfH0dmeBB9Y8M4e/oUrCp5EwEwVVGKTstCm8VYx0Wz24K5LIbk6gHUtSaGR4bQdOqwk3EMjI0qKr+8rpKEihmxPgRdHQsHz2P+wGmEdEoN1GSM7OVL5WTKBkAxo4TjTPl6h8mfGj7wvnfi9TdfCzsUE2CUh3i7WYel0y/YRKvr4UO/+jGcOT+lfO/kUPWw+4rt+PjHPoxIiOFgLNAZcmCi3mjK9aNUhVP+QtnBPb/6UczOZpcYqz3PKE7aFbBKRpahJO0MYOg08Po33IaPf/geKdb4+D1T7VgsIa+fU0DaB1SrNXzuc5/Hc8efl4ney/2iFcB111+FUtFBN5pBy4rDdWqwAvQFimEo0yeH4ezEBMKSgG0it5BDLBpHx2vj/MQsjGBIrBXYLIdDTE0mK7wjoF4obKE/kxYJeyGfQzyWRi5XQof7BBOHnaYwfXkt2DSrwBzFVlAWAJSXW4otR3sRyi3SlkiLFxbyqFWbiITjUtR3mjw41b7EhExOmeezOQkPoD+hPJ5IcZXM2edEvCihlvfHUiHq72MKYFUhOPIl/jwKWBWGgjQpyldLLAsIBCtV/9JeAb0lrEoy8WLxJKp1Rxoojfe/z05X7BEFbMlwQ1LPAySJKk9Vm36SQKfLSKcuMrGISE9oXcsByGUj/Vjbn8S/HzqKYOZ1GL7u51HSgdWZKpaTrVJ1EKxNQGsuwhCGJH1KA3B1A027hqNT+/HkU1NwG1FEQwGsTEZxZaYPW5MRDFh8LR1oBE8pA6OxoLBXDWhkoHJNMaFE5KN833zzktcthvV8j57Oz9zDiBkVz2GN0jqNzG5fCsjrQGCVADmTfxkixf1Phj28rgQxNcUWICuULGUOiijNIjjFhpFyHqciHlwMUiAYUm57EnbXIHM10IHLIA6qBxjWU28jW6qgWHdRrrnIVxuy1iJaFbtHxnDd0FaMMLQqAmjhCALRPoCAaiQMhMg+IJta7d18ywQy+B40huW1GF7VgtYoSuiBRrY7fYrRRT3goRCIwjGCaFApIPcA2fZttL2WSBv77RAyeghhjencNMAJAh/44Mtd4vjnf/u8YPq0ReB7a7QclCp5TE1MY2E2J17JM5Pz0ugoOb7PHu0lZbOZoFRZBmzq6S+VEfZYSD3xvAwY/HOc9zD3Dd7DibApbHIuDgIZ9CPzH02pDITR2QObZJwhFgPCUO35qr4IWCW4qnySyW4lsEqfa3qZW4EuxoaTGEwHoHssktkgmcIeDASUZ7qn01/XN/wQMMBv+ANquPjSL4b58L7p7U7CSOr9o4AKblsa3vjqBMoTle2FAhJ6DC0+Gx/J4UBIhlL+IIbAR6OAQGonlu+8C91UWKyDonYEUTushpKUpfqeZMKMp1Sbr9mOwqmVUJg4DS/XgVcvIxgcQCjdj0YzimLRk/VrBiy4RRu5ShbLtgcxsMFEV9dkiDE7cwGz0xOYn59C120Keyhk0fdXBQ/x8xGp+yVS7VA8hcGRNTSCwcTUGcwvXIBlGiIjdJy2rFfmPvHs8MBG3EGw05BaibK8XVfcgGRyFPWmSuRV9Z+/1fqfhDBuwKGsUNiFMUiGFO/ndof+9MofTflFuooZLTe9GnpSHcHvi28t/41GwIt+9hrC4Qimpqawf/8+HDtyDFPTE6iWK2g0GXahFDX8pNet24DXve5WbNu+FaapBiF8bipxCENwrxEvSD/cTGHrBHRZg/KsIEjH/YLvUV3LnoqF9wCv6Ztuf2VWAN978KEXLDLE5/oFdmB5Pi/nUcDQcezZZ/Cnf/T7SA2nsXrtWmE/8bx1Wy2cOn4SraqDapvXjyCqstygLZSijhsItlvYuGoIN1gxYPI4BnZ0EdpooXqig+4hA17DEl/rEjpoBpvire+aQQR370b09TdCN13UOy6ee/wQntl/QBpyeQ7//SuWb+886I031L3A04R7AlUwa7dsQDiVQDQcxfDAIGrVCgqLOSFMMESKIbkEVndccTlGV62QQbRTqcKrNjB95hy+/+A+yViQsDv/+UXVdAmwyuckuYGfkbDUOh0MjY7AsA2cff4EhkaHcMsbXwfXaQhjmcxUHvocAtCXV/INpGH3EItGxW7MDoeE9KCTYOC6MpgQZqwWkBTyvmRKBo7cgSrVmijcBoYyMqsLdIDiqcM4ct930DecQXj5MKIWbQSCMAJhhA0TdrIPgcwauAEbE5UCxuemoZsKWBK2J31/gybK+SoOHDiAiQsXhDBCljVftzCoTRVe1vK62HX5lbj99W9Cp6XsSpi6TV9XAvGxaEwsAuj/z3XXErWYH1rmKUWjrMtWW4AKvlfaJXBALt6ofniMIs+oPbKn1GNtIgO33gmhKbn/c4cO4dGHH5JelOtS9ENiSUarJw3pwUG87ed/AaF4VBhq5XJZrJJGh4bxxGP78fCeB6VH/H+CqnLISSV4yTHgIR7UJExvsVbHpmtvxPCy1fj6V/8VTiUragrWLkE9JCx5+vX3wMxez1gp51/2+c0fuPqKy+GZGtYOD2PH2m2YKjQxnXXks1q1bq08p8FA35gLvT0rijMJF73ECqDHzv5vALL/iuS1SvuuhlsMQuMw5tz4JB566ixgxhGJpqQmJcuddmyU+9N2iYAnQWO3UcK6FcOyHsfHJ/CGN96Cn7v7dhiGROIhnyOI30U6ncZiLofp6VlZG/T/rFTLGB4exOo1q0X9Ua9TcVYX/9vZ6XnkcmVZVxyksd9iyOehZ0/iyLOHkJ1bEDsARbHXkIma2LJ5k5zz9D+emrwomQuDA31iy9PoADuufQ0ue/WrkerLYCDTD3N6HvMP7MfsQ/tRLeaRGR0SXIBrWJSq9NtvtoRwFIqGBUgLmiR9cGjFgDQGVCuWOxcsg64XSgXk3Abia1ZAzyRRtE00jSAWaw3UpR8Jot6soVnMYU0mKgHKubkZ9KeS2LJhI1KxhGQwTE9Py/vgybh2zUoMDGYQNAOoNF38cN/TeFSA1RaSyRTGRkfx1rvuxu1vugM6PVlJzgiFZb9rVkvwmi1MX5zAH//5n+HQ8WOIhMKolEj6KmFkIIN7fun9SMSj+MY3voHbbrsVN732RjitLvY8+BC+8+1vYaQ/g5mJcaxasRxNp4FGtYq+dArLly8TNezk3BxKtbrYKdiRMCwGIwpbPwibZ2mtjUapgnyphHyZvaCLzatHEAqauHBxCmXHEUYp8Yy+aBhhy0S75aJcYnA4A1Y9NMlcDeqwqVJiaFkkjC1X34Dkso04dfYiLoyPwzRtnL9wEafPnJN9lJZL3HOoKGKGhUHrBtmvVL2hmOaA02YPX5ezO8qcl66LSDyOSqkI16ljw4oV2LJ6FAmzg067hfMTMyjUW4gnkkhEw/i3B37qsXrpJvdTYPUlW34PWN3/4H/6nmeUcvuHr8h2WaxZ+N9/8Td46tBx8TeT4kQOJE/SkX/h59+ON99xq0i4OclrM3XZ9+0XEIWsjVYL//zVb2H/488sWQH00od54HOi6XAh0C/NDzuqkQDuswM818XOyy7D5+79jFDoRRbmdRASmR2bRAN/8/f/jD0P74URUoxVPi+nEywIODUjaDYyvBwTE+NCQvqjP7gX/Sky4RzZeEzbQtNpoSaePZTNBwWkeeihR/EvX/4qupRdcKFyTuh2YHsONqwYwHs+8IvoX7VCkuK5ObNI44Gl8BmCQD7DgYw630y+d/Cpgq9DLqlALU6ugOce3Yfc+HkkohE54AhM0fOzf6Bfpsk0AQ8wwd1poOo4CGWGcPUb78SPnzmKr//7N2Sq3zN753tgaI4W6mL5zmXoX7EMmWWDEhZDGY3e0WB5CZw/cRpzZycR9lSgSrPpoOM6ItulebtiK3bRTgTxqp99Pc5ePAejEcCJRw8jZcawbfcOHDl1HJ3phiREu05LDmZS7etOQxVeZPuORNG/fhmaelsCyIrFAsY2rkN8ICP1TWVxEZViThgWRmIQ3UoLc0+dRudiQXJjuDMSUGYDQcCc11ESJ6URlDxplTLPgq+rIRY1cc8H34PrrrlcksJ1msu322h1mggFFYg4MTOHD97zETTabILIkKalYx2/+At34e6fvQsBJiRLmrYuMkqyMHntUyl6o5IZ1sGvfuQ3cOHC5JLHak/i1guHuRRY5b3sdpt4+9vvwvve8/MCSHKSxvfB9xMKRQQAJuOLX2SFfvZ3fldMunMi43t5XwRWb7ntWszNllA3E+iEkgh2XVhmS7xKhwb7MZSMIzs1jlatJl6GZFezWY6lLJwbn0K9rq4NvWEZ+MbURQKrBEp58CQTUfQPpDA3N4tkIoNysY5iuSb3a62u3heviRTewlr1GTLyfYZjMPFRFbosXpMJA+FwEIV8BfWaA5sMQo/sqSYSSXpP1WStUa7aaLVRdcgMVV5QwrQk8OnvUwocVY/dW39Lgxep+HlrK8BH/sh7R5ITFLyifhFE9JtAGZAI58qX9vZag4Zi4QW511ioNci0YjAT16OSsXI/6K39XkEu/pFkFVkBmdTSx4dDAd5zqXAIywdTCJkGFoslxMMW3vmqdTiXa2DvRB8yr/kFFAwdq+I1bIrZsBo16KUpBAjcECTh/4IeXDOCmtHE4XMH8OyBc+g6YaRsA8uiIWzPJHFZJoGxGNkxHAQQICWSy04nCE0Yq/QkCcINUaKr0tMJoHoafb4ImPGg4LVTwW0EVjXYIm/3dMrVekcGmZ++HJyyMjJOW3UBI8V7lXulS1q9ktUKCCia1R4crbxNwbXSpBSLIYJtQG+IR2VHc2VwFGDD2yFTxgLtr+edgoQZ8awJR/l2mgg3G0gYUcT1PuhdpuDa0KwouuEMPMOCRq9V05aCWkkhiRcqv1IBe+n7yvdAYLhZA9e1APQEptBBFR3MdYKoGwE0yYQQu5k2mu262NLw/hoOhbA8kkRStyX8hcoL/NKvvLwFDuAf/un3ENQol+caUGB/qVbCyVPP4+Azh1GvsdE1hAHO4pVrXD4T3/KmNzwgsNprZC8FVqVpfAkQ6Y9F5HGkEQsGkKDXKCXBthpGCQjmM7ZFws3gBwG/qI7h/stQIdrFaFJ/8PcCtpLJyr+nrEvO+ABsgrdUsxim+BvGbR0rhyNIJfhzPV9tHQGDjFeFb9IflzxoCcYSdqmSBkuIzkuuslqPHNj5ihKOCHvsd/nklG+2MK74e2GFKVuPrrDYuR78cEiG67RaaFKaRuatQRBSJS0XikXkG03suOEejO54LXLNBWG1EhQPcYAlz6vsBChbVPUW5W18n5RpxhELd9B2GpibnYSWrYh9itax0WrRCdhErWYjV3AQGehg2fokTZvhtGty3QIaWUiWgBGOUxafyIDWlvDSifETS/ZNck/0fML9xoQ+28I8I0jT6iqJLq+pF0MAeRm6e90QPK0kRG5e42gyjct33QDdTIodQm/fUwxG5XvYA93avKYELoWlrD4hnjEcqgho69dPKiRK7dGiDPHUvcXH5s8yoKSrNWGaBEBcjI+P4+LERQwMZBAPJ+TP+x/fh8ceexSnT59Eur8fd97xZtz82ptlcFgqL8oQxDDIpOfnzPuZ+6k/lBMbABotKqCO/uUcjstAz7+v9EAvkViFJvUYm3e86a0ve33zB77zwINLIKGA3kuqpwDKc3m0mh1hmU2cPoXPfurXKefC6IoVWLlqTK4VWZ/nTz6PUjYPz7R9ax4ODTXUmo7Yl0APwW42cP1t12BT3UZ730H0xUuIbDDhTgbgTlto6xqqXkN8PN1AG7anoRAKIfi6GxG5YhuKjQLmj5zB84dOYHJhXg1Lg8Gl4DwC3QJiXsom9Ac5BMrJSDesIEZXjmDNhjXIZIZw8thJHHz6afk58fD39yIO2H/uve9COBaFw/3cDqOWy+PQ40/h0Inz6PjPzevVC3ASQJp7jU864N8RKBcA1qMHs5L4tpsN7LxqJ66+4Vp0nLowVqkGKJeK8uxbtmxBKt0naz6fo2WRjsxAP5xWS1ihbalRCDKwXaxnAAAgAElEQVSqwFrFbKaNUUoYfAJUtlrC5GMt2+q0icHAcl088c0fwKu10H/lFUgPr0FYt2CSGBAKwopGEYoOIxpLoGO08Oie72M2NyH1STgQRLPbFubbj+9/CBfOnJEAUQHRe762JEoYBIs8OO0W3nj7nbjrHe/E9OSMvJ5oMoVYMi7s1qhND0h1zWWo4QOdVIUR9KQihu9Lwrz49wzjIXGAvuOEyYVdrlR2/OLjSOcoxA21XtUa78hMleDzMweexAP336/CdHu+qFTFgNkPLsZWr8Zd73y3EFmYm0BmpBBAOh7u+853MTc1BT340t39J9R+S0WJeg3cN0hkidP6qFXH0NhK7HjtLdA9HQ/c9wPkFmdFlUmmMm2RyL5Ve5U6J2SfDwYxPTX+itb3irFRRBIx8Ru/Zdc1GIovw/n5CpyIjS07L8f0DK36alg+FBJg1QpwmPiCx6rsq75tUe8FXHqGy3X3lSKiwOP6ZdCuEcDU7ALu33scjmci1TcogW1k6gcsW8Kb+KtYqCC/OItWbRGvumKzDL2efOoAfuVDv4QrrtwM160jlUiKsnNqZg7PPHMQFy5cwMzUrEjWOSAj63/5shHs3LkD1167G+vXr8bi/IIMvRgoxeKRfTjvP/qWj4yO4uLJafzT3/+jBESlYwl0222cP38eIbODbVs2IhWPChjH85Z7GX1dmR3i2TEU2l2s3noZVq7fiIGhYexatwr9dReH//27OPvIPsRMXcDLuG5hMJVBIhqH47RkMCeJhZ2OBIpqiRgqAeD0wiyminmkBjIYHVgOM2JJnbfoNjHXaWKqUhSZuxa00GqxFg0hE49Dq9eQDgJXb18Jywyi1aghYtmIELgOWuJxvDA7L/dTOhGX/Yxrsea5mC1Vha16doa2bEHBOzhAXrtmPV57880YXDaMoZERDI+o8KpmLivevD/aswd/8tdfQNNVgakcSJVLefQno7j7rXdgOJPGvn2PIp/PYWzNGqxYtQHRVD+++q9fxdzkBTjlIvrTCaxcuRyrV63EylWrJDfjmUOHcW5yUiwcaLeYSiWkz6NSiDhPP8kJzY6EP5arNdmDWTENpS2EDVsCourcB4wgQgROTVNA0fmFnPiqDw8PoVYpiq2TnUygP5kWtVDDbcNMDiNfpy2kgXS6D3Ykgvt+9ACeO35CzhkCy/Rr37xmFCv6U6ICEixA07FYKCC7mMfUwiIK1TpazNUIGpLzwjqUqgM+b9y2xKc3ZgURDxliHZktlMWjlp7tiZiNr+75qRXAT4HV/8s2v8RY3fMNBSTKZJvNsgIZuIjZpP7pX3wJzxw+IeE9pPJLC8yN3O3i4792D66+ejuqlZIqMNlI+ibVPcN4khC++vXv4seP7FsCWfwHUaboLpmgqiEKuC0pyF1h8bDhoKdWCzfeeAM+8uFfQb1REUYMS1gGZzDp19MMfOkf/wV7fvyY+Abxi69PZON+g0BJQ88An8/zqU9+DJdtXScMEFoB0LuNk926AHUd8asilfzEidP40z/7KzhNV5iEih2hw2xXsHPbarz/Q+8X1qXF5ptTLwnk4jRTeeqx2WXB1iPDKXaL/4sgrQa0xcjbw+z5CUydPINOoyFhLgyzIXctm82if3gZNm3fhqn5ObSKRdQrFUzPzmPlps3YevW1uO+Rx/Ct//w2KLWVQ5R4BPEOelIOJ9C3OQ09EUZkQHnBVIsV2JqJcHgI5w8ex9nHjyCJEGJ2SBiAzWZVGhpONPkZGN0uSloTu+/6GbTClBvpMMoaTjz0BDZv3oDpag4LJ+ZgEmRpthGzQlIwlmtVYRe00EFqwzCMwSjMBIE0xdLccs1VMKNhaVpq+RxKiwvC4jTSowhUOph/8hS82YqE2nAuT7YopUnKC00l/Elxp6AreVwplDQDfX1RfPTXfglbtqxBKsTpewCtroYmE191WkiaYh/xmd/5A1ghesopEI5s3U98/B78zM03wnNbPouGQWxhVCq8Nk1hZlE667Q1fORjn8Cp0+ckHZhfS0EJfgHZA1bFW5eSZr2Ld73r5/COt92hGMJQvq38YjNIeY7gjN0uisWyhFeNX5zG4isEVu94y8/g4sUFlL0Q3EifHFSRkAppY6Ey2p+E6bVRz+fQdtpSYNRqZaQHo8iXqjh/fkFSZ21Lg21YsCJhub8pj2FCqG3pWLdupXgquW0y0EKYW8j5zAwFiPaKaQWyqk2Jh7NKXFegkgImNUTC/B7B5qZMMgnuswmnh1rfYBIhM4x8tiDr1BWghMCoAvcCXKMcbnANij2YKup7n8kSWNoLViAII6CJatQJltOrrDccEp9QIZupwBOCKNzPuvQQXbIX4MutCbhLawneRy7ZLTIrJVSlGHI9wJ2fLfc9Ph7lywzJoMyLvr70Lesw4bfblcJvzVACqVgE8/kS8o0KNg+F8epNl+HBGR3TmV2Y6dSRibWwta+LIb2FaM2Byam71hY2KV93xfMwVS7gxOkc5qZKYN9hB4PiI7QiamF90sL6VBijMQtJKwiT7FeCqvRcZYFJIE434Ibovaqra657aJGxSnZBlzI+7nldkWwvC4YVWIkgPL2tglXEQ1ecj9Xm1GTh2hSpD4FKrcP9UnlbscCUayvxiIrpJ/cNpcWtNrpMg+bnxcUjTEf6PjroBNXrJnDWbmuot7ood5podJuIhQwMZvoQT6fhWQSK+ZmRRU7JHYHUKBCyAD1MFA1eW5A5tafzFwOP6EvK52WAFcFRpyHyUY3pwj4jkvd2J9BBPeAi67rIOg0UWpT/q3Og1Wmh7nJw1caAYWBDegBDoRgs+uQRrLnnoy+7MfvSP/yB+PTyvORWyLOca2Iht4hnnz2CUyfOwjCiyGULmJqYkRRsApnC6vaZb4qxKnfMi756Q5EX5zyrf7LEO9QAO6AhZpmIhcylJFhhKPnMdUKmPM34UxxmMrCBfyITW43EOFQhG4RALaX3BFdVaBVfbw9YpT0NhXsDcRNj/bTxYaK2kvIp0F8oqvLaekzbJW88BtMRCCbY39Oz+hKS3r/h92XvJWjn+83yWgqY4w9rOChRgKf8sPI289kQBBMoSaPffLOpfMDFDofNgQQmWFh+9R3YcPVt6EYyKOTr8Nr0QGvIuSaNkxESIJbNO/14JSiF3rMeG14bukUFBRuCMDp1+lkWoNUV+9uh71szhLalI97P5pj7LwEOte8qz0IV3kXPR8vWMDV5BhcunEKnXhEPORkA+coa/jvupQRHxM6DPsC0BfGacN0mGPZJoIXgrwD7/uCMoAjBrlA8je07rkM03i/DMw5pOTBR15ZTCv/CcUtoUnKs5MayP1KezevcpSevOu+5eVAJQyBEWNEtspsUkq7UEByqeqA9dS80jQyYfGERZ8+eRqWyIM1bKs0kYAdHj52QQRi955qNEpqNBgIM+vQ5LgQl6X3M90jpv8iWPdaWvEBsvAjMMdG8I2EmATKNdQOepVLcex6rPWugt77lZ1/2+uYPfPtHe+R99qTtPcYqP6tqtgin4YjnYWF2Bp/5rY9JqKgdiWHd+lUYGOhDkPvBxCQWpmbhyefH7dOQra3coLVUCx2eR56G0U1rka520Jiaha21ETU1hN0A1rTCWK4F8ByKsLv0JvVgdpqYHF2G/tuuRwltLJaqmD92HjPT06j4Nc2lQI9Y7/hA29L3/fOZ17zr0cZBQyYTw6q1Y9iy9XKcOX0ehw4eFMaqyHVZ27fbSCaTuOH1N4p6jcMZepk2ikU89+whPD+9KAz8HuDFe0XuH4Lv9FP0mbMquEq9pmBAKYW0blsIHK+97WYMrVshPooEVvnFPYryfgbohEMMT6V9WgPtButQFdqkrA8I/HHw7MKmj3Y4qnzsdV0sAwgg0R+SfYkEPMnfUZqtY/zUDMLxlehbvRElpwVLi8M0bGjBDkxLkwEMBVCRRBTFc2fw5LHH4KAFrU6SRgd77v8hzpw4ocglEvrJ/VGFRxFcY/3H86LutHD9zbfiPR/4IGamZ4RQEbBNxBIJFSjMWo9qo5YrYWfcB3nbi8+850InE9b3QBYGKtcjQVgOhHx1gqxlX6fD19Ib1kgJKEoQMsHpkdyGbZjY/+he7PnhD2HYykaMZBdu2mSssl68/OrduO7mW4WBT3CPj1dczGFuZhaNUhnPPXtQlDQ9tuz/jb2pNAw+sOpp6OgBjC4bQXFuGolkEgjFUa+WpMYlS1o88gkEi5+8Yn/y61IAs1Evv6L1PTiQQlC30YSLjelB3HXVTehG05i1LQysWI1SuYFapYDBZADhYB4Bry777aWMWXVJL6kzLxleyOsUxmrvdavPkHtatlDCf+09ioVCE4nUAGwziBDJLXZEAH2SH6rVBorZObjNPF591WZUSgUJpb733s+gfyAGp1mCU28iO1/Ew3sfl1wVWtwtzGelL6DaMBINicSbNWIiEcWGNauxZu1q8fxkYGCU1zxoIhxPix3V0ePH8W//+C+oFYvYNLZSQO9iNotysYDNG0Zx2ZZNcDuqV+ZHkUik0HQ6mJzOYrbewCMHj6LQ6mLVpi0waWvhtrCubwSpgIns+FlcOTCENd0ANtlhhOnbykwC1ieGjqauoUPlYMDAxVIOB86dxqGJ82jaBlZt3IBwJCqMeVok5AolVB1+cjoCwpodQDqVQalWRj47h0QA2L1pLdYNhVGrlNFiKCbrrbYrqtL+dFzWKfGFvoF+eIaBfKWCk+cncX5mEQu1NloBE6FwVCyySAThvRuKhIXksmLlSuzatQvXXHMNFo4ew9HjR3Hy/BnsffopdGHAKdUFYK3WSljWl8CqkTSuvmwr4iETZ86dRa7RFhshM5TA3PQsUmEba8dGkU6HZH3z9RZKRWSLFWGc0ts0RMuM665D2DLQadeRThJU19FxWmhWaliYXxDmPu+3UCCIZWsYCNjBwsyC4AtGxIYmtmBdCU0uOW3svOoq8Zw9e+o48tkFZMtUTqaQTGaE4WqE4khkRtHXP4B0XwaVRgPf/P73ceb8uJTqVEbHTA237N6JnWuWwey2RCnKroNkt2qriwtzOTzy1GFMLJbk8YwwQ5khdi2Mae7Qpx8d2LR2sSykojZa7Raq9aYMXeO2ga/vPfKK1vj/1B/6KWP1JZ/sEmP1gf9UwCrlIVwMvnxOgNWgjT/9whfxzBEe1PSuVGAljyNO1+799G9i9aplqFQrwibhtJngZA98lcO8q+Hr3/wB7n/gYdWQ+dO13hRVik8BNXhoc5NUAIeyCZfSHne97U7cfffPyuYg3mcssFlPi0TEwN/+w1fw4737RL7QO0xfzBBVvmjiH9Rp4T2/8A685U23ibxBfEUFMPVA1oRMWlVrIROWP/6TL4iHZq8YI7AacOu48YYr8K73/JxcN5MsGwmDIuuFh5ZKw6ZPpkjrfX9TFhwCLwgYyBrAhRcMimTw3KlzcEo1AR4ISkpIT8cVpuKy5ctFBtOhF16LjVtNfC4tOyKG2UeOH8N9D/wIM1NT6LQ6aHCCZ2kYXrsCieEErGQAWsRCbDADKx6VzYyXd36+isqFeeSOnke0qQsg6nTaqNXLEialEowD0F0XDbeD9a/ZhuT2MUzMLuDKnVfh6AOPo5EtwoiFMTc+D7fcgNWmgiWISCQGp1EXbx3CPNGVaXh9NuKDCRTpMxMJ4bJXXyPMYN4v1cIi8vNzMAIa0ivWI3dhDtP7jiMwXxdZvCIYapJq3WtUeveQ8l5ls6U8MiktXbasDx//6D1YuWIZkvSAkf5PF+8tMoDI3P3LL/4Dvvnt74lVgBR65Ly6bfz+5z6BV+++WmwDxH+3o9ik9HSiZUQsFhEfPPoR/8ZvfAYnT51ByFYhEYpt6jfovD/pl8oCVIpS/l7De9/3Hrz5DbeKzJUfBGXNrNQk3ThoKz8/r4tcroDf/ORnMDObxeLiy5cZkbF6x9tvwfRsEYtlDYHIgBRTmaGoSNezE5Po74tiOB2H3umgMK8sDSjxTyRDMo189pnjKBYdCRYhG40rI5mMC0OB7FEylLfuWoVqpYnpi3Poz2QwPbsok2NNpzSUCb0ECHpp3Iqd2BUPRFOBq/QYI4DBzCTLQLvZRLspBqFLa4XPF4tZGBnpQzFP/7yqrH1eWLLWNeq5DQ1akInyXQk9EomprEFKuH22vS/fVWDni5mk8rmJ5lsB9YpVIaMeX+bLppSLWX1XSeI5/qffJwdLBFbF80Gl2yrIRRXgl/w/n0d8yHTuG0DECiIVsRE2DObGw2m0EQkCm1dmsHIggUa1jKwTQL6UxY7RdYiMLMfexTb2zU4iGGgjaVaQtDQkgxYiBI6kyenKPlBzmsiX6qgWAgh2g7RkRJs+xjoQNjykGFoTNjAQs5EO6xhIuohHTYQjlqgU6F/H4KpSwoFLJp0JdIMsP3ohdSqUi7nSHFgMmTosMncRhOXpcHV+1srNlvYelDxaDTXh7jY78FoMBKFUWUOgHYDVDiBE77ugIUAPpdAEgx2nLgBC03UR0gxEiBoFNWhtD3U4qHVrcJjU2iXTHyjVNBRqNMJvY9fmYWxdswJROwO3ozxgQZYoG22iMPSFNS0J7iIbUKPUTxhHHnTHhVapChDMpFiN+3/DBZwaXL2JQNsTb1+GehFcdoMaGgENVcNDsVXHbL6IfKUBpxWQX/U2m/Q6BsMW1iXTGIukkAqEobtB4GO/+bLrry/9/ecFoJSBFFk1PcuZgIZyuYKTx09hcbGIi+MzOHHstCTPM3RKGKsCSKp7nMCe3NvShPksbz+FXZ3DPuNw6RWqO5pLhMuAA4J0PIJ4SNla8JIIM8Cwxbst0z+ElWPrxKrg8PFnMDNzHnGCDiLvJyhGz0Kux66wKw3xLzSFicd1YRL0D2qI2QYGk2H0RbmGCBb4rPRek9uTR0ogl+8pTtagH7hm+r6SlzL/ZOjhWyLwZ9Q+3pOv0gZCMVYVnipGRj5wpqiZlBPyjGi2umInRBYGvyf1AFGQRh2xdD9uuvu9GNl6M+qei1ypBq9twAhQYk42s6PYZV2Cq5aobMjc4YCXZzAl57RnIeOO64sASTBEtmpXUsGFyU/AX7PkHmSzwY2K667rEnDkn5oImLrI/wkeHTz4BE6fOoqBgRSG+wdedO+JzJdgFOsYgnESQkPQiKrjprB2OYDwdIkgEc8/ntMBDmY0ep55SGVGsXnrlTDtmAAuUufJvkFAVjTCvRsN7aYaaCmrH3VjKWabAsl7yhQ1aFNMVwnl8YNSZSDuqwJowUQlFD9DhqSQBTw/O43jJ/fB5vBStxGPJYV1WKvWsJCdhR7oCFNavLz5ONy/RUrIda1CDOWKil1QUPYmec+ehqCziIRXFAZMvu6i1g0glOoXn0THcdHh+zaCeOubX5kVwHd+tOdFHqu9wDRel3qhhHpVgfaNYh6f/q1fx0JhEQGDDLQEVo4tF/CRihSyqJOZfsQYtBI0xbe+2qhjcmYGMwtzCJCJrAdh+QQJkQvTo1prYWfXxN3BfuzvzsFiKJirCfAwvn0lzNFBkQsXCjUszhZQa9b9wcMLYXeqLlfM8Eu/lpjIJHZ4CsSOx2xs3roBO3dejlAkhqPPHcUDP/qx3yfw33Wwbu0a7Lh8K0rFvFjuGF0N9WIJF89ewHipJkA+BzEc1PA5hBlN/2ZKfDkw7GH6vfAln4zBc4n379vf8TYkB9MYv3ABC9kFxBNxbNu2BZZtYmFhHu2GIx6L7JlkoMBRIJn1pgnbDsl/uebIVA3Z9GBVclkO1Qh62wxb0wMIWxZioRhcAru03Akm0NRTcDtk0iomp6FZUlHy3jdosSOe6EFEXBeVdgmO68L2Avj+d/8D//qVv5E9lPcwwV7h2PtkD9677FXYfXAwPrZ2Az76m7+FcrWKerMhKpVoPCGDLgKdIdOWYTsBZwFW/V/yeD5wTTWAkpi7Mpwj+YZWJmoRv/D5c0CiQgNddLoO6k4JDaci+16jWRb7j7mZCibG52AYTSGUzF5YEMsyDnaCoRBueeMbsGHzdqmPqe7JZbPY++OH5PO96vIr8PCPHxKfRtUs+BN8/zWoe04x6JRUSfl3sx/juq+1HMQSEbiNukig6UXMg00F0/nnoigTFDFGhBJ+h9r7nUPizyv4etXOtbh4cR7UFehVB2/dfQN2XPEaTNJrf2yFkIcW5+YQt5oIB3MIajVhWr9ooOif0T3P5N61X3o5/rrr6X+olmQRyvrwgb3P4eJ0HqFYauleZZiSboZQrTXlTGo1KjC9Mq7esVas/86PX8SvfOgeTEyN4/jx5zAzPeurzJTtSa3WwNzcghBRuF9xKEClH72cGU4bjYQxMjKMzRtX4zU3Xov44DAOHj+Dcxfnkc2VcPzYCUxfOINk2EbI62KQQdOdpii8dm5di2TUxuLCLOLRsPhkcu5N5ZNlxjBVbOD7jx3AGTIh40msWLVabH6o0jSjUQQjJnYPjWK3mcR2x0G8q6wMyEx9YvIijhbmMdt0kHOaWCgWgJANzzJknQlOUqsvEbe4l0TDKnOjWK3K/ZRKplBrVFEuLghxZeuKYQwGXVTyBfT1JWGGIygWSnCbHRkiMZV+PpdH0zCw6DiYzeZQa7KGZVCUyjngoIg9EtclCRm8B2m7Q4XG8PCweINnuk1RC544fw4T2Tl0uhrchocWB67lPC5bP4q1Q2mMDqaxcvkIFrKLODW5CM1OoNzoYn56Ads2rsFAXxRBzxHAlEzjhtNC2WnjxJlzsjbWr16JseWj6JI0I/ZeXbF0KDdaMvBokaDWaoqSipYpBFJb9TrqNfa5al/uMqQZmoDS1XYHb3772yXz4/D+fcjPz6JcLymLFFpeBOl1G4YdTiplqGmi2ung0PNnsFhm3kJXWMum18S129fj+u3rEAl0JXScNYAsebKDPQM/eOQp7GcdHEpANzQZhg6lYhhKxBEKArViTrJFWLcSg6H9XL3hSF9KRut/7j/8Clb4/9wf+Smw+pLPtgesPrHnOzLNIpzIYCgelGK5JH5EFv7kC1/EwSMnVVK0b9BPgGioP4nPfeaTiEVtufF46BohUxUw9JnisuEksO3hG9/+IX74owf9RuyFqZpI8/wD6lKZrGrYlF6RflcfeP//wk03Xo9avUIelIARQVKAWO5rtAL4Fzzy6P6l8KreW12aJtJEXZojpsi2cdMNr8KHfum9aLfrAo7QOzOfL8okitNknv/07KAP0p//xRcxOzMnANCSlM118I533IE33n6Ln7Hqp2D7NaMKOPCBGz/ZsleUy/dlYwSaTCpuNGCZ6ho6jaZ4u9DPwydvyJRbMU5UgUjLhUCQQJVqhDlRJnuE8s+52XlcPHcRpy+cx8X8DDJrRtHyWuiUy2KtEO/vQ//oKKJ9SeimicnJGSycuojC81MIltsyXaeBNosjAqLqOfzE866H9MpBrLh1By5MTWD1pk3Qik0cf/RpZJID4jfTnC/CrJERaio5SbsrGz/R8KrZgr0ijdRQGjOzU8KMWLtti9ghMOm1sLiA7Mw0IpaFgVXrUJkp4iQT+KbJpDEk1IJFKhkjPXkTr6mwnv00ZgJslMUxSXD71rW454PvxdiyoSU5FvdXZQ8RxNxCCZ+99w/Fo4WJwtJQex0pdv/4jz6LLZs3Kj9FkbG74inXcppotR2YYQv1OlOcQ/j0p38PR557TppP2cGFORUQ4FUKME73fcmU67YEnPzwh+/Bzde/GkE2LQEP4+OnUSjnsX3bLgTImuN7AjA1PYtPfPLT4j+UXWTB+PK+CKy+6Y2vh6MDF+YKaBsx8RUaHMjIWTMzfg7RkI6+mI24aaBVayCXW0Q8mUQ6HcfGjevw7DNHcOr0ODyySQJAOBZBLBaWvSDQdVEtlbFm4wiSiTiOHz4pE9tsroxilQU5r6mfmC2p8dwXFINRhhcEHehNJ58hLRdcmMKSaMt9reS4bLaUvwiBu2WjCWlyJy/m0XZJ0eM1saGZKQlWChgOKdXwGNCgB9El24ODDqa4++FtUvL7/nwvLUCl/hRkSX2eIjsV9id3G7WnLe0vYuRBAI60EzIeyahRoCpxYxV7/2JItfez0rxzjwUQDgaRjtBPLQLHbRHDE3n1qqEI1g0nMBCNCJCxWO2g1Kph65bd+Paps3jmxBx02pDwjqfHJxuajocOvQ+bnCQolgK95Ag2kOTJa9ESIIkjKwIiytdQ8G2C+zrZbDZiIRXcw7+lD2TBy8HVu3CNLjyiOh454L6s3AefJUO11YFl0DqDU3AbXUO9TwqzjU4AGverAG0h6KXKQDdO1Mhk1WB2TTDXOx3uIsbk9Q4ZiRrq9PSrROC2PHhGAIMhsiO7iEQ0tIIh6gzRbDBttCv3RMfRUSkHUGYhZ5awdWsCr75iDNtXL8dgPIMw1wHl/yyn9a6wHnUjjGCL/rkdoFoHCKZqQfHdqhUqsOpdhLpk7IYQaFMI6aLtVYRJSD+oAEHeoAuXQSos4siC0DkpL8n0PVeuiKyoUKoi0A1gNNmHsUgSQ3oEKc2EQQXaZ37v5S1wAF/+5z/014liVl/6Rfl2sZjH1NQMTp26gMOHTqCYr6Ij94YaHCjwn6vRhcf15Dsw/LfGzD+TlfdoD1RV96+s8W4XUctEJmYhHQvBsE20YKCt2/CCBpKJPly25SqkB5bhqeeexIM//ha0hoOUFZbAKcvWEeaggXU0fcMCpqhSgkEPEbJhI7bIs/qTEcTInu42fTaoL8H37TyWWEp+gIsAvz0wxx8ac/9QQxN/LcvaVn7KlLOKHYfYFih/XQ7LeCaq/BYOYVVCvVgos1YgK5mhT7RI4drXbRhk+1hhNLsaqpUctl15Pd7w7k+h0a3JIJpyP5HKcnApPrNBeW6R2IsHXlcGrGzYJERDLBx8b80lVqcKf+n9HZtY/lLSZ8VS7RGXOOwkKKubGrLzUzh08EkU8vMSaBGPU7GhrsWlA2lhgcqRpp63B1D1mKW9lO/ezyg5Pq6fTqgAACAASURBVEHYJjwthNGxDVi5erPYJKvP4YVrfinTSz4z30//Uqm41DtBZSPD9yVesJcEQ6n3qM5/xVhVr5EDBoae8u/ptUablcXsPE4cewy2FQY8VpGUSLd8xqIKU1EsUx9Q9ZnzwhwWD25/bfkhPQSPDD0kShijNo0hPYdEJIlSw8PEqZMoOToSa7bCS/ejQ/C36+Gtd979stc3f+A7//XAS8KrFNjOwWytXBUPPQadMffgd+/9FM6Pn4dOMICAxOAAVq9ejbEVy5HpzyAe71PKK2EAq8+EINaJo0fxzNMH0KiziWSyckDqYmWF0kGf18UvG8vwvFVAXXcwUO2i2Ung7KYU9GgUhVIN09NktXmS4swwop/89d+BVfXv1GfJ3oLKlQ0b10n9YYdNUcsdPXICB589rtiQWgdXXrULq1ctR6mQQzGfg6XpKC4WUMwVUKUtGS3GyDTsesIulbXD+8cwl9LmSRRhc0/gjqzx3lruuC1s27IJ77j77QjH4jh2/JjYBDCss1ItCWuOdgE9GyHZR/16T9YjzxOGqOm0RgkjTIZrJCL+9GKBwrpEWI8K+IxE4wiEEtCsBLrBGLoaPzvWGgTwfKk5z1Na8/jSde6RHMjwmoWshIQ8/van7sGBp/bIUFT5YL9AZBEwlPWArGm1nqnU+sAHP4TM0DBK9RpCsZgE0vCzYB8YDYWFyEF5NAdvwlZlp8hwW98uRTofn43OPUuGdJ0W2v46Uh6zah+l4qfVzuPMxYMo1dlTKYYrgVvanBnaCFqOjXL1HEqLeUyfz6NTdaQ+CCcSuPXNb8Gq1esRCUVw7sRhPPrIXlw4w3DhIPr6+uW8pies+Mv7ysBej9Db24QNL+Flvr+u/D4gZBJaoPHeI8FHQvEuAYcvfTzBbX/C/d2oV1/R+v6H3/0wnn3uFH70+CHMz+VwxYaNuPXmu9BI92HNtq2ytibOnsdgMghLI/mkIn2gWr8v9KX8M4H4pfrUf40v7Lu+9+0lKi4CT3sePYjTZ+dgRdPim8msh0g4ATMcRq5I1SG98JsYSurYsrofQUNDuVbH5i1b8F8/2oO5uayoU7hPtzvKOilfyKNYKCuLlqAuSfcc6ND2jGrFRCIhdl7MELj8ip2IDi3H40dOIFdqiGd8bj4Lt1GRQLvC3CSGExEMp6KIh01ctWMz0rEo6gxr6nZECUQGI5ndETuOvpH1+NaP9+Pg+BTcoCHnhh2Lww5HyFoSoG4gEsXKaAq7dA1bQxa29fXhdCWHf3z2CZxtNFAgwC52PgaWL18uDNVcLifXOxoNi6qE5yDXJM8mhnS3CGZouij7SFxJxW2sWTEMNCsYCeuoLuSFuZsc6IdBy7dGB+GELYDwhek5nM3lMVepg5wSg2x2UQYqS0UqYbj3icKWZzkHUV1XrmVvCLl2IIGNm7bh9PkLOHn6uDA9OaCpM4fCKeOu19+AbauGUcjOoi8zICqiZ05OoG3FMbWosleSMRPJlI21fUkZynHgwfaGSoznTp4Wi6I1K1fIPcHPkkxR9uPEL6qs7TsNDKTiCHEQxAApes4u5sQjl0zoocEBUTEyTIvqoUbbRSMQwK1vuF0CrcZPHIcle0VTmKaSccGhVYADP1MxtW0bk6UKHnn2MKZyZXQDZHtQElbH1uX9uPVVO5GyA7BksOTr3nQD1baG7+99CvtPnkfHjiNsMPSwgqu2b8KWlcuQpEd/y8HCYh5nZ+dRrFRgxqLS97HGZS320KFjr2iN/0/9oZ8Cqy/5ZHvA6sPf/7rIU9ghcWOUg1sKd00Msv+/P/8rHDl2eglYlQXttnHt7ivwqx98n5hQE/Qiq5MbC72sbDbUrKYljAT42je+iz0P7V06qHoFMDeOHgukd/D1mgfFUqBhcxS//vGPYuO6NWh3mmBgBI8USq9E6o8gvvh3/4R9+w9At1mQKCuD3uOJnExsBZQ/Ig/NVaMj+J17PwlLGD4qlODM+QtIpTPi4WHRULnZRqlUw1/+1RexkCWo1WOwcQrt4iMf/WVcfvkWCalSh7Sfgun7Y7IYIWhK5onFQBhpAFQD1/Nv42ZEo3i+Lk60KX3hv2l1mJ4YE1aECr/QZVNVU0rSepTnEX1DKeFhAjLlOnwunSxBt4Xj55/HY4efwvNHj6F8YVGwIjKuDLJh+/uQ6e9HIKyjMl9AcXIB3WpTpZyGTClEa0xZ7bSWgoc4jbZSNja8/iqczc1Kkb5qYDnOHn4eZs1FTffQXCjDmSvD1gzxIzKlOFHBCtlOGfGNQ4imo5icncSV11+LWH9afNQS8TiKi1nMT08hFYsjEIkj6oVx/IdPoH0xLz4/DTLE2mQdqGvSs3roNQcBYb6SUUPw3ME1V+/A+37xnRge6ltqPuUgNAz52WcPn8Dv/cGfoVFvieE/gfSu1hW5yl/+yaexZvUqmbrVGg3MzmexbPlK8ZViMW6YBhrNFnL5Mr7whS/hyJFjL0gtyeTxwTc1OGgrs3tpHDzxJP3oxz6Ma6/eKcUmvaIOHNgnLN433/mz6HYVK5SStRPHT+FTn/1t1GptZLP0fnt5XwRWP/CBd+H8TA4z1TK8YBztTggmmRVkIeazsLQW4nYAEZNm4bpMnltND+lUFJs2r5XD5KkDB1EsVaXYt2wL8UQMnU4TiRiZq44Ustu2jWJyfFJAwY4XwMXJknjevtCwE2TlHxVgKf6bZA76KbFkoWjdljDSCbhJOJRvOq6CZ9S17+uzMTwygLNnZ9BodKARuDPi0HRlKRHQHElpR6OFgBWGZ4QAz4HXcRTK4JGtzF9qr1sCYnpgkQxsVIp3795SgST8xz3mAv+GL/AFf9aAbqshCH1VGT5GsFDQ1Z/QYPohPrLTSjiNjkQohHgkJLJ2Jp+HTBPxkIfhmIl1y4cwOqAjGUih0vz/2XvvKEnO8lz86a7qrq7O05PzbN7VapN2hVY5EmxkkmWZaGzAGK4xGPC14QLGxiYa2xj7ArYJBgMiGYRAgBJCWiGUVto4m8Pk3DlVdXX17zzvVzUzWvA9Z3V+f/kwx+sVMzsz3VX1fd/7Pu8TltDfux2fOXUWD/ziacQQQRBMErcF/KHkRsnWAZ3+jwoOFjaZCK+bKgBMvXkRTcsfec9s9wINmLohfpmUWhNEsiwNhRrjRSj/V6ESDBHShM1EphqBIBVAYufoe8rbqgS1ZNyRaUPAnI2k23BRbizJsEWGb55EUskKHTjBGsLRFjJBAyG7hUrAxWKzJkxVAY4DTYSbrrBCoyETQTOEGIFk7sNhHRGxggAs73XWyegLlhHNNNDRbyLVbiKZ0SSUjV6fAQLhDKcLRRCP6ai4dcQsB6laS/zqmjULmVYSezMbcXNmCAafJ40hLi00QrSlIdgbRpDMV84etSBcw4QbiQoo7LTqqNkFlKwsytW8yOqsCu1kQki2IsjARDKoi/dx+H0fvbgFDuCL//Ex70H15N4MYxGpv2L7UcrFELxcroDDR07gyKHjWJgriPSagJ2cj8LmUs+8D7M+e22sMI+ECSUdu/qcMHoooHKaoiRJxULobksi3p6RkBWSewVYD2rYuPZSrFu/E9lKEXf96Fs4d2IUIRcwwpqEgURCGiIRhrVoaI9FsWmgA33pMEzuT9GopLQaYTKuHAk/U8qAlUGHD4qtfu2r5ZG+RZCsazWRUWChJ11VzFP6BZJVRS9BMt0IJCg1hCgiKAWXS8ZBrS6hKpTYkrdZcxoypGvr7IMea5f6pVgso2hV8KLffg227/lNWJVFacTEL5I+siEGeVTldbDZ5DqgKsP3oeeAkyEitBVgM+eDK1JDiae4Al4EsPH8PC2LnnZN1KqW3M9kMiYsxGJpCWdOncDk5BjCYU0xMqSeU2CJrwRZ3vdWtBfLz+WKWoQvUV1D/8Ov3QK0UwkY2Lh5Nzq7h1GrN5TXIu0YVvkrrv5eFQiofAt9EIPvhyooKkVYm/rJzQrYVR5qfuq8Xw/wexlcSWDVD5Ak0JRbXMDZ40/I95E5SOcNy64Ko1SXoD3e35W6Qn43PccZpOfXMWT7+cCunkBat2HYBWiNRSRQQUQ3EI6kUMsX8Mh9jyHc24ehvXvk/RgVC9e9/l0Xvb75Df9194+X/RyVHQCl48pOhmnV+aWCNNt0b/nHT34UT+1/Ci4B4VYLe6/ei9tuv03Obe5nlWJJrId8YNWXi5PFfOjAIfz47h+hbqkQ21RbBnmmytv0pW/ht5tpuIkmzsQrGHR12AtBPGbYMDLtKJQVW4ogF88cKg1+1YdPEFg5d33AXa0tUZEEW9iwcR3Wrx8RH8RQKAIzksD99/0MY2NjSLclce0N12NpcVb2nEalLPUm1TEDQ0OoOpoMosfHJqCHw8JoE7VRnb7cCoQXUFUsABRzkcxm2piR6cy6l6zP22+/DZc/b68EnZWqJUnGrtcInnGvUj67/oDEZ4gIsErVERgqExEJL9nEoujT+bcGm/AkPaD1OCLhdrS39yIcS6AViqDJPAcBToJidcZhKK8Vn3OSEPzhBYH6UNgL2mwZEt71rre/BrMzJ2R4z/vqX2P/WWZ/QTUXfUlJ5iDP9oabbsa1N96EMpVYmYzq86S8cZHia2o2ZT8isCrXzgNWeY7zWeQZKvpCDp+8EDnJjuCe6gH37Fr8dU8yy0M/vxeaUUcwXIfjltBsqSRvrZVBs6GhVDqDkNDSI7DKNp7Zf1RkwC+97VVYt2EjfnzXD/DwvXdL70XputgzyfWISA/k91f+/i4DfRn6KBCV+4b6o1ifvLaF4pLsB3wO5ExcVRuuHjapL/z/C6ze9Q9/AcNM4+5HnsB37robG9euwd5rXwa9ewT9a0aQy1cwOzGBwa4odHcaWqsAbTm86r8HVp+9/mQEqoZHAsqr/pnn51MHz+Dpg6eEYW/EY0im2hCPp8X3cilfktrBCDhY25fC+qE0TDOEfJmDlBlMjE8hny+JdRfvge/rS6CxWq151zmIZIJgpCFgHPcfgqyxWAwNAq31KtK9/Wiaccwu5mX4xd6oVsgKo7AwN4Owa6Gvow1xI4SBjgRGBvuRiiofzMnpSck14BCjYblI967HI0dOY4Zsawbk8p6HdBi6eua1uCkBaBxcdsVCuNKM40ajDU/mJ/BAdQ6LU1lkl3IC9hNYvfHGG7F582bce++9GB+fRHd3p7wHAq0cSnEdtLe3C/7B2oAgc6NeRypqYN1QP1y7gCu3r0NpfgG53CL2XnU1hoeG4VRtnDx/FmfGJjB6fhIzPK/1KOLRlGAd/PCHmH4dQ1yBw1t+kI3PZ53KFpZh+flp9Pf0IpNKoOFUMDUzj2LZQblQQjoawFte93JsGemRYdQkfXsDYRyeyuLEVBazuYYw1EuFeSBgoS8SxPXXXCsDFgKMtIuZW8qLdRZzQMh0Fu/WUkkIeSrgtSnWAGv6unDFpZtRK+ZFoUQrOZ43HHiaJlEBWiZZkp3C17BkWTg1zQAzBkjZGOrtQX9/P2JRSvRbaFTLYjelc0imR9A0wpir1nFofBw5yxWVn22TTFLFuq44XnrDXnTGaBul1Ccxw4RmRDGdq+Cbd/8UB8dnoZGdzfBVrYWrdm/DtbsuRXcsDDtfQLVexmKtjLNT0zg1PoPFSt3rV0M4cGrsOZ3h/1O/6dfA6gV31gdW9/3kv1TRpgdloZBmLvIO+ksFdHzk7/8Jo8fPSqElYUycmoSDeP2rfxe33Hgt8sWsbKjzS1lJqu/t6VFhHiwMWnzgHXzpK3fg8f1Pqw1uVSiEsD+W04NXQA4FUqpwp3XrhvHud74DmXQKTQFeOE1lD+sVvNDw6c99Eb944mmEDLJNFfPAPwDVfyuJuAJryIIN4C/f9xdYt2YQtl0VMHVsYkJkhaUqU9/boCOE6Zk5fPaz/4ZSSaXIKQmag86OFN73/nejp5uSncYyQOD7R/F30hKBxZySG3teTsLAUd6B3DAJpqrmVBVC/pSUmwQn6wS1mLAuh6HHpuA0XM2NleyTjMhGnd4+BAgNNIJhNFrATHYJd99zF06PHkdrvq4KFwYJsGEEk3yjaAQbIiOkNSmBILaoyURcGKTiFdfgpqgkd5wy6WYIa2/agalATVjDXe1d0jAvHjqHQDIKK1tGeSoH09HRqjUkqZQFJQGbxVYZqU090GIhVOplXH791XAEsApIiiQZq3NT0+hIpzFfqmIg2YNT9+2HO12SaREnZZQCszC6EFiVZsObRPN2s/h94S3X4XWvvh1dnRlEKJn0gQBNl6br63f8F772je8qb0MP9ObvIHvns5/+K5G0c1KYzecxs7iEnr4BWCWVNEvflWPHT+KrX70D4+NT0HXFchagX2TvajDBIl1Yv8T2xXe3IZ5Cf/7n78KlW9Z5UiQXhfyC+Gu1ZbrRalEeH0DICOPRnz+GD334owwff86M1Te9/ZVif3B+soKFHNl0EZnC2aUSmrUyNKeMlKkhGg7CjISxMJ9FKVeDaeoi39m9e5cwtw8dPoJalQdVEKmOjMie49EIImGGoeWw9ZIBJBIBnDg+DtPM4OTpcbgug7goT/WWo6CT4q4oTQQLWwni4BNCf+UmXY5WWFYyjFBorOfT2USUrLXudszMshB2oNFXM0JfME1JuOn/Z1UQcFrQImm4bICcKlqu8jYi85YMiADNNC8onuUTovFSDZ6/jaxYAvjWAF5CH1eVTFQpW2e4E59TJY8RNor8rF8FrMovktesYNyAyFYMTteZi0CoVNPEIiATCaCvPYlkIoj+uI7u9iT6IymcXncJvh8tIV+nv2tNPKI5/KA0kTYKfPaCNjsOepjyD71B6aOt9kBhHEsacQu6Qw9HsllI5HWoagcl02Q/cJhBeXOrwZTNpsgwhaEr3qoB6MQ6PYafvIaSYtzJXtZUnm5kLylWMplSLpyqovrJWpEGUHlWyj2hL5MblRTcpmlDjwQx2NaLbtNEnGEajoN8oYLTlQrms2VUmAZNqbIEeAQRIbisU8lQFzZZAClZP2yWxWom0EI1VEewpfyVKAEWthrzhHXF0ON96NBNAWmFbR8s4pL1KfyfK2/C7mSH2GlIinokiBaDNujRzOGZUC3DgBFFgNRLCWBkoc10+BrsRkmsaOyajWq2gEahgkgjhEQwBlOLIvzev7zo+ovAqpyXGoEmNYAQ2TLPBrLagiTfFlGvk1VRxOjoCRx85hSmp+dEfq2cb1eC1fzTcjXwcSH7Rzw3Vy1UX4LN9RXRAkhFafnShUg0hXrTFVY1D9++7iFs2XQ5Iqk0fv7kPvx8308lKIFAirCdvCAoXoRUKICbd63FFeu7wOwn5e0pD6jHxFLDUrJLlxtoj3Uo7KhlZrkatPqrUM5ZWbNqffMMZQ0ibFMO1/yzViT+yhqI3r/q5ymvWGG2NlsSlEILoWpDeXiVaG2hhRHv6EYi1S7PVj6/hKHOfrz2dW+FObgGdTYiEuTCa67ODB8c9K85936GXilPVHqvKnYS6zMCq2xIqQghGM1774eo+HUTU+n52unzKg1qvYipyVNYXJyBa9ekwSWTU923gKxv3QNw/Adw+Z57cv3VOJn/NcVXXvH2W1b0tFjbtGHL1j2ImBk0ZA9Xe6H/rKxmg/FnuN599NmUbPwJJPPZUXJSNdj21Sp8PQRKfL/11QxMgiNs9ggGsY6lhxql6iePPCTXjQotu2kLCB6NUr3BoQ/BKzVU58/1wRiC5iKpJhNMGM+q1qCdQPn8k2jMH4VrlxDRWoiGDGiRmAz4s0tFYYpzqN7b2SEWLLve8JGLXt/8hu/88EcX3GP6XXNtB8XXLreYFw9nM6zjS1/4HO69/z6EojHUbQvDa0bwO6+6HSEjJPt3hHYOEvilgEUBkcTfnLslcOL4Sdx//wOYnZvDZXsvx1VXX4PRIycwdvggNs9V0dZqYDRTkwFKuBrDL3JLwsyuWqpGZV3ICvMC8vyq970iq/afHfW3AscUy9IVxuratUOImIasNbYJ83NLePLJ/QIkbN16CZayC3BqFWm4TdNA7/CweIIvzOeQyxYkLI4gAH8oMxaWvVa9cS+BCV5D9WxxLWly3lGVRFuHLZdsxItffCviiYTUrEdGD4tPIv2BxR/f6zVYL5NN5T//VHhwL6YdFmt8+t+q9RqCG9BhpjqQaOuFEctA15mEzkApFayniiUq09QfOcNYD4q/L1+jqjGVoJ/1dQhaK4zzJ0/iPX/2Rjj2vPjCc08TVpx3vpI1KkMF+ihzaCBesC3s2fM8vPC3XoJa00WiPS0+9dzvpBeIxmVdqF5AgdL05pR1zPM/SMsWFWClPFyZsM6hlAJWfYDS/zccvpZLVWEA79qzDeXKLGbnz2OhNCXBsFGjDbnFHFrNRQT5ut2Q1CuHnjqB3sGNeOXr3oCH9+3Dzx98EISnCRD7zFEJlKMyJ8IhiSo4/f1Q/hbyiwKNub7VnunnKjgoFPKo1VeA1dVn3q8GVtUzu3pfrFWfmxXAHX/7VgEFg9E0Hnzk56Ki27b3VuSQFsDdMGOSvdHXHkbQmUYkxHhntX9zULF6D2ZNtqIOWFl2SrWhekmJ4vMGDOwJpxeqeGjf08iXHUTTafEETrV1QjMiMggu5HLQXAub13ajr12RXM6OjQuoWqnU5Q9Z5fQ5pa0ZLYjY+0pvK4MgDYmEGgxyLye4ykEhzzLmutDGhf1AtC0tg9hq3ZJ1k5udlZ4g2HRglfPM5BM/1E39HVg72ItWo4wIPZnbOxBLpIWkxJ7ASPfj+/uewDwVTlpYfJCpxKTyUSoegz1QDMEwh5o17E234bU96/D9w/twOFBDhxZTKl5DRzyewK5du4S1+u1vfxv79v0cV199JRYXFzE+Pi7nM3tpeS/0Cqd6hbW26yIWCmH98CCs0hJ2bRpEOm5S3oJkjKoJZS9XcAN4+Mn9mMiVUG1xqOoiFo7DbtRQqyk2qthsNJSakmuf65g1QJz2bEZE1iWfXbL09YaF3Zesx67tGzC/uIDDo+dw/NgZ7N2xCa966U1IRojfmJhZKOPYmWnMWjqePDaBuaIKhLVqeW6haNObWDM8jImJSakVac0le1RAhy11Eq3bdCEPkDnLjxBxDaeGtmgIt+y9HJFAE7kcMzq4BzMvh3WPg3SK9UsYTauJkJEQ9umDTx6E1eIQLSzDGjNCi4UoMm1pJE0DJvEn1mNWEyRLlJpNzBVKqFBhRCUZzzS7jI4I8OLrLsdgJoZQwEHMYEhVHJFkGnNFC9+8+36cm8shlMhAqNFOHe3REDYNdmN9TwcCdQL/tAJgvkQYs4UCxqbnkC2UZJjx1Pm553SG/0/9pl8DqxfcWR9YfeCH35RNhwvEZRHvTUK4ObMv/5uP/z1OnZ0QXzoCrqSGDwx0421v+UMM9HSiWqvIBCybL8JqNJFMJpDLZtHR3o6wJAoW8Nl//w+cOjsmB+GzpV5KUre6mPcPRP9w3L17O/7XW/8IUfqCNWoKVBUJrTKtb7hBfPozn8f+A4ehS3iM+nj2wegxTZqqMHHsGt74B6/D82+6VtkBBHUsZLMolKvC1DSjMegI49y5cfznV78mk245xMSHtoZdu7bine98q4QkqOAL5QEq7bnfADhsplUBKwCbJymUzwnVXTUa7BWTiZQwEnmYRCNRCdMiFCwNlyd9J1NTGCEBTXyaqKDl1LqUm8Ps1CnY9TLauvuQ7h1BU4tg9NgJ3Pnd7yA7O8PgbFVoiLerkjnyIGAYRrlS9RpGJenJZNLL74FgqhjBM9GZTYoWQOfOYZQzukiEDPq2ZtpQOj0Ndr9VAqvTORhlFxHmu1Sq4gPL5MNiyEJyUy9gBhBLxjC0ca0YwXPC3NnRjiwZqzOzaEukMLOYx4buERy/5wkE5+sCVDKtnQekLQ3wioxNFUqelM9LsHacOm590fPx8pfdit6uDvHnk1skVZCOYqmGj3zsH/DMwVFVaAZcYUAZRhC7L9uJP/njNwlDig3U3OIinjpwSKZ/s9NZObwLhYIUD1NT09KMccNl302vLRboK/fW91xVwQc8uAYH+gRYXbduSGh+TICn3FUa3SCZ4yzQW8J2+P6dP8A//ctn4LoMMXtujNW9112Njds2wApqODWRg9WKwmmG4JRLcMpFRIINxBgC02ogGo+gmC+hnOUz4SAeiyCVTiDZ1oYC3+/4nGJcCzu4iXRbDD3dGcxMzKOjLY3tlw3hxImzqNeCkvRYLBAnU+wrWZO8CSJdonlYTKwF+EHZhxizSxCKB4IQdGDRrr5RFY8iDQ0q1gdBDB62LJbYAPDak9HcpI1AUVLptUhG5CStZhWgdFgKSyU7F/bjr/jwG2oFsCrY0zed9GXT8lqWQVUuRNMr0llwKAavMOIEBPpVwKrvNajAGiWvZjNGHE/lT/N1M0AiE6OJugrtCRlNrO9KYjhiYsOmvUjc/lo83etiCg3xBCM24fucsXCzBSyhnQcLPT90wZNBBxhKF4DGBoxluqTvcsDC+8D0ZQ7GlK82QemQhHapQEHpJthIeUA2AUsyhoSxQK9b7nW0OiFIJSb1/BoHDpRRcy8sKLkyVQ0sqlkwOfwZNho2h3EhWM0yIq6Nzacd3LDUjva+KGIe4LFUK+F0dgb7Z87g0c4WGt0pOFoL4bqFYMsR/16X7CMCqjyc+BpsCwH6pTY0OefEK5Vy7yZtCcjWAzRO1gm88ZqI/1oLRpX+VDW0DaXw/ptuwW2ZPhgMytJsNHQLem8vtEQ7XJ49ZGaapjQJDECUZ0fS0gm0E9hl4JUD1B3YtRyq2UVYeQuBmgEjmET7B//qouuvL335416TqPwp/Q82swq0CwojhMMgXvPp6VkcOnIaRw8fx6ykDZMxrTwpxT9OpP2y6LxzVJ1rAgL6dgCelF5WpZc4LXurBDa6ogqIp1IShkGjQJ3AKppIJTLYsmkXugaGcW56HPfe8wNMj51RKfASPMShh1r3LbuCKzd04YZL+pGM8Sz0mO5e06zAlZLd0QAAIABJREFUTd/31KPaeue+GkL6Pteen6cPpvpSb/EFVGCOWJZ45zJBHD9yTr1vtQfwmshZ3FReqhx+NhhawfPI9oCkFkHqIBLhENZ2tKGvPY1yrY61N/wmtt96O2q6hnq5hFrdkt/Hs4N+jKuBVb/OYEMlIVZsNMS7GSJHZFPKs5vhPVQG+TdG1QYe+Cese8Xo5OXKZudx7uwx5HMLEoop17KlGKoq8MlTfHvDW79++u/Ypf4z5tdoUlt4mzmvF5vn4TWbsXHLLtiNoIDP9CoTia56qp4FSMhnPMaqNP4e206BoIoV6Hup+l/jbeH181Pn/dRx+XdB3iP6XqvwQyNkYG56BkcO3I8wm+qQKVt6b98gNqzfgWaTdZa3T3uhOnwdAmZ5vq3eo65ASLLv63mMPfl9NLOnZGhDFneM8vsAfTYjYrVEYG9ubhodXW2iBLritZ+86PXNb/j2D+5+FkgkMnPaOpB8YDWwtJBFoNmSMJHv/dc38K3vfBsGZa+ejzdZq4MjQwKoc5/n/RfxxjL4pcAY3xf0yJHD2PfII0AYeMXtt6F/aCNq84uYOTyK/P5DONVYgJmkLD2K8WIBrRaTsFsyiCMIQm/+5cDWX3rHz7YCkLNUrjHzG9gfUKlWR/9ALzZtWodUOinvncqiYqmCU6dOY25uXoAZ7m307oubBoZHhhGJx5UPogPksnmVTC3rVbEtZS17YI/U6RJwqcBGGWcGNRne837GTANr1g5j5/Yd2LBxI7RwEIcOH5T7SZ0cT2zW0fzeKEEiz7eV76fhcu2aEoJEUJUABNdxQwuju28dOjrXo6Un0GjyJ7EO4e8mU1Vge/W/CVxwWCaSbw4kFcOdf3iW0iub3tqiCAmE8eQjj+CvP/DHiEYsea8W9yT6pJpxNAgUSOirpyDTNGX34Di45pqr8fzfehmyZfpAp8VXX/yKW0CCAV20tfKBVZ7Twnrk61P3jRZDMpCV/VXVsxx+yv4sHtesaThYk4JO/GpHR4/ixhtvkvfBM6lkzwnrkQDOyeNHUa8sSH/B/oa/Z+LsDHoG1mJozVocPHRA/G05JBDbHpEWkb3PYLKw9LL+XuTvT6oX9BQ6q+Tx6iihNRv3wpYC+OTfKqDI//hVwKoEcXof/pDouYZXvfUle7BucACdXT3ItGcwOT2P2Woc58omjERakuLrpYIwVmN6DsFWHhrlz7/CCkCumdeDrt6fVXCcp9DwgFXlO0zv/gYeeGg/skVbPEjjiRTSPLtDXNcNFLNZBJwatm2kr2YWp8+cwfTMPEqlijzX7J/5nHHtkpFJsJJnsz9o4D6eTqfkdVGdwb2aYCTPF6tKwgP7Ox2gf7ZhwuHzQuVGkf7RZQQ50KeXsdNAxAhj53A31o/0IB5mwVuTvisaTwvJp87A20wfHjp0EudyZVmLlF2xJmnwMQwptjatDlhzNwIhrIubuNaM454nf4axVg1x2kRFGIQLCSxev349LrvsMjzwwAPC3m1rS6FYLHqEI1VXCfmJNXpIFyYpexkCq4M9PVicmUJX0sQVe3YgE4+AfHbmj3Ao8sTYLB47fBR1jXZ3tAALS5/jDxOldgwEJMiT15S4R1QPwKC9iZdFQNyFa75gNRBxHTz/yl140Q2Xo1op4MSp8zIYu/p5O3HJul7osEXlW6oHMTZbQNf6Pfi3r/0QY/O0N2EI2RLCIQ3JCLHFMHK5ogCpPHNUwClfg6oJNQl05HkXQltbBgbxnmIOHakYLtu4AU61gFI5B1puc0+VgFLZs+gRrcl9qdkuetZtxrHxWex7Yr/0PkLxcqmaUPk3PG/j0RiSsQSSCeVnSzyqVKmhUrVE6Ws5JJQUYTTruOWqndgy3AvNpZqXdqltsAMa5oo1HD0zIQPwRLodNbuGhblpNOslGHCEmBGW0Tlfp7JsodqWzzV7FVaUdz1z6jmd4f9Tv+nXwOoFd9YHVv/rG5+X6cPi4jw2rFuPaMSQB17CJxzggx/+BM5PzMiDTJNvHvB7dm7DW978RiVBJw08EECuXJJCsoMg2dIiurt6JWmTk+/Pfu4/JCnc3/BXF+yqWV9hmfqbMQsIskP37NmJN7/pDYhFyaJUC0UknCDLIgDbCeCfPvPvOHjkuExo/e/3mwMp1F1K7FWaq6RlNmzceMPV+P3X3g6ORAl05oolZAsFxJJMObRRKdRx4sQp3PWDu4V16/mdS3DUb9/2Erzy9peh4VQR4WTD843kduO/N/+9qoLD9/DiBkODdzaxZIQpkIMbZqVck6KpVCypZPOWi2SSLF1u7kW0d3bK94a58YYIrtLLsYnFqVPIz58RSUTBBvo37UBTT+DRR36B+3/4Y0nfU+/bA7c8vzhJTPWALr4/22mIubg68MiS4b1eAZ/kdQZayGztRaMzjqXcPJKdabrcI1ixEdFNVIpVLJ2dRXOqiFDZkeIoYsZhNSwUwxYSG3uhxTR0D/Qiko6JOT8Loa6ubhRyWUn3jEVMZHNlbOrbgCM/+jm0RQJzmmzoZOPx0GajtcLOUdeQP4teTU6DDGIXL3nxi/Dyl96Kvu4eYRbxECCoQzPs/fsP4eOf/GcUSjUEA00EXRudbSY62mO47torcf1NvynPnkg6nKakIX7vrh/i4OHTUhyyK+NzK4wRgjRksvigdcORcCd+jQUEJ7cyPGi5Esq0adNavOc9/xuDg/1wG024jiv+gnxOjEhSJc4HmyLd+9zn/h1fveOb0IKR58xYXbd5LyKpOPo2daHkusgW4tL8uaVFOKUsUmYIumvBtsrCkiWzrZYvC9jFqSiLaMohmZ7ckAbFa42bdcRiIaxfP4CF6SXaXGLn7ksAzcb5c1NYmq8jn7eAkLe+xbiZbAmB8dDSKP9ig+BAIWCWAiK9Inm5aPQKWAH0BKQkE5Im8ix8CJiH4cok2IJm09uU9go5BI0YgibDipREhLoTMmGUZ/AyevRL5528Njnevd8niLnyjVKfI1tkFejE5kyPe4U72Zp19TrFI23lx68Ilr1iftnDS4EhBGDFc5VgY4isOJYXIUR1DYkIEItoqFsa4tEm2tqjSNQ1vOwV70DqtbdgAU3UbAcW37sAQCpxm2xpYXJw/xFmtmL+hjwQlTicQNe8NVKkszlWTTY/FONTsThrJIR4hF3fKVGGRRobaTKF1fekEl0eQVnJvyXZXMIzuAsqoFxxXnwEXcVJCBuHDST/blqI8VrQ8/jAWZS+8QBC5Zz4NkU1hhiFgLKD81EXp97ze0iQQQ0XFaeOMhqwCKxwz+f74U9v1mE1quL/5QbCMJp5aG5IGreWU1MSx5aGRqOAGq0lao4AEMWAjYkHHsXkVx5AptbC26+7Fq8eWI94hABtHq2Yg0jviAJWjTgRFwQZgkUGu678Z+VSyjNO1m9d1rxmEfgtCgujmi2huFBBo+Ji49/9y0XXXwRW1f6ngqj8c4fbvbJaUB7HZBqxkWU6/djkNA4fGMXJ42cxN70k4Kq606vj1tRLUefXqmGH9wrFKkjRVmXY6SegCw9b0wXsIGuTAA99Pfm6yJRYO7IZQ2s2wQ4AjzxyP55+4hFYtaqwScQ2hlYVmoG6XcH6zhhu2T6CgXb6A8si8UBf9YAqWZxndOo9U9LgePdT3rvvt8evr/LeE9K1eKUqEFYkwAQOuFXLe2PglWLyVlyGJjoih6vWVEos5dKtekt8vOgFS3/YuK4haUYwkDCxJR5GO33NU+0Yee0foXjpLhTtElpFdaaShcpzjGevaSqZpH+mcaEJ+49sNLLqPI9VAl+SvO3wexQg63+sBjbl3ohCQq07DhY5OMwuLWB6ehxLS3NwHctjxRG8Uddz+VqtAh981tnqn/+rfudqBipf35p1mzE4sgVBjSAmAV4FXijHs1XPll/7eR6r/u/jvxDAmd7/Yrfk+bd6wCtrIcUwVSolsnl9WTuBfDIMG/Q0N8IwQhHkF7M4c+YA0skMBgbWYG5uBvPz09h7xTWIRNtQJ7vJe98+s5H1mAK9FdAirC/ZX1vA7FHMjv4MwUYWEjhP4MoIoRWJCJPf5AC85aLcrEmdGgkEsfP3Pn7R65vf8K27fvhsxirZdvzD++a4yC7kBODnmvvZAz/B57/wb7KeyPIeHB7CwGA/enp7RInkr49feiGS50ObDw3VWhXHTx7BQn4Gm7ZuQnfvJsSZEh6NYfRnj+KxJx+Ta9sgC5Bno4S/ev6OjaY45qzQJVb/pl8Or+JXFXOWHusMPY2iXq9I433ppZvR19+rLBksB7lcXuTHp8+clZpZWPnBAIYGe7F9+zYsZXPCEiW7a2ZmDotU0dEKhkMzzytXfNY9BqgvYZehkthqEBAJiI8q+42tWzcjapjYsWMbBoaHMDE1jpMnj6Fh1wVAFGVRKCSsZMXiV//b1cgqJ0CVVGC1V+cn+i5BV886OM2IkFZ0htDpZJWzadcU69VjdbPXkvqSpY6uoZDPSYDWMkO70RJ1C2smQ4vgsYd/ho/+9TtgmhYaTVpoRJHu6EFvXz9yc7OYGDsLLaBeM9mFiWhc3sfm9etw++vfgKVqDclMG+Ip2js1hEFOKwAODAissj+Q/ZGA5ipglWE6MseRG8l9VIE83APqDVuGmMxG4P7ttKpYXMgJg+76a69XPtbiVe5C16IYPXYM6ZQpTLL8EplzKkjtq1/+MpJtKTiujekJKqJMIRtIQjrPNaGv087HUBog7wzwbR98pqYKSvZeqxdiKnVHCMIeFEUNJ9SipFsp3v5fwKq/Z/DeE8h6Lh9vetnV2DLYK1Zc7A+C4SgeP1XC4Vmge2AE7Z3tAs4lIw46EnWgmZUaWu1Jz7YC8IHVZytD5V8uq/b8oYcMqdDCwlIND+7bj0LFhR6NIdXWjmSqQ3w1uTaosgg2axjpS2Fy/BhOnzyHcsVGPBGXfYhAF/sG9kzFYt4jlihFBvdPyv6pSuRQkP0QP8d7yD2bIcwuQxtlww9Bo68vbZqoqKyVUMwX0JSeTooMube7hzuwaV0f2uIMZKWknCxp7oea5Kw8fXwcB6YW0ExkZLAepf80z03aipgGInpECACtYAhOKIauuI6hQAP7n34cZQ7jNAOlSlHOTAl8C4cxNDQk65u2SkUyRlb51PrnJq+V1GEMPSPxJBbDxpERlPIFjJ8fx+bNa3Hz1VcgQ5DXqqJs1fClHz+KxWoVLn2ZXSAdM6Uf4tCjq6MLsZgpgVGGroOe+QnTRJpWHwEdS8UKTk5MYJHKp1gCbjQivvVk9P7Ob16HjmQY1UoFDYdDt7AAjbRbsltBnJqYR6ZnDTIjz8PffPILmC+WUMiOAc0iQlTLRYm/QOodbnWisDUj6OpMoa0tjngsjrXDQxIi2NXVKUSk7GIOtYYlORu/eOCnODF6CPF4BLUSA1uJmytvWNbDvGa02lvI5XDb6/4AXcPr8fG//xRqkjVTQbHAUCpl00WLtWXyGrN8ZGAUk7opFk2o569WQT67CLuUxZ5tG7Fn60YEHQ7J6sjXg/L+crUGquzp7aawfQMhRZ7gHkKPbKtaxfzcgnjrhjRVUxMHo3qQoX9hLYh9J8efyxL/H/s9vwZWL7i1PrD69f/8jGwYh48exg3XXgvT4FRbyXNrVhMf/PDHMDY1L3J5SU11HNx0/TX4/de9SpifnPJR0s3JRtkqijdGPptFKpmSYeLkxDT+9fP/iWzOk0mw2WmqSa9vurzaG02YF568jQX1rl3b8Na3vFnCK0jRZhNHMJMBRfRHqjst/PP//XccGj0pwCqLI04Y1ManGFb0PVRptkq+Ql/LrVs24I//8A8QEcxBw1KhgKnZOXR0d2Exm4Nda+HQ4cO47z6mToqeVX4WF+rb/+QtuPGGq1Ct5qUYEghCAnkYAMYCkVMWP2GWU2JCMWxelfTXkuaIkx/FoJX0UErmKUfTKP9XgDWvBROGC8WCgK2cHvI9hk1DJnDJqIGFsaM4f/xxCQCpB00Mbb0CBSuI73/7h5g8cUakS44nd+JGwWKG0yOa6fM1i3SeyY+tALp6O0VyLywz8ZEji0Axcnm41Bo1tG3uR3SkAyfPn0Cyux1aIoIIJU4VTpg15MYXUDk9h+a0ujZMFueZSGA1tr4bWjyE/uF+BCQcRzXhvX29KBeLmJmcES9GJlGu6xrG4bsfhZHnoelK0iiLPDJsOc3zPeX85p7geSbThptuukGeS7JQX3DzzRjsG5TGkmEVZAHqIRNf/srX8ZWvfRcBnbKDJuKGi2uu2IZWg2brNm57zdvR1dklqbmkXkSicZw8fQ7/+/1/K2mXbIrJFCCjVwLfZANWzQEPmN+9/Xdw6datYuJfLpVlsksJsCo6bFy593LEY0mxyuDrj0bDElqGVlhMy4NaE3o4hI997O/ww7vvQShsYmkpd9GbMz1WR7ZdB7gVBI0kmnoawbYU9HQnkJ9FIzuFSMARLxoyGwnWiz9WpSZAi0xIxSuTABkZAWwyVUI2J7JB2Ni0YUianvm5PPqH12D95j5MTk3hxOiCFAQM8FHhTpQvKjBUWQBwfdCPlKFSNNvhtfY8WUW2pIJ0FLfTC6iRdk0x1/gz6FNGZmorFpbJtWa3hLXqNAsIxjLQzDQcq44WGRtkxAR9YJWMC7LQVphuqkhVoUzKO9VjLUjF57NWWXQ7ClhdTgcnxhtXjL8WbQ/YvPDnqibt2W2lKnB9Wq4CPdkfctDCa0Rf1CBcjdAuYc2wFNtJk8UhwdIECmjAYPlnO9i2aQtu/eAHkd6wFhU2PrIHqb2GbC0FYyhLFnreaWSi8r0J4MnPK6dJNkYKYFWeW7RLkCsesBQMwuAyCc5TnrDSjHgMtUCT7F8FmLJgz8Q7lRWtF/ot3+I1KYKN0QNZ2EnKm1JCg3zcmqCF7iKGJsx6CPlgC9O1c/jeP38cEz89iKgbRVqPYSCewbqwCfPKQTTe/lZsDrSjzW2hrgeQpdw/qMGQKxiAzSFIkOCwJ6sUzJtfU9JXBfMSyCIHuwVHnoEATIJ8LeBYdR53fvGfcO5LX8KfXX8zXrF1F0yjhZhTRFUvwwhloCUy0GJpBCMmJ0VAOKIUBWy2BaP3ACWGdXFvsovUjMGtVFAt5pGdnZfie+tHv3DRa/w/vvIJpWQgPu8xw+WWSYik6kXk6xykkU1B647cEs6cPIdjR87gyIHjKOaKwoyiKmEZRF31SlSCuz+YU1RP/5xmE8p9mWucewWvHffZmK7BjCaRoK2Oocnkn762vV1D2LB5G+IdnTh+/CDu/8n3kFtYlIELOCxtBtDSw6g3G0hqDm6+dC0u6TdFjaICGygpo9yO5zoZFM9mF3F/Uo29kvguD215W8UigGebAi4JBkl4mmc1Ij7BLgd0TTmjK/W6gArTNZ7HVG1wTejQwkwWZ/o3PWHDEvJCn3AmzWfSbUinUiLLdq0cUm1JXHnTa6EZPXCtJdSCjjShXJnhUFjuD5sJvlYONtlw1jhArFVlyEnmGwd8Ip+MmpI4rIbOykNxNeDJ/+1LL7mPK7Bd3dGwFpYm2A3YKBUWMTV1DotzUzKsZNCGDAz9PXCZReglYHug5upm0h9g+9d3dQ3Hx6AmGYI6UukuZDo7xGbGMBjGxWunAEvleeih9tw0+Lx61lDChguTP/Jsr0hhOVls4lWD5XvO+r6hZPkGQwFRydQ5LAyFkIjFxVuaiqloJCmhGoXiAvbtewD9/d1Yv2kHXEQlaNMHJAh6872F5cxQwUr+dSdzOHfwR7DnTiJiUPFiQOO5Sb9mMyb1KSEeOU81MuFsGEENO1//4Yte3/yGXwJW5SxVnDnu4QRWG3UbqbiJJx57BP/8z59SjFYtgO2XXoqRNWvQ3p4RxjPX+GqCgx8IZjPNnT51YmPkolhdwvTiGCanJtAeX4P+ngGEowk06g4OHDyEbCEnQ4EE61w4sIMMDaWHNlmEylbqV33Iub1KpbZCQFCqgVQqKb7QtC/ZunUDhkeGhJ3N7yEoR/CUNkw2g6nI+g5r2LFzuwyzswtZdLZ3Sg0+PTsjnn2s8ZoiW6f3dgvNBp8ddf4I61LeL4fuDfFCZUlAxiz7jO07tsqglnZIa9atQ76Uw8GDT2NhbkZ89slo4vUjY4u9ke91bMRTwlRlTS/Pp/QzOjrWXC8hVRyOSI8jwU4aGvWGfC+bfb4m5fnKIGAF+vHfTk9Po7OzUxEfWo7UXFxnZJc1LVeA1U994n9DC1bEt3DP3muwedsuAXRadh2njo1iYea8BEoSrE3FEypYFU286g1vhhXQ0NXfh0xHu9Qj9UoN7ak2CY3h9VTAqsp2YB9EAI9DDRIhHMsW8gf9eOk5yWvR29+HSDwmgD//Lc/Cpksl0wTOnjmGa665Fo5NKxcG3HC/I4HhPDZuWiuD01CAFmIkd7j427/6P0h1xNDZl8HM1BiK2TzqBdqdsCfgAAzo6urBxs2X4PFHHl4exKwGPf0+wR8aC+NVvLVdxFNxRIwYLIuSa9aJPDdXSCW/DKwqdZ+cs56Ug/fsuQKrb37J9TCaNezYsgGX7b4UdiCM+w5O43wxjkS6G6lMEvVSHqFWEWmzilCghEDAG9x6VgDL9dgFjNUV1qoCVkXN4aHLKr+jhXzRxv0PPomFvIVoOoN4sk0GgjBM1MsVySzgYD9pNHH44C8kAFPTlfydyfQkW3GPYzL8siZBiCc6EsmkrF/uvcWCYnlyj+bzLn6r/B7HFmuKOokmugEtlkSTQxZDQyGXFwBWrVO1d+wcSGDHlhEkDRfBZh1GMIS67YqHsRY28fTJSTwzuYCyZkAPm4iGwqgWSwhGQtKfJSNxWK6GMrGEZCf60yYC+Rkc2f8EqhULmc5OJKImanZFagb+fr7mvr4+GewQWJXwQG+Yoq6jsvOiopVcq43rhnH5zu0Y7uvFiROn8f0f/wz5Yh6veOG12LNxAxJmGLlqCZ/5zoPIiwrFwJruLqwb6EE8FSGlFaloHF2dnQJAMoCRKmBW2lQbEvReKNfw4BPP4OT4FAKsOSUwuoFMCHj+Vduwc9Og1JtCaCFrnjksegj5qo3j4zO48voXYKwcwyf/5WuwSeAqnEfLzglKwYEGLe7yRaoXdVyyZTNe8YqX45Zbrsb6dUMwDfJuJbUOpaUlTI6PY35mBlt27IAZS+I973w3Dj79FNrak2jWiVsQGKa/akDuO73BLbuGWDqJd7/3A9h9zQ048MwBwR5KuTzu/sk+7D/wDGbm51CpKOyIiggjaioffBmE09e5BTMRRzqekgwUq5TF5rWD2L1tC5x6BXatglNzeeSqFvRYHDUPQKUiLdWWQsmzZuKwqaO9B3XLwZmzJ5HPzyzXQ9y/hGzotrDEwubXH8tX4NfA6gUPgw+sfvHLn8LSwoL46mzfslWKfcoIuRGWq3V84EMfwexiUVgT5LQQFH3+jTfg1a9+ORyZ3DIxLoixqTHx5lszMqKkoI5ieBw4eATf+NadQtn2Gx2/KbvwwFrdKIjkpdnEtu1b8JY/eiNMekQx+VqmwqTbK4iC05h//dyXcPTYKWlsWUiz0BE4RtiglBE0xHe0ylAbEvYbNQx3ZvCKm65GqFFFS6e5tQFXN7HYaCJP4Nc1sP+ZA3jmwEFhjQhc0XLFd/JDH/pLrBnpk+AeBf2odM9lL0mP+cD3KwBp0DP0F2meZxvQaqFczwswHQ4R5CTQRGBLGWaTWemzOwiqktlIn6N6zQYDLdicdLS3wXaqmJw8DytfRHtvH8xMJ3KLBXznju+IbIrABTcRHkjhiFRpMtHn5hYyKIswpUnlIRgWbwMCKOrQYAPjN2vSdAUDSAx3InFpH06MnRKgrK23m2RmNEt1lGazCDV1LJwcR3i+DjMclXtOAVFJd5BY0wWtI4a2gQ7oDMehPRMCGBgclHTbpfl5kSzNL1rYlO7HmX1PQ68qKwIWviw0+bqVhFE1gmLq7zjYtmUD3vxHr8OOnRuFfTk3M4dyoYZosg0zSzmMrBlGggBro4V3/tnf4NCJs4iFXfTHWrh+5zr0pKPSeE7NLWDj9bdh195rULMommBDGEK9Wcd73/dBHD58ZLmZ4+9noSBedwy1cNm4aXjXn/4vbN66FS6YzqokXKubGfkemZh7YJ5XoEmzSnBNUz6yDz30EI4fPy7ymXvu2XfR27kAq5deAa2lg/ApwlEEhnugpdPA1ALc7AKCVl6GFGSOisepyMyWx/oCT1Gmw3vNhsulTw4LUgY06QH09FNeomN+voBgJIrOoUFUbQuLC1mRiguVVVhl9H4kRVKTQYYKlOLXGjItlMNLPWQC4op3g8f08EHOoEtmL+nXDHDj6woBXCdGBAGGwAVq0GpkCLcQaOtHMKzBrRbQqtdEWsefzXAhFgoMyhKmCJtmuRVqAKICp/ylvJIM61/8oHiz+qFUKgyBjCzf/kEhaaxXCT4rEFgYExdYAvh4gg8dL28efCUMkCCzNAjEQrqkofMZtOpl8XvTAwaySwXUdeDlf/oWXP67r0SNrF9eF5Hc8Y6SrabYoCr8SwnmFI9RxVWJTM8Drgk8qpeoprhyXbwuRNhiHramfqJinHoGDc9qojsSnQqIkN+50l77TY5876rPLz/UHHq0gqi3gBAn/k0DOdfCk/ZB/Pt73w/rew0JiQo5LmJ6DNGoi+5tYcT/7lV46cCt2OLoMGm0r9fAGCUmi/q4ts+wXakGVOPvvxP/Vao710SsSWDUkYTvGd3Ftx//Vzz+iU/gH677TVw9uFdCxvRWXuwGaDIbZMEYjUpD0IokAQm4Cj0LjBTZIuVxHCTYFaDWQKBShl3Jo1BYwMzcFHa8/ysXvcZ9xqq/v7DZlvNV3aRlAJTXn2ARwaNsLodypSjBSqOjpzB69AwqZQauqbRwn9WtZKcedOmxN1ffR143kf/67FVvDXNvI4MvGo0hkUzBjMdVsGSQIRZpbN20Ez1dI1iqZHHvQ3fj2JFnoDV45hDwF92HFOxkJPV2duLPCVetAAAgAElEQVTFW9ol1EoIg543L33B+ZyLY7jvi7os3WcAnnr+1R31WPPSCHhBawKiUvHCdHMHltNE1W6iXHdRb7RQaxIuaiIQDiIaSiIeM5BOmIhGImhLZZCMpRFNJ5FIxORzYT2KiGYibLgIh7nf8eysYWBkB9p6tqFqc+tzpCHl9eVZb9ctkXQyzZhbhQqGoVRfl0Eb/5vMTFr2+LUM3w8bWtY5vjxe9htvr/QfoJWGeuWM4dcIRMgwF0wUpsooh6WlBVRyY6hXbDRDjIIII9ikVJFec2GgyQGLYr1bgRqcoINonYzMhjTmHMo2HE38UKm2oKyZQDufNwWAqtdKRlk4HFVyfDaBQXrIeoMNGVYSnOJeFxHGH4EbMud8lqWy/FEhq3x/bHb5b3ie+rWKsHx11no1VBt1UcRw8MtAPj0Y9wLImuK7Xq0WceToYfR0d6K3rweOQwsSVcspeyD+3LrUQuEwixzWHQHkckuYefxbaBVnYAY5DKVuUlk/GaEYwoZikS0zkNkMOw52ve5vL3p98xu+9YO7lEek5yW//LO5IIIBlLJ5WEVLwLyF6XP4yAfeh5LrYH06jqsu241gXxdyjQZMy0bTu4arX4gEm8rA3VtLHDCJt76DI0eOYm4ui7Vrh2HG6c1roF53MXrslFKJCJsoIKw0WiQJkCbP17M/VkCuFfUWCRBia0Dlma3CWshYJTNqbm5OAmHWbxhBMhUTlpF4eDuuSJFnZ+YRDmrClhoe6RNgj3Jjgu12o4XZmQXxfqTiSNZRUwVTcYMRVqlvDeBZSVGu7/cfTLpmmbBrx3as27BWPCd7e/vkfR45cggnT40imYwKq9YPQmJoD30yxWIryvWZQITDoACveQxaYhh6tAexeFKFSXIQz73WC+nk9fMZ6CRXKDCfYS+GWKwtLOYk0yCWSmBybgZ1q4qhzi7EQyFJ6KZ39kc/9A6gMSn1Tf/6jbjs6msxOzOLM4ePID8zI+u1FXZhBOLSP2QCNXRlujG443JEkims37QR3b09wrQmkBqL0vubI0qgatVk2ETgjDUPAyTHx87j6OGDOHH0iBA4rHpVyCxt6Qz6+gaxZeulGNmwAbFUSqlxAkFMTk/j/JkzuPma62R4xHqMlgX5XB7TU1PYtHGDYrX5A1wN+Oxn/i/yhXls3bkeusnBVBHZySIW53Oo1Bw49Qa6+zZg87ar8PBPvo4QVQUMQuQzHCTbkUxgDkDUBFkLEhTWZSgmLOFQWJiIpVJdAoGV0RPrYCoe1JOsVDUr8nbpXT1etgRiBTSUCxdv18Wf/btXbMBQfw+uft5lGBoawEK1hSfOLGB00kbYzKCnpwuhYAOmVkZUKyNMlZCnMBJrPYb+0adXyrum9Mdcy6vVBmQMC2AcUEN1ntEERHnOsm/5xVOHcPjEJMxEJ8xEG9raaaGWQKFio1IuoD+joZafxKGnDwpYyR9Gv33uj1RvNB0O5D2Fk+dZzOvVlk4hmUxioVQUwhYBKhKieP24ni2PFSqUABluB9Gk7D2oWMQERGvVOjQyLlm/1yxsW9eGHev7kDbYK3FArwm4z3qB/exSPYD7D57FYjMEPcrBZA1WzRabPVoWEJCzGYSUSCDd1i5KzEohi6mjBxFxLIhHssGhCBUTyiqIrHQOcggI0ipQVHMe+YLrhZOYltVA2LHwe7e9CL/9GzfAqVUxO7uAxw4cxfce2o+FQk0k5zddth437N0p9+hfvvsQCvkSNg324Heefw3WdHcgqJuyHzIgmGQW6Qm51bsu6tWq2NzItWs2cX52CRPzOSyWqjg9V5L3lo5FcMXmYVy+aViwDlcLIB6PwghpMhw+P7WIejCK37jttfj2fQfwtTu+KX2ZZH3AhsY4KLsm+0CqvR2vfNUr8YdvehMG+rrhknzUtFAv5lAq5GUIHTaiqJHtOb+IqVmGtNI3F/jJj3+E8fPnJew86FjS77OXZBhoe1sc4YiOF774Vtz+mt9D1W2JSqBRKSAaCUGLpwXEHp+YwrlTZ3H08DEcPXIUJ86cl3BvcvyV/2xLSCYxw8BIbw82bFyLvv4+lGpVTC8sil0A2ceq51Yetb7HMvElXmeG8/lBl8lEQoZmc3MMGssvW9eRZCW2Skuzz+kM/5/6Tb8GVi+4sz6w+rFPv1/k55TX93V0oTvTiTR9LII6iuUa3vfXH8ZirrIMrPJBfv6N1+P2239LmA6Swh5UwCrZrpm2Nli1mhQV1bqNB376EO69/2Fhh/gfz2KSeJ9kEeEDZitsCBc7d16K17/+tbAqJWHbJFmY0DSdfh0Md2gCX/zSf+Lw4WMIm6ZIqBPJhPh9sEVj0qddr6FEU2KrLuENsYCLHevW4NLhHkTQgEZAke+jGUCOYQCWhf3n5nF+YgqWwyKTh7GyJhge6cDffOgDiBhsOhm2w8NEeVb5acz8vVzEBFWZHMhijwcgX5tixakJut2oCJARClN+DzRY+LqWNB5kViqMxDvcJcFbHfIEWVXYFT+jPBTJrOF94Huo5Cu44ytfxZlzZxFJmGiR7RYMyPWRSTgn0vU6StkyDDZ2AR3VEg2+Q4glYgLs8f2KD6KX1Kv69BbM/jZ0XDaC83MqiTHV0wk9FEDIAWbPTMJwQ8idmUZHPSQpjGJW7tgoaTaSI10wBzKIdaagRYIIB9V16h8YEMkHJ1WUbExMFbEp3YeJx0cRorJafjeZKmR9clqrQHO/wWDR8LY/+gO86DduQqtVhRkKoDi/iPOnTiNbqaFlRLDz8iuEDXT65Hm8410fhNOw0Z3QcMOujdjQk0JMZ+Gh46mDR9F3xQvxwpe8HOW6gzDTyTldder48Ec/gaf3P71cAPuFi0pTV9IJFtx//hd/iqGhQZm4E2C7sPHl6149RODX/TUhV1lkcQpcVc21g5e97FUXvTcrYPUqAc+aLKjCMQSGBhBMpoHJWTRzs0A1J2nsBBnJHKXHp7w2eY1s9leAVeH0eQUFgVV67orPnxsByb0OG+hoCi5TlgV8JW2JsjLlnaroSZLmhmCwBjj8mgJeWfMK5MemzAdWl5lTHpApGiaPpSXAKovikAxEAvW6ABmBellYZYHOAZkwutU8WlZNgYXyPays2SSTLUs2xWp/Rqle1P2SpaauwcqH8jgSqEYaHwLOLBR8/14voEWtUgmwWobv/p/AqmIuyx/+XPFSCyIcCCIW0dGeNJEIG6g16TPlIGWkRNJyfnEaz7v1Rbjpz94JPR4RNgKLU75kEvHkt3vzHt5PAU95lQX49OX/EvulXq/HWpOvi++rD6Oqok4aCB/E8fzp5PKsAmE74p2/8jldDfT8tw8yn7eAA5NMFVdH1q3hQO0U/u0THwE+X4MbriBQbQBhTq0JwJZQe9sW3Panf4FbY5vQyfFBQBNvV9EGXADg+rfAB3zV0+g3Tr4U3kG0FZZiO28DE8E6vv6zT+P4f3wen7z+ZdjTsQOJaAxNvUiEB2E4yk/ViCDI0KpwDGAqNJn6MgDwYFs2MLJIGmjZVQSsMqmKsCqUls1hbuE8tr374oHVr3z1k8v7oFxjD9gni9QfLvJ6cw/hXswzsFQpi/qD+8vszBKeeWYUJ0+eh2urhn91Ei3Xm/gUX8Bi9PcIcpvJ3vD3NFnHwg4mQKiClmKJFMJRU9YqG5R1w5uxZvgStIwQnjryOB588B7UC0WEJRhKca3FT9l1kYzHcMPWHsTIEGPbxc+LrY0XoEXXP4LoHngq7Fr+ny/bFk9x5cdKsMii+oG+i1ZTFDl1iw1mCw3KWMOasCrIcEzG00gnMpKO3N6uI8LAqHhMUr7J4hIGKNphFTkjouyviu6OPBKmjVDLQZODnkgvMuuuQiPaKYEuIdTh6nFZmK4ET+nildhkF+kNQlbXSCL39kIZfQDLtwLg5wni8I8fSLOiMPFtGvx9adUATxihynuXigE2Pfy+WnUBZ0ePojo2KmqWcCqNOleHrqEaCSNguQhZFuhUTVVAuOWg4rriC9/XP4JQKK5ALCpDGIrnMTwJfPIPXye9yPmeKcsWSybP21hAY595TLWUp7ARz1hv/xXpoM/08wB/AmT88P1V/ZBNXiuraaPCdUaPNQYGhSKImQl5DlinEVThdRsbO4fs0pz4acYSGVRqCnzjvsA6yLJqIo0OkXHteX43GhYmH/02CpMnEdFU4IZmqJ/LoRcbxtWgt39Pt7/6ry/6DOc3fPOu7yslFifYnt2HPBdcA6Egios5VHMqG6C4NIN/+vBfI2lqwoxiUOUCKRHhCAxRJKySOLOq8gAs/2+yEvkvyJLmtZqiN+2R4xI+MzgyKI1sNJbCseOnUcguCBGD15tSX5UEXvU875/9Vn1gdaXOUc8knwv+zXvH5yGRiAu7lsEw3DsGh3oF4KhUqsK6SqXSaiB0dBSRkIGtl24WmwmCOOqa06O7JYAGgVV68guIyudLyNsKWPU/+Lv99SO+oJQliyVRC8+74nJcccXzZL34w3Gy1R59dB8iJv2RyRoMqBC0GENfY/KaGWIYIIuZtUyrARsRxDs3Qjc7RflHwJJgGBt7vh5hvXJvlGEDiQIqWIzXJkJfygCwmC+ht7MXJ8fP4Y57f4CWY+OWK6/D1Tu2S411+ugJ/P2H/xwNaxIO+yPdQDwalz3fohUSecWtANqNmKy/dBgw60W87A/egt5tu3Hy7FlE43F0dneJpQ3vYyKeQEIzPYsYetUqv3z+fd/dd+Kpxx9DdnFRQB9KZw2uq3AYXZ3dwsDLFUpo6+zC3muuweDIsPSD0wvzmJqcwK5LLhVQw24RMFfn08LcHAb6+0UyzOeFLEiSZL77vTuxtDCLwTW9mJ4+j2TGRF9XStZDuVJGzW5AD7VhcHgbDv7iPgnULGtAnEBKi2xgDvX4vKnXz/vPBHQyDFm8FStNTE8toFBgqFJMjYxFtaTsUVQ/p4KbVS0vCJFHOhE/Bvl6IatYbhf78fW/ehsiYR0xk3ujhmLLwMnFOuarJmKpLk9FWEU6BhjBMgIOGdWKbs3nhKxnpX5iuBCJKASMbCwuLkkAEgdVne08y2IISv/Hdc8ANpJsOBzRMXpqHD9/4ihC0Q7Eku1oa6fySEehXEe5mMNITwT13AQOPX1IrCaE0s29VwYw7EeVKofPvBqAqb6FwGecg9UAFX4MWNaEFcyzWHpbYQ2T3aqUPQRWGRpEwF1AOMuRta9xiEFiUwu4ZvsghjvjCMMGw5zJdOV6pReryeFGsgv7RsdxfK4MRw+hWimKqoaDOO5rHFTEkkl09/UjFMtIn20V5jF58DHSNqV2o62W71/Od8bhJ68X+x8tzHuuGJNSIXvWPXYhh5e+4Fq88ZUvhVVawPjYWcwu5TCbLePRQ6cxNpOF3mzgN67aimv37sb41By+89BhuLaF6/dsxy2Xb0OSVlSsXl2GxlnqLJS4Bg76HFHg0SqAgcSkeBAGtRDC2fEp3P/MKbhBHVFDx9bBTjxvwyAMDqw0lqcMcVLBU/PEc+LteN71L8Ad9zyGBx/aJ5/PZhcQoOKuaYvCjTkfb3jj7+Pt7/oTmIEmqsUs6rWSrFsZnFrKS5cgPDM4vvqVr+GnDz0iz8x1192M4cFhPP7Y48LwD6MBx2LAFpkTYWzbugm7d1+Gqm1jen5R7Kk2b9qAK/bswq4dlyLT3SsWdOzJ6YlbqdmYmpzEgw//Al/+yn/izJlzsi+nokns3nUZNqxZi0Q8Ci0UQDafxbmJcRTrdelLOSjjM8bzheeMYDGGIWxVDgM5HPDXMPdcrhP+G4a91moK41IsDXpE/9oKYPX+9mtg9YLd3gdWX/nmW5GIJqC7AezZsUvA1bgZE2A1V6rg/X/1YWQLNeVnKM13AM+/+Ub89stfJE0igTzbdTExMylpnfFYVJKao2ZUUmm//s1v4dCR414bvxJyoIod1eivAKleQ+9Jz7gIdl+2A2960+8jnU4I+FOvESRReAW9QDhJePqZgwKCkjnR1taGRDwuhQoXUyFfwNTUGGbn51EqZNGslrFjZAi7N65Bq16SpHZOaxyLHlUxWG4T2UoZT0zM48joKTQpkRQpUUhCJ2665Qq8653vgG2zWPEYJvSiEVme8spcLXVigSJenTLJV0Wt37hyik5qvhmJL3vMsQBiod6iab0HdBAElaGYSLEJgikzdv4Rn6KWq4JiZGAZwPzsLL74pS+iWC1heNsIor0RNAiQMnkxkVZNblDD4XuewMzZCeh2AKGWJg1lRCZ8lBGq9yKpxN5/8xA0uhPovmIDZnILWMjlEe9oQzxhioQzNzkPt+KgMVNAp2WgabN5tVGxKqhoDuJDHcis6wOSIYSiDORRPqW9vT0i+bBqlkwEz56bx/pkLxYPnkHYVgwStttsoDlZ5jX1JYB8jbGoife8663YsWMrUlEDc2MnMfrUE7ALeczkcxjcuAWXXXcjIukufOGLX8PXvv5ddEZ1XLGxDzs3DCGhuyIXMaJJnDo/CX39Tlx7ywsZjyaTYDHYr1fxqX/8NPbv37/s6+bfaxYLlNG5VhNdfZ147/v/Au2dGfHyNY2YV4x5/DgftLrA1241o1UBxkqKzw8W3i98wa0XW6/BB1b52DUl7jyKwJq10JMdcMcm0MxOA9W85wGp/Krom8yV6bX6yh+YDZ2AkSoRXtiYglKpdMgATEA30WLYQawdbpAgiArsAdN4hZWknn1psDiECFYE2CQLXZh8HvPbFX2j/L9lsEZoZn5okhfg5pL9zQZdAkYiAA97hlTVq+Jzp3cOo0UT/WoBaJCxKjHS8j4ClJgy/IpyL6IAZMeJLH15yfkJPsoGRL1y5Tcq71l5QjHllxISMr5V0S1Cel/bugKseqFAzzqQliE91mUqaZrAMgsa8UGjd2NEl4TNdMxAezQFh5LLGqfeBkLROBaLWSQ2rcVV730XOgf6JLiDQLFcYwnCULCuYlQojE+sbr0gIrkPAsByD1ZBEcIS9liuq5mePtiqCeigmK4XfvArZKz+0ucvADhX2EvP/hm8ugG3CqMVhq2FUHCrmHJLuPuB7+DYn9yPYC2KajSLYKmOQDCBZiWAevc5dH73L/HHl7wcl6EJoxlBJeCIU64P5sr7WAWQE3zlh+/2qK6RApdpGWLy9wdaKDoazqGAL/zow5h/5B586srbcWlkI8x4FNAqsF0bUV5zno3ifR1GgKAqATOyjgg4eiwzYeBIB2kjQOm1+KwWYNXmUSouYmF+Hlvf9tmLXuNfu+Mfl/cXKR5pryF+tZ703ZPd8v0pcEAxV3i/SwLqVjA1NYeHfvYIDh8Yl+eOjDHfZ1KYVWx+lq+Rtxq8iQOfAzZTqyXpXAch756zgGWyLlmrHOzxd/d09GHThl2ItXVhtjCHH//kTpw7PuqxopWcnUDNQF8vBvr60NcRQX52BtnZaQSaSlZG/1OV1bTCaCSAqphEzAdTgZEiF5NBJNctUJfhDINfQoiYMSRTafmTSiYkqC+eTCARjyEaCyMa1YW9EApGAVDZEYFd4hDRQD1fw8GDiwhpNjZvcrD9EqAzHoBuOQg0qpihhG7NNei+5EbU6twbGnD0JvSlIFohAl0Sowsj5oGMDMSqK3CJ14xWMGQU0f7H96STe7GKacf36lvi+OCQlEar1ptfWy37p9LOYFW6OBts/vN6REfp9Bj0n92JvmeehqUZmO1vQyuVRJG+l+k4qmTwNAyEEUI1zKFYQIbYl19+HRKpLlSqjrCYyCT01QYCmkqAJ+sU2kCpzYe1DBk7SunDf2OJtNzfG3ymGFks/PAtAPymyB/Ciyqooa4Rfw9DRciq5MbWEG99F26DLCmqcxRTkbUYmbFkCbJhGhs7jYZdwdoNm2UYStDdNwklA1fsEhj4ST/BcAiVcgmz++9FbuIIwrTECWoIGS35+dx1dQ6NBUj2rFO8Vb3zNc+NsfqN798pIJIKI1MhqgKseozVSr6ISrak7KTsCu784ufQpdfR096NGfpVBnToEXoKajAl3EuddX7QkDovVPgdax2CJBzUN2xbGubDh46h4dTRP9gPI0ziQgoLi3mcP3NarCpUDUZv1Ppy6MqFz+F/B6zyWeeH+r1NsQLo7+8TpQ6vYX9/j0jf1X0Ny1rl58+cPiPW1Xv27ECNw1SRdqtAM1p+TU3OCgDL/kDAXLHnUWWEP6Tw9yzxLaX3tbef8ObzmWKuwabNm9Dd3S2vj6SRjq52jI6O4tTJ40gmFUipQujIWFVhcyRQ0NuRgDztkGCksfV5twBaQvYi9igEehiESksDDif4+wgaSx1CX0dDAf/hVgDVFjBfreDp0yfx08cfRa5WlsFV2AliY28PXv3S30JfPIP3/+lbMX7+Seh0H1Bpe8IeJlTOoVaj1UKyqaMzFcXlw92IRcO46jVvRqJ3GEcOH5KBFoFVDlboj0pyTMZMyj7EbINsjn7CTTy872Hc98PvirUMfQcZmpaIMcBLk32fg8doLCEWAnOLWbHXSXe0o2Q7iCY5gHGEZc3agwG2rA7bMxlhKxcLBWGR0lO2Tm9Jw8DSYkHk2fSEPX/2DAKBhuzPA0M9GBzuRsNlCFMK7R0bcPzgvTDNECwB4ZRyoy6Bt0HiRfJcy9nIgT6fDT4PiRgKBRv5XFVIFBozLITJ+WxF2YpzsDe0pZUSswJkPwVyi1MXfX7zG+78m7fJtSSTVo+EkGsE8cAzp+EYKWzetl1UEXaDNnj0jHbRtKoIyHpRdgXsISl5qJSrOHN6SiT5AgwVCsIkZIhaX3e3DDVJBKDVDPNKMqkEbKuOdHsKYzM5PPyLwzDj3Uiku5BuVx6rM9PzCLg1bF3bhigq+Ol9D4qnp9TRAoxS5UKgVJW9ioVO6zjuV0FhMXNdbOjrR7lew8zSIuqi8tMVu90jFBCA5fcLAYvvhxYjrK2thrwHqi3tSgkjPZ14wWXrYQRsCWUjqFqu2oiaESTYUxJQb+vG6FQJT52ZRbkZQKFcRsxUKg+CtDyCEuk00nzmMsPS9xhWHq2Z0yhPj6FYt1End5MDV9Y+3G/p0cyhDZ8bhqSK/zfrCF3ClWgv2Blt4QPv/hN0x3UszYyhUMyjaFnIVxt49JljOPb/sffmUXac9ZnwU3Xr1t2Xvr2rF7X2fbPlTZYxxhsmJjGECQRIIF8YhkxCViYwk5nJ5CRhvszMdzL5zmRhgLBnyGIwYAzBeJexLNmyJcvaWlK3Wr13332tqnurvvP83qrulic5Z+T/Pg59jiy5l9t1q97l9z6/Z7k4iwfedhve9857RK3y6OPP4vFjZ0X+f99tN2A4E0FUd0VmT7s5ytxV01qxpUVdJoSVhjQtxJrIMOGZUczOL+K7L15Ag7aCpo4N3UnctWszklzHGRwVZj5DVFQNGokJoRji2V4sFFvIF0qoVuqiNGTTkMBpsicntoj3PXAP1m8YRml5Buk4cYmQ5NHQ2o4gM/NouO8s54s4duw4qrUG5haXMDO3jNtuPYyBwWEc+eEPUS0sIBbRsFQsYNuu3bjn3rfhxaMv4OixlzG6YYOso2SLvuuhd2Lvrp1wXUcaOGY0Bt2IyDmP65KjxfGjI8/jj//w0ygsFnD/3fdj/+49Ej4+tzCHmblZLBXyaDNagUxkqwWnYV8Tmi5zJhwWYJX7CgF/oW4Jm9VvrqcT0jyh12urQa9oZUO3WHxzc/xNLQz/P/ihnwCrb3hIAbD667/9fmG033rwZuRSGbSbbWGsRmMxLFeq+L3f/yMUKzzIGsqnEBruvecuPPTO+2QRI+OCg3dqZhrZXAaZZBL1KpkCIZSKVXz281/AQr4gUI2wpcRrx/cHW+PrFRwagmKHRRaLi717duGTn/yELNS1WlUOeYFUnbUSJWVMg+QBlv5m9MbktftYCOq1ivhEsdO8ODeD+cmLaC/OI9Gx0KjV0WLh4XsgJZJx1FtN1O0m6u0Grl6dxyLDRWqWgKqcaD/7vvfi3vvuhsOwHWHDKNN9yncCkDjw4greywqzkUBlx/a9LF0purhg0tejw9YKJ7ypijSxsw8Z6r3wQMJCSfxYVQHKAxep+vweFpQC9UhIZgfjE5fwzce/A7M7ib6xXjgmvW9olWgKsBpJpsWrZOn4BE4+dwztfB090Swi4ZiwEMW7yPePCYBVvgfee7MngcFbt2G2vISlQgnRXBr9A71olqpoV5po5uvAcgNdNR1Ww5KuU82qoxV2ERlIY92ujWiEO4imYzDFE05Df08O5VJJigMWwxMX5zAa7Ubj4hxibYFIxAqAJzIekOnjpLr7il2VzaTxyU/8CnZs2gCntIRXnnsauiT9dVBp1FHzNOy/6z4MbNmLT3zq93Hp/EXsGcrhLXs2ojsZgUE2UTgCLxQT/5mhQ/eib2QUdctBnGmX9JnSgM9/9vP4zre/I4UCn30glRUGFaVToRA2b9mEj/7mx6FHwpKYGiZ70y8eRFbrd2pZNAdyr+DgyK8HDIogaVJYMCED997zjuteZgmsrt91SKTfLg950QT0DRugp3LoTEzAW54DWmW1WUshTs8qJvqqNFeBLUSSvwqsChApktJAukpgSYcXSkJL9MLI5tChp3HbVumODSZg03+NQJeckJXnqldVnQFxRlcAsgJxVQiCsAICIHYFWFXMYAGu+DdDEUyODwOeZUlIEawmvO4sQpkheMUa3FZRJIvCTGX1y7AFk2Ao0ea2PDeVLKtk8iuhBUFI1xrKqkoDJjDB2UZgJywMADJyFZilwGZ161bDmdR7u/ZDCfL5Kiyc+EeBXgaBd+n6G0jGTaRiNFpw0J3sQjYalSA++gRlE/St0qBtHMb2j30EXesG0KTtiLppyhPXB1YVu8lnrEponvIP5YcPYfts1lVjAvX0FXNrheUqEvMV4xMfCr/2fXUne1cg13+OpfrPAatthBB2bYTaIbQNAw3NQdXzcLZ6Hkf+7C9w6bNXEbUiCBltWIYGr+BgfvMsBv7m9/A7Ox7CXv67CYIAACAASURBVK2DqBtFkwymNUhqMJYDGFcxdn0AOfDa0zxpLrlaE1EvDIu+0O0wxt15/NV3/hOwdAZ/uf292Ij10CkDbTfQCtkI02BfQA+1B0kTQphhZEerdFsVbKfChNhMoGRMJxjv1NBpFdCqF4UtsP4X//N1z/Gv+oxVARSlK08/cR9c9wGpgNkfgHCqv6AOQOI12gGmp6fxnUeewutnzovPmIQC+T7bMjt8ZknwWsHvE2aprkuTM/iQcBNZI1SAGYEGygFjyYSAQpl0Dru334hUrh+2Drz0yvM4fvQZZKJxbNqwASMjIwJmZDIZWWsJuk1dHseFUydRWJiXPZSiVFH2Bo1ZmY9KCSL3m/7ZtAWKUp4fEQCISpBUslsO8JkMgdSkHFpjcVMChkI6Q1TIRKL3XxhOy0TbNtCo9aKZ76AyXUWjNI/R9R5cYxrTk5ex70AWN924DqlIAoW5JVTyRdCypOpGkNp/J3JjO0QCGdbCKNUcOFeKSPcPAPE4KlQIRHTEUwSfM9KgodWN7LlhSlWVBQAbicG+wGfIf/N7xE/UBxYDhluw1wRzL3hOQT0k0jlXAZ1rpeot7peRMJxiGVe/8ueIXHwGyb03ojVVxsi5OTSH+3Dqjr1o9a1DSAsLiy7EZqKn4caDh9Hbt0lYJWSG0XUzqOeCPY3XuxYYFvaQ2EwoJgl9oAOJP69Z2QiQgaQAyuB98O9g7+drBg3WYF8lQBVYdatuCucC1ywqiJSXrQrl1IVhSBVLu93ExfEzyGZzEvbTJMDtstYiW6ijAEg2Q/wAD1onTJ84gvrSeZhuE4ZG/zgNUZN7tQ6NYZkS6hJeAfF4//d/4M15rP6vR76p7KjYwPEtBoKxzo3YqjZQXS7LHhPRXTz38Ndg5icQzfRjLqShGWK4kgmX88HPL5Bx44e/BeNAQHCGbDKsiPVluy2MnjOvX5D6OZaIYHBwEGEykCNRnD9zXj3DTkd8NdcSCmT/+CcaasEY4NfF8oJ2D75vLr+f8n8Ge548eVLu3fqxEZHEsuZLsm6N0I4gjOXlZQHj9u3bjQsXzq3YZrBO5ntdWFhGrd6SulmxDZXlhNprlWIomCt8zVZDBeNm00ly0dC02hhYt07C/shuZqNn//79cn08jD/77DNip8IwHoKOBOulPhXlWUvqd2Gkuhp2HjyM93/kN2F3lBcr17XlpWVZn2iXQiIKm8T8vLo2Lg8JeU8JM4G8Z+Mbzz+NZ0++JP7RlETzHOBankh2B+MRfPTnPwS3VsEf/rt/jTDDO7kNsZYX4IsYK1mGLiKdELYPpPH+O2/B4P4DMHfcDKfp4MXnn8Hi4iIyuawElQZOnHNXpjEzMyPPmM+rUChgauKyWlvDYSQSUfR2ZcULnmnfET/khU0iMg4JQBXKFRQrFey/7XaEUwnUGjWMDY9Ko4IAplBsPOZ0FNHdlRPfWDYz6C2ZSKTx6skzmFvIo14uY2pqUionNtH27d+Je+6/E3a7iaZjwrbjOHn8GWRTEQxmszh19qwwBqWxZgPJWEr2Dq7zWpskjhpirAVTJqymAavlwYjwfKrGjevRli2Yx35QWTQi4CGfE5mazbolrDbuO5XCm7MC+Nyv/QvEEjG5l1kGVbVc/I+vfhOXF5dw8NYbcfDgAfQN9MB1LbQ7LZGkh3UCumr9Y/hkfrmEM6+fx7lTF2XccF3j/OGfRDKJjq2CmEh/5JglU7W3h37gSey/YQ+uzBbxw+deRjjajVzvOnT19KJUb4t1UDLiYeugib4U8Owzz+PCxIwEIEn4o9+wlPVZ6ntN5iil55ynDBXitWzu75N9+OrSIiZmZtHu0MdT2bhwF6eCQp2nhHsKl/M0loBDGz+bjS0LEdfGrXu2Y8e6FJxGHS3bQZ4WdC0HEUPHUF8WEZ0hS0lU3ChevDCHmYolxCiDia0ureQIitLX15D6LJLoQ29PBgPhNrandESbRcwuzGO52kShQCzAQr3TRs3toGOE4IVCYv9C9jdBXdvuQKMKybFwz2278Msf/BdAvYzK8jwa9OKu1lFtWnjt4gQ279yF9777p1FZmMHk1SU89vQxnDg3idsP7MDhfVvRZXrIUW0bpt6KxDDlXS8yddZYwrT3xIKQhCUvRF9aB7YPcB45PYvxmTk4XhvruxK4b992dOs8/jgSTMxnEovGEEtl4IXCaDhtxMIRxGMJAbQZ/Ec2rjSmzRAyvd2oWS0sFBbF5qe3O4vuXI88n2q5iHq1KsAybeKqtRrCJgPGbVwYv4SFpQJsR8Pw+k0IdUJ47olHUchfxS2HbsNvfOITeOnoUXzxi1/A+97/Aezbf0CUvWSKSm5Oqw4zpMGk1U8sJo0+CZ5mLR3JINXVg5eOvIDvPfqPGB4YxuzsPCauXsV8fhnzy3k5Expc08mQJdZkqz2KY5TzhfdT1VmB8lcRDcQ2Uta5kCgSkvEUXNuBXW/JukTg94cv/ui6a/Qf5x/4CbD6hqcbAKs/+PYXRLYRNkw47NTzWOyRNm+iWCWwqhirlLAIsKppeOCB+/DgA28DezaU0THJuVKrIJ5SEhf6nbgdTZiqf/e3D6PpFx3XsCc4PdcAq28sdlThA+zcvR3/7t9+SgY+J4OY8oPGyio1M9vVpcyMXRdj6zeIVYCwv5RqWAGxwv5riz9Js7iMh//6c7CXZ5VEJJlG/+aNCMeiAnSw0CewNNwVQyrTBavDwKQm5mbnZBMgG4+G3OJPQwmAD8AIs4Xs03hMpD5yMHA7KhEzELP7TD/KW9gdkVRtLootUv4p9QoJu4+SuqZtr3TbA+CFMkV2nPizdtsSCId+jGTliIzJdtCybZybuYRjl07DixHwcpBI6DDMKHFXROMpmPGkSLircyWcPnIClfF5JNsmvLaHcJSdPfoRKYYT3wcXdLUwuQh1RTF0aAdmSotYKpURTiUxsn4IpaVloN5GY6kCLNXRVQ+JFSV9dqvNKtpk6OTi2HBwO5bbVSRyGYTbjhSz9FshyG0YMSwuFbAwU0JPJ4r21YLIcklNWgusUnIWeNHxmWzbthW/+isfxmAqhgvHnoO9PCedP7LDeE/KTgexoTEM7LgRv/O7/x4DmTju3LsFg0kCV/TOYZKtAc+Ig+Le7K6bkejO0cwO8WgC1VoT2Z4efPfbj+LLX/ryNVIyOfShjfW9WewbGUBfbw/u+pl3QaPcnvYAK76DqpgPPgKGKv8/kDmK7QLHtaEOfwTX2D1k8fKzD733utdnBazeJodKlyyeaAyhDaNAMgH30iQ8SpdaNZ/lKFRqCTdy5UCqQD+p0AXINKCxqPN9SZUTJ79XwYZeOAUt0Y9QulvCLDy3BZ2e7k1Lmg/0fpJvFa9JHjiaQSy3SmdXYp4A6bsWWJVDUXBNBHrDvqRfh2aGJBDJtSyRSLHI0YYH0TFz0AoVeK0SQC9kn8UpwCpBo44hnrK0BKAVggJXV6XUohy8BlRV8mS+D2HHEGLUw3Ig8mR9C2TlgedJwFwNvhLAemthvuDfPmNVQE/lBcs1K2qGxV+VES7xaAT96STClH5aLZi6iVwsjuFDN2HwAx9AKB1Hk8C4rN+KeSrS/wAMlf9X6ngF86kP9W//e9d4/gZsVeUgTWXc6kFULa0KmHxjTAkZq34Mzpr87/+zocsREhHWqpKf22RQWR3MhCxMLp7E8a9/B4uPvA5riZ6YEegxD+c+NowHP/Qr+Gh8D/ol2EsXTyyHfUD/1669xv/tffnPje+GK7WLhgJWoaHmGjjjTOEvHv2PGA4t4i9zP4tsZARaIg693aA5iXruIsXjH9/4Wx4B5w0Ps8ouQv7NwwfBQAn0YBOgJSk/7WYJleIsun/u3/+f3ag13/WFL/znaxQfytJB2erwYy1oIoxVf2OU9ZMsGQLUfsFp2R6OPP8C/vF7z+DKlTnq1VUglexzgf3FtQoTYUURqKck0fe9FvY22ZQ82Mm400UOmMqkoZGNqYewdeNmrN+wHeF4Ai27DqtVRndXFj25biRpteB6KFerUrC3Ow4cq4n56Skszs+JxxhBpsBzUgXImHJw4x/uV/x9bMwKEMO92QzDEAkoD9Zk+4VFjSA2PmLpGkXbioBClFZVQ70I1AoemP3Qccqw2Lo0GYY0jeGeAjYNOBhel0M8koXnquYKw4EYtMD7QCtdspa1RFSSjtPRAUTdNBLJDhAbRKhrM7x4Pxq0aGByfMJEIq18RUW+KzJYdf1r16HAnicIHQok5wJO+o1GxaBSB1VZnX0ZXFBTKTCM3qe+RzRlt3YVHc+E02riO0/8KQaHDGTHbsPMDx7Hbd8/BrPg4Ox9t8M7eEACv0Sy7Npo2W1s3rwHW7YfFG867gnBuhOwEAOATRrNHh00LERjKtQykOeZYSqceIBWTS7ZM6jC8T1ag9cQEM+XTYu0VCezPyq1YQC6NgRQC7yCff0FJddhguZK4qu8a5VnKOuq5cU5zM1NY+PGMcTjKbQcBgrSyofMNaVIoFqA96xer2Hi1eOozp+GbhcRDRHE12EaBAu4PykmVuCFG8jI9/78H173/OYPfP0b31BsVfEjVaCO+lsXr3raiRTnilJPxiMaXnr0YXTmxlGNZrDA7cSk1NwUEFw8TX2LiYCFLqwrw2+yiGWIrUDXNpmiVVwavyyAGptVw8NDMOlNGY3CajgCxvHeCyjrKPB87cdagD8AW4PxzCAmPkslV1cZDAxo4jN47bXX5HMbNqyXMXXlyhUJxI0LEG7LQXzX7t3o7c1hcvKyJETzvVHRVMhXUC5XfZBGrYWBT3twBgmAeF4TryMdz6JZK6OvJyvjb3JmFl29/X5TA9i8eSP27NmNrq4cotEEjh17ES8cPSJML18XsuI6zvWFNZSMNTeMn/65D+Pw/Q+h2eogGomiWqmgUW/IOYEgKWv2VCa7AvaSuUrmK8d1wXLxrZeO4Oi5U8Jw1cWXlc0zFighGAzVrRTQncihJ5vDpQuvwJm9CMOzxF+RORg69yKPIBvhmg7u2b0Zhw7sQdeNt8PtGRHW9cyVS1jO54Uhx7WBzDzOL44FWrx157ql/vnmN76JKxMTQv6Ix6NCakjHo2K9w+ZUhNYYwjNgkC9DWKNyPpyemxdgdXDDCBbySzh0860SjMTzHD0gayRUTFzGju07VHOfwGbbEWn+K6+dw/HjJ4R8sTQ7LfWjq2u488478MBP3QO7Y6HaoL2ZiePHn0O4WsaQq+Opc6cxW68pb2QAfQPd0kRLpSJIJ6OgoptM2040gZMvX8LSYhGpXBSJVEgCl3LdBDtjMj7CpgraU0oOJppzzWTjoY7F+SLmZ4soLlx/wCzH37f+6F+LpJ7zItOdxXLdwZ9/9RGcvXIF3X1d2LhpFDt3b0U8EZUGBz1/U0mym5U+ampyGgtzi5idWUCtaPnB0CoIkHs8/5bnGKPlnAvLtgS87u5KY/v2LeJjPLdcxbMvnITVMdE7MIRkJoMWEogQ/NdbGM25yEQsXLxwGS+8/DoqdUv8WpkNwia+Os/yPSgAkI1Lrn+NelXmcUprY8u2bQJGXpy8IvkVUjvzLGtz7isWodJCsQ7T4PAsRO1b20arXsb2sT7s2TAMo1lSGS4dDUvVNuq2B7tRxZbRfuSYAezYMFLduJi3cW6uhJaEBKuztvgDk1HOuUmikhlHNptEn97BwYEUxmIsyyoStNZuQql6WhYKjTqKzYZYCpY7JiwXsNr0PK3DcGx0RUy8/2fuxs37d0swYrVSFgCb3q6NVhOOpuGetz8AAzZOHHsRC4U2TlxcxuXpadx7yx4c3DYMEx1pQMdjqhEmzXhRw4nET2qipmOjWG2KrQZBQ+6WtKshw7vpJnBxeh4Ly8vY2JfB/TfslCArYjQMRU4mY74axhQGKBmxVAjK75DQs7A0zPgwal4bQ2NjiHVlcGV2VgJneaCnvQjJc45loVgoCIuUFiK0BaQdCs9Hi4sLKPMabR35YgPrBscwM3EW2VQI9z74dmFMf/1LX8b27Vvxlre8Re5TLBoVpVQhXxD7CqpQuQaxdiS4yv1L6gUohS+92h95+Ft46pnnUa235BqXymVZb0Jk54taoIFWU5H8gnN2UBurOkrVRmo/DeyTlL+4WDRqLga6snjogfuwc8tmtFtNvP8Tv/em9vAf1x/6CbD6hicbAKt/+z//i0jiSOBi8m5HY6EaQzIaQbW2agVAyatIYXUdDz74AO67+zAMyjg6kGCoWqOKrp4cLl+6JN5H6XQO3/72Y3ji6edkwkqQSpAs7LNrgkJrbcEVFGYyATwXu/fsxG/95m+IiTsnFgc9vVVJv2dRQiBTbE4MA0PrxmRCMpxJDg1igk78xkO92cLC/BwSpoYnv/VNlKYmYNltmD09GN29C+FYXAEMNKFGG6aEZNG4XXnIUTLBTUC8TuRgouQg4ukW0L/kgMoublImNv2qRA5RbyIS5UKpDgxRMkMkJER17ZU0jcAqQ7covYRaNH3vIcqZRBLITY4+YR6jadrwRLbNjcdFR3OlU87u1cmpcZyYPIeOwY0VyGYTiCVSUsBFYnFEaPUQMWG1HJw/8gqWTk0gbUckAZXgBruHXGh47SyuJJ3XZyYgZWD0jj2YLS1gvliCkYxhZHQIlWIJoZaL4swywkUb2SrZdyHp+JXqVbgRwE2b2Hr7PkzXC0h1pxGihE/roCsZl6KRJtgzs0twGkC86sLxgVUVyqdSW1l0stB59dVXV/xHD9xwAO95zzuR9SxMvvQsciGVdsoNIuK4qLkuSnocBS2Kbz/6fbz91v0ilSCjlemHBKYJoLsMIMl2Y8Mtd6PGZxcx8dLxV/D4D5/Czv37MX35Co4fOyYFQHBYVffGxlhXFHdtH5Vk18Gd+zG67xYYcbIfVsHUYPzzXpIJoYLWOC6UbFc2UIJhItVVrCQyRvgMPvwLH73utTlgrNLr0wtHgVgcxuYhIBmHe2kCLo24mxUVYi8BoWRDMEKF3XoekAn4sbMblnFGMEkgNb/pIZuVHNz5+nEg2Q09PQiNRYFXg2tXobcI+tvK6J8AJtmrXDSCECyydAnOsIigD6ykmyv5urK74H8UsCr3j4n1LOZou0HmAIFVevs5lFhbCHlt6JvWw3ZT0JZK8OwSiI4I05QgkQCrZBxH4NLDiD7JDGGR+89TqP+8fMlscNOVnJxf9w9pElplqsRNzuU1FgCrlgCrj0y5mq4V1wecScXkV80gAj6+dJHzkLI600DcDCEVJ+tORyYRk3lca1lIGQZuefsDGPrwh9ChVIqHOVJmeD+l8RR4qapGUwCsSvKwz9BlyaECrHyAzOebyveusQQICe5MBrMfIOS/Y+UiGwDEQE+qz2fuQ4UVrGEurX7fGsNt/xYpGJpjgSCkjRAPd3oU0baHYshAqdPCVGMBF2eex/mTryDkZpHash0/2tbGnYnb8QteHwZlveYYUKEDa69rLXsqWK6VBUAQwiXOk3DRFI9XFuN1N4TTrQn8xff/I25NNfHfjHdCz4xIUJVLphpVCwIkEJxU3sAaJxMZMVANIbIKCIiI56cP4jIoUuOG22rI/POaNTSKRSTe8/HrnuN//defvgbMUCTZVY9HruHXNgiU4b8AM/KQOyK15f0Jx3Q4lovTr43j+SMv48zrk8gvF9Va4LN0AqAuACiEge4Xp9yXFXCr9kj6tgvY6kLYkNmuLDK9g+jt68VIfw/WDY0iluySAyPHNocLG2G8PxwPPPw4Ek5goy1BGWSGMXSOh/iwePuRuSXNAqkJaMmgfEl5uJe1VGoDn0FO71eXwL0J14mh3YyhVQ2jUXXRquholDqoN6twvBr0SBOxFL3YDCT6IognQkhEbSRQQrxTREqj1xmZlEqWTdBJHJjbyvPTbTVg5ZeUTUI0i3hyGMl4P9z6ZbT0Iazf8w5Ee7ZK84As6XmrgGgqLgcradb5fZiVe0u2xgpwHbCT1WE8YHAGzWnWCrxPfAbBHsPvk8Zd6FrQPQBhW/WazJiJiVN45LFP4/bbD2EseQNKj/0QkVOvI1+vonLbfqRvoGd3CO0wPbIh/oZduSEcvOmtMCIJOYCx3gs+CNKwqc3fQ589No8blIdScWKoa1HBEWwi8ppVUrVABlxrfDHBNfPX92AN3q9SkECk6Bz7rGtEJisJZ5yibA6oeaoYtKqZyfWe9ycaicvYuTJBBqaF0bExuGIBpSyLpZHkdWA1CCDyoOpgbnwc05eeh1dfQDISF49JHpqjrJ1CvM+Uwyr5aQCGHvjgp697fvMHAmA1eB+rwKoGnfVLy0JpriTSyWwqjPPPPIG5sydwxTNgGVGETY5RIGnG4JmKIRq8BhUxsoL7JAGOXbLUJOiu1UKz2cLVK9MS5MEx2dOTQyqdFM9g+skS4OTBWIBVgvuyFqrxufaZreyj/v7BrxG84n2SdHB6EnuehFHt3LkD58+fF1bq4GC/7AtXr06L3zLremUJZmHvgb1yLiDYJPPfiMj1zs4uoFgoC7lDjSRejyKFXEPu8K+TlhAj/aOoV4vwqGRr1FGo1YREodb2DnK5DPYf2I9dO/fAtl08+cQPMTF5SVl8sW7x2bC+qwJcrSPsUnoP//a//WNkhjZKaAvtFRbnF8QOoFGtCRAskuRU2rdCyCASiQnLj4DUX/3oCC5enZRnwhBOg6FDTtMH/NnY9RCi5ZJD8gGlyR1opWWkrArSVhlOZVkaUSQO0O5t40AOd24fRc/Gjdj81nej5uqw3YZ4t5M9ymaUgJq+PZLsoZROx+J47tnn8NUvf1mecTKTRCrBca9LM4G2VyRJxGmHwaaopRi8YhAZMtBotWAmM9h320FRG9xy40HYjZbsLfS0ZJ176dJF7Ni+Tc53si559IaM4sSp13H06DEUl5akuUYvTYItd99zLw6/5Q60PRuFMkN9DJw89RLyr76C0bKFV5tFzJk6tI6LTBzYc2grRkbXCVjK4DHJE+C5xgthZqounrzZbgNmjNYCNPVQoydgsnEcqERyHiq5f7Lxw4aCiQvn53HulUtvan4//me/i1K1JgBjJpvB1aUy/uY7T2Cu3BI7hGwuho0bRxBLEDUEevr6BHDknOF6Nz+7KJJ9ypahK5UDr5PzMtgzaC0jVixij+MgYhrIpGLYummDeFO2XANz+TqajoZkNifgVN1NotNqoTsJ7F4fR8QtI79UwNGT53B1Lo+OR09VU87e3OSplnEcsk8NpNMEVsNi3yChdo0i1o+OIJXM4PLktNisWbTbpCWMQ3UCvS8NyXIhWMuxU/c6iBoROddGTBe3H9iO7rCHWmFR5OcL5RamixZqAqxWsHvDEIbThhApIqkuLLsxvDq5iGpb3Q/abtC6hqSiht0S9YybZOBcBN0hYIvpYRh18UJnE06AXhG6kcWpi6VEw3Hw6lwDV2bnxKuVDNPhdBJD2RRu2jyGgXU9sMMeCo0SSpUqHKsNq9nA2OgQhkZHUSkuwmnZODtRwgtn59F0Wrj35h04sGUIbocetBFaHIulDJuX9PUm2apQLmN+eQmFah0LZUvmM+dALB4VAPHK5CX0dQ2i1Opgbn4RB7aO4VaeRzUGZkYRInkuEpb7zTlOdRUbH2SuSj3MsE826mil4nqwEhFs3rkd8XRKmkSFYh5NhkC1bLFNYd3XqFXFxqSnr19eK5XJiZUW1bzie2ukYTm0xaIfbgPtVh5nzr2OC+fHsW3TRhw+fLtkFHM9p9qYc43rN/cDu0N/XqVoIGFNlHX+Gi94kmbgpROv4e+/9SjOXZrE5MwMHE9DJJaURgIb3XaTwHZdNQAC33ba9pA4putotgILAFeAer4+6zVOb4LRmtNCXzqKD777QezZskGaOr/86b94U3P8x/WHfgKs/jPA6md/4+eQG9mAzPAmNBkagpB0KOltRS+N//AHf4xq3RawhJCLaeh417t/Cm+9/VboIgtmV6KExUIJG0b6cHV6RoIeotEkPv+FL+L0mXMwjbAKp6Efjfg7eQjrngxmZbqtwEtKZ8SsmQCDSRlBC3v37cWnPvVvxHepWCqIb5F0L/zDPCcfAcx0Ko10Kifm3/R3JeNWFeaeAMTcoGgnQG+d10+9grOnT2EpvyybyKYtm2VRV7gvmQ0s3tRCEyRBrsj5SUiQ1gkXLHqrumLAHrDx+D75+/n/LKy4IjSqdQFWeaihj1ulUkKpVAT9ChMp+twwAVDJ+vmHwKfrqfsSHGSlWOUhxC9c+Szka/w9fsow/dJqnoWnXj+OC7NXkSUD9PK0LKpcAOUAapC9o1JHk6EIZiavYnl6AaarI0bwnACT7y3E72fhKGwkQ7FXvaiGTYf34UpzCfOlPKIMrxgcRpNUn0YblSsLCBVtJFoh6LZKnqw3miBe0ki52Hr3Dbi8OIv+/kF47YbYAcQlCMxDLJbCxPgkkul+RJZbqF9aEO9WeqVI8mXHFoCJZuyTU1Oo078WHnbu3IW3vfUuhGpLiDbysvmy8HC9kAR6kTlFX6CnXz4lxvx33rAPEc8TUJ5sRQb+WK6GihfC5v03oH/nfmHMsah78okn8bnPf151sTqahL5EIwYGB/qlYChX63BaLeweG8be4UGEbAs9o5uw5633onvjVtgdsmf8Z+UfNjim2JkTIE3MyRXrJvD+4n3nveZY4Fhko+AdD/z0da/N4rG67XbFKI0koWUGEBobAPQGPB4ii0UlS/Z9UzncKM5UvndKDMausqZHhO2i27UVGIxzeAWgIjM3FAOyAwhlB5THKtM16zXoZFd0HEj7t0MQk+CqA80mEMWBFsi2iZL4yd8raauKG6mCJ8hwZ6lL0IH+wz6DRxgWGrRODbpVFfaBNrIVGtmApQW49DizyRDkUmXIwVKj7YMRhSYyEUusAoRRKwd6BQqJ76qc7VcZqARW/fgC+f1iR+AHnazyI9f6rAZcyQBcVxxPxW2lW6tiO6r+vP+HmDSXDY8MQNU8YpppPMEDgoFs/zXslAAAIABJREFUMoZExPaZdBqGxkZw8Nc/ht79W5B3bNg6I4DaiHXIBFHsMb6GCsRVUCOZJUGsloJ1A3CU91gBjSsBT/6lm5Ro0TaF7g7wUIWLmuwIirUapsoBOgbSAzB8sm4rCFiAhwg0cFXk3+QJrv7OVfZs4LmtBtmamBXKrjoaGlQtSAhHB2EvjAgMvNqcxj+Er2K7OYiPhoZBIwIGX4XdDqxQRyw8wmRReBpseklqAOMpgvetVnz1/sM+aVmCCTQD823gdesy/uqxX8P7k3347ci9MLvXw4tTJt+GLinJlLKp57XywXmk0+eRc1tiiBXrU8BqmWSKYU0GklWH16ihXa8g/FP/8rrn+Be/8Ccr6cRB+jqliqsd+GtfcuW+S/CFAhoU6EZASzU0yJ4pliuYnV3E0RdfxAvPv4ZK2YJpch9QHoCytXH88+f8wDmR/qv8eHgEl8na00PyvGmBMDI8hJsPHcbmHdsl+CWQgNIqQMLyXF9O7Cn2k2rG6pIQzPWXh3deJ9crbnwE8bjncaUyOMYD8wruW+GmWGXwkB7WYoAbg2OF0FkYRDMfQilfkcNCvemgjSqMRAXpPg3JrhByfXEkMkkYkSQS8S549hRC9Tzi1jISsORaxUPRplSUQWvKToGKn3qlgVq5CddWjCseYMlM02wXtUIZpVoIWx94N7bfej9CXkykwzxIdkIOlupFpAe6lIevgD7K9zIAqLgn8ICopJZJeW4KjFQN74DFGjxTHqwD/1EJwiHooQN1jw1HNombcExN/IHrsxWEjBa+8epfY/zSC/gV8wbseGkaMwtLONasYm59D3K33Yx4z6AC5sgw4krjNhEyYtiz/w70DmyExcaZrBmUw/N5KjCCHzzwEFBlgBprPLKI+VrStPX/5vWqxqXyQpU6ypchB+BdAI7xPqx9fwH7lb9LBQDxkBSEkLBmU0xqVVYplhU/KH0m88ZrWxgffw2ZriT6B8fQbHGs2ytNPtarHXq2OS1MTc6iMnsGrfkzSJiu1EEcD7ScIc5ASwAye0hgJRDE5uCNH1F+yNf78TffeOQa5rnMCzKS/Qasa7soLOYlNDYRCeP86RM49sw/wgnH0AlHEY5GxaOQ771et6A7LaxLp9GXzch91mMxlGtVzBWLiHX1CQDYbjTRaNZRLOcxPTMvWQVUYHV1ZcSblnWvZTsCako4JbvfQdiqb0XzT71P1Rz1FHucnsuUVAszkt7QDP9MoaenR/zvKA2PRXjwV2xwMpq4HsSTlJPXsXXzJqQzGczNzWE5XxKPXgmrEva2so0KxopYUfCsQeayqVLfOV64+zJk1aB0WtdRrZSkZpVd3CeCcJRQ6n7rvt0Y6OnC5YUFnLowjk6LIIIP3vuKBfHF5/7q2QJ0bt53CB/51U+i0WzDNCK4eJG+tCay6SzGxy+iN9eHrp5uWB4JFyroLRlNopNM4qtPfR+vz06Lz6Rnt5RtkjC5/dBN2VDU/VQ1heJ4sCnJ95dwLQzaZYw6RQyF20jGDQyk4zAGh5C++W3IbdiDltuUplCr2oRHogl9OLne+onnJkElnfM2js995vN44emnkcsmhalK4Ew82n02oLI+6IgiQRq8bC+ykS0+3XxNA4MbRjG0foOA1LVWhbs1PD0qtfyFCxewYwfDyPwsDrGYMDExNY3njxzFzNQVLMzNIKxr6B3qx60334Kbb75JlHiL+QosN4Szp45janwc4ZaDiekrUv+LHD5t4La7bkRvN8NVLbR1CxHDExswL0SF4TA6nSaS0WXxv2xJ3apUeqoJo+onBbKyflApBAKBaSlcPL+IV4+dud6pLd//Xz/8LmghT5okA6Pr8Nr4RZw8O45Iuh/LhbLsuTyrsFlGkg3PcNDDssaZsYhYyNAqg82PSCIJz6VNgS1+onwGJAgpiytlUSLvwXVkrvX39qLNIEtK+GMJYevz9Tkfndgw4rEI0lEHW4fC6Il1UFguolCx8eSRY1iqNGWPJFAZ0ulr30GlqsKXaeFARm+j2ZSznWVXZFz0dvegWCiKhN1MMM+DmII6j/IczPktnrH8MBgQ6cGxati9ZRQ7NwygVVyCVa/BMeMYX6xiaq6MTluDbbewd/MItg0k5RxAxqxtpnB8cgmz1Y6sX5zPMa7zJBNQ0k8yVTwjCsF42IW9OItOfgmZeFzsIqImz44aYlHaupEdHhIp/eVSB+NXJ4Xgs3HdANJOCzuTWfR6IVRbdQxsWw+kTeRbNcwvL8pasmnDGAZ6elEpFlEmw3KhjLOTc+jv68fu7RuRTUZFCVGqNVBvWFKzk8zAmqdarWB2MQ9H5PsdIYF193VjsL9PckqYG8NzzpZNw8gXq5iYnsXG4X6EygUM9vaip7dfajWqW9noEFWkMEAZEKZURYpUQ/9uflqDl+tGs2MjnmXIV7+An9VCUVQbisluoUTrjt5e9PX3S53SleuRcdfkmYsraziGXHcfKqUmnnjiezh39pREdRw+fBi7du5Qal42emn7SMVR2JTXZSBdtdqQ+8tVjfUA/80mfbPRxNWrs6hbHhzNxFe+/g84O34R+RLXf8r4GYbIBjfte5RnLIPAJXhMCEwCbsjw6jA8mfNbGKpB6JqqbeX/uQ65Ng7s2IJ7Dt+MlKnhI3/w/76pOf7j+kM/AVbf8GQDxur//NiD0GJZdI1uweCmHXB8tgQnF43r/+CP/m8UKqRTK6CPB4UP//x7sH//Pun4kT1JX9JCuSTFZa1aEyP7pYVlfOVLXxVfCp4t55cWYbcJJtCPlMClYonR2FxtXL6Xn2/MT28gFkW7d+/CJz/1b0R2QhZCf2+f8t9xVGI6N212f6UY70CKPh7Ugg/FfFVJieUKJRvTmF+Yg8MFgoUyuWt+MmnALAheN5ALrbBzhEVD77g2nEYZpcKSbGTZnj5Y/AKZOWEDqbg69ATAKic5u4RMOyVJKM/NoWVJQBgXddtSnlbs+vBwGI0nJdmCi0AAgkoHl9J8v1iU11cIqDAJSJvnBrxcL+HJky9iemke9mIF02cuwW3Y8j3y/nig8D01mRxO/1Ctw05zBOlYQnyTyOAUCMBPa5XDBz/PhcgExm7dhRmniPlyXvy2+voG4bEwaLRRvDwLncCqHYZusQhpo1FvktyDRhbYevcBjM9NY93gEDp2HUanLUUrNz16vVw6fxndvWMIL1RRvjCLEB8Q5UVGGHfccgMG+7uF+VJrMmFQddkzmS4MDQyhOn0R7YVJZHTl2aYZEblfYV1Hud5Ei//Pe1arImGEwNRDLuwEVttaGGbfOvRu2QI31iUbL8FOFvizs7NKkkk7Cbshh1MWJfPzCzh56hTOn3odm7pzOLBpFGg10bdhE+782fcju3ELioW8HBDokxcwyXgYzC8t+6nITKnmJuAo1liY80wdJgMmEp/b+977C9e9NguwuuOwYujE09DS/QgN98L1asDlC3Dpa0vgXA6YyleVUJn06n3mqgTyaARWdehkf/ofKirNJ2uTrUJ/3uwg9EyfvJLGA06rIc0XglA8tIpUn8AqDwcWbQR48KHkUkod33rgWssEdVpTQIpyDeVJlYWlpG3IIUCwHQK3dhVuIgtt3RagUQNK8/BoAyDSawWskrEKrhVGSh1FmALM6yJAJpYACsSVxsraMCpZn4J3zQONAlYFovQPIerWBAxI4bqv3C31DwWs+tCl3GlhDhHkEok+vXD90AnfezXk6TDDEaSibEZFhLEaTQCWE0a+7Ahrd9/bb8ddv/YRaIkYSp4F0xe1i52Hb7ki//YxBWHRrfFXDfimAvfKtfifke9XICiBSZ7jGBrUJKjquqi7bTTZIFM5PGAoVG+6X4A03tqGzyZk8RenHBw6ogR12FAQ+4EAClu9O+ouXZteLd/LR6WxH64gbB6IycAxWsDfYwLfDk9hf3gEH8Qo+uUxSESFFKh89ITfOLNMeuDpcudXnkjwHg0emITF6cGGgYUO8Gr9LD7z2Mfxod4N+K3QWxHuGoEXozzbgS7rpB+YJIdb5Y8r1x9iggjBfwWqirpBXtoHVm0fWLWb8BpVOI0azAf+r+ue41/60n9VU8EH1gKG6hulr2uVIPLeZe6tAqtcb/ghQJek/Uq0O5y2i9dOncf3H3sKF85fVWNBfGP9ItW32+Fex69RrcLn36EcWopTgqsKbM1ls7jt9kPYd+ONMKLUC5AtpAp62b/9RqZipxM4YpNVEyCVibgMYVB+xgxpo4xNlz+B/QGZrlR9EEyNs+npxOBUk6gsG1ietlFatlBpsgB3EIqWkehpoGc4jeyAga4eE4lkBkYsCS1kisRPs5toNxuIty7DdFuIuS2R3rY7OpptDVbDFm9GCS7k55ptSSSnR23HctFp2VSFC0BYLlXkfh968Odx2/0/A72nT9QcHMMdW0M0HMZirQSjK4p4OrFik6T7tjzB8wu8R/msxO7AVzzwQBKAjME+I6Bvuy3MQwFgO23EohFplLF74+mOgDlW2RLftvn2FF58+cs46PXgtqdnMPPqyziqA4t9OSRvvQGxDWPS2OI8Z9uDCifXa8FyXGzaegM2bt4Lh00ukUGrjkzQVOS/2RTnnhYwwIJEeILmik2r2IsBi1aAVD/UiO8/8FoNgOaAhSJ+/H4Nx58P/FsJLPPzgeQ9AHgD4Dmo7/g64hcZjaFYmMPC0jSGRzcikegRcJErEgEz3kfdJUBmoFWv48ql87h67hiSWg3diZAEhEodyyRyHtzpsUqpdttGPBrFTR99c8Dq1x7+5hrGjQ+0iyewmvee7Uk9YTUaiIUNTJw/hZNPfUdUKnVXR4tNpY4rEsyIHsKmoQFs6u9lJ0Bqzk07dsKIRvE3j3wT56YXEY1l0CYzqW2hbtVgWZRNKj86Yb7S1iOVQq3WkLpGqT3WhLYqKcA/uZYF9z54ditMaoa1iDyTwLSqgZSChwffthyqGQ7GphHXiobFuaisSvic2filP6Oy1CJDXo2zoJZXZwy1L5GNxjVD6mGPzD9byCAcK82GakbIdfo7NhV5HEXD3RmYegfJwUFMzC+gkq+sNAbEy9Xfz8X6pWODsO27P/SrOHjoHrQaDq5ensL4hXHs278XV6euClgwMrJR9hszZsqaGI3FRbn1xKlTePzMSbRdCx4JDQxYYd0kFgBKlbIqhlprv+AndPlNwqRhYZ1mYczQcG83waQ6QuvWI3vwfrRiaUTDUQHRms263G8C3jJvJaldNSRZOJhmDF/47Jfwo6efQi4dk/FMT1UGXHG+857Js6RnpvjNK9sJesoq9jYVN2m0DGDP4QPYM7oFrLraXCC9kPjUEljdunWrz6ZWpBiCLXOzS3jhhRcxMT4uwCrtOfbeuF8swMhuZhK6MFbbwLnTL6FaLuMth27HU4//UEK5eF3DG0exffc2VPIL6O5LIZImi62NsN4RKwJd2wTXqyMWnoPX4b7CPYgKQlV1Bq1xlnqiSJCGEZtanEYGzp+dw/lTk9e9f/MHPv3BhxAKE1hljeNicnYOHYZeRrswdXVONd9CIbHGaTRa0hZmsBIbVAL4ShAgFR2WfE2AbD+kj/ODLFCGAXFKBiGH0qwK67L+O5RL+4GO6jnFkUqlEevdqiz2hlLYOBBGbxzILxVRKDXx+oXLOHH6AjoMlEtloGuurHXcE3muplybditV+geLbY9aGyOU/3ueKPZCzKEg8B5kULAhsMbCiExLnh16cykc3L0FujCwlwQ8K7R1nJ5axPRiTfZ8rhHb1vdhYy6GmNvAodtuQt0z8aNz03j6xFk0HE8sAEisiZgxUT5yfNv0x05EYWptLF6+iOLUFOIM3mJTVvYcEhwgZ/WIwUA5E2W7JXVHIpFAKmkiadVxa7oX60JRlOtV1GCjfyvB1TBmCkvI5LqQSaWFgMPXyFeauDg1h6m5JfT29mPHjq0oFZZRqVVRqTexxCBCIyRsSwadDvb1S/O20fZgS2MojFiCgXcW+rrS6E5GkY1FsHlsHVzXwKWpKTlrZTouurJZDA6vF8xFlgQ/BJGMZAXQ0wqJSgNfvUUGeiyKTbfchImpK7h4ZUIavcNDg+jtyqFW4RhsyF5IMJ/e01QepGgJkE7J16Q5akah09vbMPHaq6/j9OlTGBruw/4De5DLdUkNxpA6zix+v4zZNv1xY0JYmrgyJXXmAL15TQW48vfNTk+jVrXQ0aO4MDGNJ4+8AIvWX23aXdBKSJ0fRTEs4epUS64quOR84e9Nyrt31eIqIDYpe0eFS5GN35eO4fDN+7B5dB1+44///E3N8R/XH/oJsPqGJxsAq//jlx6Q5Hs3nMDAxi0Y3bEbtkGZg45KtY4//PSfYClfUh0O5n+bYXzsFz6AbTt2sOcr1G+33ZIOT6negtOy5JAwdfkypicmkIzGpQtXtx189/GnMb1QVgw4ViuUVQniEZjJK8aMAgDVxw03HsDHPvZR8cESg2tJRlXfk05nMDA4IIszJxMBCHZOlBSJRSe74Q5KtYqkTS7Mz6JYzMuG2NvTLQv63MKidMxZ5AQF+VqGiPJ9UUUef6ftUr05j8L0OTQqy5IC3Te8FYncoBSvmVQSuUxWigthOfpyRW5w3T3dyC/n5aAldHUa0HMz8ZPAyVrl7sdFiV3I4BDF1wmkVVwMxTCafmp+oIgw+bml6kzdW8a3fvA9TExNwcqXgaol6ZjsbgojLJCA8mcIsPCQRC+ekIF4NCaLGRdxXkfgsSr3ViTvHXR0F+tu3Ip8qI6Z4pJIjnt7B2AwkbHlYeHcJIySg6RjImQruR39pJhK38pp2HzXPpyfvoKhdSNwrDpCji3G46zYGSYxfmYcPf1jiC43URmfhWcpL5xcLotP/s6vY8smHu5UoSOJpx3K1j0JkChNXMALjz6MpNaRQw29ncSDlodOV8fwjl3i93v+xHGkoqozz877wuIyouke7LvrXiSGhqUTJoA85axBui8bqBLy66JJMASueD5Nz8xgcXIKk6+8jH5TQzYWRrWjYXDvzbjzofcKoB0cSoJAKiny/edOQIJMkOAQwL8pCQoOgcG4e+/PffC612YBVncfVof0ZBeQ6Ic2RBP8CtxLZ4FyWVgQCiBSf9TxwAdWib+wA6hHRfKqWfkVIClApQJ4yo3EoWcHoKV7pfutMTWSgVIMDOF46lgK5KT5INmgDr2MyRIlsKrmPWNPFPi4hq0oT9pnjbpkz3KsKGsRjy1FnpXaHkJOCy49JLr6oPdsRKdSACoL8vtpPSBZUiLNpnyOSZo5ZXtJ4Fekdbw2dXhRoIAPlPlaVMX0I7AYHLd4jwghiUnRNc/G55mvMM4VaK1gWqXxpXSYAKs6EHEdImCj2B88XCpgSUJXRMZiIB0xkDJ5oGECNdAJRbFU7WCpVMPgUDce+k+/iw233IBypwpNQldoxaHAWgn780OnJFTItwhQQVTqI3h/BF3lmvyTxAroKJ0Zddjk0t3yOrA9Dy1drJRF/scfVVYA6mBWE/azB9MDYmQaEVglQ8hvmvG6hJ2ystoHHP1rx4BiwCm5egD1EprlKOFrFxzgm/ZFfDs6i5tD6/GL3igGNJ8pKcYuSpbKHcxwXNiiEw+4w6sAKxmrEgyCDhqejiVNw8uFk/jMP/4m/uX63fi4ezvM1DoFrNKyQZiTvneqcudWHX8ZZxEFrPKa/UJORjHfO7VG3BvI0LAawljtNOsw7v/F657jX/vqn4okMQAq5FAsh5NVj9VgP1t9zgQg1GUFX1N7pi+dZyiCbUnzil5/LPJnZ5bw9JMv4ugLr6JWZXNJ6aQ1TyXAB4oTYawKC189Q2Hw6ZpI2viZHZu34I4734K+kWF4NLljQU1GOZk1prL7WRl//vUJZ10YjZwbPrCgcc3nnFEyX7HkYfiYp6FcqKN6ejsqlRaqZLd4VZixFpJZwFxXRyrDBOk00hn6GMal0UgQienxzQYbTQ6SoRbCnUWE3TJiZD3ofG2gyRTipiPBhs1KG9VSFW6LOh8Tnm4imsyi2XBQXCzAarZRq7agh5PYtHsPDh6+A8P79sB0DVQ7NsKpmEymtqMh4RkoNsrwkiYS3SklOectJpDEBqykLTOoz39O0NCQ56OYfwIgrmGw8t8Bg5n3k/sKvd5oL5I0YrBD9MXWELI8dKoOiskyJiaeQO/Fc7jxeA2NV17DcdTxaiqF9N5d6Nm9Ax0zAr0NRESrqMk6oIXoEe+gt38j9u4/BIQicqC5Zsz5DVoJm/IDnQKLIY5b8S0kOBoOKzYMmZ8+k1oxd5UcV8m9VYBTAMixZgsOZhJC1FIKEd4PshxlzPvzj7WjOkip2jCw0BYbB8oIDVPSo6emLsKym9iyZQucji7AIg+ibIaTQaRLM6AjqcwXz5zC1dMvoj/uoCsdRdNqSj3DdVQFOFIaq4IJD3/sz657fvMHvvr39FjlHFOSRmmICJtbpXCTsldYXkazWpcmdf7qRcy88Bg6ugE3FEUknUEi0wWDrCCqBwjk0U7KcSjCgZlMIZ7MYGJ+CZ/7+iNYrDVU49Bfz7hmBfWnqgVVsBr9A4OGjFKTKhubgJX6T7/Zay3BVp4P97o1VhdBzc39VizyHAfpeBzJREzAGtovsaZTASQEBCkfD6IWPT9gVCl/+CFMPbHXIgCkWJ4EYZkdQdmqyeBI+R6VVxDYJXDSc/fmzMtFQkjEw4j0dGOhUkO1oBKllQWiAoMVmzskdX33ulH8+u/+PpptNntMnDr+igCNDgMom01s2roVdqstoVxZnhliEQFulqpV/MOzT2LBaQmbUJiqVPfJ2ufbDl3jphPs3srJSFQ3ci/VIk/yQDQewZZ2AzeOhbBrz250b72JyyVSbCKSWWhbQjqQswU3B3E4UzUE6zTW5o/8w7fxvW89giRrEB944jzjuUyNA7L02/IeqVKUhgSZ42QKxmKIJxkeBdxxaCdGd25FyYqK7JakCs5bAqvbtm1b2ctYm1GafOXKDF469jImx8dRzC9KIvnA8DBuvuUg9h7YJyBjtUEvyw7On30VxeUlvOO++zF+5iy+99h3hdyxZdcepLLdOPvyS9iwYR1GNq9DyPQQNpg/UEc8uhnF0lWE9HmEQzHJaxVbCxEdrpJ/CBbKmHOVVzRDUJsND1MTBSxcLbyp+f2pd78NXV1pRGIG8pUCWi69VnuwWHJw8fKU2AQ0LUfGKdcc23HEWiFg6ItftqgRaDXBbAZl78E6Mmi0yp4q9m6r80+a+iynJUSYIGtM9oxUKiPjsejERBGyZeMgdoylsGEgg/mZPJ559iiSZFxfuYrZpQLC0QS6ct0SLk35NfNaOBboda38rNvQSd3nZ33PbK4VJAPRWzNiMhDMZ9LyrMubK9em7Ae3bRjB7s3DaOWn4VSXYcS7MF21cGpyDvmqI78vEg1j83AfxrImsmEXt990I5xQFEfPTuJrj/wAZu8wzFhUBe9JcKJiHxuJCCKJOCJ6GGGrA7daQ9tuomnV0GrWlKWMKPp4/gvLeKS1GStqNiH0KJBqN3FXsgfrdBMtq4kSQ5OiPFxGkRnqxaadWzE1OYkrk9MImzE0rDZabQK9MZy9MC7kMa7ni8t5mNEkFvNlLCzz7OJg49AAHrzvXtQqFRw99jI8KgjFR1QX/9p1vTkMD3SjJ5tCLhGF22aYuIVZMmrtNkbHNiDb06tUwFTv0GueqlUBVrmqqZpX6mo+A/mEjtjIOuR6e9Cgf2ulJDY48VhUWOqCPXQ6qBJkrdfFF7unu1vqC66dYoFjsmHTRrGoAv54fqedCms1rsNcL+Ni20gWNhvTVHHmpWHHcXn85ROiXFg/Ogqr1cLy8pKAtulkBolUDt/49vfxvcefQanRhEn5v+eqULa2qhXUWZv4A/M9VjEc7l9BqBttKoK6V80PhSupwxDHB2AamvhSrx/oxq037sN/+ezX39Qc/3H9oZ8Aq294sgGw+ucffQi1ch2GGYOezGDzjTcj1t8nvnAsTP/kv/13LOWL0t0g44C+Ov/qlz6ETRs3cdsU4CI/MwnXrqNZ56Jky2bVqtVQqxTlAGkhhK7BEURzA/jS334HUwt5eLpirKijul+Q+J0rGfj+ZnbroVvwy7/8S1J0U0LDwoOdjVx3tzBN2eGlqT0tAIKCOyikKaFm0NH80pxI74VxSYmZ3VJpiuyQ09jc96Fjt44f9FjiR1DEr70+eptY1XnMjh9D1CC0HEZby2Bk217YroZENIIuGtH7BRqTOdnNU2b0MRSLZWE/cKGTgCJZpBSgxRlNWwMuXMrnSHl/BEWeLBhMPfWBVVGV+kWg46nDxMVLl/ClL38FpXwRMRZ7BHFlMeNrdcQPR3yq/MOFnLB52Ncp21Eptgr8UcBqAPhJij27oFobvbvH0Eh6uJqfh2cY6B8cQjhmIGx5mH39EvSig4wbQZjaW3io1+rokOnTZ2LDW3bj9OQljAyvh23VRbLNBEB65sRjSZx/7Rx6+tcjKlYA8+iIVNPD4MAAPvE7v4bhkUF1iJa1b9U/kMwDVEt48uG/RVRYiipYhmEH1VIJbS2E3OhGJHPdeO3oEWQiYSTTCfT09uDipUk4egw33Pt29G3dLsVLsMgSEJfDrBQplDaSJat8ZDqOJd3x/Ow0Lrx0DHqlgKxpoFR3kB7Zgne89xeBbGr18EGw3X+ecv2BXYRf+EsAmaQnq00/OMzwe++95x3XvTaLx+qe2+W6kSCwOgB9qBeeW0Xn4hmgXKDGVjyofJNVNRYEXFIpn2T96iEWWAY0e1GBjhLCtno57AjSBF7LDUFPdSuZO6X4TH5x69D5Owi02pZ4mHFz1dsqJE6jFYDsZQGwqoAq9RHINv3mywqw6vsn0z6EABILJIthcRa0vmHo6WG0i0tAfV7GAcEdxYGknJ3AqgGYvQK6SwBXuwHNaUAj65WskMAZNzD4WwEeec0+o9K3JeDFyzq45mPl1sgN9AFaNWJX4Dz5t2+qzs8S7BRmhABBWJGpAAAgAElEQVRF0jVQqlUJCAghrMeRiBqI6R1EzA6iyQgajo6F5Tp0LYZb3vcO3P2pj0kgXMVtCRhDIZXix5J14bNUedDy5f5kCgZXxcsU0HXt+/AZpcIaDIKt1sgjfV67gsKF0Qt0p3plfPBrnP4rgK0Pmwe2ARxAqzCpf5tWcrfewFqmtBuuH2ugrsUnH8n9TDk2ym0Dn/PO4++Ny3jI2IkPYD0GNEOgerIuaNIvQKIvY155GjLe1Zvm94Y8zvcOqq6O5ZCG4wvH8Jnv/xY+vv0W/IpzC8ICrDIIxlH3lj6bct3KjFEAS4I2PBSQ1hmMZD7MQC7LQaTMOAGrCY8+UK0GQvd+4Lrn+Ne+9qfKwiIAovwDVMCxUU2CVXCJ38dCWurHNYcs9T0+64wsX4LnrZZ4fQvwb5jClnnx6Ak8+eSPcPXqgjwEKi7kOa4JPgteX8aNv7OZtOzgvh1P4rbbbsGeW25GNJNWHnxcCygNjKvDoRz+hJClxpTYfwiLXEn/BTQmk00agDL4fLYVQT0PVyZmcOWEjlQuhGwf023DSGXjiCWTMncIplD6plNeazNkwUPboFe7h+LUOfRHHAxmKHR3RB2js4Xs6ahZHuotR4BEpt92bF0SY52ajU5bR6XmCNNZAF6rg0RPH0ZGt2LD6HYMD21EIpNDvU/4vBISFSGjw0zIz5otJhwXoGVj4j8uzTax+YHyqpV9m4ei1WR4ATcJjvmgI4HF4OuKsaGaEStgpD/OTTZteaA2DfHnJKAyXjwK89UjuPHEEtwXz+KEU8HZdALYsxt9u3ZBZzCpp8m1MFGahzCCkcRYCTSEI0nsu+F2JFJ9cOif7X8EDcqgqchLWAuGBgFbyvpG1XBkngTBV0Fjm++HXw+CNNcyH4M6hfUPxw/HbcBu5WFMxqOvhGJNGLAiA2aXNKjFrgKIRvgaHqaujCMa0zE8skW89NhYlHqM95uAim9P4zkOpi+ex9XzLyOhVdCV4DOiRYYNEiMJDLBe42+481/99+ue3/yBr/3dw6oh7r+HFXBV1htdGjzFfAH1ckXYxM3lWVx55hEZo5yDiVRSrKA4DsT3U6TqihlKtlurTXlxBL1DG/D4i6/gkaeeRztsynPk72Q4pPIrDvx5lY8i562A3r4/t9h8+cz1tcD6tXvj2h1GfSX43uDvoN5dYY1yubSa6M1lkUnF0WjUUGMojkuQgzWV2n8DH2s+78AWI5gf/H+uHayvlTWO2hC4BtIuQqfHIIOUuE/6wAFrc2U5Qr9wD91cnzQHI7t2otS0Mf46PXmDprDaA1dqtlAMd97/Ttx59ztQJoPd1XDu5Fm5rgsXzmHL9m2IMPwpm8PgwDBibEzHIjDjMTzz4vP4wQvPomPSaoOSHFc1h9kUCCzAVmqkNYWYv6Oq+B/uQTo6ZKoZESASg8HE9FAI6/qyOLhtBHfu2YZclCzDukoZZ4NO1ISq9NIl8EoTIJjemEeeeh7/60tfhKl1xMpNscjJIFZBwmxaMNSGcumEBCWxaUQLBk2YkV7YQEKL4G29cWx64HZMh3slOZxBVJzz58+fE8bqaugex2gY4xcu4fSrpzF16RLyi3NiokSl4P0/db8fiNSWMKR6w8HU1AWxDHjr4TuwPDuLx777qEh+t+7ej0S6BxdOnMC6wV5s3D4GMx4ScKfWqcLUenD+wnGEow0Yekwa3GRLygZDIoQfQss9rNNhLgP3SFUBOZaGQr6F5bmFNzW//+zjH0AiGcXC0hxqraaAqnbHw+XpIpaLVRQrNeRLFdTIIif73ObarhoG4uHsN5xEiUjVRigkc0KRM5SNgQpAVvYnBAuDfYFEGjIzJZTWD8VLJVPIZDJwwvT7jWJstA9b1qcw2BVHpWzju999XM5jZJ2ePH0GtqcjkemVa66Xl+TZ57q6hAWdXy6odZO7KIF7ni/9sCDF/PWQSCaE1BPYwqyQkjyOKyATC2PH2CCyZgeaVYUdTuPychkXFkuoWeRDtJFKJrB94zr89FtuYuoketIJJDLdeOLoSTz61PPoZAcRSSSghVXgbMti809HPBtFiHMDcfQm+pAJUy3K+0SSWAH1RglWs4JatYh6rYw2mZbROEyymUk+a9cwGtXxztw6pFq2WKo02w6WWxXUIx5uve8OpHoyuHjpMuYWC2i0XMwtLGH9yAj27t2N+cW82JqQ5Xtp8gp6+4cQDkexuLSEhBnCYDaFe+44JF63x469JEGYoURaqU7RRjIRQV93GplkTLIeWjUL8XQaM1cuo7qwjLHNWzFfWBZwkngJwVHWCTzrEyTlXkxgm/UdlbKhSETsEorEW2IR9A8MCO7CutlqtuS8JSkcDCyvVARcHRkZWcEoCNwyQJTM2EbDQq3WRCym9kS1P6v1SjVJFVtWml8esDA/v6K6KZTKAtjy+lSTRtkKRmIpzM4t4y8/+0UcO3FaSIHxVFrWIAL7rM0C9Y6yv+ACver5HqijeQ08ywer50rzlTWIHzBBlSbnC9c6hmHv3LIR33362Jua4z+uP/QTYPUNTzYAVj/9wXdIMUagj9Ihk9T0W28V9iWZA1/66t+gWmsouYFNf1Md73zwQQz09CAWAuxiAYXpK7AERG36HQiVOsgEa4sAi5lEzTYwtms/Xhq/gocf+4EsxizODeIicnhb9ZsUUM/vfN/51rcIsMruAyf4QP+AHOgUK4dMxm7lT8lJ6jNVhe3htCXJdHpmGgsLMyuda9LnOfm5uLML0pXtkkWGHywU6LUl0u16E5kMDeVVN48dV/Hb0ek/VcDUhZdQXJxBJJ7ByObdyPQMCYODBUQunVFJsrxCg4UH5QdRFQDgY0a8/Gq5KIu0YiXyfpkCskqnd4U5pyR06qBEP0rVcRRlMwsbAUk9MePmAvnikaN49FuPwmrSp0XKTZFQSkeZXXmRp6lDgpLIKTkVWaGSrsx7QTtRJnr6kqxATiUer14byU39CPUnMLk8BzdsiCl3yKSZrIP5MxNAvoUuxBDp8JCp5CBkRuhDcay/YxdOXjyP9aMbJBCs3agKW4A2Esl4GmdOnsHw6GaE5mqoXZyBXbdhtR309HTjd37749iylSEASsYqTGef3ccDerhj47UXjuC1559DxgxJEUnwqM1QL4QwuHUHtu3ejcce/juE223ZOJqtmhwqKpaHzTcfwoG33S2hZivdK2E2qLHJ8yJrbQKrDBBYmJ1Erbgs9/nSmXO4cvZ17BjbJHJIW4/gp9/zPiTG1svYC/zx+BxYDAULelDE06uLnxeZrb/5CMuo0ZBn98Db35zH6vq9t6twhWgGWmodQkMMg2jAvXQGXjEvXVEJkxLTRAXqBQcaYZwZlHTE4SIM3VlQTCGCEivvgKV+WOY4ugahp3tVYdJkuAk9niippadqS2QtlCQpYJXSaBZ+KqxL/Ud12leBVR+x8YtDnWFRBCNpX8ExK6pqES7DaFgyxrR1I9CjfXBLc/Bqi9B4YPBtDhTESXl2CIj1Qud8k8WiBc2qQ6dPcIdpp4q5J2FWcvLz/eO4vgRS7xVglQDhWsbqGv6lD6xee/Qh64hBO0qiLuCQ+KZ1ZKxynCroNuSHJCgfL+j0GPIQ1jpIxEPI5iIwwlGUKy7sVgQj+0bw4F/+B4yE08ijjrir7hHv0CpbVYGrAuIGaKIPqArk6/87OOyqxq1ab+j3FBQfgXRLvs8Pdwm+1pPqEXBYAagMbVLsY2kA+U20FbzZ92ddAWYV3eZ/swIQ+xJyBMhqesM+JtBxpw42sGrNKD7TeR0/jC7i7tAY3qUPYxci0DseyrpaO+MCyioGgqz5azoEAjbQJVTTUPQ0LGjAC1efxRe//wn87r678BHnJuipAXTitGmxYUgqqwK6Arm/gKpyYF/1yBaU0pcJk+oijFXRELZV86HVRNtqwLjv+lnpX/nK/6NyefyP4HmpA9UqqLraKKInnO8Pt7Y5IgCFAreUgoLsPiV/JjNbNTnoPQiMX7iKxx57FidfOStrI+2BfDvdldAlronSIBUAXXGzuawZroex0REcuvOtWL95IwwW4fIM6KW6Coj4S6C8K2GJiBSZth28BsUioV2Q2g/VeFb2mZqEkOiegXjERMTg+G9BY0BLpwmTQTth+vq1YHi2rB81rff/Y+89o+Q6zzPB54aqWzl37gbQyEQkCJIiRUoMkikq2rJlWbZsazyjkdOud+1d79jHu/tjd8/uzPGcneO1x5LHYyvZkijLli1ZlKhAUaSYARIkMhpohEbnylW34g17nve7t7tJeX6QP3XUEg+A7q7uWzd83/s+7xPQtHYikSsg0b6AbO86ol4fPSeKRo91zwCDoY9Oz0GvS69XrplDxWOTSziE3R7gxmIZnYGG8bEp7L3lIPYfvwNT4zsQqbvoLLeE8dI7Ngon5kHrDpDRUvC0GJzeUIL3yt06EmM5xLOqJiDQMxjy9ykWEhsi1jphIBJPKD8fAoShwiVksYaszhBkZWAlPbsjvB91U86no3Ww3LyJ6gtfwVtersF8+RJOry3iedJl7z6GybvvQiTJwEwFpPBCKhYhPZ+D20KjNJWpz8ewfftBCZ4I7z1hUYUgbzCAEVudYCAcvhfF/FOAXbhXbmVbbZXtb7UX4M+mJDP8OpVHrFtp/ST2RUy4JyjL4+Cxy2BQbTPh+kY2MgnYHCJQVppMEkBYx5X5c5iamhWPup6E8bAuUvdenzWrOxBQiuDD4rUreOXJR2E6dezcPo2kxbDH7gbDkGvx/b/15oDVv3nkK5v1SACuhiCI/AkP9UoVrWpdLJDcdg3nHvsShr2OSNfTcTJxLWGHGXEmQysAWg3wCMI4ok7TokmkRmfxN9/6Lk5duQaNLGgCenQBl3pxE3yReoj7erD2hdebz6P4T4az0det1/8twDUEx3+EtSpBdSYjWmEaHkZG85jaPoHz58+h1QxCyNRKLvuLgM5BDSNA8habCcV8V7kQwpzjs8OdRYaC9CTXZcggfvJShwRzG/ZGzlCA1UjEx8zBg8gUR3HymRNoMqAmsA5QYL8a1E3uPIAPfOhXxGeQntW9oYfzL1/ElcvzeNvb70UylcDE1AQmJqakvqAVB2vYqtvDlx/5Ai6fOw2MkMVaVMCqqJyCB+5HTm44vlRMK7m35fx70BlaGompP2NJ0ZAYRk/e35FDt+Ojt89gzHLQ6vZV3kCw/4qJEME4KlK8gTD7L525jL/+1CfBdFmqBXiCpGYNAohUjTwUxir/C9djMoEF1EmmZQ+/P27g9juOYGHPPiwPeW19AUMuXCCwumcjHJbXiyz9q/PXcf70OVy5cAGVlUUYvof82Dg+/NGPoDBaEtCO6gS73cfc1fMoryzhnfc9gKHdxqf/6r/KOrf7lkNIZUs4/9JJ7Ng+g8PHD8EgG432IzBEfXDu3POIpxnExWkR2WzKWkLAYbmn1XFGYwnpC8uVNfH2NFkjaxaqa8tvCj/589//GJqthgwLUrk8au0uVioNLK420OwM0B86wlZt2z3xNR6Ip7GLeDIuNngJenjTDo52DNIPKaCax6Z6S0XeoVJS2cL0pccIw/V4DngHURpNH2P2sARW86M7hYQwMZ7FzEQcI3kGJen43GcfwdToKKKGh0sXL6HVcxHLjYjHbbtZkfuVwOv42Ahu3rypbM90JrU7pEeqgYasE+xzlTorFiPYp4J8ebwSQij2Fz78QRfFdAz7t40gE9VQcyKYW6titcPnSkOn0UIqYWHnZBH3HN4Dr13FsFVDNJ5Ec2jg0vVlXKx3kMxmQWszerfS7JPXN5amv3IKcNmvpmE6lniG855OGC5iFte8DjS3hXZzHfXauvg5c+DB3r1pV7A7buIjU7MwOfAZ9NAc9LHYqKIwO4G3Pvx2VO0q1tYqWCy3cX2pgsXFJRzavwcTpYyElYnfbIxhdbTk4BAjg1QyI/Wl267jEOskHbh0+QrswQDJUkn2fbkX2efGWY/SbtCB4So1SdduoZTMoG9E8MMTJ2HbLRVkKV6xqmYSawhiMBpBT7Jgo3Ictxw6hKP3PyAhxRxKdNpt6aEZzEybxUgsKqD6Wnld8ATW87R8JJYi1oSBUpR7Jkn2RoTMc9bJDOJSKlZlV6TL7+f6yT63Wq7I/cm/W7EksrmM2vfEJjAhQxBPj+Lb3/s+/unr38YrZy7BsJKwaL3o0U6Pez3vc4WXhIxVruehRdeGGkHqSpLI1CO7dSgmgCyfJzaUQSZFzNCk97q6VH5Tz/iP64t+Aqy+7sqGwOrvfeB+TBSLIoklB8fIFnHf+35aioxqvYpHH/sOukwfNJii1oXdbuE973oYmZiJQb2Cfr0KbeAgaVkoN6rYuXMWzXoNS4sL4inCBTySSsF2NaRHptFydDz1wknZDJeWl+VBZFqfTP6YLBkkGnNawJv9ve99D371X/2yPID0KU3Gk0glU/J99NakcXb4Qdk/H3SyTAialisVYax22nXliSMP31CaE276jUZdLVBkSwTsIqYGEuRtNJoKTAum4XwfBEEKYwVhjjl2C5XyinhT5YrjMklkEZeMx4WxSgaOsnXkphGXBaPf5/tjCJQqSLts8sR/houHasQlFEgYQ8o0PWyawgdfzPkJcJLRSJCEi4Omod1ryYL89a98Dc/98FnxIOx7KtlVSheCROynIgoIENN9AgxsD+kdEzERs2Jqg5Wp7KbXVciI4UkbUMI4lUVqRwnX1pfhWSamduwUj6BhvYPy3AK8NRsFLYmEZkkBIMAqJXHb0ph+6368dOk8ZrfvEuZLr1kXA+5EOoVMKofTL5/BxOQORFc76C9UMGz3BTRm8/Q//0+/g1sO7JH7IsIpPBfEgBk8pAl6RBfm11OPfg3N69dhdGyRl9L3lqbf0wcO4a0PPICvf/kLsNcr0mwxjIoTdi2exOH73omxPXtAoYcU+EEDxsZe/iG1pA+728SgU8OlMyfQra4ilkjD1ZI4/cpp/PIvfwz54igGBNlTKZFGhuApz+mGp8sW/7lwsZdJIqVVgZ0FG0zeo7xeD7/rzQGrOw7fo6RpkRTM3DZgYhSuZ8NYuAC3XgvCm8iGoKdi+JY3PS41FuUGDd9N6IP1wINRTQI3EoBpDmWlYZQmgASTIXV4nSY0j891D363C43MLzLGCY7wtZz4E8GnHYCw51gchEjPlq4skPoqBjWvgwqv4nNDv0+5r/U+InYPDuVGkzOAngGaK9DaZWj9kOURsJJ41HzW4zloVkJS2+lfpvXaAq5qHpnOBHsD37gAgQtZea9lrCq5ncZU3g3IbwvkvBECFwBcBO3YdHCIoUyNpChhWct7N0pfX0lQYmOkixSPFFky6ZNWDH2ng7rdF68l1xzAtBIYDlICfKd3jOLd/9dv4+jsLlS9LtKuAYfgR3CdVHCVMmQPatuNxlEOhWuDmNirwlygrqD4lWI3uCQbQKswORRIGTZyvGtoBRCym3ThgIauChs/QFi/6j1uMlo3vnED7Nu0g5DjFpln+BGcI7JRtSGi4Ho+hOmbaPUMfNq9iGejNdwVHceHtGlsc00MNVeYMQy1CimqyuN1k21JkM3kwE8Dqr6GZc3Ds1cfxxcf+0P8b8ffhY8ObhOfYiduQvOGMDnoClK1xauK95W6mZXxg5gbK6Yqm2KfYBVDr9ggcwNiozHsw+t3hOFtPvyxN1x/fe6z/1Hu1fC6bAIu6myFLMANlls4uKAFRwC8bsqhAkZJUGgS+2XxTsY7f9qQbPPAqmZ5uYxHH/2OBFv1Ol2xCFIAuLqolJzL4C+we5BwBENdx5gVwZGDh3DHHXegND4KLaqC6Bhex31emGKBIQjvEddjAMZQhd5JOBKBca5ZrFjUUELCMAlAkqHJwQkHk3yWHbbNlPIrS4IoUoBJEG+AKHu8eBzeyK243CyIvPPAyBDNa8/D69UlIXm92RfxAyWfAxKMOwPxTyUkwweIz2a73cfKah2dHrB/31EcPno7tu27BXouDccewq10RHlRGB9DNeYKQCTnMZJE1DGgN9toe33Ypo/EWEb8yMnSUEPTwFIxGCaGcnjWP/RZk8I/qJn497BJ4fcRZFTe6Mp/jzc2JdMRUatE0UUPqzfP4PpLT+Btl84i/soazi+v4Gy3ieaBAxh9+B2IZjLCgorR6zViKtBUGuNwO1SMNbtjo1jahmPH7lMBVsHAItz7WIeI92LglapAKCUbVEyqzXonlPJJnUJWd/ARAqohoy18HffN8HuFFUM2rUi+dQWsDsjcVA2arDsbyfVB6JcekbrG0x2RFfo+mYkMhFlCrbwmipxkOrcB0vFGGfS78tyxDut2Okgn4lhbuIFnH38UZn8dB/dsh6UReG0IM4Z1yE/9j28uUfjzX/q7LQoaXaSa6jlXFgPkWTZqVTQqdfhDH/rAxivf/FsM7CbiER2ZpCWASTyRRK6QEA99LkvcT9lUs9nleyiXGzCzk6hHUvj2iZewtLqGXrsDLyA9CKjMmjF4PplmTzskgjmivCLrbUOjsHWcuLmshffFVoA1XLuUh2to5RXuQ5TVk1HrS/p7caKA295yGCvlVVw9sSgNvii/IgpElSGgDI42h4LhmqjYhp70NtLcuw7Spok909OoDhwsrq3A4T0jWxq9nZVlCqFY7tk5iwG7XcwePYKub+DquSuBFYBi+ot1j/hJa3jog7+MW269B3arJfJgWohdOXMa5185hbvuul1Z4Og6KpWKyH67rSoatQ46Y3lEElkM6zbM8SK4u4XAKpU5r1cgvGbDCHzFJa1eliflEyogEtnePMZkEW5Uk+AgZ6DjyOw0HrptFuPpCNIGB1+OrKMccknQjQSRcb/S0Kv38F/+7E9RXllAwlIBc1HpJyDWBurZCux0pNZVahmCquzZSvkReWbet3cnDo4UsDAzjit+XL6HYB+BVVoBkEkXWiqwVmvWWjj5/It45fnn0GW42LCHfYeO4oMf/jkkc2kwpLzR6KDZ6OLqwhzmL8/hpx9+WI7xW//8dcxduoC9B48ISeDsqVPYuXsWBw7dIrYZlmHA1uNAjxe9KWvv8mIDg3YdSa59via5IeJl7QMrq2vSL/C9nzv/qvgnx1NJ2SMbFVplvfGPTzx0GIlkArlSCZ4RxfzNNSwsl1Fp9ISB1wn2YIKQBOnZ8yRTKQE/2ReREU9QjWslbR1IBJIANgGw1OCN9z37T14nrsVkrfJrEpisGRKuzF6NvRJ99iOmgantR8Q3c2q6gGIOKGaYJp/EX3zqb+TZef9Db8fq4k3cXC7j1MUbqNlDsY0gC5F2G9tmppBOxiWjwlYYqewfBP5EWh/I09lvbuxjAfuWrMdQncBeemjXsH28gB2TIyj3fVxaWkfLZ4CXgX6zjSQDhQsJzJbSiGOATn0dTI9PjkxAT6Tx9Jkrck9rlgV6aZlWXK1/sbSEO8uAvB8RLoiPuPQwUYaldivw+xVMjiYxzp8d03H+7EXMr6whmcrA8obY5vTwMxPT4sPecoZY7diwDRd3vvNeJEtJVJoVNO0+rizW8MyJswJW3n54H3IJE4VcAulsTkKsabdRXluHP3SQyZTQbjYQ1zwc3LtTzs96uYL1el2ejySHnUHv2+t30Ol1ZHCYMOJi41Qq5XHvnffgh6+cwRce/bawnWMRDrqBCH1jpTfg0EoNDAiu89IQT3jwp96J42+5A5fn5rC2uCSgar/XRUwYr3GMTY5jdtdOGFZUPGXpdz29bUZsH2WQJbUvcQ4PrZaNiEUAOA7TtGDoyrKIEv143BIyGO/beq2ONtfKXg9t8UZPoFDMy74l6zrDb+NxVNttfPv7T+LcuTnMX1vBwsq6DD0FExmyD1P3e9hP8PdILHBAbAhJWRKWZUY2/N7DQa+AwgEhzZHgbPqvm4iZOoZdG+v15ht/wH+MX/ETYPV1FzcEVv/oQ+9GPBZVKeSJJKL5Edx+3/3QrSjqjRqef+GEmGSL16Skstm448gxGN4QlcUb8Ptd8R9iYNXAsDA1NYVapYLq2poCvRhexDTR8Qm0eg7W6y2cPT8nwF6PzAKRf9FeiHJjH7lcXh6MEydPiU/bB3/mZ/CrH/uVwOOTlP8MJicmZQEQizuCj1IocXNvC0hKMIqsUy4Gwn4YcnKnGkmFjSkfJQnR8lUirZJ66yJJ58SORStNlJUknxIiFc6RzMbhMvxClLyq6ONgQ77P9YRqn8ukVeMcJL5z4qmk3ZuWBwKaSlFLaaKSR4nHaoDm8fikLw+CAfh1Frb8nXwfkpIcJtxRKstGXzfx+b/6PC6duyTgVd/rCxgdj9Bo3kSfviMSEkFAsY+hO1TTKjOGiKarsCRDl+/j7w0Zq2HBy6WYKfcoJpDbN4n59SXGpWJ65y7x3OvXbNTnlzBYamDEzCBBMbLGrChbUk+jO7KYuHMPXr50Hju27xRpVrtclUCIVDaNQraIsy+fQdxMI2X7MGt9ON2++AlxYvW7v/vfYf+BPXKuJHQrAEZ4HsiwZtMoct5+B/OnX8X5EyfhtKqwNANDX8fo3j24553vwDPfexz15RUx3ue9MsLpayaLXceOIc6UTDluTlPVgh5KKRWLmH6dQ1TXFrA4fxpJo49Gx8XQLGJhqYwP/cJHEU0kpQAiUJMw6EtDf1oV/hBK/Hkz8O8E/sUTTu45xW4WBpauJnmhRPJdD705YJVWAGyEfCsNszANvViEy2u4egNebR0+AUUpwtT9tuFnys2RsmgzJkwWkdB31wNz+U15uzT+nAIn0jDz40AyJ8+E121DF4YZvVY70Hpd9XvknHLirsBbMhqlUQt8fqQZCGX7cqXVvwW8E0A1IkF6noRHBcCq34HZ7cKJJ4GZcUaCw6jVgU5V5NaK1Rqg5AoylPNhJNPw6LdK5KTbgt5rA75q5BUnXI5wA4gLj4ZFAy0A1FkQfvkWif+WhXbjpUFIk/ilkq3K5oO+xroUsgmmqMaY2m1iMkNJqi/MI8puuTanEjyuvisAACAASURBVDGUkpYwVRna1+g7WKg3cXmtjbmbbWiRLMZ37sAD/+7juO34QdTYMPqO2F8IoCXcOnUMijmogBEFoiovNXWeg2Y0YJKqqLvw7YegBF+vMnEV0hlcQ7lEPkqZ0Y0TIA05S1Q2nGHWRgAm85tCsHajIwvO6BZsVfGiA3ZZeL7DBo5fYxEn78034Woeoq6Gm4Me/t5fxMloHXcbk/gFbwqj8DGgBHboMYlLvW+R/gchJUHIFb0HHU1H1dOwpGt44uo/4Bvf+ff4D4cfxrv14zBSJXhRAndkLCpFQmi2ILJ2AVYVU1hksQFbVSMIy/ufPr4OLTFcKaDpb+zTi3rownzPG7cC+Nxn/3gDyBZQQRiMqsHfBFmDMjPEtgPpbkg6D4FVNlSKsR7arCiPQr5Mhn1UlygakuzNlWoN33rsGTz/7Ak0Ki0F4koCNGNbuEYrr0kW8uF9JOYAjoepkQLuOLwPe3dNIp6MQiPgRysPCXNT96O6uj4sAqQyGAx+bsB+leGOHLMCTck4DrlbhsHj5rlQ7BQB+3UGl1HYz8EOwLAyjlHW/RzOrXi4uVjGnpEktjHYZGjLQLkz8KTQV3519Oum/QPTgsn6I5A/QLXVg2XlcGD/bThy5A6kMkUZavQMJdylIogJnl7MRGSgw3SHTPkSn7W47UhzVo948FNklRnokQUloSMMWGQDyGZXAWmqVlEAOCV7ijGmQn2UxFJNx8hekmczYDBtNNieKwFj/UEfK61lzD/xNeROvojb5tdwtVvDmXIPtdEkxn76vdCntolHM4+fgLWyFFI3iLCIxauZwyJdWCYc8Nx55/2wkgVp7KmU4fUgqNiljJCJ4QHDVsAwCbXZZE9KOKAMINzAgz6Un6tQOKknw2EBa74QyGEzzuEp9wDXEQYXn+1Bt4dBh5YLBOsNxAmUBTd4eIfxyWDtMPBd+JwDGyY0I4YIA0xMTQKqur0BprdtC+5NKkoMuAOGZ3oY8ue5A1hy/k1hjp566luIdlYxkeHvY0AUbWo8vP8P//pNtVif++KXfwRYledbPPLVsKxNS6K1MryBi6g3wKnHvoB2ZUVYqtlMCplkDIlkCokkj5+DY1ZKirmp9gUy4hzMr9SQnZiBF8/gn77zNK7cXMXs7r3Yd+AQKrUaKutLqNtVNDM13D79Frx64iQa5boaBAZsScWEDd7qBpit/h3uMSFAKJ/bEqIXAu7h5wMDdgH3XG2I2QPbceT2g7ixdB21Sy0M+0MsL64EcLnasXmNOcCU0B+NwF5EZMiSZ+AJ71aGuknfxfHZaTz41tvwnVfn8cKpc/AsLm6sCTwZQPAep1d/OpUSrz3X6WHnwVugRSzJA+A9xvpdbDvo9z9kAEsCP/PRf4PS+CyqDBXrd9Ed9HH59HOYu3BGBkTi3cieROoeF1EGrvgW/EOHoPkWtK4Dr1SQZ0E1DmFY4CbdOtyRX0MO5p4udgyU2DN1hwOaiPQGQy0icnwBgPn8xhOyVkwmfewYSePY3j3Yv21UwBzKih3dE2scDq/ED9NM4ouf+xxOPP0U8lyrZF9WCdz0qA73EVEb8niDECv2RAwLSsbzIH73kXtvx0REx8pYCdd0+i6qsJlz584JsCq2DeyPZGhJ4A949cVTOPfis4h6DAKsYt9d9+DQ0cMwrQgGQ0/UBARWl1au4trVq7jj2DGkYzEsX7uM6toisqNTWG8Ncf70aezYMYN9+/cgRZakrqNNW7p2B5m0gc7AwdpaE2SoWfEI7C49JpsSvEh7pbn5eQF7uKWsNZYRszQkrDjqNRuXz1x9U8/3r9y/F4VSCWNT05hfWMHFq3zGHNgdKrx8AVbFXoXhyNGYMOoLpULgSa76Z0lBp09u0N8pAEkNCNT/VQCf8mUl4aYrf8r+ABPxBBc/gq8dAVX53KTSo8jli9h/YBbbt6eQz8WQzIzi83/9d+iUy/j4Rz6IyuoCBi4wv7iOC3PX0eqp8EGu71yLM5mUAF+15lAxwgUAVgxgWvJslSDxeEOCE1+bSiQCCxMDHpU9wy4mR4ro6HEskjDl0o7GgMM1Xvz9o9g7mUdGd+D12xJoZJCIlSvixnobXXpeRywJ5uxDQ7OnQYuUVIA2B020HoBirIoaxnPQtyvwBuso5S3xFqbn5urNKharFcQzaeQ1H3fE4/ipUgluz0a138XyoI3Jg3swuX8WVbsioKfdcXDmyiJOnJmTICv6wRaTxEtKEv7F/o8DQN6PUU2T+5kWejPjY5iemhRSW6PdRr3ZEBshBmRTXcvnpjtQlk0DnYGZtCvqS4bM8aO34xvPPo9/+uEL0r/Jyic1VNCPiH0K3zd7BKUyI7nqvvsfAHptNJt1jJUKiJH8xn6O+yzJSN2ekIb0mIVUIYe3PfCA1B+NWkX2FqpPlR88Q+l6cLy25N8QyOb9yxpRgaoKd2q3bbSa9KseolFvCLg6MzUBWlJw4CKDOw6PuY4bETz97At44snnsV5t49LVGyjX6oKHSE9CMDQI9VYWJZqs37L+05KOewKHkVGua2rtUv7QYUWg6AFCgEJE9njaA7Fuz6TiuLaw9Kae8R/XF/0EWH3dlQ2B1T/84MNKVhuJYO+xY8iOTyKaTQe+SWQ2DqU55M3HaVfX7iCfTAso0O+0xPtoSODE89C0e8KS4H0tKcGaJg/Hwto65q4tYN/+W9DudDA3fwUvvfSyklhHorj7rruwe/de3Fi4KYtJtVbF6dPnEIka+KVf+iX8/M//vDywnM6NjY6K9EpJdVVJwYKJx7a6tigPJYFg+qQK6BkYGPMBChd8BRqqDSmcZLBYVkCdamiKpRJ63S5spp4GcnBJLCSTLZh+bC0OxR/TdWXyyACr0MdGSfsVQKq8MxmUoaTmbM74efFYDZliAugR7A1YbgGbQ36XTI/V+2aDG8r7ha1BaZqv4c//3z/HysoKugMbrukiVUwhlkkI6MjXsBljU8RJf7tio1tvwyKQyH7fpR8rz5MCLkO208aUXBgxfWg05T40g7n1BRiUYNyyF8N+D8N6F+3ra2hfXcNkooiYqxhIvKYdrw9rNo/R47vwytwF8Vj1TaC+XIE37CNXzGC8OILzJ8/DrbsoGXGYtiPAKlNbKUP4rd/+dUkVDKdLIZuX758eVpQhEcinzy2n7pVyGe3rF3DmhZckIGDbkYPYf/txLF1dwMqNBUlbfObZZ3Hg8BHsPLAfQ4L1nNh6THjuyvtnAm4IbhIol2LW7WNg1zF/8SWsLc0hksggNbJD5NrHbrtb0uK5U0uoDMGtLeydkJkjn/N9rK2tbvwubpKU6REMj9AHiGzjgI30cz/7S294bQ49Vikp9eMpAT7NbBEO2Tnra/Dqa4BdERaY8jPku1MehgJ6UcptWvBpV2FGoXfqEk7AjWeTW6rBpzdxKgMtPQI9lRbQyOu0lYckN61BW4BLDJWkLZTOyx0u48EgOV3Yg6pxEDg1BPwC70oyVTmFZrEtM+6gkYPfhtHpwsuWoM2U4LUHMNf78HpVwGOKapj0EPwuodSl5FghXst9gAxbAVbV9FyYcBsfCupVbFUFU4YfQfhu8M9wUvqaZInNtODA7oBvmeEn/G6mTiaiUZFTc8ihGKvKA46AVCzKxlDHeFLDoZ0T2DVRxGg2CS0ax2qjj2dfuYrHL66jHkvigT/8Hdz+1jvRHvQx1GxENIuBvrC41shZDUzqA7G9gF8BMKmCs5TfmQKnNr9bwNhgPVLnRrXIQoqRe3uTnVRKjwT3ewDAvQZA9eQcClAX9t2hFCeQjIfM2X/pZldH9i98BPeMCkBTa/ryYIC/c5bwjLWGnzW34z2YRJYhGp4u7FUypaW4D+45DhHIVkp6PXR1AzVXx01dxzfm/go/fOov8Kf73oV7rNthJooCKtLGgh52wrTk2RJmpmIwh96gYTAhPRBpgyHs1GEP7rAjzxGbZoNBYz49rAzo7/rQG37GP/vZ/7ABoCrAZBNQVY+IOmfh/iLXL0gTV1/bZK5utUUI2YBqGLSZQL11z+P7rPdsnD97GU8+cQLnz18SVwtKvEI2shoiKGsfCY0hlcpXIX8Hp9M4vjuP6bG0DErJaFXHr87i1oCtTUZuEN4TDNXkvQVjgfCOFewsCFqT9yGBT8prjg0TGU7cJ6QZ9U1cr/VwbqmFsg2MJ2PYM56Bha6w+PpDH8O+8q1TQxE2F0rWWGsM4FlxjMzsxPbpfdg+sQfxVF48fXXDhxmPwicAKAFetEtQ9DfumW5/AK3aRtyy0I3rqEcG4rkYDuBCT1LuPyF4yn1b7Xlq6Mn9nH+GSodwv+bwNTyPZBOHrE+RjIpveh8du4Hl2nX0X3wapa8/jsbiMlYiOhZzaeTvugPFA3sFHBYATtbhzXvo9fcUv8yhcK/r4Najt2Fq9hi63Q76g44ArJlMDv2e8rcP7z3ur6ENAC2QZHkhwNnpyKAkZjC4RFmQsLGiBQvXDtY5MrCOGGIRxPMkafGBjymHsFQxcS216zXEoCNOsJSAQ7DWCPgsqe+KacihuXhLsvGHB8dgMCJtlgwJP52fvywzk507d8L3dLRaHWSyeUkpZnMbssDGxsawvFrGwG7h7A/+AbHOTcyMJGFEOJB28d7f/4s3/HzzBZ/7wiPqeobhGgFjNXw+OBTvtDtYX1lRdl1w8ep3/h6N5XmRw2ZSCRSShoCDZNcpr1rFFFYOUconnNJHplJ7dhd6NInP/+BlJPbejl/5td/C1PZJYUJ5todvzX8Np+wX8XbnbVi6dh2N9SrqlQrK5RU0m1UhHgwDFpFaEzdrWcWifG2ATnhvhSfnNeBqsIbJ7aFRAp7GgaO70aN6o9xHzEzg/KkLwtRVdbpqjKkg4/Azovko5NKokelItjxJBtGIhLLMWBG88+AM9u3I4qUVH9/54TlU3Ca0aEoN1Gn1wiZcgCYFR7DOp4RcGm/W9ANHiBUc2nGdjFLxYFnYuWe/YqCtV4ShRuBh2GvCk6RqJ7B4Uvcv3xuPc8hh8ewtcMk6JghQmpAANFUHbf147b/lfG39ssyE1fmQfZoAA0EJDshlceWiTJseDhE4JGZqYxS5RAJ7J9M4MD2C+/bvBPwWx1ownL4CWRHB5SuX8ZX/8pdw2hVoBgNidSXZhockAceI8r2lb7943dLmK2oim8oinSjCSuj42XsOI15ro7pnL9ZiWXgMZOr3cfr0aRw4cEDWBamT+Vy6QLNdxdrNKnrLF5F0h1gsVzF2570BAUaX/A8GV7U6rNkdYQEXswWxwOhVl7Bw4VVYuTHU3ASWby5gcrSEyfERyQKhvLgFC067LteAXtprlYoccy6ZQaVZFw/MsUJJGJYX5y+jNJZDtmTCyNAWq4d+o4tauYcXvnv+TT3fv/bwbZjZsQOZQgHPv3QaF64siUVML5DzEygLg/+y6Swy6RTMeARWjHtDTAA52n6ISpIzxI1wv63PnWKthgNL+i93ex10O11hrIfnnP2d6jnUHrJtaha3HTuIyZkENNNBOjuOx7/xBK6fPYPf+Ve/iHRcQ2mkgIgZQ7/joN5tYeB4aLZaaPVtLK818fRzr+D6Sp1m4aIyG/YGco9rsQRMKypgH4Ex2qAJCSTohzmkoId7IhmHGWGd5CNqmmg5EbgknnD9FqCPyhQXeUvH/sk0RuKasPUpC+e+kE2lYFo5NHtt2YcNd4h6f4CrdRO1QTawc+JQmH61irghAkWf7O0avGEZhXwU0YhSwyxcWxEg0Iv4yPsu/vWBwzhsGRLSvGI3YU2PYPTwbrS1IRp2A/3eAPXGAC+fn8ON1TKKuTzG8xkkDQ179++Rc02QkftTKhZDjPdz10azzYEuxPqBex/vQxJ7pkolZDNJRHiuaKNB2TvPK493AHRcAtcmMukRPHdjCXOrVSFSeXCCQEWFqHJNcjWG4vFZJUOfhB4NY6MjKLjAtt07kMsmEBn24do2dIs6WGDQG2KlWsNqvYFbjh7Bez/wAeSLOVTXV2WPoEI3ErEkzJAAK8F1Jc33BR/iM8eliVaN169fw82bS/J3Bq9xjc1mMiglTXTtHrod+qUrW7NIzEJxfFru+8cefxI/fOElLKyWsVIuy7CM1TzVuUOeNOa2aLp404LBhpGo4AMxLSL3kjwnUgeqYcPWvWejouQgSlSHxGw62LlrG06duvCmnvEf1xf9BFh93ZUNgdXf/chPY3R0HHo0it0HDyKZL6DN6VjQaIs8nBOLXh/Xrl1FuVxGLBHDnp27kCUAS/+qcCIWsptEvqc8WvlaAoj1Zlsx2cgcGgzx8qunUSerdDDE297+NkxOTkrBurCwgNOnz+DFF19CJpvCxz72Mbz//e9HPBEX2jinnwky0wLZGzeBarUsQOFw2BNJWgiICvOPDE/CxJyiiZdHV5iIZKWKL03g7SXeZRJepXhaZLOScs+fG0rQVCGqTMPDDwE5+b6E3k6JRhKZDMEl1bCqoKqAwBo0uSGQKhJLH3Ke+DOEGRnIKSXhNACOQ7CADZpIKYLCNExhla9T6tHu4ZN/8mdYZ4Ke1kdp1zhKuyeQ25GX6W+j1UYuX4IZZXruAM2r67h28SoGtQ76VRsWm/vAn4oFMc9B2KhL8UspyrAPPxNF9tA0rtVWJVVxz+FDYu7ttfqwb5RRubCAmeSIGNWzWe/aXbTdLuK7iigdm8XJC2exbWo7zEQE5YVVOP0uSmMFjBdGcPGVi2gvNDGRzMHq+ui1bfGeoZToN36TjLyjG9LBsICQRo+hDZ2OhDjQd0aSlEWKOsTl0+dkYm5k0zApnSFpLYCDzpw5g8mpGeRGRjDUAHvQQ9ZKSHHGY8/mchsAJ9mkZAwmE3HEYwba9VUsL1yRQDDdSiOdH8PMNlocKEYRGa4hsBqexw3JY1D8KJBY3Z8CYoiZN2WTKjyGEk4Cg7/4C7/2htdmAVaP3COFtWclA2A1L5Ntv1qGV1+H1qkKk1QJ5XmjEnRSMn8CAS4ZX/GEDF6MXgcun2mydjfaJbI/48JYRbYALZEScNTvkaXaU8y8fksmoODGKbWeer38uoCpKr6bgRR9K7Aagj8qEIi2H3wln+kAlBVcrwvN7kErTECbKsCtdqCXbfj9GjnW8vyrj01g1dcT0JNpaAxZIJPQrgO91gbo+6PAKkm2avDC/+R5UHzWLXDfa4HVjWGJAG9BaIfI9cL5qJoSK7heaX4d8T9ikUcwQJ0rVgCxqIeZ0Ry2FxLYlo3iyI4xHNk1g0Q0g6vrDr5y5Ro6734It77tIVQGNQX/ahEpvizdlyk4iw5hJQTXOg4gRTAROnhmeRxO8BakjRTPVcV4UPym4Cxu6eLC0L3wPRWz5IYGzCTiF2yyAq9aAVXlZ22agoYtYmhHsLGuvq6X3BqO9N9+EAJ/P0CYq9f7Lj6ln8dctI6f0w7g3VoRdJmzXN7XZAupe15ScT0GfRiIuX30aIPj6rihAX//6p/g9EtfwicPvA936EegxfLSWPv0bOUwjteJV0/+rkBDtW4HwXqURfM/CdTrwRkw6ZlSvKGcG0OLImLGocMC7n/fG37GCayGgOqG3H8LA0yuS/Bv9aea2G9+bhPoEIbtlu/dZNkr5uPr9yOxqyFob0bRsrv43nd/gO8/8TTWVurCihT7HIdDIlM1TfT75brn+eKrva0Qw/HdJRzbM4FMOi4J8wocDNnTATAcLBZhAEf4LAugGihOiLfJ0yINUcB05NpKv/BgXVX2Oj4cSQRWnq2ub2Kl6eJSpYd630ACPkaTOrIxTdY6BpVw2GjqUcRjKWE02T1HQjByxWnsP3IME9tneWkRQxxRMyF1Du/nWJJyxqgKPvEYcjIQAJ0gh9Xpw+t00M1ZsBMazCQHas7GEG/rvsvrICETgVWMEqpoknAceqzyPfPvUsdYyqtO7u2AxcphmiSXe4DdrWFteQHNYR3pfhuLX/1nXH/8SQzHi8jcfgwTt98Gl4M0Jwj23AKEhbWI+jNQ1QTSv1azg23bduD2u98tYGN/QMUQG62krHJkvIZ7XchYFYayeOpFYDc7pBQjGYuLTQMZQ3GHK6Aa0hDAYkgnl1Cp6wKrEsd30R8OYDBkg422Q+aPiYFtIxtPCDFAmH8Buzz0MA8ZdvzxBIG4PkmunOYr0JaD8lRSVC3nzp/F1OSU1GiPP/4k7rnv7ZibmxNfQPrOnXr5FI4cPYq5ixflGlyfO4/q1Zfw1n0j2D5REKD2Pb/3n9/w880XfPZvv/QaYJUgs7o/1Hnhe+11OlhbXpE6nev9+Se+jrWrZwVYTcQt5JOmAKvJdCzw6VXAtZJNKjmo49CP3kW3UoOeymAtM4pD7/0w/PiogAyFXBEv3ngB3zn7DTy4/yG8ZeweeT/9gQ2fYS/DNlaXr+Ezn/oULp0+t+GFvwHEB0OvTammOh1bhz7h94brlgQhBgAhU71jCROl8RwtgtWw1zNw6ewcfK7pVHzJ2haFTmaW5yAT83Hs0AG8cmEOtfYA8VhCauG+M8CubApvmclhesREtjiCp08t4/m5y1i2CeRT6s5am/9XzzNPtwC2BP2jZLcxulat+WQu80vsKzgQpeyaxxMOY0RFQLA+CIQVRl8g16a6iR7h9D4eWBm4vGcdE/74tmD/D5IXQ5A5WN+24q1bz5t4gwZjcvFwD7U1VhJgqrgki0fl/HHorhsWtGhCcgOi8JFPxvHz7ziOt04m4Q089FwFtmlUe2gOXvnqP+L8S8/AMU2sMFTJUeFEBJ3iQb/IuiFuRRFnboNpSP0+WZpEMpfF/cf2we53sZ4toEV2hU9fbFv8Ordv3y7gi4S80irHbmHuyjkMtAyi9g20luah5Saw++53otNuCcPRiFjigV1r2YjHNQHaMqk0EqaOdmUJc6dPwkjk0fZiYplRzKSRiCk1XSqbApIFuO2mKKxcmFivVsSqaTRfRN1uwe52kCdxgFYA5TVk8jnki2mYae6XNgbduvScj3359Jt6vv/dx94ttgNr1SZeOnsJy+t16JEkPIYM0jeSABWtX+LsO5T6kP6qFi0JPL7frrCgrUgEcYuXOCJgNf9HggZ7XDIgu30V7CM1mGkKaarVailwdcNmQoUgE+yjDd54aRy33XYIO/eMYHr7KCK0Cfnat1Gev4L/4/f/e0yOZGSI2LX7iBNc9Yawuz207Dq67hCNDvAPX/0OvvHky9Do85xMwCJbeujCHnD/DYtJ1hjBUF+Y+FSPWrJnMEyQ7EMGZ3NP7jHElhJyrtVkYru+DJQScHDLeAqTWQuDdk2YzKwZSFrI5gvoOUPxQ0/oOhp9DwvNCFYHOfiaGjLJAEOsoGTyLEDksFcGnBoKeQumobziV25W0ey2Mei3cTSbxSeO34FCt42VdhW9mIEddxxGK+Kh3u+g224LrrFcsfHKhctwNQNjpVEkTA3o2Thy5KDgDOxVEzFLhoq0Vex5LrpDR0KvllbWpIfjL4/HLBzcuROjxQK6raaAo6wPWGf0GMzd7wvLXtdpeVDCydUOqj1DPI8Jw7aba2JnEo/xmatLv0nQucHgzV4P2YQOw+1g/2gKMzu2I8UhJcMbaQcZMWWf7fS6qDRb8CJRTG7fhsnpSdx2/DZMTUyKApMDR1rs8ZmWuiRiolQqYXx8XO5hKoGvXbuGy5cvY3FxUYay3EdZJ0mOjOdiJGogZsWltiRQK8Cx66FBm4BYCqWJGXz10W/jiR8+B4dWJPRp0tRQh9/r+g5i9LrOFdC2G1hptBBJJGUoLvcZawEWhz9ih6X4OlyvaZGo7OmodOhjz95deO75l97UM/7j+qKfAKuvu7IhsPrIZz4ldHumzdOMmWmLlL4JnTrw2VSyaA/nz51Dl4FDzgA7duzA+PiE0O0pHZAimwkAwSREFcyKrSehKGyyAnN5PmzpdFqM269dvy5FuPKL4tSni0e+8mU898wJRCwDH//4x/G+974vmHQkJFyJGwGL2VqtCrvdVpIyy0KlsqZke5zYyFRf+RgNGSKgKriNpFxJrpPpC6eBrrxemiDx2OBiTbN8xUzj4hM2lSqNUdkGhMxJCfno9yQpdqw0gUKhIO+JU1guRCx8RSIZeKZyKiSMVEEg1KSbDaLI+QJJkbBWJdWRw2V1HHx9w1aLKRersPgUuaERw81rN/An/+k/oef1kZkpIr9rHHrGRKoUR75Q4lAPvT6nXzrW6DHqOqgslTGodNC8WUFqQB9NBfaEaBHfJ4uX8P2yGHTjGrIHZ7DQLguwuu+2W1GvrMFtdDFYaWHl9BVMxArIW2ryb9sd2MMO4ntHUDq6Ay+efRXT09ukqFm5tohBx8boRAlj+RLmXp1D80YdY/EMkkMDfbsjPi0stn7zN/8t7n7rnRvnYpPZoMAMFrPra2ty/DyVBKwZRpCOJyU5suPQR02D5ngoFcncdNCo1YWVSgB9IGwYDXmRIAzkXgntENS5Vub1IyNjwgBW0lQX3Z6NWqOJiclppLOU2gc+Uypj9jVgRdjMiawxkO2E95GkOIvkUd1vCjBWAP0D973nDa/NAqwevUeAX99KQsuOIpIrKGuMagVeowy9U1PAaljg/AiwSj/SuEz8TE6ayaAgUCRHoysGRDROjwzo+QJ8CXlzYVAS1O0x6Qt+vwm/Z9OkUUmjxbMrmKwHLEMBVoOfqmDGMAgiNFrX4etWIFinn2WIaHJxIeO0D6M0A20kB2e9Ab1qw3fqdG4OGKsht1QxLOmjhHgaRiKtWNrtmgJWNWUF8CPAKh/XQD4ZRiiFcUyhJG8TYlXNjArNCluckNm56V8bwI8BI0VROXWdEnMCxyqhWDGISZRPiNSUnnnJqI/xjIED20o4MDOK2ybH4aYTOL3/AHpH344bZgfRviEMnwilkLoPS9dgiZzbhR0AaBnTRMEwkddNxMiCC6xSVBMZ2AZIk0aJrLr9Nt+Ful4KjA8nasAIPVblG3n/KllmsPgqAJJFvYQOhczVLTzUTWLkoirAcQAAIABJREFUxr2u7out4PVrH4NN8Fr1jwK+CbNIHdONoYO/8S5jMdrC+7ALD/oFFDjbJiCnuXAExNPlmMiCiHkDdHQDFVfDoubi88/937h5+Zv45L7341YcBOJ5Ifz49MlkpSsMh4C/qzT0Sk4fAqxcU7hnDLrw+gT7B/DIciJ1kUxOMqgiCegcGtz10Bt+xkNgdSsgGu4L4Q/j1yRIKrAJUIcZgqvq+oSDR653Eq4XKCUUc1JdOLHQCQDWMBRG+TU6IsmkLO/M2Uv45jcfx8XTV+UJUMNCJdWnj5fc1awFXB+5mIn9kxncsXcct8xOwIwRwAwZbiELWNkqhO9JINeAjMUahf9x/xblR6CUUb7b6j2FjETlb60gf/q3c/8lc4yMq7Lt4Wqtj2oHSEVjiJPN7Ntg4rtYwpE2Rc9ix0C2OIFt+w+I/c2OXfsQT2fQpdSxTD80C6lIXOTYZIKRSSkscFJk+TuHDkzPgNUbitS2ZjmwswaS2ZSwOdnA84PnP9x31PlXAE3oJcq9UK6lGRUVDxvhkBEiQZ5UXQShD+pZUKE3ZOvY3TaWV6+hsbIEPWoiYmloLt7Ei1/6IsxiCZOHboFPyXgihbgZVUB3EJgUns+wCQ8BMgr0WTvVa00kkxk8+PAvSKMuDT0tAihvpEdhMFSXGivwQQv3cL7fZo2hOHFkYml4VBHARYrBQRJUqixhQvYxN3gOwkUZxNpKB7rDPhzfw0CnZDYKpzdAPGoiZtCLT/lGcp8LvcFlXSWrJaizpB4MPAB5jF1pUj0JiFlauonz589jeXkZ165dF/B2anoa169fl6CWGzduiO8hGcg3ri2IdcDF0y+goDXw4PE9GM8n8YE/+Ms3/HzzBZ/5my/+i4xV5frAIYUhic3rK6vid8wc0fnnv4eF8yelrrWsCArJCFLpDPJFet2p5Pew5hZGtEEwht6MHoatNto9B97oDGbvfhD+2EGkvCSefeUpfHPhn/Deuz+EO7a9FXbTVnscU5OjZAhX8cjnP4sffPdRDDhI3dwWAua8UqJsZTxvrlGqXlfrpxriyBiUwAGHII6HfIFBPTE4LlVpXeRGi6iuU6pL6yoG9rCOUbsFPeNHMxYeuOugBCJ9+ov/jEqbzGRDgAE/omEqYuDte7j25FHMppEuzWC5bePMpXVcXbqGgVdGvWUiaSVQSMWk+S83u5hfqaLGwLkIgV0OICmtJwtUWQfoAwUG80iYBUBgSNZLN2CaS4BWIJXXdTA3QcAz+lMy1DOahJsbg75jF7x6K/Rm2QhcVAWB2mvk54Qbc7BDh/WJqh9VwJ98Dx8j5gWQQELGMoNnhL1N0CYidZ7IyHQDh3em8L88eBwRqv/giDVCwojC9drQL1xG9fJJdDUdJ69cweXlNXSGXItpGUILI6psKJ2OIWFZSERJhrGwc9sOTEztxK7ZGVzqNlBxVW0cZoSStEPgRYYmMnTUYXaauHb9PK5XNRi1CzBba9DGd6O4+6jU4imqJ82ohIPVGi34fg8du400rakYCtZrobqyANNKo9EFauV1xQqMRQWsIwkmkh+TrAQGuVIV1ZQeciBDGbLfCAIXMzmxZmrYbeRGRuE4Puavn8PoaBL5Am0ROvjqZ599U8/3f/5fP4GXz1zA2cvX0OwMJeiJewptLrj+k6mXoRVBVPmPKwsV5WnO+oo7LEHsTCqJYtJELpcLiB0qKKhWraHc6KDdGaJpt5UlHPtO8bZVwUGi9CQRIvC9FvCWoWSOh4MH9+DXf+NXsGv3FBLJLJ781neQ8hzcfWQf7PoqHIaZGVHEdEt0Xq12C0O/j1anjXJjgBdOXMSXv/cyOu4QqWxW7glCBbTH6A0HohigAkSUGAxZI5GLzHsB1NTwjsou+rXyvXLP5ipOW58h+wcjKiAqug0cnMxgezGBQbuJXsCA5A1GFqQRt+D0OB1x0eT1qzIsLiXnQZiJQWg29wSxc+Ie0F6B7rdQzHP4TQKVh8a6jXKniZjTxU/v34d3TEzAq1fQTRkY2TuLQdLAereFLkHgdgftZg/zy3XMX7+JbK4gjFDD5deamJoYxe7duyTkm5Jz1kcsXliLZvJ51Js2FhYXUa01BA8ZKRYxms/K+eh12oKtkJnJZ75Hq6O+unc9zUR0dD+eutzAleUBcskSIoaGOP2VI0NoelesABGdQKowhYFDu4UWkn4dw8YirM5lzExNo8j7jhMFqq2cvliCNNo2FtfWMDO7E9t27RJ1yo7ZHdi+fVaIbwwi69gt8d/udDtIZTISMs5nfWlxEfNXFUGPA2gSl9LprChSSZgjtkOcSWvW5XOxKBUGtKFU61K720a52oQRzyCeK+Br33oMc9cXUK01hXHM7smlMMgdYnuhgA/c/wAi6OGxp57FtbUyjDjZs4qIJs5dgQI49F7dGFjKsFjZDZIUQELdrl078NzzJ9/UM/7j+qKfAKuvu7IhsPrVf/hSEISkNmkCngSoVNIlU+NUIjAXnZsLCyKx5w4/PTmDeCoVeI/SL0UBIPxQ4QKqmVP+nJpMZwlguVxIKYWXEAxLGmz6jCr2A4ujAb70yCN45ocvIpfP4rd/+7dw7733ivyfMmlOhG0uKJqSa3Nz5XQilUihWisLpbzZ5EOm3jA3IPr/8Bh4dGKETzlf0BATaJAFnXRzAR7I/KDsimxSNUGhp45MAcUCQDUpIdAaFoEu/cfgo9VQm8zU5DSy2YzIG/u9PvqBYTiLWPrL8hyIR2rAKlGFFn+yAmO2soPCIoyfswcd1SQTzJaEdvqtOpJs/+xzz+Efv/XPyE8WkRkvoOnZiKQiiGejsnjliiXYXYrddCyvraFfb6LTaKNbaaO1UIXV9pFwVRIsN2ReD56XUGLI4xDvtKiH1L5JrPQb0BIR7LvtKFr1KrrlJsyGg4VTFzFqpFFK5OS9kCXcHthI7htD8dbteOHVU5ia3o5sIYPlq4vothoYmyhhtDCCuVcvoXWtjolUHomhhj7ZrmwWIlF84hO/hvvuu3ej8H79YiUNX6B2CYt3l9fdcSXZU6ZzbPSDxk7qTJHX0etWNbBhejnPddjIhqByWAFyCMH/sXEkA5BMafpo7dy1R6ZqLLrEI0+K1nAoptiNYcPLQoJDAU4BQ8BdeUsFQFrgH+oytAU+3vHA+9/w2hwCq0z2hJWEnykgmisoGWylDL9egd59HbAaWgHwwD1dPOcUYzUKg88aN+MgnVYgMT5oZgI+E19LRfiUszpD6Aysoq9e3xFgVROPJAIMAVMwYFWIvF4K/014UrWLG8hp4PlIKSjZ8wT5TWl4lcSfjV0ffncIvTQLP5eCX2lAbxBYbYgfrmKshsyNkC0Zg2+loMezinnaqQE8TihGegisqudQMaJVOnroPKqe1VD2/Vr4L/xdWy0ItkKSAUggjdEGD1Q1hGTJBO89PCf8fBRReKRsGZawECLwkI1HMJWPYduogb3bxjAyswP9ow9h9dZ9WNeYgs4hEdmqBFZ1CeDg27GDNSypmchTKmWYYAwOl2/lm8iQIRWqpUq2oGEMWHBB66rWemF8Br6tUMBq0B9vSkAVX035u7IQ5L8CZlh4UyuwQ/1L+sEA2A17xteJHYNvDBbNANgU4JbyTKmWeL0kBxoXnQH+wb+Bit7FO82duBcZ5H2CqJ7YAkgYT3CNLW+ANkNFXGBJd/GX3/8jtJafwZ/veh8O4yD8RF6ABBgssnVoQYhe0NMGPyc4agJ5IvkfAAKqdgWsk9pZQtt08erTzQQ0MgzueOcbfsY/85l//xpp7cb5fI3HqtqLQ69oeWY2WK1qiCN7W+DdGX7fVqXG6xn34X41HLjCTOz2uyIDJVOi0bTxzJMv4qmnn0O5XFe+mgwx4UBQ7FEUa5X3wUTWwm2zI7hlxwi2T2cRo3wew020wKeFzaa1Rqhw5TFzPed6K6CpMFeVQkQBf0q2K76wG9/D/ZKsVkP5Y0ot4qHW9bHe19DxGRKXQqNSRrOxijiHZ66Ppt1CIT+On3ro/Th6+73IjIygR494hmUxACMSRatpw+sNUYokECHvi2u/BGip50klq/vw7B7M/hAtbYBewUIym5QhXctuSx3G6xJaBW3uP+FzoauGM6oA1XgyLX/n94Wy+hBMIXit7kJlQcTrz/3q5tJV8SG0GFSixyTwwo/psBeuY2lpWVnDG6b8fEqmuT9F2NgEwDx/pgLV1c+V6+BzX42IVxq3r3e+5xcFmOXvI2uFtSQ91Vhfcd/ja8JgktDOh0BovdqBP2RKsSXMJMuiaogeomo9YjvN4Q8Z5rJvRE0Z/lMyxTuECh4BVy0F7HDVIQsnHiWz11RDPsGkyKRWbBUB+QO2Ic+dhHoGNSxXjwZDQdMqnfjcubNYWlrA/PwVnHrlFUxPz8i9NTU1iZWVVfE+pBXUyvJNkRKfO38ONy6fx/HdY3jozv341f/z82/4+eYLPv35LyiCQmDxQFBZWQPIUygeuGQqra2swm625DlbOvM85k/9EFGLjHgD2aSFRDqN0QJltRG0mm2pbXnvUJVGJidpoL6hwe0N0Gl0MPAjSE/vRuneD+PKqxfwyNc/i5/79d/A0b3H0XEBRlpySBuNAJfOvoIvfe4zOPfyy+KHGkYPbig6QuuOAAxU6/ymFzQZ/zLED/IGwvpXDYUYTc+gM3r0MXCE/o2uBE/arSYcCfdR3sKs5SaKPrZPz+COQwexZ8eY2I998nPfwGpTgfAEB8ism45H8Z5ju3Bk3yhy2W2IJXxEY7xrknCcG8gVW7i+PAaDXHRTHWvfNXF+fglf/e7TuLDaEM8/w4hKxoTjDdEbdqG5rBPUGit73obNmFKvhcOqcMAgtSlZnzENGmW3DN+85SgwPgl9uaqUflJ3BQMGhThv1EwbkpnQcoq1Cu9pAV9Df2slFyFzmqnoPgFW1oV8rjlcYCMWT4gFhB9NYLRg4H948Dh2xiHMQ0r7TVeDZgzgXZyDdvUk3IiJa5UKLi4t49ryOroidNTEEiCbTgvgHzV0pBNJpNNJHNyzH7O7DiFdGsGLjSqq9hARg761im0fqgc3eyoPeq+FmwuXMbfYhbtyFmm3g3Y0D604KXtKJp0RSwLdtESC7ruSPoRkIilKSnfYhdPvCGBarrbhDBjiE5FAGsrMY1yXkgUMmjUJ0eV5sPt9UZZkYnEMfRe1ZgOTI7wPNPFxThSymL96Da+++KL0YeNToxgbK+KFp94c6PKnf/QJPPb4U7h0fQUO6zsrLuC/Q2CQiqMYg+dU/8t1ksMbk3UagalkXLxirUgUoyMjmCpkpM9WQ6y+/EcQa73Vhd13xC6h2emJbV+bakyxxmG4oRqCsadWNtQa4pGIsNzHJ4v48Ic/gAcfoP1CFItzFxEfdGHSbm5Ab+3A6sbRsdq0RYnKzI1sMYvF5QpOn5nHy9dbOHvlCjyTTMQYErR/gS9MQ0rd+wOCvQZ0AmkW++2oBAcRIOPzn00lJWyMNiNet4MBMQSGUJtR9OmVTgyh08D+sQxmRzNwuzZ6HGKzV/McWGYC0RQl6gkBMZuujovrQGeYkH1JlfmqF5TME37C6aHbXoWJDrIM7hJPdw3lclO8ZCeiOv71fW/B/mJSPHr1YgZ6Oo41u4qO76Btd9Fr0pbQxYXra6iUq2KNOD5SRJy2CMx2IJYyPQUrTmamBUPICCR6JRCJxtFud2VgKXYPLlUUA/HD5flNpeJI0SfZIWPXQU985D04fRs91kRjO7HUS2H+xhBrKy1RI/DeIaCox3Rs270PkcJheb8R3UVSbyONOtz2MnprF5CNJ5FPkxw1gNNvIsoBs+ei0+1hrVbD+MQkpmamRcGZy+eEmUuco1gqIpvLyDPPzBwrERcmK9XItCnk8817NJ1R92oipuxp7HYHa+vruHrlCjqrSxIuZUViwlzV6A1NklabDPI+lutNJHMjeP7UqxJoxbqiWq6h3qVtCa1bfBRiURyYmsZ9dx5A19XxlW99F6udvvLQdrmfql4jzD5RyhmFdylcSOEzYpPhONi1aydeOHHiTe3hP64v+gmw+rorGwKrf//3X5YiSLxIhflIs3DFqiJgxwk4gxAoQSByL5uf58rN1usPVSohGS4Bn0CKVgmGMpDJZGWxdiiJDrxTWGBTJs8HlA+YeGYFqaOcPLI4/+IjX8KLz51CsZjHH/zhH+DQwUNy85OlygeBkn4W+zRXlmOXsCVXgawEtlgICGDLnZ5pwYMtDFMFnComSwi4qNZHGjB5mDg0Uo0JFzQyFjj5l2IvCMt4vc9qkIWHuUvXMDd3TXzFCvkcbtm3B9GYhdWVVVlceL4y2YwkOpr0AWGxTK8TMRVXvm8CZG8tOgPEgZ8bsOkM0AcBiintpQzOMPDVbz+K5U4VjmXA8QZwul2kUgmkSsrDLlssyuZF2VJ/6GDl8g20W020ai30y2345R6SblQKOGHQBgEaIbtEPOq4CesDWLtGUfU7QCKCXUcPoW+30FypIjUwcOPkBRSQwEgyL2ANza6b/TYyByZROLoNz516CZNT21AYyWNpfgHteg2j40VMjo5j7pU5NOarmMkUYQ2AbttGL2gmP/axj+IdD96nisagQVINvkJkQoAylEJJgx2U+PzasM90aXXNxeqAoEZQjMoiGgSckQkUNpL8GRtes2QW835iQ89ACg4NOAwQ0NyTpEROYZ2hK82O3C6s7oKP8GcpFpcuAwAeC43JQz9X3sM8X6x/B5wSsiiwInjfez7yhtfm0AqAm5IWT8FL52GmssK0dZhgSmC1V38NY5VzbAKGUo57BjwazMeT8CMx6IN20JAyeEGdc5G4G3H48QzM8RKQsqTR0WwbjMkm4IlhW0mhKdVjSAitBujfGjAYZe0IroOcLQ4Y2DWGZMcQfGWCbJBk6mnkSTF9moWTDa3vwhjfCzeVUMBquw1/2JDk8BCADTmSctx+BF6UVgAZ9Uz3GtB7TQXqBMDq5nCDBxB4km0AvoqRugmsbsrb1YViY6WeoxAofY1T/5aruQmg8pNRheNuAPLqG4XHFzAyKY8xxIM1IoysRExDJh/DgVQau/Ydh/GRD6K/bwKNQU+C4VisEehXTGCVcsz1nlcgphtISGGlQBICfsL41ujLSiuNgLEqoWPhsWzxyFOZm/Iasj4JrPI16hoGSxX3Fb4zHjP9E6kI0HwMNE/4xPL+BHBV/6nfrRLkBcYWj8XwZtg8cWp4ErAZBZTefNYIzFOsCb8H1zNx0enjH/VruBpx8UFM4rCWxXZEYHLAxW+Tm4Jg6xAt3cC642FZd/Bn3/w9eI2X8Wfb34fD2iEgVVAscoP7VwCsBudo4wilOFaMdDakGgcwTGUfdGVoJWxQAR80aXANg6BGBNqdb5yx+ulP/z8bDLDwzIQARbiHqOd0E8TYCqxyfQmB1XAtDNf7rRYDoeR8KzNWDSrDIZMj7ASur0otYuLUmfN49NHHcfH8VbGkiAe+bfScFem15yMR0SVwYtd4Ckd3jWF0LA+DbGAORAj0kyy6xRZHMWZDn3HlV85jEI9zYa0qZiotAbgmi0wwTAPn38lwhYH+0BX/TFq7tAY+Gq6OtmOg2/VQKVMK6kiASc9uY8eew/jor/4b3H7322D3PHQkzIrSSsqfmW5LNrmBDov9no98JI0oTAx6XQFSYvGEMGq6/QGa6AKWAS0TQyyXFgCxQRkqi3pDBRaGMvmQYay82VXAQuiNSWYX3xsZqmxOWFeETGP+UmEl8r1SMRMAo/NX5nDq5NOIp0yMjZRgelGRPPoJE3ECo40Gqmur4h9HRmBEvEtV8NOmz6tiw4Yccgn29LgOqxqm2+njrre/H1NTM5JQTd85/izuYWxaQ8azSFGHw43j5OC80+oLu0f3IuLnyKALR+8rOwNy+MlcIoNWfIFZn7B+Un6+8u9IBI12Cy7ljAZ9Avk71P3B92CJd7WiOxPMkmRq8fVTiiyxWJIgVBWoyD/rfbJwU/L+eB2WlhfwjW98DZcuvYRCIStDLiqUGs2G/Mk1yNRMtFptnDl3HstLi2iu3sD9d92K/+8L337Dezhf8Nef+9vXAKvcA2XNpBes78EyTJHC0gqgWW/IWl6bP4vLLz1J3EzOUSoeQSyZxkQhhVQ6Ld6fNxYWJBQ0ny8iGY8jmSFUqgZfA5ve5Bpcw4K57TY4I7OwchMozU7BZF3txxDzBzI0+sETj+Grf/e3uH71srISIkBLVUDQqIZhRLzeYWDz5noUsBa3MFlDhj3vOT67HIAIuMi8BzWrlrWVTK0De3fh0C17YDK4xXHkOTg820YyXoSBnNxvF67ewJ9++lG0XRIqdEQSMfTJaErF8PCtO3H80DRi2TwskjnhwdLI8l1FJDJErVHibEzCCqUO1GNwNQvPvTqPzzz6FMoDB8lCSVjq7DcGZFqLpJkKND637EX4e2lNxePeDLGVsYc4ACmfX4+WUk4Pg9I0tAN3SC1gNhtSc3u0bwoCrwJqr9pgN6eYwb0V2A5xPxcFXMBf5YWVfU58NOCTWEJwNbCy8TggpIdznAPnhIAlb903iV86OC4SedlZ6ffI81AtQz/xLaxXKrCpYKL1xVoZ5YYtA6tkPIFiIS9ekdwH08kk8rkc9u3ag5mZvdCzebywVsdqvQff6Ipv8cZwb0stz3Np6YDdaeDcpVVk/Aa666vo6ARDc8q7mufMiCBiEdjWENEGAtypYGJal3H/Z3YE+5ChWBVEhVgT3Eiaj8ZQR0xzkSBD04XIjdkrlDIZSTxfLa9hemxC9iwVBBvDiROncP3CJQyHXaTyKcQTESxff3PBNn/6v/8mnj95FqfOzaNi92Uox4EF2c7ZXFYGClwDCYqlEwnkM2kU0pSNuyil4wI4ci0rlUYwOTIqzx2VlVx3aRPQbDXR7A3R7A5QbbbR7lOi38darY5Wp6fsVdiSe76sWyTC8MP0fKQzCdxx12342Q++H3fefhjRiI7q1Tn01lZgOLTJo5zfhdMnVjDAq9dXsbq0itGREsbHyDBPoFpr4+lXruPpl19CiyoQcWUxxFPccXX0BhyI0R/WQm5sHPmxcRgkXQkzlTJxE6V8Du6gj/lLlxDttmT95mNpxsiS1dChbU+nhdlCErsncuKjytBBrh+iLNQs+CIvT0it2XI1LLQtdDtkI6r3TpsPenkSqOfw3HM6sJsrMGAjlSAhh8+0iWqrg16nh+PTo/j4z9yHsdEYhq0hmr0e6nYT/WFPgrnJmGXZt7rWwNUbZQH1k9EYSvkMUknuRj7aPea42JiZ3Yax8ZKAwGR3dzp9lNdr8BwflmmJPQ7XP7vTgmNykKkjkY4L8C15HrQaggsxdaNSU/ewbJpIju3CXbc/hE7LwQ++/ywuXLwJz0hibPs+JPMTaPlFRNBAXK+hEOui31rB/KUzqC8tYzxXxMG9+4T01O3WYAw7SJlUaZJhr1jzvI4E2znw4h5O5SffOxU7sURcbDOKpYIa4MVUkLP8aUXl7/z+SrmG1ZUVGU7WqnWpPyLDLtJUzsQSiEZj0g/Snsdu1FFv2ai0eqh1B1hYr2C92cT2mSl4/T6u31jDWssG+8OsFUUuGsHbb53FocPH8cTzL+N7J16mR5PKyaCl3ZYMm7DGlcEd97jgg5+nLcfu3bvx4skX39Qe/uP6op8Aq6+7shvA6lf+TooVQgRk2EmBKgnJCvDsdNryb25SnHTzJqPsnSxMMQOOxcVKQKXAcaJD6f1ANn1+nsV2yB6UyehwgH6ni7W1FZm+zezaIcFCzSZlHD4ajRY++RefwsK1VezaNYs//o9/jJHSiDBRObFjYcKHUczgOfERFiUXsL6CPFgc675iHkg4FZfdEARS3i3ceGy7LaAIGxR+bLKlgmJEPJYUM5V+MyErRgEeBGADe4DghfT5EpNpx8TM1E6cPXsB9QaP2cT3v/99rK2tSyPBYpFAGieqY6N5SfybnZ3FxISyEODxsGgc0FqAAGfAFhZGDneAqJLzhpIqCY5g+JDn4pN/+9fopSPoR0ndd1G7fANOvQsryibMRTQRF383yuYYujDQKEnl76LfmwO33IHedhHVVApx2JBvSrdUQdtFD9HZEpp6H17C/P/Ze+8wS867TPStOqdOVZ0cO4fJowmSRpJtoWTZsmzLcpCNwWCTMReWBcx9Fniey8IS7mXZy14WvMsuwdhcDAYbR2E5yEmSZQXb8iiOJsfuno4n51PnVNV93t9X1d0a7y6M9j+u+3laM5qZ7j6nqr7v+/3e3xuw49pDGDFFcKWKrGvi4tETyPu2AKvi/doboOG0kD00jfx1c3jymaOYnJpFYSyP5XOLaFQrKE3kMT81q6wAzlcwGc/CGmoCrJKxygP6J378PbgrAFa3gwbSQIo8Xd3bTX9DaOj12uI5x7fDqT/BbLKDup0BEsk06JtK828+ywShLSbcM/5BWDlbTCkFhkYEtB+6jjBUKc0hG5YT93ZvgLGxMVgJS7HWxJBfJdKH12/TCkKaQwXEEYTgVDk00BbWjMNGgqwMZTvB1/jmN/3QVe/Nm+FVLMySaXjxDCLxpDwrbrUCNGv/Q2BV7Nv8KLyIJcAqKNEZNORrKaMOw2A47fS1OHwriehUEVrKxqjfA1od+J0+0GcqWge6S8ZqEPwmUlvuF8qXTNrmTWBVIXICrAotSfnICavVp4G+auzpcUmIRIKEHILDERhT+zGKWwKsau0m/GEdmgA/0hkFsGLgceozqCwJWBn1/Z0mNFoW+IohTNnPdwOrAvep/SJgyyqGeQCqhv4EtDpQO9O2n/lSEb3yctoCAkPOLm3nZd2FbNzNiCVOjgk4jhCjARgvixFDTLcRpXdhDCjaWZSmYzjynu9H6Y1vwtqopZiBJKkI+Bd4RxFIUJW0YrPxegaDBWFCaARCdWlc+Ulws0+GZchYlXAh9doFiKWXta/J1xTSJZFryaAqePdMHY1p9HGNIOZrSGgU57gZ4InTAAAgAElEQVTowQUt9flaWOzGCbqCqag6KIpiKEuUeAcB3yuA1a1rt5UEr5DcrdfFhs1yY3B1F52Ij+O+i8+Pzsp1uNMYx6uQQVa51wQgvy7AalOLYH3k4rI+xJ989hcR7Z7An8zei8ORa6El88LIUmbUyp5C4UyBLFMZ4wI+vVU9+CMfGlmqA4ZXkeHOwQJr4aF4RhKA1CMcGJjQb37jVa/xv/qr33+JtDYEVbcDodubVuWvuv3HbIVXSZpzAMCG3ycER8LrvX0vIxhFqSSLfytmy5nhOGSKdNDqt5HMFrGwWMXf/90n8dxTLyJj0WaAd5YgPOsLJne7GMvEcHC2gD25GPbsnUc8wQs0FLapAHEhA0vO463ASSX/DxirQQq1WAAwSdlj+rAaVjLEQpG9VNCDo0VFOkp/eO7J3ZEm0sB6z0V3oAs42GrWEPGHeOWRI/i3v/OHmJjficX1mgxcI64nCeFaVMOw10e704Vh2zA8Hc5qHdG+JyAWmYLiN63r0sAynVabsmHYbO6jssLL/Rbcbh9x+kWytgrkmGq/U0wugjPhfRDPxiDESiwlmcIbgKth0FVoBSBfx4bctsXL7AufvR+VxdM4dMMhjM3MIEW2Ps+5COu2GMx4TJrCpcsLaFYrcBgGQ1pHUFdtD8ria1CvbSTAqrK1iUrYxP5rb8f+/QdBNnOv1xerHJ5h/BoFJoXqpIE0V6rGYuOqoVZpCkPQ0OgxqEGLMdiEyb1DRM2oMHukvhwOkRE/yyg8Ds6pgDIMCRsdJtRzzOeHYZ0cVJI5yxArcchm8xyEior3rxR14b7BRHkOpj0ZfHomVVxpYQqr96/j3PnTuHTheWmA2xzgBTUgm8chhwvOEGY6D/q3L5w9hbX1dZw6v4jT5xaven3zCz704Y9srkuxhdoWXsVzmAAWrY7WVlaUx3xER+fyOZw9+oj4hBKAJkPKTKRRTJoiy7TtBJ5//jlcurgIhm6VSgVkUnHkqbLyVbhVvd+CbhmwYlPIv/Ie2NfdDne1hoHRR9Ttw+u38Ln778enPv4PSGeySOXysFIZmMIs4xBb7S2se+lZzxqemPBLhjMBW57gY1hvh8+HgGYa6yNHWPGs5YWYyjXlenj1/hn86Lt/AJl4BL7bFxYf97esfQqVGkW1UxjCxJnL63j/hz6DpsMwVV3sX6JWDJlRH6+/bgfe8rqbhLVtRdKIemTVDxBLbMDpU32TDvoDnnM6YoaFXneIcsPF5799Co+fPY0RrZCGZPqyZle1W4R+jFTVCAnFVAzvTQWfslzgWiDww/dEf0S9yxArD+1Dh6FNHIBe4/C+Hkya1Xkt3iRCDtiyAtj+UIk/JIfAnOgEwaCyp3PfDAeIQXiVRv/8IEfBZS1Eua3lQbM4bE5ifDqFX3lFCZO2jY4E/xCcisLv9TD68t9g4cJFWYszO+bRdn00yKqjmCMSRT6bQZrJ4Z4H26BiLo1SYQzjY3Pw0lk8c7mGy/U+huZAhtyhvUiYQSDgOndIZp9qLhYWN2DrA6RMS5iyOhRLWyS90RickY9KvYlSnqAJ6xNFnlF+cD6q1boMdsbztOpSyimx0oxEcHGjgZwVQ8Li/hTBRr0uyetzE+MinV9avozZyWkkLVt8OiudFo69eByNlTV0Wi3YmaT8vMsLF1/W+v6jX//fsLLRwsNPPoelMslCrD0JAieF+cd9lr69uVQKU2Ml7JydwVjWEmATgy50n4zMmCgkc+nxIFzNQ6fTQr1eQ7fXRo9nIs+4Vg/17gD1Th9L6xVUGw102Cv7GmIxE81mWwhAXI+ZGEHLAeZ2zOA3/92v4+abrsdw0MTy8efhNypwaakBDwPPRb/dx+rKOr509CS6zT4O7N2LWNTD5GRRSETPHLuELz3+ONbbXbEMYr3Js9uh37kfQzybxfiOHaK6ijAQUHppReTp9TrCzOVQ7RhDr6uryKZTyvYvogsjsktCS7eD6aSJPVME9ckupqe9K/sfwWP26NR6ZU0LraGLXnRSbAWIFTgcbFCRpkUx8Hz0+/SK7aLdWEPcHGEsn5a9g/eiOnAwqLfxlpuuw72vO4iGW8ag5mDQJu7hotdpS45Fb+Ch70Vw4dIazp1bQcIw5DMVp5rChTPso+UMxe9z155dGJssiULDisVQqdUxGLgYz4+BY0ZvMITDYEGOhZMMcopiEEjzbcMSxjLJVI2BI7W4E3Fx0Wthauc+/NyP/TR2ze5Cu6PhhRdX8a3nFvHkMwsot+j+MYmsWUMmsoqIX8azzz2FY8dPie9sOmIjY6Vx4NBBHDq0D2lDQ1prIeIy1I4YSkf1p9GIfJJ8xk/6wZJFzDOUHRBbaiqhS6WS2FSwlw9rifWNMk6fOoNarSbPIJUkVDDHtCESVFFIvaeoPp1+T0hY9WYXa7U2Lq2VUe876DAgM27i4J5d8FwT337uRazXqrANDUUynUcN3HHzzdLvfexLX0FPgHNDMJJQicX9ZvsAkGcNwWvuGSSysJen/eUzz33PY/Ul542/1SW/rM3vX9oXhcDqX//1B6XQUYbVygtUIIEgxS1karIA5QbEqTCnDWEhy+RCFhzCXgmYS9JWb7KVgvCTGB/OAfxRD8vnXkBkyBRGF5qdxeT8QRjZcZnwbKxX8IE/+yDW1srYf2A/3v9H/0mA0l63I5NHsgMVe0AVzyLHJrOUXjRRlXxIEDL8oJRalK/0eOPf8/8Dlk7IdpJjWOQ6KvmTgUMycZek56BhDkBWHnrK52uLJSmNKyVqERPf/OZTWFpcQaEwBmfgoFAoYOXyokxsFhcXsLFRDmwWCPr10Gw25KXygCewOjszgxl+zk5KwcuNiNdbiiMC0zx0NQVGSGkmUjamMLbxf/3JH6G4d1agmcF6HZeOHkd0SLdGFbCi2AQa+pQbacoQnNBfxDSFdaP7EZCwx0JIWGfb2KBS7AZWAD0MEZnKoZ0AvJSOa+jt6PRQW1pF3s7gzHdeQLFrYCxeUAy5bh81p4XUjbMYOzCHJ779HUxMz2ByxzTOHj+NQbmG4lhGfFfPPXcW9XNlTNEKwI+gKxNUys1iePePvAv3vvkeYRqFHnTS0BHMp69ukJob3hsp1gJwWgpqKXjVM8PnhBM2BcQq2YxqUm2ZXIbFfSjLFIlaIA8Q9muwPvg8kKGqLCNsuYd8dvj1fKZCY6ztTYMAUmJ/oUKu2BDz+9HUO2xiBWAVhodaj294/ZuvegsisLrz2juAZApePCkAKaUwlOd7jXWg31AyfTaqIwVAEtBTd57NJ/1004Cdh7gjOn343lD8yyRSRLz/uE4ScMkgmM4hktDgNxz49T50twu/25G0UgiTgwsxBDhfsj0ryE6eOSUeVEuYTX0QrsHfRy3FGJDK2YcWIdtuiEh/pMJW5uZFAhypNsVvaTTsQB8xqmn7h3qOhS0YodeYCoDRuLdR1uRxWKN2s60PAr1MNFUJ8Dqfj01rge9mUoZfp8BRuaOBQ+CVtzB8bwEuJ9SrALhVFMot8X0Q7GWbhvimCluVa9bV0RWQivuXDS0RxSve/Sbc/OPvwgZ3C2cgP51hQTTx59R9IEWtAkMJpgnDQfZE2Ymk6aC3PgsL/ioBIoEtgMhyQ19c2VgVw1TdKQ15WgEE8lr1t8qOwKAVrzRLGnJkDALoMtFUGmvlrWlrOmyf/47ssggMvr7NgySwyJAWBvLaxdLjJSDh1vVVgL2HiKuAFIYGNL0haqM+/h4r0qzdYkzgNj+NPAGxCKf+TDHuogsT646Pi9E+PvCX70U8W8UfjL0We6IHkKAnL/+tDPD4ptmMhfdKvd9NQzuR17M78KDRBoMyaJc/h+cHGZkMwOKFNhGJ0WP16n2U/+wvfneTUR8Wh7JnBMx8tSfy2VADSEkG5gCA4IIMKUI2q9Kc8M/COiBkjnGtOCPKwZzNM6vZqKPdbKHfVh7l9McaGx/HWGlc9rOu10erVZdzj/5Xn/rHL+Lo06dlYJHQDZgwMSQKGiVDuo89k+OYSxuYKKUxP52HbdIHkteIUmA1GmWQQDhgVENHRXkPwdVQ8k9JeJ8N24g+n0pqyP2XXuYjz1R2Np4Dh/JaPQLHBdo9F2YyI36n5Uodl9cauPX2e/Brv/pbAoSur6ygyybaNOHqivlqaJSTEhiHeMXR41GnBN33JbSF11HJfreuK5sO7us8+9mYhHWMBKjJsDhgzAf7Pt+bHjU2fVT592xMwiEdr3X4/dm8CBtEgioILHqIJSzUGxV84VOfwgtPPy32O5OTOcztnEdxfFZk/wSAlHCI9kzKbqm8sYrLiwvodxnopx5pqTnowWeTJZtSNlEEKALpPJ8XBmROz+/EkVfcCdcz4TtD9NoNldJrWFITiZWJoWwBeH34jAjz0oxj6Hhot7pweEZxrYwS8qxaJoFcDvyHAlyxVqOCSYLkOMQg+31En8Au0oWsvBdeY/GcpX+opLi7EojDwSVfuzDqAkdrTzMwohR9xBCbKOr9IYamg3yyEAS3eVI3UCFBVtfJ44+j16HiRH2EqhaCvMPRQIgCZE+urKxh8dICzp+7gC9/4+XJCP/irz8EQ4tJ8AZtcDRDg0crEp0sXgNRUu69ITbWV1BZq8JwgUF9Ccee/Bps3VFArADkPjJxA3E7iVxpHIaVxmNPPoVypYa5qTGkknEYcXoOGuhzrZATp+uo9gfYWGtibNcu3PfT/wb9QQTLZ5/E4pc/iqdOnMN614Gdzihf+z59iVkTUYaryADKE5I1rEpsDskWYW3D5yZcJ6FSKPS8k7Ae7t+i6BqKbz5rPZ4nv3HfK7Fjns8OE8IpcSVPXMPU7BJqNRsjdw6O76PcbuLTXz6Kp04sImab6HVYB+uIRYeYzyTxw2+6Ebum8khZOlLJCibmz2I4yGLtwkE4bgGu1oLvmlKTDGnr1W7DcXv41vkGPvnUOXiWLRY+Phm1g7awnuUkDawNZBAc+sYGDCnZv4iVEpqSM3kIzYnA8ZPADdfBo/y10RX22dbxEtYDityhfDu2eqFN1ZWAiUEIT8CyZN3EzkUGsmGtxdfJwbhhwzdVLSTIN++VmYadyOBt107i1VOGBJDGfBsDnbLvCLSNC1h58ik4rTWUSrZ42Tv6ECZVQDCQTGaQpIe9sMrVWZ22M8gUphEbn8Pz61UsNtvQeX6SfOEMEDG5F9Mn1xMGXuiFHD4nBKtU4BfPT6WM5HNDcHgw9LC6uoHZiZzqdiRglaAdLTgtLK8sI2aYmCgWN5lqtKLj2fjsyXPydYVcWkIoLy+voVmt4dDhwwLePvfMM9i/d5/U9p/7/Odp4IyNahWL504LsJvJ5OV5XFy4cGWB98/6/1uu3Y/ucIg+zyvPk2ENK6V8IS/kJLLCS+kE5ktZHNozi7nxMRk8d9t1ATd5jYURaNvI5meE8MF+rN1tobq2KiFfDJlkdd8b+WgNXHSGvjD9FpbXcLnWFkCc4OyoN1IJ7b6LeMKWMDNbG+Hdb38T3nzXrdD8Hpwu+wbW80MZBHb6LsrNAZ47fhYPP3sa0YglnqZWTINtRWGbNiZmxnH69Dl8++gLiMYzGGgxNIYjxHNF5MYmkC+OIUoPVJ7noiaMIRmPS19MD2L+HEWI6qB6+SJiQwd+o4lhow4rGYej+WIRGMMQ1+yYQsrwhcHIM5/XcsCedcTnzBVbtHTchjUaoOUP5HywoiYsIy7Pikd7Ng5fpX5w5JxhWBh/drlcERJXPBbB7pkJ7JgqImmQiMAag/XdCK1GE86AnbqBVtfF8ZMXsLRSlb9XNlWeAOWieo0YmJiagGHq2LFrFraUkyMYiSQsw0JtvYw6SVkOA+QiyGayEgSnRxkKRWIDwxx5throtwjmOnDMKNbcAXoacN+9b8Ubbn81sskkrHgKhp1Cb6Dh9NkFPP7ki/jqE4uIelWMZTxcunAcTz11FJ7PoMMECoWU9NorK00cOPwq3HHX3bCiHoaOj56bBtkcVDGm9TpMNCUw0Ij5MGMOYpERTOJKOusLDnC4zDnkdsR7lltX3LRgkSUeqIyUQZran9hTC2GKQGuQR9Jut9CsNVBp97FYbePkpSW4moZ43ITljnDtrmlcc+0efO7L38Cl5aa8h3zaQMbvYu++fWiPdHzukaPogbYzipymeiyqclQdJ0NiEtXohx2JSZ9F9q2njWBaOpYWVv5Za/r/L//oe4zVK+50CKz+2Z/9SQACbbFVxPCc0waClbGYgKks2lnYrK+vY4zmy+LzRGmXClZgEblR2ZCDm2CgJAzTH4Y2ATzU2azzASUj4twxuJ0KzIgnU4T8+C6M79gn08BzZy/iQx/4K9TrLYxPjON3f/e3kKVkjgE7ZMsFBQN/FRl84K+k2IUK5CALRiT1sm58KdRVyiCbDbGqDjw0wpAgxfoQ5hx7PYO+VLQdUGDPdkyezbBAq0GhFF5WphuysPv0p+7HP3z0k+KREkoWc5mkSK5YPAjgRqmrYciGHU7lmc5IFq2k4lH+EItIA0UbgvGJCUxPTQlIW5oYQyqTQjyZVNYIvA8RHRfOX8Af/ul/wdzhvZJ82VhcQ2+tLiAQiycWKkznZCNKjxmJbGGRx99FeRAPpNlIxhOwYwHrMgBWQ5BRgNWhgw4cRCey6KR0uKkIDhw4iP6wj+rCMsbTRZx66jmkGhom7YJ8f7c3QNVpIXPTHKau3SXAaq5YwuTOGVw4cQa9clUkoFMzc7jw/Fk0zpTFYzWpGwKsMryK4MgPv+cH8fZ33Cf39iX3Ru3GmwxT/h2vJxknnP4xXIWFfZjCGjIpLCtkVAfSsoAN2eko6whVGCvJKn+fzqQCpmYQRiAhKSFYwQ0+LqCCAlaDcILACiB8vXxeZM2E8GXgmyaS1s1AK9WIsDEMAdzXvubqZcIKWL0TSCTgJROAGVfeRf0hQBuNfhMgU/NKYDVIyNTJFIpnAEvifuANO8pflaxOSVRk08+DMwk3kQMIrNoa3GoPaJKh2oXW74g/jQT48GuF0fdSMFIBquHndmCVqE8IPpJ2SWCVJuaKhQCdRbYDvTeCH7MQmZ2TQkqvNoBeEy6ZsizEN/c+gWcCoIBsQ/qMBcbo/lA8j3R3C1gNn3sBRl82sKrel/rJV35sAavyugTTDBir8r4DXzS1WmVizvAq24wgZVlIxZOgzSAHJa2ugcbQhptJ4Ib33ovXvPONWBRrEcr41PNLJpOwP9lsGBHxLSSWS7kvgWIWUSwyxMswYLKqx9cXpqkAqAKsqsGZeFgKe1X5FvL1ppPFwCCBz7lKrhbsUIBV5clq8WeRVM/hQRjywck2wT5+Br6tQlbm9+XXSeiMkqlaDOQSsTBgbo9G3nZ5henPn+3Tb0mNCwjNEsg96XbxDXcVZWOEu7Vx3OylkdOiGAne2EUbJlY8H2f8Gj745z+HyfEBfi9/G3ZErxGZowCr5MyI16oKEdx6xAJ1hHh7Ecxhk0gwlV05ffIoMeO+MVChadxjYnFECazecvU+yn/657/zkqn7ph82z6cgpCxs7FUSdeiPqWTQBM9D/9UYnwmxplF+h/zg+cpGjwEYlUpZZFr0hu51lB/bgCE3AVsxEU+iVKLf3AQmpicQT5iiKuFu1+wO8KWvPYonHn8aXtdBOqZAXY+2CZ4PO2JgV8lCMRvHRCmJfNpCwgrCJANJq2KjBkNFWv6EJC75vQq4keGvWPqo55N+1/TE5lMqclAyTRn241BhQsarJlJEBnp4moZkOoPxyXm88uY78Krvew2MWBLtjZqcj3zoY3FLzlxRrHRc5S9qRuVTMyKSiMwH1o4ZQfq68mbndeV+QjkbrykbttBTUOosspICeXx4Vsh5QCCTXnIBiMDhXQis8u9DiX7ox8o6xjANYZrzDClXN/Dggw/gxDNPo5BIwiezxIpgbHwCs/O7Ja3XZ2AfgQqeSxFdgFVuDGQurSwvgiC6vKbAX5W1nkXf+RhPBe5LUbn2/JWJ3Jl0HkduuROaSU99F10yP11dmlOyatTQUQEnyoOfrCEPNgEqCZNSPuUcxI/6KrxIDb1lpKKGqqLUoXJJQyJpC1PQ9Rxhxpo2PWcJYDvio8gthICcN3IEsKWVA6WkPI/E359DWY/DBx0jYwDH55qwEImO4HRbYmfV7XVU3RSwiHWfbKjBZh0iwCDvV8Cw4trhvaIdwsULF7C4sIT/96P/+LL6rQ998IMq7d7gM2LA42C478j7jCZTGNGOx/NQXbmM5cVlGLqBUbeCpx7+IqK+khYTYOJg2ekzoEdDJGYjnkpjaXkNG5V6cAbI9gSHahvuUYGShEM4Xc4lB4fv+hFY6Rl0T38V6f5lXNhoYLXdlwZXtupAtSGjxIAFFD6bvNfKlzgcHiqCguxPQe3D50LJRW3pF6hqU0FoymtR1FyBpcDbXzGOvdNxFBNpyc90fQNWsosD+4+jXjPRrO5Gp5lBpdXGixfX8KVvnsNqRwVNMaQsOuxj1gZu3jOB+95axPzOEdLZZSQs7hVprC3MYHn5MDydrOwhhn1P7vmg05ZwoaOXanjwxRVAlHkOhn3F5KU38XZCRgiyigWaqP/UPqVsABQrj+8xoScwNDLo7tmFPu9powXN5WBYDevYR4VkD1o0qSA/xeLnbzdtrQJ4IkjkUeuGN0cue1BziOqHNk4R6ARWI/SrVAFcOoOtLIb9JHHb3iLeeqAI0+tBH0XFNofneRw6aueOoXXiKOLRrtiLDCnFl5rEFN9EAplyREotoYnPZSpVQHJ8DpeHwMlKA10J9RvK3qdUQLR2Ixiv7rXUJ+xfpCfl2UUSA6+dCuWTa6hF0en2sHR5DbvnJ6VWkIFmYClFy4OFxSV5lqbGS7JWpLaTYYOO4+cXMDuWRSpBmwcd9XobjWoVu3bulJ+1vLQkQc20fnnokYeRKRSxtrGB86eOC8icyxVlgL22svSy1veN1+xGpV6X68/1J4pMTSWpJ+KWKMSmCjnsmMhh99QYitkUYp6PQb8toCuH0uwFSRSxkwWxcOn1eT53xIO4327L2cfQYmYmDPWohI2tVKq4tLyKhfWmsFZZW0c8HeVKRXpxI2rBhodDc5O47/W3Y/dsEabJeo6BnDzHelID1Fp9VBp9nFtcwxPPncJgqIDRPtUrvQ5SiQxmJwrSE5Mlu1xtAYk0osk0kmPjiNpJRPjMcYDC/Wc0wpAWIM5A2K7pTEYGgCrkWodl6HDqNSweO4ZBrSL9CNccz1aG5s2O5TBVSAEyCOPZxJUygOd46FA8FIlhbnIM87kEWBFwP+TQz0ME/ZEUxwKwGomUPI+tZgvlShmNVkPY2KxzTIOBpy5iuoeUGUEiTpuGmHiAK99n1gZR1LpDnDx7ERvVppzVtAcsFvKCixAoXF6tIJ1No9mo4MYjhzBdymJ9bVH2XsOwEKFdkmmJwpXqPN5bLcKahlYHfRkosJZpt7sY9juIWBZaER99K4Kd+/bj7W96K3ZMTsrQS6zEoiTQ2YhZCeb94iuPPo9HvvYwli5ewulTx6UmLZbyiMeSylolbqM0MQ4zMwEjOQNHL8GLFjFEEhHdhEWrHmcV/dolmA7XmItcKoJc3EcmRn6wD4vqLPZXxE54XwWbUd7O3BdCGgv/TqlHR6pnFMIZVU5UNnlSj9RrHTQHQ5xdLuPCahlWMoGxUkGUZjfum8fEdB7f+NazOHl2GelUCvt3TmLXeAYzs3N46PHv4AuPPYcI7fBEScprovZDqXfFb3UoALBY+sggk/UwAVeeoz7qZUV++t6HugLfA1aveBJCYPVjH/uIukDbAMSwiFfgofIiZdHLQrXfp29nQtgGLHbka3VdJlTr5Q1hCKoEWPU9OUkRGRsTGJMp8ftrVVexunAG7qiHXHEKUzv2w4/aIim4ePYi/uqDfyMH5ezsDH7rd35TmFYECHjYKs9CNQ1WUr+BbMgiZQ3YS/RjkoR11hJRFm2qgCe7UGSuBBJEWq8mInyfNAeXUBxOuERWZqr3cIX3E+XZYS+/nbVKAIwphh//2Kdw/6cfEOPp0F6APjSb03mBOVSgRTjRpsWBkkwp1iU3c/4cFXDF10wJEj1JDJgJykMyyBcLmJqexOT0FKanp7Fw8QI+/ulPIDtRxMblFUQcyjOUdyfBD+5eZB3yfblDVZzyOqiiVsm1CHrxOpB9JOnawXR9U8LOa+4M0PEH0Isp9DJRuJkorjlwCAN3gPL5RcyUJnHqqRdgrvUxmSzJ93B7DiqDBrI3zWH2hn34xpPfgp1MYW7vDlw4dQ6d1Q0xSJ+ancPFY+fROrWBiWQO6SjZBV3U6gwVAn7wXd+Pd/3QDwQMEnWfpEAK/BxDsJvvmc0QAQGCH7z33JyVIbVivklgWdSQSSivP58LJbGkFD94XoImSvy8olGkmN4cFGXhGuFBJMFr0AVUZWMb5NkGjaq6z8JqDqwFhH0cMIpCye7mVD5gLHENsfEOGUx33H7XVe/lBFZ3HLoTfiIOJOOAFReGlT8Ywm814fdaAqwS9GSttMlYlevKEaMDJHLwE0VJ8fSHTRWg4AWSZjZFAbA6SmShzRbpCw630kGkzeCqFsDAnkC6KV5AnLAq6HnLhHPbOxMLgE1pZuC9KocfiwKCGgZ8rmkyVunxRnkgvVxTGUSmZuEyLKvegEa/1GH3CmA19OPke6WFARkbgWcg7w+N8sV+QYVivRRY5RRbhfL98xmrW29sC1gNfNH4V4p6G/yj/z6wumlRIkCeBisKZBMmcokYsgyJSNODCOj0o3hhKYLB/ARe9+vvwt5rr8VCpyGgRBhGoNJO6S4kLbM0BfS+FLlNwEajb6PsS9w7BUxRXRtZp/x6/hnXCL+I14dyfX7K9ybQGc9JiAwZEiH7Vi6z8FjUr9GIiN0k0VVIi2RF6FEkdB+mPBvq+wvjKbCB4DUnq89kMIUekbRwgr32FZYK26+4HAeBjQ2vNQs5vs6G62PBbeOL+irWoyO82Z/ATcggw7PBHfplElwAACAASURBVIkVwILv4nn3Mv7qP/9rHN5r4XdTt2La2CsBA4iw4VPNovgybn9+gxums0CnzFoYfcpzFQxeCNhczqgnoYtkCMWsJEw7Af3Wd171Gn//f/m3Cgy9IvhFJN7BfhPuPaG9CRkcBKQIqJMFoT6jIm0O9yHede4/DL5YubyMSrksfpk8K/jJoptAPBkSoYcp/5wgCr3VS/kCZuemMTU9IeoIPg+Ndhff+OYzeOirj0LvD+U5Vux0xWTOmkAhY4vMsZC2kUly8Ehfw9CDOQikEh91Ft88J9U5TvCHMn0BX6WJpK8eGY7Ko5X+e3y2mUxMb/h+n97W9AdVzFcCbwxf2Lf/IH72Z9+HAwevR7PdQafTRcI3odNv1GRTE4WhR4T1iI7Kqe8NOxhoI2TH8ojaMfTJauvRV9QUEDRkpfL6S2q948jQj/9P8E3CEwIfcdkWtrHbJKQnWAP8uhBYDdOzQ0UFf0ZoBUDJbyadRLvewB/98f+DLz/4OeyaHMeeuXnYmZysqYhuYMf8LuzYOYtsMSMNTzjcEcCWTbpti1ffwsJFCS6lN6EEpzAxmixThlkIU55BmkE6OlVEWgyv+L7XIpkqiA1Gp1GRhslKUG4cnNmSmE4ZfqDWJYuV9YiokVTgj/jj9wmqEWRVlg6iWvVUDUXWdzSqrJ/4z22b3ui6SF+pBKrVyiiX11GtlsX/t9cjk2ig7h3P9gCo4lHH5GE7FkfMjtJ5Wbz4vKgrjFupM3hiBOA475EkOAd7XsjM5FlNHzyCu7wfaljqC5B79sxZ/OF//eurXt/8gj//wIdhWRpGvQq65cvwW3XYHmAkx2HO7ISbL8gz31peweKlS3B9HaNBG1+6/xNot2oCFimvYa4bNeCjNZR4qAYE+017kIBMwH2ToL58SC1A6xkNycIkMskkcpEm7F4PF8oNrPccGc5zv9M1I9gTwzrakOclZJzyvJX6JxjcbJIWhIWs/jxcNyFjntc3ZLRuDdQ9JCNd7CylcGBqFtOTOnLJEXbsqmI8fwZ2gsnUFjqNCJrtIc4txPDRB2v45tkIzIwBz3cwbvn4vj1DzJjAXXdHsWsvbTNcuANL2Jp9J4qTx65Du1UQpRuZc0OHoUJtOIMonrvcxCPnqqAg2pXU7BFiGq0r1LBAseS3lD3cp6iG44fkO/D84F41cgWQjkcSGMUyqE2Mo08LNdZlDF4SoDAYCocLhmobDvWEABAEP25T0QmoKpRYfm9V90hdKl8TfJKxbZBuR1BVfT+NZxuf81gSmpXEobkS3v3KOWR0WhDQf1INDCN6At6ggtrRxzCsLiCdicLivUumETFMCQemNyRrDO7C3MNiURtpO41kZgxOuogXyg1UWNuJ/ZzyCZU+ThSIJDcof/Vw/1Q1B61nRlLBEKgRVn7MRrc3wKlT57Bn94yEZqn3rzot1m0XLl0Ucsv0xJiyVAh1SZ6GF06fx/xEHqmECTpIkiBD9rH6R+qcb/d60t+uV8qyN1K+3CivolarI5nOIm7GcPHMqZe1vm9/1RGsrK1LPgNDpAgmMbAnnaLHpAkromMyn8JkLoGpfAbZZBxx1sC8RvQENijDJhnIgB9LbBtUuOi22+i2O9KXy0DdNKGZFtqOI8nuiyvrWNjootp3JE+BYUEEVhvtBnSYSHpD3HxgN975htsxO5VDlNYsDNQduWIJ2Op0sFFto1zvQTfi+Pq3nsXSchVGKo1qoybMfTMWRylpiUoxWRrDqaUVeCTw5IvQyMzWjU1PdLHbiMWk32226kKQoW0dQ5BC79d4JoWo62Ll9EmsnT0Nw3cksI9hbJTvxw0IuEoWsTx9Lge3BPYMVAY+1rsD7N85g4MzeSToaey5aPL8d1wk0wUkufZ5H2i67AO1Rk36RGIZPM8jZPY6PEdoP+hLDU0iFJ0kkuwzSYjpDTBwgVq3j8W1DXQHSplx7eGD2LcvqCPh4/ljZ3D82Avibb5rehx33XYTWtV1bFRr4oGcy+aRy+bkOedriFlkf6pBU6VSQ7NN5QsVMA7SGRODiIaaO8D4rnm85jWvwU0HrkXStqWOIr4g9hf0t2WAWCIBRBM4fXYFH/+HB3H/Zx8U1XEyQY9iB/lMATNT04hnS+hpRdT6RbhGEa4ek7PYjmkYtJZx8eSTqK2fhzEoIxHXMVawMJY2sXOihB1TkzBGraCfUpNwtTRVj031QRg4KgO0ERUPZPYqsJPXjJ8kpVUqVVTrPXRGGk5cWka53UV+bAxHrj+MOEbYMZZCvbyCRquLC4vr0v/vmZ/CjYd3I5HI4rMPPoxHnzsntni0fBCbyDCwLFR1cU/hWSSBvIETnfyGwjID6ytrL2uN/0v9ou8Bq1fc2U2P1U9/XJ0fge+VsCSkKXNlI+HvwyKBTAsyV+WIlpAqNu2BF5gekWRgHqQK1FTyHn69BGPRXLtQkObYIFXKo6yjL/J5j+m0rgbTNvDM0efxNx/+e/FHuf766/Dbv/Pv4DhK4sXCmx88cEOZnZhTS9iUCluSIkTSSiWiUlYGmwiZhMoUU/Q3Ariqqj6QbQcLObwWIYMjLPzC6zOir6v41AWfwbSdAVL0rfq7j3wUD3z2i4gZ9G5locjXtOXXSKA0LCr5s0LGhsj8A9BP2ScFzKegbRfggyCJTFG4nYdefb6wipkMOaCUmawj11e+LNzEBAxRkiMFomrSXPB1UQ5JZi7lOJx2c3JMMkjMtOVwDxuJULpFRgqB7C6B1Vwc/ZyJUTaKg4cOo+8OsHLmInZOzOLs0ReByy1MJ0rCfvJomj5oCGN1/qZr8PXHnxRz8j0H9+Hi6fNoLq9icqaImZ27sPDiRVSfW8JkMotU1JTmvVpvSGHwjnfeh/e8e8trNGxAw2sXAq0hEKxYNmy8uXkroD3kDcrGTSZVSwWKSfJfAJpCs4LnLAhWCAtWSqsDwCJspoR1FngBcroqssZA+q2ArC3LiHBdKD85NRzgR/i6Q/aRMJsGLLLUJ3/W6+++epmwMFYP3wXPtoBUAiDLiCxzSpKb/xNgVXzwSCcbqrCeZBESCElgVdJkaKcRSLPF7D0ON5GHNluCHvXgVjuINgms1gXcpA8tZdDCcN0s8rdk8mp8EdaxSjYvjA/xWg03LjJN4vD5gIoPLgt8MgCHKiirUERkfBJuZwi/3QS6TWhkzPK1bpbR4ZqSXUQJ9UUqp2SSkoq+zeZAPSsBa50H8f8ysBr6ooUN60uBVdVZhJ6GirG6HVjlqrdMHaVMAlnLQMaMYCKXRSZtw0wmcWHZQ/ngLtz2sz+MRK6Amhv4/wnYFECkHBrxseSwgIWLyGRV+B8ZE/RGkrCYYO3IJaI0Jwy1CvxT6cHNJ8AiMEqGl+xJBFazAh5RQjqil1YQNEcmqgRc8b+6C4duUfKaNMZ1SYDWpM64EfW91J7uCwjEV0DBOL1aDUqINB1xCcNSDFa1iLY/RS897PgMCcFZksUpWoxiBB+XRm08EFlDQx/hTm0Sr/ItTMAUP7LzGOFb7in86X/8edx1wzR+y7oFY+YOKWx1TQGrbDLlOl1hmyIvh1ImGdrxmSfI6sGlb7aAbh10HaZuD2DELCTSWSQSaeivfs9V11//+U9+4yXehCGIyr1NQNDN5l41+dJbM5RQQuBUWjzBKBbeZMeo0CNfBm8E/+jNWS2XJcSSEzreG8q0CB4K69L1hEnCQl9kmRIIFJNE2WwujdnZacztnIWdSoj3lqPp+MrXvo7PffqrSOgxZOMM7uJZ5sLUDKSsKAppE9m4gaQVlSJfZxMZ1CgEqggKSSgR2egCVjBEjIwXFZpDdkNX0r/pzzaQ5qPVYw3hoEffawmE574VlcCeWEwXGf+hAzfiZ977C5if2yee6Or6kLkQkwGSmEsMR4iONDnT4DDQzodneBhGRnD0ETLjRcX4DbzfQ7AoBIlIHeGeLqGegUqBv9Lbm/eCfxcyiMU73nFAz9RQzcCmk79ng5dO0yNc+RPy31Kqyg8raUoy94f+4gP4D//h99BqVZGIaLj+4CHM7zuAVn+Ieq0u1z6Xz+LON7wOBw4eQK/blgG2sAZNG/FkColUQqTt506dxsryEuJsdOjTPuAQmGw3JozzeYri+IvHsLy0gNfefiuuvelOjM3uFZK20+/AcVXNQTYlB5lkI3IbD6yexXO42+1g0CM7tI0mvf86LXGVZnscvn+px2RTVLZPfG5Tcg9V8FeluoGzp09LsKnDRHAO5AkIkmVrGXJv6EdH9pqEwvD8ohUISTSajoRuw8/YGMFBsjFAg57WMvimOops5K1zm0hFWBurNG0GjdAegqogZS3EP6cPLO/3z/3yb171+uYXfPAD/w2dtSW0lhgacwljKRPFAuW0BYzGdiK2Yw90M47W6gYunD2P9nDIsSH+8eMfxerauoQY+QTTZMjDsRr3gWDAH+y1PJfFNlqOPOWzraolX6wvlG99TELOrtk1h1Z5Demoj+VmH2sMupJSh8Aqn1X1taGPHn+/XeofDnzCgZAAuAFzNQTR+FxLzR1cb9VvbFlwyfePJTHqtGBpPvbP2LjrJuDOm9aQSHVFttnvGBLMGU9G8OwLwEcfBB58MYaRIbMx7M6P8J57XMynPWSywPQOIJO14Iz6sM0JaBEb66sZXDwxi343Dl8nuN+D53YxGup4brGNR85uoM0AJ6kb1NUdOIpIEe7F2wkYPC8E7JMhc6iI48yN3oxDjOJ5YG4OLuslskTpSy/AqiTsBGddiIYTJQlCCTlYEwYqBxuBKieot6T/YG3jqJ9Hlj5ZelrMhEEiAMkWtDmiGjC0OiMFOF7A7t078NOv3o/xGNUlyvdU9R605vDh1su48Ngj0EdlzBdtxBmyY9jiS0gJeIz3McijIGiXSWRhmyloqQKWHOBSdwDLYrAXg8qAWq2JqElf9MDmR9jq6nXzHBVLG+53AjRTqUCQ1xC7sLNnzmP37nlZg8RCVO/JMjKCcxfOSyL75FgxsMlR7Gx+36dfOI3p8QwycRO9oYsIB/hkHnY6Uu3weSVIIz6dzKQYesJinSzmsLq2JgNDKhSOPvH4y1rft9/2SiwtLsHpO2oIwXtlxJBJpaSvS5lRjGVs5BMxlFIJpBNxAQ9JGmEtZ8XI6uP9oHUHiQLKI5kDL6WOYJ0ckEm4d9ODedBDvdlApdHBmeUOzqytozXSkUyk0Go0sLaxCjtGn00PN+6axlteczPmZvKIWqT1MXl+iO5ggEazg9VyA2cvLOOaQ9fj6LMM4TqHaCqLRr+Ly6vr8N0odM+BbpkYm9+J4s6diKYzICwsMvHAF502f/TDJsGBCo5UKike3QRv2VcxRJB7cF+LIp9KIuL0cP6FZ9AtrwmzlsMx7nD9bh1jmSTScUuCnUStqg2Fmd3V47hYq2NqLIvvu2YOWddFvd1GczRCn1CynUIilkC9WkXfaW+eqTIUoS0BQ6kCO0KuIa5zGY5S7eEOkTSjAq6SLVtrtiSxvjt0YTG0Op1GLp+RejsWjWJ6egrp7Dgq62U8/53v4MwLz+Ktr78DpbSFereLJsFZDuug6hOe81SvRDUqTGm1xGA7pdyxrATMdAKrrTpcK4rrbzqCe+66G7YWFQZ5NpdXKln6lMdi8iv/n0xdGEmMPBsf+8QX8bcf+QzOnFlANNbD1BQ9UfMYelkMo/PwrWnoJtXIjgzBe/VLePGpL2P54rPQvS6iBnEe2u/RHhIYz6Vw3aGDuOXIXvijgRDzfGIMWkRUKQy5Yng59zeubTlrODB3ieXogmvwvlNFw/OTVnnNgYZq28GJi5fR9TSxn3rD61+LiNPBdN7GhePHZBjMXq3RqMOIaDi0fxdajR6ePnYax5fWUO27QIQD72BfIf4hKgplS6Y8mMma15RFnJBTIjIYXtv4nhXA9k3ue8DqFVv+FrD6DwpQCqT7YUHAaYxidRJM2mKJshiVhRBIpRXopsAAHoji7/VdnkJbIIySeahpQNQIpT1BGp/u46lvHcUnPv4Z8Qx969vegl/+5V9CtboR+GpxyhFOtoMUa2GqeLJZKLBrKyxIVYnctVWRw9+TTaDYGcF03Kb8TCW7E6QViaswEAPmyBUCXm4c2z1Ww6aakx4rZuFv/+aj+MxnHpDAKJGyiP/sFpg6ZKEfBEIQ7CBYKa9bmKnq/+X32+7Xdk4U5Ry8vopNoL5OGnl+jbCQNNgM3iKjSJSqnEIamJmaELZwMm7Kpt+u11Fr1zH06XAXhcswnyDAJgRVxUMtsFbgayDDhNd/QGp/NoZhgdJjAweuv05A9aVTZ7Fzch4Lz5+Ge6mGyXhRNkgyVhujDjI3zWLupv34+mNPiuH83sP7cenMedQWlzE2U8DuvfuweHIRG9++gPFkBilO5X1fDijKA97ylnvw4z/xo5swXFi48meILDmQvoaAa/h+BAyQVGUV1kMQSRjQwnoeBv7CaiDABtHlZD4EPYP7EDb221m80iywYhEZpS8HJ4sbgnXSdNITqNveBGxZNMlhxiY9aMpesklR4syJMp9H+hH7NFFn8vQQr7vrnqsu2gis7rr+bnhmDGB6pMVoIB0eu8huC35fMVa/22OV64XAqgM/XYCeKKml5DSFLeDTmzBgBEiKZpTNaBHaZAnQR/CqHeiNjgCr2qgvASlSNfM9fxewGqBim08810vgXxmSOtUTDl1niBYZFqYKHHId9doJrI6XEClMKGCVvoCdBuB0oNGn8QohvuJDBisskJrLHiFJqGTyUGq25bEqa1isAP4XGasBwykE96Ub3YKUVVcbAKtb1gjqdQp45NMnNYJCJoGcbSBnGpjMZ5BLElhlU2Oge/0rMHPPvdBsH71gPbAHEXJM8JYkbCrwO2UDHrLy+TSLY2IAgoZ7kJreKkltQH5XzV4QYsXBjWKs+mIFIKuC9beEIKqmWTkZMTFb2Y84auUo6xX4iGsRFH0dKZHgqMAs1dare8XvqWBoxXwlwCqSv20bZbgXB4jAFhc4sCAQ/oqABxF4ZKa7Hi75PTyEdXR14BYtg+u1POIjYAlDPOE9i/f/+5/HO+44iN/QbkHGmodh64rxy+Y0olhsW/dQnRnytDJkRLyaPBWUQ4kTA4y6HfFGq3cb4qvH4IVsrohMKo/I3T911Wv8P/3xrwfeqer8CH++XL/QF3wbW17AksDzUylBFbDKfZHKEAkTov9ttytea2SsMkBQAvVGao9lKBFZBbTdYGGswiMdCX0iq0RCGiMG0qkExooFzMxRVTGJTCGLRDYpUusHPv8QHvriN0B3PpOScjaKPv2DPeQSFrIp+lsBphmR0AphBochdkHQjVqXHOBSuuyi5wzR7TEN2cFGR0nOKCkUn9bApzSZsEXKl0ynJOyDTzwl7Xv3HsRr77wXpeIUGtWWvH6eEbRHcC1DGFWMwvX7LrSBL3toxKXE2oUeZ1K0hsaghUyxIAF7m0PebfdAwp7gBn6TykOb+ztZOWxWxY5oG0ivzhcSzLYAVzn7PU+GgbxXPC840AtZgQRcTVPD1x78Ih792iNodlpYLS+j224iZSeQzI5hobyBZnUDutOX/eYHf/yn8brX3y02TfS9t8VTjkASCzXFLGWjsXJ5CcuLi6KmsYSVps46vs6kFcHypbPoNqq4+5q90DPjsCfn0dNjSBQngFhK/Ap9h8GnfZFB8n3XqlUBMCqVVZGuUsLKZ29App7UQdHAUiEq9aKSiZvCKCWgQiWUyfsTnOsMBuVWxHrQZkhYjECnqv9GAxWqJ9ZUUteqwQftCuiRaSbp6RdHgsEjlWVU+l3YYzuDuoJHmEqGV+DHUA0pA7/1UNXC/S30klM2PgT++Ryb+OGf+OWrXt/8gt//uTfCbXWgdbuora4hEjcwMTeDXHYcw0QRsblDiJemJVH51ImTwl6KWSY+/5lP4PylizSZFC9hMUSRJGQFInN/EN6qnDu8x6FBUYDfBVkJDJuht60xGsBIFXHgwDXI9csSOHJho46KM5KBvgw5ZZdXpIUwt4HPB69FOGQIB9gSyhMo2mg/sZ3lKQCgKI1Uv8HfS7hIsJ7EhkxjJgRrpR5S0RHuPOTjB17vYO98D+22B29oyjArndZx5qKPTz6s4YGnDQx8Hfoggr2FPn7i7SMcmrdhpfpIZ02ksvRsVUzsiM64RRsXThSwtljAyDWF0UVyBcGqF5ba+OrxZbGQYblI9jyZjhQrbIGmChiV2jS4+7LG5fprAhpwjbe7A3Q6I3ilSfjFEvR2F/A7EJeOoC4P710IRPDbEYRQ/sGBGifwYhdrADlHt85sDjuFZU1eiwSH6mJrQnapAOI8m4eO+Hz68Qy07Dh2HzmCf/WGI5gwdHRZPfJc43mhSSyNgFmts6dx7OufxVTGR6lAO6gkEsGnDB5lDdCKzIAdTyKdLHAEi6GZxPlKBS+8cBQr5RqufcUtmN9/CMvlspILB+9P3oOo54I4TNpayJ8pko1cA7G6UH7uYr0j90lVDazbTp89I4rJYj4rbEPVc1ElpOPUpWUUUjHErSg6/aEM6NhPieLB86WnJXGGV9iwYqKgW7i4gIN7d0odwTwQkn8e+tznXtb6vu6GQ+h3euh3aFmnzgVuGoV8AUnLQNY2MJayRKWUsW0kbBJpYrDIVI1qYvEU+qJzPasgKht2IgXdtNDpD0SNQW9oWrnRO5W+lOzlyPRdbQJPnjiFc2sVJOJpCQhaX1uVIefBHTO47YZrcP3+OZQKcSXndphHMEK710eZwOy5BZy/tIp3vPMH8eS3nsFXH/+2yK05cKBfudP3ZY0kSyXM7tuPzNg4HI12HLTWCMgWoT2DqAqV9zbrXZ6JHC46Q0fJ4Tkw1VRQEq9Na30F555/FtFBR+pGPsu0SCCbMpeIiwWVePUShDaYQZDFIsH7iIsje2aQiUbRY/ihZQkoTWUEA0f7nRYM3UU2X1DAOu3oIlHE4wn0Bl1Z/6w92CfxfGZtTZUK7WZyKQsp25TzrdXpwrRtzM1OY8+e3bDjtqgpqtUKarWqDIRvPPIKlNI5PPnIQ3A7VZQycamfCfLX2m3UWx0hPIjCYKj8h1Xvz2eVKiFbwuHO16oYwMX8vl2489bbcOuNN8pAgENxqogKhZKA0wQMTfEs597KMERPect6CTz09efwkY88gIsrdSHJDJwRPD2DvpuEkSKLPSWK5bjXwIVjj6J2+QSSJgfqfC20fYyogGzPR71SlbP+4FwBB/btRjppYdjvIsp1J1wDDkiUhY70CAp0kYqfZ3t4fhDf6ZIFPBqi5xu4sLSGCytleBETpbES3nj3a7G2dA4TGQuZaATdZlUCpsm8554TiXpo13qoNrqoOUOcXFxBhXZ1Ehiqwv7ULqms/ThU4YnHZ4d7lxGhLU0CppXGicVjL2uN/0v9ou8Bq/8zYDVg4UkQQwCK8iFjc9ATBoFKhxUZZNCYsdAxOT0J0tI31bth8x6kigiwRtZrhGESASArSeIBy1SqDYY8cMoLPPHYk/jkx+9HZ9DHffe9Db/6a7+CWrWMTru1KRvbbB7pdUaPLN9DqViUgjz0pFQTYTV9Z2OlmDQRMQPvy78bCfOFkoOQ9REyeOTQDQ72K4Ev2dC2Tc6VxUAA2kYNfOiDH8bnP/egMD7Chlsy7YLrSgnjlgyKIAKLRXXR+HN5nZV8NPAXDK63NOvyhnhMbA/PUUb2MvGhPDpKaa6mpN2ajr47lMbrV375lzCVS2FQL6O5fBnV5WXUy+tY7zt4cXkdKwwhEeaZYtsIa0WmnprILjdBX3eEIWWW6RgcAqtZA4dvOCIp0IvHz2DHxBxWTl7A8HwFY3ZeDju/P0LT6yJz4yxmjuzFo098UwGrh/bh4pkLqC1eRmk6j70HDmKJwOo3z2E8kUGS00wNqLfaGPQHuOdNr8fPvPen5PqFLNpNmVRQtYbMlpDpSSsBFdKi0pVjQQhGp92UZiwEIzgwULJ7DQYT7qPRIKxCTaxlWhg0suG9EvaqBGew0OSENaXAeSY301s4AKlCZlIYzCD3nwOBkIHAMjOQPIQNXwj4hmykm191+1XvzcJYve4uePTMTacAym747FCjQn/VQfN/EF6lgFVOJkFgNTUmQBKclhQOApRuyql0aAQ6c0VgnAWzC63WBcgydhrAqK/S0TmAESP5UIa1DbhUT3swwhBHUGWtGqxfJQEjWy4l7AqYilFMKRSlpjqD7SZL0LJFeG3K5/pAuw6NVgSE8LaBpAqiVUWK+r0aW7CpUMBq4J+8mWmvmtCXA6yqYkH9HGExb+otQ8bqPwWs8isDVjOviUzII0jbljBW83ELk5k4pnNJWFkLeVtHf+chTL39HUjnomgN2AOxcQuYleIJoN41n0EKB8SegR5oAoLSZUrBmWJVoqjzATDKfUFdK5ktc18N/k9eV1ATFdMluZZUKQSP+Uu+n7T3bIIIvLIp4mvzXPFNtWgrIInxhFPYkIUvN2AryaUIgGb5+2Bwtm1lbF3v4D1skoNV2J9cUX5/Pt9k7QO44HXwdb8s7JfbtGnMD3W0dBdPeN/G+//9L+JHXv8K/Jp7C5L2DGIWgVVX2UGwJvsuj1V1fXQpGFmkj1RwFYMUugOMOh30WlVsNCvojnowEwnk8iVk03lYb/6Fq17jv/9//xs1Yd/GpJPzMRgOht9wE/ANWBbhGRSCqyK/lkBD5Q/YbLWwsbGhUupdT1QOTEaVxoOKDxkOsmklfqwatE67g3anK9JnSif5L3KpNCbHxzA9NYHieAHZXBbZyQn0NA2f/fQDOProUdj0/ZL9ksF4Huyojlw6AcukLNOXZ4MFsLxm8dpTDLjOyEfbceVndx16Y8kNEZTDplzSjiObychnJp0SxhLlbxJGYaukbrJYJyZmsHvPQcTJuhdoSMeoP4ShqwCqvuHJ86INfbgDyn55TkcRYVgVpwpkb3gD9PwhssWS+KCF59N2sFsUCKPB5l4fgi9kwTBdmsMJTQrgpgAAIABJREFUYf0GYUhyztFTMpClhiBTGHgYBjjS054fPEP4b77x1S/gC5+5HzvndmB65w55Xe1OE51mG5qRwPnVRVw8dxyd9VXYdg6vvfcHMbtjB6bGctg1MwY7xv1X+XISOFehZkp5U95Yw8rKUgCeK2sQ9PuIuz0k3C4yBmu8EvqtKkb9OmLxGOKz+7DkpVDu9tHtMO1YsZ2pKuIZSBBU2fAoqyfWDJZFRqlqfFiLKMsmDgK4D6p4cwWoKMYLv45N5qa1TjDEUoNydX4HJpNbaqqATMB9wIhHoQ9dLDx2AkvPfBv5HWnMvvpmWPEZBVwFAyIF7ikvSO6HfB/84HWXfT5QezEMU233SgHG9/Cj7/3Vq17f/IL3/9j3oSoABQcFI5i0a8okkUnZMBJjiE1di/jMHrRGLk4cO4Fei56XcXz5c/fj5OlT8FlH0Y5FPJ1VzSOqHgFOFVAvtjiK9h+cWepMln2FDwLf3pB+vyauPbQHzkZZhpbn1+uoO2qoz3RyYl+01JKzNBgkhzWN2FIF52sIRPOZlbpI5LSqFg/XjAoL26q/ZL0EobX8PYc9rE1FkgUPHJPcdesAP/HWviSKEx/lKMOIxHD+ooG//XwfXz2mwcyYiLSHuGnnCD/0Ng+7ZmIw7SHiCb4GDr5NRHTW1HEZsPT7Bs6+WEBllZYLUbQ4aBo6uFBz8PCpFbQdyoRpd2ZhNOiLR23IvA1B4fDGS40v1i2sR1UOBRnNne4Qjf4I2vQcHCsOu9bCcFBTw+2A+CJvSsDxcEAYQrWhskbxSKS+UQ1EUO2oGoD3XmBv8UkPeiO55crKinunDHtYryWziBRncc0td+Dn33gDcu4Q3YgpHpKyzbJ+JVjKVPZhB9/89D9g1NvA/gO7YNKqJ5lGKpEKuC3KeohghWYmUMhNwdTIAtfRcvp4/PGH8Oh3nsGdb/sB3H7v29B2aJcylLVFH8nw+en3usrGQ/l2qTUfhDKKXVrMFmUjVQV8TzyX+FwPRh5OnDwh50Ahm1YDnsAmgD3vixcWMJFPIpmIiWSbr5REAO58ZNYpL8gggAw+KvUmKuUKJopZuaZkALsjB5/+iLLVu9qPA9deIwPnXqsjr42B0DxD8sUikqaBUsrCeMZGzo4hYZIJTDVHTOwHCKzSDz983tiPcNAYicQwgo5Ku4vFtXWsblRl+JmwTYwX8sLczWcZLhbB0I/h6YuX8NjTL8rQNG3b2LNjFr1aE4WchTtedS2mSinETTIn+8Ks5c+otdoCrH776RdQrrTxr3/hfXj+2An85d99ElWm0ycsOA6VOzqKe65BaWoKvhFDjxRLXYXZsUZQikIyMgMlXJDDIAFmQlBRMnZ+MKCLVhO8SzJgiwDLZ09h7fxpGBzEsIYkVqh5iDH0kINRxxGv9GI+DzNFa7M0YmYEXruOvtOQSp9BsBJmDNrdDeEOHSRpoSa2HbSboAWOGmRS+cABcrVWF7sgUc/I5h+VgSCtuTIZW/rwfqsr9VMhnxbLPg5zU+mkgNudXgcLlxZlz9w9vweTpRKWzp9AeeUSYrIfq5DXSruDWouYRUjAUv05P7gPMiuE3uZnujXkxgu48cgRvPOeNyEbt7GyvoZEMoa4bSGRyCCXI/kl2A+EmMBQRLK+OcRKw0Ua33jyefzeH38MldoAZrwIXzdhBBZArubCMkYY1C+ifOl5mNoAMYM5LxxgxmS9SW9BW4oRPb37KK+vii/u/Mw4Spmk+Jb7tD0UKS0HQ8p6TQHjaq1FowydVIQ91j9ikcEhmhbD8bMXUOk4krnBvJ9X33Gr1DPGqIsjO3ciG4+g0ab90AiaF4FOX+BhVIIxHUPDequHYy9ewuVyVXoynZ66gUKX9SZ/ajwaQS5Lr/8sirlpaEig2/bwia9/7GqX97/of/89YPWK2xsyVj/4oT8XuYaiXAfm+CI7px+HjxF94VjsRunhEpNCn+AJDy0aVIvUI5SsivyCvmcjKZbDAomyQ5lai0WAKqAoBxMPUVcFanDDjts2vvqVh/HAA19AfzDC97/jPrzvfb+AVruJdqsZTIGVpF8YiMo8UAqTeCIuxQH/nK9NBQ4FAxDV9stCZeFGE2QiNxLcEQQUsTSRYIBQDh4AnQKOhMXcppBcTaE3ZSks7lhIRnR8+K8/jPs/8yXZqCUwhZTyTUBFgclh86+gC7XJvfQj4GmFhdEmgBDAQNtZWoFkVmTW3NRkAs1CNWRM9uR6/eRP/iTuvOVmHH/0S4hWLyPN19frY7HewuOnL+BSz0Pfj8qBwg2O14kSOJH/0/dEGAOhKb+HYUpHr2jBy5nYf/gQBv0eLp4+h5nSBFqX1lA7eRkzVl6kumxE2xggf/0MJo/sxmPfekpYY7sO78PyhQWULy5ibGoMe689iJXzC1h+5DTG4mmk6HUEoNnqCLj/mtfegV/8hZ/fZC8o6r4CoXn4SRMQ3KtQetZq0nBchbLIvQ2+hkUqk4bDZFGR0dBbjl5vBCC3JdWGBxgPeGEdBdJLZYmhJMusZBkuJuzuwJ9WNQIK+FYprsrfRt1/FmSKNcO7Kg0GzeuFpRQkEDOoh4xqADceufmqN2gCq/PX3iOAaiSZgmabIrt1nTb0Tle8gDSnAwwp81VycB52vEZRl9djAD+ZQyQ7JUUmJJiF7FOCq5yqBy/JiAPZIqI5Nh4juI0K0KhLw617DPwgEBtOJjnrUPCc8jINwbFA+s7SXyaIypcrtFKQn8QYzEhS2E9yT7wuNL8PnzLl8TFEc2MYtRyg24HWa8Pv18WHNfRLVY2iYn5CGBdbHyErXLWbbFwUm0nqJbmfbBbVQb/JON2EgrdA4u0rWcC3YOIkQ2ahWCigMlzyEi53xSt5KVtVrXk/SoCYISUmbJHURZFNRZC0NVxTTOHQxBTSmTQu+y003nEvjhx4DezuCGvRISwmXLLBJ0hBSb2EOilgILBuV7dSWIHqz8N3Kj9bpPQvBaLVDeDXq6Yp/Cilx7beTVD8yT8Ng6jk92rH284wVXhv6OiqvsWVV0YJUrceie3fM1yjcndC/4Rt1/UlzFbu9Szag0CHnu6hOurja/oaRo6OfauTyEUtPGk8gg994H342Te9Av97/zYkjFkYZkTsIlx6O/KMFFuKrfcijCqCLmwSuO45aGER2e/D63bgdTro1qtYb1ZQY9KyZaKUTGMylYX+nt++4ln4p//3t//PX9oEJkLlg+wzQaCYAu/Uawou+qZtQ3gsbXq0MvFZfC81CaiqVqqKxc9BqICZKpFZPLpiMWH3K+9qFSLZarextr6OtbU1XF7tottmqrWLsUIeO+cmUCpmkS8VkCkWMTk3gWqngb/7yOdx5vlzKKRM2SvZsDNZl6wc+oQaUTZXTI4luwEKuB0weZ1yVFXAJ1IppFNp5LJZCXskmzObzyBuxZFKphVAF4So+bGoDHjIpKB1z/TcXsTTRcnWM2EgziGRQ6sBFzqZ/lTgGCOww3E7PiI0MFUVEDz6MQtbTcNQH8GJ+EiPFZRfMb8hh3Qi0VQbpfISU3UQ91rKNRPxeCDPVU0TPemE8cvukAMK/tuAYRyCMvyVTB6+76TJEKmYMDSmxkp46jvfwv0f/hgqy2uw0kkcvumI/Eqgbc++vZjbsVMsgBYuXsSJF49JLVQYm5Qk4NnpMYzNpXBm7RTSySQOFK+B5UbQITPZVwMF1jiNXh2XV89Dq9RRaK1B11lj9BDt9cV2YeRGkLWycCobwg7OjY9j2R2iUZxFHzEJ9YhFCFZH4cdSMKIdeK7yW1V11Ta2tYAbWyGj6ixVZ6pI2wPgVKlVeLvIvFS7hwxZBXBV1192P7GSGAmDign10YQFm1Lo5QpOfuVxPPbQo+Id/8YfeTuuP3KDyDiDrWlTEcMag3YYznAgoEuYKaBqEda/fDZ4lgZsQfEIHeLH3vsr//SC/u/8i//jzYfVMSjHpa+YPLGoNMR81u3SPIzJfdDyMzh26hya1bpIeh9++Ct49tmnEQlAX0V/3vKmV9cpHNypH6wuXXAaKgqR2j9Ejk4ZaQQHds/C9DQJXFmutVAXlp8KPWRKtTq4WW8rhY5Isl0q1bhXcD0rIFp53Kq9k4MKI5A0s57nOuH1lR4isDThOlKqMlU7EZgnyUF8lQWGiCGX9fHee+u4cT89xF1ohgdjZGNtbYQHvjHCpx/TMDILyOsVvOt1wF13Kl/VuBGDZRM8YzAnwSqIBQh0G6Y1RGtjDKefLWGjHMPiRhk9x0UincO59QqeXypjoBkwY8oh3Ol3pZciU5reyfS2dbes1DeJFfJcyxBFR2vgoxUrIJ5OoNdYh99ss5sJbnrgWhacbap6DE/HwK5K4/4xUtd7c5gY/LtgyMBnX2U7BFY/2yzNxBeWQNBgKMNG+qt6VhJH7roHP3nf65A3+AzTU1JJ6/VRBCPdE2BvUC3jzHPPYnLPNCbHC+gsr4giKsdQP4LtXLNSpDPslLLkEtLJnPSKVBpsuC6qrR5yE1NIFcfg6TGRwgt4tK3/IqhKBQUHfkPoQpLguJQgd1j3C8jFQQDXofSXXKdDCZDjfsEzQoYykslBqxcd5y6vyyAvblP1SCuAmAxtuqxftwU5CyOZZJVeXxLQmTrOvVlUbqMh/uYv/vJlre891+yEFY1IUj1Zj5VKnXJOsQJIWwZmiylM55NIEUy1LfHSTpmGqC/ZW8oAV9i6vDsM//HAbWtxeQ0nzy+gORjIfk71CGtE7uFklxOczWXSiCfTWO308Y+PPIHLq2XcfsONuGZqHOdPn8TBA3uwf988EnHFSB/0u+LTzAFrtdnCYrmDrz7+HQHJ3/evfh6jQRf/9W8/iieeP4N4vohMcRLpwhi0bEaeSwLlMjARb3wmrwf7fjiml/WsFKVhKpsMVAMPTAHAzLgKZNZ9pOK29Bnnjx1DmyBihASOLqbGihjL5WUQWN5YBfSEgJn0x73jdXcjX8jj6FPfQZeqPdpKxWJIJWyxUOHAiH0gFU2NdlsYjZlcQRieZKGyRiJZiUSujQ3l303gj/2x9JiegwRVN5m04CjtZgPuoAeb9UgijVwmg2KuIFYHbJ1oe0gbHHq1ZpIWKquXYTuKscuOy9Gj2Kg30O0rlaUWeINyUUUtC13fxaW1FcQnSxgrFXHnrbfitbfdgrXly2h1WmLnQUsaVvVkrYY+9LyWDPGj7YItJLmY6MEINH72oWP4j3/43zAc0ouV3rpqP9NGLXh9hmIP5V6323VQJcL9LmrGRb4vBxXxFfbLge1UZX0VnVYd0xMlzEyOo7KxhmGvC5NrjbaTAqbSfjCwsKJFIfcMl88ys2boABdDY+hjYWlJVAGsQ8fHx3DjjTdgYeEsuvUaSnEbrzy8H5mEgV6vLh7rnkf7HwK1BrRYFFY8hVanj6PHTqHebAopSpi2EV3yZSwzilTCQDadFCuIVCKHlctVnDhxDg+feOFlrfF/qV/0PWD1ijsbAqt/8Ae/pxaFSPgVwMMPaQZkg1OnNEFUFhpS+OoKHJTCyTTlIBN/KU58gsN6+4/b7iWpCmDlkcriiJtoCKzGYha++MUH8ZUvfw39/ghvffOb8DM/81MY0DA+YE1KYR2wAFSxpvxkZDrOiUmQnhs2u6oZUQwSboaZzP/H3nuHSXaWV+LnVs5d1TnHmZ6eqBmNwkgiSEgYIZFNtInO6dnFYffB2NgYBxabXWANGFh7bWzAIBCsSCbIgISEhMJocuyZnp7OuXLVrXDvPuf9vq+6piXZHu3vnx8PpaefaXVXVd/67hfe97znPSeJhYV5SQQJrPLvq6q4K5tp8+u2JuiK+aDYpxwfHmxMWOUwJwPAA3zxni/gn//5y/D7CKx64FiUQ9+ECK4AUdlGYAwQmgBXAzY12FdNQEEDlG1qGTQRsar0qMRYKvpV5RzIqhB1YF7/s69Fu5NFMDOL1lhCKPlzG2kcn13BkzMryLla0JmsMbZOsiJKF3kJYmvS8iD3klpDUQulrgjc1hC275xA1a7g4oUL6G/rgr24jpUT0+gNpuCrK6ZyATbarulH5zUjeOjRx8WFd2TfBBanprE2PYuuvl6M79uJxekZzNx/Gh3hOBI+uiE7yOZVe+BNt9yI3/vd326A3w3tVAFWVbvYJhtY6wBLlX+zNasB5jg1SYoY2vI1mxqrnOvKhdnoqZrXG7DWMGDYsmIeTHTb2zsVUCqJnGrLNWxlORDNzxg8aJ1ivt4kzPzeaMEyGOfrTavcjdfdctV7swJWX6IYnqEIEA7A8pE9WoanUIZTyKt2ebJKuRa5xqS905U2V8ex4URa4Ev2oU7GUoFMAAZxRBmoNaxZ4aEWWIkOeGItqNfLcHNrQD4Lj81W/YKWmLh6YFU+sCHScI1Kv3BMNIHk4RSAekkBuH3d8ERTqBdqcCkNUCoII9fjsuarGE1XAqsqYTaPTWBV6fJyZhhGsTLUItjbDKxugomGhcv3agZWFWwpmYgykJMWQJlNpuLTACybr+SZgFXHy3SH9nMBBAkmhfxIRD2IhQPYnkpgb08KfSMd8NpZnEx1Yv2VL8O++CjJdMK+cHyaBc8ARQBWBVCKGRX1QnUyLeL2YvRk9PbU9V4BjDZYowJfKCBa70ftcWVYpz/2ZhGpaWBMjtkMrJo19myT3Nw9g7Vr6eLG2v73FscV+DWBKmNCRr0ni+mIgzkHOGmtYGFtAbm0H4XHHsP3jn0A/+WNr8AvFa6FP9wLKwwEyGyn+L7XlXajLfZVgn+QhStC/WJCwvbxIly2dxZLEgAuZ1axUthAzbWRDAQxkEwh/isf+vc+xtN+T2DVFDBNUVDalaXtU4PhGkwxY2ykUsy/5j4Qy+NeKKy8ak00VpkE8fxUrH/15/l8k8gyOTLt0bzFdE5m8nHmwiwmz0xjbnoZNbuGoYEObNvWg1SK7NFW9PT1oW/bAE6ev4h/+NTnkF3OobM9LiCMaleti7QFgRwmFGzFpLad6/WKWUhbRxd6e3sksCaYSkYqDZVY6FVmV9qhXDzE6tI2J9fv8wngS03bocFtaGntQiZXpq0jwp4AaiVbWt99QbYGUlewjqjohDsopW14atT+8qNSsyXZ4BfFgcg+9sSDCCdj2mCFhhIlGSu254vEgpZQ4n3i2cwzjePITge6GnN/4O/IEmYLH88b8zqOsWGzUnKG542PDMYIr9WH7cMDOHXyND7w7vcg4Yti9zX74QuHpADQNdCHfQf2o6+vXwqQBPz4vjQSpDlXpVLGyswSstV1HM8dx7dmHoA/EMTP9N+CW3oPodXfjnI1j5rPhuUG4NgW/EELl556GPXTD2BwpBX5ag2F1TUUKjZqRQfVkhdPHj6F68a34fnXXoP1QB3z/jByUZ4lQXhpvGKFlOmYp6KkFkwxu+lfA7Qatq4ZM3Weqkczy1exeJW+vzH9Moumyr9VocyLOttpAsqYcOHEOTz0hfvw8GOPonvvOG5/46sxMr5NAHiu3+YWdd4H3lO2hhIIFE11acfWnQ5N5qqmoEr5HN7vt/7S71z1+uYLXjtBSY0ORKlfybiFrB6RJKBDNmua3UBqAP7uHZjL2JhfJFCUxI8eeQgPP/ygim10i3BDjcZciTaGbL6w5n1ZlWQIUpIhKJkuetuTCFIWwefHUjaLXJVgqjIfqguXTJ01hshg4iWRsairuJmt/4opCZn/qtunJmCpyJJZSgbJ6NKbGMkUyQ3rmdm3NNDorhb+jTv2ZfFzL7OQCNki1xJwvMhlfDh52cH//qqL03NebEvaeOsrgecdCiHZXoadF6xGuc2zkMj7zHF2EohFAtwdsDgTwonjHnzr/gvIlnzYvXc7ksk4Hjw6iaUsPSD8cKwgoS2iskqvmgA8ZUpYUKlUhfQg+yuZ6BUWSxUbPF3zoBDtQ8RTh706DZcsO61bLmepkZgx3g6Nf1noZxccOyiMVJoCW7fmDz5d8BeJAE1AMO/N/aBE3Wey+Am2tKREAz3VOYbXveFVuOWacTi2iuV4vnGvtJnbWC7yy8vCpOzbOSYEiPL6OpzcGoJ1OrGrLkJhmQsw6UU01oLW1nZhpcmciifF/IzzifJBLKAp7w4lc8AH5zBzGP597qunL0xJDseflypK31gx21XhhX+TXyZmL1MDmdI8YhKsCoTms88tb4hRVDjE1mgFrPI57LohOCSkfHacEC8iuzifR8ADKWps/t0q/v7jn3xO6/vVd70QO3fskPH//vd/gHS+iJrlR2s8gajPxXB3CmO9HSIBFWYrt4+gUUWBnJWijH0yGlUaxyRDcb7ZNcwub2A1kxdj6EQsIkAR1w/3exAkr1cR8vvR1d2FUKoV9z9+BCfOXsbeHeMIlAuYPPEUXvrSn8ENN1yjDGtdapaX1Hwu2Uhnizh5aRnfeuAJJJNtePub3oj2RAhfvP/7uOfbDyLZO4ChiX1AJKK0QnXnAIuFlGOQrlAtk2H2eTNvzZ7LXErWIuezlhn0BaKyRn1BZb4aCwaRXVnF5dOn4OTXELQqGOzpwbahbThy/CiyBWqRkg1PDdkoJnZNSIywtLokxRClBU0piAB8loNkPCx77dTlWcwtryLRkkSqrVPAYwWmrjRMJDkHqf0pAL7EStwHlT5nW1tKzohcLitdssQYxBPGtVTxN5lEazKIrq4u2d8JNM5MnYenVkPY4RiXEG1thRUOYz1XQCFflnGjnBp1Ssn3pW7t5fQqCqijY6APY0NDePGtL5RrWF6Yw9jYmBRceF2tqTa5b5VKDe3t7bJ22EFD3xXOdxaaqfXOsQ8m+vG/PvWP+Oxn7gXHm4XsfDmHeimjugD8BPZZNFYyRWTw2jUW0Ng5xM9PyoUisjjVOnp6OqkggrnZyzIPCfKLxFSxLAxgrlOOn3nfqhiOU49VSzJ6eI8iWMrkUWThSvYvYHh4CLt378aFi5OoV2xMnTmF/eOjOHRgN8J+SjisyzgKcZDM5xpxoJQUGDiepWJJ7gvvH4vpUnskrkUSkqU6dcOBKOp1L8rFKt7/mS89pzX+k/qinwKrW+6sAVY///l/uqI9hxNJqpfUwatyo7B0yxYnH3NFtkQrswIGsARXFbBIZ1ZjLqV1wCIR2UBMImaMF0ybnASjygpSjCaY7t977//BD3/4I6nw3/6iW/GOX3ybBHPKUEUFDCYBUVqkyoBDFpoGMkxVm6wPqW7XVfInWnLcCNjeKJQpxSRsiBhTs6mp9YhD1ty+pNyH65J4KeFnRUlgJZVjwLH65je/jr/723+Exworl2IP22ufDVjlZ9KiyU3NyVcLrJoggQmpSd4EWNVMU/51YVXW6rht1yBu2d6DBMWu/T5k8jksZEp4+OxlzGRLKEpioMZSmMVa/oHAqjHtYrJRjVio9cWBjhjGdmwXyv/UhYvoa+2As57H4tGL6AkkEaA+V91Fzi2jdW8/OvYN46FHH4PH9WJk7w7MX7yEjcvz6Bnow/a9O7E8M4dL3z7RAFY533IFOh8WcPD6A/iDd7+robulwDJtZqF19wxYsBmMmoTHIDvGGElrP+r5JPNKXKVZgdamO1u0CSWobCRQm0ZWqqgQQCrVqkjUQlXhumHAK43XKogj80Lja0qGTJsJ6OSNm79JutULNgPqQ89RCmD02heL26dLOYBwCB4/50gFbp5Mzzxga8aqsEo125bz3mGSb8MJJoSx6tDkIM/1Rq1UHsZkk6gWQASTFFCCFYvJa5BdBQoZWLYtBlJKA0xprMpKaDBWm1mrijvZUNI0dLqmcXKtEFxvGFYgqvSNCKrWCKwW4R8ZQJ1ar+W6AKueckk0ZC0CwIqnrHdAMla3MGGb9kbef2G3EXI3+ohXAKtmHjUDq+oNtvLODeAm/AnzeSTb33z20xmrDdixwSZSJl6KnS8MKZ8H4YBPJAGiQT8GkiGMtSXQ3dOC3a0J0ZD61zsmsO/mt2K05gMd6B2SbzTzXQykGqvciIuoWSoFMwFb1WdS5OrNtnwDZzQKPNJ7+MyM1SaifuMpBsBV730lJ3UrQ/WZkn3zp5qB1Wd6r62BzBWMVUMYFjBZzQeOK/e+Rbg4WZ/FD+e+hplfvBfTExv44G+/Bm9Y3I9AuAsIsZhiix6hE+A4KcaF4dcKDCFi/IIOqS8G03ZJtIBdakVlNrC6voiV7CLK5SxicDAQTyLxe/941fHXH7zn1/RNMvdLnYdMOJR2rsbzhVmpz08NXDUXDmWuG8kXLQnExIdnmylYGWDVFBzUuamSXvkK+AVo5sOu1zE7s4Qzpybx1JOnsb6ewdBgN8ZH+tFJcLUliaFto2gfascPH34cn//M1xF0yYAik42GQjyXXTHmIOOJcUQ82SrOwh3d3Wjr6BQwhgAjwVRpuRYgW+nFa5UK3SLO+MAVp+lyuY5YvBXDozuQaGlHLpNHtVJDMpqAU1XGWN4QC1DqbCdLw5uvw87ZcG2ahdAggyxIiAs2WeBlq4aSZSPellByPARkWLSr1+Xc4r+8TtP2bOIhJhMM+kVmJhRCKBxqnG1MMoycjYphFMCgWB1eBdb6g6JN292RQnppGR94/wewNrss869/eAgHb74ZXf19GBobk7OJcZDCEzQDUbfR8zOGw3S+LmIhv4ypwjSm1ieR3lhGe6gde9p3oj/RLWwPOGFYDjtZqsif/BHsiw+jvTOKdL6C7Noa1tIrKK4DF5Zy+N7j5/GSHYN49Q37UE9GUPBb2GjfhlqqC3WbKsse2Z+9gZi0XvO6TeHdtP/y/wW81AVzUzgV/WCdqHN8TEFZSTOxU2RTb9ic22QgET1j8hiLszhnYfpfH8UjX/kXnF6dwfAt1+JnXvMKSToJENW9lnTNmDPfxBRMQsmiJrCpmJxMIU3LukpieT2Mv2jEQtd3vubtv/LcpAB+bl+HxGoh6sYSSdV7Lj0N/KhLe3Mo1QMnNYI1tGBhvSDsq2PHn8J3v/ttxTiXY2fTTLOx0WhgdetebH5vgFUvuyV4LviGS+iLAAAgAElEQVSAnjYai5KZWcEyzVkcIbOp813k41U3mQFWTYFaijZesu7CEvNz3UbCQURCIQGLRLdQ6Mhq/Qp4alfE6EU6fLSMlhrbmhRbCH6xLVlAGx0v9UbqeNvr69i3LQ8/u47JlCsGkK7U8MBTXnz9+34cHC/jFS/woq/TQShSR7FqibYik3+erSzoUCqq6nhRLjPRBqo+P546FcU9X1rBwirfvxcvOjCBqalZhMIxrKyt4dLCKtLwi4EUi0DU7+V2VGb8Q1NZrzIHNHEex50Ehg3Xj1KkF1Ytj9rqZXjFdOeZT0QVN6rOKTFY4VzXmv3SUdjERDX3UV6jDbPMOdBMeOFe5PNawtKsMwaIRFD3BhHtGMWLb3seXnPni1At5dS1U3aEgHU8Ioa3UY9fALqCW4NNIgvnZ70M1CtwCaBp9h1Z9WytJwEmGqPxXkjyH+kcFAai8ibg/qnOdJWHNMg4wgJWcnXL62lcuHBRClxyTaIOQPkugrhs52a7utLqZBcfWXlcp9xXmwFXvvfk9ALaWpNilEhAn2OrugoUiYa3QWRLhCjjEV3ooFcVzBT5gUB5HZ/6yEev+vzmC77yqfejp6cbJ0+dxcc++b+xki3DCiYQDgUQD3gw2pvCzpFetETDWFldx8z8InJFJTXEzo7B7nZ0JhOI+Fl8U2siX65gaT2H9UIFFVdpkrJ1vlIqIbO+Kvtud2sLBvu70E+Jno5uXF7J4v4fHZazq6+jDbX1eeycGMfB664BXMYBFdQqNZSrddFX3ciW8PjJS7j/4SNoa+/B29/6Flx/7T6cX1nBez/0UVhsPe/pR9quwC+m2EpiT5lOakNnYajyzDZnktJ/EsKRZisTY+B5LHNDSDAhYapT75ZPiwRDosO+ND2NlUsXYFXyCLouIuEYSpyHQQshXxwJgpnRKCp2Scyf/NxLHVcXPv3w+xRRoas1JTIAly7P4uLMrOgCU2s1EIgIgEhsguAqHwT7Oae4FlkIUmeFwk8oZxOJhBHweRHU3SelYkFwFeq60uQ1GvDKeyRbUhjo64PPdbC+siQFs+0TO7CRpznYKjyWH4V8CZS2Y4gl3FJfCJlKCVV293R1iDTVHbfeht6uDizOzQh7lXkp2bDd3T1aUxzo6emVPalQyMPj13uJxl9IqOJajEVSWFhYw7ve/T4cP3FWtMxrTkWz4vnXVZxHMhzvj5DjSgVZCz6fkviirATXEqUbWltTwuDd2FAsUp7psRClU2hqVUVvX49INZFZzoK+EN7Y9SDAKo3NwwJ8LqVzqjtCp0mjo8MYHx/H1NQlKUxMnjuNVCyEW2/cj7aIHy1h3mMyXkkcYuTGXD0omrQBj7r3JARy72C+TlNWHSJJMV7OHNHnj4hG79vf9/HntMZ/Ul/0U2B1y501wOqX7v38FQluI1AkwMiKgZ8t1IqaXyyUBYQMhZXBTuOAF3kAdbib4JMHGjVYVdKjACKjmWES4c2AVVUZyV74zD99Fk8+8ZRUUl502634pV96uyRF3Hwl4RL9RR3Qbqnisp2Ij2bmjgFHVGXF6GGpw5ksWAWsKh0vbhaGGWKSTlM5k2q7DuSNdpQinqlKFQ90CoI/+OAD+PCHPga4QQFWqUnCSnFzoNp8K65grG5pft1acTbj1vxvM5Ao3TYit6AYRSowIBtZAYW8n9f2JXH7nhEko3F1bytlZAs2js2s4rGpBWzwHpIazzYDVvJCKqmR4Ea3sYvAfRCo9yeArpiwO2qVCi5OXkBPqg3+fBVzh8+j0xsXYJUVsTzKaN3Th3YNrDJQH9m3E7OTF5CeWUBPfx+279uJtbkFXPzWcbQFo0h4g9KeXygpBs81B/bij97zBw0Wj5guaMCSJ2wDCGuqRl8x7XULsowfx4ri9tJ6qF5L92VhGQgrWrXdNe6bblFUc0t9SRIn7BcyUipap4drQ7WoMplWwbHWhdM6osocgQmBCvwkqPX5xPyK941ahQzsGMxJOuTx4Pm33HrVe7OYV117G+oEeoNheKJRCTJ5/5xiGV4yCehwW8wq8McMjBgD8ePbcDwReFr6xPzKLXBMyNazBVyls4KYLwRa4Ebb4aFBFmy42XUgtw6XRiJSEeU4EVhVbuoN1KMhAyBIZxOwap6jQT2NDnk8EThsESGwSn3Omi2Vd2q/hkaHUKFpW0kBqwR1USYbt7QFWFUg4RUSA00jq67k32KsbgVWzbVfeXvUTxWq1ZhFDXRPoFY93FvBRWOG1DQGkhUroIeO9AEvEPb7EQtHEPH60R7zoLczit5kBBP9PfAUqzgx2Im2t/0W+qjTZBfABh2CPnTb9ZMpL6CbBlPN9wq7lUKQKQaprUuPmf5MBoBVvzFCqOrzN0sBmPUpz9uCOj8NVDXXshWd1sPaAHL/A+/TDBg21u+WHFWVZJTMAlskAyKRYCHj1rBQd3C8/AS+++534cz2Ffzti96COzL7YcW6YPmrwtyjLARlM8h0lBvTAFd18URl+QISiBwAi3nFAlDOwckvI59eQya9CLecRcguI0VDhj/+6lWv8d/9L29vsNo5RqawJuZkGkiV5FC3rDezlbYCrWJYqQtHhrnK/Uv2OSkqaVMJDWSRacVA2hQ2jdSFJOzCcqVWaxZTUzN44omTOH9uAclgALu2d6G9jayBLozv3Y5wawL3fe1+PPydB2XeBamjLEUYF+FwAAO9XWjv7EIi1SqgaigcgY96otRk1O1jZuB0F7kGEUQPQc4Qu1KW/b4t1Y2+wW2IpzpRLFaR28ggIYkZWX0eWKEAaLWsIxphNvsyDipl6q4p4NdsYZ5aXTTM7YALXyIIX9iHWkVJGvn8SjuS4BATLlNMZhLVGFsdx4iuIUEibdbD56hzSANGJgltYgvz80biMfR1pDC/OIM/fNe7MHfqEl5w863oGhlEe18Xdl2zH32DQ9JGmc8rRh01I1V8oCUipMjAorgS9fA5FoI8z5DHsruGmY1ZRP1hdFUcVKcvwwrE4O/sQb64CnfpMELFVTHzWcvlUcqWsDC7hsX5DB6dyWKlFsCw38FtXTHs2DOM1u5OrIZasN42CHhpRKKWjZ8SRCzSbZHfMexQE3eZGNLEqOZ8NvFOIxbSWVejgE9QlmNYqiLSloQ3HoU9s4zzX/0+fvjQQ1iPAtffeRtuv+sl8Fte0RakVr0b8os+cjMQLkAN9UD9IdFXN0UGMq1FgkPLn/A5IhlEQEakoly8+RfeedXrmy+4ayyJeCQkBTXRD+S4ES30epGMhsV9ubWjG/VoL+ZrCSwXXQHrLk6dx333fUWBQ9SmZTIs+oXNB54Bsf6NspZmfwubxwe0J6JoFxOWHNZo2OILibEdu5YkcBCyhOoEks407eHA72PRmKwPgsTRcEgAFoItfC6LDJwRXNd8DbutyPblmmMybMzeVCGbzFAVQ1XZaq+L1lLPKll4/rVFvPHlRXQECADXBSCt1y0cPu/B338ZeOEhC4d2OUgl6qhWvMICY5jkeqjJ6UE+72IjXcXlNRfzc0C17kfZdbGe82IpDTF4Goj58Y47boS/VEJHSwtW1tdx5vICLpZcrDFmFQkEdTxQj9Qj5mC6k6mpaM+9bMMNoBTpBspp1Ncuq2EUIsnm/bmiEKYJJWzPF31C7kvS3a7Z+rIR6pBOd8qoeMQYUSpAVq6Hc5YsM7I5y2XlwN7Sgn3XH8LAtTegv6MVu7cPo1ZRDHzmFNRV5BgQhKMGL0Fbm8ZGuiDG3IpAnEwFMsEoEUdpBykOEVyPSCeEdEtqWbZGLV0X7MTcSzPZJYaQs0gV0GLJFC5duoSZuVkl1cb9i+ucbeY6jzKSXWb9ci9WRREV75vizZkLl9Hd2QEaG5LEI2V1Y6YkhB59Bgqb1sXS4iKiApptAqsc7I/+1f94Tuv7c3/xW8KKTOdK+MEjT+D4uVksZcpS1KOR48RQJ4a6U3K2ZLJZiZP93qAUAVkroY5oxOdDyOdBgOaD0TAyhYKY/MyupGEFYxge24alpUWcO3MafZ0dGOxuw8TIIIYHe+F1qREcgO0G8YNHj+L81DQG+3uxu68V3T2d6OvrFMknI61QLFdQooTDRh7fe/gYHj0yie7BEbzrD38ft931Utz/48fw4U/+Hewa2d8+mRfMNRQjvSLdMIIpaNMimdcyNZXEh8ERZHYKO98HD7tIfApYDZDpzDlL2Tt2elCTmwz4ah0Xjx9HcX0eIcnr69i5fxw9w10orBdQzpdRzBZRLtjwh3g+0+tCyR8xh2dhgbJF7a1s10+ILMbJs2eFQR2LJ8UkiozoSkWd6cxJzdxSjEfDyuVnrUo8Sc1mSi70x2NIkthCiSDKnDhV0Q7lOqEGMDtpKE0TaYliZGwU1xzYh23j47j/Bz/Ak4ePIhlPwbFryOdycJ0qIt4AStUqFvIZdI0Oo3dwAOOjwxgZGkIukxb2LYvRc3Mz6OrullZ/5qMsaPO619c3pJAbDAdkbSbicUSjcek24hoLBSKIRFtw75e/gf/2gQ/JfVD0FO7rPrUuXa4T43/B+LkuezolF0S7t1oTXX7KZXHPoGRCPJFER0eH7O2cC9l0Rnx8gqEAto2OSQfS/d+9H4V8GsEA4xV1/2OJFpEEXE0r6QbuFVzHfX292LFjHKur61heWsbkhfNIJEK4Yd8E2oI+tEcjMhZFmniVSroQ7xUMob0tirb2VvleCHSUHajVJKL3MB6jzAgNGS0v/ASQfQG85t1/85zW+E/qi34KrG65s83AKoNC005lqv8E/MQzVOQAlLt9qVjW2pus0HEvMK3ziqrP/dG0bDUS2i1t7FsBS8Mm4MFEmvbf/e3f4+SJ06i5Nbz0Z16Mt7zt5+H1brZ5K03STbafAsbU4ScqWg3zLcU2Nb83B6mp0qqAmLIG2hlZqmHKzZcgLs06mgMZAySb6qkCiZUejAR31RoSLTEcP3oUf/5nH0A+T0FrHgzGZEWNyFY91asFVk2AYZJoeU89BioRMwCZcsvkpsQ2SWF0uC4mUn4cGulEa7wFgVAA3mpJnJTPLGbw/VNTWCcQSmBV5ADoxKvaluS9yADmSc6Km9+B098C9MQxOD4mAuFTFy6gM5FCvOrFpcdOosOKCbDKDTjvlpHc04Ou/aN4+MdPiBTA2P5duHzuPNan5wRY3bF/N9bnFzHzr2cQtwKIM9mlIyNNL4pF7N67E+9973sQCqpWfX5W2WBZBCCIvSUBNWOzFWiRsXNcqXDxQOWBQx2yTRmFLbmHYS4aEwv1xo2/xypxOr0hWjM8aOZm5zE/v6D0WeIRuNR4CUWRTLWJeHmEum7hEMKhsASxqn1RQ3GaaUwQQLWKQUD7F9/+M1e9N4sUwIFbYAXCQDgKkLUqzq8OUCrBx2pcvYxaPq00UxuQp27vBiuUIVjxXriJFlgVBiIKWBU5ANTh9XuAQAsQawUiUWGyOmSsZo3GKh1YCaqqth8FrJq/ZDRWzUdjwGt+rdazGReVgvMzBIR5S8BENMPIWCllERjuRY3JBaUAikWgQMA1L59PrToja3Kl8/HWQX1GYFXYf9RY3SyQGFa5+rf555qQK2/c9PMre9H/w8CqYTtT+0gkGnwugj4LkUAAEV8YoZAPyRjQHvehr70dI8kOJPxezFgepH7jnYjRhd3OI0a2mtdFlWYH1JAz7fzC2txsG+SuZrj/AmZqwNCIIKg7p+6h+lfLQeiBNMCqgoWb9KT/A4AosYJnS++f7a41A7TN329d883DL3uHouKqwgXbMSmH4LHFyCFTqWDJCuP+x/8WTyx/Eh8ZvxM3ZK5FPtWLMJUyRPtOAdCu7nLQtFUNpLvSRixabmIkRVGysrBVyaawSuuoFXOw8xvwlgvwZbLw58vAH3/hqtf4O3/7rdr4RyedbBMTN1TVoWFaZ03xUNg7fpWwm04NdptwL+VeK2eZXZHvlQN7SABapZOoEge+l3RsCItks2NEzlgtC+GCmmOUBmLyHEQuX8aJE6dx4vAx2KU1tLXH0ZboxcDAMIYnRlD1OPjiP34Zp0+dRZia0LQ60fpfQ/1s+e9GS2sKqfYOBCNh0RUVFigNFskulYSdpoGqaEptQ0l2NGuUhYmenn4MDGwXja0yTa+KFdRLFSS4P3Lc2F4fCsjcMIAA3ZqDJSbtBG+0iUXAOJXbAqxWA4AvEUa+SHO/GmJkqQRUImPafg1LigkZ7wnBU9F+1eA3GTj5Qr7RDtf8ewOW819zXlFnry0Vx+zsNP7yfe9DMZ0V7cJwIIaXvOqVuOaG6xCOhVGy1X0lW5Vgtbh0C2CjYigD4FbFiZcapLQ359Zegy/A17oIxryYf/g7WPn2lxDtjMI71g3LU0G9sgqrXEWpWMdaZgPp9QJWZqs4NXkRhxfL6JqYQM0uYadVxJvvvEkSvNViBrPRbripYZGrqJNyWypSoF7uoQFDBbwMBASYbo5vlMGkMuUT/UN9YFwRl7Fork3AeP8N+BmKRkXaaOWJ0zj85W/j0TPHkNy/HXf87MulPZTMUrtURlDkJDwos7VT6+/xungtvC7eV4J5wstpamUlyC8FeynYKgBTNNO1YdEb3vLrV72++YJdcS/ikSCS0SAiAS/8ZAvKGraEWcXCA5PVohvCYi2GghWBLxLD0vICvvCFf5a5K91kBPZMK4K5kibG6tZil4Q5OomlkYwUG7xALOhBV0sC+Vwe6yWy69iGTACzrIBbUYsycmGKWclx4lyL0HAmGEI0HJakmQw6Hvpsi2Xim+fZ7XqEzcV7SIYn77WRRJJWZIIglDcQXIRAm5KfNdqBDoJoDxTxq28qY6KngkyWsYcyWnr0tIu/uw9IRnzYM1xFIuFFqeyVFlu7aiFd8CDD8KHiSghRcqKoVMvCZOSmIB3tckL60Rt28esvvRmJagUBMgVrNayXqji+VsJ8Lo+VUlkAXYInNfFa8IlrucSrGrgTqQ+vF3NlC+VwBzzlDTgbs3K2WJbKr+Q+6BjfADm8ELtaxr69uwSwvHjhohwzMvjCujTEl80TlazO5p83ipViRAh4KjYqpSIGevvw1ne8HdfdcguKkSDcmg2LetKaVMDncv6Lo7ajumi4p5Gh7eVcIwgnpns0qNMEARoXazCE95SEDRkL5lxiWKY+p3QmsmguRr7K5d3MHwWsqnXY3tElZ+vpc+cEbOR7kKlp9n1Zh1pj1eyfRh7A5IimEHPy7BR6e7qE5c1Y1TCfRSfXMFZJPKCTfbWG2bk5tCXjsofzenju8Pz867/8789pff/x21+ixqkO+CMJeCIt+PFTp3DuwiV0pBLYNz6I1qhPGIFk7lH6xrErWE1nsZEvIpfNIuzzozURx3hvG8a2jyKdS+PIiVO4OLeCUDSFbRO7pIV68swZ9Hd34rp9u7F7+yicahkb6SUpAHG3O35uBo8+cRROtYqX3nIttm0fEcIQySPcDdhZapeqKNq26Cv/6MencXJyAWWvD7e//G707DmAR44exfzSGnzk0/N9CU4xduBeKfshgXbFIBQpAEOQ0p2VspfrzYfgvyoMkVFKvXMCrH6VixJoFTar+lnQF0RmaQmXzhyFZecRsKrYuWsAd959K9bnFnDm7BQWV7Lw+2JSGKPMA1v/ydLmnkIpoXgsjFg4hDbpqmnB6ckLyOWLiMRakE7npAMlFovKfsTvea3CdtTnjZEEULq/9H/hHHLRFg1ge2cnOoJeBEUqgMAD9UTrIrmRJlMyEsatd9+J4Z3bRW6BQOITTz2FI08dQzQUQWEjJ7JevGav68FyPovlagkjO8Zx6y3Pw9hgn8RuVbuErs5OTM9cFnxiZGQY0Yi65oWFBSlgMZ4i6Muclb/r7u7F7OwsNjY2hD0bikQRDMexuprDH7znT/Hwj36MaCwu+zpBUnXusVuDZ7DOBNyKsPyDQb8AuTQNJJktVyhq2UfFEB0cGhLZAQLUuXxO9n1eE8dieHhYcunl+TkprPOcIGjuDQaRyeSRK5LQozqlOL40BBsf34Z8Nif7wtTMNNZWV3HDgT1oj0Xgd2oIOIplXCrkEY2E0BKn8WMME6P9EqsxrhNtZW2QKvOCMa/lkflertDonPJNNbzjzz/9nNb4T+qLfgqsbrmzBli9557PyqTmpDRtFmSZchKxGsp2A4KPArJ5qVPiQ4kaF1JlVG5qFISmRquihJN2rQ5Fw1BtPsxNQCEAjw6+THBKGvYnPvEpTJ5ni0cVb3j9a/G6171ai1nrJmGtO2TecxOoVYxTOfQ1E1E5yKqNmV+S3GizIAFYKZ7t0y521JbUWoMmEDeBvjmIm0FZ9dmUOQIf/NzccC9NXcSf/en7MTOzKkCtkASamY9bGob/vwJWeQ3GGGuzBZlUei86OzqkilmzKxiLWbhhqA0ROhxGYvDXS8LmObe4gQfPzWPZFmcBxR8UIyylhcuDn1UrqVbxcPXXUOtrgdXXgqEd24TSf3FyEu2xFrR5wrjwyHF0IHoFsNqyuxu9B7fjkccPw626wlidOX8B65dm0N3fh4kDe5BeXMHig5MIVl3EPARWXeSLauPduXsH3ve+98qmbYBVMVQhIKB1fpUW4BagywCjVzCcmfSoKiqrUZzXwppu0lRrDmolsNXt5KbSreae2pRZdZOkz7Jw5OgxPPDAAxgcGBbW58z0ArK5slQ+qzUb/qAPLbGEmF0xsGZlkSAsD3K2IfLnbHOls6phL914/aGr3psJrA4ffJ5orFrBiEgCWOQu1ly4ZWqQFmHRuMouKkdfXTkWbWWCeKCuVBhutBdItsBDK3epNFfgEFhlgOD3wgongGgLHBqi1cpAbgNWJgvXLguwKYGU6NGyRdowOBUot/nV3AKvk4kGMKlkAoAQBUJZohfqjEgmwouqnYHV1QY3EoGHUgClCpxsXtiBNM9SCmwGWFVA4tZHA4iT9jMlBWD2gU2N1SYHCpXu6K8mRnrzWxumugQemyDA5us2QUpzPWoP0yxnDfzJqzUbn1M75PchFgyIcU0gSE0oBz3RGMLxFgwFW9HXFcIymRmvfivad4/I+qYNnACBohtHdorOmCWZ2YQtDWNVpWiK/cI5rZox1WNzBNVINo/nJmOVe88mO6rRwq8zqK1JvOzTzwKs8m94NTLKf7aSWp8JEHja/W26L0zAGq8REwWleeugDL8bx7pTwYzj4rFjX8Xpe76Ll/5sBK/17kbSMwIvzzppM6Y8TV2MNqRFVjvWm0HSx4ICI/j3yFSo2FKUku+p4WZTrqIEK1cQh3m8/feveo3/p//8livkawxLTKr9BBoFYFWtybI3egmmaWBcA1ObxU11jkm7pNYD5P5DoypVuNw0CDRsQo6DSfp5/jCh5kOcZr0hwKFwqx/RWAj0+VrfWMfR42cwNT0Nv8OEoxWDw8PoHujG9MwCvvmNb2NteR0R7lfUIq1UkAqH0EtN1qFBdPb0IN7SIoUV6oASWOX+yYSLG0Ljs4iTrA2yaxiXdPcMYWBwDF5fTLEXUUeB417zIE7NNk4+glYev4Di9bIjsiIE2zxCRnThC/oRCAfEDIVzqOSWFbvVy84UstqU9AvPI7LsmESY1n0DoDIZM6xHA7yaVm3GX/wdW+H4IHhqumPMfeXP+XwCaUvpafzym9+BucOnceiaGzDx/Btx+6tfjm1jO0QTmgmjKSgzoVVno5JvknhBg+RSvHRKCDpANBiXAlyOLZvVDKyaF/GWBGYe+hpyj30DPYMR1JMufJUCqmUP8oUCCjkHy+sZTE/NY/VyAVNrGWTLDsIjI/B3dSCWW8NbDu3GaH8nak4Ry/Ah074TdW9CjELKmt0je4to9yujSfNlJKTMuEnsJ9uvMqh5WnFFgyoyf+p1uQ8caxpOXfzaA3jsG9/F0fU5jN99K372Da9DdyKJbDaDqlNHSLPQ+J5k9sSj1FdTxXOOJZNTGTs5fRwBDvhzBZIroy1+qdhWL2e9Jt741t+46vXNF7ztlXfh+OEnkV1ZQSriRWuCwCSN1rwIhCMIJ1Io5HJI5/OIdQyhfXQnrHgn8oUcPve5fxJ2lbSHS7fXlkvYIgXwTHspY3kC8yQ+8OAI+1wMdfL981gvlGGzDCLGig68PmV+SV0/M1fNOUpgJOBXMlrUoOaZwM4LKeAECaC5KNt0gi+haNPAjUzVkE56ldyXAS54PyQGF3Yj/eaN8ooDx++Fp1zFK26u4EXXF1Gh7mbFg4gfeHTKh499uQK/2wW/mxHQR3YDyv9QMknOGYKGZGJx/ZPdpM5f0f3jZsCilOvDro4Ifu75+2DlsmjhurfLIilwZGYFGY8XC6UKijUHdrkihnEBH5lcuvAjgJwywSnV6zi7UYId7oBVWIaVXRLQh9GNgC8aVDVFMgExqw76+/rw+7//O1hbXZZOv8uX5mUtsOW+eU9v3HExCnoGwJVSabKm6igWsrjrlS/Df/6930W2UFTvRUkxmtoaYzg59FWrNu8JY0A+CGpSwoWgEnMNyQXZach9x2fBSyRcG3eKdIycSTQQDunAgg7d2oyLQDzjEi3vYHI4xtrM74JkPkciWFxewoWpaaXR6vdLHmI+u2EQmnXbTB7iGWceTx0/K8BqSywqbdb8bHKOacIO17HosjIirlRxeeYyejrb5e8rXU12B9bxPz/wwee0vj/wzjcrJq/HQqq1HZ1d/XjosSfw1W//ANFwENfvHUeU5mHVEiKxONKZnABeq7kc5hdXZE21RqPYPtSHG8ZHMDrSD7taxGp6A+WahZJtyd7Ae8F27MHeXgz1dCLi96GQyyJfysGuFISRPTmzisnzl4W5v2+8D51d/JzK64KMSu5ttVJNGIfz6Sym59I4N72KY1MXYSVj6Jq4CRAgLAw7X5T5QOYf2bbsmJT9kfm5FLxU7NA8V5vxAaO7rWRMVNGUBRXLz45AsgjDAqyyyComk9TvDfpx4dRRpBfmEKzaCFtlHDq4C4PtSZy4cBkbVcAXjotGadDyiOkyW8u2bF0AACAASURBVPODIeqg+8V4zudxhcHc292D2aVFLC6vidQHuz5onsacs3GmaPBeCoFk0TOnpOF3U3crvUmcehljbS0Yb08ioo3mqpRD4Th4fCg5wPPvuhsvfs2rMLuxggzv8doaZmZnMTs7j1I2j+NPHhGd4qHudtiUY/BZWKzkcfDa6/C6l9yNajknjNb2tlZZe0eOHcXOXTuF1cmYZH5eecsMDg4imUoKWYldLARVZ2ZmcOzYCbS3tSOVbEUgysJ5GH5/HPfd9x28+w/+BImWNgWmck3rM7q5eMHCjeqooDkai3/Ei0KoUK6gqvSk+fye3i7RlaVuMU1JKd/EMypOk80w93sH2dV1ZNJpATgZ31EbPpMviGkgCx4qx3c0sDqOQj6D1mQCwXAE9331qxgeHMRAX5fMPye7IkV6As7dba04eOAajI0OI0zJAgHE1Wcy53WpUkG2WEY6W0Imm8fyWhbL6+vYSGfxzR+fek5r/Cf1RT8FVrfc2WZglZOayYJx6OOkVZudcjY2FVAuFB7MXJDq0FHGUcK6YwXZYe6onDzDYWpXaLMr1TPfYBcYtqWIHFPIXTRWHOTzBXz045/A9KVZWYBvfMPr8YJbnydAR5BuzKKjo8wpRI9H3NxUsCXtAgx4xDFUJXc8vA3rSvQ1uHi0gzwPSh6IbJmSVF2y9U3mlnqtYupwIXNhqjYvpUGrYCFFjpfvXUcAv8uXL+ODf/URnD07Je3gdEltZlttZaw29DefprFqWolNR7puMd3C1lX5hapQi+Zsky6ThNIelYSFw0H4XQfDMQ8m2sJoYZu6zw8fdXNqVcxnS3hiZg2TqyVYITIbVZLDjZcVd2pdSaWIgRTvs7eKel8CnsEUhiaUxurFc+fRGo2jM5zA+YeOotONwifxtQcFt4L4zk4M3DCBR594ErVyHdv27xYpgLWLl9E9OICJa/civbSClYcvwl+qIUzXYJDJU5KNd+euHfiT9/6RuIEa4JeAr2jR6TEIBIJyzQ1NFYNwbJn/cl8120pVrtU4q/liuHhNpgFyv5V2mDFO4FNVe4rcBWmhoNYM2wsZ6G4bG0U85sf05UXUagwAgnKIB4I+JBMpJJMtkkTzSw6oWl0OlmiU7oqcf175LPFEHF+658tXvTcrYPUFcCUYCQL8ogJWzYXFCimZQtU8LIctW3RTNYATk1XVDl93gnDjXUAyRS1vEUV3q2SskrnqwMPrjETYlyrMFQqIU1+V5lXUPmWrPoFVArIsMGyC/ubjNCiqV3w+ASI1xMlxkPviZZuuDy6ZqcRJ6zQX4PrPw+2gxitZtQ48VRdOdgNufk20vpgwqNWjNV6faST1ZRBSpcaqos7qPUs0VpkUKK26pz82P4P6vXnSJlhsgAA1U55JCkCDXQKsNpRM5e+qliif0o5kG6TfiwR1mWJhBPwuwv46OqNBtCTD6I+nMNKVQs12sfSCu9H/vOtFY5UyHj4a7og8CeDTVV+1520aVQmjzbTS0QyCw6wNrZQEgOr2FGZJE0BtPnFHvFMB6DIMalyaPo1qvW+GjjUpVrFktTbplgEm5nXFHtp0D+Ran/GebAKwBozdKuJAipPMSJFrcBF0QWgVq/UKpq0cjj75GUz+/jnUXl7Dr9/Zg5cvXgsrGkY9Rt0mrhUyJoQyr1iAurdZvSuTdD0XNGuVJlZySJKpwUIQwRq7BlSq0iaKO1521Wv8N3/r53TnhDrDDIgapGt4A1DlOW0MqLiHm3WuTzHTMirghDKTlBZmzcaQdnsplG4WKc08NgkE91NhpJDVxPtb55olWMG6jooDpPUsEoTlC2NhaQNLsxexMb+MSDiB7t4eBOJRHH7yCH74g4fhsegcr9uIy2W0t7VhZHQEg8ND6OjpkbOLUkOMPWhAwdZt/m2ezWSOWQTDRL7Gh97+YXR2DcBxvag4ZFvU4fdayK6tIx6MIeKLStLosAjKbmZu8zZbBXjOe+H6HNXdQZkADw26qNFmox4mfulFzakJIBQMhSWmoGu0tDnrQh4TA46/kn1RDCd1VrAtVbWl0eVduO9Nbezy/HoNUQEGKQ9AeZmAaAGeOHEGf/Fn70Jto4SD+6+D5QvgZa98BXbdeBA11w+7yA9CoJwxgWKqcv8gkGGkb5gkmQJ3EDHUPUW4/joqpZoAZf5QGB5vBeXCMjKTPwLWTyMa9sKmbt96FuVyCaVyHum1MlbyNSxu5HHhxDRqVR9iHheXHBet+/fAW69il2Xj1mu3ob0jgXSxgMXECNzYIDw1G0V+LgLlYmiqdBDFxMznQzgUhG2XVQuv6OQrEMewzdiCLPNOzha1L/FeSpznuMJADnl8yEzN48w938GjZ09gPeXHC15+J1784hdLC3OukJd1zGSZa7RuK7O0YCwqwKl4DujivGmpUE70poggQuAKfNFkAVFIMXusBiTe+LbnBqz+/Sf+BgszlzF56gQmT55AeWMVLRELiWgYhbJKTslC27VzBwKxFFaqXuT87dKK/dnPfUbkOMQARlX5r9xjtOa3KZHJjqVjSDFEMvIGrop7CZN4nCq6U0kpJGQ5VmQvUhSFwJ2ujinnee6Jlu7+oquzXxWZ4IpuaoAmKT5lSsTrssuK3EF2UDaTEx1FxnPC/JL8Qo232AUwIVay+MogRX6hi5eUcahWsbezjLtvtRGNWqjl63CqHtx/CvjmExY8wSh8ThF1xg8OzToZG1XgWjQ94x7G8VJxpsiSyDFTFxkGukwTBN492IpX3zABe20NSb8Xcb8PC8tpnJpbgq+tA0vlKtYKnLt10UiXtn4aQzJ+4X5IXf6WFmTLNk6tV1AOpeDkFuHNrwrwwy4sj85hFBCpjflcF21t7bjr7pfiuuuvwbkzp3Ds8DGcPHlerXePK2MuwIU2CFIUAB1j6K4+09HnISLiUi7Fxqte/xrc+cqXwgrpNn1bzWkCWQQp1IHuEZDOsEvl3JMcThUgbLb/Us5Y4iZXtB/lTHQ8uvBQExBRQFRYwsZj7mkEweW5Hjp5+yRO4T5l1rxhrAcEcOeB58HU9AyKFRteGu1WyBRUbFVTDDGFD9M1YPJbA/RcmJoVwJFsNoKUvA4pvkmRRwHb8l7wwK7UMXVpCgM9nXKeScwsGrd1/Pc//29XfX7zBZ/+0B8hvbqM7NoqqmToW16UKw42ijWsrCyjKxlGS4QakLYw6C7PryDZOQTX48XhI0fR05ZCdyoupnLjna0YHuojt1QKQx4WLSItwvjkfaJpT5wFP7jIrK6gWCjAdsjIs1FyaphZWkcpX0EvpUUqG0LwaE0lhUHOPU3GtVxDsWxjKZNFW9sASjUfJpcXsF6r4MySiyIJKl6/5Ixk2RJHYPt/QxpJx7HS0aPZgrpfT8XGGnzn7BCrajnHlfwK56HjVX4ulC8gqcvjI7CqHOi5ptxqGfPnJ1FeXkGgnEdHPIiD+yZwfm4Oea6pUBAt8YQqbrPgyOJOMCz3sGIX0RKLiE4p1+vy6hoyuYIAmXa1JoAnCz/M98n0VNiA9mrxUSIjIOtFzVMVk1G2gPFTR8CLnd3taAnwDK7JuvDXHTDUiLR14PW/+MtwoiFslPISIywuLGBheRUrK6uYPH0O546fQTISwQiNeiMh5IIW8lYdN99wCHsHx+DWCAp7pYhImQziHfuvPSBrbn5+TubxwMCAdE0q/xyfsFOJWZw9e07MLaPhqMQh4Qj3KJLnIjh3bha/83vvwdw8AeaIMNEl99M65gaUrOnCI4l5lVJZ9JQ5toxZZH+xywKoM/+lJAxlHHiN0i3luggHQyIXQBZqb1uHELUou9HR0Yl82UYmV1R7mMYm+Lr+gX6MT+xAMbchGsTjEztx/PhJbGTSiMdioi/rI2mBJCDXQSQcQndnu5xDBPo5r8iwFZmrelVij3yxgBy7ZG12IkPOtzoPGo8XTxw//ZzW+E/qi34KrG65swZY/exn/6HRlmJYFeqpm2265gBUmqQ8yxSjQLW0qUqP+n+/HOZ8mLYoUyE1LD+pcBrNTxFah1R4uEg3NjL46499QqpwfssSdgoTJzpvHrpuP1pbYtL6xEOYVyedBJYXx0+ckEQlGlOuh7wW/n2y/0LhsLjymbYOSTxZMfdQCJ0t2tysVRLKazWMRzH/0FVZfj5ZmF4yuIzmkarMGFYs++fYQnbp0iw+8cl/wBNPPKUqaU0PA6o2wCWN0hig2QS1/H0z+1TgWx3UKGKUBgO2aIA+7f1FO82H9s5OxAM+RNwKhtvi6I74kQpTx6oCSwAqFzYczBTreGxyGXlWsFn1l3ZRpUXLQ5KbEK9LabbWUe2KwjPWjqGdY5JMTp89h4jPj8Gefpz4/uPoqUXhLSvn7CJqiO/swtChCTz+1GHkM0VMXHsNZs9fwOrkNHpGBwVozaytY+1HUwjkbATZSuI6oo3DgGLnrnH80R++G0Fx71QyB2J4JLqwui2PpAqdfEnS7ygmplTRNKtXAnOttcR5IkGnZsio1yqwSbF9DEtLMRmEEcD2Fmo5yXzxKiDfclBhAO26eOLxJ/Hxj34S42PD6Ex5cezkNDZyZEaomIEtEvybfjlgLWE3iVFYMIhEIopojPpTXu0q7RHJgO9851+vem8WYPWGO6TVjIEVg3Th3bLXqVQBymVYThGo0zG1qtv0eWVMnlQCVLeCQLIDbjIFVF14GHBWy3BrSv/VYktONAwrFIFFTVxWo8mGLWdglfKwpHqrACXpptPJ6JVt9VeuEoOUibkJTcmY5PD2BbzwBMJwCFpVyAKss2EYNeTh7RmCG2mBY1fhJbM2uw43t6gMrgyoKmeyKaL8+8NpgJFmdqNqIdesCp2oCODeoAKp4ovKBEwDvZ5D+k9uLa6o56rXiXuu5oQK6KHfi0xxHv4i6O7xIx4OoSURBGOWiN+DjlgUnYkQkmE/Rtvb0BaM4NSBmzB8x22oVwtw6n4EfGX46hZ455i4SY6kEF/1vRRi1HUw16paHpS9QFUK0HI3BBQl69jos5mxVWCphbZ4R2NUlEaa4hrLqDW9h0lbSZ70ueTmMDVXULrsg02eWJKrNzGtNrHrzULY1rspWKYZbxKtm+zLpHVJgwfN9zhAWRf4sW7XcN63in/5xodx/G/OYGx/HHveYOO3nFvQXx2D0xKGZcWEjWl5K6LLJwC4CJkqlq/APAJa6FFroLuOgH7SVllzlCyH3mN8193y70/KLc/49d98/RUsJAMAEbjgOW2YquZckxYqEr10CzrHwbxGieyovZD7G7sEmEiRsUpdRO5RRvpBNKbJHiKLSwOxZCmJOYU4R2s2k2YXmNZuAgR8H/VeEEfd9fV1KY6GqeMML+7/zgM4f3ZSnHmZKFAKxUtNw74e7NmzC8PbtnPzREDaSTUjV9hYqshqXJ+rdRep1k6MjO6A1x+RhJ+u03yw8zyztgbYDnpau1G3XbhVMhjYV0wXdOVyLgXZFDUrg1Keke4e6TpgkccrmmSmo8W09vPvM7kxY2nugWJeqq4I7u8GbJWE360JsGeAcXPGM8HnYRSPRCXxD4f9Ykj053/xp/CtlTE4NIqbbrsVb/qFdyDV2Y5CqSJAmzm3zDVI3EVARLcsGiasab33Wn5ULWXQwuSHbMhyKQN75jEUF87CrW0gEmQrp41iroB8tgS7VER+rYS52RWs1IAXvObNePLYJXznox/DQGcKq3YJmVQ7dt50CLXZabx4zwAO7hpAtpjHxXQFvt5dcKIdokdruYrNJDGmnOcqzuGcNCwm0ZHkWuZZInFeXZhxZLZJgivt44bRYsFHA55cCZd++CRO3f8wHlucxOD+Xbj91XdjbPt2uLbSx6d+H+e4YUMaZqDMpVpFAC3+rNGSLB1KSqvRrCNTYBBNbYmRjHGqlmaqO3j9W371qtc3X/DhD39U5hv3ZjuXxtknf4yjjzyIXK4In6+GXYOt2N3XgbZ4HDV/GOsIYyXUL+DU5++5R5hPjJVM8fmKi1BaSnL2m64KE58rfVQWWdVWpu6N0uKMEwwVp2V1Fpr4STHQIEY5ZEFyfVIz3iazz0+ZhKruflPammTWs92TIC0L1nIOeTwNQxgDRsqZwL1VYii1fxPqktOrKY5WazuAah3oj+Zx8448RruDCHmqWNoA/uWIg6dm6koD2fIJSMPiK4suz/TYLAOq35pzg6DeYEsIr7p+O6L1ChKU/bCAp46dRsGtI9nVg7Rdx0I6jwqBX46TQ4CecVhAxpudJ92pGNbzZfzwcgZ2NAm3tA5fIa3OWHE+V5rMNHzig/NVWF8dbXjhS25F51APlqamcfihx7C4moZDgzN9thk2mflcbN83a4f3UklQSf1FmHsskr/zXf8Vu/fsRKnIlmmCRmr+yjTRe7qKS/R46GKGkRRh/GdMsszZ2tDM1B1hvGtm31Z5o9LpZmuweGl41XxiXEygR8nLqXi8IOY9CsSngRCBwly5jHV2KHn9qNqUbVAAu/n8Zj2bn5nx4P9LIctxhbjB/zf5o8T+Ir2kTG1ELgdkf9YxdWESIwPdDW1x0xXwwb94bsDqf3rzSwTCFxC55og8TjSRxGOHj2BjdQUdqSgiIXaRVkE2XblcE2ZrNBZFemNdWJrUWva5LkYHeoXJzAJANruB1dUVxBNR9PeMIBJNwK7aqNUrKBcLKGYzoklbRQ2MLHNlG8tr6xLDj2/bBp+nihp1xdlqIrEpWeu8BhvraxkUsgWMDo8hEI0g2ppEzevF984s4YdPnsJCvgZQh5r5QqUEpguMX8VrgbOnUXRWSZFhrkrnkPGuqKl8ink6z06ZdwqAUBJHLBaTHctuAc5ljxf+YFhY8Lm1FcyfPQNvIYOYz0JHX7dIGXG/iZOZrIubzFvVzOY26IrkCs35ero7UCgWsby4jJJdRbFcxXqW7N4ySlVVfOa+w7hIFeaVgWFzl67qbGIspOLPYL2Kid4u7BnoRtxbh8+pSMdM3rLQt28vdt18M3LMJQI+VEslrK1vYD1XwKVLM0gvreOR7z+Mbf2DuOHQAXgSYRw+fwq79u7Gvp274KlTAEW1x/N6FhcX0d/fJySd5ZVVGTeyRNkZaTo/2BFDFitB2O7ubgHRub5YzIpGEljfWBFsx65Y+MsPfhLf+MZD8AaCSu5FDAq18bfUVSjtoIhdiUSLjE+R3ViWR6SdWPzm+maXg3TfsHNBCivs4iS4rTtj63WMjI7i0M7duHTpAmbmZ3Ht9TfisSMnML+8Ab+HHQD0+lFyIpQOuObgNShm03DKZbR1dEghcXpmBoViQRUDRT1IFfP4N5U8j7p/xG8Yx3JukEwkhSAhjrCgovYRE6vxuh89fPw5neE/qS/6KbC65c4aYPWLX/rnp91zU2k3h9mm8KHKkHnImkUkDEGjwymEKhPsGGaWYhGYh0nkNsFB1drBoGl5ZQ0f/eu/wdpaWg5XcXHlgvD78fNvegN2bB9FSzQii9rjC0pFjsnTZz77GVycmhJnXT54KHMR0AyIBz51PhQIp3QxudhZPSeoKq0FZGGJW6dmILCa7uXnUpRzv89CKOgTvcxIWLXT8T18Hh9YOWUSFY6EJACnrtx9X/02fvjQIwKsKjxUV9oNaGCgh2dJ8J8NWFVjtqmfZMZaBZd63LUli9pKVJWcFR/qcwWdOrqifoSqJWwf7EO9koPf8ksSuVEu4+xqHudXy8jZVWGFckORILdaEeCUyQvfkwmaAVa92wisbhO3xMtnziFgWRjpG8KZHx1BZzkEq6gSnRKFrXd0YOyWPXjy2FGkV9PYce01mJu8iNULl9E3NoSRvRPIb6QVY1WAVZUMEFgtlIrYMTGO9733j5BMxRsuyUrQS5ry5N5zwxUDFn5+GXwFuJpgS7XobbZlN1evGwBa03zdBLS5Iat2BjPHDGtGVdgtFEsqODt18jQ+8qG/xk03XI/RgSS+/+CTuDS7Kq2G4mxJR3EpKmxqCZlrNKwwUynn52FQMTMze9V7s5hX3fgyuMKq80obuDCwyNQrUgbABuoEVllJJGvOQGwOPDw4hcUVgtXaBbelDRAQqCaMVTq+SsBNncVIGE4gyGZZJXRGB/RiBhbNoyhW//8ArCrNMDJhACsUlHVPOJXAKq2ICfQ6vjoCAyOoB/yol6vwlAEnnYZVXAJcAqtqDZoAaKvM3LMN7NOAVW1rpYJMBmNqXzMxYhOFRr+lalcxj00hgS2sIXmTZmBVQ6tkzDeBtMIWkgTHJy6o8SiDRD/ikQAibCMLB9GRiGOgtQ1t4Tgu3HIAO2+/VeQYSi6NDcgIVVrLyhxD84KN9poGQI1hRo3yKZaLmmWhYtV1sucBcWvbIrvTlcIHEwJqtvpdC/FEuxZe4N+g8IQlRbIQ2UcCoCqDEI5ewPUgRFa8q55D4NWcFFuBVS0D94xn1TPePwmKRAJOgTFNwKoKgc2900AuLIRrOeS8CSxVvFj1zuOvP/QrSBQs/E5pHGfaLmPo7f145aWb4fO3wgnFUKP/sxsWZgv114R1If9acNlXrVlKwu01rGteEAsbnBdSGWzSGd5+01Wv8V/99dduAqMa5BBwjs6pugDXAE61SSPbdQ2Ad8XvNIjFM5KJJkFEJnMBX0Da0qNM3kQLU7VOEbzj+SvadSIfoJiGsr/wYzaScm2Upq/PAI1kqhFM5PPYBbOezogWNbXMvn7fN2AXyxKU8/3IRAoH/Nizdzf2X3s9fOGgnK8NXSzvJvjF7htqGhaLNuxyHZ2dvRgbmxAn6irvD+c/50StiuW5ZcRDMUQ8YVhVBT4SAFIsXXVO2GFXTAzISvWwDVHHOyW7LONkkj4WxvhZCARwTAgU8fPxYcBUaovx9+ZsNYU6smCZKJj7YkAPYemA4+9DOGnh81+4Fx/5wP9A0Cngnb/2HgyOjSDamsL43j1yvpBRxWKiaZFvgCcEI2jS0aRZaq5Bro8dCh7uDQ5CsSA21maQO/191DMXRVM4FvSLvluRWmalirxPKZPF9MKamJhU8hb6R/bhhte+CZ/+5Kdw7P5vob8tiQ1vAMHhEXS2t2NPbxx3HhxFdmUaj0+tIDZxCwKpHnhZ0Niij26ASoJzm23AyjxD9nEmtnWlHSqt58KmRENjl+YkudkVnPvaAzj648cxF6ziurtehFte9EIk29uQT2fg2HXRbyNoznvFL2NkYUAZf0AVJwRU1VrzJiZogEk6oTRxhZkDHFfTfsxC0mt//peven3zBR/60EekoM9YNREJYvnSBdz3xS8gPXMRfR1xtMZ9aAt60ZlMIdLSgno4iVV/F2rhKL503zexOL8gIGfNw64RBSCaOFxORjlT2Kmx2XbOnxuAlfuYmPmAYFVFtM0j4aBo0DXHVXIPRIdTFdQI0LMgwHVKkIL7jlkHop/Jz+T1iQyAsORFQoGMS/7caO4qk1BVvJYr1/rQHrCVVo7OJmBVkmDGCHUXPdE8rhvNoi3sIhnzoFQL4is/KuPkIhmYPJks0Wm1xIhzU8+0+SY9K7DqAiGrhpcdHMfujjCcYkmKGksLC6j7A4gkUqh4fFjJFVHWhQCfdJd7pfOG1xkN0tG9S3Rq//nxsyiGkvDVCsKycyo1pe8ZUNIB7M4TRr5uPabL+L6bDqBvfBjrl2dx7vHjKJAFT2arlscwYLcAGUIgUPE89yyuGxZgJJerVYQtvH3PTrzlF96BNrYSV4qS1wlkpLuNlKa2imJM3GxAda4jmT9kcOp8RNawLrqJxJZyDW10RShiTgiBgDpXmAeSYWZiNR6okVBE8jjurfzsBWpeB4Myt2ZnZxCORBGOx7G6kRWT1s3WXgWsmnjfXK8BlczvOC7MLwn8N38uvo7Md44BZXHE7wBeAdkuXpwUAFPAfS0Rwud/5K+em8bqz77oAIb6BxBh54U2yrl4eUa0JikdNNjbLoCfj/roAZ57lDwoyX7OtUPt4AC7i2wbO4d2IJKIwR8KIJ1Oq326UEAwEEKyrVXmHd3dySSlURk7ySo0YHbq2MgVkOE8LpQxMDCIFLtLpEikWILMxWzKnuXymLt8Wdih1HNlR10wQtaoH8VqC45cmMP/eehJTGfL8EQTwgoP1jk3eC5VxPRPgFR27bBwo9vmxfCM94wMUJnrSseXebrZS3n9JHPIOcnzn19+fvlh0ZwxGFakLqeOlelJZGan0dUSEwd4FnvYPcJ/uddwHZSLeQHqaKaXiIbQ1ZrEyEAP2ltbFBCYo+45QcIKltc2sLi2ivUSpd9slMoVBEJhMdsTSUAyNsVMU5G0lIyqYtOT7eqtVdEVC+CmnSMYSIQRAfdjP3IeC2OHDqF12yhKVCQKhZBPb8icnJqdw6kz59HV2oWYPyI52sSecZyYPIOnTh3DXXe9BL2traiX2SmsJBKUDnG5oVvNc4365qLNq7ERxnMEXwmqdnZ2ivwcOycZ05ENX6+5mF+YU1qpgSi+8rXv4uN/82nUHZq2kkxEBrKwsmSvFwKThLM8G2Kyt3I9mw5izl3mHZSXpGmVejL3EbWvsYjB66ekX6Ilirtufb5IA8gO7w/h2997EIurGVQqOezadw0OHrgeXe2d2Dm+XebMfV+5Vz4LiX2MJVlAEBIRiydy5imyHYtFvCaSDjyegJw/lMfitmZkITk/CbSqM8lIEqnz6dLlq8/Dn9Oh//+TF/0UWN1yowyweu+XlWFGM9hkvlcmB6ZFVb0BqwumKsLfmcqjQfYbVUANcErgphezqfobHUsVPGl2i9ePC5MX8T8//FEUc3lpnTHVQ57+b3rjG3HDjTcizKo3k6xoTFxJi6US/vHT/4Tjp0+pANipi+B5g2LONh4ChPqziOsg9XsIwJn/hNHIzUKDc8JqYZJFwX/SwG0E/RY6O1uRiqtgUFgqjkqYeTDzwCPIdPNNL8SRY6fx9W9+R1oUWOk0kp/PxFg149sM4ii4Q7PICK4IXV4BQ88GrKoAU30i83q5F5YXHW3taIlHkAgE0Bb1I7c0j4HuHsvFaQAAIABJREFUDpTTi+jt6JQK5apdw48nZ1ENpYTVw83SXBurlNKmxSRGXMOVsZndFYZvWycGJ0ZRLpbFiIpA12j/MC48fgptBR+sggqUbY+DyHg7tj1/L46ePoXVxVVs378XCxcvaWB1GCN7d6CQzmL5oUn4MtSFVFIPBFaz+RxGxobxF3/+Pqm6cePjpkwWCzdwbvDqoZIDMx483Mh4MqC5CZ5MsG4Mq9QaIONJabY1QFP9XnK/tZ6qKQqYwNUEvEqj2IfDTx7Ghz74YbzqFS/HwX0j+Nznv4ajpy6KnpdUNKUFRkkLSHKr9TfVeKsWYwO0ms+zsbF21VutMFave4W0yQiSwMCXc4jJj12SNkyLbI0qhcOr0lC3SYKmtqCDujcIb3svnGSrtMkyEHMrZZEOkFZIAhHUYPIFlJEPwdlyEQ51Vu0SrBo1r57OWN1q+GQ+XDPkqGA2raPGtSisWCZAXmktoqGCMGdZ/RwYQt3Hm12DU3SAjTys8jJcFJUEgW6BlBVCVsSz9Y83jfK/D6yqRE9d59Z+dNVm3fxQKYkpgGy5nc8ArMp7y5zgfFTFDM4NcjtZXGVbbjxOVocfEa8HMUoERILojLWgK9GCyJvfgr6DE6LNVaW2Jtl4bO+R96Txl2aiNJlayCfSoCv/dt0UGTQqzPbEkgVkLAcZt4YK6AxsgXZDZF1E462okNkg4wxEPV60wIsELCTgQdBV7V3cowSMpS6TrACC+Zuj+G8Bq40CyKbawNPWhrknIgIhDFKlsivn0TMAq2rnqKLgBLHqAKvuCt7/X1+KV3V14zdXbsDJwhJO/UYab4wcQO/0COpBC75oDvUag0ihUynwVNpttdGZyiPV77Q2eIM9beaLsF2FQgrseuFVr/Ff+43XXcGcM3uTtOU2vVszQ9WAkc3gngAtBFC0nqRhRskZQtA5FBINcYJ/LDhyWhDssCsKxGPLtGEWsrjCVmoDjm0tAJpEX5IPr1fARwb61OtcXFpBa1snnnryCB55+McIUf+aDrMVmiVVMTQ0hJtvuQVtXR2yrwlTRYNAKl7QOrFsP6wBR48cQ8Wu4+DBG7FzYhcSbZ2qW0UzXOlmnl7bgFV14XO8kkR6/OxqIctfSfzYupOF2ti8dhb5GLwbJpQ5U4zuI88Ujh+fQxDAxDHmsxoGhJEqknumXa0NUGEYpTzfCC6EgxbuufeLeN+f/iG6o0m86tbXoHtiDHe+/G509vViPZMToIvPt+2SsIOMvqtpi5UisQaszNQw4GDOziFgJRCJBVDNTmPp+L2wCgsIRagLqfQRy/kCysWiJEaU/slv5DGXLiCXq8HdsHH63CJGn/dC3Hjb7fj0+/8EE91J+Ftb8Y0jp7Dr5luRCntwx55uhEqLOD6fQ/Ka2+GNJBGCjYqjxtacpRwHGR8tL6FYwVwq2pSGIDfPa7+K27h3SDzJ86juYvnUBZz40ndxcfYySkMp3PHaV+K65x2SNk46EbMNPRqOy/okEE8tXcPqFmkhbd7G7hgDZnEdEDA3oKQBVlTssFmsZZFVdbQqJpasIRd43Zt/5arXN1/wV3/5VyIjRAAhT03EjXWU8zmcfeDr8JTIJPagJRxAMhqR9kdqrqatJEqJFL72vUcwdeGy3MOql/Y05DWpRyP2ZFu2rHId6zcVZERmQRsUkqWrTChVRxpZpoahvql7Z2pFivlNwILrmwmvJcCqaquXRJvrX5ukyr6sgUN+bwBusx8ZQoTpaZDx1mZIBFZNfGyAVeIcfS1FXDdWgL9WQcDrCmv0G0+4uLDBNnTGKuzMIFzG00rtI1sfzwasSrt4rYaJzhhefd0w6sUCCgRc0iyge+CPREXTvkivCgHo/Aj7AtIeX6kpia5ELIrR4UEUXC8+8q2HsOKGYdUKaPd7UCmWVbHAq9aBYVHx+kQDm5JMlGqjOUuQ5AjqlQZRrRCoUswxs7b5Gn4fDERkzLgvUcaDDLUDBw7ArpTEg+GmF7wAPQP9ojfM+I6mO2zjJYhp9jg1zszNlMyaFDc0cKvOEAWom3lhOgjE/IgFCF1cM+cLX9vS0iayWAS8qBGZzeXUGtPvr7oWWxsFKwFCiyUsr6wI+NQ/MoqFlTW4zPv4d/Se0czY3UqgMPqrnGck2bAjz+SpJq6viPmvVwgVlUpNdP0z2Rz+L3vvGSbXdV2Jrkq3cuqIbjS60Y2ciUxSDBIFMUmiwihrxpKebMvjqPH4eebZb5xGTrLosa0wDpJtaaSRREtUoGgFkgpMIgGCAIhAAA2gAXTOXTndune+tc85VYUWKD7Afn/8sfjxA9Bd4da5J+y99tprXbp0ERuGBmRMzH7Av9//x396Xev7LXfciO7ODunc9PksjE5MIJpqw/qhAUxcHAaVh7rScUQjQblnvJdkJZMRCVeBV7WyKnalYu2wvR7kKmVcHBslzRyDfQNytrMwGo2FZU+tN/xTlDRUuVrDQi6PfKWO+aU8CuUqNvV3oT2VQISddVo/nQDhzPQcSqUy1q5fg+7ebskD2DnAQjqluKpWHEfHF/HgEwRXK3DDCQQooyXdJDSKUhIVcu5RQoIO7LbqNGllvpszQM4v6l8T5ONa8BBUDUihiXsitc99gaDk4F4rJN1VkWAI1ewCZi8NI+LWEPWyBT0s0kDyftUyatUKksGAmEBSUzUespBOhDGwsgepeETmEoHCcqmKQqmMucVFTM3MYmSugLmFDBYyeVRdrxgrcT1yfpNlbYqZHHPukx5vQGlGe+pSONk+sAL7NqxGioXbegCT1QI23nYLujeshdeKoFwoo1TMCXD8gyefQqlEUygL2zZsxZYtWzC1MIXvPvpdpDvSuGXfHtRLBbgEVkNR6bygpAfXl2Up42kySNva0g0jTeo6T09PY2RkBD09PSIVSNMqjkssFkcqlcbszLx0EnHMmXOdPHMef/lXn8Dk7KzIkvEQ4PwTyT0ppjEIo/+AX6QCuS/4KefkDaBGOQj21DuUYGLLfwCxcBhJ6iSHowJ+8v7yPFnKZKQ4f/vN+9DR3YmJmVk8+vjTmJjJSn4+tGUN7nvzW1jjRSgUFbDz8ccfx/nz55vyHzzbmPg3OlGlzUUXfJSMo+ihs6Kou1NFV1tiDEWIEGKClkwxkl48x2dmpq5rjf9bfdErwOqyO2uA1Qe/9sAVUgDmaUpbSU00VnQEjKQequPKQdRamWkyCszk1PRp3V7F9h8TjPJ9TEuV0uggOMNAJ4AXnj+C//33/4CAMmCUyohUIEpl3PXG+3Dr7XeIHgbPEy7mJbInylV87etfw7Fjx5TGDoNs3e4nbqgCTDYF26VSpn/eek1mEZoAWVqnGKAIQEAw2Ub/QB9WptmSoCUY6Yink3RWVgg13XX3fThxahhfefAheKkJqRqqZVivF1g116yC4aszVuX9NbDavIcEVr1Ip6jnmUDYR8FuB+XMPFZ0dmB+4iI29vdLRTbjenFo+CL88TYJ0ESs3Fb3TYIjCtOLWyc3HQUyVrsjsNZ3C2O1VChibPgcPDUbQwNDAqwmsh4E6HHERNvrILy2DWtv244Xh4cxOT6FtTu2YvbyGGbOjqBv7SCGtm9EIZPF1OPD8GdK8Duqxa9arErS3TewEn/8xx9BZ2eHCqAEAFZtHNSVknESrK/ZN1xn24Y4WjZbTsyGqdo5dEVeJ3Lc5Hm9jXus25/kPQk8sKKqkyVTrVagnYKLCM+8eOo0PvrHH8Nb7ns9XrV/C/76b7+A46dHBNBROq0SpqLuKKDVAKv6IjW7WjHuTPKzsDB3zXszgdWBXQZYVdpYClMjsEpjqRo8NoFVGkxVNLBqGHyUA3Bhey342nvgtnXAtT3wsJpcq0jwzuIH9YO8FhXLfXCF8QS4xRLcQg7eWhmoFa8TWG0xueJ107wpGJeqNNMxBoYEbVGvwLWi8K/ohU0mXt2Fk6vDzRXgLc/BdfMKRNRyAArkeWkhgtZBvjqwaqQATOO0NOe3vOwqbFT9W/MKtRcsezSAVdM4r1irKhzQ4Kq8hMFoQOoI4aAX8biFKNn0IQYrfoQsL9oiEXTHU1j9lp/Bips3o+T3oOwUEXIISmuzF6Ojp+UADCCnPsGIEegeQN3uJ3uk60HZ4yIHB1nUBUQlsBoUH3cP4vF2AVu53m0Cqx4vUvChDX4kyVAVgFhBm4rRqYIcuScvA6y2Aqpm9F6KfazuuAJxZXV6lCKi4ocuB8HVuxGwpkHLDOqYdEfxp//p/UiP5PEfN96G+pKDpzxHsffuBF4d2yHsAac+h4ATU3syVQCEicvzgYUMAqy6MMnvR8COexXXiIfMFN5nFo5UMYZ/hre985rX+C//6rsbe4Q6H9RZZxirrYXOJvhz5ewzr2GSrsBQrXtF7UEyQ2hQqdlFbD9ksq0AQGpjKXaJYauZxMiYCRpgxLT3mXOWfxpg0gCNZLAygeHsKOZLeOx738fs9DzCFo2HbFTLFdFj3LNnN7Zt3670ljULlzOWYIXZ+6kJxzm2ML+E5w49LzN637792L59D5KpNkSicfkcv9+S9mSeE2prJntCtaN6WagRPWIalDFvsiWRJ1OV31M5dyvgQ8VGKhEXVpBtN6QUGgmhbiszOoHS6RImW4ttjGqHMoxVk+RHYhEsFhfx4ANfxhf/4q9x07qt+Nlf+zB6d+2Vdt10R4c4RbOAIGtKZDrUmWbuicxt0UHUpSrNqDFzQ+4l56FTRW7iIhbPfwfB8iUEQzFl6kUmXLWGWrEkUgC2TbNTMppdLBRqmLk0h6AviEvTizgzPIbVQ+vRFXaxtr8NyZ4VeOAHTyPvT6N/aB0G0j4k7UW4yR7E190o+t907XW8NLmoNswjTcGTybiJ04TRqHWvZT55vKh5WSByESELsOYIo3bk2aM49eRBzBULiG8bwk13vRZDQ0PSbUFWl+X1IxAOoua4KIknAMQEjeNjZCRE0zJAaSu2M6q1y3li5m1DFqDFbEvYcLJe1HnQChIQUHvbe372mtc3X/Cxj/6ZFBB49jH2YDsj99wfP/gPmDt/EulIGNGgT7R307GYGD5V/VGUY534/tGzeP7EWdVG72M8q/SOzV4h80LYROo7mkdjr2D8x1VBkEGDIbbqrRSgxBjeGgBZ5pqwK+siAcPvzXZZvgfjSVM64/pqdCdwDTWcppsdRkYuhGQOSd4bZpZKFkDYSBLrNWMlKR542R7sQ0cog60rM0iHArACNrIlF9877OJynqwyxaDieeCj3uE1AqscQY5mGBXcvWM1+tNRlPJF2LklOUOoT8zzj2cbQWSCgQR7WCiSIim8iMcS6O3pQc0K4a/++XG8MFMQQ8Quzs0KW75Lws5TEiLci5XWNTsJyjVFdODXV/rJDLy0XromiCwv/Ph9PHc8WLduDaLxqJzDPT0r0LeqF8n2NiTa27GUUwY4ZEJSyz0YUHNCFYeYB1Rlfpv9RLwtNCPfFIoYI0u3giE4sI2e5JoW80Mju6HATxfpVEqk29gBSaYlJVYajWMcR3boxOOIkAHt82Fhdkbu++T0NDZv3YGlQhl5yltJLK5yASFPaCZ8EyRRc9/sjXLNfsoQKIkFM+8VkE/JOEpnaYYlz5OlDEYvXxJNYxaxmmBsHX/2kT+6rvV9++4tstewGFqu2Ziez8CKxTDY3Ymoz0XCcrGyKymkIoLPLFakrAj8AY/oRlLyI58rYW5uASMTk4i1pVGu1zB8bhgLc4vYvnETbtm/Bx1tCVSlC0WZUkubOvN75nd1BzmCs/BjbHoJlydnsHPbEPr7ehH0s0OsBJeM4mwWC/NzWLWqF/2r+9U5QzPcugcOmZ3FBeRtF7aVxJnpLL5/+DSmslVUA2GJK9j9qDpbFDHDy2vgz6hPre9VYy8R82KFKVD2p1GI1EbZ/iAZqwEBIEXag/eSklleyg0FEKIZ2+w4ctNjSPpVo1C5XIVTrUmsTE3OLWtWYcv6NejqSCMAejaQcUmAUDZwmcNkp/Lcp7v93OICxhfLmJiZx8TsEibmM2Dm5LUog1aV/a5xna5iPBPbKFfr0vnqVPJYmYxgz8YhJJjblm10rh3A9jtugScRExA2O5eBx+9iYWkJx06chM8fEhbo2v412LV7Nx558jGcOnkct9/6KnSmksgtzAmpwWNRSog6wBXZOxhfsKjV1p6W8eBy5L9ZOKFZFVmqnR2dje4krnFhq9aV0VU2k4dlhWTVzizO4p+/9y2MjJ2Tjh5Gy3aNuTLjCuU/4WHXj8NONGUMVisUUcjk4C9VpMMuErJEv7YtkUAyHkU8HERISGkBxOJxYeoyV5d4lPtdIIBsqYLRiSnki+wW9WH1+n54Q1GE2zpwaWYBX/3WtwXsFkkIzX41566Je6j1qs47g8Eo60njl6GA4WZXMc9CysQYDKCpSe9gcYH7ziuPRpzgttImXhkXGGD1G9/4SsN0YvmwmICSQTSr+FyoRo+0UZVp0ZmShC4QaOh4SfsGGTA6IG0N2sxk5oRmAELtk8NPPYUfPfwwOkJhJOIxxOIxLGYyyBQr6BoYwuD6TZhbymAxu4TFhUXMzs0hHqcWyAKGh8/KJtDKVpTgTzOnjF6oqbCIELy0cGqBaR0IazKXMiLRNXxqkXJTvPW2W7Bjwyr5fjycpBWSCR+F4mlm4brYt+9mPHPoGL7+zW/D4yPQy+Cv2aYvC7wZUjYCzasxVqVh1Tg364V/LcCq+ay2dJu4ADKcsytl1MtFxGl8kFnAzjVrpOo5Xajg8PBFcXNkYM4Hk1m2YvDa+Hdei2gzSV+ug0pXGKGNPVi9ZT2K2TwuD5Ox6mDjug0YPngS4bkaglVW5VyRAggMJrHh1TdgeGQE46PjWHfDdgFWp89cQN+6QQxt24hSvoDx77+IQLYiepCsPBFYZTLb2d2BD3zgfejpVXo5ZKJyUxcTKh5aWufXHMaKpaUqlILjtAIqOihXARgTYtUuxU1U2LqaRarae1VgybGQQJmaa7otStq1BCBikKJYAmdOn8Uf/N4f4s1vvBd3vmYf/vLjf48jJ4ZFAF65iSv9FrYcyOtbrkuMRrQDvBHt57gvLFwfY3Vg95vE2EXMfxsmJjZcasQSOGflmuAk9XZF/0gDj2RHcg6wdTzdDU9nNxyONdt3BFjVTe68fjK7RG6A0UsdYPW0VISXAVwtf41SAGqXIFNE2+Cowgv19QIU4ScIpYHVOoHbMrwU5+/olkq9z3ZRJ2O1WICnNAvUVWuZek/FVpUD9yehzZ84Fa4OrKpXGykAdZ1yTDfhUskYCWIolpX68CuNmV4aWG0CqdI2d8V+oUFB14KnriRK4lG/MFYZpIRDBFYDiAWC6E21Y/3aLWi/dx8CGzegZOfgcSz4vGRvKw0hxRjQ99uwlFrmopFwMQxW9a3YNuyiSg1WYYOq+SuhlseDVLxTXGB57ygZYLlMPgHaJYTZ8m8WlB4T9XEKPmZQ+nJSAMvBVZpxXe2hQFT1OwnhNWOZe7TRyV7+uoBbRdkJ47LtwbjvOXzqlz6E0W/b2LOpF2m/hdpcGdW2i7hhTS+2JFcJyyYqyTOTG9USJQEmk3Q/nbgdLRMgX05pGXqZKHAvVcYupjLOveqGd33qmiOTX/k1mlc1HwYkNWNpQCm5d4bJw+BV9h3V3ifGUwwuNTPJPJd/CnNSJ/RMEshapW4XGZ1mzptESEBZtktznxOQT5lhCVCruy54FphFYaQCDLOKxdpgOIQy9a89ARw/dgrPPn1Q9Hc5Xiyi2lUbfX29eNWrbkKqo4MOlQKo8iHtXcJEVVJFBHICVkgMJ549dEiYUHs278Krbrkdnb19CIQi8nzFVlDaxjIbZQ9WoKqMS42tfwQTlbkOzwF+OYIfXD7SmqrlZvgcsm+NLEChUFCJoS4ym1ZoM2Ym+eE0ZsujuV98Dd8nMz+HL3/+c/jKNx7EbTfswttf907k6h50buvD9h07pUVRzDS594lbueoBEtZkS9eQfB6TVA0Emt+ZgrnHLWF+7BzKl5+CVZmhRbVIAFDrkUzFarmEelkl5dLOyRbSOlCoOKjla+hasQK268WpY2fQ09WLgb5OJGMWrEgEpy5N4oFvP4F4/wZJqIK1PLbseRUCHQOwmcw6ZXmtmQ+thXq1P6kHz0NKj/BRJwPf44VVY++kX+bU9PFhnPvRQZy5cA61VBhb7rgF2/bvEUCL0gE0Vgx6aZwRFU35bLEkumvcM0VHXuum897xPvDfInskTsgKHJK5que52Yta2XBy7YwTtN6vYXHzWt/67g9e8/rmCz76px9V8Yawn1RbOIHV8wcfw+HvfxsdIR9SsSDCEUu0T2NkZtGN2ZfEwZFpPHLsJBwWR0Qjv0kyUPGRRxVHOXc0cGkAd4mjCKjJvkbzIbWmlGEfUCtVrgBpzXiINp1mNHHspDVXmOU0DNEMXomvm2emAKsNzVRV3GbCzXVJR2hlEKMrb0b7X+vcGs1z831C/ghcn4PuWBHruzKI+ryIRBxkCw5++IIHowUWs9R5zO/mkxPi2hmr3JNqdgUDbRHsX9OLOGqolYoSH7E9mPOZ8yvGsznoFw8GsqxkfsGHUCSORCINbySGrx46ha8dPCV7DjUhBXhknBVQOrZqP4jL/GHLLofKor6j3wu7VBbd7qpdk70rpAEGs3+bYpMVCMq6XT04gPe//2dwYeQcDh58FolUClt33oBVqwexmMshl8lKVBPweBGLBxuse+4BDYIN9e01U5V7HqeItGzLelVtvnIWqamj7p0GfPlzw2RlbM78kvF1MpkS9hylHMiWKxYI7FA2xY/5+QUZAzLskokEzp05jUQyKeZCa9ZthC8YxWK2IMZjrWedWX/NPUR1/5nYTgBXstf0GWjmsPyb+YfE6goops8DuwKymQwCen9tLSje/5E/vK71feMNG4WxyTWYpYanw9jKi4TXgy2D/eiIBdCdCiEeotSWLedxMhhGMhGFTxzmqRHr4OzwCA6ePo32jjY5o9mJSE+Sro527N2xDW3JuLSYF/I5lCgFwH1clIk88t3KJCUEojh9aQovnL4AfyyKdRs3I93ZgUiQXVEuSguzaA95sXnNKjkfyDaVLniHnRxVZMoZVHhWVusoORbOji/h2JlRjHmU2ZjqmGfOVRP2KmUoWLAxbNVG/Mdond1yulAp8jmUpmh0UGmNVYKqQQKrOg6g1BpBZ3Z6eByUZkaRnx6D5WV7vNrjw34v1vatwNr+XuzeOChGZH6vkjlTt1XluczFuNeTzUzwv2LXkM3nsZSvYHYhh9GZJZwZm8JstgjXIrNb7VtG6og5BvNKBiQcY54BdqWIoBdYP9iP7nQKyVgMr3vTvYj1tCFnk6lahkND06AXE9PTeOGFE+jqWIHe7j709/Zj5ao+fPFrX0Q+m8E9d94p15xbXEQiERc9XI4XGen5fE4AVYKnLKJIgZhdBrWaSACwSEFDUDJLKanINZFKpcQzh2uNwCuBU5HW87rIVRZx/uIpjM6eRZ2Rv2vBrvhQq3hRKXmwOL+EymIBKzo6EGesnM2ilsvLrtoRjYvsSTQSRpheIn5VfCR4zTEi+5j+OCKFxO5D5no1Je5HczLmlT5JMpkz11D0eLDoePHl7/4Ah04OC9DKNSCEIV08VjKAygvCmDLr5j+NCWlyR4upujF2lGxGCCDNs4rbF9f60uIrwOoV+cYrwOqVe74BVh966EEdNFJHSbmzKW02BSjFY3EJrnjIcaIFqGei3XpNkmCqgZLcCFNHUTplkktg2tQZbMW3JSB1HVTr1LoK4OD3H8PRH/4A3ZEwOuIJWOEQxqdnaVGHssePE+dGMJcroawrkVw0dJJrMgdVK5m0rBMMNNUPxWlsASkZFDQdZg0QJ+/DWrI2IVELjISNGiyfD297+1tx4NYbJZhiO4NIInghGq6VckGuo7OrFw89/Ci++TClAKg7yQBSMSaXM1Zb26H/tYHVVjmBNIHVVErYOdVyEaU8HX0Lwki8YWgAhaUlZBwPLi/mJDEmO6mRrIqmHuRwMfeZCRxBwVJnEOGNvRjaugG5TA6XzpyRytn2Ldtw5pnj8E+WEKoqPUOaV6Evgk137MLI6ChGRy5jw56dmLk0iqnT57Fq3RAGtq6HXarg8qMnYOWq4s7MuVQpKDdM6ttFwpY2r1IHdChIc7I81qwdkCo3k/ilpYxU5pi0lioOcvm83BsGaRRil3lOVoFmJfP+CdNBWCqKlS0HuE6mJGn1sdWKz/HLGggG2eIW1dqDISQSEcQTSQl+52bn8dm//xze9MZ7cc9rb8LHP/VZHDlOYJW8DQKWBIH53VQ1tslY5UGmgjmVdGgtVkCq+Nf6EMbq3jerqjtdyrzK65ZuiAxmQF0pslbZUkbNVLeqOJLiws5AjzrHXrjpDni7euCSaUfwha+VIElpt3p9LlzxEaMRAMQUy83nATIunKszVn86Z1TNGUno+NCMdjeQEmCVTDK7ShmDEmCX4CWTtb1XBPglWar54KvkxWHXU8tLZVxJZDRBnesDVg1YtxxYVYzLBg9Vs8rV4dwI6a90tl9+MxuM1VZgtdm2rvSStXGHS+dRuqBy/kPYqhEmIAQarBBCniBWd/bgrZtXY3pnD2KvOQCEPahUqD+nWEN+18i8KMaX7N2SCKlBVwGsWgfi76EdfFv5nlJI47eSqapeR/MqA14LuKcBJwXiqi9tkyQls1umpCRxnJdXaHEvM6/iHGteV3PwqM96tQfDJlUaaAKrZo81BkbLX8c5n63VseT4cLl+Fn/1vrche6gbqwd70Bn2IlxcwmKhhp5EFOs2xNEf60ePxXOkDl/AAQv5AphS3KCqABiuebaCqq4jxVmnyQSTEngYyKuWS7aN7fqdv77WJY5f/OV3XsFYNUl46700ibWAQ8ZMYRnLlL+jKU3r+dxgY4okjhr/SCQkQXmYmm9+fnfFaDLsIOp8mkcTeKJki9LSojkHi3QquVLtf+a+yjzztU5DAAAgAElEQVT0e0S3nNWahbkc/vmh7yAzNw9qk7Ids0rHabeOfXt3Y8OWLbAYnwjYRPBBJV4Sb7DbhAUlzjK/TzQenzv8PM4dOYnt23bi3je9FauG1opGGoFIadkTMFjtu4q9x3Yxdm5U5Wzh9Sv9VBZVKeMSkHPGSADwuzCpMW38bLnj3/kzPvidBawT9q8yveBr+J5suZfWRiYcfj/4Wn7mX3/yk3j4c1/Abet348P/9bfRvnsNim4FCcRQjwVF20yKgbowQXYpi2gsIBiQvRFbNKBjBRibe0agJzN2AlPnvo+UlUeYbdMlmlX6UHNsMTqpFvKSxBEYq9VYMGDuQSOiCHzRKAJsn3M8SHf2wPH4xUTGqrsI+4Io21586eFHMJx10N63GlHLwi2vfh1qXguZfAYBn7oWYffQYEszl+Qc1BJIkpTrlkE5q8mKpJ4mWzYX8jj/g2dx9LEnJGkM7BzE3W95I9Zv3CwGFuq8dUDdEYKsBMRL9RqscARBHmeVCmgtaZjT8jna5EsVG1Q8zM8VVhu7t2jioduyZe/ULGATKxDYb7wHn/8vAVY/+jH1+WRRG6DBb2Fp9CweeeDziNbyaE8EEEtEEQtFpM2Sn+fxJHF6sYx/OnwEBccLP1vQRU+uabola1fHvBKJaODCFDtETw8uUomk6LCzc6hjRSe8QT/OHjsh79UEVLX+rS7SaYMB1dPl9SAQVAmz3IsGu16fMbrLyCSzsh9xTHVx0hQuVLHVGGbpuJpsW/2d+GfIF4Hrd9GbKmMgsYiAW0c0BuSLwHPngriY4/10JP6l3A0lYK4VWJXtnIapPktkibZ2BbF9RQLZXBEhtvz6RbAHIcuPdDyCWMgSCRWCBnTWJouNjPBILIlQPI2jU3l84huPYjGfEzNKtly7LoFSvo5xqSXxLPcLro9gLAbYDtxqDQWSJXi2MEamuZhmTMv5TGNeFgOoca73a4LjO27YhmQqIUWSXKmEHXv2YGBoDeYXMyjmC3Kv65UK2juSst9zWhTzdCtn/BsQuTZqn5J9yOIR9xCRb9AO6GZeGBBT9nZH52ASh6miG2U4KmVKE9B0you29nb0rxqQ7zk9PSXnC7Uhp6dnMDc3L8Brf38/zp46oToD6i56+1cj1bECC5mCaGEbxqrZc3kNrYCpYqM2C08EVluBVj5fAX06/6PklOOIcRTXvTB3y6prwZxj/PNPfvf3rvn85gt2bVmjyR9eMUaqeAPwR2KwymVs6O3Bmr42xHx1hHxkgWuwnozMIB3gLcnrShUXFy6OYXQxC7dWEz3yof5+bFi/Vq15AWRJUilIGzyB1VK1LOdbnUUt6oC6QNUTxsWZLJ55/gRm6kn0b9yEUEcnvJYP7TE/Yt4ahlIh9Kei8FYLYnxLYhEN2bKFIqrFIuqlHBySsWwgZ1t48eIUnp7MSQcnjeVk36wVUS4VlN6mdMhosFu8qbQ5VTAq+IFhgDbiP6VTJy3qNPVTOquqoMr9ymPFEApFEHJqmDt3Cp7SksxzkqDYbdmVimP3pjXYtWkdVncnECIph/JmAlKrmJsFPMnFGKkJq9qROK5CA7FcUSQTJhYLGJ6cw/DoFBYKRSHxEMQza46hEWNaVWgGPHUlnUiiWW9fL9LpBIZ6e/HWd74VRaeIklOWdRWLxmH7XQyPXMDwmfPYvmUH+nv6kU60IZfP4qHvfVNkkV5/z12y/mSdk61bU2ufhRcWgvv6+pBIxqQQFgqHZI+kBAD3Ea4jjnOeXb+UkEildMyRx4ULI1LYiEWTAkbX6hVUkMVifhwz2RG4gTo8dgT5LNv6u1Gr+PHsU4cQLxTR19WFQL0Gf7WKRMCPCIvlkZCsYxaZmDdSB5nxFQtnBFVpMC5GpCykaWknmSXS4UXCk6XMlCUEraJuRfDDY6fxwKNPIO+EUOY65b0yBtS6O0d1K6suHSWSqPcB6V5TfhOKc6ORGZOsqc29gRepvUHtEQvzr0gBtG5yr0gBLNvyDbD6rW99TTYDtvhxc+MBxweBIx4gDPDF0dPjk81GiX6rMqRyRlW6OorNqDUjtVaWObwkGLDrCEfCDVdQA7pyAjMZi4SCeOxbD+HE0z9GTzyBoGMj1dmBS5cuIxKJI9Xdi4ee/BHmykxIVaDAhWNAVIJlhgreODR1O6DRHZWkq0UKgJuwyqVUcNcIAgRgUK3fov6nA8E33vcG3HfPHahUFYOXgYQRQxd3eQJ9oTC+/MDX8a1vfxc+A6x6VAB4BWNSftJsvTKHv6nyymc3ND40SN3ojblS08sEEOYWt7qO8zOpu0VdUoKKhUJeWgEU64LmygpsNO2Lot/Etgwd2FriRkvav27HYuBE1kPdRinpQ3DrSqzesRELc/OYPDMiG+D2XTtw8fhZ2MOLSNj0bfeizKO73cL6A7txeWYCY2dHsGHvTkxdmsDk8Dms2tCH1Vs2iTvz+cdOIDCbR7DuEWYK9VsJhIoWiw4sW9kt6r6qCpVXA8FyP8mOMiCXHhyTbJqxlXtuAj7tqMiAuBXoNgd60CJg36x2N1tYg8K45oNzopjPScXv3e9+F/bu3oZ//OwXcPzUOTjSIqfcJw0LhtfTep9NgmDuqbmO6wZW979WDnwCcQ3tVo6VXZMADA4ByqrcT2mMEx1P1SIn+kdMboMp+DtWoR4PqnZZUpUYiUkV1gPHp4xDfMJYdeGWqnDp8FspwItFONJ6xBq8Ns9qeL//ZByq/DXNzdLrg0ki11cgDi+tdwnF1VxJJFArwI2l4Ut1qGDIQ/adD55qBcgtwK3mAKcAql4S/TUNaSJPpdlPDYOp5axSzeZsXKXougmioLRKNFdTOYKqAkRTG1kanTQedSWMrJ7TBATVvmD+v3psrhuPW55nwCS2hTKYI7MlJC2PMY8P24ZW42dv6YATbMf0a+6Dd12P6FFbdLL3UOJDM1YbCa66nqbAge6q06wTadOXapv61mafUletvgHvbkess/lNWto91Xvr76xd0gybRTiv2gHcfL4ZXWHLaiDW7KGtUGqDwbBs2Bq6SBo4EGhdv5AAvDA1zd4vuDCb+B3MOwEsVjy4lP8W/uLdfwj7vBcbhlaiLx5HrZjBfP4yogkPtq7qx4b2fqSDFqxADcGAi6DXguWj2ZAPdc5DKe4RWGVCpM4YdVaqNlkprAiRVenWbfnwX1z95v+Un/7HX3zXFUkh9w9JrOXsU2eIOTaaoKli6BgAq7nXNXUh+Tqj0SkrUrfk8WcMzJlsE8BREiwmETUJLFkbZJDoBEmDQQJYEVzUbf2m/U/OPhaz9H3h8gqGo3K/nnr6aRz+3iHEUknQs55tbh7bRW+6C/tuvgnpFV3S1u2lq6zNdaB09lh8kTNAn+28bp7Zjx/+MQ4/+QzW9A7hXe/5Gdyw92ZY3iBsyvroPZwggMhTGNCIzJdSSQDSBrOG7csC/JgAXCViHFMW6ti2zrOATrwmTuB7GODQAJsEZiX+8FsIxcjqCCFpRVHI5HH/Jz+GL/zTF3DvjbfiN372wzj27AwCHWG8+WfvQtXnh11pgqeNs19r4l6t3EA2l7huuxHUAjT+cxFAFXMLi1h65n4BzckoIThTJzOV7f6FEsrlijAVxbBMM5LVOUrWkAJa2Imh4p8QEm2d8PtCqJXKCNH8sljGE88+j8ePX8DgntuRd8NYO7ROmEIcB5rkBfxeGVvGUwRp+HPGIlwgqg25Ccbx30ENrNpLJZz6/LfxzDNPYTRaxdDNO/G2d74bK7q6MTc3p7tQ1D1iu3+5VJJ7RGCb94LxLrXdmJhSZkr0ITWwK/eoZsv3M2CLWRcSR+prkk4ucTVvmltecT80IPuO91yfedWf/MmfNMFQkQ5Ra5P7xxMPfgGFc0fQnQojEAmjLZlClIygoB+BmoM8IvjnU5dwYnRGmXiQ2SXOyNyXVIFDimV+xiEeRK0QYmFlKEct4bJdQziZQpDfoVqUboTu/rXwhdvx4jNPyvMMe11iciFSECshuKiNstTBKO8vUijME3ThmvqOjkgBqLPexOgGYDX7u4nbWuMi8bPSDOzWuC7g4Z7sw1Agh5vXxVEIVTFXnoVj+/HcRQcTuSRqxTJ8ri1yEAT0CZzwMzmupiWcn0WAVIohfmVIY65Riu8Uj+FeW7elsLB7+2Z47CqiMxNIRH2IhuuIhX1IxxOSF7h+jwJWyVoNRGH5IwiHY6BBXc1j4ZGjL+CJ4QuYypWxlM2rzjDNKBZNaNFRDQirrFopC1jUOg/lXnLf10UrwyhVkgE0r6R6igK2giELqRQBqCBC6QTufON90kVFEkKpWBRjP3KIOzpTiIWjomlarhRl36cOIrWHOU8WZtUaY0s2YyPuH9wXTV5mcis1dk2wwqwxBVrZykiIMjD1ujiU9/R2o1isoVSqoburHbMzU5gcH5fYedOmTRgdm8TU1Cg62jvQs2od0p19mM/RfEcVNEwuZ/IYzj3mq2bNSpHPEH6EFa3WPR/m5yYuN2el/FznkNwXTO5oiD1/8P/81jWf33zBts1rRDeUOxwNkQgkhYMc20m0RUJ42+sPoFKcR8Bnw1O1EaVJk+tFOORDMhaVvLpSd5T5VNlBtVRGOplEPByV+869m+ZUbM6gJwHb3Qm0cg7xXK+KJnoZDs9Ix8KlmRxODo/i2GQFm299FSK9K1FhZ4DjkT0jGgohnUgIO5i5DsHa7OIinGoFezauRKJegT01Ck+1JJ4s2UoVp0dnMZbNwg3H4dY8sEs2imJkVAYzJ2M0RD8Ufn92KvqDETXGel9o5EZs1RYWPLXQ/dIyLvsCz4VoDKFwAp5gAM7SPPIXh1ErzSOou258Th3b1w1i/+a1WNfXJSxg6Zpt6bZRe4w6z6UoTYKEMdiigaNdEzPNbL6A6cU8To/O48zoLBZ5tmhZDq5TKdbquMnobsv+hroUZClPs2fvNuzafYNEqTSwpLwawWTOx0NnTspn3L59r6wr2+eIPMDTzxxET3sb7jxwByamJtGWSMIu1WBbHoT8FqYnpuV6V60eEKJFMOgTXdNMJiPjRPmPgOUXAlKukBdNVRpc00flwrkLkrum2QUYJkibQ63ioMrOxqU5VJzLiHREEPCswMxUVWIQy2dj7OI5tBcqUtATw0kxqmWOIoLammTHApve56WrwyN5M/1yWDjiGuB9FSCd+aJ0DZEgQcBckfAsB1hCGJ956Ps4cXlCtISZV7OLw5wNZo82i/Gl8nkT95qzpnXxtp5DSkJJ4UCLS7PXtcb/rb7oFWB12Z01wOoj33lY2vt6V/bJxJmempSDKZlKS7JJ7YtioYDZuVmEgiHEEwkUKyUU8nmtvak0qJgYURxeBdmq4i/tb8JSoS6lI60ijcNL6zMJa8WxZYE9//RTOPXMQURpdMLExu9FqVzB4mIW/Ws34IkXjuH8zJy4gvNh2vsNWEpg9YrF0mLktLytXl7704BVWahN13aOzV133Yk3veGAJBEMtlrF4Q3bipWyLz/wIP75e4+J8yj1lMhM+klQVb5B4660AquNduyWKv7yhWkWfmsA3/j7sjZnml9Qw4hjQ6Yt/xc9MbouMkgPUNhetV3wvlEHx7Re8XcCmhNYFSMv1vYJrrooJ/0Ibe1D/44NEmBNnh0RKYAtN2zF+aMvwne5iGTdjyqlAGgmkvJh0137MLk0h5FTw8JYnb48ganhcxjYNIDBbZtQKzoYfuQFBBeL0uZXowN5qSIJjgl6WoMiE1ArwFOJVpufiWeSqzUl9eCY35lk7WrAKufy8nGVwLABxOnWJlXY0vqKCjhSjFcHmWwG733ve/Hqm3fhM//4eRw9fkaANraUEEgxLTE/DVg1BwXv23UDq/teJ4GBgKsaHBN5Bxp61SvSSg+bLo2KCaYqe4qlQ/0jaeuzkvCne+Ekw9LN5eGcJgbL9iWCZ8RTBYi1qB0AMGCrFhWw6mSk3UfeX/5jAHl1lqEciA1gVVPmBcnzSiXTDSREbUDqOhWCMVW4tRIQa9fAqkBmAiJ7qeeWz8CpZgE7KzuGR4BVgqO6itkATvX9fhlgVYCaBrCqdIYMM/xfD1j9CZEANe9Vs7z83cCYAprJHkJZE5or1BDyRDGQCmP/plV4/Q09sKoeXFxzA0J334OKtwIP2/aEfWomb9OsSnUpqM+XZwibVIOp+rKkm8FchYCh6mEA1i4BVtVrzB9qrzavMs/X4Kx5X/Me8lIC0Ro0MnO2Cbe32KzoT77KdKJOknonxciSevUyYJU/N9cuFXQA844XcxXg3OxX8an3/AkwERJgtT8Zh13KYjYzgkDIwYbeAWzsHEJ7hK3ENkIEVgmOeQmskgGigVWCVDrZJZtHFcMVQ5WgpMwiSgkA2PzhP1++zb/svz/0C+9o7HdmL1F7nGqbNUIjCscwc0slDMvPEMO4bk2GJbnUs6+VUUxgisAqA3T1PiopNddg3t+08kmQLNIDSuuMCbQkrBpMExaRdJBqNgEDbCuIy6Oj+PoXHpLXkdlAdgzZGhErjJ27d2Fo/XrFdLD4fOpkqu4CvpmKC7S+nwZ5K3YVx46fwDM/PgS/48fdr70b977hTejp60fNdlFllwvbrjVoygSFoQC/F4E/gqMNwxIBV9TvWIQW7WAxteHf1XibtnLGQnQk5oNMVGNsRVCOz2H7azyahCfowfjcRXzuH/4GD372S7hly37851/6DWx61V4Upb/Wh1giiapbFdZbK9jTAMhbtIpbJ5CS8aDZHIfHhSfohV1YxNjxb8G/8KICRMR8piagKls6y0XGCxqQ0EC1OLTrh+pQUpISTER5/jFOdD0BBHgw1GxkMzkcP3Mez52fhZNciZInhGQyjbtfd4cANNxTqeOrxlHdNwOOMHleDqxyLnEtT7xwBoe/+h2MXBxFoL8DO++5DTe+9jbEfVEZY/NgZwqZQrx3Bvzl78xnELxl3Kpcjk2rKgGamhiHqXblivxO6V02NYXF/IaJoL52A7IY1iDntQEE3vqOD7zser7aE/7oj/6ohZGp5C6kaBHw49LRZ3D0O19BZyyAeCKCVCyKGOcTr4umNE4AJ2YKeOLUCOZLnDOqOMzvIIwhDRiyKEoyBbcN6jAKaGEFpP3VJnOIxjpk2Ft+JLtWIZrqw5mDT8paEABVt82q61dyCGJaKeeuYvuyQCbSMdLtwmhIyRAo9VQNYrQMQGtx+0qATj3JAKtmz5FP5riwTRrATlTwmi0DOF8v44cj50QuanzRRjHQB5capsV5Ae7tujKHUeyyK0kMHCcl3WTkQpQpo9rrOO8dpNvacNfdB/DaO27DkecP4fg3v4K+dAhD7XHERGqbrHnVDSXAgRWCLxRFgAArwS8rAttKoegLYHh6Hl/6xkOYmJoRYEbJKnDZ+2EJKzQoIDAN6jiGDXDQdMwQBNB7D7+PKY5xjMQokiQKBlEeF7FYEKl0EgMb1uGGfftknRdLXO9liTS4D3R0tYkhz/z0tBA0+CDg3tu7AvOzc2JaJGtC2nYtkTvw6gEy897s/dwoDLO7FVjlOpM1Vq5Irsnf9a5cgY6OLjFzCrPNf2Ee42OXUasW0daeQjrdjVMnj6GzqwtdPUPo6l2N6YWFFjMddZMMO5WMOaM7bYAUUwig87d5niHKyPzS8ULreudNl39rPVaTi/DP3/3N/3Jd63vzxjVyvvHsYVcGwe9qxUalkMGq9gTees8Bmat1u4QY8zQWA8BCkRfRkIVoLI66x4dSpY6lUl3WL/XIHW0sSVCP753NZeDz1tHX24X2NBnotgB4lRplDqqoOC6yVWAyU8Xl6SVcqoYR7+2BlWxDOJIApSSW8llZC5SpoVSfT3eP5ZaWUMjlMTi0Hp3xILyFGZSmL6E0NYZqZgnjJQ+m5hdQrFLD3CudJwJ6GwKH1sQnSMq9i4V/6n4b6R1zr6RIQJNQ0WdTpqCm+OanDivXlRUCrACcxTkULp9HvZpBPBSVzqjOZAx7t67Dxv5udCcjsLhvGZkk0ZxV65/nhQHT2JnC56h5QhCW+xo7b2pYKJRxbmIBp0bGcW5yFmW2sFNb1U92rpJLkn2uxQya8zASCUub/pbNQzhw4DViQFexy9rk1EUml8PjRw+hWKzglm27RIvUH7VEJmlmZg4bVq9GilKJ+SwSsQScSg2hRFSMr2anp6Ubs6dvpXRQRmMhFAo5wSzIVOVnk2DFM5Ks87a2DtnHh4eHMTs1K3tGd7oLBbuEifEJ0YHlMGcuncfCxaPCqA+Hu1C3QygVygLc0pSKTFXJ8KQ7zSOMWEW8Y2FUExv4Ox2L+S2/MFUJ/qr9LSQxH8ea76E8bvQaFpCbxKkgnjs/jv/18A8xW6qiSsKVxJ8q5VA5ruzODY1Uvpc5P8wCbT1bzJm/fPE2invyBFVweQVYvXKUXgFWl80aA6y+8PxzMmHZ1qwANGqfKNMiatgUC0WhlpdFZ7WK9o52JNvTotNCd1VhMZAhImxBVTkiw1Uo7/W6Eq7XLR+iBUbdPbo6aqd2Hqp01CNF/9KZs5i+cAET585iTWcXpmdnEAyFMT0zD4SiWKxUcPzCJRSNS6XWWnopYLWxiIzFlKk2anarBJkmuX4JxmqjfbVu49Wvvh3vfvt9sqmywmqAVQFFdYLFCvTnv/gAHvv+j6T1QbZVtmFf9fH/P7DKsYmG6RYbF8BUDjPdtktRbqMdykq60c1lcEEZBdH9EV1RxXCQIIJjSR0Zdnwn/YhsW4VV29djbnoG08OXRGNz5/5dGD5yCs75DFJ1uscCpXoVtYQHW+7Zj4VSHqePHMeGPbsxw8rz2WEMbhnE4LbNKOdrGH7kGMILJQRq1HJ0UClVhbEq8Ah11jSjxAypMb9hECotARrEIXjpCAOzhR2oKf4mWZO5Q7BQMwNMkaAJQjQBCQVkadhbZc46nNW2ODrg5k9ZDX7Pe96Du++4EZ/+zGdx+OgpqawpYPXlGautFTMBanW18VoiN0oBDO69RzMNqUuqEx0mOII61wDqeInGqnJtFMRXWpbZykZtMw8cfwzeRDeceEizNAKS4DuUEGAyY/lEf9Vljzfx71oJnkoOqBbgrRc0sEqZAQUOmuaMq30XPkPASwH2FKgqbutsJfbH4GN2QEYG9XV5zbUikOyEP9GhmIEuOTUBkSvwFJfglnMCrJJ968PVgNUmSPATOqjLGKtqHol/fYvGqk58/tUYqy3X0zJARiW2CZWZFkyWOSjaXxLUqiuexp7BNmzr68Cetd0I5AsYrlnwvuODiKxfiXJxUcaUHQiNddFgoZqgRCfDDRC1lcnaBEhlrTRgXnWxnfGuxl5oll2rRqskvy3sVbO/KsBWg4H67/wk1ZBt+L1KTkDHTQr8bwFcW9e5oqfqDgXNejB7PeF3JcrRBFaNPuW842K2Cpwc+QL+7r33w8omsXGwG/2pBNxqAZMLI6h7SljbvRqbutehI05R/joiFhD2WQj5glK1504pjFUpRtWFRaTMjhRjXXSh9Z9is+UBNv7an13L8pbn/vyH3n4FsGoKR8qHRrNk9T1SwLmSGmk8TzO+hGFE8QRBYBVjQxJII+yvso+G7A7BwHgkikhUOfUq4LbZctkauBrmqiTa1KcWXVMFbNnaNMSArLxnXMf8OAbaBC4eeOBhnHnxPDrTSXhdrzjSkzkz2L8a+/fvR1tXl3S9sJ1eBcPNa5HP1AVDfje61uZtGydefBHHDx/Fwvg0tm/bjje9+W24+abb4YuEMJfLiKwAi43UGHW0bp8JwHndjJF4HbxQBaIp5q4CEdTcM+xWvs4YXBlDHr6GfyfYJ0lqNC6tmpNTE/jU330KDz74T9i3aSN+99d/C049hYxdwYF33Iaqw/Y9JtVNM5/GeacBjcYaWTabGItIU6Kbgz8QB+wixk8+BHvqCKIBJaHAIjjvCRNzMtSYVDGh5LhSx4xdILxXBkgVAEK3ypmxtmhcV2d/gk+YbrliBacujKIQaMe52SIuTswJOPyWN78RK3u7ZH3QnIPjIaCpBi7lDNTacGY+NUEaF88/+jge+8bD6NyyHgfecA8G+/th83ywFXNYxp0gJOWEKhV5XxYEDPtUEmgBuvwKkGkxT1F5u1dLHyi5ChPvmffmz1qv2QDCAmJpgkErsPqWt7//mtc3X/CRj3zkilZ3BawqjUEUl/C9L34ayM6iKxVBMmIhQRmkYJRYHk3BkalZeOrsKI6Mz4hMgxSh2U4esgQ049wlsM/bWClTH7EsiX4gFACNqtiOyTZO7leU6ggnupHqHMSFw0z82QKr1hvHR2IzYZ4rm0AZM+0cb3ZcJtpqqmrZLT2HlATZT1bJTIJr7r15jpFsMkUcA7AS1Oj1erDDU8WNG1exNoaHTxwDjd0ns4AvvQ4hnx8z0xfFnE3iMR2iC0CuW3c5H6xQFFu3bBWm/IXzF1Aql9Hb24tEIibjFE8m8aZ/9xbs2b8btkNjnjIuH30OtaV5BGngSTkkxo00/BWTQp8Y3QQiUYTiSYSicXiCFmxvENFEG46eeBH/4y8/gUwuK/IJFNvh+qJkiQCYYrDG/YfSTaZQpljH5mGIAUZP2TBWaXSkCBRqvw6G/Ojp6cb2G/cg3dUl65sMQ4mVvB5USgV0dKSFZJFdXEBXRydmZmeQbkvLDre0sCR5npE2IbAqOoc6V5D9lszChlyEAlZbpQp4b+W7iNxYRVirjHVZdOzq6sTg6jWIx9oxPzOP8YlRZDKz0nGzZmgLxsZHxFV85cB6xFLdWCB7sqp0f80cae1sE2Yi5d5awHPJbQiWsT1ZWK1a/1x0MVtAN13w4SgbYNWcBwZc/W+/8X9f1/oeXN0nubK0H+tcKxlPYs+2Ddg8sArRgIux0XNSgCXzkvJHJGcE/V4ESYoJRVBzvMjmy5iZzaNEXW/KUPgDSKXT6O5ZIR0ds3PTyGbnxPQ0HCbATgNddoE4KFPSoWpjtmRjqepF3vZiKdopDHPb9SAYiiKRaiyS5M4AACAASURBVEOBZtLlkgD84XhMtJy4TlhcsfxqDtPcKGR5EKgWkLl8AdPnh3F59BLK2aLoMtfJAud+we49LcchA0dpFysIf4DnAGVoaGCk5o/EjaYDhgZVYjynUTSvR0lRiJyO0uSkVIm7NI/i2EW49QJiwQiCXheb16wUYHVFMoRYUMlYid+AlizkeMg+oqWr5MykVILMBVXyF5kgMfBzkK9UMT6fwYnhC3hueByZYk2AVRYvZO5LDKb02s2D80Vk6awAXn37Prz2wGtEJoQxDUkP3H/oLfOdp36IXL6IDSv60Z5KI9nTjum5OaRjSWxeswYL87PwhYOYm19AIhqXs40gYmZxSTCWVf39QoSjLmmpWBBJDTLOc8LstqXQy/8LhaJ0Bk9PTYu5Hp8XDkQwl53H5ZFLKOZKMl88i3PInzmFsBiOs/PBUuQ0YXRyr9e5kMSZKsYU4pbcr0YQL78TAJ17WjgsGE8gGESIe2IkCp8/IGZqvEZKHdTJzGdMSJJCKIHPff27ePTQCVQ9CmPinqpSB1VEN7GtWZ/NmKF5D1rze7NXmJzbPKvxHB378t8Lr2isXrHHvQKsLtvyDbCaWVyUygVZBqxgM1ghuGrTddvjolavY2Z6Wm101QoK5QrSbe1IxBOYmhqXqj6ZDVxgpJPzYGRCwUMxm8sjlUxK9Vt0aWrKBZ3mSGTAcoHb9RoqNRrnAJeGh2E5Dp589BH0JhMo5Uvi2sq6xVLFxrlLY1gsl8FjWAGEqsXFAKutrqZmUbTqmpqFY2QDDLDaDNSajqRSdRdnQO0w6dSxf98+fOB975BWw1KxJExP854maQ2HYvj7f/xfeOKpZ+CVthsCGNcGrCrgoBkctAYCjeBJg8Q/sQm0tCObjYWsCwq+E1jlgaFaFlkdVcBp68YiiZK0x6sESirMWgBaJVEMygmsuiglfIjtGBDG6sz4JOYujsOp1XDjbTdh5MQwcscnkahSp84j4Hk16mDT3fuRrZfxwsHnsWn/XsyNTWH8xdMY2rZOGKu5xQIu/vAUrNk8LHZ6e11hzcjmzWCHJhTGbOUKHTktVq3NtiRA/v8gBWCAVRkrDcpKp3JTHLMZsOoxb70fcv81y4pMNYVLOKiUFbB674Eb8Xef/kc8+9wLgC8gSSoTFKMZZw6f1uTBBJ7mZ/8SYHVgx+u0bo0BBWlsQracknMQxqeIyFdE68iAWxLn8F9s6wvE4Ym0w6V4Ptcc23wbTCWlXSczwuZ7ElwtAeWsYqzaJdF0hUNgVWDYl3RlN7EHEzmFaaqWe9H7pSGDNwx/UDFZyZQAA3K7ALR1wR/vknXJpKAu2jkOPMUc3JJirLK1hE6PNHcwZ7ySAmiyVSV4ayGMqjnQkrAYYFWASAJRhrGq/q1SRfV8JmuEcs17NG2ZFHuyNdK6UgrgpwGrsjFoDV5dlBFxWyH3I2ZFsXF1AltXJLGhsw1bVqZFv3qKa2zvveh84xvg+DKSVPN6eX/lHVsSWl63XH+Tlyp/azJOW4DVxrdQrTIcgY5El9JCkk7qFiBUf47Mqwbjp6m7alr+heUqwS7vRXMPFLjKsF5bX98CrLYecWRV8zsY8FQ0IfWaNsCqsBP05zHJIEVlwa1j2nZx9IXP4LPv/wSi1S6sHUhiIJmEr17F5PxlFGtZ9HX0YHPPOvSkQtLyGQ15EfH6BVgV7F+DuQQJFatIGQepDnOluaj+rszv+Njwqx9ddkq//D9/7uffdsX9M/sJ17h5CGhszMm0XrQJQFtBT5dmRS1MVukm0YVWgiOyV+rWNjIt2RIYjmjGpW4HN59pmIcmyTUJNRMyJk/8HGHLVCryPxlAiiFPgyL1LnwOWVrPnTyHf/rfX0EsQOAoKtdUtssIW0HctG8/tu+8AWXKgugWacM6EhDTFFO1rh5b/vme/JzjJ0/g8MHnkJ1bQNgfwj2vfzM++AsfQjAWx8zCgrROE4jgWdn6UMl1vRHrqDOT55J6ntKgV8m6YWgZDUICqUxuOH68V0xsZH4EmMAW8bE//Qi++aUH0Rdfgd//7d/DrXceQDUagQhMWF4UCF6TFcaZ7ag9Z/njpYFVJd/CBRgOBzB29BEULj6MJE0/aSDFbpVKTYrGZI8pWSB+L8YCrm4fJ1tLgcjiFi965NrogTU5ngssdnksZWBSKCBXqmFkag7r9x3AYtmLrz/8HWGebN2+FQdec4uYJvoCQRkT/s+HOfsI1ijww6wj9W3JriX4dHlmEmsGBtEdiqNi28j4XQRs9XqCm0F/QIgB/HuELdTagdpIDijZAWUUZDRRLcZ13DvqdZFB4H0yAGorc7W13dnMdzNvTeHWJHV877e96/rMq/77H/y+Mq3SvgD8U7pOPD4xLTzy+Hfx4tOPoSvkQTpuIRVPIBqKIBDkHk/SsB/nMlU8dmoYkxm27rMnWMmQ+AMKXDCgEytZVojttV5pfyf4ZoXIZPbBIljBdeuGEEusxMzwRdG0NTGPAKviU6DiILIE+b3JvCQ4R7kH+oyVK7Yw7CjBJCZSZCVpXfuXAlbNHP+JIoJO3s2+x/GOeoPocW1sj7rYtqEDwUEvzswOI18L4elTNoYnfQgFgqhSI5JsNDLMtIyHtOxq47LVa4bw7971Htxy662iI/riiy/KXF+7Zo1IErE9tr2jW1qx8/mMMAipVe/zBFGr5FEr54WxLW37bNUVDWnKOIS0AWpA3MypBc1CHD0Fjj1/HJ/4+CexlMvAw3tTV870wXBYroukFdlTxazl6sCq2XNVrK/kCuRPDyTPU0YvLkMqDKxehV3790jrNAE6AcgpDunYKOQz6O3tEW1VrqNykflYCd0rVmB2ekZY5lyfIv9BvVWa/FAyRIOQ5owxny+FUN3V2Pon900pdrDIVlOyAAuLc+JlsWb1Guy8YT+yS0Ux28rlF5DJzqKzfaV06fD5K/s3oGvlIJYKBRSKTaa6nCWGhGM6JjTb3sQCJvaRM6iFsCFnXYtkldmPWhmr5j0MsPr//uffePkD+yrPWL9mQHUD0h/E70dbMokPfuD/wr7t63D84DOiWerz2rg0OioanBE5kyrSHm5xH4AXpaqD8el5zM/m0LtihRQde1asQGdHh8yZ0fFxLGbmUbPzgIemv9zHub/VUKzSiNBBoeZiMldBxrXgj6XgdPahmM2JoRJ1BNJd3bLn8EygrIqHBSkdzYpJWyyGQJxsU7L/uYfKsQbXrmDq1BGcPnQYxbl5eAMe2B4HFrkdhnFII08f9VLJUiXwr/Y3XaW/orDEM0zuLTMJancSlAuF4LUCytyWFArmKtlFlCZGAbeMoMePjngQt+zejK1DvQj7HAQDZEYqEFd8KFg41CxwIdBQT7wO1CiRSANLml/ZdeSzBVQrLCg58JIk5jgYm5zB8xemsZCriLQMF5dii+sYWLMqW/MJ/v7973s79uzZKecPfTAkb4WLQqmEp144jLn5JXQFoli7bi2ciA+HjxzBni03YH3/ALLZRThWAE8/9xw62zuRjkTR1dmFUkHhOWvXroXf4v2qiGEj5QeU3rsj65VnHzshJyamMD8/L7FIOpGWawh4ghidHsPpk6dQyleQTiURqxZQPndeOorZkUXPE+6XIgfDMeS+ohhmKoBXoIj2EOHEFwqBxEcEUq1oHJFkEolECuFYTEBWZiYsXiEUkVyOoL0ApnVbinsjcwX89z//n7g4nxUjOQXRqGL6cmC1ic1cWaxrPUOW7wNmeV6R/2tglb+bX5i+rjX+b/VFrwCry+6sAVYLZaVxw81XNlAAYRE6VvRvtvyPjFyUw1kdUlwsAamULS0tqhY4fShy4RqHXNLcqelHkJaMgHg8JpujtNJRdyWrqibiLi8CzMDZF0+jt70Nx488L7IAHck0SuUaxhcWkKlUUciXpT2AIJ0kMBpYlaBWV7/NYvqXAquyHSiZVc3QcLBt6xb80i+8X66bTF4C0WaRimYj2zOCYfwtgbSDhyVZeClgVV1nc8G3VloMsGpA438JsMpxikViAnCbhIVtRKwOUwrAJMuy7WnWrkmueU0NnT0DbAqrpS56TYW4F4mdgxjcuQljFy5ifnRKRN333LQXs5cmsXhkFPEa2a7U8amjFnWx+Z79KHjrOPbMc9h84z7Mjc1g9ORJrNuxHv1bNmBuagGTT55DYD4vBy+dxdneIAkLA/Wacug0QVATFFJoDkH8RsBzDcCqvMbICGgwvTWYN5/TCLCWrSczjqadulat4X3vex/ufu0+/N1nPounnz0ildQawWy6hWt3zKsBq63ghnnf62Wsrt5xQBifwiBRPaCip0aZCoKPTjkPt1oSJ1s5GAUcVCC1iGGQsRVKwsPqtU8yZwW7KWV2er9LMs2ARvRjmfhXanBKRVIQ4K0X4VByQIBVxYQl47M1wFBHrlkLbA+UnkFZH8JWpTMlAVkCupZK2uoVTg4Cq0Ug3SGM1XqN7cRs+aarM+ApZuEQWK0uqeSdny0gFr+fau+7dmBVBwhaY9VwOa8OrCp2kGkHahzay6Q6rgVYVcZmisspc5IyDwDiVggru6MY6omh0x/EjqFurGqPIM8AemoeZwZ2IfneDyJslVC3y/CKoEfLyOv2cWElNRiO6hlKGVc9NK9Ua4Q22aSGXUrzqtb2c7OvyDs14i79ySI1oB4Nw0RTLNHPNUCvYcaquK25b7YC4a0/N0zYZctU/imFOSMRoD9P2oUcHxacKiZcFwef+hS+9MG/Qcq/EkOrIliViCPo+DA1P45MdQEr0kms6x3AymQ7opE64iEP4nSiJWNVDZrMMjLm1d6umBEcX2ri8lrVEiLoqTjca3/1Y1e73J/6MzJWzRibJzYZQhws9VnsCBFmRgNgbeqf8nW8Rumg12NrQFWlgSeaKvL2BiAVxiWNCegWrM99w9rkntV6dslwaMBW2Ao+vi4oSaRizJDpVQUZVeos53UrsI6MqMUq8Om/+UfMjs2hI5WQmF2cmms1DPSuwo233aI0WOuOaqsn81GfZTRH4cMwp2h4RKYMgfSaFzh68jiOPXsYublFzC/lsHfPfvzmf/ktrFm/AQuLGdl3DFOxde83zEqCAAqArDQ6fXiUMFnjuAiztVptgIYE+AjScZyNNifHslgq4P6/vB9f+uJnsWvNGvzXX/h1tCfW4NCLw7j35+5F14pelHIeWJxP3gpsJmzXCKwyUYHPQSAUxPzwYUwffwDJQB1hFvxqRRUD0pW6WJYCumLmEiBm0l8X12F+N+7zdGov18hmZZeDV1jGAkySrW3XUKq5As7yHi3li6j4gth9xxvQsXIIf/+Zz2J6KY9EKo3X3nYz1g32IVcsCuOGyTnH28xDtgrKmq1WG2wUAWVsShlY8KYiqBfLKGWLsCIxMcMRMzyfDyErKPEr7xvfl3OL94t/yjwRIzLKHIi+jWIcy7pUsS7BFrZOy9bVoqnKfxsGsmHAmbVngHTzfAO+8vrf+d6fv+b1zRf8/u/9jgYWlAyAAap4PgajEWRnxvCjr3wevswk2pNRJNMxxIN0og8h4lfF3JwniGeGL+HJ8/PaBEsZOAmQQeAu5Fe6rCFlDsp1x2OYa9zjVW3wBEoZeRfKBDySmL80jvmZGYm5VPLLbhGOI/dSBRLIuaBZeGuHViPhcXHm0iVUXJqP+ZUwkDBEmwV+M0itye1ywNWAh617iwERQ/4atoWD2BWJoWdFBNagB2fnhjGddXB4BBieojY8GXsOHJrpiBQ/JQ38iuQBYO9NN+JXP/xhdPcpbXLeZwVKatM3sssCnOu6+8euKfMoembXXLgBD0q1orif22U6n7tSJ6akUdAfhOULyP8EJ7kfslXb73owfGYY99//55iemZMuHU+dLD5laicyJSzYMsaiL0Czf6oxR83YSVypgVWz9/pp9hsOy5omiETQh8Dq2o1rEI5HxcBGmJPUeyzkpNOIBjiM6XmHx8fGsHLVKhkj7hGUdqPjOKUQeN6yFVyZ6Knz2RQb5Kwjc1mf3WaNmNyCzD251y6l/1XHZKlcwPzcDLJLWezdezPWr92C8xfOYWZmAotLcwiHKPexIC3XW3fsR+fKQWQKBWSyiw3GqipoNs+01uJH617O6+Naby2E8XUEwg0BorFwdaGO12ne3/z5W//p169rfd93zwEUi3kBlKgNvG/3Ltx2y63Izoxi9OxJpGNRdHa1IZMv4PzZC6gUy5JDRIIBMamquQ6y+QrGJqeRTnVjzeAgkpGY7L+ZzBIWFxeRpfkiaoglgkim1B6by5awlMkLoEpW6lLFwaXFPPLeEEJtnQi1daOYySqAjMzRcAQhKyLMVClOMg4X7XrleB+Nx6SrLQA/woGwGBhW7CJCsRDSJFONXMDhxx7FzOWLiEZD0lWmunoYL1Av1ZL1wb/Le/rJ0Fa6to2CsZBrdGeMT8mhUCJIdLBFboQxFvVZffDkcyhNjqJeLyEZjqK/M4479m3DUE9K2tk5d6QLg8AccyFhSTJeo7kxu3NoWFbD3FIelyenMT41i3ypDNf1C/6RSEQRT1AL3ovZ+XlcmM1jqVAR+RSuIoKNoj/dws8woashLX3g/W/Hnr27RX6DgLPETR6gVK1gKr8k5lVWuY6bXnUTzs2M4dDh5/DG2w8gFY5IB3HRU8fpixdlLa5MtiEVT2JuegrJZAIbNq6TsaPMYjSqtdw97E4OCyGOhDoCq5QAoQa0YDfyvW1xmJ1amMbR54+gVq6ju7sL0Uoe5eHziIjhmS3KZIo8oe4/F38DO9AhusI5VPgoUS4ltwIhkSgIxhOIt7cjlW5DMBKBLxQSDdmLly5hcn5R5kFUTKjDMl/b2tL4wbMn8Ldf/CdUvEEBsKXnWHenMak2a7E1hzZ7QOt5shxbuSJmbinsyrmj9ya+zyvA6pVb3CvA6rIt3wCrn/z055DPU9eG7Aq/LEBKALSlUwJ+kl1KtiP1liSIpDg4qyt1B6lkQlrGWeGPReiKHmkAJNzoZmdn5TXlMllrrGQzCFE6nQzCZJ0pQj+KxRIuDA9jZVc7irkcnv3xM8jML2JsbBwXZ2ZgcxO0IcFInXqdBP20LtfyqkPrgapaktRDaSWxpU0ZXb0UY1UFa0yPVaAtbfCug4GBfvz6r31Ivi8Zq1ewPU3lzgrjf/7NZ3Dk6PGGedVyxmqzYnJ1YFVtBP96jNVgIIgEnZzFiZim7QwUyUxRSScfDSB6mTN0s9qsNk05hOw6Aq6LXBRI7h7C4M7NGBu5iOnzo6hVKti0YxNqmRJmn7ukpAAqNgqVEuwYsOONt6BsAc8/cxib9+3B/PgMLp88iQ03bMSqzeswcXkaU0+fQ2SpooFVV3RcyJiSNokWN+PWjZJBokBAAvbp7ySafc32VLPBtoKZUqHUhGLDWDVi163zSJgnNP/Q1fgrAn3dTqKABbaWeaSA8B9+5j/g9XfeLFIATz7zvDCYK5WauIC/HLBq7on5jtersTq444AGKthWqfQCeSCK2y7dy0RjlYYw1FxV2kGqFVjNQVaNPZE2eMTtXbX5GXBNAENWpAWwldqhcoGv1OEWqX9ag9ehFADbsyqS8Mrnyt9YiWzO/8Z4MimT1g4DrDLJ9kvw4vq97EBRiRsTa5t02hLcZBzeWBucGq+dCBY1e7zwlopwCa5W5iVxUukfv5MCjhvmVQ0Ujk6RzWtSY99khahrVP9LNV2+gWpGf2lgVVKMFjXlJqu1kQQ1mt353j+dsUqg2VwDWyoFwPEHsCLlR19nHFG/he5EAGt7OwFfSRhC4TxwfnAHIv/+fWizAqjbxUa7vqwJlfFo0E2BfKo13yRvYhfW8i/Dt2Ug2OTekolKYNWMYCvjVBWLlumztjBQzciq1ikC9E24uQmuqhFrnTcGZtaHSeP3L8Xa4xNqmmUuDCI9mgzGyXResIu47Nbx48f+Al/5uX9AZ2wAQyuDWJVMIFgPYWZpBovlGbQlLQx1d2NVuh/RsI1EyIOEFUDMFxIjE2OWJful1ozlHuKX9n+lua1AHN125vFg7a/cv+yUfvl/Go1Vs18Y4NSsJ/lTSw4okzA1fgZobJyN0jKv9i8DChn2hjogWjnWumNECokB0VozZkCapKDGtQUAl3NXjEVUcdaYYJG5IOw77hsaxFVFsyYhywnF8NA3v4MfPvoE4mE6bAcFwHCqNVh+C7v27cXQxvXSSsi2MiYIxuRQznLddi/vy/+pjShFQ2qneXHs9Em8eOo08osZLEzNY0VnD97z3vfh1XfeBW9AGSnx3hn2oQF1+P1EzoBMz6rq1FHsSrUjEFjlcwiqkSlCIJUFZz44XmZMxsbG8KV/+DS+/fVvYm3XKvziL/wyXv2WN6AeDWKpWEJXZ5vsu15fSO3NMr+UVEvr2d3YT15CY1UR/2uYnziJ8Re+iTZ3AREfr6MOW/QNiyiQlVauSmxAB+QaTY60IUyN+njsaKorA7JCVf2OBS0moTQAIXpEBg/bS3mvaVxYrFQxsGkr1u66CamuXhw59Dy++vBjCEYS6E7H8ZZ7D8CKhmScOWYEQY2BldmODfPMzCmvsB29os/PVWzF46hXHAQqLiq+ioCqwmwulxssWFMk4Nzj5xigVcUIBEvZutmUcFBFBKWZbgBUk4C1Jm6tzDyZby3sOHOPed3Xy1j9nf/2242ChrSSa0KB7NNkarl1HHr4q5g+eRDpeAiRZFS0n6P+GMJs9fexmOTDbLaGb5wdQ7FcFFaqFbYQioYQitCR2aeAQtmvlAMzdfvE5MrWEhAueUpslY8hFOxCOmahu6sbHZ3tso/lcnlp4y7lCsJULtL8irIdtRo6Ozpxy437MHbkCH506DkQgqv7aKrJ5JhxhZKmUYm42oNaH+Z35mdmDZoijonpZF+x63hVWwxbwxbaemKo99h4/vIw5nLAixMuxnIx5RPgrYOFFoKllImV++zUcde99+DnPvTzCEdpElVQ+tH6jJTTXEt/8bOpicn9ix1KtXIRdrUiZAABVcj8ol4z7wH3D5FWUv9LV4Yxd5HOII+YyJ47fx5/8Zcfx8zsnNLSdZXOpOhkMk7THXpGA93EJ81x051bcrY0wWpeK/MWkfsiwiv7iQfpVAKrBlZi9dBqaRvnPSsVc8gszTUMWRk3kUyRTtM5PIF8sYBgMCIyCLFkQq6N7uL8TpZoYDa1VM05oDqcmvfWECPUvqqez3zOFMTIVmUn5OTEJCYnp3HgwJ3o7x/EyKWLkldWitSIXEBvz0oMrNks5lXcd9jubvbE1vOrdU2a35s5xs9Uhr3qXBOwyENmdlOjuzEXTeFRn1WtOcJv/sqvvvyBfZVnfOr+P0bdsaWdfnJiDFMTY+hItyEecBD1ukjHI0ikk/CHIjjy3DFkl3KSNwe8LkJklgcCKFZtVNgN5wugRrPBCsF81XHCPZqt4em2JCIxtmVz3wbyZKdmisjIXu5gKlPEXNWFm+hAkLqbVaY8dcQSMdRDtDn0IORl8SsBKxoWEJQyLtz/OdeCVgiBaFSRW8SzSPVEMfdn5xSLPrPnzuDgww+jujgvTG3mXHzwujnPuU4Y66v9VXVLyubckqMy5uY89gctRW4SKR7mIXydkiwRQLOQRWlqHLVaEd3pFNauaMOdN+3AYFcKsSglYTxYyuVRLhWlHV5JGvhl7YosStXG3FIWZy5cxsT8EmrMOxhzB2OwyDyX80HFLgTFpzJ5ZApl0UGlBBTXKuV9JF+SHJFrjt27lKNQUkhvvu8AXv/6u1XPIwtdAbUf5UtFXJybwoVzI+hLdmDbju14/NhBLGWzuOfGW+ElicTjwVQ+g8lsBuV6HWtTHUglkpgcH0NnRzu2btssuI3F4hnBZn43MeerIV/IiaQIL4THNtcfSUt2VXmS+GwfZjJzOHjwEOxqHW3tbYg7FeDyZYQIHBv5HxErUbkUm+dE9kTPcUOCEGap4C0sIvGeEViNIZhIIpxMIhqPwwpH4An4hRGcLRQwPTqJIk2raehWYv6oula+/MgPcPLiBKpiOEdfEFvyRYK7xrTPnMFmT1Tdx4rC0RpHNH9/Zdee2hdau5cVbsXnz8+/Yl51xbnsLj+pr2sL/LfzIgOsbty6s0WXQk1Atu6wDYhBNYNNtu+ptEqBfawwsl0kGo3JZhGNRcXJcUXPCu1WyRaDsryEYCYZsO1taQFkpcTbaL9VFXF+ZqFYkDaSrvY2JVxct4Vyf+LUi/jWdx8hL07a0fzCvlMOtARHZUNt0VBdHphJWmtYUBpYMdUiHuStTbkS0MnzuUE0ARappNZttLe14Td//ZeRTieQzWRkbIzLHVvn+bCCYXz8k3+NE6fOiNOvSmO1tmWr0Mr/Ye/No+U6qyvxXfdW3apbc9WbJz3NlmVJtiRbso2NjTFTjCFgRofJDAmGhARCOglpenVndXfSnQ7pQBJCYhII4JAAIUACxuABPM+SNc960pvnmueq39rn+76q+56FASf9+yPLtdbzk+vVcIdvOGefffb2sL+kNVgfiJe5Z9pvDTis2GoXBl7awKi+tt7hzrYnth8ymeMxiwQDJRwqKhHkNVOtjAQOVVJrHBHV300gptiCxKXIDMwHG0juXIeRy7di4sw5zJ44h0algs2XXYxaoYqZR0+iq+mgxFZ+ugNHWtj48stgp1w8/uCjuGjXTklkz+0/gEt2X4L+LRtw/vh5LD5+Fk6hJlIArFyyLaJZUy1shq1qApoVG66u0Mv19ARx3gTfBOgiGyGVNE9V2giMq962dmbfAWK1uLl2B+X9kbuuXQPVOFQtCZVKEe9972247trL8cW/+3s89MiT8FmOksMgm00HbdJCrYNlkyR07ola3Pl4ocDq6KU3dlARZe2uNj8yKBjgyybPVv2aOIYacFQ1slNo3oad7EeTUgDSo6u4fgzs1DWyxNCCAYGYVGnt03q5BLCyTOCTTAsyPGQeeNvXVMAhDyUK2QEujbqm6B+pY25Z1E/SwGRTppvpMAAAIABJREFUKwYyII66sNy4CoybtJBXQRoDy1a5glY5o2QJoNhMRNKbsnao8/HOFeNKb1b6leCqeVYxaVUToy2asDJvPUDSCvhUO7SbFUVGCR2apTN3ZQLZ0Qz1rD/6SDX/R4EsPrYaBcStudv1o7fLRSik4N2UG0FvPI2Ir4ZIAvDl/Mjufi1i7/4FJHwlVBtK71Z0kORYKJ2nEVIalGjTKgXEUWNSGdZ17o76N1+nfdHVuG8xCehW7FbTDqTvaPvKMWiTxO65rf3Kiovnpgw4vCzVFg2etJGV5y60jTJUZbkD/kk8rvcF+a62EZdi3dG9lZCMyOOLkzrvfAvTTR8mfEu45xu/j7t/7W70xrqxZiSOgVgUkaYfc9kFzBbmEYs42DQ8LO708VANKaeFFAPGQBABi2UDNneqh5il8bx5z0QGQAE54p6qwWYWMTb++p+aU/uZf682r2q/UY8rA2grHWoNyZvxqvfFNmiombNmvTNBsgT9sj+YH1Vg4icyVqCOOjW8CVbRXZ0JohRO9BCWFju+V5gg7HhQLBS+LhyJqFa+YFASCjL9CcRwfWZCyICWCeW+w0fxla98E9V8GVE/YxJlwlMrV7Fl42bs3HO56KM6oZBK6KQVWbXj6VusirkspAk7URkycr9uWj6cGTuD/c88g8xiBrlsQbTGbnjZy/GWW96M9OBacVaW5IAAfIMu6iqBIEjCB8+NjE/uq7x+0k5fqSCdTsMNum2zKn/Uh3gwikaNjLYWzo2fxRfu+Czuu+du9Kai+J3bfwsj/RdjbG4KN7/ttege6MFygRInSkBEXIdlnvD7O7GAdw2j07qjiflktsJXgb8VgGPVsTj2OMYO34tgcxpJGmyQDUqH6FxZHICLZbKHqbnHLqaa/BAgZawgrZC1pjDeKnyOrLlmE6V6Fb4GtXFV+2yFIIHtoFrjLPAh2TeIjdsvgxtPS0KWTqVxxxf+HmfPT0kL445LtuDqqy6Va8ZYky2J1PznuGTcxQstjGq5rwrMblg2Qv4Q3JqNitvE2fwEGKVGKxb8kSiazPKqVcTCUcAmyFpGqZlBoBlEwI0q6RsfwRRqgwM+asxLHFZHrVEToyM+mg0+6zUpU4Uf0V+V9vXOamSMoPi8mm+KCcdj5jh8oRqrn/y935OEXIAy3dZNgFW6C4IhYR6effIhHLzve4gHfQjHQkhHQog6rjDaCHrKvWlZeHIyi/3TU2g4IYSoo+qyLdOGr0m9RQgLSIgElLKgYan81oQEGtzUG7ho+w68/FU3YcPIkAKt9f3hGFQyYtKOo2TFWLBtNSRX4Lz98R134AePPYWFlg8Ni/FcTUkT6T1h9cJnYnfvftF+Dbd63j9qThLAtFoI+HzoD/qwO+pi1LaQWtuLM805nJubRNO2cHjSh7NLYdhOAw6TdUIaARuhBsdaDd0Dvfj9//M/kEwlUSkUyFtstwerxZzEDLUXGY19gu9Kk5rrW0MYhBJ7cL1pKEaf7E9ax1dYoezuIbuOoADZ68EQIkEXJ48cxl/+zRcwNj2PAFttQSkABUpyjWkXzCTmVECgFyBo5xIa4DcxqgJWlY+CNGexc4C6mI6DgaFubN6yEfF4AtlMFpnlJSwvLYrOrkN5g2ZLXOa7e7rlHEm86RsYlPea7kPqTZMhLd+hdVTNfFUApyrSK0YqzeDKQj4oVyrI5anrW0FVpATqcn2rlJ0rlpDJZDFxbhI0ePrQhz6IZCKN8fEpnDz5DBKJJKLRNAaG1iGaSMNxQ5iYntYGVh3pEC8oz7XDFELMmBKSg85tOfaNg7uR8VGkNZ1HGoDmAl4PH7v9Qz/zvu194Wc/9fvSpcX7cezwQUyNjWG4rxejfWm0KkWkEzFp3a7U6jhy7ATmFhfl7SGyn7XespCVmg0UyuyQoNFeUwDCIPdYJ4h0KiWgeL1RQSafEy3Q6YU85pfyyFYrWMqXMJeviIal2zsAnxtBpVRHKBSEG43AH2bsbaNZqSMUiwsgRvKUMPurRGBVtMYcTVSVWIxkodNxBUyjFinluOJ2C8cefQQnnngUAfbiC6hKhqkyiJJ8usW9neCBkaKjbIgiYPEzLRrNcb12+F3KcE4MkwhiyvUgRmGjnllCfmYcvloZfckUtq4fwGuu2YXBdBz5fAmz88uYmJkXNq8USCwfhnrT6O9OgOzuSh2YWVzGmYlp5KrsurSQLZBZSoJMBXNzCzIuIi67HyzRqC1W6ihxzRQ9+iZCIXWOQhQwoLyexxz71165C2992y2IxVyRX+F+x3PPlPJ46sgBLC0sY+dF2xBJxfHg049gtH8Ye7ZsF/MpElpKaOLYxHkcP3sW24c3YO3wEBYmJrF2zQguvWxHW5JKwGIabtHTpq66NIQopSWeTEcIMRFZ5uotTE9O49FHHpX9P5VKoNsNwjc5DjufEwKL13CSsZXFmEjjBVzz2kxjxhlcFwKOkkBxHJFPoXGf41JrOoaAG4JPcCf+OHCsgHS+cP0q0AsmEMEzBw7jk5/5LBbzRZGuEDBXz1uuL51k0uQWOr9kaqPzA44jk4MShG8XV0wx1OQMmv3qxQ44ABcXZ1/QHP+P+qYXGaur7qwBVtevv0glXKvaN9SQ7TxWgA+rKvJ8FVumOLYNCCjsDV2hYTI50NeDZq2EUEDBA9J2QeFtccsMyKJ/5ZVXYc3oiKoCsYrid3Dk2En89ec/LwG/tBprcwNZkDWwKq0xkqR2nI69QKP5d3th09qhZhExZ9l+j9beM3Rx/p2LUSQcwcc/cjtGR0ewtLTQBlZl09XqzIGgiz/99J/hyPGTAqwqqOAnAKsenVSvFqxhwrXviWbdKqbgSjMmc+xyDQwjz1Pt53Nkb7DNJ0imD1v483l5GxkpEsho/TLvGDDBiEqyFUtCAg5xQvZJ0Fh0mkjvWoeRK7fh3MkzWDh+Hq16HVuu2I5KroSJB48iVSdjtYGgG0bBqWD02ksQG+nCg/f8COu3bcPS3BLGnz2EbZdvQ/fGUZw5eBqVZ6akndxfU1eiWCmjVWf7ngrkTHDkvW8mwGxT/NtJ/Uox6w6wqlo0+D5l0KLZa8bEykP/7wCrHTaX+RzvvDDAqCRn1RI+8IH345qrd+NLX/5HPPDQYyKhwY1N9DefB1j1aqwaAPmFAqvrdr5SMU0FDTcApg80kRcd0mad26206gslXIBHpQlpS9upDTs9iEakm1m9OCe3mtTq1cEmrVNtFVCRodpimZuaWdWKtPhRb5VjgpVv49Hu7Y1Rl112PrUOSbu+Ar1VRKLdhAW4DGlnYX55TemMMXGLx2EHI5IkM3kkrZVBKseMnFO1iGY5A1+tJEw3AhKEjdWjc+/VkawEOtVrjBNwGwVWyYzAEgRWVwKF8g6pzujXa3H31cCqtPWtWpdVs6Xhb3rW3zZTUxc5CHj7Awj5LaTJTmI7HSpybrFQGD2xJAbiEVihCqrLdSSveB1GPvxLaPqLol1GYFgAfG0QJf+Se2DB4jqriM2aHUfg1bA71frdbvfzUEN5RQisCjBLIJFDbhUYyjPyGwd5MecgGKxBDK1NaqQEFNCqv7flMdsyLFv53WGkm6smc5PHIJG6cp+Wn/atbaFBsEH73cvaATJUGphu2Ri35/C9L34CD3z8IQymejA4FEN/NAq3aWF2aRZT+XmE3QA2Dg9juKsP6XATXS6Q9gcRdRz4KfWhazPm/iqzKku0/PyWlrLRmqvqKjSx6aOfWTUafvr/ehmr3n3csPC8SaX30xSA3WmxM+PcsBpMUmzmiAJPGtI2xjVM1iUNftMgiBpeRjtU2vyphawfJilVwAvXD2Vqo8BVxVIygbcBpcx7+H1kQs/mcvjCl/4RJw+dRMJxEeCa4wZRzhWQDsdw1TUvQay/R+RJ2EkjRU+TyKzS51SHxWKNLcmPFA/QwtTMjDheE+QYO30Wk2Nj2H7xVtx66wcxvGUTMsUirEZTdHSF9cqEjgyUVhNVMT+xVBsrZVDQEqCQ16In3aMYIfU6YrEeabNt+GiGcwx//ad/iZNPHUXAKuKXP3Q7PvK7v4OFYgmLuQJ6e/vkGGni4X2sCPY9TJ729ZZ7yyJTXYAjshEjFnD+0GOYPnIX7OYSuqI2fNLGzzigivxiRlg7ZKtWay0BUcnYKRSrIsdUqpDBWket3kK1rnRwOYcszWgt2gIBgc3dlNmW1lqfhd6BNdi6ay+afsVIJRBPptvBw8fx9W98C9FYF7q7uvHqV+yVGIUJHoFV16WsFFs1CXR0GCdGp7/lb8HfspEKp3Bs/jSOLR5EKFBED40yfH5YgSSiVhTpSD/8wR74ak1UW3UknDAoLFQpUBKgiqZVRSRoo8Y8vqbkMsi8VfNXuUAbtos3JhJXe4+0RmfudeIIJqSMrRjf8jN+8U3v/ukT+gKv+L3f/URHK1MARMZiXA+b4jbPvXf22LN4+q5/RtiiKUkIyXBY1ijXr1pjeew8lumijfvOnsNCFXAoeWBRD7AFuxlAq6FeIzr60lWmjeB8jOHoddDAZbsvw+vf9EaMblgn0jpmLBrmtnT0CPBsS9JOAE3MbQmIVKs4d9f38a/3PIBT5SJqNIiDHw16EPwEG4LnA1aVVJcyMOH6wU6BWMCPPX1dCE5OYW3KRWprP876F1CozcANBbDviIUDZ/xoUIi3biEQtFAF1xhX4p53vu+deO1bXo9MZgn+el00aM31kFjRxMrSUaGuF5836ybvszFKa1BflcWWCqVCaiJ3ovIUJTdBkEFpTgdkvNfzBRx78jF8+657cXh8RrSQfZqxqlj2Kv9R25pSAPXGn6uHjolbzfMEPAmEEzDn+OW45E93XxIbN2+QeTc3O4f5uXksLi7KvVszMojh4REpgjFHGxoeku43upaTnUwgMhJmUddFQGsA8/uUlAylRUqiT0vWWb5I8JSmeDSpKiFPVnOxiFyebfgKcPUSJiiFQA3aRqWK/PI83nHrm3Hbe27DQw8+gvMTh9E3MIJEkoSeNQiFwkIcmVyY13INBKg6c9e7B5kx1QFYtUa0vr+yHwgYrIyuzP+b+F4KXDquMeOBf3uhwOof/NePtnOQ82fPIr84j3UDA1jTl0a9kkdSzA1dLGdzOH12DNMLi0JECPlplMmSt/IDoZksuwn8NLUKhRB2gwgFHLh+W9reOQdpUrWQy2F6IYeJ+QyW82UslwrIlCootWxYsS6EUt1oBYLCSiYrVAwn/UoehRqvzAm6evsQioTlOVmfNeOYBJhiPiMkC5F0sYOwAyFY4QiazOPKRQSbNYwdOSQ/BFdVJwU/QxerWmwXD2hZEVWskyKEMB75OuoS87M7TFZKHYlOvpYoo7FXNbuIwtw07GoJA+k09mzfjJdesQ2L0xM4Qem65RJypTrKJIPYfrhBPy5aO4hNw70IOarQlMlXML2cxfmZJUwtZECN9r17r8C585N44smnkEqmkUxFUCnn4fMHkS1VsJgtgDx85teUVWHnFglh0s2iNVw5nwlIb920Fu9+960YGOiBG3ZEdpExT6QrgYOnj6OYL2Hj8FrkaiVMz05h7/adSLsxFCslhBMx1P0+PPDUkzh25ixuuPwqRJ0AMnPzuOryyzEyMoIiQXapy6icXc0JRSYQNKHelGKaWdvkOvu53ldx9vgZPP3EUyJBMtzfhzjPZXoaIeq0GjM3MQvWgLcwepXgG38IpHJtcxzqQ0sbnBQGuV+JWVUoAjcSgxOJIBBWDGiOI2X2xUKwMGXgYz4XTuGLf/81/MXX/lnuV3veeRa9lWuhmtPy4JjQJBpj7MenO/hOBzdiOiv7+irpH1O8WnoRWF0Zi77IWF257Rpgdd26ze0/mCBJgirNBPW+awX45AHvTHBhACFxGxR3UFW56k66YlLA5L9Bo5yGAscIrLJ1hHpdDDK2btuOeDIhjBA+Ry2Oc+OT+Ms77kAmQ9FtBbgw2FbzRYEj/17AKj/LbMCSmWjAWRJCaiDZfnzo/e/Grl07RLdGSFl0UzYgHOn2gaACVk+cEtaGgjtXtj1fKLpeYbKl4Y5/H2AVoBQABeeZbOZzFCMvyOJGjRZzvmaRMe0z3uSNlR1udJJc1+m8ru4rgdXeyzdgzZU7cPr4ScwdGxOoaftLdqOYKeDcjw4h1fCjlCsJu68YqGDjjTvRv2UU9971Q6y9eAuWF5YxceAIduzZgeToEI4+cRjNw/NwGj7Y1KpiK0ClLMZKlKXgvWaQahZWc49MkPSzAKvC0BKNzRcGrP6kYFYCL0nmmVBVcPsHP4irrtyJO+/8Gu69/yE0WwxO6iuAVWVo0wnsDHvMLORGeuCFaqyu2/UKpR+3AkCkwZQGVtlKQcoOXS6FTW6A1YbSPGRrTXoAjVgvbDhoNito1spKqoL6qzIVG2rzZhWR40OYG/zMBnz1gjynGKuK7arcwxW4oa6lAVYJ7vGDtHkV/9022dYsT+W0oT6bAB0Z1oku2A5bewwcqIM0AX6asOoVNEoZtCp5BfAadyW1ejwvY1XN1dUJjG5ZlNGugWDD6PQUS1SRVB2vDgH11JdGcPXJq9qcFG+yA2KqN3jZq+qCKA1otiNZcCwgwBvAoMkGYq4fXdTlSoQRCAPl5TK2XLQHOz7yEeRGYqg3KcugcFTFPDbMKwVzKsaqliORr1ctvoK9GthXXJ/0Z+j4hUtmmsCqEXjR91i+x4MN+VcVfjqsL3VuigWr+MASAAlQZP5vJezcBl5XMGq1Lqw5Li0voEBexTQiy1jYSsagoqWq/7N1C+P2FP7pz38TT/2XpzHaN4j+Phdd0TD89RZmF+Ywm5tHKGRjdGAAIz2D6IlZ6Alb6Ar6ESOwyoCfIL8wI9X9JLjB7gyajPlFCkC3hplr42tiy8f+/EJbw/M+98Hb39qWJzFroQBAnVrFipZ882FiNqAZ/uZ9piXT7OPmeZtMBF1IMW3R7eKWaPXZYmZBPSyyVslkCrh2W4fSWyjSXHe5B8Is1XsJ2UpsFSPwxoSM94dxBPfderkMn+Pie3fdi3/957sRCdjCtqdxVoN6gcUydl5xObbtoolVVdrMQiGuVc/V3KJ5kcP2/rZBoRpXwXAEQyOjAqSUikUszC3g8Ucfxbatl+Dpg6exvn8Yb7v1VjTDDnL5AqIIoBVg8lRVbdrC/lYP7lE0eZFr1GiKXAFBZ7rtZhYKKPiyeOKZB/F//+CPUJnJYrCnD2+9+bXYc+WrcGZuHnteuRejmzcim2fhsybsjdUPb6y2+m+BpoUSzSUcJZcSchxMn3gYE/u/DaeVQyxkgZ8oLNNaA9l8DsVMTsAPAqjCutFgaq7URKFEsLgi7ZwEFCQ+JHPXx1iAuq9+FHx1tZYJaB5Cmdc5FsO6i7aid2AYlkUmsV/053js0VgCX/vGt3Dq9Hn09fVjw2gfrrjiciWbYlmip8ZknsUj1b5IvdeaANViktSgXqWNcmMJD+7/Pmr2Mvz+JuJ0FQ4Q6A4h2LTg+Fy4oSQSDk2N0oiE+lD3JyQxpAYggS3H8qNYLcp+ogpO1LwEAo6LWiO/wsXcjOV6VZ2HAU078UiHQUhQ1ujF8rUvGFj9xO8oJ2W6XVN3U7OzuPbVLQICDuZPHsJTBFZ9NYQjIcTcEMJkq/rYLky2K9mCDRQtF4+Oz+Do1BJgOajQWFIY+7J9KBaQ/DZ7s9qfnbCDm9/4BrzyNa8QcIOAmdpHFTPVAGIKhFa7BMG7arUs4BuvA9lzmWcP4K5vfg/PzE4jT6Yaze1FiuHCRmzesb26oCB7hBVQQLjVRNxv4eLBQVyRiCF/7jwSqQRGrr0c/VftwGxmGpNnD+Guf3kah04WYUdC0gUn97NVB0OHNcND+K3//LtiEke2lMsioDZoMV1EBmRXeboC4AyT38Slwp7VcZ2JleU12nleWa5oVp9ueaZM1Mzpkzj9+MOgSe+jx8+jYAqcPEaRuOoAABJ46X10dTxqrpO3ECBxpWbG8n0EfEUn23HQ05fGho3rBHA9d24cs7NzAorymJOphMw53m+y7ykVR21GakrzvQRqyVIl6YLdBmXKiFQoJVKWH35OGzAVJmKn7dY0hnFcG8kxBaCxxdoWJ3sp/JRKWJydwE2veTl+6dZbcedX/gHpNJm2oxhZfxGi8RRSiS4JXRfI5NN5nGgn69jNtAB79yIDmnKsm73C5BHqmirdZXOvDLDKgpoxWPTuMb/xKx/8ufdvvuG/f/LX5PpyD8wuzAsAOdCVQm/SBRplJGMRhINBZPNFTE7NY3puQYhGNIkieGV6r9j+HrAaCFP7lmbUSjRdrofocVYqYnI1nytgdimDHIHuegOZah3LhTIqVgBuuhdusgtOJCH7Mdd0m+323Isp61cgqKZMCu1QEOFoRPJK7n/sUJuZnESxWJC5T4kCP48j5CLa0ysSPvVyERG/H6loFE8+/BDmJicQZG4pjWSmI4bFHg5+ZXQkPwTjAtQaVh2u/BvvjFp3GxIjquKskm5x/D7U8xnUs4uI+n3oicexebQfu7asw9zMJPLFGjKFGuaLFTGm4hoWDTkY7klgw0AXEi7HXg15erzMLuHUuWnMLxeQ6urB9ddfi4WlDJ7Zf0CKEaLVXC+jq7cfY5Nz2H/0BCotSzTfqZnLOEZiatHNUsUYPjgHB3qTeP8HbsOWizdIHvbII49IC/zoRRtwZmYClVIVPbEUMuU80j1p7Ny0FZVcUXwyRKqEmtVnz8IKOtjcN4TDBw+iVWvg+muvQSKd0mAmNVC5njeE5KLMa1UuL0Z27EIOKc17FnEpa1AqVHDq6DE8u2+/gKPJGIuULpylBTj5fNuIVVZvbRRJ81eVrmignXurExSAvKGLdfwufg918APBMEICrNK4KiTznYxjxqbsSJFeEeaSPj9yNQt/8CefwQP7j0rXy/MDq51OSJnHAqzyQam3TiLS2U9U956AyzpWl+ujNZpNHMzfiwsvmlet2JNfBFZXrvkdYHWTB1iQrFMFzjKazHuUNlsbhJPsVFU9BPjRACQbADnJDHNSquTNBvp70vjwh34ZQ709qNIps200xY/gYspFpqZ0CyXQoaMrNwUb84sZ/PUdn8f4FN1HFYhpAon/V8CqbK56MnqrlTyX97z9LbjhhpcKY1U2Wq3vohJ/MnCC+PRn/gyHjp4U8yoly38hFpxegwxT2MNKNYGpARPaUgAvgLHKb+FCNTgwKAESxcxZiTZGUN5KrgkSzULSCcyoz6KMuqTipQOREoHV3RsweuV2nDx2ArNHzyJgWdh53ZXCJDp1z7NI1mwUsgWBS8rBKta89BKM7rwI93//Xoxs2oTFuUUBVrfv3YHkyBAOPbIPzcMLcH1++HXsSCFvJtJkEhGkEN0g3dLjDSpNhV7O6XkYqyrIVKxoWUwvyFhVAIy5Fm3A9gL6X2aW8LNUiyDb32r41Q9/GLt2bsU//dN38P2772NzjgQBwpjUjFVlXmOSGBV0muDde29eKLA6ustIARiGg0oIUDOtE9RbEHtODawaoxoNkNJgIT2AZrwfli8gRlRso2TbnQCrBL+ll5KRkQgHKSYpJ7W0xOWpoyHMUVPL7ACr5hJ32JKc8zSrkhI8WzVkqVFQo9Xk5sfjox4s22MltEIrOQiLRYwGASXqtrUUu1riGAKrVTQrBfkBE0kCbe0NdqUGr3eudsbWTwJWCQJz1esofV4oslYgtNnatQaaTpLa7eIa4GSA2AFWPWBie4xodqyBOOX6+GA1qQ9IaZIWXKeJVMTBYCICOxJEs1LF5UMj2PaW9yB37WXwOWz3Nyz6pmafEhAgqKoKKLw+oneqAVijrSvzQZ+LrAf6uNVE0RqrsiG0hOBsGLHttn7dht/ZWRRMzIfdokyA+j+dmncYrx30Vb3aHINuBTLblcJy+TnE+tVR84qZc+GfldGggrAbbEmV8eVDFk0slIHz/nF87f98FEf+11GMDA6gtyuIZDgoAevC0gIWc4vwOz4M9PZgtG8APREHvREbPRECqwqoMbU2k6CJQYwwR8hcpSSFklvpwAktbP34X1xo+Dzvc+//wC0qZPS09csaQnMjE+d6rp15HfcEo8FnAkyykrzrqUlweRNk3Wrr8Ha0RYUZrJNhJkhuyFXAKjUcgw6CBJo140Vax8hK0fpivAbKBKQlYCaLMexI4LWLJeNtQEvaCv1BnD47gS/+7Z1Ymp1HmG7a2q29UixhsH8A17/8BrjxqOiTkeFj1m6vTrgq9irzIdF7tSzRiUx29yDkRkTK6Pz4OVlDKuUqutLd+PRffRFTJ8/ixmuuw23vvQ2jWzZhqZCTv1MXUSRV9JgU6QKyx8VlWLna0uiC10S0Vltl3HP/Xfjy5/4OpbEShtIpvOP9r8WtH/p1LC9XMTE+hQ2bNsp5SEuxIF7ewsqKsPaCY4MFLkoVVH11uJaF7PhRnHjsqwi3phFl6zalDGR+02W8gmwug9xCGcViBYVyFflyHflSFfliGbkimasN0Z7kHBFglUur1pLlMfLsnbpPDLUCPgu5Zgvx7m70r1mDnoEhBEMRMOmS5IWJC4F4N4xzYxP4yp3/ICyrgb403va2t4rMFDX0e3q6EY1So5ZMX5VwCzhH/VzuMS0HpUYZDx64BzPzx5CM+eWc/fEIXBaQS3VYzQqCTgtuoIneQA12zUauGkYz2I9IuAeuP4pErAv+RkjYmj6HTHdq9zKxd8RciVJ9xrzMjCeJGWpKi04KzuxoqimgVWJe6fzg+xRT1YA1LxRY/e3/9HENNpHRwx9t0kLdzSY7kgKYP3UI+37wbbioIxpzEaF5FdlCNiQmIzBCBmqJBklLFTx2chIFMo9FtkDJanjjnY5JYkvMZ19980245e1vEpM1Al1M0A0TqiMZomImpXen1jd+rpihiI6pjebyMh79l3vw8MOPYx4NiNo3QdyfsMo9B0z1rGVk/zcoBUATG18dQ1EXN+68DOviAYlVpgtVrHvpSzG4a5f75KAUAAAgAElEQVQwsIvLc3jswUfw5S9+G+VaFlaQ73MREVZdFTe88kbc9IabsZzPyLrMJJxaior9rnWgVTWyrZVqYmbv+ksWmEhq6TZbs5/VqhVdBFOXWu2taoeilvPS+Dmcf/JBKWLcf+gsposswqvxJ3mILAOaiXUBYNWs3d5rxn+bdZwFS/5brX2quMf1OZVOIhgOYWpyWtqipauKTHl5jWLs6vYumYeq+K9avfmQHFBiaJ6QKozLHqQ7Fg0oTa18VfTTe7yOw9nB5SUUyFnybwJQW8gsLqJRLeCWN74aqWQSRw4fx5qhHvQPr0H/yCi6ugcQj3cp0z2aFerlUsXPHUkAc32810ldKzVHvbml7Dnk8eg40fxd5UAMb1cW7XjMt7/vfT/3/s03fPI//TKWFhZRKRaFzOD4WkhQHzgRQiRkKx1VtkQXq1jOlAXgm8sWZY0jqG2z96ZRR5CsXaeOcDCEkO1IHM51u0Jz6koNuWIZmVINyyUFJnI9Z949X66hUK2hGQgjmEjDH4kjnEjJ3sZCGOV1CIRJcaBWR5BjyB9AoVqBTY31cASZhUVMj08Ik5RmZqGwK/8m21UY7GTtM0duNEHZiL7uLnnf2eOnUFzMwGVHQ5kgfFk6qkrVIkrVXHvdV3roKuxTtRt6MShwVbV36zhSMw7j4SCq2SU0ixn0p+JIhF30p8LYvW0zCtkMJqcXMZ8ty/men5rG2TNjiLshDCTDuGhNHy69eB1GBruwuJzHkRNnMD41L9fbZwfQ1ZUSCaFKrSFzxLFb6O/vRldfHw4eP4Mf/Pgx5BvURKb2rJI7VPJ6nc4BHi+vZywcwHvf907s3LUdMzOT2L//WZl7A2uHMbE0h8xyDvFgWMzltm+/BEknjFKuKNrYjhvEQmYZMwsLcMMRJJ0Ajh07gWAghOtfeo345Ega1SIgXkB+OYPs8rKwjivlIkr5Akq1OkJRxRpN9w2ge2AATshFdjGDY4cO4+jhQxLLxSmFZfuxfOI4GktLcINBAY2psc/9SEw5LSUD4roRkX4hEYp7A6V1PCG7Yq2KRq4rhpNuNIYA4xIxj1a5uUi1iacHYAUjeObYWfzPP/kMzs9llA648QLwSKGYlK7z28tYVVOT5srmsXJvUas011iTM5jv8L7uRWB15RL3ohTAqiXfAKujo+vbCYh5iQSOmmljgsn223VAbgabqb7IoF0V/xtQ0gk5+OCvvB8b161Fo1aSKoQ0/bKVTCuFcW3khBE9IcuGYzGR80tl7vNf+CIOHj4qAtfC/9FCwgRWBQT+d5ICaAcJnKweYNWcI+UA3njTq/HGN94srTIMGkVwW5sXMRmjFMCnP/PnOHjkOPxtbdoL66J6r60XPL0QsGoCN9HA9ASX5r60AW2txdbWG5GNxoeenh4BJtmCU28opiorzOacjTmDN7GWxVDuiakWigefVCdFCiDQRM+u9VizZxtOHj2B6WNn4FgWLr/halRY8bpnPyKlJurlOtxACDmriJ4963HR1Zfhh9/7AUY3bMLc7DzG9x/C9qsuQ2p4EAce2ofWkXm4sGETj2sCFWq4AQi7ytnQsFe84KpJan5mxipBeuo+eYBV8xmyuKqyd3tumATJXJOfFEGJ5g91w3wN/PpHPoKLt6zD3Xffh3/+9nfRQkBVVwk6mYKEbsn1BntmA/YGey8YWN39cn0eyixOxlzTh5YAq6ppQ5WLa2iRtWoSLI5tFj0ItqUG0EoOKKCTAGyDjEcCnDSRktKnsD5Ec4yttfw3kwqCMY2KgKrUbzXfpaxX1LVVl1gzVeUZPzMJ+GzVuiTBk0byWMSWiiu1XAW81izY9FrFb5RKuh8tbuTGT4tfUC8D1TJQI0AvFJm2PMfq+aTA2tUPD7Cq2ZsKJCBy618BrKrA26SJkmm0QcJVW5I6f03nlPfotVUBqwaK1PpfHs6rd5lV0KcyuaB6PIHVcJAAZxAxJj+hsDjBXtWfxsW7rkL55lejSs1cuV1K21mSIM1QtaxaeyGX5FK30UOzLGWdF70odd/E6EGOgWxtMlZ75D3ywZpKoXjEKtnmX+p2Vb23fZadczVJqHyPukL6sil3bj1aPJdSz9H2dVZ/UsfegYPbIHH7c9V94gyg2Qjv+hKaWCq2cNo+jX/4n7+J8382ht7BHjEGi4QcMeHLLC8iU8jA8vvQ1Z3EaG83eqgxHg2gJ+xHnAGn5SpNTDkZBbqRqRpkpd5uwW9xfVDXRGnBKrrYtt/+3AXG3vM/9Z7bXt8GdExyqtYPdbFXJ9ly/bSLr/lbBzDtsIm8xR1qmsvxan3H9hqr5QBMAMrnqbNHvVRqVDJ4pn6qOLDr1n9TOODaK+2FZLXp9nm2n9HJmNeDGlzCJiQbimAbHXtbNr729W/hR/c/iu5oTIo3BDF5qmwFvHLPXly0bSsypYIkNMb5fcV+SeafrbS62V3S298n4KkdcIRVUSzkBFgl6Ldx0xYcP3EG//r178KOucgsL2Mo2YV33vpLeMmrbkAoGBbDJ3P9VGGNhSGxx0XIJWMjgKrsuUo+4ctf+jK+/o2vwSrVEG/48ebX3oJdu6/Aku3DK95wA1K93cjmuHySAVoVkMqw2p87EjqFl9V/Y4cAE59SfhKnHv4HWMtH4bpBWCLlo8YHu4doViO6iostZHMF5EpV5Mo1ZIq6dZdsHimg+8SQgyCoIrlY8DX8qNo1VEI0ZfMjmbeQbIVwxFfAlm3bsG7jJrQsMpDpOKhaj4UVQ51xJlaBIO695348/fQ+XHTRZtx002sE1HHDQWH3ilav3qONg7gymWkhFHRw9NxhPHjwR4i6lgDILb8PvoQryVOprJjh8YQfbP4f8BWlc2KqbiHToMZmCk4rCJetsqEgoqEY/KE+9ESGYZfJiKnCFyTTR4FBpiur3T7IWE+DqgJSaQCLoCrvswLDVOeWmUsvVGOVwKr5fKUxqAoU1AGstSxJbmePHcCBe78L16qJFADBFQKrlIox6yDHJBmqS9UgHjg+gfPsApOxwGPlCFq59wlrFS1s2b4Z73nfbeIAT/1GFgpYROnog+tFTG1bqsaqW+YNa5XmTgJW1RuYOzGGo/c/ioPnxzDepDQSO7t+MvnAO7a9c5ndGk3qq1o2aK2zbbgHr7tqD/q7klgoVnAqk8XuV98IKx5BsUDzSgv1ahNf/NxXcXDfE4hHfQISBQM+OEEWOG5D18gAKjTnZWGF5+pXnQZGGsXEZhIX6wPjkcv40DGdMqgiQ5UFgbrSlRZmq+rUkzFBWRhbAe+8+GSAV5aWMb3/YTTKZTxw5DxOzOVlIxPGHqUVWsr4V3IBvZd6wcD2/ugtQupxKUAGAYsmdR9DEsPzGDmGaU7Ec52ampK1Rsz3DHlG66zLXkmjMd2hp7uJ9dqncjeJI8T0txOhmD3J7OTq/9Uur16vaDiy32vJj/Y1FpUpC3PTUxgaSOO6a3djYXEBfiuIgYFedHf1ordvACPrNknrdZmGefJRHVO/DiCq2dgeYoSJ1YzWosmx1LmquNgURQwzVeUBiqW9elx+8L3v/bn3b77htz/ybszPzIo/RSIcUo71viZSiTCS8TBqlYKSVai2UKz4MDNfwOn5LMotP1zHj4S/jmalhAyZjAEgEgoj5roi9cGODxJpyBou1+rIUzebobsA501hwS6WaeLmhxWKirYqY8ZInAbWaSlSEhxlkZSFQRYLWKiRYioLXaEgMkvLYjIWi0bRv3aNaGcSVFXawhwbLFY1UCqRva7WSrLnB/r7YdXr2P/oI6gtZ4VVykKW7fgl7q/XuT+V2qksW+d5HqJ/LZ4LzA+MHIkac2Sshug9YPtQyS6hVcoiEQlKkX3TSB8u374ZsxMTOHV2AvH0AC5/ybV4at9+/Oj+HyMcDKAv7mJtXwLXXbULV+/dicXFDA4dPYHxyRlkc0Vk8wWUKWkAyi1EEI3F0NeTwtBQH2wniIMnzuCf7v4xshUfKg3lU8EYRugUmjRj9gueGIvst/7SW3HZzktw9uwpTExMiDlY3/AgprMLGDs3jrA/iDVrR3Hlnt1AsYbZmTlk8lns2LlDJAoJmnMWLczO4Nz5cXSnu3HVnivQFQtjaXYKc+fPI7+8LB0aQnjR3Ro0G5zPZjGfyWFsahbL5Tq6h0ZwyY6duP6l12JmcgJPPvkoLI7HgIW0G8WZ/QewNDmJaIjSKbyXjOMUGSjEdZjyZCEXYZqIOqpLJeCwmMP9XkmPMC4j05ds1XCUIH4coXBEYjliPCz6V2WOKdOzUKIbn/3SP+Lzd34dJXYoeZj67UxL84RWF09k3fEAU8aVx6w3Zg1Q72OXmUZfVm1HZp1dXnrRvGrFuvciY3Xlmm+A1eHh0RUsORmIHrq0ScQ0ZVU+xAwy+a3Zp9z0jeaUYrHqpJYbdauBt7/tzXjJVXtRymdlI2XQrPQ0CEQpV1mln6Lc66Rl1/KLpsmdX/0qHnjwUZmYUqnyAKv8XrP5GSF4b7AhR+gByHj8DGyMC6U5HxOwtTdiqZ4YBoLSUeImde2eXXjf+24TDSYGStxwGIBKh3KzhVA4ik//2Z/j2YNH4HdCWiXwuQJS5rq1r6fHaOWFAasKinlOoCXAKkS/TPTD6jQHUW0+5jp4K2leoNzcR8unGDfGvZkmLFycS/46endvxJort+HogcOYPX5OEtwrXn41aqUaTt67H7FiE3VqrNpB5Fo5pC4fxbaX7cEP/vVurNuwGTMEVp89iO17dyK9ZhCHHtyP+qEZhKghqcmTZKzyXsSjMfnNDd6wVk3CY8bp8wGrXvBV1Bt10iZmAoY9oJkBLxRYlXHUomwE8LGPfRTr1w7g4UeexFf+/msCrPL6M+lXrRHqnnnNq0wCZcaFaUd4wRqrV7xCNihhpUo4oCUQiCZJcqBYn2gRrFRtNcLmZBLUqqPBKnOiH0gNMOIRRg/BSR/BUgafZPoIQKfb8pk0iIsuE8yGYouSXSosI1YglSyBMWkSkXq5+GbL84v5FCvDFpM3BrLUYJM2Dlt0XAmQGiBY3pbarK4lsbwAgzaK97NooFpT+XofAVUBVhWbiAqb6rGyUPH8wKrWqdU1TToZK2BVsZa8SZ9aczrayl5OjtrM9bd7dFhls28zVtV1Mex/1Yrvqcx7lnPOT7vliLMye47CDpCKBOGGGIS4iEZs7OqP4KXr16PwqtdgYvs2VAla8N5pIxxRLNCkJflOModFp9QSFqnJe6UYZoBYamtLSqNasTj0U9GedrLFlnieBbVWRc9TG0jZnNiaCdtm7eggnNdJQFhFOG5Xj7WcljrrtlQB2/kZvK6s6KmzUomv9zMMmK9V6szdl2SVGotLrSbyRQsHG/tx53/7OBb/bhHJ/iT6YoptSoYiTQtL1NOygXg6gaGuMIbT3RiMh5EOthDxu3B8qj1MMSs4vpSpCj/D8QMBm4wgY9Sl2MEch5f+7h2eu/qz/fNd7765vX8b4FPGoW7TNcG8d3zKcx7WsVkXeWENgGCSS6WhphzTV+qudtzPyWIx65QE1m5IDB28STXXa67bFSJerZa4SSfSaQQjYQEyqKPdrFVlHAW49gsLTemm0VyK5jYBfwhP7j+EL/zdnQjVA5LgNS0N2DVaWL9mLa645mpYkSDKhbxo7jGIN/NSgRjcAwkosJV0CMlkWq0d0slYxez0NPL5PHI0yUr04c6//zqys0twaczl2JjLLCE3v4ArLtmOd7znvdh5xRVy7pSrYcskGYBMGoiqsyWb44UAWKGYx//+3/8Lj//wPvS4vXAc4JZ3vhq/8rGP4cjxDGbPjeOq6/YgGE8iV1XrpMMxIrWPlXIlnZHxXGBVwAEyBZsNhHwlnNn3XSyfuh/JAFm/ZA3x8hNUqaJSyaNE06rlChaWK1hcpqlJBRkyo9gmWmsp1qxoCqqZafuDsjZz3Xb8LurhBprdAYRydaROV1GsWTjmZLB+/SaMDK8RDTpet0AooJgmTQjYzHtCtg/B6ZmZGQGjGaMw9uNvSifQoIMxB81PTTGV19rIEv346XtxfukwElEHzUoTTTsMOxaWFsJSmXFkHeFYE0l/ERvsIupNC6eqLpbqYQSiEYT9TdTyFcClAWsIswtAX3AtLh3aBqtBHWauLR2ZHrM3y/zRun8GcDGsVh4nY1s+CFB548o3v/39P9ukXvWq3/zYb7TnkjL34A8LCi20bCaqAUwdegZHfnw3In5lmMLihqw3RnZQZLPofl5GDXE8Pr6AA5Nz2sCEIIXew2Xt7bScB4IOXvPGX8C1116LaqmIiOsKG17iV+6iunNIdtK2eZVaDzgWCSoIM5q6muUiqiUFzDZmF3HizFk8ceIUpifmpWvgZ3mY6yl7KNcl0eJjUt/A9Zdtxg07tsAJuNh3ehzh0VFs3L0D5ybG0azaiMXjcMI+LC0U8eD3foCpU/skFm65LWza+hLc9JZbUG0pLX+GB8v5LCgVrYzJV3YScbwaxr9sSV4WFY2rzP+zIESQWWuxspCkGNf8XC3rwCIHd6xKA8XTB1BYnMOjx8dx4PwcCJkoHWpVZJDPkr1RxW8XAlYNkG/WdWPiZ4BVxvKOreQ1+NmxeFTm2szcnCoKsaGJbH4NfvJetlvodUzj1/IkPB8+2C4skgzUJNZgrheEVow9dQ0791BJzChvro65Txt0JYjbbGFhZgY7d2zE4EBSYsmu7j4k011IRGJYMzCMZFcfWm5UWtlNN53RRzWEEYU1d2Q6DIiq9kWlH8qHaGbrc6KxmnndamBV9gxdRDf55wsFVn/1vbegmMsh7A8gHQkL2EavgnjERTQcRLmSk+JjoeZDoWbj6KkpHFsqAcEYaoUlrIlaGEzFMD01j5NzGWEhR6NBxLn/MY+ljwJBfikkNwSQZEEmU6jIT9kKosnxHKJJVRShREpYhK7jIMu274Bf9j/OYfG/9Su98EQkinwmh7m5OXT19WBgeAilegNVehtoeQcyhiV24zyQQoPhnaqx0NuVxOzpY3jmwfvh1MsI8PoTMPX5EQvT+ErFHUbTnPlLgJJwbKVn7q/BfLO3W0RmKT1G8kWlCFTy8PvqAvRtv2gUOzaOiPxAqdRAPN2PwcFhzC0s4dSZsyjlM4j4G9g41INrrrwcl126DQuLi5iYnMTychaFIveQBpaXC9LFQXyChm7JeBR+u4lKo4ET47P4x+/ei/kiyWlK9CPgWKgJiKrWjLbWMudCo4xffOPN2Lt3F8bOncb09AzisQSG149iMjOP/QcOIRWNY8eO7diyaSMKM4tYyuQxuziLtetHRYKJn1sulDAxO4PMchbDg4O4/uqrUZgdx7kjB2HVqnIvnSAL+yx8tKQzp1wqi1bycrGKseklPHboOA6emkS9ZeOm174cr77xBhw7dhDFakGKtN2xJCZOnsPU2Dgi4aAUMEluUUtGCzYJRaLSxk5FMdyR7MK21frBe0vgmwVz7k9uJCrAKuUfo8kEYvGknDvlpCKxuKzDwWgMhZaND/32f8HDzxxCo2m6qoz+t04JPJqoHfxK5QVeX0Tt39xeC7z7s2BRIjfZ6TA0e5L5zBeB1ZW79IuM1VVRy2rGqkm8VoKmGuLTSa8CA1QGbjZvSbw4ICUAVzRu2fM9FT0mLDfe+DK88eabUS1Rn0M5AbI9gE7jqj1at0YSdeKclE2Lu64f3/r2d/C9u++RYFJ9vw50WHX9NwCrXiDWbOxSWSYgpEFfBfwSoCBbo45LNq7HRz/2ERTyWQHJWLFTJyy2L7JYkLH69P6DIgWgWqpWMQFMhVbrBq4Gsk3F18gLGPF8tQhcmLFqmH/qs4zZjjo0tpFEYxERqhYumRawVviZCgLNAsN/e8FKNWwU1V9au8S4RjFWq4Em+q7YjNErd+DZp/dh7uR5WTw7wOo+xEs+1Ct1RINh5H1FBC/qwaWvuhr3330vBofXYnZuARMHDuLSq3YjNTKIQw88g+qBaQFWqR7EfZhC3RxPCZoU2bYk6Pwx4LAJhEzwK9fABD2azWzur3mNQC9tKQClscOEVCQCDE6jx7B6XrlPyvDTBQXTwqxkMjoTjHBPKOjHb/3Wx7FmuAdPPX0An//bL6EhzrNKY1WgFC2b8f8SWF2/50YlWq4oippS4oOvoZw2lW0LwVT+nSxT9ZsgqwCrBOvi3fAl+9HyszWzAdSrit1aI4DKwE1pnipwlZspN1gmV3VYdZpg0NBK6awqzSrDlNVzXFHr9AVkFZrgqi3mb/wtrEy9BlFqoFUti24q5RYEpU6TdS89s7KuNBhU8Ri1pg6LNK1aGS0KuZN9J7dRVXk1fbXNjOxIBHQ27A5r0tjOG+hOtb01EVSftYqxLxIJHu6pcbA0a5ispupgPO3/6h3qseoDn/Os+jslAAIgGM32OQJ4lrTDOg6BqiBiUT8u6UvgdRsGUb30cnx/xMVsNaP1t1T7De8zgWtKKlgB5WAvTCAGyGxnYquO1nXl3zhmRaMNIWGpUCetYfvgJtLaGRT8izo6agPy2ARpZACmWDrKpEr9l8cQkN88E5pl0ZSBkCmvuY1giyxpxfBUIK66eyJJoa+UFCkkYVWjgT/Cn2kPe2WoRd1BCbDY0qd51EyrsjWgXPZhX/1xfOmTH8fCPy0i0deNbhouWtSOK6KcKaHWKMPvkLGQwMBIC3vWjqI/kKSSGRyyFKwknADZi/y3Eh1gi5RU6/108yWwarUZq4JptJrY9Z//ZtUu/dP/913vuVnWLJOwqjZLBUxzezH7sSl6qiGlFX6N5qxu25T3aKaS2Ufan7si8dWjU75DmdwYWSDR6wo4iMfCwlLlGsdEQjTVyWh1XcRiUSAcwmIxh7mFRZw6dxYsng2NDEjC3xtJYP3AsG7HL0sswFZBxgNzSzn89R1fwNy5WTFpq3NNYQt6E+jv6sbV178U3cMDyBHQ1Fpeyq1dgZBk6ZBFOzg0JO7WTPR4Sar1ChYWZ8RcbG5uEf5AFNOzWXzlq99AMhpD0Ga3gdKFZ1IyOzODkN/FG255I970lrcg3d2FWrOhNGZDIbhBF3NzMwKKnh87g0996o9x6MAhDEe7EM4Gcf2ua/Gm996KwLoYei8egRsLophlM0AT/oByFLYCrrTFcwzJWrGq4G0KsOq30QNUK3o86ce5/Q9jat83EW5lESQbpFVF3deAHw7q9QqKhbzSfM00MZfNYzFTEHfo+VwJxVoT/lAUoWgCjhuWBJeFYicUQavpR6lcQbnVQCacBaLAmmezqI+XcNDfQjVSRyKaQMyNiczC6PpRWET4pKvJFiYvH9QVjEZjwnAplouSuCfiKbmGNGcSxrOjgA4yJQXI0Jq+hVoBjzzzABYLkwhQwoK5fNCG5SomeKMVRDjsh+PWkPYVsL5VQBk2TjV9WK5Hka/Yog3rb9VRdXyw3QBqaKC+VMFlfVuxaWgbSiWuSApcabdTaxNPzl4WC/jgvObaTlkLzj/KfvBc/H5HChI8T8Yqt77r9p8+oS/wiv/8yd/TAGZDQFUZyxaN8CwxTAk6Ns4/+yROPnwf4iGfAK0OTWFtrocEorVusbRs19BoRnFgoYDHzkyoMieLrErGUzneay8Dnnd3Xw9u/cA70N9FGa+SyHX4uYiJNKmSPpI4UlqjNYGgzXZU2zqPRWmZ0iOzhprNomwDiUgC+/cdwbe+8R0s5/KdEGDVNdDLt9oRdaumxOVs029aoEDUmt44XnvN5djYl0Ku2MDDh46h++KL4aTDUgRLxLsRCaWkxTgYdXHm2UN4/L7v4aJLdmHo4s0YHFkDuAHRCHV83D+DyJdKyC7Oo0EjXpvMYKXvKwUjHa94gUIDJnN/lBhaSwEQVOVFYtFFddyZKqbZudhNRFNDB/bCOObPncZjh89i39lplAnOkHUsZmDEjNRnmZjTFMDUtdHFWI9kiykG8DhpLiXjlcC8dgTn+ZAhXibjMZMTzWidQcg+znklHdyyr1FSQuU6ylZSdRhKkURLxXi1pk3Mba4R417zUH/TAL5HCsB762leTDBubnoSWzYMYs1QCol4DIlkGrFUl3Qt9MbTiKR64fQPomIHYLNZSutuck81uYwBVgUCkpxRzWnpMBNbAUXQMTGKjC8ttyAyGvrvCkxVobQ3V+Zx/8ptt72g+f2uW24ESZi9iaQYBNVLedRrZSSicZH5qDVKYjq1XG5iZrmCJ4+cRjbUBSscw/z5U7goYWPnpg2YnlvCM+PL0pHIHCTi+JFyAwiTrcxz9alYn3ehUGliLldGjqGyP4gm1+VYArHuHrjxuMRFjMByhYLk6dFYVGQDZNwb7et6S5i2kVgU3UMDKNWpCd5Q3Wac8xwvXE/09TbrqBQXtGQDtWAHkjEcfPTHOHPgKTlWCiXVGIs2SnLcIufvU/sB83IyRZlFlMm85D3jfRcdYksIK81aDWHGWzQnFF+FqrTK79yyDtdfsR2tUkG6X7Jkf07MtEku1DMf6I5h89oB7LhkC0ZHRzEzO4vFxQVh2nKOMJbw+yNi4ki2PI3CKpUSioUMCpUqxuez+Or37sdMri7aoNRqZvxcF/NSZVrH3FW6mIRAVsHLb7wOr3rVDZiYOoexs+cQjcSw+ZItGF+ewyOPP4E1fYO48qorEQ+FcPjpZzE5NYtEOoEGzRijMSTjcRSyeYwvLKJarmDTurXYsWEdFsdOIdKqIhEhQK0KhMJ6bzRQKhcEWC3mCsgUa5jOVnB+roCDpydxanwKxXIJb37DK7F+wxos5xdEPz8VSWBqfAaPPPio7Llh7SdAHWrueWGb4LEGUEn2EDIF9xfmXR7jZz2XyLYlOV50wzk+xUCMXT4u4vG4FN97h4axVG3hs1/+GuaK7KhUwLDKxY3kn+4+M3IeEix11kPTFSjxhzdPF9KD7ovTsZXpVm17YKyIuVpYXpp/QXP8P+qbXgRWV91ZA6yOjKxVAa8kvZ3gXRYoBpS6Ms8s1CReJmDwvt5YrpjN1Gw6/JK6M3oAACAASURBVFzSuXfu2IEPvO/dqJdLSmtRtHiYsGpGqQbDvJVLAV9tPx5++FF8/m//Dk4oqlwIteuomj+dqi1p5+ZcBCD0gIZe8NBsoAZY9V4a8z6TiPL4zebMRSmWiOMTv/NboqtC8EYxVpWYt2qZD+Ev/vJzePLp/cLuUAGPTow87U4dUE5XVWThMVVbFdp4maSGAexlAptEywuKGn3GFtu0NWDKRY8VIgmyxFVWtQJWK6o1if82TE8VHDLQWMn0ZfIgphHcKAmwNmqo200M7t2Kwb3bcOjxZzB/elJes+vGK4WZMPaj/UgW/aiWq8I2rtFNfiSOq978Ktz1w+9jZGQd5mYXMPnUs9j1sr2IDPfh2P3PoPzUhGIaEYJrKLMqPpiUi1skN1Sts2rA1RVMBo/uCsexd0y1gVUdhK4Gkr3grKlEm7mxYrx7FlzFFFYVWPm+Vl2qmB//2EfR35/CiROn8Zk//xwqFWqRGlax0uAz45X3wNwv1U6l5uK/mbG6+wYlKij3VbFIpPbRVKCHfK/q3dOgI2++kgWgCRVZtogkYCe70QgkBFj1tWoidyDagqKnynOWA1bmZmSLEoBlqz49sRjo0SRLtFHJhOXZMQkz2qTaDl6YknoEiz5TEC3LQYv9TZLQarmBUhF2rYhWsyqMHaSHJBFXOpAWaLrOBI7Vcr9fMRfrlSKa1aoWL+fxKofezj29EGNm5XOrK6FmU27S5oKAvIdAJnip0SZrZxPq8wgWPgfAveDOaxIv9R7zbgOnGmCF6qoCJpoWLa6blg/RYBOJoIVwNIR13f14xWgMIxs24kjoIoxNMVhvoNaoigZShetxrYU6SvDZVfiou6BbRMnu9QXZ8kyQW90z0UkUQ4GGmH3UbQITTLRpZNNA1W6h5HJ8BeAju4qGQ1Qr8DVQDDNJU6wrsm3lh2Oe7CO2nfkaqFQt5GINVPpKwpgtk4mg10fbp/S6OOfo/E2Qg4ANnVcJ4nIfCPpcBK2QgJuRZhSxVkxaL5la9iGAZNOB2/ArNiSTiHoL2WoD4VYGj534Dv76E/8X2SMlOFEX0bofFV8e9WoWVkkBF81WDctOAO+4dQDv7LsU2Tk/juWWMDa9CL8dRVeQAKpKHMnYCzoWwtS/DdAZXbmjU56fpgJGV3b3J//2546/fuldN7VBH7Pn8jvFodnjpt5eZ3TrqfkivkcZrXD9Us8+N0HvMLbMHFDrCN/De6z2SNFSFAY+WVBky/hFZoEtiWSuRSNRxNNRZBoVfOfAY3jm1EnYFWAms4R6LAi7i0F5ADcPbMdr1u+SdYktkD4rKPsHmTaFYgn/8q1/xSMPPgbHComsCY0cqGtNk6Zr9l6Fy3Zsx2wup1rPQoo5q9pzW/C7YfT09kiruQrQacxUEpaqSKPYPpw/P4N0agj3/PA+HD9+FNFQUrXDa9YZrw8BjmxmAaVyCXv27MHb3vJW7N27V/a/ufkZPPn4E+ghWzMZwac+9YeYOn5e2swnm7N480034Nfe82s4/PQ8Cr4qbnj9tXDiCQF9f65Hi7r0YkMlrY4s5HA8B8N+ZM/ux9jDd8Jfm4ETCisH92ZJOhB4m6vUU80VkcsRUMljcqGE+eUSJpeKKMOPvjUbkO5bI0kkgaAGDQBbvMeUDCijXCyjEipgIbWMvlkbQ08XMRau44S/jHQ4Ih0uAtq4rlxrShFRey8SjQgII0C7Ll6rTVAx83ht2apMcFVMzOo8M+7hLHhT3iAEAi7jU6fw5IH7UPPnEQhTC5Ct+S5sH2UeqBtdRzDuwB9vYkMzj8FWATNNC6ebcWRzIRQLbNEPwm7VULbJ/KTJZwO5QgX9oQhetu2lCPlGUKoVO+uquJ4brXmzN6v9VDpRWGgKOGJCw/nhOCGJU4xR0FtufWEajP/tj/9QHNidgB893d2S0FPJx1+pYmlhVroGJg7sw+ShZ5GKBsXpPmj5ZbxyXjMJZts8H2zLZVQ/mavix8ensFDVnWZifMh2c1M8ZMLrx8tedh12X7FD7gs7tMiG43EwNqe+iZjWSLFdGWQpiL/ZLk4TTBQZDx3rsK2eQJVA1o06ZuYXcN8/fxf7j51RrcOmnKgPg4muomyo9Uk6IESGB2jYLMLVMRTz45VXXIJL1o7K+Nh/Zg5js9O45Kq9SA0NIJJMCEBYK5dRyGXl/QSJyNLrHhpCtdVC0HGlmw6ULGKcH42K4Q/N7hgmsG3WaOfK2qe7dEzMpooAjjLU9ZATJFdisbkNyClgVYA6g9DpqMCyqnDyc8iPncGzRyfwxNlFZJtKp5HocLmh5ADYBSSxgAcUMOvySkaoNufSsaTZDwi0C0lCm6txjtJoajmbacec6ngVL3n1Q+Jpg1AovZvn7BlmH/HG3hrXVQXTVYW61TG67EFCoqgjtzyHiwdTWN8XRywSQjSeQHckhu6Yi56uHoTXX4J67whqDZoEdfJBsx96j8XE0+2QTJNVvHmAtK+LIZLuqPSAqmoOqVK7d7/l8b7vne/8uZZv8+KPvON1ooWcjrnC+iuSKe0EEI7ElNFztYpCpY75CvDkqQmcX8ghkhpEvllFuJzB3v4uxEMuDpyfxlTNQdMPFLJLCJaLWNOVQMSl+ROnKxnFLTANWSg1MVVsoNDkuqt8AqLJLqR6e+EL+KnaCrtpoVgsSiGSjGSTGwb8lOjxY2l5CQE3hFRPD1okPbGzUbddKykQBXApORRFTDHeByJ9p6UgCJZb1RKe+P5dKE1NijSHyLo0FJDvBbBlnLd8cKNRVghQY/zWXpcVKYbdMq4F5GdnhYVab9bEzGvX5rV4x+teiYjVQKFcwtTCIuamlpDLLiMccjDU14PB/h50dyWxfuNG9AwOI7e4iPGxMyjkMiiWC1Kkioe7EArRALMhMgulchHZXJZd+pjLl/G1ux/E8Yl5WNRhrZTlHBqM83QhgaAy555o0fsb2Lp1M97whpskFqFGaqtpYe81e3FiagwPPfIwdm66BC+77nq5jvnFLB58+HGJ73dcug00LONY5TpFgDToayFqtVBfWkDcbqE3ERMZKlmjtYwH9yQW/nhvM9ReLVQxu5jHufkiDp6dxvl5ug0UMNDfgxuufwl8liro9fQNIJOr4Stf+brc22DI1XqnPBc/nAb3dHYcsUjkk8IeO1hdGgC2n1O5ifFwUKQC5csh3YJS/FNyjxR6q9pBjC3kMJmroAxHEYFW6SFLEYTjbBWD36wpqzvaOrFvp1P1Qjm+dzKbolk2s/SC5vh/1De9CKyuurOrpQBMMsWXCaCjqwLPAVb5dw/opjZfAxx2Wjq8m06t0cCmjRvx6x/+oGgtciKJXqosrh22pPcQJXCT4NTBsWMn8Ud/8mkBWgj4CYiggwqjTcrvez5gtVON7LhxPh+wKlwqnZiaaqWcp8+H3/zYRzA81IsWWQlM+Bl8SOWeZlYO/uqvPo+n9x0Q3TYm/KwStifzKnjEe85eYFXapTUTSYBdLRXw8wKrkrMQWNWJDqn4PG9eXmqqqYCs0+qjWrs8jFedaBtg1WyI1M2sWQ0MXbUVvbsvxqHH92HxzJRsPDtvvBI0FBn70QGky47o5vEYqo0qrOEYrnnbTbj3gfvQ1zuIpcUszj+1DzuuuRzp9SM4et/TKDw+JsmVIkcrEJXHyed4HByrfM64sK4OoDoLpxrHJrAyv73B58qASkNW+l6uBla9oMKKwEwTEJRWFtlwDXSlEgKsptMRkTv44099GqVSTRJy9TmdFkM1ztS4VMDuvx+wunY3GavamEonA4pcqQsbDKBZyaYuqTDHGdCQWVpTv+l+HU7ATnShGYopbVQm8ARWBUQlHksWrmr1ZhDIDZLt4Qw8iLESUCUYy8/na7l+eNkLRk1TTCzEEIm0Q7puEFB14LNDaDEosQj4toAygVWymA2wOqxYrRLJ+aRKLpIBBIupASQsEQr8q6RJVdGp8+llgf3/AKzKAOSRdoDVn9wA6WWraqkR/ZRRJ5XjFz1RBqyK1SIAmab4pJIOesOKObCldw129DvYONyH0PpX4GSxC8W8D061jpLobpVg+8rwUw8LFZWAC6uZ40QZkkhRQLq6uDbR2IMLcUPaTUu819UG4sUQcgTS2Z4U0Aml4OYN8sEIcSPjlBR7ST5MsdC49tX8TTR8NVSLRWS755G+tIqtayJw+VmtDGrNuswfJttcEblOzfkVB6MmesBNNKwGmmRRtoIoB32oRZoIl5IojtuYy+fg9FpYF3MxVImhpxKDG0sB4YB8b7w4iEh2Ft/5yrfww2+eA1oRWBaZzi1k6f7e9CHi2nCtAHyhLLa+fgB/sPMXsXEygLn4FD576FkcOl7GSLgPYdRhBUKIRiMI2mXEAhV0hRw4fibxvHbUkgoIK4SgF+fRnv/6pZ87/nrne5QUgHcNVG1XipVkgkuVDK8snpr3SMK9qhvCvK/NNvK0ca78TDWCzR5pzFFcFuH8FsI8Nyk62vBFghjLLeLZyTPYf/4UMpmstPGWrSbqCbrE2lifGsDr1u3GttSQBOVMLEFgnv/W6+bTT+3DN7/xbRSzFWFUc0xIm2mrhU0bNuDaq69Gk+283OT0NeAYY5tZvKsLIdfV6yzdksuYX5iTcR6PJrCUWUSp0sDcYh7f/MbXUayW4LSUvm+7tVUtHKCkBd9PUKIr3YWLtlwka+Dk5JRICgwP9WHLpTtw4PGDqE+X4dT8uPKarfjlj92OoYsvQ80hK5WGDxEBfWXaevQRf9pgsAhmU/faasFmSx7tER0XxbnjOPzgP8CXOYFUOCS6ezTts1u2sDJrlRoa1ToK+TIymSIWl7OYXqhjbGYGFTuC9VuuQFffqLBaaNBRpUlHuSxjrFiisUhd5BumfOMIdYex6ck8mrkGjiRqKPtsxMNKgoF7tSl89vb2Ynh0DRJJuk0rwEISPd2ey+dMAVtaASMRZRrVZMsyQUvAZqFC+oZtHDr+FI6OPQE37kMwEkKtznXEJ4ypCkLoDhTQjIbRCAM7rGX0+woYqzs4XY2imAuhUiC4yzWNRSDuezyWAHKlOuKo4zWXX47BrlEUq0rXvV2Q1XZzRnaD7ujsQlF/19IqPiVnVeN106ZWHDtvetsLY7T98m/cjr7+fnR394gOHSt4NJOpT43h6JOPoprLY/rcWWSXFtAdiyEWceEnWKwLnYylA4LOtURvjoWPxYoPPz52HuezJcUOZnGkqQzC2O7K167fuAHXv+w6hCNsLY4is7So2jOD1NEjezmkWH8y/5XMg2IRKfY076fSRSRri0zlEPyOIyZjrh1Q+o/VKp594BHcfc9DKJQrKsplkVTiZm4SynxVTBJ1p5vsPxYN0xoY6Eniiq1rsXvTGsQCflSqLdx94Ci279mD9Vu3oCrxjU8MyWiQR03hRpWdZiFE4kk0AzweAvo2yvmc6A7nM8sCYAtIXq8Ke4rrWy6bRb5QUDqpjEl1DKrAOhbcHBWjahIDxyILzd74U+6JBuragJFshOzkqMDJzaIydR5Hzs7g8EwRC/migFjFehOZCu+fLQw8hUt1QE8zRs13tcert3gsfgkcm5x/CiFkfkXmfr6QB+WmTIyrfCtU8XL146cBq95j6BTpFA4s/88uJw+w6l3zOq9XzFCSMsqFZWwbSmNzfwLRoC3GOKlYBD3pLsQH1iC8fivqkRSqWlrL5Ibt/U2vN9490nu9VAHcFMLV2UosroMzby6rl34Vp+p7aa71u9/+9p+2ZF/w73/8iQ8jn1lEyAZK2SU0alX09XTLNeKYq5DlbQVxZHIRz5yeBCJJBNwEcoUsen0VvGTdEBYzORyYWkAtmESxWsTS/CzsYhFD6RiSiQiiLo3sfCLXkCvXMV+sY6nOgjj3tpbk1vFUGlbIFTM47pFMWwm+8d/MG5WsAhBywgJiVVo1pLpT0p2RXVhGrVgRs1QZl5K72tLhIWCqdASqygjZ37y+orUZDoshXjTkYO70SRx44AGEyJfttBm1r5nCGhT+wLXH74akUFjXBQB+X9ANCUiKSgmlhQU0ayXZq1jc3bZuEL/6zjchYlGDu4jlfFFiCEa1fT1puU6UK+vpSmF07ShC8YSsreNnz2JuZgZLmSXRIo7HexCOhEUShdfEgKuVpoXFUg3f+MFDOHxuBj4nJEU1Xt+GkX4i+YY5tsgRBRAKtDA03I/Xv/4XkO5NYXx8AjPTc7hs906cnpvAw488giu37cR1175U9NzjkRiePXAYZ86exs5dl6p1tlmTOR2oQ7Rlc7PTKC/OYagrhe54pFP0kHhKrck8LsYtuWIJhVIdMwt5nJnL4si5GUwsZGDZNQwP92PP7ktFQoD3rH9oBIVCE5/7qy8gky0gHI6puI57iuQCigEumt5C9FBFe/qlcMEioMpxwK4H7udhx4+ALpZRNky6LFis4xrFXNC2Uar7cHpmATPZMqogocJ0XnYKGyoP0kZmFzCXNkx97/w3810dZ0eexDtBVxdh+Dd6LLz46FyBF4HVVaPh3wqsqoGpq4OrgFXzVWbz4sI32NeHX/+12+ESGNNsNWlFlnbFldo78tlkwmjH0vnFZfyPP/wjCfLFOEEIDqoVxQt2MXjzVh5UVViBVV5gVQBQDVoapqYJBkzQsyKR8lRCytUK3v2uW3Hl3t3Skky9MAEFpDLdlPb/O+74Gzyz/yAstjJLNbcDn6zmnXlvy4WAVXPsRsP25wVWJYABk3nFICFjVc7Nx6RSGWoopl9HX0haaTwmPrxW0lZJtqhgXqI8hppVx+Cei5HcsQGHH9uHpbFpqW7ufPleCWLPP3AQXWUHpUJJkuIqTYQGo7j+1tfioScfQyrVg2y2gLOPPfn/sfcu0HVV573vf6+99vuhtyxZlh+ywQLEQ4CFg5PGpNi9mNyYnDhtzEjsEvcW5zS0cc6g9CR0xDkBRiknpTckrWnrcnEopsXcEecWU3BanBIT4gTEwzU2tmWwbEmW9dza77X3Wnd831xra2tbsrcwGGx/20NDlrSevzXnXHP+5zf/H67+rUWYsXAB3t75K4y+coQ7qHTlyn+XXugqWYQTCaNeaBk7glk93+LOklM+zySsFndynTLglAmnbDmdQOdn59jOs3NsBRxhlZaeN9TX4Jvf+BMEAuTpZ+LBhx7mJaZOlAGVCycq2BFWneN/sMLq7/BkBmcrYi9VEhvJ94gM1dXydWUrk+Os5/yKooEViaGOsOqPQquohumjlzSJbDRgUJl+6XVGS6vZb5UiYnNKpC1kyuaQE9vDlUQSFpbHPVbHy//4IIGvi9PhepSvq05RqzT4ofsArFQK7hyZ2mdhUR2rbFK/d5ZukShoOC9gO/qbE3TRfREHCxrZE0zwX55sqW2x7DlxsmE8SoMIUMSqylJaKBOFTvmp/srKCmEqSXWK5f+U/di2BigeiKhoHrWEjQakLIBSp8QCGmv8aAzTrLgHMwKVaKxy4YqZUcy58kbs15twckBHgKyo8hRpnYbuSyKYJ8uPHHfAjSwlF6JBmBs6RcBTB5GXdVEkFJUhGpC4kSM/UVoK6/MirNchkrCg01JiyrZMM9gUNeymdpjamTzyHqPgt6h6yipFFtky6VkT8dwQ6i5N4vpZM1GXnc2+eLwkl3yhOUqPp/24HJFATnnJc1YehivH10L/KOA266FISgPuk0PY33MQh0+8hxmWH3qwAj1pF3pjtEw1Cj+NaOiaPC6ErDH0nTiM7iMGfn0gi4PxMeTMUYRNum4THjdFAVei4dIgvnrrXKwcWoyx0DB2nXwL3/u3N1GVrcU19VE01EWQ1VxIZnOIuL2YEQogGKSkO+T5SBGsHhVhS5FeJD5awJIHtky7z0bCqjMQpO8FPz1KRlGyJLTQJtrRY4WIeV6iRoNoZetT+kXCTOnvCpmqKdqgaB+njabIFdKtgpYGSkpl6C7sHTqOf//1r9E/OgJvTYQCXNBYVYVQJIh+K4nGSDU+NeNSXBluREj3I+fVkHWb8FA4IS/jpyVlNCgDntvxPF779RvUTKm2nyJvNA3hgB/XX3895ixYwKIqJVyiwR29w+rrZqCxeTa/N2hg5Vh8JBIJZDO0jD+CQ13voGlWC/qHEth/6CD8YT9HxTnvP45K42WVykKDEjMlEwlOOjEwOMgRyN5wCDXz5uLT17UjdWA/frjpMfRn4rj1t6/BNz77dfzny8cRbK7A739zLUbzQCpvwEtCSSGybeJk4FSFgtphfldBQ8owEAnqyI71Y/+uHyN94g3UR2kSUueBMtm2kHyfJm/VVJpXq8RiSYyMpjA4MoZ3TyQxkjYw/8rFqG64FPGxDHKZGCc7Ir9F01ArWeLJJNJWDgNjJ3HccwxXmg2Y/2YS++pNHMsn4NUjiIb9qq9hR8jQe41+jlZVqmRhNTU8qKbmjEQyKjMUBaXESBXhWVlZwRYB9Kw5QQZZvJBDoJ0M6tV9v0DP6DuIVlJEshs5w8X3ZOSyMDhiPAN3NAAtkMdVrmFUahn0mFEcSHqQGPMjm84jk6T7yiKnk1BFUaABJE0LtZ48ll9zGeY01iNnXcb41fJiardVH5PujfogWSPNPzsiMvvs+3y8PS0rV0KWzvt+cfX7S26z8cHvMjMSMyj6n47lcQGjb+7GsddfBcXh9w0N492+fvh1P2bV1MLnU/YjVKfZFsWeVOG6AA1JS8eed09g7/FBJXTbhYzfLZrF0eX/x2dX8HuKtNxoRZQtPcjGIRgMcCJRmnwjv2Kn3SlEZOUpW7aa+KbBclVVJUcuE5NsPoexZAJWhp5zGkY6ieEjR/Gb1/bhxMAAxpJZpGnultoc3QuT7Abs9om8GmnpLfezYWLhjEpctvAStMyoRk3AjXAwjHd7+jEYrUT7jZ9AOpdlv0eqV9kUeQqm+D1B3ymCPRCMIFRVA28gxO+1FAmr2TT6e4+jYcYMFvBIiCW/XxJXndVS3H4kkyyuOuWCRYqxMT52KBzmdy77Q05YFTM+AeXsp9pg9WZ3Z9PwjPQic6Ib7/YN4sgI2c+QdYkXg/E0esbSLLCxxRCtEiqKFC30O4omZkoFA2Wdo5JHqT6Yig5vaGzEif4TnJCX3xGqZ1QQQUvbn3KFVWcM5exfGrHq9LdLg3qc7XM0xZvNwkwl0DqzCpfUhlDp0xEJhzCjMoqaqpkILrgM4ZaFyLu8yNjRjM57rli85f5ZUddqwt/YxkL1J/hZ2AzJO9zZzhlfKH60PF0dzLHCo+2+/Lu/O+33N+1w34bfR1U4iL7jRzHY14OWuXO4vMVGhkHvJkv3oTeWxq/ePoKTSQ2B6jqkqR+dTmBB2Icrm6pxpH8IRyj1gEvD4OAgYkND8OSyCOoaKiMB1EaC7MdJ4nPMMBHLWUhSn9pDFjskcgY5wpKs97zBENtDZNMGt3H+YEC9fw0S8GgVSBDZvImqqgpOatR9qAv9x3tQGamAvyrKAUU0uUCTKNzesFcueWurdydNlFEELLUJY6NjGI3FUFNTgYDmwpu7X0Ls2FGEOLcCm/OrMumMwXlCQE0S6/6AimrMW+wDS+MmsgaiPr6fxrNZWnuhrP3y2Qwum12PDV+9HQFXBhr1b/NgUTgYCHBix/jYKMZGh9DSMg8N9fXsa5tNk+1PPw+d6L108OBBpE3wCgzy/qYyRatWKAo1YwIjmTz+v5/vwVtdPXD7AuwjznYrHKWp+mc04UJ9Wfq/322hoiqMz9z8W2hvvxrDsVGcPDmAYCSC47FBdL7xOpZevxjtV1/DZYEsSg4e7sLB/fvRcf21nMg3E4+zaFkb8nNkrpEYgzuXRW1FhC3BaGUABbcRQ35n2cIqRe2PJdKIZwycGErgUO8g3uk+gf4xEk11LFrUjvraShZBdY8XDU2zEI+b+MEj/4DBoRFencsLHOxAJK+u8rColUxUlGhSnazJgtzm0DVS2831ivyxOQeDSvBHEaz0d+rD0fvey3qED3mXByMJsqzIs0e6BjVuc8pEoWwUCavFlZAncIss1Yr1Ih7LTmJxVVzenDbKOaYIqxObOBFWS5r8qZJXOQXPsQLgThlHi6lXLhVEEk2cj5pFmhixWvp2IWG1rroaf3LXf0dFKAia5Sehjfw4nSWsjoeVsy8Pj+0ZMloi9/Bf/xDv9fRyZ8URRrnBsqP86HfvV1gtfhFPJqzS350XK81YLV9+Mz6/8haYRoaXWJFPW85OVEAZER/d9PfssUpZb9XyB5XISxGcKKg4v1fXMLUVgCMQc0Uv8V50OgITnkWRFQCdlSJWncFMzqAIQ8egnjoHyvvSMah3BOliLtRRVMKqixtP6uSSkNG0+ApErpiDfa90InbsJHyBAK7+zCKk4kl07/4vVKc8/H+OPDWzyNZ68akv3oLOfW+gsmoG4skUDv/yN2hf2oGGS+dj73O/xPArh/il6/hAORGrThmhFzTda3HEaqmwWhCkTxOx6rysnWfucCzmMFXnzxEllHCtfMa4nFBjbebQ1EgTCV+Hz0/JJML4m7/5e7z62uvw+YN2Ebc9b2xfJ3oRfWjCKqkPJGqyvyjH+vHyaxbl+A1oi5K8Df2fvhucwdeiVCA+W1i1k45wVArbC6iZZY52I4GeIkLZFsDiyFTKhsuRsXw8imRVHQq2AyiK4nZelAqMEhBZpGSfVUqWQsIqtUHKFN1Kp+HOp9V1UnRIRRPPANPPxJ7ukyNbC82ULeRSxKztNes2JwqrE6+h0LoVNWV2O1fonY8vfzNd5D86UVjlGXqO+Bhv0cYPNl1hlcRs22vW9pkrXKFj0VLwFFIe1XQ9jREP5tRX8bLQypAffq+BeTUBLL7qWsSqLsGhniwyYxkkTJ39mnzeDM8u02w1RS1lMrRkkma5XUiZARWhweejZ073QOXJRIYmrqrrkInWwe2qRiQ9Au9ID6qzlJxGh89LS82pfaHBPj1HVfaVOE3RkipmU6c6Td6L+RTmNKRxTXMl6r0NgA/IU+QoTbTxpBivp5LlbwAAIABJREFUo+Dnq2yQ2SKfHVXJb1a5sGrQvH46GHKjvehLdOHkYB+qE15UuqtxyNLRldEBPYiQzw3dTzYdYdSa/TC1Yzhw4DCefa0bv4q9i/l1PrS4Q0iYSYymfEgkPNCjLjTXuHB1OIpDVgL7jx5HZaAKgWgY9d4w5ociqKkOIYMcunoGMTRqIuyNosrvRtif4/bY6/ZyJAV70MKFz35/+sLql9d+ttA5dKLoWNQqimaa8K4usjBx2j9ONsLCy0TbFGfFhpqwGreaKBZSuU2mKANbfFX2PSqizp0zkaHIccrGnk/iX996BUeP9SHv1lHt8aFmRg2qAj6svPx6xGp86I4PY75WiSrTy0nTqINOyWVo8ESdcJo4oWuKVlSiv38Qu3a9hH3/dQCaqcOg9Y0cRepCfX0dbli8BHUN9ZxogzzieLn/WBK+YBAzmxo5QRLdB4s9NHi3lyy/8frruPXWz6OxaQEy1DZ7NPb5TCVTPGAlocWJUCJvNxa5yHqCJwKJkRsVkQhqa6rRc/Ad/P29f4l9Rw7gU6uX4hv3/CHC/itw6O1BBMNuzJrdSEHeMNhVTrkNO+9c55kViw6n9KtcOfg5gSCtY6cIowEcfGUbEof/E1V+ssSgFRSUhdwL9c4nnzg1sKIs6SNjaQwOx3FicARdAynMnt+OhnlXYIyixJIJ+DUve1JSW+AyNfZVHcsmMZodw/FYD6rqPLjmbR9G02l0VsThM1wIRKoR8qtkfsSWE+V4vSpq0evBrNnNaGpqUhFQtkhKIl4kQjYzLsRiMY6koXJFUavcD3CWMOYNHqyl0yn88s1/R8I8gVDYh0w6h3xOlRedlpGSHYCuIRp1oz44hgWuFPy6heP5KP5rVEMqpsNMW0glc8iQQObOIZ/RYOo+ZNwZzIwEceOChWiorIQ33KasJJzlwBTZyn1eNeFLf/N6lM8+iyx2tI6yL1Lex46o+YXf+/3SR1jWz3/72I8wOjSqkjn6dPjJLy+eQP+rP4Nxoodfr2M5C0cHhjAyFIfHtNBQHWY7BbIcYSGOvafZ8JT96w2XB2/1jWLP4eO8JJ76+HT9LBCbOVx66SW4+rprEKPl4fkM15fGmTMQIkGVkrWllCcufRzrBocB8aFnXlER5Wsg78KxsRgS8TjisRivkLDIhsZIQ6dVBieHMNB3Ev1DI4glUzzQT1ISHFoOSjkYlCER33dlMISaaBR+nwcLmioxo7aWl1BXkMih6RjJuuCaNx953Y1EKsmZyEeHhtDTfZxtKOob6uH3url8k3dwuLIOtQ0z2WKEfodcGn3HjyEaDSMUiqi+iO2jSwwoclclxJtol0WAeWltLIbRgeGCfRUJBep9rESGgkDEuRxUIiv6Tu2vh+rd8YPIDR/HWDKNd/tjyuPc50N/PIOuoSTG8jSNSmLx+Ko9p49a/L04yKBgEVSIzLLzWljgOrbgkgU4eOgQt29Uh2jMooILCm7cE8ppucJqsWjh7MPtmR2xWny9xSfgfoZJ744MC0J+3Y2WmjAW1IYR1YFwMITGugrUNF6Cytar4a6bwf0jsm6n8YnTZk5oO1UGsgkrO5xzUkTbeF6J8bEttcYcdWyPMZ22mVcJ0SoK+/3hvA9Wf+ELZdXn0o3uWbcK1ZURDPX3cn2ojJL3dx7JuLJuGcvn8ebBo9jf3Q94K2C6vUjnDfawb62LorW5Hgd6enE85yaTbgz3DyIdG4NOs7X5HPyU0d3v5wmfjNuLFMjaSEOO+gicRFpHIBQFNA8njgrSxICXAmKUDQoJ+yQyUmmg9ti02/QgXDj89j6MDA6yF2ZtwwyehCNbPGrrqc9uZ37j1aTqeShvW5/Hg+GhYQwODaO6phahcBDhoB89hw7gwCu/RA29M8x04ZkV2LN/PkXXWzyWcvtU1CpZgpGASsJqwOdlK4DMyDDMbEoFBOQMzK2rwJ/c8buoD+lw5Q34fAGEAxFexk4TJT3HjyGXNzB/fguvvIyNjPL1DQ+PcBLGcCCErsNdSCOPigoSlZW3q2GoOkx+r2OGiedefh1vHj7GEas8TnTROi2VEIm25+RO9rvP73ahoiKEWc0zcfPNn0Yw6OcJmoyZx5GBPvT09uBzv70cNZVVPImXpGRhJ06iv6cHrfPmIkLRxZT4MRxGMOJVqxPZok3l8qBJJeqDZXklqnpnOcmflbCaxXAijROxlJrMOTGAuJHD5ZdditmzG9kCiNpaWvZf39iEwaEUfvQ3jyEWi8Pvj/A7nJ4rCcgUtKpeNM5oyg5rcimPbw4k0N3w+8h7XK1CUpE99koHWnXG+UBUzg9KWGpZJAxTYjCyl+Hwi4L6USySKu/kiVGszsSSow2Mj6/td7J9eqdNdtojvo2iHEHF9VWE1YmtlwirJa35ZBGrLJo6JsO2FcApwion/XGWTjiC6umFVeqcUEN1x1dWo7mpCT6viiBRnj/KxNmJgHFeqpQogioEDxI9Pjzx5D/j3198SS0lssVe7rzbpumlwqpTiZzIy9NFrDqNdkGMs+/PEdicQQJ9z+YNXHPllfjq798OjaPfVK4fdq6iAaUviEcf/Xt0vvFf0L00u0xth5pdVs3OqZFqKqaUWgUnJN2OsrM7Qk4EaaHD8D6FVVqKxYJklpZmkU+cmqllYZWj6CZGyxVHBCthlTKPq2slmSer5TBnydUIXdaMfS+/irHeIQRCQVx10yLEx+JKWE16kE2meQafhLGxsIn2//PTeHPfXlTVzEDKyKHrlV/j2s98AnXz5uCtHS9jdE+XGlBRYiBOXKE8y5wOYsGWwLYJUPcwvuTK6VTSd5ogKO14FpZ02h244oaVu8A29wniaVEkgFNGxxviicIqdWbmzm7C1//71+D15RGNVuPZZ1/Avzz9DJdfFaFAA55xW4oPy2N1bscyfom7aJKCIzadCAm1RI48BblUOkkRuDzT+n0Dbs5u64ZJEavRKlh+JVpxEeYkVVT+aaafxFNqFzIATTZQh4oGDVlK5kHLQEhMzahl+BztSomxnA6sKuvjH5V2iIRVi54DL9Xz8vJP2o4iWEDZSfOUvCrPHStEG3j5FCW24khb9nijSqnenFxi2ceHaqliQPsXT0iUJ6yqJX8q9GFyYVUNHJSPmlqqp9pUJw7EOY8TsXpqnXNIOEzs6DXqZNgd0/Faai8ftgd/nNSJmNmHqAu7MbOmGtWBECqjJs+OV/rcWHTp5Zh1STu6RlPoGxnhqEp6/D5K7EQRqBaZ+1Nn0Q0jRz6HLsRzXhVlSk+HkqJQSChFZZk5JC03knUzkQk3AvkodKsPwcH3MHOEJhUoYpYm49QyMm5TOdJVrVLgpApsYaASHZDnoUEeUcijLpxCTa3B/or0PB1BlzqMlNCHf2a7FUqQZfGghJYWUVST160h6PLCa/l46TN1jqlY11U2AGNVeCOWQFea/LgqUB/yIeQHQi4PZmAYRnYQhwcP4mdv/gaWGcb1s5oR0fMYGE3hN4fHsK93BDmK2vNkkB8y0NBkYs0n5uD6xhaYpAP7s/ChErl+QE8HkNA1vNZ7FG8eOUEWfgj5wJ6jNGj2umg5lErscs+WndMemFHEqhNB50w8cftldzILA5KSJVLFZV+VZiq2p0asqraQW7oicZW8JulLReOxoMu5I1RbwgNN8oizNKRhIuW2sKfnEHbtfRW64ULaMnF1oB7XXX8tXj9+CG2+GphVAfxi4DAu9dfixoZLgYSBNEUnU7nRdPjYj5cis5WgQYO/gZEYXnrpZRzYewhuy6PEZE35pF5x6RW4uv0aBCsiHH1NZYy8HjlazrL4/dLY2IiKaCUvSaYl1rQc9sWdz+OSuQvxqU/+NkLRKKBT26giZkmcddp8NSGVV/0P7o+4eHCVIR/HkVEcP7gPu158EQf3DeAziz6Fz978O4C/HnXtzbjiuvnI5N1IG3GeHPBYQc6K7szZOH0XpzBMJa5SLaH3sJfqVD6Og795DsOH/xNhVwx+L02EqMkPiuY08jQRmUQuYyJNAmk8g5F4Fn0Do+gfjCEdmYOFl1+HHLxI08R3Pod81k5mSC09RTmlEhjOjKA33oesK402VKH6kIFXK+IYyafQ4K+FO+TldrYg5tC12R9KRtE8ZzZ73CrrEo1FORJWyY+U7pvEqeHhYf4/iT5kpUGT6TxEc1kcMXm0+wh+s+8/YQWSIM/OdFJ5ges0oA5RUjk3MlT/vSZmBmKYn4/D0jUcd1XgnZiO5DBgjGVBrwzqH5J0n4nRK8aHnJcipytxVdNlqApHEKmeW6hfLLBSAiEapLKdlZszHNODUyIr+d3leDJA+ceO3zvt+99+d+206zft8Gf/638i4PLCFwqwXUrYoyHZ3Y2B138J3UixNQMJ9EnDQiyRRCqeQIiSiwT8KsO9vSqJ2wKvGxFaAaJ5cXA4hV8ePIoUJXCjyHmKJssbCIYCmDNnNkeSh0JB5LIpjk5raGjggTH1x1LJBJf1IIvfQfbgIzGVhFQSHYLBEEemDfSf4C/KOk9saJKP/BiD/hAvMaZoutGu99B7YB+S6TTIZpjKKvULU5ks0iTokF+434dwwIeqUAiVkTBbiHi9JiqiFRy0QUl+si4P3j42gDcHYkjncrxsn7yTx2JjMHh1mQ+1dVW4bGELKiuC/C7zhSsw79JWZLMupBNjQD6LoYET/Eale9e96t7o40wSsNe/HX1XHJXtlPlcKsPnpfbCpFV2tnWaaSpvZopu42g4jpxPc1RmOpOBlUjAnxlB1BVHPp1BbIzEhSwn7+sbM3B4OI2TSXpJK5s01Wqrz2RthNMPLrwfHLsyTtikJrgpGvfShQux/8B+jIyOFLxwVcAAt2ynlNn3J6yOL9ZyrIxKr7l4/MljHhKdSezXvbhsdgMua6pFcqify3Vz8ww0LbwWNfMvR97nVdP0puo3Ou9Bpx1V7yc1MV0Qtu1EPvxcbRuSQs+L+qucWNbOcG5PRhbEak42Mh617girv/f5z7+v+r1h7W1s40FJhha0zEV8NIbeE30YieeRhoYTsRgO955AkiYN4OW+Wp5WCbk8qA34MKsugp6RYWSDlTBTg0gNxZEZSyhxXDM5+i/Iy7W9yHipDfHDon61bRPn8vk5QlJz+znild6F5E+eTqa4XHF+DNtDmuo6LcOn+vHe/gMYHRjEvEsWIFxbiyStDuKVZdS3s6N6bcsXu0Ni2/VZGBw8yccPV1aipm4Ge7+SRpAdG8ZbL/0c5sgQ/DxJppAWRDRCb+cA8XgD8JMPre5BlvrbnNjKB79XhyubQmLgJMws2YuQ4ArUBFy4478txw1XLECGfVWDCPgDHIlP7xxKVEUCL7VfA4PDcGkeDI2M4MCBA/wOqqmq4nNf3d7Gfc7Y2BhH7Dse0tSrHcuZePHVfXjj8DFebcfe0i56UysLA+rv8viAgks0DT43UFkRRTgYwPy5s3D1VVfwhCgFnx0fOcn9i6WLbrDHFHlkyRqEyrOZR8jn4edK4qybxvWWspqj62Ex0aUmKOhnmlh1bHkcGz2ymIgnDU5YeXyEkl+NIGlZCFZUYMaMGbwqzaODI8QpNKVp1mwMjqTxt5sew8DAKAKBEKhNo/tWK0nsMZ3zzNST45AHXn1KK9I0dyFXCo3pNLLVYscmFbzn2FLR5B6NKbMZ5QdLNmB0PxRY4bR3kwmrxQFWhfaYReXxFa2F1TS2T7Qzznfqtwir5TdjIqyWz0q2FAJCQAgIASEgBISAEBACQkAICAEhIASEgBAQAkJACCiB2yoNAxAwQkAICAEhIASEgBAQAkJACAgBISAEhIAQEAJCQAgIASFwWgIirEoBEQJCQAgIASEgBISAEBACQkAICAEhIASEgBAQAkJACEyTgAir0wQmmwsBISAEhIAQEAJCQAgIASEgBISAEBACQkAICAEhIAREWJUyIASEgBAQAkJACAgBISAEhIAQEAJCQAgIASEgBISAEJgmARFWpwlMNhcCQkAICAEhIASEgBAQAkJACAgBISAEhIAQEAJCQAiIsCplQAgIASEgBISAEBACQkAICAEhIASEgBAQAkJACAgBITBNAiKsThOYbC4EhIAQEAJCQAgIASEgBISAEBACQkAICAEhIASEgBAQYVXKgBAQAkJACAgBISAEhIAQEAJCQAgIASEgBISAEBACQmCaBERYnSYw2VwICAEhIASEgBAQAkJACAgBISAEhIAQEAJCQAgIASEgwqqUASEgBISAEBACQkAICAEhIASEgBAQAkJACAgBISAEhMA0CYiwOk1gsrkQEAJCQAgIASEgBISAEBACQkAICAEhIASEgBAQAkJAhFUpA0JACAgBISAEhIAQEAJCQAgIASEgBISAEBACQkAICIFpEhBhdZrAZHMhIASEgBAQAkJACAgBISAEhIAQEAJCQAgIASEgBISACKtSBoSAEBACQkAICAEhIASEgBAQAkJACAgBISAEhIAQEALTJCDC6jSByeZCQAgIASEgBISAEBACQkAICAEhIASEgBAQAkJACAgBEValDAgBISAEhIAQEAJCQAgIASEgBISAEBACQkAICAEhIASmSUCE1WkCk82FgBAQAkJACAgBISAEhIAQEAJCQAgIASEgBISAEBACIqxKGRACQkAICAEhIASEgBAQAkJACAgBISAEhIAQEAJCQAhMk4AIq9MEJpsLASEgBISAEBACQkAICAEhIASEgBAQAkJACAgBISAERFiVMiAEhIAQEAJCQAgIASEgBISAEBACQkAICAEhIASEgBCYJgERVqcJTDYXAkJACAgBISAEhIAQEAJCQAgIASEgBISAEBACQkAIiLAqZUAICAEhIASEgBAQAkJACAgBISAEhIAQEAJCQAgIASEwTQIirE4TmGw+TQLDe7Dpr19A49p7sbJlGvt2bsKdm/qw8rsbsaJhGvt9VJv27cDG72xHw/pHsb79o7oIOa8QuHAJdP3kPmzpX45v/mEHoufoNj+Kc56jW5PTCIGPAYFe7PjORmxvWo9H/5BenKU/fwwuUS5BCAgBISAEhIAQEAJCQAicgYAIq1JEpk2g8+/uxKZXi3fzIDinDctuWYVl7bXwFP/p0Dbc/f1dmP/Vh7F+0YS/nP68IqxO+7nIDkLgQyEQ24+dT23Djje7kTQA+KJovu6LWH97B2qnUaXP7tpi2P3X38KWwWW493sr0Xx2Bytz74/inGVemmwmBD4SArbw2XeGk1/nCKVnukgRVs9ESP4uBD56Akl0v7QNj/90D7pj1AlQff4VX7gdyxaeq2nOj56CXIEQ+HgTkHr68X4+cnUXAwERVi+Gp/wB36MSVluw9A9uwnw+toGBzp3Y8WovAovX47t3tCN4tucUYfVsCcr+QuDsCST34JE/3Yy9gVYs+9wSzPYDGD2MF57bhW60Y/331qP9rCv72V+mHEEICIFzQcBA795OdKecc43itWe2obNqKdZ9RvUG+FPTio6WcgQXEVbPxVOTcwiB908gic6/+zY2vWqg8caVWHF5BXUCcHjnDux6D2hffz/WSyfg/eOVPYXAB0JA6ukHglEOIgTOkoAIq2cJ8GLcXQmr7Vj/6HoUr3qPvbIJ33msEy1rH8ZdN56l2iLC6sVYtOSeP2YEup6+Gw/+rAKr/uJeLKsqurjhnbjvz7Yhtfxe3P+FcxM/+jFDI5cjBITAWS/dF2FVCpEQ+DgTMF55BF9/rAvtf3A/1i8q7tfbdTe+FPd8fzWm4/T1cb5fuTYhcD4SkHp6Pj41ueYLkYAIqxfiU/2Q72kqYRWIYecDd2NbZiU2fncFGuk6Sr1HWTAdwLK116L3X3dg76ABeKJou+VrWHdry3ik62TCqjGAPU9uwtZfqyXJnnAzOr64HqsXF9kP2PutuGMpep/fhs4e2jCI5hvX4Ztfmo2up36AzS/b+9e0YcVX12HFgqLOYrILOzZvxo59AzBMwDPZNuQE99ImPPp0J3ozgKeqDSturcWeJ3aVeKwaGHhlKzY9vQfdcfs6Fq0+dQl1sgs7n9iC7Z299jlbsOTz67B6Ue2H/CTl8ELg9AT2PnYnHnmlHev+dj06tOJtY+h85mm8Vrsc6z5tC6ul9XNmO1Z9dR2WNjt+AZ3YdOcm9N2yDkv7d2Abl3daUrgE676xGrMPbcUPHt+t6oqvFm2/s25Cm8DtznGnbXEEmTW4p+k1bH5+Lwbsurjyj9ZjWeGcdM1JdD27ubDNqce2j9W4CusCu7Hl5V7Ufm4jNt7aiInntO8/th87Hv/xxDZi7VqsKF4SaQ5gz1Ob8fTLXaCVk9RWtd1yO9bcXNTGSeETAuc9gTN4og7uwZZHt2LPe0kYvHy4A6vvXIOOGufGyxNWYwd24PHHx/sLLTetxdc+34ao3Sb1PrsRG3/agFV/EMTux3ejt2a8D3KmfSF19bwvhXIDHxaBGHY9dDe2Di7DPX+x6hTx1Hj5EXz98aNYds9DWNUCOPVwYtCF/d6336mA/fNNa9DR9xNsfzuGdic3QVl94fL61clDO7Hln7arMYDmQW3LEqz86uqitufDYibHFQLnmsD06ilfXRn9WKc+r7l7Nl77x6Lx+m1/jPU3N4/b/pkx7C0eW89cgjWfr8COH3Wiw8mTYo/Nl365A30/3Y79saLgrAnX4kF0wVKsvXMV2ooWvQz8eis2P7MbXcP2WPqqFbj9y8vQUjzXU8Y90a2Xdaxz/QjlfBcMARFWL5hHee5uZGphFej96bex8dkGrPnBXVjim0pY7QTCzVh6y21obwK6X9mKba8MoPlzG3HvrSzHAqXCqtmLHQ9sxPa+Riz5vTVYsRA48NwWbH25Fw2n7EfHb8Wy25ahrXb8+NFoELnGJVh1SxtqBvbiuZ/sxH5zCe76/hq00QDN3I8tdz+M3cEOrLljJa70dOPZH2/Gru4GrPzOvYUkWsmXH8GGx/eidvEqrLyuEcHR/dhJx4rTsqjx5FW9z96HjT/tQ+ONq7HmFrrgHdjyz7vR27ASG7+1Ao08KOzFjvs2YvtwK5Z9eRWW1ybwi2c3Y3tnDh1/9JdYd9U5M7E8dwVIznT+EHh7Czb89W5g4UrceccytFZNUR6d+knl+EsrsbRhFLue3oKdBxuw+oF7sJSjXdWAqhNBtC5fhWWX1wDHd2PrM3swEI4iaM7EkttuQVvtIPY+tw07DwBL7noYa9rsJmEyYbUfiF6yDLfd3IoKpx5iYgTN/ic24OHdQXTcvg4rr/age8fj2PxiNxpu24h7b6H2Ztw30tPQhiUdrZjdcgOWXBY9VVhNdmLTn29Cp9aKZbdTfR3AC888iZ1v54qWRBrY+9if4pE99jkXAl3/8SS2TDjn+VME5EqFwNQETiOsDu/Cg9/air5LlmHNF5ej2fgVtv3tNnSaHbjrgXVoo/7BKRGvpx4v2bkJ397UieDiVfjKze3wvrsdm5/cg+SSDXj4y618aWoA2At4GtF2Ywda57bghhtboZ9xX6mrUrqFwNQE9mLz1x7BnvbyPJOnI6x2Aoi2tOOG6+Zj/iXL0D6nvL5wWf3qvh2477vbMWi3PbXxX+DZf9xe0vbIcxcCFwqB6dVTlNWPLXqvRskKbBlaK0ax/2eqb7707oexeoHix33sl5RVyKr2RiT7f4Xt1K83G8cTUPOYvhPQomi5+gZcu2A+Wm9uR7NzLcEOrLp9Odp9R7H9sS3Yk1yCDQ+tQasGGG9uxp/+aA+Ci9dg3a0Lgfd24snHd6GbxtL32kFcZd5TWce6UIqF3MdHQkCE1Y8E+/l90tMKqzzAwXhjOmnE6mEsvfuhQqNMEWW7H9mALfvasf5H69FOgmOJsKqWOfRh2T3388y48+l6+tt48D9qsfrBDVhKs1u8X+nxu7Dtzx7EThJcHliNFify7tebcOc/HC7MtmPvVtz9xFEs/8Y9WNZgn8Fe8ozb7se9t1AEaTe2fes+7Gxcg4fvWjIeYXtoK+5+aBfmO8JqZg8e+cZm9H3mHtz/xeIL3oZvP7gTtbc/hA2fjgK03R9vxmBhNl8JvNu+uxmdl63D/V9SA0f5CIGPisDAr7fghxQFZkdeLrzxJtz6mQ60FImszjKkYiEU5l5s+R+PoPM6RwBRwurhm+7BQ18arxPKboA6akVtgrkHm762GYdvvgcP2fVn0ohVrMDG76y0JykAFUEzON7+YC+2/tnjOPqZb+Ke5fakjRNZb67E/feuQK0j7pQci3iXRqx2P/Nt3PezBqz5/l1YUpgpt9uvdx1B124j5hYPRmPY9cj38CxuxT13LYXEon9UpVnO+8ESmFpYHXjxYTz4fA3WPmBPXNKJ927Bhkd2o+2PHsW6q1gSxY7vbMT2JqeulP5s16XwKjz0rWVwAlhiP7sPdz/tweqH7uH3vhJ0gBXf2YiVM507LGdfqasfbHmQo11YBOzJ0DKT0U1HWD3Qvg73r+8Y70OX0xcus1+t+iPF/QAAb2/Dxsc7sXDt/Vh92YX1lORuLnYC06un5fVjp3ivZnbjkT/eMj5mje3Cg3dvRd+Nd+HhtXYUBK0Te+lhbHhitERYPXCKpQhfywuBiXZj9rjb86WHcM9NUahtmifYD8Z+/gi+9xxw6913YWkN1DZn7Jvb253hWBd7aZL7PzsCIqyeHb+Lcu+zF1b7ioQPGyGLnEW/LxFW+ZxdkyxH6tmOb393B5odQXNSb9YpBn/2DFpxlOmpD7RkGVP/Dtz359vhNPiF7acQkJ0lUuPH7cX2P9+IHc1FA0mKWO1rRPstK7B8URua64PjSywuyhImN/2xI2DE0PX6L/Dirt3o7CKbDA8aP70ef3p7Gw+MuH6+vQQbHl6D4qmAPZvuxOYBR8AsXRKo7vJ0g7HOogHd5FYAJZE0ZXozl3WsU4RVux2pXYMf3rVkYh2d0H45UXA6Wj61HCs/tQTzm4LwTLBS+Ng9YbkgIfA+CJzBCqD0iKXvyTMJq/b2AXuAVTic/d7/LHzSAAAgAElEQVRvsQXaSduQsvaVuvo+HrrsctEQmJ5gMx1hta84mED1BNTqrdP1he3AiTP2q+2I1b76dqz47HJ0XNGM2qCs/rpoiu1Fd6PTqafl9mPLtPbgOnkAS77xMNYUT1iU9sVPNzYPr8ZDdy8tTJxSW8Dj5Ja78OgdbYWIVb1lKZZ/7pNY0tKMIK94cT7l35MTsTr1sS66wiM3/AETEGH1AwZ6MRzu7K0AJhFWudHtxrJv3Y9Vc0ojVg3seeTrLNAUvFsd0PbgCU4n7SyF1diBnXjymRewtzvGfqfOp9E5/ikDQ3uLkt9POmPudB4pQgdF90LelE9vxo5Xu9HLXqzkObsOa29pLXjIXQzlSu7xPCFgxLD/Jz/Awz/rRgsLHjp2/dUGbD0wxfXTch32XP6IhNXYfux8ahte2NuNWKboGgvXNbU4NFGAnSy6zT5e6SSNGcP+/3gS257fi24yWdU8aFy8Bl+/vQO1Mr47Twq6XOaZCZxOWCUvxG3Y/NwedPeRx+r4Z3wy8wwRq4e2YsNDu5Cc4kKc40wq6JS5L6SunvkxyxYXKYHpLTE+O2EVwBn6wtPpVxv9e7Dt8R3Y816vyslAuRDuKPFCv0ifqtz2hUZgOvW0/H5sWfV5qmCGsoTVLmz9Hw9iV3yK51EUWFE6NveQj+vXVqOjnjrU5d8Tnen0x7rQyobcz7kmIMLquSZ+AZzv7JNXfUwjVtlPshOzl6/BqmXzUROIIuiZPGK1Yu0PcdeNRQrJ+45YLSkQmQF0vbQVjzy9F0HJuH4B1Jbz+Ra6seuxF3C4pShBVeF2bHuNGjXTfJgiVruXYcPdy1FYietsqwUQDVNd+QiEVds3ubNJ+TzOrwkgGvSULPEvV1gtf1Z8wlM3kujeux2P/90udLetww//qEMi0s/naiHXXkRg6roTe/FB3P0vMdvbuAEV4SA8/Tuw8Tvbi5I8nkFYtd+rNV9+CGuvPhW8zu/oKSJrytxX6qoUaCEwFYHpJcUpS4iZoh9wyhVM1hcuN2K15GDGYBd2PfUItr0ZxLJ778cqO9+mPHchcGEQmE49Lb8fW1Z9fnMz7vzR3rOLWK1fg4e+cuVkL3jur0/8GEh278X2xzdh1/E2rPvru9DhK/+eznysC6NEyF18dAREWP3o2J+3Z55KWI29sgnfeawTLWsfxl032gaE0/FY7SpKJHVWHqulwm15VgBdT27Agz9fOMHHBcndeHjDFowWli19wB6rk3YUp7m88rwtSXLhH28CMex84G5siy/DPfetGvcmpou2/VN3L1yHR9d3QHkeYqJPEm0XiyEWjtqR1x+BsGpHrS0sSirHns5/tQFbRp1I2nKF1TJ9nBxBp2TypdSv9eP97OXqhEA5BKaqO0kVxV6oY/axSr3Iz2QF4Pg0XzPRvw0wEBs2EK1S/YxJB4Dl7Ct1tZyHLNtcxAQc//T2P7gf6xdNSMFd6B/c+8AqkFY58Nx9+PZPxr2PGdspfejJ+wFOfoSJy/xL2pcyPVYntQ6barXZRfxs5dYvHALTqafl+pGWJaxOUScn91g9Nahq7+Mb8Mjr7eNJpO1HYgzHYFRFEXT6CKUWXCUaQXn3NIUAW6aF2IVTWuROPkwCIqx+mHQv0GMrYbUNax5aiysxip4DR9HVuRM7Xu1FYPF6fPeO9nFD+kmF1U4gbGcPnwMceHYztrwygOZClu5Tk1ehNOv4HKDrpe3Y+sJ+1HxuI+691U5McxZWAOrFtBe1i1dhZVsFMHoYLz6/C10xoGAFQP3Elx/Bhsft7a5rRNDJRh4Hiv1aVfbSQbQuX42Vn2oB3tuF7U/txP6qldj4rRUq4Y4dUbdba8fKr96KT9YY2G/fV0Opr9wFWp7ktj7GBHp24L7vbUc31dfPLUFbbRSxeDf2/+t27O4PYOkfP6QSQZTWz4UeDOx5EU/9ZDcSizfggS+3wvNRRKzanb69tR1Y9bkrUYFRHP6PF7CLKvW0rQCo8ndi059vQqedwfSGcAK/+tmPse2VJNrX34/17TTwtKMH3mvG0rW3YxmzeAE/fmZiJvOP8VOXSxMCZRKYelJCJZxIonX5KiyZ7YHR/xp2PtfJSfDKtgLgKrcJ397UieDiVfjKzTeg1tiPXT99GjsP1GLVffdgWc1UXnDl7Ct1tcwHLZtdtASS6Py7b2NTp47Wm2/DsstrgHg33tq5A7veo7rsvPdoRe42fPu+nUguXIZVN7eiYvQofvHCdnT2F/ehpxBWy+wLl9Wv5tVnu6G3r8S6Wz+p2oyfbMXOgw1Y/cA9WFp10T5MufELlsA06mlZ/dgyPVYB7H9iAx5+CfyuX3ZJBZL9v8L2Z/ZgwGwsSV41yWrV0muxx8BP/2w/ar9wP+65uRa8+uWpbjTftAa3f6YVnsFf4YUnt2FPcgk2PLQGrTSWLvOeyjrWBVtG5MbOBQERVs8F5QvsHEpYLbopzYNocxtuumUVlrXXTlzmOqmw2oelX+7AwHM7sHfQ8RT9Gtbd2jIuyE4mkJL/0pObsPXX3cozKdyMji+ux+rFRec8C2GVItm6nt2Mzc/vxUCGPJlasPT2m5B8bDOcyDznrjlT+o93o5e3a8OKP7gWRx/aAkyIjCOPua3Y9PQedLN3ahDNi1ZjfanPYmw/djz+FHYesL2gws1ou+V2rLm5iMcFVobkds4jAqUepZoHtS1LsHLtKtvfyJliPrV+TizHH0HEKvW3Du3A5n8cb2tablqLm+KbsfnlhVj3t+vRoZUfscp3yvX1x9ixj5J4AZ6aNqxYW+LdZrdVT79q+7r6atGyeCXWfakDtZLE6jwq/HKppydwmtUV5gD2/LjofT2zHas+Pxu/+tF2xG7diPs/R5OhZ7ACsE8eO7ADjz9u12Gn/fnqanTUqA0mj6xRfzvTvuzr+OQmSF2Vsi4EpiDg+BA/t1f1ZbnP34HbvrIKS5qLo1iBCX1j6svediXwxA6MJ6uaQlgtvFvP1Bcur1/N9f7JnTjA/s4eBOe0YcXvrsGyBROvV565ELhgCEyjnpbTjy0rYpXgmTHsfeoH2PyyPTYn/9NPJLH5makTUk9gfkqfugVLPr8OqxfVOoMLNZZ+Zk8hZwGPQYr6AGX3zWG3H2c61gVTKORGzjUBEVbPNfGL/XwScn+xlwC5fyEgBISAEBACQkAICAEhIASEgBA4nwlQoueSgAFlD1ZiC3I+36NcuxAok4AIq2WCks0+IAIirH5AIOUwQkAICAEhIASEgBAQAkJACAgBISAEzjWBAex6aCOeNZdg+ec+iRuagB7H+qrjLvzlHW2SrPVcPxI530dKQITVjxT/RXhyEVYvwocutywEhIAQEAJCQAgIASEgBISAEBACFwwB2y5sx5vKCgC+WrT9zlew9pZWO3HtBXOnciNC4IwERFg9IyLZQAgIASEgBISAEBACQkAICAEhIASEgBAQAkJACAgBITCRgAirUiKEgBAQAkJACAgBISAEhIAQEAJCQAgIASEgBISAEBAC0yQgwuo0gcnmQkAICAEhIASEgBAQAkJACAgBISAEhIAQEAJCQAgIARFWpQwIASEgBISAEBACQkAICAEhIASEgBAQAkJACAgBISAEpklAhNVpApPNhYAQEAJCQAgIASEgBISAEBACQkAICAEhIASEgBAQAiKsShkQAkJACAgBISAEhIAQEAJCQAgIASEgBISAEBACQkAITJOACKvTBCabCwEhIASEgBAQAkJACAgBISAEhIAQEAJCQAgIASEgBERYlTIgBISAEBACQkAICAEhIASEgBAQAkJACAgBISAEhIAQmCYBEVanCUw2FwJCQAgIASEgBISAEBACQkAICAEhIASEgBAQAkJACIiwKmVACAgBISAEhIAQEAJCQAgIASEgBISAEBACQkAICAEhME0CIqxOE5hsLgSEgBAQAkJACAgBISAEhIAQEAJCQAgIASEgBISAEBBhVcqAEBACQkAICAEhIASEgBAQAkJACAgBISAEhIAQEAJCYJoERFidJjDZXAgIASEgBISAEBACQkAICAEhIASEgBAQAkJACAgBISDCqpQBISAEhIAQEAJCQAgIASEgBISAEBACQkAICAEhIASEwDQJiLA6TWCyuRAQAkJACAgBISAEhIAQEAJCQAgIASEgBISAEBACQkCEVSkDQkAICAEhIASEgBAQAkJACAgBISAEhIAQEAJCQAgIgWkSEGF1msBkcyEgBISAEBACQkAICAEhIASEgBAQAkJACAgBISAEhIAIq1IGhIAQEAJCQAgIASEgBISAEBACQkAICAEhIASEgBAQAtMkIMLqNIHJ5kJACAgBISAEhIAQEAJCQAgIASEgBISAEBACQkAICAERVqUMCAEhIASEgBAQAkJACAgBISAEhIAQEAJCQAgIASEgBKZJQITVaQKTzYWAEBACQkAICAEhIASEgBAQAkJACAgBISAEhIAQEAIirE5RBrY+/zw0DTBzFrwIYN6suQh4NOSMNGB5YJouuLQ8dF3Du0eOo7amAcHg5Acz3Bo8uSxyeQ1NzZX4z2d/jsf/3x0YcZnwu4GhY0dgmiaq6poRqZ6B2GgMDXVRLFl8A6695irUVkahufLI5wykcxZ03QNYJgALLpcLlkn/p5+gfrbo94DbrfFx6XcTP/Z+tAPtZ1nQNLUt/5+2P2Ufte2px5peJfqw9lf37EImk8Hw8DCy2SyqqqoQikagu90wszm4LAv0UPPEjm6R/rnUF+3vcKDv5Xwm3kt5+5RzXLjU83Q+Luc5lT7Gsg4GeH0+ZhEIBmDxc7XgmeL5lnnI972ZQ2n6t0J7TmSsnrn7fV1L11gMHt0LXXdDszQuC7Bc8Oou+NyAF4BWOLKFTN7EaCaHbC6PrAkYAHL0ZVrQcjnkTRO5fA5W3gKyORx79z2cPDnA2+dNg8ubx6tD13WuW/Sdyo8JS9Vb+tK0Qjl0yqNTJ8GFQNVProd8fepZmhqgud1waW4EgyFEQxGMDo8gnUiN3wGxslRd5yNx+zHeXjj1n7dRjUKhbaD/uKE4Wxa1J+NtAT+VicV1vNxOUcYsbYqnz9c4+cHULhPrqTqRqrdut87t12gshngqyX/RXR7obh265obmsmCZBkzTgGX54Ha7oMHiZ+ymZ2FpGEkMwshlUFlZCb+u4dA7e9Hb8x7qaqqAXBbBSCWCwTkIRP0IRmrg9gTgC0Thc7mhu/JIZkZg5g0E3D54XPRQ8rA0E9CCMOGH5s7DRAY5lw6fFuB3i+7WkHflYLlycOVdME2Ln41mAdSsUxnRdC/crhy8bhcMeGFaVH/VfXOx5caM/6MKBnFyadymq2dmwU3XQ//XqK23+Vsa/55249+VsHfaN7c6aKG8OOXGaTudn4u/T7Y9/51ubJJjFX5pl0nn3HTti69vLf6z/F8ICAEhIASEgBAQAkJACAgBIfCxIiDC6hSPwxFWkQcCegRzmmbDgzwPnC2TBvEWDxJdLgtH3+vDzMZZ8HhIajn1k3O54KV9TTcaGiPY8vf/hJ/87GVEGmqQjg3jwBu/QThSCU+oGo2z5yMaiSCTjiOZiKMqEkbbFa1ov+oKzJ07B9FQEEbOQC6Xs2UVGoFbLKyQuMMDcRZJ8wUhqlg8pPE3CRAkPGqaG14vSUjqUxBtTiO6fVjCaLm1opzz0zbJZBIjIyMwXWCe4UCIBVYSofMuem5aQTxyxGc3CbC2SF3O9ZwPwipdI5ULes6RSASBcAhejw79XAmrBbGnHKJn2OYDPNad//MvUFNTjfqGev5eXVONquoq1ERCCPs8CHq98HnccFMxgYls3kLCAgwSUKkMkbiazyGXN7nMGPk88vkc8vk8dGjo7+1F73s9yKQzLOSTnEnile7RQeWM6qhlKmGMBFUuS5YSSZVYSedQQqqql2oihT4swir5TNVbzQWX200HQjQSRcAXYGE1nx1vj/gYdD77AMUStVP+6Ttf1yQTCxo1J+ps9sSNI7Y5V1P+86U6OdmH7ocnPyb7OIKyXW65mhI+Fgo1pNNpFlW5XfPo8Og6vB4vdJebn4mVzwMWPSODhXRN16D7dOSRRyKTRiabg09zw+PWkc/lkEkmEBsdQN7IwOvV0Nf7HmbU1SPoq4dpJWCSmJ7Lw8inYRpp5HIGXLqG0aFeJIaOoboyhAWtl2Mo5kJF7SWomTEf/mAlafc8MWbm81weVBtC391w69R+a3BrGnJ0vSQOU7tOQjzdbC4Nl+6FS/ez6kq83JrbbvO5IPH+/A6wJ4z46PY7gZ9e3uTj0zMw8+p8XDodQb1o8qxUWHV+Lm73Sn93ur9x0SPlnnVgVQjOtD1tI8Jq+XVLthQCQkAICAEhIASEgBAQAkLg3BMQYXUK5k+98Lwa5FsaKoJVmN3QDCubZpGFolUpcosG9NlMFn19g5g7Zy4sazxCrPiwOYsivnLQ3QFUV3nxwH3/G28c6oEn6EV9dRhvv/4ahkbHMGv+FZg5Z746btbgiNl8Jo3Y2Aj8Hg+aZ83Ekuuvxvz581BXW6uClPI5GIbBUUyaW+d9SUigv9HA3RFLODrOiWy1TKRSKR7gk+BWLKY4kZ9TFcVyhM3TFeMPe39HJKKIQOIQi48hFouxQEGiUzAYZGGLhQs7ypUFhxLhppyqeD4Iq859cPnQNATDIVRWVbJw+KF/WCEsEso4EvrszmprkXwQjrR7n8eb2XoLAuEwQiS6V0RRU1+HuoYZaGhsQFVVBepqalBTGUEo6ON6lMtnYCHD9YpEO7/PB7/Xq8R6CgbUSMAm4U4JYrHRYXQfPIqxkRiMXA4chUwCl1tTXySAadSOsFTJ+3DdtSMRqTxSWabnxmXTjhRV0csUo2iLrBRtzeGrbp5cochkj+ZFbHiYI3Cdss312o5YddipJzEulBZfS7G4ysIcgZ9U85xaWFXR0ZN8pnxm4/dVuhdF5/I92HdP10L1mNrjRDyO4ZERFlWp3nu8Hv6u6y7SUpUmzSK1+gr6/SzwJZMxDAz08USDz+cDdKD/5EkMDw/Bz+IsL1mArukYHRni9sPjroHbl7fbWjdc7iB03QR0D/yhSmQSJ3HgjX+Dlh9DXe08ALUwXT6EoxHU1NRiRv0s5KwAUpk0cnYEslujiFkqWCoiOJvNIGNkuNyRWJ/MZOBxe5GJDyEeiyFcMwvegJ+fiWHkMDQ4jNGxGD//UDAEv98Pn9fPZTTgD8Dr9bDITJHrfp8XHr43D3xejxLw83n46D3g1hl7qeip29GuU7Xd5YikhW3siNWpBNXSc9DPIqyeXZspewsBISAEhIAQEAJCQAgIASHw4RIQYXUKvv/8wvM86KQFo3UVDZhZ04BcRi0xVWIHRf7oiMUSiMeTmN08C7mc+nupSEfHMKw0wr4KwEzgT//8e0jkAoiNDWLOzDq48lm803UUlfXNqJ7RyAILRVA5x9HdpAvkkUolkR7oRXPzLFx37TXouP56zJrZyNeSyaaVwGqa9jJjtQ/9TAIEXzf/TUXLUcSripQajxxyhNfTiZ8ftjB6puI+1fmLl/E7y6dZEHJTJJibxdXR0VF4PB5URitYSCEOxMzZ13l25d7j+SCsOqI5XSuJyRQdWVldhdrKirO2dTjTs7J1u/HNigQ1ipJzPrwM3/6cuuB/4lmcoEtVD0347OXOZV1L0UaNl98Cjy8A3ReC2x9GMFyNcEU1AtVR+CN+RCIhhPw+eD0kzmWRpbo3OoBEbBTpRBwel4lQwMciXW1NmJePV1REOPI1Eo0gGAoiNjiK2PAoslQvWVi1HTbIssJU9Zu/CpGLgF60VD9P4qplckQh6VEFSwgWGMctPqg9ImFV93hQXV3DbVZybIyFVeccXFZteEpgHOfPgqq9DJyi2J2/FbdjhSX6tljLRgRniHqeMjJ1yv2mfvq0HN25Hk1TAiAJgqNjYxgbiyFvGCwYOh9q8ti2gP6RbQsL4hqL4oaRxqFD+9D97n4Y2REEfC5URsPIWx5kjTzCwTCi4UqEAhFURqsQ8EdwrL8XtfV1iETmIIc0LLeH65Pb9CBvpWHAjXjKRMhnof+9X2BkeAhtV34GgUA90ukUBoe60XP8CHSXjsbG2WhsaoHuDSOZTgGuHDTNRCydRSadRo5WG7gsJNIpWFaeLTw0Vxj9PfuRHhlApKEVg+kETrzbiwNH3kMikeJ2TE2skRibh+bxKSHf5YLbtp7wsHhKgjRpyC64cnlUh6P4xKJFWPqp30LA7xmvk0XPiNjTs+Z6WiKKTyaQ0kF4+6JjTCWsFm/jWBcU2gV7/08sumy61Vu2FwJCQAgIASEgBISAEBACQkAInDMCIqxOgfpfXniBhUnN5UZT3WxUBqOwyF8VbpgcBkWDYS8GTo5w5GdtTSVyOfr7uLDqDDA104W0K4OaSB0P5v/X//6/EaqZh6yRRHfXQUSDPoQqa5G13IhEKxDwemFQmCsNTinqlIUQcHSpx8wgFhvF6Mgwqqsq0HHdtehYdB2amxrg9+octUVfFF7mLDUtFkqcsS4NYnkZqOOrWuTveD4Kqyy0FVkhOI+VhSnLxMDwkLJPoOXcmQwi4QgikSgLrMUMJveknbyQnBfCKktw5MurF5aWV9HS9woSVs9ZO6OWtxed7hQnTcfTs7AdxSKqvTh607JYyFL/V8Ig/a4uGH1fN1E9//Pw+Hxwe/1wk8AaCCAYisAT9sMb8CAQ8iEY9MKna7CMDIx0Fql4BplEHInYMNJjw0jFR5BNp5CKD8JLHqcAPB43/AEvwpEw6mpqEQoG4Qt4+TtFLZLoSkKZLxyAz+8DiV3Oh+okRSGaFF1uWRwBS3YDeV4ib2tati3AhOX6HAmswev3o6KiApZhIZvJFDxJC0IV+3aaHEVMkb7F9WWy5f/OfqdEsbNg6widSrSc7DOVl+rpJkdUeOkkH162ru6Ton1JSByLxxFPpDhqlfykSUCkSF4uOVQ+cmrShH7v8+jssRpPjOLIwf9Cb99xzGtpQVVNLfyBELy+ABJDw4BBfrh5XtqfMzLI5UykknGkk72Ikl+zVgV/gNiRP6obukZhpuSd6kbOIi/XDHLxXmieABpnXw7NUwW3J4K8C8hbOQwODKC/511kM0Bd7Uw0Nc9G1mVgNDmKZMqCPxjgemqYeXhoyb/mQjqTQC4fQnK4C+bYSRw4YWJ/bw/ysSxML22j8eQZvYfYVgKAYavwVKY4spdsC2gSycwi4HWjsboW17RdgcXXXIvZDTOh834Fv4dJRVHnfeZ8p1OwH7f9KY1cnTSStSRitVR8nSxi9caOy99XHZedhIAQEAJCQAgIASEgBISAEBAC54KACKtTUP7n55/niCev7sPsxnnwuTxAjpYCe1hYpWXBbpcPPT1DqK2tht+vw8yToHmqsOrJa0h5sqgN12P3z3fih09sRW1TK/x+H+KjQ4gPD3IElC8URUVFFPksJcgiUVXjIDPyaCQPPudn3e2C7rKQomXuo8OorqxE28K5uObKy9Da2opQKMTLSQ1DXY8zWKUBNiV3ymTSHLnp8YzbADjbnO9WAKX8ydOyu/c43nnnHRbmWhcuRENdPQZPDnJkVzgcZu9RYqMsFMpXG8+1sPp+1r2zvmKvl+dnq2mor69HOBT40NsX5QxqC6N2vVACngWaNyDd1ImeVJGVQN6VVxHhtAy++Mui5FAqApuFcJDwaOLyJlpuPf3Pum8+i0QqhdF4HGOJJFJGTvmnkhDPihFFd7vgpQg/i/w0ydc4BTOXgWkkYGUTMDJxGJkk8kYWuWwW+XQaRibN7QMt4XZZBidI4nBTuKB7x5ephyNBRKNRhMNKaI1Eo+wFHKmq5AkUXyAAr98HnZdue9g+QEUBFkWa8vJ8i4VXOr43EEAoEIRB0e5GngW3CYKpaXEZN0mszRlIJlN8nY7nK4lwOiWpYk9O2/tTSdtsd0ATMSRqUlQrfXGbxNc0Of+phNWpRdypI1apbLBAaIHbMPJQJqHQaRfZn5VKG90fCZ1UTnImewl7vG4kxkZwtPsw+nqPIeRXHGY3z0F9XSN0+HjCjO6J4oMpwRW1nSTTmjkX+nqO4b13f4O6GTOxYMFi6H6yf/Ahb7qQt+Jw5VR5zOSyHGkadPugsy1EGok0XSeJngHobvLNzXACwuGTPXjvyEHA40P97AWYOe9SjjilMu3zB5G3NBi5PJLpLEZG+nG8L4PM6GFEkcKbx0zENAsByw9DI0saunY7QtT2bNV0nZ8VcaBn7Pf50dTUhMtmz8JV8+di3ty5iAYDcJOdTC6nVjdQEreiFQyTtYXFkah2yrdTrAOmEljVu2iix2rx+2kygZbKyqc+ceX0K7jsIQSEgBAQAkJACAgBISAEhIAQOEcERFidUlj9N/ZSDfsjmD+zGZZBiWlMFjgsk+SSHIs/fX2jmNXUBMuV4CiuU4RVGkxSuJIOVIWD+KcnnsJPf/EGGmbNhmUZvDSVhA5KgkMJaCgCiMSBPGUX54EoKRrj0X60uJV+ogExRWnRviyippIsAjU1NuK6a69CW1sr6mqr4NZcyCaShSzgjndjJpvlyM1wKATdozJNu+wltqWZv4sRnUl4narc0mC71CLhXJRxXdfw9jv7kcxmkEglOTnNjYs6OHs7WTiQRQBFspLASkIXiVhKsDn1eovFZ4fDmYXYKZLxnPbmi5bJlyP0OknBp0j8o5bxKgsLt8eDuvo6XuY+1cc5jHNq52pK76T4Z2WnarGtp8qTRALVuMhFghEtcVa+oSYLV+zvyBHFyr+T9udETxytaQurtphKy+IN2pbqBsUk2h6kN7d1vK9idHIUyBo5pNMG0pkc0ikDyVQG/fEEYmMaRmM5jIyNYGQkgeGTSYyNDGNoJIaxeAyJeAzp1DCSyROwkIDLysI0cnAZ9J0iHpU4Z5kkrqp7puhTOy0VA6Il3hyRzpVc+avyl0fj6GKKpCY7gVA4gnA4hGg0hAh5wobpO/78T+IAACAASURBVP0uzBMoFPUKvw8+fwChUBAe3cvlmTLOU5uiMsTb9iW2nyaxI2/OeDxeKOvs28peqmpbksSd+E96NmyK4nazR6/X5yUjAOhuj50kafJHQM+5+DNeV0pLkmNHohKFkchJ2ZVIhOMv5KG7PMznZP9Jvm5iTFYsbo+XxUw3edPmwd7UBk+AmUAuD8o+Fk8MIplI4LXXO5HKxnBJUxMCvgq48mkEvBZCoWq4AxXw5OKIEytKXHXsdXhcgC8cxGgugpM9R9Dc0IBI9Wz4gmG4w1XQkILuDsHt0eFyazwJp8ELy6X8Snm1gcuAS/NBc4VU+jEzjqGegzi4by/M3ChymoVw/VxUz7oE8ITgoghYeDAWT+P4iZPoPnYcgwMnYWWymBM4jrk1QXT2eHHCXQXLIMHdgFvXWUSnc5L9Avv85rMIeLxoqKnGwpZ5uLp1IZpnNqEiGISHkxtSGVXJzRxdnCwWikXvyZbzF//OSYzlPOPSZf1UjDjIuKgNIztiPqcdWcvvS+ca7ARujmWGs9+nl1z9vuq47CQEhIAQEAJCQAgIASEgBISAEDgXBERYnYLyU8/vQD6noyZSjXkzyF81hTw4bAsui7z8aGllBkODKY4EylsjsKxxf8Liw2pQ2cWDuoUfProFvzk0iPrGGuSyaRYznWz0Bc/FQibwUy/OsTh0ItfUkn6KYCXBN6dEn2QMNVVRLF68CDd0XI/5s2aygDJCS11JhODoTAOJ2Bgvh9e9XhaFNd1NOV44wklFrE0cFL9fYbRYkCw95oddyMlX8dCRwxiOx5DN5+DTPbhy4eXQyWzQRfdrckbx4eFhFiTIK7Ouro7tFIiZE83HmcVtxdFhzqLAGZNevR9hdZzKmYXb8SiwSSMBHfHO8dj1elE7ox4hHz1zW+SYIuJQyWJOaiUq8erDCdxsYZMjJkmMc4RQ+j1tQQKoSZMRBnKUYC2Xg8G/U0IjLbPmJc8cYajEVCWo2hnK7eNz5KodzZojYdA2FHCSOv3eJ5d9YEWInzEnj9JZBMvklL8phY3T0u+4QWK8hYGTBo4dHcC7h49g6xP/hL7RQyziWbT0nJef55A3ye+YWgxHXLRpWnlbyCoWHW2v1UIyNbWc3WHKzM08J9NzlnbTBEAgEICfolSrKthioK62jqORa2rqeJIgUlXBvqs0cULLxKl+U3QjfSgjfNbIcplXky30dF1I8WWNC/GmlWMhWKf2gfyKaUk93ROJ9Ox7ak/+TPoUxu9xQjkuyjg2WdQ3+7zyaU2eQPL6PLByGt5443UMDg7C53Gz5YLP54fL42fedEiXi6I0dRj5NEyKODUyiCV7EQxWw+fx49CRt6DpGqqDKdQ2tGGQPHBHToIcXLzBCtRVzUCkoQFaMoFXd22DMTaMlkub0XjNLThw4C3UcqKzBowOnkS4sgYeKwUjb8CTt2Bl88jAQNqIw5UZhZmNIWtkkMlayOZcMKwk4PLBMqPoHTiG2GAM8xbMhkbief0czJh7OUx3CEODo+ju7sO7R3vQe/Ikx+F6daDBm8A8dzcaqsJ464QHva5aZCw/eU/wPdHH8dimcnHV3Dlov6oNV11+OSrDQViZNCc6JG9cy05G5Twy5xlwBGrJRM5k4mrxoy5dyu/8rTghYnEEq5vfU+P13ZlQcNpSbm85aFpNbFEd+O1PX/eB1XE5kBAQAkJACAgBISAEhIAQEAJC4IMmIMLqFESf+rcdME0PZlTVo6m6GtlkAi63VyWSgcpGnUqlkIzn0DhzBoxcDBanBz/14wZlqAayiTH81Q/+AX1pHdHqCA/+6WjF4pwTrceD0SKBtSBOFkQwiuZS51KDUPIZVF6CtDQ5PhZDNp2G3+vB4uvb0XH9tWie1QgPiacU0UZLld0q0QlHxdLAPJcvCImn81wsHZAXR3dOdv8frbDq5iQw+w++g9jYGObMno05TbM4YpXEOYoOpME9CakUvTo2NsZRq9XV1QgGgxz9R1804C9d4locvTsVr3ICTk9Xqc9WWHWEEbV8HuzDWVVbzRnBlX/pxLOzKGoLH040KZUtEhbJSZK+kwhH0dtOcjQSrNWSYxJOVUQqCXc5k8RU+2+5vIpY5ShKikx1FUTW4uzx6noLJcwu4ErqI79jjqq0ozspSnD5Fdd+sG0iRYq7XJxwyuPlFD+cXEjlq1dL0WlygoIxhwdj+Nr/9cd48fUj0HhGguqVob5MkoApYtWpp0o8VaG5Tqr6iRF99Hf2AS5U7KI6zi2Fimx1WPNzsu0ACALx4eX8uoftBPwV5O9KNgOViFbQVwVCoQh7hZIXK0W8BkMB+HxeLt8U+ZjXVH3gmFU7ypYnWUg8pMRIfF/2deTyLNQSm+l+JmszOFJeUxM7NPFBkz3UdlJk+f/z43/Gu+8e4eX+9Fx0zYLXq0NzexEMB3kiyO2myFANXq+F6sogzAwlHQOq68LQ/RSlS1GuPgSNk3CHW4AARajnYKUTSIwOIZYYQDZ1ErmRk9DyCSxsnomBgV4EZ9+Iy65bxtYthw68hcHufaieMQOa7uPrNQxVJ7xalhRr5E0dltsLl1tHzowhlRlF3vAgNpLFif5jMOPDFIOLeQuuRN3secj7KjGcdOGdQ8fRe6IPI7G4mnDj++NYc8wMjGGuP4N581rxdvcwDp7MIuXxgOuOmYdPc6Gxrg5tra24qu0KXDFzFl8TrWZguwfOgKjavOLHNbF9UVHTxR+eRMqrJ1wqonJ0ur1xcduo2kUluE9s+zn0mf9WqMO2Ky7bTdhtj5EzkElnkEqnkMlm8LU7fm+6xUu2FwJCQAgIASEgBISAEBACQkAInDMCIqxOgfqpf3uOZCg01TWhJhhANpmE20uJjnjVJX9GR+P/P3vvASVZepZpvteFz4z0mZXlvVP7biELomVGixG7iMUcgZBtCSExCBYkQMycZWf27O45mtmdQYAGDSCEDIjBSLSEXEst205tqn1Xl+sunzYy/LV73u///4gb0Zmt6upWizlz45w8lRlx7febqPv87/d+QOxggoWrolYqqXLwoHbsolC2cObkk/j//vAvEVenkMu7Ajj5ZD6seiSckvT/dcBqH0goSNN7oJVrkuo0Co5aFiJCwSCE36yhXCpi985tuO7qK7F/3x6MVMriRUg1IbcT1attKwWbsSC4hG5owN3TgdhhiHIpsPASTn1JmxAuMK261qzLwzr9VL1e5fO+dQMBK1+i7F1dFdDK/QigCFolukalqc9sIMTT3/slXeaGG11SrCRletDb1xxwoH3YxsU8CuUSYlpZGFWo6WfCPZRqlHDUpOMblakf+T3o2vM6jRMEMeGpKSqlr6NX3f6pt8ZrCpngrT1tXUeptmmz4UiKsPL4ZLqw8vQkVOVyhnlPKevYx6/ecnkeqxsFnCr0c2dDRHaM+c1FeOK9mSCMIX6dBKqWrbS7C2dW8PY3vRvffOw8wLR/QkeJRagL3EWwNUwVbKR/twQgqjR9vlTbKYUqX4xlb1uBV4kcR6kylUrU7MdYOUzMZ3w0/BcvVNsWH1vH8cT+gQCS81cuV4RXyEuxJgJV9vFioSCWAoV8Hq4TSkEtflYsFkQVy7GRK5cEztEGgL7FhJuEz6Lgt5QKdvi14bgYXm3QfUXuSdLElRcw/ayP3PcI/umzn8fZhZqCg+B85SOJWJwrocOKgG7pS7YjFhfTE3mJf60ZY7TgYHpyHGv1Gjr1OuYmRzA34+D4mQBd0EagKynzjmshiGxYcQc7pnNAZwEjJRuFUgml0VnMb74Oo5VRNJZPY+H8KRy/2MLZ9gjgjMLxYrg5Fs9S6mAvb2GibCNo17G22hQv7pGyhyCsYWnpIhxEcFg0D1W0AgfnVmpYWPHRpGWM5cAp0EpAHF5FjVu0QuybCnDN9h3Yc/CFuP+RR3HHkUcRjuTh5Sexd8cO7NmxHbs2z2OiMgLPYsGrlvpuEJcNzg927/e0KW56fhFInlLgm89s+n3LAoNu4R5NHfzKG5irxAtY2dakLQFSpa6UT7LY3qjCWh2/q4sv0h88EMU7x8LvvfdXnt0kmu2dRSCLQBaBLAJZBLIIZBHIIpBFIItAFoHvYwQysLpBcD/5+c/Dc0rYumkLKraLoNuG4+aVj6oVCOxZvNiQVNyRkQLCiL6cTz2YgK3ARnHUxt133Iu/+PjNKG/epPztQnpS9uFeWt2j9IXrwwoFy1JFbARMKCWgKIy4mwjvVFET+u2xWI3vt6Xo1aa5WRw+dBA3XHcNxsfGkHMddNtNAb2maE1aRfh0/e9SwN8PEqzy3JKS7ShIJ5XlBT4rP0H+qKI4g78TrNZqNbEJoHLV+K9KaDfwMl0vTs+HYlVKxqcg+/B1sEewP1HhmbiOqEgbfkOl4GuIJ/ev/Q4pgjQFpAS+ymcKnPYNEZWXqrwhEExhMcJO1QcV/FSqNVv8JpkGbPqLVEmPIgGpnuvJv2yHnMN0bg1Q+R6PJYCVdhcs4KaOY84zmb+8IlxptXE6XgsXlvGR/3IvXvQjV+GlLx9FjsGwObps2PD0qCStCnDh9Are+ZbfxLePPikFgOiNrAwTxAVW+ZSKfywBmRnRSnlqIJWo97TiXABTSGBoXv0xTg0pq9vLrqk0af7NvmzAqipkZEvFehsFUa86Xh5eroRCaQSFMn9GUR4dw9hYVawv6NdKkJqjijkO0Om0RblNRT4Vjx2qB7s18YUNoy4qo2W88EXXwyt4oPetyDbXeemr7X3SGwupQZEeS4LhYtZzyoG1t77ytW/i1m/cjnY7QOxyUUuBa15jEgWi/HW0p21EFXACFO0Qc2M2quUY2zdXMTU2gvMX66iHquiWE8UoFXycvmChFdGP1kcYOehQwQ6I5+6ubVVMuy3MzI5hdvdVcKMWpqa2oOiWUF88gycWFnDf8UXcfTJAkHPg0nsbVMOGqJQ9lHL0keiiWWvDsRNUq6703XqthfpaDY7nY25+AmefbKDWihA6gFeYQlyqwOICj8ujUQEL5D0bO4pd7K12sW12O7ZuPyxz2OPHH4czXsSuK38CFRY6sy24BPZxLBC+7eqhSiAvY9GWaUKN8tQXVY+Xql/UMFZjVzyQI94XF+q0Yl+x0n62RG/BoN8vpcFTVjLpNqbunQpan2piX/1IVkDEvhXr9lD2FMaf9X//7V//Pv4XKDt0FoEsAlkEsghkEcgikEUgi0AWgSwCWQSeXQQysLpB/D71uc8jXxjBtrltyLOwVBggthwklovEaknhlPNn11Adq6BQVN6kadhpAIiAj8BDbjTA5z57C774lbtR3b4ZfqfFEuhSbMRAPaOAlBTfjSptax/Gp56rX0ld1Hy6IriyCFCqWO5DtVmz2YDf7WKiVMR1V1+Bl7zoxdixdYuo7lqNNQFvLKR1KdDUhO/ptl0PrG4Etp5dd37q3n3lH1OFFUA1qdQEUnyZazHXqWBsLEpVViBfXFwUCEi4SshqFKxSJEanRf8grQCeDqxqzC79iWDVR4yl1VUstVee4hmr1KGElqbauyp8ZPoT9zf+sul/6dtIOEgAoyAM/TgJIulHrPYXcKqBKP/2mWaeJMh7OVFKqn25DY+m4A6PYyCPKBnliKliOxtqxC+/Fz18ZBG/8/7P4PW/9Cq87ie2oFqwwYpOsc0boT8q1ctMvw5w/ollvONNv4U7jj8hsIiwT41Ljl9CaAW5lGqPE4QCpWZNhB8Zz1T2Hx6DyveeX61WsAp8FUCmFOq99jCLMlLoSRW9MnOItI9dAAsScUHIy5dRrFRRqoyiVKmKNcDY2DgmJsa1LUBR+napOKqO79gol8qojJThea7cb722gkZzBX/7d3+NPQd3Yu/h3Wi2Oz0rkfWivt68sOHCRJygkCsgiG38+cc/jbuPPAinVEFIKE0lp0B1S6xOEnraMt6hUot2ul3YSYiK08E1uyewayqH0e4qXnDFDtx65CS+dm8M365i0+YAe0bP49RSBatxGU6piEIuD8cjzwzhwkE3bqMatXFoxyyS0QMojhaxbesOlPNVHD/6AE6tnMbiuaM4e/YiVmoVBCjBch14aKHoFbHaUMcbrQZSVGt5IcDS0gICf0X68FihgH37p3D/PafQjvNwx8uIc1NwcgUkri3HkgWEJELRsXDtljy2TZQwPjGHwwevgt+JcfyJBzA3M4nq7NWy8GGLat1SVhLypaPmNmVboTxNhX9rwLpeu5j3eAzOe/zh7/Th5lxp+pb0j17f68+BaRsB1d/VJXCe5HFEldppye98L93Ppbgdx4v2DOe1ilLdtvFv3/trlz+gsz2zCGQRyCKQRSCLQBaBLAJZBLIIZBHIIvB9jkAGVjcI8Cdu/jxGyuPYOrMFThjAlurlfDD1EFttgScXzrYwNT0GzyM4IQRKq0z7XpF25MHNd/GpT34Gd93/BEbmpxB02rBiR8CqSQFWD7Y6pXrd6zIpwurYaTWk/C2QUFdZTzkfsgRPL20dgOs6kuZtd9potxoo5fO48vBBvOTFLxTAShBLnzuTqj18KX1lbV+9aYpdbQRXBpRpWnH3TMDt5Y8DBRxod6D8KQkY+MCuClcNQ1X+bfz/+LmJGyuRU8FKeEXAyhRpvriNabcBJZi+YJOif7n3emn7Kd/Ep3iTSqka1Veke1KZHIc4v7SIVsQ+rMAe74k/plAXAacCc0oxKkWLBHgouNL7EQDniB+mUZBKyr6AF5XCLypVrV4V+KppC5WOVMCy6JpRYgoP2rChlWo2rZZTm66vlry0/sLjGZkeU/Ft3HPvadz34Bpe8dpDmJ8G8hGBdIhQ3D7pgWpBMtKR4PSxs3j329+P246dRhwEoqaUavSiNySE1erUXrq/bidBs5QUqr7G8ajSokN0unVtJaD9U7VGVoHVvgWCAay8Eoup2uJbSSDOwyrQGhKmEba6TP2voDwyjsroGCrlUVRHxjA+XhWoSsUqf+i5mndzMjdwHOTyeQGr+UIBjl1ATsBtgI99/CPYf9UeTG+eQlcUowbfp6OupY3D/qtDvpySpm6kkhFw+tQ5/P0/3IyjZy4gVx5FzLlK0XnlVyvp/zaigLEGHNtD1w8EZDtJiMl8jL2zDqL2RUyMllAutrBQ83CuVhaLgfFSF3snVnH3CQsXoil07SLcyIaTdBBbediRjSAXYTwf4kUvmIQ9thO5Sgk37NyNcmEKCwvncG7tPJYf+QJOH7kD51tFWFaEeuihFpQwumkX3EoBQeKg2bSwVmtLtgBfIQtI+W2MxnUc2j+OY0cXsRqWEFaKsEc3Ie/m9b2qRbqCY2NmvIrrt5dwYOcOFKgyLo8glxvBau00KoSwpa0QL2T2SC4IiY2GjRwFvXyfsaMLgM1eSWWtBab2yyuV2t/P7lc+ulSSmoUj2knIPGTsRrS6XTx/NexXVh790RtQCRwEYhcRBPSp5vcJv5voP6x8mI14lu3PluX+oriW7AI1T7Mf/957MiuAS5vPsq2yCGQRyCKQRSCLQBaBLAJZBLIIZBH4QUQgA6sbRP1jN38RW8ZnMFedFqVN4iSwmYYKVRxmZfUs1lZszG+ZVio1K0AiarbBl0A9O0a+G+JP/uyvcaJWh1f0YIX0SjTwwaRRMoVYPeIOqLpSqb+miEhaPSTPyHyolgdeFqNSFZXNSwHC4RR283kskMLvdlDIu9i9cyeuPLgPB3bvxOTkpHi28kG7V0iLD7v6wJYU61Kwi9XUzXUM4JWhaxn+7Pvd6Z9J2r65luECLuZ9gq9WqwVCVoJI+rUWCqxKru5dgVvlk2l+N/8aELbe9Xwvte+lxCh9jIHjaSAl/NGzETlA0+8IdFHKsz5YFa9TA1M1QFV+vcpGIddL7zdp/sp7kd6j//29lHVGkhBG8vcArYaL+x+uYc+hcVTLCRzhoKyiblTNKl3ckbR+B+ePnsDb3/JvcM+p06rieuwjYZq6NgLgQouKjDqGaRdlj9CH0fT35IvjkFXlRbkaBpJ6z/HMthLBrB7novxl++j2UB6WfVgm9azEwtUR5aJDf1WvIFYAY2MTGBkZR3WUalX+XkG5WEKpVJa+TBhOWEooKyjX8eDlCyjm8ih7eeTcEJ/5p0/gR/6nlyJfLaMbcqunwm0D4tKLDeYSub1Z0OB4YZ8jJT1+8gy+/NXbUFteBvI5SFE0sYyIxXJA/J9NITWCOhZUY/+Gi8DvKLgfRpgtdpDzfFxsEqZyn5wUqRpzm7h2zzh2b9uEY2caeOSJBXTtAmCVpP2J95LYlljTqqVUyeHA4d2YqhaxZ9MWlPJVNBsraMUOTt33GTzy3dsQemWU3QhNbxZ130KSm8e5FtDsukrlDAJ3ip0tJGzTTgOT1gVctd3FxZUYD5x34U1MAUUWRsyjVMhhojqCnVs2Yf/O7dgyO4PO0pOYqORg2zmUKyMolfK4cP60FFHMVbelFndSc7x8Jw1/Gam52rjM9BfI1IKdeOVKZ+oro+V9sbMwi3qplH+qYbUVgFGf8rtS1Kl+RwC9Klj3VPsUsziTVl/z/P3CVgoQ8/W+d73tv7/pJbviLAJZBLIIZBHIIpBFIItAFoEsAlkE/oeJQAZWN2jqv7r5y9gxswmT5THxGWSOMlWrfEguFHI4f+EM/E4ec3PjCqNYhCB9xU4abjo5C62FFfzRRz6FVcuFl3cQBVTsmOIe6kHW+KTykoYBnEBTSfnUqEZ7UpqUf6UCogpQKTONvYA6FiGaulEDNAhtwGIlhK4CJwguAsRBKOBoaryKgwf245qrrsSW+U1wbZUeH8esem488PppyaLmXef1XEDDZzMaLwesbnTN5qGfgIfqVQJWwiiq/liFne+bVNY0YDXXMGz5kL6vjc/5vaHl8L7pv1nJXfSEVqwKFFXKsD16OKq+JMWPNDg1Kb6qF6c8F79H1fdnoxl9Nm377Pbl+GOnpVqUWr4QixcCPHz0Iq574XaU8/SrVP6wBE1G6SxIVYauhXOPncDb3vT7OHL6rKSlJwaschwao2NdOEhpLdU4V+n/Oa0CplJP24FEMbphU3lO0npEIK2CifTCVbYCypNVLBd6cFW1gPLBVcWCRBBIBavNyvKeqFYLhRJGRsc0WKUVwIT03ZFypVekqtlJUG800KS/apggEmhrI+faKNOH1Y1x5KFv4eff9NNICg5CTiNJ3zs3bcJLxfPwS7idwyJ5BmxTdUrdY4Jmq4MgUffmS0E9W2xJxCYhVKnjhM7qX/pxhqC3qh+EaLabCDk/+Q6ilTOw7RZ8dwqttg/HLuPC+ePwV45j77yHg7uuhuWN4+t3fBfLrQBueQrNbgdB3JV5OYo5ZiJUR1y89MVXoWB1MZEvodmOEVBR7JRw+smH8N0jR1HwKhhxQ6zZU6i3umj5NsJCEUg4inwFViOqbXnMWOB7NVnFdVtjnDrfwWMLRbjTM8gXHVyz7yAO7NstWQPVkbJsG/s+ls+fxHilhHyRCzlFWEmEldUFpSYvTSv1p9L99py5zQJdL/49/wnjkdpffOvNkSn7VUnl12p3RemNwlVWGVSbxKrwlEnzT6f4K59hs5uyNpCCZFKATi3oiAi2V6BO2YmYQlfmu4rn+b1fe+ezG+rZ3lkEsghkEcgikEUgi0AWgSwCWQSyCGQR+D5GIAOrGwT3E5+7BXvnt2EkVxCvOQGrhCNxjFI5j1Mnn4DnVjE5WUZCtSrVm0NFXAxIGxkp4vEHH8aHP/rfYI3NwLYixCQS9GzV1cCVwqtfhKgPQNVDrHyilUO8ZCoJTeo23xfYwBRerVg1YNdcA1W15gFa1K18KCZAkBRvpaxTKiLJb2f1IjTqa5TR4dorD+PGV/wI9uzZDTemVx4LvoQCnAmAeLx8odxTzZlrNw/HzwYaPtu+/9yCVVayp2oZ4rPKmK+srGBtbU3A1PT0tChZxedwSKn7dIpVYRYbqD6fDkyb2DwdWI2ZLiz9xcL4KNO+2U5MC14/iV6p0zaIuj2ohN7o/M+2zZ6v/dWCg3R4sfk4caKOWq2BF1w1D8+OYBGOiREqh4SqVM9Ua4fjzLZw5qFjeOubfx8PnT2PJPLFh5RKR0LamGRVFIupYlNG8Svp/zl42reypzKPYwRhR8aUH3TlWLzGiICVY1KrB9neSlmsvHCZPs2XsbZQcJX+uPzchuN6cMVntYhyeQSVchWlUkU8VUdGqijRAiCfF6uHpdUOGs0W2n4XZJ8CwzgvxIkUxIqiOlYbZ/Du33gbujavz4LF2Az1X/4dJf0q8+k27el4tcJb7ofH1nGV+UMDZDI9ZggY5bdRRprxlKd/dERhrgMnX4CX2HjsnltgWW3sv/7HBZbSM/jBI3fijq99Adtmytg6NYMkzuH0hbNwKiO49qWvRdey0Q4TdAMbUchWjtCtX0Swdhb1CyfhNNbQ9GPMTJZRKo1gsR2g5W1DwwoQri2j42xSEDh2sBq0kHQChH4LUeLTulrUyJHfRs61sH16BPunQ4TJKP7xm4/iBT90Pa65/nrsHqO/bYJOq4Uo6MJ1aTtho7FyGmF7DZZD5W0OlbKCq/XGGryx3QNWMuvOd2mLmqEVsOHtB1Wsyj/VzGUm9oSpqtAaPYG5CKDgd3oec0SEbDySTT9VAN4sPg1mXSSIoxBRqL7LqHw16tf/+AcfeL6mhOw8WQSyCGQRyCKQRSCLQBaBLAJZBLIIZBF4xhHIwOoGIfubz9+KfVu3Iw8bfugjIVxIlLrKywHHHz+L8fFpVCo5JFYHSZzvgRRzSAM1pydGccuXvoK/+adbUZjajCRqI2FBLMftFfDYCKzyWAJOddEqgSu6gM2AMtGAV0lrVq8+VJW/hh7AJalZUnCl2jYrbGtQo1KVqVeKpdp5c20Vec/Fzh3b8ZIbrsOuXTsxMTYqkJH+gfxxXKaqauWc9o401/BMe+WlwMRLPeZzCVYZJwIgvvjwT4jKayV4X11dFV9Cwip6sPIzs136GoyaeKPrfzpIein7/VQdOwAAIABJREFUDO8vxXAsC57nYGp8AoU8K78nA8XRetzF+CiucyIRYBLKrAeAv7eo9lKb63neTqvGWUwrTPDAA6uYnMxhy9ayKFBZjkgos01QTodVItg+WH3ywaOiWH347AUkiapUL/8mkbbl0BauPcguEj2l2HOo/lT9h2pivtgOQdQF/SkJlUSxmhBiKV9Koxyk6k/S3vUPwalRERrFKkdvImpbQktP4Krn5mQBhMrVnFeAl8vBy+Xlh8tGrMre9rngoj07xbdThcC1CIIdtLs1FEdivPu9b8dqpwmHlgYDVgR9qxC6oa770vOMeHayL2qIymtnNXkZI0rQqlSMUYxOzIUcXz7joobETeSNMZLIhWt5CHwf8Ndwxy1/jjCq48offjsCK8FoqYqou4Kls6fEymC8Oiemo+cunkHXSjC77QrY5VF4YDE1D3FC398E3foS7vn2LahWcohCG/l8AWsrZ1GwbUzt2Isdh1+BRuNJ1C+cwfSu69WiShCha/nw4ImyP4wDuLYLSn+PP/4Qzj15FDNugMbiCbzoxa9GMwCW6jVMbT+EiC6+VCZzWlZJ9mi3Wjj9wLeQNBYwTssAXQCutrKA6tgEJg+/qjfXp2Pdm3N6yunel4L2KU4ZrPYU6fTW5Y8a5qKAZip/quCfgaoKsmpdrG5/9mulciX412pULsboYnjSx03RK31Mpc5WxaxE/cqiVvJ7LICb5/izD/7753leyE6XRSCLQBaBLAJZBLIIZBHIIpBFIItAFoFLj0AGVjeI1T9++Tbs2bIF8H2E9Drkw2ECgSFR3MbJY0uY37wJuTyVaR0kkVKuph8ezaFnxsr46F9+At+45yiK45tgxR3Ekorv9Ss2D1kBmKJIohZKXaPxWRwGhrKNAFdlCWAem9XvSgn7lCJZ2gZACWGVIo8vghUCDlE6SlEcIPQJe3yJwbYt81Ls6vD+fZidmhDoSuihlLBM01UA8nIB6eXut15TPpdgVXly9sG2aSPeK99vNpvyw/dpEcBiQAawDiu6nm6Ipu//UmLxtNs79Mm0xb5ifGwMOf6tSFb/EkSkqvqM6UfGOzd9nb3z6O3NZ5dyjZc+JT0/W5IR2wSayvwU9XaIO+5YxP59Y5ibLSDwmX5vI08LTouqbBabAmJCI1phODZO3f8o3vrLH8CjFy6Kspv+qkioWFXFeQQUMrJW31NUwJMUBMuJAlQWSbSylccPwq7yWI1Y7EcrYAVuUT1Iv0sVH5VUrUBVuo/JIoyahdTAFSU6fVZZeMoVuOp5eYGttiyGuEqJmygv0/58w+P0+7rDsmO2jU6ngS27pnDTr74Fa60mbMtVHpwGmom9hLHyXN8kwqIFiYZ3qu8YSxSlmidcVH6bFuKI/tAW1tpNOQfVq2a88f3QimElBNRUmgbII8Jdt3wCfrCM/S/+BdiFMYxVptBaOYtuewGW00UhLiOXK6PWWEbiOpiY3Y2AdgY24x8IuKUxqBWHqC0tYmxyAvBKcC0XzfYa0O3Aq5QQBzZOHfkaLj7xOK790Z9GqVJGFNiIPUrCCc/VnEtoTWB7+tQjOHP6BCbLBeSSNrZvP4wz58+h1lzB5n03wHY9ZSci/YX7KV/ZC6eOolrIoTI6IYs4rWYdCxfPYd++vUjKMxKX/iKatpyQAA+PJeWVqiww1p0t9T6c5wg11VxOJS4BJ/u0UhObQlaq6JRRoaa9qamQNy9RT+vFKAGoQzBVgKr4scYKTHe7aDbbWFuro9Vs47tf+LvnZ1LIzpJFIItAFoEsAlkEsghkEcgikEUgi0AWgcuIQAZWNwja5279LnbPz8NvNoW9RJKpb6PgeWi2lnHmiSZ27NgC26XytI04qCCxFVjtQQadXj9ZyuE//KcP4eEzNRSqc3CTroASwtqB9Hy+p/3sDLSTh1Wt8jEqreF0WGMVQIDGVFIDUM0Dt1K5akuB3kM1SYryMSRAUc/hSt1IWMFiVPLArNM5uQHhDJmrVLcOOhgvl3D1oQO44bprsWP7FgEeBKxGWXa5wO1y91sXFWwIETYeLRudX1LoCUq0YrgXX30oAi5+bgArVYcsEETIytiYVO3vNU6fK7AqyjEqbC0LxUoR42NVqeKtOmivpw7yl42Yy8A+3+sO/uV/HooKsw9Wl2pdfP3rZ3HDDZtRKcdotxMsL9exadMIqtW8eGQyZGmweuK+RwSsHl24KIWJaAUAhBJh8Z/UMJQYVBwrTb/hv/RYFWW4UqzKv3EiCkeBT2IrQF9RQq1QzRd6bpBC71q5qGweFIQU30tZQOHY7c8btApwCFcFsNKb1QUIiiUVn9CL2zoq/T69jJMuuGUT9AF+2MWhq/bgTW//JdSbLfFwTc9h5h4H7UBkpEinEBtP+o3SI1au0bzJy+nDOKrnWZyKLy70qHmobyKqxpKqLM85MkRXFLdjxUkcu/dOWFYDmw5eh9VOF6VCGXFzUVLxOY+P5MuAVcDF5fMIkxibtx6AH6rCgbwGKo/VnEsAnkc3CuAhom0oAqp/kSBI2oiWzuHYQ3fjwXtuw6t/9iZUxsZRyFXRDGO4nFcT1RcIWckZ66vnEEVtgdsFfxlzc3txvlbDytoSJma2IUo85aNtAsXCXo6DIGzD9ZSfrSieQTVnV3xvw1ipgtNgVYaqhvqDI1G1oRQbHJoXGU8/UEXtVAq++i4Ty5l8rncY075qjuKVKniefl8tsPHeVV+MoqSnSk2rU40/a6fTQb3VwkptDav8Wa2h1eig6ys/786pB//lTyjZFWYRyCKQRSCLQBaBLAJZBLIIZBHIIvA/bAQysLpB0995xyOoVCoCCSkTMxW48zkHTzyxiCgC5rdOyYOfKihF700+cmsvRl0dvlgqId9Zw/v+rw+hGdpSSb7LAi2ugzjwBWia9HLzsMuHz3TKuHjS2RqYplKxzfbyMJ5+X+Vt92wGyGbTD9JaR9dTv8nW+noVEDFP9io4aZCYToFvt9vKfxbAy66/Ci+87npcceig+Ai21mpSeCW2FZRmOq9J4e0XeSLY0So5nRpqYvFMR6SBkemYqGM8HSm89LNcCuzlvfD6CVh5jwQGCwsL8vfY2BjK5YqckO0r6kMN2tJgKl0AK311BpyZ9hj+bPhv2V6oGwsl2RgbGcHoSFmpAblxWrF66WF45lsOhz8NdIZsBcRHNHVdT4n5ek15mTYEAvgEVFE5HuPkuRif+cwZvPZVm1HIt/Gnf/QwktHNeOOb5rBvOofQTuBwWyobExuRHeHEXY/hzTf9Hk5cWEDMNpV2pXeyaFZ1Kr+yXZAxp6+V0DNJ8j1/YwGr4otKlasCWuKBTKUg4ZyMDaVYNS/TdwgnmWpuwNoAMGM+tn4Nqgq5oDP4mSq21S9ElR7zMoosB3krQsdv4uCLrserfvp16LbXUBCPWqO8VX6+sj0v1eNnVDTqOUQrHWF5PXX8IKjTwFU0kRo2a2joEASnUsnp6yrXCwuBFyHq+rj/O19G2Svh/IVjyMHBxMRWnLx4HDe+9sdQ8EZRW3gSTuTDyZfhOhSlRmh1Q2zdfQj1bgKXFgValWnOZeIqCmSZqwAnYcr/RSB0sLh0BsdOLuLwlYfg2QmqxSl0xA5XpbdD1OyEvwmajSV02i0US2UgaWFs5iBOHH0IncYZbN/5AkSRAu2qvfvzYnrQDbczi6gN9wnZP1Fe0MNjSOHQQa9k0/ZRQH9fdd2cu3gN9I52C1WiXDhU4LJdxA6FENiCy+8yjguCZKqNrTyixEKQtCS+ojhmEbQgROwHaESBFEar1dawvFLDwuIyFhcW0Wipom3K/NmG5XpyHiqXw6N3PPN5J9sji0AWgSwCWQSyCGQRyCKQRSCLQBaBLALPUwQysLpBoO+955gUdPGZ/q7rSvEh1XNtHD9+Dvl8CXPz4wI/VGokAQhVSoOFXKrVUVw88Rj+j//8UeTKY8gXCuiSHxEgiSKNSlClXDUqr7SyUakOVWVy9cA8WBBnIMVcfyZVolPFqtTTav9lwKrk/+rXoMpVAYT0A7v53QBfVeiK1b0jUTg1VhYxUi5j357deOF11+DQ/n1S2Vo8WKWyt4JFAlL0wcSkYKjoiUBiPqCvozR9OriZBo/mWtUxnj+wmo6xAUaqwNUqOp02iiUWDyohl8uJOphxUxXilZp1PbVfug2GY7Ve+xiYkgarrmurwlXlotpFqOL3Z4bZ6Bp7bdJvHGVdMdQve/e0zuU9h1xVVNo2SSdVpg5wYQX41F8/htmJcYxVY3z075t49U9uxetvLKBa7CKOchR1SrtRgRjbEY7d9SjectMHcPLCkipqRjAkytIIMQvUiWJRpU+nwaqgLYtg1dS7Y4q/2o5KVb6UWpUqSv5rvC/74zgNVqlENTYVah5RwaOCPT1uDVyV1Gydnm3GlBxZ1JKqRZSSVteapwIRQNEBukEXY9u3Yf7AXthxAE+K36lUfCkgRSWqwwrvLK5lihVpYKr/Zjq/8nFWfqqycKSrxasq8Tw/3yeUVQX1mCaf3r7nL0ubkthC0cvhyRN3YXG5hZmJEoq2g5V2AT5qOHjgAOpLdSyceRx5qpTzI7DpKW0x9R/Y+4JrYOUqkoou895QR1N/qkJnMhVHDpaWHkHYsRDVFxFZJYyMj+LCxdPYu+9KeKWqVnwq2wdR1SJEu7mCdqeJgldA7K+hWN2MtbVVdNpLmNm0V4psiW+p/g5RMJ0x6GcbpBeOJL1+CLb3h435HjI2C7p4oVHEGq9TWcjQdyi+qbEAUS6YcW6n2j4SuwiH3R6e50pb5bwcnJyHkGBd+h+hKhA5CToI4YUOWi1aozSkuN/S0hJqy8tYuriMRr2Beq2OdpsqY96j6gtqztIeu72ZwUL0+F3fn8kqO2oWgSwCWQSyCGQRyCKQRSCLQBaBLAJZBJ6DCGRgdYMgPvzQaXnAlar3AkEVACU4eeyxJzEzPYfx6ZKqAC9SNPWIaxJeDTAaHx/HbV/9Kv74U5/F9OZtUhSFZXEU1DSFQpQ3KV8GKhrQasCDFGnRgEbAh6IfAkMMzJWr4IOxBqvm1gh60opOVRZFqUj72/Rpgko5fmqlb3N96WvsK9sS+N0O/E4Hrg3Mz83i6itfgMP792Pr3Iw8oAdBFyGVS1Isi0VaNihuoy8qDVINbHi6Pr8ejP1BgFVzrSo2Cm51ui00m4QJDaUgHZtGsVCWdhFlm277jRSr6ft+igptnYrsabDq0UdyfBzFAlN6xSBVO3SuE83nELgOY+1+Mrg+r+5yugSOvrSUKjOFXZXqs4/kzZXndHyf6VyoUrQZBypWE6w2bXz2sydw58NrWFgLUEgm8JP/ahyv+eEqimUbXQQogfHjXAABq0fvfARvvekDOHFhBQl9V5lCbmCqJOVLYr5aENF2G9yd92HbBIVqCEuROD3mTF9QHpf6GOsoVtXwN2ByMB3cxML0E7OdWXwgVDXyWaOi5T7G11P219BbAVYCrwS0k+6EAcLKKLoe/VlJ0kJFh9NF9TRAdbR9QlqVasaEIHWBqLpKvOyjrWE10OW8K6fnZ7QwIGSlApvwVu9LFWXeq8IJAkxuSoDiDPZvncO2iRGcXghx7uLjOHv2LPyuJ8pkKfQVtGHHEV6wfx+CMMbiWhNJrtybu3lN6ty6iJ9YovA6HDF1yLl5rK0eR2vNx87pEeRHprFYW0arVcPc/C4kbkF5VCfqemmv4CAQhW8cdFFxLbRrFzE1tx1hHGFtrQZvZA6JwwJj2mfVsXvF8dRilLqmdNsquwf1Tn8eNipVtUDVf/WVw5JVId7d+ntAt52ML81Z+b2nshM8WDkPXrEMJ1cQ8Jt3HBzauxsToxUsrjZwfGFFLBJor7G8toKl+grOHD2LhYsXcPHcOaytLksRLsJa3q/0MxmAGuPLwgHjyzcVZO+vq1mIHrv9mQ7vbPssAlkEsghkEcgikEUgi0AWgSwCWQSyCDxvEcjA6gahfvzx8710SAGJEdO8bak8fezxs9i+YyeKFYLXCDZBqUIo6mFWg0PHtVGtVvGpj30K//j1u7B5+w4gYnp8XkPNfrpnWunHh17jo6rAKh+CB1ND0+rG9L59iKNgnQK06d9N1Zh++r/ZrvfQborurKMaNQ/raXgoMJDFcRylQAxDXyAr4fF4pYSDe/fghdddi717dqOQz8HvdBGG3QF1VhoCrad6XB+aprBBr/L6cIM+d4rVja4hDTrTAFtZAyjfVcdVhcVarQZqayughWG5NIIqC0p5HoIwVLYSVC8T+KV8XIfv6FLAquwjcMgSldnExLgUsFJtTc/K9QsLyefPcPrpgVGzn1ZfR1Rg6irjSlGpimTxpYr6mMUBdVbpbr20cVOMzcAkXeV+6Noq7tPD+Y1uRU4lXpOhcMGF5Qjf+PpJbN47g9sfaeOeu2IRoF5zZRWvf3UFc3NAXg7WB6uP3v4Q3nrTv8GTS2uIaYDJAlaiWFUFrBKm+EshK8ZBYyx10+pIQhK5iCG54z3VqWkjZQ2grACM+jo9JPuKzsG2TPfTNFQ184rxUzZtLVdmFPMEzfql+qC6Ts5tLmIEtGYenUAnV9SFjPoRHh4fBKDpuWX4c+kJ+oZ6fa7HDnUJLqNoX09iTXWn5cOJKihaFvZdWcXIzF4c2DqDvfMzePR0F2fPPoRvf+vb6DRY+YpGDZyjbMyMjeKmt7wJd95xB770pVuAyljPAsWsUwwIu6UtHZDLunAxNQls37wL+/Zuw659V+Eb3/o6mrUlnDh2Ho1OAC+f02rVSFSuecdCzolhJzEKdoQcQoQxxEfUK5TRiD3Br4V8XhZaaB9SKBQFplL5Kz65VATT81RU7vTLtcVeRT4jeBborLb18ixWptTA8p62KHFcVx9HbSf7MOWe/ty2K+flj6iIaTNBzwT+cBHMziGOEpTyHg7s3gkriPDQ8VP49qnHcPbcChaeXMbZWgtN10Wr5MAKI+TDEDlaWnS46NZC2GkiZgZDQE9iGnZHYhOQaKsL+V4xCz+60Fb4yG3PcEbKNs8ikEUgi0AWgSwCWQSyCGQRyCKQRSCLwPMXgQysbhBrglUWITJgIolCeeBcq9Vx/lwNu/fsguV2pGCKi7wCIFqBxm0JikrFvECtD37wT3D/k4uY2TwniiUWRFE8hWq5vqfeoMKIVboj/YCrCtwMp8hvpOhUFcmVKlSxC/V7H9Ao6GbSz7lN2gpA1GcatqTDY2CfuQ7jBcu4sPI506H5wwd1prszBn67hW6zIQ/LB/btwY0/+gocPnhQAGurttzzE0xDF+OzOnx/TzcshmGj2dYU/Hm2Q8qo/TY6zkbnF02kAFOFsSSt2bbQaLTQaChfQcL30dFRVTiMgC4lI0wD9DTwGm6Xdf/WCjcDVovFfM8UYiOs+nTmCYOGEimgpn81/UuqiceqCI6vi+AMpDBru4c09DNHS4+BtNJRPl9HmVv1+oV1nkkbG2gm6jkLaDRinD3bhF0YwSNHmxjdXUKj5ePxR4Gzp0K8580jmK+qvZhNHtkJHrntfrz1pt/HudWuqFVjAqIeWKWSU4FJppjLQskAsjZ2HQqsqmR71UfMv4NWAGlFuS4sp5WhBH7DL6U01XBSq0LVXDB4HPMe4a98llK3pxc7BPAhhp9YCEfH0SmOSsEupXzsvwbG7HrqZ12kq3efA54jQ20sqn5eExWOqhhX38NVAzg75loVCrCwe3cBUzM7UbK7GHGB5VYOXiHGPUcewdJqjNihPlktVE2XSnj7m38RD913BJ+5+XNICIo95VXbu6eerQvVopyuY9hOjNiPsXVLAbu270F+tADbHsHCwgW4SYDHHjiBWoOLZ7q1uahFcS4iuFQ6C3B3UfJsdFiULKJHiqPS7aO26gG0TNF2KGbxQbXbYEDV+NF2CWK/oNW/tCzwtKrXQFUCWccVEMv5QLygczmZpz0vJ99t+WJRPufvAnC5WGZbsLkoBFfGM2NA5X29voYLa2tYWK6judwGRsZhX3MVxl/5w5i++gXYbnmwmy0kKzWEFxfQuHAOjeUlhI0aOs0mGqs1dJt1xB0fSegj4sISf7jgEtOSIoEVqXHjP/itZzK0s22zCGQRyCKQRSCLQBaBLAJZBLIIZBHIIvC8RiADqxuE++jRcwJWlepHpc3zYXPx4hIajQi7d++EH9cko99FARGLhYhqMpZ0UaoTi4UC2s0G/s0f/L9oumWMTU0gCTsinWKCKCsnmwfo3gO9ebDXoKNX2EqKhygvTvNKg480NBkGq8ZjtVegKpUCao41CFaNgm4wOGloohRNg4VWeu8p7V2virl4sQahKJZYz2bXzp245uorcc2+3VLMi/fONFFVsXzQX/VSLAB4lYSXpjp6+qp/EGA1reYlOE1XbVefUSVmIYpD1Ot1UUbzxUIxIyOj4rXYUxAOwURu9xTFagrHDShdNVilsm10dAQlFq/SleWfkpbf61SCNNYdFYNgcHCTNLQX1XQci3+i8QTuKVJ7u2lIaVKZBeX30dFw317vvvneREH7xj7DaVOpJZXlheo/Ns6fa+M7334CC3XgJ39uL0bsBMcvBHjwjIdDe4Fr5hyJjBVbCqx+53685R2/j7PLVGdTscoFFR4zktR5ZQNhSfozf4x/phodVLdSmqevQRR7TIfuA1a2lfFYHRif+l7NeGNBrXR8DJymgtx4r5rPVVxVtXY5vq4Qr8AqAa9pFwWFTYtQMe9aELAaT0yjU6yo9G0J4xByH/JNVvNimov38b1SDpveKKsO6l5UA+nmoTJVq3zVRKcFvgrA0XvECX0c3lHFpuk5oLuEqFmHm6siLjg48tg5nF+xBJzK8aM29s7P4q2/8HNori7j0eMncP/jx/Hok+cRE1Ib9XvvBlVNNeX4Eog379ysi/mZLZidGUG766AbdmFFPh5+8ASW15qA7ck8HyPUvq0sfqbGtWQ2xCyAxu8MR4o7JQ7hq7KNMK+NlfvpbTbo+NJRVdW0QfQ9hGdTYFzaIT3/8jOCTtpcCKePkFDGzb7NcVcZQVKeAOZ3w33xD2HqR38I+w/vwpaSB2c1AeptWEsrwOICmgsX0FxewvLSCur1Gpqrq/AbTQTtJrqNBoJuB0kYyfloq2EnCTzbgmc7WL79C89wdGebZxHIIpBFIItAFoEsAlkEsghkEcgikEXg+YtABlY3iPWjj56W4hpMZ5Xn0ziQtMjTTy7BdQuY3zKNrl8XTzibD9BamWTxXwFaFip5DycfexC/+8GPYXbbDhSKRcSRr6pE8zGaIIMPshpMpGESFX9SgZopmnyeJ7AVmwGlLOPvyks1nVas0o0V5FJqHwF5GrDJ+xpMKM9H7duaVrNq8CLpmD2wYh7kVeqyeLqKT6Q6t+EP6jyqGr2cK1X0i+movM8wUOok2iRsmRrH/n37cOWhQ9i6eR45x0Xgd+H7HVXQi/gp8OUcjL28J5W71fGV8yCtB0IEURf5XB5MdSWj6gPZZ5rYfnmDb2PFrFEN9z0PFWRSyjiyNyrBCFgJl6kYq5RHRUmWBunS3rHuA/oSewBXUbPehfeuxSj8HAvFSgmFEtO3xVg0tbmOom53ieowzDWFboaBmTkjVxcUw1HQK3V9vej33tewTIonmRR3s0O63QbbwfiRyrv6vnjsyWLpshpM2WMkCGOC7zwatRj33X0KX//8g/Cmx/ATr38JSsU26g1gcTlArW7jxS8cxeRoAkcqrrt48Nv34i03/d84dsFDLt9F5EfKEoA4Laaak2BZKVNjFqWylGdqLke7B6oa6VHK+SJQ9g8EsnYHDopA0pWAxkkgoFv1aUK6fjubdG3VLKrdTOo+/1aLMjJY1HUYqxLjxayLYullEAVbNUqVXqFtANTRuVUEn9LryVl08wqsyoX1jT5VW2gomu5GaWAox9Ido89uzdyh57PUBrwWVqXvd7L+FRHAEWJztpio5ODxvu1A2iFIbGHOrU6MdkAEq5YGrKiFK/fswhtf/z8jbDex2mjhtnvuwdfveRihRSA6/NLFxQSUx3DCEDs2lbF/xzbMly2srLVh5XNo+iHuffAEFutdRFZOVPw8pwRS5niu0Cl1MqvdU73Kl0MlKz200wsaaRKtx6zq+rr99XhSi1sm6H0duukLaqzoOUh2pfLX7VluKOyqPlcg3tjHqEaS7yj2Cw2O7YAKXBtJtQprYhbxlr3AdTeg/JIfwuaD27B33MM0lxbaQFxrIb64CCwvoru8iNbqChZWW6jXaqgvLqCzuoyk2YAdBsglCSqei5FyCaOVCqqlEkYqFVSKBfzxB957WWM82ymLQBaBLAJZBLIIZBHIIpBFIItAFoEsAs9HBDKwukGU77//uKRpig+deJ5SqRPiySdqmJiYwNh4EX5ApaEqcGLUX47AET6suhjJO7jz1i/h3330izhw4IBWeKqHaaVW00BMUl5Tvpo8nzyAEyiqh+VecSvCFg3YBKy5SgVFyKkqiSsvVrOPnEfbDZjH7975Wb1cPzwPKA6fknTavzZjKzBwvakYGqAqqi+Fe3oP9io9ue8fa4U+H/Pl4Xnfzp244ZprsHvXThTzDrqdjhS7SgQkK89B+gSGUQI3rWxNIAWxOkFDFJ+uSx9AdUFKMfgvA6xuNJhZsMWodH3fR6fTReCHyOfzcj/8lzE1RY3McdbzujWfpeGb9ATPQa5cgJvzlNpMgL3xv2Qb6SIyl6COfbpJiddIn1iaSirkreD3wMuknFssBKfHTbr/pNtLDSz9qVI59u9NAaHZ8sjlzZO66JuoEC0bzVqI44+fw5G7lnD64iK2796KV752DyaqFtYaEW6++TjGZydx48smUc4HQOTiyDfvwS+++UN49c/8MvYfGEe3FaO20kCz0cZao4F2q4HlpToa9S6ajSYazTU0WgtoNpcRxTV0gwCFQoRWu418rgxYPqzIUwpmtwXXs5FzgNDvSl/m4o3MA0wt14XRBKxJu/WBuImRo310CfFlkUXm6hGUAAAgAElEQVT7pxqluVmASS+wGFWyaG1NpXZZxCABBNp8b2wagVMEPCrv+3pIA09Nk1GBuf5LUXjDA3sLODypKbjU85WVkSzXrvrSIPgXsCpzpXo/EgJNSKiU7735UKtQ5QhhF/PjVbzjjW9Aq7aCO+6+B40gxJFjp9Hy+/YJfbsCtRDCNHh6ethhF5NFC2MFBx2/iyAOYXsek/3RCGy0OuZa+4sqA2B5aKHC9HHJjBiya+iN6dS4kPjq7w8uzPVfKj49xa0U3NKf8jtAg3LqfKVtZaHK1s4j/LBgJk5D0uVvV6w9fCTdFqwOwaoLTE0AO3bBOnAFcocPo3RgD6Y3T2DruIdJJ0Z3yUJcW0N8cQXxwjI6S4to19YQrlwEgi5ycYSK62CylMfkSAXVYgGFnAvps/Qo9gNEtBGJI/z+u952eWM82yuLQBaBLAJZBLIIZBHIIpBFIItAFoEsAs9DBDKwukGQ7733cfXwSewk1aETUVKePbuG+flNyBepNKSakmndVBPSx5TPtJGokfhEW3IdfPbTn8RfffUB7N27dwB8rpfmKexCA0lRhVqWFD0StNDjsPThVMo1AaqeKo7E86fBkwEKBAxUvxpwmn5wty2lGEzDVaNyTYclnV7OOKwHCQZgjQDUDZBKqiiTR4sA3gsSdJp1gUV7du/Ey37oehzctw+VcgntRlNiQpDodzq9AmEErX1Im6DrN+B5eVXFmgnCOuX+cqwANlKfPpfjsRcvAqNedXdeN+B3lYKVoLJcLqNUKglYprI1DVR5jxKHodfA9RPCeS7cUg6u50lBJelnPYClYUxaDaePNxyH9LnTp6TykkCLYJh9k9dkxg7Tn5UyV0tatSoyNKBoAKABLPs0jMKVOrlXQ7wHV/n+9urYZTULRYCSBu8A5JhhN0Sn7ePRBxawUrNw7NQSXvdT+7FzRwm2E2JhKcGjR1u49ooKSmUqGF3c/pW78YY3/hf84UffjxtfvQMsam7YtBbxynW32xSmJuIUcOrkOfzKO/83FEpz+JGXXo2//Oh/w46dszh67DiCqIC8VcB1N+xAFK7iviPfFShLRWbs0H+yDwr7bUHIOuiYy1jLe+Ifq8YifTvVYs4g7FTKdgVszaKIzCvphR49L1FVGdgWNh26Er5TQNf3xReTsZQ5RENNUceK2lYX3mIL6fdUGr8G5lp5bgp39ZLWzTUbgDgMG3uiTQXvey8z70gf0+RWF3Drw0hLFKLj+RzeddPb8MTJ4/iLP/9zTO/YCR8u6vQF1X6mSlmr9JwC4NkPuagjCDVCGHQQOWOiNBb7hziC5+YQcEFOfHP7hcAGOqmoU/Xx9GITD9+3zVBb9xbITGGx9VTp5hpNHzDbsNgUq2bxbzF25r98T6g8V1ZgeTkkbk4Vp5JCVu7AQoi6ngSOT9uKGHEYIGn7QJTAmp6GtXMvkr1XoLBrN4o7tmJ0uoKxio08QpSX68DKKkbrDcyHMWYcGxOeh0lPZme47A+Bj26jjmZjTRYXmt228rHlOenpy3nRsvCbb3njZY3xbKcsAlkEsghkEcgikEUgi0AWgSwCWQSyCDwfEcjA6gZRJlglvAgJsyxbUrPpubq42MS2bVuQWB0FU2MNVplazGd5PrPSl5XPr1GC//rhD+Ou03Vs2bJFQKwpSKVA6KD6SuCRBqasIs7zu25PT6iqc6chqVasilIrUl5+/bTQvmpVKIl+AO8VqRG4ptSvBqgoQNv3+eun0/eDJKqqlA9gT9U2pMJNQ4l0iNNAmZ5+BhCRRTM2nXYbRTvG/OwcrnrBFTi4by8mqmNwWd1aFIupo+n7kutOop6Kr+cLmbrOZzKYng+w2odBg6BLQVZXbBM63a7EgzfNauHFYmkAKhr4Mny9A38TsnkOLFYJp/pZx68Py/tglccTJaQpnjUEx9dN7aZimLaVUSRQle0pKts4RqvbRSDexBwPqrhOT8G6jpek7qQ9qGRUiERbcpUiuesDJ97Dlmr1mTRtb9uERYMcJnYrXXVtKcK5M8u49UtH4EdFrLVs/MzPHcbBfaMqWdqmv2gI6hKlfRIXt33lbrzxzX+BD/3pb+FVr9mi7R04fjhIjFpa233w2pXYFJ/+9K0Yn5vGtulJ3Hn7Mdzwom1465v/AC/9kRvx+p99CQ7smMajd9yND37w3+P0Uh2PnFmGTysB7aWqmKFWAzMeWp3ZU4oasKrtRLgqk1anpr1l1ftaCSuJ7lo9rxd2eupXwvPIx+z2rXjDO38VIzPziAIWHgrFZ1pU1TIfanWsVlkb1Sg/k7klThAIjFUFzgjSBOz2fHnVFfDznk9vFCEIlYUKtzf7EfZFkZiaSP8jeGYfNX1RLkz7L6vPtc9tCORdBz/1Y6/F+XNn8cVbvoJidVSAb7vVkeMrAKx/RDWv59BYweJYrFgSJBEnUdo18N4i8SHllwCbm8YPyuZF7d/ztJWuoT5TPVsvcKV6soLgakKnIjltEyDD0mQlaO8GBdBtsZahujkiOKUqndCUwJQ/rofEyyNh8UT6zcq/HhLXU/CVheCGVetJAid2lNVN2EXSaHFFEc70JArbtiG3cyeq2zdjZtssdo+P4EApjzkAu5IIBcdG2Y7hBm2060001mpYqTXQarXRajcRdH35TpRFQA3mCerDMBBP7lCrVv/d+37rssZ4tlMWgSwCWQSyCGQRyCKQRSCLQBaBLAJZBJ6PCGRgdYMoG7Aa+L5AIcKilZVVtNsxtmzdBD9oaA6koJGk2QpYVVA151ior9bxnz/0J1hGSSq/S1XlmKDJpPorhaI8Jw+BDD60q5R3/Tn/SYCAhT1UiXnll8mHZw01CLAMSDDAMmDl7pSgLQ1We4pVSS9W0IoAwgDVfmpvXxWWVqwaOCfAl/hJ34NUqhbLAiIPps8qQmdABX9PV3/XGb4qDrwOPmwHvtz/eLWKHVu34PDBQ9ixdTOqxaIC3hFBk4aS4iOrVKrD1345g+jpwKphjunjqkI7z+zVg9ZDCsL0uQ1IVxYBHdiWK/2QP+n4PS1YZV8jtCZcs6m4U52BfYjKRoXtdfto6wZj4DBwj1wwSIHWNFyPxUJS+b+WikUUc3mEUYxas4GG35XxIYsNpoq9ZYkXpnmlPXoluVzgqfnXbKcTwVOKZ+5P5eFlvdg/qY+1uMDhIGhbWF7s4Oj95+HHDh56bBWv+bFdOLh/BJYUkSK8530o6Tj3Ilh985s/hT/6yK/hxldvF5UiEuI0qnSpWo8Q0e7CUaCcMVdepxZiwrKuUvrSMuCP//Bm/PArX4SXXLsLt339m3CjBJ/9p7/GvY88hqNPrGGp0UVsuQKvlQq774Gq+Fs/7byngO4VQ9KLJ/rvhLYmvc/6ReYEGGrINzwfuY6FbreJPQf3412//X645VEkflf6hCS+91SkaqJKr2mYxZ7+NaoWW29+Mf655oCyjRxALwpokKgkpH1/0N7YZ8q7hruSEi+LLkpBy10JVzlbs0DS0sWL8BwXlfEqOkw75zzC4lxazqwALwFoAtAGQIp+xWB/jxILdA1gwSoDlWVulssViXDv3D0YLGBZXY9ZxOr9myQIpPhZf540MFzUzr04pMYNPYJTrrh6ApWxE3Js88tDoCoVqy59ZWA7OcDJaRsADVVpCWDZ6HAs9YqZ6UU2AeGq3/Je48YaCq6FnQf24tDe7di7aQpbpiewaaSCCnt+0ELUaWG5S6/sAO1WF92ODz8I0e5Q4eyLjzYtTzrdDlqtFjqdtk77D8VDnO3ARRjaldDj/AO//q8va4hnO2URyCKQRSCLQBaBLAJZBLIIZBHIIpBF4PmIQAZWN4jyffceB/0vpSoyLORyBZw/twDL9jA7NyWFqwRoJcrjlNvKg7flwU4iFB0LJ0+exh99+C+Qm90iUInQUooWiR8qj6uqhg+45KX898RXNFXgR/wVmbKZgoh83Cd463Y78HKu+HKaQkfGl5OFXwzEWA+spiFZpAta9aHXIDU0fo3mcwP4CFcIMojpJM3cqL2Mh0EKGPTVkn1FGfcVMKyFWlFIgKysEVjwynMcbJ3fhBdedQUO7N+HibEq4iBAl4pO+gB6Oe1DexmU81JH2tNZHFzmaYd9L3kpaWCdvjRCCrY1X7QH4I9RBA4DWbNf7CQIkxidkMWSEvFZZVxNxXoFUftV5QVVa3VpH9SolNyi9mU112jOodRyFnKuh1K+AFo8MBytwEc79OUMbEdlCaD8XC3SqfTLFNqSDw3q7VtKqNGVeukU7Yl1rBAupTkV7LLQaicIQwv33f0APv+5f8bWmU142Y0vQcvfitnNDrZv4yIJrT50sbQYiJhLboX41hfuwE1v+wz+5M/eh5ffOCnrB+I4KqpzZQ0iKfnigsC5hDFQFh+y4CBI0hPVZaPZQbGQh5c4OP/EBVQnRvC3f/sP+K9/9lfoRi5OX1hCkES9xRkDnhWgV3c8vHDh2kaBTrBqlOgEVwRYJk1dF7wT4JcoAC/SUGUj0FOscr0jauHQVVfine99L5xcCTa9RXtlpQgkDQRV9+vQi7M3kehr7JVK6hc5S28zUDzNqDZTENZYTKj+qyBmr++nthf1rO4xSv2pejoBIWMf+SESP5TxZLk2iuWSANT+olUfVCuLFeUHIK0m8E9n14cRZM6kQpQ+uJy3pIBfpNW/Rq2aslAxxf1Etap6tvDinl+q7vemSJ8sgOj5tTeO9GIIxxMX4LTvtBT5sx04uTxs15VieA69S11XrEA8V//k+G9e3iPAJDin60x/icV44CrFbBTEAtGlUGDQEZuWkmcj7DbQ9NsIOSRsHrMAO+F8QesSH2v1OhYWz2Hx4kXUaqvoNDti/yLFGCW7w4FLqxJXe5WLWFjrc/V3yPt+9VcvZUhn22QRyCKQRSCLQBaBLAJZBLIIZBHIIpBF4AcSgQysbhB2glXxI9QPeZ5XwJnT51EqjWB8chR+UJeUYKbnqhRUDShsT4BD0bVx5MjD+NO//DRmdu+VB3g+MPLZ2SiWBEMSYvEazANzCpB4BKsp/iTqJmIwpv5KIRUq3oBuHKG2uoTaygoK+QImJqfkwVf59nEfBVa5vyifCAr0fUnibUpeJn6sQy6XBrwqgKEAjPFzNQgsDVZVyncKpGj7gDT4UVBapdU6DmF0X/VIuGNokVgESjGvCN1mHW4UYvvWrbjh6mtw5eGDGB8dlRRcFrVKFzpKF/F6zkbWcwhWezDbGgRYKTYkl50GpvlcUZSrjUZD+hPtKUZGKuIrm4bj6X2oVu1GvsCPxFWKUimIxqrkoqDT+lTt7UvlmkUwwwJU0t7K35Yq67xWSiuOqlqY/3r0USUiJMgRD0rVFFQHhtKftDpRGUvKtuKs+xSrhgShtmJVn7HPKiAVESpSTS2AUlUr5/UfnJq9rOZNEKC2HOPWW09iaRm49ZZb8OUv/jM6tQacUgeHrnot3v9v34gXv3gapVxOwBPQgZUUEMVMs47xzc99B+98xz/iTz7xK3jpy7YJUAtZjb4boVDMA06g/X4Za6qEVREm8d9MPAQES4y/wzFF3SzvP4SbuAhaXfzme/5PfOxvPo+4mFd2ConydDbQVsFCFVNTsKhXyIkelbbyPY0jjjPlwSxtJrYlxpNZKd9lbuCPLOToeS8FVtllwriD3Qf24Wfe8IvSfg6PyxR7lc2eshswWexGqW6aSJ3fLAz1ZghDzE06u74rUVTrayCAM39zf1u8e224fL+ncNbbCwNlcAcL2KnMAmXX0l5rIu/mEPohvvClf8bLXvYyTM2ovmQAp+rjCsrGAqlZ8MlT83UcwuGcKj6mjA1jGsuikkOoLgkMylt4eN6jXYCZj/UgUuMptXCRVuMqWG8gvVYqm5bXQFWKLDIujoKoLALluI4spLDvUP3vuLYCqa4nPsg5x5X3Xe7D+9CWHWoBpG/bQUDPS3DcPBqdDs4vLYELXzmvgEqpgolSHmUXaNVrWFxawOLqCi5cuICV2iq6oY9CqYhypYJ8jn6uBTV+I6q5Q1Gv8l/JuqDlQ6A8e1U/5VgH3vfud13WGM92yiKQRSCLQBaBLAJZBLIIZBHIIpBFIIvA8xGBDKxuEOX77zuhU26ZwkvllY0nn7iAmdlx5Ar0WNTKM/0vyQiL+PCZsEgYZCf4yle+hX/4+newadOWntLQKFcFMFAJZypXa6WngQ5EVVT+CVCgYiiJBVKBCqmCA68LxLkQLT+P8suvx2te/UIcvesenLr3EZx57CS6tbrsX66U4HB7x5PrYwVregK6fIi1tdrWVIumolZ7+qWVrQYMUNmklHaDFcPFR1CT1LTKrYdTNEBLAz8DztYLvxZADqT2K1Uk1WKxpI/aSYwts5tw9eHD2Ld7N+Y2jaOaK8GKIvhJhDCJBHyISo0n0b+ba+jrxPRDfEoprDSVT309nUXAetubPqJOn7ZTSKfBa9iV8jZU6uf+K31etgH/JlhlwRcqyPKe8l99aiErVbhmLVhDPerCdvOoFIooeBZCyxP1I9WSBH4qbVp5Q4r6jRBK1ICJFFCj8s21PAF1vHqBhEZZZnEBgJFOkPMc5KWAGNDqdtDwffj0TRSFKaEdwUkkcLLve2kKKEXwI70AIH6YAaI4FPASRvReDNU+EakVQUyMt73mdZc1T/pJB63FCJ/+0jksONtw4v67cM9td2JhsYX6Uhuzsx4+9IdvwvXXzqDoeHAJmgWzRbAiVlOPcetnb8dNv/pP+Mgn34cffmlF4rFwJsCX/v5b+OFXXYG5/VPCyizQg5Px8kSpa1n0Q2b6teSaSx8VEE0Yqvtqt+Xj45/8B/w//+EjuLAUgCsPKoW9iCBq6EUaF1HchWN7GnRrZapKeodNwwVZHGK8qBxWFgDGYzWK6B+t/InNPKSC2VdXsl2VshBo+G28+EdfgZ//pV8UrS0BGdtEVKBpT1L9exQoVaz5zMwpbFcFb9XCTw886rWRNIjsWaXQ21THJu0DOug+ml4j4nU7SKJArl0wJ31RpagXGSaVnTZyXh4XCQGXl1Gvr8miA8fR6OioLFwQCOY8D0GXliq6YKBYWuh5Qw/VNFw2wFssBVQVMMQhFZqqqBiLeplxVJHj51WBROJqs8DGffS8rHqFKkCVttNQ2xKm8kcpVaVwHMevx8URqkEJUglO1WfD/5r35H1t1WHOYeZ5xontxeNw3llcXEQonsoBgm4H7U5H5hJeD2PGH69QlDmjUChIQa9u4Mu8zRhzccgXqwBV7E76EFcIuXAY9rMrTN95/7sysHpZk1y2UxaBLAJZBLIIZBHIIpBFIItAFoEsAs9LBDKwukGYCVZFnRlHYgPQ6fg4d3YJc/NT8HLKz9O8lPpSlZOJHQueVuD87d/djDuPPYHRkTF5eDQPzZLSr55aNWzSnnJaEciPyNY8PihrkCZglemTQYxujvDWRWz7WOq6mPrp12DbK6/HWtjFPguYPXsRq4+dxp133IvHHn0ca0srcPN5jFUqGGUBJM9Bx46kCIkUaxdvQT74qwdoAtx0pra53rTSLA1QZf8hGDgc1jRk7H+WSo/VbxpVrNnGQBZzvh4QJZCJQthJgoLrYe+O7bjq4CHs3rUTY5NjsAi3O11ROlKl29tfoI8CwSbtuAdbNRCi2mu91zMBq4Mq3+cGrPL8SvWs/EoJNwg0CH0IGQViEIBS6UyIRAWiDVxYO4/VTgNuLo+cm4PH6u7sq1KoTEFSKkOl33l5OF4BDn1BJUhUMmpfT53ardqEhYMUEImSLihq82wPMxPTmKqOI2c5aAQ+Hj/3BI6fPKHaQGCfAqsdXcBIiuJwcUGnkVtMU++lrWvoJ4WMCFr7acKCOS3gd990eYVtwgRYPdvBJz9/AueTWTSXLyDs0BOyjZxdQOIv4B1vuw6H91aQE2U6aZzyUlZgNcFXP/MdvOM9N+PPPvk7ePlLSjKWOw3g5k9+F0cfP4Y3vPVfYX7PhNSccqXLxbKfqBF12jhBnty6ng+oZmVbsFTbY4+exRvf/F48+OgZVXgotrFl8z5s2TqBditAFHqoN2pi80A/y5AFf8IIvt9F1+8iiRsKojLGopKkwjSEa3fhugSFvGJd8V0XizIqTTNeBaILWE3Q9Dt4zU/+BH7uF38JPhWauj0UMk/VPVK3iJgq8pTqWsYEgSEhmrlnDdyNSN7EQqXI919MrOerN+/qc3AhSH1gEur1PuzXAq2VNyrz2Kli9aMYZdtFMV9QcD4M0WzUUautIZfz8MD9D2J2bhbbt23H8soyHnnkEcxvnsfcls3ih9tT/eqxKAWoDFTWQJp93UliAZU+fbXZVXnreiGC6lZRc/tdUXGWi0U4xhNVX76M354yXGU2EAyLfzVhqlbzileyQ0W5AqkctwJWUxCVvw8A1PRnUiBRzRe06+gVE0wp0mWxTeZ4C41mU9SofPHapaheuQQCYno/s+G5+MFFFYJT/nCO6nRpV0O/1bbEhGBVLewo5ap4z7KQWWgsKnSzJgkysLrBf1Kyt7MIZBHIIpBFIItAFoEsAlkEsghkEfgXEYEMrG7QDGmwWiyWsbS0gtWVJua3zMJ2BoGgAquKvSRUD0UBYj/Ah//847jYVT5yprgPt1VAS5n0CSjT6dYDykSW1OmlugqSkTRdJ0yw5gawIxeuHaERF3HFTW9A4fAsFkMLHRbNido4XMhhXxCiuNbEY197CF/79tdx/333Ad0Ak1MzmJydQ26igKDdRtIhZmPV8wgRC0Tzr0BVeU8rqAzY60EXra6Se1D1tAbSXg1USUPowXCvD1apklz3WIyT8gYQBS/pM1PPiadbK3UgCrF1y2Zce/WVuPaKqzA/OSWqR0Im403KdFjNwRXAEpg8CMmHoai55ksFqxsdL33vaZhr4tT7XNsDDJ/3KXDaFHixHNTrDYEUBCNUjNFrl4q5duzj4RP3Y7GxBNvxpDiMgxgBQbr2dBRIS8juOChXp1CpTqJQKAkkEZ/EtRWxH6BFA+GNVGsPA3TabXQ7TI/vCtSrlsdw9RXXYffWPSh4BTSiDu568G7cdfd3Ra0W+h0U8zaKBVdUhIyBAkTqTvl30VUKSQORBPxLZ1Bp3SoNXAEg/rzlde++rImUoK65EuCbd1/AYlTGaJHgEqitNhB1bIyWE7z0RdOYm9RWHZKrT8W2BqtOgq/8w7fwK//68/j43/86rr96QmCzbUforrq477sXcPTIMezaP4sXvWY/LJeWD4TIrqSU06LBiRRwCzh+zLhLpBSUQNS1NR+33/UIbvnq7Th5cgVf+dIdeMtbfxm//ts3CqimwtgPWghbOXS6IbptH10pdNZFp93FylqCTreLVqMpSsH6Wl3a8cTRI7j9tlsQJlTSUhUcKC9pvbCSdrNVKkv2mQSNbgev/PEfw6t//McRcPEoVbCup1jXwFvadh1PXrblgPdqqvWGx0S6YYlIzas3vtj/hywlzBwl8xY4vqXsGLxCHvVuB+cXFnBo01ZRPVNZrQrtJeIP/PBDD+O2227Hz/7cz2J6ehp+18d9R+6ThaZdB/crP1Zta2LmcVfP4crwQnVU4cdUeNIfmhBVjq8tMsTORUHoVmMNrfoaPNeGR0W0SzDZHwtJzwpBgdS+YpUgVVl1iIJdrDp4LwquioLVy/XUqaJaFR9Tpv4ruw7xXNXerFJYTlsCpOciMz8QEPPFY7PA1urqqlLO6vk4V1DF9Ph9wRhxHmq0mwL5lSo9ln7ZFbjakbmGkFUKsYkCPVXMKwOrlzWfZTtlEcgikEUgi0AWgSwCWQSyCGQRyCLwg4tABlY3iH3aCoCQ6cyZcwgDG5vmp6SaePplFKuigLKZwm+hvrCC//SRjyIuT8hDvFEamgfy4dMaUKT8KbXCkkWZpBq2SgslW/CSBD6ru/sEHjEW7QoOv+0XkN8/DrfgoQkbD9caWKx1MOm6uHrzGK61YkwFFpYeOIpvfPlruOueh3DuwjLyToT5uTmMj1VFfUgFEdOTqabqF7uRR+0eNDAP22nIJxBDK1aHIWoaxqYf2tV2fYCa/mwQrCpYoZkFiLksx4KUhmF2rAYjrsNK9D7WVpZhRxG2z83h2quvwvVXXS2Frug3yAd63qf4TQrXVmn1cgatykpfh2mjSwGq6W2ea7Dau6ZEQeAe7KaCUkv8qBxj+y0sLMh7TGUeGR3FxcYCvnXnLbiwck68FZmS7FjswaF4oqoUYlabjwScjE3MoDo+i0K+KKAtCAlWV0UZaTkJPI89Ui0OEKYSWudE5RyhWBjFgQNXYNv23fC8ImrNNTx+4lGcv3ABq6srWF5aQKWYw8T4KGZHyn0QJACJ96VgKZVxyjOStgS646sSWOpzgazKT/PG6y/PCiCBL/AyiB0EtoUcgVmUSBGees0CxXflMkEp/VAJc9V5WZTIipVi9Qt/9w285ze/hL/8m9/Ai66viiezwNUoJ8T0/ntP4osf+wa2z2/GK/7X6zCxeRSWa4laPNex0Dy7JGnS+c1VmTdc9ml9b6Y/il0ILPht4A//418jjjz8xu/8L3Bd2gJwLKhK9k95ibXAOgWiAHz2776KX3/P72K5vozYCmTxwYzytBcr3zNWAFza6fgd/NTP/zxe/spXokuwqv1vzc5qSGv1KrTvqJk5eqpOXeBryB7DjBmjnDbzRm8MpgSsMgbEC5VQVPk5p8cF91H1pTi+E/hRF5XxcVheDheXV7B7YgaNel1UvDPTU/A7HVw8dw6rqzXMz89jbm5OICTvpFgoCpx+/MQxgYZGtc9pQ3ycGePUwow6rwa6iVGYK0uCs2dOYdPcrPhBS9o9i8lZCQqFnIBX2LleM8r9a7Bqxj+Vqb3vCb2wwPHLcSMevLZK9adi1dFgta9kpYrVUT7I2mPVfKY8lB0VS+1Xa87J+dXcs8z9loXaWk2gqABZkma9DeNB5TQV022/rRWpKj5U1xv1KufhgDYAARXvCryaxca0FYDpA5li9QVTVhAAACAASURBVAf3H8TszFkEsghkEcgikEUgi0AWgSwCWQSyCHzvCGRgdYMYHWHxKqYuE3i4OZw4cQrl4hgmZ8YQxaoye1odJeCUnoO2JYVrTj7wKD78yU8jNz4vD9XrgdX0/iYVswf5pHgH668ogMSHbPG/pMclH8KRQxB1ETqTePnrfhrRSA6N0QK6kx5QsbFkAydbAXw4mHSbuKZSwf/P3ntHSXZV9/7fmyt3ztPdkzRBGkkzklAWCCGSBAJZFiIJGWyCEBhjeELYD4MjwSbJgIEHD/ww2AJMNBZggQIopxnNSDOaGU3qmekcK9/4W3ufe6puVVcLuddb+r0/bs2a1d1VN+57zql1Pue7v3uzpqDN9zF3chb7ntqPo/c8juNjxzAzN8dFTrLZNJJmAlRZmifDoaelhFjiHuoBkwWiomBVXn8zjGytWm1M95VHlts278NKWkobVwKolELNFcx9Vl75AUG3AG6piNLMHMrFPDKdWawZHMGGtetx+rbTMDI0iLRlsZqMiq+I1F7xkvBAAJqVrABW7lDPprZrtdfvUqzK9hXdV4JFCd0ItPB21BpME2NjY5iYmEBXZyd6e3uRzmZwYu4E7n/oDiyWZthvUSr5qBgVFb0iBRsXQwsC/puKs5mJFPt2ivxuagc2+3AmTLMGduR5qY9oDLDImiBAMp1FKtfO6li7Wub/pPgrFivI5xdhGTpymRQ6U6nasSRIp2P6YQOrt59I1fewL/BNh0D5vNMu+92jXIstuGo8K5aFalbQObI98KAoBEZpJ1J0kjJQVLen/k3eqgRWCVr+/Pt34303/wr/9oMPY8cZKYZ5quZBdRUEXJBKgZNX8Ytv3oMTT03ixW8+F+svHIDm6pjacwgTe56BAxWnXXERrO40dFKrsu8xaRrrvsW8ghAo+F9f+hEKS8D7b7kyLIKVINwJRU1Elj7qN0vLD+IV5s0L/wv8xw/vxntu+nPk7SXYfpXHETI5IIW8Tx7MZAIhU8EZrlK/V1Cxbbz1phvxwstfwqndAiyqrHatgdHQ0kHATy671Oi/Kp9dbVElvD72Ww1l//w46jYp3NbCImi1AnVS5hy6qtTboyznRQXvpP2CKAyVyOSQ7WiHV7JRLBSQX1hAcWkBlmkgZZnIZjKs9rUsE4lEkmElKS7pXqZnZ/k+o/bL4jmFEQ5l1bStsFERizekTiZIOzcziR99/zZc/pJLkUlmkUiGXqRmWDiKBan1hZ4oWBXjL0F0ATJ5MUkqt0PFqlCrimOxFQAtTOjSHqDuryq2if4tfmdgG/av2rOXhcOEvJxBKt0mWSSwepf6Du0TqmcpVgRWSeVeceqp/uTVTN7Y7KfqkGWFsK0gCwCpaOW40TP26m0pBqurGtrineIIxBGIIxBHII5AHIE4AnEE4gjEEXieIxCD1RUCLsGqSLnUcPDAIfT0DKKtIw3HrTZ4dvIE0CfABNiKwkDr8bt+i2//7BdIdA4xWOVJKBcBqSucoqosriYdfs6AQZQrEUq5sEqzzxNdn/0aoVjIV/Lo6N6Ea696g4BCnoJ84GI+o2KmA5jNeHDbNCRUFd2Giu7wmHO+hvEA6CvMAeOzKO45hGMPPoH9e57CUrmIRDaFru4uVj3SxJfSNqWVgYQuciJcm/STZ2vTq1lFVocQoWdf6O8qoUwU4LZSfRKvINBMRX4CSpcPoRGl8pJi1a6UEFBBp4UlTEyfRG6oB+3dA+zbl7ESWD8yjDO2bMGmjRvQ2d4O1xepq1HLA3GNUZhXv6lIfall99qssPtd/Xg1YJUAG0ERenF8QkUb+TNSaj6pVSlNl2wARkZGYJgmxudO4ODRJxCopTB1mCChUMwxzNcZ3fM9C9AqiuAQEKLtRKo+Fa6hZPBE+J4s3iP8XsW9CHhCL/LWpLZMCwOkqCNnVZusJaiPUIEb8oGVBYBqYssQxLENhASBMoqs466pEsMA8FbnbX3x7wp1y8+JiVE6u6YRUAR8RRfFpEiNHrBOnMEqAoqPJkAutVdWsGpsi3D79+7Cn9xyJ77LYNVg+EwLILonCsWRFYNTcqD7Ku69/Qnc/187cerp63DFNRfjkZ/fjtl9Y1BSKbzgLa9Cx4Ze6AR1yQtUGK7W4iAVqbd+5t9h6b14x3sv4vT2wCNlYhVAFKxyHrrYl/wGRF2ysKeIuH7/Oz/Hhz74N8g7eRSdPCsnVfa4JKjcqCQXTzYQSvbAwzs/8H5ceOmLYId+rsK1QzybaJ/lvk9AOKJMlV6sAhTL/aL+w3KhRSg9o+OFT0W4wjT7+gOlewx7LN+kSMPn6BGopGsiewxdhU1SZEWHRmnrXCyKnmqAMpFq8mpmO2GC4XVYSinq1O7Jv5hVqGERJ1LKsjI3VKdy+5eielrsoRR5agvcDwwGnvOzk/jal7+I69/4OqStJKyExXYmvEjGBa186JHCVRKsinupe6zK7xHZ71ixyn25DlH5b43gq7BjaASpBFbrcFWqVcX3jxhbmsGqzv60YvGJXvPz8zVrlVqwqeeEVgD0s+KIcVX6c5OtrgSrBFRpTJafy7bTCqzS8T90442r6uPxTnEE4gjEEYgjEEcgjkAcgTgCcQTiCMQReD4iEIPVFaL8xK5jQOCw/1216uPwkWNYu24UlimqmfPEV1ADMRGlmWcQwDEcdGXb8b1//iHueGIvMp3dCByCH1IVKbwM5UsCOfLq49+pSjspCP26akxWk6bPuaiQV2WoNltwcPqZF+PyF74UAaVyq4Clkg9egKLrouDZyMPBxJAFv1dDe0ZDW6DjqB/gznIZDhLIKj7O1IFtvgfn6DiOPfAoHvzVnXhiz9OoKAY2bVyLwaEO2L4PswAU2RvSg8Npxi50uk5Dg++RoklMzOVkmiAaw6iIZ2p04i7C1+xXyxnV4UsUu5GpvlxVnFPG66ngvD88VtsRXCxOT6A6cZIrVXefshltA8NwaBJP6adOlYtaDQ4MYPupp+KFO7ajr68P1WoJxWKRARId21HIb5OOKXxu6ZnwMxaku3bN7PcaFrFpbkatFbp1aNG8fbPCN9o+mn+X55Xv098ERMfGjrNqdWh4DYaHh6Hq1EaOI1+YgKYRWNJE6m6ojBR2mIK6kfZMUDhZVE0cvcY9+Rf5l0zPl4+pORW9Driiz7uOzVp3Om7/rbLamZbVvVije5+7ZXVglYicUFWGFI7ljWS5IYB9RAgp4hBQhAiC0QICFV9Scdttv8JH/vzX+MFPPoKtpyYFjOUQshEnjw/lkg9PcWCZAQ4+PI7P/89vYnSgD4Z1Ar/+6f24/ua34rXvfz0S5N/KBeSM2nXVYH0I/b7wsZ8hs6EHb3nTBXhm3xwKThJn7EhA5xRuuh96mmEA+TqF8pwWISiwpEkk2Petb/4Yf/GXn8FCOQ/XLUELyEsZwnOVvValRYeIEcN16mWBj3f8yftwyUtfimKlKoAz9f8GuMq9WjwiSoWveY+KtxmuRqCpGANat4cGuBqaWDdsGu64Yl+TFbLE0CyuJVI0q35WcVRhQxABukLyWh+Lovci320AwPV754gFjigspeqYn57G1/7p87jhTdcinczAtMwQVotFCEGCZV8UbTIKOBlqyoJVpFpltTot1uk1z2H2Wg0XTIJQvSqAq1CxSsBaK1bFylaxWFOzA5BwN2K3wYs5ivRkDjA/PycW26jIHAu9hTWI8F6mAmouF6higCoXWyibwyPFqkj9l1BVWgDIhTqWGTfFNrYCaN0/4nfjCMQRiCMQRyCOQByBOAJxBOIIxBH4fyMCMVhd4TkwWIUDQ6XCQGWcnJjEhlPWiWIoErRFvP1kIZdAd5FLZvDVf/w/2HVyCun2DvgE9MIJa135KU4soCxNrsOJNBUXCgsEyUtjsCoLXBG89G0EqoqFkodLXnQlzjn9LJ6w0rUZii7UseTlSCohBAxBpvUq5jM+3HYLWlcCFU3FfrWKYtVBJyyYmo5F2DhNNbF1toCZvfvw2N0PYu9DO3FyfgZd/X3obu9E1tBRVCmN2ofpEYT0UVY8WAEn6gulooSNlNoZAQQCotSBsSSoy0GLnFzXt61vU4cfNRhJMIyqaHsu5o6PYf7YYaRTGfRv3gI928H+fgwjqWhTVVSpJh/cvo42nLltG3accQb6u7qg0eSfgECoTuNJPz0j8rlk31mhWmulPI42o5VAj9ymFUT9b4HVqB9DiDsJaucLeSzl82hvb+cq3YapY7Z4DMXiNFRNgDdKN6bq8FyFJ3yJNij+Ftq81q/6NYYWBDUp5HIaGlUhP5ehrqbgbQFWW+0vt3/B5kufy+GXbfOzH/ySFwKSiQRSSVIQJlhJa1qGaMPSz5KgVOj7SgsIARWUIzVgoOBHP70Xf/e39+CnP/0INm1NsgJShESAVVKVEnwsVRykEgHg6jixewn/9Omv4f47H8VCYRLnbdqK19/0Lpxz1VakshoUsx6Aegy55+CTH7gNa87dhjdcsw2/vfMwfn3PMdz0gUvQ0y69d4Wyt97PQg9eYQ7L0NWzPXz9q9/D337yi1zYLPCrgFuFR+ptj2CpOJdQf9bTsjUl4MJFb3vPe3DZlVegVCU7FA0qC0nr55TnFtceHm0ZSJV9ePnnrfpOs3r1ufa1cOmrBchdDu/kMVcei5pRe1RpK/ZuUNkzcHRoZYbB6sLMLL76xc/gLW+8Bpl0jq07xFpcXfVNaufad0KTcrQBrIZjLI/zcryXnqs1sCrsAIT3auih2mQBID1WxYJd6F8c9umoLYCmi+sSilUBViuVCqiFe2SP0QRWaeGRxlhpoyChKf3teSLlX1oArARWo7GMweqqhrh4pzgCcQTiCMQRiCMQRyCOQByBOAJxBJ6nCMRgdYVAP7HrCPvkGZqOyYlZFEtlbDhlLftN1tWkYQXoMBWaJ8W6B91T8alPfQmzgQY9meRU02iaexSiifdp/h1Oqil9uskygNNWQ0sAdgEIPPbxKzkaXnP1mzHaPwzPpYRrmsSLKt4EyFRS1wYBDPrECVAJPIwHNvJpHbapotQeIJ9UoSc1zPoO9joFtKtJrDcsLmiTqVbRf3IeMw/twTO7nsKBZ55BqbSIZDqNnJmAYSXhJwyubh6oVP2a0qTrkKH5PqPwgT+rS1MbnkIjRG16QJFU5ZqKkasZcfSRn5lGfuI4Ojo6ke4bgKeSApBiJlKk6bxCXeXBJksHL0B3LofNa9dj26bNGF0zjLZMktV5pGCj9GeKpfQ0fC7A8LmA1QbAHN7i7wKu8nOZkisjI0SmkZzvsIJ3ImVhfO4AypU5rlbv+4znQ8Vq4/asPpRI7XfATbLGiL6E2rXx1er+atcbUfkuu+cQLsltG+NdvzDRXRScs+mFqxoq29s2MUClQj4GWROEldItBmEadM2ASW3cTMIwLai6CTOVg2aasDQTlm5hbHIeh4904Y5f3oyNm01OPZdgVShFqWNosKsuDCP0o4SGpWkbt9/2AL73L/8Cx61gx0XX4qpXbceZ5w1AaxdFk+TihIiPkFl+9D3/grNeeQFec8UopiYc/OIXh/Gy12xGbydFIlSLk0qS2wNZPiwHq3bJxhdv/RY++8VvwmdXCAeBU4HtVlD1bShhhXah2a2n+BNYrTo23vSOd+BVv38NSlUqeCXsHoTKMATyoVJXSESXp/TzwwofYyh0rQtcJZxcQcLaCnpG7TmawaYQubZYJmhS0EfHpeZ2F45mrY/D17scuPIt8rk9QCOXXp2L6n351n/Am15/NXLZNlhUHS1Uv9cWFZqKVclrqdltSMVqBKxyq+L3o4WthKesKARXV6QKW4C6FUBUrSoXjOiczQXi2FaArQBEWyQrgGq1zNYfBFbFeEoWIAKYSrBaU6HSN2mtSJXIaGgoWBV69PKzihZECwMQg9VVDXHxTnEE4gjEEYgjEEcgjkAcgTgCcQTiCDxPEYjB6gqB3rXzMBRVFOYZOzoBwzKxZrQfdrUSzRatpWuyYpUqPFsa5k/M4uOf+zK0zl5R2TlUJbWCchK4irIgIvVcTrSjxaFkEStXCaAHAaquB8Vowxvf+EfIJtKR9GGf7Qto0qsYpLQMuNgOiY3IboCqwju0v++hqHiY1T3MZVUsdVmoZgHVC2CoKg6VqxjTFFwQ6HiFomKxvIADExMInjyG3Q8/hqeeIj/WEjqzbRjq7AWSOp+Tr5lJRYgkQrDRDNAYvKlio+hnDKRCVesyaMHwsDFdVxzA54JWmmrCt6tApcTKQ0814cnccvYkjVgLSPpB6mNSFzouUokkVwnftnkjNm/ciIHeXp7o02fkP0mHEhBDkCH5fJpB+Ep9dyUo2xybVkA6GqdlYDXizUjbERQ2TQtmQsfxqafg2ItQyAM3ELCN/HibWWgNrIb2Da3uoVmxKrdpBVZrn0XJ1wqBaXj+EajbGBdhP9Acq7NPuXhVQ6WV2VAzH62BaY6OBGXU43S2TyBIKZqxUKyaisWwrBooaGu/CHf/6qNYt0HjAlChtk+AOE7B1+A5pPz0oZuAx/FQ4RUquPMbP8bE/iM4mT4TF5+5AWdu70Db5h4BKcVFhZ2ICmYpuOVd38Kl152Pl102ysXrDuyfRtHWsH1bZxgX0lqTXygBVaFcF7izrlgtF8r49N9/DV/9+m3wTWoLDuCRH2YVTuAicJ0wTZusBKRyleAggdUqrnnL9bj2+utRsV0uzhVdSOFuH02NjzDHhvcjVgFin8axomXba6l65V7Y+vmHxc1+lwI2PDP/4LEnagXQAsouh7vLvaXl0ELPn2wYVBgoLi3iS5/7JN5w7WtZUU5gVSjhQ5sROv+zKFa53Ydjj/zOaP5Z811loCoKUnFhqaZ0f7XJJkDsJ8Bs/ftItD9a1GNPWV6sEYrVublZVKsV/m7hMZ9gPI2hDFbFdwBZAciYNoJUAdulUjWqWG0Gq3JxIQarqxri4p3iCMQRiCMQRyCOQByBOAJxBOIIxBF4niIQg9UVAr1z50FRbd4JcOTwCfQN9qOtIwG7SumyTWnUIRzw1AAd6TQe+83D+MptP0Db4DCnlROck/CtFUSj96JgVaaHykk8++aFyMbXqDCKj0rFRVffOvz+71/Pto/FwiKqdgW9PT3sOUo+eqQS4uIrhgevAi6qo+s0sfWhG4DnK1AcoOB4mPFtzCcCTHXrUAcslAPgMHmvVjxcrKn4FUp43NNxnhXg7IoGjM3jt3ffjXvuugOHDx9CZ3s3BgcHkc1mubAJ+ZIy9oiAAwYOUU/SULFaU2wtAxlNhb54Wk8gognEkBUAi6l0fjaaRt5+ZFcg4JKYvPvExWrQVjgUCozCVgE6eRiqfO1epYTerm7sOPU0nHPGdgz19nFFeJvUyqE3p7wXfq5c9GalBPrW0Oi/C1Pl+ehnM1iV79H7VJCJYEo6nYbr2Rif3QvfL0JliK1zyj/dN6WpR48prQAYpa2gWJXQZRmVjezQSnUb7WLRZ91y2ybFan1focqTL7nvWRsvWtVQmUiPht6hAh5xTMMidOKA1CPZVFfYJBBg0kx48KAGSZhKAtUgQDp3Lh6461MYXSf2qO3LVgAiUgSbKqUqV4L3fR3TU0UM9ltY3LMbt97yT9htnoFb3nc90vP7cMoV26ElLfZ6ZRsNVj8G8Ksebn73d3DVH16Ci88fhe9ryC8Ucft/zeDq1w4jmaICSARVCZ6Ll0zrp2dNIwg92MJSAR//6y/h//zrT+FqBMEcqIED33fhqz5UXxQVov+kuJTgS4WHsmPjVdf+Pq5/+9thc0q3VKu2buOtgCmPaYIa805ijJPPtdGbN/pgCXi3UqxGt2n4nM/TOn1/JUV5DUKHB3025bn8rHmbWptmGwWy3CDYrqNSKOIfP/NxvO73rkR3d/eKitXm9i37qASr0b/luRqAaAhHVc0QljDkj0pZDE3K1Wa1Km/boIQNlasRKxfpQDI/T2CVChoGNZBah6fiPRpTowBVLphRm6n/Lp5pQywjHquyfcRgdVVDXLxTHIE4AnEE4gjEEYgjEEcgjkAcgTgCz1MEYrC6QqAlWK2UbFasnrJ5I1Td5YIckYomNQUdZ8SqAdoTKfz4W/+O/3x0JzoG1sDxqco4qX2o0rooANKs0BSpl0K5RIrVqFKVLk96rNLnLpkaEqipuDh123l42SuuhFN0cfiZfYABBqnd3V3obO9k7zuyGAhQhUJqTkVDfsnB3PwicpksDFNBIkkV2gGDUjkdBXO2i0m9jELWxFKvgR7VxUBCw6OaihMuqSHLbDUwoOrYblpIzxVwYOcu3PfLu3H4mUPsvUeKrEQiAV0V6aj1yXNTAaKIFUBriNEEK7n4dl1FJyGDgBdUAVxndZanuKL4FHR+XqKyPVV+pwJOVK1dbM8xJxSra0JxRV63usbVuSulMryKjfZsBtu2bsUZW0/DQE8nUglrmQduMzxu1aRa3d/vUqbW7k+CMul/2OyxGkIR9i4MfPYLJY/VfGERE3N7qYQSK5a5gbDXpigC1gBxZAX30Ge11T3UgW5j6v+zKVZbgaJnHdsiYLWVYjUaE/p8x4YLVzVUWumRmhKPnSQYYgp1uaD0wiqBryEQkNXnDkYq9gRULwlX0ZHruAAP3P1xDI8KVad4hSn4vJAgvEptWthQVRzeN48f//sjaB/owoZUgHvuexR+9xZceuYozGP3o//lZ2P91lMQaFRIi6tWcR+u5Iu4+abv4Ib3X4sd29r4USq2iu/+6CjOf0Enhtem+FodW4HrBEikBDCmFy9GiCpyWJpbwkc/8hnc9sP/AkwVnltB4FbgUQErXWGfYcbuXGDIrvlkwndR8Ry89NWvxltvfBePJeTZKxdQ+DxNiwuiGFT9Vfs8bGviE1roabFN01Ml+5NW51gRfrYAq/8tMNusvl1BGbsyWKXn7rJiVSE7iHIZn//U3+D3r74Cvb29PD4S8IyO9WTvslKf5wWpsGif3OZZlatq6LUdeq5SZUOZ7t9gDxDxZq0vnIjvnMbji8VBUgjPzc3BtiVYJfguFtAoFjLln9bVoun+tTj59eJ/8nuhBlp5TF7eFmKwuqohLt4pjkAcgTgCcQTiCMQRiCMQRyCOQByB5ykCMVhdIdC7dj4DXVexNF/G1NQctp66EbZbDH0Dl0+AuVSLpsBCgFs/91Ucmi+irasbFceGzj54BFtCsBpWX+c5pKxwT3YBIViVk9CGtMxwwumHXpmlsocXXfJyXHD++SgVHezdtxuJdALTk1PYseNM5LIZVq/5nrAocEld5PrQNWCpuAQHCZSrRViajpRuwEqYMBIGdM8BZY1XfQ2LrgdX91FK+xjvUFFNmVhIqij4HrIa0KdoyMJHUgU6Sh6WTkzi8O7d2L9rD44ePopSqQJDM5C0Elyshfz9WBWoEKClQlukiuPICZgVCsx8eCH0itoCSNsAxis1GCNiRKJg4WdJadAeSXhJKUuT+LCgEJ+HCZqAXrQ9ixRDuCMhmriegL11tQBwCCB4Psdz7dAQNoyOYP3oKDrb2xkckzKWr4d/Rm0ChN/ms+tYG20QJEhcGbiKVFzZLmQ70TXy5RQgjJBxKpNBti2L2flJTM3ug0pwhwp7s2Q39OyMqlIjCkJ+PisNPrV9GhcHogsNYZMOFx8EBq9Vqo8et+H8cq2C2kF9o2cDq3xMBqsXrGqoNDLDjVYAbNkhst/ZH5P+FgQrVKiLayNQpqtJqIEF29HR23sB7rvvsxjsk3fJSyyifZINAB/Dh+qoXDiqVNKx87FjOHDkBBIF8qNcxM5H96KaX8RgsoCX/N6Lcf6rXgy0Jdl2QFQ48lFcqOD97/4GPvCxN2PTpmwIbDXs2TOH4xNlXPbCPiQMHY89Po9SoOCcM9qRtOgiSDNP10ZtFVicXsSHbv4EfvTzu6BbOny/Ap9sAFxb2FzwAo/wDvV8gmaisrtHbUtTcfFll+Ht730PApWUsQqLQpcBS4FAxWe1xRABqykuWqDVAJooDyePwcsd4fWS0l94NnMcQAta4rjCv7Xm6lr3HZFb8MJJuG3t2FFiVztSw77imdW3i94Xt+ToZzU7g4Z1tlpbFL2IUuVJRQw4FQef/9Tf4rVXXY6BgUG26qB48yKPHMPkaCT9tpuU4yIlPxyxROMUvqeRBZe68pQsLML0fnquBFbJZiZamI2gqlSq0vt0RPmzBnHJc5j6uygQSDFYmJ9DlbISfC+0fyH1shirua3wfwlWo883jHuoUuX4hgtatdBKGxg+ntg+BqurGuLineIIxBGIIxBHII5AHIE4AnEE4gjEEXieIhCD1RUC/cTOQ1T/AzPTeVQrLjacMohiqcCAolUKM03lTU1FtbSEj3z8VijJDiTTKVR8FxalX4cp8FKxShNQqhjNvnnhhJ6UaTT55SlzNAUzUoTFD2z4mgXH0fHqV1yNU9ZtQNXzsO/AXuzdtxfrR9bhogvPYo+7ZDKBw0emsFQsoLunG0ePnMDouhHk2ix4HnnnAaWiDadUQTppob0tDdf14JA+T9FgBgp8L0AZHhYUDwUlwFSbBydtAGkDlqWAC0aHMNJSVSQcD5lCCf7UFA7s3oNdj+/G4X1HORW2ra0dmVxOFAuChqpClcVpAh76FNKkmr1QI/aSTSq4lunjjI88tkuQLCKqhpKPuHHfkKBJGBP1AlUD6IpK4kSh+GUwLdKiTUVHVy6HrRs34vStp6Gvr5u9BxVXVMFm5dYKvqIS1EjlZxTcRJ+3fP7Rpik+r4PV+j2Biy1RDF2XlKkmMm1tsDImJqePYWHxSE2p1tzURTyEkrHx1doLoC40rLdR2i+6END6HMs7mURfzedtDJ28DgmTIj/DPrV9w3mrGirNzJrafiu1qdr7fOOh1yRTR1okUOHaFnraz8Tt930R67rIh9VFKSArCuKiJjmy8lqBF2gwffBCg2KpUHWy4FDgVVU4dgmP3/8kPvzBz2B6agKvPLUX7/3jt2PtledBz2ZR9hQk1L2tEAAAIABJREFUFGB+vIwPfOAb+Nt/eCP6htqhBQo8BSgsuvjXHy3hokssjA4kcetXTmBgbQLXvaINmYQBRaBdBIrGkG9hcgnve99f4vY774NuqNAUStl24LhkB0BAuO6tyopDUl0GAWy7jFxnB7bt2IF3vvePoZmJUIne2Fa430nlZUCesqESXCWIK2BZAEu0OV4QIfoqLUKY0sIntSX1Z4cKcZFFRxJKUAqfl1BGyjEzWgBvJfWqeL9uC/BsKtcaHo+kqMuxexloZQQcKRAW7QsMtEnVazOU9KsBPvepj+PKKy7B0NCw8FgNvxMY4vPvje283seb1OXhBxKiSiVrVGFKi2r8N8FTGp+kApWVq6It1xSs7OtNz6D+3UZK6/rCHqlV64tGi/MLoceqsFghlTyrl9lnVcBVl4GpKAAYHV9o0Sw6ZtR/F0DdJ+/wcJFNVcnnGPjgO9+5qj4e7xRHII5AHIE4AnEE4gjEEYgjEEcgjkAcgecjAjFYXSHKu3cd5sn4+Mk5pJIZ9A+2oVQuPgtYBSvGTh4bw0f/4YvoGdnAk1HHD2BFvCEboBqrjcQFEFBkL9UmH0lRbymaPkngU4Nh5XDta16P9kwbHIJ+uo3AdZGwsrAMSm13oRsGjoyN46m9+/HCF76AU8H37h1jJVk6p8K0MujubEcyQZhTnJ95L892fbhsoijsCRTXh6Xr8Cs+xnUHJxMOllIqnDYLJF/t0QHHA8oqYCsBLN/FSKBgratg7vAU/uvue/DAffdhauwEkqkk2no6kct0s/cnAR/XrYTFdjyipKwSpRd5xUpIKgpHLX9gPKEnRZWoU16buMv96oCiSSYZyTtlP8wwxV5ldSfFQeWiVcR2NF2ACl3R4FZtFBcXYekGtm/fjvPOPgvrBwZ5f9upwHUdVhRymi+lkYeV0glwEERhMBS5Vn7+EZAu/47eqWwDZCkhPxcCMqFHJK9Mz3NgGEmkcznA9DB28jAce6rBO3F59EQKfLPqtFW3oFRlARsbrQBax5evsrVadZmPa/14dZeDRngrHupyn9Uz15+7qnFyZbAaylbDe6zDVXHf9Ix9UlyS8tlLoj2zBf/4nY8i68+jYpeh5HoxMDSEzrY02lJAh6mJonGcJg1MjE+jq7MbqSR5X4o2UsxX8flPfQ9f+Pw30GbnccX69XjrR2/E6a95EZDQ4QXA4lgRH/jwt/DXn7wOQ8Pt3M4JrPqOhx/fs4gnd07jums24hv//DQue+kgLr2wHcRILY2U3AS5NGiqgvGxKbzzHX+Oux54GKalQVNICSrVqQTChD8xexRzuxU/HbeEdRtOwcDoKP7wxhuRzLSJwnihAlxCx9CoQzwThpP02BQo5PXsuDA1HSVSM4bqburntIjDcSZARypIGgN9D6rnAqoBx9eQJguU8Jjil9AjmH1U6z6dYpNWmmthydD8aljceBZLggaoKo8v5LTispqtAthflRY8BFgNHAWf++Tf4RUvvxDDw6N1sBr2hdWAVTovW63IrIdwDOHFu3ABkMfMaFEqgqy0oBfuG/VV5dGTj1EPBHuxhn/z+MiK1Xk4jl1L9SewKhyGFXihcpUWmaSCVcRc9OfmJyPjKjyqxcIitzsqKki2La6LD91006r6eLxTHIE4AnEE4gjEEYgjEEcgjkAcgTgCcQSejwjEYHWFKBNYJchw8vgM+vuHkMoosG2Cf/XiMM27WrqGRx56FLd+43tYd+ppcJ0qfEWHGU78pcKotl+YxSknlxKsMiyjCS5B1RC6ydRXuiY7UNHeMYBrX3stkmYa8/lFTM4cRV9PNxTfQldXJ6ssVUODyxNUFWPHplCuFFAqu6hWFKxd14/9B/djdM0Qhtf0w9BUlCpVkEooqanQA8Cm9HJiHOTzGPpPUoo82ca6rs9K2VnTw1xCwWJOh5nRoFkKF8GhK7dVFUbgo1sB+gj+zVVxYPcuPPbAw3j6qX1QSw4r/1KpJAzLYi2TR4V2Qr9ZCbVY3ctpqiyPbQh7bWK+SrBaO0cUblLqdlgRmx0ECERIywKCvaykUlAuFlGtVJFKJLBp3Xqcse00rB8ZRto0KPGan53niWcp7A+ExyvdgSiLFAG9UlEW3l2zilKCVakyEzBJwAf6T1DV9xxYiTSy7e2o+iUcPb4fgb8YUabVz7fs+HxFrZWqHHs6R8RDNLp/87HkA3pWYFsjqKFKL+ppKmNQA75SycdXEsJ1AYFOX3vWqsZJMzPYsF/re2iCuyHYVRWT61l5joV1a87Hg499BQcPHUKFFlFSaYyu6ceJ+RJVi8PmrixMJUDR97CwUMDJA+Po6OzGwEg3TNODofrQfAuz44v4sz/9JH750x/gpVtOwxVXvgQ7LnshfnPnI3D7BtDhGfj67Y/gm7d9EB1ZAaxdxWNP1Nl5H//yoyk8OdYF3ysiUEp45Sv68OIzNLSnaXmAVIBUuMzHiUOTeNvbbsa9j+9CIkkp+Q4r1xkN+j4cGrNqYJUS9UXfs+0izj7vPCRyWbzlD/+IbU7Iw3mZR2rogiw6LI1hCtt++BqQsixsGR1Fe9YUTY39NsVYIbLCCQDTfYliforvY26pjL0HjocLLWHfjwBSsf/y9P3wyppgqgSwK7Tz0GJANoxmQMuxCKEqnzEKcNlLNzo20WhGkNABVRdUXBWf/eTf4fLLzsW6dRtE8arwyiUYXUmxKuw/6s11Wd8TXxINnqg1L+8obG0qUNUIVcn+IrQDkOcKLQpCDis8e4MAi4sLXOSPXtxmCIDTNwRbkqhcvIqoPtuw8FYS2Ar4Wu/D9YUykbQhFvdKxRIXieSxDsDN7373qvp4vFMcgTgCcQTiCMQRiCMQRyCOQByBOAJxBJ6PCMRgdYUo7951iFU5kxPzWDu6AV5QCIvACMVg84vmnIaq4D9+8gv89O5HMbRxHexqCQFMBiuySEm0ortIv6xzgZpqkfxWI357Qs0VKsAU8j8FRtdtwSsvfyUs1cKhY0dw4PATDE7OPesiDA72oFTxoJk6e2sSfBg7usi+oqmMhdmZPKePWwkDnlvF2tF+9sXbv/8wg7m2jgwDz672NFsbBi556Xlc2ImUsKCiVFBhuAECN2BF3TSlJes+llI+ChkFblqHlqA0VCHqoqglggCd9LPkYGliChO79+HJJ/bgyMEjWFpYhKaZSKQzyGREqrVUPNVTzRvZX1TJKxWrzcVPGhRpDXJXYQXQDFaZB5FMOISJpBAlNbFnO2Lir2nQTDP0oyRw6rHtAoGGhG5gTW8vTtuwAZvWrkNfVyc002C1IlVZJ7Da/PxlO5LXwfA9VClH21j0cxkboYxVoBNAdyuchptIZtHW0YFCdQGHx/ZCRbEGVpsLpy2DiQwOl6tX5XYSrFLKcKtra74XYTMg3l12LoLTtedBSrjm7eqpx8ICof45/S12VXDayJmrGieN9EDDNa0Eh+vq3BBcMQRUuS84VR2b1r8Qjz72FaiqA5vaiW9AVwKcXMhDT1toNy0QbprJ25ifXcLCxAxGhgdg6i57+Ha0tcOxHTi+jrvvvh/7HjmIx351B86+8Axcc/El+Ldv/Rte9eYb8ORDT+JL9+3Dz+7+BNpox5CDK6T2dgI8ebSMgzNZTC6WMTdXgaukcOkpSzjvzD6kTBGiwHdw9MBJvPnNf4Kd+w7CsGiUcVg1LphZwGOe5wnVKvcdUlvS+3YRL3nFy1Hxfbzxhj9AV18/qyKFKryuEufzhMei9kKmHwTsqoGDXMrCuVtPwWAuWQey5D9KXs7Udk1yo2aHWh4UCR5PL1bw24f3oBRQ4bXQd5NTz4UbazgwivuLgE2+IkE/62rSlkrWiJWF5LYtfFbrbhmNylcx3tA5GuGuwkCa1M2kWPWg+jqD1RddsgMbN26qgVXaWyrBnw2sSm/lVuMFn7lJtRpdxIsqVhveD0Gr7J+1759aXxMre6IIWt1DeGlpEY5D46EockaAXbcSMCzyBdYYrNICoHgm8kGEilVhj1tTu8qiV/TsqDXmclnk80soFQq8P+0VK1ZXNcTFO8URiCMQRyCOQByBOAJxBOIIxBGII/A8RSAGqysEes8TR1AuFzA3W8S6tRtRseehsnKxdRo0C/BcF//8ze9i/2QRic4sfKcCBBYMlfwvXYZyUYDDqsUQLhFMqE16Q24iL61B2agqWCrbOPucC3HJ+S+Coeg4PnEC99x7BxTfw9vedgP7p5LIc6FQxf79RzC6bgD5pTIy6TYuUEUqqsDXUCpWYVeLDDK7e9owMZHHwcMnYBkGhgZ62HOVVJnZdBqppMnWBr7nwgt9YXVKdSdVJqkZVYerXweuhrIHzBo+prI+SlTlKq3DMhUYSgDdD0CaXyq01KVoUAsllKcXcGDnHux65FEcfPpplMiPNZdDd3e3qJ7N29NEXUz0a4peWfWcgItKxXIox7gOS5+rFYBQlEbUnIJsCmsGAgqui77uHobD07MzKFYr0CwLumaINPsQjlDaqlutQvF89HR1Y2TNGpy343T+PZ1Kwa7acGxbIHOyBAhhTBRoPBtYlW2H2ppQF1LqvwGqCUYemKRKTKVyyHW0Yy4/iYOHnoBpuHyN1PaiCjWR7tuYWi/4TKNyNdpe61YAjfB1mfq1Fsu6FUArsFq3CogqaWX/ioLVmoQu9IKUSlIVW9dsW9VQSWBVAqUorHpW5SoDYlLkgf1JnYqOtSMX4IEH/jc6c6RGpuZnID9n4/CJIwwUnz7wNE7ZugnZdDuOHjqBpJnD8bHjmJo+gnUDa5HQFYzPTaJn9DSs2zaMxWN5vOetf4TzzzgVH77+DRg/8Ax0xcSB6SV8/rcHcNvPPoa+hAI3xIqUpq15AarVAONLVaBNxYH7K5hZKOPsCzvQ224hZwbQuXhegAO7j+ANb/4T7D18MPRYdaGwwlyAQWpTUrHKSnFFKFYJrL7ujW/AiZkZXPvGN2FgeCQsiCXaUSsrALIq0D0VvkrqdQ8ZS8MFW07BYBsV3wIXOHIAzMwvoOw4GOzuQrpWjMnjQnMzeQd3P7ibwWr9HKRmrUNV7kk1gCeepthWwk4BQ+X+0RG82QpgmUpVKlQjitEGlSxfB3u5NCpWyYeB09rpDl3ogclg9aILT8emTVsawCrZg4hrlsrsZkVt/V5a9bWap22TapW3bfGeHG+iP2VfEOJXHtFq/UMuYEmLgKWlJbjkfxsK+blQVaDCV1Q4XsCQ3As8RrE8BtfWw2hMlUW1pMcrjUth+/F9dLS3Y25+hr8D6H1qt7FidVVDXLxTHIE4AnEE4gjEEYgjEEcgjkAcgTgCz1MEYrC6QqCf2nMMS0vzWFq0sW7tBpSrc1xFPnQgXbYXTTKrhTy+8pVvo6h3wNbJCdVF4CcYrBKwkGCV1TkE5FilE4IAmn4SyJN+eBFAKFWYPBHWNBSqLl582ctx+pbt8KoOjKSBik2FtXxkkxlO2bYSOsYnS/j5L+7BZZedjbYOC0/vnYCmJ2ElFRiGBsvIoS1noVIpI53J4MjR4zhyfBanbhmBlUjgzt/ci/Ub1uK0TRuRNVWWyvqqCo8gJl0757QHcDUFhqtCJeCk+dA1FXACkJnirOLhcMLGYgYodZlQMjpSqooUgIUgQNJ10OMBa0wTSbuKI/sP4K6f34PHHn0czzzzDHK5HNatW4dsNstw1fWEcrQGAkL/WaKe7IcaiRttI20E5Pa1B8fsIuK5GMadAUcIk3RNY4+/NiuJV7/8lVg/Oox9Bw/ikV2P48jYGCqOg0wiDcs0RQEurr6ts+dtoVREuVJBjwqcse10nHPWWVi3ZgSWYaJcLsOm+wj5yXMFq3S9UvFKsaB7SyQsTjWuVsvQdRPpdAey7W0Ynz2Kpw8+hqQJbnfkVSvBPatc9SjAbFwsiMKb6O+kRhOvZgVp69RqxqqsLo2C0xAiMV5vVLIKZWrztnXAWt+ejiyOu2XNqasaKluBVb6zuslr5LgCnrP1AoN0g2Pu2jo2jFyMe+74EhJtJi8wqEUXc0eP4vDcEu79ze24875f4y8+8TkYJQWPPLwLN7z9dXhq31E8dnge3WYKB3ffjqPHJvCiK69C25pObN+wFVdd8jJs2b4Vt/7Fn2Psl3dBdXVMVYBP3L8f//LTj6Az8OBR2/RJJS+sOvQS8Nudc5hecrD/iI8lv4JzNyewaW0Sp67vhBLQwg7w1OOH8LrX34hnTowzWDU0WtIRixYUT+5jXIhNKA6jYPXtN74LTx48iN+77vUYWb9B9EP2EF5Bsaqr0CljXNNg6z6Smo/zN23EmrYMFJ3SwlUGq8enp9nPeaSvj8pasSWIQHsBZksBfvPo06hUQgVkqFINReXsydrKCkAqWeugtA5WuUBe5FUbTyJFAuXHNZj7HMAqjx3y2M1gFSY++4m/wwXnb8OWLVtXDVaXjWPijZpitbkN89gS8VjlolQhyF0GVsOCcOLe6zYjoqBZ/ZUnsBoudLGumMYFKjimm9DNBHTTkktGYcG9sCnRApxL34nkN+zxf1byewRhyWJFRXtbDtPTUyiXCmJBSFFixeqqRrh4pzgCcQTiCMQRiCMQRyCOQByBOAJxBJ6vCMRgdYVIP/XEUczOLPCktLM7B49S4InesfxGgMUoECMx69TRk/jit76PxMAA3KUiHMUHuW1CIw9Mn705pUKV58Oy+BAzVQFVRYprk/9m5BoVU4VbsXDVq6/G8JpBWKaKu+66C1u2DkPX29Df3wu7Kqpp64YD2/Exsehi4sQs1oy2sfp0754xDA51YWp8CX0DaaxZ04NSMcDU1BQ6OzuwsOTi+MlplEpLGBrsxdBAF5+Hi8vIdFnPh0ZwjhRJVLBEURlTlqsuyhUHmaSFdEqD5qpQHBdFz8WipmHG8rGYU2HnNOimgkAnT1bWvSITAG2KigE3QGlqhlWsjz/wMPbt24d8qYRkMoVsrg16MoG0p6KkeDA9HwUTMFy3NolnACaTVxt8E0X6f/OrDhjEZ1Rkip42PXsqCNaXzuDNV1+NtZ09cDUNxWIBY8cOYdehg3jy5DgK+TJ0lWwCwkrc7BEpwN9iuQinWkUulcLGkWGcvmUL1o+OIpdIsW+tS2nXFNcwa16qzCiu4rpCgM0puaLyPBX7EnBU5/fIX9Vxq7CSWaTSOaSySYxPH8DhsafgsC2kx+pby9AZepMSzOSq4eIeWdUWFsFRyQ6gZglQByKMWmrFqzhK/CGr2cKACoDaCoTWK47XIGsN4kQhbQtgG8JcyWYlqJXH2dS/eVVjZTNYbaVUbXxPqtXrXpbi/lV0Z/sYXtPCCKmmq1UbVbsK26lCN3R0dXYyQCLLiHQ6zbYRfgjJFxcX+frJc5O2GR3oxfj4JLef7s5eeGTD4frIV01sv/BS/Nt3PwSfHpknKrXrigIr8FF1gekJBTsfP4pHdj2DbM8I+oeSaE8HePGL1sAgHKx52PnbfXjdG2/E2Pw0dIPGMQ9K6NUrCnNR8TUB7aOqT1Ks/vHHPozH73sEr3rN1RjZvBkaWQGIQSzcVqZ7ixZB4wF5TOuk5FXp/AZesGUYw51JqAEZJABlP8BCvoDutgx0zmcn3BrADVTeb7Hk49ePHUQ+9PSUfJP7eASE1oFmEHZxofJkC5ZaC6nD1Zp6tWk4aFas0q7CEkEcr/FzoZBv3EacLPBdBseq6iHwbFhaCp//zN/j9NPX4sxtZ8I0Q38G2jYEnc+tITcW4Gq1aMHvcaG/ugK29l3Ffb6xX8vtGjIjot85TLHrgSos5Wvtg96teC4XQgycAMefeRqevYBKlexjqEsYApzSd6DvwSVfXVKy0ndGeEz6PJnOYetp2zE42I+Z6WmQ3QCNb/T6s/e857mFJt4qjkAcgTgCcQTiCMQRiCMQRyCOQByBOAL/P0QgBqsrBJ3A6sTEDDLZDNKZBDwq8lIrXFVXTMp0c0NVceDJ/fjnH/4nUn2DcIsluPBgagYXb6GXKHoUmdSGgJYmtFKpKoGt3FIeX05+A4OqjOdwzWuvQUdHO0OXxx57AI5Twfq1G3Datg1YXBLqWDomqVNnFh1MT+WRzgSolhVWqPb25nDk8DS2njYCXddw8sQcCoU8BgcHUXVsGKbB3nkzU5NsC0D2AATnhK+emBITUyC/T5qouzap+RQ4foBioYpisQTirgSSDFNDyjKJy6Ia+CjBQYWqS6d8VFIaKhkVgaWxik0lu4DAh6EoSPlAeqmK0vFxPLP7SRzY9zQOP3MICwsLyGgmzM4sMskkvIQOteKywo0hBZ3IFQW36t6IjDvYb7EGR5aBB+kpqCLg+1LhlMvYODCI6668EtlEAqriQ1MMaIqFgl3AyflJHD0+joNjxzE+NYliqcQerJqhhwRD5Mu6lSpDWgLO/T292Lh2FBvXrkV/Xz9Xa3cdlwxba6Cy9rxDmEmxp4B7ns2Qh6EqV+kmn0sCFg5MK8VgNZmxGKyOTx3ktudUbfbQ5UR/gnG6zpBVU4RFgEwXJugv/tWhaRTccK2iWvutq0ujACcstybaucgr5j0EEI2oV0OwGlWpSi/V+vHEORj+hhC3vpgh+syGng2rGjaNdH/tmPLYYc9c4XiiwJK0L2i4F5eUvFJ+LO65fg/Ch1e+6HdRyT3gCujiIkJuxU3Fhabr3PdIKEjbaKoB103hyqvfgO98+/0M/TUf8FQfRkBPi4wBVMxPKbjvnn14Yt9x2Fo3/vQDO6D5LpIkAw10aFqAu/7zcdzw1j/FVGkCKnm1Mv6sK+cJrMrrFSnvIVgMbNz8ib/EvXfcg5e87BXYvGMHiXZrYFVs16hcpvHBUzX2mCWlO6WBE1gd7cqB3AcIthZsG4ulPHra2xmsEtgnsCqBbdEB7nhkP/K2UDXy+BhJ+2f7jyZ/VVath8rWKHCVBd8aHnDEdiWqbo9uI9LZ63YJURXsSmBVFG+i9u4KsKqn8I+f/TRO3TqM7Wds/78GVqNtt2EhoAVY5W0jovDGftu45tRwLCoMKC1YAqBQKIhMAHq+gcfewolkDktzS9j96AOo5KfhOD40w+JCbaRg1XRDwF4jkpWhCmsAiqdppTE0tAG9PV2Yn59nsErXQOPTh2+6aVV9PN4pjkAcgTgCcQTiCMQRiCMQRyCOQByBOALPRwRisLpClJ/cdRTHx06ib2CAlV00gVRVoaCJFhKhSSFNMg1NwwO/eRC/uO8xqOkcPKfKykcq8+SGRYso1ZEmoxKeChYjinZECwtFFatRhRRtU/Qc9HatxWuueg0y6SSqZRcPPHgPnEoFl1xyATq7ulF1XK7UvPepMQwN98LzFfZTHV3fgdnpKtrbE5yOrmsm8sUZZDLteGLXAXR1dUE3TMxMz2BkZAClUhndnW1oy6YRSDjEle1J2UbKTg35UhX5QhHZZBLz8wvo7e/ldPhysQpTA0pVB8VSGRZZrRo60ukkVFJ2ahqqrgMHPpZ0H3MpoJjR4Sd0uEkVlkp+rIDLCjYfWcdHplhF+fg4Duzeiyceegi79+2F63lo6+nG2r5BTsGv+iK1VJNxFSEOi+yEyisC2pJlNcBVAVZ18kbUhR9upVDAeaduw1WXvQRJ6DAShH0IQigo2lUBvgIVM9UiTkxOYP+hgzhw9CjmC3mougbDSAjIHVYp8x1Ks/ZBRYc6cllsXL8Bp285FWuHh2EpKqrVqvCKlbBIluQmMK+o7E1LMIyKJ1F7VBW6U8I+HnTdQiqd5WucnDmAxcI4qxFtUkvapF4mFZlQ3ZEVAAF1QzcY+FPbFH6x0pdRwNAGwNRURKoGUSMxZHgjrQIawKq0BQghKWFv3q8OTQX4lZ+HvSD03KRt5WcqVUQLlbHrutauapw00n2833LFn1DdylctTZzNfQUkl8pc6gcCIIdgNYRP0gdYVIWn7QkqqjWVHz27usqz0TPYpQrydFyV9KACnJMq2S4beNP178TXvvJHcOj5BQoc1YUJncEWRa0wX8HPf7wT+45M4alnCnjfTa/Ahee3Q1VsIDB4Yej2H96JG956M/LeYuitSv2ZOwivRwDVmn2GuHZhp2HoAT5266fwyx//HOdfdAl2XHQRfNsHyPZD+oyG9ytjx4pVVYdGxyaltKLhnM1DWNvdzjYi9PlcuUxnRC6Zglv1kKE2SdSVq955KHsq7nh0P+bLpDwV11kXnYcKUvYNiChHRecJ3wsVnrX0/+WKdbZu5s09Xpypq6pDTSV/LuJUswbg49UVq2KYiahJQ7DKLrK+g4SRxhc+/xmcsqEfZ+84uwGsNirBWzfnBpgb2aSVYpU/bkr3l21ddFUxzom+HjlYJDStwKpMVyjkBVhlD1UFsAMflpVBpVDBgSd3wS7N8nhjWSnkOrqh6gmousGxpUJpvIATWrjIn7qZQt/ACPr6ejAzM418ngosUptRcEusWF3VGBfvFEcgjkAcgTgCcQTiCMQRiCMQRyCOwPMTgRisrhDnPTsP49ixkxgZGQFUUkOSaoc0kApPwKNejDTJJDj1Hz/5OXYdPA5XT3AFbvY/BKVA+kJhKIgLT85ZKRhWkyblYGO1eFEZXvCBMD2dFUgqJhbyOPfsi3H55S8R6eeqjtnZadjlMoZHBuC5Cheoml9axD13PY7h0UEsLZbgeA7O3L4FJ45PY2i4E5WKg+HBLkxOTyKb7cSJsUVU7CqshIWpiTlYuoXh4QF4ThmD/e3w6X50FY4rQBEn2CoKTk7O4OT4JLaftgkz82UsLC3xvZJSNWEYaEsnoHgKKtUKSpUlJFIJJJJJnmQbzE80Vk4GboClwMG85mI2pSGf1RC06UhpCqhIVpGUXyrQCQ39UGEsVjCxcx/uvee3eOTRx3Fk4jgGBgYwONAP0zTgEvQMhEJWKIaFZ6AEDFK9VldACjUXbULPkvYhBa5dKOHlF12Ey8+7AKZn4a4D09g3Po+LTx3C5sEkqpUCDE/EHLqGiudjfGYKT+7fh70H9mN2Mc+FscxEgmEyHVOYPfiBfr+6AAAgAElEQVSwyyXY5QrbAqwbHcFZp5+JzZtOYbWuLE5FwEd4ItbbAVXcJjWhphnsq8pwXlWgagbHPYCNidn9sL15aIEoDEMFZSqOiypVoHdc2G5V2AloGqdom4bBiwPRIlcyVnWfSQkd6+nw9JkEnfXYhsCSzh2pVi4+D5WrEbAqQWUUnlLF+WhKM+0nziOOzceBgtHO4VWNlCuD1cZ+FwWrBNPFKwqDibdK71kBtGqp1dSOQhWy7MvUz1m1GoLhqKUIp98rwhOXuaBHij1Simuoli2888b34x8//SZ4tNjgK/AUDxpVYedr8uDbCqaPBii4Pn525x4oahp/+PZNXNyK1ON0zh//6w/x9hs/gpJSYZ9YXiYIgaFQg9Y9jCVYJWuAbNbCX3/hM/jZ93+C07efhQsvvxxO2YHK6loJFJdbAQSqAZWgJC0EQMVZmwisphkae4GGyXwFBY9U1AbKSyWM9CSRpVUYbu+0UKLi148fxnSeMgZCNWvEBqC2RMIrJRG4yrcl/w4Vw/Lv8Ck26muFZUazFQDHgB/ecsUqK3pr9/7sYDVpZvClWz+L0ZEunHvOuS3BaisbguWNu9EKIPp5w/gWsReIjnFiUbDxqHWI2vrYPC5GFqeKxWJNsUrBcRQgkcjBLlVx8KknUC3O8Al0I4FMthOqbkHlInsa/NrCRH1BgRd6jAR6+9egu7sLMzNTKBWLDFbp9eH3vndVfTzeKY5AHIE4AnEE4gjEEYgjEEcgjkAcgTgCz0cEYrC6QpQfeWAfZmcXsGbNGgQKFRqi1EcBxqhQUc0PVRZP8gJ8+9vfw7HZIgI9AdJimjTp1jRWVXLxoHDyLye6DNkIkDWBVVYOhspCurzoxHhyrohXvOzVOO/cs+AHLtTAQCJB2/hw7YCFW7qps7ouXyghlUpgfHoWC4uLGBkdxeT4EvoH02wD0N+dw8BQG2zbxdycjarjIdeewsmxOaStDHzfhmUCPd05aFSZinOTTVZcimRbUutSRXIbswtlOI6H+cUlpDNphrCB52Lj2kEYSoBiyWXFGtkCsDWr54RAiAgIAThCacI7shT4KPouFkwP+ZyOcsaAllDZH9RVfOjwQEXYNyom5m0PY/N5LDy6C48/9DAO7d8P33OhpwzoSROGZtVSrhvBSd03sAb0qLBLBKxyCnDFxnVXXIFztmzFfN7H9x45iR8/MoUNHVnc8OI+7NhgwbFdqK4oLMYWApqKimMjX8hj35HDOHqcbAKmUbRtAaLYj5Osd4Wi0XdseLbLhaiGBgZw+qbNGBwYQGdbDkaoiiSISH6sougU2TGQslGoVilVnhgEQdZMJoNKNY/p+QOAmkfgCVpM2xMHIqhHauZCpcq/+/wsBcwzDAOmSipWShsXYDP6v45dBNiUrzqYEan+jWq3+rYNEJtcP3nbRlhKbaTBRzVcUCCoWlOzckzEuYbbB1c1TpoZYQXQfA/RwkaNoCtUrNb3qKlmfbFkwi8p+osWJhNvinYuFK9CiUcgVUDUumczwW3XEarVgK1HVF58sCsm/uQDf45P/NU1UFSh2vQUn1PnFRptXA3lYoD/+MEDePCxJzGX19G7vgMf+uBrsfO+w8imszjvgj5895s/wdvf9SE4loOAe6DH9hts78EwkspJ1RXeBOypAvzAQBc+dus/4Eff+T7WbtyMl7zqSnhVTyhWa4tAjUpf6tOkWFVpHAzB6o5TBrC+t42vm+I2sVTBsfkKyrbwVN00nEGHpbJ9AFkc2IGGe3aPYXyhEoJVurpGb9Na/Jh/hhfDdq1C4SruR4BR8UzDhYom8WorsMrjLytlo/vLBS8fARmJ1hpRxIM1VKwGZCETOEhZWXz5C7dicDCLC869gPuahOpSsUpjfquX9F8Wn7WGn7UsCKnCfhawGvVLld8vz3Zs8VTr91YsFBkos9qUijZ6HhKpNjgVB4ef3gO3ssBt27KSyGY7YJoJOFzsCvBJrR2q98WTCL8DjST6B9ehs7MdszMzqJRL4nmraly8qmWriN+MIxBHII5AHIE4AnEE4gjEEYgjEEfg/5UIxGB1hSfx27t2wrY9VkH6oGIzpGYSKd1UPIiACKdDhvIfp2Lj6//721iwVUrKhqt7SBDIUlBTrEZT/HlCGyoRCZJIkCUnus1gVV7m7EIFb3z99TjllLUMPCj9myp+K5oL+ORlR/BM+DcahvBDnc1TGriDhcUiqhVgeG07jh9bwHBfG3p6U5iYXMLYsRms37wWxdIiw0hSbS7MzaKnuwOZlMVqLt8lkCKKrpBKjf1Vw2zSo+N5TvH3Ah+Vqg1d4ykz+rqzbAlwfHwBnq/BShhoz1lIhMWwQkQGH1TsJSyGxB6JVOAEKAcB8hpQNFVUEgoKOQV+WkMiCDAcaNivODgUONikAMmiA//ENKb2HsSBPXtw6NBBLBZKMEyLlZykZJUFbQSIqBcgY8gXKlYZk9HzJSDu+viDa67BpoEhzBZ9OJUifrWvin+9fwov3pbDe17WDz1w4BB3DuGDSOUW6k5SFS4VSzgxNYXDJ07g6MlxzOfzbA9BBWzIT1NAC8D2HPZZTasaejq7sG54GJvWrcdATw9MTefK6SLduA5XqDgMA0dFFEDKZLMoFGcxM38QmlGG5wm3Xiqmw22Lf6cUawWO46Bq2wxsSVVNajJD1ZAge4AQrnJl7hCyEiiLQtQolGmGq+JkdYVws3+qqpg1KwCpWOUCbhGwygsM/F9AVeEpKy0FxLUM5RoB6XMdWK3sQOtNIzAuugFDR2lxIL0+ZbEuqa6VhbzYk1O0ZYopvSQUlipQ2VaERYSMEx1Y3h+p+4S/LMHzatnAn33kb/GxP7tCqK8DBWQboJLHLnwsVIDHHi3grl/twve+ezvGZ5bwltdtx6c/8zY8eu9BeF4aF1+2Bl//4m14///4CDyTroDUqeRdKqCZAKukhq5DNAlWN2wYwUc//yl895vfQc/AEF55zTWAK1ojp5S38FilXkxglWwvwAtLCrZv7MeGPtKdE1hVMFtxMF72UHHF6JjVffSmNLQlNGi+B0/R8Js9J3FivijiKM4kQGekeJU4P70RUa6SLp7GktDSoO4ZWwfA0Vp20kc1ev88LtDBuRhV3aJDAFoBeGsAPmIVQMA6CGjhxOaYphM5Bqv9fWlceP6F/9fAahT+yz7I70WU09F+Ggaooe3/TsVqSM6lerdUKNbvmXyoyRObFuIcH0f3P4VyYZoXA+gRLS7keaGAQKwolCa8cmVxNPrJiujuQbzgxa/E4OAAZibJq7pQU8/f/O53P9duHW8XRyCOQByBOAJxBOIIxBGIIxBHII5AHIHnPQIxWF0h5L/42YPIZNLo7G7nqutiQiom5OSdySm+9C8ATF3H8eMT+OZ3fgyXABjBVFaTCRBAQIH8LOWrBiLCNFxSLhLIlEIqVgLVlFYC0FCBI7taRVVtw9ve/Gb003VRdXgCc+QpSl6cDL7qN0R+diSCYjijqbCrNsNiqmqfzxdZE9bb18MekZNTS+jo7ETVrmBqcp5B3EBvB/p6ckSGa16RpHJTFA9+QLYAGo4dm0RbWw7lqgdFNWAmXaQsC9WKj4q9xJYC7R1ZnDw5jxMnxjE0PMSAijz4hvosJJNJhhNcc4qL1lBMfXgegQxRiZ1S3CmVnVKgl+CgTMA4oUNvS+CE6WLCpEJVKiqkcAp8DPg6hgol2ONzOPH4Ljzx8EPYeWAvqMZQT7YTuWQbfFPlgk+KS6I7DZqhcjEgx/NhkodDqNTrTqTwB9dch85MGrbrsbp0etHBZD5AV9bCmi6di+4Uyz50y0MyZaJaFeCLvBUJcFMaLFkxsFK0XMKRo0ex5/BBjC/Mcnq+aSWE7ywBdvJMJXU0PTjX51iuHRnGli1bsHnNGpi6Ac91+T89U3q2PgFi6EgmUshmTCwUxrCweJT9DEVBoaiSTlTjZujlU5x9VpPZjs3tg+6fbBDougnUWqYJXSMFK5cU4p8CEoo2yuCJVZOCsMu2zbCGVJfcqMO2yenvjHnY75Pgc60IFD1nsjNQSckqASv9LYp0CZ9aqaKlz4WlQF+2e1WDppkbEosCdVGjuDay0pSgMWR44gRkDUE8rzmBnLqdSN0XAEv+DKufh3FqgFssXG1Uvcs+X4sPjRwhZCbYartZ/OVf/xU+9P4roDFUVOBRoSuNvFFVnFzw8YvfTGGhoKG4NAt7qYwzNwZ49VXnYP9T40gYOWzcksWn//7r+Iu/+iQCy2UVM1946BPNak+6Lo0WNUJPUwqJ52D7uWfiQ3/5F/jut2+DZaZw3R/cgHLFFu016kkbPmuOGB1XIY9VD76i8f/T1/dj60AXNIWXqlAKApyYy6NgB+ihMa1Shev46Mql0U4VunwFD+ydxL4lBzmlDE3TUQ0MGFxELuBro7bAfs2k9KXCYGQzQD7G5N1qqTwmLBXJ85oK8nlQpYqb700U3eMFl0i6v2xUEiaSMpXHU88NfWdpcFcBr9rQ/njc5kZFCxUCJsL3kE2l8PWvfJkXqS695HwYllBsC5OC+gJE7WAhnJdtTy6+SLWpOE/Y4JobH9sXyIbY6KUq1acrdRqGx01NXJWLDaHiulQq1T1WqXAhFZ9KkK+4j/EjB7EwexyqZsGtlPDQ/ffCcyizIoBG3tA8xss2IyCr6wQY3LAVr7rhnejr7cfU1AQKxUWGz5QlcstN71pVH493iiMQRyCOQByBOAJxBOIIxBGIIxBHII7A8xGBGKyuEOWf/uhe9Pf3IJNJMsCMplpKsEpqs8D10ZbN4uGHd+J7P/k11KQFhyb8Chis0uSZCs1E06Nr6rXQ95O85AisSpga3VbOmelc5VIJ6Z61uOG665BLmXAJjOgqV9gOWZeYpjOwqhdhkdWu6bxsSSAEmZidL7G3XbFYxvTsIqxEmj1b5+YWGbAM9HWgrytT81DkSs8MgMmzU0Ggeti374iAs6qOUklAhnLBhmXp6O42kWS1q4HJyRlW0pJ69MjRY+jp6cX6NTlWbUarpst7J+BBnnzEOubm5pHO5mDpOnRFQwUuKp6Dqu5jMamgnNFRTBjIG0DBd2AGClKmhqriIReoGHQ1FPYdxH13/BcefuBBFMpFZHI5ZLJpGIbFKcjEQijGBLkpdp6qwLNtrO/rx5tefTWSrHb1cfCZI5hdLGJgaAQWx76CXDaHgycW4DgB2rIZdOQs5NI6PK8qACjDHpHWSgpiqpBtBy4OHz+GnfuexMmpaZRdVxQs0nROrxVg04RnV1EtlWFoOtaNDOG0LVuxbngEGSvBimVOJafUcMVEMpFGKhlgMX8MhdIE34dgInXvyejvDL9C9Ripxug/FT6r2C6rWRnoaxo/I7oWsmKoKUdDRSb/Tea3TYWgxLEFXG2tZg3hqCqLWIn4q6oVglXhqUr/yWeUfuoMWaNwVUN3un1V42SirVGxKtOwo2pFVkTKYkZc3KiuUJfgkClUQEXEhLo0qhqMpnA32CPwFYeJ0E2Gl6EhRt0mgVWPARw7gS995Qt46w2XcGo9+ZUKsObBDTSMzdm4+5FJpNu60ZnTobgeTl+nI5dSMHFyHgaSGBhK4W8+8gl88rNfhm/Vi2mJywmLmhHwZNsIoY6mBR0qxHfhSy7Be//HB/H9734fcFW86R1/hFK5Al2hpP0oiRO2HhIIUhk5AsESrJ66rg/bBrpB60C0AJW3PRybmMPsko2hgV4MdRiYWShwkbU17SkG+Q8dmEbB8XDuKX3cT10qvEZt2gsQmCqrxefmSigUi2yHQcB2bn4BCcvAhjUDbIny9KHjKJScmlKSFk5k5j0rKanteULd2vyi+3OZYxIoJUgoFJfcOnxhnSBfrcGqj2wqiW987atI6Douu/R8GKbJz89vUCxL5W/zNdCzqavUGywq2E5GbB9te3Vzivq1ic/rFigtO47wq2nwmmWwKp9oEKBSqdQ8VqmNk6kEWQF4to+JY4ewMDMGVSGf6woefOA+9PZ2I5k0oRK011NshcJewrQcpGhcjK2jbwjnXvJydLR3Y2Z2EsXiEqte6Ti3vPudq+rj8U5xBOIIxBGIIxBHII5AHIE4AnEE4gjEEXg+IhCD1RWi/MPv340NG9ZC02niKoqa1OAI+6z6DL9818VgXz/+9d/+HXc99CSS2QxDP/LZ5GlyAE6vjr7kcVjTFsIrqvjOm9cmsXISzFNmhjZUKXnLGefj6itfCZ3MCXwPvgoYpP7jSvcytV0UYopOtuXvUTUszW5VXUGl4qJSdfhnoVhmZRcdm7L1Byhtl5VaMk2fJvjk/wj4GqmygIW5MqamKugdyKJULMEydAaKVBipb6AN+UIZ5XIVuWwG+UIFrh+gXK5gqDvFqkgZ2xogoLsLU2xpSl8qF2E7wn6BADQBTUpXJ9hga0BF9VHQfOSTOvJJDXZCQ9VQMK/YOGnbMEwdI4qBEceHMjmLQ7ufwIHdT+LIgQOoVEowDB0JK4GEabFbJsEcAqtupYLzt52BK154GaclUwGzhUIJD+/eg1Kliu6OdvS35zA6MoJ9JxdxYmwJpF9dN9qJzjYFSYv8Vkl1J1SxIpVcqDupQBU904JTwfGpCRw6MYbj4+NYKhRYxRZQG1MVGDqp8zRUiyVMzU0goRk4d8fZeOmLLkXSMAUQ42MZyCTTUPQKlvJjsN15BsGyOTUDVQnbayA7VC2S0o9iTcXGyCaAvRH5OnRYhskqsqhNAAOpmsdoo2Kaa9U32AdE/FbD9Hmp0JQFsKjtsa8op8ALCwCC/ZpKRZzMUDFLfwt/2a5UblXjZCI3ED6JRiBFz0rA6DDVXHTKsDPVFblS1idS/ht9kBv6cBM4ZaGhEPA2eKuy8pesA8hzNlyQEX01VAYji1tuuQWveuVZCFzhl0vg8/9j783j5DrLO9/f2ZdaunqVWntLsmTkRfJuwMbgGLBZkgBeABNIhpAJCTC5k89NQkJIcjPDnZs7ZJlkJivE4ASzBgIBs3mVjGVZtixb1mbtUu9L7VVnP/fzPO85VdUttRNr5nr+OfX5NG511zl16jnv+zb1fX/P78egPo7Q9iKUqwFyeRpzwlJCa5Gq3MX4+DxkzUT/Cgv3feEBPPijRxFqAVtdpO3zKVBmYJu0uZOQkzaVSKX5tvfcjg//6kfxja9+HdVyAx/5xMfRIOAva68IrF66bhhXrCawKvEca0cxpsoOZhbqKJoGtowWWHHqRRFyGin/Jew5NgW/7eB121bDUKj1XAFlzCMO2GqA/Z5Z5B2zipscS+qNJlRNhU5K/1DGCycmMD5XZ/sBAtG09rLVhyrCxHgNSr1we2wFxL1kfXc3pIusDUiJypYMvWt28v15itUIhZyF+z//OVbj3/am10EzhBUGnWWpTUYvOE1ff5FS9RWM+AsD/WW8XFO1bccpOBn2SUBX+rej3W53xg3hdwLkBFaJMU+fFWCV7ocXhti37xlcf91VGBoq8d8nsq4ISREtUXghbcpICJQYaq4fa9ZegWKhn8Fqq1Xn9ZHmfAZWX8ENz56aVSCrQFaBrAJZBbIKZBXIKpBVIKvAq16BDKy+DFi99NJLELIiKW2FT9RBiUootQJYOTyMz/7pX+DweAW5QgGO5yZgVbTUktLyQmpUdhWUqc2/B00xTCExlmiPFx6M9G8ZtUYTt7317XjjjdezmpI+nJKHK4NVehJJqbhleXFraQfk9kCe7gd28XqKKjM8DQJqhye7ABe6IqOQNxnapqCTg264XVSFR7auER0To1L1kS8CDYI7tgXfc7kt3rJlHD8+AdO0oGsGH2uYNtdjsEDKWaHiTB90rZ4HNBotVioGYcTn4ZZ3UqrS+/Z9mLIKTZFgWlbygT2CKwNtKUZLllC3ZdRtBVVNQUWLEKgRAygp9LFCUrGyHaF15gxOvnQEB57Zj+NHjsG2bAyv6Efo+gysQ9/HO97wRtx4+XbEHgWYxYgVFaemp3H0+HEEroPXbBzD5rGNqLViVCoN1FsO388odLBy5QADOtKrkhWEqWt8T4k6pOo4AqgE4f04xHxlATPzczh+bhzTC/OoO20OxCKo6TQdTJ46jkq5gltvfgPef889MHQBpal6BCEL+QLCuIF64yzCmAJmwo56cJESM1GpLgb5CZhKWtfJtsDxfB7LZBNAgJUgCEFVguG9gJU2BZaOMYYwqWqVW/8TS4COsq4n6Iq9RAVwFmFWAqzS9wKuEETVoMpGxxaAxoaqaBgpDF7UopnrWyOOSxw+xG0RCt9UvSk422IIlWgDO+3bvGHB/DiZcz2mIULTKGBzL+ASGy5iEyTdVBBqZlJ2CosD4V1MIyd5hBaGB1eyP7FPE4QAFatKY0gdQBqwgjKOPISRS7FUDEVdj1cwyFoIxwd88kaN3Q5Y7QBFev/wEupLKk5xHI2jez70frz35z+Eb3/z2zhz8hx+7bd/i9cjXdHYC7b7WEaxKlPknIQtqwexfe0gNFWBCwVVN8D0QgMtn0CqirGhHEyWkBN0I+2phOdOzWK6HuLmbaMwZApLAixVKEhZmZ/S6sTWoQOkCV6HAXxJw/7j0zg2PoeQLRR06KQiDz3IZLuRwE2yGqHVLR2r6XJJK4+KAO2WxxYofFcjT/gWJzdoEQxl6CvuDdnIkOIzn7PwpS9+Ab7Txltvu/mCYHXpQO6ec7Fidem8fWUTYHnFakdtuxSsJlYAaWAjgdXUX5zBahzDsPvJVhYz506iunCO120/lLDnqSdxy2uvRV8pD5c28miuU7YiqaEjsrGhNTWEXihh7di1KPUNYHaOPFZrrN7PFKuv7O5mz84qkFUgq0BWgawCWQWyCmQVyCqQVeDVr0AGVpep+fe+sxsbN26AH1AadbeVmlVliTKUQIyp6eyx+p/+y3/FXCA8Q6mNuhP4Q4A0VY8mPpTpSxJCIgjHqr9elRqDVGpLJ+0WoUhKmY/hBhHef+/7sW3jBgRESEjcRlCU26NTsNoLcXrhjfCwTD+sL04kTwlTcmWJNybFKjHsSX0ICVQEBCY8KKqOw0dmEQYKPN9BLMnYvHkFPM+BYZA3ngzXcaHpGqrVFodnBX6AZruNgcFBbi9fPSySsXuhBNWi1nRw9swE8oV+aKqJVruFXN7k4KucZbDa0/c9BFEAkyCfpKAu+zAhwSAPhiCGE8VwJaBpxJgxgbk+Db6tcNsq3Y4chT1FPmyqe6WJnd9+DCf2PQNbdhkseVEAXVFw99vfiSs3XgK30RBtxFQDTcN8pQLPaWO4VISpmuzVGus+t7XWqhHm5mushnP9iD1oK5V55HMmBvoLME0ChKLpm+FnQDCMLAIkbn9tRiEmZ2fw0smTODc9yerYyakpzLx0HI7Txrvf9W7cc/fdXDeyg2DVs6yiWCzADypotCbJkIE9NNMG4t46c70jQhvd2ncgXzJG6TkE7igwy/VcOOTv6zjsXUlYhMa3YZhsEWBqZgJCu5YXS5Vy/G8ChknbOIcesaxaAFeh2KRTp89LAaOAjLJENgDCl5LtAQi2Kio2rth8UatmfmC1GHdJOBFPUSpLCsWScUkqyEWt152pkkxqPkyoD3vVv+xb2uOT2TlHp22bcR7tSojrJ28OthZJQr0SP8s0qIw2NMh3mFXPpBJlrxGyCYhA0nKG0LHDsJGgq6zQZgipvHVW+5K3qGGQtQZBbGrFTseNLKweKEiNfH5ZQU9rBWBqGnRDR6vVwBtvfwPe8Obb8OhDj+DA/kP4jd//NGqNFoPVf4sVQCyrCGIJm0b7cPWGVXztkxUX4/N1TM5UaBFDf9HC5WODGLBIUaowkIwiCYdOzeBUM8Trt66EpcY4cXYKfTkLQ4P9Yo1MA6Z6GDht1oiuARrDMsYrbRw5PY1Guw0viDA6PIBVw/1Q2DOalKMSb9SQ9YEYb90wOxqWXhDjxcNnMDFVEVYd8IHY7+TILRojBGhpXhN0DDxebwq2ia898CU0qlXc8dZbuK70Qr2K1d6BvFi1KuZc+lg6Hpdu2qWw/sIA9pWD1V4rADrnYrAKeFIM0yyBGPXsxGnUy1O83kPS8NSux3Hz9Ttg9fejqebRhAqDwDmpjSWTA77ycJHTNawduwyDA8OYmZ1isKqqwmP1k5nH6kWtcdlBWQWyCmQVyCqQVSCrQFaBrAJZBbIKvDoVyMDqMnXe+egBDA8PMjRM/Uq5/Z+VkwmwjCIUcwXMzczg//2TP4ebG2F1IUEVAk/MzaKIg6XSD7u9KrXlwCoJOMl7jyI+BFhV0HRDKKaNf/+RD2NFXw6B47HKj/iKQvFJnPPU9drrDdFJlUZpEnN6bawHSwAOsWMGDGRjQNYFnGNDr89RPsJfkoALp5ALVez4RFW03dYdtJ0KNmzYxOAvCgj4BFi9Ns/KtEo1QL3eQqFgY2aujL5SEa1WG+tW5LkuQp0oasRf5OsYAbWqi2rN4Xb4ICSVno/BvgIGSzk4pKxFyNYAJqOLCH5EsDUUreuKDjmS4AYO5ABoSRJmDQmVggqfIKsOBq/kw9qo+Di3+xBqz+1DePYgJF2BR1YIqoJbrrkO127ZBptad5OwG2JZhmmyUrHlNtmXlTr+G04TqqFB0Uy0Wz6cpoupSouhFYEegqYESEdWjGBoMA9LV2CrBMRCxKFIaOf7mUBLurNkE3Do9Ens3v8snnniCeQtCx/6wAfxlp+6DU6bbBuISVG4lIpczkYQVNByZ4BYtOsy3umBgx0Ik1gt0O8XAZ0k2koMXnFvaNzQZkGb1I+uyx6L1D6dhkrZWlfBmnqwpqBRwMauB2sHPvb8TLy+AKgCtCZq1kXHJRAx+ZmARhKuuuS1F7VS6nkRXtVJkU+BZxJgJC6FwsGSvn0OoUt8UdOfcelIoUn2BQTTkkAhopJ0rCJ8dTvhW8n3bAWh0j1TWPmbjn16HtlRMDymuUaqTQ7uknkOKJKBWDIASWefXlVXEcUhg6qY1wAXqq5AAXmTBlCsADLDK4GaS0AAACAASURBVMC0qMUfMHWTX1PXVeTyefQVi+wRXMjnGbC6NCkInPMmTIhqtYyQrAf0JvqGB/H07j3Y/cQe/Nb/9QesaKZX6/iO8J3oVaySiJE8VkOkYHXDSAHXbF6DIJRx9FwFC+0QDYfU4EDRVLBj0wD6DfbCYAhPSPGlc2Ucmq7gtu0bYCoxZhaaaDXr0Ewbg/157gggawEa27wJRPVThTetEgd8fXSlLR88X148MYFSTsPGVcMcbEWAn15H4dCn8x90m51Iwp59R3DiXBmKZiRQ1e14n/7rYNXCN776ZVTmZvG2298EwzRYjS3mXxfSi3G9ZE72hGotBq4XbulfbkKIY5cHq/zaXInF513qsdoFqzKv1V4MWHYfh9jNT55BszLDftv0d+TJJx7FDdddAWXFKpTtFWjoFEqmIApcNBUTsaxhNHAw6LtYv34Mpb5B4bGaKFYplC8Dqxe1xGUHZRXIKpBVIKtAVoGsAlkFsgpkFcgq8CpVIAOryxT6maePw7ZN+IGXKFbZFFG06cYRAkWCFEQYKBZxYP8B/NX9X4EysJJBpGjxl4ViLYqgarKALj0PBiYsVBMAhSBWCqPoOFIykXsgZ7FLKhpuiP7hVfiVj3wAOgFQT6RT0wdbJQmyYbFfqvzrJLD3tCn3tB6naj26JHo9gkakouz13iSDAvIhFB+4E+bF3oLU/htBIRNWCZidrqJep+vRYOcl+G6MSrmKK69ch/mFFqZnaxgdHYHn+azirDdqsG0LA3nRyp4+0vZS0uXpmspQ1adP7ZBBSdSaLsE2NFiGgbnKArw4hG2aMCQVmiHD0skSQUBgVmpG9MEf0Im1BhLcKIKDCAt6iKoBeLaOek7BmZqPAzv3ovX80+ivTyOSqeaA73rIqxrGRldjbN06rFk5iqG+fg6Oiqn9mtS8slCNEmxvtQNW60oIGJUYWg5NPxbWELKGlufjpZdOwrDzMDQFBdtAf8FGIadDlkJEpIAj70EGPDJ0RQd0A9PNOr776EPYd3A/BvMF/Mxb78CVr7kMUeBDePMSiNNZ0esGM3C8OSDyhFqPOVnS4t7jHZl6QwpnXvFgAMsGn+kPxNhhbB1RoBdYieZ5ngCsrouAr0GFrmmJRQBBv0RRmqqxRa+8mBkpPE1MgBe1yCfvpav+FLNJqF3FoUmnvqh9HOOaLbdc1FL5if/jMzy7CErzORk0k28ygTYBtxfZHaji3x2DVB5pAuYFURu+F6DhtBAGMqrlaaiVCgYUFT7VR9UQOg5iy4a/bjX7c7JXsKEjZ+e45q7rCUW0GmBAqkCqHYQbEOyjMaHA0EK2xgiH3gBfzYswNPK8pU0EWWdVeyh5kFUVlmJjfP4svrXwFJwFB87MAuTAw0ChhA/cfjcG9D7IscoBSjx+Er9XnuKSCK3izY44wuzcDPL5Auy8DScIsf/Z5/Dwjx7BJ//gD0TwEgfzpWBQqI+7zgBUI3Eeeg+0cqwe7sO1m1dzHafKLQTQ2VeWaqDLMVYVNZgyGTor7N9M/sHHzs7g0Ewbb7p8DQq6zK9LqtP5Sh2tZpM3bwb7+mCQknx+AWEc8aYYeTGLu0RK8+RaJBnHJptA6GDdyn603QBFW2OvVAbcPaOpMw2kGH4E7H7uGI6fLUMmf2fa6EHqtZrC0OToRLFKo5UUq3TWgm3jW9/4OqYmzuGdb7uVrVEInv9rYLUXhl4sVOVNvfR9pXP8ArNG/E24AHzlv13d7ofOxgoBaeoekARYpfV2YWocbmMO9VoDkqph966HcfW1l0FZvQFTxbVoGzqKc7NoVqrwSv1w+vqxMvSxxXUxtmEz+oolzM3Pot1uJEF1pFj96EXN8eygrAJZBbIKZBXIKpBVIKtAVoGsAlkFsgq8GhXIwOoyVX7xxdNC8ReKVtHOI1agRxGaegQjVDCYt/Gdb3wP39r9HAqDgwwiheJMSZKTYw6IIkqQqlYJWtAneEUGe1Zyw2qihmXVaNJyTgoqboeFglo7wKWX78CH73kHHEdAGHp0LAcEFemo/noveTG8upAma0kRErZ2Xgt0AtjSn1O7LH3kphpRavbsbA2aZsFpOwwURlcNwPGAmdkmVq7oQ7PhwvMasC0Ng0N9rGRLgV4KZ+jc5yYqrEY0LWqLJuBLEIq8Jcm/FNAMA7VaA81mC7puwHFc9BcNFIt57qhmOMgsQKgg0+tleEYt8GHIqeOOFKNhSjg+28JTe57A3OnnYccthpGsTuU0dvKrjFjN158rYNXwCLau34ANo6sx1NfHAV0EF91AJI4T5Gm3WtyGTyCO7A8My2QVbRDLDHKqjRaqVcbHcJ0GbFPG0GAfKw8VJUIuRyYMEmQWj0mYazXxg5/swunKHAZ1E3fcdDP7upKKlOA3tYmrug0oIWrOabhehZV4UejCT4OY+FwCnArQslgl1wtWO8LR7qDn7zisLVG/uj6FnZFS2YHnCfUq1SiFkTSuVYVCplQe4+kj4XiJl2p33HUVrknAV+LJ2vtzGiME/9OfUd2v3XrrRa2T//1P/xKRpCGXLwGyzlA1Cn2Efhs+WVvQxoYqlODCfkAoUCUleV+6AVU3oJBa0tSgxgo8KYCqlbD7x/8M/Z8fxPa2i3owg1J7lDSPUDdtgve7vwa9ICEKBKjitSCBx3QNDSnC9ngncOjPMNuQoHoLCCINOVNmFfbU2l9Hq/86nm+hZECjJnZq4ZcjbrWnTZiCpOJ4cwqfGv8aasfOIT61IGCxauC3f/rf4+rhLeylTPeK5m6aAi/WJ6H07F0zGB5TUJwb4MiBg/iX73wPn/q934ekC9/UDlhl/9Hex+J/0zkHBgZw45Y1UCQx92mMMIzl16QvFp+zmpMdKyRgcnoGe8+0cMsVa1AyyCZArGFuHKLpBahUHTQaDudJVasVmIaGzZvWos9WOXmezy1TQBXdTAXHx6twoxDrRoo4dG4eW1YPoGiobMfCoXzc6k+MUaj16WekzN994DSOnp7hOQ5WmJPtgngfooYUjSW+p/lP22Nk30DPKeby+O63v40Tx1/Cz77zNraMobWb51MHTCdn6tlsEmrz5a0ALrRGX2hCJM0ML3uu9DgBWMXfly7YTcBzTJsAbvJ3kbb9JARSBJPmUahgYWoCQbvK1ifQTezd+Sh2bN8Cc9V6nC2tR81rQHvyKVQrVagrViC4cjs028BNnocN6y9BqVTCzMwMry1pJ8Nvf+xXL2qOZwdlFcgqkFUgq0BWgawCWQWyCmQVyCqQVeDVqEAGVpep8pEj46zMEx9suy32BOvUOICjSTBjDUVDw1/+xefw3MQCCv39HRBLH5rTY2NSwSWKqPTDIv2bOopJ3ZeqB1NglKpJCY6RMo/UjtWWh5tuuRXvesvr0aIQlQTE0uUznGGxWBeapmDk5aFq6sC5uAhJjNDS3J6eD9pLE81FoAtBTbLWI5Upffgm2BNCw/RcA4VcrgNc+/py6O+zoalRp170ngmgEuiZmqkKRZ6ssFI1l8vx+YqFHEp9FkOfal20oxNkJrBazCnsMUo+pQLOCKXrIosBAiyc+i78L0nXSu/1xPF5PL7nMZxZOAyYFEojYIyATqK+9D2FOIV+wOrMFUPDuGT9Brxm8yVYM7wCfYaJIBRqTnoeHUNqxbbTZk/VMAhg6CZMw0YUSqi3XFbBERyenyvDtHIcAmaZBkr9NjQtQtEiMCnhxNQEHn7qKcx7TQxbObzjjW/CqhUrGazS9ctyBM3Mseduoz0OP2jw+w/DNlwvYMjDIWwcckRBbPS1+J53xiqrC+l3FxgbHDIlakrjzwsCBEESKMbnE63YAW8uAKpM3p0Wv3+6LwIQpaJPMT96H0IxmNgG9PgRk3+ozF8C+hGUonbkubk53PvTv3xR6+SnP/lpqEYOK1augWHleCOEAJjnVOC4TfYnTedqOgbIFoB8XUmxqJK/rGlzS7ec74epkWqadjoszL64H8N/8zVYlX04tWoag0+NIu+riHN5VP/s01DW94EFj6lKOLHDEF7GKraGn0N45GuouBridhWIKTBMhURq776rUBn8NbQ1g/18Sa1O3rPU4s6hVJICW1YwbbbxyQNfRPX4BKTxMgNp2ky4a8db8Z5r3wLKqKLNCjEWeu0izl9DeL7IpET3cOzQS/jG17+F3/7dT8EsFDj5neapeDNLW9oFBE/PT/UkcHbjpetgkoqf1sAkaC9xWRDjI7mjHOIHsDL1qZfm8MbLV6Nkke+mQKuBFLP3KVQZjbaPc1M1TE3OAH6I9atXYsPqEmz2aw2S8U7q5Bhnp+tY8CNcvrYfp6bKrDJf1Z+DykQ3UXCTaJZ3AWQOraO5+tSBMzhyanoRWBVmBbSmiHm1GKwGYg1JwOqD3/0XHDt6BO/66Tdz7Tt/I9L6dd63mBedDaGLAKtL51YKVlMAfKFJ03uM6JlIH2J8pOtgutnEEB4SW7KY+X5IkYLy1AT8dhW1ahmRZmDvzkew/crNMFdtwJm+dZg7+CKulCI4coR628M5JYfha7ZhW7uJTeu2ZmD1olaz7KCsAlkFsgpkFcgqkFUgq0BWgawCWQX+d1YgA6vLVP/o0QlWzaTqrfSDJcO6yGdVo6EaUD0ff/iZz6Jh9nPSc9rOvhSsclNzT8ANqT3JF5BhTUex1QURaaiOxL6NBA48/My77sTrr3kNg9Xu9SSt/gmgYDCRJpR3QGuadN19synwWKTGTX79cppW5m6c4E7t4cJDlj+Qx0K1yCE6iS0l/ZwUmm03hu+HaLfaHDYVBh5GVgxw+3uqVqOXJghBXqHU1u+4MaamFvj3YUDHB+jvL6CvqMJ1I7RaDnTT6qr9giZ7jHLQWALsSKF2PlgVPpl83XKEWNHwwuHTePSphzBVPQlZjyEHAiIQNExDvlhJTMeRipW8Rh2H09gH80WsGVmBbWMbsWHdOgwNDnGgDgHcwKeoLFKt+fA9X7TKKxo1oAuoq8hQNAuNpodaw8HUzAIMM49apQ5N93D51nXQ1BiHT5/Co3v3ohY4WD8whHfceiv68gXxHmh8yJTKTVCZPF9nuEWZQmFEOjxBeHENYUjfU1BW2EmE7x3+VH/y1RQ+iynYSb/vlPW8GUOp8FQXqpfrOgyLW60mSKynGxYKhVwnsCv1byQY1xk7PWOWw8FIMpiOxWQMUwATw1UKQQoCNOpNmKaJ97z1Qxe1fv6X//QZyJqJkZE1UA0B62kMO84ctyGT0rDr/St8OFnlS7CNlLiaymCVgLiSK0HJa6A8Il2xUD99DoW/+kfY8UMYv6KF0okcBp8YARoSyh97F9o/czOZdvJ1k8UC1YQ3FaIQ/ZqCte1Pwzm2F21YcJuO8FrWVSg6QUVgeuQ30cjtgC+1EcFg1SexuSii6yNFbYQTWhV/uPd+OJNVRBNVtuDwowDbhy/Bx95yL0pKXrynpL7iOhY/0t/xJgOpNj0fp4+dwpf+8QH8+m/8JoZGR9H2aBNhebC69JwExTetGmGVdQpcyRaZVbFRJNT6aXBYJFF3OZotB61Axc2XrUK/LcAqB41JIlSK5huJSGnaL9QDHDk2hRga1o8WMThI9iEqECXHKRHGZxqYaIW4akMRIWScm6ljqJhHgTxD2LJAgkpzWCx2tB+BUJKw58WzOHxyalmwKoyphcKU/ZIpoImUq1GIvnweP/r+D3Do4AG852ffyupu8TeCePT5HquLIOe/0WP15dSrvYrVdINj6b3518BqZ0PFSzb2yMKBLFNAitUuWA2cGuq1CkJNx97HHsHll4/BXDWGM8U1aD7zDN6yZT20Ug6T49N45OApjNx6A3aoKsZWbWawOj09zRtpmWL1opa27KCsAlkFsgpkFcgqkFUgq0BWgawCWQVe5QpkYHWZgh88eEYoApeqQAkigdq4JQYr5TPn8Jn/9pewVmxkoJWC1UXAMoGnKaziFmBJhkqAcglY7RIlbhAWH7w5Ql3G+953L7aMrWaVJj3SUKpUscrI8DyoSj/rQpNF15Xwq6UgVfw7dbRcCtR6U9KFOpQhL4FHTjjvBnUJlRyp8ASQolZi8qIkTVg+byUKL4Kc4l3TtdEHaj8k/0w9gVsE4Ki1Nkbgk2rVYHBHoJUCrjg5WpJQzGlsHUBKQzohAd5U+yZAR3JdiSUDPYdsBZxYwk/2vYifPPsYas4kNF3tqFUXww0BZDnIK21TJxjlB6wqJkVhqVDA2pWjWL9qDcPWwVI/TFXlawpIMZr43hJkDlyHwSBr3CjhXjdQazThOiFmp9tQFA+bN66EKsfYd/Qwnti/H63AweVjG3HHG26BodF1JvdGlmFYeXh+HW3nHFtPKIotADjDa5LpRnwdBFgp8AhUp8RRMhWOMujkK+qq8ITCTdyf7n/TH3QnD9clioSC1XFQr9cZfgdRzC31BJVJuaobmrC/IADfo0oVI06MuY6VQ4+/qixRHYUnar3egKYaGB+fxC++7xMXtWR+9o/+H8SSjuHhVdCtXDLiYzQb83CcBr8P8j8W41n4rrIkmK9ZRkQ1N0xYuRzsQhGyqcHMmZA0E43JCop/9wVI+rcwv6WJgVIOxS+uAI6paN54Kep/+EuQ21RrYVkhFOpiY2FDvoHhmd9B/cwEXCWHZtuBTpsWmgTZsGA5DmYH3oy54r1wNQVBrEJXyVNEYsUggcJYi/C0fxp/88w3gVoAlxSrmoxQjTCqlfBLN9+Fy4Y28pyi+cObBiGF7CX2JT3rSLpm0awlsDp5ZhxfuO9+fPRjH8fYlkv4+pYFq+TRzHOxu8EhNjpSoJyscTwOE39Tmgtcc7E7Q9CRgGvOMHHTZaswWBBzRqVz8NiU4Hou9+7T5kQQKVgouyhXmqyK7yvEWLWiBI0CxvhlIpybbWCSwOr6Ih8/W23DDyKMDORQdyK4joeRfgu6RBsNdLupzsDTL57DwROTDFalSEDTLiBOFaspMBYqcYbEUcBg9eEf/Rgv7N+H97zr9q5ild0+hBK799FVqwrw3gtDz1+XLjwFep/3/x9Y7VoBSJHKilUCq81mDaGiYc9jD+OybRtgrd6IU4XVcJ9/Bq9fswJGjoIMZ7Hr6BnYN12H15kFbFyzCX19fR0rgNTmJrMCuKglLjsoq0BWgawCWQWyCmQVyCqQVSCrQFaBV6kCGVhdptD79x/vwL5edSe3p0ohtFiGaedw4Mk9+OuvfxOllZsRRV0laQoU+CQ9YDUFiKxY5ZRwSeSF9DzOe70gRn+pH+9/310YKPUz9FmkfiU/QkGmOo8uYGU0cj4gZlZ7vkotPY2Auuf/PlWT9QJa9nsVVDd5fWFWyGpfspMlSRq5HcoExwi00JMF7BT1oJAsshKQsbBQZuuAoaFhBnR0Sgr5oQd5JxqaBM8PUC5XGeg4rsc+qwMlG6apI0p7rJN0eXFBKexIGWMCtaiF2Anw6JNP49mDT6IVzkPVTEis7Oy2wqffEwij+5YCb9EqnMDWOERIQUWQkDMsDBT7sHJkBFvXjmHlyiEU8zmBZUNSiwoAqWkqWx1QnUzLEvngsgzPI4AXwDJEvZ7Y/xz2vnQEXtDG667cgTdedwPbSERUxwCQNY3V0gvlE1ioHOCwNEUtQVWtRMEokuUFtxT3lGwCeu9vZ8xxc6+oGf9vJ0mcbmnaqN+9zcK3teu/yFg0ElYQbfpyHAG+yEJDpYArk6GSZWgiuC1RO3bHc9pOndQ5eSm6HRSORm3vlBR+6tRZfP/BH+K+v/zKRS2Vf/rZz7KqcWBwJaxckQPPCD63WwusWCX/1u4YT4Ll0o0Onm8SFE2Hbeeg9RXQR8pVAuU5HY3pKnJf+Tzs4oOo9Zdh9uvIPVmE/nAJXn4E9f/8S/CHhjo2GKlyl2q9ffQw8ic+i8pkC65iou470P0AkhpD0UzYfoSWuQLjpV9E09qGCB77vNIuAYEtavcPzRgPtQ/jq3sfhNQCnMkyZAp9MgArkHH3tp/CHdtu4s0HUgDz/EsAqLjt9O66aWF0T6ntPnADzE5O4fOf/wJ+7kO/gCuvuRr1ZgsKb2LwQrfoXoTdFKvOz3n9SALDEv+STp1Fd4CA18IaQCihyWOENihufM0KDBZJpS5D656ROv/RDoFy3eHxrUjg9WFissretGNrV2JkMAedgCiAibKDiUoDV64vsUKeNmlOzzQgGRZqrRih62Hr+iKKGktpu2D14DkcOjEFlYO9umCVLoWVqTyGUsUqbQ4lYDUMUMzn8djDD2PfM0/jznffwXOANhgYmy4Bq4uhqrAZSOdjd04mK1tHnd9dqy+0bnPnQ2ct7K5ty63xy3mssgVIolhVZFKsymwFYKWK1elJhG6d55AvqXjq0R/jNZeuQ37dZpwqrIHz3B5cMzoEy7YxPTuNvccmoN18A262S9i0diwDqxe1mmUHZRXIKpBVIKtAVoGsAlkFsgpkFcgq8L+zAhlYXab6+/a91PHAW6xaleHLIYwQ0KwcHv/Og/jmrp+gMLwRUuQK38DEgzKFRdQqqXDwjviiB33AT60ALgRWBQwUKi4Kulm7Zg3ed8/PQFPtRSqwjhqM09zTD89CSXoh9Sq/dqpqfVmwemHomsLQ3g/44nyiPZcVqvzaApZ22/LFzxieUPZLSIrAHp/NJGiKPrg32zHqjTa3k5PKsd1uoVgswrY12IaOar0O28ohDGP2V6WvgT4LhkkhRKTEFC/LnbwJ+BRAWGSyCOsCoaSdqzv40c6f4ODxvQiiCgwlB1/zGB6QgjC9ZwKuCugox4l9A0EFppCcD89BVuK1yX9UgLl8pGJ0xTA2rlmDbZdsxmj/IDRZgReF8OMIgefxxZJKz3Vc5GxSPQqFbhwprN59dO8zOHD2JIKgjTff+HrccOWVrMol2BX7MXRTh6pGODfxDCamn0TESrs+yEoBkHLQVPI6FZ6OQgVGgVdiEyB9dMYEk56ee5+0bPPz5LAzxDobA6RvJdFt4r3KauxkjPuhD8dz0Wq1+R75noDpBFgLOQGWWL2azAs6llLuhaI7USyS3QR5fEaAYRVg6DaazTb+5TsPQlUN/OdP/fFFrZ9/9sd/gihWURoYQb5Q4tcg9WGrOcdquyB0F52X51kKkclzl8aApjFYlfv6UdAt6PkcVEtGbaGMaN8DWCk9iGawwAFjBaMA9b6VwLiG+q/cjeZNOzobJPRCqWfyVau/j9zBL6K8APikfpUcmC7BRS4ENDmGFFg40f9uVI2fQayUISs5ugFQoENSFDiGjwebL+Lbe34ANAF3pg7ZJLAaQ3ZD3LbiKtxz3e2wzByPBVWleSM2H2idWvrgNn05hu/6KM/M4fOfuw/vufu9uP51r0XtZcBqkMy/dK1Ix0ZnoyKBp3yvO8OO1pFkg4aUoqQK1WjDJMY1WwbRl6dNFhU5VeWNCfLGpblDalrqMKANBrJqaPohjp5cwOTpaeTNGFs3jaBUFD7GC+0Y1VYbl28YYjCoKyHm2jKOTrqoN2LEgYdNq0ys7ZfZRoDGLG0NPX1oHAePT3bAqvBUTa0LhGL15cDqzkcfxd6nd+Oud7+to1jl902AsmfOvRxYvZCy9V9TsHJHQaqMXqJ+7b3Xi85zAY/VpVYApB6PKZQvsQKQIwWVmSlWrLpuGy4kPPXIj7F161oU12/Bmb61wIH96AtbvBkQtluYKPto33g1bsr3YfPaDbzOU3gVbcxkitWLWtqyg7IKZBXIKpBVIKtAVoGsAlkFsgpkFXiVK5CB1WUKvv+5E4tUnunTFHjwQF6ZKiwEuO+Br+PoZA2RrEOmFmuZ2leptdaHLotgKgJgBA+o/b8XdhLESDWei9plWeQq2oPpg3+r4ePG667H29/2RoSBAE8dIJbAUQEQLwBTGXqJZ3dfbbE9wNISiDOdD90upG5KjyWfzfQhntcFNMt98GfQeZ6hKwEeWXiytgma+ghCUo2pyNkGDF1FuVxn0CJUXwp7ixasrsK29/XoutJwsF5PT1J8hlBx8lwZP979QxwfP8DwSlVihEl4Va9qlc7pBzK34NMYCEMHsaTAjzVW1CmyUFqSlpHOTRBOlRW4FEhEMDmM0V8sYnRkJTZtHMPG4RGUbAqpUhEGIQddEZjRCDQmST7UBl31PPxg106cmZ1GHLVx1+3vwKXrxhj6UrI5PSgQC7GHsxM/RK16GK7noeW4qFZ1NCMdBvmclkocAkbeoJqhQJNCVkzzWEq9f1MOTiCJ7Bgi8UXen6RCVckGI/XApOqR2pQOJ0+GWOFgJ0qaJz9PUqOqCkFWcCt3u+2xgpXgKumFCazTKCHAQm395B9KIEWNSfNL/qY+DFLekn9orEBTC7Bzg/w+9uzZiz1PP421a9fh//zlT13UkvkX/+NvYOg6bCsPi6wAYuF32XJqaNTKCMJ2Zw5wjVJlYPpqDIAVtnMwiv3QcjmYtgndLCJoVOCc/ioGoi/DLVdhBRqUjTq0QzqizxWhXPPTOPvhW+FSAJ1CYWkOpCCHnOXgzf2fxcThU3CqDpCz4JI6HiG3/BuRDUmbhR7IqMmX4gXrl+FpCvRIh6Ll4Wh5aHEVjh3ivtldeGH/S/BabURzVUi6ikiVeRwOFvrxiZvvxCXaCGKdxqAOl2LmElVj7/rSO6dpg2h6Zg5f+Lsv4M0/dRve8s53oFyrQ2GLBLHC9D7CRYr3ZEMp2YTpzFFeN6SEpdJcPd9fl85Ja+olY2ugqxFkVYFqm+QDgmGdgLKEctOF4/rIWwZslWxWgEo7xLGT46gs1NBfKKBoqDCVCJMNGXZexvZLVsNSIvZPlWMZc06AWiih4gCNmoPVgyZWFxUY5DssyXjuyDj2HZ6EYsi0xwApanTaBMS8SPymeeQk/qqJFUDetrD3qafw+CMP4e47385zUrdMeJ4PRdWSzZ5elXg3vIq9XhcFjKUbRqkdwvJq1Veifu3dZ1u01vNGTffaXF6rYqgSeUWzaB52fhBSJGFhehyhW0XboY2rELt37cTGNSUUN23HVPfJYQAAIABJREFU6eIoStVx6GfnIMkeCrKE066L+sZt2F7IYcs6YQUwOzubdCvQ+iHhdz7+8Yua49lBWQWyCmQVyCqQVSCrQFaBrAJZBbIKZBV4NSqQgdVlqkxglR5LIYMU+wgVgz9Uot3A397/FYw3IqiagTj0WTFGjyD0BLgi1SYBjQSipucjyCrayhfDUFZ0sppVtF5LioZWw8Obb70VN990HQc5da6JGUQSTLXUC/YCytQUrPZ6rl7o7TNrS9rne9//y4HVVMna+YjP6r5eJVr3lZY/TwJ0OV1ctFtTazMFP3kBgUChim02Wqw8EzcohmXqGOgz+Z+p8i59Nc7+StRa/DvxJH5/fqTi8IkpPLr3xzgx8SJ7k1IIDsHY3vN0vqewlsiDFrWwfdtmBoGnz06g2nTRDqltmUChxkpY8gSlV4lUASVUgjcE0ijV3jAwUihh5eAwVo2u4P8WLJsVzDRmSE2rkCJSVnFuYQ4/3P0EpupV5DXgzjveiQ0jo9y+TKCL3gupOMOojvHJh9BsnkDgh2i0HMyXY5R9icFhX2kAuXyO1a3kI0vBawQ/U7VxagVAfrFkV+AHAYdvefTlefx96Abso0u/i1iRK+rte6RNk1kZaxoWbEv4qRI01lQNmq6B8ut9Asi+8CF2XKE0pp/RPdE08l81oMtkOUuAO2LrB1O3YJlF5O0BWPYAzFwOjz32OObn5/k+/eav/M5FrZNfvP8Bvn+aZjLYZTeLCHDcOur1Cny/JXwjknnUY3IhxhkrcxOwWiglYNWAZhQRtutwz/wzBsP7EVXLCDwJhbVFtrGIH5NRfW4r5n71w0CuD4FHfrohwljDCquBGwp/gvGDpxGSSjVnoc1glU1JocY0xn3o8OEoAziq3okF/Wr+GQHoQMnBkiOUrQCfO/cwjh0+Aa/lIJqvQCI1N4PVCIZi4P1X/hTeuvUG+J4ETTcQUCYXqc2TOXshuOqGPubnK7j/7+/H9dddj5+9+25U6nUOY0sm4yI/ksVgNVG1d7x0e7ZuaL7xYOLCLtlsEf+WJRfbr9iKkYEi35VKq4Va0yGNLizLxtx8jcdD5HuQI4qfihEpJmTNwPzcAmI/wOhgiVWSCw5gF2TsILAqR2LnKZbhxMBktYHZRoRGy8dIn43RgozBnIYIMvYfmcCzh8YhazFk8vuFsNPofnWDt2jbhryMRcBcgLxt49m9e/DIj36Ie+56J1ti0GZCGrCXTKbOGpauZfwDfj9d0NqBnMJQpTP+l9/AWmrrsRjgpifo+rAuPqdEIX8JWKX3Q2CVHrQxSM8kx3ErPwgq5cL0BCKvhlY7ZLD65K5dWLs6j9Km7ThXXIlVzgJWtcml3GOf6ZfKZUwMr8cNK4bwmjUb0ddXxOzsDK8N/PdRlvCpDKxe1BqXHZRVIKtAVoGsAlkFsgpkFcgqkFUgq8CrU4EMrC5T5xSspmAlfRq1fkayBsJm9fk5/N0/fAO1JJmbfPYIqtGHUAouIXhKtI0UVr2KVFJYpa3T550/ha2seiJFmwbHCXD3e34Wl2/bgsBPwaoghl3Ier7SS/yu+zwWwfYGWZ3f9StA0gW8VTvv/8IOAYs+4Hc8EtMm+SXHLAUAvdfEYJnBqoBX6YMAAnubkp9i22VA57mUeh+yarC/aCyCEmnoEoPVHiiRAgsqg+PL2HfwOJ7Y9wjOzL4EhRWSIjinF5h0LkJSuM21qLTxwbvfidGhfkzNzOHEmUkcODnJoToLlRZafsh+mBRKFcshdE0TqlWCYwxxEgUzBSBpKgbyfVgxOIQ1o6NYObICBcuEGgKGbuLomVP40dNPYrJZxYZSCe+54x0YzBXhBQFCQYzZY9bzZjE98zhcdwJBEKFab2N2vo2Jmg5dN5Ev9CFfLMK0CP5psHVdtOwnalVu8w1DBEEIz/XhOKJ9n/5Lrfye6yJ0Aoas5H1LFgYEPQj4uX4TgRcyqCUvyb6+HAo5GxYDVvJUtaDR6ymqaO+VJXhOwP6rdG6XYBhDSguGTlYBLEaErpJKuYThwVUY6F8NyypC1XQ8uftJTE5N8fGf/NjvXtRK+aUHvsbvX5E1hroR+RnEQNttoF5dgOs1F8+V5FU6QzlRrLJfbLEEzc7DsHVoRgGx56J95vsoBX8Lu11HzXFRWmHCyCsIKhJa+4o4u+Uj0Edfg9gPIas+nFjBpaVxbI3+EqcOn4GmmICdQwsBNLrOkHyVgcjTocsOoMWYxNU4Lt8Ll+oqB4hlHUXNxmnLwd8eexBTJyfhOy7ChSpk24CkqYja1GKt4caVW/Grb30/gnrI44egK6XBiTXiPBm5CJbzPVSqdTxw/wMYG9uID/3iL6K8CKzy6pF4pCZy9HQzQ6wsApymtUxU9mI9EPVf5ELRE8QnRSHWrl6JYt6CF3io1ptsQ0DH0NiuNx0eG57jAqEvQtok8h62eKMh9DwYKkXY+4hUA0NDNq7dug62ErEalsBqhBCzDQcvnSuj7QMbVg9htKjC1kiZKeGFIxN45sUz0EyqFR3TZo3uhcBqDNpQ6QGrloX9zz2LH3zvu7j7zneif2CAgXaj0ehYYVwIjPLPEurf2fxIYC6VkYZt72OpQjVd77r/XdyN0Pv7C4FVcduSYK7E4iZVrAqwSvryrmK1PDOBmEP0aLxGeGLXLqxaZaN/0w5M5IexrjyJoixz4FrcbOO5dh0zw2O4MZfHtrFNKBYLHSsAYR0h4Xc/fnEBdRe1MGQHZRXIKpBVIKtAVoGsAlkFsgpkFcgqkFXgFVYgA6vLFGw5sErkIYICU5Zw5vgx/MO3fghPLwBxwECOP2xyC3XA6lUKxUm9BRmmRgKG9npS8mdXTstOQ3ISu1SZWqZjyIqBn/+5e7Bm1QqEJC1bEjzFxzIw7YLW3sT1jv1Aci3p66Xp7+eVgBWr58MVet5y7aK9H/AXAQJCDxfwD+z9QN99ffoAL3xQGfRxAHsCWUkBxqpChdv/qe2WVKu+71GMEAz1/EAWug7W4PWA3RSC0PtrujF2P/sidu9/DFO1U6yspA/y/Do98KKj1ooV+I0yxgZV/Lt73gEdAkqVaw2cnp7F6NoNGJ+ex/Ezkzh28gwcL4AvCW9TtgmQFaiaiN2h4DB6LYbwBEkDAsQ6hgb6sW3dGFYPr8LK4WEcOHoEu/Y/iwW/je1r1+KdP/UWmIrG/pyhQknwMQxNR6N9EvMLexAGc1yXatXDzHwZp2d01BstuH4A07SRL+Rh5ywYhsqKsDSZnq6JzkngtN0mmNpKvFHb/G9qWZYDCSErWF320iV1LVkS+B55oEZs02BbOixbRT5vCuWqbcKyLOQtG7qhs4qV7p8sGfzeXd9Bo9VkRayiacjbeehkVaApbDXQVxjC2PrXYOWKdcjnBmDaFp7euwc7d+3EmrVr8cv3fuwVLnni6V96gEKvaCzp0BOwSnYHnt9CrVaG49QZrPbOSR6z6asRjIPMdhRmoQg9V4BpG1ANG1IItE49ipL/5zC9eVTaAYZXkn2IgmYow1BUjNffi0bhBiiSCi9qIJINXLdyL0bnv4YzJ2ZhF/OIdQtOJIC1FsQIyTagLUOVfBhGjEbcj0PhvZjTt0KWSTcYo2Dksd+axxeP/gD1UzVWe8fVBiRbh6xr8GsNqIaBIcnGJ+/8ZQyHeUo/4/ArEfzU3W1J1w2qAamp3TBAvd7CV7/0FRQKRXzsP/46Fuq1HiuATnGSugmf6PMeycYJ/VzEyKXKdlHv7qPrFR1T8hZD2iQ0igOwCG4SmFbg+1GyESNBV2QResXhV7SWie6AKAj4fQRhiNWjJdywbR1sNbF0JY9nhHAg48i5CuaqbRRzBi4fG4TM4VEyDh2bwp7njkOzKLxKhRRTWJZYd5azAhA/D3j8H3xhP/75m/+EO9/zTuQLBRFelawzukqq2GVa+lM59RJFPt0foffuqlnT2i0LaRObl8V1Fkd1A67Ev9Pn9CpWxZylDS3aJFL4bKFE1grCCqAyO8mKVdcjm5IQu3btwuhqG4Mbt2PaKGHF+GkYpgSd/KclDbsbZVSGxnBTaQCXrB9DoZBnKwDyWBWbkcCnP/EfLmqOZwdlFcgqkFUgq0BWgawCWQWyCmQVyCqQVeDVqEAGVpepci9Y5Q+diXoqjTAqmTp+smsXvvPYXkh2PxCQS6EElUKbgpChjKQqhAOZxnBAT4Ire0Fr77nTD7Pcss9t5TJqjQZWja7DBz9wF4p5UtZ11a+LLl3QyM6POjC187Nuorv4EaHFLozsPVd6na9oACb0sidEXkADhnddcNJ7zk4SOf+wp+26k6ydQhc6BymByc6UwKeor3gtgqwEOkR7ai8Q5bP2KuR6fAJJTbxQc7Frz3N46sBjqLpTbOfAQJdgiDjZ4oAnWUN9dhI3XDqKe97+RkyfPYl8YYC9Qyv1BVy67XLEsoa2F+LZ5w/AMG0cmyhjZn4B9VYboaRy26yiGSAkwQ3UDI8JsBIopt9KMGJgoFTCyqER1FoNTM7PwwkD3HzZZbjlta/ndm4CKvRFyJbSzivNg6jV9gNhHdSpW2+GKNdmcXbSwezcAsqVOsMhK2fDtEyYZg6U6s3wQhb+vxwSFTockhXRayTeqrQ5wONR0thrlZStIlAqYAA7ca6BaqXBalcC4QROCRJrugydbAcIPpo6TJ3UoSqHfOmakqhYZWE3EJJqVYapCbsCgqvU3j40sApXXH4dNqy7BAW7n2F7tVrGg99/kIOL/uNHfuMVDdP0yV964KtcfPKE1TUrUSlLDFar5Xm0e8AqHdMJWEo3QXhI0/vTYebz0HN9sGwNsmFCik20Tu/GoPtfoUfjqDd1lAYsRFaLbQFKsoEF9Y04GbwJqkTq4zZsS8H1I9+BdWoXpuaaKPSXELKHL23MRFAjhcGq7IWQwxgahSopEs461+Kw8g62J6ERUTAt7LLO4hsHd8I700JASteWA1BNbROtuTJkU4Pkhvilm9+DW9btQBgrwsJEIe9QAeqWqlYJt9K1EKT/5te+ycrQ3/q930OlUWeFOVmdpI/zoV3XBiCdo2Kypsr0BFjTS1No2wVC1aI09K8TlCdgPqvjI1I4awL2J4F4HX9kVp/zG+LxRaFwdK0rhnO48dK1yGnkM0BTXbS1l50Ap2aamKu3EfttXHfZBlTnp1EolDA5W8ceCjXUSUVKGxMe22bwOrPUY5U22kgDGwYMfwmsHjl8EN/46lfx/vfdhfHxs3xvduzYwWpaWtPYLLrn0akDjYElaxGvc0usABbVNjnPUgUrB2z1ANze10vB6nn3b6nHqu/x/BcQXkIgSQxWyaeWwCorVsk7No6xc9cTGF5lYHTsSsyqRQzNngVaTQ4Sg6bg2XMTqBXW4nWbx7Bl4yWLwKoIwYszsHpRK1x2UFaBrAJZBbIKZBXIKpBVIKtAVoGsAq9WBTKwukyll4LVFDZQ0AmpC1cUbPzTN7+Fx/efgJYfAAIHESVsJ2CVPxOqMoJYKHsYLSSCpDQFXXisLlZ0pR9qCcMquoLZuVns2HEt7rnzZ6FSYgrEh+8u+CBQwI3vLwNWhWo2fX3BJkQS/YUeKQrtVawtfk1x1IVUT+n5EiFX8uE/sSRY5sN++kGfW7Mp9Ig+yEcxKFWceAP5GwrP1cTRj1qikxcgz1lZolZ7ATiWgoRexeqi640lTM3VsGvPPjz14mNw4gqnjzNuvlBQDEPHEM3yBN5y/Tbc/fY3ol5egKrncezkKQ69It/EVtvBipWjGD83gS1bt8KXdJwdn8Lzh46gFUmYq7dQbTrwo5jBIXmv0pihL5LKEuSMuCtb2AZQTagWBETeesMNuPqKHQhcFxGlcUchdJnawGOUG8+j1ToEKW4i9CU4noqWN4t2M4LrBnDcUIRLsWpUtL8TWKV6E4wiNa0A7pEI3xJGu8JJIt1UCAkHE9BK7k/goV6r4eSpszhzegLT0zXUGj5c6saOhZqVfHEJhmsqtf9SCJUMhQLHyDuUVKlsEcBpXwngpbAtDZopwqxWjKzBddfehC2bL0d/cRh+6HPQ14mTJ3Do8CH8xkcvzmP1K1/9Oo8VWdbYcoHAGo0xP2ijsjCHVrvWUaxSVc4HqwIWUi2NfA6GXYJpq5BNEwpyaJ3dh2L7j1CUJlCveyjmbPiKh0DxUPQ1tPsuxQnvbgTeEAO4wUIdV/V/DcHxg6g0AxQG++GHdN+ppZy8mynCCjAIIgYhAjWGpgNtZwC74nvhSsP8+5yl40facXz3wD7IU034UQDVDRBZKnKFAmozc5A0mT1Hbxh4DT5223sRg8aDjpB9VrsrQqqip5+Q0tOPYzSaLXz3W/+C6alp/P5n/m/U26IdX4DVC2+giDMuA14TuMqKd5p3CdjtqCXTjSFar0ghyWsoKbW73tI0ztjSgn8lg07BSvdk3gi/Y3Y6YBgfQsbKoRxee+la5HWh9qdwKtoYGy+32Qqg3HCQt1S8fvs6zE/NwrRtzFdd7Nl7GLJOCxNJXd0O8BQbOiLsjWcRdzCEDFZpPaXwqmNHjuArX/4S7rrrXaiWK7xxtmH9OoazrJSnboclNiysmE48oXvXYHrPDHNZOb28YvV85epiK4BFEDsJLzv/fLSFI7ohUsVqClZTj1W7MAQFMiozAqw2fYp4lLFr5xMYGNGwetMVqCp9KM2fgVutYOVQP7zYw+lyE6daBl5/xaXYsu1KVtSnitUMrL5a/zcwe52sAlkFsgpkFcgqkFUgq0BWgawCWQX+ZyqQgdVlqpeC1aXqKUlS4YcN9rn8/Oe/jBem5gDDhBUoiGSCUpSongQtcStqzAq+tLk+bS1O28MZrSbwYNFrMc3QMbuwgNtvvxV33PYmRH7AClABELpItkeUmvw8MRbtog6GZqk9QCJYXbbdv6sxvbDf4r9lwPXyAQEd0qO63xMwIKvCSI6hBBE0WUJY0FE2KaUbGCRo6scIvQixF8CJAoSs7pRA2fEUIMPKTVKckXqToBMxFgqx4aZhei1KCJeI9DElZDBIkFRS8dLpSex8+gk8d2QPZINAjSK8FhOFVqp+TfV2PgGa1jxW5WS84bXX4dIN69Df14dnn9+PlSMFrjFbE8gqqtUGVq9eC9eXYBg6Tp0+iTVr13Ab8rFjx7Hv+DgaQYg2BUNR4rtVBNwQhiIjZreA1C5CWAUQwLvrDbdi3drVCHxPAGtSQksaZNRRbTwHxz8NShAnkRyBWfIJBUMzE7puQ9ctVuWqCgVKGZAlAqoyA00G791blNwvoR7ktmqqHIGqFOKQwjb0UKtVMTF+EpMTE5ibL6O8UMPCQou/ylUP9VYM1yX4rULXdChqEkYkOwxOqR1a1dTEZ1Jch0KhV7rGv+srlXD9Da/F9dfcgNHBUVb5latltiw4NzGJD9/9K/+W4Xjecx742jdYvagZJkzNgk9K0Jg2QlxUK/Not2ocOsTWH7GY1+QPKsSPCXQm9bGiwOLwqjx0S4Oq21AUE87UAVjVP0dJOQSnHcI2FISBxKpETW5DKQxjKroT47UrWKi4IX8Kl/Z9GQuHZhCpClsBuCEpA31GkjSmSJ/MAktWVJMNhQKEKva334DT8dXk/szq+e8oJ/CTF59CPNXieUXD3zUV5HQTrUZDBOlFEfIe8Jt3/Dus7lsPSdMEUO8B6b2qdxobNNfqjSYe+v6PcejAIfzRn/0JGo7L40KsR4vV6YvXtW5QX6+qPfVj7i4PBO57VavdVnc+H4e6JRtVfB8E7OsZuh2FqvhZ6t8qlKsEXMM4xMqhPly7bQPyhkKnZMsQ8goleNriTQhSVUvoy+moVpus6q3WW3juuQPEbhkUk2KbzQxofUsgLm/K8PcB+7wSbGWLBtvG6RMn8Y/3fwH3vvfdHNRGGwyk3hYhcInNbK8TQnLtId9rDQp7PHv8nkjV3XSabBXD95PqQOSYH+wEfkFIu3gi9K7LZAUgNqc6tUzrSt0QyYPeD4XXib9j5EsLBHGMfJEUqwoqs1MIvQbPT0NTsPPxx1DotzC2ZRtc6LBm59FuTqAaAsM5A40YODgP3HTVDmy5bAfy+Txm52bYCkDY5SDzWL2oFS47KKtAVoGsAlkFsgpkFcgqkFUgq0BWgVerAhlYXabSS8FqVyGqQFYdKIGEv/7rL+NMu41Y12D5OiSieklbqPCHE6hKKG/EIwWrBI0EsDsfrKaQy48VlGtVfOD978Zrr78KXpupYedci9r9WdWUorFEzZU8U06O6W3vXdrq2wtBlipW/6cGY08gzVI1KYFVsowNFUDzAoaKTsnAo0aIquTBimJskAxsihX0B4DsRPDckELQ0aIP+KQGDiPY5GmpqwIsJIoxgqRUKcIQDH0oRKzHYiCEiuePnsbOpx/BiydegJETZovk1xrEfJS4VwlcYIsAKNDdCoZyErexttsNDI2M8LnvuGYbxjZvgmFZOHj4GBwvRi5fgtOqwc6ZmJ2dxuaNGxmk0CmPHj0BK5/HfK2OQ2dmMFV3WFVKEJjAYmoXQZYHvu8zcPjgW25HqVRCEHiJ5QG18GuIwhnUm8/Diyb5+qOA2vg9+H7I4NAyc7CtPmiaAKsU2KSqZHsggExnfKat2dxm3FUAi/smlKppXQgo+YGLer2CuelzmJ+fQb1R4zCees1BeaGJiekaJmeaWFiowXNF63dMkEYmr14RTEPzgEAZfc9txVHAwEkmJa4qc/jVlTu249ZbbsGWTVsRBD4qlQrmFhbQbLbw8V/4rYsanv/wla/DsC30FftZtVor1xD5NL9C1KrzaDVriAKPDX8ZWDL9SvyNeyw3CMCZ+X7oeRu6ScA6z1YP7dnDyM3/FfLKXgbLhkaJ9TFUyYKqu9AsAw28CYcat0PSPFxeeAar9e9h8lAdub4iFJNsI3y2FaFtGWaXBPuoNjwuI66hpsg4216H5/2fRpC3UIGJb/nP4sXjRyFNuZCbHuKcjiBnQDUNhNUGFALyiBD4Dj541dtxy6bXQlJ05GIZPvtTdDdU0nVBKFYjNFttPP7Qo9jz5NP44//+53DYHzhRxLPtR9Lev0R5mS5bYiz1puaJ+967NvSC0lQB2lHy85gV47b3OsW45P8VYzQJzusODgFleX0mf0/LwLrVK6DS/Y0DnitRJMNxqC2flKdCbUozod12ECSBdnUK60q8hcXrCIApjkkgK8NV8oIV4JVuXs62cO70adx/3334+Q/cBTufW+Srnf5dSO1ROps6kgRNVlmJu2fPHux64gnohoYbr78WN7z2ejSdNofVEWpOz0H1JAua89Wq3WosVcZyLXvA6qLf94BVuj6yLOmAVUmA1VxhgMFqdW4agddA4AbQDRU7dz6CYl8OY2NjYl0qNwB3BhNujDUlG04Y48WyjBuu2oFLt+1ALpfD3PwMg9n0b+inP5GFV13UIpcdlFUgq0BWgawCWQWyCmQVyCqQVSCrwKtSgQysLlPmC1kB0FPDKMZAv4Vzx8/gb+/7J9RJ6aUb0HwZktIFqzKFwYiP/hzywx/okw/epHLj9msCBMu8Pv2OvDopKORXfvUXcMnYGrjNsMMklkLS3oAm1l/1Jmr3/JuvaJnUbwYFDGhJCfm/bvwtBaodSBJJCBQCHTE0P4Cmq6j3aXhBBapSjAXJRR+17UKFDqAUyciTv6QnIReQOpXgnodW5MFwNfhSjEASSJDhEwuthHciafyopkRf1FiCGwBPPX8EO/c+gpMTxzpgleBLkPi1cq0SKRnVzGnU0S838ZGfexdKwyN48fAhHDl6GgeOnsBQwcboyDA2blgDz2lj9cqV2LBuHfuONpp1zM3Poq+vD7NzcxgcHEFtYRKXb9kIWbVweq6Fh556AWfmFojCM1RM7SIYrHoeRkZG8KHb38bq5xRssAIPCnzvHFreIYTxHP+bFK4EdcgmQTct2HYBtlVksKqoBFZ1fo0UXNAxS1XTKdgRieCpgrD3+xCe76Jam8fMxFkGrK7nsGLXaXtoNBxW7S5UaqhUWnDaAYKQIJbwx41g8nukuZEGufEcIe9GUi6T0i8JIRoeHsaVV1yNK7ZdDdvKsUqvXK6AINcvvv/XL2qgfuPB76PYV0JfsQTPDTA9McOKcFmKGKw2G9UErDKiEvXhNDWxEdIZw+Qnaxehkc8qe8PaUDQT3sJJGDN/hby8G74XcSu9CIfSIck+2yDI2jocan8Udfh43dofoFh+GuOnW+gf7kekUIt6xEF4JEGmOpHaUicQnYBVar0ma9SGn8Nj5bvw7KSB/itNfLP+NM4enYY05/KaI/N1GfD6LWCuxipKWCokz8X2wS348I63IacXkFMt+Ek6Xe/GEMN3SYIXBnBdH0/ufAIP/fBhfPYv/hti8pH2F4PVC0I73mBJx1EvWBU2AjSWO76oPXdUqKQFuGQEK4nxwrYDdBCprXtW0Qu9tgjQ6m5IBbKJMPChkpA98oVKXSamztJVfggLBrIfoGtjXSb/nJTjNP+6Lf9ikyMFq6S2Fb8LOdiK72FIimUTE2fP4v77/h4f+rm7eaOkM45400b4Jac1Sv/LvsO6jSd2/gRf//pXEIekiI8ZZr7vfe/DNTdcB9/1O9cj5rEAq+nj5QBruubzWrdEsdo5PtlkSZ+brj8Ee4V2Gsjl+yFDZbAa+k14tKmja3js0YcwWLSxdcNqSH4b42emMGgAbdVG0VTQano43FZx5bXX4NKt22HbdgesputCBlYvaonLDsoqkFUgq0BWgawCWQWyCmQVyCqQVeBVqkAGVpcp9HJg1Q8jbFg1jF2PPoF/+NaPgHwRMqlPfUBSuy2s4gO5ADJa8n36YbwLVkVI1SK6SgCCPmRLMhotF1bBwic+8UvoL+TIxhXUrd776ADUhBsIZir+0fndvwpWU+iQKGzTTuf/RYPwQh/sBcCltnvyNyTfyACKoaJcVPAYtcLHQD6SoJJNgARY5IwQAw4p7SQJehyjGAH9gYxCDBRa5IFKKryQv6jdl96ss36qAAAgAElEQVQV2QOQ2o+CfmJSsSaBN812gCeePYCdex/FbHUCqkkBWERaKIyF3BYXiYO5Eu12Eyv0Nv7Dz9+JnG2yYnBuroZnDx2HPVzEAikpZ2cxPj6BUqkfW7ZswZZ1G9Bo1GDqClaNDqNercJ1XCw0pzE0UIAcqJDMEXzvsWcwUW5AMTQBtgk4qnS9AUIvwKaxMbz3tjezejVtlU4VpJ57Gn70EiLUBSQKqIU8QBQq0AwCq3lYZgGaakJOwCqpVjtgtccfM4UnqUqVAU8SwMaIi0GzSDr3/DbKlTnMTJ5Gq9WA77us8vM8H47jwmm7aLfb8Dy6CQJw08YEgSG6H6kVgPB4TYEZDXDRfk+FCOmeRhJy9gDWr78cwwNDsKwcByYFno/b3/TBixqlDz+9F6ZBFgkG2i0XMxPTiP0IshyhXl1AvVbmOpKhRGeXIepaAaRzm+CvmctBtftgGjqDbAqw8iuT0Kf+BjYeF8rHUIaqEGDVIUnkjUvjK4dpfBAnvEuwtrQLG1sPolZtoDjYl3h+0uYAfZG1CPmcghXPtB1D/JNhqySh5RfxPx7fjIPzfdj87kvwnfKzqB+agV9uQjI1wNSglwrsDS2R5YHrwQ5ihI4Lc2QYH9l+OzYPjkExch0t6XlgNQmv8rwAe3fvwT//07cZrOq2zfMtWXAWqVEF8OQFbYn3ceoL2uPfy5NUPLf30QWNIqgqBYed63uZHSAeq+kpe87L60DnpWhdEGOT5n8KOxmmJjYYhD1lUqBykJjEmyWksCbLlxipwlUoVtPNsxSq0nuhjQ7bMDAzMYkv/P3f4YP33o1CgaxDBFBN7QzYnztR3Kfvm+ZGw/Pwxb//PLyZaawf6oeqSJgqlwFdx8999OM8hknhSTYxHIbHoFqA1aVr74XAc/JEVkGnj8XPE3ORHqliVdzv5cGq65Fa/v9j702g5DrP88zn7rX13uhu7GisJAiSEAlSXESRNElRMiVZkrV4iWxZkeRknJkkXpLMmTnxmThKYkuW5UTxKsuS5ZFs2Va0WpRIcQOJhSBAkFiJxr51o/fa6+5zvv/W7S6AgO3BeGjnnFtHze6urqp766v//6H7/O/3vjbbn32avqLFltGleOVpanMVhgs5aoEuW0AQGZwObFbcegsbb9ymwOrU9CW1zmVg9bqWtuxJWQWyCmQVyCqQVSCrQFaBrAJZBbIKvMEVyMDqNQq+/+UTr1N2ysWmIITRkSV87at/xfd2vorT06cuOqXrU1LQ0wvjJIFaQI2uvENTVZMcLgWr6tq0Q1maXkwrsBZpzFWrrL9hHR//xM9iiHJLqWKvIA/t809tBdqXv5edu1y+X02lKsFFiyqy5JkKWFzBetMSJaq9qx+/3WV71Wpe62JesQsBq6IEkwCXosWlEhw3RLEoQT0ak3pAS4tZLl6hQEPa+8MYX1pQ9aQlWmJ9BgWyxhaDoU6XG6G1IqVAFAgivpyiWlMwRRRuhsFspcVTO/eyY9926r4EV4lkTvUJq3PqMIVtc4eYerXM1tF+fva9jzAxfo5CIU+t2eLSXJU3b70ZzXCYr7bY8eJL1F2f+UoFt9Gi2aixeuUId27byuplSzl/7hyeW6evlMdrRdTiIo/vfpUZCRnSQPLdVUK7yBGjgNgPedOWW3jHW+5RUDbx+kyDjSLc1nEiThEjfpcS+NVS4DOOHJx8UVkB5HJFTCMBq6ZhJ4FfbfVlZ/BQ+gEm4zgJ5JFbp5IuUbFKIJa0+V9iauIMrVZTqVXFV1KgiIAe35MWa1H6iZeqAOO2MlaAoCWqbVMpcBVYTeEqAr0kxKsdUKaZeF5IueKhmyVGhpawdHgIS7dxjAL33f2T17Vk7jh4OLFB0HQCN2R64hKB6ymGWq3MUy3PEIrHaRSgCZRXveWvl3ErL85iDivXi+M4SrWq5/KE1Vns8S9i+o+jaRGmJiFdHlEQkxOFuwaNsg+lbexufpyjYzXes+a3GCmexXTyyl9ZPoIErAZqHDjKZ1Owqmw4mGqTwLTyPPeKxovHNXIrH2Jq2xq+d/oF6q+eU5sWTk9JBeg53UVagU8u1Fh5bI6BiSYTXRrnbhrgnRvfzGPr78WwuhZCuq5stRfFrVjEuq7HgX2v8NU//TM+9V8/S1dfH57rLyqe22i2c63oVKyn/tDJfVfYALTh6pXrxevXj8SnV3kid4hfk6W0/Rml6tj2RlUyiNsbRwLLxa9UfheYKuNRAKiC+YkSViBqMuaTTZYkCKsN/NVrySaB2AckatHOr4XNiPZGhGyAiGJ19tIEX/j8H/Lhn/qAsvQQqLrg2Xvl/lr7/GVuzJTn+eof/SH3r1/LaDGPHvrUwoA9x8a444MfZnDJkJpzsrYlx5b30JFCdhXA2jlp0vrq1wCrkSb/frT/ZYniZKNAbRomYXbKY1WsADCpzEwqxWqzFZDLO2x/7imKtsbWTaPUpsexPJ+8rjNXbWBpMV2lHiZii+7RjazfcpeyAsjA6nUtadmTsgpkFcgqkFUgq0BWgawCWQWyCmQV+AeqQAZWr1F4AatXu0nIy/LuEr/927/Hy+emKfQMoIW+Spq2rASmKmDTCVY7bADSv6l21gWFUargaitN5SI7hPlalQcefoD3ve9h3FqIJmakV4DVKxWr7cvf11kBXPlekvN4PShKlKSXi2gVrkgB8NW5aqK8usbt2iopAYQJADAk2bvLZrwUcVSFSxnkRZkq3qgRCkQFukaZkHnx4dRMSu0QG0F3EzToxWIIk/5YozeEnIRZycu7EXorIGr6yh5Awq4uTs3z/R0vsXv/C4SGi6YHC4pVJQfs8MNVoCWK8JpzPLR1HR94x4PMlyvElsbBsaO4scm6oWEFEpcMDHL65Ak2rh/FcQyOnptj1+5dTM1MKRgxODiIadrcsn4tt910I5ppsfe1s/z1zpdpihbRkHOWhCJRQEvbd4g4TNx3193cdfNNCVhNaZLyOhCweoQoPkOMT6zEg9KeLNRaQF8CVh1HwKqDLlBVt5TPaqIAXPSrvBpsSeBSClm1xGdVBichzVaF6ZlLzE6eUWEzSi0ciGJV/F0FsEqAT5woU8UyQz4vTWCqiSbK2XZ4lQpya88ZCehRYFsLVQCXWBaEgcHMfIOZ+RpdxUT5W7K7WDmygW23vf+6ls6dr7bBqszTIGZ2YhK30VSlFRuAynwCVuVLVKkqoElA3BU2GmL5YeVtjFwveTuHlTfR8yXiWhXr4p+ge9/CMEK0WIC2R+BH5ATAmiatWRe7p8h3qp/mz763gg+u/xw/c+8PcT1RcVtoup3s2PieUilahqkUvAKDbVPguEbLc/jiDyLu3tJkPHwzXx9ex55je2ieukTXYB8r6zr2eAXdtji2sYQeRNzx7CWGJlyOvGmA/estbu5exse3vZdeewjsRVuITri6AFZbHsePHuMPfvcP+U+/+SmGli1TYDW5SX06SGd7Eyad/+lqc/lKsQhXVdt/h2LzsvGotrQWfVLlb6oroGMJu3zzSF6rraRte+MuvF7kESvfUjMBhNK+H7hKuSqfr97uCuj0O5XApvR3eZ10A00C3F4HVRcsD9qPiyMKuRyzU1N84Q9/nw//5Afo6etV41udcxosmFaxbTUh5ybvsVapsuP732Ndr0OuNo8VhcxX68S5AssefQ9dpW4C8YRtr8HKj3dBXb5YxSvVq6/7N+EaVgChmu/JvwHyXpVStx1eJfenHqtGG6xGQQNRrOZzJk8//QPyts6bbr1ZWaTYnk+g60rV7ohPsGkyF0FpaA3rNr3pMo/VVMWeWQFc1xKXPSmrQFaBrAJZBbIKZBXIKpBVIKtAVoE3qAIZWL1GoV/ed/xy1Wf7ojJXKlACfv1Tn+N0NaDU1UMc+IQCiZSFZ9L+L7AoVawqtWnSD9v2CGy3tHaAzc6LXpVAHkLd83j/B9/F/W+5lcpcgIlF3AFWOxVanR6ropBLoFmKO9oekVe8VzmOSoTvdCBsQ4FO5NoJLC73cl18wb8JrKaPuhKwqtZb8ejTYky5WO+2OVOImJacew2m4hYDmsmIaFLbsED0YxUiau0TdKKYAgYFEZxK2ZT/YKD8CuX99UgbufJmlYAs0ANUC/TYiXG+//wuXj68G2zxrg3b6kABe4sqTXkNAYvSft+sjnPnxmX82I/cT2/PgLp/90t76B0apLfHplptUCx0MT5+kZWrlmOaOiWnj1cPH6S7r08p5I6fPMuxE6cx9YANa1cxNLKM8dkGh05cwNdEudm2JJD3p9q+Y3KawcNveYDNa1cpaCk3UeAmPr0urdZhwuhc4naoRHeSRi5q3pxSrDpOQX1JWr1AVRUMpUt41WJrdfoZpa3QiVo1QWDy3tPf5T0nMDyg0ZxnanqcmamzBJ5AQwGroYImCrQKLJeAJdtUYFWosYBcgbqW47TVqmbyntvemclYS4CxBLXFsUkQGZQrAXPlGjotBvuKjK7YyPoVN7Nm7QPXtVQugFWVpq4xe2kSt56A1UajwvzsNGEo1gYyaNqWHVcBq6J2FLBqOmIF4GA5JkahSNxqoV/4GoXwf9D0m5yYNVjVF9NnR1i6oTZh9JpGnG/xpfHP8uUfruPW6Dk++7H/G0ObIfRlo6ag1IGa3yJn2spvWdifbeSUvYhpOzx3QON8ucRP3DXHzhMBv9P1CPuOHyKu+Qx393Dn0xN0X2owu6qLPfcsoWyGbHlxhg2nXQ7ft5IDAy2WeBYfv/N9bBjZpBTNCehrq9fbP5uaIVFaCpidPXGGz/32Z/nVT/5HVq9dT8tNxqQalx1hfJ3q9k6o2qmSFzuQZDwna6QaXx3BVwpoy/2i3FUvIots+2CKsy6uVMlPlx0pPaPLLApiTZSmiTWIrMlqGZY6K2GqbEikFq6JHYAoWSM1BhKFqcBfgaKRGt+pcjWZL53nL7+LqlXWzEI+x/z0DH/4+7/LT3/ovfT29S2+jUR+m1jGJiu3AsayiaFsH9A4dfQg44f3M39+jOG+HpqVOstXb2DZQ48pKwBZ+0SZLOclryJK/rRMqp6pQLj9HhYnTftRsr5eoXJNHxMJsl1QrCZgVVW6DdGDOPFYlU2RyuwUod8g8CIKBYunfvh9bEdn65u2Ko9lO9ZoiacFkJPwQmJqQUypZ4Q1azZTLBRUEJ5szKSK8n//r7Lwquta5LInZRXIKpBVIKtAVoGsAlkFsgpkFcgq8IZUIAOr1yizgNXk4rHdPtpOgu7tzTN7fpbP/N6fUjYMSk5ehYdoBRuj3RK6GDyUgCtRRKXwQK4pBYip318vGFX3q6AYPyS2c/wv//QnuGHdUuYqoVJpSixJeruyvX/hdy1SF+PXelx6v8DH5GGvB68pIFY1uLYYdeEY11Sl/g3DWA5txjoNzScXBbi9ecZycEFZciaKs25Np6sdOiXIwEdjUvw9dWn9N5Qi1TU0+q44TtsZVF24G7GG2Q7kysfQ24DD24/zzPPPMXZuP7GdKGd1aRGWNK02IJd2WsW4wwSOaH6VJQNFCo5OV6FAT7FEeW6SN9+xlc3rNyp2cfz4cZqtFl09PczPz7FqcJgjp8bYsGkjJcfBbXjsf21MpcK7YcjF6QrT8y71VkBoWipExxLVXBtQCdTpyRV45/0PM7JkCWEsXoo+hBa2XiRmCs9/lTiaWQQpaUiaaeLkunHsPI5dxDASFWSiWBWvz/b4TOFUR9t0Z/t2OnaTQJ+k0FHsUavPMD1zkbk5aaN3CcV6wfNwfR9XvreSZG/TkjZ4CeQSoGslSlWBraLIVWpVI1E66gKLE2gsHqpiYSGRRUFgMV/3qDaa+LUaN6wb5a6tb6V5yWXz3Y9e10L5wv6DiwFhsc7c5LRSBoqK23dbzExP4PvNpNVbxoYag4nHanJL1L5yzlJfO5/HzOXQLYt8Pq98NVvnf8hI/HlenfH476eX8vDIPD+xoqaUeqKyNkODyIVf3/uv+cHhmzCCJh/Z9hI/ft83KXjzaEaBIHbJ6WKLkcMNmvi6R9HspWBrXJwf5tPfgJ964Dx3rclz5mzIb88X+PZ4jri3m2IrYO2JOpteq3Fxcz8v3zeCO1Nh2cEp3vJKjaOrLV65uQuzBQ+uvo0P3PcYtsTF6cr9WLWTK/dRsdsIPFxTJ9C6uHBmgt/8rU/yy7/0K9x86zZqbnNhfbvyw1hQq3YA0ET9KxBy8dGL60cCL9Wa1BF4pdbQdCMg7fZXKLbtj9qpsl9wGVgMGes8rzSMLH39xfG9eEKXjX+BngneXVBsClSVoLW2mFutHwvq7kWXA0IBt4Bj2tQrVX73c/+V97/v7fT19an5kG6+yXuT9c1WdiuizlcOGphBhGUYnD5+jEu799ATevT0FtA8n4lGnYNBjoHhQYaWDrFi5UqKXd1KtS6he+m/Lwu1bW8SXU3NmtZn4bHtD6e9tZJsDMpaKLB4AawmCmU/gmKxV6mqq/MzxIFH4IXkchbbn3uaZrPK1ls2o+sxluEoKxbZkBCFsMxveW27NMjS1Vso5R3mZqYJxdpAoLJu8qv/+l9c1xzPnpRVIKtAVoGsAlkFsgpkFcgqkFUgq0BWgTeiAhlYvUaVUyuAtP0xhZb9PXle3XuIz3/lO4SlLnKOpSCK6ThobbCatjWn4Eo6y1MloGCANJQjvf7uPIX0OC3PpzSwhF/8hY/Q32VTqS+C1SuBqsI8nS3Kf0ewqjreX9/dvIiO/pb2/87zvh6wKs+XtndXC3C0iPkemyNWhK8L4tRwicijUVBwNyTSdBro0vBOTrWgwgw+ZS1iayxKu0WYnMIZ9RZjTUGQSI/IRRqlmZgjzx1k+67tnJ44hOYI4AjRNZGzti0alLpY+E+iYAt8n6FCi7c/dDeWY3Hm7Dhnz04wdvwYS5cOc8Oa9axauZxGtcySgV7WrF6J22owOzvP+UsXWDu6htiXd2Vw4vw51oyuor9/kMlyk+/teonTk3PYuoMjWlsV5GRKDhV+4LK8v5d33n8/XaUlKpQKTcKQLGwjTxSP4/uHEJOEK1t9xdfUdko4Th7bErAqgFO8VRfBqnwGScr6lQFDnSnuCehKwrLafsGxR7U+zczMONXKjPJXjcRbVUKrXI96w6XelHRw8XoVrG2BLiDVVMnqhtn2VVU+jYmgTtSHmibWAVY7Id1TXrMtV6faCJmemWHtkkHe9/YfI5hvUT4/wVs+9AvXtU6mYFXNVQzK07MqWEx+Dzw3AategzDylM2FgNUkXT69JWBV7so5BaxcLgGrtkk+V1BrQjT+AiXvd/jD12Ke5AaWWDP8b/3jbBvW8DxXjfkLxwv8+93/hjPVPiy7hOV5/Nx9T/HOzd8min2KAskNjUigtOersWdJOWObv355C6N9J3nz+jot8oyfizlJjV89NkytZ4j6xfP0+Sb37asxt7Kblx5aRvdEneGLdW4cqxCNFDm+rkBomWw0h3jHbfdih61ELSzzRYVu+YkNgnx1D2AO3cC5qRa/8en/zCc+8c+4954HaDTF+fjK8XJ5cFK6PiVWI1fbUWqrKttepqnKUq2hSh/dtklRT03U+Avjpr35kyLZ9DmJyjU51mXrk560tF+5YdSppE1/TpS0yS6YUq6LEjT1VFXwMrVUSaCrsgiQzbN2N4D8bugGedvGa7b4zKd+g7c9ch8jIyOJsrQNi2V9ksdpQYxlysabh4VHa3qCs2enef7AIdyZS6y2HfpMk2I+z0m3xjPHJpTi1nEsVqxcwTvf/Rj9AwNKOS7nLZsYC++rA6z+bWt3Z70i5S+SgG2ZCylYVV0ZsjaGUCj1Ypk6lblpZV/Scl11jjuee4axw4dY0tuDbejYXXmsnKXU3blcHjvn4Dg2pcHlrNr8ZmzbZmZ2WgURylog2PXX/tUvX9ccz56UVSCrQFaBrAJZBbIKZBXIKpBVIKtAVoE3ogIZWL1GlQWspp56ndByoCvPd77zJN98cgfFoaWJujEMMQ1LBd10qlXTi1NJe1Y4QEGc5GL/ahf8nfc3XJdVG9bzS//iJwga0PRidbF+rRDsy9r1JWzk76BYbVuJXmaL2FmO9DUvBxCXh6Kkj782WL2aY2vyrJAIK9IV8HQsjfPdOgdVG7uOJZ61Aq2k1VpUp0FES9c4L228mkFJKimqKk1TkFXsGRT/6HgDiZ5NVV7pfEV7KGDVvuhy8Ol9PP/iM4zPnsLO5ZRHoYBVaQtXbbnK31M+28QH0XNdtgzrfODdD9Hd3YMfGpw8Nc7xkyewCg6np2eZnBhndvIio6uWcde221i/dg1nz09haiHrVq0kaPnMVcpcnBpn1epRDCNPE4PvPL+T01NlHKcLQ1S4wiAFLZomodtk06plPHr3XQqOKmUcYltgYRk2YXyWMDiGrtWvSF4Hy7KxnW7VKmxbeWUFoAncFDuAy8KrOoB0Zxt2h1dkAmcWwWoQthRYnZubpFEv4/stpTKTcKNW02euXGdmvsr0TIW52SaeSIxFcW3oid+qllgRqHHQ9myUz8m0ZONBtNQSYBWimQZ+YKg69nc7/Nuf/xgrCss4deQI3VbE3T99fdBFwGo630QJXp2dpzI3n6jyfI/ZmUu4rdoCWFXt2R2p8Z2KVduS8CqnDVYtcraMSAhn9nDi9B/zmQs21YE+4jjHjfWTfHxoklu6I1pEPLd7hN879n/SDAJyRoHQNLFx+Vdv/RMe23CAqXqDkgQEGRY+AYOWg4/HicllnJjS+cBdFwl8G8/LMVutUuoa4YuvdTMRDNMbVuizHFaWwegqML+iix5PozfQyLsBue68shZpEtKDg1dpUCdRnxpKjCs2CaGqkzj7Rt1Lya1/C6crOp/+9f/CT37oQzz86Dup1WpXXUWvtn5euSl0+bqR9punbfXJ93RzK53vyWZQG5im877tDZ2us+ruKzxe05NULfxtT1+1JreVsWr9aI//zvX58nOME/uU9vFFeS3heOItLO9Xvge++A0HCk43PVdtNsjZuvUGf/Fnf8Zdd9/GunXrlP+w/HthmInXq0hUZd6LdUxrdpLymcM4zTkuTDd58rUxkcwzWijSHUSU8kVOhQ1ePltR6nbbtPD8Fm+57x4eetuDhGECQRe6I9prpQqGu4Yf9pUq9YUPtW2NokIaBXIHordO11v5MEzyxR50LaZRnUcLfDwV2OXw2sGDHDlwgMBr4bdctU4kcF3Gl8Bk+TctZvUNt/Loh36OXKHE5MwsXtCSGDu1DvzaL/2bq46v7M6sAlkFsgpkFcgqkFUgq0BWgawCWQWyCvxjqEAGVq/xKQhY7bzITlWo3bbJH//pn7N93zH6ly7HQ5SkYMeSMh1eBlbTl04BpoKuHW33qYo1vaBPjyHHbbkBt927jX/6Tx6lOuMTxAKjxHNvEdIuXNy24UP6e6L0WbxdTeEqf1VWAHK7Rq//3x9YvXqRRZEpnqeSKGXnDE50aYzpMYnhQaiAR6+EWKHRIKYlnnwippMwoTimLME+ukYPJj1tBZscqdPvVfkGRhqhWDlosUpFj07W2f/ULl7Y9zSV+jiWXUi8EEWxqpRp0v2cqKVEpWmqsBWP29f18MF3PcTJk8fJOUXqNY/JyQk23bCO7r5epmbm2PnSXppuSMOVtHCNZqPC+qVDPHDHHRTMPBcnLlJtzdLX04Vu2mA4HD16mkvzTS61fFqmQST+mbGJLr6WQcCtN2ziwTffpQBE8v6kRdvG0qVOJwmDkxiauxCok45bAatOrgfbziHwTxdf1bbH6rXAajoWO8fWInBZBKt+0KBam2a+PEWzUUtgUuApf9V6PWB6psbZ8XlOnJzi4tlxojDGNB1iPVYBXcpCtS2ZlnFmCGBSIVcR+ZyEbCUJbl4gY2OA0dWbuXX9eu69cR1zZy7hNaoUiwb3/fT1QZcUrMr7NHWLRrnK3MxMou4LQ+ZmL9FolJUVgBKqKviWALWkHotWAJbpKGsHUa3rto0j39GZuHiYrx36AnvMHKGpzB3QGhFv8i/w0ZUVVuY0vvDc3Xx77L2YtiiRxZ6hgR+WWFOa4d88+BesX3IA4Vg5PcZ1bJxAJw4LvHB8FZvXnGX1YAMvsDl3TqNVFli7nMLAGnAGKMaesg8OHF0pAC0vRLxSXWKaprR1BxQijZaooMMQ1wArziebCm0lZhrSRBTS0rtxNr2VC36e3/n0p3nbjzzMY+//ENVGfVGtueDNmngAp/C6cw1K1ajJ2rPoiirzdrFtXS0LC96reodaWL1We74ngWhtS4vLLEvESiAmCGQeplYs4g+a2nvIzwFhO3BN4L76PRSPYBnH7QA2CVuSQDbXxVc2Fy3lHyx/F1VyvVJRfqAtt0Wr1VR/U8Ftoa/mrlh5yHeBvNLSnzdNHnnHIwwPDyuwKnYYqgyyi2O4RJpF4MLcxUt8/8+/yvLeIv2DQzy3/xWWdFuMLunHDHxKVo6xqQnOViP82EDyw+RYvX1d/ORPfYCBJSP4YbAAVpODJKrbxL/g9bcrFe8Lj2iDVTlHOUaqWFVe4OJ67IeUuvuVfYTXrEPgKRuXXD6PZdvUW7JW1FVtGpU6rXqDWrVCs16j0ajRqNUZWb2eh9/zIQqFIpPTk/iB1w5XjPlPv/iL/xj+v1J2DlkFsgpkFcgqkFUgq0BWgawCWQWyCmQVuGoFMrB6jYGxa+chcrncglpKHiZtiqbr8t8+/0UOnp5mYHgZrhGoMBoBdqKITNuqU0iqLvrbF/ZKnaTay9O21muYrIoqKNJ49D1v4x0P3kZ1Rnw1HXTdQ4sTf9ZrwdLkIj3xJ0xv/7Bg9dozTwCw6ncXZVXe4Ggh5Ky0tSospSmFrqiWLBXgAnUJrSImrxnKo7IRR+Q1ne7LommS46VvX4JXEr/OJBDG9qF2ZJaXnnye3QefwQvK6FqiMBRFmGp1V+nk8goCZRMIIVYAD24b5dEH7+TcuVPKK3BqcloFvqxYuRTbKCqw8tprxxgaGqaQy1MuV3hq1076tQym6DgAACAASURBVIh7bthMf6GP+fIctcYEpt5SSuF8oUjk62hWkbpmMllvUPECydJSytxaqLH+xlu59dY7FOQTkKRa02ML0xCvzjHi8AxSkc72ZfnMlVJVKVZzWKaAVfFXlXFkKNXqAjhvg6krVcdXtkarRLW2Utj161SrU1SqM7RaLQK/he+7eL5PrR5wcbzM8VOznDh1idr8NAPdebq7CwqqagIZtVCp1QxRsBomtiUWAeIJq6EsDGxbwbOWB/2D63nkkQ/gBCaHnn0CozZPT6mEmXd4+8f+j+ta2p9/+UCSKh8L8LJwqw1mpqbb4UUR8zOT1OpzhKHf4bnbkXifglVNlMGJWtV0LHSlDrbVezp/4ST/7cjXOK9Jq3yA5caELRujGHJXfJF3F1y+vOPHeHXuHkyzhhYlIM7ScwQtj/U9U/zLt32N9SOT6G6Abms0jRzTk/1MNTS2rrtI6BUYP2ZxdipCr+nQ08PaDZtUYFgcmvg6mIaxkEAvmxZioSGw0QpRYE8gmOaFhI7UQ9rd06C9ZH1SPqCGQSsqEI9uY84e5POf/Rxbb9nK+3/2o9Sa9cRL10xsHpR3rp60uV+5Vim1YpS0zXeOV/V7JKFSifJTfQnsDEK16RGJf28QJNBSQKcvwNPHcz3V9i73y89isSBqUbGmaLlNBURdUY0KKE0hqUDRUILW2krTsB2YpeZ6unIs+g/L21BewGq8GmrMipWFGr/KuqMdFNj2z7ZMqYGu1NmGldRCYLtj2XSVSuQLoh6XdTzZTFA2AKplP/EjrszOcvHIUfTqPHh1Dpw8w0SjxpYVS1k+IKudjx1B2W9h2wX2HDnNiUvzGPkicRRwz5tv50fe9qhS4afQWdVdb28KXA2sXuFLczlkFYVvYlKtLFXaa6KMK/FHlu2+XL5Lbfx49aoCrPJZGjIWcg6+fJbqcfKOkzkn408AvqyrbrOFZjmMrFhDyTFVAJYnPq1iOG1Y/FoWXnVda1z2pKwCWQWyCmQVyCqQVSCrQFaBrAJZBd6YCmRg9Rp1/sIf/QWrV6+mv79/ARAIaG1MTPJbn/8iZ2dbDA4vxzVDyRihEICn/CETBVUnUEiVoaliNb1oTSFs+tj0fuXLZzl88Gffz+1bRqnPuMQCxAwXTflVpondVw9n6QSrfxOAfWMUq9ceyIYmTe2i4Y0wCxZHCxFToBSqdWBOk9TtkG4sSppOM8m9pz/UqGlQ0WMFswUgrGm3tnceTViBT5gEV0VJArjpasy8cpEXn9zO3uPbieMmWmwnQDUFq2ECUwUUpH6Kgefz4JZlvO3+bTg5i2bL5/CR1+jv70OljAva9HzmZmcZ7O+n1WyqgJoDBw/R1ayyvtSD5VtKoeW6E4RmA0fS5CVgqtSDme/C1HJKqRrELXxRxWkW05pNz+gWlqzaKMYJSeCNSjK3MPWIUDtCHJ5H4daO1n0ZW6kVgCWt6mIFoGCqwFVT+Zh2jqMrP6XOtuCrKVZdr0alOk21Jv6q0v4s7f4tWq5PtRZw9twMR09McG58ii7H54bRIQaHupUPo2HLuct41rEEPqXfBcwZuvIzFcuCMNbp7llKobiKVw5fwG1E1I4doBTMsXJkJV09Q7zvl37tulZKAasL7dyGhVdrMjM1pQCkwHyxAqjVOsCqCly6eniVWBuYtihWbQzbUSo9yzCZnbzAp/Z9hTNWA8vTKPgOXmMSP2+SC3SWT00xPvGz+H4/QdRA97vwnCaO6iKP8b2IDQMT/O+PfpfVxXEFo/zuYZ49sJyV+WPkChHHDmhI13mPIbMmz0SlTH5wObfdcoOyx2jmDIwYDD/CF28NNHJhTKBptIIQ23EUmJSdGOUFHck8SOBZ8jkkfqRG7BLEORpLt1DvW82XPvd5Vq/ZyM/9r/9SqZVTACuAU5SJSp3YaCRqzlaLZrOpvuRnt15XwFN+Tr/cVjLmQ1cAva+C0FL4qdSkUZJ436lolZ9NM1lv1Xg3DAW1LTsNSLMwBdiblrpPNhossVqQDTJdHmslINiSIDVLwX2BhQk8Tb7UJoTshomTRTtoSc2bdpiTBDelStfEizT57KSdX523PE78W+S+VPHc9nMRkKr+vWgHI+ZiC80S+wWXHU88wS3rRxk7eZwfbH8JvVBgac7m1nUryecMHENH63JY11PiuUMnePLlY/hmXm0ErV42wkf+6UcJ2gA1VVmr79LNkAZTdaaHdcyiKzdYlHQ4WSzUpo6CtJpGo15nbOwEFycmlcfq3W++g6GBPvyWfO6emgeyqdMKVFxYElqVlCJxaVAMO5lTsjaFrsvk2WO05qeV3Upsl4iNHL/9m79+XXM8e1JWgawCWQWyCmQVyCqQVSCrQFaBrAJZBd6ICmRg9RpV/q+f/QK2nefGzTcquCpqvGIhx5GDp/jCl/8UVy7iiz3YVgHDMPF8F8tMFHhpwE+qiBOAKRejSrHaDhNRV5Yqar6tPlUqseRnPwxxBvv4+Y+/n/X5ESpyOWuEmJJYfy2Rq1wwq+v/zgcshrcoUPg3jKhOAPt6Z4CFq+BrvsK1XlvpPq9xAS8X7J4eU5QU7B6HF82QaVGsRjp5SVuX9yMp1FFIaBjMxx7zxCzXVMQT80T0CE5qA4SkNVUu1BcDawSWethK4SXkyJ6LmXzuJE/vfoaj5/YkCuM05KYNJkWlKABCQli02MIX39XWBFrcoKu3l/Vr1rBiaAnN2SluvmEN3cUCfmwxcWkGLWhih03On77I0mXrOX9xL3Z5hoGcAQIU80W6dFu1utZadaWaKxQKlETJlpeQKRtDF7iahMJEmoblFMgXC4Sr7kDLF2hRJNAcbHMeJziMxkwCcBTUSWogEENgUc7pQcCqaTnomrx2AmcFGCWsZNEvsk1PFuBQConSD13a+eUziwlouWUq1TkFisVvNXClrdqj6TaZrjQ5c67CwdcuMDczxdrhAps3raZ/qF+BPKetalSt/211Y6pwDGMBYC6hr6tgGzfuYa7cx/GxC5x6bQw7qhBfuqRaqletGuZXfvNL17VObt+zH90yVd3UPHUD5idn1fsQ+Ds9M069NkezVVcqQoGPMrwElimVZxsuqXktUFUgnZPDFKjX/r02P8MXd3+Fvc0z3NR/DzfGy6k0z7Bn+kXKBZPguIl+6VGlwPYiUY9Cw8hjN2cxtDxeTiNq9XDHqr38/EPPs9py2dPayvmD09y47DiXLkQ0Z226CiZu2M3J6UlOXfAYGuzhQ++9LwnRChN7EpmCC2tDLNBUbCZkgpmyNYGme0SxKOJziKxYC321POlyUr6HQ42W3UOjtIaofz1f/sYP2L1nP+vWjRIpCwiPRrWmQKmn4KiXvEbapi/q8zasFLAp98tGlfwsXwI4ZR7kpHamSVdXF4ahqfvksVYhp/4mYFRtRjiOgqNOLq/UpAkEldC3RCl75aZVOpaVWrJjJbwMIsah2kiRm4RUpeJVWb9ESfw6he3CeiE2AqK2FaVtohxPVZ3qvoXgrcstC+ScgyBaaNcXL24rpzNVbnLo6e/zvttWsOvoOb727D667G5u3XgzpZzG7OxZZLdoxdAIa3pyWDY88eJ+XjlTVV68xZLOx/7ZL1AoFtvKYAmxMlVdlJe0YSh4LTVP/Y3VubT9VxP7E1E5+2rMiMJY1Lepx6r4QM/PzvHED57g+ImTKkWw23BYMlLkwcceY9XGO5TSW2w/IvH71mNCz0ePYnQjR4wnQlQMUbEGMboZE3lN9v7wGSbOnMHRNXK2SU+ugNZ0+ereA9c1x7MnZRXIKpBVIKtAVoGsAlkFsgpkFcgqkFXgjahABlavUeVf+aX/i3XrNjK6bpRly5YreODYJjuff4k/+9bjBNLOGXmYvgd2HqPQS07SzqXttg0z0ov7NBwlvfBvX7kreCdX7+pxCWNNgpLCkIE1K/jYR97NUNxHU5STRoDZVqte9ZTbYFWx2rZiNiUD6e//UGD1dQqo9hsQAZ0oSuX9z/VZHNBDpVIUQCpN+Xoc0IuBg4avoXxWw7a5ovitNrWAQfFglRbatlIsya8WYJSG20jkj6VUe2I9YE6GnHr6CM+/+CwnJvYrNZu0HCs1V5pIHgWJX27kE4UabhAy3BXy0JvWqPbjMxcucXFyjqnpWdasXsWKpUOMjCxhttakFPisNXW6fBPXN5kovwLNeQrS2W476KVecsUSRdtWYU+i4hPIIQBG4Jzj5BQQE8WmUocJ32m3WXvd/Thdg1jda7C6homtCoF2BC2eR49SoJ5ANAGrolhVYNV0lAL67wOsKkgSSZt1mUpllpbbUEBOgKS09TbcJjPzDU6cKXNk7AK1yjwblpW4YcNKegZ6cXI58uJBmnqqmqKeTaCY3HQjT0xd4niUR22o99MKhjl05BQvPLNThY/lDB937gIlPeZL333hutbJ7S/uR7MMsd9Nju0FzAlYbQUqMKfemGdmepxQWtMVKEvGTydQlQMrj0xp/RZYLLBP1JBtsNqsVfnSC3/K3vpJblt2H+u8IabKY+y8uJtKlwMnA5z59yr/WWHWlq7jintuHCi4HooPqmtQajV52x3HeNPtJl97vMEqXmHLUIg776Hl+pmu15mablJ2PSKtQFdO5z3v2MZg3+CC3YGChUEChZWVhK4TeE1spV42cL1AhaUpKwAZc+LPaZr4saZ8SWVulEML+tdQWn4DF+bqHBs7QRQEKjhJWr9T6GwbyWs6tozBtnq0wyYgsalI4Gr6JY+Tm6ElcFRZNCjwl8wN+ZySQLnk77IhYYgtRtvvtnMTIF3vrrbuyH1h26+1U5Wtnq+imS4PzrpSuZ1C0xSyprYFqapWWvHlnORcJTyvs3V+oZOhvUZLG30KgtXfZAzYGnOVFkee/yGP3riEQ2cn+fOn9rJu8y3cv/Vudr+4ixNTp7hp5Si181OsXaIzPNBNZOZ5/NUxpoKIXBzxvp/+KYaGlrQ3BBLYrMau+FMvqE477ldq1OQm41zGikwLWVUSS+QkKFDWlXq5xjf+6utcOHdRjSdbrDCCgJGCjp7L8eAHf47i8qWJElp5iqevqyNeuYahBpha22whrJHPxTNjHN3zIkGtjtdq0NNVZHTpUroNm0998/vXNcezJ2UVyCqQVSCrQFaBrAJZBbIKZBXIKpBV4I2oQAZWr1Hlf/dvP8nKlau58abNDPT1I23r0hr+nW/9gO9vf1GlbAvc8eYmaEUmheFRli1fp9pKxcsvafFMrihFdZkChAUPViVQFVqzCEJTpah40q3behMf+YlHMRsWkW4Q6wFGbF4zaCqFqEphtKBCXARB6jz+hhH1/5ditRN4XHl4QSnSRB87Bud6DA7jYoRm4lkI5OKYnEAWdWGvKU/VpqjRxC4gFvQmoWHgEWGrYLCkvVRBmPbBRI0n8i6lY5Vyn3c59MTL7Nj3DBdmXlPKN4Eicjzxc0xYd4wX+8ReU0FKCabZtLLAP3n0HhzbIrZynL80y8GDB+kpFTl//gKXyi0mZmYIpmf50O3ruXV4BL8RMeVNQFTDiD0MLHLFXnK9PTjFIrphKiAnh5TWaVH7Sbu3BEzZAhxV4JGcV9IWnS92EVs2vlEi1zdC98o+vJIELFUx2vYFolhV6kQBq7aDY0v7/f97sJp+bpd5LQp50aQlu0WjWaZancP1JEU+IAySRPRGs8nkbJ0TZ2Y5MnYRt15mw4puNq5bpgK+UrCaqhcFzFxmn6FbRFETTXOIybHhhnuxnRX84OntfPkLf06j3GLJSB+WN0vj0ln++rn917VOPrf7ZTTLVKo6pd71QspTc3gtUW3GNFtl5ucmlRJd00VZKJBoMbhHDqpa5EV1K8Bc2s0dJ7E5ELBq2/jNFn+246s8d3EfNy2/i1FrKdPVM+w6swcvZ+KMt9BnP4ArvsmiEgwNYs3CsMS2wiQSj0ltmsgzGB40WLO2xoU9X+ejDzSZG3eYmTeZbcX4oSSoA5ZHtWpiahHveORN3Lhh84KSUkZSEtAkmxex2jgQn9I4FC9TjcCNadZdAq9BHLjKJiAS/0/dJjAdtOIAS5aPMrBmE3qxj0iAmEBYAXCiPAw93JarXi/RTMsYTABpAusWlfSyBqabT50fnvjSVsoVzpw5reaCdAqsWrWS7u5u6s36gmI0Ba/JGF1UXC8EbS3M/WQuX5ZpJfNJKHZ7I6bTPkOB878DWO1Uroo9weVw1U/OU6wAlG9s8prqf2q/R1M2ETLuVZCW+lxkTonna0QhZzExPcvhHU/x6I3LOTNT4a+e3UsYO7ztHe9k6YoV7Nm3h1vygywdm+NQ6yiFoQKabfPUsZNMy0aTr/GuD76PjZs2qjouqpaVbFl9OLLutbfyFtS1rh8pewQFVtXmYFvlLB63sViuJH/fvXMXT37/CXJ2TtkbxIZGXoPbl/SpYw3dfT9r7rmbWDZB7HxbKRvhiYewFxLH4m3rypBXYF/3Wpx+7RXOHztI2GwReh45x2RZXx+rBpfwX/7ye9c1x7MnZRXIKpBVIKtAVoGsAlkFsgpkFcgqkFXgjahABlavUeVPfvK/sXT5Cm655RakRVPAauR7fOlPv8FL+1+ht8fCLU/RqszR8gLM3iH6V29V7dxKTdVW4am2VMGC7fbUTtXSYrJ1mwSqzJgYP47Y9sDdfOCxtxLUJOTHUj6eEpWiAp+uckuVdJ1gVdRn6f3ylH9sYFWCn1RKdZfNxaLOcUI8Uayq9tlQtYT2aCZWrNHQYhqinJO2aQm00sEWL9Y4Yp6AAXRMgRboKuxKFKyCcgKlcU2UbaYPwYka+57azc59zzBTO6PakcXPUSnRQlFRxRBGtKSl12+o3z2/yT03L+PRu7cyduw4A8NDSnFXmZnkrjfdwvzMLBdn6uzesY+xIwfpjWvcsGSYrjiPJtBTrA+1QLXV9vX1k+/NYRa7sKyCAquGlaj3AgW+khRxBWBMg9BzE4AlQTShSaGvC1eCeqKIvrUrKK4fIFKEWoCFgPQ2WJV2aQlSsrsxTWmvFm9VW3mz/l2sAK4KVpXSLyQIm9Tq89Tr8/hBKwGOQQIdBaxOzNY5fmaOY8cvELoVNq7oYe2aEbp7E7CaE1VnG6imgHVRZShtyxoSpN7ds4YbN72Vi1NVXnpxP7t37mP7rp04usWqkSXU5s7x3cefva518tnd+xKFpuTjSJCQH1Kdnsdt+ArCu16V42OHOX/hLJadU/PacZJ2dQFp6XxWykonhyGqVdvBcES96mA5Nrgh39n3Lb5+6PsMDW5kpDDMXOsSZyZP4QQNVgU65069G0/vVhYSZiwwWSc2PdAK2DLWvTKhrrFkuEFj/HmGqxf5xZ8zGT8jHrw6w/0GuWJEQQCWYbJjV41y2WLDxjWMDCyjWq0p799avZak23ueiAXxNJPZUGeyKin3Pr2Ow6rBQQbzJnndJbbzOKUuZW2QH15Nz8Y7MPIlpWBNxNEyzhK7ALXCRZF6ba0dAKXJOExVku2NnrRuSp3dtlNIPzz5XcDsEz94kp07d1KvV5Xf6YaNG3nooYfYsmWzCqGSeSzvQwFb8eOVYLo2tO0Engpnto9/5QBRexBt4NoJVtMxr1SrCojKwxIdZ7qWXnaMthVAClblvKR9PgnmShTwCyFdScmUQrU6X+bChQvMzZap1+vKi1aU62I3kDdtGoGHPzvBB+/dxtiFCV44cIJmGHPjps088rZHePzJ77NpKuR93aN87/w+pkZ0WjmDvWNn8Zw8hgc/9v4fY+OmTYl/sWWqmrmuHCNW4Vn1euJ5Ozc3T6VS484736xsFWq1mvKtfX67+E+HDPYP0NNdVOpXmf6y8fCNr3+Di2fOqlZ+CW4UsNpl6Wzr7aK/u5v9zYBpQ8e2cvR2D9DT18fwshH1ZXf1ks876rwkoFHEq5fGjvLKrmeYmzxD1ApwHBudkD7HYePy5Xzu8eeva45nT8oqkFUgq0BWgawCWQWyCmQVyCqQVSCrwBtRgQysXqPKv/cHX2Xz5i309vaqRGqhEa1qld//4l8yNnYMPZojqM8RSYK7laPQN0JhxRYF6lTwS4ffnyZt5W3vv8vaQSWluX18US4pbCVefYbOw+95lEfufBNN18URbaYWECtn0f/ZwKrAvrTJ9Ipi65pS8/oli9NWxDk9oKGZCpJabWWqoVp3oaFDOQ5xNcHUASUM+jAQrCea1ED+K4qqWFrFDQVdBfKIjaQlfpKif2xC9cA0u7fvZPe+p2gEM0o9ppRuEo7T9knUw4BmEKBFHp7AEr/Fu++/ibfespaxsTGWrh6lUq0SNBqIY6Dlh6wqDGGSY746w5PPf5O58fM4rkEYtwik7b1QVJYCPcUc61f20tvXh5MrkBN4ZTlKFRlGsYKrSS+/hChBo15DF79Zx6bVapDv6kcLLVqNJoXhPIO3rcTo61YgMgWrUmUBfbaTwzJLlylWdU38VQWuJpj9Wh6ri5Aped30JrDFDxoJWG3MJ16KAsjDZOzWmk3GZ6qMnZ7jxKmL6GGVjSv7WbtqmFJPtzonUeMKmE7tADrnhuQEiQdmEMHqVW9mxcib2PfqK7y8c7+SIh88cYRDew/R1dtHEFV4/NuPX9c6+cyufehtKwAFd0OozMzTqieK1anpc/z3z32WEyfH8IOIUqnIxo0bePDBBxkYGFBALIWDAlTFdkGsAMS3NQ2wEgXqM0ee4kt7/gK91I9tFGgGNbTYZeX8OLcWC/zg1R/FDQcxoiqm1Y1uRKpVPYrymEYDtxnSN1hisG+W0/v2YnvjfPQDNo/ePEPeCunu89E8Cf4JaHoaO/c6HDlpMFOuU52G3l6LZctkIyCxmZBzLhQHeG28zI5j55jyRT0akA9d+h2dH3/kdm5Y2kW15Sr1rShY9b6V9Gx9l4KqKgBO6ibwMAyS9nBpI1fgTjYBRFQv4HnxY1nY9GmvgUoHqSUKWvku5zQ/P883v/FNXty9RwFasQGQTaRmva4A6Uc/+hHe+ta34gV+YhXQDtVKhublxtOd8PNqgyNqWwGkCtfLx/flVgDJ85M17FpQVdkLhKGy9AhCL5kvbQsFVae2Z6u8V7fZ4gffeZyTp06p95i8JontgR5jBBqBERO7Ve4eXcu5qRlOz5XJGZayGRkaWk7Unaer6bFm3iP24EV9hlaPw9RUGTEv1SOTYneB3t4eNc/k+6ZNG1kzuoogijl5+jTPPP0s5XJNKY5lw+PDH/4IlVqVvt5ezpw5xXe+/W18z1V2C3HssnXrVt7+oz+qvFX/5I+/SOh6mJqJ+rfNNOk2ddbldHpKJY7XI8Y9j/lqHV+i4OIY29K5fdttDK9drzZn8sUiTlePArfFVoOxvTvYtWs7ppYEimlxwNKeEmsGB/mDH+6+rjmePSmrQFaBrAJZBbIKZBXIKpBVIKtAVoGsAm9EBTKweo0q79l7jFyuoGCBeKSW8g4nx8b4wlf/iqlqjYnxE8SVCWzfx+5ZypLRLZQGViaQoa1oU0o4ueyPw4V25wVfQbnaFrCatsqK7iuFDbbFj//M+7h97WqacYjly+uEIq1LWtWvcutUrHYgjeT4bcrxD6NYvXbwlShzc5pOrcfkkOVR1nScWPxQRa0qcLStLGt7rlaU16KmQlbEn1Z0TXKfhKn0C6QVu4a0DVnVPVJQU/LSpWG9UIep3WfZuXsnu/f+EHRp9U+irlK1qrTda6GHJ8BDoKGECukRb3vzOh7Ytgk7l1NhRQcPHqLHsTlz6BBW0+futdsEsVJtTjM5exTXn8fULcrNOpV6wEQdTkyV6S6arOvSGXQ0SqUC+XwBO5fHzhewLFEsikA1aScWiC6QSdp5BdiLZ6VmFzG0nEqx17pNBrauJb+0V7XqLoJVDcNKUtBtq4RpLFoB/H8Dq6LAkxbyBvWGBDtVFJQTf01p+5VxX2k0uDBV4djJWU6evUhOa3HT6CCrVw6RL5VwnPxCeFUnWE3HaRx5GGZewdUb1j9MzlnNzt3Pceb4Wdx5l5YfcezMaY4ef42hkX7+8stfvq51UsCqZupKfana+SON2myFeqWJbRkqvOqT//FXOXP2VJJgjk6h4PDYYz/KnXfeqdR+Um+1gdL2WBWgakiyvJ1TilUrdthx8gX+5KU/p2kKLLIgcHG0iPu0KTbpGl8++F6q8wOYcZnI6VL2IKbYIEQ2oV5DC2H1Co/q/BGqjRHcyn7WDN/LJx59mQc3HKLm2mh+iBl55Ip5nnguYtcBF183uWl0DSPDQwr6JutSiGM5nJz1+O7uo1yYqaDnuxTE1sIAv1Hj9tE+3nvfTcrWwBRVeNzCzS8hf/t70ET5LGuJbEKoNc5QMni1brXVsMnGjyTPy/2JBYqoJVOv1Uqlgu8HDAwMqvEiQFL+9u1vf5vH//p7ib9rG1Smnrby2l2lAv/8F36BW269RSm6ZQ0QqwFp64/EzqAdOpUOhk5YeuV9ySqxuGGQPlZ9zKJcV2C0DVhTtaqM8fS+djiVUrkrdWqiohWwKorVxC9V6p38XdCqvE+5NeoNvvv1bzE1Pa1U0Ml7batizRgncvD0iEZ1lv7YoUFEU/cYCGBd9wB9IyswR0a4ND/FxcMHGIpszuAyF/tKQSp2J7Gmkyvk1ecgGwIChdeuHeW+t96rxuZTTz/H7u0vcPdbH2B4eCmHDx/hnnvv5YmnnqSvp4dLlyaozJexbJM4lPlep2+gn5/58IeZOH+Rv/zaX2DJBo1S/YbkHJsSOoN2SLFYYKpi4g0OENk2nmEqm4Pq7CTr165m+aqVeM0GPf19hE5OrbuDYg0wM8ULLzyP6waJD2zosbKvh8Gcw9dfOX5dczx7UlaBrAJZBbIKZBXIKpBVIKtAVoGsAlkF3ogKZGD1GlXe+/IJpVzTYp1Aixgo5tixfRdf+ea3cImVYtGvl9WFbL53iIGR1eSc0kIidKrEku9GOyxGlIcKIKUKK2lVbadWGXKxH2lKYWkX83zsn32QlX19BGGMGUljJMS6jzTpGQAAIABJREFUgXEFQFiABskrLSR/JyxV1GSLeq7LdV2X+x6qR18D2ibHSP949QddG9peG6wKwLANjdkukz2WR12T4B4NI9YxRaUpMFQ18ktwFZSjAE/UmEqVqmPGGi0BLGj0yv3tsJXEkzV53yqoR1qVYyjMhRx/4QQ79m7n5X1PkrOToDFRYQqcSUBJElolBgK+as2HOKiztOizdGkvy5avZPnQcuq1GW5cNcT8qROcf+VVbh5ZiVPoxg086q1ZdDtCt3TVbh5FJmVf4+RMmdxgL2HgMnnqNHGjRYGQAcdgaKCHUn8feiFPFAaYQYwlYN42aXoufsslX3DImzl0R9Svom6N6N+wlO6Ny8DRlbJaATSxQlA2ADksq4hhSOu9oywlNAEiSrXahv4LfrzpSHq9+m8RTIlLgiTA16k3Zmm26qpeEtgjw0P40HytyYXJKoeOX+L8ufP0F+CG9SOsWj6UQGRHfF9NLM2WpCJ0M/EiVq31aqyGhL5OV2kpo6P3Mjsds3/vi1SnZ9E9qNRcdh0+xNiFM/QNDPLdr37putbJp3fuUcdWvpeiKMagUa5RnaspYOc2K3zmN/4zLx9IvFgl/EzA9i1btnDnHXcysGSJ8gcWpbFj55TqOJLgJVGG5sQaQCe2c4yf2M3jB77IvrqGn+8VQ2AGKfNzwxWsswF/cfztnKxtgHiO0MopxaJlG/haDs0XOOljO3NozSqG3kO1dRK763429E/y0Xuf45blpzHiptqIEAXujr06L+wLsHtzLO0fYPXwOsLYTRSefoSVy/PM4UmePnAaUW5GmqE8VhEleBjRZbT42Udu55ZVA/jymrFHZBQJb3o7Rq6oYL+sY8q3UzxYxRNYBb9FCiwKkJQ1R8CrzFOBruI7LXYEP/zhUxx45RU1RzZvuYm3P/wQvT29TMzO8alPfYapC+OJv6wMJqXmj4mDCAnD8gKP+x94kNtuu42jrx1V8HPZsqWsW7uWFctX4PqeOr4m9hmihFWbVouBgCkUTeZHsgYnKtQEpipVant1VuFTyn4juV++yxqRgtQ0nErZEog6V/xUvUB5kMrKUXNbBGLdEUHYctW8VDYfhPhhxNNP/JCZqWllz6GOLYJ5WX8MUanLmNTwfVdt2ITqfEOcIKJXM8kXuigMDpHvKTE9P0350hyRbdDwJQRPNiVkzdGVdcy60bVsu+UWLFHCGhrdvd1MVJvs2H+Ic2PHefCht3PH7Xfw/HMvcMcdd3Lg2FHGL01waXqCaqOCmbcV6A8J6CoWuWXjZs4fHePEgaN0OQVljaMZITnxGPYDHCNiaGCAyrzLDXfew5b7H6CqiT+4zvlzJ9i7f5daE0Pfo1goEsiCjcfWUpHlusEL+1/h/OS86jDQI5dl/T2s6O3ja3uPXtccz56UVSCrQFaBrAJZBbIKZBXIKpBVIKtAVoE3ogIZWL1GlV/ad1zcDjEig6YRsiRv8+3/8TjfeXa78lG07TwqPzw2VOK6wBUJcUnTl5X3YpqInV6yt5WjC3YA6qI5CRQxYwl60XFj6B0Z5Bd+/sfpsnPgi4LNIFCehQI6EuXTlbe0I1Z5HqrjJMBDbteCnp2BMn87WE2PePW2/usBq44f0yzqTJUMxgwBFNIiDPOqhT/GFo8/DHKYlOXyXkOFWXkBWAJktUjdbwUR6wVSXHFLQIkYBySt3rnJFgd2vMYLu57i6JHt5O2cUlwKHEx9EpVSVCVWJ36u9VaD4b48WzcMUStPMX5xikY9otqqs27tCD2Skn36LOutiJVLl9DXXUSEfK04JDAFumlKmWaYNq5m0NQMZj2PYxdmeO3sDJW6y7AWsMovM9ylMbR2JYVSF474+hqaCrkSG4PyXBnDjCjoNkauRJzrInID8oN5+m4dxegtJmBVfZDiz5pT3qBGG6xaymPVbINVSSMXF9q/2QpA/n55m7SmgqvEf1T8VVtuI4FTAlbFjiGMmC23uDBZ49Wxi0xevMDSXptNG5ezfGQwAau2zB3xZpTApzZUFbWxMhyOhJoT+RYD/RsYHLqJs2dmOfryy1w8cRw7MugbHObJ3Xt4+cQYrSDg6K7t17VOPrVjt2rbV/MjBau1OrW5mtrE0AOXz33m02x/8Xl0x8aIYmxTWp27lRVAsbukgLdA13WrRxldv4HhkRXJ5odtKAjuGg7x2QNcuvR7/OB8jf3eMkwrz4OlYzy2LGT+FYPxFzbwXWMLZ82CaoP2DA/bHiDW8thSVlvHF7/m0CcMThE1Zil1j+I3y2wePsFbbjjBttUGG0Zays9330GLwycLBOKna/ncvuke3KCiAL+NWGJofHfvOE+/ci5RnYocvw1AZSkKtAY/dd/t3HvTCmoRFEvdypvXW74Np9STtOFrorIM8ANXAXr59FJrCeUzqoKPZOMjWQ9lTH7lK1/h2aefUT/7caCg+tbNm/nExz9BJQr4D//+12iVa2ruyLopry3jyZZxG0Ghu6SUxTIe5+bmiAPx4szR19ej7Bl+5JGHldJRrAJk3nf6rqpzkPMWBan6o4DMZMwq0KrON9HaJhA1+er0RxVFeOcaseCrKmNWLDwk3MyyOHLuFHuPHqIRecoeYUX/ECM9/Qowy7iQdePA4YP4XkguX1RQe2RkGTfddDM5utRryfl4LRdXVNFhSCGfo2Bb6L5s+oDpWApKtkIfw4QdO7dz/ORR1q5bTdNr0Wy16OtbztqVq+m2HRqVCgP9vdRbdaYbc9ilAnOzs+TyJW69eSuvvXaM5ctXsnp0I023ybGTx4htOPjaYabnZjB1HQeTvKyjDY+45lG5NEWtImsSygu31ahhaxoj/QMErkdueAnr33IvfqkbPwhpNmscPXOUMr5awyWgSvyve0Kft5S6sKdmueTGnJivUa81KZjQZepsXjHKX+55+brmePakrAJZBbIKZBXIKpBVIKtAVoGsAlkFsgq8ERXIwOo1qrz35ZPKV1WPdAIT+iyNz//RV3nl9DiFrm7V/puq/pIwlSTEJbUCUL5ytq1ggHWlVLQDaAlYlWRyAasSuVTxPG64eTMf+/Bj6EIBgkgpDCUMRdrg9Wv4lbZtA5Mwmf9JwKqousycyURO51VHWmZNpe4VlaqoVU2Bw0qtGit/VXn/osZsxj5LkURqaInCN4SCgNkOY8cFICityFJZPyY+W+XgriM8+ey3uDR+hJxlqxbeFKCk3wUVeb6nlIvVyiy33ricn3rX/XQ7OvVawLGTF9m9fz9+5DE3OcXFk+eU+nRlb56tq4ZYO9JFMSdqPp+c+IpaSWJ8TnxWI015rc54LY5OlDk46VMJbEr1MkOVC6zsgU1rl1Hq78YUZacoTS2HuudTr05TkHZsp4BT6kfTdAIrpP/mUQrLBxP1bRRjio2C5WCo5xaVMs40/h7AqijwBKz6VWq1eVxPDBbaEFq1Q0fMlJucHa/y6th5ytNTrBwqsGnjCpYODZAXywNbPBQlMcpqh8JJ6JhIjRN1oxsHmHqJgSWbmZ63mLlU4+LJYxzd9yK4EaXuAXqHl/Hsnl0cGTvK4b0vXdc6+cMdu5Q35AJY1Uxa9QbV2aoCq2bk88e/+zv89dPfR7NNbFFvygxve9MKlBSIJzJpUbavXbeORx79UdasW6s2SwqlAmJCUb9wEr36GeZaVb5yqpum6/Ovb5+nx4lpHLbo+1aOF7zV/HnfZjytn6aAVbNHAUZH7yISFas+jRNPEPuTmP40hGIPEdBozkHUZEUh5C03W7z34Yiw4fPyfpPJOlSbdd7xwLuIBVTK3BJFp67z5CuT/NVT+9UxRNkZRQGGKEulBVvL8c/f+y5+5G0/Qt+SfgqFJQSmxbTX4OixY0oVKgrUnt7upP2+3Qaf+uRKXdKfjUhX/qnPP/88v/e7v0vOcdT6JFszgSghmw3e9e538Y73vZt/98v/jsZshShVL8vMlzFhmeqrp1iiXC6roCd5nThMjiNKUpnDH/v5T3DPvfeo8DTxhhU4KRLqWN5TW5Qqx1X+10rJL0BVfKtFzZl4xnZ6ri5A1TZklbVqQbHabv9PX0vUqLLp09BjnnhpB4fOnmJAoOWa9dywei3dZk6pWi9cOKvUtgOD3Wy88SYKXf3MzFfxY4Ntd95FlOvDFzAs5xgn3rN+q8Xs3DStZj0Z52Gk1LmyPsk40yyf3bt3cH78NBs2rqdcKSubgdtu28LM1BSRJ5+8Rsv3VFBbyckzPLBEjd2p2TkiXefMuQuqRl1Wj1Jb54sF6s0mDa+pPuc1AysYWTJMb76E/v+w9x7Qlp3lmeaz8z753BwrR+WMJUASGWwQRmCw7MYB201PO/T0co89didW97jbdLdtcMN4GhwAdztgExVBEhIox6qSVJJKpcrh5nTy2XnW9+9zqq5kFQ3VPRrPmn20irq3Ttrn2///H/bzv9/7+jHN1RqLM3Pq3AtgbzcbhF6btaVFNedtXWcu8QgrBeKC2ztPMZqTruiW2jgL0UKfNwyMsiXyOXbsOBfe+F6WvZg7vvZ1ylZISQ+5eONG/nLvy+c1x7MnZRXIKpBVIKtAVoGsAlkFsgpkFcgqkFXg9ahABlbPUeW9e45K46ZSrFoFB63d4g//zy9wshXj5IpnWl6V0qkHGPpqVXlJ+TkNYNEUWO17q8p9fT9U9Xj5T6wKY9F8Gqy0W7zt3W/jlve9Ca8ToscCAQQOyH+agjiveRPBX6+d/38crJ67ff9cg/J8FKu6+HWWbY7ZcEo+vZG27AtczWkpXJWbBFQJVpD3sBLoCBCRVOlewJVcqFf7yeDrEsLVkwU+kuB40D60wrOPP8ud3/4yfmcJQ5RTygqgp04TVCE/h2LLILA8oNutce1lW7jpxksJPY9ydZSlJYEXM4wNF/HbDY4cOs7t9z5JZ61OxTYZy9tsHCkxULCpFkwGBqu4rrTmC1QUv0tD+Vq2ux1mV9rsb1sciQ2MhRm2Npe4YCpHZWqEXF58Og1st0CSc2mtLCsbAdOyKZSGMN0CnaBDdec0Azs3Ekm4vSj5dBPHyqn2dN3KYwjE/D5gtT9e02p/HysAUebFHl2vrhSrfiBgVeCaiE1j/EDAapsjJ1fYd+A4nWad7VMVdu/ewOjQAK6dglXbMSRdS0E2USSKN6QElElbfcHMk8Q5cuXNPPr0cRy7wqmDzzF39CXCrocf6oxPbmJ60zQvvvQsv/PvP3le6+S9Dz+GYQpZTGGpgYnf7VJbrCGd8TYRX/7SF/nKbV8jscXvV1TjogLXlUJPkz+9lndRVwrQfvMNN/C+99+ELvPeNCjYOeozc4TLv0/ZXOZAXWdxzePGXRaaHhEdTHDuNFlbLnFrbgOPla8iji0c8dC1Y4x8npx3ElqPYycrytICyyCMAsIgBsvFLQwTBx1iL+LNly3z9l0mi8cS5ho6nt/m8suuY+OuNxHaA5haTLFU5hvffoi/+uptdJOQxNRVUrwp5wOoahG/9tGP8c5bfgbT0Ai6Fo8feIG7H7hNhfbJTYDfxOQkl156KVu3bKbgOgpmKq9QlW/VtyUx1Pn+48/9MffefffZYD+x1xDfhzhi06YNfOLf/RuefvgR/vzzf0ot8NBlrIr6X72ZTnl0CK/eVFBVQdtYVMaph6mEuolqesfOnXzsl36BfL5AN/AULFXqTzlH6nhSmKoaBHpLqPyrCovrdRT0A6rkbV+92RL1FKvr4Woaepd+1lDXePKF53hs/158x8JFZ8DOEXU8/HZHvV6rnQbRXbRlh3wApbiWwLq1WpNALEhcg8BPw69knZfgKPm93emmSltp8xezDAG7YRr8JbYBomw3TPk5NTlQwDnuqjkpa5zUUiwLxKM7ls2AnqI4MQyltJXxqst3jJ/aH8RBxPDQKG97x7vYOL0R09OliKktgvj5ihpZt5TSWWom63V9bYWDLzzP8UMHGR4Y5K03vY89B5/jju98C82QOidqXonNS5L45KyEN+zYwWa3wOrsYRox7L7+JrZu3sn+79yH3V5g54YqW8YG+PHf/eJ5zfHsSVkFsgpkFcgqkFUgq0BWgawCWQWyCmQVeD0qkIHVc1R579PHCDVfKUmL5RLzR4/ymT/9S+p6EVv85eTiVIWzpCAh9fc8G1wl8EH+yAW16HTkQr+v5HpFsIpcHBsJWiy+hVDzPH76536Kt1+1hU5bVJiiiOt5sa73Z33Vca+3Akjv+h+xAnh9wKqZxLRLFs+4EScU+NCxiKkmGjnNUGBV4IqA1WYibnwSWJUCVk9LyMvjEmjpMSVhOspQNm3p7d8kYT3SAoodk6X9Czz92BN8+94vY2ppgrmA1VSpJm3CKViNxNsS8YzsEAYt3ve2q3jDBeOcOH6MTdt2M7ewROi1KOVE9Rao0KkHHniU9lqDbr1Dtx3QbHsMjIxy+WBCqZCjmLcpFSSAysaWFvTApCuR3kSsdWKeq/scXvYpdyN2OcsMjlYYqubV2FF+qaUKBBHL9UXkAIv5AfKDo3S6HvnxKhOX7SIpO3R9H0czccxc2sJurgerAlDEDkCU1WmbtkKpr/BZ/X4eq6JK7dLu1pRaMgzl+CXkS+aAgNWIhZUmLx2ZY8+LxyAMuHDrELt3bWB4oIrr9BWrZs+uIIXMBha2IWpGHRbbzMyukh/ZwsuzbcYnNrPnoe+ideoEUcippTqDg2Ncd9UVLMwc4hf+6T87r3Xy3oceVVYE/VR7acOPgoBV8ayUDnwt4vavfoU//5v/puCjtGCLWlrdBO7pulKxpj6bofKNnJqc5Oc+9jEGRkdIDFFaurC6QjD3BzjMkBgRkQeaa5CzQDuu4XxDY7XmcoiE+8vX85Izjq2XCe0EM6fhrj5Ct/ZULyhLI9RNXKdEqTqIWxogMhIqToVms4XhrbJjKGS63KFgdCGyGB7bwg03/TpJeQuGHuLYOW679at8/nOfZqnZxCymQWGC7GxD5w0TeX72Z/8xQ7uvoFoq8+JzL/HpL/0JC2uLyjJDxpco9UUlKpYIWzZtJOeY7Nq9m8uuuBwnl6PT7Si1figQLY75/d/7ffbv3cvE1DTXXH01Lz/3AidmThH4ARPjY3zi//gEbhzzmX//SZ4/8jJdpQ62FAA1HROzklPzSlkMqPCsdIbLmirvI+tquVLhH/6jjzM+OYEvXq+pGwoCRMUGQca88kENApIowbItDNNUys++u6p8PjWeexstZ60AEgUz18PW/s/pSgur9TpfufWbLNRW0HIumlgDBKIETrsYxI8XU6xjxFZUehtkPEUYygs2/TtUmVkCQ43UiqSn/u3bxQgkPhOYpvwMZM2Sz9bbduv7asvqFaZwWSmSZQ0U2wcVpijfVXJ/lI79OEmhas8WIgpjKvkSH7j5w0yOb1DeuHE3fYwolUUNLzYi8t1mGSmQFdDvdTv4nY4KQZuenGDLrotpB22++Jdf4Bu3fh075yjFrHyn5uKAK4ZHuHrnDiLxaI26uFaOrTe8hx2XXkfJyOGvLRCszmF12lzzsV86rzmePSmrQFaBrAJZBbIKZBXIKpBVIKtAVoGsAq9HBTKwei6w+tQxQkMUqxoDA1X2PvQIX/jKnSSlYRUCJBfhctGaBlLF6UWsujBOL/rlYl8Uq8prtadYfS2wKr6AEmoil9q+H+MbBv/kn/4yF044dIUo9h1SlVpO3uC1taHrrQDSj/T6glVpJX6tW1qP1/ZlNfSEZtnmBSuhoSwPRdIkQCFgAJu8ptHSEpa0BC/RcTQoyqMEQBsxZpIwkDb2KhC63gqg/44CwyTyqtQ0OPnULI898j0efPBr5FwJuUlTySWgZb2vopASCWaJkxBdi7n53W/k6p1jtJtruKUqLxx8mXLeoVtfVW25AyPjvHToZZZPnGDh2AnK5QqLy3VGJqbZMV0lbDQw/A5V22RksEy+kCP2urRFWedYSp3bCkz21nReXm2zubPIVCXH1HAew4zUKS8US7hOhTVvlVZthZxZoDw+RRIbxCZMXrELZ8MwXhgoP0RTQKWbS60EDFuNWV39EWXi3wWr/XOX1vDsuVy/CSAwKQw7tDo1ul5NtQGrUB8FVhM8P2B2scbzB0+x5/njuLbG5bvH2bVzI4OVsgKrMicsy1AKSfEUtjSHvJYjXO2yfHyWxvEZjs/OUt2yE3t8M4ZdUnPPFh9c22WhI6rLQS7aOMXKyRf51d/53fNaJ+956BEVviSAVD6zqZkKNq0trOGHIa4JD3z7W3zuS3+MLx8wlFEiqlpdqSClQhKyI3/LCJJxMjwwwIdv+Uk2bd9BLApQu0BUbxDN/jtK5iId30fzYpyqSIsjzEUX4yshndUKM3SYMYe5o3QFtfwksRlTNF2i5cdpNZ9Ux2pGBnk3pFCqkOgFfDw03aHTqeO3QmU/EHg6W4YKXL0jYNj2sPIVrn7nb0J5O93mLAPFMvXVRf7yL/+Mh594lICAvOswWCxQtGzec911XPWODzKx/XKmJqf4V7/9G3z9O3fiJQG+75MvFLGc1FpC5k5tdYmg21R2F1dccw0fvuUjjE1M0Gq3wMnRbXc4euSI8gzdvHmzUpbOHz/B6YU5mp0uqyurXPemH6EUJXzlv3yeJ55+lDnfB93BjCAnAUo5g1ZT3GHFnSWd2Wq91bTUZsOyVPv6z/78z7N1+za6nqceI+dFVNBBHFNfW6O5UiPxApbrNXX/th3bGR0bo9FqpOBRAGWvzf8VPquygp3DY1Vtymgah48d4/ZvfQs979DuemrDrb9Sq46DJCaS9UTGfZxu/iREuG4Oz+soKwZdd1RN1UooG0TKhkB+ls+RAl9FZtV3TkqOUzsEWTP7z5MwMrANQwFmsbsQZbYo2cXD2DItBcXltUR5qqxDelYI4i0t1rMf+PGbueziy1lZrmFbNpEfKUAsMLVUKGIalqqT67hKce75qS2BnAvbtCjm82imrZT6jfYaP//xj9H0m2hmguPXuX7LFq4aH8NxDMySy6CmUzVzaNOb2fqW9+EObVLjDN+nEOmM7xo+rzmePSmrQFaBrAJZBbIKZBXIKpBVIKtAVoGsAq9HBTKweo4q73nqKLERKWw3PFDh7m/eyd/e/RDO4Li6yIykddPoefX1VECiLE0VrD3wIi2WAljXMcdXBEbJ1bWhctCVWq8rycrlAX7zt36ZcSvE91NP0bTXWmCtXPifo+l+nRXA3y+wmqpBX+smrckroli1I9a0NHm9rIm3KjjixacyoyXMKqEeJwo+FIxUhSZBKQ46rqjaBHwIfFj3TtL+myaAC1j1KK3pHH70BA88eDd79n6LnCNgqKdC64NVpQCLlQpVgmcEmgRei0t2THLljgkmx0dwCmWOHTvGxECBoh5iOyYLq6ssri1z8MWXeWbvASYnp+i0mlTLRarTk4wWS6weOUQ+8hirligX88TinxqGFB0TXI2i7VJL4JmVOvOHG4zpIVtHChSqFrGWjoJydZzETWgszyvlY2lsmrxbpNVuM3zBJqoXbEJcDGyppeFg5vIqeCgFq+YPBFaV7voMJE/BTv8m9fD9llKsSoCVeHPKA1T7cBTT9XxOL6yx/8BJ9jx/jFLB4soLp9i1c4NSPwqIUVBVFIQShmMXsEKD5qkV1g6dxl9o4NWWWO40KWzayNDOi5lfarJw/BSubtNKbI6stNmybQfNk8cIVk7zu//1v57XOnn3gw8r6NT3TJXWZoF2tUUJ5fLJWzpPPPgAn/38Z2lLq794N4hIsKdvFKWepUmbNXTDiLxlsmFqgjfdeAOXXHU1nTih6JZZbfgYq59m0HueRiCd/AamFaEVDOxlg85/84nmq8wj9gJ1Hne3sqd4rVLGl52QbuMxgtqzoNmYKjyrhBcFdILUpkSUry3ZgUmKJFYDS1SFocX2DQ7Xbu5iWBYXXvvLTO2+gZXZF3HimJHBIRaXl/nzv/gCmuazY+Mkm8eGaC6vYFfHuPTdt7BxywX4AfyDn3o/B04exjRdDMNUIFBmmrSQt1otCH0MPVbg1/c9Lr3qSn7pf/k4A4ODkMuTE8/OXE55htZrNeUBmnMlgM1RgFig4+ryMjQaPHHrrTz50H0cWlmh5YeMV0ZwHYuVbpOaFK/ndyp/C0ztnzsBesMjw3z0536OkfFRFXol41Za3QWuzi8scvilg7RW1ig5OeaWlxQkHhkfY9u2bYxNjKNbstESost4FtW6YHS1HqRAU9b7V9sAyO+iupUx8fiep3niqScxSkVlLyDPF2WvcnjtqUJVVKECuGlOm4w/3w8wbBtRimpa8Eqf6B7ATwTRRvJVIVtI6SqnMKra0xNLgHStU18zEhiGRiKEtBfIFSURlinAVUK6TDTdVAA3VIrYvgpWAz9m+/YdfOQnbqHV8lS7fxTIronUIsYybOVv65gWOcfFsRwseS15DdWtkShwK4pY+c6rlMpUB6t89k/+iL/9xl9h5RLetnmKS6fHSKIWkS6ewB0qjstQuYJbmGD0ihu48Lp3Edk2mq0RtTpccMGm85rj2ZOyCmQVyCqQVSCrQFaBrAJZBbIKZBXIKvB6VCADq+eo8uN7DuJGLlE+ZtA0+bPPfZnvHTxKZWhIARi5kJULe6VcFcCqfpagqZSiSsukUlWh4UqASo9Q9duulY+eqFSl9VMLiUOTFb/NxRddxW/82k2S2KSUVuJFmHrupd6AiQT9rLutf91zDZhzqUnPPj7VT8l7nO9NFKM/7E2zYuZKFsfFo08z8LUIR0FOjQImeR0k47shSkmB1z2wIJ6qjm7QVN2wCWOxrnz8VDiNgJF+Krj8rEn+l051ocPzD7/MN+/7GnMn92DjEiTB2eRvUYKdCaUJ8COdJPSpuh6bJyr4XV86e9EMk0a7zZbJITZNDjA4WGWtVkvz1r1FFk+fZG7BZ3GpTc51iA2NTVu20GzWKRgB3twM426JkWIeq2RiOjpF8V4V0Oo6+L7Oc6ebLB4/zEjBZtP0KLZr0g665FyLSqWigPBavYlu5xluUjgoAAAgAElEQVQYHFXKTwlY23D5DqzxKqEpPqCuApeGnlNATJe2XYEqCgaK2k/agtPbK2D/9zmJAmN8v0m7K/6q7VQlJ6FqosYT2NeNODHfYN+BE7x86CiDZZvLL5hg+6ZNlErDmLkY19JwkiK2O4ix0qZzbI7GydP43RadoEG91qAZ2+RGNjG1aRvzs7Osra2ii/pRy7HYzDExPMQzj9xNlBh84ba//WGHnXr8tx54SM1P5cXZU0DKXKovrCl7BbFseGHfPj7znz/FWmMFX8J2NEN5Ics8FM2hJsBbni6wMpdny4Yptl58IZe8+Xq6mDiuQ9iBcOZrVPy78bWYINEoim/zYEIh0Zn/owhttsiMAFotpBrH7M1t5sHKFXRKVZz6U3RX9oFAfFsUv3m63S5h1MUUKwOBfjIue+uOAEe5FQoF3nGRyagRcuENH+by6z+mLBfmDuxjz7e+zOnjx9GdiMnNY1QGSwpU2naBelLlwre8h60bt3Pft27lt37nE3iRhWEJjBNPUFFeSmhROt/lfRU+jCIFdf044P0/+UE+/qu/zJrfVWul3CdQTwnupVxh6ukq81na8hPZxIhi5g4/z57b/pqoscaa32IoN8jMbIOXOi1WRL2vXkPUwRqi9BdAaFkJA4bD7t27eM8tN6Plc2otTTSTIAqYnVthaXGZ+ZlZwmYNsR+R4/fkeA2HsYEhRicmGNuygcCMKHRCPCPGMxKsQNaddLdGgq5kfZc5cNY+RFhkpGpy1/33cuz4CaVY1dXzznYMpF6or1i1z2xY9M+b2ox7Lf9s8U1VT+59D0gPw7ruANl0ec3vFjE0VRsBafeEeLJWiyVVf1HZR6JgFeCrNu3Stc/SbN774zezY9eFtBqdtNZJrACs+j6Teiu4mqNYKPZ07alq1pLNEvFz7YUnmrZBIVcklyux95ln+Pf/9tfZubnMO3duU6/pBV0VyKWFAXnDIGfruNVhKrvfzI/86E/ilgaVH6xYJFxwweR5zfHsSVkFsgpkFcgqkFUgq0BWgawCWQWyCmQVeD0qkIHVc1T5yX0vY/gmRtHA6nT51Ke/wJFml2K5onz6+p6pypdPWGfPp7J//SyqVrngFMWrY55pCj2jaE2DUkStKte/kqxuUg+6vOMd7+IXb3kTrVUBACJrSi+QRQ2rXqXXIvrDDI7XBaz2FKOvPq5X+Mm+6k7L1jlaNDgqfqYqGT6hIlpGLcFSKTjCl2PWtIhuouHHMXaiMWhaSjcoarQcOnmVNJ7KhJXCrAdgldJM4FdkYJ1o8uxDz3HrfV+htnwQM5F4olSx2k83Vwo1BU98BWOjoMOl24f4wLvepOBDu9XlxOlZnnvxJRVu1WrWVQhTvd5holJmesSiVNA5cXqZ1VoLx9YxVShNDqdUYGSwyPKhI7jdhFHbYnAgT77sKP9VUd1qtgVugW5oc+LIYZZnZ9gwNcrgcFXZEkhAjaj/crk84h272uiQy5eoVodYazdxpgeYvmSHUsO6ThFDszDNwt8BqzKSBLL2bz84WA3xBKx21giEGIoNQCxgNVXz1Ztdjs032P/yaY6fnGGs5HD5rgm2bBwnX6xi2AJQXAp6BW2xw+qxEwSLKyStJp7v4cUB9XaLjpbDrE4wNDrF7OlTysvVyhXp6gXa1jBxs8GhJx/EcvJ87rav/jBT4cxjzwVWG4s1ul1Pzd3Tx47xB7/3H5hbnFHBYCo8Sjwl/UAypDDimInRYQXqrDBi09QUxeEhLr/+eqqjk8qbNegmhLO3UvK+jW4nBDJ/GyG5IY2ybjD/XyLimQJzmoZPiGZElNF51trJA0PX0wnniFbvI44bFIslNf8lxEnWj9QvU/w4e23iPYgmH1K8R99yQYUtBY3pS97MtR/8dcbGN7Lv9m9y75/9HiUbcoMl3NEq+mAFd2QUpzJA3qlij26glC+z99GH+cM/+ixdX1MQtB/0JjlGMs/S8D21m4Gl98K8kgi3lOc3/sX/zs6rLqPT6aiWcwGnlpGOuTjSFKgT64VQdivEjiOKaS7N8fg3vkzcXCa2QuJmxOmTaxwPY5a8QL1/2mKvKW9P23YoF23Gg5iNmzZw/Ud/Ej1fVerP0IDVmsfpmXlqa2s0VlZYOn2Sbr3G8MgouigvbZeRgWHKlTKDU6NYJQdLNlC0XtBSGCs1pgRMKfirrDDSv/vrWoiEUrW5/e67WFxZwyjkhFyqoCa1IdbbgOuD1fXWKOs3N/qbZ6/Ar4q2ilpdfcGkd/XAcv9xahXsbYilvDV9nNRH4LeoZh2xpYhiBstVgm6X5aVldT5EiZpujsjfCVsvupgPffgWtbYEfohj2cRBuvmkNiFECa+blAtlikUJcBSP6bPes0pRLOtpFFEZKpFzc5QrA+x56nH+r9/7BG+8ZAODRVf5upphiCnA1kiwbdGvh0S6TW7rtbztJz6OUxhUa6JYGlxw8fh5zfHsSVkFsgpkFcgqkFUgq0BWgawCWQWyCmQVeD0qkIHVc1T5sacP4iQ2Vkln7fgs/+kzX6SbK6tka7nA73v89RWr6oK5346pnFFTRav87dpnIVZ6bZyCELmYjRQoFSWWQSeBj/3sT/LuN++gtppGqsgF+Xol6Xor0+8HLdd/rNcDrBrfR+56zuPMmTzthDw5O0spn2egUmHMtKiI4lcEaqLik3CqRFSnqb2sK++jaczHPloYMqE5FC0DyadXtRXgesYGQDpoY/KhQfelVZ564EnuvP9vCfwlkcIq+4AzATUCS1QLsbT9egTy5kGLG67YxHvfdg21lRUGy2VWVtdYqbeYnJrA9wJOza3y2N5nWFheImyv0W22abY8cpZNteSQL1RVi+zgQInpDQN0Og0a9QYsrHBRdZhq3sAua+TzEtWFgqJ5u4CuWbx8+AjdbpvJiVEcW1RvqY+h6+ZxCyW6XkS97SmwKhE8TTdk13VXYBUKWKaLY7jQa+Fer1h9NVhVOOYcHrnrx5EKqfEbdLprBIEnzb8idFMeugLJluttTiy02PfSCRYWltgwWOKS7WNs3ix+ii45p0JJL9FZ7NB54TCa30YPunidJs1OBy+OaXserdjBHd6AU6iytDCjwJybL+M7A2gjG6kdP8Lc/r2qZf+zd9x+XuvkXd978IxitQ+/5IXaK03qjaYCfyvzc3zq9/8jy7Ul1lp1RL4Y99qrbT3BBbZPT1MLfDr1JoMDAyrd3alWufTKN3DFG65RLfy1w19j0P8WhiNuvyZRKyA/DBXTZPHzEJ5wWVBgNcIzdQpBhxI5nitczrdHLif2l4hae3CNOlHUotvpqhCyKEowZNOmB7ZffR4vmc5z5YYKk1t3c+NPfYLhie3MP/cs3/3SH6BHDfLbpyjt3kLo5rGcolJwigK3k5iU3AIrM7N8+g8+xcLCmgJ1AszSuawR9zeSpN0+jDCNVK0o88+PfHbu2sVv/O4nlJKxf1yy2aSsI5QHaNqOriw3ggjf84m9Ds8/+ij7ntnL4dkT5BKDASvP3MoyK/K43hora2rBsSgXi0wMlhlcWmF84ziX/vRHCYwyBB6ek3BqtsXJkyeZOTlD2G6p168vL1EqlxgYGlVeyGJhUKmUGRgeoDxUUEpktX6o9vsYSSX0RRIcRAqq9j1Q08A7Mdo1mJ2d485v3UFHQGbBJe746TjprUNqbvV+T590Vu3bd2JV3Q6v5W38arB61nVbQWb5/nl114KyQJHAwyhWYNJMNDprDRI/xBRAHoqntzqLvTUzxbEf+qV/yPYdO6itNbEsW3VbKBVt77tKaiLzYrA6lIbw2RLG56ZrhzymB1nlRcUMQb64JODs2aef4O4v/ymXTVeYXT6lvs+GSmWKtk3RFUsQAcchnlVm5w0fZOePvBvLLjJQyisIu2lr9bzmePakrAJZBbIKZBXIKpBVIKtAVoGsAlkFsgq8HhXIwOo5qvzEU4eUh2K+ZPHCk8/yh3/2VfJjEyroQy5k09CQXgu9IReyvdCqPnBQnqi68mO1Rd4mF57r36t3wRpIM6YKRkkwnDK//k9/los2DbBakwRseX7Pt7XfCvqqjKgfBK7+vw1WzzmQyya3z5zg3/3+Z/GWV5i+fAdj01NsnJxidHCIydFR1dIcWBYty8LXUw/WUQw8EpxEUx6ra7r8nHoQGv1U7x6UFnQw4OvM71vg0Qcf5r4Hv0ZEMw0jOhNUkyq2hBLKeUhEOxjqaGGT97/1Mt5w6UZeev4FlWq+tFLHMCxKeZucbWPkShx46TCDVfHo9JlfWuKJfS8xP9OgveYR6L7ylywVC4xPDpIfKNEOoDU3x0Vuni0Fg1wVilWbnISdKRBvYLtFsTxkcXEJXUsoF3NEsa9aqCUAxxb/ykKVekvawkHLOcRVm+3XXIxVLGBoDo6AMiuXej2uswJ4dXjVq4Hcuc6XKEe7PbAaht3U7VFZUUaqlsu1NgdOLPLok8+pNt7d26bZtXWC6QlRQuYZsCfonmyzfOgkldCDqIvfbdD1WnSjkLbv02p2aSUuY1svJIw1FuZn0OOYXEmUlRvJTWzk9HNPES0tEAUB//yL/+281sk7v/tA6vUqY6YXhCQ/d9farK7WsG2L5uoqv/8fP8np+ZN0Io+oGynYr1qe45CybVEt5FlodwgC8dsVL1uDji+KRY1rrruW973vQ3inv0elfTuG2UYr5umsNamMQVEzWf6CQXDEZgEIBKLFNiUtwFJJ8RYPFC/jgdGrsIJj0HmeTuu0SnwntpR/sITnKcV7b71R6nYBW3HMQDHmxovG2DI5yTtu/gSjm65AjIy/8uXPYOoeu669irlunZbnkwQxmi9WJiGuW8CRUKVanT/5zOc4fuK0Um3Ka8pNxtMZL16xI5D3EwWieNbKIqdrdLpd/tm/+S0uvuxSgii9TyXQ9xZB5VcaSDhcusap9PkoUmFXM3NzyqbDSqBiWDzx8CPc8937VMQfuqFA+2A+x1CpyPaxAfSTp5m4cCfbPvAhvLiEFnTo2hEnZ5ocOXyEudOnSSTISWwAgoAgCChJGJxboBP4ylpi64ZpqlWHqGDhxxpGIut86ofqRT6J3wu662+K9f42XJsDB17i3vvvITYt9FwKVhMzDbw6Y/3yGqM03cxIuxm+H1iV3TWx8OjfBHamr/tKsNqfx3KfbESJEY0RxiQCejsepgrRUp4DPaV+ukEoPrFT09P8/K//BrXVFbWbJ37I4hWrMLq8RpJgyH+6TiGfV2xYVO+iWJfBZ1vpXBIVsazZ8kSxjpianuLZp5/k8W9/naK3wouHDhAZBoPjEwwPDZA3NIYck3KpiDOykcFtl7HsQbvTpllfVV7Vn/v8Z85rjmdPyiqQVSCrQFaBrAJZBbIKZBXIKpBVIKvA61GBDKyeo8pPPX1EJc3ncjrfue0+/vyuhxjdsBGtlwIt0DRtTU3QJRhEQkkkYbzXjpsKKzUFWvow9tXKoiQOCRNdta5Hoc/QyGb++W/9NMOOSTPQ0IVjrPMyVDYA61RNcuj/Xwar7arBfZ0W+57eT3TkKPP1BZbnV2msNYmMBKPoUCqXGR4dZWR6msHRYcYHBiiVyrRKNkU7T0UzaEhraRSQNy1cab3tQW6xB5C23uEOHHr0NA89+F2efOq21C9T0rd7Sd+pergXViOwNRZ1GuSdmA+95xou3zlBbWUZzS3zwktHGBkeottYwdI1zFyJ0zOzTFdMvK5PqVrh5WOHibsd2ssrnFjpMDu3TFccI2wbqzBAEOYIwoAhM+aCosGmqkalCAMDJUzl15soeJrLFwnihHa7m6qfEzGaVPgEzbCx8yU006HZCfBNGN29ifFdm9BcV6kPxTPRsNxzgtU+iDkDbP47qlVRqXa9Bh1vjThKk8+l1ALcBEyfnl/h6RcO8dTe/YwPVrjkwm1s2TzJcLVMMVfCrJVZfXGJXLuBY3RoNxt43TaB36bjtWm3WzQ6AXpplMntl9Dq+syfPqF8IMtDI8SVjdjFKrMHnoROGytJ+Cd/9IXzWifvuP97Z8Cqqm3vj1frKFWybIiE3Q6f+k//gf0HnmN80wS15RUaTWnDh3wuh2PoeJ02anPE0JVKURc1pmnTDT10Q+dd772ZN+4cID75XymWGiQ5W1lMFAc1ZWOx9iUb/6jJgthQiKGFHlKIDETEF6lAt4h95St5vDBK0z9Mp3MEPREobcnegEqal2Ndr7rtK+JlHF23s8jF0xVuvOm32XrF21n16jx7Yp/yyhWVceB5PZ132tLtJrqyOIgtQyW8/82f/QX79x9QKs4zKk3l0ZuGnMmap8Bgb9tIAKppWjTqdd7zoffygZ/4oFJ1qqCpKFZwT9bMZqOhVKpiISDHL/PPD3wazRqG76Enkfo9Z+eYPznPN//2yzQ8sehI0+zHSgWmBqpcuXGUYK3BwGWXUbjiGrzAQg8D5Tm8tNjgxRde4OiRo8pyQDYBZD0WW91SvqQsMuRzVV2X3VPTjFRs4okKbdGORmnwnZ4EeFFIEqRdBv3NmH4tBKw+/vjjPPrk45huTilWo5YHlgQcii9vbyfsNebWWZW4qFtf2ZlwZm0Xj1WlHT03WF3/PdAfBxLgJRFxmh8psGrEiQLbKoSLRIWPpZuDEW7O5QM338zWK65jaWEO17KU565mWASibg1jAj8NcOvD8749gAD1dqtFs9lUFhWO4zA0OMhApaq+98bGJ9n79FN866t/RVnrEIny2XK44OofIVcqcfD552guzhJ5sgll04oMaq0mYdBF0zXEdiIJ+v0I5zXVsydlFcgqkFUgq0BWgawCWQWyCmQVyCqQVeD/0QpkYPVcYPWpIxiGhHv4/M0Xv8K3nz3C5KbNxL6HJgrAV4FVgUv9ZGa5r98ZL76CZ9WtZ3331MVwHBCI4sewiMIum7deyr/8zQ/ghhqtRMdWMCJVeQlQEHgRx+kF9g8CVPsf7X+mYvVcLePnE17VKhvcb8mnMtgQhdS9Jt22R6fWYqVVY27uNEunTrM8M8fy2hrdICJvuhSrA+SmxpicmmZqYgprZICRgYpKly7pBrYqUNqW3NFiRmsRzz54jO89eC/7n7ubrhZh9ltcz9gypFYACpgIWBUfSHzeePkGLt42yujwkAIxL7x4kG3btqCLetQ0ODqzRK3ZohQ3VaDUxMZNHD15jFatRlhrKYi7NLtCMVfELRaJc2WOLjRYqGlolsaEXueavMamikluwMUu5ZQqzBRoa+q4uYIK4un4EVbS7nk8Cni1CQSC2TnlTRjYOpuu2EVpegTNdTA1C9fKo+v2DwxWXw1aXz01fAmc8URhWiMWKwalDu55UCYwM7/EC4dOcPzkaTaNDbFlwyijo8PKE7bglll4yaN7tMGY4dPtLuB3BNZEak51Ow267Rq1MCbOD5EbnsYWv9lmDU1SzYtlosomHNOlfnI/ESG65/GPP/Wn57VA3n7fd1+hWJUXEfWetOkvLS2nIV9RyGf/8FM88sRDXHbNZYR+l/nZBYqFMuPjE5yeneHUzEnsUMc3ZYNEx4hQrdeiWPQSj0J1nF+95Sacxa/h2AsYFQvd8MlXNOwoofmXOQIBqzL2kpiOniDukkYsmwQdsCLi4e08aG9hT1CnUX+eOKyjJRaRbMroEXqSqkYVvJSm6jBM16e4wCVjPldvc7ni/f8roxdcy4njB+kKOpRguCBSY9iIIWh38LqeWousKCDJGXh+xGN3P8jDjz2moORZyb2KPFLvoTaSxM9T/kXXMExLtf8HYcjGndP84j/6OKXBqoLvAlFt3VD2FosLC0o5KpYA4tEqvtVS3zgOSbyYwAtVEFa54GJ3Pe6+7TYWa3W8KME2dcbyebaMDHLFRBWjUKF8zXU0qoN02gGJn6iQufrKKs8995xSlNbrLUzbxXZcSEIq+XJqxwKMFItcPr2ZEfF22DFGXdkeyIqmYUS+Og4xW+0D677PqlrvLYN7v/Md9h94HitfxCrlCZpy3tJgwzO3HlhN18903qyfbylYfVU7gnpA6sUt//Vvr1asrv8+6INVBT4FpnqRUqsqmwb5vbeJJOdOFKmFYp7dF+zmpve/nzUtR6O2KoeuVKeaaROEMV6tzdzsKRbm5pWNgEBz2QSRQK/A7+K123iep0KxZJzImLIN2QLUlCp4w8bNLM+fRvNWlRLcypfoBBqzSys0Wk3Qg95xGWi6hZ6EalMTwyHUHYKG6LmzW1aBrAJZBbIKZBXIKpBVIKtAVoGsAlkF/n5WIAOr5zgvjz/5EradJ2ku8MlPf4FTQY6JQk61tUorrLT+S7iUqNLURa9qET7rVZnaAeqpwsfUziid+mBStX5K+7mW0DJidM/grW+8nl/4xTdyT9fmORIucwx2W2m7uxtFOEaC0zLxvQ5G3iLX0YkTn64hbeiGAoO+nmCJp55qj9dw0NOEalErybFGMYGtYQQxhVAnMjXVgixtr6ImU4os8RkUBZ7YGAgoEgWbHhIYMVbsKN9XUXoJSBGfUvH+tKQd/Ry1XO812AfCArFOVBOOJiF53VIwec1IFVUToojToZYkrIR+6hcYhCwvznHy2BFOHT/B7PHjrC0sk/iB8vsrjIwyMT3N9JbNDE1MMDgxQaFUJK+ZTM13efrBl7jrgW9w/OVHVHu8AuGq9V/aqOXnfnusqC999UnEy9LrdlSb68DAAJWyiW2EXHrBDjZMjFAtFjh8+BCupVPUuzQIMTohtcVlZtZqnJqZox6EaCHqPIjya2R6G8fXuiw2Q2zNITZihp2AK7WALVUdczJPVfwLTUk8tzAtA0v9btGOTBUe1ek0FRySMJkwSNCLFbTKMKO7tzK0uYppOyq0yrQked1R41WgsITlyJjsWwGcATWvgD6K5rziTKZASRSFDbrdFgJYExlVirYJ5E+T0uv1Ossrq3hel0K+QDmfo1gqEhgW5cIwc88c5+RDzzPkW+iFRMFWxxJVXBOvXVOKt5XlVdqYuCOTDE1totvq4GgJgVsgHtqME/kEtePYklbuBXz0d86vTVjAal+l2ldeKrDaDVidWVKbJ5pp8Bdf+BPuvOsbbN6xmUq1wPDQMI7tqBo+vWcfMzPzOJZLEAepH7IQSwmz0gzlMxl4CT/23jfzhsIsSXwAZwRsXJyKTy4xOfmNgPyBKnO6p3yWG3rAYKhhS31LJYKPfpjqpRcwd+Ik995+DwcPHjgDUNO5lAK/PlTtw0J1XnQYzGnccMO1vOHdP0rHtClYhgLZrXZXbQQ5psXS4qKCnALTbDlvRfEaBT2M2fPUE3zz67fRbAg0S99HeXj2bAHUZ1bK1XQDSbw5BbTKv5XKDj/3K/+Iia0bSIIIWxSIYcT8zGl8z1M/K3yZiKeyRrvZVN69ajNJoKamkyvkyLkuj935TZbnF9HCiIqbo1ooKM/jqcEB3JExdrz9HSzqJqeW17A0Eyf0Wd23l2ce2cfcYI4Xj5/ESnIU7DKatYpmlSlFOn6ryYWXXcTbNm9GCxq0d0yxljhEvqx5EU4IfoJSmPfXbjn2NBwqomvG3HXXtzh97ARmsUCuXFLqa4W6e1YjCosaBmFv802+O9ZvtgloTb1dJWwq/T6RUKi+8l4WQ+lqUOuoasFP56ecDxVCpd4qwRCfW/luUmtbiB7ryldV1nypv4xvsVuQmwDtju8xtXETIxs28cGf/AgrSyuqBV/WxJGhYRUqduzIEe65/VaazQa+7/d8dmUTYn0gY4p9FStWGYIyOwICsSKJEt577Rtonz5GybU56Pu0/ZDjx09hGHa69qZs/QxY7m9QpmpojVZz9e/n/3vKjiqrQFaBrAJZBbIKZBXIKpBVIKtAVoGsAnLVkvww0sf/H5XsiadewrJc6rNH+eRn/wK/OE5FAmZETWOaZ5Lk1cWfggvpVWW/RTYtVQpWRS4kra6p/WAvNkSSmJVvXaKUQ2Fi8aH338QtN1/G9wKdGboUCbjAKrJmSLAN5BJo1poM6RZHXEkVt9muiUIO8h64sUY7iTClZVN8I4OYlsKqFpZob/WEnA9dU0CfhifRTupwxJs0Tfc2REAby0W8TiAKNOGncpeeEOoxtvLUS9FbOnRE15W+xn/vJrXpQ1a5yH++EnNEfTKTgmYiuE5eZZOo94COoeEliYIuJURBqhEI0NETPD9gcXWZmblZVmqrnDw5Q21+meZyTQEA8jlKo8Pc/IEPcHEywOPffZY7vvsVFk4/C4arLugTFcbzKqiaSFK5tLmnfe7iPyhqLKVSE+uAMKAgnoAFl2q5qMbBwECRC7fk2VHNU5TOavKqaN3GIi8vrnDk9Ayn5uept7sMTmxhsanTim0FtWJDw7JCpqI2F+ZCNk2VGBgs4zoCR+WsiDpVUwnd5AoK5jSbdZr1GmEYKD9EpzqEOTSpwOpwH6zqeQzLxDTECsDs+Yj+IGD1757H9WBVoG4QypkSQNMLYeuFJwmc69dKxr0E5yh7DNsl55bQ1gIe+uo9LB04xs4tO5ga26B8ZYPOCu3mivpMJ06cxtddxnZeiFEZIG1pjvANF2dkC0bQJWrNqhCz2A/58L/+g//esHvN+18LrCrYFcSszS0K1kMzTW7927/mr778JUYmRtm4aUoFHcm5EZD19FP7WFleU/NcxqsSdfY8TmUuaXpM7Ce85S3Xcu1IA0N7jtxgjIOBVYD8ssOx29sUVoZZidsYScKqFjKsW8SOifvON9O+5nJaouZca/Hkw4+zf//zZ1rS07UmVaue8fJc5+WcyOYKCTe9/51c9ba3Ejk5uq0GUbfbCzDSWF5eVuBSQobKpbKa26trq6yurOB1WqzOLbLn8Sc4enJR+ayuB6upX6dAQwF6KVhVHsACpTUN04j54M/8FFdee41SN8pGxvziPCsLC+n6Eab/Jqpl8VhVKv84Vj9Lu38+n8e0LArFIo/dexcLs7PkbZtKrsDI4CDlQpGcoTO5Ywfbr30TC0HEzPKKWsc0aeGfPUbtyWdY6nR5od6hvlwq1ogAACAASURBVOYr25aR0SorDZ9B22L7ximuufwqRmtN5rxVljaO0k5s5Yus1MBBjK/Wo576VAVbaQpEyxo7V1vh1jvuoCmBZ3mXfLGkfErFDkE+zxmbEbEoMcx0zRQw2vPn7p28dP1MxDogBfPyRwHKHqhXv8tjeopX5U0rft9xasmQwtb0ZzkudS5kMIYR3UaLRq2unirPkbVMaq7bFgPDI2zcuZubP/JhFufmabVFzawzWB1g7tRJ7rrtNpZmT521fuit8331bn/sqW+/HlSVny1Tp+sFVAoFPvLud7D/sUcJkpihiy7jxMwML+7fr74LFaTvfZf0f1//mnJ/qylzLLtlFcgqkFUgq0BWgawCWQWyCmQVyCqQVeDvZwUysHqO8/L4UwdxLZvD+/fx6S98ncr0DrROm1A8VXsBVmcuiuWSVkJk1oWVyH19oKUcCHst5+tb6QV5Crg0g5C27fIrv/TT3HjtVu7wAkxLZ9LQaCQBBS1VicoV6OpylzHb5BnTU8rEaSGheoIt7cPynl5IqZ3QzekKnpY0HUf8PaM0fEb8GwUGRsrDURJzUuWmHL/SqsrLKf2UtPemMlwBq6JKTaFR/6JfaeVSyCr//opkru8/2JX3rGHwbDGmJlzaAzOCrqMTGzCiQQA0iZVHqoQXFRONnEibtJ7LrNS6BxIkPKkpbdTNFu1Gi9VanVOL86w26lx/5Y8w3Szy8Hef4M77/5p2/SSRtE6r1thItaCKQktqciZhW+CqgFRRg/XOm9wvdgzyPL/bIYrSEBwBnVVb45bLNnDD7l0MVkroErQlXpxBh1rQZa7RYO/hQxxdWqRrVjm6FIBZwHVNYcrKczAXB+zS61w94jA0UVXhOpZlEEpbtrTCS4t1IacUgZ4XsrCwQL2+hmFp5KtjOCPTjOzayujWQSzXxdTzCiL9zwSrnr9Gt9shiDrqmFKYIvULz5zw/jjvAyUF4gwTU3co2QUac6s8+O37OPjwi1RzVS7evoPRogNejebaCiePz7PS8Zm8+FJyYxNotoV4Ecemi12ZJCdA1VtEk7bjIOKD/+L3zmtlve079/8dxaoCq2FMfX5ZtV/rlskj99/H5//Lf2Z0wxgbN23EMDTyOVe1zT+z5xlajbZMoVRzKBsHArl68CkKRcVqcPGurbynCpr7EoWdCXlpk27qWPstVp6JsKIyK0mXyOj5gCYJ7rYdWLe8h27epuH7LBw+zZ6Hn+DkyVNqs0apEtVGRQqn+rf1ilVRzOZMjUsvv5g3vOUGOip8PcLRdYqFomq/F1V0qVDsAfsmnWab4kBFqXWDdouw3uLFPfu4/7G9eEF4JuhLxn0fEsp6KGtdCvXk7xT6xYHH29/3Hq69/o089vCDdNttNm7bTOhJaFlXbeLIWhN4PlEQpiFIuoVtWeRyOXL5HKZjYzkOh55/Ts3VgWqFYi5HtVxhYmyMyPPpBjED0xuILIeTc/Po4lEsx+O16T79GCefewZ940awHdWiXnQqLC6vUbV1Lrn0Qqa37Wbp0BEOtT1qgwOEouyOREmbbob5yo9ZNscSlpaWqNdqqtyy6bK4vMTBo4dpdNpojkW5VGGgOshwZUgFOeUKBQXhpV6FvGzERKrrQYKdRJ2ffof0NeI9eNoDqzKOBKAKNBVuquwpZJ2WY9MEXsp2Wepz21fAykiQc6rGYZJw9OAhntv3TOohraB7+l/o+Ri2Ra5c4U1vewfXXv9mlheXaLVaKohscmKM5/c9y9133EncD6rr+xf05v3f2ZNV3wF90CuWFBFDeZcbr7qCo8ePYw6OcM2N7+Kb3/g6xw69gGWmG226ZvXGce/z9wZz39agUV85rzmePSmrQFaBrAJZBbIKZBXIKpBVIKtAVoGsAq9HBTKweo4qP/bUQfKmyaPfvZ8v3vYw05t3KOWMtMevb7tVV7w9xZioT/u3FB5aqapoHYRa/3bK01PaMnWNoFzht3/lI4xvHuMLjRqRnWNXLo+mR+QSnbyuYwhAPe0zWrFYymssJzCUMkK8RMPTwG4HOIHOi8VA/ftEYjFigIVGTtSmQUQp0Kg5UA0N8hIGIyk4ki0ukEzCSnrwNHVQ7F0s9y6YBSzLo9X/KvFqSlZNUU79ECNW6jOria+khrfcUoDKGCyhFR0FHPS8Q9uBlgi4dMjp4CTSRp0eT+o4mypl5RgEzCbiG6igbKJ8Uv0goBjqtJ5v8tDDj/Cd7/01obdCoLwT0/b2vhpTgSJlCyDBLgIzU5AiMOJMYE0UKGgmKkp5vMARSYOfsHV+7dId7JycJiladGOPdq2ObtpYRodI2viTmOdPnOLb+w7y4nJEoTyImzNUq79plJUqdcJY45JCwNbRItVqWfkRKmipSeq2RSJWDE4BQ7ep1essrUjLeoRbGcYd3sDwzi1MbB/GyYlPawFdQoM08Vj9YRSrPeXZOliXfv6Yrr+G53UIIwnROrtZ8Mqf+7D1bCK6pNsr6KablAplBSUf/Ov7eeieR7C7ETsnRtg0XCbptFmZWeXE0grm8AgbLrqY4elpDFsAtE2g5dBlbMRrwqOVfcNNv/HJH2LUnX3orffedwasqvmsVH+pWrA+v4JMWanf/qef4vc++TsMTAyydft2XNdScCvyfV56/kX8ZpdmECnILh6ryttU7U6k3slm4LN7yzhvcUpw8nlGL4/J7XZovhAS77VIOg5GCDVCPNPDiHQi28S89lqKP/ZWDDuiHUY8+8hennr4CVZXV8/4O6fq0VQdKrc+6OqvQgJWZfNjfGKU7RftIj9QoZgvMjE6RqvZYHVpmW63q0Kkup2OCiC6/Oormd6yiSgRpWOTpNnh9MuHue3eh+gKjOupIWX8KzsAgX49sCrHIOFQqfWEoRSp49OTWK7FoQMvMD49zjvf96NEAud9TylTRaEqrfUlSYW3HSI1LxNKxSIDI8O4+Rxtz8MIZKMjUmp0pcbUdAaHBhmqDihfTtlmaTTFpiJidHwY4bR6CGsv7eOZO77B0MQw+Q0TFB2xETCx9Dx5y8atDqEPbyPSXU40Vjk2dxrDNtJNI1F7hl01j+srTZ544glOHD2qWvpN3VDHLdBUksYkvMxPYq668hpu+rH3E/rS1m+qwD3xdZUxL5slsvnVajfVxo0voViyvqi5lHrQqvXHD/B9T31WsUuQjQXljao8thXFT3+XZa5vx6E2hvoRYqlyWtr9n927lwfuvw9LbC5kA6nfVSE2AprG4NgYP/EPfpZcuUi33VF2HrZlMD0+waMPPsz999yr2vrXQ9T1atVXTL4eWD37bwllU2N6cIClVpsL3vxWJqa28uW/+HOl5pegPllzTSNHFMrm3tmOjz5UlXG0trp4XnM8e1JWgawCWQWyCmQVyCqQVSCrQFaBrAJZBV6PCmRg9RxVFrCa02Ju/eo3uefZ04wPj1DrNNAkqVtX6PEVNwkcSpuBzwZUmaadKrd6ir5+K3z/MWYkTpUaoRFTGp/mX//KT9AYKfCV1hrisjjkOliiUu0EdPSYquvwY90At1TkuTji4eVlrhkaYqPt0NYjpWJy64GCcPM5nUIiwBVyJPhJpNr4W6KAjXQO2l1KfsyUXaKqmQpYmjHkPHB0MOXCXLhHIDYFAgBScKpHosqTa/veZ+15LIrC9Ye5ycW5qVv4QcjqaoPaWoNcIa/UeKvLNUpDg0SlPCteG18HN2ejuwZaTldqW8NM/xaIKkemoLZ4M2piFxARi+IuiRlsRZx4ZJEHn/gujz76FZKwQ2CA6feBRq+dXVSRPU9E+RwKnIY9pVoPrkp9RM0lHFq10wro8bqULY13bRvjqvFhBW5801GehI3aHLl8zMjwsIIqkWXz5Qef5LY9h9HcMvlqSSnzXPJohkbR6bDJ6HDFsEm1UsF2DBVgJX9yrkUkXqMij9QN0Awa7QZ+6GPlKhTGNjKwfROTO0ZwXBfdKCjFqqGLx+oPDlbXidJ6ish+u39Mp7uK57eJ4jRJXsZ7mvUlLczrcEo/EKz3T9I6Ly3LloAzUSVaDmPuCE/ev4cHbrsXbbXOZCFH0mpSX1xjdmUVrVLh8utvYGhySgUjGY5NgKmUdnFUw5JxF8NP/MtP/zDD7sxjv3H3vWcgYR+sqs0QXac+t4LvhdiuzYmDL/Gv/vn/pibF9KZNbN6yUaXai+rzyIsHqC2ukNiuskAQ4C8bBS2vS6T6rnO4Xocb33MdF7Rdgof2MFSuUdhlE53UiU47BIZGM+koH89ID3ATjdVcDvNH30Lh6ktZ66wy/8zLHNj7AicX5hXIkzmixp+qc6r+fgX46iuJowDLdrEck+nNk2zbtY3h4XFe3P8ie558Uj1PgLDR2xIRv+if/sWfIV8q0vU6VNw8reUV9j7yOHtfOKIU28ozWjYwRNEtJ1+AtJkqVvter0ZvvElgkiceyaLu9jpc8YYr+JG3vJmw21aKValZvSZrHVx00UUMDA4ppeXK8rICl8OjI3R9X6lCg1ZLbfoIR5Q5I8cu6thqZYDR0dEUVPq+CkoTCwE/DBAXFieKePSrt5O0fEauuZrBiW3kDQc7V8LMmTjFIrniBMVShdDyeeCe25hdPqE2M/K6iRcHdLwu37nrPo6+/DJuLp9C9L6vrWQsWaZS9HcDn/fddDMfvuWjnD45o45HgvZK1bJStxbdnPpc8nw53rAHOkVxL9DTJFX6qjAvuT9IwWoQiF2KbOSk8DT9rpHwMdH1v3IjQ36X54pDhMDnp554jLvvugvLNpUfePoE1DkXJe7GrVv58Ed/jm4cEvoejUYjtRIIE+74xjeZO3UKQ7xmXnV7dQdGap0iD0oXAvFg9TyfsuOA32Z842Yuf/s7MRKDu++4neWlWWxTU0rlRDeV+lYWkz64l3Emf5QX9/HD5zXHsydlFcgqkFUgq0BWgawCWQWyCmQVyCqQVeD1qEAGVs9R5Sf2HIFOnb/40l/zwppB0dTpxOK9afUs8s4GkEgYSR+s9oNdlKrKFLWghJykwSevVpYJeBDFmRd32XXRVfzmx2/ieMXi+TDEjRLVBj3X6bDoCzQ1GNRMfizxoVTgcS/ge8vLlEs2w26BjabJNDr2Wpeo4PCyFTBp2PgSJKOCqdIL3lwzomSYHHVjOlqXAc0hn6RhM4QhhXbEoqWxZmtsxGJUYK3YAooCLBC/U/EvRFkYqHZZpeoUwCIawrOqufU/r//cfbWvCu/S5Pmi9EpVoBJ0Iq2yopySYBPpxF+tN/GiSAU46aauAFsn8jHKYlJp4knwlgmBK0eWBrsoWwNRFZJQXW5x4HtL3Pf4XTyz73YMYnwtwg40QnlEzydWWmVfDVYVyOlBVQU0RE0mMDVIvVmRIDPxqQ18HD1mc9Vld3WAITdPFLbxm0sMlnWGh4coVyQYKMeyb3Df3mPcv/8EnpWnVKliOxamHVMxYTQOuLjUZGiwSr7g4Lo2hqkpz0JByH7gK5jqSIuxZtD1QjAd8iNTDO3YxOTOsVSxqsCqqJx/OI/Vc4FVlVjfXcH3Owqspha0oloUZe/Z9PP+5kFfCSznW4KzTMMhjhIMNScM8gWb9nzAvX9zD43js7jtLqunZlhYmKEbx2y84AIuufY63HKZONaU36zAewF4JALZAvxOl4/86/MLr/r6t+9R0Eb+9L0rVZiVptFcXFPBZY6bY3V2hn/5279OvdvCLZTYsXMLo6NDmEnMwomTLJyaJZFjkzmhW4Qx1Dst2p5PqGkqSG76gu0MNkM6p8QbNqBoa+QjnW1+ng2azrOs4cYCLBPs0OPk9BQj77mRGgFLtSbz+48wc/o0ja4ohc/e0rF7VkHfvye1Ko3VZkOcmOiWxvBwiS3bN3LRxVfy8sEj7N2zRylWlQe0JoAroFqt8pYfe6tSe8t6IV6mnbU1nn16LwdOL6V+tz3gJRsPAvCUP7PVD0ZLW9fTlnVdbZwEsvbFAX63xdvf8w7Gd2yiubaqwKrcTENX7f2FYoF8Lq+AnMz/oOOpnwW0ptYHAv4CwiDCtR3y+aIChxIKJZYBtuuQLxZxnVwa8KTuSzAsg2MvzZAvb2Zo625qXR9HK2NbLpoZYjsaOTMn4mIKlSJrh1/msf0P0sVHa4fIf/fcdScvv/CCUubK55ZWe+URK2NfAgqlLd/QaHd9bnzHu/n5j/9jZk7PqBA33bUpVSpq8ydn/d/svXmUZVd55bnvfO+b48UckZHzJGWmUkMihCQQNmAM2C6XwRhwu/HUlG3sGtwud9nV1WW7y+1e1e22a+GysQtM28VkRiEQg4QklJKQkJQi53keYp7e/O7ca3/nvcyQQFXV+Ye6/7hvrSBDEW+497vnnOD+zv72duAYFqIglrAzhlVx5og1SxrDoBLWNJU3K9ejWCmhI2769NT1rJnqJFD2Av01q+9zzdfR8iXRQrGyeWb/k3j061+H5ZqyLvrdADTWljBDpLjz9ffgjW99u3g90+KE77e6uITZ6Rl0anUcPvASF/rratkfaP/vDTq1xos5iwKrXNMNHesmJ7A6ew3lSgXwSmg3a+h2WqKSZscGH1HKLgla6ag3e6UittOuvxb/Xyj7jKwCWQWyCmQVyCqQVSCrQFaBrAJZBbIK3FQFMrD6KmV7/qUL6C7P4m8+9lksGWXxQQ2NhBij14bJcBqlAOKNIG9a++FVfTUTAZICq1T09VqN18BHAbIwkaQRNm/djnf86D741RKMUhF2yUHq2RIutZxEcGHB7IaY4M18zsI1PcHVKMIKImmD3Wg6GIOGUiPFopvimaiOsu6iYrlItRB+EqNgWtjd0NF0U1yyNYxpBhhwk4uBjgRVJai2Yyw7OuYtYCjR4QgQVonVuUBB1VU9RkWzUQZQSGgTmkIPASsCYgNw6EdKJR2PlQCSvfwMlCEMIITQdAnOoqrKYMt1qiGm3x4FotRmsaxBDDPWxU8wZIgUW4apIE1MUXARqFDl1SaEiWJ4o0W0gwCRbUEvukgKFiJLg3utgePfvYJHn/kqTp56ApZuKohBRap4KKp2//51FFgh6dtM3FZ+iLzOcmyJLzCDgInQNQ67MJIIYbcr7cFRmmAi52BT3sKYl2I4Z2CkYKFQZlq4A83UYbtl1Ns6Hjt8HgcuzqMWWagMlTBWNjFIJWS3g3VOFwMDZYGPnmdD0wihqYBUQWlBHIr3pEEFKPmubsGpjmJ4yyasu2UKXiEH3XBgUPGl8fWWBOcwF0fFlCkfzL7KtA++FRTt2Tv0WoYpT+Z4Zq273UWEDI8SBTavbR9Ms4TKGkD5RarUeP6MUJXt4QTl3BywDFsAq5430Jnp4OmvPI36tQXo7S6CWl1CsQzXxdDkJAbHJ2HlCqISJ4BjSjwhbhy1pJU86LTw/j/86E0tfA9+69GXeaxK4BLb2nUd7ZUa2s2ueGR2Vpfxr3/vdzC/sgjdsjEwWMbG9VPKaqLVgt/uoDI0jGKxCIt2BWGMZqeNK9PTmJ6fhR4kiAwTjqUUfFTs6lS9awHuSGy83xzGM8ksnAQoxBpC3cLF2zbCXjeKpcVFrKy0sDizgpbfftk4vaF+5/x8uVq8D6ZMbi6kOqiILBVd3Lp7B+644054+SKOHD6CR771mPSM873iNMK2rVtw+527UVtdhpbEsBiGt1rDpbMXcLHWoiAchmWJ6lLGRBwLbLTp6UvFYS/A6Hr4Et+X84Xt+1qK977vPaiMVnHxwgXML8yjVC5hz55dcFwb8/NzCDtdtBt1abEndCNANC0Ttm3DdT35l8sJlaqeSw9WhluZ4kNM6O26ORknOcdB0SvKvAhNC7FZhm8MII6ogFRKTkujA3UqdhsW0+ttKqpN5OMYjbCGbhzDTXV89Sufw9//3V/KJhDnIGFvf3xzXeDGgs3NAwLCMML6rTvwL37391BvNtH2O4BtolAqi56foNOzXYTdUICzgNXel3jm9sA1x7mCq1xr+BUh5Jxbs07JnOUaJT+LESVdtLs1dLoN+GEXHb8uSvLZ6QYuX5yFZflYWFjAzIV5pL5SvZqeh7f9xLuw49bbxEvbMlIsLSzgyccel+t795378MRjj2NlZUnJXF/h5dvDoD2Y2vPj5rGD72WiFXRRLOcRd9rwaf9Ajqrxs7krc+Nvp/h3y5rbn8prTWVSdDvNm5rj2YuyCmQVyCqQVSCrQFaBrAJZBbIKZBXIKvBaVCADq69S5QMvXcT0pVP467/9CpJyFVqYItITaUEWpVKvFXRtS6QETPUeon7rfUnLrKgpbwAQuZGkP6KuI6ASKwqkVZPwoFQpw60UUB4ooTpYwcDQEKpDIygWShgdLiOygY6dIrQ0gY5yz83AljDAcGCjVtBxGoGoTHMwUUt91LUEI4aNu1sGzngRpi1dQIOvx6gmGmItwngKbI4M1FwDJ6NAPFlNKq4SwNJTVBo+As/CBSNCVbORY3u3eASmyPsxQsNE3QgxDh0FzYQbqjqZkpKVwo0haiqGadX1CG6igrH4+kBPVYo1fQNNg0+8bi5AeMDbdfFflO5jBe6oXmPt2CJLONtpdwXoEkij4sKnR+t0B8cPncY3vv1FXJo+CJOALyIs7Io6dq3CktdIvFZ5/x8EkizeCTrS+m/CFQ9AQl22exP4Rt0AUbcDUtc0DhCmhniAjropdg472DrsoaJpcDwTOQY0mVQ5G7BMD4lm4ko9wVPHryKNQty5cQQl+GjUatL2T6WqZQGOzabdnl+pY4hyl96IBLkMGKLCLbVs2KVBDG/Ziqlbt8KruAqq6jYMjcDLFrAqFqIcc6A9AIGaoLDrUFm+6XnWynjtqc8kfCeJ0O3Oi/9sP+RLoHlfYdZLTb+haFPvK8CS2wc9pSqhC3/mOgVcO3oRB79zAH69Ddsw4BiE+wTINgzHgVssS8u2WBnweMU4g0DbR9gl1Gzi5//dx25qnXzwm4+8IrzKkPlnMIW83kSj1oRr2ogDH3/0B7+P8xfPw/BcgcWjoyPYvHkz1m+YwtDwEEqlQRlHouDs+S0TYh0/cgQvvvC8jEvXccUDuN3xe6nwEQbTBL9mTeKks4K20cVIM4EflXH2lgHohQJWay1cuzaL2Ofak0oY0Q9//CBYVc/jGkP4F8M0NezYuQ07d26Dm6MK2saRQ8fx0oFjSg2pRXjd3Xdh86Yp1FaWsLq8BEczsLq4gtWlFTQ1qk8T8Vnl+kd1qWwWcZxZyvJEBb7R11VZKtCPl4ccBRGiOMCeXbfgfe9/L3LFEo4eOyo2AYNDA2g0a6ivrohdAIP01NqoSXI9v6dC1BK/arazmwJQc1S45vMoFPLye/5c4uyovoeGfKEE3StDc8pIzCISjddObYpRJS/KW8uQ9ZYPAlMqT5OE3QU6PKeMNAjwv/z+b+D57z0q6nGejAT1cbNJoCoDrqj+VNCV67vjFfChX/8whsbGUWu34BWLcHM5uRYEpgUvhzgIEUaRbNqIWlUsNWIYUBtxnDEEq6wlwStfG0aBbC71/+5QUczrQDV3EC7jzKWXUGvPAppSuBLc+mEAS5tA0HVRb55DbXEZ184vI2p2gURHrlzG23/6Z7Bp83bkvTzOHT+I/d95EhfOnIZlmhgcHJZOBHrCUgm7Vkm61mdc/Z1TqmXx15XvdbTadfFj5thTdjj6DR/gvl1If0z3fGN/2PjutDOwelOLXPairAJZBbIKZBXIKpBVIKtAVoGsAlkFXpMKZGD1Vcp86OBFfP/FZ/GZLz4JY3AIRpSKnycDpKimWgtW+29BJtRX//Wh6tq3X5ve3QdSN36v2uAJ9ngDmkQmOt2WtH3TM5R6T9v2MFQpoFQdwPDkONZtWI/JqXUYYKt5MYeczZAroJ0HZiwg0uWdBGCukr10utjmGzifS3AZCeYiA5qtowodOUTY7gMbdQvHTA2P1GrQ9QQT5TK2QEdVA8q1LmoVBzWkKKds05WuUrGWpV/rqqNjTosxmKbI0bc1BopxAjsBLrohcqmFiUhHgWFbGuC1Y4GzoaYCtPREecEaKp8FiakjkjNXKlcCxoQ/6YEXUV/2WvWjgLaIGsJAeRFaHpOxExy92sDhE6fw4Ff/M1YbV5TqDCbiqPMyqNhPWee/VIdtGa1g4+gA4jTA9MIyrlxbQL3WgqbT35KgI0FMsNv1Bfbp9BrVTSRRBDtpY13ZwJbxCqZsHR6/rASua8CyTOi2hYrjQLfLmGnEOHvyJHJpgPVjY2i2ffhGDMclTCTIUenkAihtiGemaVviPUmtMlV7muXAyJcxsmUrNu7ZAXcgL4FPVKsKWKVilVRVYCoVh8p/tQ8BFSjtjWmhrT2lcQ/OESLHsY9usCxguQ9U+br+OKbS9JVjmm9FdaYcuyTF26Jmy9PGYE7HkWdfwJVTZ3vemJ6oEE3ZtNCRmibsXAGWgFWiJqqlQ3BE0AuSSeVJ5OO9//Zvbmqh/OLD37ju56jsANg6rqwAaDGwulQTdbOlA3/2f/4JXjzwIhKT6eUp7rnvHrznve+B4zriv9mqNyQEqg9W++3inmPj8MHD+MbDX0fXD8UbtzxQxSpT5QMfnpni3XEFSTHGuUILU4mJYEHHc04ApzqIWtPHar0lkIvKalpR/LAHgdYr26fVWsNrqgA6bQa2bd+CrVs3wrR1WJYLzy3i249+B5cuXUJloIQ3vvkBLC3OwiLIazXF/5LjbN369WhHBhYWl3D50hWYto3q4KAkyHe7gWo977WuKwsA1lF5A1OlK5sQ3DjSErz3ve/B6+6+Bx2/Ix7BV6ev9BSJKVzLVGFWQaD8W3ut4gJWTVdO3fFceLmCqIlNy4Zl8l8DAfGkZsAwC3DtQQwOjsPOF5FaLmLYMm9lTU64hqsuA8LVfjeBjIEkhWVz00WDnjoS3vXb//TnMTtzSkLLZNOldw34XjwuttZTGUxfUsd2we2gN//oW/DGH/lRNP0uitUqNEPZpPDcyjymOIYfBAJWpXY9sJqEymOUoVOyncLNI/qwyt8FejurNe6HMwAAIABJREFUcCoJguv9nt+HYRtPPvMIDKcL3aZ6voE4deS5RlpFHBpoNM7B4kCIXfjNAN8/cAzloXX4R+95P7Zs245vPPRV7H/kYcRhANc2KcgWNa549NKGRYLSboSk9ddgwm5l/aCgqgBWKo1NE7X6kngycxz0Nxf79euP1+sbMRlYval1LHtRVoGsAlkFsgpkFcgqkFUgq0BWgawC/99XIAOrr3INjhy8gEce+Qa++eRx2OUB8R+lOpStpJLY07vB7cMkUVj11Uy9G9C+qmctUH25R516H6ql2O7Jm+d+KEsaMcDEv/6e0kUJQ9re2YYeSiI1lYy6pJdbpRLKA4MYGaxiaLCKUrWMwcEqCpUi3KILrWzD1W2scxwsugZWGP5kxNB0A7GmfPkmWgmKroNLNnCKXqJxhJyhY4NhoeKHmIwtPOkQoSUo8nxFKJdiMNKwzU9xwklFRcnQLN5cE9AwzTuf6jjlRKJIHaSlAb0n4wgW3yBOUTcSDMESZSxVtm6oPAHEX5H+rrQDkKAXAkalSLvejivt65KrLSCg34JOs0t+3nPna3jpxGE8+JW/RZK2BNawxnHE4Jcbist+EA8hRhB18eNv2IM7t4+jXMwhMXM4fuocaktLCKMQK7UW5haWMT09IxC3vlJDFGnoBlT+mdDpaZuEGB4oYe+whUrOQU6PULQ1FPKWQF/PMqCbDlLDE5VqfXFZgKJp5wXmEqyaJiEQ1bEM7UmgWzpsx4FmGQhpU5AkcBl05LhILBdDm7dg25174A0V5Tr0FauabgswZD0Nw4NtlWEaxeudvRyTfUgKjfLnfjBSLP6KVIgGYQfdYEkUqzeUqmtUbPS67SWX95Pd+mCVbeKELozMoQfmynINF751AZ2VZehRF2EagfJcgThUA4shgAbToXdmToCkSmn3kSYh0tgHEno0+vjZP/jETa2iX/ja118WXiXwlopVBjN1A6wsroIeyJ5t4hMf/yge+fajsHJ5dAMfGzZtxM++/72wHEva7F2Ndh6Ez7GMz35yO31hOUVOnTyNb3/7MczOzeHOe16He++7H8ePnsKlI4ewc66NgTTE8WoH5bwFu53HsytL0Jwc2r5q9aZKPmZFXk2w2tN299eWG9YOCo4plWUiitXNm9fD9RxRf5Nbzs8t4YUXDiCX87Br161YWl5A1GkJ4PY8B+MbNsi1WZhfkeu2sroK03JE2dxqd1Wrf1+pS5MJUSwqtT4tRFhX2YAIu3BtC7fcuh3vetdPoFAsotVt4ujxI2g16mIrIdlKPSWj57pwLNpHKKuCiOp2XUM+X5TNBPrfOpwLuiXqb688hOLAOJx8Faap7CPof0orBBWoRAsG9cWrwvckGFUbZISYVNpyjMYwLQtGauPi6dP4V7/zK4iCebHRoAWIZbF2aiNC+VYriCigVbxgU+zbdzfe/pM/hU6coDhYgU4gT89sACVaW6QpglApSrnu0ppE1MUJVa8aLM4V8S6mhys7Etjqr8BqH1D2n0N7hmajLQrgO/btQbM1i9n5i1hoXEOj2UTOGcDK4grSeBG6rCMW4gA4/OIpjE9tx/t+4Zex/6mn8MwTT4B4moCYx6f+vpky9+hf+8oNQ+VHrECq+humgqbUJgrHXYRabRWd7g2wuhb+/3CwqtwGXrl/0Gk3bmqOZy/KKpBVIKtAVoGsAlkFsgpkFcgqkFUgq8BrUYEMrL5KlY8fPIe//9Rn8PzxBTjFgoQUxexmNKic63nCrfGceyVYfaU6de3H3AAg/fe5AQSltZsJ4ZIAvSZ9Wlp6AcO1BPhQXcXWUt5oMwGbafX8Wa8ZWW7GE9MUeMAwo1zZw0CugNHqCFyGxQwXMVweQLGQhzNQglXOoapZsHIGVq0UHUsXe4EgTmFrOnJ+hHWpiWecBB2iVV1DV1N+pOsCE7sSA087IXwtRZnoIiQkAEagoZwAl+wE+cREjjfOGkN6+N8aVvUUK0aCMn00Uw12nCCPFD4SdAi2YGAg1WETMMUpzK5S9NK3U8FAQapIQ+XvKUEvVGCGicCMZ06v4pnvP4lvP/pZUBBHtRghibxUu6Gy7AMLAbNxGz/7Y3fjji3DAgsS08PFq9MoWAoyGpYrytLpmRlUqwOYvjaLE6cv49q1OQEXjaaPMKQHJTDh+pikh2rBQcUBBoo2SkVPwqikbZbQkQAoTLFab0v7t+vocBhoZfEaK+Ua1YMGlYa0AiCEodpOPC9NOK4r3pzFyXXY8fo7URobAEwLpulAZ9Y4VWRiQ0FlXRGuU4VhjChrACHYvdAxEaQROIc9wMXRFCIIW+h0a+h25wT+/5fAan+jQcCMABcVVqWComy4Tg6PP/4EZh+ZxobRERQ8A+2og4AwBjpcg0CMGmA6ArgCsmTzgEcaURXahZEquBqHHXzgT/7hptbJz3/14etWAP2ALap4CQVjP8TSwrKEqeUcC1/+4mfxuS98Hk4urzxkDV1Uq1Mb18N1HYH/Eq4ldezDL6UU7fuCHj16BE89/TRdGfAz730PJtdvR2d+ETNHjmP1wGGcCRfgldiWnsPleg1p6iAIUvED1bnpQsC21nryZWf9ciuA/qYPYSXVrNy4oTfu5Lpx7NixBeVKSc690w5Qb7Rw5sxZzM3NwyOkN3UE7TYKnoMNGzfALRTEb5QLy8ryKurNFqI4hR8otaWsZbLhpNrYCX8J8SUUSzZCDAkCo2I17znYtHkDbr9tL7Zt3y7j+fCRQ5ibm1Z2F9R+i22BiZznwe75tsqoTDTxWWUIEqEqrS4sy0Zo2Bid2IKh4a1IzSLCmO/EccvPplJVtdbLf4vnLwO2aI9B64bweoCZrBmJLkFxvJa2ZuOFp5/GH/6bDyPn+nKuPkME6ZPqFRB22xJeZ3Gd5Dkb3DRwkUYR7r//PrztJ38ay802itUKvHweYRhJbYoM6NL0G2CV7f6iLObxKTWqzQArqvZ7GxVc22kdwLWW1gAyr2QR4wt08as9fvwYfuRHflTWPoLuRjCH1dUGpqfncPrkMXRbC2JBwL8R/Jwr52cwtm4z1m/ajEOHD4q/LTcJUv6RE/sBFZZHmwfbUYrV/rjqz3EBoD0P5v7v1J9EWiWoYDuet4KoNwLubrxe/f2TB2t43fzl5SGIWXjVTS1x2YuyCmQVyCqQVSCrQFaBrAJZBbIKZBV4jSqQgdVXKfTh54/hz/7ir3F+yYCX92BohJymqDvpqXcDXig/wD5YvXGDqSjIDwOsN1Sr6ia5789IlY+kQmu6pL3zXlZUXwahjSaeorZnSGutamFVKi6l7qRKMpWwFMKMhOCDvoGJBp836YkP+BF8+lXG/NwAvp2HA1PCjvLVEoYHBjA8UkGFateRYRSHB1HMF2Gx/dYyMWDomMkBoZEipIouAbpIMeRrGLA1nE5TTBsx9BhYDmOELvDW2IalJXjOCMBPK6QaKtBQ0IDBdop5m6o8Da6poUVoRQ/LiCrWVGwFCIZoO+AhQcnXYFypodX04bk5eC69IlNp03WpjCM0JaATRRnQ7nTx5NElfPOpL+L7B74lLbZaqnwL2ZLO0LC1Hqu8LoQSOd3HL/zjN2P3lmEsLddRb0VYWlnEaNWVwKRipYplBhy125icGEOj3sDpc1exNDcv4PDqtQW0feDqzALKroWibWC06KBsJhhwNAwUCBhd2JYlbbeEP7phodPpYmZ6FmGSoljIwXYYmqU8FgmdUi1WoFegoyOt/amuCVhN6UtaHcK2fXsxvGVS1J6GQbDa8z8UMEJVXQWeMwzNHOrxjD7cUJpoGW/Xxy0tKLrwA57rCjrtSzLubviyvlyxuhaY9PDKDW9VBleZNhwnh/379+PoPxzGumoVUxNjMB0DjdBHvdGAQ1sDpswTxNoODEOpCkVFF3UEporXauIjClv47/+Ph25qqfzcQ197uWKVYJBfHEBRguWFFYHZBIzfeeyb+NjH/0YguGEamNqwHuumJjE2PgYqK5Xi93ryzo3jkTwfDYZmoN1p4+Tpo1hYncGOXTswOr4DBTcPO5fH8e98F8+98BxC+vRSBaik7zwMAasIY5X/9kPP9AfDq/g0pZzlGmIin8+h223Bsg3s3r0TE5PjsuES+BFWVlZx7doMzp47L5s5EjKna1g/NY7bbtuDpeUVUYkymGlmZg6LS8sIaIPBTR4qMcUUWXkA8z37Lexco6g7FgVjqomPaj7nYteuncg5Hvbu3SNWJleuXcbp0ycQBl3ZHOJ5y2aQbQvk7r9vYtjI5wsoFEsKVvfW3OLErRgZ24Iodpl3J+PNNBMJfqLCX1SvvSA2BiqJIjnmsRuora5IgBY/j/M+ClPuRwhYdAwXz+3/Dv7kD/8ZPM9HGOuwnBwqQ2MYn5jEytwsrlw6D4MKbyrBTRvFXEHOY+fWLXjvB38ZS+2O2LYUyiVEYYgkSsUKgJslVKxyQ4zhVFSsrgWrDLki/JRHT7FOsMtj7NLjOYokwItq9ihtY3FhBSdPnMMDb3xAwDTrHlJRq+dw/OQJVMoeEIdYXVoVKxIGqX3y7/4OpYEyoiTA9JXLAtWThECXfyzUhhkM+tA6MHoBf7LB07N9UHYhqkugr1BXiVs9/3EL8Lx87+8WjbH5d/KG5PqHKVb7YHWt8prXv9Vcvak5nr0oq0BWgawCWQWyCmQVyCqQVSCrQFaBrAKvRQUysPoqVX72ie/h3//5X2E1HVKts1EHluFKgJUmPqgKiF73++xZAfTfrg9bXw2uKvDUS1BPVYjJDd/WRAXKUFYpUcl8JhPRUzipjZTWAVQ5EawRkrJllBA1AhJbQ2yosJDYBIxOCM024JjMNYnRtG1UdAdp1ELb8GF0U+ixhU6QoOlH0OhR2o0QuCYSz8Y4vTtHBzE0PoTRsRFMjaxDebCE4kABA5UcooqJkqZjQDNwyGL7P+RrKQZaRorNVJKmGi7amkDYq1qAiVTHDs2CEQEHTR9+mCBvebARYyzVMBHo6FgQX1ieeU48V1N4HaB1ZAHzc6sCjOjZSFXnunVjCNMO2q06yrkc8p4Hw3JEXffsqRU8+M2P4/K552GCITup+NbS+5Ngtf/o38yHYYixoolf/sCPY9NEGVevzqHtJ1hZXUAxZ2F5cQHjE1NYXFpCu92E51go5guo1RpYmp1GGgW4ePkqYli4OruM9Zt3wW/UUWCXcXMFhcTH5ACDdzxYjgHblCZ3UaJSLVZbrmG51kEu58DzVCgQlbf0NtWplpb+ekPS2XWL3psQRZnh5BHni5jauxMbdm+X0JwUBF03wCohtWUOwHNGkZql60BQnfuN9l/WRgX09AC8v4Jmax5+5+J/E1jtA1YqcXmdlBWAJR9RKJTQarXxzY88jNlzF7Fj4xaMTI6iE/moN+sQn0nbgkkPTfrQavS0pdqPqkmqVNtA6sPgDIi6+OCffu2m1skfAKs9KwDBz6kmYDXsBigXPDz/3NP4yEf+XHxpqXi8bfdubNy0Saw2ms2meGX2PSg5j7k5wutGK40w4IYMQWeCensJ04uXcPXaFQwWNmFybB3sXBFhN8LBQ4exXFtBEEQoGiZz3hHoDOvSkYSSTteLEvvB02WN14Ld/rFQJUhOVi6XEARdNJp17Nq1DRs2rkelUpHXEMoRnp44eRoBg6mYTG8b2Hv7bahUSlheWMbw4LAoJqdnZ7C0tAqNoV7Stm4gZrBZ6Pc2NehNKgxN6hEloXihUgBJxayhAbft3SVK4LvuugObtmzBamMFhw69hIW5GVi2CqFi/WybgVXqewGthbIoVemrKoFTVKIaJoY2PSAhVZy3ojymx6tmIOyG8tpCPi/HpDxfbbFA4FDkc6enpzE8PIxcLidrAUEzu/Bty0DsJwJW//zf/0sYeguxZmPfPfdj5547cPniZaRBF2dOHMfCzEXYniuwtlwoyjg1EOP9v/wh+JqBkckJVIcGZT3vtjoYLA/A1E2ppwKrkfioEqxyHae9Qd71EPkBGo26+PEyCI21GJ+cgFvIC/Dnc7khEyc65uav4Py5E7j//jciCjTE9M62fLQ6ES5euoTtOzaL+tfSbKTgfErw7/7g91EeymN4ooqZa5dQX15Ft6a8XKUTQgNGRsawfeet+N7T+2X96f+96/9NU5uGymqCD1G8ildzgkK5ANfJw/dj2RAUga0EWKnHD4JVFdjV/x0HO68Z51GjvnxTczx7UVaBrAJZBbIKZBXIKpBVIKtAVoGsAlkFXosKZGD1Var8rU9/FX/8ic/DKg/LjXCS8qZdqQfXitN4gy5wtQdJ5abTeHnQR/851Jz1Q5LEo47QJIkoDILfaYmXXRJTqUaMqNOSEhEDe5g4HacwEk0gKdVjol+jqi0OJc1cefIBjuOJAlSUhTpvcqnKVB6ADCYhpGCzrIRk9UJvCCB4HLz5p3KJ3n88U4bI8EvCVrq+gIxE8+Q98rkCBqv0cx0RcDM4OCQgplItolTxkC848AgHXRPswe9YJloW9Y9KJWrBFE/Vy7GPWapcDQvDqYnRGNL6fwwBVixgADbY/E5MOFhPUDu6gFaDsNYWL1BNb2Pz1jFcuLCK5aUlpKaLOGyh7KWojI/hwJmL+NRn/xJBsKT6/6kwk5ZjauuUlQAtFwh/GQkTRyk0o4PX7dmKzetHUMrnJShmZXYaY6MOrly9hG237MHs7AKa9SaWl+dx1513YXpmHs16QwD8zMxlNFa6WJzrYmpqHCtLi/BTE2cuz2O0kMPdk3kMO0wud2C7lP5SjUkFLb0XfTTaXblerute9+xU4F15ePJ6M7BH1KtUmFoWvHwBuuehMDKKqd23YnzHdsSmco3kdTYZYJWa0J0BGLlhRkj1PGn7gTwEqWyTVj6PHPPSRJ2GaHdnUGteQRjMrQEiN/xpVUvyjf++EfBjwDTY3q6CftQmhI5yuYzFsxG+8H99FOHMMnbuuRV2pSCBPhEiuJ4rMJbCTTXGI6SRDy1qI427SBMmlYUCsX/5zx+/qXXyc199SHlE0lOyp4xUvpEq5KuxvAq/7gvMW5i+gP/t3/xrNJIIWysF3HvnXdAnRrAShvD8ALEYL7/8IcFu0pat6kv9JtWJbI0+evQY5uaWsXnzBngFR+wOut0Ex0+cEXiswrQ0FItF1Go1BdK4ifLKz7juhcnPp1JQ+TVznvIaBoEvr6Bi1fNczM3NYXBwEFu3bUSpnJegt0iUkAnOnjuH2Zl52LqBkZFhbNg4IWCvUilLy30QppidWUCr1VU+z3xdrIKpeKF4ffubQ/xMsX4QWxN6mOrwu13xUL1j723Ysm0zcrkCxscn5DyPHj2M02eOo1TKiaq2H4Tkejm4bk5AqpOzYVlFuDZhO2ueh1HcADM3hnyhRNdUNVeiSNZBDh3WT1kSQMZhfxOM3rF+GGNhcQUjgyPIl4u4OjeDrt/G+uERFCwL3Y6P48dP4U/+6J8B4VW+Aya3bsed970RszOzOHfkKFZnZmR9Tu0EjlYQC4Gq1sFIdRRTe18Ht1TG1h3bMTo+Jv6oBKn5XB6e4cj62vY78KlkFTipiw3K5UsXcezIIZw6dlS8Z/1uW+bpQKWKiYkp3LJrNzZu24Z8uSwbaxyvV6encfHcObzl/jeJMjrh3x/LxurKKqavXcOO7dt6nQ09NakB/NVf/kes1uax6/atML0I3W4dy1frWJxfESAbdUOMTmzDzj33Yv83Pw2rE6BpGXA5hvWQUYqyXtKzlosMg/Ycx4Tr2kolbNloNltoNLqinOcVoZI2Tbjp19vEEcCq1M7XOwd6umzpxuh5uNZXZm9qjmcvyiqQVSCrQFaBrAJZBbIKZBXIKpBVIKvAa1GBDKy+SpX//j/83/joVx5DbmgUBlPKefeoKZ88hVHVo+89J9/z5pGtkJLCreBq/2ZePfuGMlCeL29DUMvgqgSmtD2rhG96W/J/2XppkkhEVEIBmkvvxaCXDs3fE7apf3lcBKsEJQJwhbcy9EbBjTiKYZmENoSwcjt/HXz01UZUTPFmX4Eh5XtIFRifT8AhKqtQ+fjxi+2tcnNsEgISsNjI5fLIFwooFmkvUMZgtYTy4ABKQyUUy0WUi0UUcnkUSw58Jms7QKgKK2pXL9FxVUvR1KjQVW5/VU1DeTnE7LFZBB3Wji3YAWwnwvqNIzh7cglhp4MIJrqdOoarHsyBCp46dAhfevBvEcc11U6usdaSly1QlbUQr1bxNAT8boSxaozRagFRIBgYrXaAsNXC+NigJNoTDDYbqxgmRM6ZmJgYx+Ur83BtG436Imori5i+PId2I8bQUAW1Rh21LnDgxGV40LBvQxU7h/MouoDnqCAuJIacvx/64mHJMdCHQjdCX3i87NClio/gimAV0EwdNlW6tovC0AiGNmzE+JYtGBwfRyIFZKI5g4UcWE4VmjMEDZ4ooPtJ5xyr130UeR3Zakzlahqg2ZlGo3UVUbjwXwWrfeWkvJ94bfY8UiUt3JDxQQuFy48v4+RzL2Lm7Bk4nomJ7etg5ggZLbFJEDVcT8LG8UgLAD1uK+Vqqnxgk8jH//CRJ29qnfyHh76ivF8ZvkNA1Qtc4maHZumoL66gvdKCl8ujvjSD//DHf4iSZ2Df9m2wiwUscHvCduFwjq9BnvyegFxgau9fAcMcbQyMihNcm57B0aMnUSx6mNo4Jdchly/jxMmzqC0vwLaUUrlarWJ1dVXqxf9+5eMGwFabO3yIR6etQp+o4uT1LRYLoq69fPmyjN+p9eOwbVOUw7ppolyuoF5v4vix43AtB7t274Sm9QKaetYk9HvlZgLBahD2FPbcmOj5bPK69R/87H6gk/iCcj0R+40Ud7/+dXj96+9WUXw9X9Z6vYbvfvcpuJ4lth58vePmkMsX4Ll5OWbNJHxzpP09TUMEcFEY3g7TG5ZNGQJLrlG0AeHiJapXKl2peta5YaI2JVgbV9fR1oDF1QbGh8dx+vIFfOaRrwqof+sb3oT79t4GBCHOHjuFP/3j30XoX0XEOWE6KOQK8H0fvt+WoKuIgXxOXmwRKjbgdev46V/6NYzvuQunz59HrlDA8OgIya5cx2KhiKJBYxOOFHrVBjL++O+jDz+IF7/3HJYXF2HqgGVocExD1pWR4VFR/67UGhgYHsE999+PqY0b0O4GmF6Yx7WrV3DHrbsFpgcpgTnzFiMszM1h3eQkbKrbU6V8pxr4S19+EEsLs5jaNI7p6YsoVT1MjJRlPjRbTXSCEKY1gKkNe3Do2UelG6JpAAWqWVOqgV2xp9A0dfy8/h7nA3cJkwT1Vozpawuo1TrKEkDMibk5pP6uKKWrCh5U45brnxrHtP/o/57jt1mbv6k5nr0oq0BWgawCWQWyCmQVyCqQVSCrQFaBrAKvRQUysPoqVf6j3/3f8fALx1EaGZNUesIpKm5UZPEP+qcKSFoDVl8GqnqAdW3bpNxMStANgaiyASA0aNRrKlRIgofo+UhlIoErw1jYzmqIPx9VizdUPrxtVSnptuX1bqqVHydJnPoMlTIt/oSEHWu8Mvk+cUIlKT0KTWltlkioJJH2Xb6OalZCCvHfk6RxwYHX4ZxF79UwUgqsmGpX1YacsreWvq6aLmnXnuuIkqxQLGBo3SSGygMYHRrCYGUAlYEBlMplVCo2opyF2GJmTgpfA0qErvNdXD4xD7/NllWmmvuoDLiYmBzCiRNzMAhMNRPtTgPjEwOoaRqe+O7TeOyJL7APH7okhMcKQifEtSqNW3l4KhBBn9Ofe/MWvOmN96LT7WK17eP7B4+gWVuGCROdToSZ+UUsrdZFCegwaMp10Ql8jI0MolRQnoTXLl6Fnjoo2V00uwGW2joOnLyKJEgwljdw94YKJksmSi5giepZtfXzOhOMK7/Yl6cVUWnM68gxYNqEq/RANEWhJhdPNzEwNoFSdQh2vojhiQlUt4zDrQwgEGGZA8cdgUGwqrlyfdeqDAXz99q4CeAJVpF20excQ715FWm88v8KrKqgILbF0wrAFtUgweq3H30CwVMdCehaWZzDxQunERgRpm7ZjOGBKlyOM3oyEnxzTyEkzO+KxyoVcikVxlStpiH+yV8+fVPr5Ge/8qBAJJVironKfK1itbVaR2u5Ia3nadDCg3/7UYyYXYwNjmKGfpUMW3PzMr49wkdeQ46uXtCQgE6KX2nbESmYz3kbBgFq9QaOHD6BMOpicmoSju2gWCpjYXEVF8+dlZAmvj6fozdqV0DeK8OD1LVSMPWGIl6BVZmnUOOZ44iK8snJCZw8eVLm/+TkmLS+1+t1uR6lckV+fu7sObBbe9++veh0m6KQ5kdQPRzFGq5dnRUAG4YKUtLXWew36bfaU9n2j1N8S8NYVKpKa5sI6B0cHsaOnTswOjoqx1cdGMDQyCCOHz+OM6dPolRSkJKfSbUqVds8Rsd1ECX0mQ7hdzuAU8Guu98KGEWZLwMDA+JdSmU9LQ28XE4+j9CY6kdZ+xz6r5qwUw3tFJhvt/DS2dN4/HvfxUqnCboX25GO7eNj+MA/+klMFKr4n//5r+PyxRdg0n2ASsueBy3XJc2yEKYpSrGJ4XIOr9swinzOxr0//yEUxzfg6JHD1GgKWM3l8+KPSsVt1StJcFa73cHyyrKomvc/tR+Pfu1LMp9tQ5fQtGKeAV4GLKqXc7QPKYqFwNziMiJNQ2VoEI0gQq5UkJ9TZc31OqKPNCAdBVyj6rWaqEjpKdvtct45WFqsoTo8LJ6wF8+fg6aFyOVtrFs/hqkNowi5YWeUMTi0DScPPQLPs+CnidSOq2g35Maajjgggw7lZ2kUih8wGzuMYh611QCrq21YtMawDGV5II0Wal1T47fvHCzJXQLFqXBVSmeg1Woi6NRuao5nL8oqkFUgq0BWgawCWQWyCmQVyCqQVSCrwGtRgQysvkqVf/UD/xxH5+soVAehUe3ElmZdwcm1wOs63BCFnkpOVtkzqr1xLfhQ6pwbr6f3H4Em70QDvwE9bWEc/xbMAAAgAElEQVTdOKOdYsyvBkjCGO0mE7U1mF4RuWJZwb92R0Anb0SlrZ5t1nEiEJYp5WwRTaIEYZSoABhd+TwSMLBVuB9CIh6uPZWbBGdZqm2WqlQBrWugTV8Jx/dVCk8FdcTHkUEptiMKPVG58u6eHe5iN9ADP2EsLc08/iChr2CE1GcYkAnD1GHaloTkEBJUqlUBrWMjoxgYHcHg2DA2lgcxpDmIQ7aIMtEb8P0OXI/nbODAsfOwJHxKQ7Oxgi3b12OmE+Dhx76OAwcegaH50oYqKjMef0rllTp/uYYJ6xUgjkN86KfuxK6dOwSWwXRx/MQRDOYJpKrwwwgnz17BlZklFIpVNNst8ak8dvoCgqAFPQ0lOEyLNbzuzn3QWtNoBMDVpQBHz80L/KTkdnvVxm2TZYzldZhIxDNVGIPA9pcrSfvXSFkZaGIDIFDVNhQol3wjejamGBwaRaFcRtcPkS8WMLprG6Z27YIzUEUCS8CqZVLlp+DFWrCqvmfgEpWcTB5nUFobzc5lNNvXkMaEbQpE95VmqnY3rAD6ilWlAFXBSlT6afTU1VV41be++S109y+KeplekkuLizh4/CiQd7Dvzt0YrJZ7QD9CEkc9D89AAVUC/7grylWGWP3GXz97U+vkZx78MgydbefKT1YU5qJcZV+zBr/RRmOxJkjQ0RM89cVPwV66ALc8ihlDQ4dhYbqNxLJgi98n30sXwMWW/74CVjYtUgUVgyCU8c/2/uPHToNKTS/vYHx8HJbjwHZcnDp+Ss3POBbV8CtDsV4J2/ut9v3nERwSnPG/CWT5fLb/T01N4tChQ3KcGzZOIYp88e6k5y2fzzVkcXFRYNzevbtx+vRJ1e4vbf/c9LExN7eIZqt7fWNFJb2ra7xWnd+Hu912F6YGVEoFJIjQ8SOMTUzIhgVbxqnIvf322+X4CHn3738SzVYdrVZLoCM3apRtBxD6XfCKiyI10XDrvvvxgV/95whi5cUq9hILi6JSpWK+1WhCMy35uTo2yM95Tnk7j6U0wJee+Q72H3pRugK48ZPSDsVPoQcdjOccfOj9H0TSrON//f3fgBWsyNTl2hYzSJB+1px4RgInNrBzrIQPPPB6jN9+B+xb7kbYCfG9Z57E/Pw8ytUKLHrNysYIMHPpKq5duybXmNdreXkZly+cl2PnVz7vYnigApcbKKYGh0pbQ0fQDZFyM4CvqdWxUq/j9jfcB6uYR7PdxMZ162EbCmDKFkyaYmVlBYMDVfGNDXwfYeAjny/h4KHjmJlbQqtWw+XLF6UrgH65e2+/FW99+wMIog46oY0gyOHQC0+iUnQwXqng8IkTmF1aUZs/AVDwimIJQZscLfIRdJrwbBtx0YbfMeF3U5gOvWDVuEnSQDaGJOjM6AWVuQypU2MoDBN0Wj46nUCFMCYpmqtLNzXHsxdlFcgqkFUgq0BWgawCWQWyCmQVyCqQVeC1qEAGVl+lyu982y+gbpdgei6sKITO1sde6z5BQv9x3TNVPOF6XnE9sNp/Th86kJz1rQEEkCSq3TsIm4jDVYwPWviNX303cg4TqzuIAl8AQye0cODIBXzv4CmUiyZ27dolysrVlRX4QQjfZ7u2jiDlnX+MTqcjykbRFmk6XFPZE4hyUNMF9EgrLmHC9bblGI5jK5UboWevvbn/e1HLMqxG2tR7KiMJXVGA1bAY4MIW4UiUbGSSAntEBUtAR+0WeSbBRCwqp5LpIUxj+EmoVLIEo3HKU5DYJambbcCiytXNoVocwNDgKIaGhjFYHRT/x6HBsgQ9FdOCtKEGsS4QZny0gpdOX8RnH/oMzpx/HroWApFq/4+lldxUUJs/IQymv2nQlXbkD/7EXSjlC2i0Omj7EbrtGjaMlRClAYrlASwtt1BfbWDDuvUo5DxpqT5x9jwoFKRtw8piAxfOn8eWLRtRm5tGN7Zx7Nw8Tl2YAQwXaRQhZ/jYO1nFjkG2k4ewHQsmPSKDQEASoQuPa63VhEk/VV6HnlpVXVOCVuVHyutqO44AJKr36JfrDI1iw747MXrrToRw4TpDsKwRFSbVe6xVkKWp0heKZyXfM6qj0VZgFUnnvwms9jcVeKyW2WvrT3k9CcFzaDWbeO4zT6A1v4oCLSQMC80gwOz8AgpFGwMDZXi2JV6qMe0Ywq6Mn0T8GpQnrpZGdCjGb37suZtaJz/7pS8ptar4kSqoo/7VYTom/FYLKzMrAnZyjoYXv/ZFxDNn0HDLmOOwttlqboufsXia9sCq6NklJZ7BS4Ya01Ekc1Sga0SlaAPnzpwXoJZqDF+bhE1vSteF3w4FxnEOC5QNVTDW2sfLFX83QvT4HAYxEVqpdnWldGVA0+bNG3HkyBH52aZNGwTyXbp0CeVSGTmP9iEBlpaWsGv3bgwPV3Hx4nl4Xk7OjV6Zy0t1CWhLEo4PquCV528f+suxrlFZ8zhKuQo6zRpGhioCxC9em8bA8Ki0xHP527p1M/bs2Y0BqpTdPJ5//nt49rmn0ai3rkf79W1XuEFEP2EJR0os/NR7fxH3v/2n0enGYh3RqNfRbrXFEoDrWjfgXK1cX2+pXKXylQrYZT/BV158Gs+dPCwKV118WUO1YZQaMLmBVl/GYL6KoUoV505/H+H0WZipDy3kutwFt0P4XIbhWYjx1t1bce8dezBw131IhqZgpzGuXTonIXdULdMCghtWtHHhWPAcR9Ywrjtf/tKXcenCBZkbuZyLSrmEUs4V5bupa3AMHRaVqCE3f2KYtosoTXF1ZlbA6vimKcwtLeDeu+9Bt9mSkLXE0MQD+sKF87hl5y0wxPIkRRKF0pr//SMn8cILL6G2uoqF6atccJDoGh544I14x7veiiCm13OCbtfGCy88BatRw2Si44mTRzHdanJHUFSqI2OD8HI2ikUHpYIL24IobWM3j0MHzmFhfgXFqot80ZDAtOqgh3zeU+PU5qaGWusIasMgRRhw46GF+dkVzE6voN0O4TeaNzXHsxdlFcgqkFUgq0BWgawCWQWyCmQVyCqQVeC1qEAGVl+lyvff+25YYxuQsrWWLbE6E5WVR+pahVYflPLGnwo4PhSAvfG4AVP7Kk+lJqKMihCk3VqFiTZet2cKH/y5tyEJGnDcEnQtkqAqMz+Kz33tu/jPn38U73nrZrzn3e+WG1GGTAV+KMquC1dX8eDXHkUUd7Bnzy3odDtottpodwI0fEtaipm4TdJJj0RRg61pyyS7yeVV+2wfrF4Hwn2/TxEn9sEq1bvKYkCAsq48HalSJMyV5wlYpXKR6eERiMZE1UulJAN5HFsAGZWYfF2a6gjoJWukMKjmFZhGMKXONZFwIZUWLQpaghKHwTwequUJDAyUUBgYxECpiGrewfFzszh89Hmsrp6HqcdATPCciEcg1WZ9lV8c0f8xgR+0UR0s4Xd+7g0oFkpYrnex1GhjdvYKtk4NYXlpEdWhccwt1LBUoxVAUYJ+VpeXEHY7KA948LwCksjEkaPHMD4xiObMHBq+jmdfOoXLV5ckp4o1YWL6+oKJO8eLGMyxFT1Bnq3KSSpWDgo2KKjWh9dWj68pla/y9qTPque6kpKuTHh7ITJsKTYt2LkRjNy2G9veeC9ipwDDGIRpDEobvLJzUNeuZ24hoWnE5vwoTU8Q+jXUmxfR7NDagMrn/7pitQ9WCeUM3ZV2cbZ288GxUCwU8OTDT+H0/ufhBYTnlqSdM5ytQThWyMGj12YcIiFUpZI4iRFL+BVtG6hdpHIxxm9+7OYUq32wKgrVl4FVDbqlI+r6WJ1ZFe/LStHCqScfw8yJl3ApNeGbLiyb4xoo2B5SqrUJ53twltdElJxUjif0tQzR9X2BapyH3BS5cukqVlZWZa0YGqqiWCqIitvUHAGcVG32YeV1ixE5/1csLirf6zpAJLyiKpVgttv15ecco7feegtOnTolqtTx8VEBq1euXEWpkBf1M+cyA5tuu+M2MNyJalq+Dz1yebzT03NYWa5JuJ54M4siUtlV9L/66md+Ju0+pkbXo9VYEYuSdruF5WYTiQB9zvUY1WoZt99xO3bdugdBkODxx76NCxfPydpECM/PkTZ+5aqARKONRwLLKuC3f++PUZ7cjCTRxV5hfnZO7ADajaaAYKre88VSzwqhLN7TEszn+/jod5/G2SsX5Zqk3Q64YRGFHRlXhLaayfUnAELOUx2GGUNbXUTRr6Pk1xDWF+EHXVGPmomGzWNVPLBzPYY2b8bWN/8MmomOIGnLBgrVo7QgEKiZsF68mrxgQNHL4an9T+GTf//3spFRKBdQzOdgGTocy5CwQSp+czaD51IEvlLwQlTVJtrdLuxCGXvfsI+Ow3j9XfsQtLuqm8FyRBl97txZ3LJzB0xDeXezS4IA/6XDx/Dcc89jZWEBs1cvQ09jOJ6Ht7z1bbj/TW+UTaTlWht+YOLQ4RexdPD7WF/zcbCzghlbhxYnKOeAPfdux9T6CYGlDB4jwOW6H6cGrl1uiSdvZdCE7bHrg+Y2avRwfVP+zj2/bi6MCVXjVKRzQ8HG6VOzOHviqszF7JFVIKtAVoGsAlkFsgpkFcgqkFUgq0BWgf+/ViADq69yZXbf8z5MbdwkUERydNaoO2+o25RySxRq4jEoKEDuffvtp6KwYqOlQBEVWNUHELpOsOqhvryIvN3AW960E+96y5uwsrCKUzOzGBmuYv3IoKiPPvapx/DMs8fwL37pR7DvnnskVInt9/S148330VPz+MhffBx33zGKD/78z6Lj02OxjbBLwzsTRy8s41Of/iq2Ttl44L59ovRaabQQNLuYq7dxeamDdpOttqvoBh10e6FVVsibXQuFgQEEnUDUgrFpw6Ray4zRiRpwNFellsdsGTYQxV1AjxBHqagR2THLFtCE0FRTdaJXoul4Ann5GsWZebPNeifibUkVq4oKY4s1W0NT2KaqOYEza+13mRCvIRZeqwK5+sn2mq78CukLq96nD4RUyztVV0nsy/H5kY40SlByI7zvx/ZhbHwCuUIeq6vLuHLpNPbs2qrMJGHg6PEzsOwcCqUKHM/B9PS0QBTP1eHkPLS7MS5fuIwtG9bDbyyh3rXw8KPfE/sAKpRp20Cwq8c+NlUd3DJZQsWMkdNS5F1HzoWBaYTPbMUOqZimIpLtssLmCVTpt0vow+ugi40D24ZpX2DZyktSeeq6GLrjNtz24+9ErBdgmwMwjCJ0TaV6K9Cj1KSiU2XAjMBLwnEffriARvsSWp1Z6D3rCKnzGsAuXrvXgauCf6oVnmDVgZnSY1FHzPdOdOSdMq5eWsATX3gInStzKNgWrLwHzbUQ+iEcy4RjiKZYgDfHCj2BxfNT5lhvgyNJ8Vsf++5Nra2f/tKDL2vXF7gsmyNq7tILd3l+CX6ng7xj4dTRl/D8k99CaHmILReW68J2LdkkaLV86GEXE6USRipl5Yfseag1G5hZWYE3MCIAMGp30O60sFJbwtVrs6it1gQYU6FLEEkgRgU6oSbnilgsiIWHpjYqfghU5ckLbOXmBwOEPE+1VIsyUlmAlEpFDA0NodFoSGu45xDUxWg2m/A8Kop1Geu0tdi+dYv4HM/MzGBxaRVBEKmwKrE3oCr1Roq7gH/x4eVapFLfCcsMuvmaLkwGquk6GvVV8RSVK9c7B85Itrrfs3c3xoYGcH5uDodPn0HcDUXZKxBe1gql9pSAsTQQ0Ll177341Q//T2h3Itimg7Nn6Utro1Kq4MyZsxiujmBgaBB+GolfL60OCm4BcaGATz7xTRybvoqYtQno28uNnYgGodC4ESRpcKqefXdYwkgj5toSI5/4GA9qWB+uYNKKUMiZGCvlYI5PonT3j6K6aQ+6VHZrKbqNDtIgUmFi9AruKXxt+nXriWwKfeyvP45nv/MdVCsFUaoyWIpOKvQSlo0lsT6IpVuA6waPiRtKnF8cHlFqYnzTekxu2CSQutmti0VGqrsC50+fOYNbbmEYWS9oUSwmbFy4fBXPPP0crl2+hLmZa7B0DcOTo7jn7tfj7rtfB16B+aU6/MTAicMv4PKZM7C6IS5cvYS4Z32RL5l4w4/cheHBMhLDR6T7cMwUJrsWjDyCYB3iuIOCu4ig66NLVbDA1L63M1dTpXRmJwSD45Qfig5DK+LsqXkcOXQOsZ+B1Zta5LIXZRXIKpBVIKtAVoGsAlkFsgpkFcgq8JpUIAOrr1Lm2x/4RUxMTFz3KXylUqyv0up7HPbBal9deKP9n/fC9IqjWvMVilUCMs1C0GnAM5fwU++4Ew+84S5cPHMZzx48hqGhQbz9zfej1vHxp3/1EK5MX8XvfOgf45Zde3Dw2HEsrdSwaf16TIyO4MnnTuBzn38Q7/6JO/GOH3sAQWjAsFNokYFC3sG3nz2Fv/yrT+LdP7kXP/2OtyAFw2A6sFIdHc3GJx/8Np7bfwDvfMd9GB2tYHpuBa12G37Dx/RCEzOrdbiOhthvokNb2EhHEHaRujaK3hDCxEfkhwJBTcdQsNJPJN07ijpKTCm95fTyY1N3Csuht6zfgy1K+UrvR9tw5faa4IZqLyZdx2LHYCLpAW6+H39PdZQK5Aqvh2zR84/1Jlyk/+IPavwUCCQwIVgNecOveYjbXRS9Lhy06G0ggTP0y3RMDTu2bcLEUA55x8PpsxewcdM2TExOwc3ncOrEcaRBB9VqAflCHmcuXEFtqYaxahWxFqHddfAPX34MMwvLCsKTiOiWpNoXjBBbRovYOJhHxdbgaRpci4CvFw5GeByE6IahtPcLtBSQT39CBVapFCOQ0RkWRehhskWdbbXKYmD0rttxxzvehdRi6ncRppWDDkcpfwWqmgLIZPOA+EvS0/h9iI4/j0brElrdeRg9oNoP/LruGfxqYFUUqzbs1OEUQKjFsE0PrlHAqQOncODJZxAt11HxXBi2iUBLpDWb7dGunoAKXQH5ApiIenr+vWJFG4vK77f+0zM3tVB+6otfvg5W+1YAhHcEq6ISDlMszS/Cb7fhWSYunDqMQ098FanlopXo6KYagjhBx/fh6Aa2TI5hy+gwzUClXXvLLbfCdF18+sEv4+TVebheGVE3kPHd8pvwfdpmKC9VUb4WCgJXm822tMqTmvU9cOUEOYj/C2C1vw71Fc4SPKdbMkf6c0GQvJjockMhEusJhyCPreZUzvtd+RlVvIRytDlg63/fc5eAcq1FhdogUupLU+TUyrqCUL7bDeDm8zI3O+1Wb4NKIXGeSpgC7AFYN1iGrccojI/jwuwc6kv166FqEpInsJ+KbhM09SS2/ZkPfhj77n0ruu0QV85fxpnTZ7D39ttw5fIVaTGfmtosym3bs2G6DlwvB9vJ4bHDh/Ho8UOIEh9pEMiXQFWxACBUVSBbPdbaL/QSuhTXRMH0MaH52GhqeNugAc9rwZjYgMq+t6PrleBarkDtTqcl9Sbw5oNzkqDZEg8Pbnp4+MR/+jt89ztPoFrykHNd2RxhwBU3n7ipJ2MgDAX0ymw11JrGvze27cB1S+iawJ7778Ce9dtkQyzSCIp5Dds4c+YMtm/f3tvsUGGDBLMz0wt49tnv4cKZMwJWqda97a7bsWPHdlE3Jzp9XNugSPbk0RfRqNXwpnvvwxOPfltCuXhc6zavx87dO1BfmsPgSBFOiT7DESw9ls1AXduCJG3Bs2aQxjoSnZsulmxwcf3ul5q8medKRS8tKci3Q9/EqRMzuHBuDkGrc1NzPHtRVoGsAlkFsgpkFcgqkFUgq0BWgawCWQVeiwpkYPVVqnzfOz8soIPtu2s9DtcC1v73ArN6itU+WO23/ysoYvQUUEppd923VBKeUkRBA0OVAO/9mfuwdf0wgpaPGDYoWpsaH8TZyyv4s49+HWauiX/1a78o3oEHjx7DxUtXsWn9RuzZvRuff+gxPLl/P379V34St+3egYNHzmC1XsMtO7ZjcnQYn37waTz01YfxG7/yTrz+9t1otCK4nglXN9GMDPzHT/wDlufm8Hu//U8wMpiT1lyCI8sy8PRL5/DJLzyEt7/lTmzfNIXVRhut5RpqjS4uLTVx8cI81o8x8d1Co+mj3enAjxI0uuSTjkp0p5JN1KxMrKb60oFpKyUcE8pZS/oGqqAchvawDZ5gR/k4JlTHEaxKG3EiUFTCZgimRFLcb5knrKJHbCwtzn2lsVyGvgduzxc2ZYGpntKpCjUQt5u4564NuOf2zajV21itt3Hi1Fl0Oy3xPvQDX7wbl5ZqqA6NoFIdhuN6aNVXMVywMbVuBNXBIZw8exFhN8Dk0BBKZRcLyzE++4VvYYVegUkEg2CZHoWGjjQOUbRSbJuoYmogB0+LUdTZzs8AqRSmYUkKe7PpI0kCGUcca4SqDKSRwBvHFMUqwSohDtWtHT+QkDOCppE9t2Lfu94Fa2BEzpOwU0AqVYD8l3CVQU6U1Wn04aUizpLP6/qLaLSvwveXld5XarfWDkC5YL5SsSrzQd7Tgg1HQFKiA55VQH2xjZe+8QxW5hclcMyi3YO0+scyPgj96FtpicJVwXOqOalY1c0eaOuhrw//9VM3tU5+8vP0WNWue6PK2JCwLfrWUl4ILC8uotNoibJy6cpZXHv264g5Ng0XTqmMfHkApm0LIHQI8tJIIFisAXahiFyhjAuzC/jYZx/EfLMt6wBb8EUcTC/bXms//7VtU/w//Q4D1Hqhatw8EJsMdc5KRfnDHjeC8tZu7PAz+mvX2nWJXqVyDPQ5zuVQyHtoNJpyvUMqaxlMFBMIUkmuWv/5vzw+Prgm8sFrTMWtgrjq+OSaGxa6YQxb16QFXTZS+sF2PW9pzmMTKaqOgXzOgjM0iLl6E43lurw/T5XrgMx9dgUwyChOMDixHv/0d/8tOpEF07Bx+IXvC2gMk0DsD7Zs346gG0koV6VcATwHpmljodHAF/Y/jrmwi6jbVkrViCpVrgE9T+l+QL1atHtfwmhFOU0rEgGuvY0NN+dgW9TGXRsN7NqzG4PbX0eeiaJGv+YI7cBHkCbityu+3NxPobqXGzpaDM/N48EvPIRvfOVBFFwDFucvg6pEcU6lrlLac+3jOdLaQ8K8GKbY81DOFRgeBbzx3lux/tbtWPVdsRuhMpi2E6dPn8aOHTuubyKkBOqmhUuXruHF5w/g4pkzWFmaRxwFGFu3Dne/fh9uu2OvBOE12oGo70+dOIiVxQW888fejjPHT+AbX39Y1thtu/agWBnEiQMvYtOmCUxtnZDNPMvUkVgt5NytWFm9AkOfhWV4oLhZbC0oQL7u00urF+WxSkGu2kRL0WmnuHxhGfXVEJ1G46bmePairAJZBbIKZBXIKpBVIKtAVoGsAlkFsgq8FhXIwOqrVPmt7/4duRml4osAoQ+O+nBuLajrJ6CvkTtd98VUytW+ZrLXwixt70qhSSVmp72MdWMufvG/exdGqy5MgWcm4tREuejg2RfP4i8+/i3s3FvG//jBXxBFXBDHaLU7cB0Ppm7hE596EBcunsXv/ObPY3RkEC8cPI4r07PYs2s7tm7Zjo/8zVdw9PiL+Je/9T6MVwfw4sGjaHVjvPneN2CxmeIjH/s0pkYK+PVf+jkE3Qbqja54YQ4MFvClb34PX3/kcfzeb38AU+PrEYQxDEI+3cbjL57Co4/vx2+97z6UK2UBq0HAlm0XX//O87g0fQ17d22nSA6NRl1UcUsNHwuLDOchoGO7O99Lh8/Qe9ORtvEoDMRrkC3E9BQkqCAopQNoX7zH2sVUtTKFmgpLgW9MMg9FlUfFap9HvfK6KWKjrBmC/4e99w6y5DzP/Z7O4eQzeXY272zexSIRIAKXAMEAkgApEmLWlSX5mpdUcJV0daWy/7Jd9h9W1b2yZZUYBZAgiEAiZ4IkACITWGAXm8PM5snp5M7tet+ve2Z2CVxT6yrU/aMPajAzZ07ofvvr72z/vud9nsglxgTVa+Fzn7ocu3cNY3aeQpscnDpzGpVqGTptUxBifqGOk6fOoKunjzYW9UYLJ0ZOQTNzMHRq2ZZxfnKGAUlvqYjerjym50PsPXAKjhew36RCMIqgCfunUjtsiM2r+7FpZRfU0IHitdlfV40DGNTqH0qQQgl+4PJ4pH2i+w2CcYbBakFWAOsKrFyOwU+z3WH/Xdu0UFqzClfc+nFU121A2yN6RApVIYAU2rEEVpKClaCrbLKSOox8uF6NVau+X0u8MX8XrKbAb/k5QucMefoSWFVjHZEcMYTUYgP7Xn8XM3tHBYjjgCyPgQollvOrRwGk0IMcB1Bo4CyCW6qZsN0g5R/5Tn7rO7+5pHnyngceZGWupJBCU3yJMUKMXoYcRZifnUOrVocmKejMjOH0i4/A8z0+b3OFPCzb5jHGvp/cqi7GnKKpcMj2QjXQs2ItnnvjHTzy/CsIyN4i8Pk9JW45F7YJwutXBNkhENCa3It57NIYIbCYtvy/x96KY3jhLV30Sb+nliU8HyXi19DtoKdaRqlgo91uotlqwI20JHArgbtJUB8FQvG+KYrwYU4S7SOG4XSchFKVNpoANfnhyuRdTEFKpDuVBSik40YbQPCP5rkum0C+j5XbtmKh4+H4waOsWEwDApePKSgWdn/yNuz+2KdRo8WnSMKRfYd5u44dO4LhzZtgUPhTuYqB/iFYhg3ZMqDbFl584xX84rXfINQVthOgN5EobIt9opfGmKjico27AKzUsk5fdDxCRUWkGgDPvSEsRcFgbxlXbVqJ3Ts2oWrGcNstXtyIZbJDIVsOIdGUOfBKYhBcyJfw8vOv4N4f3QVdCqHRY3mRjhTEpPYmH+gQvuvCMi3kLJsXnsgGhcYgnfuxpiInGbi5x8b6W6/HOa0Hni9xEJUAq0dZsUrHTZxHNEY1HD82ggN7D+DMyAhmp8Z5XjVyeXzyM5/E8KZNcPwAHTdCq+3jzJljbBnw0RtuxMzYGJ568gn+3Nq4fRdyxW4ce/ttDA70YN3mNdBtBbZtoRk2oH8OYT4AACAASURBVEvdOHrsTWhmG6ps8ZxG5zbXl9TOpBAmR5aArABkBKRqTYIVfVfC3KzDIY5+p35J53j2pKwCWQWyCmQVyCqQVSCrQFaBrAJZBbIKfBAVyMDq+1T501/+u8U2WlIcpan2DA6S8CR66qKajGGFuFC8wAaAL2aFoowuaqnNOf076Z9IhecHLWiKhyt2bUJPNYdizkKhYMPOlzHU34Mnn30BP3vsdVx3/Xr89X//p3CcNoM0uj41dBPT07P4p3+5C7Yl42++/cccIOJQynIgwbDo4ljCf/6nB+CHk/jbP/8ah6YQ/Juaq+GyrZtx/Fwd//zDn+Ij127E1z9/K9599xgOHB7Frh1bsHXbFnznRw9zqMzf//mXIMHGmfPj6O/NoVTuwYPPvY4jx/fj7/7kM7CplblNrdHkQVnB/33X/Wi0Z/A/fO2zKJhldJwWAinGyLk5/OT+p3HVznXo662iXl/AQquDRifCyKkJeIGLSqmARm2BFYx+qMAJySpWQxh0GHGQIisgVZ2qMYhSkmAlqi2pqVIV8fIgseVwlY4TtxrT4wljeQHysosvfuYK7Fw/jFqziXqzhWMnDmP9+tVoNmZQzufRrNUxMTmJVWvWoViucmr1kWOj6O5fwa3r5Aq67+AxSGEAU4rRCgIcH53F2FQHHqmT/UQtxwo+glcy+8Zu37gKG1f3MrCOySMx8KHELmTPgRZ6kIIABmk7AwrYidiH0dQVGJoOSRGKT/L8zOXzXBuCOqTwI6WbUa1g80eux/qrr4ZLqsmY2v/pvZdUeezdkIQFCdWqUA37fhNeUEcQthMf3PcGq8sVkYsKbvYsNaBJGoI4gk6KRwd47pFfQ5tqwbQs8R4BgW2fYTqBY4QBIq/NEFpV6NwRSma2QVATCMrOxRK+fYlg9Sf3/3wRqFL/f3oeL35HhIXZOTTmFiDHMsLmPA49ex98p82t6wVLR84yODhMsSwYhvC9FNacCu8HQXdJzyHfuxY/eeaX2DtyChLZVhDQg7AHIYS65EkrI/DIY1iYMS/WlPablJLvI1i92KYkndJYUcpWA6KtffH1Ikqbp0WKAKoSoae3ghWrB3D48CE06okHND9DAHvR3i/mNQbJpCqmMUgLTrQHDMtIfU3jTeFnEfTmfVRkVm2SrQAdr2TaQkwK88BnsKppMVZu24ZiVy/2vPoW6vXGonVAujBFJRlctxW33/FHUDQLfhjC8SMcfucoRk6M4saP3MChZwMrBjAwsIKhNSvlZQVzoYMH7v8pThzaD/SQirVLgFWqf6IK/d3iLjs3xApE4m8cQdZMQDPFdzPH57yiOLx/O7dfha9ftRJ9RoBGh2wtCILymZXMW7R4QfbOHkzTxrEDJ/Cv3/kXwG9ziBZtByn/CazS+cCLe77P5zF9sZMDqX0VWljRYecKUGIJH7UUXHX1Tpwd3oRxn45tzDY2R44cwcaNw/yaDKnJfkZRcXL0NA7vP4SRI0cwO3GebT4qff340te/gmpvN8hoo1530Gq6OH7yMGYmxnDL7pvgt5q484c/YC/sDVu2I1/qxuG392DN6pXYceV2DtWjMUDmL516gEOH3oBVoCAuBQgc8VlInQsEh3lMi+3UTZtV0jOzU/A8B6pqQpYMNOod+M7CB/Fvoew9sgpkFcgqkFUgq0BWgawCWQWyCmQVyCpwSRXIwOr7lO0zX/n7xZZXDgphVRkbhQqlG4PSpaAecWG+RD5S2CFgRvJ4SoVO3o+fS+ocKWKw57gduI7DreHU4h1K1PZsoq9UQtupY64OTidft3olcnkTlXIBxVKeE54dx8dDjz6FNUNl/NW//wY0AlHU0ixbsHMhTp6awj/853uxfoOJP/+TL3L6eqQYopXXb+OlN0dx90NP44+/8lHccv2VmBxvYa42j0rehJnrwT985x7YloT/9M0v4/TZCfz65Tew67L12Lx1F773o0eAuIZvff02nJucxPjkDLasG4ZplPG//fOd6OnW8cef2w0lJmsDD2o+j/3Hx/D9Ox/H3/77T2D9htWsWJUUCzO1ED+8+yFsXteD66+9CrPT0wxq55ouXnjtLQ6hqRZNNJpttNoeg4tm24NG3o+xz+2kVG5qJSX/QYJADKCT28VglVqlCdjJmgSn2URfDvjybZfDNgsoFMsMVg8ceBe7dm5BszHHrdDHT5zg1+zp60e1qw+TU/OYnZnDUG+VYZJh5Rm0UvAY+YTme4fwxNOv4o19J+BFlHbtcNp3FMaQ6CsOkTdVbNu0Gv29RfZYJHsBGkuGLmOwr4j+qomD+3+LaLQBTSYoyjIvbh02dZ0VcARMNLIEMA0eoz6PV+HnKlk2BrZvxfZbboJSLLP/IoEXsQiQwMDFIqUumGLMkz9uEDbZG5RFd+9hBUBFT6FdurAgVKUKVArJIkgrK+yX6867eOzex1F2ZFSrVZYN07ggEElA3HU6DMQit4XId7lNO91O9qclKwBWPUb/v8Dq3ff97AKPVYKrAnCSTyQjQdTm51CbXWC/VdlrYd/T98Br1WFpMoo5g4OfLDuHctVGwIFk1B6vQZUUhEGETruNmZka1NIgFrQ8fvHW2xibnILTbLNXMKs4CSRL1Oou4Cel2dcWFljNR4pFarUXbrvLQN9Fc9bF6tT0GIhFBgFWL1Dc096RelSNOf29a6CKK67ZgYmZSZx86zw6jiOU+pqAqFz3RLmankMpDBZqw4gBKqshwwAFVcXw0BDmvADnpyYQEBykqY6Uq+zZyk4LrPItGzKisIO1l+1EJ1Zw8tBIYgVAMF14uDKoh4RP/ME3sGXX9Wg1Gjxfkvh65MB+HN63F9dee9ViQNPs7CwmZybRacyhNt9Gu68CzS7BX2hB7e+CD30RrJJFyQX2CRd/HvCCA1kcCCsLobLWOBAwJksO2sZcF0Jdgp6zEHgydq4dwieuWIv+goYChbBFAUI/4NAnAr0KB5GRBYEEZ8HB9/6ff8LMxFnYBsHPCDpbmICtDfhYku0CnadUZ/adlRiq5nN5dFd6eNs+u3EdtvVUcXZlP0ZiSwT7uQ6OHj3KVgDkwZxaKhDYrM83sOeNN7HvjdfRoXAx38Gm7ZfhD770ReTKBfghUKu1Ua91cPLscYyeOI7PfepTvI3PPPE4jh87go3bdkJSTRzcuxfrNqzF1u1b2DbDUBS0ZAug4ESpjkgBxs/X4DUXkCsW+Zg2G03uNKBpaGJyihW5tO+HDr+LOPBg5XMcftdotBBRyFh2yyqQVSCrQFaBrAJZBbIKZBXIKpBVIKvAf6MVyMDq+xyYT3/577ltl25pyyIBF1JaLVeIXQjrknSTpNV2yWdV4NRUsSo6IQlgEVCJ4VEfOnvwparBGCHBUZJb+tTqTu2bOQSOg6bbYQ9KUjUSUOO2ZbINCGPYRoC1g70wNAVW3kLOLqFc1jE308Cvfr0H64fLuPXm61DI5SDrBvK6BctQ8NSvXsOrb+3FX37rK9i8bhXclgdFoeAoFeMTHfzjd36EHZcN48uf2Y2WS2FMLkxDgRca+MGd92HtqgK+cfsncPDYUczMzeOybTvgtA38r//ln/Cha9fhCx/fjX17jqDjNnHZtdfgV68ewEuvH8bf/dkNMMlzs15DT183To+7+Mn9j+Jzt+zAFbt2oeN0oGk65lsyvnPX3bjmyi245rJNnMLuBgEOnjiLV1/fgw9dsRWRbqDTarEv4JGTk5hb6LC3IvuBLkLEJEE9yZXnY0feiaTd63TQX1Fwyw1b0F3Ko1ypYm52FqdPjmLnto2oL0xxGM+hQ4fQN9CP/v5+OG6As2NT3HI/ONAPUzfR7HgYGT2Ngb4eSKGLQmUAP3v8eew9fBaqbiGicBZSZPohq09JxVUpmtixZQOKBYMcFKHppPg1IMkhtu1cixuu34nzYyN48YePw51roKibiH0fshLDMgkgJ+3xqkw0XbSPJ+COGoAV3YA9MIDNN+1GZc06xBRWxa3mCaxjRV3iUcvt6WIAE3wLAocV1UFEajOhMEuVb2l41eJ9SWs/ARGCquT1qpCxIrWqUxiYaWFubA4P3/sw+lBAV7UClQ1aCRiFcByyOugg8BxQm3rgdXihgT11eUFDtJmzAjNREF6qYvXH9z7wO2CVlZnsO0sgEWjWahxgFXkh9MjD3md/iubsBKtUS8U8ijkTdi4PO6cmr0X7KgAYQ0SEaLYCjE7MozSwEpFVxKPPvYKRc5NYu2EjNm3djtn5ecxOj2GhNYd6cR5XDV2Dd9/ag9rMArfWC//gxZB6MVslIVbpIk1qE3Ax3F6++HOx9yq9BsG9UPKxdutq7LxqG86Mncb8sQZ818f4+QmhYE7OIFLa8zzD9hkE9jSEdNxC0dJN+JeWiHJxiCvXDuHm667Ac++O4rd7DyEySIGrI/YjaOQvKhPQjdlqhLx0w8DBum1bIGkGjh86Dq/j8NghTTXNa3SuWJaNz3/9z9DdvxZz0zNw3Q46nosT+1/H8SMHgJDsCSi0KeKxT9pxnQLcYgPx9u2QKECtEyDqrorzjhYIIno4/S9ZTBClFpYXyz8XaFyzHQO12MuApkHRNFb9+pLG7fgMgFUNkWUzLBzMxVjTU8DlG4exeVUvLCmCHAQI5AgKL2wE8AIflprDvT/+Md565SVeyOJxTSOHHhu4i0CcIDu5YrCFDPUNWCZKpTJyVgWmDnzlhqswoMmY6OvGKbnEjyMVOM1XBFZ5kYkCFFWaEVQe3+++uReH3nwNehSgtjCHTddej+2X7YBqaPD8CG0nYLA6NnESp06exNWXX46CaWL81AnMTZ1HqXcFphs+Du/fjzVrVmLT5mHkTQO6LKMpGwibbRQLCtpegKmpOkyFOig0tDod1Op1VMtlaLKK46OjvEhB+WRTtXEOSbQNCwvzLZw+Mwa/7v43+s+nbLOyCmQVyCqQVSCrQFaBrAJZBbIKZBXIKkDdjcuvxrOKLFbg43f8rfiZWraJJqRt/wRX38Pv8HdVYxcqWBch1LKWXOot5aClNEwpUcBe/FoXKqpSJRdvnFAhcZgKtR/7cJyOaDFP/BtZ7cX+iASNaJsCEk1xq2neLsI0dMzOTKHTaeDD116NFQP9sHQZtqmh0t2N8+dmcP99P8ett+7GzTdfDdeVYCCAYeRwbqqB7//gu7jpI7tw6/VXcpq5H4Wwiznse2cW3/n+d/HFO67C7g/dgLNnJlHvLGDFmmE8+PiLODs1i7/8kxswOxHi6NEjuPq6nRg9E+CxZ5/CN7+8GyEszMxOore3C/NNGz+9/3589Q93o7/ajdgH8iUdr+8/jTd+uw/f+sYtHJKFgMJidPz4sZfw1oEzsPUcIJO+dMmiYbG2SS51JDlQ5Bwi34EmNTA0UOGaaJqBZqOOKHSxZdMaKJIPQ9Vx4sQIdu3cjmKxyBB5moKsKiWU8zloOm3zPBbm59BVLkLXKMWoirvufxKnJmrshSuRnywhKJ++KJ3cQV93CTu3DsM2ZQavErXT6gY0Q8JlH9qEq6/dCUVXsO/Xr+OVh59G2VOgk1+jLnFQDNknclK4qnCrPLeRk0+jrvHfDdWEmiuga9tWrP3QNVDyRQ7RWlRVE/pURdu4JAk3SdrGKPbheW34QYdbl6UkcEmMZRp9iQ9nCltjej61/1NbPHlJitAeSabvKizdwtzUHH52733ocYro7irD1IR6VpEk9tF1OvNcF2qDdjttYQtA1g6UMk5t5okfapoz9O1/efGSZq0f//R+0eKevF6qWOX8LgnQJBntZhvTExPcnq8jxLvPPYja+Ch0K4di3kY1pzAcJHWdCBQjdS6pROkQEP4iL2QJ9VYHUasDWc/h7hffgb3xKvzRn3wbK1YPwvFcRK0Iz4w+hr2tN/GR4EaMnTqN2vQcFmZnMTMzgXp9DqHnw3eD5HwXKkrBWJPQqCSYbfG+5fPMRfYkiyCW8KNELeAFbL1sA5ygjYUZF6Zq4/DeI6zUFYFUYgEioIWeWGZFfLVcwDwpHWMJpmZC1TW03Q5WGhpu2bYSm9aU8PZEjOdePoTZsA5Jz4sWdvIXJkUwjVUea+RLHHMLOc1bBGllL+AAMI+8WkMKBZMhGQbWDW/mwKeZ6Vn2+CQvUt+pIyKv5TDg+Yda1EltS9Wh7fTJ+mLtFoSkOg5CSN0DfI4t+V6nw2e5r2pi57J8ZAm59iKElckDleCynmPrDZ5UScVKYXB0QtI5ougo2zY2DhawdagHuzevA+IGadGhkF8yQVZoODFyAj//3vcRNGchKWSbIcPlgLAIOQKOmvC9lUKyAJGhyqRUV1HKl1Cwu2DYMr5w/Q5Y803MDW/ElFliRbznuti/fz+2bt3KVgD0WcGheSFQb85h6twcnPGjyIU+zs/Moe9DN7BvK39mqBoHVzXaHV5kIxVwV6nKFhjO3BjOHnkXRrkP86GN8XNnMdjbjcH+Hp5vyGO1QZ8SzQU+BuR/PTU7y9tczhUxW19As91CX7UbqiTj6OgJdPeVUepWoRRpQdGBW+tgfsbB+fEazh8cu6RzPHtSVoGsAlkFsgpkFcgqkFUgq0BWgawCWQU+iApkYPV9qpyCVVI00cX+ojKVDPOS2/J2/+Utskus+oKYafZTXQ5JKTSFYcL7gNX0fZY/J338cqWs2A4BaUWLLsFfSvYmUEGBMaK9mcAqQQcCsPQ6oWQgCiKYps4XxPUatSAH0EgBqSHxs9TQbrno7algxUAVpUIelWIOlVIV41N1/OblF7H7xivw4SuGRXK4ZaBcKeGZJ9/E0794Cn/x7Tuwa+NW9mEkRVKjBXz/X38Ku5zDv/vC9Wg2Ag6K6l01iBdeGsFv97+Fb3/1o1iouzhz9iT6e3owNhvhlddfxR2fvxnNWpuT01es6MbLbx/HfK2BL3/6Gpw8P4NqwYJhl/Hde5/GqYkGipbNrdTvBVYFl4oQKNSObwFeDbs2VbF93QpM1mpothycPj0Bx/Vg6wYC34UTeZicmMSqVUMM1EjBNztfQ19vLzYMDqJYKGJyahKFnI6uah66GmOubeCu+x7DdN3jFnHygmXAEUns70hgaM1gD7ZuXAMNPgMZUivTaxu2hBs/djW27tgASZWhBhIe+t6Pce7tQ+i2itBJner7oMwjnRR0qgi9ocfSl05qVlODKelQDQtSdw/WXfthVNesYZ1uCuHYo5b8MhNlJCnm6EYw1fPbrCKlIKvfD6ySBYD2O2CVWuS5oTsCfvi9HyA3I2P10AA02hKyGaDWdApG8uj9PIarZI1BAJgUoLxQwLBWwFVW1MYxLhWs/uie+y4Aq3GihGWfZOLhsgqn3cbU+AQ8h3yDYxx+4XFMnTzIYNW2DFRyKo+DXMFkmwgGq0lQE6fHx3S+SQjcEJ3Zecj5IqaKvdj+mS8htno5uK1a7sKbZ36L5w4+iZs3fwLX9F3PtXe9FuLIYY/byfFTuOs738Gx/YcWF1KWQ3FWIiZWAsvnjPezCGCFcKLS1C0Tpq2iu78MWQViVYccKTh28DjikJSTIuFNknTIMYXWBSiaMS7fvhX7jhzHfNODZdqshHQDD+tLeVyzsoyhHhWlrh68snccbxw/gfFWjFimVneyPuBsex5lVG4GtooOSVc5yI1GCg1Gn1vmwbCPguxc1+PtIWhPHqM0p8kKLSyIRYF0biPwTx6skiJBi2J4RhGhZUMKVMT9q1jNyh0CqfJ3ma3LxZ7MS/UULqk004pug+TLyAGqBom+yD9X1TmwS1YMSLqNwO9AR4xKzsIffuxKXDeYQ+RFcMg/mML1fBrbAfY9/AgOv/0qAlXFxEIdzYD0vzLvp2WYYl6HBMvQYakqdFVhK4DB7kHkyiV89PJNaLkdTJeqaMR0ICW0yCP62DGsXr0atm0Lz3A/AFoNHB85BE8qQm+dQWNsFFJ5ABs+fAvazQZ/XtBClefHmG+0YFkSnI6LYr4AW5XRnB3D8f17oNgVNCOTLTO6igXYps5+svlSHshVETbrkElJDBXTc7OgNZ/eShcWWg20Om1U8kU+/hMzUyhWyqh0FaAWaKGwBa+zAKfTQaPVwqtPjn4Q/xbK3iOrQFaBrAJZBbIKZBXIKpBVIKtAVoGsApdUgQys/lfAaupLKPxQRVAVXzkuu6XttimkWvoTtUwvKV3pfvF6STw0P5DUOcvBqrhvOSRJtyF9XYamF3lair+J12YImySpp2FaIomZLstFiFa6reTjSr8T1OL3ZEEWhb6E7EoQRBQCRepJHQ6lzHdchCGFR1Hjr4xcvsoKMcCFZikwTQu2rSOfz2F2usOK0+uv2YL1gyugKgEHcoWBhUefeAqbt6/CV2/dzcFFllWAbJi4867H0fBm8a2v3A5J0dFpN6ArGh579iWcOX8Wf/iFT8IPAnSaTdi2iWde2gM7Z+Pmq4bxwuvvYP3KIRiFbnz3vqcx35Zhahor7ZYDlCXFKrGVGB7752qI2+P48id2YveuzfCCJieHHzh0AuVKD6pdPWi3GjhyZhrHRk6jv68XrUYdtWYLp86cZfUipXq7XsAty7uvvxblooW8rePQyQbueehJdAKFx5AaB5wiTx6bFKATum3s3LwWG1b1c/o1HStiWaSztfMKPv0HN2H1un7GoPTaB17bg2fveQgFX0GO2uwDgukxgxZdlWHpKsNV2VAYrMqWBp10caoFT7fRs2Uz1l95JdRCntXFrEZM1I4C4ItwGfp5EayGHV4U4NbpxTH8fopVAVZZrcpAn74I9AhIZJs5PPbIoxh54QBW9fdCiyOGlhqltTNgFeCZAnsiAkE0vhhkUeu6CE9KA6aCKMJffPelS5r47vrJve+pWBWnQQxdVuB2HExPTPLY12Vg9I1f4ezhPdANA4ahoZrTkC8UUemyeLvo1Bb7S+pVDZqiIaK0cwqSazTRdAJEvSux9sM3I+7bhnyUw2v7XsLTZx/FZz58B65edR1a9RYvitDYpHCy1sIc7r/7R3jxl0/Bc5rJuSt2ObVyYNfN5Ly+0A6AbEuEdcCixyrNBAr5mkYMKSvVCp9LQeiwb2m5twtz07OIPFLHkk+nLyxJ6D2iAL1FAzddu40Dke689wnMNiNWEredDmJNwgpNwUeG+7FlbQVdpQIK3SsxTl7Fx6ZxcuwUvGgGCw0VOcNGNW9C13TM1DsYnZjDvOND0gjsSgzxuW1dEdYBsidgMG2JppKqkhaSQlZmcqAWz3FJq7wsw/MDHt+KRJYbEiI9h7DcB3nNekQLDTEn0Lhf3vPPKVOJbQsXOB1awthhseZso5DYBdCJqWqAbgAE1ikkisG/CsganbREq1nRumNdHv/p5iuhuQ7aFFDnR7AVHWHUhHzkBOZO7EFHkrFnZAQnxqfQJlV7THYaMnRqoyf7FtOEbRiwdZPh/rpVazCwYh3Wr12JY50aZsPUz1ts+8zMDCzLEgsntIBCitd2HadOH8bpOQnK/BGojSlI/RvQteEyDpLK5wpso0LhYLRwFccO2q0mCnaBA7YCp4G5ibNQjQJqHWB+Zpq3ixfoNBXFYgFapQ+duUkg8BFLGuqtFqLQQ8my2f+ZIHBXsQxdUVFrNVHu6UUQxBg9fQi9vTlUqmSLINTyT9yz95LO8exJWQWyCmQVyCqQVSCrQFaBrAJZBbIKZBX4ICqQgdX3qfItX/yPizCCfe2oZTjxebzYyzB9iQtdFZasAJZ7sorHLCWrp6FYKaBd9GWlQJtlQCSFBsl1/6LKdTFYi4Ow+FEJvE1a4NleQASepAE4QiBLylYCsRErlDjdm1RexGU5bCZixRcBC1KZqbJOfcOIZIKCZI9AKVERAyQ/8uF6FDQkI4w9VsnaVgFR7MLzPW7nVbWYLQZ0tYh6o4lqt46Vvf3I5VXkcyXkbAOvv7oXZk7CZz96HSSN2qwt2LqFnz74GF+033HbJ2DrFHoTotX0cNfPHsbmrcP4+FVbMdPoIGcaOH5qCv9y/y/gSDkYBBgTuL38GCwyE4IEikbd5rDjaXzt1ssw3FXAWG0OxXI3Q9ThTVtY3KZpCs6dn0Wr6WD71q2sqJybX8DRY8exYuUgyIlgenoe589PYdvmbVDkmIHrS3vP46lfvoRYMhBTS3vsIyR7CfJRpLRvOcLHbrwGa4b60KxNo9NssNeoF3golDR84aufRO9ABR5ZRhDsbnp49t7HcPKtQ+jWcxzqwypjBbBlGbamwjBVqIYK3dKh5SxQs72mGIBuQypVsP6Ky9G9bTOPQoJVQqmaeK6yP6VQQBP0JrARhBSiw7T3PcFqOoYJvrIFQGIFQD8TYKLxRW9CY5XC1mZmZvHzf/4JwmYLPXYOehwxRIxo7JBnJ20TK8WpdTlIxq4AidRCrpBEl/03Q/zF91+9pHnyzrt/KlSAqQJWEWFSIqMphiYp8F0XUxOTaNUbMBQZYwfewOjelzmES1MVlHIG7EIBvVULqqahUaeQr5BD1kzDZCUnyUBjOo8cD+1aG16soTC0Ad03fAkj7x7B/Y//CF/85n/AZRuvRDsEcuSe7DvQNeDYwX2478d34dA777Afaqq8TuPFGAwK2rdYA6FYT+AaQ16h6EznjxQOUhs9qM1e14RfahggIIW7ovKiQeC6i4stdBwHumKsHlqJq7dvw/CaPjTbbfzLj5/EZD3g+YL8Qt3Ix5Cl49OXr8fOTb0ol1bBtGPoJi/DIAjOoNzVwOnxPigwYaliW91QxeHRMTz8y1dwZLKGUCEwryNHKsvIh+N3IIV0zMWcSIeItokXBOhMkmh9geapJbBKqfMEjkNTguS7COUisOUyoH8Q8vgcLyYxtGebl8RXmOfBpJaLBrbiB7It4HHJ8JUWqVIbBmG7AZXUqhpYPs7ewjQXSoBlswVErNvorSr4H2++EussoBP63NqvhhIkxUN09Dikk3sQaipOzc7i6Ng4To1Po0P225DYEqBUKDDwJ6V6wc6hUMhh2/BmrF2/HYXuHrxZm8Ncy4emkG+tL0efkgAAIABJREFUUKF7HtkeJL7ItFhCfsVOA+fOnsDx8x2EEwdRCNto6hVIXYO8/EbKe7IkkFUDHgUChm3+yMrZOfZmDf0OArfNwHRmronA83gRi0K3KFyOuhakXBVefR4afa6QetZ12Tu5aFrw4xDz9RoGe2gcSGh3OrCrJYyePIV333yTz/H+Fb3o6+vCQH8PHv3ZM5d0jmdPyiqQVSCrQFaBrAJZBbIKZBXIKpBVIKvAB1GBDKy+T5Vv/sLfCBiReJimwGI5oOAL7iRx+71fJrUCSJKlk4v1VPW3XP23/HXTVv7loHbpZwHAFhVopDjlYBUBBwiiijRtAQzoP8FdFnGMeBwnaKVejXTxGwrlF8FVhKyQjOiiX6Xnh4gpwT6idvEIPgiUahzGQh6aHqWBs08mNb26glVw0nkAP1TgRQSlCd4IxR1BvijqoOWSGWUEKdYhKx0o5MVJwSzE4fSI/TdtzcbY7AxytomNK4dQzGsc8hIFCn71+m+xc9dmXLdlA2JdQcm28dbeI/j5s29Atssw+LUTFeYy+MRwKf0fKWObLQyUHfy72z+ELlXCxHwbplXAmbFJrFs/jNNnTqKnpwvjU1PcUrtyaICh6NzcHM6dH8fmzcMMqdudECdGTmP1mvX8vsVCDg8+9y7eeOcgZNUEyNsxchmsko+p67SRt03cfuvHMTTQA9dpwmnW0ZifRb1VQ1evhc996RPIFw14pComK0eoOLLnIJ6951EoTZ8DsygkifKBbElGXiflsALNVKDbBPhISadBkQig5eCrJipDQ+i/4VqUqxU+HoTgCbAKpTQ5ngo1qk9ep4HDwVXcPk32Be+hWBXjTYSxieAqYQUgvFUJ60pQZQKn1PItIV8q4sAbe/GLBx9DZ3wGXaaFomVCVYiMJecMbQ+rqdM2dzGOhf8jAVsx7v/yB69f0jz5rz++5wKwSu3bfD4rtI8RDEVlb1WyAqgv1DjBfn70IE68/Rv2tFUVGXlLg5krYKCaR75QYO/PM2fPwrZsVCpdyFkWckVCpRQXJMNrOQzuQsWAuuoKBD1rYZQH0L12BVQKyotNmASXAw8vvvgsHn7gHpw+eQIgtTABWgj4S+dpGkZEAUWpC8ASVE3A6kUKdeEDqzH89X0KUQvZn5S74rnFPWLPy60b12P7lmGoMqlaA+RyOexY20TO6oKCMrfCHzl5Bv9051NohtSWL0OzTbihj9V5E5/atQ5Xbh+CWarAIDEnIhgSqXwnoWk+5mvdJLQGIvJJpXFisi3J6++O4q6nXsKMFyBX7ebQMPJS9QKXxx5BVArsI5U8jSuVfIVZ+E2qf7H9rGzmYRQhCCNEpHAOHHjdQ5C2Xg3aGrVeY5AceS4vdvCYS4PcaIwmKt+lgUWKYGXRu1jESyVTKs1V9BspQhVhCUDHiuupGqxmlS0TsWEjZ1u4btMgvratn1vkeQ6KAI/qMDcD+a1nMD07ixbNE6aJ01MzmKm14IfktWpz2JtJlgNxxAGElXIZm9YPY+XKjZBLFfx2agGTCw5ipYM4EmF0S+emqA/V0pCBVruGQ8cmUYxr6ExPoi0TDC1z3VgVrmjQDALbEjTJ44UCqje9pu87vOBGQnKn47NVga6IcSBqF6Pmy7CkEJamgrLCaq0WfLeD7mIRbdfB5MwUhvoGGEATmI8NE2+9tRenjxyD73eQr+Rh2Ro2b1iP5391aar0S5oYsidlFcgqkFUgq0BWgawCWQWyCmQVyCqQVeDfWIEMrL5PwW76g7/mvywqky4KrEoVfhe34C7dL668xe8EbS4Os0pb95d8WFOvRAKrZBGQKgGXb2IUEUgRbalpcBX/wmBMPJLDq5LU90XbgCTtXWTdCG9XUhMK6wDxXLYlYC0lPZ1SpCk0hdrFCUCEUGUTUuwhYNWWCJmhbQkImpFHpmwhjDvcxh9JhF89yJFG7JQa2RFLLchkPxArgmXIBHBJ7aYhUusM5aLQQOxFCGSCKQHkQIGet9BszSP2YnhKCDnyoEs2OgwAXFQRABS2ZenodALMtADNzEEJW+zryTnayywQhNIttURQ0W7WMDyk4E++eCP67RwcI8T58SmcOz+NLVt3YmZ6CqZp4MTpCfT09qGQMxF6LqYmJ1FrNFnJB9dDxwlwbnwaw5s2cau4JEX414dew9GRM1A0ExLDLIeagBmo+E4H3dUKbvvsraiU8pDJF9frwK3PYnpuAn2DRdz6+RvJfpLhikJwVTHQmm/j0X99ACf2HEK1UuWamoiRg4RCAlZJsWrmdJjUnmyakGUNpmJBNfKIDAvmh3Ziw8aN7A3KAGZZ2zORNgFWyePTQRhTKnfAIP7fAlap/Zm9VWOJw6korZ3S4Om9ioUCjvz2Xfzipw9i7tR5VMibt5hnUEZAlW5kHUBjnOEbQ1UBVqmVnWFMHOOvfvjGv3HKEw//4Y9+kvgRE6gllaEYIwQZ6fwggBV6ASbHxzE/O8cqwdb5EZzY8wIruBVZgqUrMHJFdOcNVKtdsKwc3n13H06fOou+vj6G8aWCjWqpyEnw5MG64DQgk++tPojq1Z+CtfMGhBPzcDUHauggchp44pFH8OAD96NYKqNQqcIslGBQuJhHwXQCYhNQpUAhgvuCM19o6SDmhkRlmSgW6TEMzWgxxPPg8uvROZwokcMIH9k0hG989Q6UbAVx6EClNnxZQtk6itl5BREG4cPA8fNT+McfPoy6pzJQC6QYqqmjFDj4+M41+OzHrkRsyjCVItSIAs1c6LlpeA4tihSTKYsWC2TomolO28dMLcSTvz2KV04cQ6BbgE9KXwdhSOdNAEWhbSElc8jhcgR4SXFMi0E8D5GHBiQGx7RPDqkz2xRiFaG5bTuk/i2Q50lBvyDmY5qECMYSXOU5c8kKYPmgosUjnit5ZYPGphgrlAUYMVhlIs/hVRIp+xVhVxFqeYasMCNIZhGQ8uhbUcDfXNWDActCy2lClQ3Euoq400Hwix/jzMlT8AMPQ2tWoxnGqHkeKEOMrDWq5RKK5O0cRbA0HYVCET1dvejrXYWoWMY75+dxfsGBb7iQYlrIEjYzwtM5CTmkiScEPCnEmbPTsGQXBcNkpSzNlaTS5sUMVYcXxJhdqKOnSjML7TXZpiQQWo4xN7fACyh91S5+L6onlYqOyanpGqqmziGI5OcwvbDA892q/j7UW02cGzuPlQMrkDctOIGP2VYDBw4eQm18Eq1GAxbPhzKu3nUFHnnsoUs6x7MnZRXIKpBVIKtAVoGsAlkFsgpkFcgqkFXgg6hABlbfp8o33f5Xi2rUxTZpuvQm8pPcOPGcSYxQuZHSU3hB8pW28CVkLz7R2izgEN2XqKyotToSqtK0jT8hDsmFfszvF8YiDZzaLFNBnwCo4mJ5yVP1QiUr81GGKiK9nWnesrTwpQbi5UaDwkJAhNuI24XKWfFaF7fWL9ZEXmo7XdLILr7SBeFdBGPe6z0khhzpLWkNT5SSBHrT90+hAXstslqNAEQScJTA0/cK8OF9on2gY0HhOW4LpYKGjcMD6Okpoi+Xw/T0JMOcbVu2wLJ0+J6LI4ePY/uOLdB1Co2KcGpkFLoKDKzohx8pOH36HNqtNoZWrGZ/Smof/r8eeAnzC7OLATu8nQnoaDfr2LJxHT5x040cSkMqVoZerov52hjWbszhQ9duF0cu8lhgTPtsQMP+l/fgybsfhBnpsHSD76fE9bKpo2josBUCf6RC03gMaeQLmrMYzBJkNQq9GLhiB4pb1iLWdCgUYk6J9uS7yuMzEDYA5HsaU5t1qkpNx5Tw8uXxHXriHGC7DFXAVG5Hp/0RqtXlY0a0VEfQ9RxmJ+bx9itv4NDrb6I+MYGybMBSRDgPtdvT+UIEi7aNEI2kSlB1nU+vACH++s63lo2V3//H7971Q2gU6sXqWhWSJiFSKLGe3kuDGpK5p4/pqXHMTs5BCwF34RwOvPYrWLInQCzBNMQo2RpsK49KTx80s4iXX3sTM7PzWDXYi0LehmbnOZLJCWMEUBHKMuYcF9OTdfSuW4fP/elfw3EVjJ14DWd/cS/ePDyCqbYHq1hi0Ow6PsIgREBgnnx5k6AvXdd5/iHPSlaaJzYAaa1Fe7xoCaevdL6wTJMVxPQcArSUQO+HATQJ+J8/dzXWrKbxpDBAlRUdpL8cXHkO8/MWgnAVvDjGTLOOh36xB28ePgvdMtBpkaqWrD58rC7l8ZVbr8C6wSoKpoxCfhb9q0/Ad8uYPLkVXtiFUGogpkUUXmBw4Tab8MIO3hit4edvjiAyLUg07khR6zYX593U2iDtFEjnZlEXgq6pAjtiawLJU+DFeeDynbygINXaiD1PDJRF2bpYZmGVP817NI4TOwU+X2nsJ2RfQFYB9umLtf08fSc+t3TASL2qWYhZLU6qVQWgY2UUYeVKuH3HAD4yqCF2G9BjC64c8fGQpk9i/LU34TUm0dNjQYIPT/Zh6AXQ6M/nS8hbBYb6qkJzV4yiVUKpawX0vlV4d2oOZ+tNPr+pbcDzXPZa9si3mD6faE5iRe+SjzfNaxRmKD4nRCAcjRuCw64fYWJiGiv7KzwGSDlN+0kuMIpuYmx8DLpmoL+7W/yNzlGd5hcFe4+M8PO6KkXEsoLzY5Ooz81j2/btDG/3vfMONg1vRLVaxRNPPgkYOqbn5nB25BiD3VKpyuPxo9dfg7vvve/3P7GzR2YVyCqQVSCrQFaBrAJZBbIKZBXIKpBV4AOuQAZW36fgH73tLy+Ah4sgkU1Il/xKBVwVceopwCTFDl2kpkCSwJbwjBRK0kVPP/YEFA37Sxf67D+QqE4TJRoHVgnVEYOmZTehOF1SvaYK1VTV+l8Dq/zmizfxM+3D8mRscd9yALoEPX8Xrgr1a/qc9FnpFqdhXunfwyVGvfgc5h0JWBXvu+RHy89/DxibKn1TYJBaJVCv6nIl3wWFk4RimMAfKaN8zwFil9WfBCEZXskyyqUiNIIYkgTXaWDFYA/yOZOVoDOT0ygWyRqgj0HgqVOnWZW4ds1a6LqJhYUFfPeBl7ilnm4MLGiPKDgoDOG067hi5zZ85PpruNWcWuiF4WmEjjuLdZvy2LJtLYOGWCIYRM3QEXRFR318Ds/e+yjOHRhBTrMZtshhAJta1HUNtq7CMg0ohgJZlaFoGsy8DVU1OfFbNgrIDQ6gb/tW5FYMIFJIVUr6YTFuw8iH55Fa0CXXz0XricVjm4y7SwWrtI9+LHFIWOAFaM8t4MzxYzj8yhuYGxuHFSuwqLU6UayqqgSNYsUZ3mi8yEAQ6D/efWlg9Yc/+IFIu9cI4GqIPI99UA3LgJovICAYHEWYGz+PsbNj0GQNQXsWbz7/NNTYZYhMgCkIA3gOBfRIUHQLdqGIc2OTmJ5dYMsCGr30OC+M2a+SKkyPDUltyVYcHrbf/HWYxSG0j/0SRec8Tk7XMNF0ELIKlYZ8skiTqNBJdUo+rlR7Hkc+qTmXfFTT84A9apM5gyAshcuRCtjQdX6e51ErvlAheomlwOev6sPwChvduSJINBrGNG7a2LLpEBbmDdTn1qNVL2G20cTBU5N49vURTLRE0BT5AKu+g5UWcM2Gfnzutm6sXhugWB5DzqTjVcTkmSGMjW1HJFNImw/fiRB4LtxWEx03wJ7T83jm4Dhg26xU9R2h5FV1UoAnwVLJfMRwlXxHSGFN4yn1WSVRZhjwPubkHHythPaGdXDomNYakHhM88TLcJS9s8laQiFH0HQuF+A1VU/TchPfkXhZsxkAbQ+XXVhoEJAliEhgVSawqpiIkwAumZXjRShWHtcPd+O2Ld0wog7kQAUxfJrWbciYHzmAxuE9sNU2rLwKn1rx7Tx01eDgNwKZpJSl852+DNVGodCFfN8qnPeBI7M1tMnrmvybKVCNF9NiBvPpsaYpVKjAyZ+ZFqXCxKNWdErwZ5KkotXu4Nz5SaxfPQCFfY/JNoH+JrPlwZmz53gsDfb18LnCkJsXG2QcGj2Dlb0VFHIGQknGwkITtbk5rFu7lt9r7Nw59PcPoOM6+PULz6PU1Y3J6WmMHj3EkLlS6eaugBuuvRIPPvzoB/zPouztsgpkFcgqkFUgq0BWgawCWQWyCmQVyCrw+1cgA6vvU6vdt/35IjDlkJhFj84Ugwq4mqpWBcwTqp0U7FGrKrdQsn8jBfHQxSe1TCY2AKyGEu2lQskqQAqjxBQiJEpMBqSkUKWr6otu1La9XFV7MWCk9xSKzkThmqpdl73OUiiWCMlJ3+VCqCp8NFO4thysLr5/Anl5e5PXF2qw37VCoBCs5bdFEJ1YKIi/pWFcQlEmQMGFsPfieqRqNsHALwz2WVKwEgSgmlIvL+mxZIYx9PpB0upNx4kUfQQNSKhGWIx8DWRQK7gK3/FZvUot4SaF/rTaIIDV09vNXqzNZhMHj49zl3CqNBQdyEIp6Llt7L7uWlx1+TbEQQBV0RlqENCF7GDDlgKGVnXB93xADthSgZRnJGM0JA17fvUa3njiV9A8wOCWe/K6JX9QBTlDhBKRJYGqEVxVYNgWNPZK1KGYFnSriNyKVejZsQ1S1ebgMYsUdtTiHAuwSmnx6YJBCu0X658e68hj+MeKVVnj2vx/KVZVCWj7IRpeiI7roZTPoWhbaIxPYM9Lr+DAK7+F3CLNpMqghYC6pJD6Uvi10vlCYOl/emDf7z/bLXvkd773I5imhKAzi/bMecSNBVgRoOX7YAytRVjt4mPRGBvH2dOnEcYyAreJZx/5GZqNeYZFPilQA/LyFOesT63XiaKPMdyyACShLBcwWAxghVuySSmb7xpAKZ9HRanD6nRwcqaGqY4H9n1lb11NJNgnYJV8UlM/ZB6f1IK+TK26eM5S8FdyP4FYGpP0e6peTRWtS3NWhLzSxtqeArYMrsSKARmVfIA16+bQVz0OK2eg3TLRqimoN32MnNFx7zPzeP2EAqNEtiEe+swY127wMWQAN9+iYt2wBMsKEbomqzUdT8WRAzvRbHQJeO8H8L0OAq8Jz1Wx73wdL4zMoUMw0HcRBQF0KeRgrfS8Fi3uwnuXVKqkDKcbPYYJJY3fgCxHZNhKDoFewnx/HxxS9QYeJApe4vk0XeRKLAAo4E1RE8Wq8GpNF59S5aqQxNJrJ/MQzfD8nOSLPFA1jbxIEJPHKh0bhYIAFcR6HpKZx7ZVPfjq1atQksmCQOFxTXOCIucQubOY3/My/LkzKJZUmBT4li/yYoiqaDBUQ4x/ckaWAF0lf+Ii8qVeeMVu7J+pYZZAPIUSSgqvQ9HnBt3IYoA/ZwjqJ4rcdH6lOtPMllrQ6LqFdsfF0aMj2LB+iEOzeN95XpcQSQpOnj7FfsIr+nuFpUKyDEZq/f3HRrG6vyrAKinxaW4jH2F+kDh3m50OpmamMTU7w/PSsaPHUZuZwPz8AvLFMmxDx84tw3jssScu6RzPnpRVIKtAVoGsAlkFsgpkFcgqkFUgq0BWgQ+iAhlYfZ8q3/S5vxDXgAkIWVRLMdgTUkvxp2Up3ITlkrAdgmOLPp5yzG2ZnusQsYKmC/CUPibk9POQE5vZQ5FCWnSTAYjwDhSKQQ4AIq/LZLsWlZlSohZaBhEvVqy+F1ilHVgCjWkhIpEUn2DR9wKry+/jCiRhWvzz+1gBXAxW6bFCBXaxIpa2SdgJJFfhi161yxWr6d8vPj7p9vD39wCry7dXlEt4MlIYFz2BXo/azhf9bdl6gNEwglhBJNGx8hAFhCEokMlHHPqIA5kT1l2X2rUpKZ1UYXJi3SiOK90YCrFakGBkiE9/8mPYuG4Vq/a0BKxSK61pRRjeWkRXT44hbAwfKqmgybk2DoQi9uwUXvrZk5gdGYMpq9BkBSrBVQnsyUnel5apQ9cVVvwZ1AKuixAaydSQ04uI9QIq2zYht2EInuTDNCwYunEBWBVHiuhh6rGaKqwTmBJ6DKb/LWCV9qTlhWg6PgNKW1NRydsw8iYsWcWh1/fgmfsfRmt6HnmVFLmAH3kcrkTPJSUh7d//8vD+S5onf/C9f0Zr8hwa547DmTqN3oKB7q4SXKkLQe9a6Gs2QDZsNCamcfLEKJq+z269jz5wLyYmpzgJPiaYxhYghLOJkorjQypIuhHopnUQXj9IPI55vFM1eYGE6qnDUjVsXrcKjZlJFNUYY3UHkxR0RaLImMAq+R2L3UzVqvTz8lb/5VYYdO4zwE1avlOIRkCWF0CS0D1WaSb+q2kRVT2PoNWAKcXYNGTh5iuB3VdOIldowzBlOC0NUuDDzivYux+49xngmYM6Ag1sJ7G+GuBrnwqxuhihVAZWrAFKZRNe4MAy+iEpFqYmSjh1eCWcto2YAu78DqKwjcCXse9sEy+cmEaTg95orhPVdT3hLU3bf3EgE40Fhn3LFOq0+54fotPyEdhVYNUqhD6BzA5kP7ErIWV8WlgmkDyBJQtdotVfYQWqBI+OX2IXQMeVlf2kpvbEglhIwW4Ev3UDGvkWa6TUFJBWhAHGiEkCbHdh/fo1+NOPbEKfLrFqm2Z1XhyTNPaRDRdmcPLlFyAHM1jdbcE2LUSaBU3VYRkWdDqOHNgVw9BMlHJlWEYBUqEL5zzgdNuFaYoQORLJz8/XoRo6jzlueAjFAhtDd/4MEFA6YNAcIWDIq6HddnDi+CjWr18Ng715iSnT5xSxUQUjJ0dRyBcw0NudWNcIdTa97tv7j2FFXwkl20DHD6Go5M8do9Vq8eciHUNaePJj+kQjxXTEKtaB7gomyLu62Yala1g71I+fP/DgJZ3j2ZOyCmQVyCqQVSCrQFaBrAJZBbIKZBXIKvBBVCADq+9T5RSspr6EKYAMWZWaID9Kqk59VpmkUFO5CNhhfELenwRXggClUgldXVV0d3ehWimDfA51TWcVEoFUAm0L9RoH0tRqC5iYmWYFJF3sMhCRJG51lRNwecFmL7MCSO9PL5xToCoA5EWWAQlUEPuWgkzhsXqBScB7WAEsh6u/L1hlH9pl7bwpWE23eQmWivbVpMpL/p7L4BQDqoug0MXq1OVWAPT45X8Xv1MLsEBdJAcVPpWMrxK4LKA5HUN+Lz/x0ZUIyAhvXQp3klUmDSLAhcGaaLFl5XCsszIvVfSmCljHcZHPGfj8Zz6F/p4y+w6Swoz9PiUZ+YKCDVtKyBWS9mcQsJWgxiEncgeKBC2SsO+5l3HkN+8A7YDBqk7+i6RkI/AoydA0CaqmwrR0WLYFlcacqkO1TegUtCObULu7UNm0AepADzTbgGno7KvqkZKQ2qYJLtMYi5PwmsUjk9hCRJRoT8o92v7fT7FKdeoEMWoEEMMYRdNEwTKhmKTajVAwLEycPIOnf/4wzh4bhR6RSpdCz0RdFSlm6PW/P/ruJc2T/8c3P4mw0YLUbmN+YhKKraF/1RAq5T74uW7oq7bB7lmB+bkFHD18BJ2OB9008OTDP8Po6VNkMsmBRWTOQPCTBaki+YoQGS8OkBKaarbcvEN4cdL6CuE0H1rgQit0Y8uWzag4M5ifn8fJ6QXMUjCcRopVSo+n9xGt56SIJrhKUJXGUqpITWEjLcbQfEHj1jTI71LAyNSDlb6ngJV+ptdK4SoB/Yg8cWUJrttBQQ2we1uMOz7uYXh1B81mhMg3ELoOikUZx0/F+PnzEh5/W4Mby5BdBcNdDv748wG2rbZgFhwUywYKZfJspTGkQJFNKLBw8nAXJs92IQgNVoIHvsvWBPvPNfHLQ2MIRGc9AlL5Bz6CBNilc00KWJdEwUIRTOOQws1o9mi2XbRaAaKeAcTdPZCbbSBuQaLhmninpsdOnKtizqHFMWqPT5WePJey9UUSnra41AL2y6Vke5FHF4s2eUXmeZ2BOMFr34NHC2Z2CVK5D+t37cJ/+MQu9Gsy2mREQuFZClkSEEjW2EO4ceIYDrz4GAZLMXq6KmwhkEu+CCSTYpa+66oGy86jmO8CYMA38hidncX+/XswPjOPHVd9GKs3bcPYzAx/fqT7x+YSvICU2NOQrUWisubwRKoBW10QjI1Z5UpjPfBJ1S8Uq8dOHEcxX0B3tcwLQ6zKp8fJMo6eHkN3QYdlqmg5PiSa18h2gOeQGDp7uHr8iaSZOuYX6jhz6gy2Dq9FJEuYnJxhxfzq/h7c+YM7L+kcz56UVSCrQFaBrAJZBbIKZBXIKpBVIKtAVoEPogIZWH2fKn/09j+/ANylClACqwzPGJcs2QGwijVJFSdlFCnsqpUK+nt7sXH1apTKZeRy5HEpFHek/IlY+iNahuliPL3QJWjSaDYwPjmJ46OjGJuagusH4jHLkOeiWlNeUp6msHG5JcFS+/5yYCnAZIrtlkCpwJ3L0eqFCtWlMKnlEHf5tqTbsAhnL1CfJriUQCXbGS4h3OVgdcmPdcljVRRrSc26HLIwGEmUgvQO3E6fCisTmHuhdYEIr0r6fYWSS2wQ4iSUSSgKBSjjG4sSCeyRtQIdfQoAIu9T8h6kYyqgAh9XOqasUGV9YnJsBbwlqNHpdBiYfP62W1GwNAYTIHCq6gxkylUda4ZtaIYvQBgF2UQRTAo7i3y41PJvGJg5dgZ7nvgN5s9OQ4kjDn4iAGlyYBFBPAH5BFi1Wa1KATOqlWOfUnq/WNGh9Q2gtH0L8oM90FVS4FGbdifZv8TblsJtFlt+BajnYxb7wgf03wBWCVq1vABNRyi1y/kCcroGnXxmKeldDmEbJrz5Gp5/7EkceHUPlA6BefJ/FUCXFMH/8PilKVb/8Y+uxdzsAjyHQroCGLYJu5RHqWBBy/VCH9wBe2gDGkGIwwcOo9Mgz0sbv3jiERw5dhQxQ2lAoYClxMaD/UwTexAGnQTckoEgxl76Bcg0RiiNy48Z2O7YtgHe9AykyMfo1AIWvBCSQorCgFXPBNyp4gRCaTzQOEpDrFKoSt9TRSsHVlGYlK7z49NzhZXSiSI7ha0cxJQoGH3PY99YUmnS8S0ixs3Xufjj2xywxWZItqIhq6tHT2lCY/GeAAAgAElEQVS4+0kHvzwgwSgZUJo+rlwb4Mu3R1g3pMOwfNg5oeRWVQMK2WjENjRFg+NoOHGwC7MTZLmgotFswfc9nJz38PzRcTQ9B6omQ9VMBK7DHrWp8jYFxen8w8F+PPbofCTbDhkaWXO0fdScANKKVfBMG9Z8A747D0SkhiXPa2rrJ5xIcDwWCvdFg2mWr4qFFj6dxXyV+mvHNDfQf2RJQdibLBb47+JxQkNLnwkKA3CHAHG+DKV7JTZ/+EZ865OXoxL6aCsGVJo76KFRzCBWJ6sPv4XXH7ofQWcam7asgyEryOeLKOQKQgFNYBUxq10lI4euyiAMiRYlZDQ8B6+88mv85q13sPv2O3DDp29H06PFO7L38NBxyDtZjB+n0wYdc94v8mTlxS+hhqaFArIEcJw2Ivr8Ya/WgMe1G0Q4fOQwyrRgWC7ywhDP+zQrqioOnjyD/q488raOtkswVqEXpZkQYUA2BaJjQzwnxuxCHbMzs+jvLnNNSQEcBh4sFbjnrp98EP8Wyt4jq0BWgawCWQWyCmQVyCqQVSCrQFaBrAKXVIEMrL5P2W787Df5L6lXIgWc8O90ga8IdSLDCG7VJ6BBwUPiwrNaKmP71q1Ys2olSsUiTN1Au9NCvT6PiYnzOH/+LKZnJuE0WxwqUq50oVguwzBtlKvdGBhaia6eIRiSi9BxcXDkOPYf3ItGo8EX+wSCGJREEXxStLFHK/lQUlu7+BtbFEgyyGYgVqidmIJekot+AivMTcjrTkQiETEhWMBJ16kHLIPXNDFbtODKSgLTWCBGjxWp2NzZnKi6GLmRepP9HQWZELB1CcqKNuSLvVdFK3V6cb/0PNL00rYQJFxKp0/JKeFiVo1dZN2QYiwRQLNMNyiYyQXhNPRcdrHkC316xdQrN9HV0j5ChS8FiKIW1MBArIZw6aEh3Ue57xqndTu+izAiowDyYuT0IRFixIpW4bfaaTewaXgdPnXLzQxWSN3MajtS9SkKuvoUDK3NE2OEppu0h4ijOjnB8hgLQeplCX7Hwb5fvoGz7xxF1GzBknQYig7bUKGrBJiFNyJBDFKuUtiMaZAyVOPQJt0wEUs6PMNAedVq9G7dBq2ngk48zyn08GlchIgUH1JI4EUcSx5/qbcvw1ZSrBIsoXZmCsYhWEftw+piLS9QK8ch6p0QLTfgFvtSzoJtUVo9QWSx0EDjIGdacJpNvPzMr/DW079ELlb4nHFDag2X8F+eOnpJE9/ff2a7AFS81hALJahOfq4hcrkcrO5V0AY3QaoO4cDREdTnFpDPFfD8889h7963OQxscYJIFjYEZKZ7xVhMR5xwDEmMQRJSl9pdxBEdEwVb1q+EEUmo12YxNt/AAqv8yEuTYFvixUx4isC4pomWbApYU8gmgM4z8P10nOmUo1qT1y3ZjtD9BBrJQ9jz3WTuSGwvFJq/xFxGwDrwfT7/+dzkUaejUo7xZ59ewBWbyI4khKRF0AILk5MBHn8pwEMvSwiMLlTlWXzpY8DNu4Wvqq3pMC06juRTTN64gMpA2oJh+mhM9+LY3h5Mz+g4Oz2DjhciV6xgZGoW756bgSuRT7DB85LntEGhgLQYEHo+z7mL4Xd0biaLKjQ2eLsVGQ03RkPvgl3MoVObQlxvsj9yutDEC1qprUpy/ouDKkAzLbCQOpzrnaytCGiaqGPpkazkFPMcK0kXvbIl4QsrSXBcH+QuSv6qkZnHrps/hf/ucx9DVYsQBC6PFmqtlwMFgRzxwoY7N4Pj+/ZiYMMKDPR1oTU2DrQbqBgqVILtNJfSxpMliWqgXOlBMV/hRR0vCDEdhphrdFDpH0ShuxeRrEPRdDEfc8iU2EeCqjMzM5ienoYPGbqhsYKYIHcKsn2f4L5Y4KLPFw4+832cOnmS55ZKuSwUu7zaRB6+MkbOT6FSzMG2dJ4bFVVnFWzbcbgm9NlFr8WKZEmG03EgxyEK+RwrqAnOhoHPdhB3fz9TrF7SJJc9KatAVoGsAlkFsgpkFcgqkFUgq0BWgQ+kAhlYfZ8y33jbNy9QU6ZQiAAe/UzKH1KHEUshONVstGDrOnZs345rrr4ShZyNKPTRabVw5OgBvPLKb3DkyCHU6nN84UnqVVOXuW2VgAG1UDdabbikntNNXH3Fjbjxps9iaHUvLCVGY6GFhc4CQjeE67qsOvJ8jy9OO50W/CBEq9NhdRRd4NL99N31PDjczh0j8nyGsqJllb6Edyspg/g7hTQlba3UwsyqogTIUJlYKZe0tS/6ISQggQCtaAW9sN0/hXAMPqQlf0SuZ6KAZCCVBFmJFl/RspqSq8WQK4a4y8OrBHAVAGhJdZeq71L4vAi4lvkbcKD3YoCLeKdUjZkGDF1sHUBhN9S8qiqUfq6hEzXhRxosWcbK3kGUyyWolgnfjTA2fQKT56a43pRiL7izgFncxu21ccWuHdh9/XWISTHGrcm0D1RzGf0rdQyssMW+qWYS/lJLWrsTmwEOIFdw4s13ceDXL8ObmYMeyAwncwxQY04TF+pfap2XuD2cPBtlQ2F/Rk0zOWDHl1WoxQK6Nm5BYXgtQtOH47WgJMFdlOBOqtS0Rlwb8pulv6fUSSYorPIXHwNQSzqBVQH6UtUk/U6qyFonZDWbpUgokbeqaQKSKtrTl4W2maaJzkIdv7zv5zjy+h6UNBNeRLAnwv/5xKFLmijv2JxDb3cPg1sab1RzqiUpyk0NKHf3A5WV0Po34XzNxdgEgaIyXn3tZT6XGbb9v+y9d5RlV3ntO3c8OVSOXdU5J7VCKyeUJTIGG2OwjS84DMdrMB7vJj/z/GyME9cYG18emIzAYJCIygilljqp1S11qK7uqq6unE4+O74xv3V2d0kPjfFu/6G/9mE0XV11wt7fXmuV9m/Nb05JIiNMe80hUL37mser1NItsw2TKlShYz76O4tIeC4M08J0qYSyy/GgwocI0TnS+cyo1T8KQxOrCp+WD4ZcW6WUBHK5nPwReEWPXpmXIRqNxoXNl0jpKepWw5B1hesaySw5v8wtwn5dx207S3jvfRryySZCI4QdGCgvmzg6FuD/+V6IlycMrC828f63AtdfnUSxs4FmRcTH8h7cyOE6R2BuBHlRMlpIYWo8iZeO6PjRwyMo1U1s27EBxWIOPz18CtOlmsD/QEvAJRAVhbWJ0PUFHtZ9ziMXplw3NWZ4/JxjpmlgydNRzQwgrftozp2VeWZRJRmtLCv8s1euGZpG5avauBD1pISAXVxf+PJIXS+ev62AsIuBUOrnhPX1mrJzafgerEIbvFBDW/c6/MJ73obrdm1E0KzKcXOGpnQbTc0Xm4vKzAwyCRsDW9ahVq+jsbCAoDyPhN9E4NRaNhC0iiCYNJDJFtDe3gnTTKoxlStK+BnHE4PWPMmd4saRsjmI1vNUiuM/EAX9yyOjMgY4tutOXVmZ6Nys42YW5DP5J/L2bdTrCBn41wr5u9hxEGJiZhH5XBapJH19FVjla7kRR69wLh+NJjeguIliolqpwNYhmxoXP1dZqHzhM5+9pDkevyiuQFyBuAJxBeIKxBWIKxBXIK5AXIG4Am9EBWKw+jpVJlgVbiI/X9F+3lKi2XYCVPJISErTw0BvL6698ips2LAWjlPF9NQ4jhw+gGefexqnTx1FrliEZZnir5rNZUR9ypvLXC6L8fExAQiex5R5G7lMFpPnZxDYBey+8hbccdvtGOrvRiBGg+pmN/L/sxO2utEVeqX8HBmUJQ3oDCQhSKXCSVRHjvjWUbXGgBK37ouayvE9Ua2xndP3mvBCtq7yJtoRJZEoLcNQboR5gy5t77yZZspzq63YFeDaCtGKfCRb7bbiOSp0U1MBXa3mesNv9dmKulZ5IlxQjNKHUvw0V7bX8vQvmhSIurVFTSOb2SiQKgJZkR+uAoEXlavyshYEXqmkjKDJyu9dsDkgajISCAIHBtPgdQc97Wuwa/Mgeqk4thuAsQyvlsR0I4XTU7MYOXoY1RrVdgpKRkBMCx3ccN3V2LN7J5xKTakb6VNJwGkDaze0o7M3I2MihCktxbx+yqNT/aE6lIFUS2OjePaB/8Di6VEYzRBmaCBlWUiaVKAxKI0QW7WpJ1MJZFJp6KaFhGXDMCyVWE7lIqFXZxc6t2xFdrAXdVQBNMT7VdkbKDAuV/JVitUWqnotWBXFqkpsfy2kJhhbqhHe+shYOorZtGxQEGoR8nHcEpZFyvBCLoeZM2P47ue+iMb0Agw/lPH58e9emhXAe3d2IUHvWZs+kFSfqvNjyI8FX9qbk219CNrWYB4FTC5Ukcuk8OKRg3jooR/LMSr1otoweNWjBVZfe87Rc1TzcwgjVCpzsue+jiJyJpWZDmYqFdQCsVeVsDuKfpnWzskQgVXWRRTkVCJToZxKyTVmsFE6RXieFKjG9m+lpBXvCgVPmw5sUymJFUBUwJKbAPS95Bz1PHWtxa0kDNGf9vGBd/vYub4CK1AK9XrNxpLj4YmDBh58zMLlGxt4y40GBroDJNM+aq6G0CPQB1K2UuYS7ruBgUbDhJUCXNPCwWMZ3P+tWUzO8f37cetlmzE6eg7JVBaz8/M4MzmHJVgSIBXSJsJVVhwNbsD4oahx1YYMlZbKd5br4mJooZ7uh+ZV4M2NwQhU6NnPe6g5RaBKFbBSnnIjhbXhZhFhczTvotfLv1uBWRFUjZSz/JmMYUMTlabP+ZpOwzcSyHStxe23XI933HUr3HpZHTsdUgmsc2n4rouMbiFpWaiGHpq0OuD49BuA7yB0mvAdT9Twru9Iaz2DrTLZvGyUcM5xg0CU41QwE2TyIsg85Cqg1iIeI6E01aE87pmFJYyMnIbjtTbixB3AlDHE14lNBEE9vb4N2i1QRa9g9krgyvc+dXYSHR1FZNOc01S4G2pTrzVmxW6Am4A8Fk3H4sICEoaGdDot9eDvSrX+h/jXT336jfhvofgz4grEFYgrEFcgrkBcgbgCcQXiCsQViCtwSRWIwerrlO2G+37rwk8ipSG/oRvKH9UyE/AZZhSGGFq1CjfdcD162tuxsDiL5/c9hSd++hCmp8+hUMihs6sdqVRS/P8mJiawtLggrZS6zlbZFKqErMRnuoadO7YjkUrixOhJaEy1djQUetbhjjvfgquvuEJaweXGNvJulLtltsIqj0He4FKtpW5mVbu+rlkSsKPa/X1RjjEgZd+h/ShVKujo7EbDaSKbSmJpaQHZZAqe6yObTaOjowMBgYvTEAjEBHdRwjaaF1SxosAMCG154+1KqzpvxgltBO66jgAbx/XgMXiJ32eQCdt5Az5fQaLoj0ffyih5W0SB/EyVch6FxETI+yInUcAkChES+Eze1QIir7rMhFkKiSmguRK2iHq2BV8iiNtStoWSX50QlZathxheuwY7N+zEquJp5NMHoVlTsPwqgloHFhrrMFnfjJdOzeLYy8dEYcxHBIAsw8ddt9+KDWvXol6utKwMCOlMMDx809YBdPTk5bzZ6k31IBXQDIdRzci8rqaCkfUSXnjo+zj17NOwqk3onqa8VgWsKlDJ8cXzpd9lMsXgtJTANVpE6Calr0y5h1gCJPtXoXfzNujtNhy9KqU2Qio0W5CuNeaoaYwUqwIRxdeTkEaNRcKUnwdWWYOm62O55qLp+cjYBgqZNBJ2SsbmxUfL41JapTUUclm89MQzeOI734NeaUALAvzXbx64pIXvnnVF5BjgZeqwxDKBc4UnaqCYSaGnLYf2rl74mX6c9/KYqYUC606PnsR3v/sd1SYtnseEoxdD4dRFjiDWz4d4aqCSxyr1JMFqZz6DznQKpVIZ8/U6AjMpGylu02HxFbxt+QhHwDnyVM1msgJWCYkzqaTYSnAO8hipROSHWbYtc5HjkPOZoUf06BX/z0ZDxqX8mwFFnM8yN9Umhjgm1DXcsKeGX3xzDV02AbAvgNT3NRw4qePz3wZuulrD1VsDtOV9uI4BnTCfilWdnpw6KpUQi0suxuZDnJ+gy4SFRhhioWxgegniIbwqa+HXbtsLix7EhQJmFxbwytgkTtdDzNcbqIgFgqof/Uh1CQdrbci04CrLayYSWAxt1NO9QGMJ/vyYKuOKsMGVCmq5bLyaAvWbYhdAexfh0WIL0NocaDF0tVET2QJwmWkpWrne8Hi4mcEWeG5ANRpS20yhgJ1XXo1Ve67CYFc7tm1YDc+ptxSvBmxLlxqwU4AevIS2TQmrI0AP1brJzRWxNfbF2oWhXxxl9EpOp9KyUSLru0ZYHoXz8fdD5Ber7EaiB8+Dv5c4lrLFNpw5cwbjE+eUVQA3g6iwpy9vy9gi2qyLVLoE9RxDK0PS+JxXRsbQ292FbCYlimyuPmJL07IRIeDm82gDQEXv9NQUMkn7VWA12tD89Cf/7pLmePyiuAJxBeIKxBWIKxBXIK5AXIG4AnEF4gq8ERWIwerrVPn6e3/z/6Oyk5tvja3gFty6K6qhnTu24c7bboFhhjgzchwPPvgAXtj3NPLFHIaG+gU0TpybBFsur7jyClSrJezbtw+VSkVugD3fFQ9Wz3NgWwauv/ZauQHdd/AAauUauruKSCZzWKjouOWet+Nd99wn78k2TLlZbnFAcfqjusqnSoqwhwBVx/z8AspV2hbQ05Q3uAaSmRzsZBbnTh9HrVpFk+EkLQVTNp9HqbQs77N6aBBDQ8PyWmknj7KemLnj0jfxolKPN8qiZmTgDlVltCMIGFWi/EOVN58CqsqmgG3gdQVTfV/UhwSzBM71RlWeS49CuZH3VfuptKJGqqnWz/kZEkTTggMXW8gZFEV1rGpjjR7RlwJWVwDVlX6Yyt9TPXOlSi0MPfihCd33sWXTemzavBMdNjDc/mOcOfs0Dk/YMI2qAMAdq4F641acrW7D/gP7cXp09EK7Ms+jLZ/CfXffhp7OLjSqNQGSVG/R39HO6Ni4aQC5IkFJUlrrQ400SYVfSXs2oaXO5HFdfCNPH3wWh37yfQRzc9AaHhKajoRhIplQbdLi/6hRPci2cUvGnC2KVUPAKs/XsEx4VIkmM2hfvQFtG1bBz2nw6L7INuIorOoClXk1WGVLbwRVXw+sRnVtNH0sN1y4gY9cwkI+lZKgHI7hldBH5hyvBRVylgXb9fGtf/kc5k6eQVo38CdfeuaS1smtOQO5dALFTAJp24BFtaCl4Fg2k8aq/h50dXWhFiYx5WVR1dIw01lMz0ziG9/4mnhcCgQm2BOD4RWPFWD156lWBY2Lk4K4G1OMjGxCR08hj0q5goV6QwKJCF4dAnmCW2axteYor5kaB2x5N5FOJsQ3N5NKwTJ0OISpYYhisSjrRKVWk+P0RInqicIzGgcRfBVrE9obtCw9JNdJCWZl/nBDodOu4cO/1MDmPgfLJSZZqaClZ18O8bnvAsW0ie2rXeTzBuoNQwLZmq6GpaqO5RpQdUJUm0A9yMBxGzIeuYDx/BnpRuuI/lSI37r7WuRdB7ZHNaaHhbqLI/N1nC9XMFtvCNAlZPTYYk7rCMLE1voTteBT2TrR0NBIdUFvLCJYPCchU5rW8saNvFVb6m9lVWKg6Tawc8dWAZanR05LcJgKJlS+wq9VrdLi4NU2Aq0NHhJlvtJpwqnXsKp/AO//tV/FFdddh1o6gdBrQmPwncBGBeYJs7lmi/e1WIJQ5elKKJ1O4E11qOfA4wYV11+PClzlL8trmkgmVC10UzyAo+WNteHvCrF+EIWzCj+LICe/JiDt7OoRkPryiRNYLpXkPahepqethO6Jn7jaLFPt+voFe4AIrEabkEePj6K/r0dU3rTaiJTP4pMrFizMsqIPtyEbbucmJtBRzMnvSb4/Nwf5O4LHHIPVS1ri4hfFFYgrEFcgrkBcgbgCcQXiCsQViCvwBlUgBquvU+jr7/3tC2Bt5VMIJwnByktlXL77Mtx5282wTSYkH8bXvvoFHD9+HHv37kVHRztGR0dx+vRphIGOVDqB9evXSZvpiZOvoFxeljZtAkTeFPMGksCULZCpZBrNhouazzbsJDrasmBY+vSCjw998A9xzTXXqAAjV8V0K/Wqclfk+xAAZjJJTJyfwAsvPAcbywIYqQ40EmkYySJq9RBuaCKXNmEGDkC7AKoN7QycZlPayAlmiDyolGQIDuFnJl1EW6EoadABg2JavqF0OSWYoQ+ix+8RsNqWqApBFStbl9n66bfSrA2lqLr4UNYFcgMvAFeQqMCX6DMEtnoKsir7AvXvSEW18u+oPZUAR1qaW63NERiI4EDUmv+q9wjUcahaKoVuBGzrTQfbNq3HlZdTPZxDXpvEYMf9+Mz3l/DI2DqEiRLuuOajeMva57BcmUa5uR3nz5/H/oMHBF7wwWMb7GvHfXffgUySnqxUhLHZVxcFVypnYWh1H2zbhG4kBCiy95pt1AJxoLxvVduxjmqjipkzxzH69MOojp1GWKlD9zykTBtJSZE3YUm7L5V1KtTM1nVR0Rm2LYCQDp6EdJQYeoQ6hQIKG9Yjt3YVfJtWE40LSszomkmoFdV0Avc18Ur8/wtWqzUHyw1HtGxtmQRyKabFp5RKrmU3QLAkwMl1BQI7niftxU//8CG88MOHkPaBj33h6UtaKj/w1ntw5MB+lGZn0ZY20J4nmLSQtgzYqTRS+TZRki9VKsh2DaNz7RZouW5UqmV89atfEpWnqKEl8O01h/AaxerPg6uESz7tDAiXjBApM8RwN9+/goVqA00YyiqAMIwbG9Sat7yHWZeoRryuNq+vZUHnRkYIsYGgpUgyQYBGCw8mwddRa3J9oVI1qQKFxNuZx+G31Ob0mjVaKm+OCWX9K+PfMqA3XLzlWge3XlmDQ99NR0faAp4dNfHpbzuwwh5Y4TIcKqt5vLQtMeixKUl5ovan32bgGbBtbgSZcJn+rhOw6dBDE1u70njvDTuhlUsoECY3G2IpcGh8Fsu6gcm6g5pHxbwjKnnbTLVU0uo8OIYLhQLqvo/ji3U0U13QqjPQStPi7QnaarQ2TsROo+UvKxDTDTA4MIA//dM/wvzcDL78pa9g7Mx5FfLkO69aBy5c8chPuAVdo+/TOsOQueqjVi3hnrfeh9//4/+MUrWm3ovrlqt8ulVam7JyiVTJhqXGPqEm11CuvV5TteITdkr7vqnBIAlvKfklpMykRzFD5Bh4pwg+YW2kzhVP2Ja9A6+9ePTSFsb1kKDyOZ3G1Mw0RkbPKo9Wy4LXbF4498jDW7Xr075G+WHz/cWft/U4eOS4gNVCNiM+uzw3gmE5HqmVmtfc6Gs6LsbGx9DX3Smfz/eh5zGPi9c0BquXtMTFL4orEFcgrkBcgbgCcQXiCsQViCsQV+ANqkAMVl+n0NffSyuAlvoo+ruV+ry0VMbm9Ztw7523IZvW8dKR5/GNr38JlWoJ23fsRHtbJ2ZmZnDs6FHlQxoyqIPtti4834FlqYCiljGq3BgTGlFpykAqwimbKkXiCAuoux6K+QI68iamZnX81m//Z2zevFVMGMNW4I26Z1VKIM1UaqIDB55FszqLX7prE8hvqg0H1WaAU2NzOHBkBMdPn8Sbrt+DbesGEXgO6k0frpVFzc/h4UeehOcs4crLtiNlG6hRKeY2sVwK0TewBhs2bFI3yCHTxNUNs2/aOHduHAunXhGYGiZSsHgsto32oXVob2uDxhZ/8WwN0GhUsbQ8J+ozHrtFv0/LloAZBOp7BFCECGwFNywSV19UVZKYznNttb2qeG+lBOT36TsoqdJKEyiqTGmfZ2t9GGCxVEa1WhOWQXBBUODpIrhFs9YUwEfFrNgguMqHlmrZXKaI4YEOWMk0GpUEhvOjSCX+BZ/4QQYHa+ugmYu4Yff78N7hlzG3aGKx1iMBYvsPHMD0zLScD6H4+jX9uPOOW6Vll7CZisKQ4VAag5PyGBikeozn2gJdRJ9UCDK93qQKlco0wqQAs0tLmDl3CqUTz6MxNoJwuYKg7sAyNSQ1W6A428QtkzVTTb1G4MNKJmDZCamheLsSlLAFmeo2Jsz3DKBz6xZYXUmEVgNhyxNXzQpBfQI/BC9y7LXAqrID4FhU3rCRL6xq7VUK1KVKDcvVhnxWRyGHfDoNQ+OxqLbuSAEXQUmlmAWS+QzOHnsFP/nSV6GXa/ivX9x3SUvl5//5M5gcH8OpYy/h1NGX0FicQyGtIZ9JoUqbi8DHYG83tm7ZBDvbhlnXQNnqlFbsr3z1yyiVSyqMSawAXqtYXdEmvmLt4IFGFhXK91Ylx9NzWA9c9LYV4foeSk1aJHADgkpaUyliRZnYqrOuyeYHa8lgNM4pVofWDgLMTUuUfzwuWnZw/rh+gNJyGb6EKiXkvSSA60JIGBWEnlKlywWmRlIk+koxbOoIXRc7uhu49+YmMhkNXoWbJToePgb84AUNeiIDM6jBF1/SEIaf4DaCCsnTuE3CelmqIuJNKi6vYsMQiK1AiG1D7Xj7VZvRnJ9H0TKQs0xMzizh2MQ0zI4uTDdczFe5FrGNnO/BdVQTP1keZzJho61QQKnRxLEFB41kG4LyFIzKHEx6BVPtLWpOdf70thY/1TBER0cn7rn3blxx5S6ceOUYXjzwIo4ePSnKSl4D1lx8plmnlk2IihRTliui+qbvKMcvJ3LI8MAm3vbud+Cut94NLdlq02+qMDGDa1Kr/tz1IDCN1KWi3OZa2VL4N5sErFyflHqW7J4zUAu4nijrB1rJCESFhkwyDdPg/Is23dSaSV9hU9S9LffwVvAUz4G2IvJ9Q8fo2XHUnCYMy4bv8HeSUqtGwVWRMjjyVlWAtrWOeh5GRs+hWMgjQ7sNem3Qc1Za/wmzVa2UN7iOpuNj9MwoVvV1i00J10PlcavA6t//5V9f0hyPXxRXIK5AXIG4AnEF4grEFYgrEFcgrkBcgTeiAjFYfV2w+mF1w0wVYUCFjVL91GpV9HX34+33vQVtRQuHDz+Jb3zjywIN9t54C5oND+NnzqFer6JWWfk06nYAACAASURBVECjtgTeFLPVPwhdCY9iKArvjAnOTN5kthLpqTYS2CE+nypF26GKNWEL6Mvms8jbIZLZTXjv+z6MjkISGuGqbqv0eHlPD7B08ULd98yPsXE4iRt3rwetGsUzUAvx0sgEHnjkAKrLS/jge+7AlvV9AiADx0O6Yy3mmkV85CP/BetXufjtX/0FFLMWXNdAtVHBo88cRWiuQu/wBvFtJWyjaMrUA1T0JJ79wQO4+qmHsFu30AhslEwHD1FddcebsfOyK5Q9ABVX8HF+cgSVyjmYDA8KDTh1D6OzZZSXlrFudSdyyRycZh2+ZqHqJrFcXUQ+qUJXNDMBi36tRlrCmmAwQTzNvHkBiD2dQwIa+Fm2aQs0rTUbSPoQf9nT0+dRrTpIpBKo18vyXFuzUCim4ZWa6B8cQCKdguYFaDDQh2AJPpJhDn6whGpoImyksbXzSVSrX8af/2QAZ8M++GYKa61x/N4VHmrhO1F22fbs4qVjL+PkqZMqJd13sGfXFlx/3dUCkwjn6EfKy05Q2jfUie7eHrGLII4iuFZeph6y2ZwoTempyIvOtuC55QrOjZ3A0thBGDMTMOZK8Akt2d5OH1YGB1HFSAjNgCpNgQ3WUb1XS/Gom/DgK+9QzYZnJZEdHkT75g0w2vLwNVo3sDeaveG0dSDca4FVBlexBZlt5pGaVqcKlyFJCgiJYyfPMQgwVapI23vSsNHd0Slt7Dw2MeX8OQ/iIkIsI51AeXoGP/n8l+HNzOFjX3j2ktbJv//7f5R5RcDYLC/h+P7ncPiZn6JcrsE0PWwdase2gS505HLwrBQWkMJsclDg1Nfvvx9z8/NyngL5XxuI1KL7BOGR/2cE3JQ/KjcNFMDkpgIBEr04c4ShCUJPtdZESmmlmgaSyYSoILkBU61UBdgbli5t4Xxffp+gPmFbUk9C2kglzfekElCFgSkYqYCgAtZUlUrgUhTXF/28dW4MyHJ9YDBTwbWbKljbm0BSdzG9CPzwUICD4z5Mi8dnIqCZqd9QmwI/57HC3VgdQ+szCPWGCkm87coNyPgO8skkTA04+OLLqIY+ij19WGr6mFyqwCH4ZZ0Ctqhb0C1bNh6SlonetiwWKg08ObaMZqaIsL4As7okdhb8KDORUu3znEMtBTkhX19XB26682Z0D/dhevQsDvxsH6bmlhAw4Kx1jJHiPTottu/L3BRbFxW4JuMdQLNRF9X+H3zso9i2fQvqtZKsTbQ+UedNfK02EeR6t96UV4aAle/Fa8/OhCgkK7LSkN8hKtdPteZTi9tS30rLv8xDQ4IMuZHETgl+n966mVRGfs9EmxzcYJJQNMPE7Ows8oU8yo0GFkoVgLY3Tdo2KPgcnX+k9I2+F9Uj2hQhOI+8eyOFtZwL7UhMU9Yt8Y+GJht6oyOnsGZV7wUVtTy31cHwd38Vg9VLWuTiF8UViCsQVyCuQFyBuAJxBeIKxBWIK/CGVCAGq69T5uvu/Q3BqoRFkg6tWWg06kilM3jLPW/GxtWDOP7yfnz9/i9gYnISb3vne6AZGYxNnEe90US5tIDq8jQ0r4lGvYqFxTlUq0yADpCwbbiOugmP2jF5GBHsUoExSv3kBh6spC0KtFXDw+gqJHH0+BRuv+PduPGa6xD6dWi6LUo0CT1hSIgWoN6oYf++n+D6KwfR19GJw4ePoFJexOVX7IaR7MCn/vXbMK0Q77rvRnmPpdISOnJ5WKl2nJ728cUvfg3vuG8X7rjpGkyMnUW1qSORppoIWKrlkW7rluZ1/lvEWYaFSt3Fi//+b/jNl49iUPOQD9IYRx3fM1M4/663YvvOqwQyUrVkNZuozh3F8HA7PI1qTB0zkzN4+LkjmJ1fwvt/+U7kkwbm52fQv2YP9NRWfOp/fgLXbM2js7NLINHi/BwOj0yjUqrg9us3I5vrwPzyIsbPz2LNut3IFdoFSKSsJF44fhQvjo8IfKC/qB/6yMFEXwWwwypqgY6Gm0AlawJpoKujE0kGOdkJqV+S3oykPAHhAuBoJqwgwI7+h3H8+I/x54+tRzmZRlAzcfnqcXxobwEzpbeh5hGeBTh+8qSEWGkalYg+rt17GfZctltacDnGCFZVUFWIvuEOud7j586pEK+W6iydtNDX149CvihKO1Hl+r60q09PjaM0OYLamZeBmSmE1QbYjmxRoWgpxaqAVWkTVipS8egkUGm1jlO1KlDfUC3CTT6vWETbuvXoWrsOZldRPDeVCptqxSZTdESJHYGiV/lNrggOE6MKaXdWwGS65AkcTFkEq+1IJ9jSrawQfl7rPMEqEa6RslGfXcAjX/oqmlMz+MjnnrqkhfLv/u4f5LOo0s2nE5g5M4LvfvMbWBo/jYGuHNpzJjoSBrqLbUgXCvBTRcxZPfBSGXzruz/A1PlJgZyezo0CBRCjQB9+zTkhs3EFxBbg1lI0Sh2o8APHkyNK6nQqIQnpEcSKbCqUEpBqVZbdRy6dkc2Baq0mNgEqyV55V0pokXjrsk2bfsYtVbF4a7bay301bpTSXI5cYKt4Zrb8PlX7vjongW4M6/ND9GUquGJtCR2pEMWsjrqXwHeebuDoFBWYtowrbrRoQRNY4We68iK9LlgNgaTm4b7LN2JbVwpBrY5q3cH05CR8y0Y63wZHNzFbrqHRgpmmiOW5saL8gjMJG0O9PeJT+7Xnj6OWLML0qrAbFdk4En9PWmxIqJ+yVIhgYULTsPOayzCwcTUWxs7hxPNHUPUDeFS2eoThF2E3Xy/gE8pOgRBRPLO5ccRlwnNELbxh+xb8yq//mljDeE5NbDnErVg2mOiRq17PR6T6jD6H64+MHyo4VwTfUaFKmK5sU5SPAN+P15o1YFAi/Yr53lxfuBlIKwaZVyGQTqaRz+dlU4XnXq3W5WuOLXYc8HdcKpfD3GIJvm6Iaj8KklL+2Oq9ouOVMMWWojUKVLMtS8D/yvPiz9wgkBq4DjcZHalfveni9OlTWLuqX8F9KllbFiz8+1Of/NtLmuPxi+IKxBWIKxBXIK5AXIG4AnEF4grEFYgr8EZUIAarr1Pla+/5oLoRDZTSk0pC+nTecONNuOqyXWiUZvDNr30e+w8fwLU334ZiRw/On1+EkUwhU8hjaWEK9cUpzJ0/g5mZ8yiXS3CdpqRzExJlMhn5ZAlkct0LASjSmnvBL9Vns7UKG0qnsHPnTnhuHVMzs+jt24Jff//vQIMDU1chIzxYA5a0eE9NTuD4S4/hLffuQM7KY3pmBr5XQ2d3O+ZKOj712f/A6kEbv/SOO7FYXhTvv85cCoaRwqP7RvHYkwfw4V+7DTs2bMC+Z5/B+clldPb1YNv2XTg3BRjpPCwx66P2lO3+KYxPTmHxP76C94yM4rizDN3OY6EyDatnFRof/HVke4YRBLooa5vLC/CDMQyt6sK56UmcGR2FEWoYX/RQWpjAhz7wFliuhumpaVjFIQSZ9fjKVz+NX757O5KWheXSIqrlOn787HEeAv74A2/FiZFzyLYVsVxxUW2mkc4WRWlKOPrFH38PBxfGYeXS0JsezJqLzZMVvLfk4qbQw1LvBuh//If4+8d/iB8efgTZ3k4BFT16Cm+79hZ0ForSokq1aYAkAt1AKqhjx9D3cOTg0/irB/rhEArULNx3cxl37NmEc0s3SBo626JHz57FocOHxP82Yem47ZYbsGnjOvHSpbqMGE6pCTUMDHfC9TxRuPJ7/Jrjoq29gI0bN6K/tx/JZKrVkqyjUi9jYmICtcV5NCZPYe74AWC5DK/qI2VAwCpVjLSXsFtgleq0COQLOKNHJzcRODrFlzGAb+hoWgnYHb3oWbsB+a27YSaTcNjGTdsEqlV9jl0FXjj+VI68oEX1JyQk4ZhW3r9UZzabdSw2DTQbDQFhbYQ8li0emISd0WMlYOVQYxu3lbFRmZzF41+7H42pWfzx5352SevkX3/ir2HaCWl1rpRLqCwuoFEp4/gTD0KvLyKd0FFI2Shm0shls+K5uqQVUc+34YFHn8HoyJh43rqGAwNseVeP6JiZCk+wGqWpR8BZYBShUQs00yOY6l+WjYp1qkzZ1i3etS0PVL6vTG/+XxAKJKcXJdvSNQGrClpT8SsgNPLLbSnhIx9M2khEwVcRTCRQpWZaBWppImRVNgwKIq4Eq/z4gUINV6yrwmLYnhGKavT7L4QYWeSYMUU1GlCVCNpwKPXmax+vB1alXdzzsLk7i7dfsRp+rYpq3Ud9aQ5uoMNKZxAYFmoMbxJAZ4mPMDeUHI+gz0A+m8Ha1UOohgb+4Uc/w2xI1XkVnZYOp9ZQ3smGsgHgHgLBJR/iyUwFfsA2fQ92woJJewwzIZtgVMayFpGKlK/h1wk7LTWr1Wqy8ZbL5XDZZZeh6dSRyqRwzY03om/VoAQCaiHBbohk0lZ2KK+CqdxIUxYFBKkRuJW52ALq0biQNUHAqke5qtgQ8Hk8hwhyFgodKBYLonKulMsolctqXrfenyC1WGyXOigPYwvNWh0zs7MCRAfXrMXk7LxsmAX8nBboXKnYXdn+z/eO/Fc5zmhR4TSVL230PH7t+FTPGvA9hhV6gG5iuVTG2bNnsGnt8IXfidE84t+f/Iu/vKQ5Hr8orkBcgbgCcQXiCsQViCsQVyCuQFyBuAJvRAVisPo6Vb7m7l9vKXw0Cc6pVGoYHlqNu+64DT3tWfzggW/gh9//HgaH1+Gyq69D3WU7r42K42G5wpvoJsZOHsHIKy/CdRqiKqLqi0CEoIYKJyqJohvPqIU0gl303FNtlq6ooKhI6u3rQ7E9j7m5SWQzvfjl9/0u1q5fC69Wlw5qIhWqGKlmGx87g9LCCdx12yY4CxXxLu3ozKNSq+K5w2O4/4HncPOeXtx723XS6s5WWjg1pBMZ/Ou3H8dLp87hdz54F9b19aJRLcHzTdhpGxNzDSyWs0jm2xG4hEpUGYaAncapkeMwv/1v+M3JZSz6Hso2U82rODO0GrO/8svIFvtbYTg+GgvzsBPTGOjrweTsLA4f2o+B/gEcO7sI21vAe95yMwxHw+joGUws1TAy52KpMo73330dPDdEw63AgI3vPXEEhfY0+tpyePzxp9A10IObbr0TiUQ/Gk4AokJirM8++C2cNeoITA2icis1cOdEFX/a9JFdmkdlaDfSv/+7+L3HvoknJ47AKhYQNB0MJQp49013ot1KSW3F15QehwDSfg07190PZ+EAjpxhe6slaejr1+sI9VtwurQLblMTkDZ6dgwHDx1EELgo5NK4+443YaCvVxRlBELKBoB+kzp6BvLSwk3IwU+qNxqiEuW42bJlKwYGBiTgjMo1jpFGs4ZzE+cxv7iMvFbH+cNPY+7kK9DrDmwBdgYS9N9kyz+tAKjaNdkGT2lh5M3LFnP6TdKWgErtUABUg7rkZAaZjm6077gK+Z5+OFZSfDQp4GXEET0TFTgklFMZPCJOlSpRZxoKUA01ekG6otyer5akFrm0LS3w9NflBoG8wc+DcUL+DCSzKUweP4Wn//0/4C8s4Y8uEax+8hN/Dd00oZnKekPqoml45tufx9zIUbSlU8gkDGQzSbRlsxL45JgZNLJdePTQCRx46YRqozd4frbyIV2pWmVNRGX6alAsz6Mfsai9PYQtJaQXKNUvgZsEE7Xmf/S+Sl3JoDplq5BmejoYfsXXKXUp273VVwqSWjKuVPhatK4QevERwXqC9Ogh3rotf1u5eq1QMmmb1xl0ZqAzuYztA8toS1qwLQ+leoif7A8xVmHrOc9ZuRob9FX93wSr0WhJoYm7dq3GUFsG9UoNXnlJQr4sbiYQhuocq7rAwHQiiaSdFH9inksum0d/Xx9cO4lP/eCneHGmCl3z0Z1KSEgc4adm0R7DFnW4tMzrOur1Ohpus9WKrlrxlWWLGtcEq6rGhgr4akFR00hIrTdsWIdMLiObCH19vRhc1Y9CRzvyHR1YKpcFblJFnLDoc6pqrlrkffFupppY5qP4tJpyVbgeEHzy/SWsULypW96oom6n+l0ZCCi/5YshZITtbcUiOjs7xVN3aWkJZYGrravNOhqGgOA0FdCGgYXZGRlLk9PT2Lp9F5aqDVTqTstDWIUIRu35K32QozEaBf7JMZu0IVCgN1Jgq40jbuBoauzLWNGwsLSM8bGz4mnMTcyLMFZ5rP7t//1Xb8R/C8WfEVcgrkBcgbgCcQXiCsQViCsQVyCuQFyBS6pADFZfp2xX36XAqkE1KKGpYeGWW27Bnu0bcPb0S/j0P/2tKFiv2HsDPN1E/6oBpO0kzk/NiDfmmdPHceLYAbjNMtKprMDAnp4+dHdR2TqB5eUlucmW9OMwEHWP8l5kyrgKApKbV2nL1lCvKx+8zsFueM0aEJq4/a5fxB13vA3N8oI0SkNTatjQ1HDk6EuoLp3FvXfsROAzFCtAs15GR0cbfvDI0/jR4y/ivW+7Clfv3oRypaxasN06DDOBz3zlR2gECXz0996FsF5Do1aGZqRhJDWcn2rARQ+sVIGR1RIIQ1VtYCVw8NALWPPg/bh9oYSlUEcXW2gbLp7Ysgbzv/orKFrtCBwXgRFgcWYcqzsdeI6Dl0+cRmdXARvXrsNnv/Igtqzuxu237MTC1AzKlSXkuwfxjQeeQjob4u6rd2F6uoxETkch24Fv/eAZDA3ncfX2yzA5OYfJuSl0dA+is2szKjUfCVvH7PI8Pv/IA5hPBHDrNVipNBLVBt5/toIPOzoONamIy2Em24Z/Krg4N5yB5vkwnQDbB9bgzdfchLxHaO3Dp+2CXkfoG2gzJ7Bt7ddQ1MbFi5eg12FrPNI4ePatGKtsRuBRcerj1OlRvHjksMDE/t4u3HPn7Sjkchc8L3mtJfxG19HWaaNUKmFpmQnrCqgQNlDlvGvXLqwaXIVMOiOKWoIQr9nAuekpjM1MYbC9iOb4CI489iC8pWlYDoGXBstQgWgEiJIkb1qiuItaehUYVVCV4412AUQ4LtuMGZRFgLVqHdqG18Ho6IObSAlYpDconx+1kvN1asyy1VpBKcoxyYxs25LxWalWMDF7AoHfRCGXRDaZEB9cQ6MH8Ksn5AXlmgAuBVZffuZ5HPrxw7DqDfz+Z5+4pIXvE3/1CQkPErjaagsnWB3Z9wj2P/pDdCYMFHMJpFrgN8vztZJwjAL2jU7jocNHEbCeokBV/qQraymK1ZY1h1SgBSwjJSqtAgjJCOwIRxnaRZrm1ulbexHSXlDASnhXKF7ABH68hjx2qoJp+XDB21I5pkpNBKxe8Ewl3A5FSUiQT3sKUWC3/JxJw1U7t9tqTW8pl1tqyKSZRmgE6MnWsLF7GRlDRzodoFQN8PiLGsarhMEhmLPFczPErfV/X7HKceR6TQy3p7F3XT9ycGXOhq5S+3MucIMgm0oglVDewclkRlrZubGUTOeQz7dBT2fx788fw3f2HRPunG1ZJjhuE5qlfGz5h57FfHC+sVR2KgXN1OHVG9AIKj1XFLhJtsS3gqYiCxe+zrYSAkdXrxnGr/7q+3F69BT27XsO+WIR2y/bjVWr12CxXEZ5uSQQ1NJ0ZHMJOV7xQG3UlSWHacpaIXYOpikbKxwiiWSyBVOp/lbAvDV01LVrAV+Bry0lK2Fms9kQQFsoFNDV1SWbegsLC6hVKzIP+bP5+QWpQV9fHwr5PE4dfwX5QgEzc/NYt2EzjEQGi6WqBI9FY3il72808V77PdkU0NXxRKpnPlf+7au1gup1AcFUZ2s6SsvLsCjNjZ7X8pWmCvZTf/WJS5rj8YviCsQViCsQVyCuQFyBuAJxBeIKxBWIK/BGVCAGq69T5b13fFCpl+Smr4r169fjvvvejLRWwxe/8Gn89KlHsXnbbhTaejG/tIxcLoWO9gJsM4G5mXnse+ancJsl5NtScJoa+noHsWXzdjz77D6US0soFPJAoMKsqJbizTBvtqU1k5529ElMJi8EgFD4xiASk7DHtJDNZLBhy1V436/8ATRnQSCVoWckEEuzdYxNTOLw/idQyDto2kWxCDADF9mkhvGJaYxPV9HdU8CmoS7xA6SPZ9rQUPeAJ184isD1cNebtiNBAGGZCM0MzJSBsAbk2rbASGSBgN6QmkChhg4c/PHD2PTYA7izEaBk2Gj3G1h2HDxy85UovOeD0B0TOj8raGBsZgS7NxYxe34OR145ge3b1qOvpw+f+l/fwj037sHm9R2YmpiCYZlo6x7EP372W9izZw2u37kazz73MnLdGQz3rsLX/v0R3HbbduzdsQsvHTuBRD6H0M5iqZSCr2VgJQ0cHjmGbz73OIJCStS9qVwW1uICfvv0Mt5XN3HCXcYaM4UnzQD/rasdS8NZhL4HO9Cxd3gTbt9+JXQmcounqQnfrEPz0ujNH8DGwa8j5Vbhm4DFjlk9ROj24Nmxd2DGWcWodTiuh1eOn8DRl48KUFgzvAp33nartHRHwIJ/K5CvI5MLRK06PT2FucUFGRsEFN3dvdi7dy82bdyEYrGovDGpdHVDjE2PY2xhCkNdfejyfTzzwL9h8uR+2PWkQE2+Lz1W+YdQjv+WRPRWOrpSlVGaR3pDgEe/TEOgR2BCPHy1XAGZobUorN8Gq7MXIf1CBfzSCkCBQqGD4tmp5o7yVaXq20I+V5TWZI738clDcJwqChkLuUwSNpV/IdPDLwgwL8xMgYtCXAnOknj+ocdw4mdPIxOE+N3PPHpJ6+QnPvFJpbA12MKuVIgMM1oaP4GH7v8y0m4FnXkL2XwG2WQaWYZryfkU8MpiA9/cfxDVQIfJFnS+RwvURSBU7DFaYDX6XtRGzs/jz4v5AkLfRaVaRWdvF/SEiROHX7oQZhSNDdWir8CtSL5VhQVsWwkLoasClKIxpGkqUIvXOHqPC+DeoFEAwdZFT2faEvC68TUBbQlaYVbROfHvpJFGaIboLzYwnF+EFfrIZIFKDXjhVAJnyjy+QLxieaz6JVgBqKESIDRsWX+2dyewszePUrmGpOYrf2BoSNom2nJpZJM2LIvXzUIylYZuWEgks0hnC0jm2nBoqoJ//O7DWKyUkbZ0NF2qJAlK+ToLlmXLGqva6n0kslnACxA6tBJpiFe1Rv9Qhou1VKqskQSFtYKlbFNtjhGO79q9A4ViXjxzy/U6dl1xBYbXrhMlea1SlWvtN5vo6CyIUpSXs1apXAiPq5Ur4n1KBWu1WpXfB2LfIBsdCgSra9RSIAtYVeMiCoYj5KWPdbNBawKGTulo7+jA0KphOU+uKTzetrY2TE/PYG5uXsDr0NAQThx7Sc7T80P0D61GsbMXC8tVuD5V0QreR+PptcA0sjHhz+X4uAHQen5kBaCsAqjKJWTl74EAdap1bQWn3UbjwrlJIFcYyjH/zcf/r0ua4/GL4grEFYgrEFcgrkBcgbgCcQXiCsQViCvwRlQgBquvU+Vr7vowSNM81wfvK9929z3Ys3MT9j//MP7h7z+JRDqN9Rs2YG5hEfWmo1RHlilqxAMHn4dTr0vrNj0RQ60P73733Xj88R9ibGwC/b0DqFSXJCW63nCQbevCnfe+A5u37RAv12MvHsYLTz4iQK3Gm82QXqseXM9BAu3oXdMuuTDtuT78zoc+IsyJIVf6hRtZgjSJJ5LWXraFer4D322Cii16blLB2HQDsQZwAleSqqmoIlej0pCvK1XKUh1aEfDmmMcyPLRe7Ayi9s4ojCf0azh96iQmRkagOS6Smg6PLey2jTW792B49QYJ9YLFcBsNTz/zDOrlMfiaCa28gM7eTpxv1DH2yglsWN2NQkcvG6yRT9koNX0889wB7N2zGdu2DOLoiyPoHexCYGt47KH9uO2Wq7BpzQCqdcKIPBw3jVrNREiAkjHx2L6n8dih54BCCk23jmw+D3NiEn8w7uOOZgKvhFPYbPXha5km/rmzCaevH6HrIQsL91x+Pbb1r4ER8LhDMJMn6TTQ1/40VvU9gYyxTD4uMeBeoCGhMUgswHhpN45NvgmV0ITrBjh64EWcOjUCx/Zw+ZZNuO2GmwSG8NoFPoGJCcdtoK0thUxex9zcAmZnZjE1NSNtvPPz8/AMB3fecSeuv+5GdLR3wdLMVgAPcGZiBFNL0+jtHMCGvtV45bnH8dMffBX58jKTtqTNX6cNgs5jNCRNXnwcJQ3cVoq5QIUaCZQjNBUlqmpdJ8RjqFWQzKNteDP6tl8Ou2cAnp2C7qnUcNcP4RAeUQ3pefB8V4Xj1KrS4jswMChAh2D19NiL8Jpz6CwmkLZTSBopNe4EyBC+0JaAKmy2P+uidDMZsBM08Mz938X88dMwtBC/+y+Xplj9y7/8y4swVFet92LHoQV48ttfQfXUAfQU07DSKbQXisiYBsyECYtzBmn84NhZvDQ+A50Gv/SnNXRRNHuBanEmPaL/KdW8GTuJbCotta1SAe65SBWKsmnBQCMqvnuG1sNIdeDlZ38mzzMttptfVKLS39QPCBdbQVlCuFRbfMjwM1oICIBm8jp5G60AFFiN5moEVy+ogCNY21LUKtuAi4FVK1W4lmbDtgystcq4dkMO1aSDucYsAs/EC2cCnC8X4NYaMEIPLpWxlinjIFJjRi3hPB4CUraJUzG88ljYmi/Kb0JM3xMP58t3boXmOcjMnEc+YyCT8pFNGWjL5cVnmOp8AatUrVoZ2GYaqVQWtpWEq9l46NCLePLkaUyVG1gqVcTHVzysCSvpCSs+qhZSqTScZkOgaGSfEEFEetvS4iCy6uA4kU03blZotNpQGySJpI1iMSubB8m2PO5481tks6JcqaBeqyHwXAn86+wqIpvKiKcpbTwIWalOTyQtGScLs3MyFg2bCm4NKXqWtuD/ymuoatcCq63jU/YxarODYLVRZ4idj97eXvT196BWc1Gvu+jp7sDszBQmJyYkAGvLli0YPzeJqalxdHZ0om/VBrR1DWK+XJLzjjZ3VgJ6jj0qnCOoHylXpRiiilat/BFslW+3LC4i6qRv8gAAIABJREFUS4ELnuI8fteTjZXoHKLr8PH/47+8Ef8tFH9GXIG4AnEF4grEFYgrEFcgrkBcgbgCcQUuqQIxWH1dsPqf5CbPcXx0tnfhPW99G5Kmh69+5Z/w5E8fx9r162AlEjh3flJ8IQk9ErYNz21i6vy4ABDexBO23nbrL2Bq6gxeOnoQHe2dWF4uwXFqonIaWr0e7/7lD0C305iamUO93kR3Zwf2P/konn7ycZg2FXFUMebghxraCl1Yv64f42PjgJbHh377D9HV2Yam05B0crnZptJKFGkMnyGXUmn2/L7TpLJVlzCt85OTGB4exsT0JDo6O1BaXEQmmUIum5GbelEl8bUtYz5pDfcI6ZR3Y+TbKDBOV0oln2nxCOALYGKYloakTkRqCuzhzwmJH/z+Azh+5ijyTO3WPDQCB01fRy6dhNeso8mgIj2EGbqo+RqMRBppw4NJu4QgCc0MUWpWYYRZZBIudEuHYdIr08LVV92Egf5hUW5Z9AycmcYroyfRFDWecpVM+j7WLlaR85pwtAY69ByO2RpeMQK4lgnH85G1Eti77TIMtHcpuBDqMBwPfcUjGO57FGn9PNyaAztpIdTplwnoni7KvmWvG+cmr8Pp6lWoVMp47oXnMTUzCQd13HrNNbhmz+UK4gg80xEGVL010NffgXwhIa3J9OAtlcry9dzcHBbLc9i9ezcu27UHnV09AoTo48lwnXPT45hemEJv9yA2Da5DaWoUjz34dbijx6E7ATQ/FO9OAndbM5T6T2CNKWAqCrMi3Gr1HJOwy3VV118BO1gpIFtE+7qt6NuyC5neASTSWZVeHqr2XwEiYSBhbVRfE6Ty0d7eIVC+Xm/gzLkj8JwFdBRsAatMspfPkNZ0+q0moWl8L0fZY9DN12brdAWPfvEbqJ2dEpD4R5976pIWvr/4i7+4AFbZGs/gJUIfKqTPHnoWh370LXRlLeTyaRSzGWSpJifg0oBGYOGlmSqePDaK+bojileOdY5/ttpz7ivFqIlEwpa5yI0WnWuCbaFJ32TWy3HFi1S3TRS6VyFTHMTxfT8TlZ4AVHr5tpSoVJRyHaCyT2CpQFXahlDMq0PjBo54bipoSBUqvxbfzhWPlTYD0fyN4KYCYK1281bqewTDjEQKBQCXoYlbtg1jxG/g8dFTMEwNE4seatYgQnqY1uZl3HAjx9DtC5s00WdFkE2NF3oWRwBZHaSIckMGtbXjzrtuw5tuvREHDzyPI9/7FgbbkljbkUOWpeF5cdxapoxry07CSFKhnkEilZH11LOLqBkWTk7P4+vffUBsWqjW5jhVlr0mbFGFJgQCM1SNNYxAobJUkIW0tZ5ShawUq5w7ovYmWLWoKiWUD5HNJlBsK2B40wbsvuoqOI6LWr0pnQlypr4rAYK04pifnlabb4AA9/7+XszPzsFrOsoDltMtYYvdwcVNs5bNxoXrqjZBIiuACEqKNzctARpN1KpVmZf9A73o7OyGYdhIsc1/YR4T58bgOjW0dxTR1taDY0cPo6u7G919a9HdvxrTCwwZVC390di5uPmixmM056PfCcpS4uImTRSoJde+ZfURbeJEYFX+3fJjjQBt9PeffexPL2mOxy+KKxBXIK5AXIG4AnEF4grEFYgrEFcgrsAbUYEYrL5Ola+9+0MtxQ2we8cevPn2W3Hm1EH882c+iYWFOWzevAV1p4nxcxOqkZat1ZaJcmUZ1UpJtQFrGgYHhzDQO4yDh/Yjm6XXqidQky2vbd39+MBv/KYAu9n5JTRdX/4wFCioLuPg80/i1MkjSGXZ5pqAaWWwbdsV+MX7bsbjD38fP/rps3jfb30EN+y9ER4DsgSq8oQUZBF4QM86XamBUqkUZqam0WzUkUwlMHLqJIZWD4uiMJ3JoFlviJqVII+toTwnx3UutL1KSyc1VytaPCNQQjhIkKM+XSLMW5X1leJWgJ1KNao3l/Gd79yPcn0OKT0pqsRq00GzqSGXsRG6DjyCNvqV+h6qvoFUOo3Qq7InHQHhJW/ewxDpRBpBcxG+loLnN9BOIHPHfWgrdqLZrImnIeEjk74D1xUPSB4lFXOhZWCuvoCsZSIJCzAS0A0bBttSWwArnUqrGpI4hQYK9glsGHwQBesstJDPs+GFHsyAIV4EPp6kePP7CwvD2D/7q5gtL+LQk89gamFWlK1333E7Nm/eCN9ptupkwHUJFR2sXt2PTMYSj0Tfd9F0mqhWK5ibm0W9WhHl2aqhIfFwFG9QUT36Am0XSvMClId6h8T24fC+x3H+2YcRVCrQHU98ghmCZDI1nhBR2t+V3yKBk2ichSUFAkCiNv4oEcmT4mniu2q1daNvy2UY2r4bmYG1YIiPaRAiqnbykAnrrBv9gx2mg4cy/ghQG80GpmZPw3OXkElpYk/AuUI1cb0ZwDKzEqJmWjwURwG3UIeVSiDwmvj+P38OtbFxmScf+bd9l7ROfvzjH18BVgktCVap5LWA2hIe+trnEJZm0F1Mo5C2kU+nkWwdE61tl10bT50Yx8GJGQQaYV0gwVNULRKacfzT15L15HzjxgeT5q2kBQZVcfzSK5SqW55IKt+DYtcanN7/vCTMK/FpIHNPwBW9bilb5RYF4WArOT4UUwGyTBWAJhsHrcAsCaJaoUpdWaiVEEwBTTV3RTXagqqvUqyaNvp1Dbs0B1dvXoXzSeD7Lx0Gg90nS4DRtgFJw8TM9BlRdlMFGSoGrNrXWR++Pz1Skxls37ZdxvbpkdMSztbf3498Pit1yhUKeOs7344r9l4OL3Ak/G/s0Atwl+aRqJahM4CKUNm2YFGtSzBuJ2ClM0jmCkhmctASNjw9gUy+HYdeehl/9w//iGWuu6LkN0WRbydTCmBKy7kH13UuhENdgKqtohFc88F6RgFWAuLDAAmbfqm01aBq1URfXw92Xn0F2rq7Zd3j5oLGTSZdQ7NeRWdnm/jblhYX0N3ZhZnZGbS1t8k0W1pYko0rfgbnC8Eq52PoXfQrjTxeI8XqykCtSJ0s58J1rtkU1ery8jI0PUR3dxfWrF6HXLYD8zPzmDg/juXlWWiai3Vrt+HcxCjSqQwGhjciW+zBQqUsFjQrwXikQlXq00AA7sqNNhWkpb6vVK0t73DZWFOuv5EaVV7Xsg8gWJUR3Apci8Dqf//on1zSHI9fFFcgrkBcgbgCcQXiCsQViCsQVyCuQFyBN6ICMVh9nSpffedviHrLtFK480134vJta/Hoj76Jf/viZ9Hd0y3+dxNTkwJfxatSlJ0hSqVluUEnXEkkUujvH8S5M2ekbdWyEyiXlwU0NBwP9779F7Fx6065Cb32hhvw7L4X8OLRowIHLaeBo0eexQvPPSYJ2IadRaHYi3y+F7fv3YrREwew7+WT+KUPfwRXX34DfII4SiZfBUmUysjXAzRqDdSqTfT1dWN+dhpTU+fxzDNPSqAJb3zZjrph4yZs275dWuVrNRWqwvATFoJAgUiSKc4rPyMqX5SBQwApCIUtysLolMUA1bIe27k1DYsL45ieHsHOTavFixCNJs6OT+Opw0ewqiOHy7eth6NTwelgfmYRzx8ZkePYuXUYhhGg0XQwNVfGyOg4BnqK2LR6AG5oiHWBbqSxdfs1MMys4F0qZC1Th990pJ2W7b4EoAtLS8gWO1B3G8glEvAbjrT7FrN5eISChFiaUlBGsCIVlrB2+AH0Z/bDbITwrBCTCxrmFgmSTBRSOtqLPuyUBz9MolZN4PiBX4A/PofmuXmc1B3s02u48ebbsHlgLVyHSk5+jiU+rNA8rF4zgFRCpYUTTvLa1BtUri6jWS4hk80incuIepLnIf6Oji9WAY7XRE9PP7q6+gWOlBamcfLR76B8bhRmk2E8Bgw9AbMVMkQgQxgqnpErUskJ1/g/pX5W45oBPp60aitbCNe0kejsx6rNOzB01c0otndL7XVR7nHIME1czk4pBCXtXLWxU5HZcJcQ+FVooSst9I7vYGFpBkuLDbQX+9De1gXbJDj2FTyDBaomfaeGH372M5g7fkjUnh/78oFLWif//P/8sxaYVhBLqVYJxw3kUgkc/OmP8fLTj6A7qaEtZ6OYyyOTTMNKGKI8dD0Tp5YdPHLsJCaX2brPjQDOE64ZhPkKjPL6cT/BTppiv8D2d8I3O2nA0AzYCbO1SZBENj+AmZNnMDU1pcAqWmCV4Eo8UNX15nsShBPOcWzbJqeQB59wNaBKVamyCfUiOPraIkWbIyvn8ko1a+TnGfmsZvQE+kIPOzMhdmzqRGKNjuOzJ1Fxk3j6mIeTkwaSVkJ8c2FYcu4MI1JqdjWOCNhXr1uLd/7ie3H9DTeIj+jLL78siuT169aJVQXHcEdnD1LpFCqVZSQsHSHVr1oCbrMCt1Fh8VXbft2VzRWYtHFIioLbYCiblZAAKq5Ehg8cPnAE//g/P40lrr28Nr5Kpk+kUnJcTW6ySJCYUqeqx8UQsAj2CXBuQefICoCZY8lEUm0cSdggMLx6FfbsvQJagp6vaQXIDUr6PVQry+jv7xNv1YRpoVHjZkIdPb29mJ2ekY0HwlR6v4rfKkMNPVdtlLWAY2TVodTISpVMz9iVf9MKgGCSfq3czKMtwMLinASDrVu9Dpft3ovSUk3CtsqVBSyXZtHVMQBN8+T5A0Ob0D2wBkvVKqo1ZQkT1WElWOX3IoXvyvHDY2QAV6RmjV7L3x8XKtzqeuA1iBSr0XtEUJVj/X/8yccuaY7HL4orEFcgrkBcgbgCcQXiCsQViCsQVyCuwBtRgRisvk6Vr7vzP8EPmeDcjre/5W3ob0/g61/4W/zwx9/H5q3bRAE0NX1e3WzSBy+VkpbneqOmbnI1E/l8URSQ0xNnMTgwhFKlhIZTl1bMQr4Hv/Zbv498Rwd279iG8fPn8NOfPYVStSbqzKmzZ/DCzx5BZXFC2olDzYKdLmJgcBXmxkfgNGrYuOMqfOj3PgbaMbrNhhh9yo2pqNSYVi7aVZimhmqljoX5BeQyKfz4Jw/iySceRaO6KL6ZkjNNlZvvY+tll+Ht73oPFhZKkhTNxGjxfJTWXaKeiwno0c2yKFtpP0AYRCjnB9KmTbhENVhAF0nNp20iErqBmakTWLemgISZxP5jR7Bn6zaMnDqHbz38MG7buwNX79yEHz/xOLbv3IHA0fGN7zyKzRtX4xfefBPSpoem5+D5F8/gqWcOYc+uYezdtQOj4yNo7+rF9EwDRqIXgZZhDo2gYMIoKuWovFpcWkR7VxvOT5zHyOkRLFbLKCZT2LxlC9r7uuEuVpDqaIPJ4gUBPC0U6wSG2AzmjmLDmm/Dpl+i5uPUZIhXTprQjQw0s4ZswhGPxIRWRXslgY4lE5knN6Hb0ZHs6kSpsw0PdWhY3LAGiXSb1EZS3ZmhzkRw00dffycSFoGYauEWCwLfETBSLy2qFmixD6BSkXpFH6EXiiqN0CedyaO9ZxD5zl4k7STGnvo+zh99HlppAUGddgBsW6bFAv1ZV6rv+G+lOY7UZ1EauNBCje3d9PGEQCKfHoqWjVShHb27rsamXVeirW81PCOhxl/oKQR/QTGpgncuqNHYAq8zJdxHs+Gj0ijj3ORpzMzMo6d7CKv61yBNhSrDsZo+PBfiCezUKnjxR9/G5NEnYWkOPvaVg5e0Tv7Z//hvLcWqsgGIQBkhcCKTRmnmHJ741pdhLE+io5BBoS0rAD6VSCJtWtLqXNYSePbkWfxsZL4VgqUCnAxbWS4QoIova9IW/0wFryFKVU1XbfAcmxR2Vhvsby9g/uwE5mdmxDZAPJKZpC7Xm6pr5X/Luooq0POxfu1q5LUQx8+eRTM0EPBcxCu5ZQbQUqKuBGPR1ystAKK5HH1vJVhlbZKmix2pBPaks+jrTcNeo+HE3ElMlwLsHwVOTnHThGMrQGBQZUkeT0sDE03XkWO+8pqr8Xt/8AfoGexDrRXYp6CkahunfQjBJx07eK686BIeBV8U3aGloe7WRMntNRwZ97Tj1U0TCTMB27DkD+EkVdiO78EMNZw8fhJ/8zd/i+mZOWisq2+IZQPPi8+hjzAVtRqDoNQMuKC4fy2AjsBqVB96FnPtp48yNyQMQxOwun7zOqRyGQmZ47wBfNSrZQkKHBwclKAmXuGJc+cwsGqV1KheayCRTCKTy4gVAtfParkikFz8c6NgqNZmDy0QpCuhNY/5d2RTYNOfVRLKWEZXNjO4QTM/N4PSUglXXnktNq7fhpHTpzAzcx6LS3NIJTMolxfEM3b7rr3oGliD5WoVy6XFC4rVlSFpK48nGj8r4SrBKsFoZFXA5xCEy8bNBYCt1gixMJBwKxXCFv3N1/+3j3z0kuZ4/KK4AnEF4grEFYgrEFcgrkBcgbgCcQXiCrwRFYjB6utU+Ya7PoSmF6JvcC3e9da3A40ZfOGf/hyHX3oR6zcx6OOsqD2jG1i2lJbpZRf4ojai5142W8RyqYqkqdo6F0vz0K0QTiPE7p034aP//c/Q3d+NRq2Ep556EiNnRlFrOhL8QSDQKM1hcuQ4jh8/Cs2wEDBkBwmkcgwGcbFpw2X4nd/5qASgBExZlrbKllJUIBnhaoByaQm5TB7l5RL+9X99BmfPHIdGv1Kdf/iemnhLhroh9gZDazbjne98ryimqJRKJVOi5pQ055aScWXojNwUR1pWqrYkrb4VpMMbe81DaLgIPA2a62Nu6hVs3dSOb377R5icnsTQ0AA2btmDJ59+FjdfswXnRyfw3IuH0NPbgW2bduK5F17Gnss24e4bd0HzavDg48SZGn70yD5ce806TJ05g0MnTmL3niuwefMe6Bo9Z+k1SdRM/9sApmXBcx3MzEzj7MgIjrx4GJPT50RJmzL+X/beBEyq8kz/vuvUqX3r6n2h2aFBEASlRZGICyi4YBSNOIqjZCJZzMSZz3Emmgn5J3pN4jdx/mPmC2aGcXQSNSMZxYm44IILirig0GwCzdJ7d1UvtVedU1Xf9TznnKZB0B4mMkqeytWX0HSdOuf3vuftnPu9n/txIFxXgxkzZ2HcmPFcqqvqFJ+gQbMZDlwq7p5c8wyqgu/CUSjgYK+O1shEVITnobv7Fei5/UhnFBQO5lC+S8XkeBCj1BDCipezQfMhHxy+EAZ8IXw0bQT2lZaR9xNFhWIbjC7tdrWAkrAbDpW6kKtGbiKdB4vCOei5hCGoUq6hTk2iNCMDtahAy2rcwAiKCkcgjEDFKHgDYWjN29De9Ab0SBuKaVKaSc6hxkBUZ0+6OmUBG59FLy4jN51kdOUs4hrt2tnBTWIgi3vs7iTFR4FaPgIjp87AhMa58FWP4M+g7ElyABqRAuT0s4RVVlvZ0UwHLBQoAgCIJWNo6WpGd/QQqivqMKp2POcCR7t7EB9I858TmSTUIqAd3Ik9bz+LgpbED/6j6YTWyb/9wd2DJd1cSs5fhrCsuN0s5r37+9+ha/tmhANueEM+lHlV+FQ/PFTqbwdysKMnpmHtx61IZVLsSnV6nHD73HB7XVCddkMo5PvSyD0uZA2Hrq6TaEqOaJLGqVTeD7erEmG/E1WVVSivKGNxNh5P8CZOOp5EOplEippfZTIsQlWUV+C82Y1o3bIFr737HkiCy9tVjr2w851qjpUpXB0hZpmC3FBx1Sr3pv8OFVZJrHPrecwp9WOqx4nSGj/yNTo+OLQHkTiws72I1rifIybsJJbb7cY9ZzcEMmp+d8mihfiz274Bj4+aRCV5Hpuq4KCQZon6uZzO7uEsNb/LpKDnstBJ0Ke5Srmmqh0KjQFFYdDGBDVLy5uN9yiL1nTXk3vX6XBi7759+If/+yC6eyJG5EPRyGUlJy05ZGmzgq+ZOyexRMjnZG0EsHvd3FDiTRYrc5riBBzU/IrcyqZ71G5DuCSI+lF1GD12NErCYR6zdCqOgf4IXE5aSWj62FDQ8wiHSxAKBbmJoMvl5RgEfyjI55aIxXnOWFEZQwVKvqfIAT5kbC13qOEyNjZNSGTmpnDkXtWzyKbT6GjvQEdHFy6+eAFGjhyD/QcPoKenB9lUgoXV2po6jBp3GjevyhYK6Il08TkPLdHntcLMeR3qWB2MiaHIEE3jdc2YT8ZmHwurpvN28MY1eVIUAF3DUPGW3nvXd//8hO5xeZMQEAJCQAgIASEgBISAEBACQuBkEBBh9TiUz1mwnLucT540E4sXXYa+rm345f9difaOLlTX1uPQoYOcU0qOMyrDpofrjJYzyjG5SzQ51txIJlMoD1WwyzKVTsDhKCCRzOLSy76BKecshjPswaSGapR4bIhFWtC8dze2bt2JQtGBmafPQOu+D/Ev//RzuL0B5KmTu05CZZ7zCRcuugY3L7sN/f2U2UoiBrmv7CwysDWOH6gp46+A7s5DeOmF33OuKsVIxuJRdpfRg7chaBhygtF4CqirG43K2nosumwxAsESaBmNxdWirchCBD38WqXdhDBPmYrsUDWbnFhCHbuPNGSLOaiKA3oyjkRkP2ZMrcXB9l7kcwn0JgfQ3ptE8+59uHbRPARCYRxqPYBEMomOnjh27z2IBefPQOPU0chrRRQcNjS3p/Ffz72Gi79yGhyZLLoTSWRyQP3o0+HyViJDDje+MIVFbsr1pK7ce3bvxCvrX0CKcnDtNtjIXWtXkCvkWagaM34CJp9+GsbWjkfRRg/5Weh5N4L2dkyvfxKq/QB0RceO3R7UjP46ppx2Dp57/m5otjJgnw0lL29FTcSDKSUjEAz5UCxmWHPJ+7woej1wJ3U0jyrH+7OmIObxA0WV6+WpSVMgoMDnV6mG2+j0rpAjzcY5iZR/m82nOBOSGnSRI5HcuDTmmayGVDKBgpaDP+CD4vKhoPqhuvxwJPsR3/cucu17UUjrzI8sgSSssj+PBBqW4E23nimisvOYxntoOTm5EHleGdmp9F8qbVe8bjjLqjByxmxMnD0X3vJqkOHQzgNA2isJPSrfT9TMJ0+Com44/Gi+Ag7eKEhnU9Dyfew6dDu96Ghr5/Jot5NKtotIp2IIhcoR8Lmx+al/Q3p/E/726e0ntE7+4O67WZhiocyMQSCBlTNPXW52Hh54byOaXn0OQZcN3oAbpT43/E4PPOR2pOxIEo6LCt5rj+Gjzg7knW64KUfVQ+XcdtgKJOoDGrluKSOTcic13fyvIebl9Ryyeh4Np0/DRZdchnH1dbwxY8QpGPcSiajkkKUbjJhRYyISJn0+P/yqitf/5V+w/p33EaXmYQplspLgTg2XjmxcZYGyBFRLPDwCIG1GUDO1oo1dsxQr4LDZUO2y4Uy/B6PsCsKjK7G/0INDPe0o2BXsaLfhQJ8XdmceziJJ0nSP2uHOKzyu5TWV+D//770oCZcgm0ySb5GvbbBJFHGgRnlG+CavQ7SxYDQEy7MAqZk5o5RjSznLVCXAAif9O7u683wfce6pKf6TG9bn8mDvzh1Y9a//hoOdETgoCgBUNm+IkrQRNrhJRE5QU0C0RFVDZjUXR1NMJKHSygl1OqhZGZ0ruUqNqAe6R2vqyjFx0ngEgyHEBmIY6O9Df18v5+w6Kd6gUEQ4FEJ5RTlfYzAUQlVNLb+XMlkp5zqXybBDmj/DzF21xFWDH3Gwm45UnXOZqWoik80inqBc3yxyHCWgM19y7CdTaW6e2HaoHadNGodvfWsFSkKlaG3twN69WxAKlcDvL0VN3Rj4Q6Vwetxo6+w0G1gdKXpa3MhVyo0OzTWf2dF0NTfhaO5zHARtspmNsIwMYbMBoinQUpzC0OgAa17+xTe/dUL3uLxJCAgBISAEhIAQEAJCQAgIASFwMgiIsHocymcvWM4PftOmnoNLL7oI3W3v4hf/8CMuka8bMYqFj9GjR6KzswMffPABizT00EgvElbpvfTATa6d0lAV4mZOnYIsMrk8rr7+r7G9I4x93f0YN6Ea584Yh/mz6xFyJfDUU0/hUGcMDeMn48Cud/D0E4/A7fGj6FLgURRkNGqaZMctt67AeefNQypFZeAkYpCAY2aCkvhVKLCw6/WF8NabL+Cl9c+gsrQM0WgP0pk4O7+sFz0c00OtoZsVOf/Q5vDjiq9ei3PnzIPL6YaW0wyz4RDXFpfQDoq4BXYWUrk4vfjhn8SRIrnYSBQqIJvohZKNoHHmeOw92IL+nk6MGDUWu1p68OZrr+Jbf/JV9GfS2L19G6ZPn4kd+zvw0muv4ZbrrsCY6iCLcg6fGxvf34M33n4fl8+fCT3Si6LXC9gDcPproBW8KCpujgLgbt3FIro7O9HfG8EH729GR/shaBoJrYaoQmNED/rUfIzHzePGBecvxIxZZ6CopaHnfKgNbsOkyv+E29uLaKyInbu98IfnwukpoifyAWzqdChvpVD98rsYG6zA2Np6o6mOloFSyCPjcCHrsSOQyaGzNIj3LmpEb2k5kHewUARkUFPrg9MJ9PXHoeXJ6ukA9XkngSWdSoI6b4XDYZSXUv4oZWzmuZN5TzTCzatUpYDamkp4OSfWgTxU+OxAtn03Oj56G4VkHMgVkc9SebUpKhpePHbQkaPMEkNI+GFhz2xARM2RaFxJUDUEeEPcIvHN7XYgZ1fhqqnH5PMuwPgZs2H3BCkjwyh7t9l5HsZilBUbRyKRhJ4jIYbcfwqcLjdKQiXskM4XEuzI7evtQ1tLCwu+Pq8XOV2H027j/F9vZQ16d7yHtx77JX78nyeWsXr333zfEOFIVGUB0c7jRaX81DWLMlO7d2/FB88/Da+iw+dzo8TrhdfjgEdVWERjR3E+j86UHa8eOIRoDnAqduRp90Mpwl5woJg3fsbacCCXKm9i2FRolEGJPM448wwsXnI1Ro0bww7roYKVJVpxnq5ibJoYjc3I1WmHksvh0PMv4NmX38C+TAqaosIFFXkbCZDHXtw+TVglw7KtSI54yo11wGErIuBQ0VhVBld7B0aHPQifVo0DahRJrQsetwMf7lSwbb+KvIN2fRQ4XApy0GAzDppEAAAgAElEQVQvetiVfNPym3D5dYsxMNAHVdc5g9biweKy6VIklzv9zxLXOPtXpaZiCud1cg4n5auSezub4/uWMkSt7FN2X6sOOKmRldMBj8cLPZHE7vfewTPPv4IdrV2kGsNmOlaJqeHCpnlPDmsjAfRoZ+9QivxZphBI3yfBk4RwEszJ3U8xMPRVXlWC8RPHwefzoae7B5GeCFc40NiNrK/FiBH1UFU7u1XrRtQhGAhgIB5ndzIJkT7ahKFcbo6LMNZp4kL53SSe0vqcTmeRSJF4mmUxNZNO82YUNT+LJ6gMnyIADNHTelEUAmXQUuZ0oj+CG2+4Frf86S3Y+ObbaGnbgaqaes7yrq4ZCbfby5UW7dGIGddATaoowsIQ7AcjQyyB1HTGGvPX2Diwxpe+Z4jBRqMr6++WO9podGe4hK35YP3cHSu+eTL+v5B8hhAQAkJACAgBISAEhIAQEAJC4IQIiLB6XGH1Vn44PGvGXFw4dy7aD76Nf3xgJVKpHMoqKviBf9SoUWhpacHWrR8Z3bvJqVWgLtHuQQcPPYS6HW5kdA1Oh4sbzQzEElh68w/R1FWK9/ZFUcjk4bHruPm6M3HT1ZPx7w8/hLZoElMbJuPNV57Bpg3rEQyVIVfMw0UlyFoRgVAFvv3nf4mqqhGcz2koA+SAM8p4ySVHgieVDbe2teE/nngYDruGoq7zA77X5+JqbM5HzeX4yxAU6CG8ANXpRH90ABNPm4Gbbv06gsEwshlt8CGfy8HpAZqaVJnlndQ0XuEGR4aDlcvAySCZ08B5nbYC4vEo0ul2TD9jDLZ+1ARbtoiysnq837QHXZ0HcNPX5qM1GkMsGsH4UWPwzpbt2LpzF27+kyWoKqE8xhwcbg+ef/EtHGrvxIXnT0dfRycSeTsqKkfDH6pDIkVlsEZHdiO3L89CzI7tH2Hjxg30yI9EIgZ1iEBMIgeVq9JDfULTUFtWhUuvugJ1lTXIpuwYWfEWJlY/B4+SRGe3ih0HbEhl6dpz8Pj80HtGwP16CrXNrTh75ESUBUvYLUbOQoXFCCdSagHuXAa9Ph/eu+w8ROvqUdAMRcHpKmLixFrkC0ls37kHh1o7WVi1O93IZDTOUCWxpaK8HHW1dSywkohE19Hd24W+/iiCXgdG1lWz+011+Fmo8LmcKCSi+Ojl/0KseSfUHImxRSg0HGZep9FrzAbFdJiyQY/GNG+KqyR4kYNRsbGbjhp6UVwFjy85tKkxmcOJvkIRI6bOwNzLr0HV6AY+dzpOrL8ffb29iEaiiEQiLACpTg+LTn5fAGVl5fxnEp2y2SQ8HjciXd1IJhLw+/x8h5Lw6fd7odgLcPpK4bRRqf6v8c2/feiEFr67v//XLOqS8M55pma8Ac0NXVHhdjkR3bsd75OwatPg9bkR8LjhJbeqrQi3g4RpcgvmkVI82NTahV0dfYDiRDavGY2MuHmb0cTK+K9xrxg3qwKn14krrv4qFiycz65pEswo75PbVpnCtnHtRpk5b3mw8zDD4hutOS7VjoGt2/D8U89hS3cnEhTNQM3tKXqA3cCf/hoaBUA/ScKiQs5yEtWVAoKqgsm1tZgVCiBxqAWhcAj1c89C9TnT0D3QifYD2/H87z/A9r0p2H1uULIuC4FFHQUFGDmiDnfe8zewOyk7VYOHxEhyjSqGQHmEUMmXbjYyosxVFhLJ4Zw3xG8zUoLWGRZZ6WfMzvMUCkAv+r5xXBLMnehq3ovmzW9h78FWbPq4BUkSUtkRazcb7B3O/mWbtZn9eazYBOZjrnvWedM5kTOW3kdrKB2XXKcVVaUYN34MC66HDrWiu7uHRVE655JwiJsf0nhTo0Kfz4t4PA5Ny/J7Sagllyoxos2sTCbHDftoLacvOs6gYFqkXO2h52XMLprXVm6wtYHAf+cma+BIgN7uNly28CL8yQ034LHf/BalpeS0HYX6sQ3wB8MIh8r410E0mRh06NJaamQ8G4I4vSzhd9CByvEElpBqOJMPO4DpvYdzVC1hleIBeH/J2pAbIgZ/77YVnzWN5d+FgBAQAkJACAgBISAEhIAQEAL/awREWD2usLqchZczzzgPF5x3HjoObcKDD6xEOqPBFwigtbWVnVHsmtJy/KCsFYwsTBJWrYdMEj+8bjcyJC4WjQ7eyVQWX7vpbuyI+vHBgV4U3R4gpWHppWfi2zdOxe8eexiBqnrUVZTgvh/chdYD++D2+FCw2eFx2hBP5jDzrDm48eavw644zeYoppOoaJTpk6MwpxlC6EcfvoffrXkUfo+KBD3A5zS4vU5+eKd/JzcYXQe9OPvQVkCaylC9QXz79u9BdfpQXlFrPMCbAgYLD6aoSu+jvuXkrqLSeooMIMOlrhTZFUpF58U8NTFR0dbZjo2bX4bDR02XbFALgJ6z4VBHBF6fA7VVQeQdTu68ruTzaOuIgKrXqyrDcDspq5McsAraWvtQgI7qqgA//OeyOqqrR2HaGbOhOrzczIsiCMgxSJ23qTz6jdc2YM/H26HrGVBJMecPKgqLGSy+6kaznWQ6g4suvAhTzpwOF7zI5xSMqV2P0WWvwA8NHd0qPtxbJGMjvK4CBpJ26AfCCL2uYUwmg/PqJ7GTjZxkumKDg8qp83bk1CJsuTT6fH58sHgeovUjkM9RZX4e4RI3zpgxEYlUL2fNvrlxE3K6DWWVtfAHwvD5g+zsJNGF3MlUwuxwUjdwEqkAr9uJEZVlqKkoRcAfgJPmlJEayaX/uze/hh0vr0Wxvw+6Rp3RrUxJ06FHgjiJp5yPy8ZjYx6RuEoZlvx3Ej8MAUSnrNN8gf+u61kk83l4K6sxa/4laLxoEULVo9gx3BeJorO9A50dbcilUwgE/KiqqkRpeQ3fM+Sytpx2iTgJqR4W0Hp7qWFOAT6vj6+Z5Hq9mEcg4IJq98JTUg4k2nHWrEtOaPG866/+HzNjlZqP0RdxJKHVhlzBBrfTgci+7fhw/TPwQIc/4IGPmlc5qUES4CDxjiIx8kWkqUFSXxbv7G1HkjJxCyROkuBllO8fFuQsgbQIh1PFpVdchmuWLkEqnWShizY9aOKzeGfmvRqRn8bY0LiQuE3HJScr2S1pnhX6+7Hp9y/jrbc2I4I8UpwVerj7+tGAPiGmDmlw5aDNBYoCsJMrV0ed34OLZ5yBMUFqyOdAZzKHMV/5CmpnzkQ6qyPV34N33nwbv37kGWS0GBQXvc8Dn90FuyOHCxdcjMu+egX6EwPGPU25pCrNW3IyG65GPh+u6jfzUk3R1Po3o1GXEQtAjfH4+6bUrOUMJ6uR5WnKz7xhoEBxuNDXeggt773J7s4N2w+gM6XzhhLd5+ya5BvEOI9jCauWwDqUGf2Z1k3+MoVkcqnSmNDhXE4nwqUlcHnd6GjvRCwe57WF5gRtTFjZ16xwmgKlkYtaMHJTrSZV5nVRZjHd5JYzl53KpihtsxnXQSIsM6Hj2OjL2GAbWl3Af2eBWsFAL8WwJHHN1ZciXFKCnTs+xsi6ClSPGInq+lEoK69BMFjGDbWS9LvBrEIwfq8djgSw+AzlZDlWrSgL698M0dvYtBm8RnP86Vt5Gn9TULVcsSTefucb3zihe1zeJASEgBAQAkJACAgBISAEhIAQOBkERFg9rrBqOFanTTkbl1x0EaId77NjlfJMS8srsG/fPtOhZDzY8gOxAhYpyZlKD930UMgOJlWFzk/wKuw2DclMBldc/V302sbj7V090NwF2PM2XHXBdKy44TR07N+PulET8d4b6/CDO/8ShbwGh8sJu80Fp7OIdKaA625YjlmN54FMQ5SnSA+7xoO3aggNNqC7p4dL3De+vh6b3n6ZS8WzmSwLdIWiPigssvPLdB+xSmkrsuDlcnlQXz8WI8dMwKIrroZOIhupZYZSNFjOawhfRUPwIwcZZxAagl06lzGctHkdTtWLj/fuwbPPP428LcNZh3R+FKEQCAb52NlUCpqNflZFXid3m5NLkim6oEjOXBShFW0IeCtQzMehaxmQuJDPpDD5tGk4f958o0lKNgWbjfIsqQlODt1dXXj1pfWIRjqR01LcBIeEDhJEuPmMJSqTSJzXcfrU09EwfTpGVI7isvVxNc9jTNkb8KoaeiJ2bNlZgJ53IOCzIZHVkW0OwvtqGpOKdsypGscuVY1K9W1FeMxs3Dw188lm0FFZhu1XXoi+igp2rNL41laXYlbjFMQTvdjatA0ffdSEeEpDuKwGpVUjECqtgs3h4G7iPT1d2Lt3F2IDEVTXlBnNZupGYMKYkagIh+HzeJkbuUqp+zoxi3cfwttrH0P04x1QyEmrG+5Hoz8VlfyTIG4krZJySsI8/TOJHbopeGncAKcArQBk9QJSWQ3ZnIa0loO3NIivXLEY5156OcpHjoNWVNHXE0X7oRa0trSwE7OutgZjRo9CKbltnW709/dzMzHOkyS3n2pHWWk5SGClkmgam7KyMp7PVPocKAujuqYGLtUNxV8Cez6F8XXjT2idJGHVEsgMoUrlhlzU5V0rKnC5HOjevQ3bXlkHj6JxFIDX5WZh1a2SP5LEPbZ8s0O1L+fCGx+3oWUgYQjaLHixfHTE+bFrFUVMOn0i/nT5LdwBnrIvXQ4VLoeDM4zNG8wQs9iJznsdHP3A97bpWqXmTixW6Xn07DmIXRs2oanlIFoLGhSbk8dwOK+hoqFqpzJ9895ADlNHVODKcxpRXVaCaCqLfQMxnHnpxVCCPqSSGkcX0P3xyENPoOnDdxH02+Cy2+Fy2OB0hXHj129BWX0NshoJoEXO/XSptMFkOCot56flaLRSYbk0PE+N2szoCZ6D5FCltUrntcJwreosaLKr1aZw/jCLciyaKsj29aPzo7eQz2Twxs4W7OlJsHhNmzwcrVA0NgdYrDWFWWtTbCi7YwmrHFVgMzayuGEh/Tmf53nrD/r5Wjs6Ojgyg+4jY0IYX9b1Umk8cWDnptHvz3TF0uaGITrT3BxUNq2cV6scf/Dvh4/LjaLMsbfEVUtg5UgJm4Kezg7U1ZTi/LlnItobhaq4UFNTifKySlRW1aB+zARQC7RMrsCbKNY8Zie7mf1r5KQaQvdQYdVwoRqxKpY4br2PU7xNB6uVs0vnZji0j5yvFvMVt9LvYnkJASEgBISAEBACQkAICAEhIAS+mAREWD3OuJx10Z+yQNcwfgauvuIKxHq34cGfU/OqDtSOGIE9e/ZxKSeVY/ODJAmpRXI96pyxSg/X9LBPD4cOhbqI098pk09HMpNE45wlGDH5Ujz9cjN0Kncuarhq/iT8zZ9fhEhLHL3RHvzrP67Ey+v+C6HSMuiFNNx2LxLJPowcMwk33/It+PzlfI6qSiKnmV1H/cC5O7xRtk0lzb99/F/wzqZXYbfl2TVLogJ1LGd5yOoAP1h6aQgZqsOOvJZHOpXDpZdfjSuvvh7Rvn44uBO12cTIZNff14f93R1c+kvv5lLbog1jakcg4PdDL1BJvA6P04333nsPm95+FXYly+/O2+zIaAXu0q1QCTU1AFOp9NeDRLrAIrXP5+IO8OQPI+FpIEdCoAPloSJUqNBJsVSLmDx5OqadPgtZ+ndq5FUkwaXIx+7u6MSzv3+G81UV6JxvaAkc5FglMYIccYbIQc2CbLj48sU4Y8o0ZFMaRpevR0PlG9D0DNIasKcZ2N9qg8/ngD+go2uXD/ZX05iZVXB+5Tg4UUSqoEG32eBxkNtQYfdqMZvDvkkjseeSryDuDrBwltdyGDumDjNnTkEq1Yu+3m5EenoR6UuiqHrhDVbC6S1BkWIbsmnEY1F0tR1APNaF0rAX4bIqlJfWYGRtDcpLwvC4vezWI2EmTm5dPQ0VWex6703sev0lFHtaoWeUQeHKRqIGCT8ssoJzVal7N80NElWp7JjiJnIkjGXzSOs60rkC0jkdOXIkO4E5lyzEBV+9HqWjxkNxupGMxdFxqAVtrS2c/ziirg7l5eWc2Ujzk3Ig6f6hjFh229ls8Hrd8HoCnEeZTJG7lWICyji6gqbdmIYGBMtqodpt6O9PQs9kMGva9BNaWf/yL7436Oij+WF8UVOwIop2BwurHdu3YOfrL8JHEQ5uB9wuF5feO6nBk2LEE9AcorxeDUFsbo1iW3sPH5cE/SLVrHNIrZFfa4lptEmy8OpFmDt3Lrt4fR4PN1LjzQly5prNgFjOGmxeZWRl0piQ05x+jjZxMpkUcmlDmM1392LP/gN4d88+dLZFOI5jOC9LwOLzU8CNzZwUYaLkMe+Mibhw2iQ4HR582NwK76hRGH/mNBxqa0UhZ+cNEafXhr5oCm8+tx4d+z6EruVQ9BQx4bQ5uOy6a5ArFuByOcnWjv5EDC4jQeSIGAAW4NgxfDhj1lqbWJTTae0yG6qRU5pEZhJezcZX7BZlE70Z60CbOSQvZvNINW9DsrcHmz5uxbaWHmiwGdmt1OjPbJhE+17s77Y+w3RVWvwsB6UVBUDrxFBhldYQp13lsaPvB4J+JJMJdNHmltnwTeONIWOuD23+R2dKL2rux2uiuRZTTixHMuQLvFlllfZb84iLBoZEKtB7jXnGeyqDsQXGNZiN6mh9KxQR7erCjGnjUVtTgkJeR1l5FUpKyxDyBTCyZgRKyqpQ9PiRVRwcETI0H5Wu0RBM6bhmpvcQEdU4D/P3kBkVYDlRqXLAEluPFlYtUdkSYS3Wt91yy3CmsfyMEBACQkAICAEhIASEgBAQAkLgf4WACKvHwT77kj/jjtYjaibiuquXoJDdj1/94if4aOs2jBs/AZ1dnRgYiJtNPQpwOh3Iajl+0LTbDRckO3PoId7m5Lw/Kuks5tNQHDYEQ+Nw1S2345n1B9Ae83Am4gXnjcRN152FF57aCEVvw3NP/gp6Og2tSI1qdKhwYCAew7VfuxnnX7AI1EuKHrbJ9WS4Vsn1RJ3kDdelURYK/PY3q7DpndfgVI2mIkb+oFnyze6hw81IqAs4J61ymbEDWq6AK666Fl+5aCESaY3L2sn1ZBrpkEqn8OIrL+Oj3haoHhdrc1Ta7cwXsfC8C3DG+MmwUyfoYg7FvIZIVwuCPiDktcOmJRGJ5/Hu1r1oOXgAl188G+GgC8l4DIo7iB17O7Fr18dYcOEcNIyrRS6dQX88gbe27UBrSxeuu/J8zkDN63ZsbzkIRQ0hEKyBnjPKXclyqdPnksgZT+Cp/3wSrS0HoCrUpMtgQYKIkRFoZFuyeJNPwx+owuXXXouyUCk35BlV9gYaKl5C0ZZDJk8Nq4rYsc+OWCKP2ioFPS0eaG+mcUZXAReWjUVAcSCl5FCw2zmDlFyAOXIX2lXsPXca9pwzE6kCCWTgzvATJ4zC6ac3IJuJQdeSXIJL4mE8W0Q670KmoCKbzsBhV+CyF+CwZ+B3Az4P1TX7ULR7EPD6EfIF4XJ7oLqoeVcBmZyOfLofiqKjP9KJD154Gul9W5FLULd5o1s9CS1Uhs6OMdJXCyTUk8vYcN1SpASJQlmtgIxeRIpKwDMatEIRqtOFaTOn4PyFV6KqYTrUYDm3wurtakd3eysGYjGEwmGESkIs7lCWKLmmjQZFNPfAY0DCldfrQS6no6enh0ufKyor2MHXG42isroMlbX1cAdr2dWrZ3KkyuP82Y0ntHDe84O7TQEzz6Iq3wOUF0vCnuqCy6miZeu72PvWqwi6bSy0OlUHHHYb7EVqUmQ0VjIcpBryBT+2RZN4Z38bz7eCTtZAQ0Dkjvd0fDO7tryqAjf82Y2oLqtALpNGgcQ4l8o/X9SLLC4alelG+buhi1luR+OPdC5GlqmRYazZqXlSHiFfCB99uBNrf/dffK8MqfI/gpN1/1qH5rZRJPhRmX5BAXnQR1YGcfl5Z2F8VRjxVB5vbd+N8smT4Sz1cnV6KFgOnzuMdC4Fl9+D/Vu3Y/Orz6FhykzUTZ6I2vqRgMfBGaFOmwKPw4VEOo1YbwR5TeP4BYqDsBpUkXhIryOa45list0U6qwoABJVuYye5i79j+YuRy9YnMjKb4OqOGGPtiJyqBnv7DiADw90IlOkkngqk6dmYLRWGscyHJhmvrApbg4VnS2hb9DpzPPFKN13kDDPgnqBr8fjdSGTTfPvCPq9YK4uvCbTadJ0oPuLhWS2qhoxKyyucxM1G0fL8GeRWGqOnnUOg/m0Q8Rz499MAX9IFMDQgberTr7nezrbMWlcLUbWhREKBhAqKUUgXIZyfwCVwVL4wpVwVtcia3fArhvuYY5iIIevKWhbwion81KTQmpcyO5vEmLNKBEz89YSYHk+myK6JawaQvFh9kMdsPRncaye0BInbxICQkAICAEhIASEgBAQAkLgJBEQYfU4oGddvAIFJBEI1OLKK7+GERV5PPfb/w9PPf00Ro4eA72go7W1hYUnKgqmB2RqrETOPnowJnHV6LdOD7uGu4mzAthEprCoc/a8r2LaOYvx0lt70BHNcsfxaQ2VCHsS2PLSQ9i7dy93huYoAIcdifgAGqbOw8033wqv1288vLLoWuQMTPa7DXZfNtxtJBC98MzjWP/S8xwXYLcbbi3j50h8MJxN9KK/8x+L9ICsIJVKs5h18y23obJ6NDIZHS67grwpwCi6jq6eTjz+0jNoG+kmPykK8TSK6SyUlI6vnbcQ08c2IKfljJLhdAr5XBumT6mF1+GELZfCgY4+PPXih+iLtuF7t14Al6qiL5ZEQbHj1Xc7sHPvAdx63XxMGFmBZDqC6ICGZ1/fju6ubqy46QpUBJzIZPJojcTQE3OhqAZYoKDS6aJNQ44yL0mg0nW89MLzaNr6PlS7WXYLGwvig2Wy7LoCcsk0zjx3NubMu5iFarumIuDfhtNG/Bf8tn6k01QeD8QzdrR1FZDKUBmyDYV2Oyo2Amenw6hxVkArppBQbXDYbHAVCyxQdowbiX3z56K3shqFnG7UeBc1TJ48ASNH1kHXqfNQHgWdOn4n0NWfQn9aQSwDxAcicNkdqAr7URVWUR5yIOh2Iwcn0gWFO807VDe7qB0qOZlVaJR9Szmz2TT6BjpwYNu76N66BXpPF4uT3M2cHIBUYk1ONOpaz1mqNhZms5rO5f6aZgirfTnFuN5cFl63gsqRtZh5+XUYNW4C3IEAgqEw591Ge3rRG+mBXbWx69SYX4XBsmd2GJoRGiQ2kTOZzjceG0AiEWfBrSQcRk+0l4XXsooqhMqrWJjOUWREOsnZsQvmXnhCS+WP/v7vOG7A6VC5IRgJ35Tlq2Zz6It2wwEdbds+RPv2rQj7Xdzp3qWo7JKksXZQd3WyrbKrlNYAO9rjObz+cQeiOXIYKrBR0zLa+LDCP+nOV1VccMH5OHPWNLMDus6ZnHQedM9BpYxS47gkJlK5upEIYMR70IvERJrTlrORyuq5iRi5Z/M6uiJRvPr0Ony0ez+XoQ9KsmapO7kzDWc5lZkbReb0mVx+b3fwtdcFVCyYNQVTRo+C0+HGR/t7cLC7E1POORvhuhr4SkIsEFI0BW2E0PtzOQ0FRUF5XR1yvPZ4kE7EqIMcsyD3ejab4/WA1pl4PMGl/PQySvENh6/laKT5wBsfJF6aWaTGxgeJ2ZZT0uxObzb7YtaDblO6vhyciR4kDu7H1l1tePdAL2LkTOe4WzsyeSMOQNEN8ZMVzyEd73m1HuKitURV62do3ad/J6Gd828tYdXj4UZT/bEBoxHckAZOhqf/yBeLouRw5gMfLuvnU7IaBR7VPIvPzexPRpsZQ3/ueO8j6zdtXsT7ezC5NoyxVUEEfG74gyGU+wIoD3hQUVYB79gp0CvroeUVzsUd6h4eWvZv/b4ZejXG7xPj989QEZZ+vyjmeQ4VVY17yNzaGuJ8tZy5X1+27ITucXmTEBACQkAICAEhIASEgBAQAkLgZBAQYfU4lGct+DqK1IHeUYo5c+bjnLNG44PX12D1P/8SvqAfLrcLbe1thiCjk7tTZVcmCR5GSSMJIuTQMwTVw41EyI1m46Y3Rfgw7ayLMG32BSgobmjZGLpat2P7+2+iu3UXnC47Nz0h8S+dyiJcUoblK/4KNTU1MCL76Fgk3pBziz1BR2TdkXhFgs3HW9/BY4/9G5KZAdDpkFjIGXjUIZvdcWYncrNbM4mvJHikkmlcvPAKzL/kMsDmJvkFBTt9itGExwVgd/PHeOqtl9A9zodiVkORnIQAynIqrp19MUaW10LXsnDYncjEBuBU+nHaxCrYKCMRMSQ1O37z1AZkUr34s6+dh3Q6hWxcR1X9CPxufROa29rx9WsXoMytIqvHoSt+rHl+E9KpJJYtmc/5l1mtiCz8aO3OI5mzcal0kVxWILHEEHzojD/a8gHe2PAyd57n5jlmiSsxoBxXEs3IvVZfPxoLLr0I5RUjoOezUDQVqqsNU+vWoMzdYTBX7IingGgij4EB+owi7CSgtjow6rUQJmUD7O5N2zR4qJmR04NOfwh75s1Az+SJ0KlUnB2hOagOG8ZNGIfKynJoVCqbJ8EzjUwmjXgqi6RmQ1pXkEmnoEJBadCNylIHyoJOLtlOazYkKKu1qEC1u/jcPG43vG4X7E4H1KKCRDKB1s4D6Nq3A+m2Q8h37EW8fwBamvJWSXg2mlPRxgCLrIUitDyQ00lYzXPDs1ROQW9aZ/dqidPOzcYmTJ+CyRdeAbvbi0BJGAF/iBsFJeJJ9EWjcHucCIVCg8KMNd9obnLzHwfNQxtHZ5CQkkzEkUol4fP5uDR/IB7n94dKS1FWVcv3VzKZAjUtshV0XHrhwhNaJ7/xvW+iqroa5eUVUJ0OUA28w+mE3nEQu97bhFwigc6DBxDri6I8EEDA52FB3ipLJxGU3MPsclZoY0VFb9aG13e3oCVG8QZ2zt+kJmMkEFKOMP3s2PHjMO+C8+H1OeH3+zHQ18tl8uSI5W7wlNVJrj8WoknkNjY6KALDcgtmc9QVXmPB0e1xQ3U6YVMVeOwOdqrTv2994228+PJGJDNZIw2W3JnkmGeLK9ApUkQAACAASURBVOm3vA3CqipdC4m0JAw69TxqKkow67TROHPCSAQcKrK5Il7ctgunNzZi7GmTkCOHIW0k5HSkUyl2redzGlxuN3zBEhRo04Q3b+zIJOLIaxkkBvpZwHY6nMjpOQQpU7lQQDwWQyKZNHJSNQ1FbgaomU2MyCnsZC4Ol8sQonXadDBcvNaGkCVcDm2WxA5WkrvzWTjj3ch2tGDngS7s6EohmkjxupjSCxjI0vjZYaO4EnNNtSaUJfAOFSmHiqy8bnKeKG1ikLBpKIQkBgdDIb7nKEfYEiJJwDXWbMt/enjqfpawOvQcDrtoDR2Y/075yEcJsNbRh7pueeMok0Mm2Y+pdaWYWB2C32WHz+dHOOBDRWkZgjUj4R17GnRfGDkW4ym7+0jB2crHPdpdenhMjGxhbuBmvlhctrTjo6IDGCU7Vw+L0NZa8ac33HBC97i8SQgIASEgBISAEBACQkAICAEhcDIIiLB6HMpnLVjGmZ6ptIJxE6bjmisvRLxrO1b9099h796daJg0CdHeXvRG+2F3uvmBn9x5JArQF4mpg5l4phBpiKvcG9t0aCmcD5q3q3D5fFCKGrIDEbidNuTh5DxP1mXp0bbgxLVfuxGzZp/PwhU51KymS1x6OSSbj7MxTUcgueGysQgefmQVdux4Hw6nUQLvcwcGH2S5sQqMsmx60d/TyTQa58zFVVcvgapSVIEDCgk39iLnp+ZzOtyqHe9sew/PfPQmkiODFKDI5dR2txNjbUFc33gxAt4AcgWNs1lj0R6UBrMYNSLAzbrySh6ptA2//Lc1XJL6J1fNRVtHB9J9A5gwpQEP/cfLSBcKuPmqi+ChUnVbHlm48c+/WYsRddX46qXnAnoKRcWB/qQPbT1Unm6UzdqhomAjVx81uykg0tPD59C09UN8+NF70KhZkk2BPxBgjpT3Se6zyqoqfGXefFRVlyKfJTsvCZ2kPuUxrvJVeJQPkdejqKwwWCViHkQjGlrbdOQVBwLloxF/yYGzdicx003ilRt5ex4RtxO7zp+J+PQzuOs8uZAVcoTqGlS3EyNGjoTX74PGCmcW6WQcmVTcyMu1U2MlJ4o28iQCPrcdAS8Q8NjYTRZPFdCfzHJzMYfDxQ7D0pJS7vZNGbvkQu3p68XuvdvR3bofaioBd+9e4zMGksinNOgauVap2zx9kTtV51J/MhRmKV81l0c0XkBayyPgdSLoVOAPejC58UxUTDsPUJ2GSKk6DFciuVajEQT8Pni93kHHHotjZikx3Q8kntL4kBhF8zaVjPNYeH0+PhdyVpaWliIQDKGiugbpdAax/n6OT6Bs2isvv/aE1smVP/0RO2mpcZFNdfD5OWzAwNaNaP3wfThhR0dvHw50dsOtujGirBwuVxEqZ/CS887YlKAXicOUV5wqqth8oAtNbVF2qg4t34ZShN/nx6WXL+LGQqTlBkNBnoduj4tjELweL7tfiT8fl4Rns7SbBH9NN9YWigEIh0sG82pzeR3xVJI3NnK5DLRMCn37D+G9D3agKxJBPJVDhoQrO8UcOFGguAEqMSf+lCShUnl6gbZN0FBVgskNEzC2qhRlHjv8Xj8OtHcjGizBjHPPQUbPsWOYcnkpmoNiP/Rinv9LZfAebwC+cBmcHh/yxQLSJKzmMujuaEN1VRULeCTEUn4uiaskqBN7yoslkZbEVaPsvMCOz3g8zsf2+f1wcPwBNQA0yA4KlgWrkZXxPiPPk+RkwJ7LwNHfgWxXCw50RrG/P4dMtgCny4loIoP2eAaa4uIMaNqdsiIRhk4qSyyk7w0VVo2V2fgeu1VpwwU2FoKpyVpXdxfnA/O5GhL8oAh69KQdrrBqnYP1/qMdq3xOQwTWoZzozzoKLLwX0klMqg1jQrkPJS5y5PtQVRJEWbgW3vGT4R/bgLzNiayheA7yPuLYLLAfvpIj/o1jLGiT0RwLc8zymuFUt5yuHF9j/l4kYdX4/WNEIFjcb7zuuhO6x+VNQkAICAEhIASEgBAQAkJACAiBk0FAhNXjUJ5x0VIoUJHOFOHxVeLqxVdiXJ0P63//MH7z64dRXV3B4k9nVwThsgoE/AG0d7QhkTByDalpEosgZn6k9QTKTlYuvyeHkVEuWbDbuExcyRfhJpFHy7PYauSdkoNHwVfmLcSll1yJPHWXoUw/h9HJngRWq/u39UBqXRKJq93d3XDYKCczgbXP/BYtB5tZAKFmSj6/m7uxG12ZKWPTEHRcngBOmzIdF1wwnxua6Hkbd5m3HLIkrFLJLWUkvrjpNbze0gStyg+tIwrV7ULRrWKKvxpLZl0IKiym87MpOvoinaivc6CmygWbZoNddaGrM46HHv0Nzjt7OmZNHY3Onii7mkorg/jn376AujGjcc3884xO9nYb+hI5/PO//wfOnd2Ir5w1BXk9g6LThWivAz19eWgkLtpIwHCxSEmuPHJbDQzEuPlQIjaArq52dLS3sThEzshgMGQ2rlJRW1sLf1kVUEhDKVAubpbdwHbVi4AtAbfzDWRSryHg1OB1FlDQihgYsKMv7kFWHYW25Dhs29KCMZ0RnKu4EVZV9CpZNNd4MHbRIoQrx2AgFYNKogSVc9MIUyZjIICCYoPDpcJpLyKbSpgl1gW4nA54vB64A37Y4YQx4mn+OUPILCIWTyOdy7JwXxIKY8zocagsq4Lb6UIqk0ZLRxvefPt17P94O9SChkp7DB5FgT4Qgx5LQE9r0LIatHwBORLo9ILxpRWRyRpxAP3JAouIIR8Jq4C3NIyG2efAP3oq3B4fykrLeW6RsEriTX9/DMFAgIWmoXOTxWIWmShf8nBXdRJiyLFKDmN6D90o5AwnJ6TXT0JcCIlYP1KJBOf1ZtMp/Mmyb53QOvnLh/8JA70DUMjd7FLhtisoJpLofv8laF3t7OCN60UcivSivzcBR6GI6lI/i8SUp8lCHDdL4sBTuG12aDYHtnUOYPO+Ni6Jp3lH18qN7Ao6Jk6cgOlnnoEYlYfnsygpKUFNbRV8JKgWCoZbO2s0daPrp88i6c4SomktCYWC/P28riEejyGZSCARiyGd01AkZ7GWgUobCtT8rLMH3b39iKXSSGQ1pLgBGcVYcLAAKKyErrvE60NZMAi3y4HxdSWoKi9HacCDkMeNoqKiP2eDbcw45FU7kmlqOpbBQG8v2lva4PP7UFldCbfTjkwqCafHC39JBcqra5FMpfl70DPobGtFMOiHzxcwnPW8hjmYATl3KfqBULJLd7CUv8hNziindyDSZ25Ykdv2cKQKN/2yStULRjwCu19JKKYSfXJntu2B3teGeCqDA90xOBQVdpcL3YksmntTiOfpjiKxmMbzcJn+UKenJVBa37MqEA4326J1Os9rF60p4yeMx569exGNRjlDlddLMzvXcPwf+RqusPqJWADlsFh79PkO/QTLCZrVshxfQ5tiY8v8GF/uR1AF/F4faipCKKuZgJJJ02GvqIKtaEeeoqqLh0XOoSKz2YFskP/Qz6PsWWveGl3xjBdJp+w6NqMRLK40H7h5nLnxQv+1HKs3LFlyQve4vEkICAEhIASEgBAQAkJACAgBIXAyCIiwehzKZ158E5frUx5hKmvHzGlzMP/8s6D178bqX/0jdn28A1VVFZyZSPmQmVwOkWiUhRFDGDBEU3o5LFGSRQOrG7YhsJLEwaITOdyKJLZx4S5go/xTO4o2O2afcz4uuvAyeLxBzqKjslNyKnFpKeU+0nOr2aGZHu6tJiJUSn7w4AEoSgEVFWUY6O/Fxzt3YN/ej1nAUtQiu978fh+i0V54fW7U1tSgrKwS4ydOhtvlg+rwwOF0maXClBtphuEpNi7H/v2GF/Bh3yHoHhX53n4oTiccAS9mjZ+CC6c0wqHxozRdJVpaDyIcLqK8zIViloRVBa2HIlj/2gacfdYkjAiXIFMA8kU7Mrk4Xn9nF+pHj+KyZFtB4dzGvv4E3nz3A0ydNBGjqio46zZrVxBylyOPADv+nAp1uVdB/YOgUFftItwuDwao9F3LsvutveUQNyoiMYvGh8QqKjum/xapnJ4iD2g8bDolsXIptqOoweNIwqFsgWo7gEI2xu5SXS9BZ98I7G1VsG3fAPpjPVBUHSV6DAF4kVbyKBs3EpdeuhB+XwB6RmPXL7nHyOGbzGYQ6e9HT28vxo4bg5qqUi4xTsXjUJUCPC4FAb8b/lAQNpsTWk7nOAOKbPB4ArDbHEhlUkikkiw+VVRU47SGqSgLl8NucyOZTeFg2wG88eYrONi8GwoxKqZQ6nbBkYojG+lGLhaHlqH8S3KnGuX/3Kwql0cynUWWYh4UB5xOFX4HNR9zwV9Vi3HnfAXOSsrhdCHkDxjNlApFpDMZxOJxBPxB3lywHNQkqAx1pHETJZsNHq+PBRdyrNI9xF3WXS54KBLArrL4RvEU0e4OFHIZ6uzETbC++b0fnNA6+df/52/gsTnh8nmgqQX4HQpSLS2IfPg2VI1Eah25PJDSioglU0gnkvCpdng9bqPDPTsjjY2IotOOgOpEUXFiT18ab+85hDTdx5SRardzEzyvz4NRo0bCF/DC5/NCz6URDodQXV3N9zNtcFC8RTaT4Q0bj8fLTbWIA81JikPwesnFqyHS3cVf1HWeNkQo+7WoOuB1++D2eFAS8GCg+SA6du9AKpOBTlmo+SLSmo50NocMOeoVG/xuF/weF8I+H0oCfo6VcDoLCJE7uLQUbqcDOZsDO1sj2BqJIaPrXLZPm0dxmi+5DJxOF8orwpjcMBYlIS8Lpi5/CGMmTkIuZ0MmGQfyOfRGulhOpWtXnca10YvH2enkdYiiGNily65gsxmfmWGqU7xEIsFuZtp4sgRYarRGbl5d03hzKkfO10yGhf0MrcXJJNzZfgRtCeQzWcTiOmzFHAo2GzrjGvb1ZdCTop0TEmuHtvQ6HDVwtEBpiX58rmaUitGwKc+bJeTGndjQgF27d6F/oH8wC5dFUcPj+ok5e2LC6mAk7GA8yxHCp3lvWSzZCUyiM4n9qhOTR1Zjcl05Ur3dPK/r66tQ1zATZeNOQ97lBM9uym6mqIsh40Lf5moMGiczfsb6DPqdxONqN4RV60Uub45WoENyXI7xu3EwboF3G40qj8H8ZZPt9VdffUL3uLxJCAgBISAEhIAQEAJCQAgIASFwMgiIsHoyKMtnCAEhIASEgBAQAkJACAgBISAEhIAQEAJCQAgIASFwShEQYfWUGk65GCEgBISAEBACQkAICAEhIASEgBAQAkJACAgBISAETgYBEVZPBmX5DCEgBISAEBACQkAICAEhIASEgBAQAkJACAgBISAETikCIqyeUsMpFyMEhIAQEAJCQAgIASEgBISAEBACQkAICAEhIASEwMkgIMLqyaAsnyEEhIAQEAJCQAgIASEgBISAEBACQkAICAEhIASEwClFQITVU2o45WKEgBAQAkJACAgBISAEhIAQEAJCQAgIASEgBISAEDgZBERYPRmU5TOEgBAQAkJACAgBISAEhIAQEAJCQAgIASEgBISAEDilCIiwekoNp1yMEBACQkAICAEhIASEgBAQAkJACAgBISAEhIAQEAIng4AIqyeDsnyGEBACQkAICAEhIASEgBAQAkJACAgBISAEhIAQEAKnFAERVk+p4ZSLEQJCQAgIASEgBISAEBACQkAICAEhIASEgBAQAkLgZBAQYfVkUJbPEAJCQAgIASEgBISAEBACQkAICAEhIASEgBAQAkLglCIgwuopNZxyMUJACAgBISAEhIAQEAJCQAgIASEgBISAEBACQkAInAwCIqyeDMryGUJACAgBISAEhIAQEAJCQAgIASEgBISAEBACQkAInFIERFg9pYZTLkYICAEhIASEgBAQAkJACAgBISAEhIAQEAJCQAgIgZNBQITVk0FZPkMICAEhIASEgBAQAkJACAgBISAEhIAQEAJCQAgIgVOKgAirp9RwysUIASEgBISAEBACQkAICAEhIASEgBAQAkJACAgBIXAyCIiwejIoy2cIASEgBISAEBACQkAICAEhIASEgBAQAkJACAgBIXBKERBh9ZQaTrkYISAEhIAQEAJCQAgIASEgBISAEBACQkAICAEhIAROBgERVk8GZfkMISAEhIAQEAJCQAgIASEgBISAEBACQkAICAEhIAROKQIirJ5SwykXIwSEgBAQAkJACAgBISAEhIAQEAJCQAgIASEgBITAySAgwurJoCyfIQSEgBAQAkJACAgBISAEhIAQEAJCQAgIASEgBITAKUVAhNVTajjlYoSAEBACQkAICAEhIASEgBAQAkJACAgBISAEhIAQOBkERFg9GZTlM4SAEBACQkAICAEhIASEgBAQAkJACAgBISAEhIAQOKUIiLB6Sg2nXMwpS6BvM1b9w4uoufkeLB57yl6lXNgpSSCGzb/6OV6sXIZ7rvoyTt4v+/mfkpNKLkoICAEhIASEgBAQAkJACAgBIfCFICDC6hdiGIZ/Eh3PrsTKZzqOeoMD3uoGzLlmKZZMKx/+weQnP0Fgy69uw6r3PwNM9WKs/NEi1Az+WApNv74XD270YP73voslDcE/PNm9a3Dn32/AuFsfwIpZjj/88eWIQuBECGgRbH5yNdZuakYkC8DhRU3DfFx/8yJMGrwNmrHmzp9iw7jleGBFI758s/fLfv4nMrDyHiEgBISAEBACQkAICAEhIASEgBAYDgERVodD6Qv0M4aw6sG8r1+AcYPnNYB969dhw8EUxl5/P+664HMQ9r5ADD7PU4k1b8au6OFP2PfKamzom4El18xEyPq2px4zptYMCkSRTavwwNNpzP/uHZhX+3menRxbCHyBCBSaseaHP8X6vhrMuWoRJtENkonggxfXYkukHot/cA8Wyf3wBRowORUhIASEgBAQAkJACAgBISAEhIAQ+EMTEGH1D030cz6eIaxWY8VDKzDjiM+KYf19d2JNzxzc8cAyTPqcz+OP5fDsYG072qH6x3L1cp1C4PgEtLcexHceacac2x/AsqlDfq7QhEf/8kFsHL8cv/j2l9GhKqMuBISAEBACQkAICAEhIASEgBAQAkJgeAREWB0epy/MTx1fWAWMf1Ox+Mf3YFFlB9b9cCXW1izBcs9GPPpWB8qvXImVl1EBu4bIpsex6snNaEloXL5bP2spVtzQiPKhdbqxJjz+i9XYeDAFTXGgZvYyLAmvw4PvNw6Wwlvns+TrXmx8ZCM6yiwRMoXmZ1dj9QtNRomwqxxTL1mO5ZeNhdekab136bfL8c5jG9Dcpxk/99Xv4PbzdKxftQprd0SgFRzwjmrE0tuWobFsyFCkmrFu9Wqs458BHGVTsejW5Vg03voEAIUINj+xGk++1YwYXaq/HlMX3oBlFx8+j08b3E8VVqkM+rFVePzdFqTo2LUzsOTW5ZhXPxSihpbXVuORZ5oM1szhJty8cBKCCn2yOU51y3BX3QeDvBzhqVj87RWYbx2rcx1W/nAtqlc8hBWDivpnHZuOP7yxTu1dj0d/sxZb2jVAcaB87BwsvnXpkby/MHeBnMgXgUDkuZ/g7qfTWPTDe7H4KGdq86ur8erA2bj2qqkIDs7xFXjoGzR5rbVpKW6veAePvGrem2VTseQ7t2NOfj1W/XItmqJD1qabGlHO94u5zv2+Gktu9eKdJ8w1zFWDOTd9B8tmDY1CGd7cR6oZ63/9KNZu6TDXkbGY89XlWDp4LOsetc7fOI/Y7nV45JF1xnnSPXPaItx0RATCF2GU5ByEgBAQAkJACAgBISAEhIAQEAJC4PMkIMLq50n3czj2pwmrTY/cgQffasDyX65Ao2KKAZ2Ao3oq5jROwsixZ2PO5CA6nv0JVj7TiZpzl2LZwgZg9zo8+tuN6KDs0O8vQg0JGIVdePTOB7AxS2W+SzCzMoWO99dizaYIMCRjdDDz1VGDqec2YtLosTj73Elo//UdeGCjF403LMfi6Q60rHsEq19tQfVVK3HPQiOddPC9lY1YcuUc1PujaHpuDdbvBoJBDc7TFmPp7HqgbSMe/91mROqX4P7vzwcHHVjn523EslsW43RHC57999XY0FKNxT+8B4uqDVGx6eG/woObzfNoAJpfeQyPHnUenzZMxxVWCx1Yd99KrO2bhPnXL8a86gFsePJRrN9TjaX33YV5YUsEItZRTFqwFIvn1iC39UX8++82I9V4O352y1Q4LJGpGwhOmI+rLp6E0MAurH96PXZhHu76+6Xgdj/HEFaNcfy0YxPjYYx15zr85EdrEZ0wH8uuXYDyxJt49l/XYkuhEbfftxxTXZ/DRJZDfvkJ9G3AT7//OJrLG7H8m8vQWHu89NSjhcnDa1P57CVYPLsewUgTnuM5H0Qw68Skq5ZiTh3QsulxXnPqr70f91xsRJwcXjdmYPGCeRhbfnjdmLHiXqyYYWysDGvu0/33E/M+vnEJFpQn8eazq7F2i47Gb/8My6fRNX1SWE1tWYW7V22BOnk+brhmAcojL2LNY+uxqzADK368AuYpfPnHWK5ACAgBISAEhIAQEAJCQAgIASEgBD6VgAirX7IJckxhtaChY/Oj+MUjm5GasQI/+8aMw4IdFmHlDxcbYim9spvx4PdWo/PCu3DvtUM6dDevwd0/XY/yG+7HHecHEXv1p7jzic6jynxT2PjzO/DowOHSeON8gEU/XDnEtdaEx//6ERy68C9w1wKrxZMZVVBYjHvvWQTylRnvDWHZA3dgjmUyzW7Eg999FE0Ny/DAX8w57G595m6sfLYay/7xdswhoa/pcdz560NY8L27MJ9FVAB96/GTv14DXHUv7llIn9CCNd//CdaPHuo0i2HDgz/Gs7gMd90+j8/j017HE1a1TQ/iOw8fVQZtlkBvOfMOPHDjpOOyjr30E9z5pANL778L84KmaHPUOBll1lEs/tFKQyQ+Wlg9zjgecWzX8MbauJYhn0VAdq7Byke2oOHme7F08pfsJpHTPWkEUnvX4aGH1mJXzHClj50xBwsumY8ZR4isxxFWQ0fe48acb8KkGx/AHXMHfe1Y+4OVWFe5DL+4fQ7nGh9z3aC813t+ivUOc20a5jrH6+F3VyM66OY3Nm3W/Gg1tkxejnuvp1CVo8/fXFdqluGB2w+vUUhtxIN/+Sia596FB24YsraetNGQDxICQkAICAEhIASEgBAQAkJACAiBk01AhNWTTfx/+HmDbq1jHCc4eQm+++35MKrHj12+ii2rcNuqfZh/1/1YcsSzf4chYNQbIiQLijs/mdd6tND4aQ7ao09xeO/dglW3rULnUKFjUEzBYaHxmByPfq/lWFUxdu4CLJ47B+PqvHBYIvMwxuJ4wurx+GxedRtWR0zxeOtq3PZPuz7JWkshlgY8fjqXTxunzuMLq8M59kfDG2sSbcmx2lk5A4suX4DGKfUo9375ercPYzjlRz4PArSxs3sDNr70DjbuNmIxgpOX4i++O8/c0DmOsFp3ZGm9sTYNmfN8rtbGw9GbOZ/Mme7gzZd6I396mOscH58cq501mLFwERbMmor6Su9gYzoD11Hnb25ylN38C9x+7pH3Cd//HZLJ/HlMMzmmEBACQkAICAEhIASEgBAQAkLgi0hAhNUv4qh8yjkZQmYZlt1/M04f8nOqKwjvESXbxxbsjulOPIaA0Xmcpk3DE0cpgHAX1j+xBi82tSBGGavW6xMxAkcLJMMXVmO71+Ox372IppYYZyNar5oj3Gcx7HrlMax5oQktFLJqZsV+5+g82eMwP7awmsKGn9+Bx3cf503WNR5TKDr6PScorA7j2MMda07d7d6MNY+sw+aDHUZebHgqFt1yMxY1GOXX8hICwyJAIuvGVfjZr5uAuaZz+3gZq39oYdVcG5f/4+2YseUYLuxjrHPsp6es5CdXY937LejgzOkgpi5cfowcZFMIPrgGd9+3HvVH5B0bdHi9eH/GMZoLDoue/JAQEAJCQAgIASEgBISAEBACQkAIfMkIiLD6JRuw4TtE/2eO1aaHb8ODW0/QsWrmn26pMzI7x5V5EPQ6DNGh7bOcZ8MUVnc+ijv+YQtGLliGJfPHocwThNdx7PcODrGWQkvTWjzyqw1omTq8juWf6lhtmY877lyAo/r2AIoHQb8DOJ6r9Ig5d4LC6nCOPWzX3pE3gRZtxoYnHsSarV7Mv+deLKn/kt0kcrongUAMTU8/iXdgNaga+pEaNj74HTzabK0fX2TH6lGoshE0v/E4HnyyCd4F9+Dea2jyi2P1JEwo+QghIASEgBAQAkJACAgBISAEhMCXkoAIq1+yYfsfC6vDzB403I6dmH/XvUMiA46XsXqU63Tv47jj/g1oOMLRNcz3YnjCavNjd+CnrzUc6QxLbcQDdzyKAcuxepyS3eM2pDrGXDjezxpZpsCSv7sH881GVfz2WAwxfxBBihs4DuvUGw/gjl/njsxY/Sz33jAzVo849jAzVvkam+fjrr9bYjTKotcxmmV9yW4VOd3PmQA3y9s0Fsv+/vbDGcnGTYD1992JNelFWPnjxaj5XByrR2UzWxmrfrPB3TDXuWNHo3yWECwZq5/z1JLDCwEhIASEgBAQAkJACAgBISAEvjQERFj90gyVcaL/Y2F1sFu21U1+LHBwA9Y+sR67woux8vuLjFxE03W6EZMw/6r5mBRKoeP9tdyhG59Vzm+KGk3ljVhy5ekIYQD7XnkRG5pjn/3eYQqrhvDbBO4qPjUEDOzDqy9sAH3E4SiAGDbcfyceP1iPeTffgPkNDkQ2v4h//91mpOZYZcqfPgGOK8IWOrDuPrOb+PWLMY+P/SqeeHojkrPvwH03TjIb7fwEK58h1uSsrYf20VqsfmwzUo2342e3TD3cZOy/K6weMY7HO7bVGf0zxprdvxuhzliM5Zedh3JtFzY8/TjW76nG0vvuwryhwvGX7H6R0/0cCaS2YNUPVmFLtgZzrlqEmXVBIBHFro1PY/3Ok+pR5QAAEMNJREFUNCbdcB83wvtk3vMwXdrGiod1P1yJtTja6d4BVDZiyQ0LcLY/gheffBTrdwON3/4Zlk8zck87nrXuvaVYPPcz1jllBhbfehnOK9Ow6421ePzFXai+/n7cdcGxzh9IbVmFu1dtgXf2Etx08dnwJd7Bi4+twebUDKz48QrMsHpvfY745dBCQAgIASEgBISAEBACQkAICAEh8L9PQITV//0x+G+dwR9CWAU0RDY9jlVPbkYLZwp6UT9rKVYcnTsaa8Ljv1iNjQdT0Mxs0jnp1VgzpDnL8c6HuoWv/td1aIoamYVjL7gZFyRWY/VbDVj+yxVoVI4nEg/PsQqk0Pzsaqx+oQmRLGWCjsW8Gy5A6uHV2NiwHA+taDS4Un7iY6vw5Ptm1it1Lp+9GMuvb0T5MJpYfaq71Tz24+8aDXsc/npMXXgDll08Fod1FQ0tr63GI880Gaxd5Zh6yU3Hz2+0ZsPRGarHdJB+1rEZwLDGOrZ7HR55bD12d6agwQHvqKlYdN0yzB8vCtF/6wb9Y/vho/NJrblzDW1kWPm8n+UANaH9N5tXLfm6F+88Ya5hrhrMuek7WDarfMgIDG/uUx70ukeewPrdZr7wJ+7jYwvBfM88Yq5xigPlpy3CTTcvwiSJJf5juwvkeoWAEBACQkAICAEhIASEgBD4IyYgwuof8eB/5qVTQ6gjxEezxNexFPffOQ+iH3wmQfkBISAE/sAEhr+59P+3d7+hdZ7nHYB/GJ+FaEUhSAw7wf2grNgt6h8xpph6ZXGJXCKD1VEPFhNLLIJEpTFUK55LbYhCnLJgmAvuqDx2WuwWu1Ab4kE0YpVG/eCRuGyCIRYbWrNFJDbDJlgUQdAwQ7KOHMt26xA/mvLqOh/Fq/t57ut+P/14znPu8cLKESBAgAABAgQIECBAgACBRQKCVa/E7QWujOXlF15NNm5Jz5cezUN5N2/+/Mc58cb0TV+3xUeAAIGlFBCsLqW2tQgQIECAAAECBAgQIEDgdwkIVr0fdxSYOj+aYydHMjF7FUCSWkt7uvv60r3wFV94BAgQWFoBwerSeluNAAECBAgQIECAAAECBO4sIFj1dhAgQIAAAQIECBAgQIAAAQIECBAgQOBDCghWPySYxwkQIECAAAECBAgQIECAAAECBAgQICBY9Q4QIECAAAECBAgQIECAAAECBAgQIEDgQwoIVj8kmMcJECBAgAABAgQIECBAgAABAgQIECAgWPUOLGuB5fNDNRcz8vxQTj08kMPPdCxrM5sjQIAAAQIECBAgQIAAAQIECBAoLyBYLW+88la4NJKh508l24YytHXtR+pfsPqR+PwzAQIECBAgQIAAAQIECBAgQIBAIQHBaiHYFV1WsLqix695AgQIECBAgAABAgQIECBAgMBKEBCsroQpL3WPgtWlFrceAQIECBAgQIAAAQIECBAgQIDAEgsIVpcYfEUsd9fB6nQuvFpP/bWJXH4/yX2taf9Kf/q3tqVpHqpxFcCT32jNm8fGcuG9meS+ten4Wn/6/3xdah8AnTo/kiNHRjJxZSZZVUvrZ7qzs687G5obD41n+NnhXNrcm85Lr+TUW1PpGDicgdkrU6cvZKRez8h/Xs7MtaTW0p7up/vT/ccLO7ntHas3rVlrTtvmvnz9L9rTvOrGxi7/6njqJ89c33utKes+150dT3WlrVF6RbwUmiRAgAABAgQIECBAgAABAgQIVEtAsFqteS6Pbu4yWD33k8EcPNOUzh396fl8LZMjR1J/fTJrvjqUfU9cv5v1erB6MWnekK5tT6S99UomXnslo29Npb3vYHZ98Xo6OT0+nL3D41n96a7s+NqWtF4+nRPHRnPuWkcGXhxIx9xj14PV8STNbR159E8eySOf6krHunM5uvtgzjR1pveve/LZ2mRe/XE9Y5Nr0vP8vnSvmdvJLcFqY82mjduz8/GO/MF/nUr92NlMbxrMwac2zO1r5j/q+dt/OJumjb3p37o++e/RHDsylsk1PRna152PdgPt8hi3XRAgQIAAAQIECBAgQIAAAQIEVqKAYHUlTr10z3cVrE7k+LeP5O0v/032bGnEi1MZ/e7unLjWk5f2dad1IVhdne1/ty9dDzY2Pv/c+z0ZemE2nJzMie/sz+ja3hzctWnhtGumz+TQt47mwpf25OCOtoVg9XxHf14a6Lzx3MTx7P7J29nyzT3pmgtRk7w3mv3fPpF89aXse2JuJ4uC1fk1P7E9B77Tlcah2Kmf78/un9Xy5IE9eaw5mTy5N/tPr8vA4YHMHoyd/Uz98lBe/Jdk6+5deayl9DDUJ0CAAAECBAgQIECAAAECBAgQKCEgWC2hutJr3lWwenuk8X98NsPvNALTxonVNTcFk7P/2bgioP8HA+n8n5EMPX8qLX3fz64vfvBygOTs8LOpX2zUm78KYNtQhrb+vrOii59dFKzO93j/Xx3Ins0Ldw0k757K3hdG0vaNw+n/3I0Tq6vbHsuWbX+WTW3r0nTfSn9B9E+AAAECBAgQIECAAAECBAgQ+PgLCFY//jNcfh3cbbA6dS6jPz2R0xOTmZq9Y7Xxmf2a/NxJ1N8XrCY9Lwyl+/0T2fvd0axr3Jf6gVJzQe2/dcwHs3cOVqfOj+bYydOZmJyau2O18Vm7EMIuClZ/fTyDB8YyfQf9hbtbZ0+oLqpde2hTer/+ZDr/6OYQePkN0o4IECBAgAABAgQIECBAgAABAgTuJCBY9W7ce4G7CVavXb/XdPzhrvT+5ZY80nJ/mptq+X85sfrW0Qx+bzyf3NKb7V2PpOX+5jTV7u7EastTB9L3+VsJV8/VWPz3mUxPTuTUkeGMvdOe/u/tSqfTq/f+/VORAAECBAgQIECAAAECBAgQILAEAoLVJUBecUvcTbA6f+Jz/U2nTKdz5u8Hc/Tq4hOr8ydTG/ef5qPdsXpp0VUAF44N5uVfrr/5uoHpMzk4eDRX73Ri9dpEjn7rUMa/sCsH+9o/MOKZTL03k+YHZ38ta/6Ua2tvvr9rUxZy1vHhPDt86fpp24WeVtxbomECBAgQIECAAAECBAgQIECAwMdaQLD6sR7fMt38fLA68/hg9nzloUWbXJ37P9GU2szZHPpmPROtndm+7bN5IFfzm1+cztiFqeSWqwAuJs0b0rWtKxseuJpzv3glo2/9bzoGXspAx2yAmUyPD2fv8HiaNm7PzscfzR/+9s2cPnYiZ6c7MvDiQK4/dvurAGbeOJTnfjSR1o3b09P+QHL1N3n9tbHMbuWOVwHcZs3WmXMZ++efZfR8a7bv35OulmTq9Zez+6eTWbe5Nzu+vCG1K419bcrggd5sWLVMZ2hbBAgQIECAAAECBAgQIECAAAECv1NAsOoFufcC88HqxdtWXrtwUnP61yOp/3AkE1dmklpz2jb3ZfNv66n/6/rM/SjVqht3rPbu/mT+/Z9GMvHeTHLf2mza+Vx6/7T1phWmzo/kyJH5eqtqaf1Md3b2dWfDwm9L3emO1elceLWe+msTufx+UnuwLY/t2JzpH9VzZn1/Dg903jh9+vBADj/TsbDuLWu2bUrP00+ms6XxyEwuv3E8wyfPZnJqJpnd1y3P3PsRqEi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4P8AUTeUqaZKWwk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1509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4" y="2049381"/>
            <a:ext cx="8408753" cy="40997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 seleccione el curso realizado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24469" y="3324225"/>
            <a:ext cx="7772400" cy="1876426"/>
          </a:xfrm>
          <a:prstGeom prst="roundRect">
            <a:avLst>
              <a:gd name="adj" fmla="val 4710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12351" y="1571625"/>
            <a:ext cx="0" cy="163263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AutoShape 2" descr="data:image/png;base64,iVBORw0KGgoAAAANSUhEUgAABVYAAAKaCAYAAADVtAJTAAAgAElEQVR4XuzdC3hU1aEv8P88E/KAGIgoVBEbrKRcg/LQKAoHOUaoxGqopCqoiAgH8eOiR6FeqMKtQI9SP8ADRUQFtUGN1tCCaOAQQaMUlHgx2JKKUAlgkFfIkMm87rfW3jOzZ7Ins5NMMgz8OR+nksx+/dZj7/2ftdc2jR8/3gf+CQhUV1efdxrZ2dnn3THzgClAAQpQgAIUoAAFKEABClCAAhSgAAUo0BYBE4PVUD4Gq22pTlyWAhSgAAUoQAEKUIACFKAABShAAQpQgALnhwCD1bByZrB6flR8HiUFKEABClCAAhSgAAUoQAEKUIACFKAABdoiwGCVwSo4FUBbmhCXpQAFKEABClCAAhSgAAUoQAEKUIACFDgfBRisMlhlsHo+tnweMwUoQAEKUIACFKAABShAAQpQgAIUoECbBBisMlhlsNqmJsSFKUABClCAAhSgAAUoQAEKUIACFKAABc5HAQarDFYZrJ6PLZ/HTAEKUIACFKAABShAAQpQgAIUoAAFKNAmAQarDFYZrLapCXFhClCAAhSgAAUoQAEKUIACFKAABShAgfNRgMEqg1UGq+djy+cxU4ACFKAABShAAQpQgAIUoAAFKEABCrRJgMEqg1UGq21qQlyYAhSgAAUoQAEKUIACFKAABShAAQpQ4HwUYLDKYJXB6vnY8nnMFKAABShAAQpQgAIUoAAFKEABClCAAm0SYLDKYJXBapuaEBemAAUoQAEKUIACFKAABShAAQpQgAIUOB8FGKwyWGWwej62fB4zBShAAQpQgAIUoAAFKEABClCAAhSgQJsEGKwyWGWw2qYmxIUpQAEKUIACFKAABShAAQpQgAIUoAAFzkcBBqsMVhmsno8tn8dMAQpQgAIUoAAFKEABClCAAhSgAAUo0CYBBqsMVhmstqkJcWEKUIACFKAABShAAQpQgAIUoAAFKECB81GAwSqDVQar52PL5zFTgAIUoAAFKEABClCAAhSgAAUSQCBv6nOYPDhL2dNDFVg4czmqUITZfxyJ7OS2HIALNVsWYdYrVW1ZSYct2+vqXODLSuw3vMUs5Fydhdovq1BreBl+sKUCDFbjEaxemYc8VKDiG+PFdcUNecAnFfiH8UUMfzI7O9vwZxPxgy3vfBLxKLnP0QTOqnrQOxe5qETlvmh7zd9HFLh6HOZOGoFeKUDNlvsw6xVaxUWAdTku7IY3GsfyOav6XMNgCfTB7jnIzaxF5R7eJrVbqcWx/bTbMZ0VK27NTX5rljkrDvYc3ImReHJZAfDnKVi48Rw8PB7SWSsQEqwe3YHljy1BhQhWV45Etq1tu137yUI8vsJYsJo7dgaKbsxBj3Rlo666GlRtLcaitZVt2wlDS4/Ak0uLYC+fiHlvG1oAwATMX5WDmhcfx5KdRpfh51oqwGA1TKy6utq44djF2DgBeDX/UfzJ+FIofGEjHkkpwb9NWmFwqUIsXv8Ikkr/DQ8vN7hICz4Wz2C1aN5rGIkyPD57TTt9g9KazqcFePwoMHE+Xsvei/tmroqpxsiZy3DT0SmYtTJ8teKC7ibUTpkF41s8u+rBiP9chqJOZZg4tySyWf6TWPZvtZjSVtdYrSempRthZd3zUPRAIYZekYUUi7hScaBmTzmKny9G6KVKFiYseA79a9fg+efLWvCNbUcchHYbRZi7aiSw+XHMeb0Dw49myzwXRXMexPWNZXh+QWmb7QzV5Y5mb7ftTcD81/pg730t6XvabWcMrTh+5dN8n5s1fBqe/FUPVL+2CMs/i33bEOePApRiyoINhpwS8kMPzMdr/Wqw5LEl2NHkAGLbzlvjM2HBaxh6sd6SNShPkDbUbPu5ugizH7gejZuex8L3jY8bao1lhy0jzh1398TelY9i0dbwrU7A/GVZ+HjKQrS9VbXmJr81y3SYXMw3pNd+RHiz491FWL459n1myw6AwWrLvPjpc0pA9JO/6onvtpSg+PVy7Ecv5N5WgHG/zEHtu3OwcH282+c5pZ1QB8NgNay4OiJYPdtqSNyC1e7jMHf2IGRY6rHr6VlYdeRsk2nd/kQOBFu3vrN+qYQIVs96xaY7GKtANFbraXfCXExYMA2DPDtQ+noJNuypRa8bx6HozqG47EgJ5izYoPnyRVzU34yTTz+O5THqN9qj3WbdOxdzB2QAzl2YM3NVO315pFMwzZR59r1z8Vjf77D8qVVhYXW7F/A5sIGzOVhtzRdO8SqSoZj2h0KkfDSv3W5AzotgtZniOxvauQiG+lTfp/PlaEvq3dlar7Mx7unHkPP9csxa2REjlFpi1obPymA1ByknK7Hq0UUoD1lVa4PV1i7XhuM4BxZt0n6652DoqCIU3ZiCqiWPY8mXsTjI1rYvBqux0Oc6ElNAXF+MbFiNR1+oCDkAcc0/v+93mPiU8WE/iSnAvY4kwGCVwWrc5liVoUOvHShuGIHRjuV4fJmx4fdne3Nuj4DmrD5mBqvtUzyxCkRjtZ72OcrAWuUFydW1cvRVyG1q90LMnjsU9a9rR9C09mYg8kHEvt1mYdy8ubhsRzHqbx4Nx4rHsXx3OyP6V58gZd5BGjHcDIPVGGK266rO92C1XXENrvzcDlYNIiTax8S545d2fHesF7JqluDxF7Vn49YGpK1dLtHwYru/kdpPwVMrMbKxGFP+qywGG2zttRSD1RjgcxUJKpAz9TnM6FqBWXNLQgdMdM/BwB712PGl/wmGLIyYNAOFg3sgRcwY0FCLqs1rsDAwXYDSN+7/exYGXpUF2w/luG/mZ5j8+2nI+mQK5r0fBJL3SD/bi1nyCV+99qdu67oeyhN/etsKf+Kq+whMfrQQAy9OgU0sU1eDiveXY/lHmicw1M/k/SRF2Rkxan79IizhqFzd2stgNcbB6q+XbMRtP6zAP66YhFsuT5NrP/1NCZ5+cBH832uIz9yPV5E/LTiBQN7UxXjsjgG4uBMAz2l899EKPD6vBIfkGn6NxRvvB1bl49G1/h2+GIWzn8Ok4ZchzR5c5pl5JS2ehzU+I1ZzZMfRZdMULHTMwOJfuuQ8KaHRai6KZo7DiCuylAbfcBLVW1/GvNf9F3rBDin3KvXR4br9KHt9CdYEHi1s2vnIAMXxKVxXjECvdAeq3lTmCMoaPhkz7hwYmC/FcbQK5a8vRHHgW2Fle5VbgIHDc5AlJsluqEXl+wuxSHYw4qZ7KHoE6lTo4265Y5/EuGE5yBJ9k8eBms9KsGhFWaBTVrafhx7pygoch3ag9A9LsCFGI/La7fxlIFiNbtt074xPBaBcGJ58ez96+f08DuzfvBxzAnUlrB7cPhvLbqjFkifEpOf+P0MxY3Eh8LY/wGvNCVH5llKWtb+OeFw4+c9yvPy7NYHAsOlNfxby7puG8UN7KSdEcXL72wnk9g2dCiC0DrlkHSlZvBxlgTpibD3tVhfasOKieSuRu38WZq1s+ghNyLfD/hE1/m05qlDsfzQx7CLBdbQKZdo2PHE+lnXbj71ZA5HbzYaarWI0VXPtVumDQqYm2B7abiMecr/JeG5yF2x6ZCEcjy3G6IblePzFsC+Pwi5Ymuyvvy4F+o02lPnVRXjy3qHI6aZcHDm+rwipO0q/WI4TvUYgp5sNkPW2DC+/6cBND4+UF15yuX1lWP50c3U5vP5H6uua62vbUJHadVGdYFXWqUqUY2DgXOU6WomS3y9S+m5RD6aKx2fnoTSwbyJ0n48+f58VmCKiTecH0QffGDzz4JC4OFf6Ir2AMffeuZg8XO1rHLWo/LIWfS5vaV8TrZybufD332So58HlKzTTeUTzNFi+TY872vlbahk4lwCIcjNS8NQy3HRsSeiXxTfOwOJfASXqKEBD50TZZtX2qNNmdafhCWvnsk95exWKQ66Jop0vw5CvnobnJmWE1WFxDTcDPXbOwpy1+o89Rg9WxVMKk9GnWjPqU2xrag9UvTgLqwZErteAsfNz5Os15Rhbfq5Wl9H0ybX/KEPJK8WoCJyHjdQ1gxW5oz8mg1Wg9MVa3DRdnY8v7Bo4ZCqAKG1BtMOivuoNuajDe4rV6Tn0vqRqeTBgpB1FK+OOJja6vYjtR/aRHwenOYkajij9muMTF3JEv+9Ur5maOW9EdzXQvzcJdqK3N6M2/BwF4irQfSSefKoQlzn24m/bPsCmv+i/RCrngfmYdlUtylaXoORLB3JGFWHCnb2wX8xzKvtV5f4j40A5iletQrn63g3/wLMpv/NfNYrpz+aiZ4U/bG3a/nImzseM/g6Ur12NNVv92+qDmtf897ThfW4OJvxuBgbB/5RgCobeOx5Fw7Ow95XgQBZxPTPS8imK16xB+b5eymeG2VA+cQ6K41oIZ+fGGayGlUtbpwIQoemkfk5898EKzF/4F9RdMwlPz78P9r/egAcWKxtrEqyKuVon98DOl+ZjyZs7kf6LGXhs6mjYP7gbDywW0WrTYHXAk2/gueHAltcWYUVgmUJcvHs+Cp74S4tqW1yCVXGzOSkF6+RNRh5mLP61JtBSdj9nynOY0Xu/vGDdsAdqh9QH+195FEs+CXZIqf8sQ4lo8I4cFN47GSOzD6IkMAeUfrBalF2PyvWrsOZd/9vxijD3jwNRu24NSkUH2T0HI8dOQGFWpfrtkLq9Vdcj43gVylauQcmeFAydMg0T+tZg+aPB4Fw3EMx/Eot/mYpda4uxbksVUm4ch/Fjrwc2z8G8d8VNSQFmLxsJfFKM1WK+lt5DMW5cEYaayzHx6bO864oarBqxbVplWxasFqKPqwafvv0yVokTyp2TMe02G8on+Dv+8HogQtSwUYTihuLmk4GwtbUnRBmkTM/G/ndXoXh9FdB3pJw3tM/3L+PRxcrXK01u+uV8PVmoUpeR9eNXI5DtCAYkuGEGFt+bgb+tLcYHW6pQK+rIfUUYVFeMR59XH9gzsp4W9Q4d9+EJC5Yh638ivAgh/EZCDUBC59kVFwnT0P9YGV5+twSVDrUN99ofHAUr6ur1Gdi/tRgvvyLmRQr+0atvedMXY3zG31C89gOUq1MTPHj3IJx4U2/+uVAr0X9NTlmnlI0ou7HBUEXt4TBhwQwMcpQrFyz+/c2uwRr/I5gxK/OReHJxAVK/LEbx+nJUpSj9y/Uowxz1G3d5A3yFC9Vlf8LyNyuA64ow7b4R6GF2oeYzxcvRtxATphYg6+uFgdDIUF0eOxS2T2dhzpuir2tdf9BxNbG5LekHq69dl4HaPWVY9XqJtJ08ZQJyaparj4n5Ry5rRh90n4D5T/dEhT9sjcn5QX/kkaHyiVVfE1LOOhf+D8zHjMHAjnVrULLefx4cgazqVXj0BbUPE220WU9jNUE3WI16/hb7HO1cYuBmRISoox1YrvniTuzPzSf9YauRNqDsS9aeEqxauyHQZofayjFrdrHyhWyTc+9IPLm0ED2/L0fJWk2fcpUDZU/NQbEM/owcY7ixEqJmfTYR895Vf9dvGp6bloGPH9Z+YRC6XPRgFcDVEzB/Uh/sXTELq77MxbTnp6HHbu2bmfXrtaHzc7TybvW5Oji3nkM9v+c6y4LlIl8SEv1a0VhN7uBP+YPVKQuxX7RXdQ5fZThD+MhTA21Bdzn/9XvofNUtDwYMtCMDZdzBwoY3F6n9DH1sMYrMpeqIVSNlINpQEfo4KrFB3rtovwjRa18GXHVGzEVtkwlcFoYLjR88jwR6YeivCnDz9Tno1cUGxw978emHq7AmMP9xHmb8oRCOl0OfVhOjXSfbStTrQ3GuuAxVs+ZgjXYQlZgqcW4fVD2s3sM2+YI+/PoqQo4yaT4mJH+AxxeL66uw61dxfzE+FWVh5/DcRxdjWnoZJqqhrhj0MrD2ZSxcXKEOBMtCzuAeqN+uHyafRxVA91AZrIaxxCJYDR+NKl5WNckSHKEaHqw+8ur/YEDl3XjgD8r4VPnngcUozfsOBZMW6QSrt+C50llIf+/f8LD2Tdg3PIvSZ7qiZMTDeK0FNTsewaoILH6NPwXmJ5EdTbIaQqj7Lj7zYManmPd0cSAA6XX1QKTW7ECV7ID0Hi8Sgdk4pG7x3wDoB6sjXZowKqJV+PpFB9gHexfNwqrAI71Nb7T1ApqiecvQZ0fosH7cORvLrt6LKbNFcFqEuSsHonblQizxjyxp8khBCwq1Iz8aNVjV25noj4a1LFgNfzupeHFKIbDOH9Q1rQfi4rTQE6yDoaOM2nBClCerDHy6YA6K1W8f0TsXA5NrsEO9oA2/6S+csxJ5Py4KHdF452ysHHwQE5t7eVXYI9+tXk9H1pcI24oWrIa+IE3nZkC43x4aZgA5mPb8ZNjefRSLxJcxoq72qtJ9WZ7RqQCMfU69yFmrbte/H3/WBLIRwtbJv5sA20ePY8mWCFCtKfO752JZ7x0Ifvst1l2I2ctysXeKcuEmRwWH9YviZ4X20JesZU16DnMzNwVGy4TXZXERlqMZiSmP4vYnsTi3Bo/OXROp9GP4UpT2rMwRgtXsvVg4c1Vw9Lt4qdDPgi/0Ux7hqsJE2dcrXxpOy/w4UB6xOT8YC1Z1+4hRT2LZTVFelBdW76KXs96F/4NI3TQx5PE2XD0NiydnBC/u1fNJc55GSlg/WI12/tYbhRV2LjF0M6I+/RBo/+KL05tQ+2Jz04GEnRPvnouVff2P/fmPuABPLs5FzaPzIFtS+LlXLNO/BotCnsTIQtHT8zHwyCL1yxADx6gDHPoYIiCu2aalB/sB3bO87surgk8J+ZfJnTgfk3vvRcn+HBResgNz/MGx/IBevTZ6fo5S3q04V8ubzBq/pXoE3Yswd+5A1Czxl6+xa0Uj9bjDP6MJVjdAGVGc8+1yPL5CRKthddRQW4h0rR7el7YiGNDF0dvH5q/HOtzY4AabBqvqaDHtiDJDZSDa0Ei4dL8QNjoVQPg1u07/Hi1EMtDeDNLwY+ezwNUFmDCoB8TDuvX7NmCN+th61vAiFGZntFjmRHUJitv6MjgxGGtUIUbe0AMHAy+vCn8aLrhrISP3I7wQsHDOMuR+O0c+1RQyUCNwXtTe907A/JWXobLZUaRhfe7E+VjZY0fTlyiHTyV29TjMfXAEeqW44Dheg+/+XomP3y/RPKHRYvJzegEGq2HFG4tg9bZD+bjnWc2Kf/MGNl78l8Cj/6HBaiEWr78PjYsL8PgHkepa+IjVWXij7DKUj3gYK0IWEZ+7DYfy78H8FlTbjg9WldGCrhWPY4k/oNQ8Nht422j3kZjxRCFyLwAcJ2tR830VKt5dgzJ/WKUbrCoBQfBt8hGmAtB527x49GXa6Fz0ygw+tgTtY8a622t6UdI0eFG+Lc7RrDZQPJpHNgOPZ3odqP3+O1R/9TFK3vV/Q9SCAu3ojxoIVqPbNt3plgWrNyF09CIQGtTp3EyKETeTbOqo6QLMXjoQ383zf2vYlhNiFkZOfxKFV2UBzpOyLKu2lwRO/vJWMeyN1bqhos48mbljZ6DoxpzAdBVSTVOHjK6no6uIke1FC1ZDHn3Tu9kOf6wtsFHNjXyTka/BPdOvb7koeqwIQ/uq8yOpH1emEGjmqMSItbDpTWSY1kUTRDwwHysvrwyEbZHWFosyD38cM7it4HQlesev9xi5CHO0ZRH6GRFCFcD1J3+grH9UrekPjNSh9v9MpKkANI9lip1o0naVEPu7p0X/Ikb/TUbKOn/IHqvzg7Fg1Wgf0Xy9M1LO4X3uBMz/Y0/seHgeSkIKKmy/9dpoK+YMjjQVQOgbzcPN9A1DzAzejIR8WSymnhn4HebIudGUP9HagHgbfYGr6csxQujCzr1yVGydmBczbMqREFMDx6jbkEQ4nIeD8kWj+iFY+GKGRqzKhZRRd0Mz96P06XkoCZn+SG9/W3t+Dl9XS8/VYvmb4RCPcYbNlx3arvS+ODYaYLV/L9bsFkKCVTGiWExpk43q5Y9j+Zdhx2WwLegPggjvS1sRDBhoR2LKiGjXY3EWj7h50X6GXhz6a1ddDaq2FmORf45GQ2XQXN3T/120/kn5wiMs2AmZCi2438EQKXHL4mytI+fjfoVczwbu0Qdi2h+mYWBmK0Q091DGlo48YjNr7FzMH1yLRXJqw+gDiPT7RnUvAtcNO1EkBohoB2botb9YBqs3n8ScJ5aHzB+b1Xcg8gbchIGDc9ALVTovNzSmd65/isFqWAknfrBaiB8fHINnvjdedTs8WBWhw8RcdGmyiy5Uvxs2mkV8pncuRgzMw4ABucjpVosNgUfa9DutVgWr/SZg/vRBwPYNKP6oFJUyvNUZsdrkmyWjwarRN5iLDjsPA24ciEF9ewG7NY9IGi/Sjv1ktGDVkG3TXZYj6HTeuth0BIuRG0W9UTqagCNLjB7W3vi28YQoD6cXcv9dnIgGIveKLNSW+R+FbmWwKh/zVx5BXPdRuTJqOyxwMBqadGwFMbY1w3OsytXplHkzoWlgD1oYrI78z2Uo7PEdyt9fp0y/oIbiwS9u9I9NjIaecFXTHg4N1SjxP3ZjJFiNUZnLwOXYHDy+Qn8uRCka8oWUclztEqy2sj8wVova+1OtDVYBMSJ+4P45mLOrSPOFjr8ux+L8EMNgNWq9i3Wwqjn+RA5WtTcjmumOumlGnsgaaqANnH3BqtIfyOkMvrpVTm3yJ80USHotz3iwqkwBkJtSi0/llADatUUIViOM8gku2ZJw0+i5Okqw+vEULFyvd+0Y4ZzV3t1Va9YfHqyKeWgnPYfJl1dh+UygSOveXKgXcmOuVxYxCFYNtKMgQeQybg1TRyxjqP0YKoMWBquGXHWC1aht0q+WeGXREeXNbRgTyBo+DhNuykGGzYXar0oCXzLk3j4NBWL+dmOrUT/lQM32Uix5P+SVuVHWIL5Y1Hn6Riwlnv651YXV8tyod98Zvurm7jXF1D43oXZtLfo3eQ+NzohxnSkVs341AxNSPsbC13boTwVwrw0bAlMnKvsWOhVAL+TekIETn2gf+1e3/e4ULPyoRdjnxYcZrIYVc8cHq4DuVAC/mIU/XleDh2eLh/rDR6yKqQAeg/0N7cusACTIVADijZYj6l8OTAPgLwI5p2pWhTosXQSMvYD9/sf+xaeyMPn3z6HXnvswS06B0PqpAJoEI3fPxWtXfRd44Yfcp+6T8dzTXbAp0OkYu1BvGlCISafno0/1IsxaGTaSxH/wvXORl3ECFYE3Caod9Cig5JGFiMW7P9utR4sWrBqybbp3WRPnY372XizSPmIrPiaC+XtTUR4Y+dTaYBUQ25jb7WOUpxagz5dTgvPHteGEKL7V64X9gcf+Zc2d9Bye61WF+57Sf6GMkcdz5XyfyRuCLyzwn8Q1j/AaWU+71YM2rlg+anp1bXA+VP/6uhdi9tyhqH9dO6+pTpnr3BA22aUWBavi4mk8bH8Nnfc1+lQABZj9xxGoXx0+ajNsnkLdqQCyUDh9AlK2LsSanUCsyjxiW9IAxSZYBXQfEb9xAmZfdRTzXiwFWtkftLF6xWjx1ger/i9Big/3x2iX9kVmsTo/GAtWjfQRRupd1HJu0ofqtye9qQBCR6frjQCOXpztNmJVznsc7WZEuV4RL5vI+p9ypP6yDyqnaEbqGmkDulMBDMWEp67C0d8tUV6EpjcVwFXfhZ0z9aYCiPaERwRfdST+hpo+uNmxPPTlXDqLGAqGAAydvhhFncuxoDoXM/vXyLlpg7e5evW6tTesoetqzbla+QIw7FpObyoAA1/CR6/FcfiE7nk0V46y77WnChicgsCob8NtwUiwqj8KutlgwEA7MlLGcVA2tElD7cdQGbQwWDXg2nTEavQ2mchlYajA+KHzRkDMJzzjBhuqNq5DydvifQ1ZyBk1GkWjhiJDM2e8mOZm2nU2VAbeuTEUt95+EzJ2zsMSGUo2P4hHzqfc24b6r8Nehqlzjyq+AJt21UnNy6sKMW50Lk782X8P05qXV+Vh2h8eRK996lzvR3oh91dFmJyfypdXRajtDFbDYOIRrF5892K8+lDoy6seeTgfXT/5De5ZuPMce3mVCB1uwoklTR+lgnihx+8uQ9VTyuPYRU+vxFCv+mKXfVnIGVaIcffmoFa8rS7w8qrrkbon+KIG+fKq3gdlGKlMKdD0ZK8bjIiLkwd6YO/aJVjy0X70unEciu4cipzkvcE3jrdgKoCRnhLM+6+y4GN/o57E3DE9UbO5RH05VS4KRhei75HVWLi2GrhhGhY/0At71c63tncuCsdOxsjU8qiPCsf9TBYtWDVkq3MUMlAbiax9avmKOjBKnCjykPp37Uje1gerEBOEz74eWajBhkdCX8LR6hPi2LlYeaNLPbntR1bfoSi8bxxyDge/TGhy06/30qmxI5B9WvPyKnGjfb0LZa8vR/Fn4mVuikWPk5rPGFlP3CtMpB0Q87lNwyCP/w2VtYF2eNnRDZjzuxLNYyl6Za4sf725MvjCu2G3YvRNGdg5d4ny5USUYDW83Yqb6KGuMqz+YzEqkIORt49DwQ09cKK5qQBun42VN51QHwUKPVYZcPaqUl+IJ25WpyH3tOblVWL9V51Aqb//ilWZizeYzi5Cz0NlKHlTebNn7m0FKOxXi9ULilEdsxGrQJbo6+4MfRFb0a+uR8aXSzDrlSrlRV5R+9qztZK2IViFmAKnCH3M9agUj9VqHiWWZm0+P4g2MRJ4ex4WauYLa6++Jmo5R3i5iZGXV0UNVm8sxLj0PVgjXg4Y4U+7BavqY+vR3qQro9V752LudVnAoQ2h8xsbaQOizT4d9vKqsYW4Pn0Xljylzufb6pdXtTJYhfhyaBoGptdjR7PzxSqFYigYEmHt3akol1MAZKFo3nwMPCymM/BHq/r1unXn57DzRqvP1QZeXnVOBatiSoBpeG5qLjJcezUvhzXy4iQ1PFjVB1XzZmGNdiqv10JfXtXiYMBIOzJQxmft2WbBa+hTHWXaIUP9UbRgNey8YcRVL9iJFiIlcFmcrXWE+xUvgSzk3T0OBddrpmZziYyQWbUAACAASURBVNGvJVi+okzzYtwsjJg0A4ViJK0NgMeBml0bsHxxqfqZKE9HirY4KQu7nhBT8GiPVe+LDHVb1/VAigVAQy2qNq/BQv+0IeEvrxKr6z4Ckx8txMCLU2ATy9TVoOL95Viuzlsrt3h1EZ68dyhyuqljgR21qPxgCRa9r339b7zK4ezbLoPVsyBYFbuQN3UxHrtjAC7uJBreaXz30Qo8Pq8Eyuuswkesip9djMLZz2HS8MuQJmZwVpd5Zl4J/tHCetaRUwHI+UcGhL9cwb/D4u3J89HH/+KT8AbvcmD/1tVY8pp/3lHRIV2Gmv0pyLkiS+lI6vaj7OU5WBN4lMxgsIqwDslxEtWf7UXK0B7YO2EWlHGGxkasIl+8ATwXXSwnsWPxo1gisnExvH7skxg3LAdZom/yuHDyn+X408o1gQmgQ34PwHG0EhuWLkJp4EK0hQXbUR+PNLdlYO4bI7YRdja8Q1dPXItWBENr/ZdbGJhjVd1k0bzXMLS+OHQkqPxda0+I4cu54DhQjtXLgmWt94h1YI5d/wnxawcu6/EdpgReXpWLopnjMOKKLHkCFHNtVX51AjlXhY5qjr6ejqoYrdhO9zwUPVCIof72LMp7TzmKny/WjGAS641wo6BzkbDjo+VY4r8AaG66AL12K+vfCOR0s8k26/ihEpUncpDrKVHfyBt+jOGjw8J+r77pc+8cdS5fdX/zfqJcsLiOVqHs9YUoDvRfMSzzsLbkOlaN8rXLsUZ9WV6sRqwG+rrhOchKVi8kPytBsM22oT9oRZWK7SJtCVaVEciTL9qFx2euCpm7Klbnh5FidIOYguLYDiz530sgHv6K2teIi+QvT6LP5Qdb3teIc1rEcm7mwl97k/FZ2I2IkakADEz70X7BqsGbEVnxijB31VDUrw0d9R44t/hvgHSvN/w3NGr/I64Jvq9AyeLlKPPfYOl9qRnezkWf8vYqFPtfihmh72x2jmtNI5JPX1xSqfsCwPC2pjdHpPIZdW5n+YVPAeyb52Deu+o0JWL05+9CX+SpV69bd34OP2+08lwddi1X+48y+WVeReDG1+C1Ymw7p9isrZknP3KnPocZ/Wo1gw2MtoUcTJg3A0MvtcG1bwMmPi1e4qfTl4Zfh0cNBoycS6KXcWzgYr8WQ19MiM1GDUeaC1aBpu3LiKvB/j0kRErcsoh96XKNFKDAuSjAYDWsVFs0YvUcqREdGazGlszIPJix3SLXRgEKUIACFDiXBJSR1NFfpHa2HLPyJcAczFoZec7gs2Vfz639CPvy+9w6OB4NBShAAQpQgAIUaLUAg1UGq2Cw2ur2wwUpQAEKUIACiSMwbBrm3wpUrC1F6Zdi2psJePDe64Hy4Mv1zu6DKcTs32djx/MLsSHk0bize6/Phb3rdfuTmHmrHRumhE6bcy4cG4+BAhSgAAUoQAEKtEWAwSqDVVx22WVtqUNxXPYh/P6lLGx56FnIF7HyDwUoQAEKUIACzQhk4d+n/CfuuranMueXy4GDn7+F/1r2UZPpCchIAUVgFH7z0j34edIJfP3W03j2LxwpzJpBAQpQgAIdL/Dzib/D9LyekJcvRz7BC795CV/j53jo2em4obv4aWv/uHCw4gU8tfLr1q7gvFzOarWel8cd6aAZrIbJcCoAtg8KUIACFKAABShAAQpQgAIUoAAFKHB2CIx4bDHGibnkxZ9jO7D8fy9BBUZgxuJxyFV/3No9PblzOR5dXNHaxbkcBcBglcFqAk8FwBZMAQpQgAIUoAAFKEABClCAAhSgAAUoQIH4CDBYZbDKYDU+bY9bpQAFKEABClCAAhSgAAUoQAEKUIACFEhgAQarDFYZrCZwA+auU4ACFKAABShAAQpQgAIUoAAFKEABCsRHgMEqg1UGq/Fpe9wqBShAAQpQgAIUoAAFKEABClCAAhSgQAILMFhlsMpgNYEbMHedAhSgAAUoQAEKUIACFKAABShAAQpQID4CDFYZrDJYjU/b41YpQAEKUIACFKAABShAAQpQgAIUoAAFEliAwSqDVQarCdyAuesUoAAFKEABClCAAhSgAAUoQAEKUIAC8RFgsMpglcFqfNoet0oBClCAAhSgAAUoQAEKUIACFKAABSiQwAIMVhmsMlhN4AbMXacABShAAQpQgAIUoAAFKEABClCAAhSIjwCDVQarDFbj0/a4VQpQgAIUoAAFKEABClCAAhSgAAUoQIEEFmCwymCVwWoCN2DuOgUoQAEKUIACFKAABShAAQpQgAIUoEB8BBisMlhlsBqftsetUoACFKAABShAAQpQgAIUoAAFKEABCiSwAINVBqsMVhO4AXPXKUABClCAAhSgAAUoQAEKUIACFKAABeIjwGCVwSqD1fi0PW6VAhSgAAUoQAEKUIACFKAABShAAQpQIIEFGKwyWGWwmsANmLtOAQpQgAIUoAAFKEABClCAAhSgAAUoEB8Bk8/n88Vn09wqBShAAQpQgAIUoAAFKEABClCAAhSgAAUoQIHEFGCwmpjlxr2mAAUoQAEKUIACFKAABShAAQpQgAIUoAAF4ijAYDWO+Nw0BShAAQpQgAIUoAAFKEABClCAAhSgAAUokJgCDFYTs9y41xSgAAUoQAEKUIACFKAABShAAQpQgAIUoEAcBRisxhGfm6YABShAAQpQgAIUoAAFKEABClCAAhSgAAUSU4DBamKWG/eaAhSgAAUoQAEKUIACFKAABShAAQpQgAIUiKMAg9U44nPTFKAABShAAQpQgAIUoAAFKEABClCAAhSgQGIKMFhNzHLjXlOAAhSgAAUoQAEKUIACFKAABShAAQpQgAJxFGCwGkd8bpoCFKAABShAAQpQgAIUoAAFKEABClCAAhRITAEGq4lZbtxrClCAAhSgAAUoQAEKUIACFKAABShAAQpQII4CDFbjiM9NU4ACFKAABShAAQpQgAIUoAAFKEABClCAAokpwGA1McuNe00BClCAAhSgAAUoQAEKUIACFKAABShAAQrEUYDBahzxuWkKUIACFKAABShAAQpQgAIUoAAFKEABClAgMQUYrCZmuXGvKUABClCAAhSgAAUoQAEKUIACFKAABShAgTgKMFiNIz43TQEKUIACFKAABShAAQpQgAIUoAAFKEABCiSmAIPVxCw37jUFKEABClCAAhSgAAUoQAEKUIACFKAABSgQRwEGq3HE56YpQAEKUIACFKAABShAAQpQgAIUoAAFKECBxBRgsJqY5ca9pgAFKEABClCAAhSgAAUoQAEKUIACFKAABeIowGA1jvjcNAUoQAEKUIACFKAABShAAQpQgAIUoAAFKJCYAgxWE7PcuNcUoAAFKEABClCAAhSgAAUoQAEKUIACFKBAHAUYrMYRn5umAAUoQAEKUIACFKAABShAAQpQgAIUoAAFElOAwWpilhv3mgIUoAAFKEABClCAAhSgAAUoQAEKUIACFIijAIPVOOJz0xSgAAUoQAEKUIACFKAABShAAQpQgAIUoEBiCjBYTcxy415TgAIUoAAFKEABClCAAhSgAAUoQAEKUIACcRRgsBpHfG6aAhSgAAUoQAEKUIACFKAABShAAQpQgAIUSEwBBquJWW7cawpQgAIUoAAFKEABClCAAhSgAAUoQAEKUCCOAgxW44jPTVOAAhSgAAUoQAEKUIACFKAABShAAQpQgAKJKcBgNTHLjXtNAQpQgAIUoAAFKEABClCAAhSgAAUoQAEKxFGAwWoc8blpClCAAhSgAAUoQAEKUIACFKAABShAAQpQIDEFGKwmZrlxrylAAQpQgAIUoAAFKEABClCAAhSgAAUoQIE4CjBYjSM+N00BClCAAhSgAAUoQAEKUIACFKAABShAAQokpgCD1cQsN+41BShAAQpQgAIUoAAFKEABClCAAhSgAAUoEEcBBqtxxOemKUABClCAAhSgAAUoQAEKUIACFKAABShAgcQUYLCamOXGvaYABShAAQpQgAIUoAAFKEABClCAAhSgAAXiKMBgNY743DQFKEABClCAAhSgAAUoQAEKUIACFKAABSiQmAIMVhOz3LjXFKAABShAAQpQgAIUoAAFKEABClCAAhSgQBwFGKzGEZ+bpgAFKEABClCAAhSgAAUoQAEKUIACFKAABRJTgMFqYpYb95oCFKAABShAAQpQgAIUoAAFKEABClCAAhSIowCD1Tjic9MUoAAFKEABClCAAhSgAAUoQAEKUIACFKBAYgowWNUtt1149oUnsNJImV76e3x7Z//onzxSigl/WootAIb1X41Vwy6KvkyifsJ7GBvfmYulx4Fbb/g9pvZLa/5IDpViwttLscULJGVMwof3jMEltkQ9+A7c70Ob8du/voovMATP/HoSrkntwG2366YO461V4zHzFIDOj+DzCQXIatftGVn5N1i3fCcuKLwHQ+K/M0Z2mJ+hAAUoQAEKUIACFKAABShAAQpQoJ0FGKwyWI19Ffv2VdxS+iaqxZqjBWP1u/Ds6iew0gl0znwE6+4twCXm2O/SubjG6g1FuOXvx+ShnVthPYPVc7G+8pgoQAEKUIACFKAABShAAQpQgALnmgCD1WjBatr9WHdXAS6JVPKWNHQ2MlLwvBqxWo01r07Hb08B+YNWYtkNkUbnnsbXW5Zi6Z7t+D7jEfz32OEMVTX1rHbLdFy7q0r+ZOKID/GbfmGV8Lt3cE/pClSgP14Y+3sUdD9XuqfzO1g9vus9/HlPFm4ZMwQ9OXL7XKnUPA4KUIACFKAABShAAQpQgAIUOAcFGKxGC1ajjbg0WinOp2DVqAk/16xA1GD1nPU7f4NVz/fb8M6nbuTdNgyXppyzBcwDowAFKEABClCAAhSgAAUoQAEKnBMCDFYZrJ4TFflcPAgGqwamkuiwguccq+1JfXTbG9iIfNwzpFt7bibB1n0U297YCNwSNq+vtw4Hv3fioku7wZJgR8TdpQAFKEABClCAAhSgAAUocK4JMFiNdbDqPY2vK1Zg6a7N2OhqBMyZyP/J/XisfyOeLdV7eVXzo/OihmunqlFatgIv1VTha3cjADuyM4dj4qD7cVffTP36Wrsdaza/gzVHdqHaC8Cchp9nDMFD109CQXaEF025DqOibCmWfrsLFeK4YEdWan881H8Sxg26FEnaLWlG5yLSy71qt2Plh6/irR+r1X3IRF7XW/HQTWMw7JKm+/DFu7dgzAGxkQK8M3UMnGVL8fw/d+ELcczC+LIZmDtyMLJa+uh0K/3ac9+1ZR5egNq5VJurG63yanZUtaaeijKY/giuCdu52l1vYulXpXj/2DGI904lWS/CsB5345ERt+LnnfWr4qnqD7D001fxllxGqbuPDClAw5b/aP7lVa2pw23qvTsmWD1YvhrrDl2JsUWDcUGb9jexFmawqldeEYLVI9uw+v3DyL1nDHKNTEOTWFWBe0sBClCAAhSgAAUoQAEKUCChBBisxjRYPY0v3p2IMQeUFwqF/DHbkeRthLPJi4baEKweKsWUt5diowhHm/yx45o+v8cbv8gJCT1rdy7APVs3Ky+W0llmWP+VWDUsbE7U+l14/vX/gxfPiEC16Z/s7jPxsnZ+1CjB6r8q5uLBz7dF3If8ASux7MbQfQgGhTkYllGNLSea7ktS15n4fNxwRMjwmu54K/w6Yt9jG6y2wKu1war3GLa88x+YUKNT74W6OQcLfvUC7ro4tAicu5didFmpTj2wI8ncCKeo1zpTcbSqDre5W+6IYPUgtqzegoMWD3oOG49hPdu80wmzgoQMVmu34Y0Pgfx7hqB9xtlGCFYTplS5oxSgAAUoQAEKUIACFKAABc59AQarumW8C8++8ARWRin/8DexO79YgP4fb5bhKZKG4Jmb7sftl9jxw99L8duKd1ChBqChy7UyWPVW4cU/TsfzYmPmbEzNm4HxP7sIOLYdq8sW4cXTInjMxGO/KMbUPuqBHNuM6a8vQKnYj6ThWHX7DIgMtfafpfjdhytQ6hLrGo43Hp6JvMAQ1GPYuGY8pvyorO+ufjMxdXA2upyuxvvlC/DbIyJMs6Pg2tV4IU8dIdtcsHroHUxYuwJbQowycfJfH+DFba/iLRneZmJq/mo81tceKIFgsKoc72N5M3DXzy5Cg1ju4xV4S6JfimcKV2JcxDeNaQq0NX4dvO/RRisbG7HaAq9WBqunKv4Prv18u6z32T1m4uVfDMcl1mP4+pNF+I+vtuNforr1mINddw0JhvzObfjtH+dijWwTwXqVfGw73tq8CM+fUoPz8GC1VXU4Fh15BwSr1Rvxyu6LMOayb1Fc2x8P/XvvWOx4QqyDwapeMTFYTYjKy52kAAUoQAEKUIACFKAABc5rAQarMQtWT2Pjmjsx5UexwhwsGBs2Qu/bVzG69E18HaMRq86dC9B36+amoabYfP02/PZlJbS6pM8LKP9FjnKUf38Vo7eIZYBbb1qNqX2DB/+vzf+BoV+Jcax2TM3/Cx7z/+7Amxj97qtyv7P7vIAP/esSi3oPYM3LE/HbegBdZ2KXf7RoxGC1ERVv3Yl7akRopmOkDc0yZ2DX+FsDo0+DwepF+E3Baky8PLjvQQtg4ogP8Zt+0dt0y/06ft9jE6y2wKuVweoXG8bjt3KahiF45qFJuMbs9z+Mt1aOx8zTItwtwDuPBqcPEGFs/8+3yw8Ou2o1Vg3XjFD2VmPlS/+BZ8/ojFhtTR2OXh0MfKK9g1UnKv/8Cg78bDJGX16J9948jH735aNPwFKzi+pIyesHOfFp+V7UeXpi2OTRuFJ7FHX7sG3TVuz5wQEPLEjvMQDD8q9Bz/CpMhwHsH1zBSprjsMjQm5LCrr3HYb8IZdC791Zjv3bsLF8D444PIDZgpQL++LGm4egd7oBQv9HjlRi3ebtOHhSrCMF3XOGYQC2YmuEOVbr9m1D2VZ1m5Z09Bw4DKOu7tmy+UWNeniPY/fGD1HxL9XDdgEuvfZm5PfTzmcqAs93sLtOc8w/GYbJt2lKIMJo1uYC5CO71qHsbwdR5wGQ0h39hg4Atm1tOscqRF3ciz7hZS52x3UQX2zchp1qeVpSuqHPdfkYdkVLCqgFZcmPUoACFKAABShAAQpQgAIUOM8FGKzqVgDNiNW0+7HurgLoDoJMSkPnwMhOzTLakDEQJpRiwp9iN8fqF6W3Ycy3IqAcjlVTZmJYyCSnjfjXnl34XgwhzMhG3mUR5lrVZjVbpuPaXVXyJ9pwsnbrdFy7U/z8Ijxz52qMuzQU7NR32/H1CTEk8VJc0/ciZURixGB1F55f/AReFAFOxiP4/P4CZIX5V5TcgnvEEMew49JOBbDg1y/gru6aBXcvxeVlpfIH4aOII7Xvlvt1/L7HJljNgWGvVgarkfvQyPOyBstzMJZN+L/ID5m/oflR3JG2F82rbX19OwerztAw9Zu/LMeeSx/AHVeFNGzlEERoV7oHnq4DkD/yGnQP/4jjG6xbWwF3/1EYldsdSZ467PukFBt/6IOxd2nnbj2O7W/9GQf7jEJ+v+5IsQGek/uwdf1GHMkei7GDwmZ5PbEda/98EH1GjsI1YqOuOuz7fCO2fNsNt4wfBkMzFzgq8d7rXwCD/PvmwIEv1mNr1XGgzx1NXl7l2LMOaz9zI3eUss1m9y9SARv2APZ99Ao+tQ1DwQ29kW4DnEd2Y9OH2+DM1SmL5qYCaGGw6tj1HlZ/CQz2H6fjAHZu2Cr71j4FYS+vihSseo9g29r3sP/ifIzK640LkjyoO7ATZZu+hvW6sRjdVy8qb1ur4NIUoAAFKEABClCAAhSgAAXOdwEGq7o1QBOS6szxqLvIj6WYsEYJTnVf2BQxtGrNVADa0bH6LxKKWLG9p1G9sxRr9nyAihOHlRdHhf3RBqtf//VOjN4rhhzqBHSRNhIpWD21GdNXLYCMQCO81CoYjoVuL7bBaiv84rDv0YJCY1MBdFCweuoAtmx/E2v/uQsVZ5SXV4X+0dbTYyh9tQjTRSCv+yKsKMFqC+twbDr59g1Wj3++Fu+cuAYP5avzdqjTAtz9y9zQF8MFgtV6DH5Af0SreAHWJt/NGB8ySetxbC9eB8eNBuZu/edGvLTzAhTdNRgh4xz3rMPy6t6YPFo7JPw4vtlSCQwYhisNDIoUIzbfqx8cPE61cA6UvYKtyaPDglUx5+wmYPh4DPuJphRFwFvqwBCDYa5xDzESdT0wYjyGaL+4ObAd62t7YtSAsOg4ZsGq2O57qL/2IeRna47TewCbVm9F0i+MBat1f1uLN76/EuPvyA0dbfz9Fqz+yINhD9yMsO/FYtM0uBYKUIACFKAABShAAQpQgALnsQCDVd3Cb0WwGi14OxuCVe9hvLV6ImaqL34Sb23P9j8a7DqGr93KvJbtFqyKeTWXzcWaRAxW47DvCROsHirFhLeXYosM6e3ISsrEheoj7D84D6NW/lwbrEYLtpsJVltRh2PTv7dnsCpCz3dwfNBDyP+purfevdj4yhe4oHAsBmeEHUGzL006joo//RnOGx8IDSPFQPKtq7El+Q6MHRQlAY20fuderH9zE45n9UPuVVfi8u7dkKIzoLY5793rlmNf9mSM1kxDIj6v+4j8sQq8UerEsPvDR8MewbY1W2D/5VgMjhrmtszj6Gdv4J1vrOjTdzD65XRHt/SUyFMOxCpY9e7GuhX7dB7tjzTHqv5UAGKU897ekzH65+ElILzKgFvDA9rYtAyuhQIUoAAFKEABClCAAhSgwPkswGA1VsEqNI+Kt3YqgLRJKJ84JmTagUjhWvOPsutX6eC8lmkYl/ffeOba4LyWkbYTbSoA3S0ZmQpAzwjA2TEVgN5RRSnfdtj3eAareVetxhvaeU8R6bF+TUhqG45ld81EfmB+h2amAghMZdGyqQBaU4dj08G3Y7B6UIwoBG4OCxD3ffQStnceg7HXhj2S32ywqjP/pwYgvd+Y0FGhrqPYXb4FX+w/Cod4eZ3/T3o/jNF7273rKPZ9sRu79u3D0VNOIL0nBtw0Ctf0tBhgjjAiNFKwKo6zZDe0U5lqdhD9Co0EhS30AFB3cDcqv/oG39YchcOTgm4/y0P+jX2QHj7fbayCVbGeD4AR44ZAO1AWaEmw2vyLrr75y2ocvtrAaGUDpciPUIACFKAABShAAQpQgAIUoEBQgMFqzILVsJdXhc8DGvHlVdrlms6XWr1hPG75+2G5l9qRpNqXL427sRjPDEgLHol44/2y6XjeBSRd/nvsKegvfxd8nH4IVj00B8NSg4sEX14V9gIozcurrvn5Srzz79qHSY+hdHURph8LmzO1tS+v0rx0CxFfXtWCR9ubaekt94vy8qp22PcOD1a1o64vnoM9Y4cEH0PXvlAqZPSpZnR395nY8+vhmkfXNS+vCnvkP+TlVf1XY9UwYy+valUdjkmP337B6sEtr2DdN2JCZJ0/KVdidPgj71GD1Y06LzzSW/lRVPzpPRzIuhHD8nqje6o6/LTZ9WvW43XiSOV6rP8iBUMiTEsQvtUWjVg1uh/Nlm/zgWO0qhGY0/XysS0LuFsyxypHrEYrBv6eAhSgAAUoQAEKUIACFKDAWSvAYDVasNrcy6vEspY0dFYDSufupbilrBTy3UtJQ/DMTffj9kvs+OHvpfhtxTuoUOczDX/B0r/KJmLobvladWT3mIH//rchuNB1AFt2LMWcb6sD81WGvPFehKd/nI7nRR5jzsbUvBkY/7OLkHS6Gu+XL8Bvj4i0MxOP/aIYU9VpG3W3g8P4uvJNPFu1DV+r+xeyHRzDxjXjMeVHMU1AJu7qNxNTB2eji/MwvqhYhCnfVsMJOwquXY0X8tSXZEUMVgEceBNj3n0VX4QYZcJ5bBte2rgUK88o25mavxqP9bUHSie2c6wCaIVfh++75qVc2T1m4uVbcwBXJi7pqrjEfI5VHMCalybit/Vi7ZkYN+j/4pH/dREajmxD6daleP6UMlVE6GP9+svgWBU+qFiKZ48chhIZhs0F7NyFZ1c+gZVylGSwXiUf2463Ni8KbitsjuPW1eFY9L/tFKzKR/4rkHSr3mhCMcfoejhv0EwRIAt+G974EMjXG1EKQMwpur3LGNzRP8rLiiKNlNy/Ca9sS8LosPUf3LkeB7NGYXDIRJ0tCy5bPMfqmu24oPAO5LbhvUuGPeq+wZadQO6wKxEyRljMLfvPPph825WhFSnaiNW/uptMYyBC9C3W8LlkYzfHavHhn+Oe0f1C51g9sg1vrHfiRs6xGouOgOugAAUoQAEKUIACFKAABSgQIsBgVbdCaEbhRaswIS9hOo0v3p2IMQdEqBn2JykT2c5jqNZ7c/2xzZj++gKU6rxIKjspE9VOZX2hgSeAkLktwzdox7B+/41lIy4NjiCs34VnVz+BlTqD45LMdji9SnA27sa/4JkBwVATzSwnPp/dYw7euWsIAi92by5YBfCvirl48PNt0qLpHzvyB6zEshs1IxhDRtvGZsSq3G5L/Tp638W8rn+cizWaeqEN5WMfrAJiJOm1n29Xw1Bt6WQiO+kYqmXdCQ1JxRcKo8tKdcrTjiRzI5xy/5uOxo68nGZb4S+Pa20djtaOo/6+fYJV51fv4ZWqnhhbNDg0zFP3p8lLrcTPo43kdHyDdW9VALmjcHO/7kiRb7f/BtvKdyP9ljHBOVvVUBc33IERV6bD4nXi+L6/YdPW3ThqazoVgPMf6/Hm58CgW25Gv+5JgH/E6q4UDLsvH73DH5XXMxX7trYC7v6jMCq3O5I8DhzZvRHrPz8Ce/g0BQAce9Zh7edA7q03I/eiFLmPR/6xDVu+TscthfpmTTZr1ANiBO86HLxkGPKv7Y10GxAYsZo9FmMHhU3J4KzEe699i16/vgPXNJnrVQnFj/+8AKOu7o4kOHGkahPKPj0A5IRNx+A/zs/cyB01Ctd0T4LHcQSVH67H9sN2nSkP9OdYhfcItq19D/svzseovN64IMkDx+FKbNxQ+XxG9AAAIABJREFUCet1YzG6bxvS6ajtgx+gAAUoQAEKUIACFKAABShwfgowWNUt99YGq2Jlp1H9yQo8v2szNroaAXMm8n9yPx7LvwhvvfQEVuoFq2KxH7fjxb8uxeoTyst+Otv6467+k/BI+gfov7lU7mWTYFX88FQ1SstW4KWaKuXlU+Y0/DxjCB66fhIKsjXTA/iPU/380u93odoLJFkvRf5PJ+Gp/ofx5Nql2ALgkuwXUH5bTqiM6zAqypZi6be7UCGOC3Zkp/XHXQMfwcT+oSEoogSrcsW127Hyw1fx1o/Vcj/Efl/TtQCP3DQGwy5put8xH7Ea5mHYr4P33fltKZ7dtAJr6pWyLRi0MjAyuD2CVXl4X63AnE8+wBbnaTkaOTtzOB65fhKyvroT98iB1WGjT2U1/ABLP30Vbx07hlPiBVap/fHQtTOQf2wuhu6qApCGx0a+i6k/C61Wzm8/wPPbgsvJbQ2ZhJ/suhNjxLbCg1VNnW9xHW5TH98ewaoDle+txrc/fQB3XBXhLVBqeHf5fXcg1/+RaMGqOM66fdi2aSv2/OCAxwtYUrqj79B8DOkVGq55Dm5H6aZKHHF4ALMFF/TIxeD/1YhP/6fpaEux2uNfb8Kmnd/iqPr5lMzLcc3wm9FPHaxuiPjYbqzfWIEDJ9VtXpKHa9Iqsd2UHzr/q7qyun3bULZ1T2AfUy7si2G3DMGlLckJDXrAcQDbN1egsua4dIPtAvTsl4ebr700dBSo3Dcn9m1+Bxv/UQd0ycXYX+eFhuNHtuO9jUFbud+9jmNrfZ7ucR7/ej3Wf3oAdR5lu5dedw0679quM61DhGBV7JLrIL7YuA071f23pHRDn+vyMeyKqG/5MlR0/BAFKEABClCAAhSgAAUoQAEKhAowWGWNoAAFKBBVoD2C1agb5QcoQAEKUIACFKAABShAAQpQgAIUOIsFGKyexYXDXaMABc4WAQarZ0tJcD8oQAEKUIACFKAABShAAQpQgAJniwCD1bOlJLgfFKDAWSzAYPUsLhzuGgUoQAEKUIACFKAABShAAQpQIC4CDFbjws6NUoACFKAABShAAQpQgAIUoAAFKEABClCAAokswGA1kUuP+04BClCAAhSgAAUoQAEKUIACFKAABShAAQrERYDBalzYuVEKUIACFKAABShAAQpQgAIUoAAFKEABClAgkQUYrCZy6XHfKUABClCAAhSgAAUoQAEKUIACFKAABShAgbgIMFiNCzs3SgEKUIACFKAABShAAQpQgAIUoAAFKEABCiSyAIPVRC497jsFKEABClCAAhSgAAUoQAEKUIACFKAABSgQFwEGq3Fh50YpQAEKUIACFKAABShAAQpQgAIUoAAFKECBRBZgsJrIpcd9pwAFKEABClCAAhSgAAUoQAEKUIACFKAABeIiwGA1LuzcKAUoQAEKUIACFKAABShAAQpQgAIUoAAFKJDIAgxWE7n0uO8UoAAFKEABClCAAhSgAAUoQAEKUIACFKBAXAQYrMaFnRulAAUoQAEKUIACFKAABShAAQpQgAIUoAAFElmAwWoilx73nQIUoAAFKEABClCAAhSgAAUoQAEKUIACFIiLAIPVuLBzoxSgAAUoQAEKUIACFKAABShAAQpQgAIUoEAiCzBYTeTS475TgAIUoAAFKEABClCAAhSgAAUoQAEKUIACcRFgsBoXdm6UAhSgAAUoQAEKUIACFKAABShAAQpQgAIUSGQBBquJXHrcdwpQgAIUoAAFKEABClCAAhSgAAUoQAEKUCAuAgxW48LOjVKAAhSgAAUoQAEKUIACFKAABShAAQpQgAKJLMBgNZFLj/tOAQpQgAIUoAAFKEABClCAAhSgAAUoQAEKxEWAwWpc2LlRClCAAhSgAAUoQAEKUIACFKAABShAAQpQIJEFGKwmculx3ylAAQpQgAIUoAAFKEABClCAAhSgAAUoQIG4CDBYjQs7N0oBClCAAhSgAAUoQAEKUIACFKAABShAAQoksgCD1UQuPe47BShAAQpQgAIUoAAFKEABClCAAhSgAAUoEBcBBqtxYedGKUABClCAAhSgAAUoQAEKUIACFKAABShAgUQWYLCayKXHfacABShAAQpQgAIUoAAFKEABClCAAhSgAAXiIsBgNS7s3CgFKEABClCAAhSgAAUoQAEKUIACFKAABSiQyAIMVhO59LjvFKAABShAAQpQgAIUoAAFKEABClCAAhSgQFwEGKzGhZ0bpQAFKEABClCAAhSgAAUoQAEKUIACFKAABRJZgMFqIpce950CFKAABShAAQpQgAIUoAAFKEABClCAAhSIiwCD1biwc6MUoAAFKEABClCAAhSgAAUoQAEKUIACFKBAIgswWE3k0uO+U4ACFKAABShAAQpQgAIUoAAFKEABClCAAnERYLAaF3ZulAIUoAAFKEABClCAAhSgAAUoQAEKUIACFEhkAQariVx63HcKUIACFKAABShAAQpQgAIUoAAFKEABClAgLgIMVuPCzo1SgAIUoAAFKEABClCAAhSgAAUoQAEKUIACiSzAYDWs9Ooa6+VPxv+0K7xeD5JsZtitAEwAfF6YTCZ4PT40es042eCFy2tCepIZnSxeJNtNsJmARrcPZ9yAxWKFGW6cavAhRXzGZobP48EZlw+NPjOSLT50spphM3thhg82mxVe+NDg8uDwKYgVoMcFyWg8U496F2BPSkJGJzMOHzuD040m+Exm2M0epKUAaTYzUm1W1DsacbLRhE6d7HLbxxweODxmWE0+2O0WwO2Fy+2FzWZD106A0+WCwwM0eExyv3w+IMVmQlZnC5LMHpgaAZvdApfHA4fLhHq30PHBInbPapIeHpcHHthw2uVCJ5sFne1mOFwunHYByRYLOieb0OByw+sFTCaFMq1TMrxeF9weL1wesV0zzGYTPF4PzCYLzPAgJckCq9mE0w1unDpjQnKyFV06+WDzie35pL1wSzYDndOS5XpOOtw4Wu+B2wekJZuRavEhxWaG1WZFXYMHR+vc8AHokmpDZqoZDU43Dp0GXF4fstLMsFk8MLnFEQI+saPycH2wmcW2AK8PcMKGM40e2CwmpCVb4XQ6cdqp7IPb1SjL2GQBkjxiUTOO1LlwptGH7hnJsJh9OHLSiQY30L1LJ6RZ3DjpcOF4owleE2C3+GA1meT20pOtcDeK/fXBA8DhFsdshtfrQ4oVyEi1w+Nx40eHB2fcys52TU9CstkDh8OF5JQkpFt9OHHGA4fTg26dxe/Uuubzod7twym3F40AkixmJJt8sIrSMVtQ1+CCx2eSZWK1eGG3mORnTpzxyTLJSgZSk61wNPrw/alGWRc9Hi/MJhMs8MFuNSEzxYI0mwV1Li9qT7vQIA5CrN5shtvtk9u1mHzobAXSkqyyfgBmHD/jxjGnOGoTUm1A12QfMlOt8DR64G70wWc34ZTLgtrTHmw5JVbasj81dT8A85/wF21gYZOo/D5lfaLcZIEE/og6Ktq/qAXi5yalkoj/kvstlhE/UJZR/kv5P6/XC6lutsJntcCclApX2oXwivqSkgxPcieYO3UCzFbY3XXwmFxw1B+HRbQnqxvW5EZYfY3wNbrgc52B5/BJNNaehjXdA9uFXeB2eVF/4AganMlosJ0B3G7Y7alo9LqRnmLHBRdeCLPbhPoz/0KSuyvMGZ1hNnlQf6wBjV47UtO7wWmyIsVrQaPZB7fbBpiSYDEp7UtpjYDVLI7RBYvKIvo3n9sLi8+juJjEUXvh9QkrHyzyZ2qDD2CJfktdgUnoqH/kf5hl/yNA5UfUn8lFBbu/Oaq/k12ySWzbXxCa8pKf98g2rKwruE2fxaful9J/BX5nFuUvCtMr27xX/LfYIa9PLWOvchpQfy53y6XWP3noovf2SiN4TDD7LGpH4kMPrziJqH88jfC6RecgaoU4Jyjt2yp+5nUpf0U9lB2Q3KKyH5o6J/8t/4bVffk5eehqfVTrqPy4+H+i3qrrFBVXUMifCTCn/IxJdHJepQzF/3pN4ph88Imfq2Ur6rQ4FTj9//YBHrGMVyziwxlRX+WeC0cT3F4zPF4TXF4XPF7A4xPHbJL9uMcjd1f2N7LuAHD7vPD4vPB6PLir4v+FHWT0f4655yEcOnRI9s3dumahc+dMmE12ZHTuAqvFCpPZDLNoi2alYlksFoieS/xb1AmLxRb4ndWk/Mz/O/Hf8q9Fqd+Bf6ufCX5OrFec1zTLm32Bdcm+w788xGeUfQnflln0Hup+hiyj1mlZh/3LiTqi1nfl50rnpP2MLGPNMuH/1upqPxdNPfBZyaL2g/76qNkHvfVYzBa4PY04eHA/vKKPsVjkX5/XJat554wuuCCzG6y2JFkXhUfg/OzvQvxtPPwX/n5D1sZgg1H6a+WP9r9D/23S/Z1sD7KvUJYVLV/Wd/lzpY9Q1qm2HbHPAA4dPIj01FQ0OOpx5OgRWKwWuBtd6JLeGRdddFHguP11RlwDhpeB/9+65aTpE/x1S9knpcz9f7XHra1b0co4+PtghxyyP7If0TOVHY3u6odeP9D4ZjWf/LbuFGxWO6yiHfvM8lwrKoW49kiyAPaQ04YPTo8XJ51uNLo9aPQCLtHPiL9eH8xuNzyiT/O4ZX+MRje+/24/amuPys97RJ9sEtfCVlitVtnuxf/K+wG17GWzE/VS9fb/r+grZV1Qz4/+uiY+L/Za9JJes7jsssBktiAlJRWdU9Nx8vgJNNSfCfEUq5DrldeiwbbtbxNiW/IzSsUMqdsWedWu1M3g6dCk1Fv1Gia8IPTqmlyHWXttpFlK1LMIK1MWUdqTf3/VmqJcL1jENaAXJ0+dwukzDvkrq8km+2ur2QKzSZxfXPK+wedLgsWiXJ+IGmcRZeEz40T9j3C5ncjIyECy1Yzqf+zGoZr9yOp6AeBuREp6BlJSeqFT52SkpHeFxdYJSZ06I8lkgdUkrpNPwOtxoZMlCTbRH5s98Jm9gDkFXiTDbPHACyfcJiuSzJ3gdftgtZjhMbnhM7lh8ojrPeXaQVxOKPc8JpitdlhMbnkd7YJdnuds4nhkvRDlpV6HBC4hlfs7f9sMXE9Je9H/qf4+s7zOktci4mdh9v7yE2c3/x9tf6LtDyL19U36H3Fg6p/mlvH/7toBP2tV+376Px+QbUzcq8r+UHO+Fh6ivXo84nrVHeijrXY7UjqlIiPjAnTrdiEyM7shLS0N6RdcgOSkFNm2kpJTYLElwWwWfatyblbag6ibyv/KKxefUzRotf9Vr5v8l7NKSwq2TXmeFa3Z38ZEf6vf3wX6R3ld5+8v9fpHcW3kQWODE2fOnEFDQwNcLhcaT9eh0eWS95rKlZNiIFqyct5RLmnleUlekwY65JBykH2Pem1nMokaotyrKNch/vOF/3iURUWLM6nXMHqF6q9P2msli9Umz2t2ux1JSUlITk5GUqdk2OzJMNtSYJLnOPE3KCr+rZRBoKapZdSAI4cO4B9/34tGpzPQw3vEvZF67+Z2e+RxCDuR4bhdTnkdKAzF9Zg4vk6dkpGelo6MLl3Q89JeuLjnJUhK7SzbnChDpVcXzUl4insaxdmk3hN63G64XW5x0SvtXW6XvG4ROyzKye1ulH1Ao7MRHpdXuQdU//q84nzigUcso54bNJciIdcb/r5e2otzTeDzat/hv64Kq2v+tie2I+AC21Y3JMrD6xZnQOUeI3BvoPwrcN4Iv14IPx/4/51/xz2tauPn6kIMVsNK1h+sjhPBqkcJVpPsogPyXzCY4fV44XSbcMrpg8sXDFaTbCJY9UHca5/xABazFRa4cdLpQ4rdjE5Wk2yoIcGqCP1MIoTwwipuJEyQweoPp0WXaUHPzCQ0nnHgtAw47bggxYwfTjTIYNVrMsFu9iI92YQ0uxkpNgvqzzTipNOETsl2mE1uHD/jQb07LFh1eeUFfbdUExpd7ibBaicrkJVuQZIIGRtNsNnN8kb3jMuMOnFFKsIWEf7ZRCxggujIXF4L6t1uGax2sZtR73bJfU4yW9ClkwlOcXHqEZ21kpGkdkqGz9sog9VGEQLICwMRGorwQqzX2yRYTUoSwaoHojjEhYnYFXFJ0cliQnpqEtwiWD3jwlGHV968pyaZkWLxIdVukcHqaacHtXUi4PWpwaoFTqcLNachl+2WbobV7IbZIy5qgp282SfCRHEB4xO5tBKsOt2wWc3onGKHs6FBhuciWPW4GmVnLs5NySInUYPVBpcSrFpNwOFTDTJ4794lGekWD07Wu3CsUeR4JiVYNYtyFcGqDS6nSwknAFlvnF7R5QOpFqBLinIhevyMVwbe4ri6pdmRbPHizBk3kjolId0WDFazuiQj2aQEOjY1qD3l8kJksjYRrJrVYNWkBqswyWMUgZrN4pPLHD/jk58VwaoIlR0uNVgV4Zu4QTGL05JXhs6ZnSxIs1tw2u3D0bpGeczCVZSzCPfFpYAImjvbgDS7FW63FyazFSf8wapP1GlvMFh1euBq9AFJIli1ti1YXfikejIJXh/Jm0+IGxNRGy3wBSqB+HnwRKbU4KbBqrzU0lxL+f9TXOuazDZ4zKJ9m+G12dDQuQvs6V3hSUqDOaUTbGk2ON31sDachLvhBGwmN8xWr7wYh+sUGo/+CJ/HgTNnGgGXCaniAjEjHe7kRrg8dniddbDYMtHgbIDvjFtk43B5G+XFRoopCS7XadTVHoG9cydkdMqUFyV1p8WFRhJSkrvAbk2D1WyHK6UT4E6G122RbVyEbiavGaInEzccJpMXZhEoibDRJyJ09dpGXpgqd3SBG0d/qKq9B5N3kxFuyvyBtLxwV77ECpz4Axd7mi885K+VCx7thb4MbsWFhvwrrivUK03/9aVyraj8ThNEqSmoGkb5y1s5Jn94HrhxkTcw6p2TkiCqxy6+CPHA5LVIN/UKBT28ovWI/l9cnLmV/xUO4qZI3X2TuKEXN/AeJ+B2Kl/QqGGm8iH/HbPqJ36nuWEKOZVpvm+Q9TokWA1+G6B8mSAS88jBqk9ZWG0vyv/Ki3afOP+JGxzlv0Wfq3yJIPopcQOq/Fx8yeUVwapP+eJMhBliGXG4MmCVf8X5TglWRaAqKWRgBdyx7csWX38V3j0RJ0+elH/T0zqjS5dusFpsyOgsbrCS5cWmCFZlSOK/ZRBf6InAVf61BkNWcUZSfy6ru/+/Zfk1H6yK/lB7kyHapfbf/gtmeYMnw9Xg+gKBbKAtaIJYk3L5Kz+vCS3Najir1Hv9YFXbVrSwkS6a/fsYrRC0wap/mZC+oJkViGMXNyaHDv8LbrczEDDKEMXrCwSr4maso4NVpV8PDWGjBauiHSidQjBYFW3tcE2NDFbPOE7jh6M/yPrnamwMBKvi36LcxY2P/NPiYDXYIwTCbfXEpBeChAZc0UpY+/tIwWqwb9eGe0o3Fdtg9eFZC9C1ayYuvOhC+b+ZXTNxQeYF6JqeirQkG1LEjbzNAnG6Ej1Jo8eHep84L3rhFjfeIlz1uOU1qCgvMXhAfFEtbsjFkIgfDh3Cof01cDY4ZZ8krsPkF802qywfGe6LPlh242oAI/osuT3lplyEP/7+UvmSQzHQnNmUU4RZfFFjkeeDzumd0SmpkwxWPY1yJIN6GlG+6PKvQKupBCLKDbTcL+2FiLq8OXBOCAbtgZVFOo9EqBIh3zlrPiN6JeX6SeeP+nN/PfQ3ERHUiH0WgYQIVRsbG2G2WWGzWmG32WE1WWSZiPOh+MLR43HJIN0srk2TrBDDLOqdDXA2uuX9hs1ihQg+nI56nDp5FB6XE3a7GYcP7Uf3rAuRknQhvL56eEWYLu5dPA3wukQY4oLJasbJY4dQf+x7ZGakIvvKHBw7ZUKXbn3QtftPkZySIa9hrVabvD8U9cF/nSLCIItVCaYsYvCA2F8RDlss8IggXpS9uwEmqx0ma7JMXYWX+FJJhq/q9YA/7BODFLT9eyBk9Xjl+kUZiHtR8XlZOzXfs4a3dX+wqtcHNAlO/al72Bdy/hJVrqdCv6wL/i74JZ//Z9cNvLIlHUvgsw/dfUsgWBXhqtVmg80u/oovU9Q2KNqhCOFUK2GuhGrKdY0IT8Vfi82K5E4pSE1LV64HMjLRpXMXpHXujNTUVKSmpSE5uZMMcUVI719OaVPKOVu9C5D3nEpvJuPwQNuUVyvqD0KucOWJWjMyQLZ/5RNKYKf9E9p2ZPmrP/K3aVeDE42uRjQ2OpXQsOGMvAdtlHXYLf8qAZxy3pJfdGi+BAzpitVwX72K0HzhEby2DFyfBkLm0D0OXjeI/s1//aK9lhFhbPDf8vxms8Jqs8OelCrDVntSMmxJdliEv/jiW3ypIK/jRV8WUIbX24AzjjqcrquHuNbxl71oi4FrUhk6u2SYWltbi/JNH+Lbf/5T/j49PR1dMrogo0sGxDcfory7ZXVHr8t/iksv7S2/vBXBu81mV8NpsQsypQ6eWLX9m7j2FeGlHHigXPuKMhF9iTiXiDLyOsU5RpSL+Jnov5S/ImAV+y2uicV5RPtFnFinvJYO+2LaXwcCX9YFGp5yrR38kkC5FhdGYv3yd+K62yPOSWLwmpJF+VcfHqwGz1lNm67edSKD1bA24dM7A7eqGzw3FvIHq/de3lVWfLsIVpPkuCIZuohQxe3ywOkGTjmVb73TRahp8coAVoxYdXtNcnShOGFa4JHBqgj3kqziusAjRyuKEasiROskw1iT/LZUnIBF6NDQ6MYPDjHKxyRHrLqdDtQ5lW9lxci9H+uCwaoNXqTJYNWCFKsZjoZGnJDBqk2GtWL032m3EgomiRGrYoSoCFb/P3tvHmtZdp33fWe+8333zTVX9aCeSLYoimSToiZKpEQNlhRDQSjJsiVFiAPbymA4kRgjgJMAiWMb+SP/BQIcwBYMR04U2xE8yJYpSxQsQuLUHLrZze6u8dWb37vzmYNvrb3vPffWe9XdZdlx6L5Esbreu8O55+yz99q/9a1veQ+CVcI/xm0Eq4SMdSq7BOgqWJ2mCsl4Q6rClovaMlj10Y2oWE0wELDqolt3kUhmRzPlXGIatQhOmYpagApfwhBZxBjtgsdboBlRteJiOElFsapgtUAkXIcKBGarqd500WqEEij3BazmoPirWXNRd/XcU2kwikvs9xP5zE7Dx1rTRZKW2BkBSZpjnYpVgtXSLJ38nIKKPIJFzZhTFRvDxyTWsdGuh5JRpHqZYLVIqcjKZB2tM3tdOqJYZVC/0a2L2m+3P8E4BbYJVn0Fq8cxRW6OAEyCzEjAaigZL9meCXAvRfXJf7cCAn1PzsNpUoqiOc8KrLUDgcljC1Z9Ba883s1uDSEzlBzXjipgqSZl6B76nkB6Uaw6LgaTTEFv6CPgAuQKasTRuJSs+3oFrN7lhXY8Abu8hhzzVNz26q4oUYeZI2N2LGBV8IGOB4fQtkCbilULVj0Pp5Mcx1OGKQ7qfoGNOtBrULHKDGAhitUBFauj4pEVq+X//MuyGM55oI1KVSlI9UMl1WujJzPJMcNXIe9GiS3BViXDKiIQCcxUmyLgiAFGGCBtd+F22vDaTUTNGvJsiOHRPsLkFK6fIIyY1IiRx1OkyVgSAM12D6WXIa+FiFZW4dWaKN0AzIyUQQ63u4lydITJndeRegHqUYD+ySmiVg/JdIQyydHhzTPMEZcFBsMTFMMpQjdCK+jCbTUF8BZxiHxSInRDMGZAGcB3Iw0ePFcVPvxyHDiM2WzcMxPLacZ/FnybRMgsXl+MMU3aYA6NlGLypM4z+pJJNm/A4MWqUKl5lBC3EujLRTJgVUWfVpFgL59RmtkgeHZgVrZjdW26KVbdsWbxdUzoBlk22kuqIFUL5XBKAjsFz/wZwSrvDwZQnF9gFBhUKVs1LtW/KAnSp0A2AZIYDrPKVFGZzLkErhyfdrmdKR4WpBSimJ0N4GpgbsatrmX24ukFYaJLgnh+p4pq1WqyLKC1kFWfRlWFBpR8CUECNyJT0aIqbBVoKmCV60gmINUCVwILfm2+XtSrAmEtWNUNySd+94/ednDxI//Bz8oYYWDNQH1tbRtRWEO72ZGkhGyUXCYHg9m4ch2FWgo055CVm9IF1WlFscoNg97mun7NX69jbhmsWogwUyTO4GhFTVh5L3nPitqw+lmcVuT3Zpt2lrpgWTVz1iZarqv5zOqJnoG5isJV57iznz+L8c39vRyAP/Qiyg2cY3fvLiaToW5wqaoQhVqBTqeL1bUNBBEVq1T32e3t/F1nn/fHqFit7qH4/nbD8ccBVvcPOTY9USF1W21cuHBhQbEq38yA1YfBj4VrZvZ/D4Pky9fhYdfpvN/NN7tzwLL8vm91a/GoitWLT38C9VYLzXYbrW4Ha5sb2NjewvaFbfR6XWysrWFtpY1mg+o0B1keM+Uj9yWhXY3qKUIaCho4Zk3FFDe9fPRPj3H7lVsYnPSRZplm13i/UYXOP1yTXFW52RWD93VuYIVVjNkKDq14s8JdxTT2fpYhSwjkeej1egjcEP3j49niasfdLEG2gKnnoLR6LNXzL/OEJOnOugst5n3wd7PqkgcGzXl38/x7LT+D85Sup6L9kmMRVToKjIZDHJ+cCFQVlWIYyN8+xSi8HLJcqXqMfxq1miRMx+M+Dg7uIwx8ATTwgb39fRwfH6EmcJZBfAbf9XF6ciTQOvDW4EU5XFYUEmp6Dfh+AfgBas0VxKN9vPzFfww3H2Bj/QaAdRROhFanjbW1dWxtXkZW1jGJp8hM4oQiGqn8CFQRTKASp7FW4eUZxnGMwAsRD48w7PfRWruMsF6Ta5KmGY4Oj3E66Mv15/okqr6wJmO0XqsjDAOBzKxarEWhVDcGfoAoDBTgUwQUhvKd7Jiq/s2qi+q/z5sDqvf7eXMO17Dl96o+d3nO+ND7n3nb6zdf8As/9TFR41qgbNdX3nP82Ry2ErQqEOU50aQHdzJ2vmYMookRxiYyp5v3ZWUKz6kiGIJlAAAgAElEQVSoWtsErl2s9HpoNttod9ZQr9cRRfwTzaCrqin1YasW9ITYDLv5XSXtrfGjfU3lJpRY14BaObA57LIkr3rPy8dIdY3Ou3rtmSCggjKWtYSQlVDR/slzVlGmUlkqanUjJlCFvz2WOdjTz5gfqy3c0hjBRhsPXtJ5rGGeZ2MKST4YsCqn3lHQahPYPhMSgZzfMIwEoNfrrdlaqK/Vz00yqlS1GliqjGxVnARDeiZl/Bm17p3bt/G//LX/EXfu3MHG5gZ6Kz1sbGzg8uXLiLMEk3iC8WgsVX/NRgsbVDmvrWH70gWsEL53u3L99Rjmex3VOZjKH5nTq1kNjfN1/mc5VqLXxyhbqXSVa5YmM8iqIFWfL4DWglV5n7nq2FbC2J/xc6RyYRb+c74h/8gwHo9lnBAyc1zI3txTMYEmfpdEMAtrw5IYxX6/yjZD7yMdB5/4iZ95pHv8m/VF7yhWl65sVbHKARoGDmoR9VpakM0JcgZWE4hqsh06ArNqkYJVbiBHCVWLHgKnEPDVDOZgNTal9wRW9ZDl/IwHWJ6v5fDTpBCwGmcFLvRqUsLSnxRwPB/rbR8no1hAK7mGV5ZoRQSrDpq+g3HCcidCVF9Ug8fTDMNUFaBU3zJAYZaWi1CvXiLNcgFetAKwYLXmAesdWgtArABY8k/90YRgNbUqrRKBrwscN9ZzxaqPFYLVLBVFryhWG66UUy2DVVoVUDlAsKrTvcmiVMAqy7yGkwT9sYMw8tFrEPjohn6aGbAauOg2AgE+LHs/GmeiGm5Fntgt0AqAgcgoLnAwSKXsv1P30Gs4cq12Ry4mSaJg1cngFabM0FUA4El5GTUM/J7AtHQxFSsAF+1mgHicoE+w2qyhyJkt1LKxuinb3x1k8plrnUiuyf3TWJSe250a2kGB/ijBUaKIiGOCsWDNddGqhUiZ8SKQc4A4KQxY1RJ5AnWuy7R+4HWh8mKDYNUHxpMUYa2GlsfzYcDqioJV5KnYDRDSjmgNId9PISd/ztWpPy5QsvyfpW+eKlwJhVWx6mA9mlsB3CdYdT0BJlo+TqVlKWCVqluqqw9G+p2lmMQlaKdyzRFYrVYAntgDcHNzOuEYJkymlUOBtXqJlYaHPCkFrBYBwaqLg3H5yGAVf/1X5go87mlsdtfuPEwZtt0ILBDEUvSrs1VFM8pmg2VKQfmTTEr2FNIyFVE4JdzQRdCIULbqcFdXkTZrCL0UyfHryE/uodFYQ1oMkOYjhAWQjRMkZYKw3oDntBGutJB4DialC4rtiqkLv1GHt76JoB4h2d3H9PgIre2LwMkATsOFEwU0Z8BkeBN+f4ww2gAaK8hPDzHd20M5TRD5deSdJsK8j0k/R5moEiAAS+7qyMtIlBZB1BDYSsjN+8SVOu5KHeFcijOrXpeNlJwu3Zg6QmWrwaSZhFkVIIGSgX6zudkGpZaEFqZKXoqX5vIf+3xzDHPGvbgRYKm+cBz7sbZsWeW2Nvw1TxC5sYC2OVSVkEThaqmZ8nkljvlwiUznx30h1w0QgYTr1OAEIRCGs3JyfmcqaGTzSFVLOoUzHQKJBaxa7qZQy9VNnERT89Kz6lImiQELwaoBvSQN+IMKWLXPRbpgA2ADeips9bvOr5koaQXGaqJNMKooUhkUlogJ0wWs6p+M6ubSQWKy8AJURZHKvzkP5zPgymSUwle9r77/ERSr3/sDP4neahf7e/tSAra1dRHtVheRXxNIR9WZzFem5Fw2DdDyc91AzMEqN6VnqUypeF1WYiwC1sWyftkgUvE9g7dzXYvdNMo3roBV/ptzUxV82v+2YLX6nOomVN9rcexbOLi8abafO7uFKqql6u+WYc1ZgfFMNHvOe5z1Gu4NXK/E/sEO+v1jKRu0YJXxSrvbEbAa1eqqihEF0SIl+jcJVquQ2ULV6v3wVqwAeG/v7uyoYnU0xP7RvlQOpUmKlYdYAVTP/1kAfOG+n5WXL57l8wDpm8Hvf5fB6oVnP4EgqsOPmvBqLTRaq2h1V1Ff7aDWrqHdbqJZiySGL/NEKr+mpwcY9U8xHQ0lNm/WWbFRw/paS8rHu922KF/bnTYazQb6h6foH59K6S0tUTRZqMm6mJUHtux/plwE/Eqpvs5jmniS+7iS5JLqGJss1GyBQIXV1TXZZ4wHA9nJz+d9yVCaed1aTeh1VnWarsOEhdWxOZtTbJn4LPEwT1aedU/KKrEgvZs/6/xxswiXqu9LHGSPi+CLD+6xTgcDDAZ95Gkqcbp9UGdiQRBLcBWIuwLF03SKV1/9Km6/8RLS5AT1yMFKp4W8DEQk0Wq00GmtoFlvS5VCvdbGnb0drG9uoN2+hgxTlF4gqlKvCJCXU6TgXoOCjhJ7N38PJ8dHeNe7P4p6fRPT6QSHR7dx7+7r8B0fFy5cxYVLj8EPWxhPJ6B/mOsW6E8TAVuZlOCWGE0nEiPUG3W4Tgt7917C9OQA7e2ncTgdYfeNHbz8+k2MRhOBHwp7FY64QaQgn0DEWE9QrcmqB54bQYdZjtVWBx96//vxPd/5XSKoOWsOl0JvWeOWErAVVepZa8CZoHUJrFafY9ef6jE8Klj9eYJVTxXIPAeybkpyS+E6z40ICSVmNJUgnq8QOqzNknN8HX8m348nz0R+M/WfSQ5TmMK4RNLoBLdRU9SsYkPTW8Xm5hZ6K6vorKyjTvVrsyFAUJehSuBr/jljUYxrFyre9OzoeTPWYwu/t3DVXLNKFZjEf5JwVJW9wDILn/l2Uvqv6mUBbFmGZDrGdDJCOp1iSrVrogCWlaYlE/dVhbJ175pn7mciAp1oOActKSPMxV6MNSoVDVJ+v1jZQxslBX063q1nF5XYomglYPUIywMRqIndi8BYAlUfXkh7CFUj2xhYYxv9OmQS/O/d3V387m//lsyr165dk8+Kohqu37guTIMiKJ6Lo4Mj7N3fw97uHk77pxhNB2IXsLG+hcuXr4pNz9raBnwCdl7zykPiEJn2dH5TFXv1GUrzZa9gqhhEcSqWBQpcOQ/RGoBAlN5YjkmWSDzN9cNUPlCtbxN2Mj+bcWA/jb/j9+GDogLOqzJ/eJ4kCeyYsevErILC7oGqmeQKeD0rmV6NBX/gx37qvCXk38ufvwNWly77TLH6xLpsdLmQ1yNCBp3MmaUmWE1yRxSZcVGi5avKkx6rhH4WrHJDHrol+ilEVUmFKic+C1ZZBk3FauSxTKQQBSRvSpbNE6zSl/NCl1nNVBSRVEBtdH1RZfZjbkRVzUJw2AohsG2alKL2IwwmLDuephgk3IjnqAUKB2TRdj2sNmjHyDJy9YSlCpfLSuRQXan2AgSrXLcKh96wPkb0uDQ1PD4Xd/osyneimpUeq3OwyvMTOo4oVgkW05R+iAro6lEkysa0yGdg1crTWT5PxSpLzQMBqylORqWC1SYrwbV8NM50weL379R94TuDaYHDMRWiDlqR8bGlT65YAShY5Ua/1fBBZg3Hx/0J/Sen2Gh5CFwGWhUrQilv57Xj4p6rFUDhiccqJ/tu3ZfybMLATjMSsFoSRDglagS0nNz7KZIKWKXHKr1JaQXQDegLm+BQQCLBfCFWABwTrShERrBqMnHTVEE+vzWVnJ2IATRwHBcYJqUAr/WOb8BqhrAeouWWc8XqSh0hl5MskXGW0leXHkUFy9t4znMBq/xfn8a7DC5oo+AVslkgSKb6lcenYNXDOAF26fngaDDvegQ3LKVzxA+YPrG0KTgYphiRSs/AqrECcEq0vBJtlnSZTcPJlCpvRxRlBKurNWBFFKsKVnO/RD/xcDj51wCrf+NTJsifZxoVkNnyHrMyampSQZQEFCbLW5VpmjnEJDFnmwdxPeIGghVgXESR0LoUUSsCqB5eXQEnj2R8jMn9N1AvYnitFRTpREp3htMUp+MY7XqENJugpPVCXMfBYR+1KEen1cD6Rhuti+8DemtId18GBj787hbK8gAuNxDeGMU0RRBtwC0PgHoL5bRAPh7D5+eMhigGfdaUIc1T9PdvodNZx2RcYHd3D2vdLTTDDorcQ7PZRZm5KKZMaBAKBgB9hiSlPc9+zjdPdhda2WyJZGexfH9hCpYF3tTey0bQvof971kIYWLZavbfgld9jhVzWmWQ/JAKo4KqpaUdowR3lSOZ1/4baK4Z60W4yu+sKgD+QkqX5EPVH01HkipMLxiPVZ45J1yBE9VQBjU5HqZUnJKbdGMRwMQMVavjIfJxH+5kBDdLFMyana4evwLAalA1/8fchqD6e1PFZ5RDVrFqFNisvxCLB3Mt5b/5DwUIM5g6swWQ2n/ZjGiQp/t+vmRK4CrYlL6qaolCO4BU/KoIWhXGqkqV70FfbKrFqWq176VWAN/3mS+97eDsO773x7C1tYnhcICjoyN0u6viuRa4kaiWagwyjY+YKlxEl/pQxWoVWspGgZuDsywCZnYBc7BqYWoVrNovtQxVNeitlM6ZcVndnOj4XhzDVWXt/L3nfqr82VlgVTcDS6WKZ5SDvtlFmN1TkiB5kMg8DOJxCFFsdXS0h8OjPVEIyfNLbjxytNptrG1sSjnn/xdgtXru3gysuvQKNjGSuifPN0BVsHpwfCAKtSxJxPt3a3tL4inZWEpZuNCC2bk8C4ZXx5AcY6Vicfl3512/h12Xf5fB6urjPyEKZi+swSNgrdfRaLYRtGoI6wHqzQiNRojId1FSzTVNMBnGiEdDjPrHmA6OMRmeIJlOMBkeIjRKMFZi1Rg7tVvYWFtHs9FAVA/lb6oWCV0JyqJWHVEtktJk+5D7XHypja2JrKuZzHOzazNTpi2tXdwv1GqikirZh0E8BBc9fvkeMrZ4z5JxGLgiCvylTXH1etuN8Xx90DlfX7MMAuavPM9L9fxxYWKlswablK1rRRT3UQQAg+EQw9FE1gpWp4n9kDG/EoCQKUjgz6OAe40Uw9EpXn/lK9i5fxc3HnsMvbV11OpNhFEdo6NjgGCBsTpBhZTlFmK9MR3voNNpw3d7YH6GCUCqlX1W/ZSMzzxJALpOjGy4Azeo48LVZ+EGPXhBW4pA8jLD4cEB9u69wYISbKxfxKUrV5E4jNVOMZ6UqDXqkmDk3iZgyT/FMvEIWd7E+Pg1FIN9vLxb4KWde8j7CYqQz9F7nspLSdaBjk86Pux8QBDDc8bKknro4cLqOr71Xc/hhW/9Nlzdvih2ZSrP0MdZULT6c1lPRMuwmOBbfs4D7/UQsHpW4uc7Pvjcmy0dZ/7+5z75/apeNmBVzoXsH3RPaj3JZZzIOJYmALNKKaso59cjpCNcs1YrTIqKd6uUnZtuCCam4t5S5njeuwZ6Me6iGKnT6WBz+5KoW1d7a6pqpKVAu4Mooncr31Ohn1SzGKsekQ6dsSba9UHZnE3WLyUMra+yTWzL5TLWERJfUuloqrhsYrZiTWIGgwRVTOKJktX4tcbjiXib044mE2inaknuB1Rpr2XulRlBLMDOelSrY/S7GpW0gah2HNnYSa7nTAWr11OqfAmOOV/SVk7gKWGq2jrQUo0DgInXIIwQsvLVtX74GntXT3OSMFlD8Rf36/NkjlrtzOdW+xom4fv9U+zt3cPNN97A7Tu3kcQZGo2GVBJcvnRVEnC0nGk2WzL/W+XsvP+GTXTpEv4AZF06eYSrtATgeReLAMb6nLtoVWJsAziXyHOML6tVnPJvQlmZL4wqlbETQTA/eH93VziFVEGEoXyng4MDOQL2CpJxbsYdf6bXfy6gmCUOK6KK5fmFz/n4n/jkI93j36wvegesLl1ZC1Z/+vENGcRUZQpYtb5/XLpYPl16GCSqmmz6bEIFRAGbD4lrDoZxJhMFq++pWGWTqmgJrFKtR19UNscKHC7CnEgIvErsTRzJnl7ohtIchmCVDXU2OwH6cYI+S6I5iRT0GHXRJOgKFDaeTCFKQ3q+UrHaj0lGc9QIStlIJNNmM2tNZkbnYJUwkqWYBJfrHfWORcwJjqW2pShWpzk3yKbxCsvDmTGi6rT0MZBmOx66NQ+TjEDXUbDaYPkwy2OWwSqVpep9JUouCQ658VbVowWro2mGk1Eh5fwrDapgteSU3qziseo7aNd9eY9BXOBoQruFAs1Am4rRUoCL6DApsN9naWGJdp3HSeWLj/tjF8PxBJttZkcLuDwJJlsvywM9T7kAM8OVl5gULiYpFas+VpoBJtNYjo9gVX1TKLsvUSNMKIH7p4nAhfV2KKB+t5+IspjNqzp+gf4kweHUkcCNYJVl9BxH9AljFt82r6L1QSrKL6Du5ujUA8lmEXaSbXKi3OhQsVpiPCVYraHp5vJ7KmzXOzVEBKs5xyb9xVS1KoCe6mOOQVGRuuhPMgEHPOfi/8vGVo4j6tdlxeruIBFvKvU04jVhiFqKJQStAKiuFLAas3DKqJwFrrgC13n/2OZVPPP9aS7NvFiGRouN1ajECsE5eVNCsEpFq4vDCR5dsfo3PiXXeGEzUmlIIoGLPmFm8K6E+4xsrcAu27xEg1RZkPxQAFuSEA7QyyOFVy8RdUNgW8uRj3fvY/fuLTm/a70VBIGWGrJJ2auv3UV3fQubW2vY2d/F/miIV27fw8XVDrbbdXQ7K7j8+OMY5z5arQ2Ug324eVPUsE7dQbB2DYOjW4ioaA3b8KImEvp3lr40aGOcURYTlIMj5KdHwP4xkukJ6t1VmUdG4wnczEM6yNFb68ItfIzvD+CmHBMRomaL2nKgGmiZIJffX9TPhkbOzrP8TEGcOVNGxmMDMUm7a+MpkwmWK+HOvebsi2VLWGmkIOfdlEfLHbxwqSyd4iERBqt9gLzGrAESXhvT/8Xf8OnGCsAct34fu4k03rzyIp5UKt51/KqyFLhYmiy3GwKtDTi1BuBF6tPF8n8O7nI6g/1iATAdIR+cwhmcwI0n0lRFIa5RnshJPGM8SmnS0kZb1FKqZFAPPOvcrEBZn6+ZbmlcZaCqHD0TRSqJMpl5G5Bpjab181KvVb16rBiwvm85qzzoDV04plmMKgVYMiueVISqzLxL8pKqV87vuhbxIz/6+28frH7gIz+Mzc11CcipWmDJ38WLl0WZzZIvKlHYDMNuBCXQlvnrzT1WZ5tHU9JWhaD2d/o+D4JV2/ihCjLPUsNWIWrVH6/6OqsmqwI3q0yaB79nQ04ZOkZFcpYawf7+rL/te9t7ennDeNaQXAqzHvgnrzMvwcnpAfb370sprM4RhAkZmu2WeKHVGy39udxfi28zO44/RiuAZbBl53beCNVyuqpilWB11rzKNn7jepdl2L+/i1azgfFwgMOTQ9mUsVRPwOrW1sy70yqny7cAVhcAioGr1TNjf/8AXLPz3hkb/je7XtXJ9eGQ7c3f6VGtAH7hv/xNjCYTnA6HGIzGmKSsDGJszrmExKiQUnLG4B4tSGSzOkGRxShSWuOMkMZDpPFYyjIJuHMCh3gq3ocs16RdlZhOyDrjwGclmClTb7UbAlpaLQWt7U4HnXYb7d6KNmqp12Xj70vpNoGLTZbMQYVtCMjVju8f1uto1htI2bSUk+gyMGUFADfYUv6bYjyeyHFaz1fOD6yvE6WjJF7UNka2zwZGiTehUXtp05i3D1bPh7jnK1b1Htf4lXCHpaoKA4zy39it0S6N51/UWJlWUTHBPxqc4Nbtb+D+zh00a3oerl65hs2NC/ARifCE34vpPFaNpWmiDXkyB/fv3cHNN/4QG1sX8cQTL8Cv0f4hMuvMEE6mdzDLg0kbG14EX0DHFKMpj5PQsy4ig7xg89kSx/v3cPP1V4AgwubVJ3DxxrcIqOPehD6NFNhIRSDt2U72cPd+jPj0G+hggi/dKdCnsKasIWVDWbke1WaajMkp5tC+E7zG9Aa/dOkSnrl6Ge95/DpuXL+ODmM7yT+xUo7nbTERc16Cy/68aiPzsDl/EdIueqxWXzdfd3Ry5us+8sK73nwSOOMZP/fTH1M7CCoWpUrHrKcCKXlPGsJagciLYHfuk699DuaxktwnBK1URdqqFbkGtPkwyS0+x6czru5ZuG/e3trGu9/3HsRM0oynILhjzMN9MMvYad/A6jI2yao3mwL8CbSCsDErw64e42IuxK4issrMbQaMxZo9RUxC69po48BZxv/M8ywqXXufm1fK+3MukbL0FGnGsnSqN9W7NRkPpVoyjqcK+8SiwDQ7PUPGrmuLET8srCuaHKw+ZJ9v4nSqbefrNkGrqQ4yjbH1XFXiMuOnyyaWhONsQsbrSk9Uz2d1grF2qlobGRsB7pVtYy7ZfYg/9nzumwFGEdg48v37/T5OTk5weKD2IsP+icQjhL71RgOd3grW19bQ7fXQoTK+XtfkSKXp2QKWrlTYz8MXay1mrE7Yp2WmKiYj0dJ+8QFP47lHq7E7kMZl9A5PklninGB1dX0dO3fvSPKI9gesEn315Zel7wDXI6uw1Q2AjjnpD3OeWGPJOqAai374oz/6SPf4N+uL3gGrS1d2DlbXpAs5QUc90qBfH+zizIHuiK/lJCtFXcjmVPSoJCQlWB0nhFcOIp+wj90tS9QCDXJY+i5l7FRu0mqATTQItdjl0uWmtMTBBBhMSvS6kcCl0Zi+iA622x4GcSal5ywvJsat8fMDvlcpkHI4oV2Qi1rNw3BMdavmgMNQt2gEnMwUrbfUFJ4l2lTR8g8BIMHeStNDj7SYRvL0jGLWNaOa1nQjNRlzLc1gsxJPOs8zq9xteJgmiZwfTpQEq25ZIE6pslVQ2aAJuUN/1UyOmRMcJ1mZPAxwa7CUnyX8SYpTglUqU2vqQyqb+JwTdiHAmGCO322SFDgcZaIIbdBj1SNwdhFGAUa0WOhzASnRqrvSXImP48TD0SBBr+1L6byWU6jOjZlywm5fohc2OKAVgF5fZoh77Rqm44k2KKtHCI2/EsWNLaqvCipW6evqYKMbSpn/Xj+W8vjNdoROWGIwTXEw0SYvhMZ0bOBmgGBZslSEFQ7tCnLxYeX5pndspx6Kcpc+umyexe+/3olQd+lFmoKdFyO3wMk4xzTOsbESwZdyBOrmClG/xiw3p1qI2XKP10BH+SgmZGFm0BMFKs905Ps4HWcyHlYbPhqhJ2VX9/upNl8Q7yOqqFXVSjDfCjyBhPujBMOEHVaJ4qhi00Y2fK96ADSNVxTBa3+S4zRRP1ZCVyqL6Q1KvkObjMwHBrGD03GJ3x5UytDf4ix9b7CH8q//N/LsarZO15Zq15+5H5o+2ULTCo3jzwtrDUCQrgELF7MkZIbRRxaXKKMxwgaTJ0DZDnEYZLjz0k3cv8uTf4Snr27DaQTYO8jx4sEEq3UXmA7xwvseRz8/xt//gzfw2tdzrG85eGKjxIWVNt7/3qfguWt4decNPHnhcdRzmmvUkNZKwE8RENTWuti58xKKdICmU0M26aP31AcQbTyGPOsD9BdLMqQ7XwWKEG7aRzEdw924inw4APbuiwaivnYJp4eHONw9wfRkjGIwwWprGxu9KwicGhAQjuUI2PmdNgVOHXDZgEkomaqZpeJHjC1mgeFckVo9p3NgafQ0RuU6o7Hm2lkFjNk6zsqeNexk91z7mLMW4zFlPFIZoMsm0frDmhdowDtHrhp5WDXzIvg1Ek8zPjgn+ygddo7WTSvfX5pXMYjzQ2Bli7JllD4b8eTip+pkY21Yxde5IVwmr8YnKIcHwOAImIxRMCFmToEA2wVj/wcHf9WiQpsXVD329LupItWMa2mqZb62KLeVbIoVgFE2VeGqBGImQKf+VMuW+DeTNSy1V69U8RbWYSAw1doD8OcM2TluqASSglnOR2IRQE9WhVcf/f2vvsU7e/60933w41hfX8NKr439g12MhhNc2L6ODr2NOW/3tJmVNIyhCYD5ew5WK+X/lYZV1mvLKiPEL2zmrcr5bw5rNa+w6LtKWx2JIpaAWRWkVkEp/5vlcbbEbWFTZprp2GPhc0QBIskxvQeWmdniBlmPfRmSPABKz/BflXdf6OI7P/eLm9vFS3de93Fu2ngNBoMT7OzeQlRjik+Pj5u+Rq2Oja0tNFrtuf2FURzbT5gDxLOHS9U6YPk7W2XGee9ln2//lnnemhFYhZNRfOi9UlGDmNJwNtHZvb+LTrOFweAUp0yaOEzUp1hd6WFzc1OSmToGdZOvGz8DXJZUaHoNFumydV+eQ+/5c+Z2JYvn5zwwOps7ze5/EdCeVw56tnJSD3NRiWXf/7s+9P63fX/zBfun9MbPMJ2mmMYZppMU40mMveEI/YGL036Kk8EpTk5GON4fY3ByjKOTPgbDPkbDPqaTY4zHuygxglMmKLhh5qZWFI8K51h9xPhH4JYajpt51Ki5jCLNliLLtWNDWl89P2knwIY5rVYTnU4TbXrCtvg3f6YJHqqeUIvE5oLlxYEfagOaTO2dtAJC7a+sn6Y0DkwzDIfDmVJJ1ifxUtXnav2ZiU0k4cWkrYdGi+rOUHYPnANVNXb2JRD/vspjPlaWr6UFaboqEHIyLuL6Kn/AaihVltGehcfNcywNfmmLIw18Swm/CKvSjFUlXAykCzCGo0OMRyN87gufxyTp48lLl1CPunDyKephiWZzFV69i4Be9TxXbFx15wtizRa1GjjN2ti/9zqubG+jvXoVUaMFr9WDiwl8rynNdHjvhX4k1Tilo36lnN8LJ4XjRnCdprqrF0Mc3XsFr3z1yyiyU2RuidbmdaxefhIImqqqQ4DBcIq7u/u4feeugJkyTnCtfhfX1xr4/L0Qu14PZUrgnooakps/fia5lfj85gnqQYjttVU89dgNPP/0U7hy8RK6jQYC0+iXajed6fVBdV91bluei6vrjH3d8ppgL7cKXazqbj5AZgZHRllr72xdcuaNfuz6993f8fwj3d+/8NMfk2SEqBiNDYCsh8YeQb/4fP2dmWBKLKeKR6taFQGQuVflHjEwVTvW08vXl8+wkFUaXklfDSMOIFhNU1y9eg0f+6GPSyTIpAAVreyxQQXoaDiWRBGbx94AACAASURBVMeEHqdseEc1Od/T9VGnujEMRfnIRlnSfDaqwQu72qxJLArmU6Q0DLXzpbnVZP2S08umtPbX9rpoLwAZAzMxAxvxMg6mn/wsPTsbLXLdbRNV81mi/pWO9Zq4SRLj1zqzEEgk8cTvzrGncYaudaye1Xhd1ad633PeUY9U7gUEjsteUcVRCk251hlQLNdTbVE0fllc/xTKarwm51b60vBvXse5/YO9pgI5jY2AOTI9RmuLsTQy52KOxQmRiSzawVD5TjB5sL8nXs4HhwcyL/m+K5UG6+vrYhnB6ij+OwzrIt6aBe7y4QrNbbPS6oXnz/OMST49x7IO0DZLmn/nyKQ5NuNkFTTYP1rtqdeB6xSV+UzU7ty5I9Wjq+tr4l99cHSoCleJK3XMyfUwsaJeO41h57OKjWMNI59dkzkU377y1CPd49+sL3oHrC5d2ZkVwJNryGPKx+mxSlCiGjZx9aTahv6UBKspGxs5aLD0HpmAVW6oZ2A1IKQinMrET5UPaYAk/qAQ2FpnVo5l2FxbuZEoCmkSdDoG2t0InaDEhLCwBC60fQFUhE9U/BFMEd6ymVE9VGg7mpTSE6VeDzAasYmUBlfMtvPmS2NaAbjYaHqSDZlkqv5kx3k2ISX8Ywn3atODm8XatsV15ZjZeMsqNTgZcpHjzTwtHUzY8IZgteVJRnoklUwEq+o1S7BKm00udoRyoeMizjl5FFJlze6fVF0yz0yVrgWr4yTFYFyI12un5sLzpZ00cgNWo8hDM/JlYid4OxylUqJer7lo+I7aMESelMuzO32Wl2jXXGmIxJ18P3VwMMjQaYZY8VWNKxo0qu5kYVS4SiDE8zQhRE4zyaSvduqYDsc4SUopH2OhYpxMUVBxmrNJU4l92g/AxdZKTVoYEe4Stm+0QwGrozjH/phKC4h1BME2G53xGqjUnwoM2g8YJUZZouYCnXok6owTqpKnuvpSldpwc6TTFGGDYLXEySjDZJpjq1fTkmOCP5RiT0C4SpsGBhpsYCXOdQ4wmqYy2UrDMzbwcuip62M40fOz1gwEaDMjv9tnJ3R6PJgkMs8b/WdDD63AFWXswTBBnwRXFBX0WiRET2VhptKbYJU3Fc/TkFYAiazAor5dqQOdkMI5F1OqxT0HQ4LVSYF/3n9UsPqXK3f+3K9Mod8skjGeaEu7DqnE0+cIzCCm5iLHbq2haH4lKKEnQ+om0oylWecXnaBfpnhtZ4iv3NrD0VEfnUYLz1zt4WgSI2oDv/GHd/HSnQLvvhzie56/jg8+cwNfufMG/td/+jJOjj1c3wjQ8sZ49sktfPzbnkPOhT4u8eSlbeRljLX1J7E/6mN45+t4/EPvRlb28Nnf+jRefPEVtGsRPvjeG7jyxBMIuhGyYQ6ndwORN0Z6cgd+uIZ0sA+fCv3ORWRZAL9/WxQZOaicbgkMuHfz65jujjHZi/HkhaewuXYVXiuUgKCg0tkJpHmTU2Ng6yOfEBqq8p0lenNvObt4G2MnAXn2ei5eV92snVFWY/y1JKiw5EClDUbMaa7TLA5lQEPVjDbH0vSJMb+b2UAsL/f2OG3wYhqZSIxUUafJTMm7hhM5/dFsMAtcKLh5dNRbtadgFb4q3JGPBayWKdUyoShpXKpYx0dA/z4wOEY5mUiwKxsF65MqXanP3hFrJ1j1nFLVnULZhceCNyxPvchMlb8yUDaBmkM1rfFQXYAzBnzKJt7RDtgEqzy3MZt1Sbk/lacEqyYZxufRGkPgKxWsJpAnWBXFq9oD8NNFxVoW+N7f/9rbjr/e98HvE0U31d6j8Qn2dg+xtnoZ6+sb8t16KxvalMBsuLixskF8Fa7qmJvDUQtEVaGhScKzfr8MSmfvafZPb6ZSrW52FfrqYxGyPdhESn5fKe9chmZVlUH1d8tqxrNg2wMQTyovH1TE2uc98B5VC+MHxiLBqo/heIC7995AGBmlisPk3RT1qIbNrS20Ol3ZJNrSybOggG2c/uCgsXP2g4Dv7YJV2wxF14BF/2FJllTUHXauyZMUu/fvo9Nsoz84ETUMpwwCvbXeqqhKCJFETWV83B4AIcsg9Zx/L8MVGTtLyqfqmHrYDbZ8jc9Tvur4VBjzwAz6bwCsnnXMoq6SjSvNtWhvpf6mBAicX+hFPxyWONhPcefWAd74xuv4O3/713D/9FWBeCzBlD9UuErjNEYki2vSfC6trlHz5i86Jo0VSsUDj/MrE1m2tJuqISqcaEvS7HXFYmBjfUMAO/38qIZt9+gHzTJmbdBDlZb4CkopZyHdweU720YpcDCRw1LMwvm04FrCmIyVSQRKLKmXxoWUgFR8Ks8cBPPvuHA/V2xIFu9zvfji8yofy9gRImygjdAXv/gFHB4eIgpYReYJXHICJhgV0jhsIOj4SPMpCipO0xj98Q4ajVVEQQ2vvv4iXN/FamOC9e134ZAeuCf7yKZA2Ohio7eF9vY23PEIf/Tpv4d0cIzHvuUKLnzrJ/Dyyy9iXRqdbeP0cB+tlTUE5UQskAJWgyQ5YqSYpkM48SmKpI+EXddpQZUxYTwGvZzKooOdgzvoH/Zx44mrcAnPN69h6/qzKLwmjg5Pcfv2fbxx6x529vclNubWazsc4YZ3G9u9Fl7cDbDjrCMumZTmdTV7QwFWhYyL91y/hve+5114z7PPYqXVQBlPUdKDkSvzcpd5Mw+IAvWMOeE8eGrXlLPmAgWrJgFr3lPBJuMOjZklTqjY4fDfAiSFY+re8Hu/871ve/3mC37xT318dq9YRbZ8vvTgsPBHk5S6DrtqzyPrtYpF7Ovs+v7Aes5130BU8VKfxZOVhJQBSdM0wZUrV/DRj32/3JPS2JifIWV62r1e/jAJQ2HRaITBYCDKbJaX09+Upea8X9X2IURTGmSxcVYbrWZblK5MyBAUMgnP7/PgQ+9JLSLSKiSdD9QL315rK5KR55gYRn5n4LeEbUsg/sF529oiaIM0gr0kniDmH6oqE/q2TsW2pExpGaWqS3vtVc5LQE1xlVZDEchKUtJAVT3mxfPNZItd+xbGoIlnDb3V5wh057UPZd5hHCFCLdpIBD58WgZQyEVVq4xNVSnPaecZkcJZi5iJv/Sc56IQtYrWo8N93L51Ezdv3pSkEasYbly/gWvXr+PSlStyXVmFI2OUPEE+/2yPa/Il671q40xtbFXoOTSrSzVPSQ5gn2vjUY75W6+/hnQ8wtaFbbRXugs9AUTBbb9ndc6YNbhdrOjUPZiuNdZGxl6bqLn+SPf4N+uL3gGrS1fWgtU//dSGwCnPWwarqlyk6nGUOpikzLRiBlZZfs/JimCVj5Bl2Qk7RuYGrDILbRsvUQXoos4MNzO6VAz67F5aiE/q8QhotQJ0IweTcYZRXgpYZTd3lkuzoz3vB8LZdkgvWLU8HBKseqWA1fGYYFVL7ININ7upKFYVrFItRFhFqEplIcvNGUgS6hE8EqyKWJNm/aJqVWN1PnhuFsFqIfBtpeXLpEu4ybJ+C1bZwCop1IydIJQtddjMRIybWUQrneVpK0CwWhiwGmCcJAJWCbkJRIXBseFVzq1/DoJVVayWEgQdjVLxglWwStUqG1950rzqcKjNq1o1eswqWKU68qCfod0K0QuYVeOGXoNSMY333JlilWB1WvoYp7S6V7AaD8c4ikvUGyGa0mRqKt3fOwUbguXYHWYoHQ/bvbqUvt8/mQhYXW9FosakAnl/rK3RqHpWsMrvyvJ3Knqp9PRAESkVX6LSdfj7UMDq6TTHgKpIo1htOJz0UylV4OcRrFKxutWri/qM55iZfIJVXm/+LSbxAo91+oxjblCo1mZZDJkp1QUuRvQOKAv06oFYTTBTtj+gPxUFCgyyVAVH6Mzjb4WejMn9YYw+xyvHjDSxYcCgilUGnY2AYFzh8nCqvsQCVoMSK1GJdsDAQe+33HMwmNIyoHxksIq/djZYnXejV2j2wEO6NC7+lIueLaniZieTjEkIpxbg3vFtFBjALTLsTvt47eQUt++e4mRUQ17P8MLjF/DMlRv47Rdfwigd4e5ghMMjQp4EP/PRx3B9Yxu7sYv/4Tc+j6PTKZolS8IifOe3X0THifBtlyNsbHZxctzHG4cn+NDzH0bkJhjt7+HC009K6fW//O1/iT/80mu4tLaC73jyutgq0Bs4C1twG7xfWJ56GXUEGOUDNLurcK4+i8BvofjKZ5HQe6lVR2NlFbnjYzo8xPGdm3jjc69jw7uMG9eeRthsCgwTG49UvYhdNv3zQnDg5nGsoNOAVRvUaBD41sGqBsb2/GsDA3kI+zSatBlg1Z/ZYFqxKPPntqxf7yXbzbUKIx4IMMUKgM81JVEGyLKpht1EW39VVayEkOyWUfVdLDRQZOfhsrMJJ6ozIydzjFskagVQTAEnECggKtHxMcrBLtA/QTlWKwB5j1nnbw3mlx8SYM0alTB4krDboOX5861nqgbpBmqbp83sAvheMt+bxll27PN8yDypXlyq8FK4yvdKuKIJGOUr6ZuqYIMzBf9bBDmiZuUfVYMJiJVGWKoNtg2svuczX37b8dcHPvwxUWNdvHQRQejg1q1biAJ2Xr8sgXej3pZmVmwIqeqVuV+tBR92g7KsYrXjaRmsViFYFZzaQFd+5hpVmSmPq37GIjStKIQqfqvV54gGbUlNKp810648qGg8D6xWT/BbgaoyxozVwYObsSUVZSVoP+sek00Yk1Kej/FkhDv3XuNtIkofbkQsWN3Y3ESzo9fsLLBqr8vDwOp59/ijglX7fvO/7fxgNyXWcoMCNAWr7WYL/f6JbLotWF1fXROwysoPBQLz7t7njQv7fR92c1Sb1TwqWK2+/zJoefCzz1ay6rGeQVwBPKpi9dzvbSqgqDCilZGeA03+EiWq+J7qT+D4sI//9Bd/Cf/iC6/DFVk9/e5S/cMOzWyxaZIodg7UwWdb1S8q+nh+pDRzti5VvA9lJlQQpOXdqoS1dgD8PmwYacE67QRqXfq70mZgBZ0u/3SlYzkVSVREUfHaaLJruUIDwoTc1VJmWd2MylZsAQgP2RhJvpc5jkz7LdhajLcz0c7gSeVFAlWoRstZ0aUNCz34GA7H+N//1t/FG2+8LolVXhffZRUd598QjVZD4JjnURnKSqkSqysNFDGbjgGrGy34Nap0GYdGaKT78FqPAfUOgiBDOR1hdHqE/ugAyWQf2QltkUZ46spFHBzsoHH1w3jmfR9DrRbh1ZdfxOHtr2J1awuuz1Ji+hNqgi90xVMLeeGj9Ai2fGRFH5P4FHkaoH+SYHfvDorhMXdsuPHEu7Fx9QbyaAXHYwdff/Uudnbv46Q/1EY78v1Ut3exPsD1WowbN57G124f45X9BJMgkDibnxm5Di5sbOBdTz+N97zrOTx38bIcU5Kw/DeTRncCpkyFjT3ti/O1JmaqD1l3GDsYMFR9nWEosxhpFiuZMT8vaZ7PZxIGmWZR8t5GFW01/FJ1mLE7fYzJdIKf/+kffzvDavbcP/cLP7IAVq09is/xXSkPr66v1kNVldKLCdHlNU7GrxA9VlipytyeSzlXS2s055NLVy7j+3/g45Lk4DWxVSFSqTKDfsYGylQcyIQjzYm4D1PgSpUjgeRJ/1jUiOwUL6DW9QXa1mqErF1RuBLIUWEeRjX4IRs68V6huvlBn9Dq+qYfm4uVG/msrHGGxlm1ZCmx6vxhv78VT0m8YvtKzAaOUFxJxNPSKTMK83gylms+HY9FWKWKy0TiPFZbcVSyklGjUdOoduHDTTpIeIOOKwXBMioVvhortvn8qpWSOiBt81GF7qJ2nnmWU5UcwOecWuN8SdhqEutnjM6H7QX0HuH/V9YzxrxJjOPjY9y6fRPfePVVaR5FK6p3P/eMVCcwacSqhJXeKtbW1hGEBK1n7DHl/q5Ul1WfchYItccv65o9rlLG1N7OPQxPj7G2sYHe6qok5uwwlQVQvOBNgtx4wVPoNtMW2WocUwEhsgfjIW9jJv7d27j6SPf4N+uL3gGrS1d2BlafXkcW5zIhRaF2QjcFBuqjWQDjzJWSc/FKDT1EDkvhtVMzPTj5oPJwnGo5dS3QBiiEsrQC4L0T+jRlN82rCJ08TzaX9FQ9GtEI3cFqI8R0nKGf5bjYDjBh46w4F99M3gC0E2hHVKzSn1XBKjtvE6xOJhmGqfqi0huK+fs5WKUqKEdMKwBpLEKwqmCRoHK16cPLVbFKYkamJlYApjGDNZsXGMouphOW+3hYaftSvkdFb55bsGrK/qtg1SnFY5XHIDoysQLgscwVq/UwwDhORaHL5klUrPoBoaqCVW7sa1axCmCaljgaZ2JLUIvUCqAROOK9Qih3OEpE1dusOeg1QoHGJ9MC+4MM7UaI1ZBHYtRVFbBKxSqBszQeoxVAmilY7TYQD0Y4jnmt2CzKQRJPBa51chdxUWBvkArOIdikJQTBKqHgRjsSaDikYnWiYNV6rNZ8wmdaNWRIpVbfl8ZkBKsMTGssta9RsZrjZJKJ3y/nvo12TawjkjiRkjO3zHE0SBEnObbZrUw2DIUEcWy8xj8JN7WOK+eXA4qwNEl1016r0YdIy/u5wRjz52DvJVd8g1mptjfU5gxUimgpKsEqG1d5aIe+qKAJVgf8HlwwRSmrQIqxAe8RglWnoApbG5ANWI3nemJx0Q0LtAhWM9pRlKpY/WMAq/PFs6o8UbI0C5Jm0GleGGHWmJl3GYuYqZZ26SNJxXndx0E6xcRJMYkn2Nm7g93RAW7tDzXR0Gvj5d0pblyu4fmLVzEep9g7PsTXdg4x9APcvBtja6OFn/rwOrLMQ6e5hl/97Vdx+yBBmk3Fv/bHv+sxfO3OHp5creGjH7iIe/cG+PzX+/jRDz6HCysuRlmG69vbuHewg3/0O3+IvcMxep0I260unrp+EVc6NYyKFDcHpzg6SFGrt7G1WmB7fQONTg/OhWuY7NyC3x+gub4BBDX4UUc62SflEJOjfSQ7IziHJVaCHpzEhVdvASsdsRCgXYoqV5lI8ZBNxurjKzyOc6NGC3PDdx0PCgA19FqM+OaqsHlWvgJWreqU72IEpnYjPwskZu9bBau2VbOWKT3sIeNFfKTmxzKDk9JVRCZKCaBYzs/GeJzweTwEq/KgQqC1BjcIUXo6LxO6c31gp8CSHsr8WgzaJycohvtwhkM4tNFg6ZRRGM3P3TyrbIM0BavmHNNzTcbwWUrsSkZaqDPXE0OCzRyvFWnawEDf15xc05xKPFaNckJtAPS6Me0kkFQSVApJxQKAEJUBvyhW9U8G3VRQBSiKVXMq9bUlHgWsftf3/TAmowSbW9vY2lrD7du3MJmkuLB9GY1GC74XSuMJKiNU1TJXgi0rVi0ktT+fA9S5YtVu4vS6LJb/6/JpSryNkmcZllWh7GxzVymDq/5+PkYXlR6zzz4HrJ4FYc8b78sB/5mw1WzWqu+xvKm3x1R9TnXTMntfaRLpYRqPcfvua3DZMJGqHQNWoyAEwWqruwLXdGIWf+IzNiZnQSL9zPNv8D8OsGo/w3Znt/OF/b4KVnfRajQFrI5GwwWwyjJCq1g9C6y+FeC93LzqzI3b0kV/K8+xL/n/A1ilD93OvQy5V+DiRaYLtUcCww8mfNVvUePz/bvH+MU/8+fxe1+/L17SjEGsYojzmSR/rbXDbN7XxBVj7Pk6pnPsvKnI3N9Rc2FaKqsMwFYSGCgrNRRaLmvhkfUVZDwkZa7i0RpKt2wCgaAWSbMmAlVCgnqtJpYCTLr6Xia+jvwdO1ur75+PULqYewJp/IBesb6Ut2o59dkNac4FDMv3nSkDlvtdoBT3IPxOAb70xZfw//zDf4R7+6cKB8Ey4wQl/d4ZK8qL1DOVMV+zFmFjNZLYnhZgnZqHjbUe+oNTTAcDbK+1sb3p4bW7KWImMJ1YSuYpSklzxpdTXN8Igek+2g0XtUYDjc4WLl56HzqtDoZHd7B//yZe2xvj3qQNeB14QQE/pBJS1cFB5GC16SKdDNA/GYmnfLsZIM1OcXi4J4IFL4pQoCv7u53jU+wfJxixUYLjwavRSkCr3KjGrTsZvmU9xXuvXccTz3wAL770Mj77pZeRtSME0RqevH4dT1y/hscuXcRqq43AYcOr8SyRqnOdJkm1JLySIK38t0DyisrU3tv0fa4mWWZToVnO7f29MBfI4m8SxxVLgMony7HMGuykKab050zUp5NgjeDtV/6zP/vwwOqc3/6lv/AfnqlYrYJVu6Y9mMicv+lZa5m9zxTYVb3VNV6SsyXjd57J5/e5ePEiPvqDPyj3XLWBkHyGsQGza8niequesOonrFUlWs6t5d70MqWiNZlMRZQUT3MRt7ABWyw+rpxvHIGDje663OeNZlMsBejjzE71kpQwTZ6MikFjNluVZW9OE3urzcM5iXljDyIym0ozI13P5yBOz7L132dCisecib2NfB9+rzgRhWtCr+JkKlWgrMplfxexv9CTbJLEes51lzm3TJp5SJu0sSapNc4SxSr3rvTipS/xzCtXE5SBxBFsNqoxnlULu1QEWwuGRxqhlZhC/pNwV+NlXs+dnXu4e/eOCrwaLdMEi17x2+LHTeXs2WD1/IOp2hk98NpZeKP7Il572g9NRn0ZK6xUEIsHNthmjLoATVUCLWN6ZnmnSRxtVm72EMY6bQ5V9Xuvbl15pDP4zfqid8Dq0pWdK1bXpEmVliqzDJoDVYojtQwCBKYuRrF6A9XZgd4pRE3JjfUMrAb0/WT5JqGrliwQrLKsnoOWilXC1QAKDunNyE0om1MdDUsEUYmNVg3TaYbTJMN200PCxlkCVnWzTAjXCmlH4IiXJ9WdBACNRiCvG6QssWewpSoINtPhxLvJ5lXifQpMWbbOsnCJNxfBKlWbAlbpccnjFm8UU9LE7qfMUBImTzJpZkOwmmcxRjnViiW6dU9K3MVPtdCFS6wAXJaEKlglVCSo5D1MxSo9BmkFIGBVrABYPuEK0KPv8hysZlKu3qz5MqcREh9WwGrDgzS3ikICaeBwGMsx1SMHvRpLBTwcTQocDDPxNGWjJAJEbcSiXpnqs6pNmQgE2bxqRI9Vx8Fat4GpAavsQNv2XEwIVtntnj1pAOwNMgGGWyt19Vg9nQo4ZzOrXlRKw63DCb1lHQRUrBJoeqrq5SRIhTPBKmGxmn4X0rCMYJXdAo+nbAylEGK9XUPTgtV2UzYKBKv0Qt0iWJUyNwtWFRRzkePixmZcAlZZYpbRUJ/nLRSwygCRE7GA1ZLl+R5qHsF8ib0hrQ40BlPLBFVxtyMqVgMB2QTaAzFBZ+Crfr4WrFJxTbDKrC7VbHOwSsWqi26YoxXQf0vHIMHqYMrnlfhnp49mBYC/+ikTpPI4CLXmTR4WJKmVtVNVfJbcmQCXP+NFtSXUtQh3pn18df+udIrNihQv3d/FGwcn6EY1PHl5EzsnJ9gfeXjh2iWM4oH4fDFwevVkjN/8WopGmeInX7iE91zr4h+/eBcvXL+I2wcF/sHn7or3zmojwPNPdHGYFnjx5h5+9APb+MjjV/F/fuZV/OCzT+LG9Q7uHe7jg0+/gC+/9AV8+aVXcGlzFUk6wit3h+ix6UavgT96+Z74Al9e6+BgdIzrVxv44LOPI4828PKXXkGUFnjy8avYfPwxBM1VinngEvazCZ7jw0sKlDsnSG8ewjlJ4Nc7cFa7KLIMZZKhmOYIHE/UaOxoq5utqs+nBrXzcyphupmRF6/r7GkVQDLzR5WNnGqtNdgw10ky3xWYYrO5EjiYCzvzsnr4OBKLCKt0krc072u6Mmvgwe9mSny8yChWNUC8UFCfrypshG24ARtXcZPP8tDMdPPlvemgzAo4bKIxPUU5OaF8XJqN6WM5ELab9Fm62iQG1COZE4Z9haiJ5Bj1J7MNmB3W0pTQJMu1zkw9VmUXYP7QT9hYCEjJs2k4JSWnpnSf34vfSGxM5GVa1s91TZxUBZ6qhyrvdyaHOP41iCNs5fPmjbC++/defNvx1w/+2J/E4cEAjXoH169fxungGAf7h1jprGO1ty7KEDYbqDWaRqmiXl9yho2H1/Jm7UFgyjVwbgVQhZ/nvZab//PAKT/bgsll0Fp9jT0ZVpj0ADCtdIY/63VnbTSXAcrsOUYMch7UqwJJe36qF+utQjt171B1KsFqCTYO1dI+AobQD7C5RbDaU7BqNvxvBlYXv9fZYHVZdWrHgEZCtlpuudyf43M+Z8zPw7zpiNZ+zF9HsLq3q2D19PRYlEus4KAVABWrBKtUFNrNnz2O6lhYvhEeuJaVa1/9Hm/2urdyg50JxB944b89xarMQ2eAgf3dI/zq//YFvPA9z+M7PtJBSDDg2loFMw8LDEixe+cYf/bn/yJ+/5Xb0gCICUGro9frZ+dM01hEZ04VG5iJVcJj2ciqCpX+oPPHfMxx9yCxtJljePwWzojPogGrFgww9nRRE5jCJi1sgFNrtFFr8k8Hzc4KVla60qWaiiiCVJa8oiDUmIgimqXHhFxShhyfSglrlsdodZr4wAvfjqAWyHx7ZhPEOTaefZ3Z6T5HhS4rK/s0RKHsJf75p38Pv/O7fyBJrcInjFJwzWMspWFjDs942kpTHmnMmmF7xUW3WeDapS7WV9q4vzfAINM52ssLNGoJ7uw6GOf0o6W9Fxvr6hWj5+5jV7vY8MfY3FrB1uPPw8/HWF+/jLrfwODgLm7t7+OLrx3gc2+kSEMPfk7pA5V9GVrNAA3mQWlndjqB55bodmnX5mFwOsagfwovSLB9cRX3bg9xOs6Recw9r6NotODQ083nu1EBy/2ji+v1GE92Y1zduoYr156TKr1XX3sVXq+Ox97zI2ix0RnBGddoKfktMVFhvtpHGACoQrbqWq8XyYyq+X/bxoQGYEl3dVs+b8Kfmai6miiuem4bdaEmAubjmDEa9yUUbyhETQSm8Tux2lKvh5YM8zP+u//6v3gr08sDwYOTggAAIABJREFUz/lv/6s/PUtSWjscWZup6jYBYXXtk+M0TdusYnWmKK1YJNh1qvo3nyc+rhXvc4mdRCapqkh+TzYF+tgP/7A0p7P37mweWgKQs4iNx8W4dhb62qZTIhE0UZ1tNqf7ThHP81ym9DlN5H4ej8YYx1MMR5OZ9ZjsucSOwENU72qSpd6UhrW1Gv2ba9JUixDRqthVIKYP1bU/+JjDYY17q+ubrIuS5J8tjib2tWXiNrWpJfMqRMkxGp7g5GjfJFeYBNFElIBtGZvzGExSVsZL11YQcY7kNVLfWrVfULiqKn+1dND3kNfSh9U2xpPyGrXq0ocqlZc63L7lcbq4Ftr7Ue8TsYox6wHn3iQeiQ0BmUUQ1SSu4bGeB7YfdhBKnhYfdjTpLVq5T+UHOZJ4LCpoC071cuh8txAfSTWmrklzcFr9PN0czOIldZORR2/z8ls+d/8+PPEdsLp0ledgdVWqM7VUuZQmVtLt2XQO53iaZBWwahSrZJcsAWEJOO9dNlpKctaup7LAMrBiKTphE3kZeRKbX7GRE5sWsZSesLMfqxVAEBTYZIMkNqxKcmw0XAGrfaNY5TQh6sYA0qyJ3ZSHY6oHczSboYBVNkqSkgABIo54rPKx0dJSVKpU6RUrkC1X8+hm6GGtFcDPY4FlLEWnGnSS2smQE7or2ScBq2zYNUllw0orgCKPRSnLMvBOnY29FsEq7Q/YqEkyV9LFlRkUVawug9VJkmEwyWQypWKVNoWcpMqMx09g7KBVC2Zg9WiSYzQlcHXR8vX8RFGASQYcjaj6K0Tdu1ILEEU+Dsc5DgYpGrQHCOkbS0WVAav0OxNzbF2OCMTVYzU1HqsNsQI4nhZiBdD2PLECSAinDVilx2pWOtisgFWCc17XblSIZ+7BSJtXcRywXCLyS1ENC5ygT5ij6mhJihmw2iJYzXOcxKlcP67ray0qVnPpWtlqN2VBY2MufuetXsP4hxUIqRYugGlBJYduUAhWVVFNsKo+vATSPB4uFgTJhLucvC1Y5RiegVVRoGpDNQWrVJxSFUHYnWDIzquiWFVLCU76HFu10NHmVQzOZmBVSzloBdANIU2sypyKVYgVQH9CpW+J33pUsPo/fWp+55su9RonWJJqlHuVgLIKVtXkXFcVqsCpKkFUE6Xq5+6+hvvlVMb2vf0j3Dqa4HQ8xnNPXYabTXFw0BcvsNVaHWk2xBOPd/DlW338q5fu4o27CR5bq+NT/9HzeGX3BH/7M7fx3c9tSxnpP3nxGMf9GJv0ZGsXeO7GY/g/Pv9FPLXawS987zP4h5/9KtYbPfzkx57Drbt38cz1C9i7s4tXbh5jPE1x+6iPm8MhLlFNUUR45XSKTzy/ibQ+QJEGeObqNdTWavj7v/sKDu8c4CPPPYvnr63ixrVNrD/zIcTje7Lxr289Jd81Gx7CG02R3j8G+gmC2EE2yeE1m0jKAuFpLHvUIua8oN7UnJeq/kZ6uu1mXD1Y9bEIOlWxYS+ZXewrz5Gkt/588XmlNIOYb8C5cbGdqqynq1GiWvB61spf8VGsxJPGt7ASpsp/sg21WgHo5zrSvIofq983gOfWBcKKYtWJAYebTJrSyeQDxGMgHgHJUP/N2c1sdHSMLgKMB8BYmah6djZMdVwrR56DVcudFQozoNIG2ApPjUrVXgvtoGIuj23eYoMwtQXh6xn8cS7T0n5tXiBzPJNmjsJjzof8nfWG4t/iW8mmdtyGiKqV8x7wKGD1xz/5SezvsuM3cP36FdoEY2dnB04ZYGtjG1HIzr1tKa9l+Ww1qK8C1HNL+uW66vibqSkqpYPV1/E5VrFqm1ctg1Mdt2c3KlrY7C08z473RV89HpnMwhXwVAVQbwZWF54r4PjsUNhuuGeAfun4q696GGDl661OiOv5nbuvI8nGshnhhitOJrI2UbHaXlkRyGQ3zMvjXieA+b3xZmB1ARhU53rzpe1sVAXI803HvIxu/j4GrJoGFfM1Ra0A9vb20KzVBazSe0/AapZjvbd6JlitXvvz4PbCea5ce/vzN4Pbb/b72ax7DshcHB3zc78MZP5tWQF87UsH+JVf/gf4k3/q+/EnfuSyJOPZ0amYeXwbMF+kuH/rCP/Jn/lL+Oxrt1TJk7NLvWw9pdEi58SZYtX4cssQs8koEaKp0pRjQBPh44XGInZNEsWqUVkvQh1+jCYZbSmznTMctyYNidjxOoiaqLe6aLQ6aLS6MnetrPSwutoztgB1KR1mMknBgiuKNsaB9BokzBycHmM4Osbf+7/+Lp545gaefO5xjCbTeYLzjFv9rPFx5n0ny3aJWlgTW7G/+Wu/js996SvwGi2d56nkZLm/NGxLJNkq5ztTteg0jsVbvOVN8d7HV/HYeohOfIJ3vfs6fudLb+DTXyiQuF1cuJTiic593Dxs4aRowiNECiMwBPPdDD48xMUE3XyCZ69voew8jXqnjqtXrqMZdfHaK1/GzeM7ONh5Bffu7eH4tIUUDWlyE2CMelDHyVDfr9NNRThztJ/i8HAfaXIsHvortRq+5al1vPj5m5gUEfxeE0W4Di+sofRdeS/xUqQFnOeIZdPV1QZ6q9t47pnnkUwLvHbry9jeXEN361vVEsiUr4uVhCwsKoRR2wrjoShsSNf1h80HqoJkV/dYoGe73ZmVRdu1RpWCtoJovkbN73cKdPRf4q+ZsWs8of1YVYnGykISqsYGiNd5tvYJ+3LwV/7if372AvImP/0rv/Lzs3WzClBp5WTTxQvrKOOjmW3OHAgJjD2nEZI9hBm8q8BV618v95LvCeCk//FHP/4DAjAtdLX7gOV7YuHfZo8x+5lhCd5sHjGJGwPmbIERP9c2aqJliHRtpzEbEzhpqv6t9HEldJ3Q+zQRhSv3HkzIEOQxzml1etJEj16unCNCHj9FXPliI025hQn2Z3YS80ZJsu4JjFOAKuNIqsmN/6e8xlilUSxF+wPTKIlcJEkGODrcEzsOxl/cd8YJ41SOZVWTqiqbvGEeC1UrhhbWNAO8dQxwVCigldhAGmQpKLfxwuw7LTRnOie4OWdsMvyViH7pZXPLFYW11ZhI1hI5XaZZqJ6lc+/hxdcuHoj1b7f38Py3uu4qqDYNwORzeG8aVYbE/rrX5/3LKuwZJOW1NaDbnqcHx7O1TeOcMfdZ5efWO+94rFav1DtgdekGqoLVguRJfFKBkNTTbFbEoBmEPI7ALoKk+gysMqAhWKWRsypdk5xqPAWrXMwIjyga5UY08Pj+rpSAM7sZ+HSzhCgaT0bqlbq1EiGJC5zGGdYbHliE3p+k0syIcxn9OGkX2mDn9JJgVYNCKihTQskZWNVMTsp6fgGrvuyTYzawompVupBqo6tm5GKtFSIoEi1fErBaCJxkNpIPHqtAt6JAXAKTKY9HwSqKWDq3ky93GmxUVUqjI6oy+aj5LmoexD9UNuRSHqEqJ4JjUayGHhoRFavLYJWebMIMjcWBBaulqG+PCVbjDCEtEghwWW4e+qLKPR7HArVrgSdek7XQw9E4l3L9euRhrablYoSL4rHquvo92S+j1OZV05yKVTZecrDebarH6jRHvRaiE7hq5k3FakrlFXAwYmc/PrcmoH3vJEE/KbBOT9c6fUtTaV5F4E61KscEj5mwWMGqWiWMCU/Fh6uUYK1FVUBR4CTO5LqQ9a22ItTdAuk0RqPdkIzosQGrm6tNbZDDcekU0kSNPaLEV9dVsCqKal4DWh3Qd5WN1cQ3NRfAzMZSPIqVGtXELPdVKwD1feJ41S0yy9VboS+Anirig1GMIWkLB6wAFUL0TNSwbIJVp/cLgzWozQWTAY7vSsKgy66vPssaHAHbqUu7AEgzsn92enbG9WEx273BHkCwOlsc5xtkfZ35hcAm/lszkrZL+iwzaNQDrkvv4hyx5+KV/iG+MTrEEYBBkuPmG4cYDlKkfooxUsTjGM9fu4L1Vo5xmeJyYxPdiy7+zqdfwUu3SrzrSiAdsX/pJz6EX/8Xf4hPf3GI91zlRqrATh/4yq0jeDkHY4oPPnsDrx7cxulpjA8/voFR5uPm/WP8hR96EoM4wStvnGB4MsTRNMHBKEXh1tGuR3hqu47JyQG+5eoq7p5OcP8wxgeeu4ood/DFmyP8zhu3cLET4b1XmpgGBS7UmvjZn/okIjZLGx4j6F1E6q/DjxI4+UiMnYs0BHb24dw9hdPqoqh34J6OkB4N4GalbBjLPJHMPQM6CxwVNCp81N3qshWAXl9tAKNSiwVwKuPOXG3j7D67rDM1qnpE6wsrYNUoklSmaUvlzTW3Q8AOpIpxY4W/qALUgnkpo9dyr5JWADOfRBcXy1CbqDCwyaQtHMqMajXe1BM4hKt2vPGmSqYCVZ0i1s0Cd3kGGJ034i3wka7wpSpW54GTWpwoEDA/N6fOfh9teFVRFM/K/yupaZt3kI0ev5GuBZzfpIrINEqQxlNGsSq/4+ZM1KmZlv9bGwBprkKQqhYBfD3/rWBWj+Ujn/nSw27nM3/3kz/zszg6HOLkZIzt7S1sbK5id3cHo8EY25uXxGM1ihpYXVuX0k9bDmgHE+dBDehN51mBo/OfifrD7H5mYNU2iDCNNGRIm+6ztrmGDonFbrdnQdZq4FxtXmV/Lp6JVjFpO9zafAGv/1LkvwxWq9DrLNA6O6lLitVqIP6w1z0M1tnvW4WVVrHKuOXezk1MpgPTqZl+7QpW1zfW0emtaRdxKd04506w90n1RtVZZGGsPHQjbAC2FlaYAjxbOmfmI3v9q99Dt0yL64l+Tok8NmC13sDJyTEmk7Hc0tzQbKytY3V11Xisqkem3KkVWP/WwCqxT8XiQweMsQNZ/P6z9zuPnEuUO99BVkH9+Tekmcsrqkw9hPPX6X89j1WjwJfD5Jzj4vNfuIMvfqWP7/nBZ3FxA4iocfBoOEK3T3qg0jdfx8Odb9zDn//FX8a/+sYdmYuZ/JNu9KI3ZDRi1KlmMy3XcnafUVKolVu+eNcpWJ3GA4ltmFgS/1Qz7hSsGoX7chJF1HHa9ElLbRUWcK9ABSS9QMOohWa7h1ZnBa1mB932Cnq9rkBVKlb5h56rkR/OvK4JUAhWqVzz3BpCKZVN8bd+7Vfx1PNPYOPSOmJRjGrctvjQ9faBKgmTc7ZzkUACe1Jy4M7NHfzG//2beOXuLsJmB4XvaW8Aaayn+yXWl7F/AL+r5wYCg3jve2WGtajAk1se8skeVjsNNOtj7J8G2DltSsVLrxHjydUTfO51B7v5OmK3Dj934ZVTFE4EN3eRhjl6UYYX3rUGd+UGwlYD77/xOJq1dezv72Cnfx9HL/0T3PnSZ3F/XIfj5BhkAU7TBjoXHoPfqiEtPYxGDvqnbBzJ9RTI2EAqmaBTDPDsUz1845UDnGQNZK063M4FRH5kvquOeVZ1bfa6+PZrDTx94zpqVBk32wjDNk5O76BFCNu4oolHCYWktaeMqZC5VhGdSIdUyT/zWbxSLO2Xh71oC5aM6qNLEDjvh2HKjk0Zt53TDAaaV2lUGiXSzk0Uk2mKNM2kLF33RWonJop9Mzw0OlaVoCgIqRwkKHYd/OVf+nNve/3mC/77T/3HGifaddd0vGdHkvkaOrfe4bmwNgn87IXnmASInfNsonO+nho7gEpZuib8dd7i/c2Ky42NdXzsh34EQcQmZjYu0vG/fKfo1sHMezKn2IQ25wX9ley2Z+uUzhVSeSVTkCnitxBTXk7bQNMg0FSSmglDEicC1BPC7wTDyRhDAtcxrQVUVczrx1ic/Tc4J3TXLwokFi/Xen1miyQ2CDzvFr4bkG9BnSTQK/7Quv0zalsCdzM2WJHFMexTYBb3BayKbQmFGezrwioBeW+zJ5BzzklBz5V6/JqhLo2f5qpTiSPEx1YbYlsls7UIIIeROE0UrhyT+u9F+7G3ClbNPmSuDdeIYnbtbMMuvUZ2nHGIyCcs9YmStdSskcs3h0YbD66XOs8u/WpmwaLsRI5H4nJ9F5/zC/vqmKZ49pglUcPeGbbSjPczOQPt+ORvrb4QOy8DyLm28fdy77N5uPytkP0DH/m+R7rHv1lf9A5YXbqyFqz+3FPryDNV57FEn/CTaioJoo0Kh55N0qmdXqmhj5qTSWk5ARQHZ5KwYRTbUlGMlAlkZQDD92CpNffPLDEn5OPbE3YRvnKFpWcmy8N5Y251WUKT4Xico133Efk+BqMpxuKdzY6T9BIlLNRyhlGcCsBsRiGQxziK2aW8EGUON2SczDibrTZUHh9nbGBF/1Sx6pdgsOYDvVYNNXpRFalMxrQQGBbM3GlZA7ua0jOU0I1QcMCm1q6HtaYnG3sqCsnhuo0AkaMl/1TE8pjZKKkZOYhT/kxLkSSMozVBLpovaerViEL5PmPzmSz5r4VUctJjld+DC4WHdo3d2Km0LKVL+mCaynnpRKoSpvKSG/Xj4VRgOBWshJqNkOerwJ0TbXTQa7pEHrLZEd4iYNV4Q0qTFSBJXQwSqu8KbHSamI4mOIoLKZsnBJxOYuSOhyYzvI6Hw6Fm5Vj6z2O6f5rgJC6kgdBmq4bJdIrDUYaYRv8ca24hvqNUcZIei8cqwXam34+LOK93txkiyUscT3Mp0ffKEl2CVdpWJDHqdZarAEcs1S8KgcAsMeb4owUFVanWY5XHF7KBFMeuZENzKdmI2InW4UKvYJXAmosY/VMJx6mYPRwxKFYvSQsSCIhboYsmlQiFi6PRFMOkQG7KL6SRTU77C5ZKeQJW2SRnSrA6zUSZyo6YLd9BJwIaouyhN3GBxHHFPmGclvinJ48GVou/+suzuHRhabWQzy6aRqFu1saZolUWLpP9c4KmqFTuTYb4Mhs7ORn2+hPsDwZoFBlWWiv4wt0+vnF3gI2OjyvbHi53A3TZ7Kx1FaP4GL/2ma/j/sDHt2/V8PjjNXzyhffh13/n8/ibf3CEpzZ7WGvqRu2V+wMMkwBFOsVzN3poRjn+6OYYFxo+Lqx20R/F+PbLHTx1oYWv3TnGV2/flXHJRntMXPaaPoowwv39UzSbEXoND5fWV6Vpx869+2BPpenEw8DNpVnYOHZwZaWJX/n578SVG88gPjmSUsKwtQGstOG7TZTjEzi1C8inR3CP95HdP4KbrcHtbaC8f4LidIhASnF0w0rVsprTmwwq/5IOedowbM5DGKxollTPtU7Ws1jVbKYtYLEjQYOaCiw1AalSDB2nmlkX3GfgoFETVT9AHdJ0nMhG1/qMVomkZB2sFBUlrU74/bwIpSnvtIrV/5e9N4+xLD+vw87d3r7U3lW9TE93z859EzeJkihSJiVQQGTAjuQo4iJSiixZmx1HFsnIhmFLIpP8kwhIIsCAAwlxgMTWFluQxEjczcUUZ4azT/fM9FZ71dvf3YPzfb/ffbdeV/WwW/5H0hTQqK6q9+67y2/5vvOd7xytXOdw+BoWp5hMhlM4rNpLlYiJvbaHKW8zQe5mklizC0JCNJGjMS2qJJAK3qyaXVYHVc/XXGMBVKs2cyFZIdiPAYJNwZDad8VcKDF02ZpoqLbmnikzSRmumk6kpiim8DQTu8Ro4xuglL9z1LjRGlSJiRW19dj2JsCrSSSNuQoBWcoIvOPz37jj+OtHfuxjGE+GuLHJQL6Ney9ewGh8iK0bN7HQWcLSwjJ8r4aVlQ002gtyTkzamUjYNsOCZWqSTWGuzLcLmuBY5GIkqdQELeexSm2F9r1WQscG9/PM1jLIai96dpxZwG1ZOPY1NpA/CdC0x9VkxTAnioTtVifp4obbesTc+24Hst3uHG5JIkrnoH/LsLOzhf7gAAEL0Z6yK3h/uwsLWF47Je6/CgyUjMBkvM9Yugrw35qy2MTipPMo//444NWCqErenuloWsYKJ17ZFK78eQRlaGhBzcv9/X3RYeOzZXJyHLCqz0nP6NbnO7u48rO93UQ5ybxK5M6P+ZLEb257vR1gXj7PO5mwdw+sWqkFJuX8f4zx0MdjT/Zw3yOL6DZzkBFGqFlqXkbWhK+kOSqNrDafvYKPfviT+MaL19RxPYuQcx228Lho2vNLjzF7DlpAk/WCiTtje65hcSKu8sJcFdkl3V+41whhtlgvDJBjWUxlBqJpDJC9gAwstsBSXzWoiRQAtaHb7UV0O2Sr8v8tNOtk4KvzNGN8gqVcXwXK9ZS5Vq9U0QyqqPgJfu8Pfgff/f53okpiQMJX3SrhINdq907zQO145OvtGqCmO2pAefmF6/iT/+/L6O3vk82AiMm46YISnW1JxJnX5AJWiu62AP++6C/K/UxSnKpPUQkibI8IpvI9FTGpWvBHeON9i7h0zwaevz7EUy/tIHRrgNOQ5y9AVaYO5MyZGq0KHnrVJax067hv4ywa1S5GwwOMMw8vfvP38NTXv4wkaKLppxgFp4SEkldO4+YYGIW+spyh+7JD0gmf6XSIZWcLrzvvY/sgw+ObPoKlFYDxNqpo1CpY6rZx4ewGHrxwHmdPrWG6dxVLLbZjM+Yja7CKrc1rIp1W6d5TMM2OrE/zgskywQyCavG6AviyMZIwQOR15XVeJYBK2vC2vV8MP2ctwNJ9KKZDiTwP7ovigSEy60cXg/JeONvHtDCgf9O58Y9/+ifuZDkoXvsvfuWjOm/NcSiMIbCaaemerXszSZ7y/lZeq8qFqtlePMeKFMajdnXqe/l/E/+5NE6Lsbi4iHf/4A+h0WqpbIiJ/SSa1YpIcf7l+1VeR4s9xMROs5sz64LT1p8y6Kqv0mPOWrjLnyFMXjMe7HcFzvTcyV4W46zxWMg/wj4mE8m04LPATIMs5vWNzgL8ahW1WkNMltg9ImsQDaGMydeR6xCTUzUhtWsfT4VzkKfsOmxJH+Bwfxu1oIJ6lYxVNcQuPydrlma7u+wYmj3X2fOZf446Bs3YE+MqBWIdlwZ1GpfL2DHGWEowKG1+9lnrjS6NWQOIS05xMhBb/ot9LpqJ6LGOtNgzdqFEmpG8knspa5eSxZJUixgypMz56JBQYFOUyWj2HKeiZ0td8Zh5BAsfzN9p/t1pY2N9Del0gr2Dfbz40ksiD8O5LeMiDgtgVfV+lWGsDPSjkgDlcy9PZrsH/Ow/+tW7muN/Xd/0CrA692TLwCrBUU4wgmECrFKs3gCrZNTwz5NIteAIrFIbKPBVJ1XAqYgtLr4k5wRpqaXKxYCTmYAU3894xAKrFdFo5caobDwCq0lCxioTiQyHE7I4HVmYhuMQ40RrGAR+G77qvNI0aDCNBFhtCDAX4SB0kcQZ/IDtKfy/0hsXGwxoPGGNEshigMUEmcEOGZOLzQpqHhMFA6zGiegcCdBHxmpA3SGK8lN7NAfxQwabNL1y80iugazebsNXYDVNEZKtxfZvn4xHMkyVqalVHhX0po4p6/8E7gisjsNENE25sFAHlexTWQgMsMqEtlOvSJsVgUZ2IA+nISq+J+AeMRsCq/yUg8FUQEhqUS3UyPr0MIpy3Owl0pa32KQJ2QxYZQVWzJtcNWfKMod4CPpk/To5VrsGWJ2moruzQGB1GimwSh2izBV9Ue67ZKhWfQ9bg1AMswisrjQp8xAaYFUDBDKXCZITGCcgT5CTwCqNsKiry6fG573YrguLeH+aiEQDGRHdZqAgZRKiXq0IWLE31Arz6kITIGNVTNU4BmkiRXkDla0geC5SFWQWW2A1YNuyPmMefxSxdZmSDARdCazSZC2SqmABrFKb1iWw6qFJBi+B1eEUIxYhqC0jurwWWKV5m4cGKSRJigmlAChzETOf8NA0wCrBYlbUyKqOHV8Mv0Zxhj86uFtg9ZeLmW+IjvpzsZOZIMYEMkVMa9hH9s2cT7GfYpql+FZvE9enI1zuDbF50INfbWK1GcBJa/j809uYRj08fLYrrJil1Tr29hI8eM8y9nYP8Pkn9rEzJVs6w/e8oYsfeffb8dt//HX8u6/t47UXN7CztymFmtivyr0hcL5Sz7CyUMWzWyE61RrOLNXRG2ZoOREurtbQCUIcZCku3xxhawKEWQVVj2zrCM2Kj3NdZZePyCjuhxhNU6y3fNzbDLA9nSB3ldEd5zk+8B3n8QNvv4hJVMGV3Ru4sH4RncYi3KU1CiXD7Q2BjfuR0/Dh+aeR3tiF07lP1jx3r49svy/Ou15G1pDoaqj+KeeaYXwq3llO8Gbg6FEgR9uNZC0lq6gc0RQ/KPCnBAQbEBnahyQTCk7O/tmsVwNaAUdKBxaejWmP11DH6LlaVoPVHhLGqgKroOOqYRNSCsAy2cDiUprAoSmBAVYJtObCBOFcE6hS9UsJrBLYKyr1tn1Hr43r0cnAKq9dmaVK4DDC9JacK/EjK9rm2oRfXwJoDVgrTFb9gwKrlr1rZXH0lundNExT1UvVoJ7/J1QhXHdhNVALXDVX5Z96b8s+oG1mlvFHCYG7A1b/3o//NwiTKba3dzCZpLj3wr0iGXPz+nX4ToDFhSXUq20sL59Cd2lNmT0CrJqmdJNcqUP7THu1nEyWQVCumwULRnOyY4FVxR9UF+w45uosgZjXYtX7X6w7jiN7ffnncjJ1HABmfzff6nUc0Do77owVVT6+Pc/jAuOi5e4OombOLU2McgFWDw534fuOxCxMAPlUugtdrJxaF704BZ1mGpvKrDya9BwHrM6DA/YUjwNR50+/nEgaSE8L7bY10q5jJXa7Tid9bvF0UgCrdA+mbp6A8FmGtZVVSdoJIlgztTsBVm/3PIrrkETt1sSQn3nc139uYPWke//d7/iOOxgp5Zfagg+jRXL5EuxuxXjy2W286TvOo1llQdgm07oWMfYUSFWWQgc3n7mCn/jgJ/DotRvK4LHAKtcpU4DTLglp4j8C5gvQYIonnM4yFtIMYTJSzcmE67mufMLul7VdxwIBRGFREYAy+plmhTWAvRLSKcHFohqNTshaJdDR7iwYYJVSAEvCWG03W4VJ1Yj688MhRtRXNZJjPH/mMIwpK36GR5/4Av6MaSq2AAAgAElEQVTLD/4w8hpzFS59M1CmzFK1zujluy57r+eq+Yxp/RWpH+QYjaeSe/DayPDj58aUWOA6XzChjFmh6HGygyGVDqnRZCT7QhZ5SA+uw3XHiPwVjCcRPLeJrc3LiA4u4/7TAR6++Ho4wSI++5WvY38cw2+uYBRSfikUbwxKorlI0W37eOfbX4eaE2Kp2sCIXgZkFHsNXLv6BL7+6LOoBS20/QR9dwUD5lWRi6SmUj0A42XqwWpHHXUJmVN180O86VyGFzeneGanDn91DdW6hzc88DAeeuAS7j13Fl2R4oqQRRH2N1/AYquBar0truQkoxwc7qiuZ2PV6DVbnf9itz06Lwr9CVM3LmmfFnNLUyndrXWRNI0+Zg+3QLkBWRUIm7X5l1v8teisX9JMb9qr1dhJC5CCvYsB0YzxqbGZPYcc/+Rnf/Ku5jeBVWmXFN1MnScqU2Q7R/RDhPUsxrvmXOdMH8tr40n7t+zJZE0atrDet1uB1U6ng+/5wQ+A3yVOtCxZvdMWBbMP0JyRCZBKd8E+L65Jsy8D4urDM5jt0fzG7jf2PeU11Wq+6vMqYYOG0amFEgV/hW1IAI/AXJJJSz69QUgKCmNKx3GOmsI97wlBV78qLNc6WfFVmuhVUBUzPRq+UYdD4ySek3S1GjmoPGKxKkE4pRTAFiqej1q1KQzS1Oih6huP7kMij8H90L6mhFvL2DOA+y3PlICqkULh63IxuNP4wMbxEt6r66phd2pMz+ehKZ+OJw2By7JvQiMvTJ1sTFCwOqUIoWxuro9iFkXmN/1lIoKlStaTAsZUJWP0vYqP8P9cC3m+LJJxraB2tnynWbXIzvliVsb9hBraBMp7B+yAmWDQ6wnASvbxe9/3/ahTLnAykZji0ccew/NXLps5IwmYdmSYNUH2KGOwKK3+5U4EM6mlU6pU6LXj8Mc+endyH3e1MPwVeNMrwOrcQ7LA6ocfXpFFR9qmySLUHFknG02eRJvSEaCLgUmVRkuuMaBi6wsnTkRdU9XJIZhJTQu2SHA+C/BKMxgRN/dACdeKl4vkADdwsvvE0CgmsKrCw71pKkxSVp7HkxAjFtjFO8dBk1IAdU+0ZIZhJC3rBCUdAqsMFMhoFN0fsmmVsbpQVwo9wUgBrKhvR6ORNBXd14VGgJqnbEVuXPz90AKrRjRbgFWwrZws2zlgNSSY46BDoyNW/BJW84kROqgHAaq+miRRa0V4mIqsChhJN3vLWB2HNGdSEexW3RdmpSxusnhzoSGDkt6v1ItVYHUcRvDJeJwHVodTASFZlVuoKrDKFvvNARczYKHJc6VBrG4MBFbJWBW2mhivuIhjB/15xqoFVqvQtgu4aLEtLM0FEGcQv9wMRPd1uxehF2Zo13wsNwKEcYKDUSKgIgPuAlglGJwSWCXAooEqtUl5mwisdhs1CZwPpglGZCSnZKwqsIokRIMLcUZglSxVMlZbAsjxOqk7S2A1zqmrSxahjiMJhAXM1fuq5lUMvFVUn2CmR8Zq1RVglYHwwSgW1oEUbbkfZQRWee8JrHqYZo4wVscEVs2GSOYyK5ucEwKs8pkmCcZpJgxiyjbw85sVoEOpAI9V11QqnIlDMDyT4/37uwRW89/4lSII4H8KcHUWEZY2VNPyVLCrSosGgWgvxGaS4anRDeylU3yLoGLKxMNF5CQYhR4uv9TDPWuUfvDQHwF5x8GNHQdnOz14KcdAgBuDFC/c7OND770H73v3W/C//snX8Qd/+hIe3jiF/ekQB4OhaHdRnzKgWL2botOsYirM9hzri00Mxh7CZIKVioONygD+YgPXBz6u7g8Atw4nSVDNY5xbW0NvGmI4GiDMMylc0FwiiCtYqIVo5zHOLFUQN3M8ez3GGzcq+NG3n8O50xfw6M0ruLh2EadbHTTvPQ23vYbR83+BPA7QePXbkTtd+NF1pIcJ3EoNTuQAhyNE2/vwDsfwIgKryvTMCZg7bLk0dav5HF80V2l4MQO3TkrQBWg179cQSgsGiiraFiJObm3rm/1NI0gqLDDplpCqpCcowQbXp8KcwCYpBCxtu5hqDmkjroOc5lQOtTuVwbFBnW3DHnVST1tOORenbC2kFi3PyTBaC3WDGDkpV6YtS09YW9Atk4LAqFzKvHGCEdCXPxaMU3PRBjBVhp9BQ+WsZy3/CiIbllehJyw0oKOta8YJW3cBLcppaz+fmW0NA2IyU+W6FNjgmq+6qlZTVTWf2YBrg1W29fL/b78LKYAf/dDfR5rGODw8xNbmDtbXT+PU+jK2d7YxGk6w1FlEq7GA7sIy1tY2pOmX+5Jt1ZU1wbBPy6zSMktCQFKjBcZ9t/y6skbYUWaFAogWWLVB6jy7dcaa0ZbSeUCMY4pmKvar/Pry746LQcvApwU07euOFjA05hFjuDl9zfmfy59zHHj3cn+358F7uru7jb39bdE1J7AqmoN5jk63i9X1DdFMs8DqkSDfTP4CAJ5bSyxgf9w9Ka8px60vdkzq0iBKc0XSpazEWbWizFgtH8sCq0yYLGNVQPssxerK2hywWmZOvTxj9dvJNex5zT+f2zFW5xvE7+bZlsfWced598CqgkfKYNPOsStXBuj1hnj1604jcGkMaBh8XPYFWNV1yuM65jq4/sTz+MiHPoEnbmyKVA33BmnjZwrLG2PlZQyIJWVt04Lq+xUjn8Tk3RiWMO5PpgKqRnFoGFsE+gja6voq7fACrGqL6qzQMmM1KRua+5nqDnp+AF90VutoNttoNbviNM0W3na7K67PqvvoY++QBjdjTKJQugGUteXCZVwmuooDHA6v42d+8ScQugQ9dW+7dY1hPjBzmS8/u4LHazwW5Hp4bHNfZX0wADLnKvUehZ1tJGJmWoCOFHsp7cX8xCNjLnfxzDc+A8eZ4ME3/6CApQS9vvXoV/GVP/sj3LPWxLmVNeRZBde2bsBrtfHGd74PoeNikpCsoR163FnCwTbi/g0Mtl6AN+xL3Li23BTdyd1JjHFwD4Y0Ge3vY+ptKAiceTiMx8inMZJojDSPpNuHbOQ0mkix+PxqGw+u0hOgg9/9/NN49VvfjDe8+c24tEB92xzT8VgcuaU45LkYHlxDMukL257sv1ZTwdXBsI9g4VJhhKTEm2PIAmXK4wmFm/l1vwzC2eMWeqgGxGGsnwi7WsHv8npKrNKCcbZV2+5T5e+z92gXYWoMjlkQ479PfVK7w+70619+/GOy9xBYlfFrgFXLPNTxasCgQlv1ZJmd8l5r90C7b+p3cmLt+3WPtnIvLJzwWii1QWCVhnFyPCEQazxYLu7NP8NZcfoo81fWpOJxl567eRbH7UtlIsjRz5k9w/J+Nb/+HolnzJkrYKZznaAg1wPKQND0bjxV8zuCr3GkRsgFCGf0pTn3692ugK21egNVsutrdQSVqsaVLjAd97F14xoqXDeDKsbTqRybX8zHabLFZ2tZk/YaZvGgMTg1cL/9vb2eo2Nb2bOyjgq5gEQe4wEgRX2Azbga8tr7LoGxYdPP9lwFP03cKx4BCoxaMHV+Ttm/a8u8YhS2rV6KEqZ7ojyHrL4sQ5h6s40Ll+7Dfffdh1q1KhgEYwaRU5NCrGGjM1gypIjRqI/xcIhrV1/C8889J699//vfJ7EU9aypDWwJAkGjbhDzmsEXIiRRVGgyR9OJjHVKidg5LAZ1wqJVktZMHkAZrj/0dz50p9P7r/XrXwFW5x6vBVY/8ogCqxzEBH+o1znDXMi4mQGrdJmvVFw0PGqJOKJLyQnN1nmPgJFpERLmowCrOnnJECWbkixVApRVl8fxZaGdB1a57B1OE9ElFWB1GgnTzAKrBNpovmQZq1EGqU6TbXpIEykyEE2rYiEFUFcgNEoJZBEs1pZOOjsS3CPTtC6gWiJBEYO0CV9nND9FK1zkUPReEFhlOEXTKwK6w6kBVhsEnfkaZVzyRtYDH7WADFMDrFoHRvoBs9qcE0QmY1U1Vsmm47VaxqoyhxX4VgCO107NVogUwCiM4HkO2hXvCGP1kFIABFarFSxWafpF7VIHm0MFW5baZNcSWFUwjc9LAwzlRBDIILAqUgBujrVuC5PhGHvTTLRYl+ouIjKG4aLB4DoD+lOJbrFENqzvYmsQ4zBM0a4qsMpxsj9OpC2fJ1sV8yqVArDAqkgBUOcIbD8Dqm4mLF2eJq93GMfwMpUHoK5TboBVPs+9oVL+lztNaT1mxEvGKlt8CNKplDADYwOsxolsnpRYsOZVfB5MCISx6npoV3iOylg9HCfIRIjXJOIGIG6xxT/wxIzsYBRiwvkkLEMgyhjgJyKBQWkHMlZpZjDNMgwJrJK1zOdKA4EKUKf4eUw2CFMYV9jQkzj/SwOrxfQ3iUCp3H9bYFU2dan2uYh8B48P9rCZ9fH8cAdXtw/RNJpBl0dTXNsDmpMaVtpAGiRInQa2RxN4uYNp2MNCo44HVz188YUIB4MEv/T+h/He73w1fuerj+I3/+/H0HLrso4EVYLhkRizZQgkcGjUq1io1nDYP0S7XkeeNxBihIZbwz1+D14zwOW9GL0JpS5qaDdrWKy56A9GGIxToFJTjeM0ljlHFdTA8XCp00ZQTXAjnkjR4ZGlAG9Za+Bvve11mDgj9A9TXNioY63bxsK9r4NTydB75luor51GZeU18FbayEY9uONYmCqErLz9EPnOAPH+GE6YwJfxDiTCiGZ75gwY1ediGasKrB7HmLMJnBA1ymwsiXhNq1aRcaiiGPXUbGCoBiWmdc6yiUx1VtrQtJfHaJppACaBmGVxkulDNrsNzixjlaw6Ma9SZiIZq3I+AoKq5rawx1m1jkMBvOU4li0rr1TGqhB8hbE6A9JsT79tZToOWLWBv23j15O31UGd83LeRgfQagjrR5faBi1vRYCBsn4kf+a9VHCUQITVSeXaIochM91qpgpAa4HVTFpVxaSKhUcWG2XJ1WBY7zOLL3cHrP74R38BYTzCdDLG9evbqFUbOHfPGZEH2NvfR7vewVJ3BY1GF6ur66iQoSRyXSY9snqphvmgjBZlPUhALGwJwz4Vfa85YNUUmmyr8CxBvRVYvR2oyvtgP2cWqhhgxrTvlse9/f/8d3naJmmfB1ZvD8oqy+9Ovl4OfLPnUj6mBWqZ4B0e7mF75+YRYJXjsdNtY3X9DPzKDFg98lm3AVZ1fp7c3XA7YHUeVDUz0zALOfKV7VIsM0f0mGefeSKwmmdYW10RYFVAP5EQMVqcJY3Vo/dt9ky+nfst4+iEy/+rDKxqZqyBB4vMjz9+iOXlCs6ea8qeRjsiXcDJnqTCqvQaFMDq1W89K4zVJ29sSceA6s5pC78k5WbJnAFeWj2W+e+RxWUMCi1bWQrVIahPqbp2eiybkNr1U0pw1vWaoKSv5AkFNgxriuuzFCA5JgJ5DR2lqzW2/DdQCWoIKhUBLxTAIPkhwyRSbTwL9ds9zHcIBHuYhD3U2xl+5hc+isPpSLUJj0gRzJR1qYZ67FeZRSbECGXhytptmGSFAQ/XHeYYGVlbkayfBFJk3MpeS70/dr8F2s4a9fGVz/wrJOkAr33XR6Uo12l0kYYH2LvxokgZLHbXpbvl5vZ1hE6OU/e8Bm6zA/aFVAPKfnFNzhEO9vCNL34G3VYFaeKKtmP/4AZqrouVe+/Hva/6HgyHVzHYuo7Vi28WQIJ5X+hECBAIMJKwY49SPGmOy889gZtXn8WaH2O4ewVve/t7MYqBvUEPK+cfQUoVXzKTjdkt78xkPMa1x7+AfLiDRUoGiAu6g97BDroLS1h+1XtmcUXpZhdrUsGcNn+U+KMc75RoqpKjqFmOZVOKLuIcGFRu+ZVlwRxP13pdeyTvMS39CvAfZatZAEnZ2WpmJexXthMbFh4B7t/61D+/k+2jeO2vfeIntahn9lspXhZM0nI+bvZDYSoebYc/Cpwebf0vr6fWmZ7PRd9jtTh1Xefz5DUS4CKwurS8rGPXPAt5kYkV7QXofTVg9XFgeambQRmmJSkA897b7UvF5xSfYQHe0u0251QuKlrpBz3lwlG1JIGg3E6bC5HoJexTMjDZfSTduAqax4l+J3GMHRjCck3t8whkfao3aqjX2Y7vYDIdo15ryrUe9vrY2t7GYDjAVAz0dJ3jdzIyORdtUVfNklSLX/JMc7+szqeNGUXfl2PWZ6elrp1iiirj30YA+nxZmOZxZa3m9YiGsLLpGdHOYrYZM1o7IOzDto/cSBIZpqy9+1ZXv9DVtgUuh+ufD3g1xRe4rge8VzxnX2LRxeUVKSQLo126ZrmgaIfx/JeOMNWr5rzr06Cw18dzzzyJ8WgkeX29pjkkgW+5r3JfCMzqGOV1k13LexBOp8q0NXPYAqkid+Sod8Lsd/r/D/7UL93VHP/r+qZXgNW5J3scsErSKUEzyxzhBCWwynYTsh/JKg3Yuu0ru5WAVBlYlUFM4EuCMa3aEoBkGzznfoXv4Xc3R7XiCWOVbf674xRhSMaqL+/tTel4maNZq2ESKrBKsJPvFfMqAquuh8EkFECPrvHKWPXExIoVYS46FCLnQrPSZNIWSCs4K71knRK0InBKYHWhWUGDbM2MTqkMmmjcpDp5No1gizzB4TRz0adrfeZguU3XcZpXEax10aKWqe8IwEKNTM5lXjNlDQjMWWBPHwWZTPxMBVabNSMFECZyrWVglYsI03QCxgRQGRPwWP0pMAhDuWd0plfw2peFqQBWKwGW6mRUQoHVAcEqGkoFwh4W0wEhi5kAowBWHcRWY9UAq9PhBHthKosfgdU4jAVMbHDjydWIjPePEgmUJ9geqsYqWZ8rjao4Oe5PqHcq0anc+xmwyjYdgiueMFtp+sR1nbIR1K5lW+1BCDHT4g3iM+N9I/uiaRir+wRWBTRuaOuxYawyCCecLMoOhoHM8xRmaES9YF/kBMhklZJ9ibHaMsAq5wGBVTEHcg3rgWA35Qoq1E515bp640iAVV4fPy5M6YieGI1hv9BYDfNc2vxpxiWutoGDTiUX3Viym1WuwpWxP41z/OH+ycnySYs2zauyT/3Ksd4nZa1KC9oVTEPZmDVBt7o53Op2EeFKMsTlySG+cvkZqdgvNtsIIx9X+lNs7Y+xHjRQqQcY+wEODiMBtRmILAQ5grqDWtXFc9eGSPwKfvQ77sWPfNdDuLK3hX/8r7+M3SG1b6lpm6HVqJDYi8EkFuZumidoUHOQwbOboO13kTpT+E4DF1qhzPVrY7YEViB+uUGGGpNLbpqi3evCCXyMQpoksaBBozAfSzUgr3J9auD6/giduo9Tboq3PXwGtUaGl17cwtvfeC8eXF3EuUsXUO+cQe/Gi3jp2hO4/4HXo/6at8H163AP9hGPBxqghx7SUQ6nP4WzN4Dbn2jA5qsmGj+7YJwW+J8yVpEfn+BJ0GchE8tWFfBeeJEzMEX+psAq2/NUXtS0exqmKw3zyCois0fmvnm3BNommiuCX+OQyhZKbb3TESEMVgZsfgUgsCpoHYFVyrkYj3GyqKjVRo2j6RgOrespDUDnasGCrRUCmeRabJFkvsRQlDFpDBG4n1jQZAbwkuVnA/symKpIwZEqPTc0OfdZomD/zu+WwWvorUcKDtalVMymBERVQFSLUKYtjL83T4PBOe+UmFcRRhUjO2tWxT1G75EAIAbzftvn79y86qM/+08wGO0hiUPsbB0gnMY4vX4Kft3Dzu4+fPhYWTyFaqWJpaVVdLuL0vk5Y6zMgC3qJ84naPPtZ5axWmbCyIibY9JwzNlW7yJxKTTdNFmeBzqPAqszVlFhYGIWuuPeK8+1dHx7Tpq3zY5VXiuPFihs9+BMs+/lguE7kQIoJ448Ls0Wer0DbG7dgOuqfJG0z2UZWu0W1gisUgjaAAcWXpShbosBBuQuOjOLE751r5j//JN+Ls8HSdKMCqeCrjO3XCktm+Bo/ljRZCxSAJaxGkWhjg/kBbDK0c/k6nhGWBlMeQVY5TJN/XcLrA4mCb7ylV08+MAC1k/VRIqLeptVSnA6jGHZ6URPGAcepVc8Fy8+9jQ+8uMfx9Nb21Lsor4qco0FydzShJ370kxTVOAISXjZzaOAE4tiduGKk1B1BguGjzH9kLVtxlCz3uZ8P5NdOyd1fMnMNRIw/EadVY4LtoEq44sgBGUx+Dth4nJNNXIPpjQl49TOf+lnc2muOsTZiyv42N//MPrjEVx2VpTXAmt2Jmd7q/aqnJmw+Uwh3RSc5D4ZkyBlVem94ZrPOLo/GclVkb3KNVD2FtdBQg3/nMk+maYxqkjxtc/8DqJ4Hw++/Ufg1haw0FrB+OAGwskOHC9ELWuiUmmiN9xHTkLDqUuIpchJ4kcsQAU3UydL0NvbxcLyEhA04Ds+RpM+28oQtBrIYhcvPvpn2H7pObzxe38YjVYTaewiYxJAgoen7DTu4wRsr734FK5fu4LlZg2VfILz51+F65s30Rsd4MwDbxFAh+uVtCCT+SeGZim2XnwW3VoFrc6SMMPGowF2tm/igQcon7R25NkLiC/jpGhdKS25do8+Ke6179F1yQIgZOKqLI/piiniGe3t4WfaPc1+GAEZ+yXsaaMTKYDLHJgqgKrosaruo+p5TtDvD/C5/+e3X27LOPbvv/7Jn9IBRsKHYaxKs74BeMv7DJ+7AFkGeDpuvy7vheU9sShilaQA9HcEsWbAqnhCBAG++wd+CCsrdEE3xTr7KI6pP2q8aENEmzXMLtfOOzMAZn8oiiuz52yPJWuIuQflol9ZfuGkG17ek2ScmThX7o10XhigzeCq6pumYLstTgpP2MSM5TUrCdUszbIch5QjGY3UjIvgXoMmeg0sLi3JWIvCSI22JhOj/Top2uUVZNX1Q/Iwe7289pLMEs+Dko2iCUwChxgJauu86sNWZJ2gVIHP9dIAlAodK/MyjiNh5BL0ZU4WRyGiiepkH2XPanHSnkv5O/eL4+MvkgM0NrYsfdF+lZyDbdCymAqJyLJWBUDldQQ+mo2msKSpo00N7WajbQppFcmPy3i9ZcJSb5zt/5//sz+TNaZa80W6gnOSGqsHh4fY3dtFrSIbo857Yyyo60Np9JjiXzHErfmdiR/tePqFX7674sldLQx/Bd70CrA695COAqtqwEG2KgHTAlgluEjDjbwErPpkPyqwSkBKnNWjBC7bW8j2TGj6o+xKYYjNAausDhIso6YhAwwCSwRWp9NMgFWyXdk+7iQp2o0aphGBVUoKKLBJYJVt8qxI9wmspgRgq3CzGPuRK8CqODUaYy1O9LWWVsrJhKQRUAGsxikqHrVRAzkuGau2hkVglGAaQwZ+CbDqMqBz0Q9VP2+1U4GbRmLAFeUe2lVqgpIJS41VrcgzbmnWvFuAVR6Vmo4Udq4FBliNUoymsSTtraqaVwnRiqwv6nn6HjoVBp3aTkpgtT9VYLVTJSitwCoXBzWvosYq2aJsQXcwSVwBVtm+ukzwk1XSY4DVQgogIWOV7Es1rwrHUzGvYpC93OCGEUvLepOM1ZRM40zaTAms1gIfm4NIQHJey2qjIpuLMFaFeQHQv4waqy1qrBopAJZMI2kzUxSUmrUEUQlCH0xzjGmEkyrYSmDVSWM0RSqArfrkITpYateRharrxuOLlqpx6NbASgEkslVpUMZ71GALAmNr4whopQAIrFIbmIHU4YQC6NworN6jhuOUcqAsgQKroejBCvrtkPlMYJWGWCoFYM2rItFYTTCOiEuxWOGgW+X9IBuDLFVW3z0DrGb4g727A1bzT39cN+y5t78csKqDXkEJy3rcbOe4vH8Tf3b1RVzdHWCh2QC8KjY3I/RGIbyc87KKiRdiQAbDlAYNmTAZ7un4SKoOrh7kYoLWarTw+ge6+HvvOId2eoh/+UfP4PHr3OzqyNOpMMiXOwvC/D6YDKR9HXkVHtmC1TFO1xeRRKlo57YrKfII6OUjIK4K0yvCEGniIOK9pwEdEwbR4tW+mJW2g81ermwNbwo3ddBLPFRQx1o9Rauao9X2UYkiPLCxiDc/cA8uXkhxevkcDqcp/vRzX8Qbz1/Ew9/1fcDihmhMJ72ByFSg2UA6jeCRHX5tH9m1PTjUXBZmvThcIKcsQME85To5A1bLwaQNko0QnsalJaMd7cg3mqEWhZGg28W0k4urq1uvUIdFk1dGTBO25kfyPef3ODUgK5MsfoJB+kpBpZyeDhpNhOUkPOR0LrfAKlxlrEqbO19F2QsaV42RUWcxCaWQxGtnYUqlZyV8FfBX8WBNPNWAy36eMnKPA1aZUM6C9RKwesQfgQFrSf/LlvRLJhcc5zTFMwcrxrwSIXi+2rpvZQDIaCCrP+VzFEMrbfkX8JShLNuxeCf4uGXtoRyJaXulnIBxkRU5AcXT8M4vPX7HodRP/+IncdDbRhJN0Tskw3qIhW4XyxvL2Ke+5TDE2tIpBH4drdYCVldPwav6GmDOJZrCPpoDPK32qh2T81IAujceNVqQYNqYWt2pFEAp4yrmBxsXZ4nvzMjpCDBqXnBcIjkPrJYTGHtci5nYv82DtMc9mOM+v5ivx7zBHpvfuZcPBoe4cfOazF/GUlKITlM0W00BViv1RqEPNlsTlFEjCZ9hzPH7recyl6iWzmceCJUZb4sOJsGziawF3jSxtMCqzktZy0rAtf0/Gavb29sCrFJjleZVkjzeAqyqs7YFO8r3bnY9R7P4k+55+XbPM1YLsPg2Gqv/OaUATprEd2texeIMNcntwr/XC/HZz97AW95yBq1mhskkx/7+ABsbbXS7VVOwOgqsXvnmUwKsPruzLcZEKhPDlYp16tTsi/xJ1DVnRQquB9RYtQw5goNCGWJuoFp6bP9XF2WCWjSfnOlHC2BhmIt8kmUQQdn/qutq2+Q4Hgi4yz/pPCNRgME510xRypN9h8eiMEHxVTbcol43u4WSEI+87j588KM/hsFoLBqu5bXAzvEjgIYiLjquZctTnWgx+rNMPcGBZ+z8IrAAACAASURBVOOSMgfMdfjFfEgY/yVWnxqimM4w5iUIhXG7UF/G83/xVTjOEBsPvwmHU8paNZGNdqUVn3tHu9oEnBq29zdlfzlz7iExY5UuIsbvzA1k8SIAXkWYxuzxkRptTPYvO+PyCdK9m3j+if+Eb33jy3jv3/kYWguLqFW6Iq3F7r8s17HAOIN51uDwJtJ0IuB2LdrH+vr92Oz1cNDfw9LaPUjzQAFje6No7OV5iJOJyppIvMBZRf1F+kBQTusoqF4ANsey7E3mZYqW5TnF+xnFU7mnakClXXiyV9HIeG4v0M8xxebS2LbPX4yHbGs0c17DYiuzU60+K82QBuMxDnp9YSIeHvYwHk4ltxlfvvPCKE9VGauuMIcE/ClJAZTHmcrVmG4TU3y2a+f8GloGw8p7uvxfugHLRdQZmYqFE14r7+W73v8BrK6uaieHBb+PA1fLCNW8VJN9FkdQLGNMVmzqR1fMWXFv1h1R7DPScTdXBLFzv2T0WAZiZVjnvLcG3zPzW4oBEmcaKSgLDsv2Zn0JbA5U7tYi6UqLSCy4DwY99Pt9mYtcz4g11BttrJ8+LYUkGmdxr7SsU5JAoph6pArci7kW2ZPmvsuzU4zXFGX0enUdUXkpBTA5VmfMfxbF+NzIgqUMR5V6pfUaPMqUyf6r4K3qoIZI4gjpZCTsen6+/cefCbjO30M9r5n+tsR5hiHOW7awwMJ9V86V4Cb/JvNGOhpUX1VICVYmRQyqjEmVdEix8Kas1mZ7Ae2FLhYWl9DtLKCz0EWr2YTn1SRWVt35HMl4hM/+6Wfw/HNPIctjdBcXBFwlSMv7+tLVq9jb3Zkxqq0Br3geWNm043fs+TyMr/rlf/rpk7b3v5G/fwVYnXvsFlj96COLYIs/kzsCowSiyCgquESJ6sNFCUSflK8hsOpRJ1UYq+rgrtT0FFmi1SGfiKKwecgiZRKgYCwnQ8WhARWp8Ax+MnF7H45pvh2gWaMcX4IwAjqtqrh+jkOyHB0Bp+qBg0YA1Ks++mMKUAO1GkFCglqJALWsMlc8tlSn0m6/0vQkkaE0gLJWlbHKlmu21VMKoFslt8fohGQZJpkybkW7SaoZxhAgzdAPHWEirbarqCCVFv5xShMmH+2Kq9WpRFuU6NHVoTFOpqYlpOtb6XaptBL0MaZUbK0XQ6MUaDd8tAUkpa6rkWpwPLQanjByxek+ynA4ipCRyRp4cg/IhCGw3B9O0Q8VwO7UAtEwSeMx9sbAMAVWOnVUU9V90aYxkfgxQSEDI5U0GAqw6mJtoYVwMMD+OEfqB1juukjGY2S5j3qkLe39MJTPXmrUhKm7PZqiN6YRmSeGQ6PxBAejVFjKXEArXoaqC7TrrH7HMhbYikOnv0msgSulABZaFQWLR7FcE79WWnU0KR6TpbKBUBdqZxLCzx0sdQjITxBkBEwJoGYCwBMMsZUrMTOT6l8Cn4xTtpoxyaN0RRrKmGOQ06lxTjAgd7A3mhoThyIPkHMhW5XSFTRGI/hKXFVbjVy9JhpiebwWT5ixiGNMKIMRJvIeFiEI7HcqHNu6AfP3NDcbTAgeAr9/l8AqPv1JsymXkhDKHcgztyDZrOObiYSMUTKjmQuwBYYbWJziqeUJPv/442IS5SNAq1PF7tDFTn+KXhjifLuKFw5inF1PcX0EhKMqDvtDCSzecfE8FhoO/v23nkOY+jjV9nDP+jLe/5rT2B5M8Vt//iiSqY+qr63KDJY5Z+kszeBjPJ0g4YKRJmgGFSx22wKEj4cj7IxiVPwAGSIxcmAlt+IF4sQ+YttOmojeERMIsmGqZL94CcbjUNgfkbRnq/5u4DjouLmMh4trbcSDbTxwbh1nF4DXXljC6uISNod7uHljF9XqKbzz9Q+jc+Ei/FYd0XSISm0Z2eI9wF4fyLaQeBtwd/bhPv8C8gEJ0cKnRSwuyA4CskSYhLguQhZGrC5queVfHh1RLwU01ATLcH3EFEt7uMg8kNiQi06jimylJiAzpP1SZToU8BeUGqA23XiI7HAAZzCBx+qIRnAFhiqAIpNFs05YJrOG91xwGto/xnNyMpxOKlAUnPsA2d8JnDhCHk2Q8zvbViXJVJBRAmaa8zkZXD5QCSg1mSYLicCj6qyqPqywn2SZVh1BscM2BlLKfuGPZPCYW1Q2tTKBlOiASaBvAnQm7HLjtGNBkiyrqWreLwUu7gfCVtJWUAFS5VBkUWsQzP2C/9i2qWmnMqzkeOa4bPsXbJesdjGN8uFXArzpD79wx8HZz/7ir2E43MdouC+B5ebmFgK/hlMbG3Id2ze30G4tYGlhSc574zSZ2AuSPGsXBgFuNQijaYwwCgyDp0jIjAarykvMGD/8vzwRw2RTlo2uM2WmK3/mayyoYn+234sA1rAhyuBHWT7ABvpFMmnaJcs3rUgozfMoJ5Vl0FSLvtyHVDeSXSaeo/qIonVq2HUCguaWxaefJOdn2OLl5EfuRwmgPPZhCkDGdSjAeDzES9eeR55HCGqkzqshBPUkT61viAaZ6PUKRUOZZaI8YcY/B5obePA43z1dF7KS4+/tAFR7bse9ZpbYGg3hAmjS4kKh92e2lPljMKna3tpCk9ItBwcCgnDesCC7cWodrVZLx5HRwrftqbcDTef/Zuw55kwAbz99bCJox2fxLGV8HjWFKY/BeWD+dud5uzO4W2BVdmkBqtgJk+GFmxl+7/eu433vOYNadYL//TefQt45jf/6g+t4YLUikjOeLJL0MXCRuimufO0ZfOhjv4IrWzuyB0k7iDEOFPBcWvl1L5FdxuCGYmaVVwvDNS6sZJ9p7KqAlibNBFSNC7MM0lm8YecgwUm2mtt5fGTczJnyzFiF3NOOPhsr6WCNqOzxizHt0Jg1xTQa4eG3vRnv+eEfQjjpoybP2DJvZ1C6DGlW+Y0uoIJPFtwIjDzNfNHJAK5GTbuchHvcv0r7t5Wv4SfGQYo0jPDYl/4EzaCBza3nUYGHpaVzeGH7Mt79vh9ALeigt3MVXhrBqzZF+5+dNzS3PXfpEQxCavuz42+mA27HtgAdZu8SEmTOlv9tIPGwu3cdz7+wi1e99hEEbo5ufQVU7+I+LWx5YdfqvjAa7om8DNl3yMdYWHsYV559AtPhdZy/8GohmJSBlfLcKq8tZXBGur3Ml31mer5aHL11jiuLsDxO7LNPY+r76nkTEOK6y1jRr3VFv5z5qbDrxJCRILAjuYHMCwLJYkJbldw2zsdyf4VxzFw4TpBFMYZpLMZovV4f+wc96QDZ3dnFcKymbRKCsajoB/I56XNfv+P9m28gY3W+M8SuUfNje35fldfNyfNYAEzv561Fz3nGLnPb8ppo97Dv/P4P4PTZjQJULcd+J12oxIRmj7Drq9WwL559+c2l4vaJxzwGXC/vUcWeXxpf5bX9dg+lPG+P7olH5QrKY9BJYsPST6T77PBwX1rRGWNLvEpfiLoWR5lUS+cru04N6KzsUx27FujsDwdCyOKzUXbtTAZD9O3NPJD5IkUbnRfyzzC0oziUVn92hgpoy64pGaPEPwLRphYzrqrqmEoRywuEeCReOWmi+qNktk4GmI4nYhQVhwRhE/FjSWh6mGt8pOeqQC2P9brXvwEPPvig+b3GQnwd8SHbVs9cQvSpeR00PTRFEQVotSDH105peMt4nzl4pyMAf3dpCcgqok+txIsM2zeu4z99+csCrB4Oe2g0W3j9m96IR179OiyvrmJndxf/4d/+X1Lotd0D9lmWeSPlMaLDyNzbEhOb1/Lf/bP/8a7m+F/XN70CrM492QJYfdWixFhM9lh5FWKTMZHQZJJaMo4wEtmSzNc0ArIWFVjl9lUAqw6rk7quzoBVGkqp8BWBUR6bYFqNH0R3+yQXHc7hOEen6QuwGhJcDHN02zVEcSx6lzR64hbJtnr+I5tTgVXKCgQiL0AHeyEV8jp8IIy5EBDoo5GfLwvXNFbgktBSFOcFsLpQU2CVE58Tb0TTIammmPYRA6xysRpE/Buw3Kqi6pB1mGKUOKJ/Shd5LlRkHLKyFHg5FmqBgG2huOhJQ0oh7MyfyQboNiqICawSpBQWLsFSKinxODwPMn1nwCqlBQisUtOThk/U+bTAKpPj/mgq+rXVio8WW93rBFYn2BvnGMTASreGmgmmJUmRFnkGHsoKYEWd/8hYJQRHYDUaDXEwyRG7HtbaPpLpGEnmoUaQN/UEWPV8F4v1Kiqeh53hVNh9bHPfWGwIsNqbZBiz/Z26ppSEcIGOtH1HMhYI4pJlOI0VZCGw2qWOARwcjBVY5f1bJbDqpaDLuF+rFcAqmYmLbQKrYwFWq4ExkLG6iFLpZ0uAgtNsp5pprHrCWqO+J9v0+TrKGIguKhzsj2mIZXSZ2Laj668YZFUJ5GeuPA+CuMoi4mcosMo224rjokZ3uCQWIHoYJ1IYIBg9A1bpEJ7JXOPxhlMWB3L87m4JGP02V2lKAeDT/73ZJEotsdbwyGzeViNsFtyqxmlA8EFMq4Cem+I/7P8FnnxhB72xj5XlLlrdCh5/dh9be1M0Wl000hDX+inu2QiwHbroHaToDYdoOTlef3ERqDTw54+9iIQmR+0OLp1v4lwrkPvyb778HKZODQFnYa76tmQ+MN3R6jBZ2qno05KpvLq4iEoQSDvtKNHWOJooEGsL6LBNQz3R+NGWNc59NbUje1wpghznBFg4z0UfXcA7gnMeLq7Q1TZHPh3ivW+7hMOdAbpeDYejARYXYlw8vYTLN8f4vtdfwr0XXo9Ks2KC+CGy7ll4aMLt95F2FuGSdfLiVeTXDuEMc6RsS8wr2pJNUMRqFUqwYNmn+pBtKiLJtVSMFTFUWMjy6QVzUcCUukKNGpxmDQ4p0KYlSFpfCkKnrkHC+5mGyAcjoD/ggqmooIC9ei+0GZiyAaZQpuV9c3IEamuGCautNadTAvJG04jzQPRkqLOq5lU0sxK9Urlmm8UTVDUMaWFlMJkNiAto0UeYOdTHZWcFF29N7iXpIEO20ElVtT1lGpFJKtxRCcBUY8uYWFkzK7kM/s4EqZROMKCCAgf8R33mHJGkaTOpMRZpxFnV3CNl9ukTYVtuwuTNeHhLU4AEv8peFQszAywF1ZoYtfGs3/S7n/s2Z/bsZf/gl34dYTTEwf6maCYeHhxKYXJt/ZQkmtub28I6WllaFYCC+pbLK9qSyWvXFm3V4nJ9MsXI7FBQwWpnafvWTNfNyj7o62wLrhr5WaBRtIaN1vmRVsY5Rmw5cZS7N5d8vxywasGQ2R3RvbVsRFVOnrSNTK7cgOhqkCaAqiwLyrwSNphtUzQFR5U2ytRcgcNV9SCKc7aJhE04jn2YJWB1Oh3jpavPI0kn8GnIwzGUpgZYPY1WZ6EAVqUWkDrIuEfK56qRG13L2fHgsEIs4GqJWXPMCZSBjuOSz3LCyr+LOZtJMkQjUu6JFmBOMhdhMra7vY1GtYaD/X2wZZzLhwVW2+22vr8AVhkXHgWjjrt3R8aG8a43i8SRNsrbTaIyuG4ZQGKaJADM8V/HAal3A67eLbAqO5UA67HU17YOgP/z3zyDU0uLWOhm+Nf/doT3fOAc/va7a+jWQ2Qp9yId4wLGuyme/9rT+PDHPo4XtvYEBJWgX5ilqZgqKmPRPN8SsKrADIFVY9gpxStjkmKKgMo6EsETw6oyDE27ylgdXd5nWehnSWuxlZSA1bI8hK7NpgRs1gYpKRqjxSJmkSVL11X+nR0vYRxi4fw9OP3Q/dLRFsgaph0RYiBFMgjnj5yXLRoZwNT8TEDC6lkWoJZIJJi2bflIXTP1O8e16ifa11uNWV4iPRrqQQVXr3wNu/tjrC01UHc9HExqiNDDww89hMHeADvXn5NuLVTbognPWhdNgO9/9RvgVFpSCJbbMRcW6o9qdCbaoamHvb2nkEwdpINd0b1vL3awtX0N9z/wWgSNrmF86vXweOTUTkYHmExHqAU1ZFEf9e4Z9PuHmE72sLZxv8TP6iyu65/oEprC2jxwLj+bqMXOsKPzx66hekHFGmUZsbY9WsgK5got643dgSElKVJhyKciF+HJesMuAI6JSlCBVwlkT7aBBqdT6uWYIkGQeBiPRxiNhsI83NvbQ29/H3vb+xgOhhj0BphMyDKWCnjB5mZsLGu9idLuFlj91K/+dDFe7H5Y/l6McRMDlvdE/k337JIJYGkPJeO7/Pr548o6bPY/u09bYPWd7/1BnD57xhTlbWSlccMsMj1hzbRyUKYQaTvmZLzMv+UIm3WWpxRjpcwJKb32CNhpr/mWg5ujfJvp0+yYpmB/zLnRJ4AsfZKBuAce9vaF4FGMTTgIag2sbZyWormE0gRWLQHAMDktsMrvAtbzNSVTt/mCnt2v5TUlGR47XxirskBMEJS5O7EKklLYUczfEThVcyq9J1wjKLXCfZh5Eov7XAOUQK5rOY9HeUdhs07Iah2LWaGYwRlwWGSv8ky69mrVmlkTbMu/5sH6eExsZrofGFey21YlH/R8rEmqHzAe0jiO41LWatfFYBTjTW95Ky7cdwnj0Rg3XnoJ29euYjodiZ/MytoqTp+7B52FRVmHw2mI/+O3/hdcuXJF1gddq2wcUx6IMy1jyQTL5rVG4oLv/dXf+M3bhRd/4/72CrA698gtsPoTjywKW5WTn0CEMFaNpp0MQtGUUbMkgj0MEgiUeV4mDFQmVmS8ss3Gd6kBouswgVUJ1DK63zGnVWCVbxFAjZOYwCpbyMMEg1EuLM1mnUQqBVbJWOViQ2CVLvHMs8lWJbBarwSiscpzInhIUyyyK8vAqjBWcxcL1VyMtoQJGJMNqC7xTKRYqKauIhmrARMHEyAME9L9SxupSfC5MLHDlwGSAKuIpeWewGojcNGtE8Al41KZpgRWF2sVaVmeB1a50BDUEWCVBk1RjIGcX6bsVzEEy4TBySCGwCoZmAQCCdry2g9HU2QOJQIC+GQF+9RL8jAYTcQcifeZjvX1ekXMY/YnGXpRjpVOFXXTssvPEOdW0d7jT3xmCkj2p9Q7zXFqsYVkMhLzqjT3sS7A6kSeSy3LxKG0H0Vybou1QMwOtgVYJcPQxfpiAxMCq9NMpB0Y0BKMrHmOAKvUfyFYzGshS3kqFXFXHOEXmqw4AweTBAMBVoGVdh1tT+lhFMFm+wIZqwRWl7p1CQr9jAA7K2RqViZN4GICpjIU1HSNklhYWpRQYODNCmSSpxhZYJVjjcxsAXYVWFU9WtVr4abG6yCQn+Qe9gehPD+J8QXEU3bHPLA6yYARNZqEsUqJgBzdiiuMbB2nJWA1B35352hbzLezghNYzT9FYJWnbYwizK5aOKMXGke2e00ZD8IO5FzIgGk9wNcPruEzN7+KUVjFJAywutxF7iX41vPbmEY1VGtdONMJ9kMPiy0Hh5GD3X2C5WOcbQWo1ieo1tt48oUBxjk1Ult41YMdtJBjtd7C55+7ghcPCHWS0UIwzZU5y/8zEeTP0mZHFrPvoUVXXQJS1KolIzmkoHyCeo26QzWptIbjUJgdDBqEYShtigpLcjwwOeBmrUkBq7b8HB+dal3N5IY9bKy0xaQum45w73IT+6MI8BJ85wOn8c2n9tCq1PFdrz2DR15zGsunLiHtXYXbXgRqZ+G7HcCPkTDQjyYgXTzYc5D1x3BGobp1ug5SMjUJ6HCdNAzMcjAtjEzbvuQquCO/M8Ue6jpRfy1ji1etAqfdIKUfWZVJpAbERTecsJP4QVy6fZFqwHiEvN9DPqHZFlt8FQxV8FPfTyaHQXMMg0SBSserSkVcHElBxipZUualCUFjzlHqrEYCfJMtlbBfwKEmtGEiGUa34MrSeurD9cha1ZYf+UewVsajgqtkUgsIllBJ17SWWR1ICeEIFNBl0LDsLOgp7EPV0bZIsxQQ5Z91mzUGfuS+sJLPtlIDNurbNPgU3DiJBHwlACU6hcIa5nVRV4pwq7bGcg3KaGQnjPBcgllqSzEY5HWSof22P/zytzOtj7zm5/7hr0tL7+7uTUThCGE0xeFBH+1OFyvLK+j1ehiPJlhaXEI1qCDwq1g/fV4MBCT5px45mUo6FBUgMAwJJTgzQC4nZxYwUOkf247LYzGJsFmTcGUKsEITv/mkep6NUyINmjVLP2v+q/y+W1hOJsE6jsViQUGOPaMyawBUDbRpbiPFF500JvvgXq+tovMghsI9WvCwAINNfo47b51LqmPIexrHIV586TlMw4EAq0xwKXNDQPzUxmm0u2ryJOcjyRmQRgRf9VykMML5wtvOuI3hQkkbzN63cgJa/r891/L38nuERWI0OPXcjS7wtwGs7hBYrVSFsVoGVk+vbwhjlV9lYFXKPHOMoyNr4NwgsIxVqzV4XBJ63GSywDlfz5iBP0tSacCwkybgSePsuNfP32P7mu9+x3fc8fzW+67se4lgXMZ8Ln7/96/gq0/2sdOPUcuX8IG/tYjvf1cX9aaLEDEaYEu0GTduime/+hQ+8rGP48rWgchNSAu5BVNVBboAVqVsV9S9OAe1u0w7VC1oqm2eOnZ0T5FjGObR/GSZAY1H28GPWxPsuqHz1Torzli09jPt/FOzE1t4pFRTLsasUzLLWh2EAfVZtdvFSswUAJNZo2goaY9xFNwyCrEm3pNzk/fo7dVtwayZEvO5UmCVdVOAA2MyI+sjDae68OIYyxs5UF/Dg+fWcc9SG9d2Etzcfg43btxAFJLdwpgxAOKJxGGvfvABkcfa7Y+QV5oFh1xaug2oq8+IcY3GniztVfwq+oeXMe5HuLDaRrW9il0CQeMe1k9fRO6zMMquBT1fruceYmH4Ml9o+Q4mvW2srJ8Xgke/30PQXkfu0WDM6KyK38bMiM7ej/KzVbkHs6TOaW1zrBxdLy0AM2s7thGQXWcFnjM4K/dOzmOZw5UAQb0p7c/Mmaqeh0fuv4SlTgu7h0Nc3jkQiQSGM/v9A+wNDnD92RvgerV98wb6h/siXUWwltcrsahMQMNwFsCF91d2TMMk1OtKn/nKXc3v/+Gf/UwB1tp5Yte+kwDW8v2aFQWModWR4iRZiToGy1+z/ZHA7Ex7Vuev7ofveO/7cfbcPZLQixmvdLa8PKiqn2OlHMxGavfTOaDyyEkZAN4sKvKtwElPAFePXtStrOfi77cFVq2Jnr5a1m9FF+0vjmz9ZKwSVBVgFQ56vX2MBqOiW0dMAyvsGjoDj7mHAVaL4xodUgEuzRo6mowl1uT9tb+z526B0/IeZIv6R15jOlvtcYlVEPy0PxNYpQwB5RKZ92qbPglUxshKDEw1rpMYXDABI4PCu0GmreBBaupFOQPOExrx8VhhOJRj83zJmLXnqzrMdiezAKYtypsrKAr0prtpnvVvxjS5H+//wA/h9W94E/Z2d7G7tYnJoC/rMU2wuotLqNXrqLdasn4eHOzjt//V/4atrS0pWJfjNDvHbve9GIOmc+iXPsF4+5UvewdeAVbnxkKhsfrwgua+FDCnpmWgLeGaaCnoQCo7zZkISnLTbFYUWCVQygFNYJUJZdXPxeBKGKu+AquSo6fcrgnEEpAic0/BUK71ZMP2wgS9UYZmjQZQNBWiPmOGdrMiyeo4VsCUR6FrOtulKSUwmkYCQFEjk60tg6m2+VvGqkoBuOhUFGDkYjQVNqkCq7xmvq9VcdGtkvWqQSODIzJHuTiIs6VUcikYrQL1w5hO89QSDZSxGucCFhIU69YI4FIjk22iKSq+gw4ZdOy8ZUuABbYE6FIQjQADdURZGRoQUEsyNKo+WuwBYhs2N7qM7FoPtYrqs/EzpPXcAKtkxRKfEfCajNXxVFiXNboV8n7VqsiSUHRK+2GKpVYNTY/BsbaEi4QAE2lhqahLNQFVAVazHOuLbcTTIfYmTLUqWOtUkU5HIq1QJxM48jGII2EZEkimvIEwVsNUnhkZq5MxW8YzjCK6iXoFsNptViXJFHan60srgwCrrgFWiaaTMTqJBSzmLVxpV9H2FQSq1JqywBNYrToeFrt1jCcjBJmHiq+gxrHAqowPtg2xqs3mdnWwZSJNsJzjv200VpnLEli1QTXZWTahpgyAaKPCw15/Kmxl5gNkXc6AVTKOyVilLm+CUZJjRKbvMcCqavQqA1YYq38JYBWf/tXSzDfVShM4yBwvNjzDFDDtysT3BJSCg6vxEH907Um8FO+J9EOaBkhoapvkGCdTDBMXURRgtbOIq3sjdJpV7PYn2Nkfwslj3LvWwfbwEPettbB5mOB6j600Di5sNHG+WZXx9cLwANe3I4SJL2wbgh+qe6UbtAVAuUbVKSNBxgkXH5rUkeE8mcg8CSqeMBRYUaaOp7Jxc5EGkFWI7TZwME2nYogBN5BxR704YTl4LhYrAaLMQ0QTCidDu1LH2TZZ0sDNfohuDXj1+RX8xZURkn6M+zZcvOlNG3jn296KFTJr8xTV5bNw0BZ2t9MO4FfbyHYHyA/H8LMA2d4AydZAWNVMBggKE9Qvwg+T2Ba/EB6OMjK1hdNEncxTuU5QCoEs6noFTquOrKnXpsGw0YRjwYwLshSQuDZ7ApgSEM8Hh8hGY3gTojem0sZqm2k3sm1MxTkUvaJGu1Xk2XJsSFe/uY6UzsEMHmNkEd2jIy3U+SzQ+QJkiaAAGcM+pBjDRNS25dpkXz4z1ZKPMlpYRY9EJ8qlWZYEfUILLbUNMimiOYsmRzrkNRXnnmCJt5nRcuXv1aVaoCRz27VFijpcGeUOjK4eTWHssRK2UWZcI1lRNGEY2TwJE0ne61iOxzUoz9iBoMw4MvvJqGHCr+yHBO/642/cccT28//o12XdHg4OcHCwLW3XFO733Ao2NtZFZ4rti81mA4tt6l95WN+4gM5CRwuoXgaPaxeNG00RiIUV65bKSwq8GgI6cweqe1g4C5NV7laM7AkLfpRssQYcyvi3SV05kVM8UFMmSRxtklwCKe3fjgNk7U0qdA9tbD7Hdi2Cv5IWmLTSRwAAIABJREFUGOeZgmiesDgYaNdYjGnWpKVe2vRMssPCjmiAioyhgq0CtNOsMWbrtLbEWRaEZaidBKxp0ia2TXJc/v+FF5/FYLgvWsjchwissl2P+mydhWVVkhSiuu7JWcwWOqMza7FeLxdg1ZWiuA7Dk86hYIOVRtp84lZ+zUmMVdNkeuznjMdj7O7siJzK4f6Bjm/RVPewsa5SAPxiDEDGrXArS5qBJ02CcmJ5OymA4wBae0xem+4lmcQM/F6h2zxNgObakeeTsPLfX+4zjruGvwywqu20LPwBO/spPvfZF3Dm/jX8x6cm+MbXGKsCb3htF3/7vS2srwNVvRoF5N0UT//HJ/CRj30SV/f60tIpxS4pOqmBFQtjwpgWR2oDYxmW0ey6zR5kQAc7xnR95Xt1Punvj4IVM0bnUYCnPE7tPl+eU5ZdbvdFy56WZ2OA/mIdMesKgWEKyUiM31nCtFLXhHpuzJefEfcdnZ9m75pnqukfzb5gFxx7hJIpovKybn380v0TwUtbqDsOHnhtF+21+/HQuTXcf3oNT18LcePGE/jiF76I6ZB7unY2MCtbW+jgYx/+IL76la/gj//4M0BrwTDATMHURAXFp8qzZOGOh2F3EXD+zEU8cP89uPjA6/C5L3wWo94erjy/ieE0luKeslVTJb4wHvZoFJmh5qagHSjrr5Q4C2pNDM0+JvJi7BjzfTHRYX6k7EktUInmqewB3De0e0jbj5UpbF8bUPPbsC4Ld3DGAvKPr9djynvMmiFEHl//KRCvZsoSC7HA51akAMUC+UOXLsCJUzxx+UV88cVncOPmAXau7uNGb4yR72Pc8MTTo5okqBBkmk4RsRtvOhIZqTymJrEkstIZp+Qbw9YVNpu2QSRPfumO92++wQKrZdbpUXB/tlfOxnrJ3GpOCkD2zGIvNLqtJxU2RZt2Bqzalm0+VwKr95w/X4z52Xp4ErhaAiNL3VRmYs3uzcuArMftXXIH5uZmeQ2W98yZV5Yfxkm46gy4nb2iAEBPYMe6BCUZ85GUA4gUwGg4NMUn5pqAF9Rw6jQNKCti8ms7YWV9FKR11h7P8ywDq5YxXN5vynuyAN8Sms/WKumWMQzy8jOU/1PmgmComLGpAdZMR9gaYsUFWErcgz40kiOYdVNMpjifA5W9sKucxIpyfMaM1D22Gq6RrF0Sd8t8sYU5o+1rGP8qmWfBVh0/fK4kxMy+ZmzSOHXx0MOP4FWveZ1IdGxv3kA0mWrXabWGVqeDSqWCRrOJSq2Ky5cv42tf/oKcF9cKLcDMtLbtZ9wyluwSb70IzM8f/blfuas5/tf1Ta8Aq3NP9hZgVXL1GbCq1VhNNAjiRamjwGpugFVfgVVOBCtUTlCWexCDOe5tBbCaSJ1b2KFcxAMnl1Z+BltZ5qIXJegNqcXpoNVgAuFiNEnEGZzAIhmrFlgliCVAYdXHJIwLYJUmVIOpgpxlYJU6ld2KMmQ5ya2BFfUa2eZPpiuBv4VqIKxDLgJcRIYEONl7wxCFC4kFVsUxnmAOsEQDJZcgHEGyXEyMaCJFAHdCxiuDdt+Rqm9CfaUSsCrBqBiDKRi60Koii2MMI0oGqC5pk4xVMUThQmwYxQRWPU/bU8n2HYUCGi7UqNRE6QEHHt3PJwQxE9QrVWmLqjdqAqz2pjkOpgkWGhW0A6sJR4kHXqeyggWIFDOWeWB1hN0JlSwrWG1X4ERTYefWyTBNPAyiUIHVKplRLnaGobBM6XS/sVTHZBwKsDoWxqpKF/B5ElgtpACoNSnAqgIZNTGvIiBB/VJlrHKRJFtYgNU8Q7XWklaF7UmImusLY3U8GcJPKW2hOohyTQY8kQBGWLkZYraI+b6AOr5hPpCxSmCcwE8rIEOS7fk5DsaRjA0JFg3IwnPh9VFnNYKHg2GIiUnYyeQrgFWP+p2uaKwSSKI51pDmWSJtRXkN1VitexwniTCBqcs7nGqCcLeM1aPAqrJLZNaKl4JxApXAUJMjYWaxesibFrgYuDk+f/lJPBv2MWn5uL65JQyWcBqgt5+g2cwxSKjV20AQ1LE3pomVJ7q2Nw/3wbaZ02sNbG6PcXElwMLyCl7Yy/H8jRs4vbiMt15cx42DbVw92EWW1bE7UkapbcW1wYWySgmk68bbojB7hUxn6jGPEYmekGr3kp1LKQMitGx1kRZAtqpkECkGeV8eIoxSDMaR3F/KaRAY9FOC5zW0AhfjOEK16qDpJlioNbFeryBKQ7Ra1EOcYrMXY38vwWrTx5mVOr73HWfxva9+CC+8tIn7HzmDPM7RaJ9HRjbawhl4jQ7CF5+E05+ikteQ7U4R706RRQS3SDtja7saP8l1W6kGES1QR2YxwRD2PIsTYhuKnP98tnwCbtWF16mT1o8kqGrLJANveer6vEUWwDLn+JwnylglsOoSWKU5hroWFo7RJIfbtnqJceXcCPpwXrkCSjN13YiV2SCBJAxQReaQCehkP6EAtiGiEttjzE9jt0ZQRdVT52d1KiUbVAEAuRsF+SGXADES7SfLajAmayWWLa9X2aQ8Fz2/gmlq9kOFarV9VEBkOW9l6sm9EsYsEzcyghUsEKYq/897IqRcgtRq/qEMK1eCWbkP0v1hRBtyAmqBsnWZvIqJFANRBXje8yffvOP46xf+299QY68kxObmdUw5TycjTKeROPqS/ci2bO4xa2tr0oq7vHIa3cUO0nSKyXQo/wajPqYDsr4J0hA4jARcFR1Sr4F6rSlu9QTFms0WWs2WaFt7flOMEgjk+hUFVskUoGTHvKaq/GxwlYLNcAKTxiZx88BqGex6OWB1HhgTtqIUGXxhbHAP6ix1pIX+xvY1PPXcU7h69SrCKEKtVkW71Ua708GZxdNiylCvN1Cp1MXBlozfaDCWLhMmKVa/i58x36pZfqjCipd0TPfbKy88g4PDbVRpnmhkQQhAkLG6sLSi8h4yLrWeIt0/RgqZUgTU6eX5C2OVdVhTFD+SVJ6QIOqQPwFIMgDZPGNVX2/2jbls1R7LSgEQWD3YPxDA7ThglaCqFiqNMMkc2/h2k0GZgroG2esog/XHvdeen7TvGsaqJHEGQD/uPccBqBb0OOn8TgK1/1LAqmGG8hYNhxlu3BjBrbXx1LMjdC41MBxHeO5p4MaLCX72Q22c7mpljstP6uZ46suP4SMf+wRuHoZqsiIxigVWWQ3T5JUxq6xnRzhaalpW7D3m+c9YqUYfr5ACOApSHAFMTWGpfO/kHss6aRiXZk0o38cjIIIFbxmTH8NQF4CPEmW5g6SziGm9Ix0OUggvp+ulQoytEx55psIUL4FFZUa10ltnL7evE4ajAlv2r7IOyTaSgWFJDQ4uXaphZe0CGm6Itg/sjysIahm+8ehT2DvMpEjKfZVx0GqjgY9+6L/CE998FL/3h/8vcgLFovuvsZDWxmft9FwDRC/UyyS2OHe2hovn70O1U4PrtrGzswU/j/HM41fQG0bIpAtGC+mS91GnXlIO7l++dOJN2e0jG5+n7fbpROedyZcK4LpoZT4KLusYMHIJIr9gZGgoWUDJJwOsck0WAMfzBYi1xTzuLQRMuNdwvlbrdcM012IfX8/jiywK2A0Qyz0YjQYYDPrY6vexsz/AaH8CtBfhvuF1WPy+d2H19a/GeWprj8bID3pItncw3LqJ4f4ekmEP09EIw8MewtEA2TRCnui+yM4bC2aJGECaYfrYnUv58B7+T//8H6iZlBn3cq8sRbxU7CmP9fK+WNZYtYxqu8ZZHfnjQFs7eK3GqgWe+Huy+d/67u/HxYuXtAvCxDa3Kyjp8WxnnZnP9kNOYqpKcfB42HNem1XWBzPWi4knlcTSejPX9fDy5zsDbM1GoocuWKv2x9lnkLHKeI8xqmqs7mE0JGNVJo8sGdSrXz999lhgVaeaAp527xIPiTkpgPI+Y4HV4nsJWLVAKkkyIl8lkoNWlmXOjE1IJCqNRkA0DmdaxSJNIG397OYg+YXmziQwsPOQYDL/xm6v2dwuih6Gkc9xxgIwxxLnq+ivGvapfWbFMzFse134j3Zkam1gVjxQ2RH1ieBtW1hYEiCYxlhcJ0hUqARV0WMdT8bYYszLosl4LBJiXCNkvpakFubPpwxe272oeI15/B/7+Y8f2SL+pv/wCrA6NwLKUgCcLHSX4/pGcNQnc4IN4ULhJoOPbe3KWOW6SbyTGquGbCAyAmx/rBFYJRYpjFVlZ7I4E9PQqgSsEswkWMUqgwKr1GJMUA9o2kQ2gYfhJBZglUECgVWClwyhax4BTAVWxwRWI2WskjGowCpBBx8Vj8AotVkdkQIgmMK1ckIzrChHTnCSoBYy0bfs0uCJLFsCOI6DUaIVWmFTCBBntP5o6JS40ra+1Kyg5hIozDAMczQqCqxyDpIVWwCrHps1XXGF5gKhi6kugIJfeWyfNoxVyh4kuUgBNFl9NSqHXFPYrkSgkAkYq9m819T05KOzwCqBXAVWCaLGqAVVZflSdzGNcBDm2B1FJWBV4AZtbzdSAARECKzGWSaMVT7f9aU24skQO5Mc/dQV3VNKCdDgqDYaI0KAQRRJkLRYZZuQi93RFAcTamJSY7WOCcHeKRnICqyyMk5gtV2vCKuN95TmVUxsCdRyF+X95WfxrvWmidxnjisCqy2PQWyGSrUhYOzWOETD87G0QD1XsgEJrCrwT4axNLuZAJSgqejQZLFUxqtkrIqLKZnFsQDjfA3lXXmefGyH09jos2qQaDdFBp4E1eO8BKzKX12Rf1ApAHWmF9M2GhEkbGFPxRSO84AsbAKrvB/Ur6EOMJl1IzKnc+Dfbd+dFAA+/U/NzJ9p7xWAnWE8CfvHaOdp+7eOCVR8fPNgE1/behFBs4UrOMTVa/sYThNMpw78lG3yPoZ0gvUa2O9PkQQ+JoMEzXod+5MDAXjOLFexVq3hhd0R7lvvYn/s4C+u76DrVvDwhXW0awleuraDzUmKQaJmYxosqg0q4xUGMWpOJLQx1Cs1YaayjYU+7GTLsVWO45ZrBoF6DcTE/kDWDl9a1tRRWKu3nH+MgliS4OgAWKDJyZZmEEFGHscngUC277WqWO8Cu4cTjEVb18f1bQ/rzQRrCzXcu1zBu95wBjcODnHf+imsrLVQr3Wx0l5ETlbUpdeShozkpefgjlP49UXEezEOX9rlw1Y9JkQFO04q2+ZL235lxAnNWAAiow8n7F6ux1y7yVxrBXBaVaSNrly7BKhkg2eGrWXah5kQ5OEYae8QWW+IPIyQcr6HNHJQcwYp/kiFnOOYi7s9J23RVL4TgVUaGbpYDcVrVU5VijRkqLJCLlq2yoRKZJ3VQ7l0UWWBRdbwKmrStqnAapLSlCJS12npJlDQUppik0zGVjLVp6y3xril87/GdEoCTNEQlIZDZVQRADDsVVWQVDMq6hjq35W1KtCEaAsaANtIBtgCDYeiGKiIpp0CGeJ8KjUAPbJKyZpEW07fQ+qQ6QlUhF3Ne0ETvSn+iz99+o7jtJ/7h7+mK42T4vBwB6PxISbTMfq9voCqy0sLoo03Hg3QbNSR5omwg3mt0+kEg8EQo8FQ2HsKpBO0VhaubdGUVJVrZFWZfWQGNBpNNFstrJw6I+Bjs9lFs91FtdpArdFEo7JgEmF1j7btbeVg2f7/OPDU3ojjQMoClDXtpRZgKCdR5QDa/p6vIxjJ9T5godHL8dKNF/C5L/05vvnVL+Lq889iNBqLRAM12TmoGJBXG200W00BkzudLu69cAkPPfQw7jv3MBa7S0Wrnf3Mk2QAdPZybmjPPrtELl95Gju7N4RdwRhF2PVBgLVTG1haXpXxoiwXlV8W0zOGKLoMaBsvt0oekhjsnFToPMg3nzzYPaw88MoglmWs2nMvgFWjcXkciDgajbAnjNWqaKyKOdgcY1WeWQGsqub5fDJz3M9FosPZLBXCW4HVEydRCbyzLBtlVdPcb5bEld9/p8DqcffXHu973vnWO57fZsU37pIaO5J4sHlzgi998SXsDIAP/N370XZzXN6K8a3rAR65H3jDuu5zwnQmsPqlx/Dhn/wEbuxPjaaEXcvZXUNQTtdVSbpFM7XEPIUaW2nyy0XQMJAY/MmXKWoZYLXMuLplHpvnNV9YUcO8UoxSJNVGy7roOrAu2DPzTV1HdB/Qs1FTWgKr2dIqpvWWtm/LFjEXRxUdZAYskMS7jJnOgFVZygvWqu4J8qmKShqcWXXpi7OxUksyX4RFAS+J8Kp7u9hYXQfCPaSjAfxKF1nNw6PP3MTmgSPAqRw/neD+06fwkR/5uxgd7uPpy1fw2HOX8fTVTZH+4YXLsykuUBsrBPvIqAHpYP2Uj9NrZ3FqrY1J6CFMQskFnvzWFez3R9LZQm4rZWvk1I0sCo8rRW7KubkE37XDRbThjR6vfb52HSjPF/1dGWQ/YfhbkFqe0VGQ7Qg8WwLG5TmYAolZOOTZMrZWhj+LwzznHE6tDrTayJtLwOlL8N/+Vqx871vx4Ksu4mwjgHeYA4MJnL0DYHcHo50tjPb3sL93II7vo8NDRMMR4skI4XAoYBQLhxITsQMqJ2nIweCrf3JX8/t//rWfv2XtE2DUtCWV7+1xe+ZxwOpsnzVj1IzJMsCq6+vsnpeZfCSqvPXd78GlS/frGDOxk2ACJwChdu7pM5vNMy3p63OVR308jqpz9xgAtvz6k4pW8zd+ft0+tnByzLmUj6850dGTlRiCoD2Z/hZYFSkAMlYVWGWs6xFYPXNO2OCKrRimqjnRMhjKXw3HlAIoaazOAcb23sz2F8aNJT1i8aJg1dXiLmqOJcaC9HshscEwS6WdP1bDwSTVNn4xbBN9Vu3G0Vha/ScsEMtcKzF6rSIfYEBYKx3BTi7eA40VNUZk/MSOZ42ODVhqpCd0kdJ13+4jxX7BBbz0VTwH+viIQ6yyYQneUgqNcgRVksjqNTn/w95BwVK1wK7dl3iOFmTVOVAyArMdeuWCndHG5Wt/6hfVDPqVL70DrwCrcyPBAqs/+aolAc6EdUrRZY8MFV0ipWpm2tWFsUqnexFfZwv9rLWf5jpMequ+Mh05IUV+lWwmAnQ0XeDvnBxBICqKwqxkNfL/Z+/NoyW5rjLfLyIyIufMO081l4YqjZYt2Zbk2caGBQ08Fv2YjA22AQ80ox8Y6IHVdOPu5jE0C0N3A83YPLfB2AYPwhjbz4NAkgfZsiTLmqca7q075JwRmRGRb317nxMZ91aVpCr44y2jq1W6VffmEBlx4px9fvvb3+bPO6MUnX4i/qD1qg83TbHdjwWoURnYj2IpH+fxlQoEq4S7PsJRLLCXG5RKUJAu64SchHNUQxLUiWLVZ7mfLxkili/ztRLeXMYcXUv4fflcAlRoP5BMMIxibR7BLCo3WcakvRdTVZhKk6ZKwcEg5vGlAmVmyr4suARnIjt3HWmARFWpwAUzUauEnn/oi+phplqUzApBJhtyERyzGZbN0PE80QGp5BPScXFzxVqAilXy7kaZXe0hqkuC1QEh5nCMYjEQFWSl7IsJficENroRKrUAc6JY1UlfGleJYpXnmWA1lddn8ypOjEsEq4M+tiIHj/QIslwcoU9rEsNn6QxcDEZjaWAyW+EG3MNmd4gtA1b30QpgOERrqI2+tHmVeqzWSiwZ5rXRa8ey2iG5mOsicBLMVLSrZ5tNzthMawJ5jzpV01QZ+oF0TCUwpv/vQrOGTp8NgnSsivrWKHAVGWpGmIsGr5Vk11jmKmB1IosLrx//zYpqHmPM97eKVSlJciW7x/uEY7HI94GLVk+tAIwNHhKq14w3Ea+PgtVYfEE5VnlvEPaVCgR4FqymiMR+w8FwRE9b4H0XC1Z/7ZfMmqVBbhbsCqRSBZ4NrsRDT0o3YjiFCR7sbeOe1rr4iG4hxT9sPYZBb4L1zgibOyNcvm8JZddBZ5Cob3ECBcb9AdYqZQxGHZwJE6w12KyqjPvPxDi60MTJnTYe2hxL8mBxpoKVZhWtdg+tcCTJkhYtF/xAIAInJ258ucHPSsEJR1ha5voCgLgxrNWoSqF6NZLrS19isQqQa69esdpIUkvjE5akZaBNg8BSoYgYEQoJ79ui/F66ejI4H4WSOFqdLWHQ7SMtlOT3nVaIei3F4aUSMAhw7FgRc80qvNDB/uUGCmmI45dejrmZGpzSHAr7r8ak18b4yUfEqiDw5tHr9LH+xCbGIy271s2fhtUCBg0Ylp9JlpfAx5TSSfMCHcMC7wsOCqUC/FIB7lIdbrHIH4o+VXJGBIGFEdwkQjoMEbd6iDoDjPpjjMME0ZBeqGMJxmTjYDqO8jgU8NhgToMigZRy9nRjPhfaEjmF4Lw+2gRQAbbYy1CNIwpj3jFqmcFSTEJGKrrZbEmSTmM2paB9gLiyyswkwZFR5DBRMxzo2pMVmJpNpsJT4/tHr1M5bj2rin1VXSr40wR4MvcbqKqSWrWVEQDEcrlUO8jTXkC4MM9lqqpTqpHESkAaWnFjR7WtNuNDIYDrFaVxCq0HtNEYQX+KcokWIWPEowG+5+MPXXC89uNvf6dRhk4Qhh10epsCVzs7ZzQBUS6Kt3Vre1tUCON4JH+0yQG9brVUk9+5HjMotRDUlm8yHlCvYyoYVH0sIIpQimVX5TJK5ap0kKaalX/m5w9gYXEJS0srmJ1fQrlckzhDFNRm+2xbo3Eupkppt9jEwImz/PhMQJf7uQWr2cnjesZybyqYCMtlzLhweV/7LryKjye2TuDW2z6DWz/xcTz+wMMojEYIGAOUSqJG5XihclfGeMET1QYTBDwqenhRwfqca1+IV77iNThy5DK5l/nxdD+kzWNkE2bgC8+dJmjNJosoo+DjiScexanTj8GnfY7xVCdYXVxaxuLSmiQttJxOx5Y0YDNleuJLKsa4VK8bf+bsRtjdTduemzw0zQ+2vEJRQY0qiXg/CGSXhWKaFLYqIbmftfzBNAwDBr2e+J8x8dRutZFyMyS2SL5YAdDrTFRZvK/UyBecjSVBkgNkJnI3G68crDIHblwxd90zT6lQMubPAoxMgtt6YMp1toDMbgDNNTwfXH0mN2t+Y37RYFXWPvUI97wieu0UX/7iY/j0LffAX5zBv/jOm1EpD9HtAZvbY7S7Lm56QQPzjQk8SYYVcM/ffwlv/JH/gofWfQTFCAnjKAn61QbHkeSTKlNTNqVydO5k8mfCuUw8SunxSosdSSFh4obwUAYmkfJWVheYdcbaZNhzZMu19RybctDMEsRUhZl7Q44j57tpIYQqZs2olCSd2axnTVGmY4THPuJNMb+MqKhgVYHwFKDqIqD/y889u+CKTlk6FHf9j16u5v1yD+CY5Pogj86YjMIDAjjGKkzjztUCsZ7yXHbG1l4QZM6DkP0Z1DpNPl8ywLWXHsXrv/P/kB4Hrd4At915Jz5951cRO2pfsfvLNBcTUE4P8hiHV6s4dvgg1qoOdjpDOMUA/VGML93zCDa7ERInUN9wCZIYM/E8a9dtTRpSfqKrPCtXeD/vMlbIk2gdHHq+7Ek13pkKMOxJ3+25LQ8Vla+ZY+Q1uInUBJe+lgp05DcC4hXEKb/V6hophzbg2GVAys/VbMKZW0a6/zLg+uejevMLse+Kg7hs1sciQ8whkLYHSDc2ge1NRNubGLR2cKY1QLfdRnfzDMLWNib9HlgGHkwm0hC4Xq2gUauhWamgXqvhT3/555/JlHDWY/7b//326c8yoKPxxW6GaQUdU2GHxu6a/OU6qj7n9v5ShbB+2SaT09/Za2RFIlwz7dgfhiFe8JJX4NJjx7PEsL3b9KDOTUc1TW2vcf4xuT4B+TNgEh5PdeL2ws2nArOZTHz6FzMYn+bSmHE5XQJUkGAG2a4n0xqCe/U0YY0i0OnsoNftGt9lbWzN/cuSgNWSihok+LEvp2u5jFezJ+P5tuAvW6N1gO85BI2vRT2efz2JtW1TJl1vLVhlLG39Vhm7iVKVIJXfY41rxIuVcfY4NopsfRwBqm3+K5DWKF21YaEm1PiaMkfLHsEkfb0CypWaJPep2JKPYf2os0SYTYraPaidjs+P7imi0T3q1GpGpBJG/Wut4yw81eq56VyjCUL1seXnzaCq2M5p3ChfRgSib6ZQnPH8z/2H37qoe/zr9UnPgtU9V9aC1bdePaceqpQUUEXBfSBLy9gpkDeACMTUCmBIRdiEcJM+qak0uuJAJFjlfc4mP6Igk/JTLfHi5EGvSGZtPCdFIGBVAYCC1UR8MztDVYTSn5EdPDcHCWbKVJ46AkwJQwXe+nwfoFr0pVSfYJXwtRr40gyI6lYGCb6UNWkDIAK4EuGdTBIeelSNmVCBqo8SPVbLvqgGrU/JgIqocSyl2ty1WGjJm4tl/1THzZSLqBVc9OKxQDJCzdmqL4FSSPUPSw8JVvne0iyLpec6IUoDHd68lM17VIAG8t6dkCrcBKWij3JAH0mhCTKRMMAp+6ouZcAwSiEgj8y5LipRLTKkqmgYRmgNtKSxRKBXIpZ10A+B9U6IoB5gMQdW6YmrDZk4iXCBTeUzEGTymJdmG1IOsxkB97YJ3lxcPVNGLRnC44YdVJrGCFxC4kBUP2c6A7mOhJv7Z6vig7kTKljltQ5cBZ8EyPyMLOdmVpwQrc8mVbQLcBKB3hybBKvdSIOlRtlHo5AKQGcwwePc6o9RD4ClZg073aHM8CzTl27c4p03gfgjmmBDJmHjvUK4bZtRcQPBccRNlyhWxQoAaAvtVRBK6MByOn5VS4E+xnHR6Q+k8RXhjTTyJVBnWZbLe4sJAH5WtQKg3QDvK0KFkk+vXwclVxWbVLqOJ45Ado65v9x4ijTveWZtNq/COcGqbG0ySJZ1G+I2XtSbVCpv4zOnH4NTLuFwcxFfaW/h1jNPCFx6bH2EdifBNZfMYhSO0OqwUUQkvkKbnYFc50tm51ArT/CFx9ZRrwW4fL6sSi0uxK6DT3y1g0oRODRfh++lePxMC76wbmSuAAAgAElEQVRTQLVYRScagkJElk3TT5BNxuhbysSMhWs8n0GB9heOqNBr5ZL8XrKxkwkiXhsGmiZQZaChcFXhXsxNoKNJEKovvMlYILFX9KUTLtWTET2cRT3MsrIEK+UiVueqeHxzB0MnQLMAHK75eLw7RM3n3ORjpuLhuQeWsNVtoV4Fjs4WMbO0hGsuP4L6JEWnNIfZ/UcwOnka4ydOIY7LCFbm0RukeOBLjwFOBSX6pZpsMPeGYgVicSATPARGLH9TUgzXiQVSUPnODQcrDsSqohnCr5bhVYrwyiyX0WZW9A8b94YYdyIkPcJUzgta/pOEPUzGZtNt7SHkuwHxJqDm3ovnXiCj7d4LYKavAaRueGywpRtN3qdUFktqQ6JvDQAJpagQ9IsOSuUARb8kvlTjkKX+kdy7VOdocKYbNwaC/cFAKhb45UzUr1VtAxTaJmzA5ei/Tf5I5tDEKAat5onvrw7ezNQLSsq63bNsnB3XOW5EdjehZ+pI5xEZz3QzJIRQhacASHps0cOQ//GcFysoFGsoeDXdpDqpGP/DiVEqJKj6CXwnxvfccvcFx1//6qf+kyYrCwxwe9jYfAzb26fRa2mn2lE0QhxRYU6PWwIULbtU/ztPIKKoCqSTrK7dXLe1vFL/0IuVQeh4pKVhkuQzTVn4WF4LKb00ajBR27gumo0m5hZWcPDwpTh2+VU4eORSNBtzAmaYAOH6J2PSbOg4fhVGamfu6TjavSmU672n5G/viZN1jBBSgLGPhOX9xQDj8gS33fYZ3PLh9+O+u+/CRH5el3uJFRtUQPAYbHk/IaCsp0O1SWB1DNdr/j4oVnHFFdfg277tO7Fv7ZB4zcsQzTWzslDI2iKoCkaVYYRkp0+fxJMnHoZXZGJE72e+x8LiMlZW9iGd8JxYyx6j75BmGLzP9H7OwKqr95W5I3ZvBnPKm3OpcOQWyO7b6VqjVhzGzkJsShQW6/qhHsxawpqVP6DX6QpYLRZ8tFstUdNzXqYafW1lBWULVk35L+0MaB+Tv67Z9RXl+fR4prDGql3OHgvnHRvmtRQc6xizyi6rBLLj3yq7dB82hTj2GJ9u/OVPvj3+iwWrVoWk+R8X/XaMhx88hbs+v4UnNzZx6NKDeNU3XoK5poNOL8GHP/wwZpfn8coXz6NaHANJAXd99k58/xt+G6/+lz+AY8dnEQ1StHd66PeG6PR6GA562N7qoteNpKy11++gNziDfn8bSdqWhqKlUoLBcIhiUAWcEZzEFwsmFKjydsHQJh5FAnNsKSrnatlHmP2AwsipOtieR9vIkPsOUUAZ/9TdaiJjV5TZVBjIloFw00SOJ98DhnzfmUWMvbIkF21Cx45z/a5XijHAub/0hrLAJQP/mhG0N01ujNqKjd2fU97DrIniKm0S+3xhrt0K+01zIDt/8HPFEdZmm3jz61+LQXsHd3zxTvTGMe566EnpAzC9Z6b0V84h5wfO0XGE+TKtwjyEI4owYricD1FAb+xiEKqTq501poo4/Wh7x36WUDHMb+9cIs/JQTcLPTVJmffXNfevVdzqlsZcDI2d5drzqklDS08tjyzddti00mSypoePgljXjaQSx2HZF8Hswhxw+Cic49cguOoqVI5fisV9czgw62PeSxGxoWi7g3RjB+mZbYRbmxi2O4h3NoBxhCBNpN/FfKWI+XoNzXJJKmw0/oqRMm6Kx/i3b3nDecbQU//4937jHSZeInifPtbGJfln2+sxreQwaW1jqULrK/tl5zZ9zjR5IEmtnO2AfRx/Zscg7+sbbnoZLrviuGlOqn6/ZsCfF6zu/qR5AGviwj1AViwynuasPWOwauD8RV0E+8nshGBgffZaucZarsBFKjxHsufodVrotdtamMQ4kknWwMf82j4ExbI0qbUl9jrn6L2u41f/bhsp5j9r9nfbS0ueYOy59oDVafLJgFdaYGUQVCu5LEBlQt16rDJus3+XhlwEq6Jgtc+f+rFq9Zn2A8hUqsY6Rm3kWJfLz689dxyPew5ttG0fvyuxa4aHPt7OQla8kb+KU4jKpJ9YmVkQbq5T9ln3xDm2QmEKzFWcIfsOY32XB9qMWRnz6ZqlWQtWxcq8iBT/5j//z3/M8Pq6e+6zYHXPJbVg9S1XzWal0hyTjO19elfagEgrb0UVSXjI0nXCMDagyoNV3jwEqzpgtbSIgzMDqwJAWeamYJUl64RvHNw9NlQasqTXQaMeoDCJsd1P0SizIZYritUOvTWpFhGw6ohK8JmA1Sh1pHt8WZSknCw8UZcS1HAzIaXsObCqPiVsPkUVnnpgMkChylabemmjKoLVJn3Y6MUYj0WByK0By4XpvzM0no+ElfWyKnNZfkzPTZkeTWJYfCE9B03aHhhP0+EoFi/IKVjVjAk3xbRhEP9JOAJW2/0QUUqwSgjNcw4pJRxEI1GzsmkVS9kJVvn6g8jBRieEX5uCVa5HBKvigWSMA88FVsNuBxuRi4dDekAVcKzmYZbOoiOqNF2xXqBH4mytKNd2o92XZldUYxKsRiGtAWJQ8SsgyNFrWS0qWBXobBSrhO2Er0VaAZTUu49Nt54OrDaLDhabNWyztAd8b+OraKC2liuoZyrBKkMFbnrzYJUBMEEtARw9Vgn3CWEIvRUQqfcVwSon32pZz7EFqwSmorATAKSZLskmS8mzL91paWXJpmyjWF+PyYJakR6rroytAbs3pi4iZjsnDv7yn1SxysUiv1k02VPxH6SiLsVDW0/g7u0NLM8vwAt83N8f4FOPfE1AzBMnIrGhOHxgVpSOm60Qvk8FSwkb22006jW0z/Swf7GKXhiiN4xx6WIZK6sL2N7so1SN8ckv99BzxpitFnDpXA39MMS9J7vwnQC1SlkaboQRX9eX+z8mEGKZtURiVBxrokA3ZNqcjSp4qvOGhFYCZniTUWWjHWm1HFyDk4CJDnq0TWIsVQIsLzTQG/QQhaoqZEOTcDTCIBxnzeNWqiWslX2c6PdwMgox6wPffN3l+If7z6DTH+FAvYpR0sJ1h5Yw6I9xamsD11+2BCdwcHRtHi8/pl1C3ZkV+KghOXUaO9zcFgIpG+qsj/GVex8VAF2gGpeN5TjOCFWl67Iu8HLv8HXMRCKgix6+BVWzy8Bj87mkI1CWiQrH9+CVqJx0EbP53pCNcBQ20z9tOKalSAqfqjzxV02kyZoKN7UdCOc+2wXeKhOsI6n6YRGsarQkANw03LK+k9p9u4hqUFDfRdPNV5PZrC+coFwtolGfkc1eFEYIhwNpbMcvqtzpsUaLlk63Kw0DUup+ZAzoTo8begGrzJ4nIy30Z/AqgZHMdKI+t8opKuRFBZj5qrIcS/VCelxspkaFfQHOpKBKLYicXuwP2JCK4JFBpUJVDWxdNhDhc4ISvHIVbtBAQTow8zymGDHLz87c8RBeGsp6+uOfvuuCA68f/clfhufGcN0Qw+EmTp54ABsbJ9Fvhxj2I4Qh1WTWUkONMajA1UYiulFSBYN6VYnyWWDqVPGYNadRjqZQkH4CIgLTQNyC1QwksuOTAAMqEgtoNGdxySWX45prb8All1yBmTk2ZnIw4gIr97Na6ORL/81tm+m17YbwrM2+OWv5n/Oy+omDmGrT8Qiz1QqGzhjv/du/xEff/360HnkUs1Uqun2EYmMxgawyBhRLtUmhgGq1Kj5d3PhwTIkVQkCfP3bRpmehh2uvuQ7f99rXiXdtGBrfw4kqVDkWrL9XtlES2M91v4QzZzbwxJMPyv6f6wBHIqs9qPZdWdkvHofShC+3YRAFhVT9meBfFjG1QMlL784FPc65cRMvYZsMsQoZkwAWCGw2a6wOMOBd9rCG5eTL6ngpeF+yeRV9ywlWeWszOUJrgNVlgtWyXDHb2IxgleXG9vrtgpZ7vNdkL2oqqeyWfC/kPB/0tLBOPoMAm+l75jsxW79HvQf+8WDVbqYvFqxqoxK1eSDHlETJcISv3X0GO20HDz+2hW/99mM4crgC14txZmuCrz0wwPOuqaFSpfKqgNs//kW89vW/i3f98c/hla8+LDYSNjchYZeulhgOOR/QDgR47NFTeOtb/i+UKit42Yuuw5/88V/i8JFlPPDQwxgnJRSdEq5//mEkcQtfvusLAmWpyEw9brynoNDOM/wM4ouc++L6Jj+zHcfF7l33EHt99yRRJ0ops9E1Y1aH/RTWSmWZk2LsOli98lqMvJLYSzEul3YFJvbT9ULV1lnjLblY+jOt6DEejrK+WcKhK4MMf7P5zgCiASfZR8wSFjn6l3tepoySyU8/wxRGOqIQZc+Ct/3ID+HxRx/GH/3hH2Lx8BGMUECXvqBGCiavbuCPhHZitcGaGiJUVieESDyuq5x7mMxkhWAg+xFC5XwjsN0XyPqvGg9XA0BsE177WHvPaQNI6/eqv83fj3KMU6NtfQBVllriqLGaqPD5M9mEiuKNCsAJm42yfEIaWXEtniI5PZ6JiDxknDCpSiFEMoGzuAiHVQWXXYPS0UtQPnwAjcUaZmouWKNU3e4COy00uj2sxSmWPBdzvo952ipxnuZ4YAf0HmOOjiQX+tFQfWxlX6gJ/J950w9c8PrNJ/zhb/1r49O+29v4fGA1P9bFb9+A0szWJLceTuGqDOzsepxtCaCw1V47JhKf98KX4PIrr5QO8RJCTOuCnuJz7k1QWLh68WDVvpldu86rWLXy3XMd3fkSsfl1Nfc8rQ6ZJvR2zVliI0al+Uh4CcEqlc1SSSZ9aYDUDzC/tiZg1aEVQA4u2vVA7g1WX+XAqv3d7rVbRTDZeWBkzb2Q6TfBx4o/qk04mfnNzpUCEq0lF9WpbNpsKpMy2CqewcYOgI8ZKTwVu4Bcsyv9tybR83BVIaW4QpuSf0+sBEfjsfRWsTEi4yhp/knPa5kbrFWFnI1sfFpBjIWbey+pruHWHs1kyHIx665YkD+XZN0Uaou/rYjIdH9uFe/LyyuYm5/LVN/yaXIxyNt/8bcv6h7/en3Ss2B1z5XNrACunFUrAGZZBPKxHDVjEUYJraXQBEF8LGFnkZBUfFbVO5RqwJJfyMo+ObBtaQFLmmMDVqVUlfCPm7uAih9CrAnaA97IQKPuw0eMnWEqsJBwsTccoZMpVifiQ0mwSgBF8MQQp8bylnMoVtkEqCFWAFpunqSeqCGpO5LwiIpV+luWVLGqWWVgSNUpS3QYY7HZCBdYA3WGMZtgJWgWA/FUJVjtjmPxQF2oB0gJxsSDR89PrcTJVsEqmYWZUXQCJsxwqcAMBC4SHFIpy4xomQ2+rP+lRL+uNDmSMnSqGalwHUSiLOW54nXhNMXNnwWrVOnQ/7NcJFilX62DM51QyiGXAr3mU7DK56t0XsBqOhHfWp6D5bkGht02NkIH97OBVQIcbwZYKozhjyKE7Aw/Jsj0M8VqHqzum6mIDwoVq7ze3NxL86oCy+1ldcnAKkFQl+SRzas8VQbzmljFKq84Fca0eCDQpBKuE42xIypnF/N1+n0OZUNYctXnUEo7RY2mkEFVrMywTcGqDU6pPKZKmhM3FasWrHYj28xMwWoyUs9VglV5jFGsEqwKdJHqOd1gSNBDz1iO+YQgng3OCFimVgC1AKh42vCKDbAIzmldwSv0F6dNx5ILmKFFsfrr/8HsyvjEnPrHxDtaumpKI6lS9xzsjHfwwOaTSNiQpuyjnyS4N4zwlZOnMQj7OPFEhLmFGczO1tBrh+gOQlSLBPZDUZnWy2U8caqNmXKA2EmkI+tCw0VztoJy6uOKS0u49b427nxoE5VqHfvmGuiFPZzYGGAcE1gwOQBRMhP+ecWyjPMRgxPzGXRBZnmdAtNKsYiZWgOjKERnMBBVrCzVJgCwagmeTd6TxSRG2ZlgZaaE1eU5bHV6xmbCR28YYsDFn2NEGYiU/c+WiliuFZAkQwzGIarVEhrFIu491cLR2QCztSru32jhW65ZkEZcn/7Ck7juyAocN0Gj7uEbju/HkYUq+vR9nl0TmB522hiNAwSNCoLKMh57bB1PPHoa7AcWj6jcoMpaTfJ146SKMemIK6pB7XSZpCEcl3CMXqVs7FBCmkZi8B7RNzWZYDRxEUoWmx1/eR9oEynqzWOHFgopPM4HNNGn8ojG89x4icpbm+goNCWQ5QaJ1h0arovfI1w0erxH1IeLfp5WxSn7J6NYrZYD9SSVEn1TUiTlOjS99xAU2QxJFeRWaeG6rBKI0RsM0e30MIgi9WkVuKRgVcaxbNzUiDLzhJUxrsko1lvKUUmpjxioarkgqy74G6XVWZAqulxRbvpwvUAU/VSsyt47ZSk2fe54/4wQiXUBgZoHJ/BRqFQR1JrwyjW4xZp2KjY+cdL0i0mXaIh42JUyz3d+7sKbV73tJ34W8biPTvs0Ns88ie0zG+KvGoUMim2oqsGu7mGpEJ12srdzE8eTrNlGNSpw2KhgqLjn5RX7CW6CDYxlkG08hORndjMgwCxVr2Ce85Cb0mgsybZKbQ4rqwdx/MorccnRy7G0tIp6cxbFoCSKT1EesNsuAS8bykkZ/1TNeC5olm3kc+xCgI2sZgn8ItfDDj7wkb/GLX/15xgN+6hVKrIZjiNTXs/PyyaTHPP2c9Ojz3zpplPnYFGE0x7ILyo0naS45prn4fu+9wdx+OgVaO10Mg9ufh5RzOYbUxiw6rlFtFo7eOyJ++U41f9Zwerc3AJWVg/AoXpdbjutHtq18UrUFkT9NLSM/lxecueDqfmfW7Cav476e2OpIeBL319AqliQ6A/sBsueq363j83NTQSeh/ZOSzucpykqBKsrq7vAqlxPJirFq1i/smssb3i2knAvWN31nKdQM4uPdgaGjQ1BTqWb/S6n6MqrK/PnKz8O94KjbNDs+ctFg1WRwFufQgftrQSnTmzjUx+7C6OkjO7AxXd+91W44vKGlpa69BeNQV0i14fJpIDbPv5FvP4Nf4Tf/r2fwTe8Zr/Mv5IQknJjoziWPgIaW0p1B4C/+ItPYXZlEQcX5/G52x/C8288iDe94Zfwope9Et/5XTfj+OFF3HfHF/Drv/ZOPLnVxX0ntjGilYDxUlW153QTzLhPAYCeHFGnK10wpbR27lV1qpnkc+NewaqMOwuK7DU1A5TjkhYyy4cO4LVv+VHUl9aQjNl4KDaVC+odKOW4BtJaMGHVTPJzxuwCY7m+WpihFRqiADPzomzO5d9Mlml5LT+flOCa56mViqbrtERXxSsWeOhNrv/OSnilrJ37LQ/f/s3fhNOnTuJvP/FxlJsNuUbDQSivrwDY/MmXyJpESMpkuSRjeJ5ZSaEVHUzWSlKRx8EjMxZEyhlUFaZDwzZ11AlW1tnc2FYIbipazJxvf60CUzNPKI82SjDbuM5FQnDKcgFuPglM+YcNEP0iJp5aGUG++5gUfN2c+mxsvEfryCRWyvmYTRUiTHoD8cb3FudROngQwZEjaB7ah6WDy7hkto7jlSJWABydJCh5Lqq0VBoPMez20eu0sdPuYTAYYjDsYxwRCLFag30dVJRBUC8KPlZ7jMb4929Xr9QL/fqjd/2bKVg1jTZlHpaY6GzvZwGpxl9cDGhyYJXiGzsfTqEqX2MKVfMJyvzcZcEqvzOZeO31N+HKa66Bw/MuR7I7KXLuz2kB4F4oOa1kyj9PWei5Aeb5wOZTnt+nqWQ567nngac65s8DVnlPG7BKxWq/2xawyr2TxBy8Jf0Ac2tr8AP2NtF7SK2i9lRgmPvJJqbPlwyVWNdE31renldxGsgpYi0LPBWmyr+tt6qMVyZZdsPSKTilFYBaQVGxyjFuFa1W1ap2ANa/VT9LluiiAMQkpBi/UWwXRlFmH8X7R5thEcyaPgwmuSlCPBOXSrWzVE9a2wrts6F1ltMxuGsNNtGDtd3LQ1e1KND5zJ4f+znseODP+VnZ8HV2dlb2XbKvkVjQrlkp3v6Lv3Oht/fX9eOfBat7Lu+5wCoHnqhK1aZFh6pJ3MSyKSdATWWhpxWAglWFrvQc5c+1K52mwK1fxbnBKq0AWOKtClCCVcLZRs1H0U3QCieoUplaLKAbjdGNdCLhsRGWEToS8hJwZmA1Zgm3+v9QDUlARY9VglVRrDLbkgOrKvOmNyzQKBWks7sosqhYpRWAgFUtJyRY5STKzT79V8NRimbRx0yxgH5KJWVsFKvqD0jFq5ZMOqgVtYw1D1a187X6hbIEskHKkhCsqr3BVLEqLagzFXC5oP6SDKxYBdvuR+LHyfdQsKoWCwSr/F1A5WvBM1YAEwxGngAwp+RhxQBfXmaxEeAGR7xGNEjiOehQLWjAatht43Q4wT3dVJp/HS052F92EIxChPSdjdmUrCCNsdQKgIpVws8U+2aq4l1KsNqVMn/XNK+i+ljL48WrV9RDU7BKxepctSTnic2rOqE2GaLCV8Aqm6B5BfHlbIV8rC+P32r3ZdNZlM2DdvIWNRknZhNoMrieglX6DOrES0gkYJXd5w1Y5RggZLaTLWM7Gthz4q3QF5IfgY8RxaRm5anEUf8ZhRQEqxy3DG67I8JTwmRX1LJU9VboH0xFYWqga4JMsfre9X8asCq3tGT77L2t95Udq4kzxsO9R9AaDDBfm8eOG6KXpPh/T62LtyrH1eb6ECtLiwjTMUas2aeH3niMU9st7FtbYZYGW62BjNv+KBIw+5zDS1hpFKSD5pUrPprz+/GBOx7CifYEjWIdMVXP0VitPGSfFWF1dgYzpQo6vb54gnUJrMUTTkG1FqQ60vWdjcfmGw3xB2r3e6JUk8SGFueIbyw3E0zo1CslLPicwzwUAg+taIRuSA/VMoYTqoVHGFChJmfJFQuHwgRoFgj5mZUO0AtHAvDL7hAPtMe44WAVURJhoxvjzd9wNT5z7ync8ZVNHF5YRt0n8Ixx5cosbjiyiFE6wvLKIazONDFon0GxMoOJ68Nxi0BtFl+9836cenwHaeIhGo/geLxAqilStKrjyfdYPszyegJWjlebddamgUNuCuNYlP0CpH1f/E0nKS0UqLTUeUk22aAXKhMCVKyOgNGQrWFRSHn+aM9hAkJ5rM6Rss2it6g0uNDjq3ezzJGW4Qs8tcEkNwQe3CIVwQGKRe3kq7s3TfxwjmBX+2gUyr8J8gjJ4oQglRtdblzV5kHKjaQCQBXlshGUTsb8mYWrChpU9cdAjc2j1AtKN5V6jXWzyOfmrQxs2zMCrIKAVZY2eR7XAQ/exMcojcSTkMfHhmm6eQbGpQqK9RkUG3MoVAlX63CDoqo4qUJmMpONFllWNRxg2GvjVz994V2F3/jD34vNzQ2cOX0a21tbCPuRbMZFW2xAo2ywrGchga5V1dqO7GZjllcgyPgyqlaFAK56e5tNt6iD+Hz61JrA3W4K+J3bOzkXpgEKj4Hji2ugeAuXKwIPDxw4hGPHr8ShQ0fQmF0QFZX4faVsOFmWJggy0nIbpky5Yucw6x9ngmtJnrDywZuI3QzTqO/56/fgb2/5INJeT/y0eR3oM8scgS/XVpX6PGar3FVVR4xikYkKqqV5zxhFG5tFsKIlVmuEMIxx1VXX4Yd+6G04dPgSdDuDbINrIXW2aZLxRwuPAL1eF488dh/GCecI2jNoM8OZ2Tmsrh6A6xdlbGcIIe+NLdY5quqSa21AZ76sd29Ufz7IuhesTo+V969Vqk7VaLye0rwjN4b4Xjxn9KDe2NgQsNptd+CIzznBagmrqysolUoZxJfNkayNU0hiN0yq3jt7c/t0YPW8O5mc8kQ3aPqeGZg3T9wNTZ8eJpwL9p/rGC4WrIqikuZVskP3MB462N4M8cBXTmOUevjq/S28+puP4opjdS1bFOsTenBrHM5nEay+4Q3/G7/z+z+OV776kJa+iwc11elMDjGhMRIloNjjMKkhu3kmjB1MIvWkp2XAf3vXh/HSV92Im593FLd9+rMoJBN88EPvwZfuux8PPN7BVi9C6hTkPlYbCYX+CnqmCRh73nUtt2vEtOxSYKE00bO/U6sVe80EU3Id2gNWmfiIoj4uveIY3vazP4dCtYHJKJL4SwrfzVDToTUFFPq69mc67uzwy89t2bU16k37gvIYeYJWyBgaZbIdU39QC0G5rlm4y9dQ9ZSqZWUFk/iUQDTB1saGrPe12SZCej/L59aKQIFANlmoigF5c4EIUryi1W1sWMX35nXkPMzhoYpcbU5pO4pLHGAaVsrPzL+z7xOKRDTplAFdY3MgaufsPEzvaR6hRs8aJ5jJUdYVJsEl8S1QVSscUND1Fh6b09AGwEBV/t1xERbZ6M+IAswxanyg45afNe11pGLtyPHLcOVlh3DZ6gL2L85htV5DjSN/PEASDrBt4A+VdbR/Yrw0DKlwHmFM0QgrZ6JQYCMbPjLxB45Lo2pUb1MPv/jTP31REGUXWDVjWs+tgqTdrFBhk0S/4re/G5hKTGTWcwtWBUmdB6zaA7bPsWsVP+tV170AVz/nOXBpj/OMwap9RRmR2fmwScm9c6VC1fOA1eylnub3+bN+oWD17AVSf6LB5FlfMt8IWI2lIkrBKhWrHbkWjJVVsepjbtUoVg1Y5Yvlk5Byrs18mLdS2rsm7fITNeXr9mf2/pPXzUQyFqraJI3C1Uy1mlOs7lKy0vLMQFeKw1RlmvNglXnANL2SGG0a28txiGJVYxValXF1ofJ5zIZXxi5K1wRj7WQeuzsBYMb3nvGajVPTD2Hvmn2uuMaONQo88ufJJtHEM980srIx7NzcHJrNhklSa9zJoSCNrpMEv/DLv3tR9/jX65OeBat7rmzeCiChotQqVsUKwG62dQkkaCM8FY9VbniMYtV31R+Uzx2niSioZPIwC7tsiunpxwSiNMqgFYBVrCoA5Ow1iF202DyF5fU1XxpUEayWvYl4qRKs0gOQQQKfUqJ35jMCq+rvmoHVnBXAyBj1M760YJXd3akM49eQ8JTl2BLLFjhdymaRxxsK0E3RDHw0SwX04wTdUZljnBIAACAASURBVCweq3M1AlxtTKRZmQnqpUCWJWsFoJsJsyEVWFwQ2wMGUN1hLI2ArGKVEzfnGLu5zcCqsQLoDOgDmYrqs8SNGYtX2Zk9GotNgKiEfAtWeQ09bLSHmPgO1ugHa7L/VoXDAHcXWA1j6Uq/Mt/EsLuDrhfgzu1YzPb3uSkupcI4GmBIL8wEYgUgTcc8Nq8aTMHqbE3gG8Eq4agoVmlRQCuAPFgViKPngeeIymg2quLmmmCVil7+vVkO0AioXlavNILVdjQRxXCzXMS2Aau+UAZuDjRQIfy0YJWeggzKuWH2qdgywSjHhFoBEKxqUzZubgn3bHJerADiWFRVHItUM0/o9ToMEY7ZHE1LmqgYlMLDDKyyLjJGZ8zxlYIJC4JheqxWPCpshUsKLGcwTIDP+O2irQCoWJWb0sCm3EbSLjYC7EwziGHSx4O9h9EoNuChiFZhiJ0kxl/d8xBao0SsJMb9CLPVJrZjZh9T8Zza7Iyw09vGwQNrqFBNEA+xeaaPpWqKL5/u4blXLKPulHH/qQ0cbrg4vFzHyQ6w0fHw2EYHW0M+toKYzauiCEGpIAHM2twSomiArU4Ho4kv8wwhH4EiL4Y0T3EcMEVDsMrAYKO1jcTn9XRRcDxpjubGIwSTBM1KUVVhnosw9dAJJxjK3kQ9kmNXlSeEd4QqTBxVSmUUMcbR+QoqaYzWyMGp3kgsLOb9CF6lgWQS4uqFWVx6SYJxcR533HkKj2+Psb4+wI2HZrA4Sw/lFC+9Yr/4anpeBXN+EbUSm68VUS7Ni7LVbTRx8vEWHvjqKbhpBb1hH6NkKF6LJITqL2S81YxQREqm+YeqGCooYlo1sKynpGpKBt+Er+UCPGlGUtXSfm7U+Z4CRjWbLm2ZxkMg6ov/JLtKc1ahmtM2/uKkLk2wJGLndonqF4Wjja54p0hMmkxonTHNautAZCMoNqNTn0nOT7yHCNu0U+lYlK7SQMU8Xu45ERbackRV+lMB4EniS5WR2tvH+s5ZFY9xCZBrrJuOscNSfgNWpYGVqjGsT2qmyjHAl+dd5g6eM+lnxuoFqjJ9xE5fSvpF7WqCQSYWR/U5lJrzKDYX4FYaKFTq8MpluD7VOZz76dPJhXGEcb+LYaeF3/i7j19w/PWN33g9zqxvotPuizKZ10uhiNp78JNxjZZuvrRf4HU2ZfxUqYrSKqfMtAGrLdPm+eL1oQ+0BvxGtel7opoe06/cBNk2SJV/Z7BD/Ujlyst1pgJVS7H5GHLxUqmMRrOJ/YcvxdVXX4sjh4+iXGrAo8I3naBUqWoixZQqTsGqKdM1Z22X+oaQz52gWPFx2x2fxZ/80e+ht70h3sn8PDa4ZidZrkUWHvJ8KPQvZl609vMJWHUJOmgtVEKcjNHp9GSAhdEYvf4QL3jB8/HDP/yvsLJ8FP1+Pwvc7cZVDpWNgiQ2oHfrAA8+fI8AWvVv1QRnc2YWa2uH4AWlPV3Gp7DHIbhWYiWB2lStevaO8HxA1W7i8h6r9mf6Xce1LcOW8UCVLht00qYjHiOKIvkZlR48b+0z21g/fVpiETb18Ir03k9Usbq6KmCVX1YlLR6re5RZTwcr82BUTukz2FDnfTuZGJF1z8R753v+tPnL+W/Np3tv+x6vePGNF3x/y9ItykcHgyG9fx18+Yt345aP/A0OLK3ixa+8GYPRASzv83DooFaCaRUS+wUACWvJnRi3fvQO/MgP/TX++x+8Ay955bxs6AVqyMZRE01WBSepu1RVbgK3RZ+o45WJh14/VOudiYfTj6+jOVfHe9/7AfzPP/hfiJICnlzfEqstCwvUcsECbDP1muSOzgtMXk6VVqouMsCF40+aTslo1P9M+WZiLCpU7Zq3AqCIYYArn3Mt3vJTPwUvqMCV6iTbVkob11pqqokYVeKbt8m9m33fPZdOuEtOTWgDQxNf2TGpfqoK5zPrDv1HliwS9ayhOPK5TZMXWet5zIw7R7GovdjboFytSLyW96Ge3rPGS1PWK+2PwZeW6no2ruFritWLK70gxHyE85EBXHpadO3UuSoHT1U6r5At80s1ChzzPKmGMIkw61MoDfYkCcu1n2X86vMtvQrYuDIoitUO51eP3qVMFktMbv4E/E57Md1XcI5k1aN51eklk2oVBwmrI40P+3gcolatgHu7OOqhPxpKfO24fM2SVO7QhoYAifZCZzZPYXNjA+12C2E/1EY+kgTjus8qBSayzXi2ghdzPX/2bW+7qPv7j3/732bJSV4f+6V2XedSrHI911jGlilnySh6wu8Bq/o7vXbnglj2HsxbAdBj9fKrnotrn/tceEXuv56pYjV/CvINm/Qeviiwmt2XzwCwnm8dOJ8y9XyPP4cVQLZWiAqUogULVtvodtqavKYwiAVdBKv71hAEZVWs2nt+D1y1at08WN0LDa24LbsvpYR9b1JD7aumyfE9HqvGCoDJZDauypf3Z39no1n6Bec8VqnInnqwWrWq8WG1ilgrnHDY0Fyr4Dg/0GqNMYL1a7XqV5khxD5D7btswi0/PjL4uiehrrYxdhzkEnVyq9iMmZ2l9LRnilqjrp1WJxhRhnAhXXPm5+dRq1WlgkIMvsS+USs5WLX2jl9610Xd41+vT3oWrO65sucFqyzDlRgj17xKiL0j5e1kpgRiVNgFAlYJwhQa2oXUglUuoLyJqEQcs6RX/D93g1UO5jBx0RqMpZScilXCw3ZIaDZBteSjH8ZapsvQznNEhZgHq7zRCC/7LME3j+PCSwUsFat1KgHL9Mij2s3DIEoRMZg06xLBar3oCYCkMlXgaQIpx5bGkiwFFUGIBmMEq2wqxKZKzSJN4An8CGGABXqsJokeh8kmE+ZI1oOeI7Kqq7eINNSZEDB7qJcIVuk3S7/DRBrhUMkpAbAtS3BclH3CZW6c1feWYJW2BexSWQyYL3MEEoaEmP1Q/s5zVSlqF/Fh7ApYTQvASkWb93A6YrCgCiQet05eBOmEmcxAL883MB52ECwt4/PrQ5w43cH+wMXRmgefpTLUvJ0DrO6EVASl2DdblSClNVS/XH4wOgDQpkDA6oRqJlV6EnhasErbBwGrE6AzUrUrA1qqYtmUzDav2hlEompebBRlLGy1elKaQbCqZcAaCBOs8nqqNcM4A6tUMfE8yKSbTEQ5ycmfHrq0iqCbEr0+rbeU+NyaMU8ILjYRXgH9KJKGOnwfji8uYnxfAjoCDsLviVhHcHyx0dJusFp0VXDAU8TrO+Q4Sv8xYPU/alC1B6zK2mQ2TtzWSnfHJEF73MWp0SnMF+ew2enDa/p4IonwkbsfxHZ/gO7Al7J/Z+yi5ziIRgmaQYAnd0KE6QDLi/MYbLfw/GuP4tHHt9F0E5zYHuHgsQI2nhyj1XNx3cEAVQd4cGMTfnkBncjD106cQsHl9WtiGNIqIZKOkuxnXyqXRIXqIEB/GGJkFKv8XIEfwAkKiMMR5iol+K6D0+0uYgNh6KHcKAaSjKF9xFyjin67jScGY4SyQeMGtCDnOiY0IPBLY2lIJl0jGfh7HmbKDq47uIj2yXWMHRcb4xgtJggS4LK1OhZmqnjtSw8hijfxR594AqszFdz5+BCPnIxw7ayLw4tlDEYxji+WcNnaHLbbLSzPL+LaI/tRlg3BDMZ+BBTYPb6KO297CNHQlTLm7Z0ziCeEYHZDliv7kzlEm1XoBkD73hNosuswn0KH0glL2en3ydIk0zk29cw4ZUlxQh9peg93kRKshl2ko0ik3qJjZ/dibthFRaEqTw2SjXpG1hcXjY5VrHIrbkqpbQMau1EwjWqomNKgR3dwUhwk3cJ1I5/ds+S//Cycq1ziEZO0YhlpYtR6vMdNEx2Bw7bZQPad54LKLM4BPCNMJpgSSPOZ1CtVIbuqj8RBTb1IJyxt4j1tIAPfl6WV3kBKahWqqm83X3tUX0J5fhmlmUV4VKxWFax6vouJgFUNjOMoRNjZwajbwa9+6JYLjr+uPb6E4ZCNpRhse/C48EljRKMU47xjwZstRzNNe3iOWJbF+56+3MzK88s2rbKBLtd4eVUmNAhpvamVgNghGKiR35CzHFjLaLX5oipvjNcVobgFCRxBtiutW8DM7DwuPXoMN974Elxx/BqUilUZF5xvJVErL2c9/HKqEgMjshOYpChVy3isdQK/97u/jYe/9AVJkAWFMoYEFNygs/TUmaDA12YFiZSDxfJzAkL6+fLvvV5PAu9iMRCYyrLPublZlCs+tjZbMgeWy1Xx3hvHIW6++eX4vu99MxYWFqWUlABRAnxrlmnuB/r3huEA9z9wN6I4lNeXdaLgotGcwdraQQSlqiSO5NxZFY1lHkalYmqoTbNEBStWK5YHqrq32705tf/WcavqPQu1+J12Oeq6ook5wg+qt9bXT+P2z92BJ598UlQp/Nq3tg/XXHstLj90BJtnNtXaqN2WZA7HWLlYwtpTgNW9G++nBpZ2Hjpb6Xq+m0gBoaqv5c8uxaret3u/ngqsPh1Q3Xu+LxassqleezvFpz71KLa2gU994hP4u7/9G4TtHrxKiCuv+yb83L97PW66aREV+v9Kx1Mq/ktifeV4KT77kX/AW978V/jv/89b8aIXH5T5lImdcZSgVKaSnhEcky+quFIff4I3lj77GBMsSW9RTfQyTo6dGIVJAeNBhLf/2Dvxp39+C9Iy7TEoUFAfagttFRbqGFOYq7A+22TTsonl1dJAz/jvSIginV/MddM5SMv1CUmNgnWvYlWS0yEuOX45/uVrvx80dfL4ugQBhjHZ97d8U5Sbdpjb4zTQd3rP5NStcpNNx5C1V7GJKPtvSQgJBCM85neN/TPAJfk9nlzrN6j3pyTCNPeHYaePIpX8oxgf/djf4MUvfjEWlpblcRZwZvCMVVcCqemlbXzYU9qU0ftWlbSxxAzseeHCEy9yA4l5zXNQVY7R+N1aAYYkVeV4NdGmX1M1rsJ6C+mNUtleeQNUbeNDqqPF8kWqIVg9RHDKeJjrmKsgtaC+3wFthASq0gNcsptZg+QM5nIfw4BPQvGi+Puf3tqSyoTAL6FWqWGuUkS1AAy6bWxuncFmawfr6+todVpiWVOqlFGt1cRHG4WSKorFnoZrbCTfOReqms+sbzJOJ/hHgVVTsi1qX7M2PhVYpcpcro9RrFpQT+sPOy4ysJ11YdexZcdevtrA/t0CLSbLLr3iWjzneTcYsKrJ0Av/sgpzTV+fzTFNBdQzeeHzwdFsGJ49f2cve6Fg1UwG50pIukaxSrsR7vv6nTZ6nY4kolgpwzCK1WHzq/vgF8taMmDXfrMG2/ssA6vGcuQsqGrvL8MAtGeAxkB5qwJJkJsElCpJpzYA1qJE1alqBSDCERN37bICMD8XGJqaJld7PFbzVgB5NTvHIlX1OhbZw4LK7xDjSEGsTVDbMWibo+eTYnZNzZrWmYqY7BLnhSV56Gpk/tnzc/E/93jSQ0E8Y00DRFoDis+bTvqS5E8SNJtNScRQBMMkB7kVV6lqvY56vY4f+ol//0xG6j+bxzwLVvdcagtWf/iqGS33YQmH6fPCDp8MnAQkyoaWmXIXbMjOzRcXPQIvqikJiziYRX3DDZdVAcgmmL/jANbO6PwKAukNLnCWqjE+l+C1E8ZiCVArBdLZXZoXpRPUqgzkxxhGiXRJl+ZaLPEuEbYl4t3GOatSKYvXTS8ei9KvQG8p8ahMxMezVi3ApdQ9dTAMJ+gzC8Fuz1TgEu4VqRqUolcxVmSJ9shYHzC4mRrwT8CGWGGUSlOq2VpZNk+EsPyEM5WStHkJR2P5XFQuzpWNUsqUsbKslGeWvmLsH8/GURU2DqHCY6il0wwkKlLia0puZaIgNOV5U693ThjtwVhKykuFAOUi4XEs4JXv3e4NpYGKKFZ9vpaqhze7I4Spi5WGL5sfXmdeR+7JbVdrTmx8bHtIBdkYhw/W0ax6GAZFPN6OcN/XQnl+PRmhPupjkBSkTJdq5pmqqn22+yO0IlXtrjSrcNnkK1Sf1dj1RG1aCVzUinocI8IhApaE1z8U+Fqm/2ypLGo++qh2hpzoXMzWAtRZ6snSZqpZWVofRVhpsmwzwJlWDwEVzhKwazZLFjPpOM1NtIUPHCuqEuJ+hGuCvr/QHDRLLqrSlI1jVCdgZoklgDYeYRzH2mjFxYiNy6KxeKxy/EcmEONGRXwxqRJLWPJurSa0Qze9c6lYZR8vNrxiQmAMF2xkxlvnfetne8093exNj9XJr79TNyUSU2lALWsJFYZUZ064OaLflY+0MMH2YBvb9Hz0fWwNWygHJdzR28I9W5vYXI/R641QrLFMvoR+35emELVKFae2zqBYb2BpfgHbT5yUe2BtbQ3tVg+ndzZx8MAikvEEW2e2cfzwKlZK2/ja6Q5aAyoWZrAxTNFutVEpFKSTOsuq5xsVlAsp+uEICZtaBSm2eiP0QvoSO+Lp7HHcl3xsDUKsBDH2L9bxhcd7GIw5fMYI4GKG5bSESJ5gQOmUPlXUaTmdNCIgjJUgORVlK43XmQhhA5kZ38XarIdOu4elSg1Uy5xojxC7wMuPN/GyKw/hplfdgPd98lbsnDqN46sH8ZsffQyPrm9ipRyIp1fRGaKAEa6/bBnzpTEWZ5dwfO2AjLtCUEOttIj+pI+g6OHeL5/EA187jWajIiVo44TXSJvLycZTyjh5HYVciVeeNDuQAI7Bf4qEQQ4DLP5HKFVqwPGrApVURaJlnhLw2sCTAcV4gMmgBTfqC1gVsKXuxLvhg9I2A11UxTHTs81AjK2A1fmb1xdIKx6ohGxWcah+f/JJ+HIyRG3JoL6r+Jpa6WrOA9V6wAnblFVLsXJmB5A9Vse8/N5TH1h2g9E5geeSqtvpZjELfOX8TB+r51oPj4dJpa9AA27oBBfq+U4aqwjm9yGYa6BQr8GvzMKtFoEyIV4gx8rAjZ7A0c42ou1N/PL7PvJ0t/RZv7/80KoEydZ3VxU2nMRiVZlaT1dTmq+bUE10cg6jYtSCSu3mzfVdkwk2yOcYkwYd8jOdR60KoGA2vrrX5lymm69hZErIRB1hAlhpzqQX2W7U7Xvw+NlARtR5tLapNXHdc67HS1/6Mhy49GpZW1Q5WzTe5QTdsSiIVaxgMJlRQHBTUKgE+OSnPoL3/K//gajXR+A3Ze6m8kuUT5xrcrYItmmXBuBUlVuVrlpvUMmqcbiC3SJ92ycJOp2ONLtjQ6+Qa1sc46Ybb8Qb3vhWLC/tR6vT1fEltbfWD1gQsTz2gQfuQ6e7KYkkQgfC8cZMHWurB1CuzAgMsmBVjtd83r2Q1A6O/M/zGw177Od6HG0Q5NKYChZ9HyEuWloriUEHJ0+fxN/93Udx2623ItrcEVWixnVF2bSwo+6Nr3oZrnvOdZibncXOzo7EWHy9SrmK5ZWpFYBVrPLuK+QaScndn22acgquXc0ppqX8e2+K8wFPXbH1K39/ix2JJM1tIw0L2VQVeK7z+Uxv1PxzX/mSm57p03Y9bjQJMdhM8BcfO4Uz3kE88pXP487bPoczmwN0t4ZYWfbxrnf9IG543hLKnq8xuaZXJGFGu5ZPffB2/MiPfgi//+534KUvqslnOnNijI+9/1a89BuuwcqxBWFljDoEdUx8Ub/TXkYsY+QFFYRyeklFZazzfzQY4c/e/QH8yq//Pta3uPBqk8NJUsY46cl7EfgkaQSPljdybc0GV0YzIzptAqiUbyTWNGrnojCclQxsCEibKOtxaq5kdn24UVdlISuOhrjpFS/H97zu+2X9IoRQJb2xGsj7knJTLaVp03FhmzCxckK9XvU+yMCjWfbyIDITeXJeMucmT5KMy3duDNq/qkXOJBnLsUu8Jk1EVdEliS7OP34RG+vr2NneRrfbkQQM76FGoyFzE4EgE2TjaCz3q573aSl51mwuB5ct8Jakj2l+xzJgPZdmTjZ+iDV5/aICTeJqA1n53c5RJiqW2D0P7vSxTMrxjypV5f4nbKWgRTyrCVK1eaJtopj/bv8uvzfAxb6HnTO0r4dWNHGep9czAQqVd+MoVNAzHsux85zxj1/insEXJT2taGi/xJiL55jKzZFYBeRKohmQC1wzTdbMZXzHW996Uff37/zXX9BqT1M1pHZGmkzmf5JQNkBexwbvRxO7mLVoeh6MTZYo7LSCMQ+u7HmygmP+zu5t5TVMMoGf+8Clx3D9C16MQlDWBqrc91wwXJ2CYnu/WnC8dz3ae/KUP1z4l03aPt0zNRKavodNtJ0Tz+bArCjm6bFKsErrsF5HPHl5uFwvCDhT18fCyj7x2Gf8w4pXEUhlcba+LwEov2wpuobUGmDaYhRbWWHnGp2fdU+X/SzXwGqXdcdEYarGVezxovGJ/GFsZjxVbTMrqyqlbaL1HbVl/JwXpMGVKDx3K2LleCi0M0lk2WMniVTtENLbmErHso65aVpqylema/c0+ZQfN3vXdrnWJlaw53ZvXMSwK/ObNRYneX9tjWf1nHMuFbYk4g0mVcgJ6NA2g1qzgTe+9V8/3bD6Z/X7Z8HqnsttweqPXD2rgZIBq1qeqapSreDQiZ0lSApW1eOTitWzwKo0djRG+Nl4Z1BEfyYNTBSsEojRI9CCVYjik2CVpf91X31X+aQ8WJXMs8AySIMTbmpGLJMxYJULHcEqy6iZOeJqP0rYqd5Box6IdyBLqqKRgz6Bl5TPqkK3Is2iuBDRY3OCKJ6Iio1ATTwEzUrEc0F7AZZoNyoFzNVKUhrFLu68wTOwGo2k2Q7LLmfLCkVGxtuEYFXKWFk2wALTAkvi+d4uBuEI/SQW37eqgaHZZOtwc2Oaiwk8cAWsUh1LsFoKPMnw+wXK8AlWQwWrtG6gItWDALut7hjDxMFKU8uTCb8JrLm5EZ2ZEZ2x2U27H6MQuHjutUewefpJ+HNVzF9Sw7137+DRu/tYqgPBcIBR4skETkjNc8DPS7BKiMoFcrVZg5fGAla3hwlidl6nIjmgYtWXRceC1TimYjSS1yi5LprlioLVcIQ2pcTwMCNglYpVVZMS4LKL++pMVSZ3C1YL4vE4LROwYJXj2BpdE6yKT6VwKUKHFH36H7oOmkVHADdfg++tfn9UbnlwDaSklxwBOMc4QT7VwvQ6IrTSUizdiEs2npv5NEY/ShAl6rHKQLPCMehDEhaECBxjYr/BjNkEeO+pi/NYnfzGfzLgiwuxUYLImq6lz4TmBd6RVMh6MdpRF4NxhH46Qmc8Qn/i4bM7p3Gi18Xjj7Ls1UFlhmPZxelTA/hBANct4szODg5cdgjNWg2DrTZOPX4K9VoNzWYdJ7fWMcfGVcUK2q0+5kouDi66iMMEj6z30U5UGbDZ60vnd3dCv+EYtQq9a6mki1CreeIf2Yt5T2vDWEJDbvoqjRJSNnpKB7j28D48cnoTj+2EBmClqNF2Ix0jod8YNwumM7ANMiW4MrCMXWJHVCdSp8nrTG87Sb6UFQolAxwtl7BUKSOedHHk8AJefvU8bnjRi/DQZIBPf+ijeM3NL8Adj3fwX/74doS9GLOei5VagFVmjEYDHNvXwGVLFVGQHFpYwL6lRTTKTZSSMraxg0ZzESce38Ltf38vAjY9IqxLtHRV4biqVCU4MBtPFZTZ0lZj1s6O4pOxgmM/gGfAKpsBSWkmA3SjjxCfOtk/svSwL2DVCXv6PlL2bkvsp2GnBZ0a/+rPZ/oGmkoTFeMXpzLQHKjTxxMGSw8racCgKsaM02brleb0Y7EVUJW1XCy7MeaUlVPS8opZH1otk5taAmijFgepKGLVO1u/tORS/UK0jEiFI/pKtkGWwibbJdlsfghjZTei72VfK5ldRXF+PwqzDRRqFfiVGbi1MtwKN43cnBKsEvIPMdjeRLi5iV96z19dcFB2cHU+S9gIKDXdYbmGMcEmP5OmjQqEed1VPaBWCqrA102YPRN5qKpJmWnATCDL59vSfIJVsVJhkkOafLkYjSJpMsavTIBjQLQE2MZD1V4bmY2swlxKRAMte3VcLC4u4YU3vQIvfvFLRc1KOM41nK/LTToVpNmmkmuqKfPnPNIZdvDHf/o/cPtnPoYSFU9+VTYFfG0Lou3GhMdOlSq/c1PJDYYFf7oBSmXjzT98jtobpKhUS/J6VLVSFcUxRh8+buRfdPMr8Na3/STK5ToGoXquihJQzNC08RTVHw88cD92WqfET5blZtyb1Jo1rK0eRLU2a1TQ0+2FHSTnA6vnG0S7IdDuTSsTvAK3jW+aBd3MMhaY+AwK+OKdn8cH//L9eOjuu+Ey4WRsITgedH3TJl1jZ4LLLrsMr371q7GyuioVKDxHtUodKysrApDtNZfrThi2B6zauTnfvMoCbf3dhYNVglMLGfLnQtWFU7Bqz59u4nZvs88HbZ/qxrXX6WLBKq2YWidDvPuWR3B6soz+9jrikN2WhwjcEibjM3jzm67HVZfVEFCxxpuDXs4ZWJ3gk3/9D3jzj30Yf/Dun8dLbq7IvMbp/cPv/gIeePAhvPZN34i1S+eELRckSZViImo4nScZWxPkWdG0VBaYzSflCPd/7SRe/4afwj1fO6GNh1IX+/ddjv0H5jAc0J7GR7fXRij2QWPTQIX3YoRoRP9srjUGrIpKkgrTGAU3QqFAUMgjNh3fbUNKU+Jsx4VMwwJWGT+GeM23/gt89/e/DiOpzTUQwpay28tqk2Ti1T0F+rq2UXAy9TydrgfmXjRhw94mN1IxkQESu8CqqlF/sbtUlf9mLKn1Jbx2am/DeLjqFkTpLSrJOEa/10W7zUSOj7u/cg+WV5Zx6OAhbO9s47777sPavjWs7N+n1XBW+WhFBaZkV9cxXRepkPRog+Sy+SwFAbrESjzAdVeUbwniUSQqziqrLqwnqhn0MlfYplRSmaCNqbT5TK4pDeMOSb4pSJUKBMbOOZjKv+8CqPnfmaadfD96Mts9mb0n5d62cYbroNfvixqVXzz2UrEoNgoEH3hjYQAAIABJREFUxJzrObY5Xw2i0DTV0Y7lYcRmi/RbHWpyPYqyLuq8BgLWKAKxCUNzHi4WrP7mr/ysAHHtQaiJfl4X07rKgNUpIOV+gXOCrPW23wDPo0lYWDAta1zWdX06j1nYbnNXuwB4DqzuO3oZbnjhS+AXaR3F/e0/PVh96oDn3GKSc4LP3As9E7Cacy3P4OozBavcQHDdphUAK+oG3Q563bbeui5FTQSrBSwsnx+sWigqEbeZzySuOkdnezuX6Jqld7UFq/nf7QKq1hd5omXuFoRyLRbVqliG7W5klQFX8Y9VlWm+eZX6rqrvvAWVU3/9VCqZbBx5LrBq/VVt7JgHq/kkjV7KaZLT+gPvXpf1X7IjfxqwKvM279ecV3TmbW3mC42bgZmZWWFL2vDKsK8UqM8oWH3DW37hqYfsP7PfPgtW91zwrHnV1XNyo7JDsXQRluYJUw8byUbKROIglCbA2pCJ5dGUwe9SrJqMp0002cx0ws0QoeyE4E3haKngieqMr5VXrBJuNgJHFGcs3alXA1GshiMWlmpGWsCsAavc6AlYLRPOAN04EigqRf3cuBKsEpA1isCYYJWfoYDuWH32OElTAVoNCgIFOVEyJBVfWD7WgNUsIOfGbFKQ8r96qYC5egn9QYieqBQdzFbLYA/FYRhJV3GC1ZmS+ZxUIjJbasEqMS59SQSsFsRMngrFPids15dj0uodzagwWGG5tFUkcPIhbCSkKxV8Aas0VQ980d0qWPXYGMkVAMkNG71Rd/pj9CJ2RC8KRD4LrEoHYBfDMZsP8VyMcXjfHDZPbWH5aANXv6BCvIa/fs9DcCceyhMHMa8Pyy99V30sHQtWedUmWJ2pw0v4viO0hqmUU9NKIlOsGisAq1glWN2lWPUSdIYjdOjD4HqYqfioeSmK9BSDi+1hjFE8lhJsZg032/1dilUbKJ8LrBLwC1g1wSZ9Qy1YbRQdVH0CKqA1YHDBoFFBO4Nhvi4BBoc+g1DCcwJTUX9JkGQVVXoDSkZvkkhzLCqixxMtNSZYrfr0qHVETUYrANoEiBKaHqunL06xmv7mf5ZrLBDZ+grLnkEhOg3YdZF3MXQIVEMM4xHaURseqvhCawf39jtyvHfdt45C4KA+U8ZOq4/eYIJqpY5el2NwgMPHDyGgNcZOF2dObcNLPFRoN1HyUGEfAreIXm+IeiFGI0gxF1Sx3QdOD8ZwxjFO99oYeyU0KkBFejDQw1IN1fct1dHtxdjshSiWyigXfQl86WlL3ys2r6JVyTWH18RT+db7TiLxygIWCas5j/D+6fYiyHxkDM3zmymO2Yo0vYsRcnPnF6UJXjNliVgBW8MYpckE+wLg+HIZNx9bwvP3HUW3EqHamMUHHv4Cbli4XjqO/7v3fgJfeXQHZc5EE1p1ANetLWFGkgkxFioxllcXcPXBQ6hXimhUG3D6MYLFOTheESee6ODOz98Pz6MfYYooGhlKxYnRjIWsq7HCdw2yTNmRIECdDwRZFgJ45QbgV7U5hJiu2SDNjFERYrAzaB9pfwdu2NcyGW6IzjP8rFWJnUtnBtMH2gBQN3KmY6jw8KyVuc7BcvAs0zRec0Y5ls9AJ65aetiv7HfGA45cU1i7LaE0Y93CnyxYY5WAQNCc951pgc3gywavUyA73XDrHKJA0r6/M7GeZub8mzLvZHYRwdx+eDNNuLUAxQq/V+GU6THH8sdA5ofRKMRgaxPh1jZ+6X+//4LDsqMHliWYtYpGG2hzTgrEMkYhYP5cSgAtmXg9D9zgcg7i/MXX4u9ZcimQOE0lecLvqtqZ2gVYOMnvqrbkOh/LWOVrSQmnKDk9eS43sFYZkZWWmk2CqmWoVB8LMFXlg6oG4vEEV111Lb7t278Dl11+lZhcSNAriixWy8Tq12W+5LiKPu6+/y787u/+V5x54lEppXU8JmMnGBuwagEyf8bnEJpSwWTVSVZ9wU02f2+bWlnFBY+1VArQnGlge3sb/d4QQVASv77xOEKvF+H7X/dGvP51b5J1gXEME3DKV7TKgeqqhx56EBubj4taShTAPlCrV8VjtVafM6ry6dB4Oh1PNjb3bDj4CvnzbseKblCmiTsFrFzP9fN5vofbP/85vOfP/gyPP/ggZoISSj4b+PUzAK0bLN3wFUusZuhheXUV3/4d34FDlxxBp9dFtVjB6sqqjBV7zgWOWL818xHz8DK/qcqD1ami/exbJq/Q2nUu9oDVXWdULFTy5c0Wsp29jbf32oVC1ou1AiCo6++M8dkvrmMzqaLBRqxM9LZ6SEIXjdoEL3rhIlbmqQIysn+qyy1Y9Sb4+AduxVt/4hb82ft/EjdcN6fN09wEUauAL39hHQ/c9RCOHlvGja85BqfA+IXJO9rPMBEFeNwb0H6K9wobs3O2nUgrKIGonc4It3/+Pnzik7fj0Ud38PGP3YE3vukH8JM/+0ptlkeRw3iAeMB4PkY0HEm1izQGGkbY6WgH6UGvL0rBbqcryYpHHrgLt9/2CUmsEawyQape36pMzKvfVGXJ2H8iFU+v+pZvxqu/5Vu02aFVeeV8MmznaLmfc6Xt2UadKfy892puqO3dzOdHoa3tyN9fhLRUD+aTIflxpP6M2kDRLxXRjUKcPnMGV64ekFL0YsFXUDlhc2EfX733q7jtttvxXd/9XVhcXJQqnC/f9WWxGzt6xTFNTMn8ouCB9z0FBPz3FDzpXMS4kKBSIKq8vsazAhCNJoGqPAIkijZEEFMgmNQv+Ry5Dt6iAM8Uq1rFoIkXreJiAkaU+eK36sJl0teoVEW1Kj6mLP0viGejeK4ab1YqUnmtdH2agnALWQmI+cXXYxzXarU08SZ7RwdBSavpuGbwHHHeoo89YZOFRByXXMOiKBRFH+d/WUM5x+UBzT8RWP21d75doC/XMI4BAd7aZlfWTjtvZ3tQG+fYKqBcubR2U9f10ypW89fJvoZU2Jn1wZ47+W7WQiYXVw4dxQtueimCUl39+E3t0oUFKU+tWL2w1zLjzSQuzvfcc4JVE1Pmx4x9/nSNkN9qKk3ixz3vkKvq4vooHquTBMNeF71ux1TSaBxFxeo8FavVhoBNl3PlrrjRKlP1etsyeYXjZ3/l4zcb6+9VrMq9nYeHxsrHqkU17tNxbuMwKvXzQHX6c703rL+qfLc9EIya1R6zrV5ipY0Fq3bOoWKVY8keA49R7nujjpYkjvnM+XVbGipmso/p+cg/Vj7vntOVn1/ts+zxEf7IvWW8YTWRZ/mWqs9pBRCU2Cybsa/GSyxmIFitNxv4wbf8/MUM2a/b5zwLVvdc2r1gVRWrhHdclExBh8lCcnMjvo8sjRdh5jnAqlBZswpLttOabtMPScvqOUgFrNJbU3xzVO6eB6sEczNFF/0xPexiASLRSMEqrQAYAFDn6QdsV6MeGLwB2EyCN2lnrGBVQkwGc2kicGSmWYKTA6u9WLt+8zkKVn1QmMHsLVEdoRY9PwlWWbI5VcWkiFIXUZSIN+j8TEUCQwJOJr1nqyWBmMx6WsVqs6iKHIJHC1ZFJ8RmNBasUvFDheKI/pIGrBZ9UQVrt3rNoIu60sBWqiI79KOMYikBKxVVsUqwmilWDVjlOSAwpxKPgJAl9aszXMyl2ES7EcvmVL1FGAANRim6YYponGB5voJ01MfsSg3HrvJw7IoVfPrjW7jryy1U4SEKI1lA6CHaZMkrIIrV7SG9uwhWa+JzRQDdomLV9TKwSoAspcuEaTwnpps8x1ORitVSmc776ErzKtEPY7bio1pQsEpF3RY9eg1Y5UDc6gxQoipaNrLalVjWSxMAWgU1xzIDRfEFM2CV4mOeU16jmbKLOseao+fNKlZlPIhiUr1TuWhyQR2L0tl4V8oeR72K7QbAglV+FvEeNmCVvsL1wBWwShW2eqyqYpWq1/dvPN12+uy5m1YA+K1fMaVs07I6WYvkdPDeYYfTiSibIzdGJx1iM+qg3W+h7Mzhb04+gtAt4Ew3xZ0PnEapyjIrH5vbHZQqTVGPsXEOy4QOHzuAEWLsbLfQ3w7hJmqvEdPqouSiUm6itd1GxY1RFmDqo1KpySZoMHbRifri68t7cP+Ch+ZME2e2+3ARozD2KaXHVncg3laLC7Ny3rtD+l4x2REjHXuolV3cePka7r7/BB7tjkQByzQDbTKoWuh2B6IEtipVC0kUqIl0BK5Dd9IA6WiIRW+M69YquGzGx7DTRWWhhAOzdcxXF6UhUacX4Mn2OtZbpzB2Qxw4eDU+d89J9Acd3NWO4UQp5otscufg8oU5BM4IadLFUs3BC665EleurWHQG2BmaUEC6WJtQWDwqSeGuP+r6xjFDPo148z7VJvsMEhT1Z5uflQ9JsoZm9UWA2luejUgTghWS3U4QU067tp7wYaqWoamXZjjMRWrbXgEq1IEpmp6hY3ZM+T1p5pXDUkbfZYIKrATz1QRme4umRNv0qwk2o5ro7I18FKOT/6n6ppMBSQbegOQxcpAFUXqR6ZfohtVCa/5Y+GobT84vVdyT9MsddaVV5NZVhkgd7C8da6cS4SqpnNY1pHdKKNmmghmD8BtzsKpuvDLVbi1Bpwig0puMH0xV+DmLmq3MNrZxi/++QcuOAA7fsmBTI1gN9EEgFTASHArQaR63aotj5rxczpkKRihKu9nKhlsUMyfcw3R5+h5ZcDNP5xL7Vpog2QCSWlkJb83SSeCXfo9FnyEwxDdbleUHKoS0gDXbujsh7Y9ahiga1A/UtUoK0iiGLNzS3jlq16Db/ymb0Wt0ZQ1mHNjHqpaWBHUyvibj/0V3v1nv49k0BdrIHpgM87hZtkG99l9b5JeFp7aY+PmgR6i9tzwWK26VSDtOMLS8oJ8llMn16XkWZs9xYjCMY4cuRw/8zP/GiurB9BuD6QaSJMfqljl6X300Udw8vTDKHjanCUouqhUKwJWG82FXWDVJisudKDkN2Z6W+1eT6wVgP05N45+UEA36uKWD30QH//QLeht7aBiVL28fSWpYhQ2vKaEExzPVNjxum21trF28ABe94YfRL3BZogulheXBLzaTZTAbfEBnoLx3cDy4q0A8skGeU0DVs8+d7Y73tnHMG08NFXG7H3+MwWsFwtWJ7RBSV2MUw9j401PH3jmOLptBxTfVauMUZk8Nd6TIrRXexMqTz/6vs/gx97+MfzJn/80brxBLTEEriaBjNevfOlR/O2ffgaH1vbh5f/n9Zjb1xCrrNBNEIQO+ie3BPwX9zWR8HoZSxR7juV+liS3g9EQeNdvvAdp4uOnf/47UChQMURve/XoPutLrAXyRbnTR3zwfZ/ET/7YL2C7u42UMYNpaqhVXFNVJp9hrQC4ToajEN/+Pd+Dl7zqVWrHZOZyndRsAtLYapikeLZ+2GoIxbG6puRLgc3ftXx0eg/Y5+crmGVO5mMEiiq0sfO0HTfaX4rJMYoYItRmZ+H4ATa2d3DJ3JI0gGN1ztLiAkZhiI1Tp9BqtcVqiQpwqYLCBOVSWeD0g488lKny9b0UEIjqN/c59H0N0DUWL2J9kYxx8sRjWF1ZlgSclN1Lw8aJJFoIXuGqLUr2+U1cbf9NZWqmTDONB6XnBv1U5XcK/qR/hQGrUyUrVaye9IdgA6u8gpWvKc/juczK4/UaEOjy99na4jhod9qaeBOvW520NHHEROFYFNPD0dCAJgO5Ep3HRK3HdY8JRQoc9jTryVsB8P0vVrH6q7/80yhJApLHqPcHgRH3I3xvrfTUagqNh9Tj1n5OmUszYfTZVgD5ddzGu1nvMaNQlfsnZwXANW9x/yHcePPLUawQrHIeVlOoC/v6/z9Ytfd3Bu2yIPc8ey7GT6IWHsNLxwJWqSTnHKMJ6lTECPPL++DvAavZe+3xMs+D1fy6lT/X2Rqe2S3q8VlwaGOZs60AtKyfe+A8ROW+SZtZaYOqfEOrZDy1vsgAK6snKbw4F1hlQ+CCJj0snOf7MTlGsMovCzSzeUEU5lPP373jdPc4s3HAdPxZsJpff/fGOXp+NP6V3xn1riSYzXWWH4vNQapgtci6xRSTWPcAHPWNmVnUZxp4/Q+/48KG/9f5o58Fq3su8F4rAKXzugiLpNsYqMvmTAzjLVjV2hkqVgk4WR7EBUuMgA1Y1YyP3ZRpwyhu5qQBBK0ABKx6ArREsZrQv3IsMJWNpGZKHga7wGqMiIbLDBoFSKYIitw4qlecdA4uKljdrVjVploMO2aaxcxjdRR7ELAq5uyOAN5K0VMVrlGsEmrxuOS4DVhVmb76X9IKgI2XFhplWaB5/ISwM9WSfLYwHCHiBOtQgatZGgWr9MPjmVMYIBlqKlaNxyr9OWlnQBPoinTM1g3MXrAqJZqOh244FhsFljqKxyoSCXx4LK1+KIC0TC8mNg4LXDmH7WEizcLWmtpogBlrZkp9KRFWwMmgiyCdClFCiqXZOobdHSzsa+KSoykuv3IWd98zxOf+vg1vMFLbBF5fgtUy1YGqWN2mGhEpVmbq8CcJumEkitU8WBX/V4JVaZ7DDBI9skIJaTOPVU9Vnl3jsTpTDUSZSNUzg3lVrCZYm63IudrqDOVzs2EJYYBknA1YteGyha2ZFYAtj0ocuZ58/FzFQ11KA+g3O7UCkABFlL0Eq9p8SxYuXmMmEYxyznrKaBBoMno5xWrMlkFUS3lpBlbHo0QapHEMhgSrkxTvW784sDr5rV8xd74JjIxHn3T9FUXaWO0gCoX/j703j7fkLKuFV+2p9nj2mXruTqcTkgAJYZI5CSEQZBIVRHEALjIPgggiOFz0iiKoKDNyVfCKKCCTudwAIghchqsgIMGEEJKQpNPzGfdcu6q+31rP+9auffqcTrr1+wey+TWd3mMN7/A861nPWliLe1iJ17E27gowvenEEP/ePSwNqq9ddwI3HRqgvRCg2zVQOKzWsdbpY9ijdlqAu198nsBRGnh1TpD1GClg7FFuoDDG/Ox29HsjpARtqxWsrA/RoCMsEwrRYGL0egMMR2PUKsA9z9+FaDDGkdvXUSylKJQq6A1Nt2d+tq25OWARRa1o1EYmwN/Fvc/eSVo6vn3wKAbS/jGtqVolxJAMhNg0KRVMuhZUH5yEQYyR9C+BSjzG7kYZ89UaWjTMKw4wqsSos7V3XMHtSytIowTRuIjlJMXdt1dwvDPEvu078NMPOAe//3++iSOrPRmgzYUB9s1Usb1WxvZ2iMXZInbNNXF2ewHt9iIWztqLaNBH1Imwur6EY4fHOHaU86rj1E0tYZBmahLLzZZjUkGUWrTseefbJAayRRNOl46M+OoMCpUWqCdi3cim+qag3PQRxMqI4y7S/ioK/Z5ALconlAgg5h5ZECr2p3+kmGPxwSeeWRDO43MgJZm01P2zyehAUqNDKTD0hiSWgbo2LR6D/w27Dhy/1hblkltDYbMat09ojWrrZQwcU1ZbmIQHnLSAAb1xwABsWv9T5+L0rPwRmDSssaXI2J+A8wQWHPjcrKIycxaCmVkEDaBUq6PQaCMIjXlUQAUx9cXjCKO1dYxXVvDrHzp9xur5B/Y4qR5rz2IS6lvaLfG3goqBYAamDp0UAIF0soGI8KnoGYZiW1rjCfdpYxrRlIn7uwXEzojJaWWFLP4VqWdnunUEUvmo1qsOHLXgXTpbbh/zgIRn2k70t+xeeoaTD+C5B0obVxrwZVx00b3xuMc+Hne/8L7sN5kGEfhMqYReMsYHPvRufPpTH0MwHKNSrGDEeUIGHnXiN7B880Afr4Nnq3r2qoL4zDTPwFW+h+AvNbnm5toCj6nBrJb+QhG9fldj9Kk/+zQ88ceegnFMBjHnh0PpWTQtBDh48Fbcctt3de68fmFYksTArl1nod3eJhfvKWDnDoJ1D9xkyYTfAabYatNgEZMPDzhwHNEwcDjs48Mffj8+cdXHEHf6aFRohhQjoNEj/zgJAEvoqA1ubBiutWQpBsUAa50OLrr4Xnj0Yx6Ds/adhcWFbeowyIMuBFaljryBrbPZv/11OJUUAE930+86BbBKHl+esTr5/B1LAfz/DazKNZ5JuwOP3IJt9yIgMMozZrzC+Wrzk9rPlGIhsErQ8hN//zm89JX/hL/78Ktx34vr2jsKxRiFcYBUhlQBovUCPvmez+PgfxzBI37hgTjnobtQHJdw9Jobcfia70nz/cLHPQzhYgMlFvekP+vW16y13uRW/ufbP4rOGvCyVz3emWBVCXciKFQzIlg+ojFlbFvDMzZyCvzvj3wOL37Rb2B9tIZRMkQUDwU4sZhiCfNk3PAQGEtwTlEW6pkvegEue9QjRXIwYJE65M6Y0BfffOu4g1A9OGF7ke1Bvihu25r14qpwpyKgFRTzBTfGU5PPOrIJP5rbKl3J0Z2x72yi/IKBZtXmDFpzs4h7I3Q7HayvrKC7toKwUkY9rEhmiWxfGt5VqzWtmV4G5tiJE7af54au3Sd3hf1emTG+nJZyYj4AS8eP4KN//3486pGXo1lroVpzWqTsoHMGWJkr/UmMVesEEbDqZQAcYChgVXuIyQBonRd7zYBUD6xOgNRpvdV8i7s4qN5Iyx2DxddWrZLWKskdy0tOVkb2iTouvo/XinsW97tBNGn19yQM06A0YJV7JiUAJm3PTmPcFQj9enOmwOofvjYPrLp75Lo519ZWNXZpnOOLewawOsk9d+4Z8ccb0jqpBLOdtIdfp6yomD1rhV6vlyudUMrZDDC3axcecskjUGu0f2CA1a3W6vyemUl2bKXxmgdW4xj97hq6XOw8sMqYOyhhYcdulBttW3toAukBW6uOZuvdJP5xZn6b1Z7yhZ0csJoHU/NrVyYvICDU5ACsC8VYqBsZq/7fGbhKEtoGxiqlANilw4KWlxbIz4mK5AatIM8xxNcYE9EUjsfm16esOCIMZDI28/cmyy/y98CxG7TsuoLuRIJkEs+cVDR2wKq/JsxxJiQUyztYcOf3UmO1HFZEAmDxUilXWtBa3Gg18YznvuoOoq8frpfvAlY33G8PrD77njSv4qA0gXdNiiLb7aeZKQRXh96EKjWNVaaRZLdyA9XEZWgn5l9+ZSCVmuxPa+uT2aKXApAIOVuekZlX0eV9tkZglR4sMVrNirVXU+sm4TdTE4hSAExQzVE4GacIK8aSJNsz01hNTWOVrfmUAmB1iW2o1AMlsCrKSMJKLNCoUmOVAKS1EkljlcAqA9ScVhGjKrpDD8c0jAIWWjUdH9vUeY7UFyVQSHBowM2ZDvahaXhGY4Iw3gzAQF2ZBxWp8VqxduZhhO44QqVY1vdQL0q6O46xyriBYKJFaUWBqp2BA1ar8vVGuUwgO8VKp6e20zywOk6L0gpd6gyxZ5YJIANhM5gKpcnHoo4lRmTc0kSMLTU7F2bRW11BY76Ce11UxNnnbscNNw3xlc8dRW04Qi+ZaKzOEFgNAiz3yFg1KYDdcy2UkthprI4xDiaMVR6fKYIZ48GbV3E0VguBzKsKpSQDVnm0840QM24sMYY8MWCbQ4Ld8w2NRTJWCXBTW5YRpthUOcYqEwmytPjwjFUzrzJNYN5PohHz9RKadIMeU+OVuoqmx+YZq/y8uWaz3Z4aq2ONDa9f6XVzTG/KxgFZhJICULu/tUUQWG2WA8k2jEZOCiAxKQCCfB8+cmYaq3jbH7lkwCVAbHHQfGdSRIAuMoC/EOD4YBlraQco0CwuwCdupqZuCeujIf7hC7di0AvRno/R6SZyqx5Si5XmZqNY2m4H7nYAS8N1oFJGOoyxdmRJ13ZI0DOJUA9boNhGOljFKCkjDeiwbU7TheJYrCWSSwgmc4NfbFWxZ3FWLO/jywNUKsaeXFvroMqFpFDGWi+iB5F0hAkOR/2hTMB2zdcF9t+62pGECX+XRlaMR3vpEJWg7Fy6cwujA584vfj7TFIpycHCA8GAQTLU+hGOEzT486UQo2EHF2xr47ZejHorwt12NvHAA2fjHhfsxMve8QUcXu2iXQywv13H9nYFDQxxDvUT50O02xXsnlnEju1nYW7XHiTdLm654XbceuttGI0qSOKq6a2pfmrsHAsOxmK7M4GNxbK0e6sGMrFOjZ1lyKOZKY0LJRR4/cMWkSfHvhSVxrEy+Tlr/U4oBTAgY7UnGQkCq0zAJ2BqDmSVkdsk+ZzrmUHahIVjTEnTgnVV4tiKHRPzKh6HaRrZ2DQ2lddT5XNk4Fvwz/njTo3n74zZ1GblMlfv/KxquDOV8sfO3xDrwgOuTkeR8yEOhgbOOjH7DMRRZ8OEda41wkG4Zg5hunK85jpLXnauTc2zEDQJrCYo12soNOYQVFnM4veZji9lVsadDsar6/j1j50+Y/Xc/Tt1m5kg8uHZgAo+BZ5Y2m9gBIHcMXps1Y9YFOUmbusj56AM3YQamHkJ9wYaQvZHQ9MEp04p9RNdkG8th1yvTCKA3+G/qxwa4Ml/s22T6yC/x9iqFhjb+22ucX1m4M/bwVZRPU/XZV7fAp+3RJ0B8KA/wr59+/DYJzwZl1x2pVr4yeoSc4vFvWqIwytL+F9/8zZ8/V+/hMKQ2qtlxBSP1PC0QicfebDUF754Xjw2tZM6Fq4P5H1SbomYsa/YCdJo1gVMHz50VMdIdh8Zev1BDzt37sV/+2/Px30ufgCGLOi6MUiGNLVpDx06iJu+f52167LzpFZGjcDqzn2Ynd0uYDX/sDlyeoU2n3TZuD2Zgedb7n2BaXa2jS9/5Uv4q3e8FUtHDonFob1MgIVp7kp/MpdEeWMz/gRBPxWTEzP3uvTyy/Gkn3wSdu3Zk4GqGbgtjdVJguXPdWMSPJX8nkJjNX+tPGBghZbNWv11NUw7WWZNkz/+Hm9MlTZLzvPP5e9N/vkzZqyyyErWXZFzmGw2W79B3cOUMR8fDJi5GhljSKxMMVi5rqW4+oP/jF9+1WfxAQGrnOuxMYXjsvZ+rs9RL1IB7YtX/zu+/I/fwD3vdQCPe/Il+OonrsaJ625FUK/8+korAAAgAElEQVTjAU9/AubO3a5YjsC5DcMJX84zUt/8xg8hLG3Hc3/pYdZREZOZyPU1D6z6whbXHNOq9ti655L+/fs+gV97xWuxHq2jG62bDJNzUM/vO76QJoiT1yiN8byXvwwPvfzhIjMwfrMc3WtuT+aPPrtRfsZH/a7457s1JvfWf366vV97R6btvWHWOmzTxkSu+4NkFukAxihwPSUVOSihyLZ1mUVZ4aFP8IZFYXkBcI+dgKUqFtFkleur84TgHiqTykyb0YHQ7tBp8Civd44F+lIUrEi2fOII/vydb8PTfu6n0QhrWk/VxcZExRkclnLzRGuj69jwe6EZFzuTGv/fU8CqAakCWrlHEUh02qvTwOoEXPWADPcl3yI/AWBcfC192okZDs3zbB9yDzfAvBQA/ybw4xmDfJfk4hywKj1waVIa628KyPovAlZf/z9+2Vj+PH8RMgxgF+nImQNyP7K1ybLrzJTKkP1s3Yqdsa4HWvPAqmaqI3fcGWB1dudOPPSSK1Br/mAAq6cqgJ0OsJoyv1OxK0KRGr3dNRlYMfDze158KmBVgccEWPWgo2KRnMbq1OqxBbDqY5ipgpArAgv8lNlUXmN10vp/ZzRWp1msBFQnGqseVNW8SBJ1OW0GrDLu8+fI4/UFFPNXyE/NfBHAYVFq67F1W+QLETxsrttau3F33qQbR11+Pq43trEF6fnnuG5SMrKdAavx2L2eBqjPtFBrNvDsF/zmyT/4Q/zMXcDqhpvvgdXnXzjnAu3pASnmKiuLxB5dBTaRaRO1To0JKMaq0+rjhu4njZGNGBw4V8OMzcCc3txl2aJNraBy0bR9OqMYvcjaZthOT3AqHkdo1kzfrUNGKJ2vSTkvsH2b2jum3cagglUGBp3dIQFOxphMwqztsJgSAK2oJZhswnFQQj+iU51ySEkFULOxXqHuqwHGBEFNA9PMPziZtVmlMSIUMWAiGaRYbBszpzegaVGCVlhGs0oN1kjvIRDUDKkpWxZzh/qpBAcoVc6vjQhOl1I0K2VtlgwCaX7EVJiaqdaqP6l683pJR0hAAnUlDVhlsEEDrmJgLGICh53uUEAgwUUGL/ws4gI64xjHOkNsa1fF1iXz0qQA3HrDNFyap8DayK7F9vkZjDrraC+muOCiIvaftQNLx0v4x6sPIRj0dJ5KrgsFac/yd5f71Ookk5CM1QbCgt3H5f5Y15C/TdZvI2RyYK2EcupGgFXqslByolBEuxqiXEywNqJ5FRnQARabVRlL8dgJxh7vkpUA7FlsaUwsd0YaJxVpA5ken5IRF5xIdkBaqKnGEsekadnyvhekBcvFe7bGNu6ygO1lslgJVmTaRDZnKtSAotZfnAo84PWSa6fnOjgtQAMTCAwlKiTw0vAeMl6t8U/ZpABonjWktiAC9IZjtfx95EieGXjnVnJKAcTv+CMjkvN/2kycyy0hIHpscaMqA+vxOo4P19EvsXAQ4YbblvBvJ1Zw1s4QX7v5ML75H+sI5hvo98cYjgZotprodRK1yRLoqzdq2LNvN9Z66xrD7fYseus9rCytqHVEoIxsh42lyO9gmxeDVm3QGYkrRikoIiLgWiqjVa3irH27sHL8GJa7PdRrIZCYuQBBIV4fsnY43qgFKLZKt4dKsYSL9ywiHq3h60fWME6rqICJAzAgsFpyxSAX35Dnw7R7yIvFNYPFIrEfiggJBCZjDGTwwvWA6xe1hcdYqJXxxPO34aM3LWF2oYiL91Vx6eMvQzos49Vv+JC05/bNt3DR9gWsLa9gkK7hIedtx/0PLGCIAfaF27DvwD1RPbAH0aHD+Mr/+apAGYLQvQGNFBKNg4Q3S+2XBnxtDKT8axmThrOCbaDpWPqJCdugK3UEBFbJKpQGn42/zA/KSQEEUU+M1WTYQ8E5ArN1XaNIoK0ZuHHumFPsJEltk9XtgkADOw0QNoYZx75muiXjZA9SMlkft4TQVN0oCSI+tXOjDlBg1dm1K3pbB34HNXjtWpgxkL6J8zoxTTWCcpK8UBu/gZ/lgLq1jvkacOxpImTgKdc+aSwp+eUkJZjIEcJ12bGRpOdHE0Kv9Wetlro3gsGrKFVrqDbrKDRbSOttpPV5BBWafxhTmutATPOWwQDj0Qi/etWH79zEzr3rvLP3ZlpxkgCoVEwXKqKepxVJuVwJdEyBQT+SJjjfG1ZpNmQAK/90B2SWp1qDQhYp4gS9/kigtuSBXCcL1xImttzHaHTnjZ74XQTgWISIBiNra69YkU2afw7EppQHnycQSWYMGeieAcF9nAm2BzSV8Oi3JsZK/B4VPpDisY95HJ717BdjPCpqvrDQMDc/h2/c8G9471++E9+79j9kzicgo8BkaAKu+cQ/C9KdXIxP4FXwca2lHoD1YKuub7GARr3htFJTzLRb0uU7duQ4SsWKWJ8ci5RGeeQVj8TLfvllGCYVSZlwpI5TgtEVHD12HN/93jcQRQMUOfdrNTQaTWzfvhMLi9un9AzzoN2dBVj9Z/h+rz9nz00KIgIjGBvFMWpzTcTjEd70+tfhq1/4ogE7DvRQq6MDGQwAsXXUmz9wn1QXU64ll9eOOpBPf9Yzcc755+ln2ZGjMSTgXDvvpizTSUFkssacKkHm1CCreiO4ecrvscAgh71Mikj5CTn9u5tkdHcwe8/UvMqv7Vkc6Irs1qkwRYTUERDcpKEUi1VWzCrg/e//J/zWb3wGH/6H38I97lkzMFaYjI8lgX4vQRxECCspbvjXQ3jTb74H+3ftQDk8iM9c9WU87ZXPxE+87KmoikFNEMCKLBZWOYDRgX5v/e2Po3nuNjz95x+C7123hE5Uw8X3raKkFm7uX5Yb2AGbIanWcUm78KgKAvv++j0fw3//nTdipb+O8biHYsr93swMTWvVFwq8vIjFcQQCn/vLL8WlV16J7mBogLNMDi1J93uGZ6Nqb8ntY0ZMnW6d1ye3qGdMz0uXtOfHg/vgVgUR7aH8bidToGNxT03/qB2Asf5z4LAX87dsbuo1fxhTx+iugw0D3rvIjKUKJSwfO4Y/f8eb8Iyffwoatab5WSg3IPjq9Es8kOpykzzAqW4gRyQQa5UbnvKnkmNdm7mVWt+5Tjj2qjFZjcXq2alcY/x6vPHvrAiSaycWsBNYOzyvw/LyknVLeEKBYg5r+/WgEQv3ZqhosYd0vWnyo25Ie1/GdsuBMRNwzPKAV73whae9f/MDv//bv4J6nQVXq3NyVpAR7NckfrcuqUND9foUY9fHOrl1S/GJzS/NTcZq2T2x+eWZqgawS4wiA2i5XzfnF3HJpY9Coz3vCtGMhexeTj2mmJ2nm6dMGOQnr+ubf9dWK6+N+s0nqBVzJ0c9Ma86XWkDyA9C0lvjkfLPQa/jzKusMCxd6kIBs9t2ImzO2nT0OkcZazWb3K6Qb2PypHNz61L+rKbmsWL2iTGTjV/7twc+vXkpAUVJQbnWf2NhG6M1r6Wq7s6xyQOQ1W2xmUkF+DiNBewpYFV5sDNndjJPGWOVLFd3TIrCnRyHUfAmY9SP1fzfW00o3Wt3sbL4Jrc450Fb5T9ZzuQMXl2crn2Ax8bCGwLMzc2BOs/ROFK3M/e5mMwddoIUivi1//7GM5rjP6gfugtY3XBnPbD6AppXZbp8Nn19RVUtGhnbiBtSQXqbdIsPyWp1bvLcRL0enaqQG4BVfitBN7q9k91BFlu5wLbxsgApJkPdUYIOKXzSKQ2tnToeoVENM2CVL/MhwIxB/QZgleREJldkrHInEvOSiSMZjk0Clw5YLZQwYpVSzvBk5xJYLaFGExyyAsgRI7CakLW5ObDajwgiJlhs13hyWKfLe5SiGRIMmgZWKTnKVn1S6bs0CyKwqoQ8wIiswUKMRlhhU7gm9GA0lhNrrcJAxIA8v7BS+q6khMSAgm4UYb0fCbQisErYgtdYrxFYLRS04BFYlaatgNUERzt9LM5U7TWyS3QvXXuxNk8DVldH1t6+Y66NqLuG3WeHOO/CglxJy8Vt+N8fuRFxZyAWL8cAQcpWaIyKlUFkwGqSYGd7GljVGCqR+RxkwKqATjIaaRQlYLUgjdXZDFiNsEJm6jgQm1HAqrZSB6ymwN6FFvqDgfRQqXUbMpl2Rie+bYBJOsFKJr0EHjywKqYdQYm0KGYt50G7VrLziVOsjsZTmn6Gb0+AVdYWWP0m40DAqnPddniuY2mdDKwS8K6WUtTLBjaT7UwZCYJL1LklSP7hw2fGWE3e+cf5gh9p4ALbxgkNX0ooSPJiiLWki6VxD90gwfpogGtuvA0HBwO0Z0N85TsHcXgpwbhWl54qA9davY5BL1U7moDVegPbdm1DlEToDfpKZNimtnZiVRqLav9UkG0MhG6nqzZkYlFq+XUgmtpleB/GgYEWCvhiSQd0h4TjGdxbgK9knm62I4jVStMDBokELkh7nikFqFbLWEm4LpCdSzMA6nJOWOD8OYKknDssLBDQJyuPwT31yshuCwsVGe/pKIUEUi2wgJkicM7ORZyLdRzpD7BaaoECc6/9tZ/Axz/3DfzdJ25AUCmgxnEyHuGsGvCws+dwnwv24fx921FqlNVqObvtLKRzsxgcOYbrv3wDVtfWUaREQoFs/UTGFAQjNdKVs9k66VvlyfTLDJU821PtoJXMSXlMJkfYQCFsIKHxBIG9gKUxtrPbdymxYKIsYHUNGHat8iRglLqzFgj55NSYEgb7+n2j3XXj1AE3FujydWvD51hOxQxlxc5JAfiAUmDqxGBDrvWuUl1UIun2GQeK8jdjGV45J2Nv1qPv47EySzH3dqWbWjSZcHD95PkrBdd7xELXqdqeYDGaN/cg+Gyceq/DaiuPsaw4Xjnu+PDJzDClMWGKQhii3J5Fsb2IoLGAtEjetEt62JpFo6PhEHEU4RVXX3Xa8dfd9u/JEsRJe7rXVOVQdZqnhYIC6l6PRhzUyquiSJa3Y45yLg1GkQpj9WoZtTDEWqcrwyW2tkvJN+Y+U0BYrhhbepyiR8kWqzYZ857MRq6hI9NszZJBL4Oi+wvU6zXNs16vJ7MariMCMsnodyxWHzBzzOjaukTcJ2DerfkBD3gonvH052J+cYd0V7k2fflbn8ff/fVf4vCtN6OUGjudRFgWW7XEeC1Yx6bSWu0Sa/6WB5t9SxtfM81Ytv8bw5ZABKVOCCQyeS+Vjena7w5UXDJH7AJGgxH27t2HF77whTjn3IszFpIHVk8sLeO667+GUdRHuRzK3KlWbWD79u1Y3LYDQck0STeCMqYjPHlsBdpoJLvW5mljD5eKunnGAjQzw5lts/jMpz+J97z9HVg/QW1NA5jVZqs5aK2Fnp0y+V27TzIgc1qIeWbwk5/607jysY8RiGFGLQRXXWJbuGMpgPy5ngpcFas9n2TlTFo2u0amGzid0ua/f7Pf8tqrpzNhzxRY/fiHPyUQulatCnQnK50ayuza4vXL9CwJSkkPM0DAAi4lXMSOD/DRq76I3/+9z+Oqq34L59+Dloom+2UOhlbQ4p7N+LleJROihIPfWsM7/vjP8eXPfg0rnSN40Pn3wFNf9Hz8yBPvgXqriKAyuWZZMU1PpXj9y9+PvQ+8CD/75Ivwfz97Ez7z+Vvwopdfim2zrkNChTYPilrhTd+hDc5AV3bC/MW7Pojfe/3b0E+oMzsExjSfpPEnwVL7LVunJwANY1ky83/xxS/GFY9/nBj6BG79+u7nQzYvNFbct206pzZ/fbOxNA1e3vn5uZmWa/44N/73qf99MiC18Vin5oe2sEi0cQKrK8dP4F1veyOe/nNPRrMxo3VPhUm3Zk4zVE8GRqaAVbe+qogVeKPHaf1VMvI9qJq1CTuplbzuqme4+33Fz8s8yEh9br9XeGCVxTsVO103Tx5Y5b7n26AtD7Z9wACkyX+fClj11/I/D6wa6JQHVv13bwRWuX7m1yXPUM2uiQdhPZroljiB2bkuG75fBRpJm02Yr7wmtfYcLr3sSjRnPbBqa8TUFDmpXX4rYHWL573kRoY75FfU0wVWt4JVT16l/1PAKoFCGZlF8oMY9Dvorq86U1mOGTNRbS/uRHVmbnNgdQNj1Y+vqSKVC1r93Ntsr7cONctb8+N3U2A1V0zwHULcizeCqnlgdeNrWwGrHBTUWLUCvsWcfC+7Vfqum0q5k9t3NIc5hl1st3GP3Wp/zwqkZrWwaecOf1/X0S2/Hli1a2RxFI/NFyx5DRl/87sJrFLPWOsCZRTUGUDCG/PKBK/5g3eczpb/A//eu4DVDbf4ZGA135riYDuJWbtWeDE3A7Hxhikd3QmsGmOVFUmOYQ7GKWBViyVfI8PENioGekzOJsAq2Ul0YU8FrnKQE1iVZmc0RK3KVlyI6UiMjg+CT2Q8sK2aAKkYq2ylL5LhN1IbvxzZ2RhPMxxqZTYJXJIlmCIulO1zMqYy2QOaLlXLJVRKDlh1WpkEV7kh22Zt5lBs36bJTjlIsEBgVaZM1HtMxDz1wCrfw1+vV1IBq2wh6CaRAgxW7qVbm/LfKVrVEBW6J0cR+mr/KBpj1W20PkQju1FaqFsAq2yO5QJH4KRLFiedMCnPUKLjfJFIRAasLrRCaaKyFYjXSK3wYncaD0KMVWlIJtg+18a4t4bzLprBPS4OcfzYEnbuuBs+/rHvoXO0q4WHixYB7zywSsYrQa4dDljtDscytKKsA4FVAvRkCjMY5v3gteH3rPQH4rVVCazWqmKsrkeO7ToGFls1mZwRGuJ2f4LnigC75siq7GO1P5axVbVIoMRVqTkeXaWdrFfplglYJZvSABJVqNOSzMgY5LTDokzKiLasyRWR7F6vI2PVQTpwszWKYDbZxtR6JdNRkJJYFTZuuXAzCeeNpxyD1RE4FwqolVMxVsmY7snYypiKGsv/CWA1fScrbC6MEHBG1haB+1gAEwW6o3SIXmGI41EPS4M+bl1bw/eXTgj3OtLp45obj2MUFLE0LGBtpY9SJUC9XkW/R3YtgdVUYEZjtolChdcVYsXVq1UMOz101juqAnp2HJPDTm+oQoOATgYpjuHO9kaHraJSDtEge73bMdYhuBYYUE/ZCl5fst7SoCzXabGRxTK1YIOMOwaLBHC4uXLOq/VMLfTWamVAYYJqEWjWqCEYoEPWsXSRSOaVmx+GHBvOQErVS64ZaYwds03sm+1he3kRt6+10KyN8cRLy/jCt4/i09/qiN3DWD8sRHjkPRfxhHufg/lWE61mDY1mEyMO8l4BK2sDULPg6PERji6dwEitdyWERIPUika2pLVqG2bp9ES9huoEDZwwOGPOJTIyx0jI4A9rKIYNxKWaQEG2m9l3On1VVW+pBNFHQmB11JM2lCVxZQPGM91UJsP8Y4xQP75nu2ZZpeTAaUhzlHMd0i+xkaEwEvPBpABMt1phkoBWK5Ww2OZZowSDOOM8kGSSAXasHtCcbiviBeL4YDbBuei+3++BTnDUEgxigh5YtZYhgagqLrEIQgoCQXkaEvjWICdFQKCYjFkZozgeidYXMmk5xsaIOd7qLZTmtqHQWETA1k4X9OlzYsaQMRPjV/7x6tMOxM7es8P0o3NJL/9tgCa7IUw3j8Oj1+tjOKAhlGnmcZ7wb76Xa2Y0jtGs19BqNmSS0iHz2xkRqWvDGSNy/aO2OZ29Dfg20w0WNrjGqYvEJWkerPS6r/44aRJAAJEaXGzX5DFXqOHJTolc26VBJwaoG7Dn2/eLqAjgLaDTW8eFF16Mp/zUz+HAgQsQhk184ov/gA++76+wevwoCknJYhQ5nTtmXM6dNgNwXXLCc/AJvf89ngfPgcCpT8QFJiNAo0Gd9REGw54Aa64pfYLljEtozBIYqH355ZfjaT//Qq2FfPBc+d+UNvn2df+K/qCja8DvqIY1LC5uw/adu1Es104aF75ot9mA0Rj2RYYcU86zPCagioFS/hw5cmuNOlbWlvGmP34Dvv6VL6ljgHGPf3iWmI5fTBcWhg1A98k9XzMpFdv4eM2YYN37/vfDc5//PMzPzztGNXX2KdRkpql+Dcn/Vv5c8ud0KmDVijgnP/LHPv2qkwfJPXlHv2Utzye7vJ9qAp8psDrbPl8AKgFumas5p3QyyzkXKR/BcVOu1FBmQY7zuz6DIlnhxQrCUohbjyzjppsX8OlPvRJ3u6Ci1nMPrCohd3NjNByjXPYltCLWjo1w9fu/gg++972IxgPc92FPwROfcB/c+0G7UJw10yR/HTwhg0PqNS9+L+732Ifgxx+3H0cPR/jkJ2/Co3/8AmwnRuMkGRKyJBUXcT89GVgd9UZ425v/Gn/ytvcgEek8QhoNMBoPMExGCJxDuxXOJi3+jCWH0Qg//9zn4gk/9WTJa4njp4DMAbG2qdnoV8Bxcku/DUi7o67ONiG4+qR+CwrrZkBmnjG3EdgUO3Wz78oYuROQ9lQgqb8Om68LWwBV+u2Yzr2STFpbXsI73/xH+Pmn/iRmWm2te1zrptaVDWZV/veyNcCzI3PAqkaVns8Dq6Ypq8+5YozWErFWWYS3QnyererXGv6mdRFOAEHJCqjb0jIk7i3UiiZAwjzOACwjVXiQyHdH+L1qwsSbsP88cJUHsKYM0YAzZqy+7ndejlqtIsYqu0J0Xq7YsxWwqq5Fl1P4dS2/vuWfM2q6MVa90WMm2ZADVr1sAD/La1JpzuDhl1+J1tw2Z3ZH8Kk8oQpmoGq+gDBdTJiMw63G3ibvd1IZCvD+ix4i1ZzMB3UF/81/xFjk7vgyjRK13zqWI4kejIPIWF07BbBqnUy2kLjvO01gNX+Efkx4IJXsUY1LtwYyVvLFz4y9qmKo/Zlq73fM1Lx5VR5Y3fQzzNdcp6EvRNwhsOrNgV1niuIryVr44tzWhc38uWf7siNKbLpmuuvshyf7x4z4Z3I/Ap0zxqphTh5YXVhYELDK91Cmy86PuJf5+bz6tW/9LxqRPxhfcxewuuE+bgRWvaGEf5ttTpsAqzG1VguoFNmSTwaYvW8jsGp6abaJngSsltiOmUgKgDgTE4xeZOCqB1aZno+GA8faJHPPtU6zMsLuZQ+sjiMBNCUFkQH6oxH61MaQFhDb1phMpVholuVCT4mBJDCqN3VECaySqRGWCW4RWDWAUQ63semMqtKpNhgDVqmfwuPlOZD1KakC6mJGBqxSCoDO7j06SQYlB6yWpf/Wo1mQGKsEm1MMCLQWUrRrVQNWc4xVgr0bgVXTWLVEVqzUcYROnzqtxrojI9EcnZlwjgR5kLnJxIXfx/bb7jgVY3W2Xtb1ZXhMcFfpkwABAzsIbq+N6HRPYHUG8XAN933IAi68eBbfue5mnLXvHHz204dw8PoT0kXlb7KFtOkZq8MIa7S33wxYTamxSrAXGWNVhAXHWF0dDAWskrE6lwNWV/oxRuPUgNVqQRVD3mtKG/DvnbM19HsEVmMBt/WSaSZpg3GBMselB1bZvsuxVFbgbveZ43t9mANWOeDowBvZgmxtsAY+8/0sFNi1o0REJM1dsgF9QO7ZCB5YlRRAP8HIyTnwfpKxWqOxWxBIt5RsJkpukC1MgOeDhwzgOp0HpQDSd/5J1hlmgQI3GY7BRMZL0hwsJ+gEfRwerOHEYIDvHF/BbavHsGNhFl+74RAOHhsirQS48dgAo2GMYjlQ6/+wj6wNuT7TxOy2eSU8DApHgyFKQRmjXl/mCwyUJRqeAq12Gykq6Pe6GhvS9jS1TPtbIKtpKtIdm2YQo2Ffn+W1J8jIOcsxz5b/sN7AOnUq47GYpmSrEFGlvhzbW6n5S6Butd9DSs1UJXITUIHgIcdilVIMpbr0lzuDPmrFijTGutFIkhuci7zn3GjlapvEqBUSnLNAeYISjvcCzJSHeMGT9qNRnMVbPnENhnEDvdUlPOCsGh5+z53YMTuLbbUWdjabAl2O9bvoHulidXmAzjpZb/MYUBepRH3nMSpkN4o5YeZr0mLL/3EAjbWgT05LAceYoIXps8asHFRqQFhHWqrJVE/JklrgvWiptTEVRn1prKbUWJUnJmNGMlZtPbcDMdda6fw5Rigvz3yPSsnG3CxJc9TmiAGrglgFRinQkUCSMZcy462MsSqOpDODmoDIVot2DDyCz/lg2fV7ifQkRqpLPvQ8NfZcUKtEzcADM2k08LWc9l3wy2TNDCIIsNJwiACq2B0C5Zmf2/mQMUvAl0VDrl4TmQIrSFLqJSmHCJrzCJqLKFbqGrs+kRbbwLkN//JnP30601vv3bN93lXf3X4tPW4PJKcosWhVZMFurGIH9T+p58YHGasE8RhIsx2fBYC5+QW9/9ix4wJdG42G9i2LB+yPgs4RWZvU+7Okl4APgfrM7En32AJ+vk5wNw+0MYDld6+srGB1ddXp8dncHTpNPI0Jp3mn3cW5OfO/1SIa0DGabNRIWqZ3P/9eeNovPAcXXHAv/M3H3o2rPvoBDNbWkFIfmEY7vpjkQAyfsPv5pN9yOqKeHcXjl27amICTMTf5HjF8aBI5ilRk0r4xIuOULELqqUcYDkcmuVCuCLjevXsPXvqS/y4nb81PE5RFvz/Af3znq1jvrAggI5ARVqqYn1/Art17NWbyoEY2/nOjZXMgZwIW6RxdMuI/bx+fJHwENhqtBj519cfxrre9BcVkJOayZ8P739AM5DhjfOQkHqiLq2vi7nXWhuiK7XxfuVrBs577bDzqiivR7fWU7xMs1CNXfNxqEpwaTM1/asLmyoOfW3/eCjz+9a0B2PxvTDP17szEfeRlD70zbzvpPWHz3KyP1TOaNB8yNyRCIjShY1xiHT8qCgUFVAIWckoYpgHasw/D5/7pNThwLjsu/ErqAU3uAUXEkelblypc22x9ZkfSZ9/9MRy+/mbc3rg3Lrn3ubj3febQvmCbAZp2UG7tNBmWVz3/r3H5zzwYj75iPyNQfPf6Y+iOirjPRfPuOnO/5/rB37e1wY3QjLHa7/Txx3/453jXX7wfCTfoNH1mJtMAACAASURBVAJi6mEOEbHzxoECtk44wJQFJnokREM8+elPw1Oe9jR1gHG99ol2HpjwFzuP4eTnUsaBc8wqv4VsmdCraDYNFk3euzVrbytg9eTfse+2+bw12Do9x92tIXi6yUPXhfEgW+hRRndtFW//09fjZ5/yE5idndV6xIK1kQTc/ptpqk7Pg2zuOGB1I+jn/+0BWANUrd1fxlI5cFXr8waZAPvcpIijNcetRyb9Y8djRbgUS0snJM8iEo32WjPjNWDV9ieSWfz18ntWnt22Gaiq++LyQvv5AGdqXvUH/+MVDlg1xqqOX/PCg02Oyep1bR0Jxt/KPFt14xq21fW3zh2TdUioxSwd38m9JLBarNVx+SN+FO2FHU4D33wHptn9kzj61IvbaQCr7osE9m82XvMViju7om7xGYvXNnswf7DYNb9v6N/OvIodtSSXDXtdB6za8Qq8KxQws7AD1das1uMsxnZzd0L0zel8us6tqYKdOrxOPr5sDfNjmvG/Y5Xn2aoZsOpizClQlSCrM6ny8gD+da6tm0kEnIqxStzBM1Z5Dp6xOhQpxOfXFjsZY9VicP/IX+et92q7X5vHMpPrlCdaKHfKciY7Ll0Xb5hLEpM6rApYWFhUTMz3szNC5+vAVd7XF7/am0Hf2YH3g/2+u4DVDff3VMCqOvuceHbWoqKkw3QkB7HTSFVbOjEQC9M4gD2bzwOrCrhkFMSNzKQACESVEDspANP9mmKs1kMZNgz6PVQJ/FFLcUSg05I6tgJb+3YJY4opC1gti6FIYHUQpVrYmBSzysBpON8oqe2cOqgEOwnCyMXdA6tMMsslVMs8PpqBEMhl1cL0Oe13yXajDlUZPf4mYgGrXDmNsRqjUSoKWCUY2RtFDlgFas5Yg27FstIRYzLAgFX7IMYM27sKNL0aGWM1oJnWJsAqkxHnbMnv6TIpHpChFKDOdmuQJTNhrApYJVIcpMZOTYroxgRWe2hS37RaMcMuMZAJIpgFDBcWkwJgAm0aq4jX8bArt+H8C+bwrW/ehL37duPrX13Htf9yRPeWgUBYJrBKY6IUK30HrCbTjFVqrFIKgL+blwIwJp61mqzRYIXAKun5bBstEryOsDIk8zDFtlYNbQKrCuwDHF0fKLHY3q5h0OtJi5VGUDUyVkXI823FlkB5YJUBpbR+HbDK+0xglRqrXGhbZKxKfzXA+thaCDYCqzK/8oxVD6yqDdlmz9bAqr1CYDUksFq2e9ChIZR4hk6DslDC392WE+C/k2u1Aat/6jZ2noGJChOISOORGNTUAkxKCZbHa7h9uIbl0RDfuPUIjg9WsTg3g69edxDDUUHj4PojHVWsiyWg3gglBWDi+mx5rmDvOWehM+qptZnarWkUyRCj3+upmMAH5129VkezvYju2pq0JcmgNcaqohLb1JwBAyUEeAJGKLa5oytKNhiZVKzEFsg5tzZ9BosjboiUaGCQTqZZAWg361o/jnd6ej/XIVuXIq0lLDpIjJ5gX4mFF7p42ljp8/i8yRNF64UyEVhN1Oa/jQz4eIi4GOAB587iFU9/CG65YQV/+el/xw3DAoYnjuORF7TwgAPbsaO6iPbsDPY2qwrMbzx8OypDYOn4AIMhAeudcornaXJjT9lu5EKJLI2SWLyFF6rCCow2oFKBn4vEYumCmnlVQmC70pAcQFKuCOjk+OS6oRnvWJdicRNY9Rqr1JVlQE9tSqevlekiyRzFQEvT5wIWulyLTGqhpAM2Iy2vtcrVvhzQ1MbWP98CSp1t7h8isTrQ0uuiEVLm/uFs17LRz7Z8teS7RDYfTDFg9qxJr1Nt7FqaFbo2ZGcKQvC4wO6LoKe5Ssaq138yUJjmX6Z7rVVfVW9LbAcitLJAl2ovsbWGfQomlhexEFcKJQOA2izSYjjFm1DypPuZ4qX/97N3cmZP3rZrcTYDAwX8uuRXEC/XpRI7TRL0BkMV/riHVYmayOjKWtvZjs9W9rlGDY2ZGSyvrqs1f25u3uYjtVPLRZTJ3KfSbETQkIE3pVRKYl0ShJURyGBgrFWa7lm1LdPbVBGKhbdmE2Ss8n38bYJuHtBkksviIh/+8+Z2bgG4B2qNkWtmiwW6mrMLYKWDBz3wMrz4RS/DRz71IXzi4x/BqNsVSE5t34ADUmC5JTOeBeXHj09C8oCrB1SzbhzHUvSyBQRWvaYo1xLOJ1MOpUwKZUW4Jwfo9QfYu2cPnvP8V+Occ86xfUFAAOWVxrj2+q9hafmYpAA8sMrrv3vvPpQqjU3HxUYpAP+mzUBWy2umzR4yprhkQ1IUWICKx3jXW9+Cf/r4x7BtfnaKjegTPn2PJpcxce0+TZho/C0vAeCTM42zfg8Pe/glePGLX4xKpSbweWMLq1aMO0ic7+h1sRPz+oKbyAJMX1CnG51jgN3xRJwGYvPXfqvjO1NgtdrYn3VXKBl1OpfWWqkZ5go6xvi3zo2KujQKaQ2VoIphmqIx80B85Z/fgP0HfFHMfdbFfOL3x9QMHMoJPklKOHa0i907Q6xe8y28+VXvwLcqF+NVL30aGsvX4bzH3QfFWmjlL9dZxf0gGcZ45Qvfhyc+61Jc8uD9SJIi1le6uPofj+Mnf2IfanUrVrE7yT8cXKfvEluPHgFrHbzud9+O//W3V2GsOR7JbFP7RCGRhFUGBKhg7HRWEav99AlP+Sk87TnPMVkxXqqMJXYyO3QzwFTzKKe/a/PKAzGTDr+NY4W7xFZzcNM56lt0NnyRX6c2G4sZCO1ePBXQuxmQPDXPFHONjdWIEgadLt7yxtfhp5/0eCwuLm7JWM3uXW6+5oFV/xv5QkV+vmfgqi/KSGTUxrdfg1mQ38hWFZg6xYSdFBX93PMKI8vLBFatq8oDqRPw1J6j7qStadPa9aaMNAG+8vfDA6v5e3OmwOrrf/dXJVklczp2VjDeVVF4Ett4KQA7vxwpwIGtBpLmTK02mIvlr5nui2JbYxCzE0evb5ACSEolXPHIx2Fu207HWPXAqnaTDcPyzNilVoSYfNbmoX33SSoDd7Qo5ws8m713k31l41lMfSwnDZQHOwPJAIxNGonseAGrq4rFPd+Yhq8zC9tRbTpg1Wus/pcDq9adJ1m0OwGsbsVY9fu4X08TB7hulALIQNuxAyczGQJ2DZtWv4/R+Fl2JDGX0l3V/HJFac5xZ8SW36s3W1Omb+UEWJ2WNdqwo+eMsdS1l2m8WmHcgFXnH0SGr8whi9KCVxekAPWcka2TFnvGS377jkbhD9XrdwGrG253HljVoPfBsnufLcSWINiiYm7x1I8cjI01SgMraTi5Nk8OYIJO9l2uPVQ7nDFHvRQA2x3I9vQaqwThemMDJ1lJpFlQMQzR73UE1BFYpaYpW+05IQjmUme0TL2zDFitCEjrEVilLqWOyZzqeTyzzZJAEIKfaWAJhE+GmVQQfCSwWquw5SqQI/GAwCrlGhV4OLCZi1ihrOMhsLrggFXKGNDNvEowrsrkOwXb3skMY5t3nYyemBqr1pZEKQAGwUOCRcE4A1YlBUCwiZ9zGqueIaIwmO2brtpDILETkbFqCV2jIkssAasMkTIpgBI36FggNYHVXgIcWe+hUS6iEZKST/afSSL4bU7AqmesRgm2zbXQqIzw6Cftx7adRXznmkNoz9dwy01FfPHqm1zQYsBqu15RwrjUGwjglMZqzryKUgDUMeUYIou4WbXjNo1Vjp8A66MoY6zOE1gtxDKvImOVgO9GYPXIOhN6AqtVtbyuDwiYBqipfdcAh2nzKmoExjKc4TiUfAJB85gawtRYjRywWkBdeIJp0/IzHONiabsF25tXkRVBKQAmyrw3yvpVWJhoUMpYLI6x2qMJmgHg/Gm2otfKbO0LZCJDppuAHLXAlvC+W84UWH2TA1YdwEsgMuG3MyiglmgZw2SAo8MTuLVzAjcvLeG6Y8uozjRxZGUJtx1ZQ73WxHduXcXRzgjFoAJKdFLfrd8l/GlmJWy923vBAWkuMpCtlUL01+gub4YoBvy5+VsqozEzB2okcgNnkBLHPD951ApkYoBNlimrh7zWBDCK0sskKGcGA7pnbKWmVmxKtq8xFeQ+zkII2/VrFTESq0mCXXOLWBsOcMuJJRlEkS3Gn+LYoIwIJR3GwwGqZKrWGuiPaZY2cICeoF0x1skESqkXJtA2QKWQoFoo4aFn78VDzm2j1Oziw//vIK6/vYe1cYTZagn33tHEo+9xABfu3ol6q4JSPMTx24+iP+xjd3seh491MeoXESQNmfY5GEkJj8BT5xnhA07lYr6FnkmRmJ4EnA3K5/8iaqjKvIpt7CWg0gLCJsYVCoaYLAbnqdgyxLXdPDEpgFWkw57Olyt4SQUPRa6uE8EkFKyV3lj+XD0Wepwf/HcgNrkCeM5q6R7x/bzWTGic5IgkW/jvifyF7ol0kQ0c5Z8hr7s7X807X+gmQGsb2DRgqZMigGoGgFw3CawWCgm92rSncNXhcbOdiysmzQjNjIvH72QXCKQXpNKEOOH15LuL2hPUaZFwrWeBjvPK7xU8IrbfU6ebwGoFQWMeaXUWiRjTvo3YKISemfKiz3/qtIOyHfMztic6kw8Gs7ZPmFEkb4a6OAaRrmO5WJFGOffsai3MwFAFle0GIpr0rXZQCquoVUJEoyGqZRoqsdXYNMDJvqSpgfYxx7DkPZRuF4siND0YEgCZrHsWqNK8ryymKmUAlAw4gNMH8EMCda5tzSeyTjHLgnPXwu9BZMYZBIg5xsYjBswB7ne/B6JfiHDN1/8F48HAFesofcGFwy6x/12foPPfno3hZQC0B0YETo1Rx+c9cC291XJZjA9OIHuNxdpY44vdLyoypwUVlvj+Bz3oQXjkE35BwbtPHwkcjJNUwOrRY4ck0+ClAGZm2th71n5Uqq2pceGv5UQaYyuG3ORc/e9taV41jhHONHD7wYN46x++Ad+/9hrMzTfVAaD12AHk/NuSKy4YFuvxGhlz1QxR/D2SNmOaig3NZGUUDWWE8yuveDnud7/7a5+cACET5tAdA6d3BL5O2mS3mlD+Nwx0MimAzX6X8cFmIJnpRZ7eMZ8psBo2zsqYeFnbsyRsvCOLxRk6fhWxFAUCRe6BVRTimvbImbmH4Cufex327TdWpz1yhSklkglGA1sfb7puGR/70Fcxu2sB59ZTfP5LX0OyeHdcfu/9qNzyZez80fvjnHuch7RInUaLc7jWDta7eOWL3odnvOwpuO9FbZljBqMCPvDR7+PBD5jHvrPrOtZoxDg7RbU+MdqRiZmKUgHWltbwmt96I97/kX9koIh4PEA6HkhiJaB5ropb3ojIijMGeDF2j3Dlj/0YnvmC5ysGt70xD+BMz5mNHXvZPVcx0T8sD/KPrcBMyRW5NSY//rYEPzcBVk8LmN3wW0aNOPmx8Tuz8S7wkPJQ3K+LGPX7eNMbXouf+snHSeeZ65H5aBizUWvvJgzzqWKGc6rnUfjPbPa3Z6x64E9FA0qXeWmRPMjqnttYjFHhd+qPFc242C8tLWE08sAq9wcHprj1XmuZ72jLAau6eq5Qne1DuU4heYhvGAtnqrEqYJVSAAV2R9h4MybfVsAqr6mtSxsB07wB1cbrnV237BeccSC3Ke7DynHt2nNNj4IAj3zU4zG/ncCqjRFjrPrdJJsJmwCtW62808+LyenWopPmR64Qkv/UqfaHzdidfgxO/XK+tX+LQ91yfjszJ5IepoBV16VrESXQmt+OWmvWDHvZReevnMgPds21bDpQX/PLzZfJ+mOM1fyx5EFe6WM75jXjUQ3bnHHVZv99KikAD7xuBqz6+EjA5B0AqzxGz1jN53/KoZSnedLYZBLl76uXizn51pwaWPXXSddxwkTJgFWPBeSBVV1D5vXFoiskkbE6MUbUPNLAKuJnX/ibd25g/5C86y5gdcONngCrC1b/kmmHS4SkyWLtnEpIXXumNFbjBP2ICRrbuA0I8m6DxlK1LcGSYN8iZCZSbH3n+2VgJaYgW7CtoWkwhtr9aRpVD5lckEnTR4Xt+cWCjDXY4k/GLPEUgiBkmvnqA5kzZJuSJToYkrFqwKoPttqNkkAQ6bfRzVQaGtYezgA1D6zS0Clia388ngCrOhUyVsm9KuizPPK5ZlWMsu4wFhDL5Lylaj+NPQhgFSUv0OD/8TklvmxhN8BvJNHBBDNVShkUlWzwc7zqNUkB5MjyDsSolAws4Hv4fes9Jnc0gWIbounYis1KADNJxMbju0MyjtICiHUeX+sLEGtVy5ICkCmWZAC8EzcEYK6PUgHG2+Yq2Lu3hCsevw+NRoqDtywJaO935/CJD/wHhgMLWgjeGrAaYLk3wrKAVTJW6wgLiQyITnTHAn3ofWCMVbamkUnJcWNgYpdjQcZCAeYbdZQLMdZzwCrNq2arRR07saTD60PpE+2YaWK915MRGu936MxtjHzgArACGaums8TxSCMIAmsMxDheyFjl7/P7mmWgLoZwQd9JZp21iboW5jgW0M1rzvtJ86oBqZFMMKfCDTNcKpdpYhZhuUcA146HjNdqya4FD4PzQG1LNHBI2LJ75sAq3vGWSYudLrBprIqtyOp4PMZa2sN3u0fwrYM3Y6Xbx4mYEyzE9d+/WUHBOCjjupv76EfGECxVCjKm6veHLokuSL908aw9KJQLWFtbR7PewKjTx6A7NMajpD1GxtAtlVGsGGOTx0OwhtfElh0PrNJ8LpJJWr1ex5hg6XiIApk4sZlVce0QLBeUTf+Ukh48rgFlAyxhLnCtKQE1zg/q+RWA1SHNu6z9ncUZ3s/hgGsNW4vZA0nQDGK9DF2iJ4xIxG8XzDo5Ac593ju2sT10/xwuO+9cfPH6m/Dp796mZLZZAnY1mnjgvgU8/O67sXOmjh1zM8BwgMO3346lzjJmGzMIw1ksnRhgvGKDJjOIci2bAfnLAv7csmrIqhthdnD2FNdxO/dI7DwWkBJExRLisCVwNSlztgViGcnESoEeP+NAlFEPKaUAhn0UKK9A2QXXFmpBhgF3vPZci82MiZ8GtvWZXBvQWlGiZhwf7iNiRGgdtfVNc12azq69nMcp1pQp6sZpwbXdAwOnucr5YMUfYwzZfRYdydlj2TzUtXItdTwuYoz8QzZtpRDJKLBC/WkWNhwQWXJGXMYK88mLk0lgtwbbYpMCePSU6mCC303rWSDL57jeEoTVefAexEBUCJHWZ5HW2kipmSvcwAqOLAj4a/Ssf/7kaYdjC+2GxoQ0UwkuOhF+AsNcv8i0lu64a9vneFczHxOoUkHFDd77FsHOagnrnZ6OuVAiaGimiHPtFuo1mlKNpbvKFne7xgWUwormkJyVxZowfTa2VpkOrt10FkKZNBKMJFDp2+oJLKp9LEkRjUbZ92hfdyZtAm3cQ63DLl7h91MWhGOSeqtiP9P5mxIiMzNYX1vCsN+XyZZGq1pdXWDu5rFv+Vfh2GmQ+XZ2Bt8GrNoxejCXh8LrzbWJnS0EU/m6me5FqBUDLNSraDWovz5CtzvAeRf9CC571I9jcc/Z+iyvP9d4fo5/X3fDN3H7oVvNlKgSolatozUzg737zka1MWOprEsUNOY3MbOy1cBVIjaMpAwcUExmibESOUo7cO0cB6jNtfCNb34V7/ijP0TSWUGzVUe5Qscvx+yiW7YrkPE5k9Yh4BWbrq6ALs6zMriFVOtV68BYWxdAyzlKo7KnsUX7qU9VTGgGclaI8Y//KmD15ITaZ1oTtqkls7a/5383S9DkmJ27+FlsbHJA/p7Y4Rtrf9IqmwfvApwpsFpu7puWAmDM7ZZ+JeiOLSpw1RtxaY3h+lxDISWoXcL27Q/Bl770J9i9w/ccuJVU32VggBzVo4KMo3q9Er7xb7fguzcfRLVDYsQqvvG1azFcX8XuWgePfNIj8OAnPAJo12w9EwKQoLsywMte+G68/Ld/Aeef33IgUBHXXLOE2w73ccVlO0Ri+LevL6OXBviRi2dRC3kQJgfEpJr77eqxVfzaK/8AH/3EP6MUkgk1QEIZgDG10ieFPTk3+44Hrr/jEdJiAZdccQWe80svRsqiIvcbx0DMTw27Q16v280f26VMeiil/Jd9YrooYfG3y45EHjDfLa4vHkRxe7SkafxYmAZ0tfe6Y7BhNh01+o/54/THbm+bfFceeNFv5V/Lf8kmbcVepIfrO/fxaBDhTW/4PfzEEx+FXbt2az0Ss9GtmRzjnps3AVOnFxxrybcf83NCbe5unk9JAUjCwrX3874SWBWbMmfM5uTPDIi1nCj7OwNxmY9yHnNdM1O2leUldQGmIhQQhDe2vQezTHvVa6m6q7zhuvq1UwCMM3r2C7LWAH3fmWusvv53X+kYqya145T/XaBnsZVxNCbrlplk2ugzBrtd7ZNAZvea9PFzUgIuErOCjbw11BeS/YbyoAS4/IpHY8fufQ7cc0WPjDWbjcbczd98nJ/McLV5p1jXz8GpqsX0+M6PLn9vJ2u0F+h288evwb7w5OJhX3k/mbg62Rfya/fWwCrZqmMRIBhTjgY9dNZWlVfZfChinAZozS+g3p63mCTHfp2AphN9ahF/cu+ZmudbwNb6Hu3HzmTNSXrZOJ/8UVzmiqECTnXs1lHE+CkPtPoCd+y6iOzfriVe/80cmZ+fdAgY05vmnmSam3mVDKKdeRX/VpHdSVSpq8eRw7J8ZooWwbPPFy3ze2o2Wk7iTOeWUbt8bjyRiJHlRpnOspNOcGuBYt1SSUVvFn/tFyfFC43ToICnPv+3phe6H/J/3QWsbhgAHlh93kXzk0TFbRqmpWeFFtOgc07NKcG21AGrBIQsQCPbUS240VhgnfFcbdKbxqoLzCl9KHDJgFWxxAiOEmCkxEA0Vps3jahm6gQGR2r3p/ZhNBqgPyagaYEI29oFZgkEsdbTaoWM1TEGo3SiD0UWZJqiWacUQFHJIkEvtpbSGMgHPARvCUDSmZ1Mn3hE4JXu7EzwjT3oYB9tzEww+JiphwII2Y4/ILsQiZ7jy0xoeW5MzFrsR06MdZsqrbfEMaJLMb+nZuc5HIwF6jHhoHwAZROsOmk3kPukgFVn5sLj6/SHYnjVwnKme0vdIrIuySzi87wLFScRQNxveb2PqFAwbVcaXjm9XGFdApsLAtEJrNKZfmE+xgMePI/7P3S7QOGl40tYOjZGvbEH//Deb2N9nULPvAdFtGvkvgZYGUQ40Td9yF2zNYQFsnhHON6JEUn/iyzbQgasSlyeV4ag1tDARW5U8826TKjWh0Ms97kxAAuNEPP1kqQACJIeXhuBXibbm02sdProxtS/pNyAN9+xhVGBUEDszIJp6XSWC6afKfOqGIMI6EYxKIRPYKxesrYFspIJnFBbL0vC1JIeCGDiPRsSkCc7m1eAlV9n4sFxxrEeVioK/FeosepAIhYJ6uUAocwDgCFNslziSpBDwOqtZ8ZYxdvfam08TIOdPhCDTGp4FiWtMcIt4yP4wuGbcfDYMhabTRyKYnz/0DKOLi2j1mzi+PoYty1FGA2de2ghQLVK50TqyRpzjRtwtd3EwvbtOHHiuHQFCTh317qmo5aYHh/HscwQKBUggyayAGPJB/jNy0TYXVtfALUOc9x3ux1Iy4/ts4OhWNqcWySIWEc121HKYswaoMOg14ods826Wra5yfM7hvFIjEvOpVa9qc/wS2gU0+33sE5dLhfQCqiU2ZWxO8UScBqSZPZU2UqFAs7dWcOBdg3XH1zFUX5fuY7hoIvzt9Xw6HvuxYV72tg7vx3bZmaB4RBLyydw7c03olVpYGd7Fw4dPoZojXO8jBIZUUqeyGJgKz75zZZ0mS9DLnnKZBRM8kIsHrWm27Xl+hgVy4gqDSRhE0kxROoCbnljClzgvXVmTVEPSW8NGPbUbinCNpmr1NPkHx2DAaiSEWEDoQNTd/bJ5J8Aq3yv2J8q0pkLKFm0xsaQOIVpUqUAxT8ogsHiWZQQyAQisWhTDEGXThY2DEI1Rqu5WYtJwePTfmX60sai5bFwryHISwkAA4TDwkhsVcqMkGnM/+ZYKqPvmK3uXluJECnX6CTQnsK1aUjAjS2paYIOagKmOK7stbFYqvQhHqfcrwoYFapIam2gNoOkVLZbJ9ZoybSCUyvS/cJn/+m0w7S5Vl37NOeUAmi5tXM9M1kM7g8DrqWxtRmquMNEthhIw5dAYD0MMddqoxcN1ZpP1iGvOUHDmXYb2xZmdP/X17vokQEqPUfT3OP+xECaBSfBNA4k9yAlT0jsZXaYVKyIwYdMs8iG5NhxoGU6NodmriU+MVAC7MAAY9MUtTZ6Zq7/2zN2jakEuafzGKi97NvcrMtgkszo2FQkMxDF2kU5jizJ54P/5v7rj9H+bcxbA/Rd6zXHVjJGtRBgtlbErtkmFtstYNSRJvslT3g6DtznRzEadbJj4BUTsBrHuOGmb+P7t9yEMDRN1iqB1VYbe/adhVqzbYF+zhBxs4Hir5WKJDn8Jp8gaidwurcZA5x3YVxCqVHCpz51FT7wF3+G7fUQzToLjpS2TDAcJRgWSuhTMoCrBSWCNOfsnrDDh+xdMpwRlzEupQhCdhJQ9l3QqapFBFYvefilePFLXoJarS4Ne4EhYoicjPpsDnZugg5NXZDNGau8j/aYgD7+306pccv558eN3YdpGYCNbKIpRpEDy/jcox5+yWnPb82V5t7sc1uBztnzXq7FozEpTXHY8RFi2+y9cfWX3oYDC0x+x+ilTISJi1YUR3E0x9S+T2h0N0AQsvgSIIgCxEPG4D18/cvfxqtf8UYcO3oYj73ndvzSS56Dsx//IJRaLfTjANUAWD7Ux8tf/m783h/9HHbsmUWRutQB0Fkd428/uoaHXRpi/64a3vxnB7Hr7Cp+5jFtdS1ZHwW3Ws7xMVaOrOGlL/0dXP3ZL6HEGI1F8jSyQqxrK/Vt0Vov1N3BOKOPmfk5XHTf++J5v/QSFXENHJse1SO9IQAAIABJREFUN3ouK1RSU9aAs2KBIK4r3CG04ILxhSv02P21eIqdIDzuAgtaEh6vIUh77n45jUYPgspE0R5bgTaTQuGp32cdGg5kyIxhbGxmQKD/LRc3ZLI5GwyxePwys0zJOk+QDFP86Rteh8c/7lLs2bPPNFb997puB38tN47HyRybZpVr/+f6mwMI/Twy9rfFyyz2++cFsDriTsZgVQxva+EE1LU13eKyiR4pT391ecVprBr4Y92HLp+VRAS7TYxUJNZyboywRLrxXvmCvfpv2PFmKLPWwF993vPOaH7/wWt/zSTvONcUW7n1xV0zk121tUvnydKDWyuza6XPTPRAs04MbyKm4vdk3cqvY5PrOF1w6kcpLrnscuw9m9I1EwmMCfg4RQvMxrz9xx1LA2TAqJU9N+0MyLOCdZxOK9w6KTJ43xXqqefuJnQG0roiif5yyISPlx1SMblpvvvJ8I+MHLbhrgaSAbA/zPejQR+dtTXluQZSM+4uoDk3j8b8gtrM2SwzAfqmiys8L8aQXvpos0E0/YkJy9Wzd3yhgH+bk72TVNtgNJVv7efvsUjlWao+ZlP85aScCLx6IFUmq+4488CtdSaRuMV4iqQ1G4fsfqJpZRYL8nlSzWRMZ3Hg1vtZLse+E7Nq4x48VWhywKoVVSaAs/9aX0BnTEdgVfJzDr9iPOzJecQKnv2KP7wTR/PD85a7gNUN99oDq8+5cDarLPpggm81jVWn2eK8o5VAxUAvMtYoQQ1qjnpgla7CBAGMVeI2AtderhbrsbXqEsRkC3ipyO9hSmmAKQEl6sCR1UJgtcd27AL1DwsYR0P0maTSZ4STmCwStaeYeYhYKiHZOfYd1kxLPQ3TD2zV+T2lDFhlcka9VX+cBMcIrNb4vZzzZMUl1HV1WhzajC1J5MJF0JGTr92oClilkzuTDi607Uaoqy2tzCTVRG1WLHnwwKrc7FN+/wZgdRg7puvmwCoXfJ67v8JMnLuDkaquHljl3sKklSxaAquSAMiAVYLYgYDVUQDM1muokHkmer6BGMaGMb2ttYiGYBG2b4vxmMefi7PuFgJxhM7qOg4f7GL7jrvjqvd9C4cPMZg0YHWGrf1BgOX+CCf6BlZOAavdGGMaeBFYLU8Yq7xWMs4iy2oQCfzmOFxo1gU6dkYjUJ+VnfbzjRALG4HVcoptzZZYlz0Cq2KDTnSTMu01tpnngFUC6RyH1tofiz1NEJXjf4bAb8U0F/nciHS6vDA/W9JZgXOePhzDxoS2hNvryzCpJGuLgCTZlytD07DlewishgRwHbDal9mCsQJYyPhPAavvfKsDVV0VnyzqaIRxcYxyoY4T3dtx7egGfOvQCYSYQWsmxLUnjuO6Gw9hGIcY0ZSpS0B7JE1Vzl+NQQXbBWuzcm1VxWoZ23btEpjBimerXsegP0QxICN0KGCVYyQMqwKAeG3CWk3BdK/TkblVUUCrv2cWn9VqVVRrdfS6Pd0fGvJwk+eGSDaFTLGyeMrAEW2gbmXjGlWrllENKxhyXI3HaNcbAoN6dODSg+tJWcfCAhHZ6lxCGADIEd0Fz/kAR5quhSJaNNAqBmjVyEAbohVU0W4u4tqjaxglEe5/txCXnb0NZ881ceE5BxAmNYz7XayureP7tx9BJS2hNA6wtLKOmVLTWtiZ9Jo0shkEUpuIoIZnKrgDcRZKE/amSxL4MsM+8uuZOERBBVHYQhK2MC6VBRLympFl6Rkcsirk9B/3kfRWkQw6ardk0YEAINd1HlNZ/8213uRDWHTgL1ESYfcgBS2zCKZSTdRIsV7X1FhNPuYVCOxMt5jaRelI94RMbgGSCf/wGA10FaAmSRqeG1nnKUbWU2XJba6FjmAqgVOCq6xpcb8p8zik2zySnnU1KKEcFMwMkAC5dg2VlSYBuitgeYk+/S4LAQnXdoITlKMxJjuPVUAmdZp5/RN2YgQYFkLE1TZQbSMWY5Vt6cYgIU+MwGoJCZ786dPXWJ1t1gSsMigU6EeWv9rQreA4IiimhcaKmmQQkjHOfW84Gmh8z7aaaFRDHKWzrQqXJoVDDePFhUXpKff6Haysr2tsMqkhC1QBNcGIzPHWWkR9kM95pkJqkeYkdow+wfZAMPdRgosCRh1rNA+sCkDJDEnMKZrjwDs58/gVl3gdLze4CKzyN/qDgaQLqHfq38v358FTD5oRfPagowdWrZUumjKu4rUUQ9VdU2mXx5EKlPOtOhZmalhsVjHXaiLqr6HaXsADrvxZzJ/zEAwoseHlD1Q0seP/3k3X4sabv4tqtYJqJVT7baPRwp69Z6PRnsslIKaDrodnZGyI7aaTismKJfBACay19fq2fZ1HtSz2yp+/48245gufwQU7Z7B/xxz2LDQFIFx742Ec7AzR5zpZDiWxoNbDoIhqGJr5HyWH4ghHj69q/Pd07bgWUBbDpEfWVtfx4Ic+CL/0kpei1Z5VVwANyILEQNr8I590bQQrT/VaXmN1+tJ4aQorkvuHMZ1PToZOBfT61/LXeuPx2y2asOAe/YjLzijj2hpY9ezGDUCyNkNb0yhdovOLa5ht3h1ved9r0EqWMRj1Ecxsx649ezDfbqBdB+YqLqbWfg4cPnQMC/OLqNfInLC50V0f4k1v+CDe+qZ3oz1ax+POOQfPfM0Lca8fv0ytGywurd7axctf/df43df/DPbsmxUQT2A1iWJ87POr+PY3juFnnnw3vPuvvoMrrtyNyx86q+JoyEqv9i9rEz1061E877m/gX/+yr+iIskqM0o0dir3LRZgLGYTmOi0xqNxDwfOPQ+79u/Hs17wAhUmuMd5Pe/snniGt5tLVj8NVOyNo7GMMSmbJZ6ewA8Wq1zCL4dpGtmK8q3ODhTKiJIiGkJR8ow7N+4yKZvNmaaTwWGF5Y2PKfBgi8JJfsxN/bfRae2wNoJe0ldlMc2A1TQK8Kev/3085kcfin379k+AVYHeHrz1bNRpsHorYNWvlRuBVQGA0sp2nY857VSBrOokm7SoT4oaHoCdXAh+F+MO/35jrC4jotyUA1SsXdqk0rwpsQdOsn3MdzVssa76jiAzXmPh1YpCZw6svgq1kCQanivHmAOJ8zqy/rxyOqg8vFMBqwKy3d5pXUV3DKz67+R5rfcjAav7D5zrWN8OSM0XKE4SQvXj9jSAVQfab9Qm1r7s49xc0c23xvN1AnnMBZgjCeMm8EejSXbw6AnuUY7OKzY5AxTrrNF88vtO9v0TYHYrsI7sU+5zLEpzvEXDAdZXVw1YVas718ECGrNzAlZZMGaxM38+GwsrGp9Ok36zTSKvp+73QisuWY6QB1a1zzt5AcVSyodszfQgqo+xBK7mitkT8yqvX+2AVV5XFk9zRe9pkNKA1VKxbPkEc+w4lTFpvshODISFVB8/bbUh0hzYj8X8ezbek81e2xgrmOGwMdXzBXv/XR5YZbHfA6scKr1OF7fccovOgQArR8Y7/vYzZ7SH/6B+6C5gdcOd9cDqs+9pBgV+E7YWE3ORNyMGR4l2Ts5MZmlexecFogpYtcoiJ5CAlxxj1bd+cJLRzZ2TisBqoRALjCCrje2K1PNkuz/1UblIthtFgWsM/uuVohirvTGrIMYtYLs+NyK/KTJooj4qwdJpYJUsnpOBVSbDBHOtmGzg2BSwmkAgGg2sxIZzgABbYtlGTPYUKzMEVpm490expArIRG3VzaCEWplbAatbMlbvAFj1jFU1otOJ2AGrZHnVZUTlgJhi0UDmHLCq1mk6NycFrKz3xbBtN2sIU7Iu7X6LdeSq9YSd10eUVxjhrP3Aj//kBWjOjqWdOBr0cdsta2i39+Mz//A93HwjjY08Y5XAaiEDVhkkEliljqgYq5QCgANWKwGaRBWTsRnUCJQviLEqYJWM1ZYxVk8JrK6PwK7FRTpNdwcCVul9XSlNBKizdr8csKrxWKbOKUEfMkWNsbo+HMs1u10roiUDJbbok+VMNrFNJgWFZGBqPFurGMeegFWLICdVyA3AKiUSaODD97BAIY3Vop0vz93YeP95YDV5+1sEbPm4IZWQP4GWIg6tr+LbnWuRNPqojUOUSjP41vFbcOPyKm47OMAgbmC525eR2NqAjCQDJPhdBASYENtGTbBZ3YSYXVzUtel3OloFkohM6YpkABjgMujgBsZkXW22bCWu0Air64BVa2sycNQKh2KtV+uIY2o/9RFWTc+QzuTlUijdTBY7eGy+IqtARIGki6tSFh4qYoCyTblG5mWlhH48Qn/I4yKTkG1oOdZHZgTkgnvngK4ARSx2Xo8iZoISwrKN43EwxI6wjkFaxpH1dczNbcfeeowH7i3jfuct4MCOfRh3YgQKzAq49dBRjDojlIYWQW5rzmDUHyKOqNVION/cSX3LPa+HtWz5ljEJRli6pGBq0k5Ijqs0VqmNTYOtcgtJtYURDcsohyHw1QdhNk8UrCZ9xL01pL11FYrsOKh17VvqCZYYE7hEDVPOMwKuQYp9w1gMUYLBoRKm1MafKD+GBQWFsiNgmJi9/S75IZQu4Z8Ag6SoAhD/8Di7DlhlFTwiAJca4EpWrmaKuhactRnZ8AJQWTBKxZSnDImBqwE5pgINq6ycOw1W7XdZg6NrDbBN0bFFDHBl0Kr2QR43YvTGESLOAYKqkllJMKCEDCq2p1GTvFBFXGsjDmeQBqEDVn3hMkY5HaOMBD/6qc+ddvzF/YfrFANVAZligJJZbGZfLEKNnM44i4J8jfrCMoxKxmjWa9JPJUiw3O9bAYHfwQ6IWhUzzRZG4yG6Q7bUW3FG116sejJ2CHQbSMeHT049+0Ja6JS0cSwFDyqqYMGCCKVBysZeFWLuvsOSBmM+2LsMzCRTSWzssQX5Yr9zvemb/If/DNkFBCd9guFNsnycoyTcsSYswDa5ojxjVWAKGU3jUQas+vMT07VIUD7AXC1EOyygVS5grhVq/6d+ObW7o1EX5ZkFXHjpk7BwzkMx3sBY9cyim265Htd/91q1hHpgtV5vYPfe/WjNLmZmLQYgOeatGy0+hvGDx5bNCaDnn+cc4/jlb/JeqjDkGMONxRDXfP3r+Jv/+S6s3/I93OfsbXjQhQewo0XGY4ivf+dW/MsNt2ElIYuR8kEmZaDiVrmMVq2MHbNNVIsJjq7EOLi2hltPrEhLWWUXSZgn6He7eOITfwzPeOYz2YphfkIs4ucYWflJkAc3/b3dLOGanjhbaax6YNWAx+yRMyjaOAHzbK7NJqdPziaAz+RdG8HXKy+/9LTnNz9Qae6e+tzmLJ+TwVW1VwcVXfs4CnFg74Px//7tz3DDjTcq9gvrDezfuxMHl3tAKcYFCy0x+7tJjJWVDm7/7iHMzS9i11mLqFTY1ZSgmIQ4cWgVv/4rr8enrvowrrz7hXjc4x+F+15xKb7w2a9ivGMX5uIy/uLqr+I9738F5lrGsBuzEJekOLGc4L0fPYpv37qAJO4iDXp47GN24BEXFzHbIGGAa4rJahy88Qh+8RdfiS9+/Zuo1tiSHykv8TIWUWSxjAGrrisHwGjUxf0f9CBUZ1p4+rOejfbCojoOfHt/Nh9yDfqKFcis5R5ahFj8d9+/H7MtAjReb3Oj5A7Py8YuwZaltT6u/e5tAmAzyngOIM2bxfl1SGM5azvNg1Fe23cLdvYpWOnuCk0XXjIGn4Fj08AO4weuKZRjoixIAX/y+t/Ho654IA4cODdbY11q6NirmwOrBiydPAeyOeuZgzlNVL8GWrw2Mabyz+efy+aUlwPwv+ViPYfDWgE6JbCz4gr6tjdF0rrk2k0RMUe80V7uJRk8YGvgq6Is/Yb/23GkxWwuqNhPOR0e65lqrJKxSlKMdXt6nU3H1s2uk5NS0sH4ln27zhNw1eLz/B5LgEsxne8Yyt2cPCi72dq62h3iYZdehrPPPV9dnqY3MM3qPdlh6jSBVbFI/UZmjMapubGRqino2djNmfSPztHutz89FgmseOiY0o58xXMgmUBeMMJcPcvXxw5+RlrXR35998clkFTyZfScILA6xPrqinIS+30zZ/WMVQ+sTj5/MmM9z1jduOfZfJ5+eCDVpBTsHnssRD1rOc34Owus5pmrPGaLsaaBVYGkXHMZKzn5gjxjlVJqXEMlBTCOxVj1YKxdSyPTUT7qVA8PrN6ZDXOzImf+c14KYDNg1ceM3qTUA6scN91OBwcPHsTKyop04nlr3/Y3n74zh/RD8567gNUNtzrPWPUi/H6Q+ZTdSwFwQGkiM6Fi0utYo+osp9Ov01qVYYzTx/HJslv6lXhGY1vQqGdKMITAKvUlCaap/Xs0Rn/AFuwiZptFDIbGYqiHBFaH6I6sNdQzVpm8TxKwzYFVvR4naNVLCJl80mxCQK4BvdbtyclO4yUnBSCJgdSAVbV1WzJjS6YFXwRXOVE9sEpAuM+TSCJprPK4e9JyTMUgaoYE4YwlK6U3pxloUgDUZS2jRikAAauEOyApALIZ820VxlgtCUTwwCqlAAisEjgic4T5YlCYAKs8L8IPTHDFokwLWO0O0B0nIOOpqvM3ZpoBq/bdNBVbG0GSAve5bwWPesw+tduXAgKrXRw9NECStvCNLyzhO9euahOTxmqNDKUCVvpjHO+Z2/eu2TpqJQKr1FiNMKL2LFnGFeSAVaoTUhqCILu1w3PRnOcxFlN0o0jmVbxvZKzO1ygFwFYemnFFCCsBFusNLHd66CUpqmq/923lPjiyfmB+N09W49EDq6psxeiOUqwT1C8WJDfQrFh7g0B7B6z64IUaiTTJ0rULeNxjc6H1zuaZbg7nibF7yL4msEoAyRirBYQEVtmej0Dnbi7oxsorlsp4363kAJ3e4/b1o0je/mZj4TmZA2nzFoATq8v4+q3fwVJtJG3efc0WTkTr+JdDN+PG433cfgvlEEJ0QG3VMfo9E8uUHp/Tv5JWapFzk5IXMYUU0ZqbldxBn/egRxZqKr1AbsTUZiTjTO2vrH7SyI3Vy3IZiUv02fLHa2ubsQNynblIoVDFOBkh5MUiaDSiviIBjIIYgywaeL0/XineP7/JWzGGusymvVVRWy1Zw2P0hpFpozF4VJJvEgJe88hgF84rzjtjrJseNcdnEXPlMmqFEtJyjLlCAeujGIcHBG8rWFxoYHcY4uHnzeHeB1qYb7aAQR/llMy0Bg6fOIHu8Q7CsWmLzVPbchiJ7sjQw9rqybQ0oygenZWunOGHIi5rgZQGnIAXg1W4VhIwE+MzILDaQFxpYlQKlRCOyVgVPGiYlgIfXse4h5TA6qCrwhmZ5XQLJmDKdaISxGKqssgUinnOecTngX1DAzNNZ5Ut43bcFi37oJWJswMs2R7pgFUmdgT7CEiSZDniccfWfr8amEQA5xaBVXGXnMmVCoEZ4Gy/XQ5iVMSiJagKVAn0OmC4wrZ/An4ZI8SA1CmfEh2wNgcL2HW/LXjXXJJByRhRPNJcNcCXgDC7EigLE2ruck8YFUOMq21ElTbiAotutgbJYCogsMrrmeBhnzwzYLVEWZxSSYUKsYfVnm9wpO27prElvXKOLxYVR0PUwypmZuo6R+oS98asb421llUrNHBjWyvQpU4pgWvu1WIM00mZgKOxun2ix2tjwb0zB+M+RfkBaqs6HVXfSq8czUkEmFyQ7cO+NV/f6pJKD6wa0MmuGQNA+fDMV2PDW0FGLFkXuHtNV74uh9qIkjX2OxuBVS8FoLXDjQ1LYMwxNs+E0OsyrgP2zDaxp11Hu1pCo0q5Fxtb2l+oJ1xt/X/sfWeYpGd15an0Va7q3NM9eUYz0iggCYGQBEIEY2NswIDN2kZEmzXJcY0JJmOCExgE2Disves1BkwwYIzBGBsBClhCo5wGTU7dPR0q59rnnPu+VV/39AAzu78wxSOmu7rCF95w77nnnoPNl/84Nl70VER6pkvNhy3/lvgdPX4A991/t1qe02SABoG0pQmsFsemh8fjtYWNk2jTyrVHDj7XDd1hPDdM5Lhu2VgmFa+DQCzFKPY9eCtuvfFbOPbdfYg1yrhk6wbsnCygWV5GrdZCpRvHQ3OUOOmgHw/MtZpFKjKcI0AhGcem8bzinAcOreDQYgmLTe7NslMx5ny7hXq1jp/9uefhRS99qUlsD7RNh6BSOFE6E2t0vWRq+NozmUqdzlj1oPr3kgIIg6urASkX3YbacsM79NoE+VyB1UR2ZlXL5PrAqkat+3oHvDgda3aBtJtx7N7xRNz+nY8iGm2jpZZRSs70cWy5jHg2iZEgKc36hXILS6dKWD6xgC2bZxDEWUwHRosj2nPbvTi+/vWb8cBt+/Cdf/sqrrjmUjzvCU/Ax//24/jp61+Me799Lz5y0wP44tffi6JaHRwmw+J5u497D9axbyGPkyt1LC420Ilk8KRdJTzu0mnFgxrTvTYOPnwM11//G9j7wD4kGD/T7tMViXkfWKhlm6pnrEryiM+3qnjq039Ca/EvvvglGJ/e4ExRh3IA/j569hvXGLkNUGao35ac15V7dmG2kB4CstQfJeDQ7bsuMK+7aoXD+ZUGvvmf96DWZ+HQyXe57huvY+ohkvA40hJqC+CQTRoGQkODagD0OKQl/Dnhc/Ibbpj56nXbh3qvti4YmMW1nQXmLqK9uIDV6669HOedt3sArIbXrDNJAXhphvAYXTV/3NoUBvX8Gqg/rWJpekme4ToZ3hdWf4flctbRM9QQLpVW3JpvRSAC7DRmTCSpC8zinjGf3fbjboRfV+1swsw8v6ZyNBYKeUmbsNuKjze8+tXh6f8D//yed/yOOqoCemEoxrPxZNfCS085fdPBvjj827CoYzII/hqpG2LAWLWOo7X3Rb+vQsLdNYxEUKo0cNXjn4DtO89HJAyEDeI4x2BddaZnCay68/EfYVr/Q3D1NEKskyvxBda5uQXMzc2hUi5hdHQMW7duRTabdkZbvHc0IbZY3+IMdojwGlsh2M86MrX92B2MYR/vrZl/Q2CV9CCg3aqjXFpBr8t8xKQABKyOjCLHoo7rJLI14XTTM80rr0O6zlwfLA9r/iZAMwSs+q6dMGPVCCoEQlczVsNt/2s1VvU5LsbywKoIK8zZnLFoeE4MgNUEEE/QsJJDyoDVFUoBOJarrU9W2GUceoaSkYv7hvcnPLzCMdgPOsGGGquesGNrgc15uyc8v1WMVco7Vio4deqUivYiAcVieNMf/e0P+rX/JV73I2B1zW0OM1atHcPYOOaO6eSzXeukX3g5L7hg1JVPGYtKxiaGR+i9BFl9i9lARJ2TjAkedSsFrFqCniTThmCNgFW6FxNY7QhYHc3HBaxyImVTcSWCVbZPD4BVq+jJaVxsJZMCqLd6MlsieMjJHQZWvRSAACunsWoi68KExDzMJAhmirw4AFYJc3pHbLMscpXtHvVUjbHaaFsSjU4L+WxSySnlAZhwyyQqyQQDaHZ4vFG1vhE6I7BKQITt82TcUqNTwCoZdmcAVmn6ZVuFtZ56YDUVJARaEzsisEoWLV2WKR3A16siSt3PfhSlagOldg+j2ZQASLHRCCgLsHDXFV2UmrzfHfzET87g0keTHRgg1m+h1ayjVo6iUovhoe/Ucdutx5VAp5IxFIKYWrpXGh3MV034moxV6ojSmGuBwGrfGKt8rpBOqLVCAAAZSTDW5ipgNW6GVsu8pm1KAQQYdcAqr/FcheylCMbTWSyVCaz2dF6esWpxqiUcxkA2J/RVjFXd5x5q7QhW6i2Nr7FsHLmEmas02321iPtgXMl2j0ZuEc0BLtWSs9A9PgNjlVqInRYW62wnNoBFUgDRPtIJbslR00R0BtYEZ1gF/LvD1DY8uweBVXzkBjlSEnaT8VYihkqjjgeP3IulfgO9RIA0505+BN8+vh8H6ks4cGwFJ48B5UYM3RTPu4loJyZDCN/Oz3GUSqaQTKXRajTQaNYRCeLI5LPIZLNo1upYWV4S+z2TygjoKJXIanYtihQ/J0NY4zIpMIxIQ4wgqRNM59zl/eGMYwIVjVHvjK83QFev63XELmERQGzCTnfY9uskTVjI4DrB4kmGshiU5CDDmw7lyZQYh1WeA0GhmJnMDdts1WCooogZydk66R2ZqVdZiCUQ70WRH+ljx8w07juygMOnSpjKTGNiLIvtY0lcs7WATcU+dmycQazdQ3mxjnaDLPwmIrUO0j2a1mQQ1CskjdDQWcAlwUEBhVE2oXsdMQMSybCxYe2CBM1dp1WlugGTJa6F1CiNoZVIo5PIohVLS+O4HTEjPgGrCu4YqBFYraNfW0a/VUeM0gtO1oJrhMBKSrFE4morJ2BJYJW3iWz5LU0GVdYax7ksYFXHKGqaM/dw7IJwS7M069gKygCQGqsEhF2BgW1pXRoCUJe4r5Z7KvvKgEuM1wiiPcek5ldRYibSGWhHp6SlShDYJD8E5jtAS3ubqK4sJJ2pim7FGcozGMWuY4sHNf16bRUPJLeg4zO5kHqHAKaTBYil0E4V0SGwSgaZWBIxa48ne7ZPdnIPj/rSuUkBEFj1bG1vEiVWAaUAWBiU0SIZ20nJ0tTq1BPuYSSfVaGn2WlKK5nrKoNgslppzMRAkvOLppPSVPVOyk4egUG3TkJAiNNE1hiNIS3NOANWBaAq0Cb7wQJrn5sZlm/PeZ1U/hsGMrWUOjZ6s0mJGANVyUjlf3Iwdu1sXBPMcZZspC4Cpz3LoJkBMhkUXgZgNfBlU94DtqvBqzDTMcQQikWQQg9bRvLYNJpBIRVHjkVVFepoUthBOh3DSquL9MbL8NinXY9k3FiwAmxDwOrcqWO4++69Ao7IWqVsQiZNxuoWjE5sABkcmlMhNupAfNYlCErQnG5kmMW6qmCuRIzjtoFEvItMJo79+x/G1z/2F4h2esglA7WljmfTiJQrWCnXcXz+FHKFEVQRxTHKsVCjmftTuyGTDl6zfCrAtukRTOSTOLnQxl0Hj2KuxjgmLi26RKKLIJNHKlPEM37qGXh3IZMqAAAgAElEQVTyU586MK7TyhAikK4HrPqEaggiuKQ4BECdC7Bqg9fAmPUea7/PJ2PrAUffb3c+VykAAqtaQtdhm53+nY65qtdzDjDZjaLdiGPblqtxyy3/E2MFUrU4VhIoL7aw/+gBAYoPPvwgdu3ZjXx2BAcfOYp0UMCRw0cwN38A22e2yVzz+OJJTG69CNsv3oyVQ2W85qW/jKsvvQivv/7ncfzh7yIeCfDwfAkf+ObD+MQX34bplGwXNW5lqEfJr2Yfx0tNoBjFwzc3sLBcxxXXjGJqJIlCYIwmjtmH7z6AX7j+N3D//n1OY7WDiIkV6rQ55z1jVYmy2wcJrD7/F38BRxcW8HO/+ALMbN7iDLEstxkAkKG5RKmCeDeqTo5WtItcMoarL9iF2SLNt6zwyD1nYWkZ9XYbsxPjyA7MmMg0iWKh3MbXb71bwOrwO8hmdUVEZ3dlQ9Yho4O5638f6svzVWFxjFVgbIhN58fA6cAq17QQe9a7rK9lrHLfVVs7z7CDeD8QsPr4ay7B7t0XrAJWPVD3/YDVtePV/z7QtA0xVgdzbJ3n1gKwYZDWyK8KHAfzY7hO2PUUY06Gjm59lzKckXkos8U9mqQAz/qzEaKjFenC4lUDeJm7KufUptXD6MgIFpcW1DLM59/4mtd8vyVg3b+/m8AqtbUDiwkG4LDfHwRUDfVTVV4Pga7DazLUmh1cUyaDTiLpTFIA/p6G1xd+fqlcx+OuvgY7dhFYdRWPwdB16+X/sxTAqqq74wjbl5AU4KfJoKDAP8XyqFSr+PKXv4zPfe5zuPvue2UQOT05ief8zLNw/QtfgKkNBDRpcueAWrX+MzHmPWWCz33Ys5AJSGv3RKdreZbJMrhHaI8xYLSn9n7ua4xkOgRWV2he5X0wDFilFMB6wKpG15rCiJlLWVyz9uELp+HnreBrxX5+1iCmcKQPM1lzsmgqPtnnh1mpYVkA3+nnn+OCtx5jlbEXza/WA1ZTScZw5iHA8UO8Z1kSCQ7IdAQKX2jX/HXX4fS9bX1g9UwTbDA+wkWCAXDqzavsOg2Yve4a+evEGHFiYgJx5ogRoFwqY3FxUddBhqvxOF7zphvOaY7/sL7pR8Dqmjt7JmCVLftW0aFrOBPUsC4LGXQRaayGgVWylQgkMgGjXmWYCSL4T5tYD+2WJdwBzasIrLpWup7aC6MCpepNMgXjGMkZsMr3k1HHth8PrHK1lRRACFjlJkhgkmAiGX9Uy1NVK8RYPQ1YFdvCzo9BHyUK0mQPkjXXgZJ7SgHQpMEEz32gY1py/OxcKin3eYJpNbZKdjso5FJK7Cp1YzMRvGXSxUW4qY2cvVnWNkBw7ayBVTrqOWCVrC6aZFFLj4xVXlevsUqGJeUV1gKr1F4ksMqEb0TAcF/gCAFCtU7STbzXUWtuuRXX+f/Ciy7C1u01dFoJRHs0qaij206hVInigf+s4Nabjgq4pYFYjsBqLIpSszcAVmdH1wFWQaCLxl3BacCqZ23y3oxTriBOE60OlgisUmM1Y8Aqmb8E7U9W2kilohhPZ7BYqqHeJ7A6lAJYD1g13Uyymxzg4oDVZi+OlXpT42KUjNVETMk/NYKlvemCKwU3BFYNq9HzZKwKWNX4s+TegAQCe2SsBmLuhIFVSQEQWCVjNRICVskoZGIUT5w7sPqhDwp84lgj6NaJ9HDoxBEsVecQGcnh1PIRbCimcKyRxSfv2I+Hlo7RxQHdJgHYKNoJmqs0UEin0ej00Ww0HJM0JnOVdCqlajG1SqM0fkslMTI6ij4B9MV5dFo9ZNIZgbDUqjHtNzIFaDBlOS01+8SkJaCYSJhua48sTNO55XimzqEPitjeyI1OcgDtphzLCUS0qB1LfdRm0/4uDUMzouBaQPiQhRO6dc+VKgI4swS1gzgalIAgGBWhC7ax59juz0DCgB1jqyvkk5aysZ15b4v9AEEyhUftKOJA4ygOHWygGEshnZlCoTCB8fgpXLExjku25XHV5VeiOtfFySNHUasuo9aqIdEBsr0U4vEUijwGslXJdKfxEuFRnkekZaZVLkw2dN//uhoUEHdVeqx2jQioNyMxNBJJdOMZNGMZSXHI3Z6Alys0iIVLxmq7iX5jBWjVJPtB8xHJP4j1adqpgfRJ42qrJ4Nd1ycSxUYnacA39EWd50GappUHMHxyoqTPtWhaXEvKJC8+11sCqwTi2roPzXag5JagKtc8HjvrWF0wmCV7jl0AZIGSjUhAviMWKBlYBqqaWRWlC6hzKu8uy8xsPkvjbU0w57KxwaVmIK62T2rumt4fC2naGKT/Sn1YFjA6aLaTBmhTbzUaoJUkY3UEXUpOcNEQW5OSBREkydPv93DeP33lrOMvdhwQWOWDQAONj7ie0ODFtF8twOZeycIb9+ZSrY5UIoFiLqsCQb1lRm00LRFzK+H0ymQyxrWNLATTi5ZJlWNHs9jhenMHTPZkwuYiD8kDmBwXpmNFtqYZffBhjszGxCHz1Lcx6v0J3iMrsvDYeNyc1w3piZsuazabHej/8dy90QDBYoKofPBzqPlcLBb1nhMnTth+77RN/QUfmNWsYYopkQoBEWGgLcr9Dj3sGMtj82gOeTJVE1FpNEbjcWSCBKhU8N1jJ7H98h/H45/5S2jVqquAVd2beByLyyex98471IqbSsZ1D1LJDDYSWJ2cMbY82xdDhjsiTbuHTywMWHXmoSFGhl5GGSUN5iaCVA+JeBOddglf+fIX0b33dlywbZtYgA3uF5S0Wazi4IkVdaxsmp1CJB3g4RPHUW7TPDSFDItgoB56S/qqW8ZzmCykEOmlcP+RE7jv0EnEEhnJDaFfQ3F2Gy678om46uqrdX2oZR1jC8w64IjWWScFEZ4UqwHv9aeLrfWrH2EAxgqsIfaWQCq3trv7HwZw1vuW7wesDkCu0Hh6+lOfdNbzW2N4HWDV5uVqTVq/N1gTlsl2cAfhmOq04ti55Qm48asfQaoYSGM7Wu1g8eBB7F8s4Vvf+BL+/aav4S3v/RMkahHc9p934sUvfz7ue+AgvrN/CRNBBvvu/hIOHjqB637qWShuGsNlO/fgWdf+OPZctgcfeMvv4vBX/gPRThxzDeC9Nz+E//OFN2OMxVPKfbk4iXtMvAZ8c+8i5kttPHSgh1KvgSvPT2H3tjQu3DGGSJ/FEeC+Ox7B83/+lfju0eMCVqWXr14Fi9vDib/OPQSsvvyVr8C9+/bhuf/t57Flx04DwxjXrrnPA8Yq8wluJbEYWvGeZJmu2n0eNhVziFA7GFEBq0fm59WttmV6mrZWKkgatNfHqVof37j9QTQo0j8Aba2FW79LgmktoGqvFJA0GCtDIx9j8J0+z72u4np/C0tgnglY9fPLDmwNsIoA73/vu3H1VRfjggv2nDOwqluyBuhwlMzB8+ExrLV1ja6oJ76EAVZ9rogzPu6xvNJA1dXgVNm1Ihsb2HJCsEgVDxAPUohTo98Gj9YE/+BnscjIOGotIMVvJfg/Uixgfn4O9VpFc/FcgdV3vf21Bqwm6e9h2uvuiIyF64DV8LWyPXQtkOrOJARQm0mmdWF5YHXt2iV+x5q1hL+vlGq48uqrsXPXBbpeusYWGg8LUf+PwKrkFtz5+fEymAdkgLpCiGcYqnMsMYaP/vlf4K1vfTvm5k4hmYwjk0nLz6HVaOGlL3sh3vXud2BiclRrX6/b0j1XcRIkaXVwz9334b77H9RevGF6Gnsu3I3Z2WmtO5TPsnsQkuYIz0NhCtaJydi802qYeVW36XqcHLBaHDFglTGOixFXFUeU89jYFfiobp/V892Px7DGqp+7tqbZ8uGvjz4npLEaZqz6cezBU5M5IlFpaErl/0bg2H4eSgF0WuwoM6PWMwOrjBWdeVWnpzb6IQhsa+AAWHUNw6uKJYPujxCj+AzXJLy++OJxeGyH11PuP/6Y/fH494SBVUoBkBTG6UBgdWFhQdeBsSaB1Ze/9o9Wrcf/1X/5EbC6ZgSEgVX/J81TP689kUe6dcYGkqocmXuOsEPGEoMZbkcEp9guSBaidFYJTEhUz7mwS5fNgn4y9JjoMSGnzh0XcSbPYn3SXAdxjGUiaPZMA4csEC5eYqKK/U6tONPF9DR0MlbZhseWfAJwZGKZLqq1t2ZpCiETLLJsYko6ae7EgycTix6/PO40kyFSajtcdGhERMaXI7ENgihrByYylE8nkU5QD7aFCoFVtoikAgEQPI5qx0y6RlIpMboa7ZaAAbLNGBw0CTBFIsiz9S9IoNVpS9NUZlTxQG3itoHavSG4waRQmp7M63t9adHWadaUSIgRw3fwXKj1SaCPCwKBYxq1MOhi6FFvtLHQ6iIXBMgR6HbfYTqrbXQ7SYECZBHnxnp4yasvRTRSQqxLXc2S7TndAEcONrDv9kXsva8mQJyt1mSh8jhrbWCpRkZXD5P5lJjH1J1drJGxSjAzIhYEr1eU46XTFnOCrf4EVglSUMd3LMMkziQJltu8rl1M5tKYIirba6Pe6+FkuYmRgMl2GvPVBlrtrgAV+i74IHdY9SR/lzqNtqkRUNY1dcEt2bSlalOYwUgmgZxrT69SV9Cxq/xmaKC8ayyJRSV3QZYwx6gY3vwOYa6m6UdnbG5kKzWOZWt1p0YiNVZTauG1ccdj4/gleMQ2nI8f8tXQH3wpF2OVwCorqWR0BnEsVhZwdOER6RoeqpwU2MLg9YtHyvj8nafQLpeRiiaR6kdRjZrTLqUQYqkkao0q2i1uqlb9JQiazWYQjcdQrdXksE4G38hYAa1oC812CyvzdbmdFvIFOQ23Gibu3usTYDB+AINEAge8ltbSbNo+Q0aCtcoYCZiBZwKxgM7GbC81w6FUKq1rSUCFmohDAMQVhozCJeOedCotTbRqo0YrDCVFYr3HAyQZQFJXmXOfSaEzR+KAkfwGgyAXDKY415NJjJCZF42g3u3hRKuJiWgMGzNxzMzuRK3bRDJoYvdoGldumsSjt82i22yiUuugW6mhsVhGr9ZAwFW218dEPCd9TOmm0u0+1Ba2ilVlNFAHXDrxUhf0OuVox+Q0dgVNNsg068QD1ASsxtGVdZJpWGqZRBfNfhMRtpS3yoi2qzLliPYTSFIpMcL5SK09slOpT2oak0pH5N4bxawbpqsCHMdgVfqpoMszQ53zslgARiGPsIjlNJ65CHoH3w61YrkWO6DYG/Fwr9ClcNVwHgwBS5lXOfCBRT/phTvzAuqcqpM5yvlvLWKuj/CMk0v7ogxLwolxD7EOi1AMiHmveOzGxG754+UxR5JoJwtoJQoyESNjlcfE/UD7jmMnT37+7IXxC/m0FdKcGYMZRFkQyXXEMxlUcXcGV5xL6VTSukXIDiZzR5uJmUBI7zT0YDIq47AugVXHthTzx+vS2X5DMJCgrtY5B4Z6Zrlv1aesCa+gZ5hyPHi2Ko0PyBqwooklNQJAaSJTq+k9PgHUdySMVcvX8338O7+HRlXcPzkOuI6wUDMyUhC7dbm0IoDWgmxLStiOrlY5jbfTgQz/nWFQVUF5oi8X9M2FLHbNTKIYWCGPXZPxIIFodhyHjxxFNJ7Hj/3Cb2F6w2ZUmpaEDxImBxKXqxV8546b0WyVlSQG8TTS6TQmp6cwuWGrY/CalI8BCH1EuQ5zXY+YURnnEGcjYR3NCW4eTneOr+E5s9AArKAQbyGdS2D51Encd/NNyC7sR5KdBi0WLnvoNDro1dpYWCqjXKtjZuOs2Hxzi6cErmfzObXzsbjUpFREp6Pimc6t30SzHUOt0laM1okBK50Ozr/2J3HhY56g8/IFR7sOLKCtZoufCUD9QYDVMHtlCLgMGV+nJ1+rGatnAk1XfbcHdlwS6e8JCywci1EWJLleqBrGwlgU1z3ucT/45h165Vpgdb1rsPo5blS2poXHLNe5iTzBA1U9lPBTnqfZImO9KTb7+NiYkm0y2JlMcj5JvIpAiwqjJr/B12ydmcLx4yeVH0yMTalbhNq95WaAy655Ej7+ydehxxShay3Kko5hkawDzJ+IYO8dB3Hbnd9FfnILNmxMYyTbx5Ov22QFxVgXe7/5AJ7/i6/E4aV5xBPcK2gCYzEbj6fXb5ym38fjI2P11972Btxx02346Wc/B1vOPx/q2dKi7wHMoYyGjUDWHdiFAY3zRCyBx16wGZvH0oj2bdbQnHa5XMFEMWe7TkRqx+j02QEBrNR6+Np39qHsZEkGXDzta0M5jsEaM2gLNnSE83NYIh2uRf71HqAd5mungzB6rcCutTqqZuJrW6V/jYuNWcRWwZt+FC0kYxl84H1/iEsu2YZLL75U43nwncPq7g8wlsOasaczrhXBuMLmWnBFv7uC9uB1IaCWQOF6D2MoDq9LpVQe7IF8lvrnQTKHfruPI999EN3Wsgg83C+iUWcASe8OAkhcXyUL5cWVrKMhnS1gz0WXYXZ2Axbm50G5Ae5B5wqsvvutr5NBJAFCmoIaG5XnZ4QI61TyfaSO9MScnDGXaeq4rqCIzTc3P/w+o8+TKZYLGfWesDarGU5r/DlmLD97pdTEhZc8Ghc+6jEqkCloYnGAOrwqfrvOJI0n+/n0x/B+GBBIzX07EF5LykVZPhDF4lIJjUYT6UwauWxaOUq/U0OPRf5+F416A8l8ESuLZfz0M5+LBx46jGJxDO1WDUGspz2X5rSVcgV//MH34AUveYHWHJIURAWLBbj/gYfxoQ//Kf7tX/8dx44cMfPFTBYXPeoivOhF1+O5z34mRkcLAPWc2Tq23hkxRmW3joyv+ujW66iUaNJkOQsf7ORIF8hYndL4EX1Kw9LABAOoFXRr9bF4xGJfu46r96TwYXiQ1S6n5VACC9Vx7P5TrEp2pgG2BrDyd4ujVzNU/e+UarH/uHcZEGuvJzuXz3tzMH6uz1VFgIlERGwLm3py7zCN1SFgzHjTx24GCrsigic5DIDV1WPJjy2zJF4ffA6vsf71itNcPGyyH8OYWHQnnpuTAmCn5fjEuOJfvp/HXlqidi5lBjk/k3jZb/3hD7Du/dd5yY+A1TX3+kzmVQNJyAGwatUuDjQ5SPfJ2rNIhJPJqmk0nLLFnwEHg6gwsKq2I0TEqiRYRLCQyTnBPrbj8rPDwCoT/vGMuUITAF0LrHKBJ+BGBqBE650hA02uaB5UpfmPbSXG8Oh2kZPbrgGrDLC4kVI7kq+jzhQDI9L/04kAQUAmIhNTMyIiAGZ6fm5BdFIATLRz6SQyiZiYthWzeUee4Gysj1q7g0qLzJAIislAiWyLQasHVhFVGyYnfj5IClglK6jaahqwGmOSaQuM8hUH7jB59UAr2ZoEdc8ErJIFzOSTDfYGhJOQSFZkG3P1jlr48kFUwKqvgBIYoJkPGVd0hty5J4PnXb8bteoiEmwE7tfQbraQiKZx/EgD9958Anffb9eVZmTZpJnuEBhfrHeUdE3mksgm49JY5XMCVtmemqBMQkIMQG5MfYHeNIqiVmlXAAQ1VrNxAqst6bbV2j0Bq9PZIbA6FwJW58LAqotGw1V8MRccy4DXlsCqBR8WjLYJrNYcsJpOiInETYnmZKzWrU3WJAzPrZt6o2S2thmokv1L4NvaWVTlJrgRmMnM9wNWtdg7kx5+7icOky9xdg9prN7wPgPn4jQt6+PY4lGUW4uo9Zqo13ooTqRwsFbDZ+48hlv2nUC3Y2Ml0k+gFzGt30I2j2iPWmgAW3EJxJBsSNMpmeFkkmIgNUpVBRvFkTxtiMQgbdephdZELptDi2ZqTVaDaUBjzFdebysUmC4vAVYDXQxEcTXyELDKdSaOGPU6mNQQgO1Drct8rwEpLQMefCTp4hmZtcTY5kyTN56lLWTWUmjBV5J6ulynegTELD81kIfmGX3EqUPGMdqPIROJYCIJNCNp6bJVWk3M9DPIZRO4YHoMT7/sOiy2ajjWWlCh6PwgjgumRpFOxdFeLqNdrqJbbaBfbyNOSRW21osXayZ4aqL08YW5an2PwNUG2SpgyDFvedxcC7ts4U0kUY9SY5WgasK0SrW+SSxCrEsCq9FWCdFOBbEu9fXi4AxVuz8NTKQNaoE9x77mg2uLnGkycF7LpPJUfxdk901jdS2IRaaSaT9yfLlqvJNl8JV4JjwK+hy7nI5pQ5djC0oNtAwdmxJg33nB5IPFBB7nUKJADNszBGzWbqVQ2JKJEBMwKhKSOURbi7XprxprgIFpH+1IAp2ggHaigA6Nu5QIOXdUrgssmAHIf/Zfz26C8z3qjnB6u46hqSKoM5XzAOVqYJV7Ehlg1qLb7tDkikmOY8CE7p/VI2wtU7HHAase8LY5yzll4KaNB66plhwaU5Xzy8AZjjPpFDrdLd0vp3caJLieGMDmEwElKbyyvh0rQSja5iT3NX4Xv5egKd9DUJXfFyTTqFUr+p1F2Fwmq7W3RvmNWk3AkbR5nb4rQVW/HoVvggd+/XOrQLkoC8NRTOdS2LlhAhO5JNIBPZkswaBW5Yljx3DhxVfg8c95JZLpPOodMzrxY5//8rVk1X5n782oNZaRzVA6JSWgksDq1Mw2Z9wljR8dipJnFt60itl941an+9Oj0RyTvqps3yy5CNDvsXjIRaGMXKyLdCaFamUF+++4A939d6nbgN0W0pVvcN4TmO5LOiKTz+nesTBsybtVdtV1wH1OOr42Z9lFIn1nttMmoijXmkiPb8TFT/opjG3e4cwTDTS368mk3MD8taCmFWJWr3vrPbd24oTB1cH1Co9rB6DbZ7nCyjoMu7XfPQCAQhp9vqjBa5/N5rC0UsK3b78NjxzYrzU5mUpKr/jDf/D7Zz2/FZ9kN6y6NsNjWh9cskRbZ+1AmRC7jyi3T/9dMjsEtYZSGH4Oaqxy/fRsPlsG3V5Dg08WU63bRMXjaAKdTgY/9ZxfwMf+7je1v7Bw1I1S8sRgf/7/0lwEN934AO564AhasQn81v+4HLFeB2lWw/qUAunjP/75Drz4pb+FudoJdc+5VpJBezxjCN8+67VEDbxp4Xfe+3Z866s34qk//nScf/nlktfxwKrCgVUBoWGO3WhMhQd20LFgQGB163gBVB8g2Erz1JVaGZMjI5bn6Hw4tyw4r7aBr972kDTW/R7hdU31nSFdv8FAEMiyBgi1Kp5r4w8NmUHH3JChtt64t/0wBKLainlGYFUu6SLPdAxYjWdww/v/GBfu2YzLHnXZ/zdgNTy/V80rx6r0fx+Mx+G0HKwBg7+FsJVVn+U03TWv+0ClUrH4TfsXC559pNIFlBZLuPv2W9Aoz6Pd7iGWSMqojQxWFv9UKE6YbJWPb2R4RH3+ZBYbN+7E1OQ4lpaWBKzyNW/6tV87p/n9rre+DulMUjqrEa7bgy5Rb59lnTUcU4Min98DHPPeA9EM0rQXDOIyx4D1sgJCaD2YZZ/J1/NyiqXpwGxes1qljsuveBw2bt2N+QWeZ1lv3bptGwqFogGJWhdcXOcLvCJU+UthUZXoCNprnQ+AGlkZsMawuFjCzbfcgn/6wj/j5ImTmNkwhUddcjGuueqxOG/XdrRqKzi1MKe9b2rDLL699y780stegfJKDYVMDhP5HDZtGMOWjdPqxFlaWsGGnVvx229+A4J0Ql2c7As6dGwOv/OGt+Izn/k8xnI5FNNJaSUz16Y8WiKVxhvf9Lv4pZe/HN1eA9Ho+mQWRW8EVrttdUh1mg1UyyX0aM6rk6XJdh/J3AgKE1O23FI2yoIpx563CxTpOYzCeWAYCMs/uOvqwuDhwHJFEUkZDIkJ2uOdDJiP0cxgyhtNmc6q4mf+K7k1+pWQRDV8zuut0lxYxQUvy0aAlYCrmLUOsB201RuonqZeu4vfOE4Zh5GxKs3WkA48iV7UvreY2saiLpsr2mjunqFwcqandcl0rdx19Z+rvMaTAVbLAKiYRfkF3q9WC+lMBlNTU5KvIoGGx27AqhERGGO++Nffe05z/If1TT8CVtfcWQ+s/tKeEQNCXRLkWasOg9Niy2o7B7tnrLYYSKnVlH6vtmkTAOT/mHR7d2ZjrBqYZ8CqVQY9sEqgMc22Q6vnSMOyRr20fhSTmZh0OAk0Eljttdtis7aEXZLZxu8yYJUTxDRWY2I7khXJihEDHg+sZqVhakY7ZKyaWZax4JhskGlLYJULM82MyB6TKYmAVZdUus2a4J93xCNgS8CQLfeVtlWlCKym4mRsGrBKggCBVX5Hq9sRYKnWVeppkrFK8yoPrNJMp0UJATIYqevhEym7gby2YgTb6qvzqNbPDKySsSrdPbKkJO8QEbDabHdwstpGPpVAjsCqCvDmpC4H1UhXwHaz08Y1T5nG458yhdJKCUmCM/06GrUG0okMVpaBvTcewG13tFYDq5G+tHiXmj10WwRWA+RSCRl6naq30XQsLTI1Ce4SP5bLtK5tBFUyKdpsG4hgLE9gNYJyvTkAVqcErNJUqi2TgrlyC6PJhNg+Jys1Je+mregCTBdY2CpuzF1f+aOshAIotzE1exGUaqaxWqQUAFvBnBGNB1bDraQeTNBmQu1esq4dy9kbCnG9l3ZhMtCGtlzroEUzN4IKYcaqcy7l1sLNWTqzsTg+eeTcgNXuDX+ke8r7XmvUMVeaR6VXw8n6MsaTBUTzaXxp/yF87a6jOHmK+nnU++2gWu2i3Oghmswgm0oh1m2gH8TUisuqMI8rk83ZbkZwfKSIfqeP5cUlMaSLxQLKFeoORbR5BfFA76XujljsbOZ2Bg8eUPX/EhgdAKsuwODm5jM6Mlx5TayAThaLrV80Z+NnkpFmgIj97gN2n5DH2VbL2RMjw8xMA/jxtVodTZoJOU1WAyygxIpzg8C0Pk1AVhTFWFyMaJpqVXstJUgbghRmEcGLn/BE7Nq+DffPH0GtXcdsNouJZAxjhQSCTgu9pTJa5SqiLHzI9M4SAZ2bglBTPl2dRLtEehXQ4MFKF8mGWrPkeurahaS3SgZALIVWLKEkkkZxZNvICRJ80OwAACAASURBVNmBgwK6GSB2Koi2V5TsMt0k3K7CmYJ2A60Nt3Y99S44J2N1eMy8yo61omXMR9sOeHXAut+aBiwIvdS1T3jCA7sdjFvsHKA9MOsNuyxEG7TRCUSxouCqCjePk4Up3VQuCgaam/7raobNYMt05lj2u0vwHVuAbCxj4lIewP41cyAXRBPgjATStu3JvIoKtQaCy+CL385rToD102cvBZDNBKvaB8ni1I6soNiYAjY3TAZA+lKOGSXJGxZK29beZYZPVhi1VMhYVGbWZvc1DKzydwNs40gmyfZOaJ0ZzDfXasZ13QMzzVZLhQ8ex/D9dmw9yRCtBgQUd0QMqCRjgO/xBlQqMIqtThkNSpZYIsACC4+fxiKdVlPH5l/DO0NgtVZvWJHMwTTG7vW6ZcMxHAbx1gPZWEDNJ2KYLmYwko4jm44hn81qvzh8fB61UgmPufIaXPO8VyFXHEedc8sxTm2IGLBardew985bsVKaR4ZsnVhKLInJ6UlMz+7Q/bPrOgRX1enjmS+SDDE5Deoip5IEACrodVfQaDbRbLLI59aWfl3rViLIKKk6cv8DaO+7HbEgkFYwDRo77Z5NDfpYtHsCXXkfmXDIFNAxfC2mI+OZ61dUxcW+CuJk7zDx7qPciWLyvMux67HXIUuZGHfOWkrVdWTa+4N1YN0C0jCA/X7AqjGvhmxNf9/CLDdL8N1nah1YXQw6E6Dqx7YgNfd+D6ySiUtzrk//w2fw+S98AbUWdWwDMzzsdrG0cGR4EmfxUyI7PZhTq6/RalbTYK9Thc27ZLvXEIDRwXt3b89c9MU4i5U5vsj09vOcbZHhIpi/9rw+HTLXVGDj7kBwMSb5mVY9gRe88Ffwlx/9ZcW6ccqIRKl5HRewxStdWWrgXz63Fw8cmMN9363g11/9dFxz1QiiEUqrkGwRx5c+++948Ut/B+XuitNW1YZmx6Ml1pjnfh55pn4i3sfbPvgH+Mrn/gVXPf5aXP74x6NHDRm53Q73oHBhT4zVaFxrMbXkWfx9zPkbsW1ixAoWABbrdX4jCukMOs0uciwqcx/h2O13Ue9G8dXbH8JSXerfxs4LA0yKryWEPDhmv0/Yc8N9Y7jXrBkoDldR8c4VVAZ7jduetP+E5EvsPIfAqr0s3OZswKpUZHttpBJZfOgD78OunRtwxeVXrAJWvS709xq+w+v6/Rmr+pyQ4dIQ5B/qXxrB0kC/weP7AKt+cpK9aExg65xkF1wymUOj0sDD996JVu0UWpRLS2ZQGJ1ANJ5CNE7Fc8Y4zCuHHQJ+3Y4HGUzPbMH09CQWFuZlisg588Zf/dWzmNXDl773nW9CNptCLp+WyR9zNeYoPrRSLBtin4upSs1Xx0xdtdaJjDA0AfOvUVw5kD9xDFgP4DofA+6bzC1tPY6qC2xqehZf/bcbBUaeODmHdDqFZz/7Z/Arr3gVcrmcsSUJLnasM9IXPwbrlIu/LG4b3jTvwj53ch4fvuHD+Nu//lssnzqFBLpi7sajKew8byte+epfxlOf9hQcPnZM+cPMxk247a578Kuv/nWB47u3bsIl5+/CxokRnL9jM8YLOfSiAU41WnjuS65HZiSLTrOGWJDDF77wFbzqNa/VnrdpvIDzt8xgspCRB0QkSOKWO+7G4657Ct71R+9XLBiNmJzQ2odNJ5Ot4g7cbjZQKa8gQr8EMXIZV0ekKZ4bndD6wPM3Ivma+MaZfXimqbXR+InsfwyV/ENdQorRHEPVCkrDwrd/3heoja3qAFSyTwmoyoTUAFYZU3Hfd4CrmVcxDghJAbAYTilDFaHt8/z3cJzRX0UmpY4swziPXQ6S1AjpmarTiK/zpb8QC16qsRzXkghb59qfqZbo8pz13sOuS37/4JqYO7cR+pxUH2NKdmiMT0woFqCR8NLSogNWe5K8S6WSeNGvvfuc5vgP65t+BKyuubPfC1jVS10+SjaMB1Y51sXIo9K72pjNlV2MVSZUfb6WzBS2RquZ1RYSAavRAbBKAFPtpHRrThhTjQ+2CBFUJCN2Ik3tP+omtpHPJKVJWm20BKxyQpIhS9aZr5Zx48ylE3KNlrapVAiMachAgzqtNGVoEXRh2wMNkmgS5UT1B8CqEsWoAiwDVmmkQlaIlxUg+kENFaPaEyzkZxNYLbds8ygwkYsD9U4XpQaFjyMYkf4p2/MJWDIJ58bopAAAmUaQvUuXcorjkymSXAdYZcDGzc8YrNaWTGC1RqOMRAKphANRqUnXMc3aIWOV2m+WjDGZPl5pyTQrG8QQmBWMo8ZyY2ii3Y0iluzg6T+zDTsuSKG8XEcmyTa+qgJLgmW9Xhr337If//KVsj6BFcAsWwJiEVSaPSw1qBnZxQSB1WRcYDaB1YaLc9lKScYqnbrVmk9gFaZP26ATXzSCcW5+iQiqtRYWKfXQ7mIySykAAqsElXtYqBJYpZNyGifKVZm2EFglIKthGGbzUbze1ba4uCZ5zYh+c2Mi66kLMXV5nQupmD7DM1a5GXmW1hC0M+1dPk+GM4FV6dzJgGoIEKllNWntRmcCVtlyQTMlhlJMVpWwxmL4h6Om23U2DzJWOzf8oVr1WWUslRbRjLQw1yjj8PJJ7JzdjMPtFv7ipjtxz0Pz0qEsjGVw3nQUnUYbNz9UQSKVQzYZQaMbAeXw2DpYrzdlipErZDXeyWSl02oun5fBz8rSkiQ1GEnUqjW13zPBJHuM7/fFkGGSxvFsUgBM5BjocsP3bEiecxhY9ckcA0wxCJ3kh60jjsWqoNMcQMPAmmqh0ah0hxk4MBCiGVwikRTIWm/VZTojMx8lKEAmkdSc7jTKYpwnM0mtZehTT3YSnfISxRyR6vYwk0/hZ3fswRPP341KroXllUWMI8BkgsxCguMtdFn5Jx2WixkFg6mzpGA4prZe43q5tgAfWzmg0N//YeK/mtmyygVYh+/ciVmEosxBNIUuEwfq90oKwFgE0mbkWGPbJivxHR5jScBqVPZVQ/aGlyZxSLCOVltGJDKQApBm6UAJ2reJeZQ0BGKEAyLpo62jLyfqt7uPA9DSBaBk2Xjw3NtPDzYwS6bsWrmklj9xryI7U0iUp8WwVTSUrZ1hotGIRACs/05OBBfU+u4J7XYKDCXshH4/hl4i54BVJ10glq88ap1uaw+RT/3b2UxvvTbnjBJ9vLlWCsAKDGzTH2qWSiOYRmTcC5xcjCR6BEgO2zM1txlsSyd8yECVFq8YzFEE0kO1tvzAyQAMjOUc0OkTPwbaYVDVM1V9karZaA20T7lGejAVzqxOYE7HNJTtnMxkwEsc8DklhDTkqjeciV0UCRY6k2ww5qyKoN5ooFqtap3mGkFAlWuOT1QG18CBlmGQbS3gJs3mIIaRbAIZMliDCKYmxpVsLZwq6W+7L3wULn3GS5Af34B6kwW7IWOV+wrPnwXku++9DXPzh5FKpxDE0mLhj09OYmbTTgHDApFcm6DYPyGGhyKafkvxGLqnEEMd8VgPQdzWyFK1hnKpikq1hHqjhCQSAnpHx8axfPgoTt3xde0znIFc46wlJopesyOAlaC2zAF94kcGGI3aKM9ErfpECtFYAvVmE/OlmiSGism4CtmVRBobLnsCtl94GfLZ3KCQz+ssQN0Bq2cCM9eC7Wtft96k8SCIB1nFpAnJeITXUa1fITB3vft92neyME4AMtTBQn22f/nil3DDBz4EFhC4hzeaDa0F1EkvVY6f9fzmG84MrNrHnXZ9Bgx7/nXIcLY4KCTzEWIKmu75sJDn1w0lng7UCYOqAl6d3AeXv16XzHMvDZHEr7zyN3HDH79AUjo8/26EgJGNLxYMe60I5g/2JZ/1xX+/B5FoFr/08t0yt2JewO/83N9/Fi9/5ZtRizRU6FefkQMMdSx9K876a8BbyPUhn0/inR96H774qc/jkssejWt+7MfQrrfVVeNZo/66+PeLnhFNSDORTqTc7x69m8BqVqBxtx/DyXIDla7dy3qphi2TaZnSWnzRVYfW1+7Yj/kyCwpu9wvJAHiJHiP4hQAWnZb/3bUf+9/diFmLJ5hp4+r9StdEF+N0xqrpmQ+Bzu8FrKaDHD7ywfdj65ZxXPmYK9cFVtd+9/oD+wyFSr/HhPaa8HwMxzZrayzDv63/2QIjXdGTx8h13jNWeXEYdqVSBbRqTey77y40qwv66niC8esYovEkoixCMmYOseX92Oe/fO3Uhk2YmBjHwsIcatWqgNU3nCOwesOf/L5yztExtqCzS8n2ZSM82ZWxzlDXdcN/XUfI2gLS2t/9nmiFq+Eo0vh0e7rJQHhpDOvWyucL6McC/OWf/0989jNfwMLCIhJJiwGKhRH88stejte9/vXI5nLGdpWPhMnuhe+ljxUlpuDGq2QHaPTZauN//9Vf4D1vfzta5TKefNVjcNHu85DLsO06wNe+dROSuTze/K53YXrTVtx73/1qz9730D786Yf+FEuLi7jq0RcLH1hZnsdoPo0Nk1M4fmIJVz/56XjhK34FjXYD5fKSCC2f/acv4y1veY9Moc/bOIndW6YxmU1i25atGJvcgENzS+ikCvjvv/ladWhEncb82rEtNIBFJZ1PV0zVZr0GdJsGtupaxBBLZpDIkHxihk7hx8C8KkIGv/k2SArAd0R5FrB702C+SXUhPPYdG5PAoQMw1wVVxTQlrkDw1BlQhcysrIPIpNX4M6UOJEknELajHF6mVZIIMG1WY6/aOmRxl8WYflwxTuP9ktHXoNPJCsneqNRiLmONMk/lQzHRGaip6+mn++t6xjXJ7RNhKQDGfCpMy+vG/AMErI6PKw5iLkbjqrIMmK14z86oF/3au85pD/9hfdOPgNU1d3Y9YNVQ/eEKwMWAYtoylnEutmTZyXCJRjOcRGKLsq3Ri2RbiyNjfk1/aZipXqOWCzJWpa8ac8CqS8b4rcQZPHg6njZNFCY/ZKzSMOR7A6tANk1gMuKAVSbAjrHW6yJDgWsBq56xGtHnMaGMR/sIJC8AJOX+ZlIFkgKg1iIXPY8RO002sbw61G5NCFw1YNVYL2SsZmik1elipd4WA7aYSg0Yqyyem84KWYk05QGyQaAFX8CqjEeAIBLTe+3h2jQdsBpmrNablA9oiW1rwOpQY5XAKltYqGdLIFrAqlr6ujheayMfxGU2RWDViErGWO1FqTEUR3Gyj5/8ma0YGYtJuyaXzqJD1/CO6arEoxnMPVLCJz5xApVaS+B1NhlDQGC11cMigdV2FxPZhIBvAas1Aqs0aiKj1IBVajXKbT0aE0OYrGMaRTG4oHlVlsBqvYWlFlnNBFZTmEzTaMgxVistjLO1I53EiVJVBQACqxl1UBvA4qtmhP29rqYHVi3xMuYWmbrlOpN8Mx0jsMqNryx2zhBY9QG9QFVJAbB10saMuaw6HVc3pdQyuwZYZWs6GatkEKXIJlZ7hr2f4D0LBGRnfuroOTJWP/AHiJKJ1GmhunIS/RRwsLSI+eoyJjbN4BvHj+FjX38Yc/MtTOX6GB0pYjLbwraZSXz1tuNYrHSRTUfQiCbFzuD5EVjlvWLrBKPYWJCSDmKP9zOTMeYvdTr7fWuTYvWWjvQELFsNBQ9DMXZjf8o4iBu0rqG1oXAd8Y0iBio4BjyfdRu4BSJOO21NMELWySDBdoY7YjUSlBGQPmzt5lsJAGc5ZjJZ1Fp1LFRKah8LonHk4wlsLATYNB6g3u5h/2JT4DgB65FMFOlUAZtzBTz3/Atx3Y7tWK4vodQpYxxRjHKjbtcRqVYQdcUcS+L66LctcRXJSBG0Z5MQjPQzn2vs6sB49XK+mg3gwVUGb4Ypcv0iyzeJSCwlIX+289JEjywdLUdij5Kl1jcwlRqr3YrWXUoB9NVO5eQIdFzufoTaaPlls61wM44lndbxM5QqWKsV5xNNW2WNkepbKI35Y4m7fYwDNX3iGfEFB9+uz2NzF86tZwNQ1a9vLkEXduRgbAMK1w9/DJsPJfBunFlA7NrFhC64FjgPug6S2Rj6ZKwm8gBlCDR+7Xo4FTf7/E989azjr7AUAOfIehqrXtPKt2eJPc/iZoxAJdebnoJJX0D1XbIDVoJnSjpdakvgrRgVUFc1FjXmd9IxEcSccKBsKNiXXmNo/fRzUyxapw8aTsoYyEqvUuuXY1O4YF5FGEqIhApmHqiVTnOjodayfD4vwLfVaqJWr6mjhSAxj496zGyF036gxOZ0xqo/3lVJ0aCVEsgkreNjLJNEPsE1HJiZnjC99GYPAbrYtH0XNl/7s0iOTAlo9Oft9w+Bi/0+7n9wL44cfURmZMk4gdUkRsdHsXHLLrGHfHKvYt0qcILyHD0k4x0kYpRaWUa/00SPrFMCgHGeb1ua141GHbVaGe1aS8Uy6or1yhUcvsX0fcnmp5QNH2QwsaTCBNIn3p71YsfOQiI13lsyNowmUgKu50/R8CGCiYkpTE3PIDY2gWBmO2Y2bcVYPmegk1u/jbHK5OZ0KQC75kNGYjhxMvbV+hN2kMC77/DJ2mA3OS3LHTJWPXCz9t/wuNS50wjMA+SOgUuDtD/5wAfxqU99GvEgwBWPuRKXXHQxquWq/vv0P/z1Wc9vviHImRTA2mMIGxutTiq9UeDgHcYNkj74kLfrI/2wU7sNLbdxOAYr4zxfABjEUCrExNBpG2u1L93sqKR2Wo0Av/E/fhfvfcfzTHKFcRAJF2T+UySoE0O92sc/feYW3Pqde7FYjmNqxyhe99s/g7037Uc+m8fjrp7GJ//m83j5K16HdlJWhQIx2C3hW2AJrPo5ZMl9RMDAzMw43vbBP8I/fuxT2Hbe+XjqT/8UumRrsJrkTjosBaBz4jlSjohruANWL981gx1TRR03r9uJUgOHlhqot0xTdffmHEbphG1lcHXY3Xj3YRxfbjhg1Y3fEEN1GIMamGIT2XeW+D3GgFG7p64ouAaYWQ9YtY8y5trw/R54p+FOCJAJMVq9FECfupL9NjLJPP7sQx/E7GweV195tfaUwdrjtTnXKVLoXoQ8NQcM3DWj3n/WYA0LMdYG4KHd2VVF8cHrQ+vC2gnl40U/H6oVylM5LVBKWXW7SGWKaDfa2P/gPeg02OpLFmsa+fwogiAlkEV3jkmqK8p6dh1jkxgLRbPbMTY2glMLC2jUa7rf5wqs/vM/fRpHjx6SPwTXaeZrjGmldb6qJuxZ+MZ/WQW0+v0gJM1kbNuQnMHqRcQBYMpcXDcL2YuMIUyP/cN/+lf4/Oc+j2wyoyIscxISDpjr8ta86lWvxu++5c3qXOOeqjm4ak0e3j/PDPQMc+55c3NzeNPrfhu3ffNruO4xl+O8mSlsnZ7AeCGP0dEiGrEkbr3rPmy+8FG48rqn4KGHv4u7774L373nXtx31x1oVJZx4QU70axXVUSl4fL46AT2HziOpz37eXju9S/EkWPHsbiwgFazgtv+cy/+5m/+D6ZHirjo/O1YWjiKQhDFRbvPR6E4iqPzKxjZvAOvev2bkMwVlUev9zA0w5+bxawELSPs6pOpqYl5MdaLBVkVoa0nKQRt+3XIAat+rNu4HcaGtr6tPgpb9123lVuvDdS29/o4xuuJCmgVA9UBpQ5gJahISQOBpCqgD4FVmljac/Y3snzZhUIg1Z6zHM0DqxyL1FP3BXweB70yyFjtuLjPOEYsTNj4cnSMQYebwHe3rgxM60KkDc1JT6xY/9as+yyBaOvIc91XTmuVxyxwmM9T1jGfx8T4uGPd9jA/P4/y8rKWADJWGYte/5p3nsU3//C/9EfA6pp7HAZWTXbFbUmuPVdTVG37TLgMWGXwQRYkgS9SwrmIWts/wVTGI6ZDaE7e1kpoagCrgVW9VpqmJgWgxIKbXrsvDU5qvhFYRSKlNjYaTzHBrzVNCoDHdjpjFcik4hIcJ8DHY1SLDs+j20EqiAkAJbBqrEgDYPkysjpkukX3aJliUCuUSSf1xqj1aa2QaodUec4xVp3+K6UAyAClxioT1Wwijlwyhkanh5VG22mspgQetnsG1MqIk803rFBGgSyNp6TR2UFDCxpkaBPQSEsnYUERb5MxVk1HS8xbAattsfBSvF/O4IpMW0oB8D4RWGXlnUkb2/0GwGrSXO/FWHXjgEEb30v/763nB3jST8wiFmWiXJdTMTWs2gJseURx9Etx/P3H5nHsxALSQVw6c2Tn1rvAUqMn0WsPrDbaPZyqkmVKYBVi9haTSV17sjVpXiWN1WYHTYFrEYxnUwasNtoCVglYT2TSmEwTDG2jCYAaq2MEVlPBKmA1zcBe/dzDNla2q/FkuZiKdRU3nUDqJGozicRRqhKA76OY4vWxgLwkJuVqYJVXQOZVDrShBEGjzXtK+QCnze1YeesDq/zuKNLxCJI6RgM6DHuPmKlMLIZPnyNjtU8pACZA3SY61UV0Em08vLyAWrOBzmwU//jAUXzpG8fQbcaweSKPfMoCp0dfch6OHW7gnn3H0Yl30FOwx2A/inqDV7yPIBUYayyWVGKdyGbQcrpDaSblUaBaqqDjJ620E1kZ7Tjnags1KCgiXU6x2wkuOzdytS/6YOF0YNUACs5kA1C50et+2MC04oVrf9IG6rUIuW6p5VkvsgRZTETeR2OK+2CDsgDFeBITmSQSQRdLzRbmGx2tg6lYHxOZADumJrFhwxZcs203HpstIIcG2t0G2o0+Emw969cRqayg26hZ4Ol0VsR+5DyQYZwzgBITyII1I6cN9fJ8crx6KXcJ2KAErsXC1gr11djPNAeIRD2waixNSprQsMM6C3j5zSwLbKduVxERsMoVhuxjqeXZ8Vjapk4Fza1QME1g1R48+BCwOjggM+47LVoUfuor9uGWSAes8vh1IsYU8KBCj62YvqXIs08HwalLVAXu+mDU2vt0ygQ3ZfIiJyvHYF19dfU6p93kW3598GvsILauumDYMY/8XqlrpzFJzYks+vGcAAjT5ZNJ+wBY1VX9+NmbV60FVo0JYPpbXsfUA6uqzFM/1+11HOt6nfZKmxPeUdbO2xyRfU+ifnf7ENdQGVax8BqNqU2KRna8tE0mOc6cwreWiQXhADoP0nlmhbEZTKPRP3y7mApe3LMcsBoGdtTO5TpJ+Hr/eXwPTfkoFTBaLGptn5s/Ib09xAKxVPl6Bv6UBeCaru6PswBWLV7qIhnEVbybzKcxkUkh0WthanwEkyM59Kif1qhjZvsuTF/zXERyY5BUpLu2ArocY5X7077v3otH9j+gy51MZCQFUBwtYtPWXSr2WD5l98iWCwOCuTdTmzKb7gpc5e88OjJYmDhJL7rX1vmyGNzuNdFv9bBUqWOxtAxUSig9eC9q5Ypkg7RGdynvRDMxqisbo1NxIK+RmI0ENuOKs8rNFhaWK9oDYjR5IFszP4ax7bsxvmmzWGC9WAozM7MoFoyxqg4RBwb47ht/74esNI7B9dh3fl1fH1j1oDs/zyf0AoecOZkfQ/5fC3xWMzvDx7DezwbGO91gavirLRZ4z7vfg6/961e1l3z0o3+On/u5n1URmon/9IbR0xeXH+CZZH5m/VdpYVqTdXsCwECJ1OaxnYPEutya7fYcp32nsegZZQP2mjNNdSCfrZsuHRbgY8ANQXHGKmpPjsbRrCfwxje/C2974zNsH2McQ8ap08NebgDfub2C//i3O/EPn/wSji+U8KLnX4Y/ft/LcPu39qHbzeIJT9mEv/rwJ/Cbr30zugF3G7JT1TfmCuTcR4YtppoPDljduXML3vqBP8An/+ZjmJzZiJ983vPoJqOYymv3rdVYlSY+u2YIjMTjOubLztuAndNjGv/cBU812jhe76LBFh1EkY/3MJWJoZiKSX6jG4nhG/ccw9ElahsPOLEWu4fMq/z89wVF/c7oRHIa3qjWFxSG6E64ocLrqA7GsJtLtkdS439tQcJpl/vxEgZWte8SGKNGZAfZVEHA6obpLK656pr/b8Dq6sLIMN+Unum6jPFzAVY9OG1rYK1iGtN2Q6LqQkokcyo6HXzoPtQr8wIweYtWlssqFAwlfUwr17Pt+K8Y0ROzeOyTfxKzszNYOHkS1VpF69nrX/OaH2A2n/6SI0f24Stf+RcrHDgWvzfJ9WukQFT7xTUK+bnnc3djt0qqRWadThtWwKrXUrXv9p9jhAaufbYWe71idv0dPnwY73rH7yGdSGJydFRzQKSTVhvxdFZ5Guf9m976VjzxyU8ODWUvv+XnqYs/e4z7LV70BWAyAt/25jdg39134CmPuwIbcylQ4m12cgIjxQIi2TwePn4KlXgal119HQ4dO4p77roLj9x/NxZOHEFteR7bZzdgpJDHSHEUp+ZOIZVIYmrjJoxt2Yodl16GucUVzJ1YQHXpFO65827cfsstKKTT2LptFidPHkG3WcPU6AjSQRr7Dx/Hc1/0MrzwN34b/UhikHOvvWM9Sp4M+E6cOwQs2+h1qsphtUcrpgqQSGbF5B9WdMK8YdN9DsuFGKgajqHXGVKDNd+DsC4iD8UWPhbS2HfdtQMpAJfndnsESNl9ONRclb+FA1gHbFXXeaQYjj4ofJ/Tb2W+7MFyYgsZkm1cfMPv5j1mXCHA1BUJGFOwaCzzcXYFk4QTIzZh/gPDQvvqsa0xGpYwWefSDNZ3nwPxS72hlyOPGGHAxqK/JolkgNHRUWRzWSMFdlo4fvw4FucXlJ/JUDQI8IJXv+Oc5vgP65t+BKyuubMeWH3pBdRYdVT+gZaaLdAEJjj4zS2diSAp030ZD/XIcnFVCjJWqUcTCMi0FobBQ8YXBmoQMJNbL0FVtvITyCSoJYZrX4F5vUWToB7ySbYZBgJC08lAGClNFPgaztEgQSkA05mRNieNkKgDRsFytiozAXAbBgGzdDwmxioXBrauxeIBSnyd3OnJUO2LwROQfcOKioBEyh44INl7qTCpIKuOAG+vJ2ZKPm1JXalB4JfATFTapQRkeSy9eBQj6YwYlPx+Vk0JGkbEUFSdldgXcwAAIABJREFUX238SbYud5tKgNhWxOvDNks5LvpA2TlK++5Whg/1RhulVkesIRppEbDmQsWWchp0xaI0nzEAnIwUNpoLWK239Xq26AesJAmEJKOV15TgVx9XXDOCy64sCvQma46M3l6PLQ9uo+zFELSBb3xjGd+8cRnpbEyGVPxGGhiRsdpqdTCejUssvNZsYaneUbs97xk7qXiteN1pMqZKF6JitjZ0kYGJQlqsWjFWG13Uul2ZYU0xm6S2VS+ChXIdYxmyplI4tlITozoZ7Qiw9NQ/c/e04FrAp6uQiaHs9IFsQ4pipU5glUZkZJOafnCZialLpsKMFplXqbU3KkdlVnUdtKWEzdym2fLJttS4qn3LdTpsM6ZxwCrZ0sR3enQuNcYXj5tSAESwzxVY7X3gfYgGfXRaFbGYWuk47l04gZOVU6hPJfGle47imzcdQyoRxcaxOLKxJObKbVxw8Qi2b9mGW7/5CA7PzaNBTb6OscAJKjY7fcRTaeQJXARZrKyUJNdB7cpkKo5mq4pcKisjCsoBtOoNS4qka8iWXGvBkArmgPXogkMGKqzx0uiHYI5jr3JDH+QFIdaY7o4YvgxymLSTQ+LaqJR8GiPUzOf6YnAx2ZVEhmOueiZLKk7GLJ2xacxBzciYwIhul0UYjk9rd4yjialUH3tmJ/HE3Zdi68bzMDuawlg/h4DgVd+YuiiXEakuod+qquKrlnq2hvd4fEMNtuGK6bVkQ0uoZ6L4gxwuri5MdqD0IOiwoFYsMFZqNau4yNOtmjpexlIwxoP9PEg+yBbtUpi/hn6rbtpQA+On4THZ+Oca66o97k+zxNwN0TWGq3sMC3cGlvj3D/6uaMwzbTxYOgRYw4VqBrKDuDYEHg+CV3+9woyDwc9kr4eSVdfyrPMf4DQ+uPVMYGf+sqqbw4PXPACvh2vgtCQBaM3n2AS6DjEavGXQH7ifO6DDMy65xv/92UsBFLIECodt+p61yaNiQYvzjW2N3lTAkpuh2dFgbSSe7pJ/FSicuYSSLf1sF8eDeooLpH0aQ5p7W8r0T32QzlNnwEyWKh8D+RSXoHl9Lp84WoDhjssZYvl2sabmvbveLrEUA4FtwyqiGFDvQYYgmUQ+n9XxkK3K72byW6mUNfZT1DTp9dGOWddKj50m1A5zQLJnAvnPC+tphxNdiuqweFRMB5gsZLGhmFOiVsykMDNWQKfBpCWKC57yLIxfeDV6bYLeFqtouA8Aq6hc5A8cfAQPPHin1lAWrGjmxfV109YdyOdGjXWuOWvrGGMNtvznUz0UMixoU4KGUgBsuzZZFb2u1TId12oNyyvUwDZQcHFpGbVaVXFPc6mEA3fdA9SrmvNNXttIoGI1YzRqK3OZ9sx5FWoiBLz7MiWtNanJXVchOt1rIb15D0bPu5RaFU6AIYbNGzejIGA1xKJyRU+TlvJGHkPDKhUmNDdNq1/nws4c6eomBIwTODamjBXpaVa2sLiIO+64Aw88+ACymSx2n78bu86/ABumN5hhBWdtq416reYYW84V27HELEaIIN41PXbTRfasT+rZujHnHIdHCiOolep45zvfgW9/+2ZkR0fwj5/5NJ70+McbU4YrggOTzzbJCgobDfsN4ahawgZSL65LYICxmjGftPLXPHjPhnuo/VEFSl/iCc0z+yMvv2kueoDWCpoGANo6z3tjGo68WK1OHm9/5zvwut98BmKuutztU/uYjKQoji338OVvzGG5EkO1dAqtUh2XntfHM5/1GDx033GkEgWcd0Eef/yHf4W3vOP30U9am6pVuKyYYEZpXWk6m2a0A3C6bVx25aV43dvfgk/+3SeQDDL4by95MeqUGeG5D2afdSsM1z/uZdRY7Spv4H+X7NiAPTPjYoPz/tX6fRxdLKPS6mNyYgTdRlNaxOOFLEbo0NWL4Jb7T+KBUhuFSF1xSLOfQIKkBhZBVHQ23wJqzVsMam3fhG4LNH2VbEdTshrMW6Jd0zBXqVWSLG7fDRUc/C3WPRGRxPIxgjxK43itOH/Yqhx6aE3VoHKMLumEd5HPZPBXH/0ztWQ/6dqrkKCMCtd2PyA8O3L4xaHIJAzyDEFOazcJFVT9Hhw2qlmjpeqg1zNOF4HHa4Y4u4B8gZ7/2vrgNFbZhUjpp1RButHHD+zD8qkjIgZ0GjV8++ZvSWuSn2EK9K7rUV9i63an3cfszj346Rf/CqanNmBu7gQq1RWtP69/1avPdmrr9X/9vz6CQ/sPYPfO7SrEikzh/QEGca5BRv4e21psOYefh9qfGU+vMbCy6+4kpgaF8SHjldk5z5t7BnPPXDaD+++9Dx//y7/EpplpMUinx0cxMVJENp1FtlhAMpPDwnIVhQ2b8PyXvRzdKDsqrHPPNjevv+niWYJziuU7A4ke5kM3/MF7cOuNX8OVj74c1ZUlpNDHzi1bUMxmcPjkKTTjAYqbtuHapz1dDNdbvnmT4tKxQga33/INRFp1TI+OYGZ6Coun2LpdwoUXX4rNu/dgesd5OLywiMVSBaWTx3D04H4cOfAIot0WxseKKBSyiETjKC3MYeuGWbQiAS594tPwlGc/TwXY00tWdmqMPVQcdvEd85JarYJOgyZmVtJQbhcNUCyMyRhtkL+v+VDm2GabO4wK3LI7AGN9DK4yvOYqu174mWYCK0oCyRmM24XosiBuRrAm7xI1eToXI3ngkl08XWqtSmfVJAI8mNpuOfCUz3f5GoKv1OdnoZaFV+vulCGWy2+TQYAc9/uB9w0NoFZQW1xELBFDs01Jl75k4bI0RG41UZ87gm5jCf14Av30KJLFCaQyWXWc+mJg+JK5Lec0cytddSfd5iehv6bEhLyJl4x8PbCq1JCYVhvZXF76qhZLk6/VwJEDB7Byak6FasoEEFj9xVe9/Zzm+A/rm34ErK65s2FglS3PPljyCYycLum865yfOX8ZXLBLjOY+3Lw5yAVORC1ZI9OLiaXpuQxbWcQEiXCyh4BVAaPUWqUsgAGrDOYbbWqT9sAu73SQVOtcKggEQtZqDemvEiA5DVhlG3JA3iXbyJvodPmdBhowWCBwRHYsdVOaNGMIklipNcVwJbtSemQEVUVnpyg98xNqrHaVwGhbci2OHliV9kYijkKaYGMfpXoLbPMn25VgIQHcar0pZljGaZmyVYk6k2QAqv2dWnIROiobw6bdMdMmfg4BaxrrkFhlfCJzO5FEoLufHlhdCQGrPPZonBXGHmota7NLsYrJYEHaQRCweqLRkasxmby8cmrmYtVf2qBdBCng2h/bgJ3np1Gp876SycukrCXnXy60kV4MyU4PBw7H8fnPHhDgnAnYQphAJ9LGqXpXm/VYOobRXEqs02Xqp3btnvNYpfHKtk6x9CIytuLx1aVjCUzkUwJ/w8AqGbBT6ZQBq/0oFqsNAatkzBxfrIlBkYq2BdwOQZ1QFOZcwOW95IBVu79scYig3GgrQKGGFtv0eQ3JzPFSAOFEQwLxrr2R91yu9C4I5aIuXS+1Cw6lABarNLgyJi2fp8kWGat8I6UOvAYsCxEcb+cKrHY/+H7EUhF0m1UF1t1cCntPHsLdxx5GYqaAr95xGLfduSyAffPGLGrtFpYrLWzbPo3HX/1oPHjXPtx6+31o9lMDxUyC413EkM4XkMnlFIKy0EKDuWpl2VqCWcQgJkxH9HYbtQqrlmQbOnakWmA8UGAgkyFbXDeY3JiWmbHmqPPJBGqtftMgL1LCIkM5tVAZsGrBJB+WlFubCdue6ZRmzEXJDTj9Kh8Q+hYqHoNYCgS6CaIQpGFBut/F9EgGs+konnjpHjxhx0XI5EaRjkVRjOSRRgvoVYF6Gf2VZfQpbM+WcaeLpoBIQZFrax84A1sSG2ZvDJftcHgRZnJ4RqsHNBXV2ujre2CVoZsBq5F4SuC4b6MdBC8eBFT7OnVf6+i32do0lCTQZ4ZASX2Tk9nwf5tthhgjqxhOw7k3ZK4Mz8mbfQz3DUv1B63Aw1tvz/kkchVjy3+eS/rXHOsgD3T70+qszJXT7cK5a+hbJx0Iug7rSHIOYmU5RvXAXGsYeCuojqWcDAO1XE2/0jOQrc21f07AajGXHICmXiPRWsuhAg9Z0SzmeFMBD6zarFi979PJ3bNWhmvm6kzAs3UJrBqIZaZS/HcgHeD0tDzTJwzIyOjItf4PmXR2Z7TPEXRTi//w2DqOweFfr7XAJdDUheWxmuEd9czjKBQKAlxU0Oqx4EhAk6Z2DcmspNXu2UO1w32opzmtVjnGOA50C5//mYBVdoGwS6SYTarrY6qQQbRH3fIAm8dH0e9GML71Yux+0jPQShXQqXENcUCWdwd2c4qt44cOH8Q9994uZ+hEEEMinlR72qYt21EYmRBYbwmdWoZom4FUooN8wK4YGvYZW4YdOrVqRdeDhkpkSxJgmJiYwMoKXXrbuk7UQNM8ivTBROrgXfdgcf8BfTbNI2l8THO0fCalrg7GSQSLmIwaK4ddPZwUMRV3Kw1zaY80KhjddQmyOy9CI06XbdM33Ty7EcVCUXIvQ0YVmfMRjVMfg/q1xNg2bi3jd8djSKaSWusPHj6IAwcP4LLLLgO1TXl+9Tr19Cq47867ceM3bsTevXvRJHAq/bY4Lrn8Ujz6iiswWhzB7Ows9uzZg3QyJXBVMhUdA2iVPDsmsSWJDszzbdCO3a19XZ1DfYwURnHy6Bx+753vwN333oXt5+/Cpz/1STxqzx4tJ4x/w+ZZZ5NopYqrGau8Vlp7Q2NIjEhvZqTL5hNT+yabt1x3qEvsARkHXakbbViWOn3/sfeufd4KZ75Ax73GwNd2K4WPfPRDeOmLr1VrPWNXA9YIrsRweLGFr992EtniBMYKcUQ6XVyyPY5CJoITx5aQQBozGzP4vTe/F7///j9DLzk003InYy2lBDxZTNW+b3Jk3XYT1zz1Wvzqa38bn/rkp4BOFC/4778sszrG2WFgVUDFYI+QbZCAYA+sXrh9GhfPTCjeJkmVUl+HTiziVKmFjTNT2DiaEFOba9qmkYwK599+eF6da1fumtZ977AooeSpj35AsgOwuFhDpVpFPE6hkL4KHNQn3LlpBuVKDQ8+cgSVGgEMV9iTTJa/jxYfRKlrvB5bmYUrkcP4XoKENpY1Oig7FnqsD6z2kM+k8dd/+edIxeN4ypOuQiIIrDC9zn4eZqG6I3Qs8/C4c1/q5ko4juD715sXw8LrmeCt4T4dPgYBq+7B57n26fxdfZ2UB0oBdFs9nDj0CJYXDiOqGLWBW2++CVNTE0inA+U3KoSSzaq0yzw9aMY2Or0RV177ExgdmcDCqZOoVkvas9746nNjrP7pR96Hg498F+fv3qkYUd4Bik1Dmuf+EuriEbRz0nCquAxhOYJ5Vi+wNdbvo8ZidXtqqGNCIJLY0iYVwWmay2TxwAMP4NP/62+V/49kk9i+aRZTY2PaA0bGx5EIUmh1gA279uC6Zz4HkSAj4zp1GDgTJbE4Cb5Rl1Ma5syHayhVSmjVqxgpFPHZj/8d7tl7uwqJ99y1F8VMFlMjRWSSKRw9fAzxQhEbz7sAT3vms5DK5HDTt76pwv/ll1yMG7/6JRw/+IgKmakgaes3dZ5TaTzuuidj03m7cWR+EfNLy+hWl1FeXsRD996LTr0mCaepqUmMjk5g6cQx7Ny6BcXJjchv3olrn/4MFQi9NbfWz4HfPLtljQxCUFJlpWgXjZoRVxhakuBBmS1E4sikC4gn0pbrOf+AoRRWX2Gg9D7dfbSx6vYb3uqokXKkgU25nRjle0iO4PU5gla1huLoKEanpxGPdrC0cMper4KKaaLqIx1r04OnjHfY0s9OFl43AaRionr2qplUGaOTRleu/d+BqYPYLqSdmkxEkM5knQGvtdkvLi6hXW+i1qwixVZWd2zpZBq9lRWMoIuNkznMLy5j775DiBcmsHP3BWirS9Rym6FPwpDMG47P/FoR1o0O71VeF16kKWe4ZbGFASm8JoyzxifGzeeC59Ru4fjRQ6iunJJsFhmriUSAn3/FW89m6/6hf+2PgNU1t3g1Y9UWXR+oacwpuiToZACoAA6yUDywKsaqAatkOkYJTEYJhJj4tk+QfQGRgSVxESYvnPRirHKzIhNOwKpprNbbfSU7dNvNMAFqt9VuJ1fzeksGV2SWkEVBpgUXJC4QXOCSQUKBU7VpjFWTuzcqeDJOwC8hUISGC/EgidIZgFUBYDFb8GQ21TGumi14ptGm9kkCq/EYChkyVvsC4wgO87hoCkW2YbnaFDs2k4wgnbRWzFqHwU8gw6Yo2XhsKSRzl2y5Hpm7dIw31omMlcTq48JMhI/PW7VS90tSAG2sNI2xSmZuIkZGLlm1ZJKQxRIVizbg+2hQ0SczuIP5BsFwyHwrkDkA2bu23hCYHp+K4anP2IKx6ThKKy0kk7aBd3tN6UqREUWxxjQNw8oFfO5z+3HsZE2auGLlRbrGWG13MZ6KYiSX0rGeqhGAtntOEJpsVILMBCc8sMrjo5QCA6LxfFI6rLV6G4vNDmqdLsYzBFaTSpzr/QiW622MEliNBzi2VBNTNB3rgP6ew0XWA3gWnIjBSPZzEFfyLVCV1TsBqx0lgNkggrRaaaKosu3BtdWtBVaVokgM24xQfHgn8ykFPmRgRgU6MuFdqnXEDBYrRhIOQNLBOZRLYMst2Ze8V1zsP33s3DRW+x/6EyBOPeCGKpq9fIB7Fo/hrkP3YGrHLD7+H3fhjvtrGAlS2LyxiBPlZSzX2igWx3DllTvRXGli7x0P41SpYQwosr/qDTnn5pgkxxOab/lcHjGaiJ2Y03WMkGlN0CVIieVMZhQNZQSfepa5F+MfJG0GbimRlSlNoFWLwKxlu2cAVn3OKIA0bs7USo6tddAYNQZIKPATU9QySdOJ9uufvYfPmXREX4UVnwhwPiYiMeTiUWydKOC88Rye89TrsCk/jn4kiXQ0hXw/hlj9BLqNKqLNEnrlMnUtzBQjFmoNJ4fcLY4CL4XlhduAHEV+sG6HqRlDYHWVu7VYVZ7tyc/jOmzJmViq1HWNphgZmvNlCHgcJCccb0zAqBfVJvDCRM6xe9bsIQJCvHWtZbwQY1UJfjixOj0pt+XUA5e8H/5n/z7P7HPPO/aVHefwtauTSz/rKKewxkU4fOyaz34tCBdbhsfjk0T7NwRe654NP8wwP5NukL6L4we7JvUBy6sfTck4zLfdObs7h+2695+DFMBoIT0ATcOgIBNxsa7ZFeDYpIME27HNlHz59v8etdMNWFTiHhKcHRRbQ2w2SQA4xrd/7QCAcoAP/+7BMs9Q5b7sL9964K1ni4bHpsz3XADviyC2pho47AFdaScnEmIXNFtNYyZ228ilAhTIYEUPpRrBP5hMT72ulsYYNcUZLzgpgDDgy58JmNipD5NZXaN+F7l0CsVMErF2wyRrAnY5BNg4nseWXY/Clsc9F+3cKFptJl6mWe8fgznHdSWZxNGjR3DnXd9Gt9+UpA2B1XQ6i01btqE4NukMw3hHu1rLY7Eqsinqurbxf9l7zzDJzupaeFU4Vady6Nw93ZN7kqQZ5YCEIgJhwQVjMJ+xLds4YWN/+LEfTPZ14l4TPuOAA0aAwGAjRLSxsJUBoZw1Go00ebqnc3dVV87fs/Z+36rTLQmQfO8fW/U8o1FPVzj1njfsvfbaawV9DUnqmMDJ9bbbom9GwJDXSrYP/x4eHlK5Bpp48rv5/QI4d0IOCiemcfC+B9AsllGpN5AvlEUPLZtOIBGParwi+yjPJAKsNCHh2ASwvLiCerUmbGBftYaB03dg+KyzsVANgL4eZJESWE0kk6qNa+aXaKwayWHvErXzxrqQk6VKvUSenQcOPIWvf+1rmJmZxjXXXIPx8XHMzszh6NFjmJ6awvL8ghjKcH6TvcwZJ7IYBPQN0z6ZSWNychLnX3ghzjv3XPT39asMUJ3Jssr7MPlsE0jmDmDMYuw1im6o6V7iOGbTfXjqsafw4Q//KU5MHcelV1+JL37h8xjO9inT7IdsRz8q+3KTI9o14ClsaWJojxADHJkY1WxZHlaPAVANadCuMX16dzX2qpTmguQ4MqROmxt416d0hHlMdRivyNpBAu95z3tw7TVniXGJdsJrFw6BS3alreSbiMXpvsyzpgWnzG6fGqanl0SrNzMUwedu+CfcfMudaDnm3pm9116LALbmPGAsyeSfLM3Xvuk1ePtvvgNfvfEm5FeK+JXf/i0UyxU4zE/WUBx/OLC6c2IAp48RWPUJI6zS7mB2pYr55QKSbhiTIwk5V+vtNmIOdWR9uP/QLBqVKi7aPSYxd6MTkBiUi59SA1IulK58oydPo9RiSdYZ11e95ccTR05helHNYAlEM4YRAoaYDRo9arMfde9ht+gnogY9ky4WSY0ppDV1WrP/PIex2kYiFsEXPnO9nMlXXX4R2CbL+87TbW1B1jt/7P97YpPnAX5/2Fx/fkD/+YHVLii8jldojX3s/kEdbXmuLBc1WiWwyhBn7qQCq7wfzPMeeeQhnHfumejvT8uewRymRUY0CSDMVyhpEeggGMtgw/jpSCYyAqxSs5p74fvf+Vs/aik/7++v/7u/wsGn9yOTTSAYUPCM+55XVd+ufxOMdoE4Ww6261IK6OZhwTorfWRfKxGLLO5erCUdH9RoDzqolit4/LHHMHN8Sop09BEZHxnC+PCIjAFbvsULot7B5tPPwI6zz0Gj7UeDUmmMmRs0qWTnZUNd5UWjkyztBiq1CurVisTy6XgCTz76MEqFPJoEsk6dQiYRE7xh+9YtCLaAXKkCfySBeF8/mv4AVksl8R3ZsWUzDu5/Eo8/+ABiLgk2TBRaUuRN9PXhjPPPQyieRK5UEm31SKCDZCyOJx56BIcPPoNYJCIkbhpxkbE6NJBF39gEtp91Hi644jIp0lm/mS5wx7xExolnhGqP84woV1ZRKOSE6czznc9hccONJJBI9wuwKZIpHhkTvWCN+/n+QvAwsl8K4vJcbSsjX2Q71NzWdWN4bP8BfO5zX8L89DQ6VRYOgdGJzfiVt78Nu/fsRi6fk4IT74Po9Ernp56BNkbjvdDuTAVTrXQA5YO4j5IgJPmwsFit2RU7oPSadRyMV4aZS06I0oUqtcTvy9iDjNVCuYZINIJatSIkJpddpOwALJQxHE9gJBtHqVrFgWNTODq3jG279iCRTctnWHkaK+nWM/ey/BFrJPHCS09zPu1ssNqwuu1pbkTgNRAKIZ3OiJSBbq1trCwuoFZelWsWYDUUwk//6svA6po4rfPc0tpL2gT/q7zIAqu/sMNKAeguazcTwQ1bBFZVL1MSD2nnJ6NQpQAEICWwSiCPB44cBUo91wNftdNs1YEbDDdevo7rna38LEwIsOrn4dZBpaGt0CHSr8NkljSUzRikwypNEvQ9BFg1ronWVY7mTRZY9TJWBTwLaNs+N0O+ZzDoihQA9U4pYUAwkoAogyHRwjTAqmWsCvNQsB2tKEpFqk3XXT+SpNd2IGBcTeQTIMAqX1MoVdHyO8i4AVASlFjhfB2YJ2bhD4pOYyoIEcHn5t9u0OCnhVpLW1EoS8ANl9ViMdoS5oOC03pA+kQTcw2wSrdpR4FVatYymY+wci5t0AFJIJk4LdQAxwdhgzp8X5EZIAjVQrXawq69CVx05Qhc10FupYxUOiyJR6tVU3MvcTT3I0r5hdUgfnDvKh59fEnaB3mMcMPKNXjQtpB1Wfl0BdBdpnFGm/VAMn4DSPDzpZVBtTWrnAd11aLl18zGw2IIRpB4pdZCmQzYqIOBSEjZOW0f8tUmMtGgAKuicSUAGA27LGuR77wWWBU8TmQlyA7qAatkMfNe8j4zYKapFK+2ItVXT6XYJDr2XckE5AFlzT/Ubd2CSmwHUykAEfWuSDO8AqsBPWzCplOKEghcK5w/wsH0B/HVU8Yk50VsQKcK88DffkIq0gImtpqoux08uXwSxxeOIrtjAz7/H/fhif1lOL4gBrIROVhWyjUsrdSwdXcGkxt34sn9h3D05Am0mmydD6JSJ9O7g2gsKsBqoVzC4NAw3LCLqSPHxZBJOvVEloK6OxFJ8ujQ2hBHbwWqvIRCDV4ssKrgPoFV/osYZMh+0msJlrvpbSezGSDb+TjHOXasKEvbsyaAkt4JgKe6bwryknHv0Sw2AKdXa5JPJDNOQIVWE4NuGGdtGccFO7fjon2noVZsIRCKYDCSRbS6iM7CM2hWKgigQQQDPlKwDfgrTX1MQG2reLfy1ANEvSBn73Z7gVX9LtrGJ7CfeZqtq5vWN/mORmtN2DmUVAmbdnTrMGtfagAvrjmya9t1A6z2tF6fM/XMnuRlMymw2gMoeyDV+us3wKphh3YF+SUZs6ZivSRNmsxMIcSCxWuvpweqmnRBh9zTSmef762A97ILIggWuH9uMreWGLsO9JZ7aEFVD0DcbdckqE19W7bLKwtF0yaDdAidpgl8+c4Xsbr1qQRW1Vld2QV8CFhFtpR0Q2gxR84Qj7kW9x1rOCGBswTZHufedcY/dk4q6KryOV6AxgvGrgdhvIG7t/1WY4S1n2n/zb6fsEXZ2mYYNXbdC+NRirQ97Wyv2yyd7amXyHONrbr96YR0l7BbYnp+EYUa5WgYw5h2OmkXM0wRD4Cs49kDELzAEosliVgUaTIxKiX0JyJy7seo7Rp3sGXvhZi4+G2okq3cWBYA0muI4QVw2UEzNz+HRx+7D9V60QOsRjE2sRmZ7KCy8SXmURA/ElyUgnE4yM4WjVta7BxgR084JGNLcJXjz7332LFjyGTSmJgYF1kAMleZCNVrVVR57JfKeOru+7F0/JR0CyzlCyjX60glE+hPJaQIKjxrc05xf/YHQiiVq1hZyiERjSGVSKCytIrsrlFsu/hC5OouZueqMogT4+NIxJNaoLMmK9xD2BVlWMjriz3s7OF9vfvuu3HvPfdgaW4ey7kVcWGy0KVBAAAgAElEQVRmuyjZsGR2kalKDd2o62qXgUkI+d0JWulaU3kKu6s0Wg3Rrt152h5c/MpX4vzzzxNNXgFUjZOxEoh6EhV2/lmQSjpLOh0MDgzhzlvuwsc/9lEsryziZ3/5OvztX38SUZp0iJRzj1X2Yhd5LLXBbmnKRpO8T5PtrgSGLpw1b60/eWIeYUB59kSTm/IZymlU+RzvPZBd23x/7zhIIm4MxLSG1W0CBloRDPRR+1A7zsho1m4SxiDGzZ5neZt6fewCqgkJgqAovWUl5nGoVc/iEM9sLZL09n9lMnfYGSKTUYt/6unQwk9f9zN46y9ch299/Vs4cXQK73rfe7BaLCEUcAxzzA7TCwCrfspl+TA51oe9430inVFDQGLsueUiyg0CqUFs7o8pSMACFbtR4MOjxxYwV2jhkt0jIu3EDjvG/aLSKgVdawxmO9YZCxlzVTLIfA4eOzyHQ9OLKsklBAzKZNWlg03nnx8taSHutcvaUEjkvtBEpVyXoofcVZ7lArCaaeRldZoWWtljKVXQ6SAei+BLn78BjWoFr77qkucFVtfP4V56rWe39/HSU2/v+b/2E18QWDXxlCU+EFjVLg31/GA7ejiaEfWe+amjyC9PSZ5E0+P777sHl154DlLpOGodFs58JB0qG7odVNZxoIVQIo3xzecgncpiYZEaq6sSF79Uxurb3/pmbNvOroQo2uB6UI8G7Uy0q1jjp2452Ejx2L1Y9lNhNps4S/ZXfYUtQprJo6u+G8IogCaFy1YLETeC+bk53H/PvaiX1f+DTEzmxRuGh0Xea2lpQfb5WDyJka1b8crXXoNoIinSPNVGXdrOmRuqXI8aJ3Ftl2gyVamgWauKvB+l7+753ncxc/IE+rN9MkdpiLeytCQygGfs3IFoMgVfOIJANI75QlG8RPqzKZy9bx/uvuu7+Mo//TPqlYoUj2NuBPVqHRdd9kpcevVVmFlYQLlaQ6VWFePdsaERPPbgI/iXb34LfamMSMo02enpo3FRBEObtuDn3vEOjG3bLNfYLSKYTVdTCFasKxJftagNGgyiUsxjbu4UmrW6/ExtdOZHoUgcw+ObgCCrLtp9qUQIq+kiQUd3Yiv2ovebZ71IDhBYlbyFTOsYlpdX8YEP/S/c+OWbRH5ocmIY0UgU80srOO+Cs/Cu3/tdpLMZYQbXGzXtFuDeaU2aTEs/gVeJ+wikiu+F3iMFUhkbrW33t8/jPeba4RpXNquVy+og7DJnC3dN0arVmpzJ4XgWswuLePChB7F9y0bs2boR08eexcyxk+iLpYXIMTExhkK1hiNzCxjbsl2M4WxsKMUoKxsne4uR4fGeTWYU19NP+M+kxVn5GAum6lliWLkdmkR3xOi0r09Zqxyf/PISKqVVZazGYnBCDn76V14GVr078cuM1XUnoRdYJcjpNZTQyWg1VlUL1QKrrbZf9DG9UgBSZaMumLQCqB6Tznll3cl2QjCypUxIgRWCbIYlqKS6pnyJlQJgwkMQkGwQaVtjIudQt7EpbdICrIqrsbY68GDgwqNO6fMBq7yWkI9ALa1oOrLxk7FK53dqeTj+AEK8Hr8P1FjkexJYZaLF3zeYcAmzh1UaiqKy7ViZsMpODckBVKxSO5WmTNSIVVmCYrmGWiCANA2tQiGUW34cyFdxotqRw5vBVzrsw6AbRH84gCgDcG54tQYY3hG4tWTVNsfBgAtGcqwLrK7WtA0yQvMtgtw0/DDAqlS6qLMn+reWsdrAYo1ALQFnBVbZXkL9SLqDUoPoklcPY9fepGi5FFZLSKUSqNeoWVQXYJsVSgKrMfhRXK7g2aNB3HbXKWHMsEWSbYIKrDaRcX3IEFitNbBcaXSBVd5HkQIQB3g9ZHiPa9Qq1U47ZKJhAX/L1SZWaNRF86oYgVW2fzSMSVZDwFa/AKtFATDiDtvrzUElwaSGJbKpGsMgfqqVArCM1WbLL4k3WSoEVqmxSli6TCMQw6q1FfEuuGDMG3jY0MBKlS2Nbpthyci4hCxjlW1xQo2RwgXHIezTQgSlMMg2bIpWo2qG3jS9Vh9rfWD7fD8LsPo3/5/MXx4iBPwbMeCJxWM4XpiGM5HCbfc+i6cezknLUzAeEKF6tnQ8eXABycE2zt53OlYLRTz48NOoVILqomiYKdTK8QWCqNaqiGaS6BsZwfTho6jlaN7gR1uYXmqCwkoyq9IEVvXx3CPQBoJCxpHii6PrW4IPrj0F3r2BuiSBFgiRRRFQXVTOJgFW+VptK9GwRhM8ssDVjU5Z79Qe5pygTEi3/dzca+5nBJJ4S+kuur2vH1eduQ+X7D0dg6kk2ojCDcUw4HPgn3kQnaXD2kZEIzleckPBDjZFUudN0iwWmKR4ZdhGwsZlErQ2Obb6ps9JTrrt6mpmYJmSCkp63oOFBQnouI840pLOAoDVC9TboIGefRtfS4FV6QWWai9ZZb33fC6zxNxRn2WsWjCiB0p477meCXpPlWFrix965qwFVu3MVmBVZo5J3NZ+z7XAqhcIlNdY4F3e3cotrDe/8erbeliq65lipiCjyZ0Brg1zqtvSzO8n4IdxzSaw6o9Ie5id51aiQrVl2y8JWKUUgE0ivWxTeUcW+Ti3TXGux/QyoLqcyS1hZUvgadaCZQnYFnjrJm3vu64Hw4IzhlRWD9Xui8LKEhdWtplp8C2vZyxhdGW7ra5mNxB2hefRBd+6QJK5/1Z6xSNlwOfaNm5hypCFQEZpKIDBdBxD2YQwVysdB489ewTzhTL8wYgUWNSVXrUOu8xYT9XHQ95dAwgSU4mRscrCYKuBoXRM2Ow8o6NxB9vPvwgje69BMxAVx+Aw19460MF+R+o5k2lCYLVQWpEuCjJWXTeKsfGNyPYNqn6eKUr7fC3EfbMgS4RdRWF2fYh7N9vzue8xydFOGtGW7QAzM6dw4sRJbN26RZKIQqGAaITaeG2U2cbY8eHgw4/j6QceRzzootJoYLWioGgmHpFzWuSbhJXDG8V2SG4PQRTLZTguNWGpndbGxjO2YGz3dtTg4tRcFavlDjZu3CwJ+fNJAfCYXg+q8hNoCrX/qacEpCQwzH2YYHBfJoNIKAQmb4wv+CAzKuySGe4HARWychVI1b1NCmzCCiLQotICVUpItBoIx1xM7tyJiy66COeecw6GhoZl3TRqJsGkXrHRV5f41uzT7CzhOslm+vDlL3wZ13/m0yhVCvj9D70ff/jBDyEkTCUePx6d/B/n8PY8J54d072vy9LWrVMKphJjmy4PrzSAfb25T70flX1ox1rWumVimSetL+x19yvjli6sCI5jU9+rp52peyEL9EzOBYYnS1QoyRoLIKTavL4Ou1d4/TyvCe5QgzUkuuqMscNhGgoRLGIrtu7X0vETCoFafiJJwX8zuQNJFSwmUOvwste8Eq981VW487Y78ORjB/Du//khrBbLAqz+OIxVEh6aHR+2jqRw1qZRufaZXA3TSwXMzOdE854FrdM294nEFcsCBCQpjXHg2DyOlVp4xY5hRIIdHDk5i1Qsgv6+jOisSmu2Pa7NeEsXHBnRYILvx3SugoPH51CsVKRbbmQgi9EBGgjpOBD0Zd5B6QPdUlX/2DZp1Jsd7H/6BE7N5iTs8bPA26H+on7g+nOT462s7rrEJJT++Mo/fQnFfB7XvPpSGVe+uZex6p3C3vfzms0957M8n23nn7e49FwA9sUDq14pAH7+WmAVqPs6cF2COcDCqeMorMyKZA58Du77/ndxyXn7EMlkUArGUQL1pXlYNdH2ce/2I44aYiEH45v3oC87IKaIBFYZ4773JWqs7h0bxKVXXoqzzz8TjU5DATHjO7L+PLRt5F4pFRvf2LNXYlqvjrU+Qe99l6XaixN55nEONWp1xKJR5FZyuPt730MpX0HUpc52CI1KCbFwRApIR44cwujQkGhS9o2P47Vv+3/kPCE7vdZqoF6jXqcC+Vabk+3gLGRVqcNN5qLfL/v3s089iXvvukv2yWQiKXljYZUM0AJ2btuK/tFhBOIxZEc3YDFfEc+SyW1bUC9X8bWv3ISTx47LuVmuFCUf70tnMbljJ17/xjfAibjIl4pYLZekM3Z0aAR33XoHvvNvN4vOJwuDZLHHYzSJTOKCy6/A6972NoTE7IL7vadY1SP4wteuSn7McaOGe7lSQH5lWWRlYm5U5VCIYURiCKeyKh9nQFWZ4574nLm+RKQCUprikdy/kMYifnN2+X2IxOK484678eu/8XtYmp/FluE+/PxPXYtz9p2Bcq2GO+5+ABdfcRleeeXlyBVWtcDeBU+VtSpFR/NZzN8VXNTPpga0mvYyJlQmK7uBJS7i7wi2ivSPie0kXtLYkf8Ydrk/h+XrEWfg2cz199hTz+Lb/3YbFpcLuPrKi/GW170GM8cPYvbwcUxu3C6AuB91LK0soh2JIpwdRMDVrkN9GDzJ6IzrPF+3iRpSzvPtSyIUYwql9veiV03IVa5fSWCJdFKBVeY7lDFYnBc2NccxlohLPPWWX/7Qizy9/2s//WVgdd39/WHAqkxaCR5p8CKe3UYKgMwRA6ySXm7Mq4LUWBXzKgVWuwmZYawKiMIkrs0KtIpoMzZzJFjqKCOVoA+1NZs+ZZK024gTOGupqHYwFBQTJIJuZLYS+JR2RGNaw3NDgFWfTwySvIxVbmbcKwmscjGRUUhB6WKlIS33/PwesEo2BeM/bQ1kgsbrssCqGpUQnFRqOZmbBFb5FUs1A6yijYTbA1Zbfj/ccAhBN4qT+QoO59tYhquicpKAtxBGW9znCcAmHCDqbwjImmKCRTaU0WckEM2gnrq4Ajp1fAI45wjEBqgH2pMC4PXTnANkxlJqQHSolM1HDZmlGkPflmqiys6v946bjhvr4Jqf3IihkRAaDWUMhQJR1Gt5AV7JNOXG3Gn5kfAHUFnOYT6fwbf/fQaVSgNhh18rIAxTAVYjfmRjrrBOl8sEVhmOcs74EA8HEGbbqKnA8x6zHb5h2HhkBAmwSimAeguVVht9orHK+dFAsdEBgeUusLpsgNWQAqs9VtRaxqokKkZjNSRJqFbrGk0/CnWVAoiH/HCNaUeZ7RMmMbZghsYsPb1EjhO/r1WI7AWX2lIaDofkwFopNQ2wquZtqrGqUhPVhpqIKbCqCeBNUy8NWG3/1UdE4zdAvU1fB+VgFU8sHcFUJ48lfwlHZit48tEV0Y9yk2EsLC4jm4hhbqWJaNona2awPwF27xw8sYhcvoCgPySV2VbLhyrnF/WV+5KY2LUDy3MLmH/mmJhD+URbTw9AMUky+qFacFE2hQn15a8e4KQQO5m6wjSw7fjomVetAVfNu1gzCGqsckNpN2oGrFfNZ/tZAqyRMeoBMQms8v6I/IRJftpikmQcqAWoaopW857RUVy8YydeccZepKJRBHxBpKJDSFVLaB79DwQrRQQiUcUkuekJ0E6w2EGQ7eCynJnwE/Ts6QgKM0iA1rXg6Fog0ysXYPFUD1DpCUeYLolusU2uCaz6wuiIFECPSa2Db9p6WMwgyGuAVQtCvBCwqr+3h0sPWLXBvjdx0gTcBkpm75NiAu+HMnltNVrBXm9rvnWb5esVtOw+uqDv8ydi3fGzF2rA0N4bGIDVpzpgKqHQC+hkBnfNY9YC34DqbOk6t4wiZZQRZOV3k2KOPwz4CPpYxirH3wKJ/zlgtQuSSICrRVIxvZOTyiesB+vCzvvR1VYVyRcFVqX5zBhmrAellRXtGS3R61YgTMENNYHzJsvSxipsiF6yoCAMC5YvBGA+1+Wd18Iz3vuQzxT5jp72IrVEGfgSTCtXKnLGsUsj5QYxnIlhNJNALBRE003j4WcP48j8knSt+FvKFuNa5+1bf70yXp6Pt99ZE1cg6gSRCjuIBXwYScXhdBqIuC5GtowhvWUC/ugQgpFBJNOjiARjwor2rokueMwCVbUiUgDLuXk53wmshsMuRscm0DcwrA7CBFapr+dvI96ZQSjMcilZmZqYqqRNr73Py2bm2Dz++BPyHhMTEzJWlE1gYVEM+zrAoYOHcP8t3wXKahJVafmwnFtFNOTDUCYlxpSUdmFsUaauar6ECJNJdiek4kgMZtCqNbH3nH0Y2jAgRezVsh/z+SBGRyeQSlKLUqUA7HfXtlfDyDISRzJ3CVimM/js9dfjy//8ZWTTafRls2JoupLLCSASj8XkOpOJhLBl2H5I2Rk1TVNDsgrZO3We3ZoQ8rN55vI7s/WV06tcqwi7MuAEMTw2ijP27cN555+H3bvZ8puQayEjia9h1469fs4dzj0ajf31n38S3/rm1xEI+fDnn/xr/NJ111GFR1uzDatzzUT+MX8IxdW8Sqm2vcRcC0wGKuw6fJtxNIVkdf22+y7nujpUd12apRjJlvweGGPvj3xHKTyrKRjXlwVv+DvqGvJnAcqNpqMYdAYdBHjO+LjnMVZwJH7nGiNQxW4Nn6+GYIgyV5wPTQQiTfgFvGILrRYx3ZArn8kiQyweRyqZlDmeiMcFYK3VdFAIMHKfzedX1GAlVEJqoA8P3Hs/7r37frznj/5Qurr4aXKzewfHGiND1VhtSUcHgdVNgwmcvW0DWGh/ZiqH5UoLxSqltRjzB7BvaxYZ0W/SceLdeHZqBQfmcrhq7ybpRptfLqFcKsBxo+jLxGXtMJ/hHiDJvej/atEwIBrJhEEDKDfEvwj7j5xCOuZgy+iAyAlJ0s+1YTTG108hThHG1vc/chBHplYkz1FQldIf3iKgeSWZr88BViP46o3/jNziAl77mstVSoZkEkMW8H7mejDUC6yuBVzXn5s/fPLra18YWJXz1hZnvWeTl40ra98yVtk14kOd50I0JQW1pZkTKOXmUS7XBMC/5+47cf65pyMwNIqV6BCKIZqS0T+ghhKLYn4HI80q+ho1KRKlU32qsfqfZKxevGkMNTTwmte/BpO7J0UXVnIKysbY0EQ638yZa4rL9rztniFdUzk9l9eAr4ZIYodK5p/ZB6RgxA5D2Q+DEm8/8djjePbRpzA02IeNExuQW16WbspXXHihSLIQF6g2Gti4ZzfOu+Iy1Mn6a2jLPwt7VrWL3YoEbGvluqzROs2bWfCqV7XDIR7GgccewT13fhcx7t/VGlZWVhCJuNiQySCUSSI9PobM2Dga7QDisTQSThh/85efxJOPP4GdOydlnSyuzMvn7t2zDycOHxXj3Te+5c0IpRJYKRaYAkvM+NV/vgknjh0Ts8pKtYqIG5cizq7T9+Dn3/Eb2LhjByrlItyQx9RV4mGP3nenLqAhc2krAVWvV3D8yFE8+uBDOPzsISTSGVx8+VU465JLVcZFjHUtacCYy7Ibj1quIiGn4CYfGt+wsER5EXV5ZtE5Ek/i+n/4LN73nj9BMhbGNZeeh8vP2oWBdEI0xB87PItte3bi4isuR65c1IJ7ix26NOJVfXaRY6hWtZOAn0+TKhsvWDaridv0mmwsYditYhyo8Zt0IUiMq+eQG6aWP4u7lP4JipxCuVTB8moZn/ncl3DoyCls2bgBv/5Lb0My1MKJ/QewYWAUk9uZN57E8vIs3L4+BDP9qLIQ2U0stBuiR8Z+bvebxKi2eK/RuDkqtdPaagj3sACp1ptCukobxJNJZLIZLV61mlhenENxdVXOIGqwMs5489s/+GOe2v89nvYysLruPnc1VndktL3I9HhJwCUnt1b2xZleQBEGqUy+/eLCblksbE2TSqwAqwzaVBvUJppKCrMJlQKrXASisUopAb81wFJXYrqNE1giqBuPstWb1TS2tjnKWK03RYuVEo5StWWgIYLIPql2cZclsCoaIR0NQvgI+YG4GwQ1eBiQB0MuirUGanUChgwelbFKgI+xKFt8GJSLZow4BvdcxcXJ02iM8PoJonIcSmSsslrTaSk71udDscLWDqDtRrCCIA4vlrCKMJrBGPztqmwYIpbPAJGswk4LlLSPB1pIhfwYdB2kQz7EOFbUQTUGQPz+HGVuxdV6C7m6akPSjErkLQNk1XaEIcp2Ov67tAmxXRCQSvhyjZtRExEJcBXwZsszq21jG4O44poNSKYV0CTw6OuEUa2skIIHl8xLAqttH6Ic5FoTuUIYt9yew9RMCQFjTpSrc7xbyEQD6ItHRM5huVQXlqno/wX9AqySUavgClBuUYdLDby4WaaiISSteVWtLb/vj4UwGCVI2UCxDhTrDQlARQpgqSRaE8JY1Z49c6h5gVWdkwqsMmkISoAp2kEtBcl5mFEzjyptfHJN2JraitDTINTfKSNGWU+s7AmwajRwbYWSyTLZFty0V8pkXpPApkkeQVWC/9RorbDYK+2e/DuAesDBt6fKL3qnJmO19VcfEaMkVYntYKlZwMnaDKbaJdx/6ggK7TCefTaPerGBseE+HDo2A4fC4v42hob6sTCTp+Q8TjttJ04srOL40RPyPZ2wi2KJQRJZyx04mTi2nHs6KsUiTh08jOYqdZSUJaRafDyEDeNCXFftHqGHoAYU/I+27SuwygTcmNBIIqEAlOJHzw3UJRhlgkfmvGmf0zZB62hsWo9lrmvEakExq+HTFhRF2ejK3NP7K/IbnRb64kkMJiM4Y8MGXHn2hRjLDiOAKgaTQ4jn5tCYuguhVgCtMHWGKYKuxkbiou0Pwc9kU75GU65Cv7MxppNPq2t7kLTckC3F11utWDsFvABkT9usa17SZYas9UDWeRBCRxx0bEFAQhCZolLZ5b1h6xxZb6SjGTOFNuejXmxPu09aGBn49VxNRzxSAN3AX4ew18JjNLi5tnWec0fSdeUzurBWO8/eZtv5oCNgpBW672vmgqECdWeGp924O8Gsw7fZE7pgvpxTFli119oL4Cywqudaz+xF75ynQGDYp922LgFCOE5kRIc1Wxa2J+eD3gdLJfL94+0veo3TOInrS6esSkBIwGzaH6VdPkBGtoJZ9jlSsOi0lV1vNKgkwDfgrAAocngzFDBOqYZNLEmbAXAtU9VbaBJWhJEVWJ94C0NAzk59b2Vk6+K377EGjLcBs5FN4fNFrkYKHaqZTPCRiRgLWgTRmEjw/ZJhB9loGKOZGAZTMYkXfJE4np5ZxKNHpkQaIyAJq857JltrgVW911Z/3guqSvLjA8JkMzh+ZEJB9EVdOO0WBoYHcfrl5yKciSK3WkQyswWR1CYEOzHywjx7nVlL8t3ZYdLEE08+hPmFU3JNTFLIABkZHcfA0JjsaRyqoJ9dQRVEO8tybtUa1JRvIpNJIhaNoU4du1pNwXS/T85ubZkP4MSJKRw9elgYmUwYXDcsckPs2qEEz8mT07j7ljuxcnIWsXAY5Y4fx0/NC6A6uWkUCScoMRLHnZJQ7Eqp1VtoUP5gbIiBEyqFIvadtRdjGwZFNzMQTGClFEY8OSAgJZNAkaIwzGN7Duu5qmx+ZeYGkEmm8I+f/zy+/rWvoz+bFR15giXLq3mJJah7liCbRMC/oAJxAUfAIC49zudisYTFxUUZX5k3hqHNJ0gxQc4lzZ05P4WZgw4i0Sgmd+3C5I4dOOOMM7Bl82ZkMhlZ7ey84Bzm66kb26w18ad//GHcddcd6B/M4tOf+yxee/XVCMjWIPYwIjvzUh6//Tsf1gKraHRaGQDGvFrUsqAn16IayikIapAYE59oPNJsE0Buolgto9X0I78yh2AuhyzjPpHIctCqVtGJRNGYGJO9OegPSEGYc4tnhZivcu0Fm8j6cvCtPiXeBwECeL4Awg4L9A5a/a9EIxhXlXNhh7E7h4QDtrLXZR5EAlFML53EN5bvQ3W5iur8MvzNOrKJNH72NW9BNpSCvxOU+0xZE+0CtfGCmlapLEgbC4vziMcTiMajoJzSYw8/ittvuQPv/cM/VOMlWesWWNWzzCbrGsPp+/A78EQaG0jhnG1jMo6zK2U0afFKMzMhBHQwmnTg+nn+qVkgSR2HTs7jwHwFl5+2AYkQOz18Emsv5Qqi+8tYsy+VQthxsLS0LDnVwECfxMGqB6+dA9ph4sehGZqOVjExnEGl1hQ/B6vL6I2A7ElFPUYSQe599BAOn1wRqSbKCID7jpyzvXhBNyLThWcYq/zkRDSKb3z1JsyemsLrXnsFXDLKmE/8CGDVC4a+VFBV9n67SCR+fn5AVt6/27XjeY7njOJzCFJyTyfwz3vRYCEkmhJviOXZadSKiyisFuELOrj3+7fjrHP2IDC2CbPJcVTCISQXF1DK5VFPZ1BNZTDcamCyVsPmTdtEn3NxaQGVCkGsAN73zpdmXnXDH70b/3Lzd7BSKeJNP/PTSCQTaNAbg6GwGQw9Im1bvxYWNXLTf7cmVUrWsSCsznU5v0xtxStIIgQH0RZXAE2oDm2aQLtYWFjAvbfeIXn6+OiIsJdb1RpOP+10xGNRmaMEUy+99rUY2bZN9mIxOxJQ1bSedzpCYiKQWi/XtXvAx3/TTgLmkGPD/WiUCvj8p6/HyvwCoqGwALw8J7YMjaKVcOD0Z5DMDiAWTqO4XMa/fePb+P6d35O1PjExikx/EvVWCY1WHdsmtmJ5ag7Tx2dw5lnnYHzXDsTHhzHYn8Xxg4fwr//6L3Lm81Gi70OL0hARnHHuOfiFd/wmxjdvQb1eRWF1RfZDmmhRnoByccIVFwCZ+x+ZjhrHEJt4+P57ceM/flFMj0aHR1Cp1FBqtnHpq16NK3/itdohSbNnSUe1a06PBgUQtVvGgq+Uoeh1OsjZEQgikkjhb/76b/GxP/kodk1uxuuvfAXmjz2NTCKKeCKFJw/N4s3X/RzOuOA8kARULldEliDsRjA3v4CZmRmJAwYG+mUf4n7E76iMVGWeKrGoKQSPnlQAf0dglSZWSrJSTVYFVW2sS8yDZxB/TzYwz2lKAcTiaXz7O7fhW9++DaFgCO9+129itC+OR+75PmLhKDZMTMDfKGJ+9jii/QMY2LIT7Q4NoJmxKsAt9UEpBvQKsGvPUi+VqbuByLV15VsVjAcAACAASURBVDF47SYGkK1P9j6N/Qhwk5Wa7ct2ge4lYawW5Dxl58zLwOpzo5eXgdV1Y2KB1eu2ZRThkphPo0vuzYZno8wJAhymesi8S8yXVJFZpjlBVTI3mSiKm6IwI3VT50LUaruaSRFY5ZloW9z5Ok5cJm8EK8kgpSM8nxONhKUtnu280agrmxWd4hnEcaGx/U0uW4BVVsoD0lLDlvEa38MEPPz4cLCDeFjbjLiZBIJhVPhZdQaOBC0VqNVqe0d0kbiIef1sS/eabggHQTRG2OZMV3u2JvFzWyJwz9ezbY6ANJ3s874Qlpt+TFXbWGkF0A5QO5Lj/NygQcE47euhRmPE10TaAfrCDpJOEP0hut13EEIT/hargHR/biLHbh9AmKT8HgSJuWkQjG4ZLVsmgpJsUWtMgFU+p4ZIiOq4WrVkS1Wt3cDZr0hh1xlxpFNJFEt1SVzI6isXVgVYDYUDaNWMiHe5gnRyAEun5vDw4x089EQFPtbd/cBqrYNSrYlUxEF/3EWzXsVKpYFSS83LRAqA+rKhgFb1yLLt0JCLALoCXJmEK8AqnV2Xqx2UaIYVD2MoHhRNudUqWxkbSEdpckYpALZ5BhENtBHptuoaCQAD+gvYJtOyJfecyaUXWC3XqaXrR9xhiz6BFL9Uu7XtwYyjeb2A48bRmnE52yhsAGsNHbR6TM1cZcbmy20JuH3UxguqFIALaj2Rta2tKPz6ZV8Qix0HD8+yvf7FPQRY/YuPwed3QGAs2OxgtVPGvG8eB8oF3Hn0BDpOFKeOL+HUTA6ZdArtZh2VdhBBh8CB6vHOrywg1RdFJj6Ak1NTAgQGQmEsLOS40mXdd5wgBic3IpiKYnVuHq3ZApqFClocf353ATppdmZCCs/U9zLkeK0M2sR4yrT3stpI0ITrSmMRw9SxBm7dSqUyZwScFTCVyQTbfHXcnme5mQHttUaKlg9fa0x2+BqOA2s2rs8vQCr3Brb5XbDzdFy45QykswGMui4is0dQWT2AUNuVRKTjJ0DK5RaUFhpJrIWZTWAiqMxRAdrYDqmJXhslLSaxykTmMw2k6LSgvdWaHMofAwAL+s7fc456Cge6+4quowYRuqNLmUD2atUtEiY+C2UsQhFgIvtNmLYt+BlgMZgk65vtmLyHync07+WX4F+DeX2MkkVkEiICwlrUUPzQJkzGh0rZulaH1OjFaiZhmLxGa1Vvutc1vPd5At7aGyuar+wuJdtDAX0BHe1Q2Ykghiod0RQjU1cSVZkfFlg1gLqtykn+2WN+yXo3iUoQNFgThTrZP8gWZAJLkwyOsSQrAtpSy9eRBI5rRRJ8MQCySU8H/r//9xe3wAGkYq6ceZzk0n5nEi1bmef4sMhGYNVbrddgXrVV7Z3xMmC8r9ch7rEseLZbVpsCOQroSOJkWstES90DgFqdVS9oav/fJozeNkX5HpKEaDyylilqgVXtsKAxAh9MJHi2C+st5EfWDWE4GcVgMiaGioxleG7NVXy447FnUGkp65Tnjq55ZZB49yM7nvbGWGaujCvjCkoQ+Trod10kHJpHOogOJdG3exQTG4eR6csinhgG/P2oNyJot8nsNXOZQYxhRzMx5zza/9SjmD7F4hVjCwJKDoaGxjA4ulHmNYE6x19DyFlBoF6C67qSGOdyK/Jd6HRMV+tioSD7pOiL8hoNq7JQqOLxxx8TMDKdTgmwqluFVPmwksvjvu/fi+MHDiHa8aHQbOPo/Kpog+/bMyEdNWz1py4mz8NgNI6Gz4+lUhljGzagxqQ0l8fZ5+1D/0BKkvpUegB+XwRNfwJ+JwEfi7SG5WjjIO/c071a1zi1+04ePYZP/c3f4eihwzrPjP4bgWJhtWYz0tm0vLQkGuF+x0EikVLX40ZL2I58brlQFEOPcrUq5mZSRLBt9NYcTUAt/XxJHumsTifsbAbjWzZjz2mn4exzz8G2jZslac3nVnHi+Em44Qg+9alPiQHOjl2T+MIXvoBz9+0z00aFgWwx78Uu8k9+4m+l24EJKvzUztXWzFajgkZDi/OcK5bRJrEGiwgBjdl4VlP6SsB110GwE0Dd10TQSePeW7+J0Ddvxt5KDYXmPNKVEZbqEdy6FfUPvguhBCV1vBqzxlm800bR18bezveAA5/AQtGPYH0ZzbaDmMvifgiz47+LcuZcIUy0fGE4PEtEcqctjFAWmxK+IA6XZvGB6a9g9dAUOseWFSwOhvG+1/8azhqYRLPJRN0xjK5eB1KvYOopgIlxTFvakQ8++RT+9V/+DR/4g/8JX0h1U7vAarcrwd6N57Lis9ksLpjcgIDR3uZYCgAr8YbJa0QpR83teCbMzM3jwRNlXHr6BqTDPOv12mqdFkrsLMtXUSzSSBTI53Nwww62bR1Hiv4AXZkqnts8QAI4PJ1Hrd3CxGASB6aWMDmWlVhYGswYHkurv55PEllJFwJw75PH8czxecmJaOAnrDIDrCqby0IUqrHJ80tAh05LTH6+/a1v4cjhZ/GG110le4cw3yXGWDtO6wHUHyYFsL7I9kLrwIYTP0pWoLtPrJHjsaC73ieCeiqRowBN09eGy3XUCmB59hSalTxyuSUg5OLB792JfXsn4Y5uxMn0RqzWi3DuuQ/5XB7BoSE0z9gLJxrGxfU6Nm3cjnQ6LaaABG+55t7/Wy8NWL3z+j/D088ew2e+dBPOfOWFuOTKV6JeoukWc1gjobMOWFVLvd5Dz0fKb3kAWI/kh8eUQ4FYxn0WTGPc11awM+ZmJWZ8+sDT2P/g/SLVl05E0arVxItkYmwD+jNZVBs1DG7aiNf/zFvRCpD939YORtP+Ly7zjIMMQ7VWInNYwUiesewo4Joe6ssi7br4/Gc/i4fvfwBhSuYlYsJOp9nx6O5tiPVl4LQdLJ9Ywd23/QBP7z+k8Wq7hUQyjrGJAQyPZhCO+JGMRjF7ZA7TR2cR6oRRDPoxE25i75Zt2JLqR7nFNv4mFvM55CtFtAJBpAYGse+CV+Dqa1+PweERYdPee98PcODp/RJ37jv9NJx95mmk1gCdGnxN+pdQyk0xkEq1hr//87/AyvQUztyzCxuGRpDJ9mFqZg73P/4E3nLdddh25l4xWPELGMv7aorf5pyzEkR2jYitqATNCmIG/CGEIlH80xf/GV/6zPXYOJTBRWeeJiQskcNpdxBPDGDPBedjbPcOVKRr0o9wNIq7bv0evvqVr+Lk8WMSG0xObsO11/4EtmzZjFKt0u0s4nko0lCUxjD/r1rlagooADw13I20kz0jbUHFAqsKBAdQLpcFWKUcTG61gv+47Qd49NHHcfUVl+P0XZMoLMygUS2jXCujWlwUPGfrrjMwvHkX2jUWnZh9BCWWJ1bCbgLZtUxB/sc5R2WvFnNS7bC24LWSOnqa+pyT8WQCmWzaSAF0sLAwL0Qh4lOJeEy6JH7yl97/43zsf5vnvAysrrvVFlj92cm0bJ7igkqmiemEpFMuD7hAkHo+GvRLi1nbJ63S3EiVVabVBAHyiBsIqKosF4nX7QEuYK0FVjsKrDIgJPM0KL73AqyyLZFt4Ix5YwRWJTlvIxaLCLW8C6ySXepQ+VKOV9OyxIAyYIBVsg5YXdbQhiYPZKwymRbGKisqzbYAq8p8JTjM78ok0SdGUnIQvwCwyk2Gi5ZD0wNWm6i0aJjB9nZHGAZsl3u25WCuUEO+HUDLiUqAR8CHm+f6JE42KwmQLBqkWnHUoGHFPh2ooj/hoo9M1rAPbqspRjnUBOX1ElglA1c08DpkszYIwQrwzdFgAC6berOF5YYP7UYdUQZqTOREuymAYLSJK169BdnhOtKZDIrFmjBjgv4gSnQcbFYRDLECR0azg0Yuj9HRjZg7MYVTs3HcfNuUVISZ6OWrLRCkVGCV5lc15Ais8ve8L2QShwMC7jLB5clcbEOAVQrKE1TzAqsrNUibfn8sjKEE21bo7kxgtWmAVQdTyyX4Aw6iwRaiXY3V9YGIAqtsT+M9t4xVAfHaPhSpseqjw7NfgVU/3V97wGq3FVBMC9YCq00zNxSM6AG6DMbJWGXAmKt2xIRL9HydICLUyfOzbaMthQUq4uYQwKlWByvtAKaWXhpjFR/7S7TCHXGsdapNtOM1TAcWcOupRZzMF5GvdjA/s4DFpRKW8hVMjqawWGyJcyplAYJhPxqtCqrVMtKpfhTYVhNwhG27tFwUZoq0UQz0ox11ER/sRyyVwsLR46gv5OCj2VmTLHbG7LqWubgJPHkT6G5ibRzrqQ8surA0SPF1xF3UMl7NK7ttnb2AXYNLAS5l/+FKWysf0GsvWROWyg/C0hO9MtVklRYpX0B13Qgmd9pwwwEMRJKioziciePsyS04d+tObA46cJcPodleloM82CSw6heAVfRya6Z9lAwpfwi+YAQwGrWyYarVJtCmG6kGYHTOZFJEdqskR2KqogxsAfrEYMEYJ5kATQIJgzsKG9SaJAlTToFVajXbpIz7uSS+wljlTWlJ+6qfRaMOCyfadkyTO0VHucmbNjU6O6wBVn0YbRinZm7gDRqXGEBO0You/0TGWoIeBcm9TBVtn7dgqkE3n5elLNWMtcAqAQWCSdQi4easDhCGvWVa9OsG4CcQKVQjvQaebwrk6T4kZ4/EtlI+NC21+jfZLzqXxLMZDdk32J2gQbO2qJpWfIFUWPRzxH2U7C0YuQr9AHPDPvlvLzogSxAwDHK+K1DKh2Wm2jlNYNU6A1sjDxleXrNpR30+YGttIqzXSFCVIK23XVj+na3SBpQU0NaAol7Wg32e/WwZa29LuMgRmPZ+Y+ogAKaJJaxunH09i5mi/0ctPTKTLEjc6WAgGkRfIoqRTAJpN6RdKaEgwm4Ay80gbn34GSwVqmKSwf1IgQzjHu+RVOjuCx4DIwsY8/6mwyEkOkB/VFmTq2xxHExh97mTGJ8YQrY/jbCbQgtJtNpRNOpuFyQWrWPzECddP3DgwOM4cfKoJNUM6EMhBwODwxge3yLtPX7uLZ0KAoFFOM2qAIl8TrFUFFMRMgvHN4zKa6UNVljJCrgTbFxeWsUzzxwUQ8HR0RF5vsyDel10yQvFMg4+8TSOPPW0uPZWGm2cWCwgEAnh/HN2IROJopgvolxe1Vb8dEZMGCnxM7FpHEvLy7JXT+7aImPNRKWvbxjhcAJNJNHo0MTNQUAYlSo7okRE00HQ7XbS+cb7wnb/Rx98GF+58Ubsf3K/3HPeg6irgDrB5b7+rCRCTOR45IcjEWGgFPJFuc5kMonhkVHU6nXkczl5ntUkFtZKl7Fj16/eGInHxNyCxb0GQm4Ig2Oj+B/Xvg6XXXoZ7rz9Ttx883cwODCI6elTmJ4+iQsuOh83fO4GbN04Ye6uFhNfKrD6ofd+CMFwDEPDGxCOxNTpmW211RyqtZLsW3Yd2fUvRR0aLrINP+wi7EaFxeuPZ8TEjR3iCESwsP8xDHzqK4jkHsGx0Tn03TeCeCOITiyO/F98CIGNKTmG7FjYNSudFP4gdrSuR+vpryBXd9Cp5IFOEOFwUDpxCqkzket7FypOGA3pUmFM6EgtUUypfPQUCGDOreC9T34e+cOn4JtmgUAJDW/e92q86ZyrwSYOarSrhNB6aSe9Nrt/yf3yq17koQPP4qs3fQPv++AH4CYS4vyuBQze2PUAoQWM9f0FTE+nccHOCZH/4fHK69Jx6FUJbVQpgBIgzNT7nl3EZaeNIS2mtpp/NMnU40Eb9IsE2dTsKmZn5lmFx8axYWwaSyMqeq02XiE7uYOTcwUsN9o4bTyDY7MrCIcdYeBTAETYprwgwQy0W8cyVu978gQOHptbA6x2jSxlHNcDq9rya4HVm7/9rzj0zEG88fWvkrHvyrvZ8bMz2xN36NjoWWof64HX7i88/7MecO3VaZ9rhPW87ysj3/1N9/4JSFTnmawSClyBDbTgxjPwtQNYmT2FRiWP1fwK2k4YD37vDuw9Yxvc0U04kZrA4lP7cYavjaq/LX4cU4EYBs7ejd2VErZO7Pg/Bqz+/bt/EWNjG/HFG7+Owwvz+OV3vgNh10GzQfmG5wNWGVcoe9s+usVJM0ftWdlbF8pu164QdsapQ7rcL553gQ5CbhSthoPb7/g+7rv/PqQcH4b6+xB2SKKpoj+VxsjgEKLsBgj4UEEQP3XdL2Lz9q0oFHOmS1KNq6RrzzABeQ412LlJxF8Y71UpnnNOjY2MItj24/P/8Gkc3L9fADzKBRA3GB8fFBOqWDSJAw88icfveQxLsytCdBLpGgKVMu1b6OtP4dLLL8RgJo37vnsfjj9zEm4whlokjP2lBQyHItiXGUP/hiHsPHcftlxwFqrSNUtd8Az6x8YQiSeUrdhs4oEH7sWtt9+Ko4eP4I1veAOuvfbVaNVW4UMdvjrXchONdlPOoBPHjuMjf/Kn2Dk2ivGhAUyMjGF4cBhONIp/vOkmbNu7F69561u0GELmDNctQf8mzeLW7l3dWSyFd91smAexMBh2wvj2v9yMf/zsZzEQD2MsFcX2iQ0oF8vS6RgfHUd24zj2nH+uyFbEU2nc99Aj+OD7/whHn3kWsWAbO7ZuRDIRQ9CN4LpffDv6R4fkXON4Mo+zxXEBxj36rCoLwBzEsDxNIdKrk0/Taik8m4I6ixqrq6sI+MM4duIU7nvoSRw5Pi2yiJlEHEk3iGCzgmppBf1Dg9i6ey+qLR/SmX5sGs1Kbl5vVBEIOcqUJUXFkjS6MgHPt6Os/TfJpwwJygtge88Sfr94KinmnnxrjufS/JyYftKvhgxqkqLe+Ivv+9Ef+N/oGS8Dq+tudlcKYHdWtOCsc2mTGj8+FVtm0m7BL2WGKvuo0DImdybYEAF5Q62mVqeYTRlGoLQZmkiEVWplrBJYJYzH1vSOtnGJVqomerUmaecEVtVsikkG2w+o50gpAMoFUFeJG74QvSRIUGYOq/KlagM1uhJaTSVqrAbZsk9WYltamRjYs/XNAqtkrRJcZRsZgWbXGIkzQSTQJa2NBqaV6rQJ8rzAKsHAck01YWNRtmiGsFKq4b5iB1XiDGIew0SmYdyBe7qB3sBQ03jVT1XZQT5Pg5aAryqJfxhN9IWDyIQDSDkBhFt1BNot0VIlaL0GWO0YsXsLrJJz2mxihQC5AVYJBhNYJuA7uMGPK66ZRCBURCbTj9VCWVyKqXm5uriARpMJKXVjIK2K1cUlbNi0HfPHj6FcH8KNXzuMVlV3QDqpVuptJCOOHAYWWC1Ln4u26hNYpc6rtEHRcMswVrvAatyVTZiVQTJWV6tN9McdDCVUKiJfbaNCYDVGdk4QJ5fKopXGg+QFgVXT8s3Nm61uTESlZZtzkGZcFdVOTIQJSvO7+FVr15N0KzjE1laViZCghawnIzDEec6qm9xPOQjaAtKxapardaRIILqrgSDCbNn0q5g2TeSLHQez9QAWOgFU/Q4WF5Ze9HZNxmrnzz+FTqAi34nEi2CmjlP+BfzdvU+g7YTQqjYxPZdDtdPG0sIS0uEw/OE4Vot+LORyCIQp0K4SEW4kgVx+VeZlkewwDgjNoiiX4QOGtk8KOzmZysAXDiC/uITAcgG1ChkaBEa5Jg2QJt/GtvWbLnOZ6kwoCBJpQGnHjhqCIj1hDKW0BcXq8NhMx7ZKsXggpRppgXthpmo3LPVGqAacta2q3FMccCdiq2OtWZEAZ9CJIxXpIDYaxtt3vwr7+jIIVY4rXibmc7pHCVzJKj11+Vh5ddiKH0HHiUnSS3CVlSlty1K9Zcpz0CmTOqedpo4d2aOCZkvFm8mUAr+SlFAiRHsk1fyq+4X5/U3piexdyQddkBDN4g0VV+rck0mOtaAnk3RC05SBoeayjyB/C65PNZqoB+djNUz+MPgzSZTBP0ebas4l10BgVYUNe9ckG1mPPmyDG+1gM6waA8p5J7wqY5jvJtIDPbDUUEJFQ43XRXZSh3+sBbtxwtYCSEeY25JQ8Cwim4UVeF6jGC6odIOAqrKO1UBOIFIB+Ex7h9EmbLMY0m6i1m6qzhi1uQ0L0hFtb5oZaQ7Eex90aJ0aVhMz7hfChldJhMBffudFr3ECqwK0GCMqvkG35V9azLVNkH+8RTwFVbU4KKCeJ1C198S+l02U5f7b9m0DZtiEuyeNop/P89cG5uuTQwE/zNr1gqVMpnRbMEC7Aa95lgnLxoCw3q4Bqxum16xxQDTiYjTqR18yjr5kBFEWh7m/hmhY0caqP45bH3wGJ+bziEfjys4guOYzJg5WRqHb3aAZrPca+HPAAWI8e1kgDARRbzWRK5eQyabwmlddgrPP2QNfgKl8AG4ki3oziEajTwo/ZDBb9pe9ByzoHnxmP44dPyxJjLZ0B9A/MIDh8W3ws6uD3TqowNeZR9TXEjaZAGZ+HwqFPJaXlxFxQxgaGpLvK5qjFRbGqtKeVypVcfjws/K7zZs3SxGZwAkTqWKJbLoy5k/N4/CTB1BeXBFm6eGTi0gMDuK8C04T1lJupYC5xVlQ+CmdzUobKJmvA0ODWFxeVG3YaBCuG8DY+ChGRzcg6ETQbMfR8cUFWPUFQ1IMCFJGiqGApbGvWwGMOZjs0TX64IED+NhHPoqpqSkBNdgKSuYtNf94jvIaSqUiauWK3KuBgQHRkKVT9dLSEpYLJYyNbkDUdZFbWUG1XJFCM//wYQsTHCuOG7+7TcQsm6dCCQAW+uNx7NixA6urBUxPTSOdTEmxeml5Aa97w+vxqb//FPpSSQOMqBiAGBq+hMf//pMPw++4GBzcgGA4omu1Q6bSorQhSxuvWRtWE1tAXNFpDEosRGDVjcQQiKURiDtgPSIUiKBwfAqJv/siop3bMH16GekjMfTdPQgUfVh55xtR+R+XULRTl6VpsxYD1HYLGSeA8cqHUD30ICqIoFaqSvHezw6oEEFFYG7w91GM7UPDV0EbYWHQ8n6327w+MmrbOOLk8ccPfgHVmTzap/II0hi13cTege1459VvQzoQ1zPZrEe9jrUPb/zMTh+et8cPHcOXvvhP+N13/z76R0ZQqdd/KLC6/j25traODkph1+6JWvtX7wXRGOwynn3kEqBUrqLcDOKSPaPIRBVYFWkjH+W3tJuNRyePweVCEwcPzVKACxtHaJziE5ID2uZ1gTam54s4VW7hzE1JIaZMzRfQn4wjEVIJAgEbeB4Ke45SVAwNfLh//0k8fXT2BYFV1ZnSPVNjWDqDa9dFKh7HLd/5dxx46km86Q2vlr1C93ni0c9lrK4FT3vA6g8DVdeDqd6x9zJWrS7s+nuz5r2fB1jlfODa5ToWYEX2W/bakbHaA1ab1VUUVnMSCz9w1x047bTNcEc340RyA0oPPYSrJzfCSccwMz2HO546hsErzse+YBCbR7fJHjQ3Nyes2P8MY/Xj73gT9p6+F4/vfwZ//8Ub8dZf/kVs27lVJF1svNs7i00sYYwb1xdEvZ0d9v/5WokxxC9ATZhJXJCchYVhJrkkuMTT+No3b8Ftt92F8U0TiHe0WypBHWt6gIRcDA0OwXUdOJEI7rr/CYTTffiT//WnmNg0jEatIPuS7QTgFKMvSqVcRq1U1vyIkhMC5DUQpg9Js4MnHnkU3/+P25ChTnqARboy6p0mJjaN4cyzzsfJZ6fx4O33orJYlNbxQlu7DnhPyZJt1Guo1orYvGVcihQzx04h2A4iHkkhH+zgkaVTCLeAvaEM/EEfRvZsx8984HcxfNpO+DrsHiUdTDtpFZfu4MSJ47jhhhvw4AMP4Vd+5Zfwute9Fo1qHs1mGWHG8wQa2y1EojF875Zb8eUvfFE01lcW5rB31x4xhWS3xczyCoa2bsGr3vxmMVDivGVBljrh8kme5MQbg8nZY+Ik6V6l5JAbwz0/+AH+7MP/G2PpODKOX8wy23V2wzk4WSljaOsm/Nrv/L+IxBIIBF28+73vxw033Iixvgz2To7hwjN3Y3RsDN+/7yG4yQx+8md+Ws4/be3X4qHsay1+R8oEaEzUjeUkRzHdHGu08oEIuyGkc0LjJb7Xwtw8Djx5AI/tP4ijJ+YRzwzC54SlCBwPBbFlMImxwTQ27ToD/tQIbv6P2zA3PYXX/MSVOG33Nuk6DbZqcl60Q4500nFePT9B5gUOV8NoJ1PZ5kzq98HvrfgSv7sCqxndGlstzM/PCuuWXUPJZFy+20/+wsvAqneUXwZW1805C6z+/La0VLYZgBFKYit7hQuGACmd3gJ+RAj+sLVPGD1AWSr8yrASqQBWwggiiYaSttR3FYMk2VHggyAT25+5mZAZyYDFC6wKY1WcBVugtnIsQpYkD8iGbFRs6ypRF5VttX5lZ1pglV+P78kgklIAZGpqm7JGMaFAG3GXjkoWWA2hxu9ab0rSJcCq0RilmQOF5yVQMcCq1aKzBh/SFtNlrBKMpcNsE4UqTY8CcCJRrDaAk0tFHAZBVgbv3MC5eZvE3YAeNmmzm6y8twFxVRRfx0ytjFSvkqG6024g1m5hMB7ChAtECIAYYJXfifeK40DgJMT2TdFtU10/fp+lhk8C0AiTwyClFPi2DezaF8WZ548gEGoinRpBvriKWDwilfHVpQU0GhURqmZAHwlFUZqbx/DGrVidnUK9mca/fmcac1M1mVf5Wh2VegfJSACDiUgXWC22NNkX7VvHh6jriCYlN7hyW6UALLCajoeRcp01wGo2FsRQgvpRBFrbYmiViXHG+nFyqSJ6KGSsxlTkTKDqNcGc9M2poZJlYWm7FFXw/ChUGnJ9ZKxaYJVzl/fGm2B7gVUBWj3AKj9VvZCMBpIHWF2qtjTQptOtn/INfmFVsb1kqQHMNX3ItUOo+8Jo+INYmp950SkZgdXKX/yNtOBxLVQ5N+I1LAXy+Mjtd4mB2St27MRjR+fxzNIM2vlllPJB9A1kMLtQwVK+gGSWLRAKGLvRqCQOZHvMLyxLkiKHMJ1+2aLqJpAdpch8B+0gNYdrcPJVNKoV+KQdjcF77TAJHQAAIABJREFUU6rR0hIjQUXPqEl+lvZtoUEqHtfm/YGwzbjfMCDzvk6BRT5RNcl6jFVrJ7EWWPWCS70BXctm1vVIEEkBJynqS+Wpjn6avfiCaNVroiU3NBTH757/epw5kgUaC3DYi8VAgPzvRkWkL8huleA+GAb4JxwFQgmAxilsDVe+pATRHBefMFTLaDfLQKuCNqVLKE1hAUHZXZVxbYNmBVVb6gBoEiR5BiUHZIwUWEUnjCa1xmjiR9kJ6i2zyamjrUkK7MrowxEWf1NAVp4BLJZRa0qCJ7J46GRs8ixzKzFK1FZhXtFpFTagMeQS0JcP87fobJqf5RIpN2D2OjMovTZ1eapp0bc3jq2QorGnbfoEUoWtyrli2uNV2kEdtVVL1jTl8i8yKKgxyr8pv8BDx4ydbelXYFXngwJiDBz5/o7M1Ya/jWqriSolZmiO4VcVTQLjIUrCiKqtBuxBhy25NC0MyRwnuEYtY/APd65P3Pyi13hSCnhG1sGjjyrzTVr29V54gVXLbu0xXHvAqpeB0AM9e0CGdbW2eyDb+bzAlJj7kM3haRdbk+B1tW17YKlNMNQMoSe1YgsrLJjaz5NiVUslAGxrV5sGENzHoV0ufZk0hqMBxNyQnm2Uc5G26ACccBtFfxK3PfIsjs2sICrAqurMcS5ZyQJ7zXYcvYxAG9S70vLWQcAhoKGtctKe7vNh964tuPKqi5DJRgRAjMYzCASjqNaHjaUYU1XhUXRZSRzHo8eewaHDB9FsarLOfS/b14eR8W1w3BDrnvC3y+i05sTgksBhLB7VfarTEiZmsZBHPBYXrT6+B8GFfD4vUjpkDJ48eUJAlMnJSXkNWa/cP+icvrySx+rSKuaOT2F1bgGlwipylQ7GJ7dj8/ZR1GgusqzAaiQYRCadFhA4mUojGotjYXEJ5VIZ9WYVg8NZTGwcx+TkdoTCERTL3FhiCLtJY2xEBiM7BHT/fv6Hgpscm2Q8gdtuvRWf/fT1UhyPRKKirUtJA+m2ajRRpZN6taIFymoN4Qg1akflvh49MS3ndyaVRjqVksSvXCxpwcjIW1BWgkDtSm5FIjCC1mRahcJh9Pf3I2fYrmz1zFF3kHO9XldWnz+AhaUFvP3Xfhkf/bM/QyIS+T8CrH78I38mesADA6MIRWIyTNzNSsUlVKtFWW9c59qmbs0ETYGL7cHUcKcOcSwmyb7fdeBSQsRxUZzJIfnpG+ALfQNLkyVk0zEkPz8EHAqidMFOFP74V+GvqCagYnFaJeJ4booXMTD/fhROnEItEEOpUkWIUmCOD/5wBJFqFQvZV2Ex+TbUnACanaAU/am7RcagWEM6bTzQOI5PPfR1YLWJGhmrXE/BNkacNH71kjdjT/8WSYCp/8p5TradNWWzsbOdOwJ6ErypNzBzYho3fO4LeMc7fwubJ7fL9b0gY1XiDS3U6lqy0jMWUNZ+D6NqqWevSKTxueb8EdPANmJhFxfvGUVfguJOyrKSERSj2ZqAWKvFKprtAJZXaljJlZBJRZFKdDA6lIZDAoYpNE4tFDFDYHUjQXofFvKUO2ljMBtDodpGrVrHYCaCkJjiMaTlOAMP7J/CU0dmVB6NBe02dUYtQGwZq/ZngkQaV7H4TWD19ltuxROPPYI3vfE1PcaqAHTr4mgPONSLy3oaOj8MXPWud+/z/u8Bqz0pAF87KIxVAqul0ipaAQf333U79uzehMjYFhxLjKH2+EN4xYYhhGNRzC8u4PvPnED04nNxkZvAlg1bkUqlulIAnI8vVQrglk+8VyRcnj58An/wsU/hoquvwGWvulhlPjyM1TVnkEcex7sGrNaqncc9AErzRyvnoMAqO02CcEMR9A/048TUHD760U8ily/i8isvw+r0YdEa5UkV9PmQicXlXAm6IQyQHTm6FX/1D5/FW976Frz3vb+DdrMkDENqODNmFaY/NVarFZRLNBTWnJTfaTVfwPT0FBYXl9AkYebUNEKNmuQqzI+ZKwyNjCKWGcb3v/cIZg5MYcCNIeL3o4QmSuUKImTiO2pwzc6nWr0ssgWhjh9hh9qoLpbRxiP5GckdzwgkMUgTolgEV/3adbjgp94If4iFKqtWq6A19xqybK//zGfwD5/6NP7of/4B3viTr0OrWUa5nEe4pecLC2nJdBo3fuYG7H/4UcQjDkr5ZWzdMCHg8fLqKhLZPmw57TRccs21EpNKzMXOGBItDPhv4x97HzlO1IEVIgBJEDJu9JyJ4vjRw/jLj30cxYVZJQ01OshmhyTfuOOhRxHOJvDBP/4DnH/+BSgXqvjVX/9t3H7bXdi3cytO3zKM4UwUQ8PDmFspYjZXwFt+/ufgRlj0XMdQpfyhBVVl/1CWMGN5a17lZX9yDCkzwHiQv+d3oNnjyZMn8cAP7kOVWMhcDpWOg4YviBOnZrBxZAhn79mO/kwcwVgap3I13P2D+wUHOOfqq3Dazgn0O02kqNPO8dYmPT3/fgRjdf2+owUklTEQ8oTs8wEDKKuGbCKdkmKJ7PPNJubmZ4Wxyq6eRCqhwOp1733RMfp/5Re8DKyuu7sWWH3bjn60qZ3Z9iHfaCvDkG0CIhjckbZ2JtUumQ0E3wiemmqnv9VByKfGUEFOWraMihmVimuL8hwBWbMIGEjRyIgJtbT/C8FIDZXEhIpVDsNYpRN9xA3AEWp+QzRWaZRQrjdEKsBqrJLnqK7SKilAJup6YJW/o/ETgVVWdpWxaoBVYZiqNIEAjwS5CKxKwd8DrHbdjf2qMWIdGqn/6jjy2dV6G6s8VAIhlOHHqUoHU8UmmiFXgRBLYxf3d7aacwx6CUUXWKWJEQ9BMhHs+LEKz0SO3avGacHt1DEacbApFUa0XYevVfcAqxoACbDK5F5YxKrFpcBqG4uNjrQoE6BmK76/04Qb9uOCy7IY2ehDLJ5ALD4g5hgujaLqLeQX59FuVYUVVKOrIhOmuXn0b9iETnEZhRLwyOMN3PfdOQTCIRQadVRqHSRcvwCrrUa9q7HKBJRgYizU01jlIJVaQK2hwA+B03Q8pMAq3YCrHeSrDWQjQQwmKO1AjVWgSmA1zplJYFWrTKx28Y8+egGhJgfSF6P6vMYlWN1RGQT7FSCnpEPIJwAJA9b1wKpBhbS1xgRALDjwkOpW7Szz0gA81BDigbRc5UFlJCwojk6zM38HuUYHJ+pB5Ij5OBFhdRBwYFvCi30QWF35q7+Aw6Q14KBCYNXXwkIoh08/+j2EKsDrzjsfD83O4geHj2F1bhmri2XVRSY7uVgSIDCZpjh8XeYqNVCrFTKA8sJkEKDTMeZUjTacSBzuhmEkx0dRL9VRzZXRKpXR4Z9aGe0WW4IayqxcU7HVIF+q6MJqcWWdqdYqW/hIkAwYcxk9JAWTE61nY3zEBilhVHAv4YoTaucaxurzV4h7wGqXASBmIcowYhClgkdtxP0ONqTSaLfryBWWsSHTh9+49JW4aHxA3LqFpdooS9IItmlWa7I38nL9ThSdUBS+MF20Y8LO5X0h01ILKQQ2GXc1gGYB7fqqgLM0n/CxwC3tMJy2DvwEELttjQoMknHZoWQCmb2tJgL8uc1qiWqA6oCHwK6EWqeNKl1z5Y9P9nwC4g0pLjBMU4MOzhcWzhx/C66YuYXFJJDtMdpmb80mNOpRxqrRh2Kyxn1TzLhU2oH3new002hgrsmMv5ifGH1VCcBNq72VNzAyp+ZFem84NwzwJkAvQVUZG/NkKaBYEVUZAD3bBGtmG0EDnQbZwFxwrIxry1PTBJNceyyHcQwCZO2Sp0fGnZ9MYy1WNNjexnHk35QFEO/HupjexdmqLIYcNDkgsBrh/6lhGRkcAdXrk+/95y8VWCXzVcEOCwrwm3bd161zuIGmLRNCgQTK55gzyDARbODqZcHZdcM9UQpRHqdw/o4glWU98GdqpVsWq7eYIcm7RwLA/ixr3wMMy7ULY90nrE27V6wpjnFURTajIfFJOuqiLxVDPOoiagq87Kxg61nECcl69gcaKATiuP2RQzgxn5M9TNv/tJhpkwmrpWrH1I6lvV6Oc1TOFGXF+/1tdSsPh0XHk+yZa19/FVKpEIrlIsKROJxwFLXmBn4joONoR42ku7KqpdXs+IlDOPjMU2KgIQ7rTgDpTB9GN26H47rSdUDTy3ZzBhF/VUwV4vGYFhfEFIMtnsrM4PyiTASvnYDrwsKitGDPz8/J/rljx6Rsa2JiFQ5jJV/Eqdk5lFfLaBYrmD9+EnOzp5DIjmF8x3YQ06tWqlhazGEptyiwcDqRlFggle1DuxPA4aPHsTg7i0Q6jrGxIfT1Z7Bt+xYkkimUqyy2RhCJDSDgJAFxqGeCY/bvdcmSggqq7cgNg/t/KpHE12+8CV//xjelxV/0DX1Af38fEmz3rtexsriiIBGNfBp0/FaDSDajc97ydfw9gRHKCDAJJiDLxJFjwTZPq5sYCrnyGr432SwEUI8ePSqJt+w/Rn6DgQPvVa64ivd+4P34vXe9Cy5lJmwxSBRJXgg8/uEn+yc+/nFhNWb7hhGJJbWw3mmjUl4WxirPYC+AogUJA2LI9/ZJvBuNxuCkEkiRueq6aMdCKM7lEfvyZxBN3ozVzArcTAixe5II3Z5GPf7/s/fecZKd5bngUydXDp27pycHjaSRhDIgLIQkBCYJEDImLNfG1zhz11zveu17Ha6v7V28xtkmmGDJJoggchBICDQKKIfR5NTd07m7qqsrnzphf8/7nVNdMxL4J7h/eWl+Yma6u9IJ3/e+z/uEYdT+9JfRHRzsrS39zfTFY4eROfmXWJtvoqM7qHXbsLoeEgaHDQ5S3QBNZwSzhV9CI3k+R3miKCPAQGBL5J1OiLtbh3HHo99Aogm05yvQGPpkA0lPw63nX49Xn3+NqpXpSc0+IVaqRMM22U1kQ1E7HWX3DBNbnl/Axz72L3jnu34BF112KWqNplIKRPVg/1En6ePcL7mGosCw2CU8Ps7xtanAbKWekOtUZxCrgav3jghbnvc1r/J4z6ISmMGtlRoH1GSwApVKFXPzVfGm3cagnYE0LAlzBeYqbcyt1XHRloKAYPSan1qqI2Ensd4M4Xdc7NmSQ86M7GtiYPXgGRw6uQBDgr02gFVVM0US8B5jlSBbBKz6HnKZDL53zz144rFHcMubXi3XvFiIPQ+wGq/HG3/++1YA/x7Y2hvA9nusn8Pu6x3ReLDe+7mqK4WZ2cdY5dpPUJj6gWTMWF2ch9+pyT1EsOcH934He8/bjMzmnTid3YT2kw/jsrFBCbFbXF7Eo8fnYL7sKrwsVcCOyW3/y4DVRz70J0iYCZyYW8L7P/hvGNm2HW++5TXQTZVl0g+SPh+g1E/06JeW9/+uCgVkQLSi59B3OZPLI18soVQYknXvjjvuxEc+8q8CQr7pza9HTmvh2OGDkrtAj1V6/meSGRRGRnDTzbdgbNse/Odf/y/I5nP4xEc/iN07t4gFAIHUVqOOdrshIX+U/rdazOZQEusnHn8aTz11ANVqDUFCw/adO7BjchRedRXd6qooMWgRR9a7M7oV656DQ48fxswTz8BoNcWSjoAtla4MWuP1ws/N1ynlM5IRQEaobTlYNw08XplDxe1gr5HBkGWjYKVw2Rtfi+t+9d1wigUFXjNHQMgeLOsYaBjirm/fg//xx3+C3/+938NrXnOj1Py1Whmmtyo/536Rz+Xx7S9+GU889AiGSnmxtkGnK3Y8yXQG86urKG2axBWveCUM24LLfol7Ps9rFJzUv+7E51o5+akMBK4tDIykVdz0yeO447ZPYGV+FloQYGF5FbpTwNGTZ3B0cQW5wQLecusb8bv/5+/Ab7h47//+Ozj09NO46pJ90Ls1OHqAgcFBHD05gwsuuxwvvvGVas/rurLv8VhIDRTZLcigOWJ0ik1ABKzy+3EtpO432rUYUk/xIHLgxIHjwtw8jh84hEq9jQcfPyh9r54pIDc0ivHRYUyMDmFucQlLi0vCoqYK8oJ9l2LzFS9FMhmgENYxFnaQIpitqcDf+P7+Ybtmr1aNVBxC6otqY9YHyvppYzgX1625QlasD8WVrUtgdV7UPrQeyuQyUkfd8lPG6lmH/afA6jlXYQys3nLesICBy26INQKX9AMkKyckQ4zeo8rLhxwnaQ41ICtMJsrfNKQkfV0F/KQTlFWHAuAJUCpSaBWKJItqD1hl70tGmEq4lQAMTRe5DAE/Bk+xASArksBbDKyyhm10XPFY4TNa9FiVcZP6t2KsmiLHb3W64uEkyeJREFTGJu1fAas082ciIBmwlNJYtBGQ9x4Bq2Q6Esjhgs33wwUlYpHGwKo0ngiQpGeVoaPTDVFzgUYInKl3Me+b6KQLSNBThjY2/IyUjAZdYRlJo943Id8oOFgckIHDwB/FLuX7ECAloQogtmXjSQ37SmkMBi2sd+n5EsjxEgCc4TlBiDZlFyEBTB4rFv8qzILPyXPebXWRtA0Jjwq8DorFFK571SBS+RqKpVFYdknkvoalSQJ8ZWFeCrV0xkG70VTA6tIKBiY2w/GbWC7XsLBUwuf+7RDslIW610WrQxmJhqGsI+eSHqt1psiSSRGFV5Fpq8KrArRCSkkJrFKmEvSAVUoOaQVQ63RRpLVAWo+sAEJhH8fA6plyE4ZlIaX5PxRYjb00JTxD2LyRwTXB/YDXmQIGzgJW/bMlrKrZj0yxY/LdOcAqsZt4I+CGSn8znr+1FqW4ioEsScaOiY7nYroRYjqRhkGpJOWlGsH0LlYWln909/U8PyWwuvYPH0A3sFR4Q0KD3dEwZS7hC7MPYycK2D08iWPdZRyu+JiZaWLpxNNYXG0hl7XQoalsguxKAz79amW6a2BhfhnNRlvkkJ7nincZNypeX2oirkMfGMLAebtg54toLC6jNb8Ir1KBRnk4fYEjYLS/+JONWsqOBHTdUY2E20HgsyHn/aKYRWpT30i4FahMGIUE9FTjpFYdiZ/rTcmf7wCq199oqmIpJUFk/hfbfjCIjuz5dsfD5kIWFw4MwPNDnKg3cMOIjl+46hIUBschuuCwC52FU9uNgDsfQdeHZueQSGYR6kmEhi0AsgRYCauQV6J6rxpN8rvrCFtrSHht5a9KKQzXCoZ/kLkj97FqMmk9INRo+rG6XXlNkbUzACFQEj7FWCUQZYotRBuBKBMaAdf8UFQItEahhJtngOx9Bv4xKI9rjcnzb1jIWhYyXO9MBQwKftlrVGNgVXlyy2sSHI8kOAnxZ+JzKwsU8YmNHitrn4RHbfiaqvXwuT7UAkRGjVSgKRmsvBEBVk1uBMoWIGqwOFdQQEt8BSQUM5jHjCA03x+Zq6BPJ9f6rhSZEsjA1PnQQyokuGrKdSkeuRrbZQ0t8RvTaQOIpu+jSaYcLQCsLt1skaFdioS2ebAcG6adgaY5yrNV3jP/qvZY/OXXXvA9LuFVbJr6QJ4YuIzBQAHcerYZipncAzg54JR9STGL4z0ofiy/r4pSJfHnEDT2WOWbFXZqVwE7EqQUsxz61Lr9YIQCJJSsPy5oY3CKP+u954jXqVibpqwvfK34sfy7hEdqGkqZFIbzKeQsHSkzAZP1gLAQ6b+pC2go71vWDx/riRTufvI45io1eT16XLPh45LUD6zyteNAMAIL8XuOj69P0JJJ6l4Xw8UcJjaPo+51RB66fWICb3vHm5DP2VhdWxYLCP7nhgRWLSRCG0GCe4Gym+BdxH1g5sxJHDp8AJ2Okk6SsZrPlzC+eTcsBjOJHV5HgNW03hLAT/zB5V4JRA6fTiXlsZSxtTttYV2SXTO/sIi1tZoAq2R6MryCDTePARPfq7UG5peWUV+rw2+0MHPsJJrNGkY27UBhZBjQWnKfVFarWC4vCdDCxpb+paXBUZTX6nj48SeFVbRz104k0zxvPsYmRjA2PiY+fobhwE4NwXGGAI1+s6y71L5xLmig1gTFxhbf8iDE9s1bcGZqGn/6J3+K09PTYnmwwuTuRg2jI6NyPAJfk++xIeRna7stAVwt3VJEwGgP6ZKlks2iVCwKEWC9VpNjFgP8vBZMJymfLwZtCWTzd+ZmZgX4FgBe1qLIpzkB/Nn7/2+86+3vgCVhRxHL/icAVv/mA3+FIDRQKA0jky2o4WMiRLOxImw7z++c3exwn4isXRQ5ICGBXgRWtXwRWSsJK5OGkdSwXq4geOJTGE18Aw2vLPVI1s7C+MQoMGui9mu3onHNJb17T/bWiA3/oolvIn3wNlTKQJfs10QbDqUPHGaTPKFxjU3iZPFNqNpvQKhXoOlpGWjrvAd4buwuvtF4Fl9++FtAA+gs1aA5BFZDaB0fN4y8CD93xauQdNJyrUhdFKvFzglSivcE2rEwVb2ytIKPffQTePOtb8WVL3kx1n8EsBori+Ln6F+j1PcUehCTRJSCt49CRUCTrFDTEjXfZbsHkM8QWKcllfLwFysguqiS7NDtwqQfg25IGOvRU2XMTy0i44TYs2MYhVxaBu/lVohqs4ULtw4KMGjpPlZaGo7Od1Crhwg9FzvGHUwWNbER4DCSK8ojh2Zx8MR8D1hVNinxuh8Npn8EsHrfvffi0Ucewlve9LM9xqocBwKUffLlHwWs9v9efFz/PVBV1taeFdCP77H6XGDVkJqA0AytALRAx9rSgjBWO50WOkjgB9/9DvbsmURuy25M5yeBA08h7zdlGOC3mpirdNG6+lJck8lj5+RWWRcYXkUrgJ+Esfrw3/6BMLen12p4/0c+DVgpvONtb0JhMAcvOtYx4NarYGJfdlXlKMsf9qORpUo/uzUqiGXfZ99bGhxGcXAY6XwOtp1COlOUsMP/+T//H3ztq98Rwszll+/D+371nXjkoQdx6vhR6ZF5W+fSWey74qV4w9vehanFFXzoo5/A2MQ43v2f3iVAmTq/DAbtoFGrYq28hLXqGlrumtSr933/QWFQtlu+AKtWrgg7k8HVl1+Eqy/Zi5TbhNWuw/FFU4VqZhB+aRPM0MHTd9+LA9+/Fyh3omwQG/lsRhjhrF14T+XTKRmCE1g1NAv1pImna8uYra5hh51BIQC2Zwex42dehhve92sobhpTg+3ICoDAHgOQKYh54oln8IEP/A1+5T3vwUtfeoUoZzmA6JSPyRrIAaatGaivVvDVz92JRrmMVq0qe+fO7duQKxXR9nxccd31KO3crey32JOI454iQ0gGTX/IWDwUYLCSeOPrMFi4NtuYOnwITz10PxrlediWIXZsS+sNnFmp48EnnsVaYKA0UsSmTcP48z/8A+zZeR7+4s//Ao/s/z7O2zaJnVsn0Kytyf5npTLYtnsvRvfs6cn8uR/G9R6HXqrGir+n6jwhSfRZAMT3Mz+TWEQwmJIXHM+H62KtsobH738IbR94+shpPHNyDkNbd+PKl18vthHPHjwIM1PAUD6D6WOHkExm8eJrb0I4tBM+ahg0Wtiid5HXWgj0JhJ+PIx97iAsXmPiuj+uJe+7b7/cp9u3b8e2bVuVbaTkX6h6L95PSCAq0GM1AlYXFud+Cqz+Ox3JT4HVcw5QDKxu3TQmTQUXXSnvo2RlFXu8IVPrRWtHLLBYh8pmhZN6AqNjeoC0aQqIlk4EsMKOJNvHk3o3SAhgxsKQNSdVQSx1JbWYARxceDxKpLlIMtRHk6Q4ygpIx+YFX2+7aNH4nlYAui2TLfoD+QkPecrwNAtVD1iiLIwsAt1EMdGCFjJ93pI/3W5HGFe+z5AiArAEETQK9lWjYRrCWGXfS1kA/UiJMXFNEWCHaYfC6lMOho5pIq1r4o15qpvAyZqPqq8hNExpzDU/ligr/02RtkkAiAKf+SfBDBWgovyAxFycXCg2Fj6bUAW2+gxt8LrY5Oi4cDSHrEYgpS2Jo2QDkxHJiTmPLVe4ZoceQyqlT3zmWOARwHa7qPghWm0C2DqSOpt/YGK7g5fdUAKzJUpDIyJfZeeTsh006jUszHMKnoBjWWjXa0g6NtzyCrL5QaTSecwtnEbKGMdH/+lZNHwddNZqtwis6hK6RTn1Wsuj6ktAJTKeMxLcpFKWyVD2fBc1NxCQnwedXlXFNAM6Wig3QzS8UGT/w9K4JVCpuQKa5FImfMoMVuswCQAZHmwy2hJkiDFwxlPp5gxRF4DKAEPaBNsQOTkBP94LBJE92YB4PMkqIJtZAlmiKlt5WgnsI1NX8cujX6VsRCp8TBpx8bbkxIz/zyafjNWuhFfRS5ielYZhox5amOmGKLNxNlTAiQrWUdfE8srKCwZdCKyW/+EfBVBw/QCuFiCn6Vgw2rj9+MMY15K4aHg7pmotzKYs3P3kD+DOLKG+5qJeryGbsZEt5GSowKA3M50C1d2Lc8sy4eUgIpEwRfpzbhGt6j0NyUIJej4vgKS/toaw3RCvUiaiK9kvpaDKv1IYH1CACZMkbScjgxIypr1OA3qCwIqy1FCkeTKzCOo8lwmkyE8b8kgF6JztadR/QHtM1d5z9aXNhyHSRgJ7hjNYXKdRfAI7BkuYHB5GoZmB3ZnBGy7ZhckdO6G5dXhwoZFd1lXG82GnrgK87AwSZhah6SBkcBUZybqBgDYGoeSAIrBCaN0W0FlH2K5JgcrzzwA7piiHpo2EANzRmqH8EsR7iIx1eqiEXRaeXeg1+rMq76hI5KQKJw4vYEohts4gtcBD2fNQ5wDJZcIog350JA1PEs+dUEOWwzNDR9LUkLdMZG3GqykrC1kzxSBew7hPZgiBTQbtRD5RwthUDGIOT3iP8dhortjDKi9TKW4VyKTCtRTLUxwYWITSC0u85PhRFMNTIHhhnUcfj3+3mIaoI6D3lFyfke8u739hwPDq4eAwjNi9ZPorVq3mteAiRM1LoE6fb6oKAhdG0IGjdYWhaIcE2B1Az8CHCTdJaqQNz6BtB+10AsXWTDThcF9xA9hybAIEBJYsRxKvuaiwcCYjip6T3Em0v/j0C77Hi9mUYlpG60Q/qBqDIDF6E4fOAAAgAElEQVSYyXWAx4MF9EaDpmSvCkxSaOjZkkN1cOX8RZLp+PfJnOMxjUHH+Pvq9TY8EePCVZ5b7COU6kPk930sVTnfXCUFwFCDNw5UJBUzCjrjoJdSMVoQFZMWiilb5P+WZciQlYCTYuwpxm4cACU1CvdFBFhxQ9x3eBpTiw2RQRoaryMO1jaaifgzCbCaUKnkcn9GQDOPBZUeXquB0cE8dm3fLLLz1VoN67V1qTVueeubMDI+jNXVRdlDUlYKXY3g8zj8RFrZi0ROECHXNt3E4vISnjnwGOqNssgcbYNsiSwmtm5FOlfiTEqGq123ilS4hMFiHrZlou02oWeSKDcaeGTlhNga7CmNY6szgEzChu0ksVRexcmTJ8SjdHx8HJOTE8Kw5zGyHUf20sXFZQGGG/UW3I4p9gVdr4lSkRI/D57rgz6jlfIq2o0aHMNBaXgExZERnD59BqePn8TmzUPCpOV5YG1Dr9ORUXq+6tDJRtQspHKbYNvD0EKGWHlRYrtSBcQAttoDlc88WXPCJEKIBx58EJ/+109ibXlFWKS0Q2DjRMCT4D5fm38yOCNmnsYWFTF4HwMvymaAHmp5eRyZqJT/xeAhmcxktuYLBdTqddnf+XprK/Q3VV6uAoCbpjyuNFjCP3zoH/HKV9wgyq34K16iXvANDuDv//HDEnqZSmaQJG04VMOyZnsd9fUKPJ/s2Q2mXizR6M02xKNYl2Ni54ow02k4KQeWk4NXX0N76g6Ugk+jU6ki6ZnQt1swD1kIPpqDftnrMfPuV6DDNUx3EQZtJLw00sk2biz+JeYOn0a72qYHBzpUN4DruwE7SCFhLsPyNKxr5+GZ5K/AZbBqYEE3M2ibGZhhFe2Uj08s78czTx2D22whWKnKEJjrNwdxA9kifutlt2CXOSxqD/oEd7jyRoqX52Pw8RxzHV5cWsG//PO/4Mbrb8ArX/daVNZrMtRTX2fXDFw/N776g9Q2vKmjwINoQEfw+rlKFykPtQR2bdsEy6D9D8NgHUrFMGRJhKHkLrQ7XWSSNlKShwCstXwcPzWLtfI6itkscrYh7LL5uoZURsPFuyaQ1APxT9VCDSttD+t+AmttoL7exsSAg4mcDlvqBA1PHpnFE4fnodsaNG6vQb03QFas440hGs0T4rRs3uOZVBKP/uAH+P5378att7wGtp2ElXTgul3xm1cDj43h5lmARmSn1b/mS08ZcfN/FLD6o0Da/teQs9d3us6qPcUSYeO9MSCI/yZhhjscl89UZkAAyPLiLPxOFa02138fD+2/D9s3FZDbcTGmcmMoVGdhzawgobnIaglMdTqobT8fF2fT2L1ZWQEsLy/LGsPP+N/f+1s/zu2N+//6vyK0kziwWMb7P3QbEr6GW3/+Fpx3wQ6px+I1Jt7b+z/vRt26MbDcALv6A9kowdTh+RomJrdhctsOCdK0LeV7vLpWxf79D8gworqwiMNPPY2rXno5XnzFFViem8Hs6RPIpG2Yjo5rXvMm5Me3o9noIJPJi5WMyuBQ95U69xzGBgLYMiwRbg2rlSoeeOQx5EpDKBaH8dWvfB2Hnn0GQ2NDMDMpvOzlP4PdW7cgpwHpIEC+NoNZV0OnMAo/mUPatHHXF+/EQ/d8H+PJLAa7GoYNW3pGN3RloEHLHyeTwkq5jJyTgW9bOFYr45lGGZs0C5s1BxOpPEb27MZrfve9mLzkgt71QoBc6hmLg/METh0/ho//87/i7W97Ky7Yt0fqUZc1fe0kPKo9u4Bj2ThzZgpf/MLnsT43J5L1LMHrXA5G0sbm83bhyle8HF3TlJrH4hCew3ySZqjeZa/Tp8SKzzVxCr4H9tlLM6fw4Le+ivWpk1g/M4+t2RFs2rcTs4kW1lsupqYX8fX9D6JjDiBfyiJhBPid3/5tXH/9DfjanV/B5267HVkTmBwdFDUcCSHZ4iAuuPRKZCcnZQAZg6g8g/2Aalzv8M845Equr3gIH6/DfK9JMlYjZjv76HYbRw8fxiOPPYWBwjCM0MDJEydhj21Gcu9VqLR9rFfXcf6FF6EydQDHHrhbhnrJ3AhSo+Mo7tiLdNrBzrSLEZ0aYLJ91Vf/ui9/jxRuoUyeeUgN1GpNfPNrd+F7+x+THj2dMfCK616Gqy+7TKyjTFrSxGK5MMDAQEkGqCw+250WlpcW4NLexraRzhZg2Q7e+M7f/rHu8f+oD/opsHrOmY2B1U1jIyq4IZZHxz042+RzJinxU6jgJlYQyj9V4AtJG+zK9MihTM7QkCWDxEqIFwiBSpHEcDUiyCD5J8opUNgkAqwqdiaLV9dlc6+al8DvCuuEfQgl2pSt8k4iqEpgTuSdLB4NylwtrLge5houWgEnvBZG7Q4GdR0FNmsmZeNd6AJmMMW3IxJ7m+CepJaeDazyczKUgn6YsgZK4rFikMrvIkSSRS8NmVtdPFNtYSEw0AE9twgGaOJfpHxR2cD2eXSGii2ijOEVQ1IWLZEV+Wi75JWxiKDbv0qpptQgbwCbCDbSesH3kWSwcUL5h/SA1ah+JMOXTI8NYFV5wHFxr/oBmh0ltczQMjDhYs9FeVxyZVZo/YMjZJkoLzs2Ns1aDfOzc3K+kpaJTqMuC79bWUEmU0QmP4DFpWmkrVF8/tMncGquDVcz0Gx6SNs6ClkHDbcrZvxrHptfFRzFILOsARQM+q0CQcdF2wtBIJ7gG4HVUspErdnCaovAaoBC0sBIxhR5S6XeFYu2fMqEBx3Tqw3ZHLN6F0lZZHn8iOWx6CTzSUMzYaEuBjZA0jDF7oLMPLIuXY+FL6XvobAALMp1hYkWt/5RqFi8I0Yhb8J4CsnwUvcT7wn6x1H6zO+RcSnAqu+BHqsE6OjttJ7QsRokUPd1dEMNgQAtit2nZM6aSCVe6BeB1dW/+3sYEj8EYdI5AdDKW7jj5KOoLC3j5kuuxaOnprDsBTi+Oi/FxPraurAq2IwxXTmVyaLhdqCnbdSqTdRr9NhlocBri6C/8gB67hdBZx53G042j4Rlw2u2RGYqMQK8niMWKm0Y4oJfDS+kQ4HhqGaKw42gw0Y22loFlIgtATaq7P6iUm3Aihmn/q7e4fOCwNFmvQHSng2sElz5uSsmcc2+YXzoa0/D8mxctes8XJgbwNraFEYcEy++/Boksm0Y9ToCMm7FR8lDQM8/L4DhZJGgBFZngFGSxrFi9SAraGzITqa83wa8BuDWBcwgyKgCikwBZCmhFehImhgVskTpf0j/NmGrKq9QrU2mq2J9CZNX/GI9WSfoX7zu03rCxYrbwUyzjcWOi9UuBzH0rzaE7Z2lB7JuIWd6wnpPmTryloGsbQrbnOYblnglM6QpgU1e5D9KNq5G2bsKUZHWik0fw7FCAsBki5KO78t1JHYOnHZzokPpdzQYkmApSvU76jMmCLIKEBsxliVESgFpQn0z6NsXhWuJVUFvQ+sRk+Uc83kjtiolVVLgeq7YI6zRy5uWANJAejCCNpJhF3Q3dKCA1VBLCUAUUPpkWHLPdjkoE8eGAB6asOjt7XqwZFjGPSqQPUrXCaqTXcsEGbKWeE51JP709hd6i6OQ4TFWwGoMoPY3YrEEStimkhzN4Y8ahDyXSbpRtMpzxMdVrrWNt9a7f3hsY6bMOeFYcrqjwMfeI/kcEZM4ZkJIKxYFoggrlq8rp5KBi8ojlreE1Ajc7yM7Iq4/aUoF5VRzT1OWQzGwKn8XywIGQJExpoBV7p91w8aBuTUcOD6LrhsgnXTk2pAhapSQ2w+skkku/+ZeHsnlBGgNPBQyjiTtDg7khB3KEMVGqwXbMfCzP/tKDA6VUG9U5XhLSFRgwQ8m4CMte5YIgniPEjA2LSyvruKZA4+iur4sQ2FTM5HOZjGxbSsy+ZKEOCTCDjQOi1szGCoVMTBQRKvTQL3bwezKCh5ZOIbqehWXTe7CvvHtyFoE0Ryx+jj47EEcOXIEk5OTGBwsIZ1KwbJMGGKwrmN1tYz5+Xk0623kcqNwu7okPg8OmHKM6enY6apwp2ajJh7ruWIJLZ+BH7OolauYGCtFQywV1jg6OoKRkWGR1NFqnlYcdmoQyfQoTEtJ25V3Pa+GjX1EQE/TFkCwUi7jqaeewgMPPIDpqWnQV9d3uwJmkjlG/1O+b74vnhseawKgsb8sn5nvRZrniLEdDxAor6Y6gr8vUsaIlclzRtsbASTJxg4CmAR4NQ31tTUBVOJ7gY+jj+323Tvw0Y99FJdf+iJlfRLdF8TgYuXWC73Jb7v9U1IjmvQNNHgNqaW/3amhVltDt9vsHbd4qKCq4mi/k3shAlazhQhYJXs+B79VQ2f6Sxjwb0dQrcBzE8hO5sSXOPyehuqTe7Dy6+8G0nl4bgu6znXRxEiyjquyf4XZg1PwyVJNJ9ESYFXty0ZIVn4XFrpo6yUcNW5B2bpUvsdj7en0SwxQSXr46Jl7cPzwSbjNNoLVNSToJSzAagBbt/G2i67HTXuuQld6AlvCF0UR8iNkoR2/i9XVNdz+8dtx5RVX4uZbb8VardYXIHa2UuVsYHXjZ/Fr9Ja/iEEd6eI3+CaqwlDM/kQHF+/bg+FSTq7mtWYT6402ObriC7yyqgJAg64r6xH3RtYLGnuIlbLsd2MDBWFJlttAKqvhEgKr4sfNWkET0sh8tY7leoB6syuM/bGshoE0q1gNTx2Zw+OHZqGZzMYgoMsgpI0QrhhYVdfvhtxXAaspPP7ow/jut+/Cz73ldeLPS1k2By+yZ6gJ9Vm1VG9PkM+zUWP1QM4IWI2v/R8GsJ4Nrir24/PVbBs+rGfXflJvR++N9zmBVSkNojBlj+cgMyDM//LinNgtNVu+AKsP7t+PyYkMCjsuxpncKMbbZYy3uJe78DptHKtUMDe0BVeNDGLvpu3I53NYXl5CmxYnPwGw+tX/8ctIFgbxtUeexsc/fxeSponX33wTrrz6RcrepW+vjteTfpZjfEpUjbsRkNdbe4S9LqNGmFYKA0PjGJ2YRCqTUXWl9O/sSwI0qnWcPnoU3/n6N3Dwscdw5RWX4aYbb8Dg6ABmF89IbXXx1ddAt7Owufbn8r3amj7jvLfV+SITk+rQNubn5rA4cxLLlTIOHDkmBIFCYUj6n+99926cPHUUoW5i89YteOPNr0NSSE4hBjqrWGwHCPJDcHUHg8UinnjoAXzjzi9jU64EZ62JTMdHmv0C9bAMaSarPUlbmyqShgMtncLxegXHGlWU/ADDmoGdg6NIDg3h1b/1Hlx0w3Vyj3J95d5Qp6emYwu7f/r0GXzkwx/DzW98HS67/MKofg3h1uYwv1xFteWhVm/ggbu/g6cffhAFzcN4sYCxgRIyqTScQhHXveH1sHJ5uCJ9Y3eqvJaFHRr3iX1LUa92o4KFnqztJu792pdRnjmJvZvHUZ2dw/Qjh5EfLuGCl10Bc6CESrODe+7Zj7ufOAIj6cBM2viFX/olvPY1r8XJ48fxsX/6IKaOHRZrEuYm2Kk07Ewer37dzdDyOQmpIpgag6jxOtEPqsbhVbHlUwysqvgCte4lHQMm+0KqvFjLLCzisYcfxup8BfUu1740SvkkUkOjmNIHsOBaaHd8bBkdRPXwD2CXT2Pb6BBqLQ9V34RX2oSBTZOYcALsHLCgU60rJX20DvVtpLEdjBDXxFpIx8EDh/Fvt9+BwcFhbN+5HfMcpAQeXnHdtdg8MS7ngrVjvL6wHuJwleA6sZfFhXlR2PKaHhgYlud883963wvdvv9D//5PgdVzTm8MrI6ODPVkLr1Gi0yDCPDYKCwUm4SXtVIbSOekilTxzQvh6Uy7V+wrmkmLN51GNiLB1hB5LYGiFSLFhlxss0I49GOSVHa1YdMKgMAqGatcowXA8Vzxq2JjQ4l2i5T0IIRD2Z+hSdhQEwmshRbWOx5W6e0UyqvLVLmkdTBuadicpGUBQbsuTDbFoYZaJwZWNxirmsFpcdQDPgdYjcAzSRDkcYJshGQULLe6OFZtYzUw4FETzM0qEaAtwLUKQRH2mR6FWFGiz88lafJRIIfg1ZQIcIrUESN6Ah0sMo2wi4IO5E0DuUSANKXDYpnARFwyW/sYq9H+2s9YJdPUZuAXQ1Y6XawHPhptbiomMqYGy3LxkusGsWm7hVQ6jeHRMWmCyCyi/1ur3sACp3KahqRtod0g48eU0COLm2xhAOXKEgxk8MSjLu7ZP4VA09EiGVa34JIt1HBR9kJ0DQu2RhsGMtsC6D6vCw1DhTTykooewudEz2PzaqKUtkX6sEJgtesjT49VhlWxQKp3BVDJJQ34oY7Tqw2Rj2YNDykC7hFnWrZfLUQ7NDHjGjhDn1NKdQ1DgNUsmyvLgJlQUhM2CXlblwAszXPFl1JJwgQOUEqwqNhUOBDDC3jeFCtbhasEcrwIjMvxty0JOlnrAg2X16yOJehYJ4tOsuelzN0AGcl4MDQszv94jNWVv/17waDU3agLO08rZvDt8nHc/dSDeOe+a3GqXsfR+SWs1Nfhug1Mz81gvdaG77EASCj2IQGKrIlqpY7ATwjjW6QxJHRF7I9zJ+UinSMzjzJrMrPTGdgEF7u0eqiJlyWpvOIwGjUYPWZlVCTy2qcvHxONeU58vwPf58BBnDIVg7GvGX/uLhazSvoZKarw7596xu+9F26hTm7v6ciSe/meLP7oF/fhX790BHc/3sJN+7bhtbsnceLMNJrdLl511bUwJiw4lXW5dskkZ5AV5XpsbTQ9hdDIAWYG0JMqpCv2cJMsNWlJhNXN0CoErqJmcOhk2UjoZDqS468JizNBoDEGVgmmilSH/rUMoFKFnErbjkL84s8USXrarot6p4UFNg3rLUw3W5itN2T2lbRsJPUQWR3I2g5SpitrOQdmZJ/nk5YAWyn4sBmOFwJ2QseWgO9TgYWBmVNsZPGCVcCqoAJ+XVkXENgUzyn68iUQOCkgmRLGEn0/BQiPfGMT9QZCgiKtVi9kinsM1xfV7BE/VlN+SvMTTFAnwNrfdcRnk6/JPYvniHYcik4jwAm9mituF+u+K35sfN8Wk3FpB8AhGqXL9IbUkgKs6kkyBGjpYEZWDeocerQooPdh24XGojVB/QGVFSqcjYx6m9JuBgeRwUrQ848/+oKLMFoB9LOB+huujWtaWWjEEkvxWetXo0SvGg8e4ucQ4El+LwJJz5ElyuBIV4yuc5s/FVAWPfacx3EvFPm/hK0oAFQqCoZhSpBkQgpe+gxyr8yaDFbU5N8ctArgykGtgLDRoJIJ88LMi0551CyR2aqS35UvLD9M27SxEpg4cnoBJ49PC/jKdF8Zorpuz9og9lllIIewX3VdmOf8rPy3o/nYs3M7tmwegU6mVIKJxi7ml5YwMJDHK677GQwNFMSfutN1hSGUCEwBVoNEFmRXJGS4p3xWNcPC2npVGKvlyoICVnULTiaDTVu3oDQwDEO34XXrCLx1mO4Ckklb/Nx4i63WqzJ8fHJ5GmvlMl688wJM5gfU4IUzB9PG6ZMzOHL0KLLZjIQ+ZdIpsQFQN4GOVqstAGGlXIXftdFqa5K4PClgm4ZmoyFWGWSf0l6AYF+gGZheWsH0qTNw6x3s2jIix6jrEeQ0MD4+ik2bJuCkVFCI7EZWGhbB1dywBDPxPoyvu9jr1HGSMGwbP3joIXz7W3fh0LPPYn2tKgBoNp0REJSsUTJVhVWaz2NhYaEnWyeTigArr7UaQTUJcbLl92OLByUFVCEuTIGPWWF8L/wdKldYS/BnHDIStCWQQq/4VlOFmLAupbXCwsIirrj6Snz0Yx/Bnp07Fcs6uql6ZcMLvsOBT37qs5EPPKWWBFbVoKPVqaNWLaPjNjYGjj1eYt8sJGKs8rMncwWYqYzYNJl2VoZxrelvouB9BKlWDevtDgojDuyMDm8tgeYTOczs/s+wxvbKeqkZXbRDHecVZrEn+CecPjwN00jKut0Eg2A16NyXOKhwLVhaGyz253EpTmhvR0c3oGue2KnkzBSmkm185Pg3sHBqHl0e13IVGgP56EXfosTaxNWje/DrN70NXs2HZdkCuirP7ucPMeEx5/22Vq3hU7d/Ctu2bce7fumXUDkLWFVAqHQhMakksk9Qp0jJ/HvVQ8S6VGtqzJDaOJkbzEEGc/mYnBhFLpOE67lisUEbAp6zTDaPWqMNw7Tgtjti38M6KEiYMO0kvK4Pn2Fo7IfoW20wNC2Fy/dslkGnWNxw+A4fy/U2jp2poNUFtk4MYixnyOCTkPMzR+bw2LPTMMlo8fmYlorK64GrG3uAsiCKBtsEVpNJPPXk4/jW17+GW295HYqlkgDa9GnuVy3En/4sMDRW0MQDhej15K4/R717Noiqnu2HAavnvtbzAavqtEXBXFHtHTNWFbBKK4ANxmplaQ5ht4ZWm9drgPv378f4eArFHZdgLjOEzZV55Cib5rC20cKTrRqWhrbh6nQG52/bgVwu27MC4Pn/w/e+98e4u4Ev/9mvYnndxW1fvxdPHJ9HUjfwsmsvxStvujayqVHe6f2D0B8GrJ7LxI6PKYF8evNnsiWksmTgk91YivYyQ/o9+kmvrZaxvLCAmVOncPSRJ3Ds2DFZb2/82Vdhy+6d+O5D9+Pql7wUV1x5NVISpKdIFf3rpjoIMcBNL+gmjh16Gg8/9pgECDKAj6q8dCaHankVX7rz8xKaWCqV8L+9+xewbed2rK2VUQqaqDLrIpkTAsrQUAntZh23/fPHMXf0JF40uQ3BShlpL4QhNni0L+TwWke93YQR6rBzORyrVzDdWEc28DFomZjMF8UH/+o3vg43/+avw85wAEL7glD2Bl4rPB6HDh/Hbf/yb3jNq16BrZtLqFWW0Wm2RFVyutLAOmzpj5ZPnEB99jS8yixMt44CSWWFHEZ2nY9Lr381hmkbkUmJkoyCKgbf8nixNxSrhxhP6VMLMYg149g4/tRTuOfLX8Bg2saOLWNiozZ96DQqJ05h79AEdl96CTBUxPzCMj7zhbvw+LFj8Ao5vPg1r8avv/e9CFptfOQfP4i7v/UtJK0QQ8Wi2MJc8ZKfwTXXvQLtgPWOKx6rvWulT+ofS+V7oaRdrle+ykoQJZoCOrksMWzcctQeSmb+swcO4IlHH0N73UVTz6Dt+xhMh9i8ZTOWzFEsaEXp5TtzU9imV/H6K3diz2bWAxpWq13cfWgGx8pNZI0Errt8L1K2yuyR2/wc0p8ykVNKUX4WWjpMn5rCvd/9HsaLIygNDUiw5EplBRddvA97ztsjdgAxsMrn5HA2l8/IOu26HZyZOyNqyaSTgmU6eGD/A/jQp+76se7x/6gP+imwes6ZjYFVMgn4tcEaURK+eBHnza/YK1HzI+1SNHtPbMj5pCkiG0pM9ygHVewRKYB8T6S0w5aOghkgrYWwaSFA9knoRozVmE2jpPcEVtksEFglMGEa9LdTPp+tri9TazLZyFCtdkNUuj5WO2SKhnCl2WbQiAp8MTxPGFfbcgbGDB96ty2BXX5AoPZsYJUFIT11HEPBRVwkFGNVKbOlYJS0dxX8wTKGVgAMyaj7Xay5BtzQQcNLoJHwUQtcrNSVxQCnLSLpj2SH4ulK3yU2lyIrUs2mMIVIpfe66PgsBnRh5tLUe1ADkgnFJONmkk5ZcJJMru3IdIVyXfssKwDFlhV/KgFWaROQEBP8dc9HrUW5EkFOYKAY4IbXDiJT0FEsDWFgaAgubSL8rjSfnWYTSwuL0EIGi9FjtS7BIFq9hk6rhVxpWKXUuiGa62O4/dNPkJCGWqBjpuGj7IoOF5ajIZlyMF5IoeAYwmwuV5s4eLqCRqBjb8FEjk0lARC/g1zKQIlpva02Vlq+SJYJrA6llTdepUGJko6sQymuhukovIpWAOmoIOZnZoPp6wbKgYEjdWCxa0iSN+tOgjRiS8HPpntwNA1ZQ8eAY2HA1pAUS4dGr2DgMRB2VOTkSe8pnmBeF2LjIM0yr5mEAFKKvaICbAicVlo6FjoBFkIN9YS6jkXeTTZZ5JlG8JLHndfH/NyPB6wu//XfSUXrhwoQEl/CTBLP+su4/cA9uDI9juHNW/HM7BkcPHJUjnvN76JW72BlrYnKWk0M15OZFNLFNFZXmITMABvFwKZUktYVGyDlhvRahjD8j40UPxfNawkgm2RnKOBMfHUVciNNRszo5kBCyY/JIGLYC32MCZy7CAg88l7p2ZX0S5v7F7ooWCL6Fo9/jJWeC6zGRYWEwGy0Uz0maZqM6kQXb75yXJqYz95XwYAR4A27R2AYKUytzuEVF12C8T27EZbLCNv0MiKLnCxSsp8JMJLpmEbCygswR7YqrxmJTON7iya/lLyAonROXsmUcyz4lP+blMOSCZRA4LoIuh1oDLgTFl1kCSAy70jW3cOGVQJ9zFhFxwXaLoJOG263ieV2G8cabUzVm5heK6NRp0zGhmNxaMQBlimMcwbgORrDDANk6MtsGCjoDPEJYIZUJpjYgQwMsTiwhLFKHz0YlPvyconYpgE9IsmqVTJrmmJpTN9OZiSUg+FTTJaWLwmV6gK1CsJmG+F6HYlGnUkFEqagDER6fbByBeCFRZkPm9PYf7XXmfHQ8viSvSvCc2ECi5djAHQCH2vdDirtJlq+K5cY1f7kZaRDX1ioFJQnDLKOHRiZrDCNCKzK24iYtqE0xh7QbstAoEPPMb+DVpfnNSHWKmxY7GQamuWI36b+5x97wfXXucBqXHTG13fMypPGRx0cYdXHrL2YIaEetzFw6NUDkhS98bbi2qBXI0j+3wZL6NxhRf/7kO24r2jvf+34/UmxyyGOMPQM+TOrezK8JJhHJrVkWdEOQJjQUYI31SMC0CpAdyNgK5ZqK5CWHo2M0VhPmKi2Axw9dFLk73YqI5LwmJnB9yne15aFZquumgWyKvusC0ZyNi668DwUi2nxXiP7p9HqoFarY/OmcVxy0YVIpW0BNdsEVsniljV4DH4iq5gVgRosyr2uGag16kOyQDQAACAASURBVAKsrqzOiRWAqdtwcmlMbt6CdDaPankN3c46BhgypDfg+y4mxsfEx7TZaaNWb+LRuROoliu4Zs9FyLFGokezlFc6zkwvYmp6SvYUhl7Rj5UBHHx9FQ6kC7B8ZmYOC/M1WFZBgNWhIQuWoQIpuJTIdsdb13LQCoFnj03h2NGTcDQL528Zl/WI3oWWbWDr1s2Y3DwprFgeR4ZdEViCkYSVGoDuZCVkL95HeOwdJyXA5pe++hV89UtfRmV1VY6/bZoSYJXJZNFqt3rhY5VKpRdGReYqry2eO74eAXWyTskw5WfjF8+zBFkIAG8IQykO+eLrimpCgjsIohvCzHJohUOwlaxY+hJHgRj8PT52dnYWr7/5Dfibv/0rbBob29hFIn/nH5ex+slPfUZAb167VgSsst7m2r2+XkG7XZPaIr7XnjNKlD1NgcpONgcrnYWTsmHYKRm6Nk/fi0L37+C4q2LTNDTK605Hw6cHvoHZ2ltRz14lmQBuUEeg2bhi9FGMrX4W0yeXkcplEFpJtIUcoMGkuou2AS2y5GnjFaIeFnHIfztWrD3QNK7bIbJ2Bk8lV3Hb0W+hdnpd7KnCah2JlAXNMtFdrwuwPphI4f+65Vcw5GfUWs2pigQ/bcj5+0EnKrI6vidS0Ds++Rlkszn8xm+/D+Xaep8VQLymKZWYOn7nIH9SFGy8RpyyENcKMQgYb0BqqMN9xFY2apHEnveVQBBU6Bi8v3i/qzqDKpDeEF4wFqUUJCObn8PzfUyMFXDV+ZuRUuWCvCdWDW1oOHJmDSvVFnJpGxduGxCbFJ7rQ8cX8PCTJ2AmlTIvETIsayPw8/msANSeQGA1hYPPPIUv3fkF3PLm1yHDJHUODyOQ1DLIin2uSkiOQ0yn7gNx4z1JRcM+VzHUfxyfD1g9+zhHRzsCWHrbejy862Os8nEE2FmLUxkn3FyCZpEVwNryvDBWO1TOwMf+/fsxNpHCwPaLsWgXMDI7BdtheG0CmYSJh+oVrA1uwzWFEnZt2SbDKVoBkOn4kwCrH/s/3omDJ87gs/c+inXPFm/2iy7Yite98ZXI5TI9H8jeADIKf4w/u5rdxIDThgduvMfLaWEPaaVQKA3Boseyk0a+WJS6jOtkOp2RtVy6UKoBvC7a5ap4SX//3vvw+JNP4zVvuBmHT52AYZv4xV98Fy644AJ5b3GNIcow6bPU/cS1kusivx568Hv41Kc/LYBqJldAvjQoNkhUi9z11a9h//e+j6HhYbz2jW/Eta96JZbWKjCba2i0OJxTjOmBwRJy+Szu+c69+OTHP4533fwmlI+dxOqRYyhqpgRU8rpmf+Wy5/UAK5fD4bUlrHRaSPmK2f2ivbvRqrUwuHMr3vH7/w35kTEhWfG+kSBDZoekk7j73v348p1fwr4dm7A6c1CUoiQZrHoG1s0stl5+DQYmtmL26FHMHnga3doMvNVZWK0qhmkBBBO57RdjcGwrLt67BxOjgzAZMh10pB/iGkGgXwbQ0YC4x1g1E9KLPnTXN3Hg/vswOVrCxMSwEIharo/hdojgoaNwOPgbLSFIJ9FddfH1Jx/Hd86chnPx+bj5nW/HkSeewcP3PyRe7c21VRkSlNdquOKl1+I9v/EbaLUqMgDlvbLhp6r6qbhWi/+M/fRlKB5ZAShQVQ20c2lLBjDsYzvNNu6/735MnTolaTHzTVr2NbBtwMHuyQk4QztxqhVica2CxtRR3HTRNly9exy5lCY2NYl2gLsPz+DLP3gWqUwOt77uRqSsiLB0DrCqBmOKGEFQnesra4XV5RXc973vwai7svcx46DldzE4MoRd5+0WnEf+iyx7aCvE4axOUlerjVNzU2h5LnL5PE6fmMK9d38P339m5gXX6P+RH/BTYPWcs9tjrI6ORKbs/IUNbyEJbok8P3mzxwnZEk4TLQKy0UYJd7Kse0K7Uim3gS/+lindQMnyUUqSeWLAohyUxbkUrOx/KYcnQ4VFvfKoFJ9Vka+EcBxDPFZNTrpJ1+/6qHshGjrlMDR+11DuULoZwk+k4IskUIcRSecDYYXQOL6LvNHFnkwSg+QicXEj07XjRlYAirEqUh5J9lThFzJV8n10IisANmw9YDXKH+eCTtZo0+1grUUmgS4BTMmRIjKjJdz7wCG5gdlYsKklcExQOOskUMxnpchs1DkpS2BseAjpbEaKfho/z62uo9zsiNR2wDSQDlyYfiBMsoGMiVSaoEUolHoufCzUWAxHCn406SEbAatcPwRYpcSAoGoXqLZcYcTZiQC7d1m45voiTMfA0MgmJLOUCbAcopQVYmpeWV6VTYHeMp2mAlb1dhPrTD8cGhWWbafZgWFM4t8+/QzmVnxUusBcCzAcG+NDaQymdKQcA5PDg8hoXQmIKrcTuPfgHJ6Yqgr4viWTQpHXWdBGJq2jaCfR6BBYDQRYLRJYTSlgtVxnGJmJjE2vHQ0zq2zoTPFYpUzEY4iFBJgl0NIcnGgDMwxKCBnkQwY2mW48jATC6H+jvHPp45XWoEJRDA0DNvO8Q5j03IMPixJRXg2SHquAVUrKyOThIs+LiS0ESws+N0EmM5lCxw8wXdOw6IdY1+hCbAhzSVwjyYAJKCFXFg1kcFGCeWah8oLXZ1oBzP3lB2CwmSdgEfC1aIehoZuy8LFT+1FbXMTl+y7D4dPTOH1mBiODw1hYrmF6dk6Y4estyj67IhtNFvM4c3oBXZfFVATeiQ2AQvBUcxOxLmM2CI+vTk/lBDSyMSj95hUv/onR8IMbI3sl2azJAOK6okBpAXDkzKlgOoa/KduBSN4vjG5VnsSMu40DdQ5I2tcMxADu8x1U9TmixkEsPzQpri8aTWIyZ8CiKX7DRjvs4HxHx3A6jVqig6tGBnDBlj0IbQ06Pc0MMi+BoN2URskw0oCeQpBwkCBjlReajGbIsuQ1SM9NFTIhVSGxUBYqlgOPgCNl5Iatfo+sU1qFEFwl+CgFjpL1qaZOeb2RsS+gqjBdaD/hQ2NYU9tFotlE2Gmi5rUw1WxhqtXGsWoF61VXgGzbBpivwQFYBqbyWNWZzxUI2MgAQ0rkCfUmKVnWbWxHBik7A51FupUSsIiBW2priWwLeJ/Re1iAYyKXFvS0g4CNPhlJlKHKeQ+Fqc8pfaKxhrDRQFipAdUqEmQA0eaEDMLoNMtjxItTxPGRzlo0uD2wXHoQDjHYoPO9ESAlY1Sc7EMJVat326i0lLSaYRfcF1IhkJS114NOCxfxnctAT7HodyJgVbHY5Z1z8yCrmGtBt4OaW8caPRG7HZVm66SQ5XOwaaBvLs/tX/yvAVbjRra/EROAKbYC4B7cz8aO0lOF5Rx99RhYMvRQlhrx8551z0TWHP2AqlQSmqbCDhi0aJrSmIt3F49J3yBX2orodZl8K/Y6UaAR93wOHktMCE8S2FN+hFwppW4QJrQKPopfM/7MwmilXD/yEOVaqsBgAy3TwKrUGAaWl9dx+vSs1AGKWa3eD2WRBHjJmuy4KjE+Dvfia7AW2TGWxwV7d8G0qeqgqyNxdP6eYrJu270dmq3Cwfg9aVBgwCOwiowAq1z3lV+3Cv0jEPDMgcexsDglXoqxCoJ1TbPVweLcHDaNFHDNSy7GUMmRRGuurVu2TGJ4aFgGpj+YP46luTm8ZPsFyCdpWUHwJhCVyokTU8JC0g0tYn6mhXmVL+ZkHSdDkGvE6VPTOH1yCW2XyqEQW7cUhR3Mpptsco3+xfTZtpJYqjZx+NQ02g0PnWoTW4bywsIjE6ZQyGDX7h0YI9CoqwFvOp2T/ZkgE1n8plUUaXhkzyjS43K5gi984Qv4+pe/IvsEGaG0LaitrwtIOjgwKKAGrzEyU2OGKRsjnj+ybgUMF5uliGHs8Hipc8nrMQbRyUbl56atAJ8vtmQSwC1iU6cyafGpFTsAsg2bLfldPk8ckrEwP4/3/Nqv4I/++A9RzOV6kmgB2/rGdS90I//kp+6QRwvQb5IRpPZcAqvVyipafcCq3Af9LNk4MwFUJCn2s5XOI5kyodkOEqGD5tRDGOj8v7CCWdQaFgqlJIJkU2wBCpqNsvFynPKug5HIwfVaSCV1XDn8FSRP78fCSgPZYgE+AflI/ss6g8CqxjrBD2EyVElPYKZ9OQ7rr4WvU+jrI+sksT85g88fvA/udFMSxRPNNo0LYaUcNFcq0BwTiY6PX37Zm3Ht5ktEkSTDOl6D4hf0XNYqVyq+Fw4Z7vzsncIM/d0//EOs1WtKTdcHyD4XtOuvGfpAwAhglVJHFglF2uh/fI+M0rM2iTem2MNaDe9kgBMp12StiYY1MtyLhl/KZ1h5VY8MpXH1eZNIc9gomDLvRKDS9nB6qYGVWgtht4UrLtiK6uoistkC5pdrePiJY9ApJZGhhStrkKyX53qs0queHFgBe3wBVo8cPojP33EH3vbzb8Hs7Iycm0suuUTYtKxRRU7Y99U7DrwG+liq8Xoaqyqe9zHRN88GVTcC4Z63RouA1eecv3M9Vmlt1APhE/A41KQVQKiBwKowVukdG4a4b//9GBq3MbbtIiwbOQwuzwDNhgSJcZr3+Jk5rGcn8ZKd27B7+66zgFWerz/4rR/PY/VP3/Wz0ud98/EDWG2x1tCxa+swXv/mmzA4PNADuOJ1KfYh39ir42Mld3+PDdl/3NipOJk8BgYIrKalvqJfLgdfXG8LxRKSDgcXCVmbxYKHyhrNQqPaxEf+8UPIZHMYndyEw0eP4PobX4Grr75CEYb6PNXjEEIOIJvNhjwPn//Q4Wfw4Q9/RHD3gaER8eRL5/MYHhzG8SNHcNvHPwa308GNr3o13vhzt6LWasMjSYchb6by9S0UCsjlczgzt4AP/v3f4w033gB3cRlPfOPbGLeSSOqmALpN35V+WyNjJpnEs+UFrLgtjNgGLrlgJy7dt1cGtHY+j9HLrsZ5F18GW0IB1cCGA396IN/x2Tvx/bvvxnjRwfrsUexiMFSxhLJvYzU0kd91EYa274Xb8bA8M43G2hm4c8exM6fBchI4Vm3h0htuQaUBnDx1Ehfv3Yl9e7YhYzJ0ri2WcGIJEtkExmxwWUeYO4MA3/7cZzD17FOYGCpiZGRA5jyNehvnZ4bgP3YcqZWaIiw4JnJ2FrPtNr547CC+W1lCvZBDpdqEljCQzaaQsjQMlgo4fmoas8sVvPd978P1116Jdrt1FmO1H2SNwfl4r4z/3ABWY2k+kElbsrbRt7dea+Lub92FhbkFVLnWZQehmWmszEwhFXi4ZN9FKIyNY25+Bna7hit2b0N9dVFCcYmTsL5ftXK4c//jEub29lvfgEKGYeJq+HVuvakYaZqEllcqVXRaLjrNBmZmptFaqiCVSgqpiQq9ZCaDPReej3yegYi06eMAQHnB0wpg6dQMpp45iORADs5ADnY6LcDq6eOncNvX73+h2/d/6N//KbB6zuntMVbHRjYYqn0J5vGGGE+jeoxV2fmjySMly1INq6qRzQgrBzbeBVPDkK0jbySQTlAixGaXfqMszlXKMBmbrBXotUpWAItYAnkKWNWl4UglFbBK4NU0dKy7Gpa7IZbdADU/Ic2RR3YBm0PVTkMPDRg+gdYQLq0GKLdjqqHvYszWsNn2MWh44rNT7XSFju8wKCtOVzQUQzSqj6QQZ2J212PSKQXlZKyqMBzCIpTNpk0LTdfHbKOLxYZimqbzaZiOhWmCYrLGk5nE0IE2isUC9m0ZxDDDJ5jY6iSRSafhdz0slpfRaLfQafk4ubSGk0urNP7EkGNKwrSTAIYzJoYy9D3zRJrX6FK6RjmE9kMZqwRWKXsnUMJzUO8aqHZaCHXlV/uSq4ew73INupnE0MiksAYI9lGuyXPhuR1UVsryWLLY3BatACyY3TbWV5cxNDKBeqMO323DMEZx13dW8eCzVZSbXaSzDi7ctQk7hrJI6Uxt7Eg4GTmm7XZDwpsOLzXx0KFFzLc8nFdIYozAUtBGKqVhIJkSNhC9SWOP1aEU5YiBeKwyYTVtaWLdOL1Kw2kDGcNHUrp4oh08dyaWXR0H6iFWQrKHeNEqhgCvYSUvj7y7Ik8mlVFPYDZEJiRbj97BQN4IkTMCOBqZrgRaeVv0AatRs08gk+wSEWRbFnzDRqXewVGPDA/FYmZZy+tJfH8FVCM7itcx08UNpG0bh6cXXvACTWB19q8+AD3Q4XF44WnwWQ8HAVL5Eh5qzeHBQ49h08QkjhFIraxLuM7x6WXMLc+LgXG2mEej0RY5hJFMY+7MItwWpVMEZ3i/q9AuFiT9QE4PMOFnEam0uvcpAadnYq8A61WHETOEgFvkuScQigD7njyH8hcjgB0x06QgIdCqniQGVvvwoZ7U72xFuAJO+9mr/QdXgbkbnTDXnlJGx76RtNhvdNZ8WE4KtSDEnnRSLCnIgnv1WAmTgyV0TQ1JkaLb0M0EglYNHllOBA71NDyxfaCjMykovA51MbMnaqTZClAUSRsvW9thcouAjmTrUGZPYEMqVLclbMgEmcAK01OBXvI/VWRLOrqaGohfqB92kfBCJNo+KK9HpyEN+lKnhelOG0eaLaxXugi7mmKs2opxzfRTrh0cwFihJ0MF8VaVAQOErZqxUtip58XHS+wAKBGleoAFr+QP0TaGHqv0jQ2QIIDqmAgZ7pF0kDAtkdXzOEiUooppV/9160jUGkC5CpQrQL2JBKWSXkd9NvEzjgpj0uQ9FwlO4oU5rqQG0lDzd5IFeS3xqzVTwpKVMDtJhvfQ7LZQc1syKKNXX9gNoXNt9VowyT6mPYCThpMtIJliII9i6JIVIsdcLkRd+cGSGdempK2G1XYNjS79iQ0Uk2nkyHjVyEJLQrNs4P0ffsH3uGKsqujD/oKzn8EVf1+sAORu2gBQN5qz2NDj7LcQwak9P8OzfhrJ7uOGgD+LC/EYMOD7iP1KhRHhK2uUmMkSs6D4ew7tHyKZLa9V/otDwIKdkEAVqlfImlRhgvxPrds99qwAWOqzWbQMMNkgqtcnsKrWJNqu+GjbVAnQ2qSNM7MrWFotox0xj/h88edQNgIMHOT+p4Bi/pzPffGOMezaMYlQZ2CPp6wk2rQ3CXHhhedjcPMomkFHvp8xVePH4AgVXkUrAC6ElA6rNZ/eiARWn3zqYRw/cRDtZluGlK1OE236mra7so5cdskevPiKC1Ao0CLFRrvTlM+5eXITBktDeLxyGssL83jptguQsVMiwaPHc7vewvFTp/H4448LqFgo5lEsFFAs5DEwVJIQRYI5/KzLS6s4euQMjhybwshoERdduE0GqnweHmHur7QqofpgrryOuXINe3ddiDPHp7E8dUQUJLR3KpZy2L59KyY3b1KW0hxSOXkYDBvTAmEO+Z6F7MReOT9eN0A6nRW/1L/6wF/jyDMHkM1l5biPjo8J65RBVQ5BwYh5KitdVKzxT3qu8vcJosaMqvh3YuZd7D3MP6niiIPL4nuld/8keL0aYgMgPquhCruiLJ5WAP2Dg3K5jN/7b7+P9/6X35SaMLITVky/n8Bj9TN3fC6S2rJpZciYYld1vRbWyitottZ7jFX5nM8BVhXAJ96zBIhTBTgpKiEc6EijOfMEcq33I5eYQ63mIpdOoau78HQXua6JVv48nHRvhecOykozkK3hRcXPwjtxEGsND9mBIrpcO2Vg05X1njWyTRCRIYBGKOe+1S5hf/h2dBJD8vN00sK3zRP42oEnoC000A08GB0PQdIQX+H1pRXxoqbn6FWlvfiNG97KsbYA2774rG6sRgJeRxs614VuGKLeaOJrX/wqFhcW8Ud/9ueotZQcXwGrqkF/PjZkv5z6rJ9H4KpI2nlOI2A3/p1es09yR88zWN3f8jNp4jnwi+sL5SUv+5aAtCQwqPAXye+k9Qg0jA6m8eLzJoWAQL91SmVZqc5WWmIFUKm3kUkaeOnFm7G6sAwnlcJqtYOHHz0MzSIrnnVGpwd4qjVXqRZkzeZ+LENXxSTmWkuw6zOf/iTe8pY3olpZk0HM1i2bBZwlmCaBrWcXWmptFHnw2YB3zIQTG4MfwVjtfz71941e89zHiS919HX2+2C9uOFtzPU0Blb5CH7CVHaQxkxYW1LAaqPrSjW2/777URo2MbFjH6p6HoXVaXSqaxgdLEo40lSlgdNNGy/ddx52n38RMn2M1Z8EWP3wf303js2cwZcefAQrDR/pwMC2iWG85k03YmScVn1nA/jKh7yfXa3Op9p/4/vg7FEOa51sYRCFPG0dUmJnwpBFMjPJ/ifgms3lhbxgOAwt1IWQYUXg6nplHcdPnkZlvSrEoJdcfRWGRwajwFFZdXoFuKy97RbKK6vCFKTEv+028KEPfgjPPP0stmzfKcHObuBhaGgUI4OD+MoXv4hvfuOruO7l1+Gtb3uH1DO00WBgMm8dx6HXdgqFfBHVWh1f/tKdeOmVlyPnB/jGx29DutaW0CjeH41OCyZVEex7TANPL8+ibgDbChns3TGBfMbC1slJ6MkUMDSJnRe8CLsuuAhWOiefwaA3bLuLL975Ddz97buQMrqonDmEnSMFjBcHRG3RTRWQ3rYXbmZIQphmzixgKGdjT9bAeFAmVQrfeepZhIUd2Hfl9Xj6yBEMZBz8zBUXYriQBLq05iAZive6spyK81ZkD+JxDwN85dO3Y/HUEUwODwgJi9fZmYMnMbDUxCbXwLZcEb7bQiPswEww8DeNFV3HZ44cwMMkPDkpVOskdrThGMDVV1yOtXoT37nvEYyMj+E33/MO7NixHR23I88de632g6vx3+NQK7EHiCyRlNGeOvXpNIF6R0IWmdPx9a98HadPnkKQtHH51S/DejPEt7+7H43yEi7ZMY692zZh28QEcmaIgUxapPke8x/oc9/xUdUtfO6e+1DrBHjHz9+CTCpO+XouuMosEl4X9967H1NTs0glk1J702osVygIviIeurTvoTp3dBTn79yMTeNjsg7y/Q8ODsiwee7AUTz81W9jZM9WjJ23HQZ9eo+ewOFnDuIL+58+u0D+//m/fgqsnnMBxMDq+GAJoUV4UKU4S/shWInw7FQ6b8R0kUkkKf4qokNtzopsJj2w7XeQN3Tk7ISwCQtcLGiMTMmUZJgYylovYhmRjcd21KLnqkiedQE5292uhKuwgU3ZpkwpXM1EM9Ax1wbKXUo2FQwmDNmIYaY2F+WoqQJ3KUNWBRCnb2zW9dBFSfOwi8xVgwPJdbTCAA5TsNnw8fPrmsheiV8Ii9bz0fY8aYpYtPF5uQDI8dFCpBheZRmotzycKHcx11KFlJMy4Ro6Gk0Phu8hm3bQTUAk7WPDOeweHxefWLJjt26eQDFfwNICQa1lCePiQrlabeCpU1NYWGtJ8uJYwsNEzsIwsQj6ULExCEPUXA+driceqvSaYaPF49dxPSkyCa4Ii4efjcCFH6DuGlhrt4TZlnNC3PS6EsYnNdjJAThkNaSzAlxSlqtrvgJWV6tS9fHcKQBVgx10UF1ewtjkdlQrDQE7Qs/AkcM6Pnf3NBbbIV68ZwznDeUxUCghadAbkdeSjTB0UV9fQ63t40wjxP7D0zi40sa2rIXNjiG2DdmkjmKafm9tlFsh1r0QJUfHSMqQ/JvlegcZR1kgtIIEpstNAS8YhpWUC1gVg3XPwsEmMNcx4NP/VsAbFSohxVkMFAgAoVLEYwBQvADpByt2AQSVAmHvUaKaM0IMmhB2a4K+mgR0eK1pCQlQCwgmcoBgW6h0Q0xXu5jVHMVUlYR7ls+8mnUpWHmvmH4Lm/MmXrRjQgy9//tn9r/gJZzA6vLf/B3sjoFKtwEGMK83XbRcFwbR7ayFw8sLOLC4gOOzSzgzvwjmUNB/jTe+biUk6Xp9vYMwYDp1GitLq6itNeSY0d9TcoDi+lcC5JhOEiiGJhPvyfwlMKjRJiGSI9M42GMQFdeZuCCLvBpZZIgvLgt3Nho8HiqoiU2tSOV6rFgV8KUQ1Y1Cc6PROfuQPT+jdcMHUgCVDUhSWRVErzWWt3Ht5hFkzQRmKmVMpjLCiKGn8o2X7f7/2HvPKDnO80z0qeqq7qrOYaYnz2AwgxwIkhCDKIqkZFJUTpYsWZZk+9pn13vts+Gu7d29e8/6x7W9lpPk7JUtU6KsLFkSlUiKhABmACQBkshxcu6cqqu7657n/apnBpB87iHv/aWjOWcIgJjBdFd99X3v+7xPQGm5gNFgEDdOjiIbpddZiIZqiihaq8Lr1JWfZCCGdkd5CpI94RJs4XvVTRhsxu2QeEcKM4/7MJl2lJqHWDQSoKSHKdFxLlJXhVURzBGfazZtDMJQLUmA64sNJ18Er6nItmmv0RTWKsHJTq2GtlMX8CbfbOAyw6wqLbRahthChA3uz1zvIdkT2TIHXDI8WrK+6enGPYev3bSjGA71QDfi8MjI5SftYVqO/CouZ2To6MozTCivrPZsk1R6P7iK4Vdqr6bXrEaP2nYTWrOlgNXVPLxcgV26mtR7vBbq/neZxtLgt+vw6D1Yr0FrOIq1z+tLDygrA40gCUOLCAITrBD7GDKiOzLcomKAwQuNekUANzJ1xOO13RTWlhU00JdOIxKlbJaMOUn/k7ODZ6cm/q1saj3U6WNbLWC1WYPLYY9lIGNGEPNCsOkDRsYqQ7teA7DKM6W79K8HU7sgYBcsEjBAzkXli67AZvWMKNuNLijsPzddn9R16ZUKd1Smq6oRWDf/lxpAgYu8hgJdyLPtvzwfTODzrIKgOAgkM5oghNp4BSjlEEq2ZUkClLdmIqRsAEIBhEP0QzVg04pC7HAY7KaL6oDnoJzK4nuui2yaAxnWFgZZpV4T1U4UFdpIEBgMBtHydMzOLePqzCLKZa4pFSjJ5rHL/OYZpxhkvG6+NVIggP1bRzAxPoCgRRBEQ7PdQd1pSJjl0PZxtEMBkPNcgoutoSSGwnFUXP47Q/ACMVFSiMUROCCuYXVtGZcvX8H5c2ckTIOKQQAAIABJREFUkZbrkHZASsmgznCGCt2wbxu2TQ4jGg6iN5uBZZsolwpS45AZWtNbwvTpT2akDqr67ErecyalP/vMUZRLVSQSMaRScaRTCV9mmRS1DwFJeq1evjKDM2fOYHhoAMPD/XJdxWOWoBnp7L70e26liEo7hJtvuQuFtSJ+9P0vy3majoSRiVvo6e9B7+gYErGwWIkwYIMs2HY1j+bsPLxqE/Gb74WRnhTmHVm+rtPCg//wRXzvu98UEJWNPr1OeR/og9ddf1ypXUaTAoso/TeF1cp1pp5jR74mbARVIJ2wsoJi28NBMP9OrlO1KmqT7vMiXvgEikRpEoJl22KnIWdfmzJjV2ouW4JVdQk++dRffQof+tD7RWElsyxeMz+4h+FFr+Xji1/9urwvM2TBMm2lGPGoxHFQLKyhXivJsyd7v5yZyh9UkR83Avz4fmwJr4oiaPO8CSMQsNBYfAV28S+RDJxBo96WZ4x2P2QlmnodgVgvFjs/j7nSPiEqbolexc7El5A7s4yOERArAIe2KbTDEFCA4GBASBNic8Hhm5gLGjhZfyOmvJtkD9LCKTwUuIynTz0Hb7EmwytRRlkBRIIWapWK7CEEJqNN4Hff+qsYSozJXunPyteZS+sMe3+f4SplsMxjP/ghzrxyBp/41J+j0mAd4+97Sg+xDvRdu3d2wQKfQbqO4ak/r/9R2KabQS+fcNJV74ivJZ/u7n3YAH8FKFT47CapjQ+G+cxVAq7MWujvSeDg7i2IhmixpvoaanQIntactgCwtCJLRBigVhVWb7Fcw4kTryhrGg6oRdXj+6r6IK6oD+X3LWGYS+AQLRrCYUxdvoJ/fvCz+MiH3idMLwHa6F3etRe61oLefzekIPBek/ARQKtBqw0OIYOoNmhbohi4UpNI/6ROHjmPfgJIe+2zsjEIl+8SMGrjY/37JbhGffD9cB/vMiplDO95iMbJWA2gsLKIdrMiewRrmCeOHEYsZWN8+244CMJeWUO9Oo9iG+hlxoMHnF4D3nDjAWzfc0DYbSury7K//H8BVh/6s/+CoydexiPPPo/pNe5HNkZ6+vHm++5G/3CPzKfJqGMfS6WGslDyQ6f8xbgeRibnkxqts0elJzctj+gFn+0flr2Rwb61el38qLk4ezJpZHqyiMUSEmjFfY4ha6zv5EmQEGFPAqGmZ6axspzDrp27sHffbj+kauM+SFhzu42p6WnkVleQTqcwODiAkBXGY4cexz999p/Q29OPnoEhrJXysEwLE1u2olIq4ZOf+nNsm5zAx3/5l9U5owGVSlnOwFg8DssOiwXd1ekrOH3qDG593a0Y6cvim//wj1h47gVsidPaQEOxWUPIsBA0LFS0Nl5enUdDdzE+2IMtA0mw4h4bGEA8mkAg0Y/E8BiyW7djbHInstk+IXpRTv7QQw/joW8/hEwyijPHn0BvWMeOLYPojcToUYhWqh/BiRtQCcZw7vxFRDod3JgNYcBbRtg28fDRswgP7cHOA7eh4qh8iFQ8iNH+JOJURbYaUi8JUEmTNJPSdMVGp7c6wzG//aXPYfHSWYwP9KGvN4N21cHUkRcRyzcwGe9BilY+UdqEadD5iNMuJxLH5WoFn3/lJI53PMzXa2g5dcRCBu68/XaMjo3j2z94BK+cOY87Xn8zPv7LH0EsHkFLMiyU+o17g5yFYhHAYKuWGiz7AeOsL1TNzT5D2brFIkEJhitWXVy5MoUXjx5DbmURE5OTGJrYjguzq3jh9AXMz85icrAXcbjYMdCL0WwC/amIBGKvreVlLUZTcVxdKeFrDx9GrtbAr3z8F5FKUBu3MbRRtihqqMr1/uILL+LI44dx68FbpY6ZmZ9DvlgSy8MAA2bdFhq1ktQPHDb392Rxxx13YM++nQjqHaTjYRkuLF6axrHvPSzD3637diM2kMXM/DxOn3gJX3jshddyhP/Ufs/PgNXrbm0XWN070i8Lz9WZrEvWDg2VO3IgCxPFn0xyDSvZkwGXcl4yy9TxpVgOrodMsIW0GUCYIJPhIUIAjuEW3ZGG799CoJIAiTQ8TBLVPQTl0FbSafp6kp0hgTmcuLQ6WKwqSXmVrX2A0oDNvoo/XiBtHK6qaWOxSQCIzVWwQ+aqiWGbflB1YcSSCUOA09QCwqgLBJUnKV+T02pLAU3GHY8zFeikvIx4iLHJDod01OsdzJaA1RbT7jV4QRNlelaWmwi5TQEhyJANhAzs3TaEnkgEgXYHUTuAeMRCMh7H0tKqSMVXCkUJg4kl4nhleh6np9dghYOItZvYmrYwEjMRaDUFqOZrKDmq0Kdcl1JTgjIGU3zdNkho4/tQScuaMmNvd1BoeqhIEJiBvmwH7//gIAKhFmKxITTdFpK9STjNBiLRsBSylFQVckV0XFful9OoiW+J3WmDRvAj49tQKjqoFNZg6gbm50x8/jtXsdS08YZdWUwmbMRjGVgEakTayYKcrIsc6i0Ni9UWnjp7CSfXWsgawGjEhOnUEbcCSEUZVOEg1/BQcj2xluiz6fmlYbnqCJhP76daR8d0viqMQZqI2xp9rSBA6mxNw5kqUGGwmKBMG4EZm6eFXbbSZo8iAdgpaZCEXX8yL35S9F3sCDO7J2wgobcR9lwBXtlSEF+RdSISQh2uGcJirYXL1TbK7QDa4q1K4J8nhCFm6AGuz4iHu/aO4cCWLFKhIH7xbx591ZszgdXCH/2+NE9siJh4vlp2cGp1HhcXZ1BotdAMBXF+ZhbnF9fgeB4yyRgyw1nkCgXxwSUomluroulo6Bnqx9rsPOoFTpEpRXSgSZCESuQWObXPSJD1ZnCvcGWKSsCJABWBEzJOPKcspEuVKq78PzkkoOxTAoi4p/DPvmyPU11lSUFglR9+Ae2D4BvP+waT4Xog9ceBVfVd4nu8Dh7J73zgUv0S0gMyADrQl8QHbt+Cl2au4tJcFTuyacwv0d8sBtsowm4FMJkdwORAFKO9w7B7LOUD66ggilarBs0wJYyL993lhNYkZ9uQVHkJJgmRuUcJtBpqqaR7U74PGoEFoX2te9J69Ox0WsKOlMZIHnxd5L9cqxw68fecgCtrEwJ+ZLk60OoOvGoZ7XpVEp+r7RamXBe5OgMETUQZ5kamNz0uEYSp00uVXsP0f/Nk/+awhxN8zTKhWxEMhegDFRe2KsFihqVR9kRQkuAqAXJpzvgMsVkI6vK9CBLokoh3AVYFImOIHQFSMuWcJgJkL+RyQKEs75kHS6etpJ0qJEtdFzkbGP7lVKFVqwCtGLh+2CAyBC3SA41BNbYNzbJp+ixggHgvCF2IzDnFNK1WK/JZr1XRapA56KLeqsI2NQz19iAbDiGgh+mWpwKAyLDia3FVOjYlqZWWgzxZsJ6LZqAjTXDKsBHzggh3dATJ6OX9/b2/fNXPeCzKYvNaadRPZmFt/NOb/VWvASR8j0BhgG5KkFZTUXUWCkxAb2mx8KGqpNvEKnuB7qcCVjf8ljlYUsCtz3RiA0gpucjKN3ix3B9EAC+2y2rw1XKVvQOLez4OVEtQvk1PLwYWBsl+pGezMOjVcCESsWSfYYFND/E2cR3wzDNQbzbQ1tri20aGfqFUxeWpBazlVKhRFywhU5FNN7enrqSc768LQI/392D3jjEkk0wRtmFFY3Dchjxn2ZEhzFVyqJPVafFZCiJrhKE1I7CsLYAZR1snQBZAIb+KM+dewpmzr2BxYVFYqQyL5ECbbFTuiV6HEvowhgZ7MDKUFl9X1gyJZAzpTEJUKLm1NQEJ+/r7ESbr0HXX5e28T9zLV1bW8OQTzwiwmkzEEIuHEY1Y0rj29w8gkUj639PCWi6Hy5cuiOSVQGX3fXel7wRPeF/nVwrQI/2Y2H0Tmo0WTj73FGYun0I8HECqNyVS/cHeFHqzadiJuDzqnVwOndUlGI2K3C+3fw/6brgfnsZBsYuIFccPvv0o/vqvPyU/t2sl0f3Z3TXfZYx2man8e9UcKu/AbngVQdNUNA47bMugn162kWh03W+Y15oBV12/xC5LR0ITWScYASQpeRdrD7KS1Qiu0XQRDloiPQzYFv7xgX/AW958t/Iz5ucmVmXXDvrVPuSf//LXEBIv3JQE0JA91mFhobVRKq4JOUA8q6Xm8NmRPrtynUUpPXcAVjSFYDSMoGXCDEbFhqS+chaRtb9DNHAcjuMJeM963tBsGEFHQOUK7sGZyv3QzCb2xp7HUPB7WDhTRiQRR8BiWCvVA3TT87MI/PA5etHzuZTE7oCOmfooXnLfhVbURgEWvum+gFOXzkNbdKBXm/AiQbQiIbGNahcrUotTv9ByG/jYjW/HXRO3ixoi4ulw/YDWzXsYr61irHZkoHDksR/h6DPH8Gd//ZdCjiDjursvcafp1iub78nGnsYbuOGx2h3gdffX65mEXQZo9+9lKOwDiT++R6veqfvfLsirXocCxqU2ob+nHcLoUJ8w6dh3Sf/V0dGgT7oMshTblOACByItAWa99cC27vMgtm2+9cBmZQFB+S7wyv2XvsuzU1N48IEH8Mu/9AHQBqPLCN78azd/o3sdhMnPc1TTcfToUTz51FMiK7/tloO49fZbRIVHogbPkI2hH8HYa4HV/3eQ9Vpg9Zqv3wSsispgM7BKdZjnIRJLy75bXF1Cq1lBy2kJA/+JJw4hnohgfHxcyBDtPL3clzHveBhOkvnv4VRex603HsDO3QeE3cZhGM8IvvfXGl713b/4HVy4PIvnXrmIZ146By9gYTA9iO27JrH/4D6EY0qlRNckr1WFGeA5qzxvu8zda9eiOgNlGMjBs2cgHM+gt39AgEl6RNN3e3p6CtVqDelUBrFEEvF4Cn0D/YjHkhISZ9n0LGWJTmVgC6VSCS+//DIOH34K1Uodv/tffhsjI8NSd3Z9KptNNZR+5ZVXUC4XZdA3ODiIVLIHM7NT+MQf/yFyhSpuv+MuUc/Rs5trhqzWBz//WTmzfvmjv+SzJ+nT7Q/FwmHBJXgOnbtwDrNz89i2bQcO7N+HuZdP4Quf+BMMGEEkIzEUGzVRxtkhG2ttB2dX5kVRMr5lAJNb+oSo0xOPIUwyQHQAB++5D514CoVqU9R7o6PDQl749re/hy9/+SvYumUMp194Fk5+AVsGMxhJJxGJRZD3TBTiI6hHe7GSy6E0P4t9fUHs7dXkzLuw3MTt938QiUw/KpUa5ldXZBA/MdiLhNZA0K3L4EQskziAYH3KsF+JCKBnbADf+/oXce6Fo9g2PIBMKoFAo4NLR06gs1xEv2kjzZDpdErUPqZ4zqvhi2uHcGh5Hg8tLWO+00EhV4DRaWPb+LhYetD27eXTp0Sp8+EPfwDvetf9qNaUl7zbJHVO7ZMSpC1h4sqbXKaEsj915D4TjOUHbZPIqL08u4JDTx3H7PyyWD7qJN94LsZ27QMiaUwtruL8uXPYvX0S4U4dK5fOYrQnhjsOUF1joF5tIJZMwdXbOHF+Gt//0TFRRPz8+9+N7RNDwmqlwkSJJFW9yXOednUvHD0uFj233XyrDABW83nphY6fuoBLV6YwOjSALYNZ5NdWMLu4jLnlMlI9abz3ve/E/l3jyKaiknlw8fQ5nHnqGawtrWDHDXsxvHM7SpUyXnjuGD7/6LFXe3z/VH/9z4DV625vF1i9fXQQ+WYTNbJJJQVYyU3Eb81PwNQDyg+rK1nRJZyHGe9q4kmfEHYfmU4VMWF9sijriC8d2STCfqNs1GSzT3RTzfApqyfQx68lICjglcipNQHIKpT7expyLaDQAppkbPnpxhsF0YZcRDVoP4G9xv/dYUPHTYuwaAtWp41EEMiYHtL0ctVa0Pk6AgGRhTBRmuCGAKtuS8BVDlnZSEi6pIAx/FkdSStWU/4O8o0Ayj6To6qHsEC7gqoDq+kIy6F/pBeOW8dwNoOY5kn6Z28qLgw1pvNSghdPZdCgVL9Uko1henVV2LD79x7Ak888j5hXw2gyKGxgXl8GWFQdvs62yHUlAdm/5k3XFaCaYAYnzl1glU1/rk3ZhAu3EcC+fQbe/t6sSCWNQI+AW/FMFPVmTaQinOCRlVErF+DUSoAE0LRhBiMIewbyKzMYm9jGnB5MX7mIeMRGoWDjga9P42IugLv2D2M0TrPyGNJkS4hfJlBvtVBpuKg3O8jXGjg7PY3D01VEW21sTZoINV3ELA/ZZAS1Wh1rDaDY7Aiw2m+bcDoQYDVp870RWCWjsAY7RGBVg+Ux2MrEimfgfLmN5QbBTVOYkuSLSgCZ39yrolEBAl32i9q8uwmqfilMmTYLWh4awtRSwEMINQwFNYzRk5VMFTLzKH9lKSkAXUtkWg1Pw5Wyh8V6B3laTBBIlCKanBYdNhrYnjHwpgMT2D7YK+zHD3zqO696gyaw+s3feDuKDUP8d/KU1rQYwNLCmYVVnJqZketl2gZgBQScoASvEwyiyiJjZAT5QhFTV+ZgBhOwxnrhzK+gubwi711cBSWAiphSN9COOCu990wB3Z1aU8BBAldq8qkGNJSD04NPJYFTLq4aGPrzsMhw6j7L0Cf5CFfYZ+RIGvD65JLb1LVMoH+Nsaqam2svo9rmNgGrZHCQje1H9NHIPGnRF9hApVrCjsEE7tvVg6n5HOYKDnqtGBpOB2awiUgwgJFUBiPRCPaMjSKaCksBrzmC6ghgQHsNUHpux+GZBloBA00JtjOU12+Ie6IK9hOwmkBUQA29VEGjyz5CRrA8bARJHeX/KAF4bGzIfiSSbkp5pIBV+tny57TJcnWg83sbNISuiwcsiyDHc7HgNFF0IBYrQRgIUzlvAnGd4JUimSqCIYFRTfmD8ucRLTEsDFi9gBEFyKyl/lOKsSYNmiUVlQBAgJNwAeLJWuWnoRiEzPyghQIHZ8KIpk7KgcewwXoDWjkPFFahlWs8DIRFrfpQtmr+3i80MXq5utCaNaBa5kRIsYNCQWhhG0j0CrCKsA2PoKpolIn2cELPB5fhIZ4w9JloS1ZbqVxEpczU7BoqjYoMbkZ6s9gSYnI72R08m9QBwVAGNMnM1VCj55feRj3goUm1B6XFBpAImojAQIhRWLoFjc/+b/3eq37GrwdWNze53TNSpJHrjN5r13v3ByqgdMNHdTOwKqFN/heuu0X60mbFYFJnsDxaPmOMvxcmQUftkaFQUNZ1V06mwqmUVL8LMCiyOtnaipUugIwwWQmstNB02nCdthB2hJzNJWMbiIUt0BIhbqlUbK5Rz/RgEpwhE9Fx0dQMlOsOmkED0XhUPANlcExwGAFMzSxhJV8TNgOHirweLOCFvdFRf74WhNbQG7Vxw/5tGOhLIBqLoG9wSOxkSqUient6cbWxhrVGBaFgEKtoIIUgthmTiES3wrBiKDfWcP78ebxy8oR4gdXInvQ9O4XJy1VN9gzVMi795kPYvm0MW0Z7YVma1EwEVRPJKGIRWxoggoMh20Imk1EBTNwnJKhNAYGULD5x5EmUSzWxAIgnyAIyYYcjyGaz0gTzg40KGZjz9Fds+UnAfiAUwUoJw6TXZaeDK9OriPWNY2zbPpGYLk7NYWXhKnKrswgE2ujNJJCN24j1JpVqqJBHrF5FytDEf9NFG3UjhoFb34nIyHa0ygXxQXzx+Rfx3//rf5M1w4Z6HbBinUdbo1BImjsuPwLRXeYP5crd54CvlSA87x2fZXntICNJeany3vDKEGzogj1dwEgxl8l6c0WJQWBVGOhVDmo6aDQdBLwAMskUVtbyyI6P4rOffwC37tuzLmL24/HkTHut4VVf//4PEE8kkYgnxc9vaX5Z2DesVwmsVitFH1gViEqtU3bn/ppdv24chIXjMOmzSh/TUBgB00IzdwWh5b9DVH8WblMNj1U4FL2o6XEYgG6O4kz9N1CGi9ePPIx4/hjmpmoCnHeEPKFqIvph0+pDLB/knFfAKllNXC4VN4LD+Q/ghYUQUvst/Ev5GGbOL0FbdRTTXV5XCM2UDayWlMTZNqA1HdyQ2Y7/7cDbEAnGEDFsuH40/PXPJvcMBs4y6PaZJ57CY488jj/9q7+AZwTQZh3bvS6+H+X1m64cIevy683AqmLhC+u/64u66ZuF/dnNpfAZ++s9ic+U9k0A5Lt+0gBM1TIbw+GWbkmQEEE1+jjz/Jdyk/6R3dmy75mtPDiVPRI/uL92pb38M0M/NwOrXdsP5cuuAvT47DBYcX5mBg8+8E/4+Ec/KMzMLqAqA3DhI/sKo83DNJ32QWE89cTT+NrXvqyUJjp9yz18+MMfxs23vg4uMx82BQDyQeaq7X5sviY/+fr4tdp1jNX171fIz/r17QKrrKMUdxqIROkXbQiw2nZphcQ+xsThHz2GTDyMHVuGoLl1zE0vIhMC6kZYyB21ahNn6wb2H7wZO3fcIOBZF1jltX+twOqhv/w/JET4xfPT+PqjTyBX7qAn1Y90NoUPf+wXhYHM/cW2dcSjLjSvCr2jfEdlAOnXrzIMYkkutnvK29xxWigWahjeMoktExOy35WKBfHVXJyfR7FUQiyRQjTOMyyGdKoHiWQasVhMQHFhuPq+2xxOPfvss3jooe+iWq3jE5/4hHh7KzsVtZ8S5Kf39YkTJwScHRsbk0Efcwl+8N1v4cEvPChBnePbduGmWw4qhmm+hP5sVlLkL144j7vuvFPCAhttV4BV7u0yEOt0xI5lZnkOx59/EcMjo9izcwe2pDN45ItfwpVnnkVPKIQGaz8BVkMSHr3cLKM32YO+vhT6+5KIhE2x32Of7BpZ3PGWt2Fsz37JSSUwTOZoKBzG9773CB78whexc8d2rC1OY+HKeazOX8WuoT5MjA1DsxM4Ol3CVENHkurTUAA3jCaR1Suo1qqoBdN4y/s/jkgoAqdSxsxKDvlKGf0JGxM9FtK0EGqzD2LmS1uYwhwSs/egLVwiHMYzh3+IH377GxjrU7aBRkfHsUeOIT81h75IElEC4AENUZIRCCJ0PDToI05bvOEBPLayjBJMrK3kUKvQ8zaA4YF+9KYTQnQ5NzUrlj3/5t/8Cm4+eDOaTl282JttqneYv6rY0bqmPMjLhTIqpbLUiiRV2OGgnBcEVsuNBr7+jYdw+uxlRCNRJJgVU69gaWUNZiKF0T03IpTI4OVXXkEo4GH35DBStoahWBjN3AqipomoHZWTcrGaQ8kBzk1xjVawf/c23HHLAVkX3SFq97zme6pXGnjx2AvS01MxRAWP03KR6slguVDDoSNP49Yb9+Pjv/BulPKrePK5o3j4yZNYLFRw6y034n3v+jmMDvVKT7I0t4xjjz+J+fl59A8NYu+NB2Tw/MjDD+Nrh46/6hr9p/kbfgasXnd3u8DqGwZ7UKWRdwdoEAARancbEY0BTkHoZJ35AU4yuWcYRYATKvW1BACF0dkCspoL2wdA2DiFfFkgWZVsdkLEFCj71zwBEsVbVaacZKyy8OLkW0O92cLZhoFqs4NShzYAQXREUkPwoOsl2HUSVA3dZp831QBtOvhF+kh6u+iUBBDg9Nb0XMT1DvpMIEOGbceV16kShQM+Y1VZFzR5eLBvFtq5YqyqEAGCmQEB8gh4lB0PFaYhBk1UNAtTLV3SpOOei6ih4a6fe5NM7lqNKgZTScSjYfEwdOp1aQBW1nJIpDKIRmLCFl0rF3DuylVs3TKJraOT+OZ3H0WgkRerBSnBJIiqhVqzI7J/ssj4euhNR9yCYRaUKHKXZNO2GVgttzQUG020Wibu+bkUDt6mIWQmUKzoGBjZgkKpjjrDODQD1VIFqVQMoSA9Emto1nPQxPTZRlQLYnVxBqNbt8I0wrh07rSEU7mtGL700BKOvFLBPbfswHDSRDQax0CUEjST2AiWCxVcmF1AhQVXW7GYnrqwikjbxa7+BNqVCkzPQU8ijFqtgZwDFBwVhtZHYLXtYaXW9IFVQwD5a4BVvQ1Xs3Ch5uFKg2mRyp+L9ashUi3FmNrsD6oK1A1ZV7cYVY02v1dZBAhgIShTUIpFo13EVjuArSETIT+JmTIrt62M4Aneh0MG2pqG2aqJmaqLZbcNR+TD/HdD6GgBAVZfNxzDTeO9iDHNMBTGf/7SqzfNJrD63f/4XlxdoxzShdMsYb7WQd2NwWHCMIPHIibKnbowQupkDzEsQmMxH0AsnhKG08LcEnQ9jNjNO1GfmkF1alrYhyIx15iOrJiS695uDAiIR6UIKqwWVGNKcJCAth82w/2h2WjAYwIzWcBcrwQVGHrDIYb4fakmYx18ZWNERpkwYDazTK8dpmxsdRtDl3/tcNvssyrgkrI9JLam9hW3jZgZQn8ijI7nYK3Wwev7wzjYH8bF1RpmSjVEzTAsDmgCJm7eMog9o1mkIj0CBsiAihJH8RwNwrOC8EyL1T10NvXc82iTILI/T8I6TCaCMsiHTZy/36gC2qcDMXyqSfSTwxoCrMoHlEMxsloVwzUAL8xmQg29hD3Da8lCqVUVsJHyejElZghUs4VWx0Wx3UC1paMmORYaoiatXYLi70bmns4LxM6TzFJ2e5qpgtvoO2iEMBDKCFuVlgUETNUwjv4vTfGEpe1AoF5XwKocNuJPAi1ooBPWJPhLZ5gUwVICpARVydorluGVVoHCGjRKDNtcSwQkld+gaki7Talvk9CswatXxQuSB44WDimmajKtgFUrhA5B1QAdkumFR4YsMVleJ+UF7jYcYdoUKhWsFfJYLZdRqJXFomYwncFggL7LYUTMkLgaELymYQIZZW1DQ8My4ITocUy5utp3dEND2KBvLdmqQei6Ld6B2kf+/auuweIx+5pGcr0Z9UNWuk1sl22oQJfrnx11flLR4Hek1zT+XUBRpb8q9YeyotjgWUmT1/1+31pAWXkwi4Y+soYA1XyuGXhIkJBXSgIc5CxVumm+DgKwfC2UPfIc43UVMKOtiQcnwSWyteoOB54tAW7oBce9Mh6JSNJwOKIjQIsjrYM6wyi8AGaXVjCyewLJZELCkdiwSbhZWekdAAAgAElEQVSVbmBmfgW5Yh0OBwvliuxB3aHL5gZf3r/PsI0aAezfN4mR4R7YVhCDw8MI2aYA8WwsFpwSZpslFHUX+XYd2XYQN0duQCI5Ka/lxZeexvlzZ1EtFaTRF0m6r+qRgR+9ja2QL+WnT2obw8M9OLBvG0xTBXgNDvUj25cW/1mb8sRWSyxzuLcTEKHVAJn/ArB4ngCrhx4/glKRrzGMRDKCaIT+oSFppskwIijL57ZULoucs16vCYApZ5xhqH2NygFdl7rgwuUF9G3Zi627Dohv3/L0DC3hUSqsYW32PEI6WSgxqf+sRhmpdgtDqSjiCVuAY/F/bXdgbr0B2970C9DcFgJmFDNTV/G7//l3sLy8IoAo70NXWUJZMRt2AuGFQkH+fj14aj3MUK1nvmaCILppoFQsCsCZjCfkfXBvWl5dRYuNrUWWM8EIR76PXq2FYlmsEXhjCDLwunYDTflasule0uBwZWYGEwf24m/+/u+wd9t2vy7ggFtHiGuM7eKm5+PVPOiPHzsudggEKuo1B8vzS/DcjgRIlos5lEt5AVYlY7r7Myjf9Vnj3QaUw0srEoERTsgzGLRsCbByCwsILv4vhHFEMR/bBM0JsFJN00ZQLLojWMLHcLm5DSPJJ7G19n1ZQ/FMwvf8VOw5SrTFH94f5HfZ5wK2ahpqbhx/c2QSp9cSmHzfNjyUfwHlM8tw81WlXGCOQDKmchhoeeA0EeZe3HBgZXvx6zfcj8nMOAKhyDqX9MeAVT+8iiDJ8WeP4lvf+LYAq0Gy3pSEyJ+wboCm3VpDbWsbtV/XZ6U7cBeAkvvnNZ4AG0BedxC/YU2zwdpfvzc/4ear/c+HVDdwVeW/vm4/QABbSYVVKGW3x1EBqtKfsUciA1WUIbRbUTZYaujQZbgqu5aNfVeBqvxgfRUOhbA8v4DP/tM/4GMf+aDsC/y3ZDTj/0wGIW5m6HafzUqzqYKIlpcw1pOSHm+RzLFgEB/9jd+SNSzDEN+iQgHVfl29yQ5gA9j+iRdLqRM2AagbX6WG/eo+Kcaqut//OrDqNNuS0fDE4UNIRUzsHR9As7iKSr6EvrCFSotkIRYGAVxtBTF8w35s33VQ9pSV1aX1fee1AqvP/dlvoRUI4cpqGf9y+CiOnrqEsJ0WC7f73vYO3HbHm7G0XESpvIKeLLM+6wjQA42Vz6YhgACrvixb8t0CBnK5Eh577AmEomnc97a3Y+eOHQiFDBTyecxOT2EttyZWAMlkGib3dQQE4EumMoizhg+FYATIXFWp8adOncKJEy9hZGQUb33rW2EykJnhzhycex05S6q1Gg4fPiL76dDgEPL5PA7/4Ps4+cIxUT+WXQ+9IxPYs2c3Uj29KkjUH40vLy7J7WMIYSIVW/fJZi8RMNXZM7U4i8NPHkG2txfbt4xh/8RWtEpFvPjoo9AKebkoVCCw5uiYuljyxC0VoMneX55f2j55wGozALunB/2jWyT0bdvkDkzu3CbS8R8+egh/9bd/ix07dyC3PIdWrYjLZ09hWzaJ7aMDiMYyuJwDirE+6D0ZYVqWZi5iKG4gFLFQ7Ji4920/j5gYTJcwtVJEw6Oat4PhaAejiaAEQvO8oc1ZF8zm7wN0v7YszF46j6888BnYegeTwwNSnz75+PNYujKHVCS5rkAjG9XhkLijwW3UYMUs3PzWt+CRc+cwvZxDvdFElYG1VN8FgHQsInVQSzNw6dJl7NwxiXvv/TmxByJ7WA+onpEjFJf2dTPzOPnSKSwsLKHJPdkOSS8wMJDF7t07MTQ8hMcPP4Mf/uBh6Rnece89uGH3NjSqRZw4N4tHnz4OJ5TAyI49yBXzGOxL4/633InJ8QGU5udw7NAhFBeX4FQbogKJbunHO9/3C8j2j+LYsWNYXZhB3OYQM6M87yXomKQcRWoqFyp47onn0GDtRTs1Q0epVEC2vxeRRC+OP38CtqHhrXffjnjUwuWpaXz32TN46cIV9A/04UMfeAcOHtgpI55SsYrZK/N+CHUbqWQaiWRS/N3//f/1+6/m6P6p/9qfAavX3eIusHrXQAoNPYh8q4O6hG12MJxMYE9fD5JhS7zzqG1rtzxUGzUpTAQMJPNK05CvlrGUK+AKw3XILCAQIGQkDTblfgI+EVjVxBdNWKBkrEr6t6b8VdmX82uYlulp4gP5RDWItqbDEaCWbYcnMlSl1FSMQpYhIg32izYW6VJkdcXC/mRUTfKUH6wE8PKQNZkqqsBVbnQjoQD6Ah3Q+ZIbs6XTm00xGF1S4cUiQcmMusCqKBW9NkISVkNPLQ3VRgdlsiHouaqHBVhNeE2ktDZSQQ033HQA4aiN+akrGBkaFFNlTonrtQayfX2Ynp2RTb2vr08YfQuri7g4PYOJ8e0IIogXnn9epOZhQ+p5SWMlwEdWDpMM+ZrpNUpgmMUtp7EEhskwI1hDAJubDguThhPAmuug4pq4+74hvP71QUStGBbXWrDjA/j+w8exttYSli+nz8mUjZFBJiEPIm630KytCus4aRjILy8jO9gP207g6sUL0D0HQSuDHz5dwxcfmcfO8X7ELSAciWIkHsHg4AhKrSYuTy8g2tsvIOvU5csiUb40t4rtA724ads4Zi5dxNLsPHqTETmAck2Vhqo8Vk0B9lfrLSRtlSAtjNVcHWFLMVaZmLzqBnGm3MKaR2CZqcwq8IhldbdR2wysdh+VLqDQLSq6ko1uUnC3tJMNvt3EcFjH1lgAsVaT0ApaasHAJcWAjFWN/oohNNwOLhZaWKx5Enrkkcktz40hDNxY0MM9uwYwlgojkUjDMG389oMPv+pNmsDqo3/0IZw8vYbFfAUjqTiqnomlig4zFIMWsVBpVFGulVBp17BaziGTSCAUiqBcJNCtvHY4nc7nSojdtA+N5RWUpmZUMI/Qxig9aQswRsk2m7VMtldsGfK5vBSnfmUrzEYyf8h+F2m/AISuasjE0lk1DXxWBeQUybuSr8uf2dQyDIOgq/iBqcZCrASuk0P7rc417I+fdAGvs/aS4QgbICopJYDCbcHwgGjIQkhrotek/URHrCcmYjaq1TLmaLjeMRHVk9jbH8XOrIlMNINMOIpEOIJEjPcwjBqvTywIO5mAYaWUZJ+eVGZA2KsEqnWy+AwFNPvQrgIOxZ+UjBLfV5XNP1mnbBwIejTJKFeMVQliIi0yTIBS+WdKQA6/l5LRdh0dTvVdQKOXXrMjjbqwkHUyV3WUHcDxWohQAhs0YZm+r7ZoMzVZs8L0pFexDKsUY3UwlKaZsAqt4nuiOJQBPfy5Tg2tBoHVimoM5TqzC1df22bSHNlRDJXins414lTRqVcRWF1FhwBCuaBsDzQLHd2SsA8mvZMx6hvKCUvS8xx03DrQpjS7DY2DL14P20YrFoVOf1WCNVyTsn54LpEhyw3fk2vSIdhcb6DabCFXq4s9y2KpJFIzOxREOhpDuOkgbNhIhWwkrIAEFJHrS8uZtqmjE7HQsgigk0nJFHRaQRDM47rlZaLMLyiSPf3dv/qqn/GfBKxKU6pGEqr58s/H7n7WTbPePFASYNVnn25mY3X91eU2iZ3EBgArLMhNwRri7eb/uSunjdCbMmiK5I/+tPw95YgETIW9KutSyc1Eti/1AMFVDjZZExhi0aPY2z7A2qEUlgCrh3qtLftTo05ZmrJT4V5KhlEkaiORjiLRk0JLJ4m4g9233IjlVTJFLyjgkV0GPOTyFSws5kUmXm+4WMsXpb5RwIQCEboATve6hTxg+7ZhjI/3iR1Qb28W8XRMQA2GOJBBMt0s4nhpTp7TSTOBLcYWLC238cyx5zG3eEHI1fTpbjU9RKIRZNJpMASJzFNJZubglH5nLlmVdYwMZXHwJnrb1UUpwHCogYFe9PakESJ72uRa4pDVkUFtiEE/7bY0I3w+Ll6exg8ffgylUhUWgWj6ikUt2JGwNHaU/ZO5SnCVfrHFQg6NRk0AZ9YjyvNaWUSxjJubmcPCcgW7bnojssNbUSwVsTy1gIZbE5C5xWC8K+egl5YxHg9hMBkRQDXEQZrXEp9ZKp64rznhDHa97VcQSg8gGAyjtLaG3/5Pv41Tp04LiMH10tPTIxLc2dlZeX9skgmuUg4o1hSU+4qdA4f/DNBS6eW8BnyPbMxdnjkCTikVD0FV3vfu17HO6ILIErjqy4n591IvBE1hZxJIz6azuHLxkgRrhnvTuOmuNyI7slXWFm2cyGbt7+1FbyqFN+4ce9XPN7/h6VdO+wMNXUI9VheX0HJ4LyDMnHJxTVRLwqwmaUAe/uukGb4VQJAWGVZSABOyVuk53S7nEFx4AIb7A2gaAfugNNZk7VuUyzJwtegC0YN4rv7rOHuhgvds+XP0R6ZhhPzgPtbVAqySTt5CSHw2VRgdBxe8XqxjjpzUcPSiBmvkzVg5uAXfv/oUqi/NoEP1ViIqct9QPIJGy4XV1jByPo/MYh2LMQ0zezJ4x/Zb8fbJOxAw6V+u3uNmJrncIz63dOBxmnj5hZP44ue/hD/+i08ilkoJG2u9rvP7hM3Dps2gapeBr/7fBlmDP0O8Wq8LFZL/f31B4fsQaixwNpFf1UvfGGRtAKs+qurfP51gOaXYavIuz54MX1Qj4wOq3X1YqQO6+7tKG1clEOstnvldQHUzsKqcqdXezVqLjNXc0iI+8w+fxkd/8QOSxu5HQG5c600rubvn89lYKxbwxX/8NO6a3IrxiA297aLSbuHY+Qt43Qc/ip7erJI++2nyMprbBJJefw2vv57dP+v/CrDKQVpXlcS9QQYFYvml+iTxWKUVAAyU1paFsUryCEMAnzjyOCJBDQd2jKOyugCz6UruRr5cEzJQLJrAomciPr4dk3tvk33o/w9g9ck/+k2xg6oGgnjsxBl8/ZFDMIw4Gk4bVjSB933gY4inBpAv5LBzZz86rRUEnLw62/3lsm7vw3qMljmSWxJEtc4Qpu/g+EvnkUinsXViK3bv3o1sXxbVSg2RiI3B/rSE4gVDtvSe9FeNxuPIZDiws2DbkfUzkKxFXkv2p0qCrcB6/sqPaNSWUL//+Qe/j2PPPSdnzOzMDIxmAffd/Uake3rx3SPPwYuk8LrX3Yae/j6MTE7I2ua+y8+F+UVZZzu3jAmwyn+fAy8OxrgWT50+hW9951vYuW0cN+/cjq19vZifvoKZc2dgMwDP93CXh8EIoNFmDU/ZvYZmS5dPxhLQh3i2UJCcEYJ57WYLExOT+PDHP4Z3vus9OPbs8/hPv/M7uOfee7A8Py2KmOLyMkK1AnZOsHePIteMQBvchRUOQe0YhpNJzF08DcdzMLxtB7ZP7EZ/IoGw2cbTJ06h0mijJ2ljOK5j+0Ac1XJJrh3rICoiQha9v1UtZOgBtOs1fOdrX8HUmVewb2IcHGg8+aOjuHLqMnoTWXmO6LUtQZKiMTPQdh2k+tO4851vw+GXT+Hpky8hGI2gUK1BN4OwgpZkeoTDtGgzBTAUqyDDQLa/B3t278Ibbr8R9ToHIIaElj3w2S9gYWlVVEC0LLP90EyqGSa2bsHE5DY88eRRrM5cxjvvvh2/9qH3IB7yhBRRQgp/99mv4LtPv4gtew7g1/7dr+OeO29DrZnHE08+hgB/fq2B1YUlzM/NI55MoWpruO/+d+LN99wv5IaZK+fxox9+H15L2UHIHKgbCsigwlIVx54+hkq5iL5MCmHLkmFzPB4TJvL8wiJom7Z3chSuU8OlqSm8MFfAyXNXkEgm8O6334u777xVyCJ2OIm9e1+HeDqFSoHWh9wfbESSSSQzfa/pDP9p/aafAavX3dkusHrHQArtgIESZdmeK8l1t+6cxNZkRHwi2bhyoyJrjg8emQLdwpXNUqnZRLHRwKmLlzC3UkZIwBH6NOmIoyMsBUl/95s7NUVUkks2DWSrCoNVSE9kIQVQaTTxVN6QoCfKpGXmyKJCeno1iSegKQ2OSLkVsKKsGjcke8JSZUFHNi5TL9n4cdLPokjknyqBW+s0kTF1DISAHr2JiE5LgOuBVU8xyuSl+AnnvkyQLFAyESmHrrhAhe9PB4oIYbYdQEzvIOU1EQUnPRZuu+P1yK8sCUAdj8ZBuf7aak5k2PlCARZDH1JJCbFZLRYwu7qCsfFtOP3yeawuziMZ1BEW6q4qXOm7VGky9KvlM1IVyMjGlLJGgsIEonn/ukFhBGnqjo7FloucZ2HH3lF85EM7UF5awuOHz6FYBy5fyaHm8N/nZhMUUDxkdDA2FMYbDo5gdMCEqdWQsTRUcmuIJOOIRXowffkqnHoe0UQGJ8/p+My3pmU6lk1nZEKZDLQRCdnyb84vrCDWm8VapYzlxUVhqBKUHskksGN4EOfPnsX8zAIyiagcsvmmhnzDXbcCqPvAairMQl5Dta1htlCXgJiUoaMGHZdqHuaaXE+cHAC6APvXslU3A6vrAIRftHeLUDIv1dpT7EDFlmN57CKtu9gds5E22pKyTnaIJjaQlDqxCW3JtSerL1dr40rJFY9bBhgxFIhKaq6rRqeDgUwEb9o9CrPdgOMyRTmEP//hy696byawmvvBn+LoiSk8d+Yy5taKaDYD6Jgaak5TEufpPcS1Um45WCsWsXXLqHScudUanDrfS0MKVSbsxke3QY9wSr8Cr1yHWykL4G7HIzCtIGquI6Bq0o5gbWEJy9OzUsASJBTGGdle9L0L2wJOkjHZaThiDSKp8V1/Nn8PUXJE31GVX8+CiYEiBGQoPboOWN18gdQ9vJax+mM9z6ZGaL0583uoLttHWHrcd0Tl3cTOdBRJ08RivYYeO4RhrY5qoI3Zio7VUgsZW8euvhRiDFpxgETERjaVRk+iD6meHgyNDyPZmwb0sGJ/kEDIyZJslASu/DAiPzhPFmy3+SBLmHJAAqr09eKvblvYq52mq+wCBKCndynZovT+VF6fnlNHx6mKP6ok1ouPLT27CCYSJFd9H4Ovmh0d5U5HgncolI3qGizNVSws7jsEe3gvOFwjC4AAtACGFgatlKgLxNeaXroerSdUiAmB1Q5B1UbVf27Upk1wlYxmBbLyjSuAhMVip1FBp15GgKBqjZYFjqyJjmmJjYLeJquKjFwGIinfMQmvIku104AGBzB8YNUOMl4WraiFAKXFFtmqvGYUqtIrmNeB7FqPHiVAo4E2k1XrbazV28hV61gol1B0m+KLGiaA3WgiqNFqI4hk2ESYEjOdYIODYCSEQFwxkwMBekrTNkCxeGU4I364QbF6EHnlmz/8qp/x64FV6atliKiGkAKEkv3ss/ClefYTXTf/XRdYXW/Q/MGGDDR8gE9YSxJMtcEwoj3MRvO74eHHf49SMQ75iB4ScCGTlCEhIv4knuqDWQQCFJjLOoEFvrLhIfhKgNXygzrEz12kzr7Hq/j5kfEI1JwWqpUGihUVvMSigaw3NifxdBypTBzbdm5DYrAH03PzwlIMUnpnGxLO2HQ7mJ9dQy5fkJCg1XwR5XLN91a9FjDhexPmJnQMDqUwsXVQGMzJRBLJnrgwYYOWhZgdRk1r40RpHtVyEQlHQzqUxalTK3j2+HHoAZ4JFq2EBbwj+2d8YqswMJeWlpQdAQcgTOHm4+M42DY5irve8DoEyIJdywswnEhEMDTYJ0wTNqCGydAl1l5BeZ1dxiJrgZdePosfHToirF9KtaMxendGEDADAgbyM5VKYmhoEFbYEnsCMlbZfBHA7N5rnn2NuotL56+irYex++Y3wowkUamWMX95Hu1ODUawg/6eOMzCEoJLFzCaDCNI71fWdexsKYGkv6pOU2NeYwPx/Xcjsv8NIoPU6h7++3/7bzh+/Ph6E08mE9/n/PycADICjpsqrIqffJ2UDnYbfgW2Ksae+PUFTcSiMfk6fh9rCmVtoCnPODKg/XUubDcqSAgukN0qSdWuMM959qQzGfT1D2L2yhQ6rIt1DQvLq2JTIh+sS0MmgvEo7FgU+XOvLfjimZd8YJUAf8tDbnEZTq0uGzZtAMgMJrDKT/GtFtCvm6C8saXwHDbtIAJWEnbQEgsgndLLShnm/OegN78t1g2aR5YaBxUdAUa4Tho5B8FEBN8p/wm+9P1hfHDyr/CxOx6D02QIKYdTQRWq4zbl2eU+R4UP6/MglW+ahkYzhAce6eD2vXUstG/FN/omcOz8MdSvLCHWk8JIVUdwoSTnyvntUeitDl53eAnZRQdnbszgxKSJffFB/PrB9yIZzMp5eT2oqgayPrDaaOLi2fP4X3/7afzBn/4xsoODAqyqD2Wzs/7hs/jX17f/F5vIo9eAqyL730Tc2LxxK8H5hk+q9CY+4aT7dZtrTKXK8Zm0vjfuxutqKmsZ/2wTr2mGw/q+1/5MeX3ww9dP+W53ENQ9D/hrS8D3a9mqmwdjsgd7HQElcisr+Myn/x4f/fAHkKC3cBfEWA/09K/iOmtWeXpSJvz0w9/HRDIEq1KA2WmjUK7Cs8IYfMt7EIvGBThScT2+H68P6l5zDa9jr15/MF4fXtX9e3pny931n2Fh6gqwqu5112OVwZ4EVjutGshYZb9w6NAjsIM6brxhH5qNOoJNV5REtEUJUX1BAkkHiGa3YGLHjdd4rPK9/95/+A+v+vzmNzz+938ga3G5WMazp8/imz84hHrFE2/basNBomcQO/fcgu079mL/DTtRK83CcKfWrQA232NuTtx2yCakN/fqaglHfvQUKhUHq7k8lpeXUak3JfR3x45J/PwH3o+R0T7ouoFoNIFILCHvyyJBopdDrChsiwpDMqeVvQABVbHMYQgu1VF+D85rbgRNrCwu4n/8n/8V3/zq19CXzWB0aAg3bE9jJJNFteHisRfP4MT0Mt705vtxYPcOYd7T7zrT0yNkoXPnzsmwdN/em+R6cq9m3c/rQRXBoYcfwec//xnccmAP7tq/BzuG+7A4P40TL59EtVyRvZn3mRZY9MiWWlRvoe3pqDP4uqUhV6xirVCSaxS0LSRicaRjCSwtLUs9/mv/7jcxtnUX/u3//m9x48EbkElEEDcDmLp4DkYxh+2Tg+jt7cVCQce8F0MtnhBv2q29/di/cxIRqjGsALKxNCxNhx0O4dDTR/HM0ecxPtKPHaMZjGZjcKolOZf4TKRSKfk6Wh5w4MBHgFL/l44+h2996Z8x3peRwNSTx07gwrOn0R/vF/DcbddgMmjYVdkUNGkMDySw64234vJqHifPXMLYxAQuTU/j6uychLUGDFvwlkKtJCzldDqDZrMhWQJcP+9/21twy+23YWFxFQ9+8ct47tgJRBMJ2OGo2EjwbIxF6D9OdWEb8UQCa7kC+mNB/Or73459E/2wlPwLHSOBk5fm8Ref/QoGdu7F5774OQz0JHDi3At45fRLOHPiJPriKQlEY6gag8mfOfEc9u87iPe97xeQiiagtV1Rwj77xBGx5JIajJUon2/2KgRml1aRz+XgOHWpLfp6eoVZW63XMTM7j+G+Ptx+8z7U6xUUq3V8/UdP4/z0nIClb7z9Fhw8sBdDW0Zwy+13IZbok2G8BHMJwxkyrDNUvPnPPvwr8DNg9bqlsO6x2p8UuUmFD6TuYTSbxMHRYURYJ/lBDZYVQSIaF/9DduBNtynei/lySSbLHdPE1dl5zC2UYImvKg3Qg0ixj9WZEE4gi2cHNwuVniuMQcr+GIiis0YKiHSBzSaBwCsNC0vVKgrtNpr03CMjif6CAmqR5UApFD3SFNOGYCm9QtiwiiBGpq9K/k9PP4egKhtZypbpTcBmVrw1Dfl7A00kDQ9DoQ4GQzx2mdirfp5YIXD6SYDAnzST2CSbX0eBmWTjEuQsO0yfp3xeR8EzMUeWZKuJARNIB3UUKlVs27kDYwO9YpweD9to1MgG6cgh4PD9thyECJ4GTRQrFeR4GoRiOPTEiwhqLQwnDPTaBgICPLGedVFpaag12agpbyuRUur0SFFsW/HcEY9V5WvLq1RtAvOuhlyoF5FMFu968xBOPPMULlwowaWXk8Z7ocGVBFzKCTuwDR3RYBu9cQ133t6LN9wyipReQbNeFAAwnR7A7NQc8qvzMiG9PGfhK4/MwPNSkhbKqVw/5atuC/3piIQ+MDSpycamVkNYNzC1uoDBVBwj2T6cOXVWAr16E2FhIBRcBaymyDCOmKg328g12mIFINLEFjBbaEgqY9zUMd/QcbneElsGsW4ge42FrhhVqZRrHtry2WUFiu6LD4wKZuPBzGsowGoXVCUU44/Gg5qL0XAA2yhx7dTg6i7IiTE8+sgyYMyX3jLR2IXIyRdaBOEJ1lMq6CFKwp+idmMgG8Xde7cgHGCiKht1A7/5wGsLr6o8+lXU2nWUWg7mF8pYulzBE2dP4+Xlsxjo7xFwYbVUlCaKrzKciBJ5hlOnf1sdK0srMgxgEWUGe2GPD4p3TUhTk1UJ1aC/sFND1VEgLBu/6tKKTBf5fAm2J9I0shwNGGQK8lmndx8T2xl6IfYclLPxGesyNH3WqCRUtqAbukjJ2LC1fdP0Hyu4NzNBNnmVdb9uAxjwmT3XfY1Ftjdlywz2apK9zkLVgNnRYZu0CmnjDWNj2DsSx4WlJUwtrWGrHUa7XUMwYCAZjUlPe2GpDF0LYygdw8RgBju3bsfI6E7EU2nQb0A1S5pI9hEKiv8nC3fuc8Ig2RT8w3W7zlZl88z9xSVjtaXScR2yi8jq5eBAAZ0EPDteSJiqBGA7NKavlaERKA9Y0MgKpeVB25W9koMvRaE0Za1XGbzG4Le2C6vZQiSo1AeUmwpcHQoIYEhwnuAgv88zghgMJdWlFvCQwCq/S4fO10n7AgFXC4rd5Fuz0EpAcAB/eKZQ9g48slwbFbSbdWi0L+D3EHS1w4D8XANei0xThq2QzasAcCmEOg7g1VmWQzNaQNCDR68+rr2YrX4NKmYsZWEiq+S1IthHX5uaA9QbaNcaqDXa4u2cdxws1R3xJOfQTmdKb5M+yi1EQjriYT2/nLgAACAASURBVLIzGfQXhm43EE9HEYkzWMiW9FvDJMOWYIAckuKFy2EBwWQ+ffod73nVBRvZf92QJ/EhlgaajWtbzluyTAly8FeRi/rsPLHvEHkzvXcVQEG1g9KZKuCoy8xUjan/0oSlusHeJKAkH91QMl+aSKkxQdSAr+iIRcLyeugXKIxiP5iqK39V7HMlbxdglYVzF1ylMM4HhwWv8H0kJXCF4Zdd5rQ8Ci003CbW8k3xNm87bZHSE4RiMnk4o5rGWDolljABO4hkb1wsc8qFGubml1CnLQ0CyOVLMvQUtpPvsy3ADeV0ZORBRzpO39MRJKIWEvEY4qmYyEqjsSiSkahczJnyGubXVtGu1ZGJ9WB5xcOTTz+P1dwiTD2IAINI4KHh1CVFmc8jG1cFNlOmy2tsiGxwZDiL+++7E+FwAGvLSwJeZ3qSiMUiiMfiSCZTkiws55rvjsHTnnUAPcpfOPEynnnqmBp2wJPhZjqVEG83nt9s7hh8xUFoMhmXe8FEcILVxUJRmLBcO2zKKsUaLpy/Cjvej9GdN0ILRcWXdWnuCtpNF2azhJizgrGwKw1XwCLgS3sVetTrqLdoT8NBiUQii3rBSY8jeuvbELFsdKou/ugP/xDnzp5dZ5+SQbV16zjGRoYwONAn/391ZVXAaDbgDGOhlVSlUkXDaQg7tSsHJnjN/9dstXDLLbfilz7yETz4uQdx/PnjKgFbvOIUw5X3jUA3xwhUUtnBkABWbqctdQCfNUpT3/LWt6HluDh86LCyK9DIoq6gXmYKutpbOZDv7rWv+gEHsA6sSpq6htzSMpyqWtO1WgmF3KokThNYlZveZaxeZyjO2pjAqhGiFUBI/G0D4Qg8AhdzX0G4/S+ou3VcygUwmvKQCrI2pxeyDr2iwbMb+OzCJ/HgYxO4oXMEn/y1f0ZAW0Pb1WGaPANbcr7QQsxxKTtlXW+JqonKtyMva5gtRvGh2/J45lILfxO7Fy9cPAWv4qIvnsAthxYRX6ohNxrDsdf3omi0sffoGrZddXD6zhG8nGmgt2ni1295H7b17/AtY3wuqZyX6veGFhD/dwJm05em8Fef+iT+x+//3xjbOomGo5h1qrrbIGF07VHUne/+/Wav1a5Y2f9/AgZeF7okdZ6yLlKXXilu/OWk5O8bf7z+J3Vf0TWBWVQDsY9hjya+y8orRF6jMFK7g2D5PddaR7y9hU0r2zLzMDoCQGwwV7vKgo3Xr1R9BNVpPU4LpzV8+u//Fh/5hfcimUptvA3fwqer+JJ9mz0IWXaiFdRw5ewrWDh9AoXZC+hLJVAvVTE0tg2Db3671G8cTJCZvB4A7A8B5Z50fQ9kLt7VXGzcMf/GXWMFsPmZosd1l6zN/bM7vNsAVpXHKoP3SrkVtN0aWs0OwmETjz/2MIIhHQduPIBWu4Ogp6EhmxNgsQYFbd48RBP92LJlNyLhMNbWloWBy73j9/7jawNWP/M3n0RPOoEzp89iZnEZz7/4EqYvz0tpInZLhoWe7Bbcedf9CIejGOqPwNKmhOXfDclTxmSeUlzRAEr3ELJsXLxwFc89exxRy5Y9lb1IvlwR1cbE9h248667YcdoBWOLtyp7UKotuOdZYVs8LclmtWxLQNau9Lq7/hjw2O3lVdCjgVqljC987p/w8EPfQkjzJNQoadWQosJAC+LEzCou5GqIRdMINSpIBFrYu3s3du3ahWgyiUtT0zhz/iJG9xzElq3jaomLo5WG+blZfOMLX8bUlfMY603htl3bsHtsCP39GTljl/NFSa8vlMtYWF2TQasMEUO2POJOG6i2XJQFQAwgEYpgbGQE9775XgHiTrx4Es+++DySA8MY330DvvqNryIat/H6W28WifvzTz2FlNbC/t3jGBwcwPPnl/HiQgWxbTuQTaQlEPYd974J97zpDkQjIVSKazj+1DGs5ApYLVSwsprD/j3bMdQbQzoRFLIDgVWeKQQ3GRgmwKpPICN7fHFmCp/+sz9DWGtj97YJEB1eePkK3IUKLATE758RBTFmq9hhrDarmGqsYdfdr4eeyuDixVns3L5TwigvXL6KktPCSrmOy7MLyDUqElrG/pf9J3kNJNOkgybe+e53Y61Ywuf++SugpR0HzgGPKmNF9iAblMutVK5KL111atg91o933Pk6zF0+g+0TY2Kd89LJl9C/dQ++feR5nJlfxt898Pd4y31vwPzKjPhpP3noMM68fAr33H0PDMvCD374CLLZDN70pvswPDQG12H/EUQqHseThx7FKydfUh7jokDm/sh6X4Vrnz51SsB1UYcxiI+9gk7MqoOhgUFGiaBcLSPTP4DzS4uYnl9GIGgjEYlIyNbo2Bje894PYt+BW2HF42pPlligNjwS0647U1/Lef7T9D0/A1avu5tdYPXugZQk6WmWhTWninjEwA2jIwjRH4/J7/Q5Yjo02SdBmmdHUSxWsFKpo1ivwRI2qoaZ2QUUyk2E2AxzOeoeUlzTLZf9vxQLIqlja95SB7o0cwRWCQYKw5LNuCaJhY1WAKvtAKZrbeQpNZBJgWQSCzgqzDV5slz02CYGI1EM9SaEKVJqsLEqolBTFH+WIZRV0E6Q03UWugxRYHPLJol8Ie7eZDImA8BA3MKoXlHBWv5J3mwRXGXdqg57/l5qJjJByVilPEzzUKbXqdNGSw9iSbOwABNms4GhQAsRHZgu1OHZEezaOoKdg1H0xW1UcgW0O2TW9AuYky+uwbIDSMUjqFTrOH5xFi9cXUG+Y6Cn3cSWuIGRuA5Lo9RFHfwE6epOE0GxAvAbU7mWTPgm0EvGHZtVgtnKv67qtrHkhrAYnkArnEK8vYD62hUBQvhJhmG5UhdguQsk85yPkCFi6MgkPHzwnTtwyyQ9T9bgOR4GRsawkstj+twlkYvMrRp4+mkeKgaSsRD6khFYEvSiwbYNZS0RT0kBSMC+UMjhlbl5pMIx9Pf04dTpM3CbFfSETQGf846OcqOJWNBAT4wyBhclx0PCUiA7GcNzhSZCkRB03cPLRQOMrmnrAdmACYa2wIAFAybvuTCZlQcqfXgSIb5Ogja6BFosr+RRcjpoMNyNALUUz0qOpdwd24h6bWT0toC9CdqEaeRdq4q6KVM7Wf0CqpCaTXbVpTItDDpwxUeQrGYPGZqf7x5HvVnFzbsm0J+0QclTtdbArz1w+FXvx2SsXv7qn+DKWl7sEc5fXcDFKzMS7BAmy2l0GFcX5yQVO2RFUK/W5QDp35IVVuj01UUszuVhh8JotpowzF6kb96G3MUrMDoBBDIpWGYMTnEFbr0o79mt19GoqDRfAVS7TYrCp31ZMlmVSgrOgp8FPcFU+Wpeq03SW4I+TM7kveMOYJhMzgz4jCRuLH5YxzVXZ3Nr9OOXrWsfsC5bXlfkeQh0WohHorJP1RoN9XONICwy9zskPHrij3RwNIObxkfRrDXw2PlLSHRa2JrNwDJMpIfGEBwZRtLIIsF9rlGU1PBwKgvdTkhDLoFe4i9qiP+Y8iXlAIkMCwV6CUBKP18CfmRhsoBnU0VGigRXsZlRbBfpq0RKHRJ/UwnD4vokna/RILUJKBeBRlWGPhpBUfl5BDUNlUpPVgLZZF4HNQJwZMc2HJg1B1aoLZYtZB7qTO7WO9DIGLLj0GyC8Sa8QBCDFtktSo7l+zuo5068ZhXb1q2tIEDlAJ8n3w6ApDW5+Wym2APSmoCs6g6ZuJ6EWgkQSvmSHYZGn1qyeIImNKYkV+rwyH5uuAjQT4PAKsiMJQDRBEwXsHVoFoFVS4DVDl+jgIrKxkWuOwFgerjW+ekKuMPApDLtAJptrLaA1bqLKs8Temk3Gmg1qwgHNSQiUURCKWieDS3aRLovLEnesUACkaCNjhkBaF+guwzqhcbJl3iV+w347e941c94MhmF23EUoOCZEs7SZgsoBB3uLQZCARXWIOCRxz2HjXZHWJJdMGmzzH2z6kPuCpt13y9VnmmfESWNvQCNykeXwRjKiIfgqA6LNUDMRCysQCkqKggSCJjq+7OKTYV/xqpQNEKI3H6VdcL/w957RslxnmeiT3V1rM7d0zM9eQYzyAAzBSUGiRKpZGVZwd61Lfs6rLMl696VrfWR19dhLcmSV/buWfn6yuHYEr22ZEu2GUQxR5AAQeQ0wGAwsXOq7qrqqrrneb9uAOTK9xzq5x4NDw5AYKZD9Vff977P+wQ+toQLyhBUMZGG6gIqNYaydAL4HJlZbh+mZWGlZomHNhnT9MwK+2RYdoWhzdcWTxnoeRoSuTRuue06mL262AkwtG/l0gbMnode30er0xEQXYL3fIK4vJZkSavXwYZm7/ZZFLJk00RhMBjIiIinKNmU3KtqjRbK5YZYDISCBDCyePrgCZw8fVz5KdNfd8CqHAYzXIvAyFAK/GwdAVRvvGkn4vEARlIGClQI5DMysJQk5zCT3NVAT3zsg9whgoqt07Nw+IVDeOzhZ8RHOBQm8zYgEleezVQdpLIpYQXRUZE/Xyjkkc7npfayehYs2gKQqaQHsbx0GUdOrWBy4TpML+4VdUy9UYe5dAgxu4W8b2LUADLpGIK03uAy9305szmsdT1NvHI5uGJoaLvXhT8yi8lb3wYYBVw4fRp//MXPw7Yska7S64yfw+TUFIpjOcRiIcSjhtw/BDcIRhNYZWM9ZJ/2Gd7pOGJFAcdDx+6h1mqJ3+Av/vwv4Euf/xIee+QhxGJhhGT9qvOH4DwHuZSvNxpNYRDztQ+Du7gY2RT+6I/8KOZm53Dy+Am0Wm0V8NFsSII2vW4J9tLmiTYKK6sXXvX9zR948sVjV4YcZIjXtsrCDCR47lg9VMobcBxl78K6Vs5SGWgNvwbqGspVw2Rpx6SBpe0M7RQEcL78EIr+n+Glio0/uTiOtxTr+MhUW5h6PGWDri5b6h+88Kt44MRe6P0ufvyW5/GB2/4Rhl2HpjO120KUWQpeFFa/K7Yy8WBG9sa1+hg+903gY3dexmvnYli+5OJLdQPfWo/Cz6QQ7/Wx7XwHO0+3sbYnh8O3FWFVmpg4VsIbj7RxajaEI/uTCPaAN83ehA/d9k6EkVYDBDk3CIErry8SGaxgAH0tidXlDXz+j/5vfPITv47919+CNtlM31Oyf5WVfi2b9Krk/+pHd5WhPwT+VPN9pZ4YDOPlcYa1xSC+bICDXgFvh8Do0Lv0lQtkGEY2fPzha79WIj/8s/w+VPQNQrS4n7DGkkwApfhXvP9BKOvV51ehozw2IpSQN1v4b1/+Y3zw/W+TYQsH5KJWGHga8qEEZPAgzC4WZ8E+eyEdF8+dweazB5F2baQzBjTbwYbZwbF+FHmG8IyPSjBqPJmSs16CEq+pweQaDAJkZZj7vaRG136GQ09c+cGBaQGHxgNfUPVwiqHseEA8npGhXatekeFt36a/cgiPP/Ywut0Wbrhuj/QOIamlVGgza6bhaDmcGMH47D7xcqxxYCap7ho++4nvD1j9+K/9NnbuGMWlc+cwmhnBxtoy/vWf70On0xafzVQiA9cNYGJmEQduuxM7dm5Dt3Ecnt1S9niDQAAvwEE7T09+TirQ76XDR3D48EtIxQyxeGBd1u52ZQ8oTIxjanYec4v0lmSDqAsjUTwlORCOUPGggoZ5tkQirF3UkFOs5mgtF2SfRUWesucRO4jyFv7ki5/HP3/j74Tckk0YyCbCGC1koUcMnNtqY2mjjkarhVDfxK17tuE1u3ZicbwouQzr9Tqef+k4HD2J6flZjM9Oc4YO3zKxuXIRlUoNhXxOzoz1y8vIpZKYmijK+bp06bIwL7kbNMw+NqotXN6swDVt8b0PRsOoOx3EkzEszszg+p0LGB8bRSaVlb2RRKbnXzyCC+tbcIK0+uqgMDGG8elJAfNe5LoOmHjN3l0YyRXw5OlLOLTZRD+VxVgyj4xhIBMP4dOf+CUkozr+8s+/gu88+ID0rqlEFsloAouLc7j5wHVY3DkLv6uUIDy/CoURGdhKcPKAkUn7A8vp4Z+/9jW88MijmJ6dxNxYARktivKpC/A3ahgLRZGNxhDzLXT9AKq+g029hz1vuR1VX8PzR17CWD6PkXRGBqzBZAYXynV8/dv/io22J9YPMoSXz5PetDqCjoPJqVmxdjv0wkHkM3FMjeUxkkgiGYlJP1OcmMBmrYmnDh/BWrkinqwH9m3HnTfsQqu8ij27d8t9c/CZx5Ean8eTxy7ggecO4T0fex8++3ufhhHnegzj5PGTuO9fHsDtt9+Bza0tPP3sk/jYj34E2+YX0aw3hdCXSSeEIHD+1Ak89tBj8LuO4DYkttkeA9DaWF66gM2NDanlqTJhjSLnv+dKmCgH6qvrG6g2mgiQzCJKIDW8jkVjcOweEjEDo4VxfOCHP4Z3vOfdCEXoW091NLGnoUXb93WM/2/5Qz8AVl/xsQ6B1R+aH8F1O3cgnx9BuV3H2voKdk9PIBCKoNrqoN7sIRKLy9Sp32shl4mjT+85PYr1UkkBS/E4ms0ukqk0nGYd5y+vgSbmE9kIdAKbxJbYSIkkmFKVAYNVEoAZPDFIwuYhxjAD10VbGiENNRvYcD1UOTH0VGiC5zsq7Mp3sG0si1u3z2PvVBHjiZDQ+ukp2uo6Mm2hT1jb1XF65TKOX7iMrXYPbjAqvqlMOySYS+ZLX+SkOkKeBcO38fqMj2goKDJtnsk9h0yFwdEqfaRiw7JRZXNiiJ+gD5MAp83mNYQtN4B1jxJXDUXNRj4SxEbTxnrLRjgSxDtu3Y69s+NwTVOA31giI01rx2yJP0gyHkWl1cbTp5dweKWKdjCKbLeHnaNh8fPkoSpJygF6Inoi76bcfAis0quRwRDcWFRjzGkTmxjFBmpZDkpeAlVjBlWCwfWLiIdFvy6HKifKBPX4u2V7iESUHx0ZCExWdDoWbt5bwMc/sIBUaBO9Zg/F2Vl0uj0sHTuFYrGIckPDsSNdVKohjI/kkYrRsNuW0K10Mo3SVlnJTvJ5SR9eXb2MU1slJGL0e0vjyEvHEA30UIzHZOOmFUCr5yAV0QVYNbs2mj0fGUOxTluUdNYchGIhYfGd6nhwQ2F0XQLLYQX28dDybMwXDMwUs7C7JmLhGHYubMNccRQpJnj7fbTMHi6tV/HU0fM4tVGFCeXjqK6lJzIngqgGpfx9GwZ8ZKNAJqrAa2GHyRoXQYEKTKNPKNOZ2xpWayY64kqgIab5AqS+5+43oFddR9qIYXZyUpiFa6UqfvGvv/OqN2YCq62T38DRpRU8/vQRNOuKgTo9WURP07FaqWB5bVVCHQhntJpdGRwUp/Oy5k8dX0KzaiFA0MxzEIglseOj96B++gJKz5xAMBaX0B0mPwYjBNfp9Wkpuw6RASqJ85XCdvAOBEgaJJALk2LoIirF/kA2NyiW2XQLC0MYEcofORo1pFHtM7CDMuMrUuGrjeT3ulgvl9+90g9tyLxjuimBtsGYXBEnBOwxdFpwhJAIhhHxbUxmohgxAji9VkU+HMDu6REx7y/OLiKdKqDf9dBuryIW0rAwvQMTc9ugs4iJJIhQyj3ApGJ6kvJzFp9SYWoogHH4Jew+SoIJknLvdCzxC1KG0YMfkWvKxyCAQTYqUSh2Pa4wL9FqMU0G6Jkq4IAM2VBEPJbIkhW/VHl+D32yrvw+en0L/XYbfquNcFix1YO+IwMothm831zK6yMR6AQ4onFMRMhuGYDdgyZPmP68Zzj1dWy4rZKoBPjyCAAK0CtTZ75PH+jRuoAev/TuDYi3LowoEI0B8ZgAq0MfV4SjEmoMshKZ1t3uQOt0oVk9wBPeLaDb8MMutBiB4DD8RFiY0x49tAOqKRZmL7s7Dv0oF+31ofV8+D0fXs8TFlzT8VF1gK2ejaplo+P0YXXbsLodsY5JJxJIxZJiE4A4kC8YGEnmkAnlEGdYViQBX48hQISexr28BwgsDy1Fbnnbq77HRzNpWHLGEk4lC4jwYkDctuR9cZhGdrHg3FR1UOGhGKqKfX/Vg/WVT35FJip5V740kGr4MQD7B+xN/hy9VBNGXBipDLKwOh1MjuYwmk/B71vKK00oOAPrADWVVE85EAjwTBLW08CGgGfz0AdbqVNeDqwqNSxbWuVHTCWM2bNg2jY2Wg7WOxZ6jo54IIyFsTwWZooot5q4eGFZgWCmg7mFKbzmjfvR92wZYhJwrjfaWNuoot600TItYT1yWMCGR3xI4wlphlincLC8a2EKxUIK8XhY/XsmiXg6oQKTAjrKlTq2Nqswu0qKns0t4tBL5/DEU48wZgchMH1dFfnXSnMVGKB44nyPfcdGNKJh+/YJhMIedi3swMTUpBDGo7xPuJZZEDgOemZHwAICrkFK/0JReFoILx49hUcffmYg86a1CgnzURkm0j8tk8tgbKwgNREH3pNT40hmU/IYTl952rt9W9gv3338WVSqHm688Q5k6a1XuQC3vYZoaxPJSAg5roloRBi0jFbi9WKjw8G6+GkPA0X53lwNFfr3FRew8Nq3o68bqKyt4ML5JfFYpTpibGISly6vYmNrC81aRfZEWgNMT01ianJCQGbWolqfAzEleebAlNdR7KsoQGA4FaWL2QzGRovYXN0Qn1JF2Fe1J++ZWqOGEydPCYmAbGae+QwUZbgXG9GLy8solyr4yEc+hj179wt4yiaRnxHZPXw+ArMEeLn2+esLf/QHr/r+5g8MgVUB86GjUa6i1Wio92VbCli1Tbi0ThnkDqgwv6vnoYQEMUiOll70OCawGg6KzFcCIdefRML+U3zltI/vYBcKoQp+KbeOW8ZokWAhonlYPWfgPz37KSy3sgiFEwjZNn7itu/iXXu+JTV5nOuX4TBUgZGxTM9fHpx+GP9yeB/ms0s4sNhBDzGsr/hYQhu/dWYM7fQoOmuXkXWCuO1QG7XpFJ6/awKpjQ7G1jrYfbYJrxjHuQUDbiiIHcFRvP2mNyDM5OrBMI4heGTwCRDKX6k8gqO7sFLq4b987vfw0z/9s3jD6++E2TXVlvMKf9RrwbthnaCGP9dexysn8hXfoiuPI3ut+m6l6VBDIvHuHpKIBzuegKTX1EXqyL86IH4ZkDjYF4ae1VdewTWvf/ga5Hd5c2pIKHYwQ+m/gJccBsmzXbk/BE8bDrkH9wtTte1uD1/4w/+Cu996m9TxQiYYqGh4Fsh91WcgLnsCZgrY6JU3cOlSGU8cPQ6rsonZcATZYFDOviWrjUfObAjjll7QU9NTeNe73yl2GgQu+LqHcvMrALEMlK7WQcPP7XudU8O/4/BLHSgqbGvIWOVjc1mwHDISGRVuUysLsYLp6HyNTz32CM6eOI5CJq2Uf8kYQtGQsLvZo5DRH6EaYWQSM3sOiCS+Ui2r8FbNx+/8yie+r/v7J3/uVzAzl4DZbGMsPy/g4t9/816cOnZCGIKTxSkE9QgcP4i77nknduxaQLt+CgGvixDHHhxWcjCnEWyKyIBFwosDATzz9DM4c/IMUkZCfI/JjuQ5t7hzB4pTU3Je3nTgjWLRZlrs9ViWBAWIGi2OyV7HARLPMf4Sq5lgSA07hajDAMiBXZcQAnxcWjqPT3/yV3HkmScxPzkGIxhENhMTgN5GAOsNByeXNyWoORGPYqKQwWTawP65KVy/eyfisTiWly/j1JkzYo83u20O8VgYUV0TQo84rbBvd100GzW1z4SC6HZsHDx4FEsXV+AGwmi7Pmo8v+EjGUlI30sVQW4kjUI2icmRHKanxkXtwOH/+PikgP1LFy+KZL5lOhK2nBkfw2q1IgSLjUurKMY8bJuaEDVnqR/EqZqJqqchY2TQrFbETvFTv/AzuO+bf4ev/fVXcdP+PZibHBe7GI4uSrWaALzv++D7sXtxTp6fNRMtblRIowstpIOaGGLmUcPAyrET+N3/89NIie1PERMjo5jPjMBeWUPn7AXkA0HMThZECXKxvAUzpWPn3XfgfLuDx54+iEJ2BCOZuAwZEYlLT/joc0fQCSSg+X3kEgbiRhSdlikkKt539FrP5TLoturYt3MbRlJRjncF0CaTmfkf/UAQzx89jkeeeg6NtoXbb74OH3r7m+D3WrL3UCVsdevQjTzuve9JfPPhJzG1exZ/9N8/h7nFGemNe50evv6392J2dh4XL13E4vYFvPa1t6LRbKFaqUtIWT6XkdqBVmCPfecJbK1sSghXr2uia7lYXV1Ho1bDvr37UN7awoljJ+T7qfKJpjKIGXG0TVOU1kJooZWR1CIMp+J7SUnLRBa62eFnMYo//PznMDs/NxhGqeDyH3y9/Ar8AFh9xYoYAqvvW8jj+h3bMTU2Ln6Ly2sXkEkYcpM3O9yUgtApbyRrrNtE0gija9M3IyabLkEpTuXb3T7GR0ZQq1Xw1Esn0PVcFFNRxCSYYmDgNzAsZ2E9nH7qBKiE+RFU3jCD6dem46NZJdNSl1Tlsuuj4+joEeShB6rmoZgI452vuxn7inkY/S6inLhE2LgqKWxfNjIWGS7W6P1zegnPnFrCWqOHQCihQm9ocCZzfsWqiqGPbEjD3lgfsZCa4PCLUngCq0pvSrBHycR5kHCSYjA6lRwpmypSWxi2JSeACrEQmkLrDkajOiw/iGUCal4A109ncGDvdqSYDuCp8CKaQtuWKRtgOKJjdbMMMxzH5S7w4DNHsD0MbC/EkNIsxAhssFggq5GqWYZXkTHAiZP4wDEgxIfNlFBhBVKaFRLglZPlNhmrXgr1yAhK9Ro0u4awrmRMPDg5KSLrgkwV7i70XGOTwQlpNBFCu8kQrT5++qM34I7rXTRKVUzMTAtz6MThIyiOFdHq+jhyqI61FTag25GIRbG2WQZ5zblsFq1mB72eJZM6bmyc0pba9PvsotpowzQ7mEgGMBk30OmaqDka2j0H6RgDgkIwTQstG8gYQWkcFLDaR4z+hnDR1KJoufRHZGol/WhY+OtIxjy8+cbtuOPm3chEQgLyhLSAHBp2qwlPvlQpbgAAIABJREFU5AMOOv0gDp3fwH3PvYQ1SwX1UOjPx455DhLwRTJEqXMy6Iv3azJMny8FWjj0PJLCVYGDNPvmta30dFRNBw0GsHDSHwRiehjvvftmGP0aHNvH3OxONHo2Tl5YxpcfO/Gq93QCq4ce+Qruv+9fkfcjuGXn9bjUbuKZkyextFFGs2vBox8aD51mF92WI+bp8TSLpiDOnLqAfo8Te12aFjLs5t97OwrZHE79y+NorFag+2LoJOETw2RZgd+HKfaDP/M9DxsAKdIIbA3YqiIsGTAUiK0NCzW+YQKrYtBOtiZlXh4lmmEp8BynB6dPH02mil5tIlVTo4Cj7/V17b+p16SaIGGNSfqrYtBy4kloh2AV/zoS1pGKBZEOhBFxPIzlQpjdlkc+PY0XV5Zw9vwlxBhWZvmYzYzh9Tftw+y2LBYXZjEaLiCMGDRK0iWsimCq2qeUfJ8dKA98XjvFjBb/Z4KnBLJ8+4qc3mdwlaTdunJtGH6kBWmvEAXIVh2EMXHoJRsE7992G16zDo2sPcG3KEOnHUpYGLMEWSlL5x5EL6EeGyXXgtVqwG42oLncX9UwJ+jRCkL5TLoBC47GQUYS4URaGKv0EZbQF95UkvqrGN6UhTN4KtCsCstUPE15JlBuR/aq60NzPGiU4vf68vdaIgYkYnCNJDQjhkAiDo/BQDwsCPLoYYRcDRrtEGh30GlBq7egtZsCsFAG5If4C7zBECCwGtOghTR4Opswhqc58Mmmlef34dt9aDYfU4dHYNXy0Se46gZQ7/vY5ECKygLbRqlTFz+wkB5CJkH5dwSG2DvoGM0nMJ4cQT6WRyKhAHU/xDUg3Sy4bIVExIaXNgi33POq7/F0KoCQRZuTANxcH6FcFLqWhG22YfdMCeEiPZZ7kTSAZHQFCHjwvB34RQm7nOeZSlC+FnRQTe5gMCpYsJKY8x4VpbkH8Z+MM5HeJrOZ+xvQrNZRyGfFm4yeV+LHRs/dgWfxtc8zBCQIrFJVwUeWPVPsIVTDrRgViiU6bPBp/UPmjKhjXV8YxFRXcF1kkzk8dGoZ55ZLmMhm8YY37sMdbz2ASs3BoYNHcOjZw1LQ79+/iMmZHCJGBJbDQQgBqwBabQtLFzexvlmXc58NO/dvhmfkszkJl+rZFsKaj92LM5ieJMvHwMjYiPiN0U6EvqVcGxubJZRLNbllU7lRzM7eiJNnlvEP//R1OFYbYS38MvjgZWw0jq7CYakxWFvNzhRx2203o+92YHV5b9HCoAQ4JjJhYCwTQzERRchnWFNYZP1U7PQRhKPH8NKaicOHT4rSRTlhcNgaQTxBxmZIwkempiakCU5nkhgrFBCPE5QNwA9EQHeUWrmEw88/i6Wz51FIprBvdgohq4WAW0cs7CIWiUvDzbRnbj92n3ZKrrDsh2ErDEOV0CqRIDOQ0sTFrRric7uw9w33CKPV0F2k4nk88uijePrZ50TOR0Yqm02eV2aboWWmLJKYWCLkUBjJ49Yb90lTyMceBrGJhQNlqr0edCpuYoawVJrVmgzpREg7OC+4xlhTlUollMtVYXAxmIxgOsFyfjHpulQqY3pmAfv3Xy+fregHCEhLHp8CIq6AUZ6Hn/+Fn37V9zd/gMDq8HHoo92q1tGs1ZW9gGOjWtmERcuUAbCqbDWupsYrcE8NccIhBaArYDUkQSb8cisHcf7i/4svrIbRymfh+1Hs7izh/xjdwnUpD+SAPfZsEf/9zG+iy5Ba3RCf7TAs/Mrtf4F3bj+GUseUeqivh0Cd2EgoAgc2zm9N4HwpgA+9dg19h4E3UVRbLSSSRXz1dAob/TFk3CayoQimG4CeNFCfSiJta8j0NcSsPqKpGHzdRxcu0ojAbproUI3Ac0XeGoe5KuSS1aqXGkd08Y242Azgc3/w+/johz+Mt9zzLrTb7e/5GVwbTnelkniF7PPl9cQAcKXX6gDkFCB24O05BAdl8Dl4nGE1ogBb9XVl2PsKj9fha5DB84AdL8D6gBk73D+vfYxXgsWi5hlYXPD7gmEV3DrMyODvfcdCn5JCn4QQS+S0fG1Wx8Tffe1reO3rbsLCwoLsr+LDPfBsVu6DOnTPR6+6hcbyCUS6NayWu/jO6bNgMua8EUeq7yERi+OCa+Lwpabs7fQap9z4jbe9Hnfd/SbZi8RjfHAe/f8Bq8PrMvws/pcaT1JtlMsC/zS0AZHrJR9GELF4WggEpgRhKkabEYng9LFjOHn0KPp2TwJzWF8OPyt+vzr7fMzuuh73fPgnEDUS2KpUYfd7otb6nU988vu6v5954n6srJ6BaTooVyzxB+VJ/OyTB0VhUMyPYnxsEp6vY2p2ATfctB+2tYqA30F4CKwSgJeh51DZwfO+j2eefg5L55ckfJXeuVRl1Bp1zM6TqbooQ5Z0YRzbFrcjVyjIXtzr9gQEzOSyyGZzAn4z6Ij759A6aKgU4xq4cpbzvtNcnDlyCJ/55K/B6zSwd/uCqCO1oCby/Fqzi9VyA4ePn5G6NZvJIBYKoNcqC1lmx9wM9u3ah8Vti3CckvK2FtsgV2zzqJhkn0slajBMW5OQXK9KrYoAIli6sIlHnnwerb4Ok7VOykA8lRTbpjSH2/0eJgtZxOCIB2ginRGVCQd0ZORy4ZDIQTLR6vq6+IgHjQSOnj2PYDiGXDKHvQuj2L5jJ144egrrHQdeqoDM5CyihvIC9cwWGhsr+MZf/T/YtzCFD77rHuyZnxJ/btPpY3Wrikeefh6pTB4f+ej7BExln0ulCPtgXlvanlFpxK6HZJwjDzyGL33mt0VpE6KNwGges5MT2D86htBaGcvPvYCg2cL42IxI1q10GIt334YXKyXc99DTUrPMTo3JWV5rd3Hq7GVc3KjhQr0DrdfGa2+4DttmZnDs+ClcXtuC5TnYtXsXRkey4kPM99HvNIRgQ3l/LpMXrIX9BhWkR4+fwsHDx/GGm/fjtltvQGNzHdVaVWzfiqMJhJNFfOOBZ/Gtx55GajKPT/32r+O6m/bKkDoVT+HB+x/CqVOnMTE1jre9/W0ol9dQqzZkyLB9xw4ZLNNbNaqHcPKlszjx4nGYjSbMbgt7dl8noHgqFceBW1+Dv7v3Xnz+c1+QMDL6BYcTGTS6DGluSwggsZFoSDGwSXYSuwDNl71Rne8aWk0Tv/bJT+CHP/KhweB/YMNybQLh93W3/+/1Qz8AVl/xeV4BVrfnMZrKYNe2BWn+KrWyeCwWcyqEwQWboRAsk0E1FgwjKgbQtWZHkH4eKGSIblXbSCYNnDpxEpudHpxwGDGH/ilBuAQGBoET4tLHRkVGYyq4h5uleKzy4GJR6/Vxtt6HaStfVuKOLJbabHgQQtdj3+pj18QI3nrDXszEg0gSnwjTZJusQqbBs8FTiXdup42272PN6uPoyia++9xL6FIyQTBBY2JgH2HfF4+SsQhQiGgwKPsLqudmQcP3yAaB5TNBEIfvaVDIEXyNMpRDDPoJrvbF9LzpAm2XzY+HtO4iTR/NYBRrTQfrPRf7doxj1/QYstGwNJLxZEYAOdNqoyMyWFdAt0iuiOLiftz/5EG0jh7EaMhD3LcFILWG0l0Cqz0VHEBgVXmpckLnw+qTsdofeNoq24VwUBcG1maggNWuL2Cu7nUQ1OhLElHyFrE5YLNA9qEiwfFw6PXCcEOUnKop4R03jeHTHy+isrmJselJmeweP3hEJQv3g3jpaAvnz/SRNjKy0TU7NrRoCPlMSppt+qG126T8M43WR6vr4vmjS7i82RQ7iflsEEUjJibUVZvesC4YVpWLK2C17WhIxwRGQtsF1ms2YkYUcYKYgRC2yLy2+pJ2zoKFPAfKKN98yx7snmbYUhjxsAGNa5KBGuE4zF5b7oVerw9Lj+LpY6fw7MUyei7LF+ULbLChcz2EXF/YfIVkCKkw/SRtVeTLVJVAAAtchTSGQ4qRVSfWZfvw9AgYwCUFoBfAbQd2yHvm606k8jh28ox44tx7dP1V78gEVv/iN/4d5rPjyBXHcHj5PM6vr+Ps6gpajg4jlUOr2xK/T7PjoNfiGtERTSgT9EsX1+DafP0MIHIQCGqYvXEXotkM1s5eRKfURJDX1OJMWL1HNuoymZUuYsjCUkD9sPBngUZQT5gyvjsw+FA/o0DOYTDYIHSAHpSULYuETbHwJCU0oElSNsHWoebuKtvkajDytfDqkIHy8tnjMBF3QJ0Tj8nBI8qfFUs5EQDuvn4XdNdCuVaVz3z/whzecudr0fMDeOj+h1Fd30Q2HsK+qXFcd9sHMDK/G75uoW+uixdqMGjAZdPNhjakUuKFNiZqRkl5GviMEVS92oD5ngmN02Z60lpdAbqVbpWPZUALG/BDBnwtLIMDaaTZDLDxc1y4nQ4cDgy6pqxPabgIHDMJlsMogl4c1IAWAgyu8mD2u7DbTVjNBtxOA7rmIsjEcx+IcF8moG7VYfdN6PTsM1IYNzIIRBPwxFpAhVuJhQv35IGHadRsIkBglfQRoVWqhE+/7yv/a4KqXBvRELRcGhq9nFJ56PTpNGLwCAgPwAICwQw54X0Lu4cArQ4qFfiVMjS7J8xUapopvffDGgLUbrN+1nn+kC7OoKOueL8SNSLTmgkKmqMDVgC+rcGzdfER7LlAo++jZLvYsB1UzR6Wuw00yZINhJBKxJGNhZEIErSKYjITx2y6gHyigFgqAS3KzygG8SDhwcKDbyBRFE9dSqBf5df0QgqxYgaZ+REkRsPwQzZc34HvBGHWe6hfaqC7ZcHvaAISO7xXByxxxZRSjagMFeiLKKnvCpRRHtKUPynekLCm5CZVwZEEZw2CnjINcJGIBkXREgz5sDsEObjf6UpGzxBJacoHXe8ANFX/p0BUWgqJ3Eqee/D3A2m2/F1Q2Q5I+Jd8D0HHoDTqws4Sj0FaD/ex0fVw+MIW2uUeDuzfhde98xboGR2nj6ygtFbB0cMnkE0a2Ld3G5gyxyYyEAzD7LSECW87moCqW6UGNkpNUVOQtcqApBEJemAQDG0RLOzbNYv5mVGkUzGMjBUkQZavhfI+KmYYglUu12XIOTnHJmAnLq6s4d6//0tUy2uIMMBKwhSvsuOGdigcSrMBIKjcalbwmgPX4013vg7rG5fw3PMnUd7cBLpdzOYSuG66gNl8HKPpqHjcR6Ihqbt6fRftjo21Zg/PrvXkfZHB6mv0ClXS30g0IGws7tP5fBZ79uzC/LY5RJJZeK6DvtXGxvoG1i+vwCpvINhpoBg2kErFBKDl3k/GJlk9cHvwfMpuA7AHgDfPN0r/HV9H17TEx5aANcFS1gCx7CgsPYKR2V2Y3LEHJtmrbg89uyNWAGSHbm1sYmurJDLleqstnvKubcOi9JNJ2GxGI2HcdPPNmJ+fv2ZYp4bFYsXD9Ub2M4f5oQg6HDiJx+PLgVUCSBKmKiGragixvHxJmKcjIyOSlM01vbKyinRmBJOTM7InkYEjftjXgGaypgM6fv1T359UeAisCjgWCMFstFDjHie2KS5q1U2YZkOYakJUlXP0ewOroWAEoVhEGl4JkuTvCGBj7QTuPf7nOBiMwmW2AP8zPdzorOLj001MRzX8+WOvw7fOvg9Bqpo02mGYcNwE5hIVfOpNf4fFwlEBmGkBYtFjuR+A7xp48twM9sxdwuyICbsfxsqKhl6DYO0kjPwcEMlLPRvmkRBhzeQhZLvilWrBRzfImVcfBq0jJOnNhUWLal/5S8vecEXWybPERS+QQmTn7Vh1YvjTz30Od7/5LXjnBz8s3opDNvNw31Og+1UQ/ArYOZSbX+OTOrxDZcUMB7fcq0RkonwuOSQbfsljDRir1wLtL2egqrOee4z4BcrzKkIKf1w85d0+XMk5YHAnA2PU79yH+It7zdBPmPcLrS8oISZDUVLHqYRrNuX76DPMABrxduTPubwXGe7DHAHWoSqPIRYM4q1vf6tYerGPGPoPS/CibgkDvm8BtbVN3P/1v5XzLjcyisdePIJCKoT5Qg7BvoNEKIqzpQ1canly/1MQwufKZJP46Mc+hHyhKHZlVwZ96oORa6D8C/7Xr5cNn64doA+AVb5GAciGiig5y8hSc5FI5URxY3c7AFVPVJ7FYjLA6vRMtNrK99Ik6aNjot1qotshyaMNs90RRdJb3vthARu3yltw+rasv9/9tV99lae3+vZH7v8LHH7xsNjFBGNh5ItjSKW3oWsH8cjD34XXtaD7Aayvbche8653vwuuW4XnVKAzoFPyS0hu4LXizcJryfuoj4PPvYBjx44jETWQMuLinUqFS7vLgN0gdu3bh537b0CKg7RcDql0FkYsDpu1KoP+6NudzYq/KpmqarCpPLy5HiQwdTiMZW/v9/HiU0/gC5/9T8gZYYxk00KKaDoONktV8Rjd2NjCyEgWN9x4K7ZNTiETCwlBomubwhQ9c/6yALzXL+aQNAzVr1I9GgypoaUeQrPVUiQfqgyYgeK6CEeTuLTWwJOHjopVIbMLjKSBmBFCfauKZCqORCSEyWwKyRCQZA6HwUCmmDxeqbQlypzxYhFz2+bkvjh/6px48LsBBkJHMD0xhX6/iantu7FeN3F+vQRbjyFTnJZ1sW/PXpw4fBB/82dfRmnpON584AbsmZvE7tlJJFIJ1BjSXDdx8sIqHn/qOXz0xz6KAwcOyLmSSMRlUCzDYvJVWBOEI/L7v3zlr/DE334D2XwaK14boUwCmUIWO6YncePUDPqlMlaePMTlDCOVBpvIvXffgWcuXMBf/89vY2pqGnt2b5M6rVKu0TELjbaNw2cvyLW47eYbsDg7h3Kpiq1SBd2gjmwujVg0hEZ1Ezvnp6A7FsKxsAQPb26U0On0xJd35251Xh964RAWZ6YwOzaKbqup9in2vnofQSOP+594CQ888wLGFqfw85/8Gezau4jRwqgMds+ePodv/uM38da778bi9kVsrl+Ea3FwHURxcgrJbBblRgO1rQ7u/dtv4viRk5ibmcTHf/zf4TW33irrtry1IZjVdx54EJ//3Oelp2KfSJvEFpmtDPyl0hmaeKZnGCoZCaLfox2IJXtQ32dgM4k1IUzNTOMP/+gL2L13j6o7ZVv6QXjVtZvcD4DVfwNYfe9inqJBFHM5XL9nF5pmE22zg0LKQJ7AKdlHvoa2pMP2hJpv+wHxOcklKS/Q0OUUpkLPlDbWLq0ilMojlsuhvbEEQzn9yYYlG7AUCpwODBmUlCaySWeSqGKmsIFZ72mothxhAUSCPCT7Ahh0/CAato140sAte3bixrkJ5ImRElYLxQceaJQqkDGgSeHQbnXQo2m3TRl+Dw8+cxgbTVMOo5BGBpaNoOchGwmhGA0gF6KELIAg/23AzqHMkE0AgSBKhWkCTpNpIR6R3Rni+wjAIqPSIbDKYGmGPg0k4JonAB593zY7DjLbFvDmOw9g9dxJkZKLxCIcFcDEcayBpJNsrhBiI+PY+9rb0QtEcfqx+3H62ccR7LQQYdAXgRMN6DieeKyyOVW+t4ptS9YuQWH1uhUjiKxMgq/Nvo5lfRzLNXrQmQj5XfGYjAV1RCO0DAgimYzBandksyc7hj55zE1oEf/QQmi1Otgzk8af/Mdd2FxdwehUEYlMCqcPHQNDz2rNHp47WMbqBpN100gl0uh0HURiUYzls3JYUwpBVqBhKBnLpVodh4+toFI1MWIAC7kgCkwotmxUu+4AWA0ja+gir+w4AaSiAeKSwgRerfSEwRLXA+hZHkptGw5zywYGVxrZLekkbt69TR2wRgzJeEr8cSLwsNlx0eq1xTNXQMNgAMubm3jo0GnkCqOw6bdYroAxQyGynDUNuaiOXDKCCP0nKXeWlA4VdS/FtrC1PQHDuTU3+z7aFj0OQ+LjxM+fMrXJqQnMb5tGUEJZgqhWKgLufvnxs6+6aCOw+o3/62fhRMJ44eIFHF+9JGwThlYZ8RzaPRuO7wjw3mnZqJdMsZYw0vSVsVHeqAkwLMxuCmoCkMM/ls2gVqkr5jaZDDa9fbk+XJn68e+YyD0MDLj2hatAHGURIN6qg2CcYUOh2KoqyVwxjigTU/eQOtr4pfxY2RTydwbWiDfngDFyNX5iIKV9BXNVmh3Zjl5RtA+kf6poV6z6ofcQi9do38O+8QLmihlsVtbQMLsIRePYs20M0UAUuVgSk5ksNi4vwTRrmJ2ewk03vx3js3v5w+h7bQTI8OU7Ectogn4haWJ9gk822ZPdK5LCl0U39FsCHNIc37d68v20TaEU3o+kEIilRGruBSIqOIoMM2HcUt7qwel1YZst2N0u0DdlasvAAr5+gixCM6TNhYRd+DKxNsk07LRht1roNjbhdDvQyVbimvcDEugVcLtw2V3RK9SIYTyWRSCRghfi8IUAugJsWczQdzfgeUjYHQQZRkZAVFi5DIAiY5XhUQQ2JYICfiqOwNgITRrhJ0ehxyLUPIvyTTF6VVghWa4Ej2kzELBN+JUS3NImdNuCFiK4S/9ryu9JWKGnLSskCjY5vDKF7QerA1hNBTqSActkI1uH77BBicBxw+j6Phr0WLVcbHVtVNo9nLMbqLbaAiLTYzUXjSCpB5AMRTGdMrAtOYJcqoBQhoFWCfjhGPyQKwwOAVcHn5Ws2Te++1Xf4+/77B1oBx20GUpm94VlbdPxpAJ01zuocBhU6kG3mWcalCVPexg23mzSh4wc+jwP2aAvAwXUqa2a3IFHtbCPORQNBgd+0hpSCQOxMD1cuwgFedYkBk2tClIZsq4EMB0AFUOmqgJWFUtV7u5rGbEDMa7yZ1bN3BX2njBWOSgMKvsA7kE6vbEd/MPRi1jf7EiY2vvf8ybMH1jAuYsXcPTZE9i4XBJG1q4dM0ikggIyZEdGYCQMGeAw5MlxfPGXL9XqOH22BJNN+MDigiwLSaUNR9G3TezZPo3t8+NIpuitmpK9S64xpWauK2dUrdqCEU9iav4A4okxlGpV/NO3/hbnzx1HmFYA3BAG25uA1hxqD4AT/huDieJGEG++6w3YsTiNjc3LuHBhHa1GG27bxEhYx86xJCYTOhhoFk8YYgUgg2yPXrE2Lm7V8dSlOuotRwYqnm/JYDykMRlZF0YT70UC1tsWt2HXvj2wEEStsgGnU0MyncFovgDUS9Drm8jSd1HXRBEj18ZlYrlixPE5CWKYtotO1xbf25bli2VR1+qj03PR6fUxOj6NW17zOhw48FYY6Tz0aEJYcWx0yHS2+pQUUq7bg8katGOiXq+hXC1hfWsd9Vr9iiw1GmN4Zg6ZkQLiRlz2bqpuuKfxbG03qzIM5zqiT+4w3EaW58CaZijJJijDHeZqmBWk5mWtQjZvKpNWQ4CAjqAeRjyRlIGiEAP6KimZZ9rQe5DP8dnP/tarvr/5A08cPqpS5ZnKrYdgtUxUSuVBeJGHemUT7U5dZK5DH9uByfLg+QaDSm45IcVWJdOLTXs4FJY94/LqEv7ryXtxWaNUvo+Q5cPthaHHXbzWX8O7DQt/9dR78FLt9QgG2+K1zWsUCkSlMV1Ml/DLd9+LxeIWAlYfAfYFehTlrRxKpoYbFjikNbB+JoRLJQ+BdgBIp7Ft+04ZjvhuUGo07kPDBHr2JeQy8DqGXBW0x7Wg2S7ciCIsSF9x5dzn9yqLmp5nwJ+/BbXwCP7si1/GDdfdgA/+2MfR7nZk/+BjKVkzw/vUoEbheVdBUdkbB7Yn17JSxbJDQlPUwEh+EUTg5y7MbHUPCGjJEEyRnDoCVnFt8O/5Z1oskC1KxjSD6wiIMsxNgNJB6JqAorTQGNxXBJ2lPpGB2FXEd7gnqpCfIcNfqaOEZMLan6fwwNpMWWrqArRxDxXAIaSuBesq3h/JREJAJwV4qppMbACkNtNkINKsVrF28hQCrTpgd3B0aRkbZlsGy5N5hr84CHtAw+khHDZw8ORFnOdghzZSXl9Cgd589z1i9TF8D3LdB+rG7wmsDo1qB6v75SArh7XqEFEBxqrG47qSfRRMik/KHmd3WgKw8rMkiz0YjYjiwZPvUwN1VYPSn9ZT0uIuh7URFKfmkIgEJQCL+QOUYP/nT3x/VgD/9D//BJcuncdWaQuj4yOYnJ1DqRQCEuMC8i6fPYtTR46hUWsglUjhbe94O/KZEDqtVWheW3FGabsltjgkQSirMt4X66sbOHjwBWG4R4K0l0vI0Jc+q2sb68iPjuF9H/0YRgpjYmGhPFazSCXTsiborUoyjIRakSE6CLvkuuKfOegZfsm10nyceP5Z/Lc/+M/SS1Gh1+x0cKlcxwqDITsmbr9lH374h96G2bk5TI1NIOi5kivCs7vluHjm8Al889v/iigc5NJplSnA2oP+5jx7w0HxPuVZw0wDqjkksKrTw9JGBeuVOlq2LT6giUgYU8VRUTasbq6LrcOehW0YYT0W9BHq6/Ka1jbW0Gq3MJLPYO/uXVjcvp3IJiqrm+qe5RlidpGMxUFf+82eByeSQixNcoqNStPCyMx23HjTzQhrLr7wO7+JtVOH8EN3HsBkPomxdBIxyswtS2wKGl0b3/zWP+PmO27H+9//ftkL6HetritDaOm9HkDYiMFpm/jWl/4HLn73KUyPjaHcN1GyTHSjAaQLOWzbNouFmRno5S6WLl6WLAInDIxuX8C5jRLue+BRAW6LYwUhXnFIMD8zh0wmh6cOvSA2ALRgSBPEpnd4MAgnlhAVD20WXnjhWVitptTX+VxWWKTLyyuSj8IB5s033YC4ERMLCH5WzOPhoIie7mQTZ/MprFQ6+Pr9T2C52sRP/My/xx1vuhWxRBgjo0Wpt8+fXcIDDzyIu976VkxPT6B68QysWgNREndcID87jczMNB56/Cj+4Pf/GGP5cfzmp38dH3j/O+FwCNJpY3Xlkpz/m+vr+L3f/T2sLK/I/sagLhLsmOHCM5JreqQwgmI+Ie+ZKrokz8SgDofY00YJK6tb2KyU8bF//2P4zd/+LLK5EUU6+EHGjjC2AAAgAElEQVR41ctqmB8Aq/8GsPqBhZzAFgQvX/+am+Wm2iqX5Oah2TWNodkIEYSpNNoSciKpda6HbCLKPhf1Theltily682VNXHcIaiYjzlIMAHbI7A68DQcMNroccrzj56gbKjoaUNglewYHrKUXbZafdS7HuygJtO4GNlJgRCqloVYLo433nILxuMxGDoPvR6C6QmRDpitFsL0+MowFMnFyvqGgGT1lgnTA545egKn17fEKzHG8CJJeWUgu4+MztetIRujwwkDHFRKMcOr2BAIGES2HQMtGGzD4S19g4Jk8OhwHPp8OhIQwsR6ZiaoqU0A6XhUmFrGyAje8uEPY++OeSydOILVc2cHQK2avGt9S1hhLAkyxXEUd+yBMTGDYDIPs34JZ596DIcfeBBhBsDwVRI89sh0teT1EuSlrJ2vh6+RwKoqVvl+CFQz5TaIhhvCxdAstnoerNoypgspUDgY6FtS5MVCIUxPjksRPZLJoFKpot7pYKNeRdUCmnYULdPEa66bwBd/dR5ry8vIj48gW8jh3EunBWDrdV0888wGzq8EEYqmMTczi65po9VqYiJfFAYQZZVkSwdDAfGXPb61hvWyi7XVCgoRF1MJH6MpA2bPRr3noWP1kTEUsEoPWAKrWSMoYHar72OtYsOgJ4/vYdP00KI3LgurvodYKIiR0REYMR0756ZkYkX2CR0eRlNxxOBis9ZGi/IoHuRhsnA0LK9dwuPPn8Bdb7kLtWpTkpUFaAhoSEU0FOIBRAmWMJlXCgwWoTSQdFXBQ8CQ4Re0YgjoqDoWTIusDBVqRQsIgt/VNmVvGVy3dxajWQMhtw/btPGpfzz4qpsyAqvvetcb0KGHUJ8s4ShsLYhRYwT5XApbtU14QR/BSBS1UgvVLRPhUAyROC0fLFTLNbl3Vbo0PT4ZIhSGURiRYB8/HIHfteH1OrB9SwGRIvUliHzVDkCByqoJUF5NBPAUO0OxtIYm4mRFcCo+lCn74lM39GkdRobJY7HAZwhNPCYDH/HpupJWPpAnfY/Ce9g8ieB44INL8JbPy7XI+4Zrn/c59ygyvZVZmiDkiOoRAeMDviUhLLT2WEzH8OG3vw3XX7cTl86dgta2RE51ZvkUcvkUbrvzHZjfc6v4/mo2WRKDRGEC1vSoIozL57R6CHYbaq2QsTFIQCeorNlN+L0uApT1M5WeAEFIg88wp3geWiwDxNJXvUcJ1NBDVUIXfNjOIHiGbNd+Tya7sVhCkuoF5eXeyudzTOXL7Hro9kzYNNZvttCoraBTq0Lr9pDygbQWQZw/47MJccWT2AsFMRbJwKXXJvfMiK+ATT0s7CNeWwaMJPttYSeFCaJK+IIDncAowWLx/GQCdRhaPgOMFQCmcyYK9DiR8DflOUt+GGGhPoPhhe2qgNUO/GoFXnlDgFUaUNJDVq4hPSjZFAYoQ+5DWMCuKT/DNRxwavAktZ4NdQBan0AkQS0DphtBF74MlCqWi3Knj2rTxFGzigr9a5lamkwiTz9yStwCYcwmophP5JFO5hDMGgiwKYgY4vfKiR3tCaQJFgsIHXjzB171PX7X527FxZN1tFo2ClMxKYw3X6qifrIFt91H0NNgEDwJB9BnQhjvHScIx6IXpJKuisSTZ+81NgBDIGFYSIpNgOdLgyrTe/GOBjIRDQkjIUEeZruCmck85meLOHJ0eRAeMpxmqcg/nk9Dtrg89zXJ3MpDeXAGDv5N7tfB6yKYOwRWlSxV2QNI6jj3Ffq+cQirBXD/S2tYXi1hIZ/HPe95PdJ7xvHco89j5cQmNlfLmJwcw/x8Ae1uRdYH7UUyuQSCAUqVCYx4kmxeqVVw4nQdjaYC8BS4pSSRRiINr9/D9rkx7N4xjXTaQCxBdikBIN6mZLV6qDfJ9qygMDqGuR13IqAn0LG6eOA738CLzz8F3ee9p4DVYQAI9yL+mTY5XO6W1cHM9CjuvPO1CId4b7Zgd/qo11uobVUR0zwsjsYxkQoin44gbkTkDFSMN74WD6uNLh4/X8dmpS2e8lqgr7zqucfTEYRAOW1KWBP5KuiDHuJZ2p/ks/jgx38J+295M5qlMpae/y4ap+6Dw4A3Ji1zz+t7aHd7sAU8tdA0GXDqoGNr6LEGZE3C8zQShx80MLOwC3e+5R3Yf91N8Jyoqqd4ERiUKEF6UpXJe+AAUIbr9BH2B+FU3DNdDwbDmMiOHwSkUvHEdcRGVQEjngCzKysv4sTRI8JAkzpIBnOCqsqAY8gSlp9R44Qr5xbPKtoQSBiVhL9EMDM9K+xVNm/iPa/pUsfRvko8j8moGgz82NT9yi99f4w2AqvD+5Dv0253USmVpKbjDkgrgHa7dhVYlWL7e4dXkYUbDJOxGoYejlyxmahureIPD/0NlkMmQrYGw4nANrfgxIKI9gOYLJWwvvFjcJwc+p6JgJOEHekiIjNNH47tYXt+A//xnn/GbHxdznYnNYZHj05iOnYGUcPDmaOaBNmm9Rg5Q9hoNhAbmcRN1+1CgjGDUV2Gbww2dDh0goYoSRhUgvVd8XrkOc9DggIgzeMZqT5fWvcMfYp1nw19FOb4PnSys/iLL/8ZZud24Cd+8ZdF+i4jVU8NPshMFHbiIEBm+PnyM+af6RXNeoB/Hv6ibx+beZ7XfAzXUezRK2xSGU4OANDBBsZrJEy0wX7LXoegNu03JAwozJCgoKwl/h2bfyoCBMwiSSLEPUp9D2sVMvhkL77ml9RWbEbEUUh5M6unV6oQBjcNma7Ki1R9dlS1CLuM3ydFgC/ennytZASq7xuwegdWbVGfvuwcCFt46sEHcd3iPM4uncMDjz+PgGFgPBrG9QvTiEV18bbUkhEspBN47Ph5fOfwGQkG4sY2O1HEj//kx8V6Y1ibDc8lfrYEaIav83sdjteCquoBhlYAyl5g+Fhk1J09ex5rG1visfq6A7diNJ+F02NwkC33AQFH7mEyshUgVh2XQiIeKC3EC5YWJ5aFrUtn0KuXxW/SDyfwxS9+6VWf3/yBhx/8B6yuH0OnU5b9pFztwHMLaIVGRSFnVmt47vEn0GuZsgYY8rN7cRL1ynlgAKzSYocDZ9ZjkgEBDk8dqcU3NjZx4ugxbK6ti592KpkUUkS1URO6wns/8lHMLy4KcEk1JtcO7U+SaUrTIyKPpnXK1eAqdf5x/dKP9QrYNPC1XT97Cn/y+7+N6saqfAaXS5s4sbyBWqOH11y/Gz/3I+/BTqps0imEqG5ihke7pfrwcBRdT8e3v/MwHn3hpACjvNeqtRpq7Y7kgvg89z1PZOHpaBSFFMNBo9is1XFhq4Rmr4t0No3RXA7T+Txuv/UAHNfC0y8exulz5zCWzyGXTWK1tI6Iq2PXju2isqw3quJfOj0xLjWK3esiKiHOPta2NmC5yipjLJVBVYuhiQiyhaLkrfQcqmmjuOut92BhZgKf+cQvoLV+BnfctBNBx0Q8FIERT6DZNqGHw0jnc3jhyIuIFafxoQ99SAgkPI94v0v5T7UlzzOez5aF7/zpV9F98Qym0yroudy3cMFsYLPfQ6iQxtyuRYQ0A8trm3CjEXhRDRbP47YD1/Jw/sw5lCsVOfdy6SRuuWE/ZiaLuLh8QfYv1m9Uo6VjEaTjMfTCCYxPT4jS6omnn8LZU6fhdC0JsLr1phtFJVgulTA7PSk+tX2ri0a1glq5gka9hrGxInQqiaAJWEky28NHl7D9puvxx//1c1i7fBLr65cxs7BdbJsOPvc8Tp08jTvverNky9gXzwG1NsaMpOAX/XQSmW1z+NOvfxf/et+j+NhHfhSf+Y1PIm4E0KhV0Ou0UauWURgZRSwSwZ/9j6/gwfsfEOsXYS/3XXTbHdi9HvLFAuYXFzA9mkDWiEqw6eRIAcXRUfHz3ao28N1Hn8bBI0fQsh185at/gRtufo2c7RwU/ODr6hX4AbD6bwCr79+eF09MHibxWBQLs7PiH5ni9IKBJgM5IAs6AkX0MWOaNM3yaVjPg75n91Gu1nDswiqimoeOp2Ot00cxpWM2xgE4wZHAQEo4aPRFBkxAd8CilEmJkhjwFLMcAoIeLNeH6fpo9zxJdo+Gg3IQ3njDXqEgJhJANsnEuAzqfWByfjsqa5eR1JlImUV+fh+OvHQQG+trwsKkr9bRU+dw5tyyMvj2PdmAeA1YqBDo4nYwG/eQZFLswPeVsjVOn3lzXW02B9NQTr8HqcVdMkd9gsOaBCux8BcvMU5NY0GMTk3gre9+F2Z37YLv6sikUmiV1nHq8HPoVjdg6OKciJ7I4nZgft/NcHSVYMfpnO10ALOBw49/B8/c/wBy0RgCwgrpo2dRkjKU9Klkej4zGTwq+45ANpsnxUYthTI4FrsOejSLjee/jT3zMUk7n0ok5bEisQjy2awAsWQlUK5f73ZwYW0LRy9V0QwF0KrbOLBzFJ//zPVYuXRJptw0m764dEFCIdLJOB558AyWLsWwtOFgbsc2TOQzsBtNpEJRGPG4sN3cAIO/HGyUS1jvdfD2u+/G33/tX1DeLCETDmEmm4Bnd9DoqRCZbDqKVMRDp0XD9QiMqALvmj0HpY4nQEe314fZcYnriLcKPYoI4t984wIMzcbcxDhMWgR0LWTjBmZG81J4lzodYUCZDBGLG4gmUriwehnnLmzg7XfcidNnlnDfU4fR13WMhDyMx3XoDKQZTLilIB0UhPSSU3Jf1qy+pHNzrTS6fB+OyHGYpBsLh9C0PKy0LHQ9DW+8aSd2TmRAl7KwpuNX7332Ve/nBFZ/+afvRLNKVnUC7Z6JaruNdG4avkv2RAflUhmdlgfb1sUTkBJpTmelYWAgxDDBm4ywPmBHAgjEYwgFgsiOFSQx2a80B+93KKlXICeviALKBhLMYfiBsDyUnHj4xYZJErcHhQVZ6yyN+fdkXVNOfm1yLJnXfG2UfhYKSZS36uK9RNaymFT4yi9JNRfDMKUBkETWNsFdyu7JevN1JHUgHWYoWxCxiIFMIgrfasp9fKnioNqy4Hg9dB3KjV1pAA0NSEeiKGZDmJ1naFsLkyNZ3HXDDcjoEZR6Gl66uIqpuVG89pZ9yGYn4fVZsKtQCQUE+wgwdKNnot8zEWq24dMXk1CgRvZYTxiVXqeOAL0/RUI/YKvQqzORgJ+dgpYswI0mhYlGFqunR6U5YKNET0IWN/KZ8jprBMgITLGpUz6ycpnYQXAo5HeFqd0zHfQ6HZidGjrNCqxyGeG2iawWRBxhRAJhWZsERm3XBHf5rB6HE43DDUdhRRhOFZCCPRxQv1gMh1wHhm0jQo5EXzFeg30Nfa0PGBEEMzl4qTS8RAKBuAGdvkdJyugj8AiUSrfDpsFFgN0Eg4XYsTsuNNMEquvw6yV1rXgNxFSW7FaVGg2RXBIQcpTvq92F125Bs6uKbU7GKhgyp6w8utDQpVTe09F1g2j5QVR6ngwSjzc3sUnvqbCOsZECJoJxjGkxjMBHXteQSyWQTOaQMHJy33gxAksEm4kZaRKgRRatfFZv+/CrvsenXj+D+GQAo7tSiCZD6NU8XD5aQvnZDZHyBqJB8RiTUAQB9JWKg6nlLgdz196DYnmrWnJhpQ5YTQJayL3M9TjwWKXNhAaMJMNIpxksEYLZ6uBNb74BizvjOHn+HC4tdVFa5bXmOu8jpMUQ0Gk10VfAyNA7cACeqnv6qnHHlX+nf7MEpigAeMhs4hom4DCU8sqa5mAxGsVTS6s4vVrGtFHE/n3ziC4kcPCZY1g+cRmGERJvVU0juKwYZ2TysYGUlHTmvYlc1pL97exKA/VaU1LvVXOpbDbisRR09DE9XcB1+xYxNppBLpeW/b7VsdDhwKlnobqyjo3VDYwWi9h747uF0W37wFNPPozHH3tIWGr0oRvuhsNrIOeIXC2mPfvS9O3ftxPJeAi23YJpMg23hFatJvfhXDaB2XQE+ZSObDqBSITeugSdVNo3X1fd8rFSaeDsRh2Xql00LQLRERm06gG2QayHXES9PqaTQVw/kcXkVB52IoW3/8ivYH7f7XC0IC6ceQFP/+VnJfzJsVzUak0JgyAwYenUKWliMUIGKlnxRjqDZCIl15ig28TUPA688S7kRmdQq7WFNaKCoxSgM/zi4GEY6jX05Vffw3qRe5AOtMjkt4VxF8um0Qyq84vedKybGFpB4CoWNlCpbOL0yZdw4fxxdDtVpJNRpZIapKQPz24uwyuMbgIGtFQSliHPRQ+VSgmJTBp79u5B3EjIWuH6JItHhQQpoHb4XviZ/tRP/tyrvr/5A48ffFE8yVkXCnPV6ou0tW/1JYSnXFlHp11Dt9cRFiHPTAWoc2BI+w117vF3slQJroaYmkxQb/D/7XoFX332b/BCdxl7c6/Hbn8Sze4yDpafQ4ND63NBBDbvQUzTxbaZxH9TjyHcrULXYrCjtBpJ49aZF/Azdz2B2ZCFg70bcPlYGbsnzmFz1UO3GkbSCMJyU1gqb+HCqo3RkTQ+/L7bVIiWsInVuX5FnSLrV4dD428ypHkvBGzxHNd4xnNAQP93/gxflMNzpY1eOA0zMQcvt4i/+uYDePbgi1hYmJcBMwceZqutWEwCjtrqMQZrb7ifSEp2mMMJTYau/DN/sU4RsInXLkhVV1IGPPw7fm/IIOFEAaP8d+69BEepEOF6Vmq6q+vj2j342vWiAP6rNdLLQESffvOq/yCQNiSvSsjgwBZlCOpfG4qnbARUgjuHZcPBwxBsvjZsVA3J1ZLla+awaSjXlz4pGkCp0cXxh+/H+2+awjOnVnDvo4eQDKdw/Y79SEQ1VKuXRCkyNVrEXDoKtpQPPvcijiy3xIs3ngjgp37256UPUK9T+erzuUmw4fWSe3nA4JdzgK9lEGwlQ/EACSQkx2iyT6pwGtXvMAOgXq3hwQcexLnzSzLUTukRFIpxvOmd78TMjltlICHDVk0NX13bQYBDf1q0MC2DxzVZrAzvC/rw7C5eeOgRbCwviyUSe9J01MDXnnj++7q///6b96HdquLMmWNSjxtGFrOzOxAZyWJtawuu7ePYkePoNEyMjhSQz2awfWEMuldG0G9Bo/5bsgioGlBqrmuBfrKluVecO3MOS0tLcEjuMeISuGckknjHhz6EyckptVajtNOjFD2IVCYja5o2AFz/V6wgOCQPMtBL3RPXrl8OrBvlLfzR7/8eHn7oQeklLq5exla9j2JSx0++9w686dbrMJLJoZgbQ7trI0imZlDH5bU1kWInkkm8ePQovvbgC1hvmLiwchl9Wjz5OsbG5xDNx+CTKFBrwGt0kOIQuzABExqOr16EEXZw+4H9WJwuYnZiHNlkmqwpbFUaeOq5Qzj44lFkRoromF1k4xpuO3AL9uzYidLGBvpk/YtXrC+EDRICqFRYWVtFbnREvE3D/TBMqkqSWaSTBZQabQTSKaxstbC4azcWF6bx51/8QxR0F6PxEM6ffUm8ShcW9uDi0kXUqlvYuW83/FAIjQ7wzvf8kNSA8XQcRjwiZzBZuazPuZ5DHQuP/vnX4JxexryRQYxO07oL07dxsd7BKdvDZT2C8xZ9WrPQaVkwOY21jRWsrV/C1OQ4isUpHD1+Bs1GE//hp/4DGhuX4fY2YLgMf+5jbWMDmtNDMplFKJ7H3J5diIQ0GZZ3WzVh4bOWyaZS2Ld7l9QV1fKWYtcS8+mawnJfXl/HoaMnMJofRRRRhDwNsaqFF2tlPL2+itfdcRs+/qH3oXr5NIxEFCPFIhzfw/rqqoRaz27bJoQWt7YFt9ZFyLIxvTANL5vB80tr+Np9B9FstvFbn/kNvOeH3gHX7qHZqmNra1P2WdZYrFfv//a38NWv/H/svXeUHOd17bururqrOueePJhBzgxgzpREkaJEilSyFa3gZ18t+S7b79lethyu73PQug6Sc5JlS7qKlkRTgWIScwIYwIAcBoOZweSZzqmquqve2ufrJiFd+w/yv+clSFgDAhjMdFfV951vn31++59w+uQJTI4MIpNIYOncPKKxGALRKGLZHJLBLjYMFZCNRRAJk0EcxmAqD598Zc/B9Oo6Hj14GO/9+C/iTbfeJo0p01SM9Z/+UO/AT4XV/0RYvWMyJw81k1JbbRdWMITNk2MYziYRZhozQeZtstfYsQz1khV9tNs1eaCCVgi6YeLM2Vkcm1tGLKChHQhh2fGRj2jYYDENutPjCPJgS8+SYnWyCKDIxEMFu5p9YZWbp91ld5tJx+wYaWi0XRktk3xcLYBbbnkLAr4LeC2kEkyMA2BZsGJJtOkuceswzTCqnglP91FaW5MNh6EIlaaLl4+eQrVSloOYLamvsvbKlCg/jsZ0sbQbPW4kzVUc6VFsP1Wk9sdMZKSGCy2DazyOeNuCS2i0VTCDOF49H2NbJ3DznbcjkskgmS/AJ5ifRVrQgNus4czxo+r71Hzkx8YxvHGbhBtVmg0MFvLCfK07NoKeC7dWxHOPPoaH738I4YAFk+FIHboKVVJxhJw/Wrm6nrABScGke42OEI6jR4IBnCEGILFP+Eu14/dj01AUl07k5NrTGMDrEY/E5PtnV79WJ/wZWCtVcXK5hsVWC6trDWwphPD5/3UVVleWETYtAZIvLy5hfX0dY+OjePG509i/fxmnZ3x4oSQmJoYQNQ3EwzEk4gk5tHAMo1Svo+042HzVpbj8kkuwuLiCRx59Bo/+6AmMMYHd9OA226g2ukglQohbOup1G75mIRpS48OVto/VZkdcGWCxTM4bBXGOlTFIzPVwwe4xbBhOYSiXRjSeVOnEjqsg6s0mbD+IeCwqzXtyV9gBnZqdRSKexsTkVtz74OM4OjUjgVMDMROxgBIOJE2+F14g40OiSvZi20Ww8ERYpWuLwmqNTQoZp4WI3eVWF7NVF21fw97NQ9gxnoOldxAPR/Cb33ljjtVf+aVbYTcMuC0N8yuLMKNRuB671ha6bgMrK+tYW2XyMUeJ+O0qUfT8HyqkjePRXXSYDJ9MKC5VPC7uPne10ptiVdxhPmf9or7/nvT/vf7789oB9jVnB7vjZPpQ65GRDZNBbq6kmPIa8ZDcL+L6LhUKsbQsRsyQjPQ4XV25sVh4i1GjP+LHw6ASE+XAy7WHuE0G1OkBhIMa4rEQPJujJw7yWQujeRZwHTSaJhyKToEOyrUGao22MAvpYLftDkodSm8etqei+MjN12L33gsxNL4HTquKhamzMNNJjOzYAiscg8c1rCfMyoGXKxpTrJsUVhswVtbRJWNU/qQLjwgAu4GA3Ra3Jwt+Jtj7Hu97T8bvURiHnhqBH81AC0e5+0uAlAqjkkkbcdBQEOb1UngT8irpWus3vNR4PZtgnU5T0q3tpoNWo4ZGrYR2qYLW+npPWA0irpk9sdQQzmTbrsPRushoEXSsKDqmhRaFHYpdvfAdEVcDBoKdBiKuB4uLTNeG12UYlwOdAU/CVE0CkTg8BhdYJnS+Hv6aDjNx4SoRmEIfP/pOW9JCeajWGjX46wvwK0URXQVFoOZjlXOHAgpddgK17cre5DcbcOsV2C0GDFE4UWulsMToPtMN2H5AggRaMFDTDKy0OzKlMVUvocTrE7Ewki1gOBBBzjcx4vpIaUA4HIIZSyNORELEgm/pPQxAAF5Ih8/gPMtCgMEJN9/5uuu1yz+5B/mRHFzYqBRr6FQ01BbaqB8vwq1yH3LExcn7nqGD6poHJAiAOADRMXsip4gU0oRQAivXKR5aKSQq+qlibSvBlS5RHZGAjkQ8iFwmhUa1jNGxCK6+bgs8PYLHHnoFC7M1cUIaDEUkdKiXSCVk1r6Q0XOq8rDOH+e7ZXmfioOZrrSeGNEXrPoiL/dfFtUy7sqDbjiCAzOrKK/XMJTJIZUModyx8dKZRXiNJjZuHEMmwymFtnDDJYiFzRY6NHmfgUgfutlccTycma+iWKzIf/O9E2ai3xV3P2OhNm0YwqX7diGTISLAQ6NeQ3GtKIdEOr/qK2sSOJTOZrHtsvfBTGXh6joOPPM4nn78IbSdlhKSzoNBvyqGgcFPdHJ7KHDsb2IUuUwcnW4LlUobHbsJu9WScA6GeW5ImMgnQ4hHTUmBpsbAfVyQCURzBA34DPawgeVaG1OrRUwvrWCxoqHpMFzKxVgqhL1jOWwezEqDSTM1tEwTyfELsOWiNyFZGMQz+x/C9//ur1Gt1CRpPkyUTjYn6dJmIqWcqWw4m3TlmbIOES/Dkdmx0W3YufMSROMZQQvR3cmDW/81S8Eu49p9d4haxVWTjGiTLgKOB6PrS4NPa7vw6WTitE/ERCcZVqF4aieCw/qTYieFMsEgGbI2nzl1CCdOvgzHafW4q2p/US61XigRUTS+Einp5JcgVn4nuoFW25F6hYFmxAOwaSshSr2nWEIIuZf2SoD//ku//rqfbxFWn31JHEziSOPm6HTEpdxpq+Zjo1nG+tqiILTU+DNf7mtuvb4gJ8IIR79Zg1DsoxuyJ6y26jV86amv4IXGGVw8fC02OQWsVk7hmYUDqMZN4EwHZvlOqdW4PLLetTmq6nfEtdYl2tEOINZu4a2XnsRF+wz8231NjONl7C50YZc5MZPBWqOB1bUWKpxE0SJSw93xtkuQS+dexR2IsNFRorCEylKwdloI9SZZiP6RvU2aIlzGydc14PoKe8N9jNNYyEwgNrId86UGTp6aktFhchpZu/RFZ+5Hsn6EFI5J3KPnYQJ4H/bF1f56xb8nq4awJnsudhH+VBNJoWpeW68o0HPdVTi0vgO05ybtB1v9BK6ovw52e93k/jV89WPfU31ecNb5f+c/ElX72AK5l6WGUPeLNHnZwvmJsDd1cO4z719DxcgaznsgpAnq69iTD+HmHXkcmV3BNx9+AZt27sX1F16JA8/ux9TqNHaNTaJ+bhUb8zoGsgkJPr7vlVNY7XgyVfauD34AhUK+1xBQzQhZCzgh8Krr9LzfF2dk72BPxzIDMZWWKv1KEYe5twQCaFTquKO2RzQAACAASURBVPs7d2F+bqHnsjQFQzQY0aFbFm5838cQHRlSTuje3qfWH5pueOZVdQIfYwb/sqG7MHMKx597Fh1xwDXFPDI5NIR//MEjb+j5/sVf/n0MFPIora8K2iSVyWB8YhNgAucWzgFdHYvzK6iVa8hnchgo5DBUiCLgryPo14SKL4afINFMrwmrgqIhiqKHluCzW6lUcObMtDCrmW0xPrERt733fcjl8vJMUFjl2s11gSIUG40UVvlReMzCmuS9oFAa5+M0+J7zFNYol/AHv/e7+OqXvyzPAicp624A24bj+Pl334zNI4PyfjKQKxVPCe7gyNEjKFbK8rWT6ZSEat3z6As4PDWDuZUVaWqNjW/A7osuR7m4jGQiLsi65556Gm6rjUBXg9PtSmjehbs2Y/vkAFJWEPl0WoRysnPDsYRMO75y5LjU8dyvzEAX4yPDGC4UsLK0IOPiRLCxOcapHpqKePaYmZkRMZ+M11w6Cz0chZnMIJTIoOJ00PaAlVITwxPj8LoOfvC1L+HK7ZPYNpKH06ogHDCwYXILaqUy6vUyBkaHsVKt4ZnDp3HTTW+RuiOVzcpr570n4ceStRYQ9Mu/fO5vcGr/y9g2Nops2MAmK4ZBz0DTMPFkrYy7p0+gpXko5LLIZ5LIZjI4dWYKpVodlhnG8MgkfD2E2+94J97+lnfirm98DWeO7UfB0oV7XKmUJRxMC1jIDE7g7R98P04dP4xz0yfQLK8IIpBr/srSopxVYzQcMYBYwr/ZDWFjOIijU6dhxOPYtm0XTh4+gWMvHkO04mLN8HCGjlIrjLfs2oFrL90LMx1BXfPhsjYJR0SYDVkhaQzF0RG3LUdp6vDx7LGTODy9hFMLZeRzeXz+H/8O42NDEkDXaFSFkctAXuHaN5uYPnUCzz3zFKZOnMBAPIzBbE5c5rx/HfKsdQ1jA1ns3rYF3XYL68U1ae4kzRjcRhMdzwUiURw8fhpDW3finR/4OSRzgzKt9NMfr70DPxVW/xNh9b2bB2TcoOF2kM4XsH3HZjn8hz0H8TAPK2SQtFBvsB/EaUxLiquW3YQR1KRr7/o6Xj58FLPrVUTI8AgEsd4hdxLYGCaH0pOFSvEAflxYlfR6ukw40seihkEZvo+2x04lBQbWgkEpvukKYEhMuebh0gt3Ytf2UdTLReQzA7IYcjyLIi8dHFGmb2sBrFRtWaxarSaq9ToqjRbMaBr3PfIk6nQm6r6MyfG1xUIaYsGAiJIxk25aurnYIVUeHjpWiACQooeFiLhR1XgkBWJFjlSOD7oObY/MNzXaMzA+gje/41YUxsdQbTnI5gvQoVI6OdLE/62tqc2uVCpieHwUkWRaYN7spmzaMCIiRIulQ9cWJy25gp/77F/j5ZdOIBmiAcpH1NAlXTFlaIhoniSJk4FLhwzdQsoo5SMaMnAovAulxIUoLk/BWn0WmwcS2DeRhWlpMubMWIN0IiXOBsKfmxxVDloiYE0t1XCmXEGp4mDjYBBf+MxVMiLHUwi79fVqDUuLi5jYtBErC1V8/67nMT2rodQ2kR8dE6ZMNh1GLBqTUVgWy3ang5179uDq229Do6G4hd/94Y9w7z33w7BbGAx3EWKh0HAlvCpmERfBw7GBqOnLBkFHzmrDlRH/aKCLMMcROKvIrjYF5o6HTC6BC3dvRiYRRTqTkfu5XKpIp5z3Z6PpIp1MIB6LoG3bWC4WcXZ+AQMDOdRcA/c89Awcu4VclMgISwm4dHD1uKAsULgZ9wvEHvX6VWGVwkS13RVhlQnudHkzlVQJqxRcgW2jKezeNIxwwJP384/uefF1r+d0rP7e//gEpk/NY321hpDFBE1IenwiHobbaqFUqmF1haEGGlweSujdpqPyvBEscbrw0Op7khhvFtJwyVGjKByJwF2p9MYeVWAX/x7FevmcV+H24l99rWjuhROoBoUKRlBjb12EQvRaq5A7juXy3qDTjvoYD8cKJ6Chw8KHYhvHw3l/ZLJo2T6KdSZHM+SC4ioPu+oAJAemkArbCXhkhCmESDQUkqTQTILupS7WSm0US3UMZ2IYy4cRD9Ml30E0HIWhGbDJ2Cw3sVq34bCsbdfg8pBt2xjJ5bB1dBTjk6O4bPdFaDcq0INNDG2cRDizFWDAVKdJlUHuS4rVukucQhNdu4XA4hKcmi12CwozHacOzW0h0hNEZfXxXXh0sZKraRnwB0cRyGyEHx+ARgcr+Swh8k3JW9XgSWJsX5YQX7Uq2sSJ2HOHiZmTIVBtCRLokvXWaqFRq6BaWUd3vYl2sYigOFZNxOlY0IlLYbOiLanUru4jr0fQDUfQCYbRMkPQ2HnndeXaw+Ycy69OFZGujrDjQ++QR9yCZnQQKOShZbNANA7IyDwXtYDgZ3x273mg5c9X9xIl5Osd5epFuwVUinBXZ4FGEwYDVjimqyvXlgjHxFm0VOCJYAg47lmtoFkto2HXpFCkA4giNEU38v8COrmuZAAaaGohrHsa5uttLFfrmGtX0OjY0rAYy+QxpIWR9YKYtANIUZiMmuJsiFpJCabwmMQe8NHlfUg0DFE78ZgSjK9/6+t+xu/4u7eiulbDwvFlVGersJdstIsuTE+JhSKm63ztNCMLuVauO513vMeEuddjRSoRSKWfynh9b+xfBUn12KcyCkkmuCHhZbx/gyEfg/mM7KWJhI+t2wsoFm2cOr4Ip00hi05ST41r97LK+jxVFQigBCmui+c3LeX3e64/1YRQwlL/91WgAMezgrIO8NfiYjUtnFypo1huYyDNwA7g8NklzK1VMbkhh0wmIQIoBUflgFJCCesZJQiG5JDJ94sjwtOLDLZYh83Eh16QHe8RsjW7nbYIq1dfQc6YgXJlHbVKWYJmrGhY0D+NpVV0Wi3hlW247L3IjE6iowdx8Pln8NhD90qTWtf6wV7/5y0g8zS+j3w+g5HhPKyQLonVZKpLc4FiX9dHzjLEsZqJGohYfE8MGfW3QmrSh0FiVoAMSjKH6XAKoOl2UWu2cGqpgdllBiJ52DKcw2ReNdZpimfYWiccxTNHZrDSMpAdGxeHiNH0kCerbGAQCY51msolz6kBcbaJ25BMX67fXYSTeQyNbcX4hp0wjDgch9MI5NByPFuhVvqCEi821wwRA3tCTt/NJ87WtoMuXaIBQxpjghAIBuDIGGVI1Yw9AU1N6/DG43OgIZvKShP1lVf244XnH4Ouq71K/i3TklqTz4mqBzqqzuuxNoV1ya/vG8JlJEeOdRv5i2QRclRQkBT9JkAPX0GR+Dd+7Y0xVh8/8KISxKXJHwC7fJXVEhwaHoRlR0f1iuBeKPwrkei14B4RKokNkJFz1sh0rJoIcPycwiqZfK02vvH01/H4wkHsGrkCk8EhrNVmsH/mOTiWAXOxDb34Xmkwkf1gdDlBElRTLr4BjxddW5Ogv4FcABMb65h/7i58/IYWSosm1ssGigzP6zJBnfcUcVCG5Bi87aaLsGPLzledlIoLrsRPOolVoIgKFvS63Pd9tBq28I19NvWYISD3XQgdNhSjWeRHJpGd2AY9moYn6w6NB3TcK16x3bYV07sndfKane8U7z+FvI59J+35TybvTbq/ZmbOivOVbL/x8TFJ9m606K5TwnZfeFX39Wtu7L4po/9vilAo4Vc//kOafD+BaFHCnwrK6n+d/sef/Lvn/znF1B8XVxlQq/ZFJbSqf1P+32uu9bEnEqTV47UTk8TajGvM0loRR59+GDfvGMHMehXfeewFdH0Tb33bOzA0OornDj6HveEchk6VcKR9HJECgzZDePjkGawRgeVquO1978LWbVtV0PCrrmWxLcvGo5Ad5yOjANv1etMKvRqAtaHYVIlvotCo/vzAM/vxo/sfhBWypMnlBzSENWBfPi1fq3Dl9Zi46kpZF6xQuOeU9YQb3XXYVCEWhs1fiLCvO22cPfEyzp08jG6LdZIjk5DD6TS+9ugbc6x+8Bd+W9jJ6ysMy20jP5BBJp8FwcJEO2iegZnpORnzTyWT2LJpE5LxAOz6HEythoDUKxSi6TFQwiqvc5/La9usz/gaaABRDOjl5RUcPXJMzqF3vv9DSKXSMpFpBHt4kGAIkfOEVTpXeR2417Km55lNDEXniau893i+YLPvdz/9W/jbv/5bBHrOS+4zF20awh1vugKG30W10hRn5VCuIJNG07MziMVj8jrWi0VEY1FB952ZX5Lpp07AwMDYpASjHn/pRVywdxcKhSzu/ve7UKvVxYFLF3o2FsZV+3bDaxSlHhwbHkYymsDp6VPiwL1g3z402y4efOwJpLJ5qWUq5aI0XYgmyGZTYiJiXWmxDnBdpOMp5NIZQUAcPnQEbTiIRRPwwmFkt2xBKJ3FymoJCwtrEgY2deYkHv/h93DhhmFcfeF2CQKvFznxQtOTgWjMlGb6zPI6HnzxGG695WYJ+RoeHkaUtSC53b0AUeYk0FD2j//0z7jn+w9g8+QE6KNOGDoyInSHcHzuHObKZWyYHMFFe7ZiOEeGcBdTMws4cXYRiytllOouBscm8Cd/9lls3bQXTz/2OO793leR0Ww5dzWITwyZsKIZXHjZtbj95z8Ot1VHq7qGJx+8B/d855uYGCzAsRtwHRvDgwNIJeLiFlV1MuumKE6dm0NhcgLvff8HBDE0c3oa9959H558+knEbAfX5Iex1YogmjLRTcew5HsohwJAWE1Ic55ZN4BCJIuqr+PpYydw6OxZMcOxZF1ZK+JXf/VX8Nuf/g1Z/2emT0ngaDKdQcPu4oH77xeecMQMIuB3sLq8hM76kuShpMIRpOJxdDlVEA5jYuMGZOJxzM/M4PDxYyLORkIWhnMFZIm7CwYwtbCEouPhTbe9B1fdcBOSyeTrrtH/K3/CT4XVn7i6dYeQeuD2zWlYsRguvvIqXHz5JbKxv3jwIBpLSwiT7RMypXhzm7bii/GA6zOBvSN2aY6eLhcrOH7qDEqNNmKGjkYwhLWOjrTRwaawBpNeQo75vcrFA2xxrCrmJx2rZK2ye0yTAhdX1+fYOw8yXekyc5xNxFUEsF5yRWx65+3Xo1YsIRlJIpXgCIMhHK96tSruUSsSRbnelvRJblgUB1dKFTQ7Oh56fL86RPY6tVZQQ4KBR4YGk91OHgTlQMkgK/5CF2G1w7HSHnyH3480a9jx5kJId0MAaHm+CKuOHoILA9mhDD700Y9gdOOkJO5pCCKVSMOMRWRMrdlmF+0EfnDvgyhXm6jXa7jisn14xx23Y/7cLKKWgT07NkP32BmjaOXK4ZxA8fsffAL/9M9fgscxFcLHdQ1xHUgYHnLhkIisHYoeHU+6LeI2YrESNPB8/Go48a2YO/EMBjsnsWs4hYs2ZJHgGDTHRp2udJFozScCgCE0DPDiIXlmpYVXZhdRrDm4el8O/+vXLpCDvEsRrKPSShfnFzE4PIyIFcH+J47jocfOodhM45LrrsPzzz2JlGUK0Nswo+gGDGzZswtvvvlm6OEUqtUKVstl/OXffwGzM/PQWk0EvJZsymHXRyFuImEBbQZr6Tp4/ZhoXrJ9rNVsREI6UjS48eAtXD9eSY5F8941sHfvDmHeZtNJuW+qtaakGCtyIyeSTcQiYQm9YNevVKthfHID7n/qRbx87CwKsQCyZm/MUkKqVBEtCa4yqq1EACnWe2YkfgcWXRE9x2qdBzgRVn1xXPYdq00fuOmai+UahnVfNr4//N6zr3t9Xqqv4dc//QmcPHoGzVpLCpeG3UQsmRbWTLPeRnG9IuPpxFXwtZMfzMOKSqLtHW5kbJ+uMZXyGBnMi4ucoUGRRALdUkM4Pcrp6oMMMjoe1chbT9SSP+PhVYl5yp2kHGp0CVLgUUUbn3dNOtR8vDjuycOkTXcdD7vCdSJLEWg2mvIex1IxtEoNxMwIYskYZpfnoQdMhMj2FIeZLkWjuPCIGwkAlk+Fy4GhdZBNJDGW52GbrLEaik1geb0BK+hj00gKKQqVHQ/RsIkE74twWBiki8UKvICJ8UwcToDJvF2cWyjh0MkZaWjccO1OvPu9/xcSVhid1gqsxCi0yDB0o4sAWWAc2eQaxzAquyWFoLe6jPpaDV67q3iCno0Am1wu2zAcUeJVciQogkn2HEH3BgYQyG9EJzkCcGw+bEIzKUZymoAOSXJFXxsppOP1/HFbFRChAjF84Usq16rdrIEjopVSEd2VKuxKBUE2HXRDxunCekhCElyH45RMCfZR0Exxq3ZCIbR5eGfxJ2njKqSLL1t3q4h4BizXh85RzE4TZi6MwOgokMxAM6MAQ2cYpiFj8jxUGWrhEvOpYrPKJCTvTbcFza6h26ihW1qHV16C4XaEl8l9h2Nt0tAjxqHTRaAbUlzTjo9uo45qaR2NegUNvy57AsdN3a4jjmAm0fPQw0OAZ5ioegEstj2cqztYa9godmtoM/AvGsFIMoc8uVudADZ7FrKWhSjdF3Q2WDERwQnP9in6EwcQj0JLJYBIDH4wBO2Sq1/3M37FL+zE+kwFxekqmis2ui3utXTXkG1H4UQJXORUcQ+QEcGem77PN1U9FIqbdFkppjjHWJX4SZ6hul9kFJ8YCU5n8O9QVGESubg3DUlZD1ucNKkr1xxCsIJR+RzuGbIe0AV0nlNV1kn52mJD/rHR6f4aqoQEBbw737UqAZO9EA1hDfa+d4pxS6U6jszQhWDK3n9mroiBgRTyIxlhM4u7tecAJAaA4iWZreJqJHeYsSsM9aOwOl/GGpN0yZOmc74ngAjWoNPG+HAWl1y8C0G9q0KEGOAQSyJfKGB9fhELJ05Cc2zZs8cvvR3jO/ahG4zg5IljeOCeb6NWW5cU2h8Ltz5vHJ5IFsPQMDxcENcqHTGvjvESsyTMew0JAxiOGUgGafQOSCgjR/wpxHLtoiuPYaNc47n08kvwPSQWyPUNWbcZNOV0AyK+UVglMqXF5ocZxcx6G0s1H+nBcSSzWaSTcVgWGXht+KwFQdYkf/a1UPV+su6jY3pi86XYuvNymNEwmgy26HhoN4kC4TqnRB5e3z7ugb/mnnC+SNUXCXm0pzulwfdV2GdBGGETLvcnKAFfGlMUdbnviHufTQMDiUgKtdIaHn/8XiwvT8mkgmWZsCIJHDlyHC+9/JK4V7K5jLjDKJZR0BCcRq+h7ttMXXfQ6XrCvOTdzgCNSrmKWlsFEKr7RD1TfC1/+bl/et3PNz/hsQMHlUOzL1hTDF8rw27SQ0/UUw2nTx3FuflZBENWz12mxtX73PNXnZWmJdeCgiqRJCKkcDLN7uIHB7+Hu47cj0JuKwYjAyi1lzGzMg2z08R4R8fc9O1w9AS0Duswvhc6fMMBtIigKByngq6uIT/QRHPxSQzUFvB/f8zA4owNR9MxkAnAinqIUMAKGHh6fx2VShBbtk5gMDssAglDaBiU23fasW9ALnyxq2OlxpR7FynTxHguh1zYQFi3JRDQjMUV7mFgA5JbL0UgHBMHq/JB8FooXADXfb4nrE+5D4pLkYJb3yV5Hq6oP13Txyn0Lx7/m0LVgw/8CM888wwajZo0obZs3Yo3v/nN2M3QN8cW00UfJ0HruO7/OBriVdGTd9V5+KjzbxJlkO4BjXpibf/PlRCshFH5VW/SSDml/0/RVTWxXxPd+Myp8XvWdurP+muboKt0or4qmJ+fR6lYkcAgNppooKCrLGyE0Ow4cItLeN/Vl+DU/BKeOjSFVtfHjm07cdNbb8J9P7of21a7eFdiEveeO4jVQR1tK4AXTs3CISrEAd75nndi67ZtUhuyYcf3jMF1PAcyPKvRaMnXLJXKMgZ82WWXC1aB0wRsWDz5xBOyB+UyWSQTUXG/cg9k4+Huu+7GwsysjPKzEUhhNR7UcUkqLuPBL7U6WBOkjIVUgo7BNAaGB+VnKJ6S7AN+X0RC0by6fOo4Xt7/KEorM/DaHUFR8USRNk08cGj6DT3fH/zEr8BudbG6tCrrJ9FlYxPDiKbi4vY/fuw05ueWMDk+KSnql1yyD8ODacydeQG6syZGGWkckfzUVZ7d84VVmlgorvbd3CqUL4jlxWUEgiYuu/ZGJJIpxQj26GehycGSsxmdlBQt+bGPA6DAyLq+b4bo4wDkqCMOTxe/8+lPC3OWzSY2e+yOg62DKVy1ezNiZhBuN4CFpWWEA0GM5gZkDRIWtuOgMDiAHdu2YX52GrNLy8hPbMaJ+VU4IU4tWYiFgti+bSvsdgtf/NcvYGF+QTi3tWIRE0N5XHPxLni1InTXxobhUVx4wUU4duww0tkMxic3YmpuDg889iTqtotkLIFqtSxIkOHhIYQjFhq8r3QdyXAEXdtBLGRhtDCMay+7BscOH8MPnv6RTMk6gQDsZAzju/ei1XQxP7sMIxzF1NkpnHzpBeweyePibaPIJWNylmZGSSoZRTKVQMPXcW69hicOzeE977kT+XwK+WwS+VxcAt+6Gp3zISnNdd3Ev3//Pvzzl76GsbEJFVwX9BGyDLSqVSxNT2P35Bb8zJ23YiBjQXMZykYtIoKjU/O47/ED8pH5Mu/6mQ/hIz/33+G5Ph578N/x0sM/RFDrIhlnsJaHaGYYV93wVuy67hrk2SwayeL0KwfxF5/5H2iXVjBUSKPVrMsZKGyZkr/LZ5T3lxWhKSKM5OgQtu+9QDJuBrIFdAImXnj0MRSfPQjr2BSSxYqEZTaCAZQSURzrtDDftoX/S2csvTh+yMBctYqj51YQZvgrLHhNV5r3n//CP2DPnl1oN2t45KEHsLa0iNENkzh6Ykq0KzbMKGDPzU4LN3dHIYPi8hIyloUrLt0nTngJuEzEkYon0K43ceCF5/HK4UNyXpwcGxd3MgVYIxaHG4xIvs3b73gPrrjm2jf0jP9X/aSfCqv/ibD6s5dP4rY734XdF12IgMlNzcXc9Bkcff5FGaOIkDEkSLuubEw8GFF64nB1022j6Xaw3mjh5aMzCJEVGfRQgYE1V0fG6GJLTJdxD3FMnSescjyLmzPH/yhg0nVAMZQHWRYLTpduTleKCnGDUqSio84ModLsoFTp4Ja3XQ/T8BHq+sgnEwgEw3Dpdm3b4kZlJ77tuBgfzApndHFtRb7fE2fmcOj4HFLhAMKmCs7hhh4O6eKu1QWiHVQjs3LYU5xIHk45Eqy4s8oF0D8MiGuCPCAjiDWy2To+Gq6Hpu3i45/8CG592y3i0iyursEyLMQicWExERFQb7l4ev9BfP6LX8F6qQrLtPCOd9yCd7/3Xfjql76EN994NfZdtBOtWlXGHeiq4gLDhffk6Vn82ef+DqvltozHsMQPeC6Mrot4KIACOSa6C73rIEARgkID2YqhCJ6PXgvXKuDcyWcxhLPYNxLBvom8iEccH2CRS6cGO20cno2lUlKs1OplnF5s4NDsPGrtNn7mHRvx8+/bJCI8/7xVb4rASri1FYljcvM4ZuYr+Id/eQ4nzgbw3z71cayuHMbUwVmEYzGY8RRGN2/Gm95xG0LRGGrFNrq6i8OnT+KPP/tXKFWb8JoMEXCEbRnudiVQI27qCHUcEb7C0sHXhRdDsZfXkqFS4UBX3Cy8b3kwaXfJYQ1g247tGB8ZQCSo0Ah0vQbCcRHOfbchnWge2tm5bHe7WCuX0QnE8cjTz8BpuxiIBRHVWIhwDE2NLEpqKhGY4kbsBTn1QohUef/jKAAKq7wWFFb5PVTaHubqHVx0zRX42Pveifvv+iZMjY7VEP7n3W9MWP3wx+7A6tIK+xNSJFoEg3scl/BQXG2guF5DPB6TZ43mCB5A7WajN/KoFg0ZI+fINMGI/HdG8ghGwvCqLZjxGJxSTbrh7LISmE+OGZ9X5ZDoPycqYII/+04L/lrGh/im9ecloZycPGxbQRNRi8EkOprNOmyOn8kooxKyOaLVareFC1tIDaJWqsHVHASjIXiuwIpFNGcRyfuY14Vp8BRQyGtKhDRM5LNIR2LiwHf8NqJBYL0nmvHAPVHIIIygjJwylD5mBRGhK5wsJE8JSpdPDKPSsaX43lAYRaPm4sjpWay0F7Dnymuw6bKbYcSy6BZX4LfqMEIReZ9lFSEbtE23JZPpbXjr66itVuA0lVufCc3kgEaZpcaVUUKEKKySxdqUrqrPZM38BnipQSBKYTUsrhA/SE5TQPh8TFyVUcZ+DoMcKNWhjUEWSqz0oUtKsQvXqaFVW0WluIbKehHdtSrcWgum00FSCyJJXiodHBqdQBRiuUL4yPlBdEIGvJCBLrEOpgVd2HIUYSnaMwfNQbDrI2R3gFYdHd1FbCIPc2wjEEkBQUuERp/fO58t4eby3uHNROeSIw4DNbPrwG/X4TfKcGs1dGsNWE4DBr9Qj5tIMYU8BL5tcPm6uafx5NVFq1ZDmeNEThMOE7E1BneRGUt4Ckd+6dTk2h6EiwCqHR9LbRfLbRdVsq25PrJhEo1gMJVFXreQRghbjCjyVhTxdAqBWBKBYBRkfni0y7C7H7OAGJmrFkCcA51kOy993fXX0O4M1uZKMFoBhMBngyiMjggKfFbCdP365IMr1xexN+LH4+uXVI7+dkbhsisCAZ0+HN9XjD1FYGdQlThY+04mOlaDnDChuMPANwcBje5ehZYIBdUILdcEiph9bqv6N3oYgN7X5tosAgH33p7T7yfdY/1791W3ak9I7Qe4iCNdDshqRJEDakePz+FMrYxavYWthRHEB5NYrddgUlDqNRll7I/3vSRjq4AWOlHZ6KEQzWDFucUyiuWaHJ7osuwLvuKG7tpIxULYs2MS8UgQIVMXRhzdIdwDDzz2BNy1dWRjFuq1EsYvvgnjuy6HH86L6/OH3/smFhbOSAhlf0y4LySLGCZrqINMNomhoYK4xCgmyCHY9WA7bWk4U8yMaD4GwhqiuivvO8f4GUrBJmOMIQ3EavDPjRAiPBHx2dVlxhWeoyHGWkrT0fYMcX+g04TLQ3Q4DhsBBOM5xPIbEIgk0SC/vN0SjAGxrvC0WgAAIABJREFUCfKY0qHN9ZwNk94YLw/hbOyQT5hKjiOTG0XTaaCje8ikc4hZacTjSYXm6O2hqsGmaixejz57tf9wCAamlxZfbtbEsStIAL4OXUM0aMnnyOopwqra1ygikidNN/b01DE8u/8RBPQWTDY8tBCOHTuNe354P86dm5cGYjRmIWpFBG2UyWWQyaQxUBhAYaCAQiou+yYPaWSAi7OPUzE0BchSqvYbNpz638uv/spvvu7nm5/w6P6D0HsoAGkgdIHqehnthnKsrq7N4W//5i8wdeaU3LOxWBRbt27BjTfeiGw2K4JYXxykoMqgNqIAuC/0A6zoQH302MP40nPfgh7LIBSIoNWpQ/NtjJUXcUE0ggdeuRV2N4eAV4MRTEAP0CnH/Zt7NJEUXaRzMeTSRZw9+AJCziI+/t4Qbt6zjnCwi0TaheYw+KeDlqPhmRdMHDsTwHqlgdoakEoFpXkQCtFtrZiOkWgWJxYrePrkHFZdNq47CHdtZEwd775pH7YPxVGjczkUFAeTnh5D8sLbRFTl+s9aQTUeFA5CxFIR7mzlnpem0WuXRTV8X3PKS9uHfO0e/5ffU7lcxnfv/i6ePfCcCLTqfqWLtiEC6cc//lFcd911gjuTZ1hCMhU/9PxnnP91vgD6H90cbHj3zxr9v9//e/+RW7W/jv5Hwmr/vKLc+HSKqwBDqpCSBSFIAMVs5Wu2W2088IP7cGZ6+rwGB4dGgpKJECAXneHEdg1XTm7E3Oo6zjLJOxBErOOiUBiBlwgj3nIwUXbgO8Cz+jraSROrqxUV3OmRAR5BKpWU/YIft23bionJcWkAnjl7Fo8+8hgqlbo4juk6/PCHP4pqvSbP5czMNH7w/e+Li47Tlb5v48ILL8Qtt94qbNUv/+sXRRzjpJEwwg1D3H6bmKgei+F0w8Oi48hoOPd3vh+hoI59l1yMgY2bxdgTjkZhxpMi3EbbTZx64Wns3/8EDE2Nwmt+B0PJGB54eeoNPd+XX/cW0OavHLI+IrEILHK0eZ4zLUxPzSEUjMjaQ7FqcmISGzYMC2PVrc7Dkk2ZZ2YHpm6p8MFemJpagxy4HVv2I55jpWzyFDM6k8tjYstupNIZuf4tp9fg0gIwe+P/fBbZVBJWMBuuIqqq1953sfL3ea+HzIjUk5/5zB/jD//gDwUjQFclo9E2FxJ400U7EDY0LC4uy7Xct/dC5JKcKG3LnsF6nq5ArrWV1SXMLSyiY0ax1jXhJ7NI5HKIRiKIxcKwm3V8/h//EaeOnpTslHqlimwqghsv2YOtI3kxSXFv2LZtO9aXl8RV2e50ML2whEcOHMTcWgm7JibF3clnNUwUle9JzgNNDBabgq6LsKYjpll49y13YsPgBB478SJOnz2N544cQlXXsfPSK1G3uzg5vQibtWbQwOL0aYTbFVyybQxWoCscXO7TDJXkVIQdjOLY3DqKdgJ7LroAO/bswOTEIKKGjViIuocKcmXgsu4bePzJ5/HXf/+vyA4NSwORhhOaRGbnTkPvtPCz73w7Ltgwina9LFgzIqgMi/dRCgdeOY6v//u9OL20im0XXIpP/85nEY1kcPrEQTx299dRWphCMhZGueVjYHInrr7+Fmzas1Oexy0bN2AgG8EPv/NV/O2f/5FMAnO6mCiABH+m4lJfVmo15PMjiBZyGNu5TepZNva2TGzE2IZNMrXrra/h9AMP4cBXvonkWg1Jy8SSpeFUOoZZtmVd6kEe1svLMLda2DC5EcX1No68MIPFM2sIuDquuOpi/NXf/ZWEk/FGfvn55/Hdb38Ljt3BzPw8ysUKgnoQkVgU07NnsbyyiPe+9UaUlxbRLK7jjttvk2BzhoeyVk6YMQwVhlCu1vDKsSPIxBMYHhzE17/zbRyZOoObbrsDsfwgDh87ib0XXYxf+a03NnXyhhaG/x980k+F1Z+4SH3H6tc/9z8wuWmjpIRakRA8pw2t42J26iyOHT6KRqUixbLW5egcu1Hia0PLbcu4RNVxsWHbTjx54HksnppFxAyg2NWw7geQDXnYHg3AZDI6f8o4iUpbpEDIIlSlBJMHqsloHt0k4nrzeLBhcjNH7jgyRPefh6AZED7Tet1HemAUm8bzGE1HkYmkoDN4ggduGR1lui8PQm3ENB7QNayWi+ImYGdjZm4NQ6kITK2LlkNeoa9YZOLQ4QgGxRQeClUEDkecKTDaHfVrcSTw0MNDGUHu3Nwoqro+FloeGloAtucjkUrir//8DyQMzG5RHGTYkodoIqH4dTqt/j7K1Ra++LVv4NHHnpLRuk9+6pNo1mv4589/Hn/w/35aFjg6IhjC5LotBAMsGkMol5v4zB//OU7PLkoSvSRacqDbU8EsSQOYtDQkdR+mZyvXZigKjwt76i2okBG5Oot8dwaXj3i4aIhQ8awUiNVaHRq5JYJhaCObycqGU25UcOxcHSeXFqEHHNz5lhze+bZtCIej6Dgd5Txok0/XQBdB6NEBPHlwFV+++xAW1h38/u/8Ki7eNYnF0+dw8OVXZAP4mQ99FIl8QcIvmpUKNNPHgWMv4wt3/7uMCWi+i6kXTqC1UEEQvD6Qe4cBQgXTxHCI7Egf9WYL5UZXxh+jIR2m0UGQqctsCOg+6h0fy5UuoskErrhkj4yKEtotYxrxLDQG//BAyeRfQ5cuLQPUyKt55PkZ2K0mCnEduYgJXRwPbg9EReFHHdIFBdBzDCimoJpypKTIgz9vlbrtoUJRLRAQVyqxEw3O2WfT+MQv/xJ2T47jvn/7BirLS+Ke/a1vPf26l9nF+iquuf4i6S4mmOrJYiHG12Njfb2N1aWWhPNwZNTp1OV59GCgbfP3lcghYjHDrBxHzQJ3fJjDOYQTcbSW1mGlk/BbNtqNprw2svI4PsNfs8HBe125d5Q7Sg42r7K81LPTDytQI9iqWcGiginLDCdJxEzpiJZatnwLsWhUxlr53ZKJxETqXCYt68pysQQrGoXFgzRFArsjGzaFc2IOfF4vepYNC0lTx2gujVjQQrvVFiehEdZQbHqotZmY7WM8l0DciIprj8ZVNjVikSCy0RDyMXI1U8hFg8Kadhwm0weRiMYRjAYEPeJ0DISzKQQzdC6OwwhbCNKFrEVEYPKZHN6sA80mAkykL1fRXquj2+b7T5cVx3wZ7sRALg062T8cTbMb6Nh1lSKSHwIKo+hmstBYyPJaBynWKWFShSPJnLW6hxRPoDd6qwRqEbd5oOow8ZjCO0ea51FeW0Z5rQR3rQm/5cByIcJqQicbmGOvHCHsikudFy3ns4VtIhAOqXQvCZyiS8oSByOddV7bR6DrCN4DrQaMuInIxmEY+VH4wQTnihQGgN87MSz8ybFTXrtOE55dl8aHMOK6LWhtvn908FKkdhCiG6nbhEcOLUUYaiwO4NuATle6H6C+Ds/uyPhPqVmB7XfQDVAE6aBlU1ilOEm3MxsyXGyC0lhowUOl66DcddH02RSLiGuHo7qZRAoDVhx5K4bNRhQ5I4RwOIZgJCGufD8WRDduIBCLQ49SUDXFuepzjJ0ogO0Xv+5nvDCRlTGzDEOCtADaTltEYU5u0C1IfjfdpdRQbY62M9G61+Tsu5T6CxTXJ+61ryZO9ziNSlRVTFVhrOpqr6bAx0kS4bbK5EdXXFkUJmUugM0/5uHJWDj3egrU6t4T8UIqiV70ch8JcF7gT19glDHm85AAfQai4AN6I3NyqOu9VotCvm6iXa+g1uVIpI58LoXDi/NYJhPUslTitjTEOBqveH501ihRxZA9no7KUqmElSJRSG00GkwP59h6D2mi6ZJgm4oZ2Do5gqGBNEaGCiLC0bm3f/+zOPbcK9gxMoDNowOC76haI8hMXAgjPSaH2Hvv+TaOHX0R1Df5PvbFE3EIS9CNLi6XkVHijqSzIsJ3s9mSiYN2uyUhn27HR1jzMJI0kY9wv+sIPzpqkR8dQIysX5Mj4DoiZJkZSkA3JEiNr1k1zrlmcq2TppgIuwqPIMPlFKwZIBQIw0MIjkf2MNANhdHViR0x4fsK+8Dvk7UC3crkGHPKxooyGCMNRwvBC0SQyQ5ieGAEMXLchW2r0BQKhawmPbhGErFCAb3/g9dGaknDQN1uScCHYEko5gaIuei5eHv4CIaZ8fN9NlTQhevUcejlAzhz+hVprFN0PXRkCt+9+z6UynXEU0k1Vhvw4bZU85TiBJus5PBGoxSCEoKYInNv1+7dmJyclKAT7k1shEr4oIxMqyYrf7z/Zz/yup/vvrCqGcwaUM+S4WnyzDeqLdkHV9cW8Md/9PuYmZ3u9Up0RCIm3v72W3HZZZeJ269vAKATmZgECqp0phkhS3FwfRNPn3kKX37+m2jJVFpQ9hk2dq/VVrFN1/C/D9+JWjkLw6/AM+Oy/xqaCd8LoavXiTrHhlEHtfIx1JqDsKsvYWLgavzCzS/ixi1HULdDEihoeI5gMh583MP+Q7YgVnZNTmBwoCCir3KKclrKxJmig3sOHMf8elUEfg4Dad0O3GYd+ybTuPPaXYI14BoV8tuww3mE990hGByeW9jZVTWIatBxzeAZQRyryuepgq+EaUgOf+dV1ioD/ogAymZzcg1Z11FM+v73v4/7fniv4rv26r0+05b/NhFSn/zUp7D3gr0q8JYNIwa0dnv4sN79cL5A+pM3Rr+x1Iud+zE0U2/37jVFe9zwV12tvf34PMdqX1Dtf1RimytnBDUJwPe752ZlldRrSnAi6J67vofVtTVxQavXqu5l3+B5woSje2jWisj4Jprw0NIdZDvApkQW6cFRGIODWC6vYuHoIRS8EGZgo+S74iBlacOJEouNRTCIOCpnvI0bJ3HtdVfLvfnwI4/jwBNP4crrbsDAwBCOHj2Gq66+Gg8+/COkk0ksLy+hWq4IssfvsnnYEGfiRz78YSydW8C3/+1bCGpcD9km7cIyQ4hBRy7Uled4tWrAyWXhhUJwAgaIOagVV7B54waMjI/BaTWRzKTRNYnA6yJHNMD6Kp566knh6wsHtutgLJ3E4yfm3tDz/fb3/BxcCb8LIBqJS93N0fiF1XMyGr5z+x4MDo4gmUiLqD89fRajwwPYPBZFynKkPpR5D81DgPVXDwOiAmgpshJfQuQSazyeH7km0YDkIpPNYXL7XqRTGRFNmRGiGLwsLVWTUomnij8uAqo0mhW6i3/Oj7KnBvnfKpfli1/+V3zqU7+EEB3xARMt18VlW8dx65UXYCjNbAbFxeWZhAIv2bIDAwPicOW9xtfTsdviSm4HogiNbEHDiMqElnCR2UALm/jC5/8JTz/1DJKJJFrNFpxmFbs2DIm4mgkHUVxbFdfvSG5AnTsMHWeW1/DNex9B3Qtg10AGg/mcBPtySonbTzaVVucHagHdDkzPx3h6GHfceBsGkgPQxvOoOE08vP8JPP/KITlLN7QgmtEswvlB2BqwMnsWZ1/aj5ThIG0B2UhQWNwU90vVBppaDA09joqeQyRdwMDYBlx62QXIWS70xjLi7RXoNE/wydACOLuwhi985VuAodi3wUAIdreDc/NnsGPDAK6/YDfOnDwijm66mi3ThNt15VmKJLK46wc/wsunzwKxHH7rdz6HN7/5NvzbN/4FbnkezvocyiuL0ON5jO+8DKncCCY3jsvUCoP5tm4cgmeX8Vd/9vs49tKzyCfjGOSEn2WiVqtiaWlBXKuTFFBTcQxsnkQwGlONgHgSiQxDvhIwI1Exrs08tR9H/v6rCJ5bRSUexfGRAkq5ArqeqlsYujV6SQHDqQimXzyE6VfOIuArRMVV112ND3/so4Kgi0RjaJdr+JvP/iVK68zQAUrFqty7nKjhtFzdbmIkFkan0UDQc7Bj2xbhp9ZaLZiBDuKhMKJmXBzajVYLMctCJpXEowf24/DMPK6+6VYJzH3uuWeFp/yFb//wDT3j/1U/6afC6n8irD5177fQcdpIJSMiIpL9JyMjHRcri0sirpZWVhEQl4AHx7bF1UcPY8N1EM8UcMV1N+D02bP43le/hlZHR9kLSkJfSrOxIxmEyUOrsHzoHlSjwAyRUp1RFTBDF4EphzXlqqKAKXZsfg4LfhbWXR9GSEez08FSuYO1lo/NG4dx5d5tGIzFhU3SbDZkrJm/JmeHB2S6DqKRMIrVMl45ehxnZhbErUNh1eg68jq47QorlUKvJE5S9KSoy0MH3zwetDqw6cagy4W/0xupZHHQNUIiqtLNxHFRsl7JT732hmvx27/8Mbi2jRYP/yzt2RW1wooLpunChaw2bHzj376Dx554SgqDD7z//Xj80cdwZmoKn/2zP8AQXbc2x644bt9EgAehYBDtto+/+It/wLMvHRZXlxQ+PSGP7zdH4QshHeNhH0mPskAQnWAUZXMQC/krsbiyjCgPyKVTuGEzsD0ewACZtLaLRqst4S98L9qtBlKJBOIRCwtrqzh+bg1lu4FwuI3rLojjbbdsRzAUgeYF4bZb0hFab+l49uU6Hn7+LKYrDs6tN1FIZvHrn/xv2LNlK145fBjf/cF9WCvVsXPXHrz//e/D1q2b5X6sd5v44YtP4v6jL8DKpOGXWjj8w6fRXCj10AyKuUSGHB22w5Egwgz7qVdhN8iN4dijgYi4e5UAwIOAiyAWq4Sp+7j04t24bNdmdBpFcVzJwY+ic6chaZYscBjGVW/bWC4X8cq5Bk6/chgjMR3pMF04HQRN8sWEXCibsoxhCbNKPXBCkdBUcIF0wyl2aT4anQ4aDot1XSDsPDRTbLnhznfhTXe8W0S2mWPHMXXoJTRWl/Bb33j8da/NFFYvvWILxsc2ikuzWmlgZLggToSZs+uo11oIWRY6XkcESjou2V3m9WNTgqOu7DTySNskCoLBVl0dicIAYtkMVuZmZNQ0LqydBnyuHR0PHnlovbTtfsiA4py+xsniYaf/Q/AiIrDyQSMQne8jD7Ic3/Olgyw8SPIK/a64gzZms4gYXIVUUXl6qSqbORPqGy1yWiNIJyxh7dKx1mywqSCPsRSeUgyaBmJWSASFIJ3zgSA8A6jWG4IeYEc2HYtKsiUD4ehIY5EasQLIR00Mxk3kE1FkkxFp3AjTkk5by5KRWzZB0GHARxe2W0WDa0w0g2R6BJHMGKKDBQS0EFCzFWeVrt9qDe76Otyyi4BuwdU5KttBoN2BQaIrGzk8WNpldDj+HjCBzAC0wjD8dEFEO4PCKvmmQbrwlGNV1Hx1JHpNYO3PHvNaCVvUhucWYbeZOL6GWnkZlfVVVIsV+AtNapownCAiuokoc1D0DoIBdtZ9xazVDIwYQZjJIIKREMcX4JNDqZEFFZbGAy9C09YQbHkIMcnbd6FnozDHBqElc/ApCBtmT1glJ1a5mtkU0boN+E4JXqMOn8EtXYWnADnVXbryO8KIhdNSzFW3xXlAEVuZLuA7HF3nT35eQA4W1UZVii82T1yNz2QTdbcu7lseCCydiekhSZIPhkPQgxQ4fLgSckVEioZyC1hwPJSCdMGEMRFNYMLMisuBjbNwIoowWZ9x8lTj7AxAo/BMMUm4sbw+AWhbX7+wOjDEcAbeq1F0O47i1FHsEm53D/sSCso9yX2Hjaem3XMq9ZAcr7pDyaXjYcog40sheig+kDEu+A0KrByP4simoX6P+6PipKrnirRLrssqII1iYb+hooRDHogEnSfuMXVHyufLbakaLa9iKnooAt6yysmq1g819t/7t/j1+d8M0jGC4sok2mh5tYTK+orw0TK5QZTdFg7Pzsr0AUPx+Brle+FrEncu1+pew1QEVgjfuVyuoFxz0WzZqDc5rUHBXr02suaIICpko7jk4p2YnBhGOp1A23Vw7NgpPPv4M4K72Ld9A0byCViWgYV6C4hvQnT4AujhJB555D48/+xjcj9RzaMwTTemwiIA8ZiF8fEBEfLIhqTgRCZ4s94UkZcuZDLzZL1mwFU6gclUCGGiFyg2BYhTUcnVdGKFuS+Sncr1j/cFJ3PEacQJGLUOs7FM0ZwBTbyOXDrUAa83KkxOJUMLGfpI9nDAQpucTQqrPHBLE92FKWsEnzvlaibuyTejyG+/AmN7b0RXV4dh1cCmsM1GUhcOhXSfE0OeuP0EudRD6yhkBI3+HXH+sEZZXFiE1nON8rl1e4FTNOGzRkom44gwmAMhxOMmFuancPCFx9GoFcUBzFmAQ4dO44knnkG93pTJJNaO3MO4X/NCcBqH7z2FbBH+2FyplhFLJvDhj34CN7zlZuFys2GzPDuDgOFibKygmlYdCmo+PvDBNyasPvLMcwrR0xvP5t3erNRRK9VFsLObVXz2Tz+DFw8pFiuneoh92Lt7Ny679DJk83lWRtI44LglnbvSeKEzlMF5ZA2HLCxOHcB9h76Igw0NbjglzagcKvjYQBXB2Q6+dfoWnKlvAfwSukFLHItklrsax0/5/DBwsgStVUNAT6LWPoNQ/Hpsyazg41c/jr0jPCC3pFlKB+7TL+h46mAHoZSFoUwWGwY2oevbyuHpMhg3jEePruCRQ2cVqoh1FJMYNSWsxwNt/NxN+7B3nGFwfHYceIEourtuQcCKytrFNUO4ndIgVuIpm20UnSTQsBfsSP6moII4iu64eOihh3Ho5ZdlhHnn7l245S1vRiqZwlKxhD/9089idX5R8WVlceJX8qX2oejjdBxcf8ONuPjii3H8xHGp/ThmvGnjRoyOjApCgl9fnNx0wvLze+zpVxESPedsj0yv6srehIlKeFArp6orFQNYifn8b9XYl7H/XjiVYAl4rmFtStwP3wN0UbfbwiKW/i05nL0wOToMydx/5MGHsL66JtNxyupI+o4HP6DWegn5cW0EWxxfVuFFZsdDSjMQjsQRyRUQTsawVl5DZbkEL0Suc0saFbzvuL/zmd80uRGX7N0rTWfuN4lUAku1Fp5+6QjmTp3GjW++BZfuuxRPPv4ULr30Mhw6eRyLy0tYXltCrVkVfjnreyLq4tEo9m7diXPHT2Hq0HHE6aJksGWAhgtTpnJMTjlls6iWbWy/7Crsvv56CaUkMunc3BReeGm/7PVd10E0EkVHalMHF8aiGNEDeOqll3FupSzNTN2zMZxJ4ump5dddo/MT/p/f/SxK5TV4dGNbCSwvrUqQ1fGpI4hEI/jQBz4sDS6emVk3c49PM1Sws4JslJNi6h6Q5jm1U56bBeVFLEs/qIx7B+8JGpaUyNpuM3ivgE3bLhQUgKDMegK9sK25YvbEU4padK6Sg8m9V85UbM5JHU1Hq/pJHAdvTuJUPvSBD2Bulm7bIBpNB5duG8ft11yIjMVaOizorDMzc3JbxSIRbJqcRDwRFa5sm5kDNH1EEyg5wEzZRs0PyPi+y4kkIyjP4/PPPYuXXnpJ7v02sVJ2G6bXxVuv3IfJQgbV4orsccP5vDRMianY/8IhnDw+h8mRCewZHxJW6Om5WSy3KhIAZTK4y6QrVEPENNCtNXH9nstx+1U3o7lShTaSRWJ8EE5Qx2qpguVyDSt0MjeB2UoHnhUVFun82ROYO/IC9MoC0pYnAdNRCStNw0+MwTbzCA+NIxwbxMp6BYlETKZrdbeIYawiHajD0toyddbWLHznh4/i8NGTyKUy0Htr+MLsaVyzZwtuunwPps+dw+zsEuLJDMqVKopryxgayKAwOIKTs8t48qXDKNvAz37wF/Frv/4/cfDFl1BZnkMyEsLy4jxC0QQyA2Po+joyuRRi0STazTby+ThGBsM4+spjuOsb/xtzU2eQSTDg2sHqygqi8Qiuvf56jIyPoOV2odOtGo8hFosgaOjIjw5ipDAGzbBkTU+YIUzd8yM89/mvSajhQ3YXz+k0w8UREUyNjlDIRdCtI+q3sSEbxyUXbcGmTYOCMKKhjEYoTrrMzyzgoft/JCiPkBWHZyYRiqfRaLdQadTh+l24q8vSuBjOZbBz6yZ03Sba7TpCsGHxmXd9aVqw9plfmJfwq0yhAMTzCCTz0EImysUVTE+dwF995Ttv6Bn/r/pJPxVW/xNh9aHvfQ1mUEM6FhY2is9wD4p3UpxqcOpNTJ88ibmp02hXSyJyNNp0eTaQKOQxsW0XhjZsQNNp4vHvfR8PPvkiGn5IRIWs4WJjRBNHnhJL1AgX/112nllsBgwFkKdTgoW/4ACgwSZ3i7oED80sbMnaYuESCqDedrFW87Fme8gVMrhiz1Zs4YKkBUX8ZFonFyOOP7IzwfHyWMzC4vIKnjrwApZWS8LZySUINPfQsNtSPPPAxlE4Fe6iRk955hW+JGuKbheibYqwyoO+8od2NA1lGJhtdFHleyc8H0OSrj/xCx/F+95+jThM2OHkxkQnDAt+doT4Xs8vrOOBhx/FgedfRKlckddM1+rZqWlsGBvCn3zm92TD4UGP45cMi9HpriPjxQ3g8//8ZTz4yNM9YVUdQqSw4vsNTQLFNlhdDAQ40GfAMRJYim/Damwr1tbWMJDPY/Xks7h2Qxd7UkCcmwkLOyOEWCwth4pyuYggC094KNVtzJdWocdaCJtFXLwxgevfcrkKFHJsGEYUU+c6+Mr3X8Yjz67BjYcxcfkOnDx1CjsGJ/DJn/0QIpqOR554Fnd9715UW11k81l8+jd+FVs2jiMRi2KlVcHXn74PJ9wiUpkc1l48g2P37Ydfc34sAIkbO+/JVCyKVFCDVyrCr1ckrZrjEGEKNzKK6Iowr4ciWG92sFhzkMrEcOdN10B3auIYjYRTsKw4XLcuThge3qJmRNIbM+NjyG3eg3/4kz9DsFZEzKQwwK4rr4d6ZtSQO93ZLHSU24cHSwqUwjcSYVUlZFcpXEsWCp18Hnyjg9vedwcuvv5GDGzcJeLs6uIiQm4bs8dewc/85l+87rWZwuoNN+7Flq07sbCyKu9HIhJDvdzA7OyyHPjMiCmHh2bbEe4RnVxug/eqK+N1LJYoQNRrFRG3eO9mB4eQHhrC0sIc7EpZXDoUosWl6yphVRWKDsH9AAAgAElEQVT5CgGi+I0ULdRhgIdyMgJ/cvRVxvYpFPKu1clYVeIVn2sJuOLzJ4xHA4OhELYO5+mRQDDo48x6E3OlNoJhNks42qMOVRRD4/GUsAPpwKYoJs53ikcGmzlKROKqw+9Rxmp74H8C0GPkANN5SN4gmzsaBbcuMjFT3M7ZeAQDMU3EGslOIB5A56hMTIVDURwJhgSpaTsN1Oh4cynGm+jEExjasAlDQ2OKScl/v+bDXZ6Gu1qH5rErTX6hBoO4Et1BiN9rx0PHrkgDokPnWCwBvVCAlsojEI3DiEag8z4LkbEakPVK2KQ9p6pC2wqsVLFK6cLggdZrodMpwXbKaLfW0aqto07+aK0OY6mJZqUDvx5CGGGQsBcIOMJnonObYhsdBBtjYQRjZIky8d6ET7FFo5uNLkbyFn20WkEEal0YDRehkIZgIYHAYA5aMg0EwyLGcpSIiy/daXSKatybnAq81rq4UzWbkwVBCcoRN5a4nF0RVAWRIAJrUxyxfrMFPmxeS3LmlGvfozPbBSc3Gg7Tvekgr6NFXiyRHWZQRgVz4QiSkbBMHFAslveTh1e6QYhN8HTUbBdzdhPTbAj5kGTRTdHtsKiyoIJkJoXU4AjMRBKIJeCHo9B5v1jENZD1S0dxANiy9/9j772jJDnL89GnQndVdQ6T487sziZpJa20CqtVDkigBNiAACOCCcY/2z8nbO7PNlwcwNgIfG1MNsk2JggMAgQIJKG8Shu0OcyGmZ08nVNVh+p7nvfrXgn7+J4r/clhDnvEjjQ93VX1fd/7Pu8TXvIad0Km+EMmomEZ3jEBl5+wzl/NHYmDiEAAIQYp6ZowVss1rq2O/UbnrBAws9mQJHkClOSDS+q1hAh1QE1N+Y6T7UgJvcj8xZf1Rf69nfQVOce7oVQCYCqWp4Cxsi5eCGWR78uQUdmFdEcAXZDhxYFVZz1WxTdTRUELC08zENQDCNJXNBnDkZkZLM8vSRMyMDqG+WwWJ5cWOqxZ7nOKDap8oJXnKgcEahKm2JHcA2kFUK625JoVK64kGKtgQu4vAQkBHB/pwTVXXYqh4TS8Rg0nTs1iz3MHkZmZw7reNDZP9iMRoXTSRKFaQsFPIj5+KWJD67DzmSfw6MP3yf4q3nW0rBGppho89fWnMNQfF/BCAEU+qzXlgU01SRcU5/CF95QA+njYQMIhmErQlB+JQKkuLBwyjcly5NCR/56DMdYUjkOAjX7Cig0k1gq8Lhx0i5VDZyal6KTCFud3/baOOu2i6VcsJHgFlgQCfCZaAsRzOMntviE/00bAiiG2aQcSm6+GafehXfWgcTDF38X6icBAvSk2VJLV3WEFdp8z9ZlVAB0Bn507n8Ls7BnEIhygh2AGIxI4p6ozXk9eK9pPW7IPL6+cwvLSaQFw6DXPTYTlQaFYFMbPajaP5eUVFAolLGdWpHbr3hN6TIr3q6ljamodtm67EOdfdDHi6QFkclXMz8xhdf4MptaPYO06phYXxa+eIPyv/frrX/L65g88+MRTajjWAZcFWC1XUM6V5froTQ+f/PjH8OjTjyk/a1+pr+gfSCuAcCwiqiyeA2vHJzCxbgr9AyPCxDeCBhzWAIaF9sw+LC19BvefKWNPfQhmwMG1kaO4ZaiF/F4DC49P4YfGuZgxQyKDpq94MEh1k4Mg9xuGqnE98dxunoRfzSISm0CjVsDm/mlcsXEa28YNTA240PwSdu0P4OCJEJo8GwINXLThcnjNojCRg6JP0PDD5xbw0N5ZxTqV5qHjx0wPXa2KN115EXacM4KyD4R5DupB1Ie3wYrElQxfIwOvKVJo1mpyznf2K7HT6IQlmVQxdKxyvva1r+Hhh34uz3yDljKGhgs2b8a73/VuFP0m/vIDfwW3UJZtgnsrX5teu+IH7wOhWORskCkZ7xw4s45KJuNiz3DdjTcI05HyY6mOOsOCrg2BnHmskVTpJICbVE4C6Hf87sWK7AUf1Rf7o7Lu73qpngVYWdNw0iCWSC0Z6B2aPYnnDh9A1VfWOiOpPgzEUypIMGig5Faw7+B+NOotyXMgqD0wMIRzztkCG1F5Lb6fuuvBIyu61ZKg3VAwIKF9vBZkxBOUdFsN8WN84slHcfzEYUyuHZezltLvZHIYk6PjiAUtVItFpFMJVNwKVqs5BCMh5LJZ2E4E52+5AEeOHMXw8CjGJ9aj5tVw9MRR0C5//5GDWM1lZM+yYIK0FaNaR7tcR3FpBeViQX4/eya3WhaFJJV5DEC1+3ux7oodaERi0jPWamUcPn0YBTRgE2ys1+kejXirgSsiUQRXsljy2pjOl1Ep1xAygaip4+BC/mWt73f+/l8jFA6gr68PfT3DKOfLyKwu4PDxA8LmHRkckj2KGR9k9vf0pJGwmSVyGo5RFRakYvgzrFV5CHcZ1ioAjt9vyrCC+3WL9V6rjprLwL0k1m24EOmeHlXD8txr0ISgw45nQK1N3+aQsoNgr26qwRzrdduxEbQ4NFcKFv43/CIj/Pf+1+/gq1/9qnhUN+o+RuI23nL7NRhLOuhJxNHydczOLcveyoGuW6siFg8jmY7LRLbh2zh8cgbPT89guexJcF7FI0DsytqQ98Gz3zRRKuaxtLwkgD0twSb6krjsvE1Ihy1wdhY1AgK+1apN1Gp1bBqZwvmjGzBkGNh3+CAe2vccDpVW4IaCqBNDaLcRizuiJBuNpfCuN7wNY5E+LB8/A2dyEAFK0UM2AkEHZiSEphXAQkPHA3tO4rG9h6DHwwiQcLIwg9k9j8NdPQHTzSEZshDuHYPRvwmxkS1IjK2BV9dQrOSxuLiAACxMjo9gNNlEsrWK3lYGERIYwnHsO7mAr379O3CbGqx4TM7cpVMn8Mrt5+G2a7ehwqF5rYE1k+sxNzePhdkZIcw1NROHZhbx/QcfQ67awKWXX4f3//nfwgzGUWUwLS0gqjUB8SV8mhYQIdplBXBq+jTiCQvjoxEsLezD3InjuOcb38TsqdOy3smovvb663DTK2+C164jk1Fe9LRzoBJo7dpJpEcHsTizhFy+AtOyMdLfj37LwaFvfx+H7nscP5xZwQO1JvRATM79RrOG/riJsYE++G4BEbOGKy/diMmxFEIhpUhRQYAm5s4sShBbueCi0gwgOX4OWnYYM7OzyOazqLgegm5VlFis20cH+7BmsEd8woO6J/sAQ8BtArNBC8vZjLBfx8bGYKWG4BoOrGgMsVgIhUwG7/2zv3xZa/yX9Yd+Baz+D8DqT77zZSlIk2FbADv6RRGOo+SLkgGLEkC/hcUzp3D88EHUax48V0O0J4p1526E2w6gShZI2MLqiRP4zvfux4GjZ8QXtd/RMUbikq4mbao6UH55DVp4sRhhSm1H8sVmTPxUuTG32qA7Fn9OmjuCkPTSEomWhTO5GrL1tkhAdly4CRM9KUkx5AbPBouTfB5Ebq2GZpDgVQur2SyeeGYvqqUS4o6JuB0U+WKp6sqUXNg6wvJR7BzxlpNiXyViEnSm9Rj/WzZhNNYnTb9KCbLnY7FuoE7glHK4NlMFgQ/933+OrZtHpDgXz2n6EzUVO0Sm6JqBY9Mz+MhH7xbAl5MeerEyZKXdaGLrBVvwgf/zhzACLCgDMMy2hMWwoWWR2Gwb+NY99+Jb/3mfYgF3AK4uuCpMnLaPHrONNY6PsOajEujBQuoirDRsuQ/heAqr089iayqPrX0G+sMhaTAoow6FIvI+3aYnjXQ0EkamUMfJpWlsuiCOVKKIjT0aLth+HZpuSZhX+4838dFPPoV90xU0zDYSE30499qt2H/oIC6a3Iy33/IaJIOUEdTxd//wKew9eBx//Md/hJtuuBrZ5TMiqT1VXcG3dj+ERm8Ujm5h1z0P4szThxHsyO27TUZXrkKZRSxoo1XIQitlEdMaiAQUqOw1W7CCuvJ+04PIVZs4U/MxODGMG3ZcCL+cQ0g3JFAskejBamFVbBfoc8P7W2hqOPfyK7H2vK341he/iGfu/xGIHTWbLhjJQ2kMGdJdMJvAIZtvtqKmyWZSeeLx0Apa9CeinQVQqLfgaiaaeguXXbENr7/rjYj2DMK06XfURqGQRyJkwzE0bLr0lS95byawevurr5MJYCHvYXJqGKtLWdRKDSwvrcBiyn3AEKllsVIT+aw0CpWqeBPTVzJIc35DQ6VMLzsVqBTpSWFgzSgKuTzyC8tyDXhwCVQi3nJKftRlU7wArHacFtko+2TG/+JHUpYACsQhEMD/mq/FKTtldC2tIeCcQ2ZVy8OanjQG4yEs5vLoiVuYL9Zwqqhkd5TFahoZ3Z5MOCkPJnvda9BOQAX0EByRIB7eOwLBbP5bZMCRBNmQvShEUMoKiN8r77NJ79BWXYKt4iEGxAQxnqCtaVhAVV4Hsl8dO4REOEa9OUzTR5ghALYjslwJm2iaKBZLcr37+nvlGnOw1A5GEfRsaFUdzWoVmnzmUOdCufDJUqsyEbuIer2GOruKeBpGXxKBNKW2ERgE7uilR9Yq2XhkO6m+XIHb7HgUnK8+twjcyfR34TdK0tw2Gzk03Bzq5Zx4WZm5Cmq5Flo5DWY1CLNOOT+ZqgTWACcMRBMWJuJR6PTf5WApQFA1gBbXLP8IAOOjWbXh5z1oZVdCdpyBJIz+NLQIgdWQeJCK9L4DrMoBQFl/NYd2JSNhXxobYQJLgunxQSLrpimyOAkCqzPQqoY2VQIVAqseWkySrpERR4a2Brfho9LyUPAaKLotFBpUFOgI2xGkEwn0p8JIxyw4Fq0VGKil5KTKSLkBiSlt6AADrFplLNeqOFFtImuGMBhaCwsM9KlioCeNnsERGJEIEImjHUoqYJU+uPTp7EjPsX7LS17jHBwQ+IxFowogJxNKPFUVyMUBBoEEkfEFGOLWQoWsj4byzz7LDuW5J/5yBN/o/8tmTLFNqSaR85DS/k4wFplqYg1AW5YXyfQ7eKkMSAUwlYGlAmhfAFb/O5hAyIOv/wKsqliqXUCh63soIKjsER2GO0FA04RlBmHQhsCxMLxuLSKjA+L13Wy0ML+0gmf37UemVIQtShQFqPK6yXs7y4bl9VAAi/IWb4oUkcAqk4SzxTKqVVdYyFzrfAbZCI4N9eHibecgmQyjWMzhyNFpHD1wChFDxzkT/RjptRG2+B4tAWtmi3WYvZvQP7Udh0+cxE8f/DZyCwvCfhKv484Aio3TQH8aU+uGJSCHMlDlJWvKUJoWPfL0dwCOrgVNzGgjGiSbNqzSccnQ1xnwZEqoHpk4HCjxTCRrn2A6B9HibUkwVhjBismrvFMV25jXS2WM8T2y9gqJtzJtVASg6gxrGgRvORzpsPBCNpsWE9miK81fbzIEKxRFOz6K9OZrEBregLZvQSf7nXeI9DlQqm0LWNAFh168OJQFRCdgp1TC7t3PYGl5XoY7fD5EYdTwxbuPf8gGWrNmEoeP7Jd9bqAvJY2hZL7wrNGojAoIOMymnQxJntnFko9sNif1G0GymZkZ+f72HVdI0MkDD/xUrt25555PTi6OHD2CyXUjuOstb5ZAylw2I2oYeo/fcuvtL3l98wceeGKnPOPdmodexrTeKWVLAqyafgNf+vSncN9DP4FGZjLZZKxLOuuHNTRBPN5U1q2Ta9fixptehTVrJ+UMoKejDgeVuRPQSx9Hzi3haydjolr6g4vyiFttVA8GkLzXxuP1cXwjuRl1LYUagVVT2SZYehQ+Waz6Kqz2ItqNZZiNVaBFFn0T1VoOnGyNhFq4YksAr7nBR6vawO49JpYrQKlWwSuvuQ1t1h8wYXAf03X8bO8yvv3gHmXNIF6lJE4o1nxbs/He19yG615xHZK9bLp70aQdV72Kw0ePyh5HBirDYmRQ0fG97e5X0lt09i4mWPN5f+yxx/CZT39apLSSLSEu5z5atSpuu/02vPK1t+P9f/x+VLNF8fPtWprwYST4zT/xcASFQkGCnvg67FsE5O2Eqb3zPe/G5TsuR7VWk+E1wUlKnGhj0SWlSi4j31/HdoTgqoR3dqyZuoOX7tp4sacqGagvBlS7/5+vxcExHaeqehs/ffYJHJg5iTRByzXrsHF8EjFa9vhtzM3NCNs23RPD+k3nIBRNIZMvodE2sO2Sy+DbTJFvKKudNus1Ew3XRTa3Kuo2+Wr5AtJRDcXnTAs08NRTT+DMwilMrV+HAgNqV1dx4YXnIrOyAr/OO89zuS7nesRy0J/ulWd3JZsTa5LTs3NyjaKBuLCtGRpJCW+1XpP7vCY9goHefiScCPS6j3KugJX5Rbn3rElpr8bU+vzqCgqrKzKoXmx7aMbD8MN25z750CzWsxoCBKS1pnhkXpLsw0SrjlOnTmPz1bcg4/n44Xf+E7FAE1G9ieczavj1Ur/+z0e+gmKpgMHBYaxZsxa1chknjh/E6FgPxkdHZH8POWH53M/u2iND37ZLwD4DW/dUgCfXBq0AqMZh3dyxrjhrA9Fi0j0VIexP1aCBdXU4ksDEui2IRmMI0qbKDMjAmfc2zKR28WRWlgD0e1V7CoNmlfyfwK/FoRw9bMUy0BP1BGvPv/vox/CBD3xQgqUabhsDCRtv+7VXYKIvAo7MpqdPIpcpwA6EZJ2QbxxLJtA72CdWgY/tncbB4yfF51uzHBRJTuKaZh1GfKDRgmM50pOy5qm5NayurKJcKuLCc8/BxrVjqGaWJW9kKpbCxMg4psbXYsOaKVgtHd6ZZXin50R5+cDJg/jevqeRYY1jK/VuwjIwZARxxyU7cO7oOrilOkJhkhhSiPYkpa/ktYok49AdG1aqF81wH/7uy/+Kn+7dj+ELdyCR7IFfWkWtMI9GdgGtah41P4i8Fkfv1FaMj42i3GCfXESGGQxVG1PDm5BIGki1s+jLTSPmZVGplbFYqeHHjz6F/adWYSeiAhQvnZrGtVs34lVXb0OrWpSzKxrj2myilM/JANBK9uDZg9P49k8fhtsOYnh8Pf7ig3djzdQWFDPLyGazstf09vbKnkV2crWYwdGTp8Fgz6m1o0jHgFPHn0PEMvCTH/0YDz3wgJBNLr9iBy64aKsMSKwIVbrsGw2xEEgmepCIp/DIs0/hZ/c/hFrZQzgclV5n/fgY1pkOGscW4Ww6D97EWhQKLuoeweE8UnETyWgY1VwG8yePAF4BtXIGGzePyrCQfSKfycxqrhN2GcDJ+SJqwSRml4sSjMbhFcMc9U4Ic24lI6SLydF+JKI2olYLEebJ6PSYV1gR9ysOIugPO7Z2CudcuA1lr45soSR7+5vf88cvdXn/Uv/3vwJW/8vt7Xqs/uib/4J0Ko6YExT/T4KdEvdDcCIUkoUmnlZ+G/v278Pi/CImxyYwMj4kko7Ts8uoeh7Wb5rCmZlpLC5k8Z3v3IdCNoeegI4R20CEjFVhntKflH55nEapUBwOoYXeTbCjC6xSXkIWAU3WiV6CjQCZBW2RIPI95usaVtwW1m1ch03jQzKVCDqOLDabcic2Px0vpUKD01IaY9exsJrDgX37EWPIBFkVmoYyU8zbZC90JMHCmlFSPPFOJSuLHq8+4DbJTuSRy8KHbFUT+VYb856PIjh970iO2g1pID7x9x9GTzwo8g0CVWyKCBKxgRPpBQycOj2Pv/7I32M5k1Ppr6pbktTwK6+4BH/4++8VhgbRkaDFgCAGhSjmCNMDf/7zx/DZL35dPt+LgdVuU8qftdo+RhwN/VYbJWsIi6lLMbe0jOTgkEguvNxJXD7awMZYExGCgPTKdBuwGbAlsnVXisCgE8FSpoRTC6cwNB7CWL+PyyYTMBIEn0zU9QH81Sd34qlDHvQgUzjrsNIhrLtsE07OzuK6i7bj7TfdgTAZyXoQ93z3PnzlP+7BRz/6t9iyaQoNtygygyfnj+D7R56GZxuINS08/m8/QG0uL8yk7uc6WxSbJnoY4EM/PbLrqnn0GA3EKf3hZIuBLm2mUrNo8FHTDPRPbcLr3vJGMeN+5AffR0w3hKEWcGyRGVRLeZGVu7qJyNAabL70CkTTSRx//nl85ytfRn5pXmTmZpNecorBo/IS+P870laJ55ZJggDllOLxGrJTXanrWK66cHVg05b1+O3feqf4vkbjvYBmSyO1srKCEP1RIyFsveT6l7xBL5ZX8ebfuAPziysirbKdAHKZLGpFD7lcRczjWaTUah4KpYqwRS3bQqNaFbYWwWJhK5k6vHpN5NfEy1h0Dq1dI4VNcSkDvamYCnxOPJcHE8F/8v5eCIcgKMnDUMYVHZbkC99TdiDSOHXsQQh48HvS+6poX7QN+rMxFIvvQ0eY4VM9PfB8A6FWEbFwAKezHuaqbFTqCFkhtNpBkQgRCKGnHP11uLBNioclZbkjeSa4KgzbQCd0qyngK4EJAq/S1HZ82ljE2QFfAtSSsTBiQVekyA4DQci08eqIReKIhyIwSeXRXQHrIqaNqG0gHFaFqq0FJVBgJZ8XJiHB30g0gKjVi4HkJBwzDq9YFqsGhjz4zRqalSp8Mg6bRbheBW7DgB9Ow+yLwk7HJB2Za1QPOjAYPCgeqx1gVZAIYgkt+PSaY69OA1K9CqCMdpv+z/x9FbRbBfiNPJpuAU2vAqOUR7NEFagGLa9DLwNG3RTf1wAD4MjajQUxFk1Ao4zUcGQowZ1SQIo2GWsqnb5dNlHP1eAXqrCYXj6QhN3fBy3M4CpLWQGQHUFgVbwveaPqaFeKaFfzEi5IyR5lx+LILRMuAoEEOuvw6QdMOwCX16oGvexC52CrUoPvKpYMGaqUleXrLrL1BooeUNOCiIYYQpXEQCqBdCyCUIh+r0yjpUUBDUOVJ63Gz8F9skxbgiJ0StdqdUy7Hg4TFAgy7CGMZDiGod6UBG3QBsKI9UCLJKDRS5AhXWSqEljls7Xp3Je8xjeP96FQKkMnW4rNbcMVwIhWJEololhNagAVlGffbdB7nIFjvwiKcpBAxrqwS8VLnT9H300CpDIzk+Ga/CErUcA2Bc6eBWg7gVgCrBKs7YRKvcBYVQFHv8jSUk6CAnB27Am6QGr3v+v+XSwJxDaEIVhdrwENDr2xCfRbFi6+cgdqYVN820qlKk6ePoPjJ0/BrTdhUsYvIK8a4HTZqvL+BChRexTrHQIz4mVa8wVkWs2XBGwlsCphbU0IYJdKRDDQn4Bj8TVbyGVLmDm5jKQTwKbJHgwmA0hFbERDcdlvFitlVAP9SI9ejpVSHT/86bcxOz2t2LqGf9YCxaekNhbB+RdsQDjsSC2mPjf3bBe5QkFCeAimU57b/TJlfzKVnJH3jA23DJE0OAKWstYiYZrAKuslgnEq6KfLMiaTk3uUYahQQqpCCI4qUFr5ktIvmg04Ge18lnh+iKWLgKFkQGtyRmi6j2QiCitgY/rMKor1JjaMpuGYbdTsJMKT29Azda2sGcOgMkAFkdFmQA5TCTZ7YQignglVk/IhJxPN8yqYPnEYi4tnEGS6E+0wWrSuqktwKcGJeCKOJr01xSaBz7EahipVlPICFzsGDnWo1hJZtN2xqeHBx5mOJ0BqwA4jm11FqZCXtcEzYd+efdh/aB92XLMdl1x8qQooDQTFc5zerK++47UveX3zB372+E4VkNkJVRLVkeuisFIQVRdBim985cu45/vfUR6EHOTK9eJ1ZC2vrC1YbxNQ4bW44qqrcOvtt0Fn+I5JP3oHxflFNDN3I2ZmcLioYyXv4eoNAWh6C62jbVj3mchnorjXGcXO2EXw/QAszUbd8mE4ITjeLFB5CsF2VoHsVFe1GgJwM5DQDvfAb9Tgey1ccX4G128wsXKqjcUS64sqLjh/O8Y27EAzmJRnNhKN4bs/eQz/8e3vw+WQ21RSZWEfAUhoLfzub7wdN975FnmmG24ATx0+iPsf+T6OHTsq15r73uDQEM477zxMTqxBmEnWQVr6dCyzOtJnntscLHz+s5/Hz+6/X0AjATY7RAqCV+Pjo/jg33wIzz3+BL76uX9BgUPaTiijVCgMtexLy5ndZTZzRiCgl98WCw7WPlPr1+Pt73yHpK27DU95UHM4wnsk76ezP5JA3xk+C1gmg5Qu018NHPj1Xz1UCQy8+HtdBiN/B3+iqWt45uA+7Ny/G3Wuf+hI0ie5xqEtCSA+KtWyvO9zJqakXmXoDwkD+UJZ1Iy6bUgfIuuSVkC6+nu1ptiEvBZSv5HowdpXQlw5ZOPewf+vhrsCOPtU5SgfbdZYwqwlgCwqM3VG8ZyU84pKP/ZidWV/wFDlnnQfrrvhFRgbGYPpcdDZsUWgn68w7ylPV3UnK5JiPoujBw/g9PGj6EmmcO1tt2LX0f344QM/El9lkou4rjiooyWVE2jjkqkprLHDyC1Mo+QDG6+8DZNr1mP/Aw8iWF3G+tEEfv+L33tZ6/vuL/wYx49Ni91MMhFHxKEdTxu33nQtRkcGlA1Jm0qfGn5w330oFXJiiWSZrvhEUjnZtWoRt3MhLigbCNbT8vcmh9F8Dg2xBSFrFRwMxtLoG1ojvp2GyPxJprAQiUQQjcTE85RAG59R2yHgyKGimOMKO5T7q+SMcM8WdiuVYCpr4l//9d/xR3/8PukFDMNG2PRx9baNuPicCVHzlHJ56G0DoWBYwojY/zAM+cwylaXPYu+ZPKLxBFK9fcI8pGqSln4EbUW10VC5LzyxxelKBm0mdmzfjpGxYVgBHfn5M6iurGKLHceN269EImCjniugkcmhQT/OpoucW0U2ADx+8hjuf34XGmFHBo+bE0lc1DeKEVjQ3Yb0yqMbN6JBglE8jlq9LrY1oURMzkL2JLTlOl2o4uPfuBfZyAjs3mHqb+GRIclnnzYmmomC25CwtH72zckoysijUMrCr1gYjA6gpyeO8ZiG1T0P4OTuxyW8N191kSnVMJutIBi2kUr1YOboMVx+7hRefeN22PWaDDmpzOvrH0CbADqHFKEYvvuzh7F/ZlGCJy0nhff/+UfRP7wWfoMAO4kwCkxkPcF7V23KarUAACAASURBVC+sYs/BwzjngvMx2BOHVs8gszqNgwf2YvrYMZTyRQlvvPTSS8TWZTW7KixXqkKEnNNoS5jhgf1H8dSuPaiUq9KP8VxgD0Y7iqimYdv4enzkM5+HPToOypjrLVcCw2WqRZC23cAjP/kBHvzxvZg/cwLnbBxHJOwIWzoaiyCby0nNMjI2idNLFTx5cAYLmapk5LCfisWTQhzi78+u0P4uh1AAiIWDSAaa6I/HMNw/gGQkKkNQ2ou4daobNFx6ycV4xU03wrBDODm3iIWVLO787T95WWv8l/WHfgWs/n8Aq309SfESoT+JAJ58+Os19KTTcJstzC4s46cPPYrn9h6QAv7cTVO4/hXXSBN09PBxkbdv3Xo+js8chh0M44lHn8ZP7n9QWH39VhApyrxAD7DWWas/JbkVuEIxUnUW+4YAmSx6m5Q+8DDnwQAIsMoFz0Q6MjNX3AZGNm3GLbfdilOH9qGZzykwtTOFpkxADhJKVfga9FrSTYSSvfjJ/ffDK2SQchgkpKNab8iEL0grAIJfIh1TjSHxXFoCiDNcW0ONF6gLrLbJRzKx4LWwWPfRNCPc4mU622pWcc76cdz94Q9xBiv+qFzo4h8uoQqcuDMY08bBw9P4u7v/EdkCjZdZdChglQDBa15zM9759jcLS8I0yDripI4sNsVUIcDw/P4D+PtPfBb5QuVsI332drPR4VtvtRA3NIxEAqhH12DO2YTs4ioGJ9dKwzkQa+P6LVFsShk49OTD0BsuIpxK0vZA01Cq11DjVMdt4+TMHPJuWSbVTCHe0mOhFa1jdNMonp8Fvvqjk6hoSszFa2fGgxg5bxIL+VVsP3cb3v3KV6PPtNAyA/j8V/4DP/jJg+Ipe/stN8IOaAjHwvj6Mw/i6cwpVBseEhUDj339PgQ9JdkW6W+HaSAsKMNELJEWUI+G53qtiF5LQ9rSEPJ1uGQK6LRapK+ViatvvgGXX3sDeoeGofl17HrwAWSPn5BiHgEVQkVmD4GK+MgYAr3DGFl/LgxbRzWbx56dO/HN//gmWs2aJEbSdsAgv7orteYAgA2A+NIpxbWEf+gBeAyYafnI+AZKZNJGQvid3347rrrsEpTLNSRTgzBMSxpWShPZwNIf7pLLb3jJezOB1df+2k3I5apI90dRqbpyfTg5LBY9RGKcHuqo1urCJCKz1rFtkUqRWcjrSnYf5Vychjc6z5cRNJEaHpD31uA1r1QQD4cFsVhZySrGD4tTAl4SHMF/RdN7xUBThT8BCjZ8IgJWwKUwNpQ0nV6l4uMkpbBiuBG8ZhABC++GRh9VA4M0RjcDWMnm0RsChhNhzORqOJ2rodYALDssIQVsFDiNlFAaepnytTt7jQgEJWCH/scEblsCgHAHED9JGZYQICVISEDCgK2TNaGhN86ClP6naijD1yI4JWwvWoIE2wiFDAELjEYLgwTs4rawBrgXsLg6vZzF8bkl1DUdO8ZHEYoEEY+EMTV2EaKBAZQpZ68wUbmKdrUK362h2SrCrZfgNQKoB2MwE7YAqyyQbYYl2Yr5qRF1kAFHx/CXflzMaA0AfpBm/kx0orVIDQbIFCkLowt+BfBL8L2SNMOo5oAqoJd0BEomjIoJzTURoJ90QINmadBtCyOhFGDFiL6rSpfAhc89mMF//NNEqwLUVspoFasI2wGkBmj63wvNiShgNWhJ+KBYAQjwqMHX64BXhV7n+2p19nNdgF0CnQpcVQMhMv0FWGUIW9VDu+JCJwO9UobvMljPg+e1JE16tVbGKhmrLRPNYBrpeBTjPQkpuOgxpQdsgMAqZfvCbBMukWKs0me1WYZfrMIsuNCq9P0uYV9+AcfrDVgpB2unhjDeM4yQnoDl9COYTMOIRhR4Y9oCPkPYHjq0LRe85DV+7dY1wqTMVzxRH/B16DvLZ7wrFeU/hekoKgld2CAq2EKBcV3JPaXhXTmsAFodywxaYEjIJHFlntUcOHIIKd9Xr9396jJWJbSoK/3vWAkIcCo/r4ADpYBV4ED3FbrAalfy331/CgBVbNPuvxOQj3UBJd2mJft/rdXEFTdcCy0VxvJKBpWqh2PHTuLMmQUB+bi/KD/XF96DOksUAHI2NbnTnHoE4mu+WAGs5ng+8+xmk89UcV5THZGQjWQijN5URMI7+WydPL0sZ+jG8TTG+kPojYaQCEVJxEbdaKOCKKzYOrhtB0888ziefnYXCkx5F5ROhTZxs6Gn+Zbz1iEej4mShYB4raI8sEVK3PFQZC1AMCiVSmFwYBCJeBxEfjMry8isLqNaKkiDqwt7jpiXLjWfY9OmxEQ0oDzmZfhNVTctApgALZYOHUCdgCLZwZYlDW4iwhCrlvja0+uVbCjWPyYtSwJkP1F6WUOxXEQ4ZKOvj/JP4NRsFsVyDalEFBEOY5vA2I1vwcjG7ahQXkg5OyxhXxKw7H51gSTeO2JMDEkTyWuTzESCBnUcP34YmaUZBaIw8KmlPNblomotsanh2aqecym0BExVtgFiAiXvUQgGVGho1DB1PDA7z4zYR5jKt5jD1xPHj6JaLotFRk9fD8YmxuVlKxXuo1wfJLd7eNtbf/Mlr28BVh97UixIuqn2lOETrM3Rs5IOsVoLP/z2PfjqN/9N9igKEpTBlkwr5MxjXat8NhkuWcfw0BDe+va3I9nXqwZU3OdyWTQWPw4L8zLEbHmc8TL8DNBOa7C+qyFXsHEcbTwUuxJHrAEE9RiaDA6l9UTuCbiFZzv1mSaqN9uKIppIwY4m0TLaiFtxCTU1vBym0k2MxGoIGy54IPX0T+Cq2/4Q7dgEDL0JK+jg+/d+G5/77D9gtVyGKc+bGr7QW/+SwRDuuuu9SG/cikQ0hkP7juAfvvIFLOdXlB9uva6smpoMoEpjYnxMhuEbNm7E+VsvkNRzstwoa6bKjODe3R+7G/t378bg8Agu3rYNx/YdxMz8GVk7gwP9+OBffRC27+OfPvy3OHDiGFypUWjhwXmgCTPuwC3WOhZGag3zS2zGaM2j6xJ49q73vBsDQ4OybrqPoUi2xe+Z8nOlPqBKTnzuTVOYn113VQmb7AwcXiz7l9O9IwX/r6zV7m6bKxZxz73fwzLVXQ69OlmIKAs1WVt8qkxV66CuPLGFbiOWaOqfHJTKGusMpIW5SgKOeM6KjfnZOl1UCGJtwM+mVDJdWyi+ut9U4LIarCswVs59MnT5mhKMyWGf8uCWAGWqIJs+4qEoXv2a12FoYFS8cRmMKbJ0sarh8FzVYgFDAbIE+j1mCNRqEoI2MjSIiQ3notqo4stf+xK+e+9/IujQwohzoTocv4GtPb3Ytn4KLRI1Wi7sgIPJq27G1HnbETUc1PPLaOQWcfmdb3pZ6/uP/vwfhTF6cnoap08cxvqJUUyMjuHWO27Hmok1AuCxPuXz8MQTT+D4sUMwUIBtNmTta75iOtNOpd2xjVDqOZ52aiiFNpUsJOUwjJM+1A04dhRDQxOwYymEwlFhGZLhpwjU9HJtYXl5WZQSosKj/UaziVqlimqpgnyhIFY5rC/IHOZzPTwyIBYpExPjWFyYx4c/8jd49OFHYNkheJUCUiEdt157CaZG+6VGC+g2HDssNSKDpYtuA7sPHMGufYfgR/vkNRm253pV2bd60ymUSxUJSCbIa1uOnME8p3gRmB/x7ne+GxvOP0fq+4meXjhuA8FDJxBvG3CXVtEql9B2XQSaPgr1Cg5PH0M4nsTg5CR2z5zEI0cPwLID2BRJYCgQQr/pYLB/EMFUGsFUUoZarPMJ2LXtIILxsJAYqGSrByzExybx6NE53PPsMWR1A8loEymniVC8D8FQXCy6sitzWJw/hSp7qf4x6GELK5kV5BaLmBgawPqRQYymw8jMHsKXv/QvODEzBycUEdUbw/oYtkXsoJzJY6wnjtfdeh2sckE84Xm/xb4hHEI0EcNCoYxv/OB+lLUAoukByTu47Y43Y3JqiwRdMSODe06R97NcEozHQVNs16yQA90rIRFqolxbxIMPPyDn5PXXXotDBw4gGo9KPyc+sF5FQHnu20ePTOOZp/di5vQ8auxdGNJs2wjbKqiuWvdQqpSQDkVx9z9/Etfc9Aq1z3AALB0Ka4A2Mosz+OZXPoMTR/ZKcG2I+5LfkoCzVCohwwY+k8Pj63B61cXOg/TRD4hiUBS9HK5KLQyUS2XxnTW1JiyzDadeQkjX0ZdKyx+qEUlwWV5ZRqvuYcO6CVx68YUYHh2D19Yxu7iCN/3Bn72sNf7L+kO/Alb/B2D1vm9+HgN9PSJRpT9mjSemzom4ShKlCfBipoBvfef72LX3AGwrjKuuvBTXXrsDISeEB3/2EEZHRnHZ9ksxd+aYNG/VWhOf/9KXsHBmEdGghZTFBGnKhWgtIPE0Io8RFl9bAalqsqhYqwQzmgwX6UhIlPSAYBcPTUpmNNQDYbz1d/8X+gYGsP/pJ5GdmYWjs0BqQWOSIZmBLaiwLZrFc+JrhQQgy1Uq2P34w8jNTIPtP31beDDRX4yeG5pIK5QUmcCqmOB3QKFqg4e9OmTabQP5tonZWgMZ1jmGOPvI5lBvVnDdVZfig+/7Q6G2s4l1bAcNhvsQm5U0Ttb0ARw6PI2PfeKTWM0XRb7J/4m/U62Kd7zjjbj9VTeInNk06JPXkgNWNb7UsRk4NTODv/7bf8LScvYssNptltkNmyxmaJKPIPpDQZi9GzDnxaDpNiKJmDD5xnqD+K07d2AqFcShXU9jz84nUcusIuGERP69XMiJMTVaQawWsmgZQH+qFw6ldodnoJst+ENp7FwqY66mCiOaxIvUrC+M2ESPSLS2bboAv/fqN2A4EMLM0hL+8sP/gHLNxWWXb8dvvu1NiIctFJsuPv3AdzBDebLXgHdkCUce2QNHsztGkS8wnhSTieFnlAWrwqnd8BDSfESDhkxzKX0qeR4G+3vw1rvehIsuv0Sm0kzJZjjIyuFjOPbE4zB5mDCxNmghqAfhxBOIjk+iErAxOrEejXYdLY9gSguf+szn8MSTTyJIxh594xgAJuxHMkjaCJMRpANhuXqA52uosBxqayi1+Hf25QYuvWwr3ve/3wsTLdQZDJUcEJiBhUI2syrewvyMV1x360vem2kFcMONV6FcoUwqDCscRLlQRK3YEDCdE2g+RqVKVaQj/L2SJunVxDeWbDWyDK0o2Y8G8ksrElLBUB8nmYBm6whFbHjFPAI+kEimsLREKRinoCzO+Jqd+AUmiXaBVZmmKysAJQ8mU0r5IvNesoHg5JRJjRIIRdmteKUxuTqgpCourQvIGIthrDcuRWBhaR4TyRBS8TCWSj5OZsoo0peK7CtLhckxPZsWJyr5m+v6hcaHjYSw2QR0NaSpoS8VdwK+Bu8XX4OLk0ywcAACxPntBpyAJbYBbNxFTk1QkyEwUliFoPtVRC0da4dHUfN88e1dLefV8MawMLuawUq1ig2JfmEXV6qzmOzrwY3bX4eoMwp3NYNWNYdWsYRmxUWjkUej7aHRDsLjECnE5zWCSDQOh+mbjo02iwt68wUNyWwS4J+f16yjbfloOU34Fv0N64y0U4MFo6aKcIaCtWtAswI0aUHQgOE1oVfbsGomAq4FzeUeqxgSPn3ygjaGQwmR7El/xSQwzUfTd+FRqsWivNFAJVuHl3OBsoeoHUC6N4lQPAUjHIFOAJMheCKT7wKr3L9ojloXSwDuz3LXZPgVgA/eEybS86Fro12nVN9Du+7CZ8gVPVarJbQrebRrJZjVurCoKvUaMtUSFt06ig0DrVAKfYk0RpO9SIWTYpUBXkcCjryOAcX4lYOlWUebjJ16GX7Jg1asw/Ba8GplzK3M477lZeSsKtZvHcWW8Q3oDfQjGuqH5kTVfRHQ24bG66Zz6GBCu2jbS17jt2wfQbWhYTFbQa5IgFyxuVhssqiUZlqJG9Sggs81ST2UhIrNRoepRzCN4E03WKrDeiK7KETPQzIlGVgl3qs8dghuEGhTgGT3vOkOSZSP6gtWAEq6zbXesdoRkKrT9AnjRD1HL/ZYlWZbfFoJyHZCq/g+COh27ACU/DaovHurNQmn2nbldsTG+0UBspLJYf/+I8iuZKH7urInoZdrhy31iwCrYqzyv+kmI5ORU3ObEoC3WiipIEIZjhJgkPGmMCHDTgCjgymE6VkZi+L0fAazx6cxlo5gw2gSg3EHyXAEsbABOxyCHY3DCEYA0xbm6eO79uPAsVnMrVZQ10Lwmpo0rfGohfO2rJXhWrFYAIFetb+2BWwjy6Qn3SNA2cjIiACr9NLmVst9rtloigdiZnVVFBCUtRdyOZQKBfEOZEvOz5EImfJs8P4I09gwELItqefkWaLHq5QburBXI46DkURE2PcSfMX7SpCEGA3BB8tGPJ6QPT2fL6JYKMO2dPSkIxI6cXomh5MnV4UlGImZSE1uwtab7kLd6ZMAoLDjCLNO4JUOW/XFwKp6pvneGXZIkIU2AhykmZg+8hxmz5xijBWCtAAS0EcFHwl7i7XQi30tZSBPH3Yy6hmYyiEfQWV+n8NkAj9kciumtMhiAwEcO3YMDz74IA7s2yug0J1vfB1uvumVaHnK6oZnnzBE26qevPMNv/GS1zd/4KePPSH3hgAp3zdDAgk25ZfzQj6g5dQjP/kxPvuVz8sAi6iXnLoEpRROLzYT/Cd3TtbQPckkXnfnGzC+bgo+GaDBsJwtrYW/QdRcETBH83xYCYM3FOaKDeOeJmq5OOZRw7zZgx9Gt6IQGoJv+qLGaGWeQqX8jLxXs8Xnp4lwNI62Hkad54luoVYrol5piv1Aw9MxweC3qQZ6gh4CoTi23fgnAAcO5QUkIzEUcyv42te+iMeffhLkePGZTEXCMvS/eft2XHTDazG47gIMDw3jL/6v9+E/H7gPXlsx8pkaTXYbAXje80JuFQ2GlgQC2HrxxXjdna9H/+AgKrSLsRy41RpOnjgh62XNmjXCLF06PYO55UWpUXPZHLbvuBTRVhv3fOZzePq5J7FIdYRuwWzRDiiItmOgUub5yXmf2n+7+xh/L58bAh53ve1tmFy3VsAZdaJQzafqrWI+jzIDI70GMsWC/Pu1U+vQ198vYIQAj9w7u772HVWCsFT51P0PHqvCNNQ0TJ86hR/8+MfQQxaqrqeGSp0nUwZz9Dhm6CvtnURarlQuJIZ4Xk32atpGKZ/uFwZzqp7j5+js692CqoMcKzsEhrt2f07tpTxHZDDDQY5kY5BNSR98tfeI4qLjO8vhj5xZ7RYzK/HqO16D88+9ANlMQQg+rTrJO4o9GQ1HJJCU14n7ET1wGUrKq8R7QbYjQ5OYJZFMJVCq5vG2d78d5XoZmtmGVS/iyokJXDTQL8oaM2ojpelImA60kTWYvOZW2Olxec5Qr2Ptur6Xtb7f9ua3Y93EWpQKyzhz4gA2TIwjYoZx7WvegjXnbBELKzJ1eQ0e+On9OHp4H2LRBgJ6Ewa9ttsqREzsnmgZ0WEyy9BNdiHlP0+gqdUiY5WWcS1EoglEY73wGD7H8YAdEmbf8eMnceToccwt5rC4sIhypSLPMAE09j6s19Wuwro4ILWuaVlyRtFqaKi/FyPDfeLtveu5nTh8YJ+oMBjeONgTw2XnbcCGkX40Snk0Gj6KVRflShmGbaPstfHUnkNg7HKT1jmajmQyIc9di3YPEb7HGkqVmvQu0jMYBiyHbMkQ8iuruO3W2/CnH/oALIfYQxj1E3OoPfIk9GINGvc4tyrDeJKGeG2WlunBWxYGbIjPgUWQsAqrWEVfOomB/n54pDCHorAiMQkLbNJmyK0jEAsjEAnJvtzgfQqFEe7rQzWUwr89vgv7szPoj1Zx8XAITiQB24kJ2Ok1CExnsdQ0UaqZAv4xcIrHxrqJQYwkwtC9ipzjjz63Fwdm5tE7PCq2UolwBD97+Od46JEnEEAQzUoJ1115Ca7fuh4zp07JoJMsZydCS7AAdh86gd2HT8JO9yHdNyQ5IhNrzsXr7rwLlhM5ixmw3iDTXs77YgFpkmf0NuqZBVh6CVaqjVMLZ+BV69i27UI8v3sPvLorv4dPGq3JrGAYbT+Ae771PezZvV8NtjwdTYN1F0QxE6ZFmEG1r44Gw7FG+vCpz3wKOy7dDhc+bOmGNRh+Ew/ffy8ef+AHsJm5UaMSoCRrTNZ3NCYAu9gYDI3j+FIZJ5arqDSIZdE3WgW0qXBSRdAp5LPwagWxQYobTXilEuoVV+rjJAOR4zFRdbJ3iIcsrBkfFi/fodExjE2sxV3v+4uXtcZ/WX/oV8Dq/wCs/vDrn8XQQJ8Es1DKUSPoQMac74unFFkRPD9zhRI+85kvolbx8IY3/BouuOhckVR+9nNfwvXXXYftOy7G0twJ6dvp2/Ljh36O/7z3h3BMBp0QbPJhE4wIagiRMSFG6sokmts0D0wBVjtSwxanS5TbdRgtnFpRnsiikIvuljvfiIuvux4ruSzKK0uoLK2gMLckJv1Mc2SIAb+qlZpIm8kGiw6Po29qkxTskYCBvT//KQ4++wyy+YIsTnrJSUKtTERFzCQGzGw2ZOrabsOlB6OE1BAwM5Bp6ZjxfAHM2AbooiEx0dI8/Podr8Tv/ObbUCpnpPgPO2GRWEu9wSKZjFpdx6HDJ/DRj/0/yBVLArSKzxrl1F4Vv/Xut6AnGcK6dRvQ1z8ioRDcNLpFGxvLpaUlfOBvPoG5OZVK2W2W5WAly4e7NdkKWgjRQACxoU2YyzeR6k0gX8jIoaU1Mnjv227CG151HUJGGMtn5nFs1y4cP7APbqWMfK2Kiudhy0WXIVup4uldOxFzNAyEIgjOVYCVVeyv2ThEI+xASwUocM6tt+H0RmH0h1CzdEyNTeJ3bn89NiR6sWfPXnzkY59Grd7A1ddejT/43fciFg1i55F9+MYzD8JNWjA8H8d+8gxKp1dg646Ys/MQe7E5O6+8TWmtyTAvshSIs/B+SvIKao06hob78XvvfQ92XLINK7kl2WhbtH+wTQRKFUw/+SRW505DD7YRNAIIGCGkxiaw0tLg9PZhcu0UGn5dDmCmLn7vvh/hU5/9vDQ5BM+6XzR3CPhNhLW2eKOOBphTqqPcaqPgGyjqAbi6JQEPfN7/7M/eh6svvwjLDFYJx+FE0yJDpDcOkxpDIo/UsePa217y3kxg9Yod21F2S0ike9HTa8shsrJYkoaMnkms/dmoswnnNWWICYNSGp6yv+D6I2AXDAWRXV5Es9qWxOZkby/awTYMx4DuuSjni9LcVMuuNO/yeqrS7jAruungiv3TYhiRFIAEW9i0GuIBSaaBBLS4ngwi+NnZJJGGw5kPZbBKKcIGWbFh+4f6halayRVQyhYwEHMQdQKYqzSxSLP6uisAAaVOtHnge5OKRVKDVQPKZ4pgu46maqg70n+SILl8CABIU2DQToBMjRasQFvYalSHhy1b/JnJGCADjKwAsmrCVhh6s4mxvgjWrumTBndhKSfA6kqZXqY+woEoanUf+WYLAQ5gKHcy8gg1PVy99Qbs2HYtNE9HLb8AP5+HX6nDbRAMJ2DZhku6DNNZo1HxMLLDDkzbghYKQ6PmN2CiJR5cLQWuBmpAuIFWpA5YBJ4bsDpp7brpquaoTRlOXTxLJfGpqsFotmHUmjCqgOEGgaZFAzrZx0C2WsDGkBUG0XexeWkyeIqqAw9eq4kKLUW8JrILZJI2odcaCJsa4rGwSL6sWAwGJ+SWLa8lwGrHS1EGQ2ILU1fBOSLbJeufQCGfM7JgGHIl6QtiCaD+dFLJXdJki2izqC6WoZGxWfeQrZQwT5lQU0M7kUJvrBfDsWHEnQR0x4HvmGgz8YbgKhmrvNlsTRoMivIQZEp82UW7VAWYquy5KGbzuD+/iMPFLOKjfdi8dgwTiTR6I73QrQR8JwmDCboBC4bpSOMvoOdl21/yGn/1FUOotwNYzrtYztLC44Xkaw4klMm/ApcEXCV7lNYQlHsReGsqD1YFYKp2Sf2dYLaSy/LZYBNiWabsqQSwefkJllL+3pXVn0VxRQmqJPt8TcVcVbJPxX5UQKm0fJ0mkM16F0SVlq0jexYgSZjtHdm++KJyzyVzVaWLQw9IkivXZ7KvD+dvvxQFwxNvrGMnTmP3c/vglVxhuwtA1WGnCvtV/F+VCqIjwpWah40+w/249zSaGvLFCgrlKgyTnogquZrAQjwWw+BgPyrlPNJxB+PDvRhbO4mDp87g6Yd2Ih3UceHGQUwNJzGQTCNmG4hGQujvT8HX6qqBs8Nw/SBOLRZwYqGGjGvhwPQCntmzFyHbwIYNIwJe05OZ21/IDqMn2YuJ9WvR10sfMwZM0ueOQyNP9jvWLPRHU1/KnohAulenLK4s4GqRHtnZnPipV8tFYX9QBteid50TEoYetIDI7dxaWdijashMdquOVDiIgd4Ixgbj6E86CHWC3WouA1PokUmP2AGkkj2YPnEap2dX0BdPYE1PVMLUZosV7Du1KL9jIm1j8OKbcM51b0G94cMJCPxxltWsQJkOu1nOW7LY1GcSb1Ra8rD5p9+/ruPIkX2YXzgF06RMVdULvk9fYWVToEB+db7Ry5b3mOcJIXdaBvE3MbWaLHgVqkgAmYxcDXNzZ7Dz8cfx/PPPy/NBYG50Yhy33XaLSFsnRqcQDnOQV0U4wmG4si147Wte95LXN3/g/kcfF9CpywyntJlrs7CSh+vVEQpoePrRR/HJz30SVQK5TIYVByIFrPD5ppqCa48KtFDAxOjwIHZcfRW2XLQNNb+NiB1DrlSHkfsHpLwDKMkAlWdyC1rYQDBjoPZvdbSWElgSq7AinrInsStyGYpGBLFgE25pJxqF5+UsIIssHonCazVkmGb4ivlacV2gHUE7QH9xWikFsG7UwmVrXBiBADZf9tsY3ngVsguHYLFhTqWxksngq//+JWhaHVNjQ1jTn0Y5k0Uw0Y/zbroTYxObxO76zW+8HYdnp2GazWRl1wAAIABJREFUtgrWsR1hIPMZqVQ4IKzDkDBRQ9jf5110Id75W+9GMpUCaGUgIT2OKLHI3qIHKBndhm0JQMx9LpfJAKUSnr73Xjzz2IM4ns2iQsVXvFdsNbJuGQVevA7YyX9KUG2H1U9Ar6e3B7/x1reid6BPhl8yJOCz2wF5po8cRSWbR9RysJhZlWesd6Afa9euRf/ggOx59AtlYKMMFVitCCNUAZpq3++Eh76Ivarsmdp4atdzePrZZ0Q5IcpBPvXCvFXWGmq4RQBU7fNsR/j8kSUvzLwmv69Y390vKQFURSVLU/bzzncERpXtXg3IX1BFiLO2YlmSDStqppaQFFRIF89/Wqe1pOaSea2o1TQwMW/duim8/tfvRKXC/AeyuJUlEKf6AYNp9RYsMyDheVbAkkDhlsx8lTUDgVvxENeAeDSGRCqBT37hU/jWd/8DAaeN69YM47yRfrRbFbR0egLXELdspGNx2OFB9G29Cpu3vwItDkmDGtaPvTxg9R//4o9UmGLbxWh/RF4/e6aIoYtvxvC5W+WaktjAj/3Iww/hyKF9cKyKMO/YP2u+UhUKGN5ByLt7pfSDYlXCHpAKTgO+TvsU2tn42LdvGs/sPyFp7bRh4ABRwG6uHT0k95u18wt9pY5wNNqppRsCXLOeIHhFMK/pkelahAmeM6s4sPsp+C0PGzdP4VU3vwLjg72YPrAbhltGo5hDzaujSgCMAF04jtMLWTx/cBpt0xF7PlqhCWjpVYXM0N+bEpstnm3EJFbJsm/7Qqjhvad9XTqVxj9/8QvoGezHoOlgYedupE6dgSF1WkVCX4NOUA2KmbsRDAhzfX52Tshcg1NrpX+0ah6C3L8Z/BmOAnYUWtBBpbCEZrYE1DwEHAfBsCMhaLSy0Xgdww6C/cN45MwZ/GjfwxjuBwbaNdl3JaSbXvuhEHJV2hvkkcm6YpEVioThWFFYjo7hmI1kmNYLQXiGg5yvocFMGK5Lz8euffvxjW/fC7faQst1YWoNvOPVV6M3lRI/dto4zi8vYXE1i5NzBSwVXJihGIbH1mBifB1KpQbe+OZ3SEYLbYW61iUEp/nsDPakhak/3J9GY+Ek5mafx8YrN6HmN5FfLSgLNUMXJSDJJgx5tINBxCJpsUH693//FpaXMsK2JyGsFaSyqA2fhBn2t7aFgBlEyLAxn13Cdddchb/7+7/HyNq18u+pkMwuz+IbX/oMKiuzsNm7NFw40bDUI6IININYZFZI0EbTCOHIXAErVQ0kvzXqnliJBGlxUqf0goNJGf1idWVe+rfeuCOq0rqnSEW8l0bQkiDRsNS2VHHXsLy4gHXrN+KCCy/Ah/7pX17WGf7L+kO/Alb/B2D1Z9/6AtLplGKnCVOMknNqf0zkCqtySMvBaFr46N2fxNz8Ml7/a7fjwovPx6OPPoWf/fQxvPWuN+Oii6dAc2BK5MLhCErlKu7++D8jR5kkg0tY4BBE1VqI6j7SgTbC3OAZEqOIl6IztJn0Rz8cTvt9H574x6jEWB4+DNjacMH5eMO73oN2MCgNzxM7d+Gyy66Emc9gZvoosvMzsAKc7OuS4tto6ggPDqFv8xbUWTiZlvzOpGNj7uRRHN2/HycP7kduYQ600GbjqLxfpXuU9yZ/9yklM+CKzx5ZdwbO1IEZWvpRDMxDW4JWdEllfe+73oKbb7wS9QobMoZEBDvMwBdNeTUDz+w6iE/806dFqq2O/U5wT8vFB9//v9GTiCKeTqMZCKA3kTjrH8bfw0ni6moWf/XRj+P4iRmZJvKeKdkYwVsWIwQ32jDYaGlBRGIplKsegq2yTJl4GJN1l0jE8bZ33IWbrrkGBj9rrYrZIwdxcNczWJg5JaD1eVdcg9mSi69++ZugJDwSNXDZxFpEah52HjqB09U6apQfs5gnq4cweNSCM9EHLcaN1MBbbr4DOzadj5999178y9e+jXKlhV+/4za8451vQtOo4e7v/TtKIR1OKoX6bBbP3fMAnCaDPxQAoAo6ylq6YCDlBQqAazaZVMuGTLFTeJ+SsRDe8667cP21O8SrhoW2xeRgwxaGakBrorq4gFO7nkNtdYWTAfRPboQWTeOJ3XvxqltuQiLmoFyhf1RTZBZHjh/Hn77/r+AJuKe86eR3crV05F/8+0azDk83kam34Jm28uClJKeSxSuuvxrv/9M/knueyawiFu+BYTFNnonNGo4dOUwUDINDg7j0ipduBUBg9fIdl6BMj7dQCOODKWiNEhYXSsKYZVFLMLFZV150XGlseKv0i2y0pDhlsR+0gwLW1coFlIuehLZR8miHaBHQRkALoJDJSWMSskPIknFRrigbj1/wxlMghsJa+YwKfNlpoNU6I9BNnyAW8fQg45pxvZpMRlmsk3RBKao0CQLQkh0NpBJxJGwHJuWxLn16WvA0DYWmjyr9uNhMM1CFB6nI79gxKBsJFgn8YpOh/KI6adIs9Am2MoxOwnjUXqSMQVpg/lCEBRpMhAKWGKALAzVIlm0djhVG03WRCttYO9ILQ2ug4pYlkZ7MgUKVLLhix4uU4Ify46VrVG8qJEEOCUPDzTuuwYYNN6JUWYGxcAytYg0VNs9NF2W/imLLFa9nKxwWe4do2JZQGjMYliGTT3aJDHsaAqw2IxUg6aEd8REI+ggF6rCEechik4MJgljKNxBkj7RaMCmxY2CVq8HwaDbIAB3q5QIqSEruq46hIDna6ouiwlabPlSeeLRR5sVkdXe5Bd+rw2CKsAEBwRn840Sj0CQoihNtnkFKHijPkFDXuLZUAa28uvl7JeoXvthItKG3yLRieJVir/L9izUA5YRN+r350AqL1OlCq1ZRKlWwUKmhSL/r1CBSkTTS4SSiNn2zInLGtC0bmgCrKsCJBg7CiOW1KRbQLrvQ8iVobkUagIV8AfuLHk5UyqhFQkgPJDAaDWEimkIy2Q/EepUHboCe4I5YRpBZb9780n2U77pxHcpeCyv5GpbyVZSr9MJTzEOeA2ye5F50hlFsrNmw8twgqMoBy1mvu85alb2s0xarn6UVj6bYmAGGPKr9jtebDH0WuWfdADqemIJ7d9QEBEbZwHKWwZNNgaJKYtoVLQsAK4ndSoHQlet3g6YEHhTWrAKYhD0oFiW6YsDRUzQC9E2OI9I3hnrLk0HFvsPTOLz/KNoeG3Y+5C/4OSugtwM8y/pXvqoCptY5UFZARbOloVhioJ+0NQLsR0JB+DxrmwyDIqMXWD81gi3nrEMkFce+w6fw8A+fRCoQwE1XrMHUeAQBzRZ/x5F0FAPplAxpl7N5scOIO0EEnQDMoI1qQ8fpuTxOzi6gXG+g3PBQqLQRjA1jaLIf/T196E+Ooh02YNLnulpFrlxDsFlTzKrUqKQuc7+eP31SQG0J0RFglEOJDnPXV6xWAoiFYhaZXAOVehCW04epDRsRjhp48smn8cADD8nAiSxV8V41PfjtCqA1EdabGE85WNObgK1r4usatkKot6solisSJDox3iehJKdmyzh0ehEh28fanhBxLpxYdXFqaRXjCUoXY7j+vX+C8XN2oJKrdDwaCRDxPrwQYiVD1bYKZCI7TfaHrqkE5aANX+wACpk5BE0O8NR9E2SCkm+eOQxEbBJUVWcDzxJZI9wf5RxQVgCOGRS/QT578/PzOHz4ME6cOIHn9+6WUJZNmzdjYHAIF27bJkoKvnqykwqvWK4K2OMZf9ttLy+86sePPKaefSmS1TrgZy4u51FzPTkjD+7Zg3/6x08gX8qizrAd1iS+rupWkV6rc5IHaK8TwsToMCbP3YwtV1wJF6Z4qzcpUJj/DuL1+1Gn9U9bQ8Q3EEi1EW7rWPpUC9pCBPMEaLUmEr6P3c4aPBrfilo0Aav4LNzsHkBvSkMbCIQkW6DZ4mCTkgkyi18IrusmiNPH8YZzTPQZTWy+6nW44Mq301gHi4f3YNePv4G506ehWy0MrelHPEXfWrLkwii2E9h8zc2YHFsnHnzv/+sPwmtxgMrzlfsgnxM1gO3ugQIfUvlCCwq/gdvf8Fq8+3d+W7y2CVbz3xHUk7qZl4tBs6wRuN9xP2jSwsfH4vQB7Pr+19Eq5ZGvV5B2UphfKOFIrYIsy3h5DWWHonzC6VncRtKwsHHjBtx852ugMeSxqYIdG60GFhazWF3JYGl+Ac1yAfRK5vv3+H4NC/3JNPoGB9E/MYqG2UK41oRn+PCMNgIN0W3Im6b9xYuJB92gqzp7Od/Hjx76GU6dnhHGqi4/94v+xcrS6ixkejZk9AWWtxps/7cv1nNKFnN2TaoBmvoiWPJi1vlZlQPJKKr0UX6qzRYSkahcfwmT4RlFwJff4e8lcKoFccsdr8HUhs2olGrqWhNg85XNE4f1Clx1EAlHOsYYyraG54AQZzprnjkDYScCx4li9969+PBf/iHWr4nhxvVr5TW9BlUCFWjNhvQvDr2pEz2Ib7wCl77yDbCjKQFxzj1n+L9fk/8f33n8Cx8UZSW9n9dvWo9QogePP7kP6Ylt2HLxVahwzTBE1TFw+MAzePKxB2D6tRf1QmIK0QkL/O/WKfIWhMPAvZK4d0tsfVhpPvrELuw6Mg8rkoJuWGpYHHAQiqUREDZj1zZHKcrEekQ3JdCT21qpWhUrFmWiQpaxhpGhXkyM9iIW0bG6eAqRcBD/L3vvHS1ZVaaNP5VO5Xxz6Htv59xNapLQ5CgKEhQlmJ0ZHXVUBrOjo9+MWcaEGFAUBUEySKbphoYmdc755li56tSpU6fObz3vPtW0rnH9PvjTz+vqBdK34jl77/d93iecduoqpFJx5DOTWP/0U9i3bRs64ykZ2JX1iigFqODYsX8Y2/YchicQgenyCkuVNmvxiIa+7g4Jc0yQMCA5LbZY9NAGbHB4BOVKTaw0aH3zPzf9BGdcdD6SuQry9z2JpF4Qli5VLVzLJF7x7JZQZtsNPy0orAaKtJVJxeScq2WKKniO5JZEFIGedniSYVQGx2CNz8DKF+AJ+WExkNZsiMTfw+/MH4IvHkXOpePBl59EvkFv9ooMMFiOVUxLmLmVqgV3OCykDapQRalXq0ndFoZf7MDmzpuFaMiPbC6PadbOLsA06mL799LLWzCTLwk4Tb/Ra89dhe5UCBMTk5jK5iUzxtIi2LR/TPzhyawOhWI4/rgTMTmVQVtHN+YtPR6pdDuSiTZV74gVm4lkVytq2QqqhQlMP3IPjPIhLL7urYi2dmJidBLjIyPo7u6SQcjw2Aimc1m5A1rjbVj7xHPY/Np25bNK6x1RBTaHm2pYwyE9Q4jDgRAi9EGtW/jCl7+MS972VpHkcw/Y+PxjuOc3P4a3XoXbzfA7F9LJNGpUonFvdLkxOJqDFkxhOGNivNgQlQ9xLBm+OD+yN8hwU3lPSyBpqYR01IdQiASHACLxlNR5Eq5r1aDBQJJBmDVDVFpU4Pb09eOm2+/6v1jR/+/8yj+A1b+61s3wqmfuv1VMiClfZcgLGZU8kGjKbhhVTGdm4AsEsGPPAdz8i9sEcL3yindg0dL5+OEPfwpDt/HB91+HRYt7UchlpfklwOLx+HHHXffimWfXS1HAzksAWtuC364j7gGCLiDmqjP7FR42zT42cBo0yn9Z4NKPjwVS3VKyZRsIJuO4/LprMHflMdKs60YdP/v5bZg9fzHeeu5q8W3Jjoxg9OAB5GZyAhqlenvQt2ghSrYb2aqBWDwB26ohGPBD83mg57LQp6fx0rPPYNtLL0njqLEpt1WCri25oCoow1WzxXuEP0wQJ7A6UndJWqYUsNxkLZW6+7F/ei/OOetkGOWKNAkE5JryGeUbKcY4eH7DRtz041skfEqAQ7dbwJ/2zjT+80ufR1d7C3KFLA6ODGPJnAEHxCDDiL5BXhSLeXz9mzdh2869KjHY8aWVBFHiVyIPUiwvsgK8ZCSb5Nvy9fgeGhLGwc2IUsIPvf96nHfWWTDKRfFznBwaxAtrnxWWS8/chQi0tOKmH/0MOb0kxVKrL4jTTzgGG7fvwYHRKQF5WPz4pXNuoB5yo3XJAMyQC42agVMWLMN1l1yO+395B+5/4hkUClW8/5p346rrL8MLu17CneufRMeSefCFIhh/dQ92/vkFhBoET4X+pMzRmdpMczZAvldS/p3yzfET5ESWEsYy3nf9e/Ced10uU1tuvPRfYWBXIMgBQEkYOJSzb17/HBKhIOYtXYpwqg133PsAegfm4OSTT4DmaaBIr0ZaVXi9yBWL+NKXv449B4bk+2xWnwo0VFIbbuJdXgumy40qGbIevwoNIlAFE//9ja/h5JOOQ6lUEJlmuqUTtpssNvreAVu3bMHkRAYrjz0Op591wRverQmsnnfJagwNT0tyZk97EgGvBzPTBRQqbI6pYGIz4aw1eteEgmoKSQk9w0j4ffsZWsY87RqyMyUY1Tpa2tKIJyMw5BDyQi9WUC6XEJdESgszTJoUBsXrUmN+AGG3CajJUBMF33BAwZbfx4I14BMpHvchsqbIWuU0Op+fUVIvNrvBiLw/kYk5smeylRhMEQloCLMBNU1UrToKloWKwUNYrRdpnh2mhwKUFEikbMDI+lAMOwHuJG1bBc0pYJUNugrY4j0T9KtwKzbpBC8YNiNWprQ74b5R9yDgMrCwvxMGPXMrBuoGGzMTDbdX7Bj4hwwqNqKyWsgOsWtIxRPQyLAoZ7Gkvx2XnPsBBCIDqAztAHLD0A1LiKQ5o4QZi0mjDXgCXmFKxaM+xEI+pDxheL0MXVKyeg5/TLcNPVWEu6UKb9SE39dA0G8iKPhkSNiTzaR0gc7YCZMVVrXATBhv1QU3vY7p1VWnFQDTv5uMbTe6/fSZZh3PJsoQAMSo11Cu1VCqVFAqV2DnXBIiFHZ5xGPRr7kQDPvgoSyPMnkyxojCyXVR4Ba9Ick4Y1tALzEp1DiQ4zcu2mXlWU2mgV23lW8cpe6UxjFAhwMQPoD2M8VJoFICmCZc1jFl1FCm/2iqH9FwArFABEEtDG8grPxVyVSTeHS+LIFmAqtVBdZWyrBLOpDPw6XnoetFjORy2Fmwsb9YQt7vQywdRVcshFnxFFqTLQgmU9ACMbh8Ubgpw7PccNVtJN558Rte49efO1cGB7mKiel8FTN5+m86LD2eXGTsOoWlsJlkPSoGKNcPk+UV41QNreTaSSCJI/ZzmKyUetP/mtYNPB9V0AjXlPLWUwClEo0290AJ23HA1aY3qtgIOAxWpwV3wqRUsMORtHdHqi8yWgcY5r5LYFWsACTk0YVyrob2liSWLU5LoNtMuYpcjR68UVT9QRwcz2JsdBr0pZRT22kU1VpT7HWy1xhwxD/iqylAnWLI8jthw8FBpAzWGg1EYyEkomE5r8nyJIueAaDz5s3CvLmzhNU8PJ7Hc89vhVYt4e2nDqA3HURmmkBeEQtmd2Cgr0OsMQr5MsKBAKJJMoM08ai36gaMahFeaGJzUK7WUCz5YCa64UnNhkFRtJDLTJStACyYSHsNhCLdiMTSqFRrGDy4FxteXIvBQ3uQSsXQ3z8LbW3twiL0BMjsUmegyzaEuRVL9qG1dTZcniDGpg5jy/YX8dqrr2Hbll2YmpyU1PigP4FYvBWxaAJtra2AuwyjPA53rYj2JBAPmIgGgkhqIQS8ZEV5MJ3VRXK7oCeOjq4UDubqeHn7YcRhIxbwwhUJQndZqEwVoE9VcfLFV2H2mRdCtz3S5CtljhPO4gCsBFoNyy0e2gyv4TUgM4b3Gv+9rBdhGUUkoz4EvQSlSNr3oCphiGpNCFNQjCCdfaZpn+EAqmQyR6gA0AKiCHr11VclMZ6gO4HA8clxOaeWLl2Kq69+F+bOm4vxsTHx86Y/7dE/TWDrisvf+YbXNx/wt4DV4lRelB28T0cOHcL3vvNNjE+Nik2T6K3oKcmEbnojNxrobGsRoM5Xt9DX3Y1ISxorTzsNibYu8WZlcnd97AFEjcdEuWMSTCzWEUy7JNxz4mYLjdEwxl0u1AjQeyzE4MYW33ysTZ8GvT4OK/s0Go0iIpGo7N9kQokCSywnGBD5uv3HERanpuGMRXEMhF3oWfYWnPSOT6G9YxY2PXQ/nvzVdxDVgGAqikBbAu5UHIHWNvjjzIVIQGvrRTQUw8YXnsdNP/kRqjVlP8J1rPY7da6robcUwuKZzj2KoEAgGsINX7gR849bIfcOhz4ETmkLJr9uKcY8ZaWsOQiY8p4sTY9jw313okE1mq+ORsnCyFAOh+sN8exWdhNqkMRhMtl8sYiGDrOBWX29OO2ad8IdSgj7s+6hItDAyOgE8rkcipkMpkeGUC3k0dLaBrf4Fgbk7IjFY0h1t8EX9cNXrQloISI5CYPlMM0Bf5lmTxDYsQvgZ2EXU65U8NDjfxYwyhMOirqDj28OwAXYdDAJBYI2QenXVVnN8+Hom1l+t5lF0fT3dYDl5u+RdNDEY5seq/w7sXsS72d60XvlrE7FEjCrVcxMz6hgvqaFgPzTxuwlS3H5le8S1RkJFn6fJjZM/Lwq4I9EFy9i4ZgMRhRb8/VQL2EUE2ih6iAdlTqTQTevvbIBP/3OV3DKsl4JHGTN4GW+BQFbjw1NY/BpXYJ3g7NPwllXfBj+cEqYbytWvDlgdd2PbxTlGK9DMBZGwxvEk2tewZwVp+GKaz6ICq3jqYoKejA5dgBPPfoALDN/5HwStYVzj5P8c+T7/gvwm7/jBDOKcqkBvz+CjZv3YfOBGbi0iAQzW0ZN7jWPFhaLBDXEVKQRDo5kGFutyqAg4I+I7JyMVDQqmDu7GyeuWo5lSxYImcXrqsFF1RPJKx438vkcatUKCpkMbr/1N8hOzIgFAgdDUs+5fXjhlS3Yuf8QAuG4sPGZL93T2YpZXW2Ihng+uqWHkbBPr1cFQRXK2LZrF8YnZmD7/CjlcvjXf/0k/vVTn4J/dAqTf3gYiQbl/6pvJ2tcFDtVQ7yEiTm4HXVKlUpC7uFeH1w1WodZYttUpb2f141URxsFMtCHx2FMZ+DxKSYkySVev4YGyRuBELyRMBoJDa+N7sR4NYOiUUC2VMa+w0NS387q60MymUaIgXYkgBRKGBodx/iksmGpW15MZzJIp6I4dsVi2Y9GZ2aQNwyxE5g7d6EMAjZv3Ya9e/dh1aoTcExvAkO7NmFmegpG3UY6lcTOwQlsOTCBhkeFkvEraGlpE5WLUavj7Vdcg5UrV0Hzx8TCkYN2soddFmQoEQ01sPEnP8DI/g1YeM0F6Jg/HzNTWWzdtBkLFswTG6S9B/ZhMjONmpDVEti4/lWkI0mx3mBOCL1jJXiT9wx9yalU9rjE1sWn+WUtjUzlcMW7r8WH//kj0oNWZqbx0B9/gWcf+SPCVP5FwxIcGwpFBDhl3WrYLkzlajDqGg5PlWGAaktT/r6pKpba9yi7Et6/HPYVCgXYtTLi0YiwVKPxJILhsAQ5C6lH8yAR8cNbryHi9yIaCmJWdw++9ovfvakz/O/1Qf8AVv/qyhYZAgJg7cO/RyDAot4rcjoJdvFqIovnFn14cEgazDvvuhcvb9ws5tbnnH0OfH4v/nj3Pejr7seHP3w9envTKOfzAphwGkyj5a3bd+Pmm29FjRpeFjsiMVEgqo+SLVjo9AERhsgwAc7HvdIjwCoPQlLMOT2gnJ3+fcxfP/HM03H6hRcinErJ4qJn6Y9/diu27jqAG7/waczp6UbE64VVqeHQ/sPIFyvI1MpoaW+DRwtIYRyJMumQMlW3TJnc9F6kGbZVw4N/uhtrn16PzlhIwreCLrq92KqR8bhkMkVwgu+vWndhqAZMWiSYSzY8O30BM2mt8ImPvh9nrj4RtbKaLkp4lVPoKN8vVkQanln7An7ys1+hWnMSMBt1CTs45ZQTcMMnPy6+s7pRwtDEGLo7OjA9PYNwMIS21g4pDHgAfeNbP8TGTduOsBp4hPCakpXBAoJFj4eTbYftIIASA70oBZIJvvIz4vsKhDR88uP/ivPOPgc1Q0c+m8F/ffXr4snG8K5oa0om54899aRMGlGh7E8Bx5WKKV41TGmlPwsLonrAhZ5jF6IaIDNSR2c4jo9d8wE88ss/4dFn18GsNfCxf/4QTr7wFNy59h5sGzuMOStXCNi07ZEXMLR2CyKesEoYpV0EbSEYh8ZCVz4nUwiVt5Aw7Rz2KH06ly+djW9/6xsIBbwo5nICYoUCUehVUxgyhw4Nymb8zFNP4pmnn8SypUvxn//1dWzfsQu/vu23+OIXPgdXw5Sgj1KlBo/P8Q7U/Pjvb34fDz/+NIIBTsRfT8dWMiyCOpys14SRQEkNT2QxPa9WsHTRHPzkRzdJKiUPAtputLR2waC3KWXdfjd27dyNNWuex9vffhnOvfCNs11Gi5N429XnYO+uMSSjUfR2tcAHn/gZzWSL4h0obB36zVICatWRSCYEfKY9QFNK6qWcI6AhGvYglymjUqwgnoyitT0lQThs4iwGAU1l4Nf8CARCmMlkpYmjR93RkrHmNiSMEEbuUpxBjyjbjVDIh2DIh2rFkNcn85j3FPeTfCGrpscCdqg/nO4KKGQrSWeTLZwIBtEei1M0joxekWvN21SxkpQcuuEUmUdX+uIvJmwLB4wSkLzpJ0XvMHGrko9A5iJTPpk8yk9Bhi+lMGRX0MbBTzadUUFnOi4+XpkCvX+Yd0S2tFdYEGwIJLhIwFyGNHCNuuRe83tj8AcbcNVLiIcMnHfcWVh+zPtQZprp5A7xg6OFRq5UwnQ9I77EJpFPVw3hAJCMBNASDSGsJZQ1AS0VbD9MTx1mu45Au4lI3BZmdMRnI6S54XcHoblC8v2oEA12n5Y0lV6TVgAuPj28NQ9cpgfsCO26AlabhX23FnZ0f2SrViRQiTKnCkPTqrpIn31lNwK2FzEPGeyUSdqwfQ24aF+gBaSgV+icCHUV85RAiHjAEmtVza1YENQL6rWlWZZELsCmFzMHG2SVEkylAoGSOTZSdbhLGaBagc3T2YQfAAAgAElEQVT3VDNQYOPiD8Id6xc5WkgLCWuDzFlJG6Jft8TOKvuaI/6q9ZoEFNl6DS564bGALmcxUshjd86FAwUdWZ8HoWQYrbEwOqMJpKNxkY/7Iwn4fBHYlPGRhFu30feRa99w/UXGKoto7svZkoGJDAccTOpV6gmeRdzfmyAG16SCTJVlTP0odn2TQXREcu2QkqSxQgN+rxvhgCZFJweSBEI5YOClIiChgFV5ZpUK77jzNWXXAoiKx6oj+xdZufJdFXbrETarel7xXhYqLD3zCKYypV6BqrQM4dk2M1YQf/gl8yLoaNGg1y1M0GZjxkTO5UPW1gRsaUgYJu0fTDVwI6jssFN5TogfLYFdeoPLa77ux8nXK4gVgC4y/uXLFiMU8OHQgX1y74WCEUQiQbS1JdHRmUSD/n+eCGruNOrjo5irTWJBVwIHDuZx8NAE5sxpwaLFnfAFVUgewT2GcjJ0zvZTggkUc3mUp4syOJAgvZoLU0Yd+sBxqCXa4C/pCAXc+MPhGaRa5uK9S+ZgfHoCTz33DLavfRqD+/aLpL2lvQsaveHCcaTbutE1axZaIi60JzVEk1UUa37s3JHCsae8DS2dQ7jrzv/Bkw88hZnRjKh6Zs+bg1hLKzK5Anpm9WJweAzZmSoCoTa0pOcjGoyhbkzBLA0i5isiFiqhI9RARyqNnq4UbLcPu3aNwdWooK83joXzF+DFreNY88p+LOtPobPFjaLbD9t0Q8970D93EVpXnQSXPyUBoGzI+dOsU5qD6WKF97xb9tvMdMaxDKEvbQGBkIV0MopULCj3KUPZyArPVHQZWKtgRBVqIx6SMlBTg1C5nqGQBLmwVtyw/gU88cQT2L9vn0jIKRWvlMsIRMK49NJLceEF5zmgQVb2f7KOOHhrnnlHlDMArrv2zYVX/fnZdUcYq01LDH4nlUxJEqA5VMyMj+P73/0WZvLTyJULYtHScOTVmtsW8sLcnh7kzRr0QgmpZFLS3f2JBJYfuwrHrDpB1Ez5/fcgVXsUHn9dBnFW2USoBYh7vZi6BagPBjApwCoVOG6ETR1RBLE1vBKPta5EozYNq/waAp4CLKss6hMO/wloM0xMBQ2qfeLoumBZTwjH9sbRNXshVl/9FbR0zsXE1i1Y85vvwW0VEZrbjejCAdQDIfj8ETX09QC67UU0EEZmdAw/+N73MTmZU2epA6wKYNMMqqPcnmcZ7T+E4GejZtUwf8EC3PBfX1GMdud9iR887wvxAFVy9AbrY9NSSeiGju0vvIBNmzdi/9gggrYHSV8I45kZZPh7jg0S97Qwh2uRCDpTMaSmM+iY1YHl774GpidG+hkMv43hsTKGhoYwOjSKOsEqQ0dhZlqCZZLpNmFH8/5jiF2yJYlYOiw1J/dz4f5z/5JgQh5mVCqQlKJAtiawT4R9bGwcjzz6MHTWUuEAGnpN3SdNYE4KJEft5ezlr18rR2PA3qUJnjqDOPXFOSG/R/3d696tapD119deDbrJBlbhwQyj1HNF2DV6vpNVTuM3uYryEs3T6/IPfghz581DPleCjzZg/J9jJk7gld8JAfFUIi3AHa1SCBjKPUcg0gFZZW9xbEUYcLbl1Zfw+J2/xIqeOMZmhqU2S0djiNBXOuAVtioXl+GLYf7p78D8E8+HT4uIj35/f/wNn998wAs//RyMmg1vOIKCaWLD5h1Yt34rzr30Knzyxi+iXFXBnz6PjXolg0cf/hOq+swR797/G2BV+ZkrSxhb6lj2fGFs2roXmw8V4IukJTCI6h6xleE5ZKnAyuaZznORZ6Wul2WPDPkjyExPo68niYvPPxVz5zC4qkeUSpnpSTTq9LlUvy9kAocxyEHI1o3b8R9f+T8wKxa621ugBYOS7bL/0KAMBnkvM19joK8X/d3tEgrpsesCtLL25rUU31mNlgE29h88iP2HxjCWzSPo03DZWy/FjZ//AkKjUyje9wx89bzs53wPomgk0cnvFxsDfi7W4mQN874ge196Z96boowJSP1M8L9S0eEOu+DTa6hlckIg8LLnoR8sQUJaFwWjUssi4cf+8jgOlyZgBVw4PDaJw2PjOP/8C7BgzgCKuRnUZqYEh3D5gijqNRwYHsW+g4exfyyHCVrwmBXM7ulGf28PcqWCnMWXXnk9Vq5cKZ9jy6ZN2L93H/oH+rBj3RPYt+l59R15vOIvv3ski6GcKWx2nl0EFTlITqdbsHjxIqTTnUi39GDlMadCC8YxNjGDXKGE0nQWkXgEy5cMYOSxB5Af34HOM5ehJIGhGkYGh4TtmUglkS/mMUXvUtuFylQOtWwRi/pmi/8v2aXVqi61ViwcRyQchlGpoFotSzaCXjcxVa7hwFge6a4BnHHuhejs7EG4NoZnH78P00N7JPeGKkVapzCAumqaYgtX0C1M5WuYyFQxni3B5QsJlsXXanozq7pS1Q9NMgEHaPydYmYGiXhM/IHZ86RbW6WnzGRySEbjaG1NwDbLCIDh3hHMn9WHL/7i929qjf+9PugfwOpfXdkmsLr+sT9JSmozYbLp90YPCjYvDz/2JMYmc9i4eRtmsjlhUw4MzEUmm8HQ8DBWLFuGD37gGqSSYeilIiyRYtOkPYhy1cT3fvAjHB4cFRqXzA6cg00mgbDQSlsABmQwH9tL70IGAFFG7kKt0WAoJW3vka3WMGfRQlx46aXo6utXi4FsOp8PP//l7bj34Sfw7ne/U3xcWhNxHDhwGL++7XbsOziIol7Exz72UQz09QkLghtCOBqUCTTTCimVZ1KkZRoCet3ys59hePchtIT8iLuBFEExORjqkkhel+Rcj/hQHa5BAqxsm0xRS2Q/LCI5Vfv4v7wPZ65eJcAqf8jAaxbvqpAhrqLh0Seexc9/9Vsn1Vl5uJpmFZdcfD4+eP01kl5Jre62vbvR2ZJELltAIBhEV2eXUNcJsvz3d36MTVu2H2mgCRKRMcLmUxG6CJgrUILvgcUlgW4pumyyMH3OlJ84qSHA+vuuvw6nnHEaZrIZPHTvfXhp7Ysoy3fmw6rTTsSe3XsxNTwFl8FCm3JivxSiklhKPxXUQQjU9AJtS/rQiHrh8tkIurw475TV2PjAi3j51Y1yT3zg4x9CYiCFtTvXI2NU0NE/gHS0Fa/e8zTGX9yNiBaBIYEQKvGQDAClVFaAqkj6HB+mZiPG5ui/vn4Djjt2hRxilIFwSlgpK7AzFI5h3XMvolAsQwsEcPPPbpbPesONN2D/nj1IJ2K4+p2Xw6gUBZyixJDNAQ/iQDiCX916O37681/DH6APEEEDlWTaZKvyfZlWTRpcgpTs17nJ65UyrrvmKnziY/+CYiEjTLxsNoeOzlnCjGLgguZz4fChIfzgBz/FOeddgM9+/o2bZhNYvfK6t2J0MIs6fcA6WxAJRVGrFJDNlgSAIaDJw4RsdV6xJA/KfAGVclUOMzIgtIAfgRCL0ooYkdNH1e1uoKurTbw8BTw3yGbNomaYiMdTYmtRIpvvKCuAo7cgxVQl4MO7U3kHBTmR9vtQLlZkashrzAKHLCBK6wv0QmaQgfgkqpADRZRg88QwF5+EhpDdmGICN5/LMFQSPQFkFtwiXaZUn6/7epq5em8CjzuSWWd9sntrgkQsTh02B5/H54BCKhVTpc6ymJSGwKqhI+5CPN2F0UkdZo1MOBY44rgv1NSGJPEqaTSPfz4+6Cc7kynDQfiCFQTDDSRCGro0H85Z/XGEE4uRmRiBXp5C0ciiVMwgX5tGxdJhusnaNlSwlsai0YLmiiDgc4ssiLbwpl2Fu8dAusdGOgFE/H7E/D6EOQxz++Hn52MgEJkjbu5rDPNzwWVpDhPUBa9FVgkBQcr2PHAxGcvxwu7WQo6/HENgKiLX4vdPNmDdqApIGzI90OBDgEFkKp5GeUcRwKMfnUoMFH9DApl2w0QNZdTZuHmJrdrwmBbcnHbVeeawaOL7DcANNpxBeTwfR7uUpievPFfdgIv3JeVEBBlqDegcnQUicId7EAxH5ExgSnaTOUvvZnmbwlaqwWYBztAR+pHbVaBqwkUwQ88gp2cxTt9WM4Qxw0KOgyy/FxHNixaCqsEYQvRVpaqDTAnaUYjPuI15n/rMG66/3nvBfPFKpSVJoWxiYrqMXNFQw0yR37qP7JECGDLgT6TJjvRZGm8V6NMEX6WBdVgwyhaAFj4KOA044GqYVhP0I3ek+1zHgj03k6rl+1fSzSYYxGGbPIanp/plxV6l3Y4UwEqypUBa9buKMaNAMGGsSiK7kkUTFNPLVRQzZSR8Xixb1IpA1Ea+Ukc2X8bBgo6Jmltkd2SbclhJYIQDL8q95b01mbdO+KDEczmsVgm9Y+CM5sfI6Lh4unW2t2PenD7UqmVMZbMC6IudiV1Hd3crenvb4dO8KNTccPt7EK9Z6Krtx4qBCLL5KqYnSmjvjCDR4kMo7IHtC8Ef6YTVcMMyy/DadXhtD0rFKrLFjFJIwAU9Wxa7h9Zlb0HLvJNRqMxgJJPBT17dhRltNk6KaJh56T4c3LcNtVwZc+bMxbKVxyPd2Qe94cdUgT7HLtR5r+pVRDwezOr3IdGWxLp1U3jm2QZaWquIRfIwSiPQ3BnAfQinnHoOLrr4asyZu0jOgZGJEdz/wD34+c9/Dqtoo7VjAP5gAsV8FZWSjnQyjNmdLgn2m90GLO9Lwqp6sW90QqSQac2Fcg14+RA9NoFFnRFUykWEUm1wJXrhjUSRGpgDnxWAWdcF9GiG8QhgIvccA0t4A1uKwdy8hpT58kkbEIWFDAbdXjVYIzPQGfALI1908Q6oKkNQAgpK9s+aYueOHVi3bh02vPiigLes3ajgoj3Nscceg0ve/nYsWbIIerkkHvUMS5XgRQ4ojxpWNIEk3uuXv+Ndb3h98wGPrFnrBHCoALfm4LiaqyCbzUu9Xcpm8d1v/TdGJoagWwYs+tyKDbUb7kYdMc2HRDiEyQqbyrr4xfJ75HCOYMAJJ5+Et771chgjzyJeeQgebwWuSAh6roR4OxBxeTFzqwfmAQ2TVGtxL25oiLpo5aV8btdGVmBt23HwmYcAfTv08ogAK2gwYNCx+HBYi7LXOL6cHJgnIw2sXtKOga4unHPZV9DWd4zUkHff+UN43QYWnHQcxqsFFTRrNuCqUTVCW6aw1F9GvoBf/PBnODw4It8/n5M/JBCI+Ycc/Aol4vUU+xJlQCtZEZ/+6mexdMVyCaCRsBNKz505kQDv3OtZU5PpTxsiEhoqOkbHx2Hays4s7vHhpefX44k1T0sOhATHut1IhYJIRyOY256Ee2gEnYvnY86ll8NoROEydVQ1C0OjJRzYf0AktjaDnMicFvaViWgkKp+TWQH0Ppzd24NEwg8r7EONahkZbCqJLRVEdk3ZWDT38OY/PQENu3btxpPPPIEG65WgAlYZetQcBhxh9v7VnapA8P9/YJUFEnuP5g/BTnW//iWw2jx/BOyQeSkHtw0ZUjZ0Q3pAxYJtesVyCMUcEBPdPT1476duEMIHX4/BVNzPBXTlc8h5qlQVkrVBFRBrGWGoM7hKDY1ZX5J9zgeSVNDd040tr76MDY/di4iRwc59u2B5PEh1dKIlnUTI40La70UsGoG/dRZSc1ZgxgAqegWlQhY/+P5/van1/di3P4VgNIWK7cb6TZuxcdcBTE4buOSKq/Dvn/8sKjVl3UIVQLU0hUcfuhvZ7JgauDWtUBzrHQlEcX6O3nuUkoTAKoFketrSYzaEVzfvwit7phFN9SCSaFN2F1wjLrIwleqPZ5v0trYleyD7ZI3M0FIFllHCu668ANe+6wLkcyPCRgyFQzB0XfoxkkYIWHq9vCebPZqGSDSF++55CP/zg5uhFxlZpGy2qDwgo5QMx7ZoFH293YhFGGfEkD63kIz4nJo/ICGtVGCyticRoKib2LXvkPjfL5y9CJ+68Ua0ZiuoPbQWHpfyEaWnKQNvU2laHyhCgNgjOOom5jvQl5fkFnrn0i6DIUv8nkNaEKZeRWZqWNisZJSz6InEYggw6JRWAHLm+GBTidUWx/7yJDYc2IZ8Q8fw2DhmzZmDM1afJntmZnwMPqMIH+0qkmlYbi+mckWMTkxjx+AE9o6MYXR6SkIhO9taRVl8zfvfj9PPukjKYyoEx0aGZdCXTqWw7uG7MLztJbTEw9ANE3rNwpZDM3hp12HxLQ8ESTpoYNnSxRgeGkRXVxcWzF+ErTv2IpXqxnGrTsesvvmiAp6ZmUI5n0FvZwKtLgPJGICED8MCBHNYqWHDhhexb/8+nHjqyQhEQsjlSziwfResXAlz2jrgos0CS2chQ3AYr4m6RwVwltFw1VE2a5gsmxgvWJgu1ZHJV9DZ1o3j5wXgaZThR11UfgS0U20taPgUszxTrGDnvkFkyxZGp0vI5kuyP8Tj8SM2KCprRtW36l5UuR4E2MUT2LFn5HZF31YyZQk+E+ciWSgUpF2BjZaIH7NSMfR1tONrt93/ptb43+uD/gGs/g1gdc0Df5BJI4szmdwwAVRYRJaATb/53V14/Ol1YiRNfzCRVrJAtxrifXjWmafh3VddhmDAg6pMAgyZBAnQ4NHwi1//Fs89/wrcpKM2fTYcaSIXWdCuopUHlqcOzU3vFze8nDZ6vKhYQMF2Y8YwULKAq6+9CieedBICTjAVC0YGQt3y69/j/keewtzZs/EvH/4Q+mb1YGxyEn+670Gsff4lnHTCcfjQhz+IbGYaeqWEdDKGQIg2APw8jmTH40aFi91u4ODBg/jxj34OS9cR87jREtAQd9nws8G3TSma2IDlasDBWgNlhizQN5Hee5JeSRzUg49+5HqcfaZirHJBszg/utgReZQWxAMPP4Ff33aHHBASoSE0IwPXXHUpLj7rLcIy1VIpbB8cRMDrBSerbAx4nbhp6OUKvvmdH2L7zj2vA6sOs4/NiEfYqi4Hz6GJuYignfeq0t/JtOBhyYmWTLBNxabpXzofK1edgLNPOw2P3vsQnnriGbh8bsw/dhn27tqD8lgGqLElVpJS/mFzYYuWlDxeFwxXHdH+FmgdMXjD9GRsoCPZgrFXD2P80LAY959z7aVwJT0Ynx5G3Wsj2dmFhDeJDXc8jsqeCZElkHFE0JKbnwQTNChlVwnyzUCKpjk+N9ETTjgBN333yzCqZejlghihE+QsV/j7HsSTbXj44cewbeduvOPyK3Dbb3+Lp558Et39s+D3AJ//93/DnP5e8fVl06XrdRWw5PWK2ftjj6/BV7/xTfEmYpOipO0KUFAsAXoEm2LSLXeMFJwKTPzS5z+Ds884DXVTl8aMni8MJ8vkS4hGw7BtEzMzOXz2s1+VQ3L7jt1veG8msHrJpeeLYf3UTB6ecABtrTHEfEBusoSZTFE8RumDI6ElXE9RlbpJwEJZeAC+oF8SNu1GWaw/DAFk6xiYMwt+JnmWsnJNaRFASwCvPyCFbCablybnf2eskoPA9c5mxyfrjnLwcNAvgwNhdsrwhOxPMlc1VEpFlCq68shyqSRZYZU40mZZW02wxvG9ldCWZoMk0jzVnCtZ1P8GrCpwSNh3jjcQD1lh4ClbVrmuqslyfLpYPFA6RHCIYVKVEoKaD709SWQKBsYzTN7lcMaAx2uLDxgLDRJ4GCpCIJbPzcKAknwNfsHxGp4agmEXIpofvloVpyw/DQPHvg/jegCF4hDK5Uno+gysRgY+TxWatwrNVZfBhd+jQTcJhFPqTN8xskCVL5UvXUZHZw3daSBOYDVIcNWLoMcHL5mj/CyUNHn4maTlgW2r9cYvwM1xCZmW1DAyzE/0lqo07vKRLar8vjgwMLlnWjWYEijF4DM3wmSWSuvD5laFkcnjhTV4lFexhGfRN9lAsVFAuVFF3UO2Gf1eG/DwDwETeii6PMJiYFiYn89vMe9MUGLnn3yNGux6DXaVrHoy1+qSvm66Q3AHEvBGWuAPR+EN0lOVNhheJRWWVCfuybQVMCWkCkZVmEGwyiKndOn8Zw4ls4TpWhUZd0AGbnlaPlD6RO/FUAxBfwRuW0naAz6/sC1DHjcCHg9aP/5vb3iNv+/CBTIYZSgbmS0zeUNCaIqVmmN/wWRzJQsVtrd4q6rhmpJ9Km8x/j0/pzTBTlBj880o/qZqjhmQFNa8CAdYmFJG10xLV02rXExnTTaZ33J7E0ClnNBNdqsKDlKAqwO2kgkhQIj6u7/441EAp4CqBMUcVqms94YLRsVGzO3FQG8IHp+Oom6J7cb+fAXDZUuYDRbVDRwqOjZ9QsxyUt4VC169NvctflqefWy8ufcUywYODY5Ar1TR0dkmgwrTKMGEF5WqKYGG/D4WLhzA7NndEmg3OZXD+GQOA4lWLOvwYlYL1TF+hDQGJrJxAyqGDX96EToWngnLn0Z+YjfyB15EYXAHSpmc7KO+UFQaAC7HXNmAcbCAgTlnYva178S+vI6b77gXjw6WEAz6MefwGkRNA8G2WTjp9NUIhaOYzhfh9odEOl8oVVEp1FHMmihM+qDnJ2DVdyCdqiCRXIZQMC5WF5YVxbZNNQwNZ9AzK4f3vm81VhwzR0m5bS+++71v4/FHH4bHYjBkSUj9/f0DOHX1mThmxel48plprHniNrRqo1g1O4ZVixdgeCyD/SNjYm1AG4XJQgn7pwroSSWxMOlDMBpHoHs2CuEwAqEwWkMxeNmI+ZvWD7QwcoB1XicZbnMfJqvqdbsIuactWjMBVashzSVBa4ZesqaUe9uRPquEcsWkJAOLe9bevXvx/HPP4bVXXkWGQUUuWtawyQoKs/Gss87CihUrEKXneIUBglRAReR9iGTZsZpRAwa1glhf8V6/+KJL3/D65gMefubZI8Bq019Y2GN5HZlsTtZKXdfx/W9/E9t2bUVHXyfyMxnJOeB74Hv3e9ww9ArEDZFsMH6HZGN6NfEZ5Lo67+LLcMr8JBpDv0UkWoQd1GCZOiIpjqrcyP1GQ+2gF5Osb2QQVkfY8oAkPouqHNvCptix2BBuQ6m2H7p+AG6b4Yc+OYMZrqMGNGpgIidtU8bstnHy/AiW9sSx+pLPYfYxZyNrFLBlcBNqtZIM5EwOs+SUUQBNgN7nHFD6PCLd/eOvbse2bbscpYzjNenUBrKvOa95JBBXhjU+FAsFXHD5xbj0incwsUu9Nyr3nGFSicnRIktWLH0qwFgvF0t58eBz25b8/6AWxMTQBO6/604UjZqoAQistkfD6E4mcOysNpi5IpIrViB8zAkwTB/cdRN1LzA9VRQw/+CBg0L4kMRzvh49yENRqdPITk0EAljY3YPWuIZGZxwVckctx/fdNiUk0jaVNPxodZwMsQIEQzbghZc3wCshOwFYZYOmmVL7HanTHEuYo2/W12s4FT56RJxwNIgnnvliovI3gdXmNW8Cq/yuRSXJx9HCRa9J8C2BbQnhknA5R8lH64ZgAJdedhlmH3MypifHEeDgiwo2j0/JtusNCa6hl3oTPG/aA/C8JwjFWpsgG+tLAlLJeEKG9e0dXdj46it49E9/QMylK+KJz49Fx58o/u97tm9FaWoMlmHAdGso0ye/TNssSuMJuCsCzRv9efA7n4XR8OGFLduxe3iEo3GMjJdw5tln49Of+RSrZLWWzSKM4iT27tqIcjn7F1YAzWGLMJf/N2BVfOm5f5NPWj9iBbBl236seXUfwsketHXMlqAv1gGkWnlsL3S9AkMvC8OQeRzspWjRwNcpFLJYuWwePvT+KxHyM1PAQpVMTjIiW1rQ0tYu9hokQJAYIQMwCdD0oSaB2CX84pbf4rl1L0tYFmvLCq9NqSD9c09LCqlkHEEqZNxU/0kMo9SnJC9V2KsCCEdjwuwWEpHbC7NSRjFTwidu+AwWuILA4y/A5bVR0XVZ66l0WgB1ZQes1jM9PclIJwjM/sJDWb9PgxYNS5gqJfLCdud6K+ZRyGdRmMmIOi3Z0gZ/OASTQLdHWfqQxeSKhzFYL+CZHa9isDQlPcWKFUuRikWkDqpVdATd7HvCCEVjYjfIcD+SUkZmipgoV7B+41ZMTOUlsOuMs1bj0/9+I/zBqJC8ZjLTyGWzSCZSwkDdtPYR7H35acQ0nok+6HUP7nhsPV7ZeVhqGb1awbw5s/HBD7xfbBDvuOMODPT3CU7z0sub0dbei8uveDd6evuxb89WxCJBDPR3oSMRRiTswfDkMLbs2iFna19vD7Zt24bbfncbzr/oAvT0zpLz5PCuvZg4cAhdSdrOqaBLKj5dJFHQMo+2eNUqKnpJZfrULYwVKoKlSE7ARBannXwqehIFUeSQ7e+BX7CRycwUwu196O4dQEU3sWnbHmzZdRCjU1mUyroonwiaq7Pl9f2vuX9wzTdZ/Kwl21tbZO8gsWhyakqA17a2NhlS5bIZuQ9baOHVnkRXKiLqw2/f8eQbXd5/17//D2D1bwCr6x66DVPTE3IzdnR2SAFKZikXhD8cwy2/uh2PPrFWAp/InhA/TvEFJPOlhuuvvxoXn3+mbL5Ml6OXJw8pMkmZ9vr4k2tw932PiJGxSDWarvCS6MyNso42VwMdWoPLRxoaJmfTzyRTrWOyaiNXbwjY9e+f+SRiCZqauxAg66uuS1DCT3/1Ozz8xDoBXy656EK88x2XiTw+ky3iJz/9GVafvhpnnrUaoxMjGBsfwUB/LwJ+TQpOFhQEiYSXQ3N3mfQC3//RL7Ft23ZhbgbqBnrDPqS8XKw0l+aO7EXGsHHIbKCCgJIjc7InRbsLmtuFf/rANTj37JNlyiX+sMHgkUKyeTkIrN5z/5/x29vvkjAWTgbDPhfmtoVxxqpl6IjS2NpCavZcadI9kTbxSmPxQtk1z1Ey+b713Zuwb/9h1SxLAI+j4aDXKS+FyMKaXmWqB2YzwM2EDBs2lcLIrbOYIXSipqRm2INlJx2Pt593Ppb3z8fvfvk7PLP+OZxw0dl46YUNKA5NwEOvNocF1LQU4HfJ24XvxfDUEelrQagnBQdTdLEAACAASURBVCuggOMQk/zGK5jYeQj9ixag7eTFyNsl8T60vBbae/rgygMv3vEEgjkyYL0iVycllk0QPZGIXXKT5h/VEPP1nMm2aeLKK6/Ex//pPSiX8/C6G9D8PvFUJO3N7aaMoQ1/uOtPeOSxJ/Bvn/wU7r7jj3ju2bXCkj5uxWL8xxdvEOCjDrK3NdSqljTFEqDi9eLV17bjk5/5rNznlLtxQ1ZEDGXUrfz6CKz6JASBTRcB6GQqgf/++lewaP4cCROhpynZtLQCyBaKCIeDYu49MTGDz3/hP7F77wHkcoU3vEETWD391FMRSUZRMIBCzUQ4XMf87jYYWRPDw+PCqmBTwPAEAdcpYbeAElPOGy74mdKuKU+yeCKAQraCcl6HZRlYsHCO+PYwZVFj+hGB7irZiXXxRJ6ezpLU978Dq3J/qYKZBQVBtVgyjFg0LB4+9I4TiZc0YUAkGhLJZS6XF/Yj1y79cIStLAWbur8FBOV9xyRVNlNUb0sVzwAJ5QEp+XLCsnTop6+3AY4JY7NzcBoFeW5HHiz3NBk6iqHMp5RgC2lG2FwrD87+nm7xW6KVSq1RR4PgutsHF6XwfH2XTz6PApqY1K6am5g3JCBNyN+AWdcEnKQVidfnwqyYieUXfAnT4aXIF4dR0bOw6yVEfXUkgwaiyMJvFBFoECQNwvTmkad/b4ZAG1AnAxQawlodPa06ZqUsJIMa4iEfEkGCum7YNEbm3uowNuU902POHVSNqTB4+YfTby/cBFVN7pmWrOsub0DJ9vid8a/sKsyGAYs2J3UP/LZfJH+y19GZzKa/KOAiC6np10DAwzJhNxgoQssEAxm9jkythGy9jAoB44oBTx0IuX2o81jS3IjGgmiJhxD3A1rNDZ8ZgNtFVijbNp4/Nblv61WGqFAuSYsXDbYvDi2UhhblP8NAkCm/BFZVgJYgLtTr89oyfppSNTb53CtrOdKE4KpWBGQ1YaBgN5B3u5GHGwUXgQs2ynX43Sy6A5L0yn0yFooiRtYMGQD04fvnj7zhNS7AKuWkTNc1LOTLtAQwUajURfHBfYk/TWY/9y2VEK9sVAi0Nhmryn/VAVcdUKgppRJpK089Mn08BFc9CNNjOMAhClmlaq+XYDExcFAsKhlSHHku6eHhI3jqsFTFw9kBUvncys/NSSQn8OHYARzNVhVGmQBZ9Ctm0F8A7XEbYR+/Bx25cgXZmg+HiwZm6l6YDYLrHDDyfHacXR1ApylP5PskAEYAg8/dtAngeZgrmZiczogctzWdFIDeZZsICRhMpmkNvd1t4pva1hIRb3GfVYNlFpAOR9AW9yMUIBjoFyYLverU2ggh0v8WeLpPEn85jdK46SHMDL6GqX2vIDtyQGx1/OEkgskwNJcH2XWbEYjH8JavfRWNzhPxvVt+jbtf24NI7wKcYO5GYXAvSqYLi5Yuw8I588SmwK4r65NSzY2hoheTgxkM7T2AWnEY/b1+XPq2t+AtbzkD23ZuxHPPPwe3O4q9B6p4cX0erUk/PvTh05FqqSMWDqOmm3js8Tvx7DP3AboXs/r6ceb55+KEUy+CbqXx5JrXcM/v16NS2oRYOAOfS0fMZ0Fj4IZRQ8GwEaLHncuGFk8g7NfQHfZiaUc72jpnw5o7F7F0AprXgleLqqFT02bHYR46cabKN9GR70vADVnOrBPq9K8myGQJcCasa/HaVIAegTky1Hi9yQLiNd9/4BCeXbMGr7zyCjJT03Iv8x6gE8jcuXNx3nnn4fjjj5cajoNceizznvf76XGrbJeag2WupyOoqvN3XDsXXXTJG17ffMBDT6/5C8Yq/xsbQ8r0aQsldjhWHT+66ftY/9JzWHHCCkm+nhibRCQcQ0dHJ0bGRjE8OgSt7pbamh7W4pnNfdoLGLaBcKIDH3vXJfBP3QO/NglPnOSIGkJxl2QOlH4fhElglcwzuwHdbYPukt6GD36XzpsejZa5WKcN4DWzgGJhOxr1Alw2WWW03rLUIM0JKWruS7wmViOMZe01HD8ngGPe9gm0LToJg4f3oEro0E0FF6+lBx4GrlUI8Bgy+PPxnAh6YNQsvPj4Ojz/4ovOALD5VUvkkQKhmn6eTpAZh6EEUQj8zJrfgw985MOIphLCdiWIqrk9omCjxzDvBVoCcDLDoBl+v6yXmdDNMBkGYcXCAWhVA48/+CCm8gUJ3mWIbXsohIHWFI7pTMATjiN2wskoJlLQKybsGoNRvChksti6daswSmk7whA7svKo2ojTIsQZGrdGIljZ049WejvMa0dBbA9YQ9FOjUGRPKdUD6CUXMreS/Z1nwdPPvUUtu3aLvkFvmgIJv3BGXB5lDensuFp1m2vDwia4Kpq4/66dlJWAEJwOKqu+mvGqqrRX7eCkPqPvqgEUw0G5hKoVuQEPpaglwJfLYQjISxctBCXvO1tyLmCKOazcp4QJKPyj7ZwRr6C8bFhTI5zaGQJkKZ8QOswa1WRIXP9MhSLx5NYz3mUpzZZwb2z+jEzMQKXkVXKy1AUuunC2DRtfkqA23TeF4kUVBbVJWkcHj/0cv5Nre8ffuoD2HVwBJv2HkQo3QJ/rAVjE0W0pNM4++xzpX4gaBT21+E289A8JPBI+uxf/Mg3/zeAVVUdsyZzyTrkkEPzRbBz92GsfWUXEGhBPMmhIBngATTI5vMGUa2UBUAlI7dWqwjT0Cix1rEkTOvCC07DNe+5BNXSOEyjLOqO6elpqcHnL1wkNSO/65rRkH7QT1wAHBKWZD/eu38Uv/zVHTh0eFiIQolIBLVKCQf27MXcWZ1IpxIyyGUXxkqGw1zWzrl8Hrl8UYD2eDIla5iqueVLF4lKcnRwDFddfTVmN7zo3D4syocqCVrlMhLJpOPRrnoDDlBYxzKAjOAjGQ8ERz0MuWbYNZndJJ1ZioEb4mDFqCI7OQG7WkNrSyt8/gDMgCagr+b1iz2BHQ1i3G3gT+ufxoHKDBYvHBALuLqoY1kfWEJY4f1LpUQgoAImy+UKRiemMJgp4NWdh7Bt7xA83gBOWLUKX/361xCNxiTMN5ubkV60va1TQMuZoa3Y9NT9cFULUttu33sYdz3zGsbzKtC5kM9j0fz5eP/73odzzj4bW7duwSOPPCDnw+DQKMyajSVLVqCnpx/+ag79S+YiV8qiUanSJAKmr4EdB/eJqqsllZS+e2hkCJF4VPbM6lQembFJNEplIQuEQxyGsgcjKG3D62dgqyZKxkKpgEaNA6m6qJHH82UMjU5i5fJjsHThQmTHX0NbSxzRcBh104OJqQxGJ8bQt+xUdPf2way7sHvvITz8xBrkmO8hHq4QxipryOZgScn/FXufeyHXftMapaU1KdeOg5apqQzy+bwoWtPpOAy9iKnxMbTHo+hsiSEZ8SGVCOOn9z7/ptb43+uD/gGs/g1gdcOjd2DrlucwMzmGU086B8FEGwxLl4aMHpQ/vuU2PPXsejn8m7JestC4yTVMHV/9jxuxdMlCVCoGCsXckWm0SC38fmzZsg0//cXt0KtNeYqa6ouHiXjhuBCsV9Ed9iDqNuFn0egNYr/pxUyhCMujoWzoeM97rsQVl12kfBIJXNKDDQ14fAHc/PNb8ecnn4FXCwnodsNnPoOB2QOywX/3u99FsrVFPENnJsaxY+smnHn2mSiXSogmVFpks7liqAFBFxpFr1nzHG79/Z2o2i7y6ZCwTfTEQohaOjx2A2bDgxHDxijj1SmBp5yMMBnZEU7gx3uuvhyXvf0i1Ep5+W/CupFUeFXoMDHb74/hjrsfxh/uvhdWrYjukAurl8/Dwp5WeMWI3hKZc7XRQMGooPukM9A9MA/ZiolUuguuhhsz45P49ne+j8GREVC2qpwgmdhMdg+bWPrVqYaV7CROfyjPpWm3nIAie6Kc2SXsMuFVOqAUN/q+4xZjwXFLcOW5F6F2uIQvff1rGFi+FIVqGVte2wi/zkKfbGdTTdlZLBGAUBcL5YaBxLx2BLrjqGvqdeh7RuNoy+tDKBGXg4aT33qjLtP0WLodxuE8tt+/DlGL3jVekXJK405ZRigkzQU3Rb6uUP7VMSn3LkNVrrvmClxz9VtRrxmIBuqYGdkpMvaW3uNh+2ISTnHrbXfitt/9EWedfTZeeOF5CQ9g2MO7rrwM17znCvGEpSUGZbsGg4caDcTlILFx4NAI/vmj/yYyi2ZDLj6wzWaPbGgGSTC4itN0IfKZ6J3Vg+9/6xtoSSdkilkulyU8LBZLQTeq4gtHXygW2J/7wpexY/d+TM8U3/DeLMDqW04VmV4tEIYdiaGSzSIdD2D+rA7s3rYdekkXT1SClZTJ0F/X7/GJB6tMhmGLXyj5hYEI71838pks9LKOjq5WtHW0ih8g0Vi74Ua1UhU/TRfpmG4XCvmKA3j/VYqsNFqSt6jAq7qBcDyMns4OTE1OITuTE0m2SrmlH5QHqWRE1h4DDQiUcn5cq6uSUQYaTbmaDGzUc8urig+kCp9qStadWAnSQtX3SmYSZWcS/Ob4uDp2BbyzuH4UW4XgomqiVfNigeofk9NyAjJ6Ca2JKDpSceyZyAqpUZoJ/kvTm0yAWDV9J+MiHKD8mfYcEJCNAWqUO9dsyqI88DWqmNEBq3gIb7vwWtQWfgRjVhHFso6glkdPJIe0p4BQ2YRWrcLTqAhQy4bWSx/KwhQ2HhxFzqwi4Aki7vahOxFEX9KDjqCJtqALMc0r9hN2wAUXlQn0sCQAwoGazy9hW8IUpKyH798ZLomOTxKQVQpyF1nO8r24YHvYaAksIg01LQW4J9j1kJJZyt4j0cuKnUIPV/p6NRg2Ral9lUi9SPYpi2YBlSnq4nXMSTdZ58zOsrw2dLeJqteEPxVEtCWMtCeApEmLGe5/EQHSXRzAmGUUG1546kFp5jRPFB5fGoFoEDFfCG5Gy8eisIPccxQTjonoBMtZCDMZ2MX9hinSZg1gOEu1BHe1omSIbjeqbjem3V6wzarQx5rgPkMYyRfzEpj0ir1M2q8h4vMLi56MW++HP/GG1/i7rrpA7A2sWhmlQgaFXEl85wqmhap407JPYOgb9yg4vsQKXG3+8F8luM2R8TebarnOlFU6PlVH2wN46V3p8SAdCiAW8QMNicIWL1ParKi9WJ03MmpyGnEWvwwSImuVZyZ9iqkcEQsgMpEFpFVhWLSyoVpDNWM86/0KKKfUjg6QBB0CfiRTYdTrJfF7K+erMvjMu4PIGVXMVA1ULNoKAQbZzbIgX2/9m98Ck8Sp0CHIywAPAif05BW2aK2IRDiIvq40upNhBBnaE/KhJRpAKMTUaQ7CNFlzytqECeweGahRgs6hHxtMNmsWLUs8YVR8GpJzL4QrNgc6vUS5HzbcUs8w+8g0Mji4+xUMbl4D78QWmI0gwq75MKsj8PXsxokX/hOKfZ/E7379G/z2uRcx55iTccMZpyDuyuGFLeuwYcMLKGSnsWThYixfeBL8WhTjU0PYum8fbMuHBXPnY+WK5Zg9QF/vMp569A7s3r0LfX19WLp0mVy7oaFRkQQuXnwiZvUtQbVRgMsP7N1Txp23/xkfunYFLnj7ZRieTOL3v9+AR/98K/TKAZx9/AA6u1No2DUcODSMgwdHsHLlcejt6camTRsxOHgQbekUEokIghzk1WtojUcxq78frV2d0IIhmBy6ETiDJrYwwi51HK6b4Kj49tPxgsMKWk/RAiKbl/qCIDhZOmz+uK+TRUXlBu973luU87a3tWJ0dBQPPfgg1qx5FmNjo/AHeW81hKnFpvDd77kOZ591BpKpGEqFgtQaVCswLEfJI2hN4ZWzTNYNVUgCHqk6RXxcpamz8Pa3veMNr28+gMBqc100mZcCrFZNZEenlb+014Pbb/0FHvnzfeif1494IowWgjQcEMGNV1/bhNHRCfh9AVERiABDTUOEyEDgwTRsXHTxW7AqPAa7sQv+Vo7hAvDHawjaXgzdZyK0KyFgARUXRbeJVN0lAwE7GoV5zZVILF+E8cEhPPnQE9izZ9dfMFOVZYZa402Arbn+KAxIBV04/fSTsOr8C6F7NYRpX1MzhMHFz02J7rTDLCIYwSFYLELrF8Bdb+C1V17C/fc+iFKRoJl6HRnAOLYA8pmFuapY9hzc8lryv0Vjflz/0Y+gc3avnNUkRrBmmxgdERYb/13gS95vUMw6DrR4AxKyZW0QDAcluPfFR+7HzMSUBCjGA0EkwmGkYjF0p5IItLZj3tnnYMrtxfBMTuTW/noN2U0bsXn9Joyngth5eAg+O4iwxoDDLFy+GKKWG7VyCYtXLMFZ/f1wmUVU5nUjZzPJvYGG24Kfcz8ObHhGOeAo37sKh7JQ9Tbw5z8/ipFDgxKuE4xFoRsVuV9FMeKE9omqwQFjeS40yRpOJeN4uzp+9zJMVh7magEoFYQ8l0jwFfqngkDVmcA1qAIyuR5pKVGHm+dGra7CJ0Utx+BdVTzxvKQXevesPrT29uEd77xKfJUpwecZ0ppukRrk0IEDeOKhB1AqFZWfpkOSER9rZ3UqRYZTBYpyT9IaYNKz17Jx8UmrUBk5hGhAw55aDZVaHYcPD8Pj4TBMWRE1e9Aj56R8bDfKpdybWt/nn3Yy5g/0YmRoDI1wGlYgimq5gnA4hs7ufqk349EgktEGgu4M/F6GtiqA8nUmsfMJnevePKuPvCFh+PNAVi610ilpfmzatgsbdkzC7U/IHhrU/MqD1KcJa5QDmEKxKGox26yiWmQAVR1+ytfDblxxxVk484yV8BHoVYwG6WdGRobR2zsLra2t8v+ZXM/3Slsv1tK1hlLu0Tpv6PAMvvedn+OVV17CJz7xfiQScXzuhi8hHY5jVnc3CmTlu2wkUymEud5dwMTUNMYmJpBMJpGOx+HX3OhIx9Hd1iZnfKlu4Pp3vRuhyRKKr+3CYncEFauGqUIewUhYPHN9LF1Z17POdfo2MuNZtDfI6ueZLj6uPrA+kH2ENT6H+q4GCplpVHI5pJMpRBmoGw6g7mLuALsPDdHONpRjHnzv7t9gqKFjxbLFMGsFBDUvIqGg1EB1y0A+X5JE+rZ0G/q62hEKeDA6OYO9w2PYPjSBzfuHRIHU1t6Kz3/+c1h91hmYGJ+S8y2RSMnwlANqozCBFx5/EKWpw5jKTOOx5zdi2/5pFMocVlC1RsunOj7+8Y/i9NWnyyBh++Zt2Lx5o9wme3ftQDwWRVdnO8LeOjo7u2FUTJR1Hf6ghqJeQtbQ0TGrD4mY8tdl/03fee4zQ7v3oZIvyfoemRhHMhZHV0sbUiRTMTi8pGO8WBSvepgN9LalxMc0R2B1alrIXEvmzYZZKiAQs9De3i577M69uzExXUQi2Ytjz7hUMn8Ms45XNm7GU2vXCajOUDQOwwLhmLJnYm0pPMA66g0G3Jli80JWO61feI97A24sWbIM8WgcL7/4ErK5rLDY41E/ls3txYnHrsD46DAOHjos/sbpaAg/e3D9m1rjf68P+gew+ldXtumx+tLjd6FanRbJTzzG9GoPGh41saVJ/I9u+RWeWfeiUNxFoi6HJgdmTG4M4itfuVEWolE1USgpYJVTFP6TReWhQ4fx45tvw+RM8fUCh8UnmTMMICEEYhlo0Sy0a0zsdKNaB/bqLG894m9CmdKnP/0xrDp2qSP/dQuwqkyaNfz0ll/jsaeehtcflsJ3zpw5+PwXvoDdu3bh5ptvhm4a+PIXvgivq4FnnnoC111/DbLZDGJxshVU6yzgKkECx1+N7/umn9yCsem8JFUG7ToSATfafRZ8DMGwIOEYYyQwEVzxkPlniQ+nKhgsXH7pxbj22qthFJngSGBVFXIEb5waBG53EH/44324+54/Ie5348zl8zC3NYYQlbjCHmZxQf9IL6azGVTdYcTbOxHt6Eb/ouWYLOoYn8rhV7fcirHxcTH9ViwjypCUx5MEgXiYEFuTAoBnq6Qquh3je/qg1inVoO+lk3zK6y8JqRa07iSOP+dUzO3tx6lzjsN/fuVrmJiZwfxjlmPL1q2wMiX4Cd5JmJBjfE8vTBZ0DQsG6gj1JRHsicPSbGhBLxLRmARBhVvS8tnoYVUpFyQBPhxLIZFuw+jG/Rh9djs8hmpXeCiwuOG1InOExRfp/apwVvI0Btgov8oG3nvdVXjnZecrKZ/WQDEzJJ5o0fQ8wBtDMBTCj27+JW67/U5EInFhYPPQZvrkv370I1h92onOfyM44xMAlY1aIh6VzXtodBr//NFPirWA8vJSIP3RMiyi1LS8EPNsATBqWLRoAb75jf9APMYiwZbDidO0WCwpRTH7DvrR0MPoi1/+Grbu2P2mgdUzV58Ku+FBxReEFYqjXi7B56pi5aK5qBQKGDp0WEnevF6Mj4+LtUbIH8D45DRzf1XEPcEVtxvxdESAhuwM/WqVLDbdlkKlWHD8yFwoF1QgUJ3M4kgYhTytDijhO6rIdkKk2KrIiIYWCQ1TGOcdbUnxoJ2amoHX7Zc1Q2kcrwuZnPzuCbTlSyVUDVsAExZ/qqZTzNEmc8hBVQVYVQW+YqxKoS/eXx7F0G9KmMm4cKb6SvpMlqtKO+c2oVjIygaEQLoAuuInrGwfOEzgyyTjMWGz5HWmryq2lMjc5T51JNN8TxSqe1wC0jAUQXJsoCEe0BAhzZx+wj4XWmMBCRw4cGgMPZ3z0XfeDRhJ0J+tjlZPCb3hMkL1CgKVAnz0s2JqPT2qbULPFip2Aa8d2I+dh7ICrHZpAfTFQpgb86EvaKMlAAS5mWoe2GQnk5kT0EjHAjS+NhmslDkRDVY+s9I8SaOs2Kos1bk2u8UKgIAk/0crgaavNrFrhkY414AGgJL65ZbhkOxJQnqx4SL7zNSFFdqgLysZ1fkiinoFhUrl/2PvvaPsOstz8WeffXY5vcyZqtGo92LJcpHBxgU7NsUYAyY4gUAuJcEkhJIEQklMEpL8Um5CEkIaScgKixBCxzhYxrZsyUW2Vaxm9dH0mTOnt33KPvu3nvfbZyw73HuX/WcWwxKWRppT9tnf973v8z4FlWZTQtMIYta0Jho0stc8TNdrmCgV0aBkMmVgNBVGfygiLIcW15njolbh3k2vxwSGzCT69QT67DTS0STseBR6NAo9HgNoNdJjOSkzZ7EOYLOstZriHwV6NjkM2miIFYAmCcsaGkFdvFWrAR112QMJmglPDp7myrVOWyb6KA1n6AGBT4JqH/jQy66/PvqJ/wWHgxmnIfcTC8NyuYSJqXkJIsjOLwrznAMvoeiwMfC9MXrMIQFVuTf9H4BVxfFUxhm94aqcZ3pAvE2TcabHMkCwKY9DYJMDMnUWyEmn1piAufR2o3RXl7UivGWmOFPlQj9RWgH5Un/1PcpvlS8yWSEcFvCxgnoHg4kwYkYAjUYJjUZVmvuQHRbbGMvS0XBd1JgC63pw6InWbKMq874XM6YIgCobAJ4ySsjKpidiW4iEQhhIGOL9HIvYCFnKwoP3lFI+KAsYGcjw+nJioBGYUGxgJuGSmeObkEidUKFcf3Ab+te+AQ0vJKAwg9a47kw76ttEUDXSRCE7jbNHHsXMsafhTeQRDk/CXptCePQ30T9wMw4+fwjfO3kSVmoQP3/ZVViTSKBt11B0zuH58wdw4vkTyBeyMAK0Uwhh7aZ1eM1110sq8PTUBJ47chAnTxyXeoMyuFWrVqkUbT/wgdYhy0bXiWKpqztodQJ48tECvvLlJ3Dda16HcFzH3kf2ot1+Dje8JoVdWzchkxmEprclJDEWz2B0+XosG12BWDSC2dlZkVGSwc3/5hezkhZt6F2EI2RLcT2QIa9qRDkzOWjh6+H+K8xUdaYKsEpvdc2UIVzQYMCpJgP+Qr4o2y3T6Xm/xOORpWBLWh6VSxUcfPYQHnxgD06fOS1sO6W2ccXKiuygN73pDoytGBbGfLXK4Es2p+pelbODwClD3HgjS/qw+EkoKxUB9F58n73+FQRQ8nP4ScCqgF3tLopzWTmPeH5/7xv/jq99/SvoHx7A2IplEnTE98LX8ewzh5HPEfgRfp388t1tZF0ymLHb8nDDDbuxu78CXTuKUJoqMh1GBAjnLIz/oI5IPoN8ty6+0AWtg0zAQNcKwr7lWtSv3IEa2ZzFGp7e/5Qovi5lDknN6YNBvTrxBWDVgwUPt7/pFuy6idYYITi1ClzH8QOMNORyOQEuaYUVj8XlKGczXMjnRTFXmMvi4FMHcGEyK4PvS4FV2X94Fgugp4BVsptl/QrTuYu3vOtuXL77ShmCcagyn51HfmHBt/tW3yPRgR6rwsKnxUqrLTU2B/1U6UWiUTz54P1YmJ1F2DSRCEXQn04jHokipAcwsm4d1u5+NRbaLmZyeXXtKeGfHUfp6SNYbDg4UW6gXGzJcLV/IIl8pYW0aWDt2DJcuWMXBkpVzDULWBwbQN1TPt3CBm530SKbWA5W2azlFBbmta5jrpTH9+67D1UGnoVthKMx8Sklq1tqFJ8hyutEj3W5Zv69vTSQVr4uwqSVs90PjBKA0gfqe77aivnKQYYKBeQwVnoTqcXU73t7PZnTVIA4lRoqpbKynRHbGvqiuwiYBlKZfoyt34g7334XsnPzwlLjc6aTKcxNTeL+738fi7NTL6gufgLI+CLWrU/5pJybZ0MiEsHbb70Zx558Am2vi74tl2FiZgYnjx1TrHeuaf8M7P35UnCz/goZq29+3c9gZKgPId3EVLaKQN8wum0PmXQfglZY1AbpZBSZuIeuMwUr2JY6sfdeLgVXX3h/LyYysPr4ScDqcydO4enjWejhFAIM/+Ewk8OYoCm5EmT+E1htOQTDHFQK82iLci+EeCyIj/zauyWMkcPdWCwplmCU/88vzCMSjqAv0ye1Dy28FLAakn1Wcg6obOk2YZlR3PfdvXj00b14+9tuR1+6D1//2nfxo/vvR386IyAZ7e7IWqYHKy36xOLE98MOWUGsX7MafbEQkmELlUodRiqBt9518dpZ0gAAIABJREFUFzYNLMP4E4eQOEbv5Q4WFufl+QmGcv8Qew967qoyRd2nrFOFEEzbhICQNviL55HcrwwodNuoFgvILS4gnk4hEovBYL6AYSNgR9EJWihqLiY7ZfzH3v9CIBXCxvWrkZ2dEH/25cNDUlssLsxLwHY4mhDg1LYNRCMGQoaNhXwJTxw7hyeOnkKh5iCdTuE973433v3e90poYSyeQCyeknUooWTdOk4+uQ8XTh7G7MIc/uO+PZiYrwghiDXi2OgI+jMp9GXS+MX3vh+pVBrNWg2P7duH06dOIZ/LCpjOQSeHyEP9w1InJOMJtLsdzGVnUOHAIqj67rAdFqUjWbwMQ1yYnkElWxC7jfMXL4qCuS+ewNgAFSgWphcLmC2VpWeL22Es74ujPx2FFYmKLV271UDXaSAasjC2pl8G7lR0dgIeKq0AYqkVWLFlt7B3FxYX8cij+2RgyFaCftf8bBiuziEn612D+IYMZHVlTwhPelGGaTGnpVIt4o1vuF3A6ft+wH2xIrVdMmLg9huvwWtvvA7nzp3H/qeekbOoLxHBP93/5Muu0f8n/8BPgdX/A7D65J7/hGEykZFsM6YPklLiS/7MMP7ib/4ejz3xjLCWVFPMo4WhJW1s3bQWv/XJj0iTwXq3Uiv5zAweyso4niy4L/7tV3D63OSSBEQku6TP+OxTRpNEvSZWhEyRfmUbLWQJkNEvpdNFOpXE7//eb2OwL66CtjzAovk2m8WAgb/5uy9jz8OPyiHEYoDg15vuuEOK8Ef27pUN+f3ve680bQ/+13347d/+NAqFHEIRS5gHPCQ5oSUjqRdcQbr6X3+JdgCnYQQp9W8jqLkYMDrIWExPbGH9FbswvHUbFqtlAexqVUc8Urix16t1XHXlZXjD626WCZ/AMWSR+Qc0Fz43K9uK4Gtf+ya+981vYtf6lbh20ypoDidYqhgyQ6YvQlbBXgulGurNJqxYEgOrNyDraNiz/1mcOT8hPjA98EicEcVDjuAV/fMUMKQmtMrXkMwO+hsRmOLmyAJR2mvK+Mkikmk8UDG7uOb2m2DFw9i5aise/96DeHzvE1i/aztq7SbmxicQ9SwBwHp+fiKN871am2jDGo0jvDyJdtBFkknpoZAAP4Mrxvwk0zZqlZI0pkxVHOhfhukDp3DxkecQYuhOW9k0sJbjfwkg8Dm4wfeafZGW66ZI2YO6h198zzvw1ttvgsmUb1NHyymi1ajDMFPQyHIxLXzyU/di3+NPw7RCSzLxkcEUPvvpT2DF2LBiH7EANCw0Gi0xDGfDQsBvfrEswCq9RMUc32/YewxoaR78dGsWFwTX3K6Da161G/d++hMI2QQJXJnosvhl6BMPd5dAfSCIaq2Oez/3eRw5ehKL+VfGWL3hhleh3dLQCsXRCNposahGA5vWLUfUtjA7OYV6uYKQZYlsitO/VDwtID4P/KARUswBzUM0bkux1KjVJOCqL8MU7H449JkiSwIGGlUHbc9DpVoVBgflJTzICGb1mCqqGCWrTYETlIWz0TaCGvr7IsKc5ESWdpYROyrXhgA9W8L+dAqZvjTKFUrci6g128L2E8jGZ6gQ2FhyHJHnUGztJWCV35LhBo0DesxTVlKKrUq2JfeunlePKkrZ4ftSKvFn9R+X97hGL1BK8Fzx26NErFypqzAFgrPC2FDek75tq7wmkUbRoylmwzZV8FWzayJqGuiL2LB0DzFLw9hIP1YPRnDy9AKOzuVw2c0fhbftVcLMWJlyMBpswmq2oDfmoNWKCLoMvAmIDQONj1pWFYcnjuCpZ+eBdgj9YQOrkjHsSEWxLmKi32RogIeAHRRmKiWDmmXAY2gfgT8yF2g6zPdKEJlNeEBJBOlxSjmc4ot7WGaqdFdeA0+LKt9Ov+HyOBhhkyQJy5TR83rQxoGfH8EIPgyZq23xMPWcJrxWSxquQKMl3l61BgHWGpodFXiQDeoCntW8DkpuB9l6HaW6g0rXQVtzYdP7T/dQ7rQwlW9gfpHBThquXrYcNy3fhI3JJAZTNuLJBOxwGoFQBFo0Co0yTDmjPCWv89UDclHbLWhkK/F1OkUJS/CcBrRWS7zJHENHUQuiEQyiEdBFBivAkKdYq/TZ7DNtpIKWBIZplIgTHHn/L7/sGuyvv3wvGvTerFMG34Ru6Kg5VSxMZzE/u4jxCxPIzi76QwSuAAWiXqojJNBIIKLnPXjpi5BGbQkg8sFv/x8QfIwGdRl4pOJhWKbybyUA1stwfiGs0WdEcT2Q9UXGWJDDBE3OfPEAF4sAgq6qgVEhQ/QgZoAeQ6QIrAZlnaUSJkb7bIS0ttggcAgYjoQQCVvyuDyreViQYK683Sn1Y/CkkgbLlZAaRQ1QPN7P9CL3Q3a4NqlcIVOeGKo8loBRvJ8J6nGYsxSZ7G8HPrjAvxdQgAwRoW0pP3Da7nTbqOkhDKx/E8JD29DodGFTwRHSxcOeUrmWBGnw+6a8dqdRRH7qJE7v24P89FMYGd2BZOZtMKx1oBl4oa3DcXXEjC4C3Ta6dR1GqIWRLUG0rBzOXngeZ06dwuTFixJgSN+67MIcKpWSAL0DA/0YSPeLJFEFeymbCA5KM0PLsXbdLnhdG/OLF/HcsQOYnipgeqqBMxca0Lsa1q2PYtuWBIb74zA0U5Q4bdeRuuKyHddg/fqd0ljzWgjETGCSFkFi49MQtovTrMgZQrsf1iLyfQ4wND9NmgNVCT9Rg2Zho8nvlaydnwmBLQ68GDyXWyyKFc3GjZtx4sQJ7N//GNL0SRsaknv0wFNP4/ixk2g21SDTpeWKYWLbtm248YabsHXbdqkxOg5fF0MBFcNK9nFCqLx3feBfVrd4iSsPY3rGq5rkBcYk19Htb7zzZa9v/sD3f/zwf2OsCrDa6aI8n1PnlRHE4w8/hL//27/EwPJBjK0YkzUVDtkimz9y8IiEQraFO6AGkPzF2ldA9A5ZrDq2bliN25KAZp9CZL2HMGXS1QCMYwbyR1wYbhx5z4Gr+z6gDNVZsw7GO26DEzal8V44N42D+w9gcnJKarSeFL3ng9+7CD15uzw/XISCGrbv2IqrbngNGhK+7sIKBBCNREV+T0AkFolK/cdhdKNaRzSVkPOJvoqdcg0nDx7Gw08eEkZTL+irF+TEs0j5M/vED7H9UJ9jt93Ea994G3Zf9yo8uf8xOPU6xtaslMDFFlUg4s+uod2khJd+zR5M2ncYhgz5GXwStEwYloWzx4/K/Z1KqjqXwARD78iEd9pdpEaXwzUsTM7Rgo0AcFAsgpxnn8Tk0SMIjI0BZA7qHqJWAtlcEUkzgG3bN2N0zUYsnj2Ps/UmSumUMOR4PikAATJwFMVI1xPFHuW//CJjK5tbxOkL52RAyfM9HkuIP2Mm0SfsN3o99mxhImGqPFxheZHQwPpLoeK9k8P3zveBVfE6JglG/I9V3SP2Ynxt3Es5vGL34SsSFDsW8pnKfeh5uHD6LI4ePrJUKynrMk8k3twbQ/EEXn3Tzdh93bXIZRelbmaPR2LP8cPP4YH7fohux1H1Vo9B6//+0j/72/8SuMv1zz2B6ovrd+3EhYsXEUz348rrfwbf/c63MX72hNSmwrbWWLOrYftLAc1Xyli96TXXwQgFsGvDRniuhYmqCy0YlXqX/qH9AyOIhg2YgQo8Zwq2AKtqeNMDdnt95Uvf5wuv0QdapYdXQ1SeNc+fPo/9R6ahh1LSP5O9btqmWFFwQElgNZ/PS8Cg1mmgXSuKpzjVF2vXjuJjH3svMhlbvOupLAiR2UhWYqkirEAO65gtQqsznisMjqb9guzhDI1uN9By2pgYzyG3uIhkPIxEPImZqSz+4i//WmoFg36h1ZqEDPNmGoiFkIgn5H3wfOaJTl/zdJQhcRHUWy7W7LgM2191DdatWI0Agyv3HUP15Fm05+bheC2kBgdg6qZ4M7Mn5j4l18UfyDBIldYEBJnZ17Ya9JVVBAnX42C9I4QSenMmBjMIpZJohGw0ggZmaw1MFEuYrBTQDAewWM4hGQmi06qjUS4Ik3LH1q3Yummz2H9MTs0opaJlIp6MYGxsBMsHBlBzOthz4Aj2PntM/NWTqTSuuuJKfPBXfg1r1q2DFQ7L2SfZCZ0OGmRMN+qo5bP4l3/7Cr59/49kEMq8DH5+A5k0br7xBszMTmP9hk1461vfgkjIxIXxSXz729/G9OQklg0Pimf0soE+ufbpRBKFQkFsZFasWo5uQMf0fFbAdmbdxPtSMkwSS49mA7WFAhrlKuazWcxkF2TNrxmlL72NqbksKqwPWWO5XfRHTAym4+jvH8T09LzCZCyGStsww4aA9bQDSGTSMFMjGBjbDs1OYmJqRixwjhw9jpPPPy9EAdZWPPupkuYdrnzNFf7RJlDuubJXUInCuoJrnnaS9NuNJhKYuDiBUm4R6WgYu7asx5WbV8I2dZw4fQ7TCwWxx4iGTPzbA0+8ojP8f+oP/RRYfckn22OsPv7gt6AHFOOSnj/CUNN9xqNh4X//1d/hiacPy0bb5abss17cVhO33nQ9PvjB96DZrImkttqo+AWgL7miv4rj4O++/DU8e1hNrwVs8oFVLjo+XIMyFreJUVNNTrPttjSlnHCyKFuzciX+8PO/K5INYXt2XdjEf8msQhB//Xf/hAcffhQ6GS2XHDacIhN44/T1zjvvxJnTp3Dh3Gn8yR9/XnxV9UAX0XBYChumorPIVhPVgCTQf/1r38KDD9Bf1haAzKWvmtvEcNREwgzgznfejW3XXSPhJGRakQLARUywktJ2Noi2RcsDvk/lb6oCQMh0MCQwiHK3PQ88iAOPPIbNI/0YCrHI4mtpyRRMWlSvi7BtCfiVr1dkstJyPdjxfqy54np87+En8dCTT/kNHEFcslUV0OcFuwhnLMRScRghW4DBerku3lCcijr1lkh06WIjihkxvVegLtUdBGdrXhOjV2zAqsu3IDszj/KpGYwfH0dmeBB9Y8M4e/oUrCp5EwEwVVGKTstCm8VYx0Wz24K5LIbk6gHUtSaGR4bQdOqwk3EMjI0qKr+8rpKEihmxPgRdHQsHz2P+wGmEdEoN1GSM7OVL5WTKBkAxo4TjTPl6h8mfGj7wvnfi9TdfCzsUE2CUh3i7WYel0y/YRKvr4UO/+jGcOT+lfO/kUPWw+4rt+PjHPoxIiOFgLNAZcmCi3mjK9aNUhVP+QtnBPb/6UczOZpcYqz3PKE7aFbBKRpahJO0MYOg08Po33IaPf/geKdb4+D1T7VgsIa+fU0DaB1SrNXzuc5/Hc8efl4ney/2iFcB111+FUtFBN5pBy4rDdWqwAvQFimEo0yeH4ezEBMKSgG0it5BDLBpHx2vj/MQsjGBIrBXYLIdDTE0mK7wjoF4obKE/kxYJeyGfQzyWRi5XQof7BBOHnaYwfXkt2DSrwBzFVlAWAJSXW4otR3sRyi3SlkiLFxbyqFWbiITjUtR3mjw41b7EhExOmeezOQkPoD+hPJ5IcZXM2edEvCihlvfHUiHq72MKYFUhOPIl/jwKWBWGgjQpyldLLAsIBCtV/9JeAb0lrEoy8WLxJKp1Rxoojfe/z05X7BEFbMlwQ1LPAySJKk9Vm36SQKfLSKcuMrGISE9oXcsByGUj/Vjbn8S/HzqKYOZ1GL7u51HSgdWZKpaTrVJ1EKxNQGsuwhCGJH1KA3B1A027hqNT+/HkU1NwG1FEQwGsTEZxZaYPW5MRDFh8LR1oBE8pA6OxoLBXDWhkoHJNMaFE5KN833zzktcthvV8j57Oz9zDiBkVz2GN0jqNzG5fCsjrQGCVADmTfxkixf1Phj28rgQxNcUWICuULGUOiijNIjjFhpFyHqciHlwMUiAYUm57EnbXIHM10IHLIA6qBxjWU28jW6qgWHdRrrnIVxuy1iJaFbtHxnDd0FaMMLQqAmjhCALRPoCAaiQMhMg+IJta7d18ywQy+B40huW1GF7VgtYoSuiBRrY7fYrRRT3goRCIwjGCaFApIPcA2fZttL2WSBv77RAyeghhjencNMAJAh/44Mtd4vjnf/u8YPq0ReB7a7QclCp5TE1MY2E2J17JM5Pz0ugoOb7PHu0lZbOZoFRZBmzq6S+VEfZYSD3xvAwY/HOc9zD3Dd7DibApbHIuDgIZ9CPzH02pDITR2QObZJwhFgPCUO35qr4IWCW4qnySyW4lsEqfa3qZW4EuxoaTGEwHoHssktkgmcIeDASUZ7qn01/XN/wQMMBv+ANquPjSL4b58L7p7U7CSOr9o4AKblsa3vjqBMoTle2FAhJ6DC0+Gx/J4UBIhlL+IIbAR6OAQGonlu+8C91UWKyDonYEUTushpKUpfqeZMKMp1Sbr9mOwqmVUJg4DS/XgVcvIxgcQCjdj0YzimLRk/VrBiy4RRu5ShbLtgcxsMFEV9dkiDE7cwGz0xOYn59C120Keyhk0fdXBQ/x8xGp+yVS7VA8hcGRNTSCwcTUGcwvXIBlGiIjdJy2rFfmPvHs8MBG3EGw05BaibK8XVfcgGRyFPWmSuRV9Z+/1fqfhDBuwKGsUNiFMUiGFO/ndof+9MofTflFuooZLTe9GnpSHcHvi28t/41GwIt+9hrC4Qimpqawf/8+HDtyDFPTE6iWK2g0GXahFDX8pNet24DXve5WbNu+FaapBiF8bipxCENwrxEvSD/cTGHrBHRZg/KsIEjH/YLvUV3LnoqF9wCv6Ztuf2VWAN978KEXLDLE5/oFdmB5Pi/nUcDQcezZZ/Cnf/T7SA2nsXrtWmE/8bx1Wy2cOn4SraqDapvXjyCqstygLZSijhsItlvYuGoIN1gxYPI4BnZ0EdpooXqig+4hA17DEl/rEjpoBpvire+aQQR370b09TdCN13UOy6ee/wQntl/QBpyeQ7//SuWb+886I031L3A04R7AlUwa7dsQDiVQDQcxfDAIGrVCgqLOSFMMESKIbkEVndccTlGV62QQbRTqcKrNjB95hy+/+A+yViQsDv/+UXVdAmwyuckuYGfkbDUOh0MjY7AsA2cff4EhkaHcMsbXwfXaQhjmcxUHvocAtCXV/INpGH3EItGxW7MDoeE9KCTYOC6MpgQZqwWkBTyvmRKBo7cgSrVmijcBoYyMqsLdIDiqcM4ct930DecQXj5MKIWbQSCMAJhhA0TdrIPgcwauAEbE5UCxuemoZsKWBK2J31/gybK+SoOHDiAiQsXhDBCljVftzCoTRVe1vK62HX5lbj99W9Cp6XsSpi6TV9XAvGxaEwsAuj/z3XXErWYH1rmKUWjrMtWW4AKvlfaJXBALt6ofniMIs+oPbKn1GNtIgO33gmhKbn/c4cO4dGHH5JelOtS9ENiSUarJw3pwUG87ed/AaF4VBhq5XJZrJJGh4bxxGP78fCeB6VH/H+CqnLISSV4yTHgIR7UJExvsVbHpmtvxPCy1fj6V/8VTiUragrWLkE9JCx5+vX3wMxez1gp51/2+c0fuPqKy+GZGtYOD2PH2m2YKjQxnXXks1q1bq08p8FA35gLvT0rijMJF73ECqDHzv5vALL/iuS1SvuuhlsMQuMw5tz4JB566ixgxhGJpqQmJcuddmyU+9N2iYAnQWO3UcK6FcOyHsfHJ/CGN96Cn7v7dhiGROIhnyOI30U6ncZiLofp6VlZG/T/rFTLGB4exOo1q0X9Ua9TcVYX/9vZ6XnkcmVZVxyksd9iyOehZ0/iyLOHkJ1bEDsARbHXkIma2LJ5k5zz9D+emrwomQuDA31iy9PoADuufQ0ue/WrkerLYCDTD3N6HvMP7MfsQ/tRLeaRGR0SXIBrWJSq9NtvtoRwFIqGBUgLmiR9cGjFgDQGVCuWOxcsg64XSgXk3Abia1ZAzyRRtE00jSAWaw3UpR8Jot6soVnMYU0mKgHKubkZ9KeS2LJhI1KxhGQwTE9Py/vgybh2zUoMDGYQNAOoNF38cN/TeFSA1RaSyRTGRkfx1rvuxu1vugM6PVlJzgiFZb9rVkvwmi1MX5zAH//5n+HQ8WOIhMKolEj6KmFkIIN7fun9SMSj+MY3voHbbrsVN732RjitLvY8+BC+8+1vYaQ/g5mJcaxasRxNp4FGtYq+dArLly8TNezk3BxKtbrYKdiRMCwGIwpbPwibZ2mtjUapgnyphHyZvaCLzatHEAqauHBxCmXHEUYp8Yy+aBhhy0S75aJcYnA4A1Y9NMlcDeqwqVJiaFkkjC1X34Dkso04dfYiLoyPwzRtnL9wEafPnJN9lJZL3HOoKGKGhUHrBtmvVL2hmOaA02YPX5ezO8qcl66LSDyOSqkI16ljw4oV2LJ6FAmzg067hfMTMyjUW4gnkkhEw/i3B37qsXrpJvdTYPUlW34PWN3/4H/6nmeUcvuHr8h2WaxZ+N9/8Td46tBx8TeT4kQOJE/SkX/h59+ON99xq0i4OclrM3XZ9+0XEIWsjVYL//zVb2H/488sWQH00od54HOi6XAh0C/NDzuqkQDuswM818XOyy7D5+79jFDoRRbmdRASmR2bRAN/8/f/jD0P74URUoxVPi+nEywIODUjaDYyvBwTE+NCQvqjP7gX/Sky4RzZeEzbQtNpoSaePZTNBwWkeeihR/EvX/4qupRdcKFyTuh2YHsONqwYwHs+8IvoX7VCkuK5ObNI44Gl8BmCQD7DgYw630y+d/Cpgq9DLqlALU6ugOce3Yfc+HkkohE54AhM0fOzf6Bfpsk0AQ8wwd1poOo4CGWGcPUb78SPnzmKr//7N2Sq3zN753tgaI4W6mL5zmXoX7EMmWWDEhZDGY3e0WB5CZw/cRpzZycR9lSgSrPpoOM6ItulebtiK3bRTgTxqp99Pc5ePAejEcCJRw8jZcawbfcOHDl1HJ3phiREu05LDmZS7etOQxVeZPuORNG/fhmaelsCyIrFAsY2rkN8ICP1TWVxEZViThgWRmIQ3UoLc0+dRudiQXJjuDMSUGYDQcCc11ESJ6URlDxplTLPgq+rIRY1cc8H34PrrrlcksJ1msu322h1mggFFYg4MTOHD97zETTabILIkKalYx2/+At34e6fvQsBJiRLmrYuMkqyMHntUyl6o5IZ1sGvfuQ3cOHC5JLHak/i1guHuRRY5b3sdpt4+9vvwvve8/MCSHKSxvfB9xMKRQQAJuOLX2SFfvZ3fldMunMi43t5XwRWb7ntWszNllA3E+iEkgh2XVhmS7xKhwb7MZSMIzs1jlatJl6GZFezWY6lLJwbn0K9rq4NvWEZ+MbURQKrBEp58CQTUfQPpDA3N4tkIoNysY5iuSb3a62u3heviRTewlr1GTLyfYZjMPFRFbosXpMJA+FwEIV8BfWaA5sMQo/sqSYSSXpP1WStUa7aaLVRdcgMVV5QwrQk8OnvUwocVY/dW39Lgxep+HlrK8BH/sh7R5ITFLyifhFE9JtAGZAI58qX9vZag4Zi4QW511ioNci0YjAT16OSsXI/6K39XkEu/pFkFVkBmdTSx4dDAd5zqXAIywdTCJkGFoslxMMW3vmqdTiXa2DvRB8yr/kFFAwdq+I1bIrZsBo16KUpBAjcECTh/4IeXDOCmtHE4XMH8OyBc+g6YaRsA8uiIWzPJHFZJoGxGNkxHAQQICWSy04nCE0Yq/QkCcINUaKr0tMJoHoafb4ImPGg4LVTwW0EVjXYIm/3dMrVekcGmZ++HJyyMjJOW3UBI8V7lXulS1q9ktUKCCia1R4crbxNwbXSpBSLIYJtQG+IR2VHc2VwFGDD2yFTxgLtr+edgoQZ8awJR/l2mgg3G0gYUcT1PuhdpuDa0KwouuEMPMOCRq9V05aCWkkhiRcqv1IBe+n7yvdAYLhZA9e1APQEptBBFR3MdYKoGwE0yYQQu5k2mu262NLw/hoOhbA8kkRStyX8hcoL/NKvvLwFDuAf/un3ENQol+caUGB/qVbCyVPP4+Azh1GvsdE1hAHO4pVrXD4T3/KmNzwgsNprZC8FVqVpfAkQ6Y9F5HGkEQsGkKDXKCXBthpGCQjmM7ZFws3gBwG/qI7h/stQIdrFaFJ/8PcCtpLJyr+nrEvO+ABsgrdUsxim+BvGbR0rhyNIJfhzPV9tHQGDjFeFb9IflzxoCcYSdqmSBkuIzkuuslqPHNj5ihKOCHvsd/nklG+2MK74e2GFKVuPrrDYuR78cEiG67RaaFKaRuatQRBSJS0XikXkG03suOEejO54LXLNBWG1EhQPcYAlz6vsBChbVPUW5W18n5RpxhELd9B2GpibnYSWrYh9itax0WrRCdhErWYjV3AQGehg2fokTZvhtGty3QIaWUiWgBGOUxafyIDWlvDSifETS/ZNck/0fML9xoQ+28I8I0jT6iqJLq+pF0MAeRm6e90QPK0kRG5e42gyjct33QDdTIodQm/fUwxG5XvYA93avKYELoWlrD4hnjEcqgho69dPKiRK7dGiDPHUvcXH5s8yoKSrNWGaBEBcjI+P4+LERQwMZBAPJ+TP+x/fh8ceexSnT59Eur8fd97xZtz82ptlcFgqL8oQxDDIpOfnzPuZ+6k/lBMbABotKqCO/uUcjstAz7+v9EAvkViFJvUYm3e86a0ve33zB77zwINLIKGA3kuqpwDKc3m0mh1hmU2cPoXPfurXKefC6IoVWLlqTK4VWZ/nTz6PUjYPz7R9ax4ODTXUmo7Yl0APwW42cP1t12BT3UZ730H0xUuIbDDhTgbgTlto6xqqXkN8PN1AG7anoRAKIfi6GxG5YhuKjQLmj5zB84dOYHJhXg1Lg8Gl4DwC3QJiXsom9Ac5BMrJSDesIEZXjmDNhjXIZIZw8thJHHz6afk58fD39yIO2H/uve9COBaFw/3cDqOWy+PQ40/h0Inz6PjPzevVC3ASQJp7jU864N8RKBcA1qMHs5L4tpsN7LxqJ66+4Vp0nLowVqkGKJeK8uxbtmxBKt0naz6fo2WRjsxAP5xWS1ihbalRCDKwXaxnAAAgAElEQVSqwFrFbKaNUUoYfAJUtlrC5GMt2+q0icHAcl088c0fwKu10H/lFUgPr0FYt2CSGBAKwopGEYoOIxpLoGO08Oie72M2NyH1STgQRLPbFubbj+9/CBfOnJEAUQHRe762JEoYBIs8OO0W3nj7nbjrHe/E9OSMvJ5oMoVYMi7s1qhND0h1zWWo4QOdVIUR9KQihu9Lwrz49wzjIXGAvuOEyYVdrlR2/OLjSOcoxA21XtUa78hMleDzMweexAP336/CdHu+qFTFgNkPLsZWr8Zd73y3EFmYm0BmpBBAOh7u+853MTc1BT340t39J9R+S0WJeg3cN0hkidP6qFXH0NhK7HjtLdA9HQ/c9wPkFmdFlUmmMm2RyL5Ve5U6J2SfDwYxPTX+itb3irFRRBIx8Ru/Zdc1GIovw/n5CpyIjS07L8f0DK36alg+FBJg1QpwmPiCx6rsq75tUe8FXHqGy3X3lSKiwOP6ZdCuEcDU7ALu33scjmci1TcogW1k6gcsW8Kb+KtYqCC/OItWbRGvumKzDL2efOoAfuVDv4QrrtwM160jlUiKsnNqZg7PPHMQFy5cwMzUrEjWOSAj63/5shHs3LkD1167G+vXr8bi/IIMvRgoxeKRfTjvP/qWj4yO4uLJafzT3/+jBESlYwl0222cP38eIbODbVs2IhWPChjH85Z7GX1dmR3i2TEU2l2s3noZVq7fiIGhYexatwr9dReH//27OPvIPsRMXcDLuG5hMJVBIhqH47RkMCeJhZ2OBIpqiRgqAeD0wiyminmkBjIYHVgOM2JJnbfoNjHXaWKqUhSZuxa00GqxFg0hE49Dq9eQDgJXb18Jywyi1aghYtmIELgOWuJxvDA7L/dTOhGX/Yxrsea5mC1Vha16doa2bEHBOzhAXrtmPV57880YXDaMoZERDI+o8KpmLivevD/aswd/8tdfQNNVgakcSJVLefQno7j7rXdgOJPGvn2PIp/PYWzNGqxYtQHRVD+++q9fxdzkBTjlIvrTCaxcuRyrV63EylWrJDfjmUOHcW5yUiwcaLeYSiWkz6NSiDhPP8kJzY6EP5arNdmDWTENpS2EDVsCourcB4wgQgROTVNA0fmFnPiqDw8PoVYpiq2TnUygP5kWtVDDbcNMDiNfpy2kgXS6D3Ykgvt+9ACeO35CzhkCy/Rr37xmFCv6U6ICEixA07FYKCC7mMfUwiIK1TpazNUIGpLzwjqUqgM+b9y2xKc3ZgURDxliHZktlMWjlp7tiZiNr+75qRXAT4HV/8s2v8RY3fMNBSTKZJvNsgIZuIjZpP7pX3wJzxw+IeE9pPJLC8yN3O3i4792D66+ejuqlZIqMNlI+ibVPcN4khC++vXv4seP7FsCWfwHUaboLpmgqiEKuC0pyF1h8bDhoKdWCzfeeAM+8uFfQb1REUYMS1gGZzDp19MMfOkf/wV7fvyY+Abxi69PZON+g0BJQ88An8/zqU9+DJdtXScMEFoB0LuNk926AHUd8asilfzEidP40z/7KzhNV5iEih2hw2xXsHPbarz/Q+8X1qXF5ptTLwnk4jRTeeqx2WXB1iPDKXaL/4sgrQa0xcjbw+z5CUydPINOoyFhLgyzIXctm82if3gZNm3fhqn5ObSKRdQrFUzPzmPlps3YevW1uO+Rx/Ct//w2KLWVQ5R4BPEOelIOJ9C3OQ09EUZkQHnBVIsV2JqJcHgI5w8ex9nHjyCJEGJ2SBiAzWZVGhpONPkZGN0uSloTu+/6GbTClBvpMMoaTjz0BDZv3oDpag4LJ+ZgEmRpthGzQlIwlmtVYRe00EFqwzCMwSjMBIE0xdLccs1VMKNhaVpq+RxKiwvC4jTSowhUOph/8hS82YqE2nAuT7YopUnKC00l/Elxp6AreVwplDQDfX1RfPTXfglbtqxBKsTpewCtroYmE191WkiaYh/xmd/5A1ghesopEI5s3U98/B78zM03wnNbPouGQWxhVCq8Nk1hZlE667Q1fORjn8Cp0+ckHZhfS0EJfgHZA1bFW5eSZr2Ld73r5/COt92hGMJQvq38YjNIeY7gjN0uisWyhFeNX5zG4isEVu94y8/g4sUFlL0Q3EifHFSRkAppY6Ey2p+E6bVRz+fQdtpSYNRqZaQHo8iXqjh/fkFSZ21Lg21YsCJhub8pj2FCqG3pWLdupXgquW0y0EKYW8j5zAwFiPaKaQWyqk2Jh7NKXFegkgImNUTC/B7B5qZMMgnuswmnh1rfYBIhM4x8tiDr1BWghMCoAvcCXKMcbnANij2YKup7n8kSWNoLViAII6CJatQJltOrrDccEp9QIZupwBOCKNzPuvQQXbIX4MutCbhLawneRy7ZLTIrJVSlGHI9wJ2fLfc9Ph7lywzJoMyLvr70Lesw4bfblcJvzVACqVgE8/kS8o0KNg+F8epNl+HBGR3TmV2Y6dSRibWwta+LIb2FaM2Byam71hY2KV93xfMwVS7gxOkc5qZKYN9hB4PiI7QiamF90sL6VBijMQtJKwiT7FeCqvRcZYFJIE434Ibovaqra657aJGxSnZBlzI+7nldkWwvC4YVWIkgPL2tglXEQ1ecj9Xm1GTh2hSpD4FKrcP9UnlbscCUayvxiIrpJ/cNpcWtNrpMg+bnxcUjTEf6PjroBNXrJnDWbmuot7ood5podJuIhQwMZvoQT6fhWQSK+ZmRRU7JHYHUKBCyAD1MFA1eW5A5tafzFwOP6EvK52WAFcFRpyHyUY3pwj4jkvd2J9BBPeAi67rIOg0UWpT/q3Og1Wmh7nJw1caAYWBDegBDoRgs+uQRrLnnoy+7MfvSP/yB+PTyvORWyLOca2Iht4hnnz2CUyfOwjCiyGULmJqYkRRsApnC6vaZb4qxKnfMi756Q5EX5zyrf7LEO9QAO6AhZpmIhcylJFhhKPnMdUKmPM34UxxmMrCBfyITW43EOFQhG4RALaX3BFdVaBVfbw9YpT0NhXsDcRNj/bTxYaK2kvIp0F8oqvLaekzbJW88BtMRCCbY39Oz+hKS3r/h92XvJWjn+83yWgqY4w9rOChRgKf8sPI289kQBBMoSaPffLOpfMDFDofNgQQmWFh+9R3YcPVt6EYyKOTr8Nr0QGvIuSaNkxESIJbNO/14JSiF3rMeG14bukUFBRuCMDp1+lkWoNUV+9uh71szhLalI97P5pj7LwEOte8qz0IV3kXPR8vWMDV5BhcunEKnXhEPORkA+coa/jvupQRHxM6DPsC0BfGacN0mGPZJoIXgrwD7/uCMoAjBrlA8je07rkM03i/DMw5pOTBR15ZTCv/CcUtoUnKs5MayP1KezevcpSevOu+5eVAJQyBEWNEtspsUkq7UEByqeqA9dS80jQyYfGERZ8+eRqWyIM1bKs0kYAdHj52QQRi955qNEpqNBgIM+vQ5LgQl6X3M90jpv8iWPdaWvEBsvAjMMdG8I2EmATKNdQOepVLcex6rPWugt77lZ1/2+uYPfPtHe+R99qTtPcYqP6tqtgin4YjnYWF2Bp/5rY9JqKgdiWHd+lUYGOhDkPvBxCQWpmbhyefH7dOQra3coLVUCx2eR56G0U1rka520Jiaha21ETU1hN0A1rTCWK4F8ByKsLv0JvVgdpqYHF2G/tuuRwltLJaqmD92HjPT06j4Nc2lQI9Y7/hA29L3/fOZ17zr0cZBQyYTw6q1Y9iy9XKcOX0ehw4eFMaqyHVZ27fbSCaTuOH1N4p6jcMZepk2ikU89+whPD+9KAz8HuDFe0XuH4Lv9FP0mbMquEq9pmBAKYW0blsIHK+97WYMrVshPooEVvnFPYryfgbohEMMT6V9WgPtButQFdqkrA8I/HHw7MKmj3Y4qnzsdV0sAwgg0R+SfYkEPMnfUZqtY/zUDMLxlehbvRElpwVLi8M0bGjBDkxLkwEMBVCRRBTFc2fw5LHH4KAFrU6SRgd77v8hzpw4ocglEvrJ/VGFRxFcY/3H86LutHD9zbfiPR/4IGamZ4RQEbBNxBIJFSjMWo9qo5YrYWfcB3nbi8+850InE9b3QBYGKtcjQVgOhHx1gqxlX6fD19Ib1kgJKEoQMsHpkdyGbZjY/+he7PnhD2HYykaMZBdu2mSssl68/OrduO7mW4WBT3CPj1dczGFuZhaNUhnPPXtQlDQ9tuz/jb2pNAw+sOpp6OgBjC4bQXFuGolkEgjFUa+WpMYlS1o88gkEi5+8Yn/y61IAs1Evv6L1PTiQQlC30YSLjelB3HXVTehG05i1LQysWI1SuYFapYDBZADhYB4Bry777aWMWXVJL6kzLxleyOsUxmrvdavPkHtatlDCf+09ioVCE4nUAGwziBDJLXZEAH2SH6rVBorZObjNPF591WZUSgUJpb733s+gfyAGp1mCU28iO1/Ew3sfl1wVWtwtzGelL6DaMBINicSbNWIiEcWGNauxZu1q8fxkYGCU1zxoIhxPix3V0ePH8W//+C+oFYvYNLZSQO9iNotysYDNG0Zx2ZZNcDuqV+ZHkUik0HQ6mJzOYrbewCMHj6LQ6mLVpi0waWvhtrCubwSpgIns+FlcOTCENd0ANtlhhOnbykwC1ieGjqauoUPlYMDAxVIOB86dxqGJ82jaBlZt3IBwJCqMeVok5AolVB1+cjoCwpodQDqVQalWRj47h0QA2L1pLdYNhVGrlNFiKCbrrbYrqtL+dFzWKfGFvoF+eIaBfKWCk+cncX5mEQu1NloBE6FwVCyySAThvRuKhIXksmLlSuzatQvXXHMNFo4ew9HjR3Hy/BnsffopdGHAKdUFYK3WSljWl8CqkTSuvmwr4iETZ86dRa7RFhshM5TA3PQsUmEba8dGkU6HZH3z9RZKRWSLFWGc0ts0RMuM665D2DLQadeRThJU19FxWmhWaliYXxDmPu+3UCCIZWsYCNjBwsyC4AtGxIYmtmBdCU0uOW3svOoq8Zw9e+o48tkFZMtUTqaQTGaE4WqE4khkRtHXP4B0XwaVRgPf/P73ceb8uJTqVEbHTA237N6JnWuWwey2RCnKroNkt2qriwtzOTzy1GFMLJbk8YwwQ5khdi2Mae7Qpx8d2LR2sSykojZa7Raq9aYMXeO2ga/vPfKK1vj/1B/6KWP1JZ/sEmP1gf9UwCrlIVwMvnxOgNWgjT/9whfxzBEe1PSuVGAljyNO1+799G9i9aplqFQrwibhtJngZA98lcO8q+Hr3/wB7n/gYdWQ+dO13hRVik8BNXhoc5NUAIeyCZfSHne97U7cfffPyuYg3mcssFlPi0TEwN/+w1fw4737RL7QO0xfzBBVvmjiH9Rp4T2/8A685U23ibxBfEUFMPVA1oRMWlVrIROWP/6TL4iHZq8YI7AacOu48YYr8K73/JxcN5MsGwmDIuuFh5ZKw6ZPpkjrfX9TFhwCLwgYyBrAhRcMimTw3KlzcEo1AR4ISkpIT8cVpuKy5ctFBtOhF16LjVtNfC4tOyKG2UeOH8N9D/wIM1NT6LQ6aHCCZ2kYXrsCieEErGQAWsRCbDADKx6VzYyXd36+isqFeeSOnke0qQsg6nTaqNXLEialEowD0F0XDbeD9a/ZhuT2MUzMLuDKnVfh6AOPo5EtwoiFMTc+D7fcgNWmgiWISCQGp1EXbx3CPNGVaXh9NuKDCRTpMxMJ4bJXXyPMYN4v1cIi8vNzMAIa0ivWI3dhDtP7jiMwXxdZvCIYapJq3WtUeveQ8l5ls6U8MiktXbasDx//6D1YuWIZkvSAkf5PF+8tMoDI3P3LL/4Dvvnt74lVgBR65Ly6bfz+5z6BV+++WmwDxH+3o9ik9HSiZUQsFhEfPPoR/8ZvfAYnT51ByFYhEYpt6jfovD/pl8oCVIpS/l7De9/3Hrz5DbeKzJUfBGXNrNQk3ThoKz8/r4tcroDf/ORnMDObxeLiy5cZkbF6x9tvwfRsEYtlDYHIgBRTmaGoSNezE5Po74tiOB2H3umgMK8sDSjxTyRDMo189pnjKBYdCRYhG40rI5mMC0OB7FEylLfuWoVqpYnpi3Poz2QwPbsok2NNpzSUCb0ECHpp3Iqd2BUPRFOBq/QYI4DBzCTLQLvZRLspBqFLa4XPF4tZGBnpQzFP/7yqrH1eWLLWNeq5DQ1akInyXQk9EomprEFKuH22vS/fVWDni5mk8rmJ5lsB9YpVIaMeX+bLppSLWX1XSeI5/qffJwdLBFbF80Gl2yrIRRXgl/w/n0d8yHTuG0DECiIVsRE2DObGw2m0EQkCm1dmsHIggUa1jKwTQL6UxY7RdYiMLMfexTb2zU4iGGgjaVaQtDQkgxYiBI6kyenKPlBzmsiX6qgWAgh2g7RkRJs+xjoQNjykGFoTNjAQs5EO6xhIuohHTYQjlqgU6F/H4KpSwoFLJp0JdIMsP3ohdSqUi7nSHFgMmTosMncRhOXpcHV+1srNlvYelDxaDTXh7jY78FoMBKFUWUOgHYDVDiBE77ugIUAPpdAEgx2nLgBC03UR0gxEiBoFNWhtD3U4qHVrcJjU2iXTHyjVNBRqNMJvY9fmYWxdswJROwO3ozxgQZYoG22iMPSFNS0J7iIbUKPUTxhHHnTHhVapChDMpFiN+3/DBZwaXL2JQNsTb1+GehFcdoMaGgENVcNDsVXHbL6IfKUBpxWQX/U2m/Q6BsMW1iXTGIukkAqEobtB4GO/+bLrry/9/ecFoJSBFFk1PcuZgIZyuYKTx09hcbGIi+MzOHHstCTPM3RKGKsCSKp7nMCe3NvShPksbz+FXZ3DPuNw6RWqO5pLhMuAA4J0PIJ4SNla8JIIM8Cwxbst0z+ElWPrxKrg8PFnMDNzHnGCDiLvJyhGz0Kux66wKw3xLzSFicd1YRL0D2qI2QYGk2H0RbmGCBb4rPRek9uTR0ogl+8pTtagH7hm+r6SlzL/ZOjhWyLwZ9Q+3pOv0gZCMVYVnipGRj5wpqiZlBPyjGi2umInRBYGvyf1AFGQRh2xdD9uuvu9GNl6M+qei1ypBq9twAhQYk42s6PYZV2Cq5aobMjc4YCXZzAl57RnIeOO64sASTBEtmpXUsGFyU/AX7PkHmSzwY2K667rEnDkn5oImLrI/wkeHTz4BE6fOoqBgRSG+wdedO+JzJdgFOsYgnESQkPQiKrjprB2OYDwdIkgEc8/ntMBDmY0ep55SGVGsXnrlTDtmAAuUufJvkFAVjTCvRsN7aYaaCmrH3VjKWabAsl7yhQ1aFNMVwnl8YNSZSDuqwJowUQlFD9DhqSQBTw/O43jJ/fB5vBStxGPJYV1WKvWsJCdhR7oCFNavLz5ONy/RUrIda1CDOWKil1QUPYmec+ehqCziIRXFAZMvu6i1g0glOoXn0THcdHh+zaCeOubX5kVwHd+tOdFHqu9wDRel3qhhHpVgfaNYh6f/q1fx0JhEQGDDLQEVo4tF/CRihSyqJOZfsQYtBI0xbe+2qhjcmYGMwtzCJCJrAdh+QQJkQvTo1prYWfXxN3BfuzvzsFiKJirCfAwvn0lzNFBkQsXCjUszhZQa9b9wcMLYXeqLlfM8Eu/lpjIJHZ4CsSOx2xs3roBO3dejlAkhqPPHcUDP/qx3yfw33Wwbu0a7Lh8K0rFvFjuGF0N9WIJF89ewHipJkA+BzEc1PA5hBlN/2ZKfDkw7GH6vfAln4zBc4n379vf8TYkB9MYv3ABC9kFxBNxbNu2BZZtYmFhHu2GIx6L7JlkoMBRIJn1pgnbDsl/uebIVA3Z9GBVclkO1Qh62wxb0wMIWxZioRhcAru03Akm0NRTcDtk0iomp6FZUlHy3jdosSOe6EFEXBeVdgmO68L2Avj+d/8D//qVv5E9lPcwwV7h2PtkD9677FXYfXAwPrZ2Az76m7+FcrWKerMhKpVoPCGDLgKdIdOWYTsBZwFW/V/yeD5wTTWAkpi7Mpwj+YZWJmoRv/D5c0CiQgNddLoO6k4JDaci+16jWRb7j7mZCibG52AYTSGUzF5YEMsyDnaCoRBueeMbsGHzdqmPqe7JZbPY++OH5PO96vIr8PCPHxKfRtUs+BN8/zWoe04x6JRUSfl3sx/juq+1HMQSEbiNukig6UXMg00F0/nnoigTFDFGhBJ+h9r7nUPizyv4etXOtbh4cR7UFehVB2/dfQN2XPEaTNJrf2yFkIcW5+YQt5oIB3MIajVhWr9ooOif0T3P5N61X3o5/rrr6X+olmQRyvrwgb3P4eJ0HqFYauleZZiSboZQrTXlTGo1KjC9Mq7esVas/86PX8SvfOgeTEyN4/jx5zAzPeurzJTtSa3WwNzcghBRuF9xKEClH72cGU4bjYQxMjKMzRtX4zU3Xov44DAOHj+Dcxfnkc2VcPzYCUxfOINk2EbI62KQQdOdpii8dm5di2TUxuLCLOLRsPhkcu5N5ZNlxjBVbOD7jx3AGTIh40msWLVabH6o0jSjUQQjJnYPjWK3mcR2x0G8q6wMyEx9YvIijhbmMdt0kHOaWCgWgJANzzJknQlOUqsvEbe4l0TDKnOjWK3K/ZRKplBrVFEuLghxZeuKYQwGXVTyBfT1JWGGIygWSnCbHRkiMZV+PpdH0zCw6DiYzeZQa7KGZVCUyjngoIg9EtclCRm8B2m7Q4XG8PCweINnuk1RC544fw4T2Tl0uhrchocWB67lPC5bP4q1Q2mMDqaxcvkIFrKLODW5CM1OoNzoYn56Ads2rsFAXxRBzxHAlEzjhtNC2WnjxJlzsjbWr16JseWj6JI0I/ZeXbF0KDdaMvBokaDWaoqSipYpBFJb9TrqNfa5al/uMqQZmoDS1XYHb3772yXz4/D+fcjPz6JcLymLFFpeBOl1G4YdTiplqGmi2ung0PNnsFhm3kJXWMum18S129fj+u3rEAl0JXScNYAsebKDPQM/eOQp7GcdHEpANzQZhg6lYhhKxBEKArViTrJFWLcSg6H9XL3hSF9KRut/7j/8Clb4/9wf+Smw+pLPtgesPrHnOzLNIpzIYCgelGK5JH5EFv7kC1/EwSMnVVK0b9BPgGioP4nPfeaTiEVtufF46BohUxUw9JnisuEksO3hG9/+IX74owf9RuyFqZpI8/wD6lKZrGrYlF6RflcfeP//wk03Xo9avUIelIARQVKAWO5rtAL4Fzzy6P6l8KreW12aJtJEXZojpsi2cdMNr8KHfum9aLfrAo7QOzOfL8okitNknv/07KAP0p//xRcxOzMnANCSlM118I533IE33n6Ln7Hqp2D7NaMKOPCBGz/ZsleUy/dlYwSaTCpuNGCZ6ho6jaZ4u9DPwydvyJRbMU5UgUjLhUCQQJVqhDlRJnuE8s+52XlcPHcRpy+cx8X8DDJrRtHyWuiUy2KtEO/vQ//oKKJ9SeimicnJGSycuojC81MIltsyXaeBNosjAqLqOfzE866H9MpBrLh1By5MTWD1pk3Qik0cf/RpZJID4jfTnC/CrJERaio5SbsrGz/R8KrZgr0ijdRQGjOzU8KMWLtti9ghMOm1sLiA7Mw0IpaFgVXrUJkp4iQT+KbJpDEk1IJFKhkjPXkTr6mwnv00ZgJslMUxSXD71rW454PvxdiyoSU5FvdXZQ8RxNxCCZ+99w/Fo4WJwtJQex0pdv/4jz6LLZs3Kj9FkbG74inXcppotR2YYQv1OlOcQ/j0p38PR557TppP2cGFORUQ4FUKME73fcmU67YEnPzwh+/Bzde/GkE2LQEP4+OnUSjnsX3bLgTImuN7AjA1PYtPfPLT4j+UXWTB+PK+CKy+6Y2vh6MDF+YKaBsx8RUaHMjIWTMzfg7RkI6+mI24aaBVayCXW0Q8mUQ6HcfGjevw7DNHcOr0ODyySQJAOBZBLBaWvSDQdVEtlbFm4wiSiTiOHz4pE9tsroxilQU5r6mfmC2p8dwXFINRhhcEHehNJ58hLRdcmMKSaMt9reS4bLaUvwiBu2WjCWlyJy/m0XZJ0eM1saGZKQlWChgOKdXwGNCgB9El24ODDqa4++FtUvL7/nwvLUCl/hRkSX2eIjsV9id3G7WnLe0vYuRBAI60EzIeyahRoCpxYxV7/2JItfez0rxzjwUQDgaRjtBPLQLHbRHDE3n1qqEI1g0nMBCNCJCxWO2g1Kph65bd+Paps3jmxBx02pDwjqfHJxuajocOvQ+bnCQolgK95Ag2kOTJa9ESIIkjKwIiytdQ8G2C+zrZbDZiIRXcw7+lD2TBy8HVu3CNLjyiOh454L6s3AefJUO11YFl0DqDU3AbXUO9TwqzjU4AGverAG0h6KXKQDdO1Mhk1WB2TTDXOx3uIsbk9Q4ZiRrq9PSrROC2PHhGAIMhsiO7iEQ0tIIh6gzRbDBttCv3RMfRUSkHUGYhZ5awdWsCr75iDNtXL8dgPIMw1wHl/yyn9a6wHnUjjGCL/rkdoFoHCKZqQfHdqhUqsOpdhLpk7IYQaFMI6aLtVYRJSD+oAEHeoAuXQSos4siC0DkpL8n0PVeuiKyoUKoi0A1gNNmHsUgSQ3oEKc2EQQXaZ37v5S1wAF/+5z/014liVl/6Rfl2sZjH1NQMTp26gMOHTqCYr6Ij94YaHCjwn6vRhcf15Dsw/LfGzD+TlfdoD1RV96+s8W4XUctEJmYhHQvBsE20YKCt2/CCBpKJPly25SqkB5bhqeeexIM//ha0hoOUFZbAKcvWEeaggXU0fcMCpqhSgkEPEbJhI7bIs/qTEcTInu42fTaoL8H37TyWWEp+gIsAvz0wxx8ac/9QQxN/LcvaVn7KlLOKHYfYFih/XQ7LeCaq/BYOYVVCvVgos1YgK5mhT7RI4drXbRhk+1hhNLsaqpUctl15Pd7w7k+h0a3JIJpyP5HKcnApPrNBeW6R2IsHXlcGrGzYJERDLBx8b80lVqcKf+n9HZtY/lLSZ8VS7RGXOOwkKKubGrLzUzh08EkU8vMSaBGPU7GhrsWlA2lhgcqRpp63B1D1mKW9lO/ezyg5Pq6fTqgAACAASURBVEHYJjwthNGxDVi5erPYJKvP4YVrfinTSz4z30//Uqm41DtBZSPD9yVesJcEQ6n3qM5/xVhVr5EDBoae8u/ptUablcXsPE4cewy2FQY8VpGUSLd8xqIKU1EsUx9Q9ZnzwhwWD25/bfkhPQSPDD0kShijNo0hPYdEJIlSw8PEqZMoOToSa7bCS/ejQ/C36+Gtd979stc3f+A7//XAS8KrFNjOwWytXBUPPQadMffgd+/9FM6Pn4dOMICAxOAAVq9ejbEVy5HpzyAe71PKK2EAq8+EINaJo0fxzNMH0KiziWSyckDqYmWF0kGf18UvG8vwvFVAXXcwUO2i2Ung7KYU9GgUhVIN09NktXmS4swwop/89d+BVfXv1GfJ3oLKlQ0b10n9YYdNUcsdPXICB589rtiQWgdXXrULq1ctR6mQQzGfg6XpKC4WUMwVUKUtGS3GyDTsesIulbXD+8cwl9LmSRRhc0/gjqzx3lruuC1s27IJ77j77QjH4jh2/JjYBDCss1ItCWuOdgE9GyHZR/16T9YjzxOGqOm0RgkjTIZrJCL+9GKBwrpEWI8K+IxE4wiEEtCsBLrBGLoaPzvWGgTwfKk5z1Na8/jSde6RHMjwmoWshIQ8/van7sGBp/bIUFT5YL9AZBEwlPWArGm1nqnU+sAHP4TM0DBK9RpCsZgE0vCzYB8YDYWFyEF5NAdvwlZlp8hwW98uRTofn43OPUuGdJ0W2v46Uh6zah+l4qfVzuPMxYMo1dlTKYYrgVvanBnaCFqOjXL1HEqLeUyfz6NTdaQ+CCcSuPXNb8Gq1esRCUVw7sRhPPrIXlw4w3DhIPr6+uW8pies+Mv7ysBej9Db24QNL+Flvr+u/D4gZBJaoPHeI8FHQvEuAYcvfTzBbX/C/d2oV1/R+v6H3/0wnn3uFH70+CHMz+VwxYaNuPXmu9BI92HNtq2ytibOnsdgMghLI/mkIn2gWr8v9KX8M4H4pfrUf40v7Lu+9+0lKi4CT3sePYjTZ+dgRdPim8msh0g4ATMcRq5I1SG98JsYSurYsrofQUNDuVbH5i1b8F8/2oO5uayoU7hPtzvKOilfyKNYKCuLlqAuSfcc6ND2jGrFRCIhdl7MELj8ip2IDi3H40dOIFdqiGd8bj4Lt1GRQLvC3CSGExEMp6KIh01ctWMz0rEo6gxr6nZECUQGI5ndETuOvpH1+NaP9+Pg+BTcoCHnhh2Lww5HyFoSoG4gEsXKaAq7dA1bQxa29fXhdCWHf3z2CZxtNFAgwC52PgaWL18uDNVcLifXOxoNi6qE5yDXJM8mhnS3CGZouij7SFxJxW2sWTEMNCsYCeuoLuSFuZsc6IdBy7dGB+GELYDwhek5nM3lMVepg5wSg2x2UQYqS0UqYbj3icKWZzkHUV1XrmVvCLl2IIGNm7bh9PkLOHn6uDA9OaCpM4fCKeOu19+AbauGUcjOoi8zICqiZ05OoG3FMbWosleSMRPJlI21fUkZynHgwfaGSoznTp4Wi6I1K1fIPcHPkkxR9uPEL6qs7TsNDKTiCHEQxAApes4u5sQjl0zoocEBUTEyTIvqoUbbRSMQwK1vuF0CrcZPHIcle0VTmKaSccGhVYADP1MxtW0bk6UKHnn2MKZyZXQDZHtQElbH1uX9uPVVO5GyA7BksOTr3nQD1baG7+99CvtPnkfHjiNsMPSwgqu2b8KWlcuQpEd/y8HCYh5nZ+dRrFRgxqLS97HGZS320KFjr2iN/0/9oZ8Cqy/5ZHvA6sPf/7rIU9ghcWOUg1sKd00Msv+/P/8rHDl2eglYlQXttnHt7ivwqx98n5hQE/Qiq5MbC72sbDbUrKYljAT42je+iz0P7V06qHoFMDeOHgukd/D1mgfFUqBhcxS//vGPYuO6NWh3mmBgBI8USq9E6o8gvvh3/4R9+w9At1mQKCuD3uOJnExsBZQ/Ig/NVaMj+J17PwlLGD4qlODM+QtIpTPi4WHRULnZRqlUw1/+1RexkCWo1WOwcQrt4iMf/WVcfvkWCalSh7Sfgun7Y7IYIWhK5onFQBhpAFQD1/Nv42ZEo3i+Lk60KX3hv2l1mJ4YE1aECr/QZVNVU0rSepTnEX1DKeFhAjLlOnwunSxBt4Xj55/HY4efwvNHj6F8YVGwIjKuDLJh+/uQ6e9HIKyjMl9AcXIB3WpTpZyGTClEa0xZ7bSWgoc4jbZSNja8/iqczc1Kkb5qYDnOHn4eZs1FTffQXCjDmSvD1gzxIzKlOFHBCtlOGfGNQ4imo5icncSV11+LWH9afNQS8TiKi1nMT08hFYsjEIkj6oVx/IdPoH0xLz4/DTLE2mQdqGvSs3roNQcBYb6SUUPw3ME1V+/A+37xnRge6ltqPuUgNAz52WcPn8Dv/cGfoVFvieE/gfSu1hW5yl/+yaexZvUqmbrVGg3MzmexbPlK8ZViMW6YBhrNFnL5Mr7whS/hyJFjL0gtyeTxwTc1OGgrs3tpHDzxJP3oxz6Ma6/eKcUmvaIOHNgnLN433/mz6HYVK5SStRPHT+FTn/1t1GptZLP0fnt5XwRWP/CBd+H8TA4z1TK8YBztTggmmRVkIeazsLQW4nYAEZNm4bpMnltND+lUFJs2r5XD5KkDB1EsVaXYt2wL8UQMnU4TiRiZq44Ustu2jWJyfFJAwY4XwMXJknjevtCwE2TlHxVgKf6bZA76KbFkoWjdljDSCbhJOJRvOq6CZ9S17+uzMTwygLNnZ9BodKARuDPi0HRlKRHQHElpR6OFgBWGZ4QAz4HXcRTK4JGtzF9qr1sCYnpgkQxsVIp3795SgST8xz3mAv+GL/AFf9aAbqshCH1VGT5GsFDQ1Z/QYPohPrLTSjiNjkQohHgkJLJ2Jp+HTBPxkIfhmIl1y4cwOqAjGUih0vz/2XvvKEnO8lz86a7qrq7O05PzbN7VapN2hVY5EmxkkmWZaGzAGK4xGPC14QLGxiYa2xj7ArYJBgMiGYRAgBJCWiGUVto4m8Pk3DlVdXX17zzvVzUzWvA9Z3V+f/kwx+sVMzsz3VX1fd/7Pu8TltDfux2fOXUWD/ziacQQQRBMErcF/KHkRsnWAZ3+jwoOFjaZCK+bKgBMvXkRTcsfec9s9wINmLohfpmUWhNEsiwNhRrjRSj/V6ESDBHShM1EphqBIBVAYufoe8rbqgS1ZNyRaUPAnI2k23BRbizJsEWGb55EUskKHTjBGsLRFjJBAyG7hUrAxWKzJkxVAY4DTYSbrrBCoyETQTOEGIFk7sNhHRGxggAs73XWyegLlhHNNNDRbyLVbiKZ0SSUjV6fAQLhDKcLRRCP6ai4dcQsB6laS/zqmjULmVYSezMbcXNmCAafJ40hLi00QrSlIdgbRpDMV84etSBcw4QbiQoo7LTqqNkFlKwsytW8yOqsCu1kQki2IsjARDKoi/dx+H0fvbgFDuCL//Ex70H15N4MYxGpv2L7UcrFELxcroDDR07gyKHjWJgriPSagJ2cj8LmUs+8D7M+e22sMI+ECSUdu/qcMHoooHKaoiRJxULobksi3p6RkBWSewVYD2rYuPZSrFu/E9lKEXf96Fs4d2IUIRcwwpqEgURCGiIRhrVoaI9FsWmgA33pMEzuT9GopLQaYTKuHAk/U8qAlUGHD4qtfu2r5ZG+RZCsazWRUWChJ11VzFP6BZJVRS9BMt0IJCg1hCgiKAWXS8ZBrS6hKpTYkrdZcxoypGvr7IMea5f6pVgso2hV8KLffg227/lNWJVFacTEL5I+siEGeVTldbDZ5DqgKsP3oeeAkyEitBVgM+eDK1JDiae4Al4EsPH8PC2LnnZN1KqW3M9kMiYsxGJpCWdOncDk5BjCYU0xMqSeU2CJrwRZ3vdWtBfLz+WKWoQvUV1D/8Ov3QK0UwkY2Lh5Nzq7h1GrN5TXIu0YVvkrrv5eFQiofAt9EIPvhyooKkVYm/rJzQrYVR5qfuq8Xw/wexlcSWDVD5Ak0JRbXMDZ40/I95E5SOcNy64Ko1SXoD3e35W6Qn43PccZpOfXMWT7+cCunkBat2HYBWiNRSRQQUQ3EI6kUMsX8Mh9jyHc24ehvXvk/RgVC9e9/l0Xvb75Df9194+X/RyVHQCl48pOhmnV+aWCNNt0b/nHT34UT+1/Ci4B4VYLe6/ei9tuv03Obe5nlWJJrId8YNWXi5PFfOjAIfz47h+hbqkQ21RbBnmmytv0pW/ht5tpuIkmzsQrGHR12AtBPGbYMDLtKJQVW4ogF88cKg1+1YdPEFg5d33AXa0tUZEEW9iwcR3Wrx8RH8RQKAIzksD99/0MY2NjSLclce0N12NpcVb2nEalLPUm1TEDQ0OoOpoMosfHJqCHw8JoE7VRnb7cCoQXUFUsABRzkcxm2piR6cy6l6zP22+/DZc/b68EnZWqJUnGrtcInnGvUj67/oDEZ4gIsErVERgqExEJL9nEoujT+bcGm/AkPaD1OCLhdrS39yIcS6AViqDJPAcBToJidcZhKK8Vn3OSEPzhBYH6UNgL2mwZEt71rre/BrMzJ2R4z/vqX2P/WWZ/QTUXfUlJ5iDP9oabbsa1N96EMpVYmYzq86S8cZHia2o2ZT8isCrXzgNWeY7zWeQZKvpCDp+8EDnJjuCe6gH37Fr8dU8yy0M/vxeaUUcwXIfjltBsqSRvrZVBs6GhVDqDkNDSI7DKNp7Zf1RkwC+97VVYt2EjfnzXD/DwvXdL70XputgzyfWISA/k91f+/i4DfRn6KBCV+4b6o1ifvLaF4pLsB3wO5ExcVRuuHjapL/z/C6ze9Q9/AcNM4+5HnsB37robG9euwd5rXwa9ewT9a0aQy1cwOzGBwa4odHcaWqsAbTm86r8HVp+9/mQEqoZHAsqr/pnn51MHz+Dpg6eEYW/EY0im2hCPp8X3cilfktrBCDhY25fC+qE0TDOEfJmDlBlMjE8hny+JdRfvge/rS6CxWq151zmIZIJgpCFgHPcfgqyxWAwNAq31KtK9/Wiaccwu5mX4xd6oVsgKo7AwN4Owa6Gvow1xI4SBjgRGBvuRiiofzMnpSck14BCjYblI967HI0dOY4Zsawbk8p6HdBi6eua1uCkBaBxcdsVCuNKM40ajDU/mJ/BAdQ6LU1lkl3IC9hNYvfHGG7F582bce++9GB+fRHd3p7wHAq0cSnEdtLe3C/7B2oAgc6NeRypqYN1QP1y7gCu3r0NpfgG53CL2XnU1hoeG4VRtnDx/FmfGJjB6fhIzPK/1KOLRlGAd/PCHmH4dQ1yBw1t+kI3PZ53KFpZh+flp9Pf0IpNKoOFUMDUzj2LZQblQQjoawFte93JsGemRYdQkfXsDYRyeyuLEVBazuYYw1EuFeSBgoS8SxPXXXCsDFgKMtIuZW8qLdRZzQMh0Fu/WUkkIeSrgtSnWAGv6unDFpZtRK+ZFoUQrOZ43HHiaJlEBWiZZkp3C17BkWTg1zQAzBkjZGOrtQX9/P2JRSvRbaFTLYjelc0imR9A0wpir1nFofBw5yxWVn22TTFLFuq44XnrDXnTGaBul1Ccxw4RmRDGdq+Cbd/8UB8dnoZGdzfBVrYWrdm/DtbsuRXcsDDtfQLVexmKtjLNT0zg1PoPFSt3rV0M4cGrsOZ3h/1O/6dfA6gV31gdW9/3kv1TRpgdloZBmLvIO+ksFdHzk7/8Jo8fPSqElYUycmoSDeP2rfxe33Hgt8sWsbKjzS1lJqu/t6VFhHiwMWnzgHXzpK3fg8f1Pqw1uVSiEsD+W04NXQA4FUqpwp3XrhvHud74DmXQKTQFeOE1lD+sVvNDw6c99Eb944mmEDLJNFfPAPwDVfyuJuAJryIIN4C/f9xdYt2YQtl0VMHVsYkJkhaUqU9/boCOE6Zk5fPaz/4ZSSaXIKQmag86OFN73/nejp5uSncYyQOD7R/F30hKBxZySG3teTsLAUd6B3DAJpqrmVBVC/pSUmwQn6wS1mLAuh6HHpuA0XM2NleyTjMhGnd4+BAgNNIJhNFrATHYJd99zF06PHkdrvq4KFwYJsGEEk3yjaAQbIiOkNSmBILaoyURcGKTiFdfgpqgkd5wy6WYIa2/agalATVjDXe1d0jAvHjqHQDIKK1tGeSoH09HRqjUkqZQFJQGbxVYZqU090GIhVOplXH791XAEsApIiiQZq3NT0+hIpzFfqmIg2YNT9+2HO12SaREnZZQCszC6EFiVZsObRPN2s/h94S3X4XWvvh1dnRlEKJn0gQBNl6br63f8F772je8qb0MP9ObvIHvns5/+K5G0c1KYzecxs7iEnr4BWCWVNEvflWPHT+KrX70D4+NT0HXFchagX2TvajDBIl1Yv8T2xXe3IZ5Cf/7n78KlW9Z5UiQXhfyC+Gu1ZbrRalEeH0DICOPRnz+GD334owwff86M1Te9/ZVif3B+soKFHNl0EZnC2aUSmrUyNKeMlKkhGg7CjISxMJ9FKVeDaeoi39m9e5cwtw8dPoJalQdVEKmOjMie49EIImGGoeWw9ZIBJBIBnDg+DtPM4OTpcbgug7goT/WWo6CT4q4oTQQLWwni4BNCf+UmXY5WWFYyjFBorOfT2USUrLXudszMshB2oNFXM0JfME1JuOn/Z1UQcFrQImm4bICcKlqu8jYi85YMiADNNC8onuUTovFSDZ6/jaxYAvjWAF5CH1eVTFQpW2e4E59TJY8RNor8rF8FrMovktesYNyAyFYMTteZi0CoVNPEIiATCaCvPYlkIoj+uI7u9iT6IymcXncJvh8tIV+nv2tNPKI5/KA0kTYKfPaCNjsOepjyD71B6aOt9kBhHEsacQu6Qw9HsllI5HWoagcl02Q/cJhBeXOrwZTNpsgwhaEr3qoB6MQ6PYafvIaSYtzJXtZUnm5kLylWMplSLpyqovrJWpEGUHlWyj2hL5MblRTcpmlDjwQx2NaLbtNEnGEajoN8oYLTlQrms2VUmAZNqbIEeAQRIbisU8lQFzZZAClZP2yWxWom0EI1VEewpfyVKAEWthrzhHXF0ON96NBNAWmFbR8s4pL1KfyfK2/C7mSH2GlIinokiBaDNujRzOGZUC3DgBFFgNRLCWBkoc10+BrsRkmsaOyajWq2gEahgkgjhEQwBlOLIvzev7zo+ovAqpyXGoEmNYAQ2TLPBrLagiTfFlGvk1VRxOjoCRx85hSmp+dEfq2cb1eC1fzTcjXwcSH7Rzw3Vy1UX4LN9RXRAkhFafnShUg0hXrTFVY1D9++7iFs2XQ5Iqk0fv7kPvx8308lKIFAirCdvCAoXoRUKICbd63FFeu7wOwn5e0pD6jHxFLDUrJLlxtoj3Uo7KhlZrkatPqrUM5ZWbNqffMMZQ0ibFMO1/yzViT+yhqI3r/q5ymvWGG2NlsSlEILoWpDeXiVaG2hhRHv6EYi1S7PVj6/hKHOfrz2dW+FObgGdTYiEuTCa67ODB8c9K85936GXilPVHqvKnYS6zMCq2xIqQghGM1774eo+HUTU+n52unzKg1qvYipyVNYXJyBa9ekwSWTU923gKxv3QNw/Adw+Z57cv3VOJn/NcVXXvH2W1b0tFjbtGHL1j2ImBk0ZA9Xe6H/rKxmg/FnuN599NmUbPwJJPPZUXJSNdj21Sp8PQRKfL/11QxMgiNs9ggGsY6lhxql6iePPCTXjQotu2kLCB6NUr3BoQ/BKzVU58/1wRiC5iKpJhNMGM+q1qCdQPn8k2jMH4VrlxDRWoiGDGiRmAz4s0tFYYpzqN7b2SEWLLve8JGLXt/8hu/88EcX3GP6XXNtB8XXLreYFw9nM6zjS1/4HO69/z6EojHUbQvDa0bwO6+6HSEjJPt3hHYOEvilgEUBkcTfnLslcOL4Sdx//wOYnZvDZXsvx1VXX4PRIycwdvggNs9V0dZqYDRTkwFKuBrDL3JLwsyuWqpGZV3ICvMC8vyq970iq/afHfW3AscUy9IVxuratUOImIasNbYJ83NLePLJ/QIkbN16CZayC3BqFWm4TdNA7/CweIIvzOeQyxYkLI4gAH8oMxaWvVa9cS+BCV5D9WxxLWly3lGVRFuHLZdsxItffCviiYTUrEdGD4tPIv2BxR/f6zVYL5NN5T//VHhwL6YdFmt8+t+q9RqCG9BhpjqQaOuFEctA15mEzkApFayniiUq09QfOcNYD4q/L1+jqjGVoJ/1dQhaK4zzJ0/iPX/2Rjj2vPjCc08TVpx3vpI1KkMF+ihzaCBesC3s2fM8vPC3XoJa00WiPS0+9dzvpBeIxmVdqF5AgdL05pR1zPM/SMsWFWClPFyZsM6hlAJWfYDS/zccvpZLVWEA79qzDeXKLGbnz2OhNCXBsFGjDbnFHFrNRQT5ut2Q1CuHnjqB3sGNeOXr3oCH9+3Dzx98EISnCRD7zFEJlKMyJ8IhiSo4/f1Q/hbyiwKNub7VnunnKjgoFPKo1VeA1dVn3q8GVtUzu3pfrFWfmxXAHX/7VgEFg9E0Hnzk56Ki27b3VuSQFsDdMGOSvdHXHkbQmUYkxHhntX9zULF6D2ZNtqIOWFl2SrWhekmJ4vMGDOwJpxeqeGjf08iXHUTTafEETrV1QjMiMggu5HLQXAub13ajr12RXM6OjQuoWqnU5Q9Z5fQ5pa0ZLYjY+0pvK4MgDYmEGgxyLye4ykEhzzLmutDGhf1AtC0tg9hq3ZJ1k5udlZ4g2HRglfPM5BM/1E39HVg72ItWo4wIPZnbOxBLpIWkxJ7ASPfj+/uewDwVTlpYfJCpxKTyUSoegz1QDMEwh5o17E234bU96/D9w/twOFBDhxZTKl5DRzyewK5du4S1+u1vfxv79v0cV199JRYXFzE+Pi7nM3tpeS/0Cqd6hbW26yIWCmH98CCs0hJ2bRpEOm5S3oJkjKoJZS9XcAN4+Mn9mMiVUG1xqOoiFo7DbtRQqyk2qthsNJSakmuf65g1QJz2bEZE1iWfXbL09YaF3Zesx67tGzC/uIDDo+dw/NgZ7N2xCa966U1IRojfmJhZKOPYmWnMWjqePDaBuaIKhLVqeW6haNObWDM8jImJSakVac0le1RAhy11Eq3bdCEPkDnLjxBxDaeGtmgIt+y9HJFAE7kcMzq4BzMvh3WPg3SK9UsYTauJkJEQ9umDTx6E1eIQLSzDGjNCi4UoMm1pJE0DJvEn1mNWEyRLlJpNzBVKqFBhRCUZzzS7jI4I8OLrLsdgJoZQwEHMYEhVHJFkGnNFC9+8+36cm8shlMhAqNFOHe3REDYNdmN9TwcCdQL/tAJgvkQYs4UCxqbnkC2UZJjx1Pm553SG/0/9pl8DqxfcWR9YfeCH35RNhwvEZRHvTUK4ObMv/5uP/z1OnZ0QXzoCrqSGDwx0421v+UMM9HSiWqvIBCybL8JqNJFMJpDLZtHR3o6wJAoW8Nl//w+cOjsmB+GzpV5KUre6mPcPRP9w3L17O/7XW/8IUfqCNWoKVBUJrTKtb7hBfPozn8f+A4ehS3iM+nj2wegxTZqqMHHsGt74B6/D82+6VtkBBHUsZLMolKvC1DSjMegI49y5cfznV78mk245xMSHtoZdu7bine98q4QkqOAL5QEq7bnfADhsplUBKwCbJymUzwnVXTUa7BWTiZQwEnmYRCNRCdMiFCwNlyd9J1NTGCEBTXyaqKDl1LqUm8Ps1CnY9TLauvuQ7h1BU4tg9NgJ3Pnd7yA7O8PgbFVoiLerkjnyIGAYRrlS9RpGJenJZNLL74FgqhjBM9GZTYoWQOfOYZQzukiEDPq2ZtpQOj0Ndr9VAqvTORhlFxHmu1Sq4gPL5MNiyEJyUy9gBhBLxjC0ca0YwXPC3NnRjiwZqzOzaEukMLOYx4buERy/5wkE5+sCVDKtnQekLQ3wioxNFUqelM9LsHacOm590fPx8pfdit6uDvHnk1skVZCOYqmGj3zsH/DMwVFVaAZcYUAZRhC7L9uJP/njNwlDig3U3OIinjpwSKZ/s9NZObwLhYIUD1NT09KMccNl302vLRboK/fW91xVwQc8uAYH+gRYXbduSGh+TICn3FUa3SCZ4yzQW8J2+P6dP8A//ctn4LoMMXtujNW9112Njds2wApqODWRg9WKwmmG4JRLcMpFRIINxBgC02ogGo+gmC+hnOUz4SAeiyCVTiDZ1oYC3+/4nGJcCzu4iXRbDD3dGcxMzKOjLY3tlw3hxImzqNeCkvRYLBAnU+wrWZO8CSJdonlYTKwF+EHZhxizSxCKB4IQdGDRrr5RFY8iDQ0q1gdBDB62LJbYAPDak9HcpI1AUVLptUhG5CStZhWgdFgKSyU7F/bjr/jwG2oFsCrY0zed9GXT8lqWQVUuRNMr0llwKAavMOIEBPpVwKrvNajAGiWvZjNGHE/lT/N1M0AiE6OJugrtCRlNrO9KYjhiYsOmvUjc/lo83etiCg3xBCM24fucsXCzBSyhnQcLPT90wZNBBxhKF4DGBoxluqTvcsDC+8D0ZQ7GlK82QemQhHapQEHpJthIeUA2AUsyhoSxQK9b7nW0OiFIJSb1/BoHDpRRcy8sKLkyVQ0sqlkwOfwZNho2h3EhWM0yIq6Nzacd3LDUjva+KGIe4LFUK+F0dgb7Z87g0c4WGt0pOFoL4bqFYMsR/16X7CMCqjyc+BpsCwH6pTY0OefEK5Vy7yZtCcjWAzRO1gm88ZqI/1oLRpX+VDW0DaXw/ptuwW2ZPhgMytJsNHQLem8vtEQ7XJ49ZGaapjQJDECUZ0fS0gm0E9hl4JUD1B3YtRyq2UVYeQuBmgEjmET7B//qouuvL335416TqPwp/Q82swq0CwojhMMgXvPp6VkcOnIaRw8fx6ykDZMxrTwpxT9OpP2y6LxzVJ1rAgL6dgCelF5WpZc4LXurBDa6ogqIp1IShkGjQJ3AKppIJTLYsmkXugaGcW56HPfe8wNMj51RKfASPMShh1r3LbuCKzd04YZL+pGM8Sz0mO5e06zAlZLd0QAAIABJREFUTd/31KPaeue+GkL6Pteen6cPpvpSb/EFVGCOWJZ45zJBHD9yTr1vtQfwmshZ3FReqhx+NhhawfPI9oCkFkHqIBLhENZ2tKGvPY1yrY61N/wmtt96O2q6hnq5hFrdkt/Hs4N+jKuBVb/OYEMlIVZsNMS7GSJHZFPKs5vhPVQG+TdG1QYe+Cese8Xo5OXKZudx7uwx5HMLEoop17KlGKoq8MlTfHvDW79++u/Ypf4z5tdoUlt4mzmvF5vn4TWbsXHLLtiNoIDP9CoTia56qp4FSMhnPMaqNP4e206BoIoV6Hup+l/jbeH181Pn/dRx+XdB3iP6XqvwQyNkYG56BkcO3I8wm+qQKVt6b98gNqzfgWaTdZa3T3uhOnwdAmZ5vq3eo65ASLLv63mMPfl9NLOnZGhDFneM8vsAfTYjYrVEYG9ubhodXW2iBLritZ+86PXNb/j2D+5+FkgkMnPaOpB8YDWwtJBFoNmSMJHv/dc38K3vfBsGZa+ejzdZq4MjQwKoc5/n/RfxxjL4pcAY3xf0yJHD2PfII0AYeMXtt6F/aCNq84uYOTyK/P5DONVYgJmkLD2K8WIBrRaTsFsyiCMIQm/+5cDWX3rHz7YCkLNUrjHzG9gfUKlWR/9ALzZtWodUOinvncqiYqmCU6dOY25uXoAZ7m307oubBoZHhhGJx5UPogPksnmVTC3rVbEtZS17YI/U6RJwqcBGGWcGNRne837GTANr1g5j5/Yd2LBxI7RwEIcOH5T7SZ0cT2zW0fzeKEEiz7eV76fhcu2aEoJEUJUABNdxQwuju28dOjrXo6Un0GjyJ7EO4e8mU1Vge/W/CVxwWCaSbw4kFcOdf3iW0iub3tqiCAmE8eQjj+CvP/DHiEYsea8W9yT6pJpxNAgUSOirpyDTNGX34Di45pqr8fzfehmyZfpAp8VXX/yKW0CCAV20tfKBVZ7Twnrk61P3jRZDMpCV/VXVsxx+yv4sHtesaThYk4JO/GpHR4/ixhtvkvfBM6lkzwnrkQDOyeNHUa8sSH/B/oa/Z+LsDHoG1mJozVocPHRA/G05JBDbHpEWkb3PYLKw9LL+XuTvT6oX9BQ6q+Tx6iihNRv3wpYC+OTfKqDI//hVwKoEcXof/pDouYZXvfUle7BucACdXT3ItGcwOT2P2Woc58omjERakuLrpYIwVmN6DsFWHhrlz7/CCkCumdeDrt6fVXCcp9DwgFXlO0zv/gYeeGg/skVbPEjjiRTSPLtDXNcNFLNZBJwatm2kr2YWp8+cwfTMPEqlijzX7J/5nHHtkpFJsJJnsz9o4D6eTqfkdVGdwb2aYCTPF6tKwgP7Ox2gf7ZhwuHzQuVGkf7RZQQ50KeXsdNAxAhj53A31o/0IB5mwVuTvisaTwvJp87A20wfHjp0EudyZVmLlF2xJmnwMQwptjatDlhzNwIhrIubuNaM454nf4axVg1x2kRFGIQLCSxev349LrvsMjzwwAPC3m1rS6FYLHqEI1VXCfmJNXpIFyYpexkCq4M9PVicmUJX0sQVe3YgE4+AfHbmj3Ao8sTYLB47fBR1jXZ3tAALS5/jDxOldgwEJMiT15S4R1QPwKC9iZdFQNyFa75gNRBxHTz/yl140Q2Xo1op4MSp8zIYu/p5O3HJul7osEXlW6oHMTZbQNf6Pfi3r/0QY/O0N2EI2RLCIQ3JCLHFMHK5ogCpPHNUwClfg6oJNQl05HkXQltbBgbxnmIOHakYLtu4AU61gFI5B1puc0+VgFLZs+gRrcl9qdkuetZtxrHxWex7Yr/0PkLxcqmaUPk3PG/j0RiSsQSSCeVnSzyqVKmhUrVE6Ws5JJQUYTTruOWqndgy3AvNpZqXdqltsAMa5oo1HD0zIQPwRLodNbuGhblpNOslGHCEmBGW0Tlfp7JsodqWzzV7FVaUdz1z6jmd4f9Tv+nXwOoFd9YHVv/rG5+X6cPi4jw2rFuPaMSQB17CJxzggx/+BM5PzMiDTJNvHvB7dm7DW978RiVBJw08EECuXJJCsoMg2dIiurt6JWmTk+/Pfu4/JCnc3/BXF+yqWV9hmfqbMQsIskP37NmJN7/pDYhFyaJUC0UknCDLIgDbCeCfPvPvOHjkuExo/e/3mwMp1F1K7FWaq6RlNmzceMPV+P3X3g6ORAl05oolZAsFxJJMObRRKdRx4sQp3PWDu4V16/mdS3DUb9/2Erzy9peh4VQR4WTD843kduO/N/+9qoLD9/DiBkODdzaxZIQpkIMbZqVck6KpVCypZPOWi2SSLF1u7kW0d3bK94a58YYIrtLLsYnFqVPIz58RSUTBBvo37UBTT+DRR36B+3/4Y0nfU+/bA7c8vzhJTPWALr4/22mIubg68MiS4b1eAZ/kdQZayGztRaMzjqXcPJKdabrcI1ixEdFNVIpVLJ2dRXOqiFDZkeIoYsZhNSwUwxYSG3uhxTR0D/Qiko6JOT8Loa6ubhRyWUn3jEVMZHNlbOrbgCM/+jm0RQJzmmzoZOPx0GajtcLOUdeQP4teTU6DDGIXL3nxi/Dyl96Kvu4eYRbxECCoQzPs/fsP4eOf/GcUSjUEA00EXRudbSY62mO47torcf1NvynPnkg6nKakIX7vrh/i4OHTUhyyK+NzK4wRgjRksvigdcORcCd+jQUEJ7cyPGi5Esq0adNavOc9/xuDg/1wG024jiv+gnxOjEhSJc4HmyLd+9zn/h1fveOb0IKR58xYXbd5LyKpOPo2daHkusgW4tL8uaVFOKUsUmYIumvBtsrCkiWzrZYvC9jFqSiLaMohmZ7ckAbFa42bdcRiIaxfP4CF6SXaXGLn7ksAzcb5c1NYmq8jn7eAkLe+xbiZbAmB8dDSKP9ig+BAIWCWAiK9Inm5aPQKWAH0BKQkE5Im8ix8CJiH4cok2IJm09uU9go5BI0YgibDipREhLoTMmGUZ/AyevRL5528Njnevd8niLnyjVKfI1tkFejE5kyPe4U72Zp19TrFI23lx68Ilr1iftnDS4EhBGDFc5VgY4isOJYXIUR1DYkIEItoqFsa4tEm2tqjSNQ1vOwV70DqtbdgAU3UbAcW37sAQCpxm2xpYXJw/xFmtmL+hjwQlTicQNe8NVKkszlWTTY/FONTsThrJIR4hF3fKVGGRRobaTKF1fekEl0eQVnJvyXZXMIzuAsqoFxxXnwEXcVJCBuHDST/blqI8VrQ8/jAWZS+8QBC5Zz4NkU1hhiFgLKD81EXp97ze0iQQQ0XFaeOMhqwCKxwz+f74U9v1mE1quL/5QbCMJp5aG5IGreWU1MSx5aGRqOAGq0lao4AEMWAjYkHHsXkVx5AptbC26+7Fq8eWI94hABtHq2Yg0jviAJWjTgRFwQZgkUGu678Z+VSyjNO1m9d1rxmEfgtCgujmi2huFBBo+Ji49/9y0XXXwRW1f6ngqj8c4fbvbJaUB7HZBqxkWU6/djkNA4fGMXJ42cxN70k4Kq606vj1tRLUefXqmGH9wrFKkjRVmXY6SegCw9b0wXsIGuTAA99Pfm6yJRYO7IZQ2s2wQ4AjzxyP55+4hFYtaqwScQ2hlYVmoG6XcH6zhhu2T6CgXb6A8si8UBf9YAqWZxndOo9U9LgePdT3rvvt8evr/LeE9K1eKUqEFYkwAQOuFXLe2PglWLyVlyGJjoih6vWVEos5dKtekt8vOgFS3/YuK4haUYwkDCxJR5GO33NU+0Yee0foXjpLhTtElpFdaaShcpzjGevaSqZpH+mcaEJ+49sNLLqPI9VAl+SvO3wexQg63+sBjbl3ohCQq07DhY5OMwuLWB6ehxLS3NwHctjxRG8Uddz+VqtAh981tnqn/+rfudqBipf35p1mzE4sgVBjSAmAV4FXijHs1XPll/7eR6r/u/jvxDAmd7/Yrfk+bd6wCtrIcUwVSolsnl9WTuBfDIMG/Q0N8IwQhHkF7M4c+YA0skMBgbWYG5uBvPz09h7xTWIRNtQJ7vJe98+s5H1mAK9FdAirC/ZX1vA7FHMjv4MwUYWEjhP4MoIoRWJCJPf5AC85aLcrEmdGgkEsfP3Pn7R65vf8K27fvhsxirZdvzD++a4yC7kBODnmvvZAz/B57/wb7KeyPIeHB7CwGA/enp7RInkr49feiGS50ObDw3VWhXHTx7BQn4Gm7ZuQnfvJsSZEh6NYfRnj+KxJx+Ta9sgC5Bno4S/ev6OjaY45qzQJVb/pl8Or+JXFXOWHusMPY2iXq9I433ppZvR19+rLBksB7lcXuTHp8+clZpZWPnBAIYGe7F9+zYsZXPCEiW7a2ZmDotU0dEKhkMzzytXfNY9BqgvYZehkthqEBAJiI8q+42tWzcjapjYsWMbBoaHMDE1jpMnj6Fh1wVAFGVRKCSsZMXiV//b1cgqJ0CVVGC1V+cn+i5BV886OM2IkFZ0htDpZJWzadcU69VjdbPXkvqSpY6uoZDPSYDWMkO70RJ1C2smQ4vgsYd/ho/+9TtgmhYaTVpoRJHu6EFvXz9yc7OYGDsLLaBeM9mFiWhc3sfm9etw++vfgKVqDclMG+Ip2js1hEFOKwAODAissj+Q/ZGA5ipglWE6MseRG8l9VIE83APqDVuGmMxG4P7ttKpYXMgJg+76a69XPtbiVe5C16IYPXYM6ZQpTLL8EplzKkjtq1/+MpJtKTiujekJKqJMIRtIQjrPNaGv087HUBog7wzwbR98pqYKSvZeqxdiKnVHCMIeFEUNJ9SipFsp3v5fwKq/Z/DeE8h6Lh9vetnV2DLYK1Zc7A+C4SgeP1XC4Vmge2AE7Z3tAs4lIw46EnWgmZUaWu1Jz7YC8IHVZytD5V8uq/b8oYcMqdDCwlIND+7bj0LFhR6NIdXWjmSqQ3w1uTaosgg2axjpS2Fy/BhOnzyHcsVGPBGXfYhAF/sG9kzFYt4jlihFBvdPyv6pSuRQkP0QP8d7yD2bIcwuQxtlww9Bo68vbZqoqKyVUMwX0JSeTooMube7hzuwaV0f2uIMZKWknCxp7oea5Kw8fXwcB6YW0ExkZLAepf80z03aipgGInpECACtYAhOKIauuI6hQAP7n34cZQ7jNAOlSlHOTAl8C4cxNDQk65u2SkUyRlb51PrnJq+V1GEMPSPxJBbDxpERlPIFjJ8fx+bNa3Hz1VcgQ5DXqqJs1fClHz+KxWoVLn2ZXSAdM6Uf4tCjq6MLsZgpgVGGroOe+QnTRJpWHwEdS8UKTk5MYJHKp1gCbjQivvVk9P7Ob16HjmQY1UoFDYdDt7AAjbRbsltBnJqYR6ZnDTIjz8PffPILmC+WUMiOAc0iQlTLRYm/QOodbnWisDUj6OpMoa0tjngsjrXDQxIi2NXVKUSk7GIOtYYlORu/eOCnODF6CPF4BLUSA1uJmytvWNbDvGa02lvI5XDb6/4AXcPr8fG//xRqkjVTQbHAUCpl00WLtWXyGrN8ZGAUk7opFk2o569WQT67CLuUxZ5tG7Fn60YEHQ7J6sjXg/L+crUGquzp7aawfQMhRZ7gHkKPbKtaxfzcgnjrhjRVUxMHo3qQoX9hLYh9J8efyxL/H/s9vwZWL7i1PrD69f/8jGwYh48exg3XXgvT4FRbyXNrVhMf/PDHMDY1L3J5SU11HNx0/TX4/de9SpifnPJR0s3JRtkqijdGPptFKpmSYeLkxDT+9fP/iWzOk0mw2WmqSa9vurzaG02YF568jQX1rl3b8Na3vFnCK0jRZhNHMJMBRfRHqjst/PP//XccGj0pwCqLI04Y1ManGFb0PVRptkq+Ql/LrVs24I//8A8QEcxBw1KhgKnZOXR0d2Exm4Nda+HQ4cO47z6mToqeVX4WF+rb/+QtuPGGq1Ct5qUYEghCAnkYAMYCkVMWP2GWU2JCMWxelfTXkuaIkx/FoJX0UErmKUfTKP9XgDWvBROGC8WCgK2cHvI9hk1DJnDJqIGFsaM4f/xxCQCpB00Mbb0CBSuI73/7h5g8cUakS44nd+JGwWKG0yOa6fM1i3SeyY+tALp6O0VyLywz8ZEji0Axcnm41Bo1tG3uR3SkAyfPn0Cyux1aIoIIJU4VTpg15MYXUDk9h+a0ujZMFueZSGA1tr4bWjyE/uF+BCQcRzXhvX29KBeLmJmcES9GJlGu6xrG4bsfhZHnoelK0iiLPDJsOc3zPeX85p7geSbThptuukGeS7JQX3DzzRjsG5TGkmEVZAHqIRNf/srX8ZWvfRcBnbKDJuKGi2uu2IZWg2brNm57zdvR1dklqbmkXkSicZw8fQ7/+/1/K2mXbIrJFCCjVwLfZANWzQEPmN+9/Xdw6datYuJfLpVlsksJsCo6bFy593LEY0mxyuDrj0bDElqGVlhMy4NaE3o4hI997O/ww7vvQShsYmkpd9GbMz1WR7ZdB7gVBI0kmnoawbYU9HQnkJ9FIzuFSMARLxoyGwnWiz9WpSZAi0xIxSuTABkZAWwyVUI2J7JB2Ni0YUianvm5PPqH12D95j5MTk3hxOiCFAQM8FHhTpQvKjBUWQBwfdCPlKFSNNvhtfY8WUW2pIJ0FLfTC6iRdk0x1/gz6FNGZmorFpbJtWa3hLXqNAsIxjLQzDQcq44WGRtkxAR9YJWMC7LQVphuqkhVoUzKO9VjLUjF57NWWXQ7ClhdTgcnxhtXjL8WbQ/YvPDnqibt2W2lKnB9Wq4CPdkfctDCa0Rf1CBcjdAuYc2wFNtJk8UhwdIECmjAYPlnO9i2aQtu/eAHkd6wFhU2PrIHqb2GbC0FYyhLFnreaWSi8r0J4MnPK6dJNkYKYFWeW7RLkCsesBQMwuAyCc5TnrDSjHgMtUCT7F8FmLJgz8Q7lRWtF/ot3+I1KYKN0QNZ2EnKm1JCg3zcmqCF7iKGJsx6CPlgC9O1c/jeP38cEz89iKgbRVqPYSCewbqwCfPKQTTe/lZsDrSjzW2hrgeQpdw/qMGQKxiAzSFIkOCwJ6sUzJtfU9JXBfMSyCIHuwVHnoEATIJ8LeBYdR53fvGfcO5LX8KfXX8zXrF1F0yjhZhTRFUvwwhloCUy0GJpBCMmJ0VAOKIUBWy2BaP3ACWGdXFvsovUjMGtVFAt5pGdnZfie+tHv3DRa/w/vvIJpWQgPu8xw+WWSYik6kXk6xykkU1B647cEs6cPIdjR87gyIHjKOaKwoyiKmEZRF31SlSCuz+YU1RP/5xmE8p9mWucewWvHffZmK7BjCaRoK2Oocnkn762vV1D2LB5G+IdnTh+/CDu/8n3kFtYlIELOCxtBtDSw6g3G0hqDm6+dC0u6TdFjaICGygpo9yO5zoZFM9mF3F/Uo29kvguD215W8UigGebAi4JBkl4mmc1Ij7BLgd0TTmjK/W6gArTNZ7HVG1wTejQwkwWZ/o3PWHDEvJCn3AmzWfSbUinUiLLdq0cUm1JXHnTa6EZPXCtJdSCjjShXJnhUFjuD5sJvlYONtlw1jhArFVlyEnmGwd8Ip+MmpI4rIbOykNxNeDJ/+1LL7mPK7Bd3dGwFpYm2A3YKBUWMTV1DotzUzKsZNCGDAz9PXCZReglYHug5upm0h9g+9d3dQ3Hx6AmGYI6UukuZDo7xGbGMBjGxWunAEvleeih9tw0+Lx61lDChguTP/Jsr0hhOVls4lWD5XvO+r6hZPkGQwFRydQ5LAyFkIjFxVuaiqloJCmhGoXiAvbtewD9/d1Yv2kHXEQlaNMHJAh6872F5cxQwUr+dSdzOHfwR7DnTiJiUPFiQOO5Sb9mMyb1KSEeOU81MuFsGEENO1//4Yte3/yGXwJW5SxVnDnu4QRWG3UbqbiJJx57BP/8z59SjFYtgO2XXoqRNWvQ3p4RxjPX+GqCgx8IZjPNnT51YmPkolhdwvTiGCanJtAeX4P+ngGEowk06g4OHDyEbCEnQ4EE61w4sIMMDaWHNlmEylbqV33Iub1KpbZCQFCqgVQqKb7QtC/ZunUDhkeGhJ3N7yEoR/CUNkw2g6nI+g5r2LFzuwyzswtZdLZ3Sg0+PTsjnn2s8ZoiW6f3dgvNBp8ddf4I61LeL4fuDfFCZUlAxiz7jO07tsqglnZIa9atQ76Uw8GDT2NhbkZ89slo4vUjY4u9ke91bMRTwlRlTS/Pp/QzOjrWXC8hVRyOSI8jwU4aGvWGfC+bfb4m5fnKIGAF+vHfTk9Po7OzUxEfWo7UXFxnZJc1LVeA1U994n9DC1bEt3DP3muwedsuAXRadh2njo1iYea8BEoSrE3FEypYFU286g1vhhXQ0NXfh0xHu9Qj9UoN7ak2CY3h9VTAqsp2YB9EAI9DDRIhHMsW8gf9eOk5yWvR29+HSDwmgD//Lc/Cpksl0wTOnjmGa665Fo5NKxcG3HC/I4HhPDZuWiuD01CAFmIkd7j427/6P0h1xNDZl8HM1BiK2TzqBdqdsCfgAAzo6urBxs2X4PFHHl4exKwGPf0+wR8aC+NVvLVdxFNxRIwYLIuSa9aJPDdXSCW/DKwqdZ+cs56Ug/fsuQKrb37J9TCaNezYsgGX7b4UdiCM+w5O43wxjkS6G6lMEvVSHqFWEWmzilCghEDAG9x6VgDL9dgFjNUV1qoCVkXN4aHLKr+jhXzRxv0PPomFvIVoOoN4sk0GgjBM1MsVySzgYD9pNHH44C8kAFPTlfydyfQkW3GPYzL8siZBiCc6EsmkrF/uvcWCYnlyj+bzLn6r/B7HFmuKOokmugEtlkSTQxZDQyGXFwBWrVO1d+wcSGDHlhEkDRfBZh1GMIS67YqHsRY28fTJSTwzuYCyZkAPm4iGwqgWSwhGQtKfJSNxWK6GMrGEZCf60yYC+Rkc2f8EqhULmc5OJKImanZFagb+fr7mvr4+GewQWJXwQG+Yoq6jsvOiopVcq43rhnH5zu0Y7uvFiROn8f0f/wz5Yh6veOG12LNxAxJmGLlqCZ/5zoPIiwrFwJruLqwb6EE8FSGlFaloHF2dnQJAMoCRKmBW2lQbEvReKNfw4BPP4OT4FAKsOSUwuoFMCHj+Vduwc9Og1JtCaCFrnjksegj5qo3j4zO48voXYKwcwyf/5WuwSeAqnEfLzglKwYEGLe7yRaoXdVyyZTNe8YqX45Zbrsb6dUMwDfJuJbUOpaUlTI6PY35mBlt27IAZS+I973w3Dj79FNrak2jWiVsQGKa/akDuO73BLbuGWDqJd7/3A9h9zQ048MwBwR5KuTzu/sk+7D/wDGbm51CpKOyIiggjaioffBmE09e5BTMRRzqekgwUq5TF5rWD2L1tC5x6BXatglNzeeSqFvRYHDUPQKUiLdWWQsmzZuKwqaO9B3XLwZmzJ5HPzyzXQ9y/hGzotrDEwubXH8tX4NfA6gUPgw+sfvHLn8LSwoL46mzfslWKfcoIuRGWq3V84EMfwexiUVgT5LQQFH3+jTfg1a9+ORyZ3DIxLoixqTHx5lszMqKkoI5ieBw4eATf+NadQtn2Gx2/KbvwwFrdKIjkpdnEtu1b8JY/eiNMekQx+VqmwqTbK4iC05h//dyXcPTYKWlsWUiz0BE4RtiglBE0xHe0ylAbEvYbNQx3ZvCKm65GqFFFS6e5tQFXN7HYaCJP4Nc1sP+ZA3jmwEFhjQhc0XLFd/JDH/pLrBnpk+AeBf2odM9lL0mP+cD3KwBp0DP0F2meZxvQaqFczwswHQ4R5CTQRGBLGWaTWemzOwiqktlIn6N6zQYDLdicdLS3wXaqmJw8DytfRHtvH8xMJ3KLBXznju+IbIrABTcRHkjhiFRpMtHn5hYyKIswpUnlIRgWbwMCKOrQYAPjN2vSdAUDSAx3InFpH06MnRKgrK23m2RmNEt1lGazCDV1LJwcR3i+DjMclXtOAVFJd5BY0wWtI4a2gQ7oDMehPRMCGBgclHTbpfl5kSzNL1rYlO7HmX1PQ68qKwIWviw0+bqVhFE1gmLq7zjYtmUD3vxHr8OOnRuFfTk3M4dyoYZosg0zSzmMrBlGggBro4V3/tnf4NCJs4iFXfTHWrh+5zr0pKPSeE7NLWDj9bdh195rULMommBDGEK9Wcd73/dBHD58ZLmZ4+9noSBedwy1cNm4aXjXn/4vbN66FS6YzqokXKubGfkemZh7YJ5XoEmzSnBNUz6yDz30EI4fPy7ymXvu2XfR27kAq5deAa2lg/ApwlEEhnugpdPA1ALc7AKCVl6GFGSOisepyMyWx/oCT1Gmw3vNhsulTw4LUgY06QH09FNeomN+voBgJIrOoUFUbQuLC1mRiguVVVhl9H4kRVKTQYYKlOLXGjItlMNLPWQC4op3g8f08EHOoEtmL+nXDHDj6woBXCdGBAGGwAVq0GpkCLcQaOtHMKzBrRbQqtdEWsefzXAhFgoMyhKmCJtmuRVqAKICp/ylvJIM61/8oHiz+qFUKgyBjCzf/kEhaaxXCT4rEFgYExdYAvh4gg8dL28efCUMkCCzNAjEQrqkofMZtOpl8XvTAwaySwXUdeDlf/oWXP67r0SNrF9eF5Hc8Y6SrabYoCr8SwnmFI9RxVWJTM8Drgk8qpeoprhyXbwuRNhiHramfqJinHoGDc9qojsSnQqIkN+50l77TY5876rPLz/UHHq0gqi3gBAn/k0DOdfCk/ZB/Pt73w/rew0JiQo5LmJ6DNGoi+5tYcT/7lV46cCt2OLoMGm0r9fAGCUmi/q4ts+wXakGVOPvvxP/Vao710SsSWDUkYTvGd3Ftx//Vzz+iU/gH677TVw9uFdCxvRWXuwGaDIbZMEYjUpD0IokAQm4Cj0LjBTZIuVxHCTYFaDWQKBShl3Jo1BYwMzcFHa8/ysXvcZ9xqq/v7DZlvNV3aRlAJTXn2ARwaNsLodypSjBSqOjpzB69AwqZQauqbRwn9WtZKcedOmxN1ffR143kf/67FVvDXNvI4MvGo0hkUzBjMdVsGSQIRZpbN20Ez1dI1iqZHHvQ3fj2JFnoDV45hDwF92HFOxkJPV2duLPCVetAAAgAElEQVTFW9ol1EoIg543L33B+ZyLY7jvi7os3WcAnnr+1R31WPPSCHhBawKiUvHCdHMHltNE1W6iXHdRb7RQaxIuaiIQDiIaSiIeM5BOmIhGImhLZZCMpRFNJ5FIxORzYT2KiGYibLgIh7nf8eysYWBkB9p6tqFqc+tzpCHl9eVZb9ctkXQyzZhbhQqGoVRfl0Eb/5vMTFr2+LUM3w8bWtY5vjxe9htvr/QfoJWGeuWM4dcIRMgwF0wUpsooh6WlBVRyY6hXbDRDjIIII9ikVJFec2GgyQGLYr1bgRqcoINonYzMhjTmHMo2HE38UKm2oKyZQDufNwWAqtdKRlk4HFVyfDaBQXrIeoMNGVYSnOJeFxHGH4EbMud8lqWy/FEhq3x/bHb5b3ie+rWKsHx11no1VBt1UcRw8MtAPj0Y9wLImuK7Xq0WceToYfR0d6K3rweOQwsSVcspeyD+3LrUQuEwixzWHQHkckuYefxbaBVnYAY5DKVuUlk/GaEYwoZikS0zkNkMOw52ve5vL3p98xu+9YO7lEek5yW//LO5IIIBlLJ5WEVLwLyF6XP4yAfeh5LrYH06jqsu241gXxdyjQZMy0bTu4arX4gEm8rA3VtLHDCJt76DI0eOYm4ui7Vrh2HG6c1roF53MXrslFKJCJsoIKw0WiQJkCbP17M/VkCuFfUWCRBia0Dlma3CWshYJTNqbm5OAmHWbxhBMhUTlpF4eDuuSJFnZ+YRDmrClhoe6RNgj3Jjgu12o4XZmQXxfqTiSNZRUwVTcYMRVqlvDeBZSVGu7/cfTLpmmbBrx3as27BWPCd7e/vkfR45cggnT40imYwKq9YPQmJoD30yxWIryvWZQITDoACveQxaYhh6tAexeFKFSXIQz73WC+nk9fMZ6CRXKDCfYS+GWKwtLOYk0yCWSmBybgZ1q4qhzi7EQyFJ6KZ39kc/9A6gMSn1Tf/6jbjs6msxOzOLM4ePID8zI+u1FXZhBOLSP2QCNXRlujG443JEkims37QR3b09wrQmkBqL0vubI0qgatVk2ETgjDUPAyTHx87j6OGDOHH0iBA4rHpVyCxt6Qz6+gaxZeulGNmwAbFUSqlxAkFMTk/j/JkzuPma62R4xHqMlgX5XB7TU1PYtHGDYrX5A1wN+Oxn/i/yhXls3bkeusnBVBHZySIW53Oo1Bw49Qa6+zZg87ar8PBPvo4QVQUMQuQzHCTbkUxgDkDUBFkLEhTWZSgmLOFQWJiIpVJdAoGV0RPrYCoe1JOsVDUr8nbpXT1etgRiBTSUCxdv18Wf/btXbMBQfw+uft5lGBoawEK1hSfOLGB00kbYzKCnpwuhYAOmVkZUKyNMlZCnMBJrPYb+0adXyrum9Mdcy6vVBmQMC2AcUEN1ntEERHnOsm/5xVOHcPjEJMxEJ8xEG9raaaGWQKFio1IuoD+joZafxKGnDwpYyR9Gv33uj1RvNB0O5D2Fk+dZzOvVlk4hmUxioVQUwhYBKhKieP24ni2PFSqUABluB9Gk7D2oWMQERGvVOjQyLlm/1yxsW9eGHev7kDbYK3FArwm4z3qB/exSPYD7D57FYjMEPcrBZA1WzRabPVoWEJCzGYSUSCDd1i5KzEohi6mjBxFxLIhHssGhCBUTyiqIrHQOcggI0ipQVHMe+YLrhZOYltVA2LHwe7e9CL/9GzfAqVUxO7uAxw4cxfce2o+FQk0k5zddth437N0p9+hfvvsQCvkSNg324Heefw3WdHcgqJuyHzIgmGQW6Qm51bsu6tWq2NzItWs2cX52CRPzOSyWqjg9V5L3lo5FcMXmYVy+aViwDlcLIB6PwghpMhw+P7WIejCK37jttfj2fQfwtTu+KX2ZZH3AhsY4KLsm+0CqvR2vfNUr8YdvehMG+rrhknzUtFAv5lAq5GUIHTaiqJHtOb+IqVmGtNI3F/jJj3+E8fPnJew86FjS77OXZBhoe1sc4YiOF774Vtz+mt9D1W2JSqBRKSAaCUGLpwXEHp+YwrlTZ3H08DEcPXIUJ86cl3BvcvyV/2xLSCYxw8BIbw82bFyLvv4+lGpVTC8sil0A2ceq51Yetb7HMvElXmeG8/lBl8lEQoZmc3MMGssvW9eRZCW2Skuzz+kM/5/6Tb8GVi+4sz6w+rFPv1/k55TX93V0oTvTiTR9LII6iuUa3vfXH8ZirrIMrPJBfv6N1+P2239LmA6Swh5UwCrZrpm2Nli1mhQV1bqNB376EO69/2Fhh/gfz2KSeJ9kEeEDZitsCBc7d16K17/+tbAqJWHbJFmY0DSdfh0Md2gCX/zSf+Lw4WMIm6ZIqBPJhPh9sEVj0qddr6FEU2KrLuENsYCLHevW4NLhHkTQgEZAke+jGUCOYQCWhf3n5nF+YgqWwyKTh7GyJhge6cDffOgDiBhsOhm2w8NEeVb5acz8vVzEBFWZHMhijwcgX5tixakJut2oCJARClN+DzRY+LqWNB5kViqMxDvcJcFbHfIEWVXYFT+jPBTJrOF94Huo5Cu44ytfxZlzZxFJmGiR7RYMyPWRSTgn0vU6StkyDDZ2AR3VEg2+Q4glYgLs8f2KD6KX1Kv69BbM/jZ0XDaC83MqiTHV0wk9FEDIAWbPTMJwQ8idmUZHPSQpjGJW7tgoaTaSI10wBzKIdaagRYIIB9V16h8YEMkHJ1WUbExMFbEp3YeJx0cRorJafjeZKmR9clqrQHO/wWDR8LY/+gO86DduQqtVhRkKoDi/iPOnTiNbqaFlRLDz8iuEDXT65Hm8410fhNOw0Z3QcMOujdjQk0JMZ+Gh46mDR9F3xQvxwpe8HOW6gzDTyTldder48Ec/gaf3P71cAPuFi0pTV9IJFtx//hd/iqGhQZm4E2C7sPHl6149RODX/TUhV1lkcQpcVc21g5e97FUXvTcrYPUqAc+aLKjCMQSGBhBMpoHJWTRzs0A1J2nsBBnJHKXHp7w2eY1s9leAVeH0eQUFgVV67orPnxsByb0OG+hoCi5TlgV8JW2JsjLlnaroSZLmhmCwBjj8mgJeWfMK5MemzAdWl5lTHpApGiaPpSXAKovikAxEAvW6ABmBellYZYHOAZkwutU8WlZNgYXyPays2SSTLUs2xWp/Rqle1P2SpaauwcqH8jgSqEYaHwLOLBR8/14voEWtUgmwWobv/p/AqmIuyx/+XPFSCyIcCCIW0dGeNJEIG6g16TPlIGWkRNJyfnEaz7v1Rbjpz94JPR4RNgKLU75kEvHkt3vzHt5PAU95lQX49OX/EvulXq/HWpOvi++rD6Oqok4aCB/E8fzp5PKsAmE74p2/8jldDfT8tw8yn7eAA5NMFVdH1q3hQO0U/u0THwE+X4MbriBQbQBhTq0JwJZQe9sW3Panf4FbY5vQyfFBQBNvV9EGXADg+rfAB3zV0+g3Tr4U3kG0FZZiO28DE8E6vv6zT+P4f3wen7z+ZdjTsQOJaAxNvUiEB2E4yk/ViCDI0KpwDGAqNJn6MgDwYFs2MLJIGmjZVQSsMqmKsCqUls1hbuE8tr374oHVr3z1k8v7oFxjD9gni9QfLvJ6cw/hXswzsFQpi/qD+8vszBKeeWYUJ0+eh2urhn91Ei3Xm/gUX8Bi9PcIcpvJ3vD3NFnHwg4mQKiClmKJFMJRU9YqG5R1w5uxZvgStIwQnjryOB588B7UC0WEJRhKca3FT9l1kYzHcMPWHsTIEGPbxc+LrY0XoEXXP4LoHngq7Fr+ny/bFk9x5cdKsMii+oG+i1ZTFDl1iw1mCw3KWMOasCrIcEzG00gnMpKO3N6uI8LAqHhMUr7J4hIGKNphFTkjouyviu6OPBKmjVDLQZODnkgvMuuuQiPaKYEuIdTh6nFZmK4ET+nildhkF+kNQlbXSCL39kIZfQDLtwLg5wni8I8fSLOiMPFtGvx9adUATxihynuXigE2Pfy+WnUBZ0ePojo2KmqWcCqNOleHrqEaCSNguQhZFuhUTVVAuOWg4rriC9/XP4JQKK5ALCpDGIrnMTwJfPIPXye9yPmeKcsWSybP21hAY595TLWUp7ARz1hv/xXpoM/08wB/AmT88P1V/ZBNXiuraaPCdUaPNQYGhSKImQl5DlinEVThdRsbO4fs0pz4acYSGVRqCnzjvsA6yLJqIo0OkXHteX43GhYmH/02CpMnEdFU4IZmqJ/LoRcbxtWgt39Pt7/6ry/6DOc3fPOu7yslFifYnt2HPBdcA6Egios5VHMqG6C4NIN/+vBfI2lqwoxiUOUCKRHhCAxRJKySOLOq8gAs/2+yEvkvyJLmtZqiN+2R4xI+MzgyKI1sNJbCseOnUcguCBGD15tSX5UEXvU875/9Vn1gdaXOUc8knwv+zXvH5yGRiAu7lsEw3DsGh3oF4KhUqsK6SqXSaiB0dBSRkIGtl24WmwmCOOqa06O7JYAGgVV68guIyudLyNsKWPU/+Lv99SO+oJQliyVRC8+74nJcccXzZL34w3Gy1R59dB8iJv2RyRoMqBC0GENfY/KaGWIYIIuZtUyrARsRxDs3Qjc7RflHwJJgGBt7vh5hvXJvlGEDiQIqWIzXJkJfygCwmC+ht7MXJ8fP4Y57f4CWY+OWK6/D1Tu2S411+ugJ/P2H/xwNaxIO+yPdQDwalz3fohUSecWtANqNmKy/dBgw60W87A/egt5tu3Hy7FlE43F0dneJpQ3vYyKeQEIzPYsYetUqv3z+fd/dd+Kpxx9DdnFRQB9KZw2uq3AYXZ3dwsDLFUpo6+zC3muuweDIsPSD0wvzmJqcwK5LLhVQw24RMFfn08LcHAb6+0UyzOeFLEiSZL77vTuxtDCLwTW9mJ4+j2TGRF9XStZDuVJGzW5AD7VhcHgbDv7iPgnULGtAnEBKi2xgDvX4vKnXz/vPBHQyDFm8FStNTE8toFBgqFJMjYxFtaTsUVQ/p4KbVS0vCJFHOhE/Bvl6IatYbhf78fW/ehsiYR0xk3ujhmLLwMnFOuarJmKpLk9FWEU6BhjBMgIOGdWKbs3nhKxnpX5iuBCJKASMbCwuLkkAEgdVne08y2IISv/Hdc8ANpJsOBzRMXpqHD9/4ihC0Q7Eku1oa6fySEehXEe5mMNITwT13AQOPX1IrCaE0s29VwYw7EeVKofPvBqAqb6FwGecg9UAFX4MWNaEFcyzWHpbYQ2T3aqUPQRWGRpEwF1AOMuRta9xiEFiUwu4ZvsghjvjCMMGw5zJdOV6pReryeFGsgv7RsdxfK4MRw+hWimKqoaDOO5rHFTEkkl09/UjFMtIn20V5jF58DHSNqV2o62W71/Od8bhJ68X+x8tzHuuGJNSIXvWPXYhh5e+4Fq88ZUvhVVawPjYWcwu5TCbLePRQ6cxNpOF3mzgN67aimv37sb41By+89BhuLaF6/dsxy2Xb0OSVlSsXl2GxlnqLJS4Bg76HFHg0SqAgcSkeBAGtRDC2fEp3P/MKbhBHVFDx9bBTjxvwyAMDqw0lqcMcVLBU/PEc+LteN71L8Ad9zyGBx/aJ5/PZhcQoOKuaYvCjTkfb3jj7+Pt7/oTmIEmqsUs6rWSrFsZnFrKS5cgPDM4vvqVr+GnDz0iz8x1192M4cFhPP7Y48LwD6MBx2LAFpkTYWzbugm7d1+Gqm1jen5R7Kk2b9qAK/bswq4dlyLT3SsWdOzJ6YlbqdmYmpzEgw//Al/+yn/izJlzsi+nokns3nUZNqxZi0Q8Ci0UQDafxbmJcRTrdelLOSjjM8bzheeMYDGGIWxVDgM5HPDXMPdcrhP+G4a91moK41IsDXpE/9oKYPX+9mtg9YLd3gdWX/nmW5GIJqC7AezZsUvA1bgZE2A1V6rg/X/1YWQLNeVnKM13AM+/+Ub89stfJE0igTzbdTExMylpnfFYVJKao2ZUUmm//s1v4dCR414bvxJyoIod1eivAKleQ+9Jz7gIdl+2A2960+8jnU4I+FOvESRReAW9QDhJePqZgwKCkjnR1taGRDwuhQoXUyFfwNTUGGbn51EqZNGslrFjZAi7N65Bq16SpHZOaxyLHlUxWG4T2UoZT0zM48joKTQpkRQpUUhCJ2665Qq8653vgG2zWPEYJvSiEVme8spcLXVigSJenTLJV0Wt37hyik5qvhmJL3vMsQBiod6iab0HdBAElaGYSLEJgikzdv4Rn6KWq4JiZGAZwPzsLL74pS+iWC1heNsIor0RNAiQMnkxkVZNblDD4XuewMzZCeh2AKGWJg1lRCZ8lBGq9yKpxN5/8xA0uhPovmIDZnILWMjlEe9oQzxhioQzNzkPt+KgMVNAp2WgabN5tVGxKqhoDuJDHcis6wOSIYSiDORRPqW9vT0i+bBqlkwEz56bx/pkLxYPnkHYVgwStttsoDlZ5jX1JYB8jbGoife8663YsWMrUlEDc2MnMfrUE7ALeczkcxjcuAWXXXcjIukufOGLX8PXvv5ddEZ1XLGxDzs3DCGhuyIXMaJJnDo/CX39Tlx7ywsZjyaTYDHYr1fxqX/8NPbv37/s6+bfaxYLlNG5VhNdfZ147/v/Au2dGfHyNY2YV4x5/DgftLrA1241o1UBxkqKzw8W3i98wa0XW6/BB1b52DUl7jyKwJq10JMdcMcm0MxOA9W85wGp/Krom8yV6bX6yh+YDZ2AkSoRXtiYglKpdMgATEA30WLYQawdbpAgiArsAdN4hZWknn1psDiECFYE2CQLXZh8HvPbFX2j/L9lsEZoZn5okhfg5pL9zQZdAkYiAA97hlTVq+Jzp3cOo0UT/WoBaJCxKjHS8j4ClJgy/IpyL6IAZMeJLH15yfkJPsoGRL1y5Tcq71l5QjHllxISMr5V0S1Cel/bugKseqFAzzqQliE91mUqaZrAMgsa8UGjd2NEl4TNdMxAezQFh5LLGqfeBkLROBaLWSQ2rcVV730XOgf6JLiDQLFcYwnCULCuYlQojE+sbr0gIrkPAsByD1ZBEcIS9liuq5mePtiqCeigmK4XfvArZKz+0ucvADhX2EvP/hm8ugG3CqMVhq2FUHCrmHJLuPuB7+DYn9yPYC2KajSLYKmOQDCBZiWAevc5dH73L/HHl7wcl6EJoxlBJeCIU64P5sr7WAWQE3zlh+/2qK6RApdpGWLy9wdaKDoazqGAL/zow5h/5B586srbcWlkI8x4FNAqsF0bUV5zno3ifR1GgKAqATOyjgg4eiwzYeBIB2kjQOm1+KwWYNXmUSouYmF+Hlvf9tmLXuNfu+Mfl/cXKR5pryF+tZ703ZPd8v0pcEAxV3i/SwLqVjA1NYeHfvYIDh8Yl+eOjDHfZ1KYVWx+lq+Rtxq8iQOfAzZTqyXpXAch756zgGWyLlmrHOzxd/d09GHThl2ItXVhtjCHH//kTpw7PuqxopWcnUDNQF8vBvr60NcRQX52BtnZaQSaSlZG/1OV1bTCaCSAqphEzAdTgZEiF5NBJNctUJfhDINfQoiYMSRTafmTSiYkqC+eTCARjyEaCyMa1YW9EApGAVDZEYFd4hDRQD1fw8GDiwhpNjZvcrD9EqAzHoBuOQg0qpihhG7NNei+5EbU6twbGnD0JvSlIFohAl0Sowsj5oGMDMSqK3CJ14xWMGQU0f7H96STe7GKacf36lvi+OCQlEar1ptfWy37p9LOYFW6OBts/vN6REfp9Bj0n92JvmeehqUZmO1vQyuVRJG+l+k4qmTwNAyEEUI1zKFYQIbYl19+HRKpLlSqjrCYyCT01QYCmkqAJ+sU2kCpzYe1DBk7SunDf2OJtNzfG3ymGFks/PAtAPymyB/Ciyqooa4Rfw9DRciq5MbWEG99F26DLCmqcxRTkbUYmbFkCbJhGhs7jYZdwdoNm2UYStDdNwklA1fsEhj4ST/BcAiVcgmz++9FbuIIwrTECWoIGS35+dx1dQ6NBUj2rFO8Vb3zNc+NsfqN798pIJIKI1MhqgKseozVSr6ISrak7KTsCu784ufQpdfR096NGfpVBnToEXoKajAl3EuddX7QkDovVPgdax2CJBzUN2xbGubDh46h4dTRP9gPI0ziQgoLi3mcP3NarCpUDUZv1Ppy6MqFz+F/B6zyWeeH+r1NsQLo7+8TpQ6vYX9/j0jf1X0Ny1rl58+cPiPW1Xv27ECNw1SRdqtAM1p+TU3OCgDL/kDAXLHnUWWEP6Tw9yzxLaX3tbef8ObzmWKuwabNm9Dd3S2vj6SRjq52jI6O4tTJ40gmFUipQujIWFVhcyRQ0NuRgDztkGCksfV5twBaQvYi9igEehiESksDDif4+wgaSx1CX0dDAf/hVgDVFjBfreDp0yfx08cfRa5WlsFV2AliY28PXv3S30JfPIP3/+lbMX7+Seh0H1Bpe8IeJlTOoVaj1UKyqaMzFcXlw92IRcO46jVvRqJ3GEcOH5KBFoFVDlboj0pyTMZMyj7EbINsjn7CTTy872Hc98PvirUMfQcZmpaIMcBLk32fg8doLCEWAnOLWbHXSXe0o2Q7iCY5gHGEZc3agwG2rA7bMxlhKxcLBWGR0lO2Tm9Jw8DSYkHk2fSEPX/2DAKBhuzPA0M9GBzuRsNlCFMK7R0bcPzgvTDNECwB4ZRyoy6Bt0HiRfJcy9nIgT6fDT4PiRgKBRv5XFVIFBozLITJ+WxF2YpzsDe0pZUSswJkPwVyi1MXfX7zG+78m7fJtSSTVo+EkGsE8cAzp+EYKWzetl1UEXaDNnj0jHbRtKoIyHpRdgXsISl5qJSrOHN6SiT5AgwVCsIkZIhaX3e3DDVJBKDVDPNKMqkEbKuOdHsKYzM5PPyLwzDj3Uiku5BuVx6rM9PzCLg1bF3bhigq+Ol9D4qnp9TRAoxS5UKgVJW9ioVO6zjuV0FhMXNdbOjrR7lew8zSIuqi8tMVu90jFBCA5fcLAYvvhxYjrK2thrwHqi3tSgkjPZ14wWXrYQRsCWUjqFqu2oiaESTYUxJQb+vG6FQJT52ZRbkZQKFcRsxUKg+CtDyCEuk00nzmMsPS9xhWHq2Z0yhPj6FYt1End5MDV9Y+3G/p0cyhDZ8bhqSK/zfrCF3ClWgv2Blt4QPv/hN0x3UszYyhUMyjaFnIVxt49JljOPb/sffmUXac9ZnwU3Xr1t2Xvr2rF7X2fbPlTZYxxhsmJjGECQRIIF8YhkxCViYwk5nJ5CRhvszMdzL5zmRhgLBnyGIwYAzBeJexLNmyJcvaWlK3Wr13332tqnurvvP83qrulic5Z+T/Pg59jiy5l9t1q97l9z6/Z7k4iwfedhve9857RK3y6OPP4vFjZ0X+f99tN2A4E0FUd0VmT7s5ytxV01qxpUVdJoSVhjQtxJrIMOGZUczOL+K7L15Ag7aCpo4N3UnctWszklzHGRwVZj5DVFQNGokJoRji2V4sFFvIF0qoVuqiNGTTkMBpsicntoj3PXAP1m8YRml5Buk4cYmQ5NHQ2o4gM/NouO8s54s4duw4qrUG5haXMDO3jNtuPYyBwWEc+eEPUS0sIBbRsFQsYNuu3bjn3rfhxaMv4OixlzG6YYOso2SLvuuhd2Lvrp1wXUcaOGY0Bt2IyDmP65KjxfGjI8/jj//w0ygsFnD/3fdj/+49Ej4+tzCHmblZLBXyaDNagUxkqwWnYV8Tmi5zJhwWYJX7CgF/oW4Jm9VvrqcT0jyh12urQa9oZUO3WHxzc/xNLQz/P/ihnwCrb3hIAbD667/9fmG033rwZuRSGbSbbWGsRmMxLFeq+L3f/yMUKzzIGsqnEBruvecuPPTO+2QRI+OCg3dqZhrZXAaZZBL1KpkCIZSKVXz281/AQr4gUI2wpcRrx/cHW+PrFRwagmKHRRaLi717duGTn/yELNS1WlUOeYFUnbUSJWVMg+QBlv5m9MbktftYCOq1ivhEsdO8ODeD+cmLaC/OI9Gx0KjV0WLh4XsgJZJx1FtN1O0m6u0Grl6dxyLDRWqWgKqcaD/7vvfi3vvuhsOwHWHDKNN9yncCkDjw4greywqzkUBlx/a9LF0purhg0tejw9YKJ7ypijSxsw8Z6r3wQMJCSfxYVQHKAxep+vweFpQC9UhIZgfjE5fwzce/A7M7ib6xXjgmvW9olWgKsBpJpsWrZOn4BE4+dwztfB090Swi4ZiwEMW7yPePCYBVvgfee7MngcFbt2G2vISlQgnRXBr9A71olqpoV5po5uvAcgNdNR1Ww5KuU82qoxV2ERlIY92ujWiEO4imYzDFE05Df08O5VJJigMWwxMX5zAa7Ubj4hxibYFIxAqAJzIekOnjpLr7il2VzaTxyU/8CnZs2gCntIRXnnsauiT9dVBp1FHzNOy/6z4MbNmLT3zq93Hp/EXsGcrhLXs2ojsZgUE2UTgCLxQT/5mhQ/eib2QUdctBnGmX9JnSgM9/9vP4zre/I4UCn30glRUGFaVToRA2b9mEj/7mx6FHwpKYGiZ70y8eRFbrd2pZNAdyr+DgyK8HDIogaVJYMCED997zjuteZgmsrt91SKTfLg950QT0DRugp3LoTEzAW54DWmW1WUshTs8qJvqqNFeBLUSSvwqsChApktJAukpgSYcXSkJL9MLI5tChp3HbVumODSZg03+NQJeckJXnqldVnQFxRlcAsgJxVQiCsAICIHYFWFXMYAGu+DdDEUyODwOeZUlIEawmvO4sQpkheMUa3FZRJIvCTGX1y7AFk2Ao0ea2PDeVLKtk8iuhBUFI1xrKqkoDJjDB2UZgJywMADJyFZilwGZ161bDmdR7u/ZDCfL5Kiyc+EeBXgaBd+n6G0jGTaRiNFpw0J3sQjYalSA++gRlE/St0qBtHMb2j30EXesG0KTtiLppyhPXB1YVu8lnrEponvIP5YcPYfts1lVjAvX0FXNrheUqEvMV4xMfCr/2fXUne1cg13+OpfrPAatthBB2bYTaIbQNAw3NQdXzcLZ6Hkf+7C9w6bNXEbUiCBltWIYGr+BgfvMsBv7m9/A7Ox7CXv67CYIAACAASURBVK2DqBtFkwymNUhqMJYDGFcxdn0AOfDa0zxpLrlaE1EvDIu+0O0wxt15/NV3/hOwdAZ/uf292Ij10CkDbTfQCtkI02BfQA+1B0kTQphhZEerdFsVbKfChNhMoGRMJxjv1NBpFdCqF4UtsP4X//N1z/Gv+oxVARSlK08/cR9c9wGpgNkfgHCqv6AOQOI12gGmp6fxnUeewutnzovPmIQC+T7bMjt8ZknwWsHvE2aprkuTM/iQcBNZI1SAGYEGygFjyYSAQpl0Dru334hUrh+2Drz0yvM4fvQZZKJxbNqwASMjIwJmZDIZWWsJuk1dHseFUydRWJiXPZSiVFH2Bo1ZmY9KCSL3m/7ZtAWKUp4fEQCISpBUslsO8JkMgdSkHFpjcVMChkI6Q1TIRKL3XxhOy0TbNtCo9aKZ76AyXUWjNI/R9R5cYxrTk5ex70AWN924DqlIAoW5JVTyRdCypOpGkNp/J3JjO0QCGdbCKNUcOFeKSPcPAPE4KlQIRHTEUwSfM9KgodWN7LlhSlWVBQAbicG+wGfIf/N7xE/UBxYDhluw1wRzL3hOQT0k0jlXAZ1rpeot7peRMJxiGVe/8ueIXHwGyb03ojVVxsi5OTSH+3Dqjr1o9a1DSAsLiy7EZqKn4caDh9Hbt0lYJWSG0XUzqOeCPY3XuxYYFvaQ2EwoJgl9oAOJP69Z2QiQgaQAyuB98O9g7+drBg3WYF8lQBVYdatuCucC1ywqiJSXrQrl1IVhSBVLu93ExfEzyGZzEvbTJMDtstYiW6ijAEg2Q/wAD1onTJ84gvrSeZhuE4ZG/zgNUZN7tQ6NYZkS6hJeAfF4//d/4M15rP6vR76p7KjYwPEtBoKxzo3YqjZQXS7LHhPRXTz38Ndg5icQzfRjLqShGWK4kgmX88HPL5Bx44e/BeNAQHCGbDKsiPVluy2MnjOvX5D6OZaIYHBwEGEykCNRnD9zXj3DTkd8NdcSCmT/+CcaasEY4NfF8oJ2D75vLr+f8n8Ge548eVLu3fqxEZHEsuZLsm6N0I4gjOXlZQHj9u3bjQsXzq3YZrBO5ntdWFhGrd6SulmxDZXlhNprlWIomCt8zVZDBeNm00ly0dC02hhYt07C/shuZqNn//79cn08jD/77DNip8IwHoKOBOulPhXlWUvqd2Gkuhp2HjyM93/kN2F3lBcr17XlpWVZn2iXQiIKm8T8vLo2Lg8JeU8JM4G8Z+Mbzz+NZ0++JP7RlETzHOBankh2B+MRfPTnPwS3VsEf/rt/jTDDO7kNsZYX4IsYK1mGLiKdELYPpPH+O2/B4P4DMHfcDKfp4MXnn8Hi4iIyuawElQZOnHNXpjEzMyPPmM+rUChgauKyWlvDYSQSUfR2ZcULnmnfET/khU0iMg4JQBXKFRQrFey/7XaEUwnUGjWMDY9Ko4IAplBsPOZ0FNHdlRPfWDYz6C2ZSKTx6skzmFvIo14uY2pqUionNtH27d+Je+6/E3a7iaZjwrbjOHn8GWRTEQxmszh19qwwBqWxZgPJWEr2Dq7zWpskjhpirAVTJqymAavlwYjwfKrGjevRli2Yx35QWTQi4CGfE5mazbolrDbuO5XCm7MC+Nyv/QvEEjG5l1kGVbVc/I+vfhOXF5dw8NYbcfDgAfQN9MB1LbQ7LZGkh3UCumr9Y/hkfrmEM6+fx7lTF2XccF3j/OGfRDKJjq2CmEh/5JglU7W3h37gSey/YQ+uzBbxw+deRjjajVzvOnT19KJUb4t1UDLiYeugib4U8Owzz+PCxIwEIEn4o9+wlPVZ6ntN5iil55ynDBXitWzu75N9+OrSIiZmZtHu0MdT2bhwF6eCQp2nhHsKl/M0loBDGz+bjS0LEdfGrXu2Y8e6FJxGHS3bQZ4WdC0HEUPHUF8WEZ0hS0lU3ChevDCHmYolxCiDia0ureQIitLX15D6LJLoQ29PBgPhNrandESbRcwuzGO52kShQCzAQr3TRs3toGOE4IVCYv9C9jdBXdvuQKMKybFwz2278Msf/BdAvYzK8jwa9OKu1lFtWnjt4gQ279yF9777p1FZmMHk1SU89vQxnDg3idsP7MDhfVvRZXrIUW0bpt6KxDDlXS8yddZYwrT3xIKQhCUvRF9aB7YPcB45PYvxmTk4XhvruxK4b992dOs8/jgSTMxnEovGEEtl4IXCaDhtxMIRxGMJAbQZ/Ec2rjSmzRAyvd2oWS0sFBbF5qe3O4vuXI88n2q5iHq1KsAybeKqtRrCJgPGbVwYv4SFpQJsR8Pw+k0IdUJ47olHUchfxS2HbsNvfOITeOnoUXzxi1/A+97/Aezbf0CUvWSKSm5Oqw4zpMGk1U8sJo0+CZ5mLR3JINXVg5eOvIDvPfqPGB4YxuzsPCauXsV8fhnzy3k5Expc08mQJdZkqz2KY5TzhfdT1VmB8lcRDcQ2Uta5kCgSkvEUXNuBXW/JukTg94cv/ui6a/Qf5x/4CbD6hqcbAKs/+PYXRLYRNkw47NTzWOyRNm+iWCWwqhirlLAIsKppeOCB+/DgA28DezaU0THJuVKrIJ5SEhf6nbgdTZiqf/e3D6PpFx3XsCc4PdcAq28sdlThA+zcvR3/7t9+SgY+J4OY8oPGyio1M9vVpcyMXRdj6zeIVYCwv5RqWAGxwv5riz9Js7iMh//6c7CXZ5VEJJlG/+aNCMeiAnSw0CewNNwVQyrTBavDwKQm5mbnZBMgG4+G3OJPQwmAD8AIs4Xs03hMpD5yMHA7KhEzELP7TD/KW9gdkVRtLootUv4p9QoJu4+SuqZtr3TbA+CFMkV2nPizdtsSCId+jGTliIzJdtCybZybuYRjl07DixHwcpBI6DDMKHFXROMpmPGkSLircyWcPnIClfF5JNsmvLaHcJSdPfoRKYYT3wcXdLUwuQh1RTF0aAdmSotYKpURTiUxsn4IpaVloN5GY6kCLNXRVQ+JFSV9dqvNKtpk6OTi2HBwO5bbVSRyGYTbjhSz9FshyG0YMSwuFbAwU0JPJ4r21YLIcklNWgusUnIWeNHxmWzbthW/+isfxmAqhgvHnoO9PCedP7LDeE/KTgexoTEM7LgRv/O7/x4DmTju3LsFg0kCV/TOYZKtAc+Ig+Le7K6bkejO0cwO8WgC1VoT2Z4efPfbj+LLX/ryNVIyOfShjfW9WewbGUBfbw/u+pl3QaPcnvYAK76DqpgPPgKGKv8/kDmK7QLHtaEOfwTX2D1k8fKzD733utdnBazeJodKlyyeaAyhDaNAMgH30iQ8SpdaNZ/lKFRqCTdy5UCqQD+p0AXINKCxqPN9SZUTJ79XwYZeOAUt0Y9QulvCLDy3BZ2e7k1Lmg/0fpJvFa9JHjiaQSy3SmdXYp4A6bsWWJVDUXBNBHrDvqRfh2aGJBDJtSyRSLHI0YYH0TFz0AoVeK0SQC9kn8UpwCpBo44hnrK0BKAVggJXV6XUohy8BlRV8mS+D2HHEGLUw3Ig8mR9C2TlgedJwFwNvhLAemthvuDfPmNVQE/lBcs1K2qGxV+VES7xaAT96STClH5aLZi6iVwsjuFDN2HwAx9AKB1Hk8C4rN+KeSrS/wAMlf9X6ngF86kP9W//e9d4/gZsVeUgTWXc6kFULa0KmHxjTAkZq34Mzpr87/+zocsREhHWqpKf22RQWR3MhCxMLp7E8a9/B4uPvA5riZ6YEegxD+c+NowHP/Qr+Gh8D/ol2EsXTyyHfUD/1669xv/tffnPje+GK7WLhgJWoaHmGjjjTOEvHv2PGA4t4i9zP4tsZARaIg693aA5iXruIsXjH9/4Wx4B5w0Ps8ouQv7NwwfBQAn0YBOgJSk/7WYJleIsun/u3/+f3ag13/WFL/znaxQfytJB2erwYy1oIoxVf2OU9ZMsGQLUfsFp2R6OPP8C/vF7z+DKlTnq1VUglexzgf3FtQoTYUURqKck0fe9FvY22ZQ82Mm400UOmMqkoZGNqYewdeNmrN+wHeF4Ai27DqtVRndXFj25biRpteB6KFerUrC3Ow4cq4n56Skszs+JxxhBpsBzUgXImHJw4x/uV/x9bMwKEMO92QzDEAkoD9Zk+4VFjSA2PmLpGkXbioBClFZVQ70I1AoemP3Qccqw2Lo0GYY0jeGeAjYNOBhel0M8koXnquYKw4EYtMD7QCtdspa1RFSSjtPRAUTdNBLJDhAbRKhrM7x4Pxq0aGByfMJEIq18RUW+KzJYdf1r16HAnicIHQok5wJO+o1GxaBSB1VZnX0ZXFBTKTCM3qe+RzRlt3YVHc+E02riO0/8KQaHDGTHbsPMDx7Hbd8/BrPg4Ox9t8M7eEACv0Sy7Npo2W1s3rwHW7YfFG867gnBuhOwEAOATRrNHh00LERjKtQykOeZYSqceIBWTS7ZM6jC8T1ag9cQEM+XTYu0VCezPyq1YQC6NgRQC7yCff0FJddhguZK4qu8a5VnKOuq5cU5zM1NY+PGMcTjKbQcBgrSyofMNaVIoFqA96xer2Hi1eOozp+GbhcRDRHE12EaBAu4PykmVuCFG8jI9/78H173/OYPfP0b31BsVfEjVaCO+lsXr3raiRTnilJPxiMaXnr0YXTmxlGNZrDA7cSk1NwUEFw8TX2LiYCFLqwrw2+yiGWIrUDXNpmiVVwavyyAGptVw8NDMOlNGY3CajgCxvHeCyjrKPB87cdagD8AW4PxzCAmPkslV1cZDAxo4jN47bXX5HMbNqyXMXXlyhUJxI0LEG7LQXzX7t3o7c1hcvKyJETzvVHRVMhXUC5XfZBGrYWBT3twBgmAeF4TryMdz6JZK6OvJyvjb3JmFl29/X5TA9i8eSP27NmNrq4cotEEjh17ES8cPSJML18XsuI6zvWFNZSMNTeMn/65D+Pw/Q+h2eogGomiWqmgUW/IOYEgKWv2VCa7AvaSuUrmK8d1wXLxrZeO4Oi5U8Jw1cWXlc0zFighGAzVrRTQncihJ5vDpQuvwJm9CMOzxF+RORg69yKPIBvhmg7u2b0Zhw7sQdeNt8PtGRHW9cyVS1jO54Uhx7WBzDzOL44FWrx157ql/vnmN76JKxMTQv6Ix6NCakjHo2K9w+ZUhNYYwjNgkC9DWKNyPpyemxdgdXDDCBbySzh0860SjMTzHD0gayRUTFzGju07VHOfwGbbEWn+K6+dw/HjJ4R8sTQ7LfWjq2u488478MBP3QO7Y6HaoL2ZiePHn0O4WsaQq+Opc6cxW68pb2QAfQPd0kRLpSJIJ6OgoptM2040gZMvX8LSYhGpXBSJVEgCl3LdBDtjMj7CpgraU0oOJppzzWTjoY7F+SLmZ4soLlx/wCzH37f+6F+LpJ7zItOdxXLdwZ9/9RGcvXIF3X1d2LhpFDt3b0U8EZUGBz1/U0mym5U+ampyGgtzi5idWUCtaPnB0CoIkHs8/5bnGKPlnAvLtgS87u5KY/v2LeJjPLdcxbMvnITVMdE7MIRkJoMWEogQ/NdbGM25yEQsXLxwGS+8/DoqdUv8WpkNwia+Os/yPSgAkI1Lrn+NelXmcUprY8u2bQJGXpy8IvkVUjvzLGtz7isWodJCsQ7T4PAsRO1b20arXsb2sT7s2TAMo1lSGS4dDUvVNuq2B7tRxZbRfuSYAezYMFLduJi3cW6uhJaEBKuztvgDk1HOuUmikhlHNptEn97BwYEUxmIsyyoStNZuQql6WhYKjTqKzYZYCpY7JiwXsNr0PK3DcGx0RUy8/2fuxs37d0swYrVSFgCb3q6NVhOOpuGetz8AAzZOHHsRC4U2TlxcxuXpadx7yx4c3DYMEx1pQMdjqhEmzXhRw4nET2qipmOjWG2KrQZBQ+6WtKshw7vpJnBxeh4Ly8vY2JfB/TfslCArYjQMRU4mY74axhQGKBmxVAjK75DQs7A0zPgwal4bQ2NjiHVlcGV2VgJneaCnvQjJc45loVgoCIuUFiK0BaQdCs9Hi4sLKPMabR35YgPrBscwM3EW2VQI9z74dmFMf/1LX8b27Vvxlre8Re5TLBoVpVQhXxD7CqpQuQaxdiS4yv1L6gUohS+92h95+Ft46pnnUa235BqXymVZb0Jk54taoIFWU5H8gnN2UBurOkrVRmo/DeyTlL+4WDRqLga6snjogfuwc8tmtFtNvP8Tv/em9vAf1x/6CbD6hicbAKt/+z//i0jiSOBi8m5HY6EaQzIaQbW2agVAyatIYXUdDz74AO67+zAMyjg6kGCoWqOKrp4cLl+6JN5H6XQO3/72Y3ji6edkwkqQSpAs7LNrgkJrbcEVFGYyATwXu/fsxG/95m+IiTsnFgc9vVVJv2dRQiBTbE4MA0PrxmRCMpxJDg1igk78xkO92cLC/BwSpoYnv/VNlKYmYNltmD09GN29C+FYXAEMNKFGG6aEZNG4XXnIUTLBTUC8TuRgouQg4ukW0L/kgMoublImNv2qRA5RbyIS5UKpDgxRMkMkJER17ZU0jcAqQ7covYRaNH3vIcqZRBLITY4+YR6jadrwRLbNjcdFR3OlU87u1cmpcZyYPIeOwY0VyGYTiCVSUsBFYnFEaPUQMWG1HJw/8gqWTk0gbUckAZXgBruHXGh47SyuJJ3XZyYgZWD0jj2YLS1gvliCkYxhZHQIlWIJoZaL4swywkUb2SrZdyHp+JXqVbgRwE2b2Hr7PkzXC0h1pxGihE/roCsZl6KRJtgzs0twGkC86sLxgVUVyqdSW1l0stB59dVXV/xHD9xwAO95zzuR9SxMvvQsciGVdsoNIuK4qLkuSnocBS2Kbz/6fbz91v0ilSCjlemHBKYJoLsMIMl2Y8Mtd6PGZxcx8dLxV/D4D5/Czv37MX35Co4fOyYFQHBYVffGxlhXFHdtH5Vk18Gd+zG67xYYcbIfVsHUYPzzXpIJoYLWOC6UbFc2UIJhItVVrCQyRvgMPvwLH73utTlgrNLr0wtHgVgcxuYhIBmHe2kCLo24mxUVYi8BoWRDMEKF3XoekAn4sbMblnFGMEkgNb/pIZuVHNz5+nEg2Q09PQiNRYFXg2tXobcI+tvK6J8AJtmrXDSCECyydAnOsIigD6ykmyv5urK74H8UsCr3j4n1LOZou0HmAIFVevs5lFhbCHlt6JvWw3ZT0JZK8OwSiI4I05QgkQCrZBxH4NLDiD7JDGGR+89TqP+8fMlscNOVnJxf9w9pElplqsRNzuU1FgCrlgCrj0y5mq4V1wecScXkV80gAj6+dJHzkLI600DcDCEVJ+tORyYRk3lca1lIGQZuefsDGPrwh9ChVIqHOVJmeD+l8RR4qapGUwCsSvKwz9BlyaECrHyAzOebyveusQQICe5MBrMfIOS/Y+UiGwDEQE+qz2fuQ4UVrGEurX7fGsNt/xYpGJpjgSCkjRAPd3oU0baHYshAqdPCVGMBF2eex/mTryDkZpHash0/2tbGnYnb8QteHwZlveYYUKEDa69rLXsqWK6VBUAQwiXOk3DRFI9XFuN1N4TTrQn8xff/I25NNfHfjHdCz4xIUJVLphpVCwIkEJxU3sAaJxMZMVANIbIKCIiI56cP4jIoUuOG22rI/POaNTSKRSTe8/HrnuN//defvgbMUCTZVY9HruHXNgiU4b8AM/KQOyK15f0Jx3Q4lovTr43j+SMv48zrk8gvF9Va4LN0AqAuACiEge4Xp9yXFXCr9kj6tgvY6kLYkNmuLDK9g+jt68VIfw/WDY0iluySAyPHNocLG2G8PxwPPPw4Ek5goy1BGWSGMXSOh/iwePuRuSXNAqkJaMmgfEl5uJe1VGoDn0FO71eXwL0J14mh3YyhVQ2jUXXRquholDqoN6twvBr0SBOxFL3YDCT6IognQkhEbSRQQrxTREqj1xmZlEqWTdBJHJjbyvPTbTVg5ZeUTUI0i3hyGMl4P9z6ZbT0Iazf8w5Ee7ZK84As6XmrgGgqLgcradb5fZiVe0u2xgpwHbCT1WE8YHAGzWnWCrxPfAbBHsPvk8Zd6FrQPQBhW/WazJiJiVN45LFP4/bbD2EseQNKj/0QkVOvI1+vonLbfqRvoGd3CO0wPbIh/oZduSEcvOmtMCIJOYCx3gs+CNKwqc3fQ589No8blIdScWKoa1HBEWwi8ppVUrVABlxrfDHBNfPX92AN3q9SkECk6Bz7rGtEJisJZ5yibA6oeaoYtKqZyfWe9ycaicvYuTJBBqaF0bExuGIBpSyLpZHkdWA1CCDyoOpgbnwc05eeh1dfQDISF49JHpqjrJ1CvM+Uwyr5aQCGHvjgp697fvMHAmA1eB+rwKoGnfVLy0JpriTSyWwqjPPPPIG5sydwxTNgGVGETY5RIGnG4JmKIRq8BhUxsoL7JAGOXbLUJOiu1UKz2cLVK9MS5MEx2dOTQyqdFM9g+skS4OTBWIBVgvuyFqrxufaZreyj/v7BrxG84n2SdHB6EnuehFHt3LkD58+fF1bq4GC/7AtXr06L3zLremUJZmHvgb1yLiDYJPPfiMj1zs4uoFgoC7lDjSRejyKFXEPu8K+TlhAj/aOoV4vwqGRr1FGo1YREodb2DnK5DPYf2I9dO/fAtl08+cQPMTF5SVl8sW7x2bC+qwJcrSPsUnoP//a//WNkhjZKaAvtFRbnF8QOoFGtCRAskuRU2rdCyCASiQnLj4DUX/3oCC5enZRnwhBOg6FDTtMH/NnY9RCi5ZJD8gGlyR1opWWkrArSVhlOZVkaUSQO0O5t40AOd24fRc/Gjdj81nej5uqw3YZ4t5M9ymaUgJq+PZLsoZROx+J47tnn8NUvf1mecTKTRCrBca9LM4G2VyRJxGmHwaaopRi8YhAZMtBotWAmM9h320FRG9xy40HYjZbsLfS0ZJ176dJF7Ni+Tc53si559IaM4sSp13H06DEUl5akuUYvTYItd99zLw6/5Q60PRuFMkN9DJw89RLyr76C0bKFV5tFzJk6tI6LTBzYc2grRkbXCVjK4DHJE+C5xgthZqounrzZbgNmjNYCNPVQoydgsnEcqERyHiq5f7Lxw4aCiQvn53HulUtvan4//me/i1K1JgBjJpvB1aUy/uY7T2Cu3BI7hGwuho0bRxBLEDUEevr6BHDknOF6Nz+7KJJ9ypahK5UDr5PzMtgzaC0jVixij+MgYhrIpGLYummDeFO2XANz+TqajoZkNifgVN1NotNqoTsJ7F4fR8QtI79UwNGT53B1Lo+OR09VU87e3OSplnEcsk8NpNMEVsNi3yChdo0i1o+OIJXM4PLktNisWbTbpCWMQ3UCvS8NyXIhWMuxU/c6iBoROddGTBe3H9iO7rCHWmFR5OcL5RamixZqAqxWsHvDEIbThhApIqkuLLsxvDq5iGpb3Q/abtC6hqSiht0S9YybZOBcBN0hYIvpYRh18UJnE06AXhG6kcWpi6VEw3Hw6lwDV2bnxKuVDNPhdBJD2RRu2jyGgXU9sMMeCo0SSpUqHKsNq9nA2OgQhkZHUSkuwmnZODtRwgtn59F0Wrj35h04sGUIbocetBFaHIulDJuX9PUm2apQLmN+eQmFah0LZUvmM+dALB4VAPHK5CX0dQ2i1Opgbn4RB7aO4VaeRzUGZkYRInkuEpb7zTlOdRUbH2SuSj3MsE826mil4nqwEhFs3rkd8XRKmkSFYh5NhkC1bLFNYd3XqFXFxqSnr19eK5XJiZUW1bzie2ukYTm0xaIfbgPtVh5nzr2OC+fHsW3TRhw+fLtkFHM9p9qYc43rN/cDu0N/XqVoIGFNlHX+Gi94kmbgpROv4e+/9SjOXZrE5MwMHE9DJJaURgIb3XaTwHZdNQAC33ba9pA4putotgILAFeAer4+6zVOb4LRmtNCXzqKD777QezZskGaOr/86b94U3P8x/WHfgKs/jPA6md/4+eQG9mAzPAmNBkagpB0KOltRS+N//AHf4xq3RawhJCLaeh417t/Cm+9/VboIgtmV6KExUIJG0b6cHV6RoIeotEkPv+FL+L0mXMwjbAKp6Efjfg7eQjrngxmZbqtwEtKZ8SsmQCDSRlBC3v37cWnPvVvxHepWCqIb5F0L/zDPCcfAcx0Ko10Kifm3/R3JeNWFeaeAMTcoGgnQG+d10+9grOnT2EpvyybyKYtm2VRV7gvmQ0s3tRCEyRBrsj5SUiQ1gkXLHqrumLAHrDx+D75+/n/LKy4IjSqdQFWeaihj1ulUkKpVAT9ChMp+twwAVDJ+vmHwKfrqfsSHGSlWOUhxC9c+Szka/w9fsow/dJqnoWnXj+OC7NXkSUD9PK0LKpcAOUAapC9o1JHk6EIZiavYnl6AaarI0bwnACT7y3E72fhKGwkQ7FXvaiGTYf34UpzCfOlPKIMrxgcRpNUn0YblSsLCBVtJFoh6LZKnqw3miBe0ki52Hr3Dbi8OIv+/kF47YbYAcQlCMxDLJbCxPgkkul+RJZbqF9aEO9WeqVI8mXHFoCJZuyTU1Oo078WHnbu3IW3vfUuhGpLiDbysvmy8HC9kAR6kTlFX6CnXz4lxvx33rAPEc8TUJ5sRQb+WK6GihfC5v03oH/nfmHMsah78okn8bnPf151sTqahL5EIwYGB/qlYChX63BaLeweG8be4UGEbAs9o5uw5633onvjVtgdsmf8Z+UfNjim2JkTIE3MyRXrJvD+4n3nveZY4Fhko+AdD/z0da/N4rG67XbFKI0koWUGEBobAPQGPB4ii0UlS/Z9UzncKM5UvndKDMausqZHhO2i27UVGIxzeAWgIjM3FAOyAwhlB5THKtM16zXoZFd0HEj7t0MQk+CqA80mEMWBFsi2iZL4yd8raauKG6mCJ8hwZ6lL0IH+wz6DRxgWGrRODbpVFfaBNrIVGtmApQW49DizyRDkUmXIwVKj7YMRhSYyEUusAoRRKwd6BQqJ76qc7VcZqARW/fgC+f1iR+AHnazyI9f6rAZcyQBcVxxPxW2lW6tiO6r+vP+HmDSXDY8MQNU8YpppPMEDgoFs/zXslAAAIABJREFUMoZExPaZdBqGxkZw8Nc/ht79W5B3bNg6I4DaiHXIBFHsMb6GCsRVUCOZJUGsloJ1A3CU91gBjSsBT/6lm5Ro0TaF7g7wUIWLmuwIirUapsoBOgbSAzB8sm4rCFiAhwg0cFXk3+QJrv7OVfZs4LmtBtmamBXKrjoaGlQtSAhHB2EvjAgMvNqcxj+Er2K7OYiPhoZBIwIGX4XdDqxQRyw8wmRReBpseklqAOMpgvetVnz1/sM+aVmCCTQD823gdesy/uqxX8P7k3347ci9MLvXw4tTJt+GLinJlLKp57XywXmk0+eRc1tiiBXrU8BqmWSKYU0GklWH16ihXa8g/FP/8rrn+Be/8Ccr6cRB+jqliqsd+GtfcuW+S/CFAhoU6EZASzU0yJ4pliuYnV3E0RdfxAvPv4ZK2YJpch9QHoCytXH88+f8wDmR/qv8eHgEl8na00PyvGmBMDI8hJsPHcbmHdsl+CWQgNIqQMLyXF9O7Cn2k2rG6pIQzPWXh3deJ9crbnwE8bjncaUyOMYD8wruW+GmWGXwkB7WYoAbg2OF0FkYRDMfQilfkcNCvemgjSqMRAXpPg3JrhByfXEkMkkYkSQS8S549hRC9Tzi1jISsORaxUPRplSUQWvKToGKn3qlgVq5CddWjCseYMlM02wXtUIZpVoIWx94N7bfej9CXkykwzxIdkIOlupFpAe6lIevgD7K9zIAqLgn8ICopJZJeW4KjFQN74DFGjxTHqwD/1EJwiHooQN1jw1HNombcExN/IHrsxWEjBa+8epfY/zSC/gV8wbseGkaMwtLONasYm59D3K33Yx4z6AC5sgw4krjNhEyYtiz/w70DmyExcaZrBmUw/N5KjCCHzzwEFBlgBprPLKI+VrStPX/5vWqxqXyQpU6ypchB+BdAI7xPqx9fwH7lb9LBQDxkBSEkLBmU0xqVVYplhU/KH0m88ZrWxgffw2ZriT6B8fQbHGs2ytNPtarHXq2OS1MTc6iMnsGrfkzSJiu1EEcD7ScIc5ASwAye0hgJRDE5uCNH1F+yNf78TffeOQa5rnMCzKS/Qasa7soLOYlNDYRCeP86RM49sw/wgnH0AlHEY5GxaOQ771et6A7LaxLp9GXzch91mMxlGtVzBWLiHX1CQDYbjTRaNZRLOcxPTMvWQVUYHV1ZcSblnWvZTsCako4JbvfQdiqb0XzT71P1Rz1FHucnsuUVAszkt7QDP9MoaenR/zvKA2PRXjwV2xwMpq4HsSTlJPXsXXzJqQzGczNzWE5XxKPXgmrEva2so0KxopYUfCsQeayqVLfOV64+zJk1aB0WtdRrZSkZpVd3CeCcJRQ6n7rvt0Y6OnC5YUFnLowjk6LIIIP3vuKBfHF5/7q2QJ0bt53CB/51U+i0WzDNCK4eJG+tCay6SzGxy+iN9eHrp5uWB4JFyroLRlNopNM4qtPfR+vz06Lz6Rnt5RtkjC5/dBN2VDU/VQ1heJ4sCnJ95dwLQzaZYw6RQyF20jGDQyk4zAGh5C++W3IbdiDltuUplCr2oRHogl9OLne+onnJkElnfM2js995vN44emnkcsmhalK4Ew82n02oLI+6IgiQRq8bC+ykS0+3XxNA4MbRjG0foOA1LVWhbs1PD0qtfyFCxewYwfDyPwsDrGYMDExNY3njxzFzNQVLMzNIKxr6B3qx60334Kbb75JlHiL+QosN4Szp45janwc4ZaDiekrUv+LHD5t4La7bkRvN8NVLbR1CxHDExswL0SF4TA6nSaS0WXxv2xJ3apUeqoJo+onBbKyflApBAKBaSlcPL+IV4+dud6pLd//Xz/8LmghT5okA6Pr8Nr4RZw8O45Iuh/LhbLsuTyrsFlGkg3PcNDDssaZsYhYyNAqg82PSCIJz6VNgS1+onwGJAgpiytlUSLvwXVkrvX39qLNIEtK+GMJYevz9Tkfndgw4rEI0lEHW4fC6Il1UFguolCx8eSRY1iqNGWPJFAZ0ulr30GlqsKXaeFARm+j2ZSznWVXZFz0dvegWCiKhN1MMM+DmII6j/IczPktnrH8MBgQ6cGxati9ZRQ7NwygVVyCVa/BMeMYX6xiaq6MTluDbbewd/MItg0k5RxAxqxtpnB8cgmz1Y6sX5zPMa7zJBNQ0k8yVTwjCsF42IW9OItOfgmZeFzsIqImz44aYlHaupEdHhIp/eVSB+NXJ4Xgs3HdANJOCzuTWfR6IVRbdQxsWw+kTeRbNcwvL8pasmnDGAZ6elEpFlEmw3KhjLOTc+jv68fu7RuRTUZFCVGqNVBvWFKzk8zAmqdarWB2MQ9H5PsdIYF193VjsL9PckqYG8NzzpZNw8gXq5iYnsXG4X6EygUM9vaip7dfajWqW9noEFWkMEAZEKZURYpUQ/9uflqDl+tGs2MjnmXIV7+An9VCUVQbisluoUTrjt5e9PX3S53SleuRcdfkmYsraziGXHcfKqUmnnjiezh39pREdRw+fBi7du5Qal42emn7SMVR2JTXZSBdtdqQ+8tVjfUA/80mfbPRxNWrs6hbHhzNxFe+/g84O34R+RLXf8r4GYbIBjfte5RnLIPAJXhMCEwCbsjw6jA8mfNbGKpB6JqqbeX/uQ65Ng7s2IJ7Dt+MlKnhI3/w/76pOf7j+kM/AVbf8GQDxur//NiD0GJZdI1uweCmHXB8tgQnF43r/+CP/m8UKqRTK6CPB4UP//x7sH//Pun4kT1JX9JCuSTFZa1aEyP7pYVlfOVLXxVfCp4t55cWYbcJJtCPlMClYonR2FxtXL6Xn2/MT28gFkW7d+/CJz/1b0R2QhZCf2+f8t9xVGI6N212f6UY70CKPh7Ugg/FfFVJieUKJRvTmF+Yg8MFgoUyuWt+MmnALAheN5ALrbBzhEVD77g2nEYZpcKSbGTZnj5Y/AKZOWEDqbg69ATAKic5u4RMOyVJKM/NoWVJQBgXddtSnlbs+vBwGI0nJdmCi0AAgkoHl9J8v1iU11cIqDAJSJvnBrxcL+HJky9iemke9mIF02cuwW3Y8j3y/nig8D01mRxO/1Ctw05zBOlYQnyTyOAUCMBPa5XDBz/PhcgExm7dhRmniPlyXvy2+voG4bEwaLRRvDwLncCqHYZusQhpo1FvktyDRhbYevcBjM9NY93gEDp2HUanLUUrNz16vVw6fxndvWMIL1RRvjCLEB8Q5UVGGHfccgMG+7uF+VJrMmFQddkzmS4MDQyhOn0R7YVJZHTl2aYZEblfYV1Hud5Ei//Pe1arImGEwNRDLuwEVttaGGbfOvRu2QI31iUbL8FOFvizs7NKkkk7Cbshh1MWJfPzCzh56hTOn3odm7pzOLBpFGg10bdhE+782fcju3ELioW8HBDokxcwyXgYzC8t+6nITKnmJuAo1liY80wdJgMmEp/b+977C9e9NguwuuOwYujE09DS/QgN98L1asDlC3Dpa0vgXA6YyleVUJn06n3mqgTyaARWdehkf/ofKirNJ2uTrUJ/3uwg9EyfvJLGA06rIc0XglA8tIpUn8AqDwcWbQR48KHkUkod33rgWssEdVpTQIpyDeVJlYWlpG3IIUCwHQK3dhVuIgtt3RagUQNK8/BoAyDSawWskrEKrhVGSh1FmALM6yJAJpYACsSVxsraMCpZn4J3zQONAlYFovQPIerWBAxI4bqv3C31DwWs+tCl3GlhDhHkEok+vXD90AnfezXk6TDDEaSibEZFhLEaTQCWE0a+7Ahrd9/bb8ddv/YRaIkYSp4F0xe1i52Hb7ki//YxBWHRrfFXDfimAvfKtfifke9XICiBSZ7jGBrUJKjquqi7bTTZIFM5PGAoVG+6X4A03tqGzyZk8RenHBw6ogR12FAQ+4EAClu9O+ouXZteLd/LR6WxH64gbB6IycAxWsDfYwLfDk9hf3gEH8Qo+uUxSESFFKh89ITfOLNMeuDpcudXnkjwHg0emITF6cGGgYUO8Gr9LD7z2Mfxod4N+K3QWxHuGoEXozzbgS7rpB+YJIdb5Y8r1x9iggjBfwWqirpBXtoHVm0fWLWb8BpVOI0azAf+r+ue41/60n9VU8EH1gKG6hulr2uVIPLeZe6tAqtcb/ghQJek/Uq0O5y2i9dOncf3H3sKF85fVWNBfGP9ItW32+Fex69RrcLn36EcWopTgqsKbM1ls7jt9kPYd+ONMKLUC5AtpAp62b/9RqZipxM4YpNVEyCVibgMYVB+xgxpo4xNlz+B/QGZrlR9EEyNs+npxOBUk6gsG1ietlFatlBpsgB3EIqWkehpoGc4jeyAga4eE4lkBkYsCS1kisRPs5toNxuIty7DdFuIuS2R3rY7OpptDVbDFm9GCS7k55ptSSSnR23HctFp2VSFC0BYLlXkfh968Odx2/0/A72nT9QcHMMdW0M0HMZirQSjK4p4OrFik6T7tjzB8wu8R/msxO7AVzzwQBKAjME+I6Bvuy3MQwFgO23EohFplLF74+mOgDlW2RLftvn2FF58+cs46PXgtqdnMPPqyziqA4t9OSRvvQGxDWPS2OI8Z9uDCifXa8FyXGzaegM2bt4Lh00ukUGrjkzQVOS/2RTnnhYwwIJEeILmik2r2IsBi1aAVD/UiO8/8FoNgOaAhSJ+/H4Nx58P/FsJLPPzgeQ9AHgD4Dmo7/g64hcZjaFYmMPC0jSGRzcikegRcJErEgEz3kfdJUBmoFWv48ql87h67hiSWg3diZAEhEodyyRyHtzpsUqpdttGPBrFTR99c8Dq1x7+5hrGjQ+0iyewmvee7Uk9YTUaiIUNTJw/hZNPfUdUKnVXR4tNpY4rEsyIHsKmoQFs6u9lJ0Bqzk07dsKIRvE3j3wT56YXEY1l0CYzqW2hbtVgWZRNKj86Yb7S1iOVQq3WkLpGqT3WhLYqKcA/uZYF9z54ditMaoa1iDyTwLSqgZSChwffthyqGQ7GphHXiobFuaisSvic2filP6Oy1CJDXo2zoJZXZwy1L5GNxjVD6mGPzD9byCAcK82GakbIdfo7NhV5HEXD3RmYegfJwUFMzC+gkq+sNAbEy9Xfz8X6pWODsO27P/SrOHjoHrQaDq5ensL4hXHs278XV6euClgwMrJR9hszZsqaGI3FRbn1xKlTePzMSbRdCx4JDQxYYd0kFgBKlbIqhlprv+AndPlNwqRhYZ1mYczQcG83waQ6QuvWI3vwfrRiaUTDUQHRms263G8C3jJvJaldNSRZOJhmDF/47Jfwo6efQi4dk/FMT1UGXHG+857Js6RnpvjNK9sJesoq9jYVN2m0DGDP4QPYM7oFrLraXCC9kPjUEljdunWrz6ZWpBiCLXOzS3jhhRcxMT4uwCrtOfbeuF8swMhuZhK6MFbbwLnTL6FaLuMth27HU4//UEK5eF3DG0exffc2VPIL6O5LIZImi62NsN4RKwJd2wTXqyMWnoPX4b7CPYgKQlV1Bq1xlnqiSJCGEZtanEYGzp+dw/lTk9e9f/MHPv3BhxAKE1hljeNicnYOHYZeRrswdXVONd9CIbHGaTRa0hZmsBIbVAL4ShAgFR2WfE2AbD+kj/ODLFCGAXFKBiGH0qwK67L+O5RL+4GO6jnFkUqlEevdqiz2hlLYOBBGbxzILxVRKDXx+oXLOHH6AjoMlEtloGuurHXcE3muplybditV+geLbY9aGyOU/3ueKPZCzKEg8B5kULAhsMbCiExLnh16cykc3L0FujCwlwQ8K7R1nJ5axPRiTfZ8rhHb1vdhYy6GmNvAodtuQt0z8aNz03j6xFk0HE8sAEisiZgxUT5yfNv0x05EYWptLF6+iOLUFOIM3mJTVvYcEhwgZ/WIwUA5E2W7JXVHIpFAKmkiadVxa7oX60JRlOtV1GCjfyvB1TBmCkvI5LqQSaWFgMPXyFeauDg1h6m5JfT29mPHjq0oFZZRqVVRqTexxCBCIyRsSwadDvb1S/O20fZgS2MojFiCgXcW+rrS6E5GkY1FsHlsHVzXwKWpKTlrZTouurJZDA6vF8xFlgQ/BJGMZAXQ0wqJSgNfvUUGeiyKTbfchImpK7h4ZUIavcNDg+jtyqFW4RhsyF5IMJ/e01QepGgJkE7J16Q5akah09vbMPHaq6/j9OlTGBruw/4De5DLdUkNxpA6zix+v4zZNv1xY0JYmrgyJXXmAL15TQW48vfNTk+jVrXQ0aO4MDGNJ4+8AIvWX23aXdBKSJ0fRTEs4epUS64quOR84e9Nyrt31eIqIDYpe0eFS5GN35eO4fDN+7B5dB1+44///E3N8R/XH/oJsPqGJxsAq//jlx6Q5Hs3nMDAxi0Y3bEbtkGZg45KtY4//PSfYClfUh0O5n+bYXzsFz6AbTt2sOcr1G+33ZIOT6negtOy5JAwdfkypicmkIzGpQtXtx189/GnMb1QVgw4ViuUVQniEZjJK8aMAgDVxw03HsDHPvZR8cESg2tJRlXfk05nMDA4IIszJxMBCHZOlBSJRSe74Q5KtYqkTS7Mz6JYzMuG2NvTLQv63MKidMxZ5AQF+VqGiPJ9UUUef6ftUr05j8L0OTQqy5IC3Te8FYncoBSvmVQSuUxWigthOfpyRW5w3T3dyC/n5aAldHUa0HMz8ZPAyVrl7sdFiV3I4BDF1wmkVVwMxTCafmp+oIgw+bml6kzdW8a3fvA9TExNwcqXgaol6ZjsbgojLJCA8mcIsPCQRC+ekIF4NCaLGRdxXkfgsSr3ViTvHXR0F+tu3Ip8qI6Z4pJIjnt7B2AwkbHlYeHcJIySg6RjImQruR39pJhK38pp2HzXPpyfvoKhdSNwrDpCji3G46zYGSYxfmYcPf1jiC43URmfhWcpL5xcLotP/s6vY8smHu5UoSOJpx3K1j0JkChNXMALjz6MpNaRQw29ncSDlodOV8fwjl3i93v+xHGkoqozz877wuIyouke7LvrXiSGhqUTJoA85axBui8bqBLy66JJMASueD5Nz8xgcXIKk6+8jH5TQzYWRrWjYXDvzbjzofcKoB0cSoJAKiny/edOQIJMkOAQwL8pCQoOgcG4e+/PffC612YBVncfVof0ZBeQ6Ic2RBP8CtxLZ4FyWVgQCiBSf9TxwAdWib+wA6hHRfKqWfkVIClApQJ4yo3EoWcHoKV7pfutMTWSgVIMDOF46lgK5KT5INmgDr2MyRIlsKrmPWNPFPi4hq0oT9pnjbpkz3KsKGsRjy1FnpXaHkJOCy49JLr6oPdsRKdSACoL8vtpPSBZUiLNpnyOSZo5ZXtJ4Fekdbw2dXhRoIAPlPlaVMX0I7AYHLd4jwghiUnRNc/G55mvMM4VaK1gWqXxpXSYAKs6EHEdImCj2B88XCpgSUJXRMZiIB0xkDJ5oGECNdAJRbFU7WCpVMPgUDce+k+/iw233IBypwpNQldoxaHAWgn780OnJFTItwhQQVTqI3h/BF3lmvyTxAroKJ0Zddjk0t3yOrA9Dy1drJRF/scfVVYA6mBWE/azB9MDYmQaEVglQ8hvmvG6hJ2ystoHHP1rx4BiwCm5egD1EprlKOFrFxzgm/ZFfDs6i5tD6/GL3igGNJ8pKcYuSpbKHcxwXNiiEw+4w6sAKxmrEgyCDhqejiVNw8uFk/jMP/4m/uX63fi4ezvM1DoFrNKyQZiTvneqcudWHX8ZZxEFrPKa/UJORjHfO7VG3BvI0LAawljtNOsw7v/F657jX/vqn4okMQAq5FAsh5NVj9VgP1t9zgQg1GUFX1N7pi+dZyiCbUnzil5/LPJnZ5bw9JMv4ugLr6JWZXNJ6aQ1TyXAB4oTYawKC189Q2Hw6ZpI2viZHZu34I4734K+kWF4NLljQU1GOZk1prL7WRl//vUJZ10YjZwbPrCgcc3nnFEyX7HkYfiYp6FcqKN6ejsqlRaqZLd4VZixFpJZwFxXRyrDBOk00hn6GMal0UgQienxzQYbTQ6SoRbCnUWE3TJiZD3ofG2gyRTipiPBhs1KG9VSFW6LOh8Tnm4imsyi2XBQXCzAarZRq7agh5PYtHsPDh6+A8P79sB0DVQ7NsKpmEymtqMh4RkoNsrwkiYS3SklOectJpDEBqykLTOoz39O0NCQ56OYfwIgrmGw8t8Bg5n3k/sKvd5oL5I0YrBD9MXWELI8dKoOiskyJiaeQO/Fc7jxeA2NV17DcdTxaiqF9N5d6Nm9Ax0zAr0NRESrqMk6oIXoEe+gt38j9u4/BIQicqC5Zsz5DVoJm/IDnQKLIY5b8S0kOBoOKzYMmZ8+k1oxd5UcV8m9VYBTAMixZgsOZhJC1FIKEd4PshxlzPvzj7WjOkip2jCw0BYbB8oIDVPSo6emLsKym9iyZQucji7AIg+ibIaTQaRLM6AjqcwXz5zC1dMvoj/uoCsdRdNqSj3DdVQFOFIaq4IJD3/sz657fvMHvvr39FjlHFOSRmmICJtbpXCTsldYXkazWpcmdf7qRcy88Bg6ugE3FEUknUEi0wWDrCCqBwjk0U7KcSjCgZlMIZ7MYGJ+CZ/7+iNYrDVU49Bfz7hmBfWnqgVVsBr9A4OGjFKTKhubgJX6T7/Zay3BVp4P97o1VhdBzc39VizyHAfpeBzJREzAGtovsaZTASQEBCkfD6IWPT9gVCl/+CFMPbHXIgCkWJ4EYZkdQdmqyeBI+R6VVxDYJXDSc/fmzMtFQkjEw4j0dGOhUkO1oBKllQWiAoMVmzskdX33ulH8+u/+PpptNntMnDr+igCNDgMom01s2roVdqstoVxZnhliEQFulqpV/MOzT2LBaQmbUJiqVPfJ2ufbDl3jphPs3srJSFQ3ci/VIk/yQDQewZZ2AzeOhbBrz250b72JyyVSbCKSWWhbQjqQswU3B3E4UzUE6zTW5o/8w7fxvW89giRrEB944jzjuUyNA7L02/IeqVKUhgSZ42QKxmKIJxkeBdxxaCdGd25FyYqK7JakCs5bAqvbtm1b2ctYm1GafOXKDF469jImx8dRzC9KIvnA8DBuvuUg9h7YJyBjtUEvyw7On30VxeUlvOO++zF+5iy+99h3hdyxZdcepLLdOPvyS9iwYR1GNq9DyPQQNpg/UEc8uhnF0lWE9HmEQzHJaxVbCxEdrpJ/CBbKmHOVVzRDUJsND1MTBSxcLbyp+f2pd78NXV1pRGIG8pUCWi69VnuwWHJw8fKU2AQ0LUfGKdcc23HEWiFg6ItftqgRaDXBbAZl78E6Mmi0yp4q9m6r80+a+iynJUSYIGtM9oxUKiPjsejERBGyZeMgdoylsGEgg/mZPJ559iiSZFxfuYrZpQLC0QS6ct0SLk35NfNaOBboda38rNvQSd3nZ33PbK4VJAPRWzNiMhDMZ9LyrMubK9em7Ae3bRjB7s3DaOWn4VSXYcS7MF21cGpyDvmqI78vEg1j83AfxrImsmEXt990I5xQFEfPTuJrj/wAZu8wzFhUBe9JcKJiHxuJCCKJOCJ6GGGrA7daQ9tuomnV0GrWlKWMKPp4/gvLeKS1GStqNiH0KJBqN3FXsgfrdBMtq4kSQ5OiPFxGkRnqxaadWzE1OYkrk9MImzE0rDZabQK9MZy9MC7kMa7ni8t5mNEkFvNlLCzz7OJg49AAHrzvXtQqFRw99jI8KgjFR1QX/9p1vTkMD3SjJ5tCLhGF22aYuIVZMmrtNkbHNiDb06tUwFTv0GueqlUBVrmqqZpX6mo+A/mEjtjIOuR6e9Cgf2ulJDY48VhUWOqCPXQ6qBJkrdfFF7unu1vqC66dYoFjsmHTRrGoAv54fqedCms1rsNcL+Ni20gWNhvTVHHmpWHHcXn85ROiXFg/Ogqr1cLy8pKAtulkBolUDt/49vfxvcefQanRhEn5v+eqULa2qhXUWZv4A/M9VjEc7l9BqBttKoK6V80PhSupwxDHB2AamvhSrx/oxq037sN/+ezX39Qc/3H9oZ8Aq294sgGw+ucffQi1ch2GGYOezGDzjTcj1t8nvnAsTP/kv/13LOWL0t0g44C+Ov/qlz6ETRs3cdsU4CI/MwnXrqNZ56Jky2bVqtVQqxTlAGkhhK7BEURzA/jS334HUwt5eLpirKijul+Q+J0rGfj+ZnbroVvwy7/8S1J0U0LDwoOdjVx3tzBN2eGlqT0tAIKCOyikKaFm0NH80pxI74VxSYmZ3VJpiuyQ09jc96Fjt44f9FjiR1DEr70+eptY1XnMjh9D1CC0HEZby2Bk217YroZENIIuGtH7BRqTOdnNU2b0MRSLZWE/cKGTgCJZpBSgxRlNWwMuXMrnSHl/BEWeLBhMPfWBVVGV+kWg46nDxMVLl/ClL38FpXwRMRZ7BHFlMeNrdcQPR3yq/MOFnLB52Ncp21Eptgr8UcBqAPhJij27oFobvbvH0Eh6uJqfh2cY6B8cQjhmIGx5mH39EvSig4wbQZjaW3io1+rokOnTZ2LDW3bj9OQljAyvh23VRbLNBEB65sRjSZx/7Rx6+tcjKlYA8+iIVNPD4MAAPvE7v4bhkUF1iJa1b9U/kMwDVEt48uG/RVRYiipYhmEH1VIJbS2E3OhGJHPdeO3oEWQiYSTTCfT09uDipUk4egw33Pt29G3dLsVLsMgSEJfDrBQplDaSJat8ZDqOJd3x/Ow0Lrx0DHqlgKxpoFR3kB7Zgne89xeBbGr18EGw3X+ecv2BXYRf+EsAmaQnq00/OMzwe++95x3XvTaLx+qe2+W6kSCwOgB9qBeeW0Xn4hmgXKDGVjyofJNVNRYEXFIpn2T96iEWWAY0e1GBjhLCtno57AjSBF7LDUFPdSuZO6X4TH5x69D5Owi02pZ4mHFz1dsqJE6jFYDsZQGwqoAq9RHINv3mywqw6vsn0z6EABILJIthcRa0vmHo6WG0i0tAfV7GAcEdxYGknJ3AqgGYvQK6SwBXuwHNaUAj65WskMAZNzD4WwEeec0+o9K3JeDFyzq45mPl1sgN9AFaNWJX4Dz5t2+qzs8S7BRmhABBWJGpAAAgAElEQVRF0jVQqlUJCAghrMeRiBqI6R1EzA6iyQgajo6F5Tp0LYZb3vcO3P2pj0kgXMVtCRhDIZXix5J14bNUedDy5f5kCgZXxcsU0HXt+/AZpcIaDIKt1sgjfV67gsKF0Qt0p3plfPBrnP4rgK0Pmwe2ARxAqzCpf5tWcrfewFqmtBuuH2ugrsUnH8n9TDk2ym0Dn/PO4++Ny3jI2IkPYD0GNEOgerIuaNIvQKIvY155GjLe1Zvm94Y8zvcOqq6O5ZCG4wvH8Jnv/xY+vv0W/IpzC8ICrDIIxlH3lj6bct3KjFEAS4I2PBSQ1hmMZD7MQC7LQaTMOAGrCY8+UK0GQvd+4Lrn+Ne+9qfKwiIAovwDVMCxUU2CVXCJ38dCWurHNYcs9T0+64wsX4LnrZZ4fQvwb5jClnnx6Ak8+eSPcPXqgjwEKi7kOa4JPgteX8aNv7OZtOzgvh1P4rbbbsGeW25GNJNWHnxcCygNjKvDoRz+hJClxpTYfwiLXEn/BTQmk00agDL4fLYVQT0PVyZmcOWEjlQuhGwf023DSGXjiCWTMncIplD6plNeazNkwUPboFe7h+LUOfRHHAxmKHR3RB2js4Xs6ahZHuotR4BEpt92bF0SY52ajU5bR6XmCNNZAF6rg0RPH0ZGt2LD6HYMD21EIpNDvU/4vBISFSGjw0zIz5otJhwXoGVj4j8uzTax+YHyqpV9m4ei1WR4ATcJjvmgI4HF4OuKsaGaEStgpD/OTTZteaA2DfHnJKAyXjwK89UjuPHEEtwXz+KEU8HZdALYsxt9u3ZBZzCpp8m1MFGahzCCkcRYCTSEI0nsu+F2JFJ9cOif7X8EDcqgqchLWAuGBgFbyvpG1XBkngTBV0Fjm++HXw+CNNcyH4M6hfUPxw/HbcBu5WFMxqOvhGJNGLAiA2aXNKjFrgKIRvgaHqaujCMa0zE8skW89NhYlHqM95uAim9P4zkOpi+ex9XzLyOhVdCV4DOiRYYNEiMJDLBe42+481/99+ue3/yBr/3dw6oh7r+HFXBV1htdGjzFfAH1ckXYxM3lWVx55hEZo5yDiVRSrKA4DsT3U6TqihlKtlurTXlxBL1DG/D4i6/gkaeeRztsynPk72Q4pPIrDvx5lY8i562A3r4/t9h8+cz1tcD6tXvj2h1GfSX43uDvoN5dYY1yubSa6M1lkUnF0WjUUGMojkuQgzWV2n8DH2s+78AWI5gf/H+uHayvlTWO2hC4BtIuQqfHIIOUuE/6wAFrc2U5Qr9wD91cnzQHI7t2otS0Mf46PXmDprDaA1dqtlAMd97/Ttx59ztQJoPd1XDu5Fm5rgsXzmHL9m2IMPwpm8PgwDBibEzHIjDjMTzz4vP4wQvPomPSaoOSHFc1h9kUCCzAVmqkNYWYv6Oq+B/uQTo6ZKoZESASg8HE9FAI6/qyOLhtBHfu2YZclCzDukoZZ4NO1ISq9NIl8EoTIJjemEeeeh7/60tfhKl1xMpNscjJIFZBwmxaMNSGcumEBCWxaUQLBk2YkV7YQEKL4G29cWx64HZMh3slOZxBVJzz58+fE8bqaugex2gY4xcu4fSrpzF16RLyi3NiokSl4P0/db8fiNSWMKR6w8HU1AWxDHjr4TuwPDuLx777qEh+t+7ej0S6BxdOnMC6wV5s3D4GMx4ScKfWqcLUenD+wnGEow0Yekwa3GRLygZDIoQfQss9rNNhLgP3SFUBOZaGQr6F5bmFNzW//+zjH0AiGcXC0hxqraaAqnbHw+XpIpaLVRQrNeRLFdTIIif73ObarhoG4uHsN5xEiUjVRigkc0KRM5SNgQpAVvYnBAuDfYFEGjIzJZTWD8VLJVPIZDJwwvT7jWJstA9b1qcw2BVHpWzju999XM5jZJ2ePH0GtqcjkemVa66Xl+TZ57q6hAWdXy6odZO7KIF7ni/9sCDF/PWQSCaE1BPYwqyQkjyOKyATC2PH2CCyZgeaVYUdTuPychkXFkuoWeRDtJFKJrB94zr89FtuYuoketIJJDLdeOLoSTz61PPoZAcRSSSghVXgbMti809HPBtFiHMDcfQm+pAJUy3K+0SSWAH1RglWs4JatYh6rYw2mZbROEyymUk+a9cwGtXxztw6pFq2WKo02w6WWxXUIx5uve8OpHoyuHjpMuYWC2i0XMwtLGH9yAj27t2N+cW82JqQ5Xtp8gp6+4cQDkexuLSEhBnCYDaFe+44JF63x469JEGYoURaqU7RRjIRQV93GplkTLIeWjUL8XQaM1cuo7qwjLHNWzFfWBZwkngJwVHWCTzrEyTlXkxgm/UdlbKhSETsEorEW2IR9A8MCO7CutlqtuS8JSkcDCyvVARcHRkZWcEoCNwyQJTM2EbDQq3WRCym9kS1P6v1SjVJFVtWml8esDA/v6K6KZTKAtjy+lSTRtkKRmIpzM4t4y8/+0UcO3FaSIHxVFrWIAL7rM0C9Y6yv+ACver5HqijeQ08ywer50rzlTWIHzBBlSbnC9c6hmHv3LIR33362Jua4z+uP/QTYPUNTzYAVj/9wXdIMUagj9Ihk9T0W28V9iWZA1/66t+gWmsouYFNf1Md73zwQQz09CAWAuxiAYXpK7AERG36HQiVOsgEa4sAi5lEzTYwtms/Xhq/gocf+4EsxizODeIicnhb9ZsUUM/vfN/51rcIsMruAyf4QP+AHOgUK4dMxm7lT8lJ6jNVhe3htCXJdHpmGgsLMyuda9LnOfm5uLML0pXtkkWGHywU6LUl0u16E5kMDeVVN48dV/Hb0ek/VcDUhZdQXJxBJJ7ByObdyPQMCYODBUQunVFJsrxCg4UH5QdRFQDgY0a8/Gq5KIu0YiXyfpkCskqnd4U5pyR06qBEP0rVcRRlMwsbAUk9MePmAvnikaN49FuPwmrSp0XKTZFQSkeZXXmRp6lDgpLIKTkVWaGSrsx7QTtRJnr6kqxATiUer14byU39CPUnMLk8BzdsiCl3yKSZrIP5MxNAvoUuxBDp8JCp5CBkRuhDcay/YxdOXjyP9aMbJBCs3agKW4A2Esl4GmdOnsHw6GaE5mqoXZyBXbdhtR309HTjd37749iylSEASsYqTGef3ccDerhj47UXjuC1559DxgxJEUnwqM1QL4QwuHUHtu3ejcce/juE223ZOJqtmhwqKpaHzTcfwoG33S2hZivdK2E2qLHJ8yJrbQKrDBBYmJ1Erbgs9/nSmXO4cvZ17BjbJHJIW4/gp9/zPiTG1svYC/zx+BxYDAULelDE06uLnxeZrb/5CMuo0ZBn98Db35zH6vq9t6twhWgGWmodQkMMg2jAvXQGXjEvXVEJkxLTRAXqBQcaYZwZlHTE4SIM3VlQTCGCEivvgKV+WOY4ugahp3tVYdJkuAk9niippadqS2QtlCQpYJXSaBZ+KqxL/Ud12leBVR+x8YtDnWFRBCNpX8ExK6pqES7DaFgyxrR1I9CjfXBLc/Bqi9B4YPBtDhTESXl2CIj1Qud8k8WiBc2qQ6dPcIdpp4q5J2FWcvLz/eO4vgRS7xVglQDhWsbqGv6lD6xee/Qh64hBO0qiLuCQ+KZ1ZKxynCroNuSHJCgfL+j0GPIQ1jpIxEPI5iIwwlGUKy7sVgQj+0bw4F/+B4yE08ijjrir7hHv0CpbVYGrAuIGaKIPqArk6/87OOyqxq1ab+j3FBQfgXRLvs8Pdwm+1pPqEXBYAagMbVLsY2kA+U20FbzZ92ddAWYV3eZ/swIQ+xJyBMhqesM+JtBxpw42sGrNKD7TeR0/jC7i7tAY3qUPYxci0DseyrpaO+MCyioGgqz5azoEAjbQJVTTUPQ0LGjAC1efxRe//wn87r678BHnJuipAXTitGmxYUgqqwK6Arm/gKpyYF/1yBaU0pcJk+oijFXRELZV86HVRNtqwLjv+lnpX/nK/6NyefyP4HmpA9UqqLraKKInnO8Pt7Y5IgCFAreUgoLsPiV/JjNbNTnoPQiMX7iKxx57FidfOStrI+2BfDvdldAlronSIBUAXXGzuawZroex0REcuvOtWL95IwwW4fIM6KW6Coj4S6C8K2GJiBSZth28BsUioV2Q2g/VeFb2mZqEkOiegXjERMTg+G9BY0BLpwmTQTth+vq1YHi2rB81rff/Y+89o+Q6zzPB54aqWzl37gbQyEQkCJIiRUoMkikq2rJlWbZsazyjkdOud+1d79jHu/tjd8/uzPGcneO1x5LHYyvZkijLli1ZlKhAUaSYARIkMhpohEbnylW34g17nve7t7tJeX6QP3XUEg+A7q7uWzd83/s+7xPQtHYikSsg0b6AbO86ol4fPSeKRo91zwCDoY9Oz0GvS69XrplDxWOTSziE3R7gxmIZnYGG8bEp7L3lIPYfvwNT4zsQqbvoLLeE8dI7Ngon5kHrDpDRUvC0GJzeUIL3yt06EmM5xLOqJiDQMxjy9ykWEhsi1jphIBJPKD8fAoShwiVksYaszhBkZWAlPbsjvB91U86no3Ww3LyJ6gtfwVtersF8+RJOry3iedJl7z6GybvvQiTJwEwFpPBCKhYhPZ+D20KjNJWpz8ewfftBCZ4I7z1hUYUgbzCAEVudYCAcvhfF/FOAXbhXbmVbbZXtb7UX4M+mJDP8OpVHrFtp/ST2RUy4JyjL4+Cxy2BQbTPh+kY2MgnYHCJQVppMEkBYx5X5c5iamhWPup6E8bAuUvdenzWrOxBQiuDD4rUreOXJR2E6dezcPo2kxbDH7gbDkGvx/b/15oDVv3nkK5v1SACuhiCI/AkP9UoVrWpdLJDcdg3nHvsShr2OSNfTcTJxLWGHGXEmQysAWg3wCMI4ok7TokmkRmfxN9/6Lk5duQaNLGgCenQBl3pxE3yReoj7erD2hdebz6P4T4az0det1/8twDUEx3+EtSpBdSYjWmEaHkZG85jaPoHz58+h1QxCyNRKLvuLgM5BDSNA8habCcV8V7kQwpzjs8OdRYaC9CTXZcggfvJShwRzG/ZGzlCA1UjEx8zBg8gUR3HymRNoMqAmsA5QYL8a1E3uPIAPfOhXxGeQntW9oYfzL1/ElcvzeNvb70UylcDE1AQmJqakvqAVB2vYqtvDlx/5Ai6fOw2MkMVaVMCqqJyCB+5HTm44vlRMK7m35fx70BlaGompP2NJ0ZAYRk/e35FDt+Ojt89gzHLQ6vZV3kCw/4qJEME4KlK8gTD7L525jL/+1CfBdFmqBXiCpGYNAohUjTwUxir/C9djMoEF1EmmZQ+/P27g9juOYGHPPiwPeW19AUMuXCCwumcjHJbXiyz9q/PXcf70OVy5cAGVlUUYvof82Dg+/NGPoDBaEtCO6gS73cfc1fMoryzhnfc9gKHdxqf/6r/KOrf7lkNIZUs4/9JJ7Ng+g8PHD8EgG432IzBEfXDu3POIpxnExWkR2WzKWkLAYbmn1XFGYwnpC8uVNfH2NFkjaxaqa8tvCj/589//GJqthgwLUrk8au0uVioNLK420OwM0B86wlZt2z3xNR6Ip7GLeDIuNngJenjTDo52DNIPKaCax6Z6S0XeoVJS2cL0pccIw/V4DngHURpNH2P2sARW86M7hYQwMZ7FzEQcI3kGJen43GcfwdToKKKGh0sXL6HVcxHLjYjHbbtZkfuVwOv42Ahu3rypbM90JrU7pEeqgYasE+xzlTorFiPYp4J8ebwSQij2Fz78QRfFdAz7t40gE9VQcyKYW6titcPnSkOn0UIqYWHnZBH3HN4Dr13FsFVDNJ5Ec2jg0vVlXKx3kMxmQWszerfS7JPXN5amv3IKcNmvpmE6lniG855OGC5iFte8DjS3hXZzHfXauvg5c+DB3r1pV7A7buIjU7MwOfAZ9NAc9LHYqKIwO4G3Pvx2VO0q1tYqWCy3cX2pgsXFJRzavwcTpYyElYnfbIxhdbTk4BAjg1QyI/Wl267jEOskHbh0+QrswQDJUkn2fbkX2efGWY/SbtCB4So1SdduoZTMoG9E8MMTJ2HbLRVkKV6xqmYSawhiMBpBT7Jgo3Ictxw6hKP3PyAhxRxKdNpt6aEZzEybxUgsKqD6Wnld8ATW87R8JJYi1oSBUpR7Jkn2RoTMc9bJDOJSKlZlV6TL7+f6yT63Wq7I/cm/W7EksrmM2vfEJjAhQxBPj+Lb3/s+/unr38YrZy7BsJKwaL3o0U6Pez3vc4WXhIxVruehRdeGGkHqSpLI1CO7dSgmgCyfJzaUQSZFzNCk97q6VH5Tz/iP64t+Aqy+7sqGwOrvfeB+TBSLIoklB8fIFnHf+35aioxqvYpHH/sOukwfNJii1oXdbuE973oYmZiJQb2Cfr0KbeAgaVkoN6rYuXMWzXoNS4sL4inCBTySSsF2NaRHptFydDz1wknZDJeWl+VBZFqfTP6YLBkkGnNawJv9ve99D371X/2yPID0KU3Gk0glU/J99NakcXb4Qdk/H3SyTAialisVYax22nXliSMP31CaE276jUZdLVBkSwTsIqYGEuRtNJoKTAum4XwfBEEKYwVhjjl2C5XyinhT5YrjMklkEZeMx4WxSgaOsnXkphGXBaPf5/tjCJQqSLts8sR/houHasQlFEgYQ8o0PWyawgdfzPkJcJLRSJCEi4Omod1ryYL89a98Dc/98FnxIOx7KtlVSheCROynIgoIENN9AgxsD+kdEzERs2Jqg5Wp7KbXVciI4UkbUMI4lUVqRwnX1pfhWSamduwUj6BhvYPy3AK8NRsFLYmEZkkBIMAqJXHb0ph+6368dOk8ZrfvEuZLr1kXA+5EOoVMKofTL5/BxOQORFc76C9UMGz3BTRm8/Q//0+/g1sO7JH7IsIpPBfEgBk8pAl6RBfm11OPfg3N69dhdGyRl9L3lqbf0wcO4a0PPICvf/kLsNcr0mwxjIoTdi2exOH73omxPXtAoYcU+EEDxsZe/iG1pA+728SgU8OlMyfQra4ilkjD1ZI4/cpp/PIvfwz54igGBNlTKZFGhuApz+mGp8sW/7lwsZdJIqVVgZ0FG0zeo7xeD7/rzQGrOw7fo6RpkRTM3DZgYhSuZ8NYuAC3XgvCm8iGoKdi+JY3PS41FuUGDd9N6IP1wINRTQI3EoBpDmWlYZQmgASTIXV4nSY0j891D363C43MLzLGCY7wtZz4E8GnHYCw51gchEjPlq4skPoqBjWvgwqv4nNDv0+5r/U+InYPDuVGkzOAngGaK9DaZWj9kOURsJJ41HzW4zloVkJS2+lfpvXaAq5qHpnOBHsD37gAgQtZea9lrCq5ncZU3g3IbwvkvBECFwBcBO3YdHCIoUyNpChhWct7N0pfX0lQYmOkixSPFFky6ZNWDH2ng7rdF68l1xzAtBIYDlICfKd3jOLd/9dv4+jsLlS9LtKuAYfgR3CdVHCVMmQPatuNxlEOhWuDmNirwlygrqD4lWI3uCQbQKswORRIGTZyvGtoBRCym3ThgIauChs/QFi/6j1uMlo3vnED7Nu0g5DjFpln+BGcI7JRtSGi4Ho+hOmbaPUMfNq9iGejNdwVHceHtGlsc00MNVeYMQy1CimqyuN1k21JkM3kwE8Dqr6GZc3Ds1cfxxcf+0P8b8ffhY8ObhOfYiduQvOGMDnoClK1xauK95W6mZXxg5gbK6Yqm2KfYBVDr9ggcwNiozHsw+t3hOFtPvyxN1x/fe6z/1Hu1fC6bAIu6myFLMANlls4uKAFRwC8bsqhAkZJUGgS+2XxTsY7f9qQbPPAqmZ5uYxHH/2OBFv1Ol2xCFIAuLqolJzL4C+we5BwBENdx5gVwZGDh3DHHXegND4KLaqC6Bhex31emGKBIQjvEddjAMZQhd5JOBKBca5ZrFjUUELCMAlAkqHJwQkHk3yWHbbNlPIrS4IoUoBJEG+AKHu8eBzeyK243CyIvPPAyBDNa8/D69UlIXm92RfxAyWfAxKMOwPxTyUkwweIz2a73cfKah2dHrB/31EcPno7tu27BXouDccewq10RHlRGB9DNeYKQCTnMZJE1DGgN9toe33Ypo/EWEb8yMnSUEPTwFIxGCaGcnjWP/RZk8I/qJn497BJ4fcRZFTe6Mp/jzc2JdMRUatE0UUPqzfP4PpLT+Btl84i/soazi+v4Gy3ieaBAxh9+B2IZjLCgorR6zViKtBUGuNwO1SMNbtjo1jahmPH7lMBVsHAItz7WIeI92LglapAKCUbVEyqzXonlPJJnUJWd/ARAqohoy18HffN8HuFFUM2rUi+dQWsDsjcVA2arDsbyfVB6JcekbrG0x2RFfo+mYkMhFlCrbwmipxkOrcB0vFGGfS78tyxDut2Okgn4lhbuIFnH38UZn8dB/dsh6UReG0IM4Z1yE/9j28uUfjzX/q7LQoaXaSa6jlXFgPkWTZqVTQqdfhDH/rAxivf/FsM7CbiER2ZpCWASTyRRK6QEA99LkvcT9lUs9nleyiXGzCzk6hHUvj2iZewtLqGXrsDLyA9CKjMmjF4PplmTzskgjmivCLrbUOjsHWcuLmshffFVoA1XLuUh2to5RXuQ5TVk1HrS/p7caKA295yGCvlVVw9sSgNvii/IgpElSGgDI42h4LhmqjYhp70NtLcuw7Spok909OoDhwsrq3A4T0jWxq9nZVlCqFY7tk5iwG7XcwePYKub+DquSuBFYBi+ot1j/hJa3jog7+MW269B3arJfJgWohdOXMa5185hbvuul1Z4Og6KpWKyH67rSoatQ46Y3lEElkM6zbM8SK4u4XAKpU5r1cgvGbDCHzFJa1eliflEyogEtnePMZkEW5Uk+AgZ6DjyOw0HrptFuPpCNIGB1+OrKMccknQjQSRcb/S0Kv38F/+7E9RXllAwlIBc1HpJyDWBurZCux0pNZVahmCquzZSvkReWbet3cnDo4UsDAzjit+XL6HYB+BVVoBkEkXWiqwVmvWWjj5/It45fnn0GW42LCHfYeO4oMf/jkkc2kwpLzR6KDZ6OLqwhzmL8/hpx9+WI7xW//8dcxduoC9B48ISeDsqVPYuXsWBw7dIrYZlmHA1uNAjxe9KWvv8mIDg3YdSa59via5IeJl7QMrq2vSL/C9nzv/qvgnx1NJ2SMbFVplvfGPTzx0GIlkArlSCZ4RxfzNNSwsl1Fp9ISB1wn2YIKQBOnZ8yRTKQE/2ReREU9QjWslbR1IBJIANgGw1OCN9z37T14nrsVkrfJrEpisGRKuzF6NvRJ99iOmgantR8Q3c2q6gGIOKGaYJp/EX3zqb+TZef9Db8fq4k3cXC7j1MUbqNlDsY0gC5F2G9tmppBOxiWjwlYYqewfBP5EWh/I09lvbuxjAfuWrMdQncBeemjXsH28gB2TIyj3fVxaWkfLZ4CXgX6zjSQDhQsJzJbSiGOATn0dTI9PjkxAT6Tx9Jkrck9rlgV6aZlWXK1/sbSEO8uAvB8RLoiPuPQwUYaldivw+xVMjiYxzp8d03H+7EXMr6whmcrA8obY5vTwMxPT4sPecoZY7diwDRd3vvNeJEtJVJoVNO0+rizW8MyJswJW3n54H3IJE4VcAulsTkKsabdRXluHP3SQyZTQbjYQ1zwc3LtTzs96uYL1el2ejySHnUHv2+t30Ol1ZHCYMOJi41Qq5XHvnffgh6+cwRce/bawnWMRDrqBCH1jpTfg0EoNDAiu89IQT3jwp96J42+5A5fn5rC2uCSgar/XRUwYr3GMTY5jdtdOGFZUPGXpdz29bUZsH2WQJbUvcQ4PrZaNiEUAOA7TtGDoyrKIEv143BIyGO/beq2ONtfKXg9t8UZPoFDMy74l6zrDb+NxVNttfPv7T+LcuTnMX1vBwsq6DD0FExmyD1P3e9hP8PdILHBAbAhJWRKWZUY2/N7DQa+AwgEhzZHgbPqvm4iZOoZdG+v15ht/wH+MX/ETYPV1FzcEVv/oQ+9GPBZVKeSJJKL5Edx+3/3QrSjqjRqef+GEmGSL16Skstm448gxGN4QlcUb8Ptd8R9iYNXAsDA1NYVapYLq2poCvRhexDTR8Qm0eg7W6y2cPT8nwF6PzAKRf9FeiHJjH7lcXh6MEydPiU/bB3/mZ/CrH/uVwOOTlP8MJicmZQEQizuCj1IocXNvC0hKMIqsUy4Gwn4YcnKnGkmFjSkfJQnR8lUirZJ66yJJ58SORStNlJUknxIiFc6RzMbhMvxClLyq6ONgQ77P9YRqn8ukVeMcJL5z4qmk3ZuWBwKaSlFLaaKSR4nHaoDm8fikLw+CAfh1Frb8nXwfkpIcJtxRKstGXzfx+b/6PC6duyTgVd/rCxgdj9Bo3kSfviMSEkFAsY+hO1TTKjOGiKarsCRDl+/j7w0Zq2HBy6WYKfcoJpDbN4n59SXGpWJ65y7x3OvXbNTnlzBYamDEzCBBMbLGrChbUk+jO7KYuHMPXr50Hju27xRpVrtclUCIVDaNQraIsy+fQdxMI2X7MGt9ON2++AlxYvW7v/vfYf+BPXKuJHQrAEZ4HsiwZtMoct5+B/OnX8X5EyfhtKqwNANDX8fo3j24553vwDPfexz15RUx3ue9MsLpayaLXceOIc6UTDluTlPVgh5KKRWLmH6dQ1TXFrA4fxpJo49Gx8XQLGJhqYwP/cJHEU0kpQAiUJMw6EtDf1oV/hBK/Hkz8O8E/sUTTu45xW4WBpauJnmhRPJdD705YJVWAGyEfCsNszANvViEy2u4egNebR0+AUUpwtT9tuFnys2RsmgzJkwWkdB31wNz+U15uzT+nAIn0jDz40AyJ8+E121DF4YZvVY70Hpd9XvknHLirsBbMhqlUQt8fqQZCGX7cqXVvwW8E0A1IkF6noRHBcCq34HZ7cKJJ4GZcUaCw6jVgU5V5NaK1Rqg5AoylPNhJNPw6LdK5KTbgt5rA75q5BUnXI5wA4gLj4ZFAy0A1FkQfvkWif+WhXbjpUFIk/ilkq3K5oO+xroUsgmmqMaY2m1iMkNJqi/MI8puuTanEjyuvisAACAASURBVDGUkpYwVRna1+g7WKg3cXmtjbmbbWiRLMZ37sAD/+7juO34QdTYMPqO2F8IoCXcOnUMijmogBEFoiovNXWeg2Y0YJKqqLvw7YegBF+vMnEV0hlcQ7lEPkqZ0Y0TIA05S1Q2nGHWRgAm85tCsHajIwvO6BZsVfGiA3ZZeL7DBo5fYxEn78034Woeoq6Gm4Me/t5fxMloHXcbk/gFbwqj8DGgBHboMYlLvW+R/gchJUHIFb0HHU1H1dOwpGt44uo/4Bvf+ff4D4cfxrv14zBSJXhRAndkLCpFQmi2ILJ2AVYVU1hksQFbVSMIy/ufPr4OLTFcKaDpb+zTi3rownzPG7cC+Nxn/3gDyBZQQRiMqsHfBFmDMjPEtgPpbkg6D4FVNlSKsR7arCiPQr5Mhn1UlygakuzNlWoN33rsGTz/7Ak0Ki0F4koCNGNbuEYrr0kW8uF9JOYAjoepkQLuOLwPe3dNIp6MQiPgRysPCXNT96O6uj4sAqQyGAx+bsB+leGOHLMCTck4DrlbhsHj5rlQ7BQB+3UGl1HYz8EOwLAyjlHW/RzOrXi4uVjGnpEktjHYZGjLQLkz8KTQV3519Oum/QPTgsn6I5A/QLXVg2XlcGD/bThy5A6kMkUZavQMJdylIogJnl7MRGSgw3SHTPkSn7W47UhzVo948FNklRnokQUloSMMWGQDyGZXAWmqVlEAOCV7ijGmQn2UxFJNx8hekmczYDBtNNieKwFj/UEfK61lzD/xNeROvojb5tdwtVvDmXIPtdEkxn76vdCntolHM4+fgLWyFFI3iLCIxauZwyJdWCYc8Nx55/2wkgVp7KmU4fUgqNiljJCJ4QHDVsAwCbXZZE9KOKAMINzAgz6Un6tQOKknw2EBa74QyGEzzuEp9wDXEQYXn+1Bt4dBh5YLBOsNxAmUBTd4eIfxyWDtMPBd+JwDGyY0I4YIA0xMTQKqur0BprdtC+5NKkoMuAOGZ3oY8ue5A1hy/k1hjp566luIdlYxkeHvY0AUbWo8vP8P//pNtVif++KXfwRYledbPPLVsKxNS6K1MryBi6g3wKnHvoB2ZUVYqtlMCplkDIlkCokkj5+DY1ZKirmp9gUy4hzMr9SQnZiBF8/gn77zNK7cXMXs7r3Yd+AQKrUaKutLqNtVNDM13D79Frx64iQa5boaBAZsScWEDd7qBpit/h3uMSFAKJ/bEqIXAu7h5wMDdgH3XG2I2QPbceT2g7ixdB21Sy0M+0MsL64EcLnasXmNOcCU0B+NwF5EZMiSZ+AJ71aGuknfxfHZaTz41tvwnVfn8cKpc/AsLm6sCTwZQPAep1d/OpUSrz3X6WHnwVugRSzJA+A9xvpdbDvo9z9kAEsCP/PRf4PS+CyqDBXrd9Ed9HH59HOYu3BGBkTi3cieROoeF1EGrvgW/EOHoPkWtK4Dr1SQZ0E1DmFY4CbdOtyRX0MO5p4udgyU2DN1hwOaiPQGQy0icnwBgPn8xhOyVkwmfewYSePY3j3Yv21UwBzKih3dE2scDq/ED9NM4ouf+xxOPP0U8lyrZF9WCdz0qA73EVEb8niDECv2RAwLSsbzIH73kXtvx0REx8pYCdd0+i6qsJlz584JsCq2DeyPZGhJ4A949cVTOPfis4h6DAKsYt9d9+DQ0cMwrQgGQ0/UBARWl1au4trVq7jj2DGkYzEsX7uM6toisqNTWG8Ncf70aezYMYN9+/cgRZakrqNNW7p2B5m0gc7AwdpaE2SoWfEI7C49JpsSvEh7pbn5eQF7uKWsNZYRszQkrDjqNRuXz1x9U8/3r9y/F4VSCWNT05hfWMHFq3zGHNgdKrx8AVbFXoXhyNGYMOoLpULgSa76Z0lBp09u0N8pAEkNCNT/VQCf8mUl4aYrf8r+ABPxBBc/gq8dAVX53KTSo8jli9h/YBbbt6eQz8WQzIzi83/9d+iUy/j4Rz6IyuoCBi4wv7iOC3PX0eqp8EGu71yLM5mUAF+15lAxwgUAVgxgWvJslSDxeEOCE1+bSiQCCxMDHpU9wy4mR4ro6HEskjDl0o7GgMM1Xvz9o9g7mUdGd+D12xJoZJCIlSvixnobXXpeRywJ5uxDQ7OnQYuUVIA2B020HoBirIoaxnPQtyvwBuso5S3xFqbn5urNKharFcQzaeQ1H3fE4/ipUgluz0a138XyoI3Jg3swuX8WVbsioKfdcXDmyiJOnJmTICv6wRaTxEtKEv7F/o8DQN6PUU2T+5kWejPjY5iemhRSW6PdRr3ZEBshBmRTXcvnpjtQlk0DnYGZtCvqS4bM8aO34xvPPo9/+uEL0r/Jyic1VNCPiH0K3zd7BKUyI7nqvvsfAHptNJt1jJUKiJH8xn6O+yzJSN2ekIb0mIVUIYe3PfCA1B+NWkX2FqpPlR88Q+l6cLy25N8QyOb9yxpRgaoKd2q3bbSa9KseolFvCLg6MzUBWlJw4CKDOw6PuY4bETz97At44snnsV5t49LVGyjX6oKHSE9CMDQI9VYWJZqs37L+05KOewKHkVGua2rtUv7QYUWg6AFCgEJE9njaA7Fuz6TiuLaw9Kae8R/XF/0EWH3dlQ2B1T/84MNKVhuJYO+xY8iOTyKaTQe+SWQ2DqU55M3HaVfX7iCfTAso0O+0xPtoSODE89C0e8KS4H0tKcGaJg/Hwto65q4tYN/+W9DudDA3fwUvvfSyklhHorj7rruwe/de3Fi4KYtJtVbF6dPnEIka+KVf+iX8/M//vDywnM6NjY6K9EpJdVVJwYKJx7a6tigPJYFg+qQK6BkYGPMBChd8BRqqDSmcZLBYVkCdamiKpRJ63S5spp4GcnBJLCSTLZh+bC0OxR/TdWXyyACr0MdGSfsVQKq8MxmUoaTmbM74efFYDZliAugR7A1YbgGbQ36XTI/V+2aDG8r7ha1BaZqv4c//3z/HysoKugMbrukiVUwhlkkI6MjXsBljU8RJf7tio1tvwyKQyH7fpR8rz5MCLkO208aUXBgxfWg05T40g7n1BRiUYNyyF8N+D8N6F+3ra2hfXcNkooiYqxhIvKYdrw9rNo/R47vwytwF8Vj1TaC+XIE37CNXzGC8OILzJ8/DrbsoGXGYtiPAKlNbKUP4rd/+dUkVDKdLIZuX758eVpQhEcinzy2n7pVyGe3rF3DmhZckIGDbkYPYf/txLF1dwMqNBUlbfObZZ3Hg8BHsPLAfQ4L1nNh6THjuyvtnAm4IbhIol2LW7WNg1zF/8SWsLc0hksggNbJD5NrHbrtb0uK5U0uoDMGtLeydkJkjn/N9rK2tbvwubpKU6REMj9AHiGzjgI30cz/7S294bQ49Vikp9eMpAT7NbBEO2Tnra/Dqa4BdERaY8jPku1MehgJ6UcptWvBpV2FGoXfqEk7AjWeTW6rBpzdxKgMtPQI9lRbQyOu0lYckN61BW4BLDJWkLZTOyx0u48EgOV3Yg6pxEDg1BPwC70oyVTmFZrEtM+6gkYPfhtHpwsuWoM2U4LUHMNf78HpVwGOKapj0EPwuodSl5FghXst9gAxbAVbV9FyYcBsfCupVbFUFU4YfQfhu8M9wUvqaZInNtODA7oBvmeEn/G6mTiaiUZFTc8ihGKvKA46AVCzKxlDHeFLDoZ0T2DVRxGg2CS0ax2qjj2dfuYrHL66jHkvigT/8Hdz+1jvRHvQx1GxENIuBvrC41shZDUzqA7G9gF8BMKmCs5TfmQKnNr9bwNhgPVLnRrXIQoqRe3uTnVRKjwT3ewDAvQZA9eQcClAX9t2hFCeQjIfM2X/pZldH9i98BPeMCkBTa/ryYIC/c5bwjLWGnzW34z2YRJYhGp4u7FUypaW4D+45DhHIVkp6PXR1AzVXx01dxzfm/go/fOov8Kf73oV7rNthJooCKtLGgh52wrTk2RJmpmIwh96gYTAhPRBpgyHs1GEP7rAjzxGbZoNBYz49rAzo7/rQG37GP/vZ/7ABoCrAZBNQVY+IOmfh/iLXL0gTV1/bZK5utUUI2YBqGLSZQL11z+P7rPdsnD97GU8+cQLnz18SVwtKvEI2shoiKGsfCY0hlcpXIX8Hp9M4vjuP6bG0DErJaFXHr87i1oCtTUZuEN4TDNXkvQVjgfCOFewsCFqT9yGBT8prjg0TGU7cJ6QZ9U1cr/VwbqmFsg2MJ2PYM56Bha6w+PpDH8O+8q1TQxE2F0rWWGsM4FlxjMzsxPbpfdg+sQfxVF48fXXDhxmPwicAKAFetEtQ9DfumW5/AK3aRtyy0I3rqEcG4rkYDuBCT1LuPyF4yn1b7Xlq6Mn9nH+GSodwv+bwNTyPZBOHrE+RjIpveh8du4Hl2nX0X3wapa8/jsbiMlYiOhZzaeTvugPFA3sFHBYATtbhzXvo9fcUv8yhcK/r4Najt2Fq9hi63Q76g44ArJlMDv2e8rcP7z3ur6ENAC2QZHkhwNnpyKAkZjC4RFmQsLGiBQvXDtY5MrCOGGIRxPMkafGBjymHsFQxcS216zXEoCNOsJSAQ7DWCPgsqe+KacihuXhLsvGHB8dgMCJtlgwJP52fvywzk507d8L3dLRaHWSyeUkpZnMbssDGxsawvFrGwG7h7A/+AbHOTcyMJGFEOJB28d7f/4s3/HzzBZ/7wiPqeobhGgFjNXw+OBTvtDtYX1lRdl1w8ep3/h6N5XmRw2ZSCRSShoCDZNcpr1rFFFYOUconnNJHplJ7dhd6NInP/+BlJPbejl/5td/C1PZJYUJ5todvzX8Np+wX8XbnbVi6dh2N9SrqlQrK5RU0m1UhHgwDFpFaEzdrWcWifG2ATnhvhSfnNeBqsIbJ7aFRAp7GgaO70aN6o9xHzEzg/KkLwtRVdbpqjKkg4/Azovko5NKokelItjxJBtGIhLLMWBG88+AM9u3I4qUVH9/54TlU3Ca0aEoN1Gn1wiZcgCYFR7DOp4RcGm/W9ANHiBUc2nGdjFLxYFnYuWe/YqCtV4ShRuBh2GvCk6RqJ7B4Uvcv3xuPc8hh8ewtcMk6JghQmpAANFUHbf147b/lfG39ssyE1fmQfZoAA0EJDshlceWiTJseDhE4JGZqYxS5RAJ7J9M4MD2C+/bvBPwWx1ownL4CWRHB5SuX8ZX/8pdw2hVoBgNidSXZhockAceI8r2lb7943dLmK2oim8oinSjCSuj42XsOI15ro7pnL9ZiWXgMZOr3cfr0aRw4cEDWBamT+Vy6QLNdxdrNKnrLF5F0h1gsVzF2570BAUaX/A8GV7U6rNkdYQEXswWxwOhVl7Bw4VVYuTHU3ASWby5gcrSEyfERyQKhvLgFC067LteAXtprlYoccy6ZQaVZFw/MsUJJGJYX5y+jNJZDtmTCyNAWq4d+o4tauYcXvnv+TT3fv/bwbZjZsQOZQgHPv3QaF64siUVML5DzEygLg/+y6Swy6RTMeARWjHtDTAA52n6ISpIzxI1wv63PnWKthgNL+i93ex10O11hrIfnnP2d6jnUHrJtaha3HTuIyZkENNNBOjuOx7/xBK6fPYPf+Ve/iHRcQ2mkgIgZQ7/joN5tYeB4aLZaaPVtLK818fRzr+D6Sp1m4aIyG/YGco9rsQRMKypgH4Ex2qAJCSTohzmkoId7IhmHGWGd5CNqmmg5EbgknnD9FqCPyhQXeUvH/sk0RuKasPUpC+e+kE2lYFo5NHtt2YcNd4h6f4CrdRO1QTawc+JQmH61irghAkWf7O0avGEZhXwU0YhSwyxcWxEg0Iv4yPsu/vWBwzhsGRLSvGI3YU2PYPTwbrS1IRp2A/3eAPXGAC+fn8ON1TKKuTzG8xkkDQ179++Rc02QkftTKhZDjPdz10azzYEuxPqBex/vQxJ7pkolZDNJRHiuaKNB2TvPK493AHRcAtcmMukRPHdjCXOrVSFSeXCCQEWFqHJNcjWG4vFZJUOfhB4NY6MjKLjAtt07kMsmEBn24do2dIs6WGDQG2KlWsNqvYFbjh7Bez/wAeSLOVTXV2WPoEI3ErEkzJAAK8F1Jc33BR/iM8eliVaN169fw82bS/J3Bq9xjc1mMiglTXTtHrod+qUrW7NIzEJxfFru+8cefxI/fOElLKyWsVIuy7CM1TzVuUOeNOa2aLp404LBhpGo4AMxLSL3kjwnUgeqYcPWvWejouQgSlSHxGw62LlrG06duvCmnvEf1xf9BFh93ZUNgdXf/chPY3R0HHo0it0HDyKZL6DN6VjQaIs8nBOLXh/Xrl1FuVxGLBHDnp27kCUAS/+qcCIWsptEvqc8WvlaAoj1Zlsx2cgcGgzx8qunUSerdDDE297+NkxOTkrBurCwgNOnz+DFF19CJpvCxz72Mbz//e9HPBEX2jinnwky0wLZGzeBarUsQOFw2BNJWgiICvOPDE/CxJyiiZdHV5iIZKWKL03g7SXeZRJepXhaZLOScs+fG0rQVCGqTMPDDwE5+b6E3k6JRhKZDMEl1bCqoKqAwBo0uSGQKhJLH3Ke+DOEGRnIKSXhNACOQ7CADZpIKYLCNExhla9T6tHu4ZN/8mdYZ4Ke1kdp1zhKuyeQ25GX6W+j1UYuX4IZZXruAM2r67h28SoGtQ76VRsWm/vAn4oFMc9B2KhL8UspyrAPPxNF9tA0rtVWJVVxz+FDYu7ttfqwb5RRubCAmeSIGNWzWe/aXbTdLuK7iigdm8XJC2exbWo7zEQE5YVVOP0uSmMFjBdGcPGVi2gvNDGRzMHq+ui1bfGeoZToN36TjLyjG9LBsICQRo+hDZ2OhDjQd0aSlEWKOsTl0+dkYm5k0zApnSFpLYCDzpw5g8mpGeRGRjDUAHvQQ9ZKSHHGY8/mchsAJ9mkZAwmE3HEYwba9VUsL1yRQDDdSiOdH8PMNlocKEYRGa4hsBqexw3JY1D8KJBY3Z8CYoiZN2WTKjyGEk4Cg7/4C7/2htdmAVaP3COFtWclA2A1L5Ntv1qGV1+H1qkKk1QJ5XmjEnRSMn8CAS4ZX/GEDF6MXgcun2mydjfaJbI/48JYRbYALZEScNTvkaXaU8y8fksmoODGKbWeer38uoCpKr6bgRR9K7Aagj8qEIi2H3wln+kAlBVcrwvN7kErTECbKsCtdqCXbfj9GjnW8vyrj01g1dcT0JNpaAxZIJPQrgO91gbo+6PAKkm2avDC/+R5UHzWLXDfa4HVjWGJAG9BaIfI9cL5qJoSK7heaX4d8T9ikUcwQJ0rVgCxqIeZ0Ry2FxLYlo3iyI4xHNk1g0Q0g6vrDr5y5Ro6734It77tIVQGNQX/ahEpvizdlyk4iw5hJQTXOg4gRTAROnhmeRxO8BakjRTPVcV4UPym4Cxu6eLC0L3wPRWz5IYGzCTiF2yyAq9aAVXlZ22agoYtYmhHsLGuvq6X3BqO9N9+EAJ/P0CYq9f7Lj6ln8dctI6f0w7g3VoRdJmzXN7XZAupe15ScT0GfRiIuX30aIPj6rihAX//6p/g9EtfwicPvA936EegxfLSWPv0bOUwjteJV0/+rkBDtW4HwXqURfM/CdTrwRkw6ZlSvKGcG0OLImLGocMC7n/fG37GCayGgOqG3H8LA0yuS/Bv9aea2G9+bhPoEIbtlu/dZNkr5uPr9yOxqyFob0bRsrv43nd/gO8/8TTWVurCihT7HIdDIlM1TfT75brn+eKrva0Qw/HdJRzbM4FMOi4J8wocDNnTATAcLBZhAEf4LAugGihOiLfJ0yINUcB05NpKv/BgXVX2Oj4cSQRWnq2ub2Kl6eJSpYd630ACPkaTOrIxTdY6BpVw2GjqUcRjKWE02T1HQjByxWnsP3IME9tneWkRQxxRMyF1Du/nWJJyxqgKPvEYcjIQAJ0gh9Xpw+t00M1ZsBMazCQHas7GEG/rvsvrICETgVWMEqpoknAceqzyPfPvUsdYyqtO7u2AxcphmiSXe4DdrWFteQHNYR3pfhuLX/1nXH/8SQzHi8jcfgwTt98Gl4M0Jwj23AKEhbWI+jNQ1QTSv1azg23bduD2u98tYGN/QMUQG62krHJkvIZ7XchYFYayeOpFYDc7pBQjGYuLTQMZQ3GHK6Aa0hDAYkgnl1Cp6wKrEsd30R8OYDBkg422Q+aPiYFtIxtPCDFAmH8Buzz0MA8ZdvzxBIG4PkmunOYr0JaD8lRSVC3nzp/F1OSU1GiPP/4k7rnv7ZibmxNfQPrOnXr5FI4cPYq5ixflGlyfO4/q1Zfw1n0j2D5REKD2Pb/3n9/w880XfPZvv/QaYJUgs7o/1Hnhe+11OlhbXpE6nev9+Se+jrWrZwVYTcQt5JOmAKvJdCzw6VXAtZJNKjmo49CP3kW3UoOeymAtM4pD7/0w/PiogAyFXBEv3ngB3zn7DTy4/yG8ZeweeT/9gQ2fYS/DNlaXr+Ezn/oULp0+t+GFvwHEB0OvTammOh1bhz7h94brlgQhBgAhU71jCROl8RwtgtWw1zNw6ewcfK7pVHzJ2haFTmaW5yAT83Hs0AG8cmEOtfYA8VhCauG+M8CubApvmclhesREtjiCp08t4/m5y1i2CeRT6s5am/9XzzNPtwC2BP2jZLcxulat+WQu80vsKzgQpeyaxxMOY0RFQLA+CIQVRl8g16a6iR7h9D4eWBm4vGcdE/74tmD/D5IXQ5A5WN+24q1bz5t4gwZjcvFwD7U1VhJgqrgki0fl/HHorhsWtGhCcgOi8JFPxvHz7ziOt04m4Q089FwFtmlUe2gOXvnqP+L8S8/AMU2sMFTJUeFEBJ3iQb/IuiFuRRFnboNpSP0+WZpEMpfF/cf2we53sZ4toEV2hU9fbFv8Ordv3y7gi4S80irHbmHuyjkMtAyi9g20luah5Saw++53otNuCcPRiFjigV1r2YjHNQHaMqk0EqaOdmUJc6dPwkjk0fZiYplRzKSRiCk1XSqbApIFuO2mKKxcmFivVsSqaTRfRN1uwe52kCdxgFYA5TVk8jnki2mYae6XNgbduvScj3359Jt6vv/dx94ttgNr1SZeOnsJy+t16JEkPIYM0jeSABWtX+LsO5T6kP6qFi0JPL7frrCgrUgEcYuXOCJgNf9HggZ7XDIgu30V7CM1mGkKaarVailwdcNmQoUgE+yjDd54aRy33XYIO/eMYHr7KCK0Cfnat1Gev4L/4/f/e0yOZGSI2LX7iBNc9Yawuz207Dq67hCNDvAPX/0OvvHky9Do85xMwCJbeujCHnD/DYtJ1hjBUF+Y+FSPWrJnMEyQ7EMGZ3NP7jHElhJyrtVkYru+DJQScHDLeAqTWQuDdk2YzKwZSFrI5gvoOUPxQ0/oOhp9DwvNCFYHOfiaGjLJAEOsoGTyLEDksFcGnBoKeQumobziV25W0ey2Mei3cTSbxSeO34FCt42VdhW9mIEddxxGK+Kh3u+g224LrrFcsfHKhctwNQNjpVEkTA3o2Thy5KDgDOxVEzFLhoq0Vex5LrpDR0KvllbWpIfjL4/HLBzcuROjxQK6raaAo6wPWGf0GMzd7wvLXtdpeVDCydUOqj1DPI8Jw7aba2JnEo/xmatLv0nQucHgzV4P2YQOw+1g/2gKMzu2I8UhJcMbaQcZMWWf7fS6qDRb8CJRTG7fhsnpSdx2/DZMTUyKApMDR1rs8ZmWuiRiolQqYXx8XO5hKoGvXbuGy5cvY3FxUYay3EdZJ0mOjOdiJGogZsWltiRQK8Cx66FBm4BYCqWJGXz10W/jiR8+B4dWJPRp0tRQh9/r+g5i9LrOFdC2G1hptBBJJGUoLvcZawEWhz9ih6X4OlyvaZGo7OmodOhjz95deO75l97UM/7j+qKfAKuvu7IhsPrIZz4ldHumzdOMmWmLlL4JnTrw2VSyaA/nz51Dl4FDzgA7duzA+PiE0O0pHZAimwkAwSREFcyKrSehKGyyAnN5PmzpdFqM269dvy5FuPKL4tSni0e+8mU898wJRCwDH//4x/G+974vmHQkJFyJGwGL2VqtCrvdVpIyy0KlsqZke5zYyFRf+RgNGSKgKriNpFxJrpPpC6eBrrxemiDx2OBiTbN8xUzj4hM2lSqNUdkGhMxJCfno9yQpdqw0gUKhIO+JU1guRCx8RSIZeKZyKiSMVEEg1KSbDaLI+QJJkbBWJdWRw2V1HHx9w1aLKRersPgUuaERw81rN/An/+k/oef1kZkpIr9rHHrGRKoUR75Q4lAPvT6nXzrW6DHqOqgslTGodNC8WUFqQB9NBfaEaBHfJ4uX8P2yGHTjGrIHZ7DQLguwuu+2W1GvrMFtdDFYaWHl9BVMxArIW2ryb9sd2MMO4ntHUDq6Ay+efRXT09ukqFm5tohBx8boRAlj+RLmXp1D80YdY/EMkkMDfbsjPi0stn7zN/8t7n7rnRvnYpPZoMAMFrPra2ty/DyVBKwZRpCOJyU5suPQR02D5ngoFcncdNCo1YWVSgB9IGwYDXmRIAzkXgntENS5Vub1IyNjwgBW0lQX3Z6NWqOJiclppLOU2gc+Uypj9jVgRdjMiawxkO2E95GkOIvkUd1vCjBWAP0D973nDa/NAqwevUeAX99KQsuOIpIrKGuMagVeowy9U1PAaljg/AiwSj/SuEz8TE6ayaAgUCRHoysGRDROjwzo+QJ8CXlzYVAS1O0x6Qt+vwm/Z9OkUUmjxbMrmKwHLEMBVoOfqmDGMAgiNFrX4etWIFinn2WIaHJxIeO0D6M0A20kB2e9Ab1qw3fqdG4OGKsht1QxLOmjhHgaRiKtWNrtmgJWNWUF8CPAKh/XQD4ZRiiFcUyhJG8TYlXNjArNCluckNm56V8bwI8BI0VROXWdEnMCxyqhWDGISZRPiNSUnnnJqI/xjIED20o4MDOK2ybH4aYTOL3/AHpH344bZgfRviEMnwilkLoPS9dgiZzbhR0AaBnTRMEwkddNxMiCC6xSVBMZ2AZIk0aJrLr9Nt+Ful4KjA8nasAIPVblG3n/KllmsPgqAJJFvYQOhczVLTzUTWLkoirAcQAAIABJREFUxr2u7out4PVrH4NN8Fr1jwK+CbNIHdONoYO/8S5jMdrC+7ALD/oFFDjbJiCnuXAExNPlmMiCiHkDdHQDFVfDoubi88/937h5+Zv45L7341YcBOJ5Ifz49MlkpSsMh4C/qzT0Sk4fAqxcU7hnDLrw+gT7B/DIciJ1kUxOMqgiCegcGtz10Bt+xkNgdSsgGu4L4Q/j1yRIKrAJUIcZgqvq+oSDR653Eq4XKCUUc1JdOLHQCQDWMBRG+TU6IsmkLO/M2Uv45jcfx8XTV+UJUMNCJdWnj5fc1awFXB+5mIn9kxncsXcct8xOwIwRwAwZbiELWNkqhO9JINeAjMUahf9x/xblR6CUUb7b6j2FjETlb60gf/q3c/8lc4yMq7Lt4Wqtj2oHSEVjiJPN7Ntg4rtYwpE2Rc9ix0C2OIFt+w+I/c2OXfsQT2fQpdSxTD80C6lIXOTYZIKRSSkscFJk+TuHDkzPgNUbitS2ZjmwswaS2ZSwOdnA84PnP9x31PlXAE3oJcq9UK6lGRUVDxvhkBEiQZ5UXQShD+pZUKE3ZOvY3TaWV6+hsbIEPWoiYmloLt7Ei1/6IsxiCZOHboFPyXgihbgZVUB3EJgUns+wCQ8BMgr0WTvVa00kkxk8+PAvSKMuDT0tAihvpEdhMFSXGivwQQv3cL7fZo2hOHFkYml4VBHARYrBQRJUqixhQvYxN3gOwkUZxNpKB7rDPhzfw0CnZDYKpzdAPGoiZtCLT/lGcp8LvcFlXSWrJaizpB4MPAB5jF1pUj0JiFlauonz589jeXkZ165dF/B2anoa169fl6CWGzduiO8hGcg3ri2IdcDF0y+goDXw4PE9GM8n8YE/+Ms3/HzzBZ/5my/+i4xV5frAIYUhic3rK6vid8wc0fnnv4eF8yelrrWsCArJCFLpDPJFet2p5Pew5hZGtEEwht6MHoatNto9B97oDGbvfhD+2EGkvCSefeUpfHPhn/Deuz+EO7a9FXbTVnscU5OjZAhX8cjnP4sffPdRDDhI3dwWAua8UqJsZTxvrlGqXlfrpxriyBiUwAGHII6HfIFBPTE4LlVpXeRGi6iuU6pL6yoG9rCOUbsFPeNHMxYeuOugBCJ9+ov/jEqbzGRDgAE/omEqYuDte7j25FHMppEuzWC5bePMpXVcXbqGgVdGvWUiaSVQSMWk+S83u5hfqaLGwLkIgV0OICmtJwtUWQfoAwUG80iYBUBgSNZLN2CaS4BWIJXXdTA3QcAz+lMy1DOahJsbg75jF7x6K/Rm2QhcVAWB2mvk54Qbc7BDh/WJqh9VwJ98Dx8j5gWQQELGMoNnhL1N0CYidZ7IyHQDh3em8L88eBwRqv/giDVCwojC9drQL1xG9fJJdDUdJ69cweXlNXSGXItpGUILI6psKJ2OIWFZSERJhrGwc9sOTEztxK7ZGVzqNlBxVW0cZoSStEPgRYYmMnTUYXaauHb9PK5XNRi1CzBba9DGd6O4+6jU4imqJ82ohIPVGi34fg8du400rakYCtZrobqyANNKo9EFauV1xQqMRQWsIwkmkh+TrAQGuVIV1ZQeciBDGbLfCAIXMzmxZmrYbeRGRuE4Puavn8PoaBL5Am0ROvjqZ599U8/3f/5fP4GXz1zA2cvX0OwMJeiJewptLrj+k6mXoRVBVPmPKwsV5WnO+oo7LEHsTCqJYtJELpcLiB0qKKhWraHc6KDdGaJpt5UlHPtO8bZVwUGi9CQRIvC9FvCWoWSOh4MH9+DXf+NXsGv3FBLJLJ781neQ8hzcfWQf7PoqHIaZGVHEdEt0Xq12C0O/j1anjXJjgBdOXMSXv/cyOu4QqWxW7glCBbTH6A0HohigAkSUGAxZI5GLzHsB1NTwjsou+rXyvXLP5ipOW58h+wcjKiAqug0cnMxgezGBQbuJXsCA5A1GFqQRt+D0OB1x0eT1qzIsLiXnQZiJQWg29wSxc+Ie0F6B7rdQzHP4TQKVh8a6jXKniZjTxU/v34d3TEzAq1fQTRkY2TuLQdLAereFLkHgdgftZg/zy3XMX7+JbK4gjFDD5deamJoYxe7duyTkm5Jz1kcsXliLZvJ51Js2FhYXUa01BA8ZKRYxms/K+eh12oKtkJnJZ75Hq6O+unc9zUR0dD+eutzAleUBcskSIoaGOP2VI0NoelesABGdQKowhYFDu4UWkn4dw8YirM5lzExNo8j7jhMFqq2cvliCNNo2FtfWMDO7E9t27RJ1yo7ZHdi+fVaIbwwi69gt8d/udDtIZTISMs5nfWlxEfNXFUGPA2gSl9LprChSSZgjtkOcSWvW5XOxKBUGtKFU61K720a52oQRzyCeK+Br33oMc9cXUK01hXHM7smlMMgdYnuhgA/c/wAi6OGxp57FtbUyjDjZs4qIJs5dgQI49F7dGFjKsFjZDZIUQELdrl078NzzJ9/UM/7j+qKfAKuvu7IhsPrVf/hSEISkNmkCngSoVNIlU+NUIjAXnZsLCyKx5w4/PTmDeCoVeI/SL0UBIPxQ4QKqmVP+nJpMZwlguVxIKYWXEAxLGmz6jCr2A4ujAb70yCN45ocvIpfP4rd/+7dw7733ivyfMmlOhG0uKJqSa3Nz5XQilUihWisLpbzZ5EOm3jA3IPr/8Bh4dGKETzlf0BATaJAFnXRzAR7I/KDsimxSNUGhp45MAcUCQDUpIdAaFoEu/cfgo9VQm8zU5DSy2YzIG/u9PvqBYTiLWPrL8hyIR2rAKlGFFn+yAmO2soPCIoyfswcd1SQTzJaEdvqtOpJs/+xzz+Efv/XPyE8WkRkvoOnZiKQiiGejsnjliiXYXYrddCyvraFfb6LTaKNbaaO1UIXV9pFwVRIsN2ReD56XUGLI4xDvtKiH1L5JrPQb0BIR7LvtKFr1KrrlJsyGg4VTFzFqpFFK5OS9kCXcHthI7htD8dbteOHVU5ia3o5sIYPlq4vothoYmyhhtDCCuVcvoXWtjolUHomhhj7ZrmwWIlF84hO/hvvuu3ej8H79YiUNX6B2CYt3l9fdcSXZU6ZzbPSDxk7qTJHX0etWNbBhejnPddjIhqByWAFyCMH/sXEkA5BMafpo7dy1R6ZqLLrEI0+K1nAoptiNYcPLQoJDAU4BQ8BdeUsFQFrgH+oytAU+3vHA+9/w2hwCq0z2hJWEnykgmisoGWylDL9egd59HbAaWgHwwD1dPOcUYzUKg88aN+MgnVYgMT5oZgI+E19LRfiUszpD6Aysoq9e3xFgVROPJAIMAVMwYFWIvF4K/014UrWLG8hp4PlIKSjZ8wT5TWl4lcSfjV0ffncIvTQLP5eCX2lAbxBYbYgfrmKshsyNkC0Zg2+loMezinnaqQE8TihGegisqudQMaJVOnroPKqe1VD2/Vr4L/xdWy0ItkKSAUggjdEGD1Q1hGTJBO89PCf8fBRReKRsGZawECLwkI1HMJWPYduogb3bxjAyswP9ow9h9dZ9WNeYgs4hEdmqBFZ1CeDg27GDNSypmchTKmWYYAwOl2/lm8iQIRWqpUq2oGEMWHBB66rWemF8Br6tUMBq0B9vSkAVX035u7IQ5L8CZlh4UyuwQ/1L+sEA2A17xteJHYNvDBbNANgU4JbyTKmWeL0kBxoXnQH+wb+Bit7FO82duBcZ5H2CqJ7YAkgYT3CNLW+ANkNFXGBJd/GX3/8jtJafwZ/veh8O4yD8RF6ABBgssnVoQYhe0NMGPyc4agJ5IvkfAAKqdgWsk9pZQtt08erTzQQ0MgzueOcbfsY/85l//xpp7cb5fI3HqtqLQ69oeWY2WK1qiCN7W+DdGX7fVqXG6xn34X41HLjCTOz2uyIDJVOi0bTxzJMv4qmnn0O5XFe+mgwx4UBQ7FEUa5X3wUTWwm2zI7hlxwi2T2cRo3wew020wKeFzaa1Rqhw5TFzPed6K6CpMFeVQkQBf0q2K76wG9/D/ZKsVkP5Y0ot4qHW9bHe19DxGRKXQqNSRrOxijiHZ66Ppt1CIT+On3ro/Th6+73IjIygR494hmUxACMSRatpw+sNUYokECHvi2u/BGip50klq/vw7B7M/hAtbYBewUIym5QhXctuSx3G6xJaBW3uP+FzoauGM6oA1XgyLX/n94Wy+hBMIXit7kJlQcTrz/3q5tJV8SG0GFSixyTwwo/psBeuY2lpWVnDG6b8fEqmuT9F2NgEwDx/pgLV1c+V6+BzX42IVxq3r3e+5xcFmOXvI2uFtSQ91Vhfcd/ja8JgktDOh0BovdqBP2RKsSXMJMuiaogeomo9YjvN4Q8Z5rJvRE0Z/lMyxTuECh4BVy0F7HDVIQsnHiWz11RDPsGkyKRWbBUB+QO2Ic+dhHoGNSxXjwZDQdMqnfjcubNYWlrA/PwVnHrlFUxPz8i9NTU1iZWVVfE+pBXUyvJNkRKfO38ONy6fx/HdY3jozv341f/z82/4+eYLPv35LyiCQmDxQFBZWQPIUygeuGQqra2swm625DlbOvM85k/9EFGLjHgD2aSFRDqN0QJltRG0mm2pbXnvUJVGJidpoL6hwe0N0Gl0MPAjSE/vRuneD+PKqxfwyNc/i5/79d/A0b3H0XEBRlpySBuNAJfOvoIvfe4zOPfyy+KHGkYPbig6QuuOAAxU6/ymFzQZ/zLED/IGwvpXDYUYTc+gM3r0MXCE/o2uBE/arSYcCfdR3sKs5SaKPrZPz+COQwexZ8eY2I998nPfwGpTgfAEB8ism45H8Z5ju3Bk3yhy2W2IJXxEY7xrknCcG8gVW7i+PAaDXHRTHWvfNXF+fglf/e7TuLDaEM8/w4hKxoTjDdEbdqG5rBPUGit73obNmFKvhcOqcMAgtSlZnzENGmW3DN+85SgwPgl9uaqUflJ3BQMGhThv1EwbkpnQcoq1Cu9pAV9Df2slFyFzmqnoPgFW1oV8rjlcYCMWT4gFhB9NYLRg4H948Dh2xiHMQ0r7TVeDZgzgXZyDdvUk3IiJa5UKLi4t49ryOroidNTEEiCbTgvgHzV0pBNJpNNJHNyzH7O7DiFdGsGLjSqq9hARg761im0fqgc3eyoPeq+FmwuXMbfYhbtyFmm3g3Y0D604KXtKJp0RSwLdtESC7ruSPoRkIilKSnfYhdPvCGBarrbhDBjiE5FAGsrMY1yXkgUMmjUJ0eV5sPt9UZZkYnEMfRe1ZgOTI7wPNPFxThSymL96Da+++KL0YeNToxgbK+KFp94c6PKnf/QJPPb4U7h0fQUO6zsrLuC/Q2CQiqMYg+dU/8t1ksMbk3UagalkXLxirUgUoyMjmCpkpM9WQ6y+/EcQa73Vhd13xC6h2emJbV+bakyxxmG4oRqCsadWNtQa4pGIsNzHJ4v48Ic/gAcfoP1CFItzFxEfdGHSbm5Ab+3A6sbRsdq0RYnKzI1sMYvF5QpOn5nHy9dbOHvlCjyTTMQYErR/gS9MQ0rd+wOCvQZ0AmkW++2oBAcRIOPzn00lJWyMNiNet4MBMQSGUJtR9OmVTgyh08D+sQxmRzNwuzZ6HGKzV/McWGYC0RQl6gkBMZuujovrQGeYkH1JlfmqF5TME37C6aHbXoWJDrIM7hJPdw3lclO8ZCeiOv71fW/B/mJSPHr1YgZ6Oo41u4qO76Btd9Fr0pbQxYXra6iUq2KNOD5SRJy2CMx2IJYyPQUrTmamBUPICCR6JRCJxtFud2VgKXYPLlUUA/HD5flNpeJI0SfZIWPXQU985D04fRs91kRjO7HUS2H+xhBrKy1RI/DeIaCox3Rs270PkcJheb8R3UVSbyONOtz2MnprF5CNJ5FPkxw1gNNvIsoBs+ei0+1hrVbD+MQkpmamRcGZy+eEmUuco1gqIpvLyDPPzBwrERcmK9XItCnk8817NJ1R92oipuxp7HYHa+vruHrlCjqrSxIuZUViwlzV6A1NklabDPI+lutNJHMjeP7UqxJoxbqiWq6h3qVtCa1bfBRiURyYmsZ9dx5A19XxlW99F6udvvLQdrmfql4jzD5RyhmFdylcSOEzYpPhONi1aydeOHHiTe3hP64v+gmw+rorGwKrf//3X5YiSLxIhflIs3DFqiJgxwk4gxAoQSByL5uf58rN1usPVSohGS4Bn0CKVgmGMpDJZGWxdiiJDrxTWGBTJs8HlA+YeGYFqaOcPLI4/+IjX8KLz51CsZjHH/zhH+DQwUNy85OlygeBkn4W+zRXlmOXsCVXgawEtlgICGDLnZ5pwYMtDFMFnComSwi4qNZHGjB5mDg0Uo0JFzQyFjj5l2IvCMt4vc9qkIWHuUvXMDd3TXzFCvkcbtm3B9GYhdWVVVlceL4y2YwkOpr0AWGxTK8TMRVXvm8CZG8tOgPEgZ8bsOkM0AcBiintpQzOMPDVbz+K5U4VjmXA8QZwul2kUgmkSsrDLlssyuZF2VJ/6GDl8g20W020ai30y2345R6SblQKOGHQBgEaIbtEPOq4CesDWLtGUfU7QCKCXUcPoW+30FypIjUwcOPkBRSQwEgyL2ANza6b/TYyByZROLoNz516CZNT21AYyWNpfgHteg2j40VMjo5j7pU5NOarmMkUYQ2AbttGL2gmP/axj+IdD96nisagQVINvkJkQoAylEJJgx2U+PzasM90aXXNxeqAoEZQjMoiGgSckQkUNpL8GRtes2QW835iQ89ACg4NOAwQ0NyTpEROYZ2hK82O3C6s7oKP8GcpFpcuAwAeC43JQz9X3sM8X6x/B5wSsiiwInjfez7yhtfm0AqAm5IWT8FL52GmssK0dZhgSmC1V38NY5VzbAKGUo57BjwazMeT8CMx6IN20JAyeEGdc5G4G3H48QzM8RKQsqTR0WwbjMkm4IlhW0mhKdVjSAitBujfGjAYZe0IroOcLQ4Y2DWGZMcQfGWCbJBk6mnkSTF9moWTDa3vwhjfCzeVUMBquw1/2JDk8BCADTmSctx+BF6UVgAZ9Uz3GtB7TQXqBMDq5nCDBxB4km0AvoqRugmsbsrb1YViY6WeoxAofY1T/5aruQmg8pNRheNuAPLqG4XHFzAyKY8xxIM1IoysRExDJh/DgVQau/Ydh/GRD6K/bwKNQU+C4VisEehXTGCVcsz1nlcgphtISGGlQBICfsL41ujLSiuNgLEqoWPhsWzxyFOZm/Iasj4JrPI16hoGSxX3Fb4zHjP9E6kI0HwMNE/4xPL+BHBV/6nfrRLkBcYWj8XwZtg8cWp4ErAZBZTefNYIzFOsCb8H1zNx0enjH/VruBpx8UFM4rCWxXZEYHLAxW+Tm4Jg6xAt3cC642FZd/Bn3/w9eI2X8Wfb34fD2iEgVVAscoP7VwCsBudo4wilOFaMdDakGgcwTGUfdGVoJWxQAR80aXANg6BGBNqdb5yx+ulP/z8bDLDwzIQARbiHqOd0E8TYCqxyfQmB1XAtDNf7rRYDoeR8KzNWDSrDIZMj7ASur0otYuLUmfN49NHHcfH8VbGkiAe+bfScFem15yMR0SVwYtd4Ckd3jWF0LA+DbGAORAj0kyy6xRZHMWZDn3HlV85jEI9zYa0qZiotAbgmi0wwTAPn38lwhYH+0BX/TFq7tAY+Gq6OtmOg2/VQKVMK6kiASc9uY8eew/jor/4b3H7322D3PHQkzIrSSsqfmW5LNrmBDov9no98JI0oTAx6XQFSYvGEMGq6/QGa6AKWAS0TQyyXFgCxQRkqi3pDBRaGMvmQYay82VXAQuiNSWYX3xsZqmxOWFeETGP+UmEl8r1SMRMAo/NX5nDq5NOIp0yMjZRgelGRPPoJE3ECo40Gqmur4h9HRmBEvEtV8NOmz6tiw4Yccgn29LgOqxqm2+njrre/H1NTM5JQTd85/izuYWxaQ8azSFGHw43j5OC80+oLu0f3IuLnyKALR+8rOwNy+MlcIoNWfIFZn7B+Un6+8u9IBI12Cy7ljAZ9Avk71P3B92CJd7WiOxPMkmRq8fVTiiyxWJIgVBWoyD/rfbJwU/L+eB2WlhfwjW98DZcuvYRCIStDLiqUGs2G/Mk1yNRMtFptnDl3HstLi2iu3sD9d92K/+8L337Dezhf8Nef+9vXAKvcA2XNpBes78EyTJHC0gqgWW/IWl6bP4vLLz1J3EzOUSoeQSyZxkQhhVQ6Ld6fNxYWJBQ0ny8iGY8jmSFUqgZfA5ve5Bpcw4K57TY4I7OwchMozU7BZF3txxDzBzI0+sETj+Grf/e3uH71srISIkBLVUDQqIZhRLzeYWDz5noUsBa3MFlDhj3vOT67HIAIuMi8BzWrlrWVTK0De3fh0C17YDK4xXHkOTg820YyXoSBnNxvF67ewJ9++lG0XRIqdEQSMfTJaErF8PCtO3H80DRi2TwskjnhwdLI8l1FJDJErVHibEzCCqUO1GNwNQvPvTqPzzz6FMoDB8lCSVjq7DcGZFqLpJkKND637EX4e2lNxePeDLGVsYc4ACmfX4+WUk4Pg9I0tAN3SC1gNhtSc3u0bwoCrwJqr9pgN6eYwb0V2A5xPxcFXMBf5YWVfU58NOCTWEJwNbCy8TggpIdznAPnhIAlb903iV86OC4SedlZ6ffI81AtQz/xLaxXKrCpYKL1xVoZ5YYtA6tkPIFiIS9ekdwH08kk8rkc9u3ag5mZvdCzebywVsdqvQff6Ipv8cZwb0stz3Np6YDdaeDcpVVk/Aa666vo6ARDc8q7mufMiCBiEdjWENEGAtypYGJal3H/Z3YE+5ChWBVEhVgT3Eiaj8ZQR0xzkSBD04XIjdkrlDIZSTxfLa9hemxC9iwVBBvDiROncP3CJQyHXaTyKcQTESxff3PBNn/6v/8mnj95FqfOzaNi92Uox4EF2c7ZXFYGClwDCYqlEwnkM2kU0pSNuyil4wI4ci0rlUYwOTIqzx2VlVx3aRPQbDXR7A3R7A5QbbbR7lOi38darY5Wp6fsVdiSe76sWyTC8MP0fKQzCdxx12342Q++H3fefhjRiI7q1Tn01lZgOLTJo5zfhdMnVjDAq9dXsbq0itGREsbHyDBPoFpr4+lXruPpl19CiyoQcWUxxFPccXX0BhyI0R/WQm5sHPmxcRgkXQkzlTJxE6V8Du6gj/lLlxDttmT95mNpxsiS1dChbU+nhdlCErsncuKjytBBrh+iLNQs+CIvT0it2XI1LLQtdDtkI6r3TpsPenkSqOfw3HM6sJsrMGAjlSAhh8+0iWqrg16nh+PTo/j4z9yHsdEYhq0hmr0e6nYT/WFPgrnJmGXZt7rWwNUbZQH1k9EYSvkMUknuRj7aPea42JiZ3Yax8ZKAwGR3dzp9lNdr8BwflmmJPQ7XP7vTgmNykKkjkY4L8C15HrQaggsxdaNSU/ewbJpIju3CXbc/hE7LwQ++/ywuXLwJz0hibPs+JPMTaPlFRNBAXK+hEOui31rB/KUzqC8tYzxXxMG9+4T01O3WYAw7SJlUaZJhr1jzvI4E2znw4h5O5SffOxU7sURcbDOKpYIa4MVUkLP8aUXl7/z+SrmG1ZUVGU7WqnWpPyLDLtJUzsQSiEZj0g/Snsdu1FFv2ai0eqh1B1hYr2C92cT2mSl4/T6u31jDWssG+8OsFUUuGsHbb53FocPH8cTzL+N7J16mR5PKyaCl3ZYMm7DGlcEd97jgg5+nLcfu3bvx4skX39Qe/uP6op8Aq6+7shvA6lf+TooVQgRk2EmBKgnJCvDsdNryb25SnHTzJqPsnSxMMQOOxcVKQKXAcaJD6f1ANn1+nsV2yB6UyehwgH6ni7W1FZm+zezaIcFCzSZlHD4ajRY++RefwsK1VezaNYs//o9/jJHSiDBRObFjYcKHUczgOfERFiUXsL6CPFgc675iHkg4FZfdEARS3i3ceGy7LaAIGxR+bLKlgmJEPJYUM5V+MyErRgEeBGADe4DghfT5EpNpx8TM1E6cPXsB9QaP2cT3v/99rK2tSyPBYpFAGieqY6N5SfybnZ3FxISyEODxsGgc0FqAAGfAFhZGDneAqJLzhpIqCY5g+JDn4pN/+9fopSPoR0ndd1G7fANOvQsryibMRTQRF383yuYYujDQKEnl76LfmwO33IHedhHVVApx2JBvSrdUQdtFD9HZEpp6H17C/P/Ze+8wS867TPStOqdOVZ0cO4fJowmSRpJtoWTZsmzLcpCNwWCTMReWBcx9Fniey8IS7mXZy14WvMsuwdhcDAYbR2E5yEmSZQXb8iiOJsfuno4n51PnVNV93t9X1d0a7y6M9j+u+3laM5qZ7j6nqr7v+/3e3xuw49pDGDFFcKWKrGvi4tETyPu2AKvi/doboOG0kD00jfx1c3jymaOYnJpFYSyP5XOLaFQrKE3kMT81q6wAzlcwGc/CGmoCrJKxygP6J378PbgrAFa3gwbSQIo8Xd3bTX9DaOj12uI5x7fDqT/BbLKDup0BEsk06JtK828+ywShLSbcM/5BWDlbTCkFhkYEtB+6jjBUKc0hG5YT93ZvgLGxMVgJS7HWxJBfJdKH12/TCkKaQwXEEYTgVDk00BbWjMNGgqwMZTvB1/jmN/3QVe/Nm+FVLMySaXjxDCLxpDwrbrUCNGv/Q2BV7Nv8KLyIJcAqKNEZNORrKaMOw2A47fS1OHwriehUEVrKxqjfA1od+J0+0GcqWge6S8ZqEPwmUlvuF8qXTNrmTWBVIXICrAotSfnICavVp4G+auzpcUmIRIKEHILDERhT+zGKWwKsau0m/GEdmgA/0hkFsGLgceozqCwJWBn1/Z0mNFoW+IohTNnPdwOrAvep/SJgyyqGeQCqhv4EtDpQO9O2n/lSEb3yctoCAkPOLm3nZd2FbNzNiCVOjgk4jhCjARgvixFDTLcRpXdhDCjaWZSmYzjynu9H6Y1vwtqopZiBJKkI+Bd4RxFIUJW0YrPxegaDBWFCaARCdWlc+Ulws0+GZchYlXAh9doFiKWXta/J1xTSJZFryaAqePdMHY1p9HGNIOZrSGgU57gZ4InTAAAgAElEQVTowQUt9flaWOzGCbqCqag6KIpiKEuUeAcB3yuA1a1rt5UEr5DcrdfFhs1yY3B1F52Ij+O+i8+Pzsp1uNMYx6uQQVa51wQgvy7AalOLYH3k4rI+xJ989hcR7Z7An8zei8ORa6El88LIUmbUyp5C4UyBLFMZ4wI+vVU9+CMfGlmqA4ZXkeHOwQJr4aF4RhKA1CMcGJjQb37jVa/xv/qr33+JtDYEVbcDodubVuWvuv3HbIVXSZpzAMCG3ycER8LrvX0vIxhFqSSLfytmy5nhOGSKdNDqt5HMFrGwWMXf/90n8dxTLyJj0WaAd5YgPOsLJne7GMvEcHC2gD25GPbsnUc8wQs0FLapAHEhA0vO463ASSX/DxirQQq1WAAwSdlj+rAaVjLEQpG9VNCDo0VFOkp/eO7J3ZEm0sB6z0V3oAs42GrWEPGHeOWRI/i3v/OHmJjficX1mgxcI64nCeFaVMOw10e704Vh2zA8Hc5qHdG+JyAWmYLiN63r0sAynVabsmHYbO6jssLL/Rbcbh9x+kWytgrkmGq/U0wugjPhfRDPxiDESiwlmcIbgKth0FVoBSBfx4bctsXL7AufvR+VxdM4dMMhjM3MIEW2Ps+5COu2GMx4TJrCpcsLaFYrcBgGQ1pHUFdtD8ria1CvbSTAqrK1iUrYxP5rb8f+/QdBNnOv1xerHJ5h/BoFJoXqpIE0V6rGYuOqoVZpCkPQ0OgxqEGLMdiEyb1DRM2oMHukvhwOkRE/yyg8Ds6pgDIMCRsdJtRzzOeHYZ0cVJI5yxArcchm8xyEior3rxR14b7BRHkOpj0ZfHomVVxpYQqr96/j3PnTuHTheWmA2xzgBTUgm8chhwvOEGY6D/q3L5w9hbX1dZw6v4jT5xaven3zCz704Y9srkuxhdoWXsVzmAAWrY7WVlaUx3xER+fyOZw9+oj4hBKAJkPKTKRRTJoiy7TtBJ5//jlcurgIhm6VSgVkUnHkqbLyVbhVvd+CbhmwYlPIv/Ie2NfdDne1hoHRR9Ttw+u38Ln778enPv4PSGeySOXysFIZmMIs4xBb7S2se+lZzxqemPBLhjMBW57gY1hvh8+HgGYa6yNHWPGs5YWYyjXlenj1/hn86Lt/AJl4BL7bFxYf97esfQqVGkW1UxjCxJnL63j/hz6DpsMwVV3sX6JWDJlRH6+/bgfe8rqbhLVtRdKIemTVDxBLbMDpU32TDvoDnnM6YoaFXneIcsPF5799Co+fPY0RrZCGZPqyZle1W4R+jFTVCAnFVAzvTQWfslzgWiDww/dEf0S9yxArD+1Dh6FNHIBe4/C+Hkya1Xkt3iRCDtiyAtj+UIk/JIfAnOgEwaCyp3PfDAeIQXiVRv/8IEfBZS1Eua3lQbM4bE5ifDqFX3lFCZO2jY4E/xCcisLv9TD68t9g4cJFWYszO+bRdn00yKqjmCMSRT6bQZrJ4Z4H26BiLo1SYQzjY3Pw0lk8c7mGy/U+huZAhtyhvUiYQSDgOndIZp9qLhYWN2DrA6RMS5iyOhRLWyS90RickY9KvYlSnqAJ6xNFnlF+cD6q1boMdsbztOpSyimx0oxEcHGjgZwVQ8Li/hTBRr0uyetzE+MinV9avozZyWkkLVt8OiudFo69eByNlTV0Wi3YmaT8vMsLF1/W+v6jX//fsLLRwsNPPoelMslCrD0JAieF+cd9lr69uVQKU2Ml7JydwVjWEmATgy50n4zMmCgkc+nxIFzNQ6fTQr1eQ7fXRo9nIs+4Vg/17gD1Th9L6xVUGw102Cv7GmIxE81mWwhAXI+ZGEHLAeZ2zOA3/92v4+abrsdw0MTy8efhNypwaakBDwPPRb/dx+rKOr509CS6zT4O7N2LWNTD5GRRSETPHLuELz3+ONbbXbEMYr3Js9uh37kfQzybxfiOHaK6ijAQUHppReTp9TrCzOVQ7RhDr6uryKZTyvYvogsjsktCS7eD6aSJPVME9ckupqe9K/sfwWP26NR6ZU0LraGLXnRSbAWIFTgcbFCRpkUx8Hz0+/SK7aLdWEPcHGEsn5a9g/eiOnAwqLfxlpuuw72vO4iGW8ag5mDQJu7hotdpS45Fb+Ch70Vw4dIazp1bQcIw5DMVp5rChTPso+UMxe9z155dGJssiULDisVQqdUxGLgYz4+BY0ZvMITDYEGOhZMMcopiEEjzbcMSxjLJVI2BI7W4E3Fx0Wthauc+/NyP/TR2ze5Cu6PhhRdX8a3nFvHkMwsot+j+MYmsWUMmsoqIX8azzz2FY8dPie9sOmIjY6Vx4NBBHDq0D2lDQ1prIeIy1I4YSkf1p9GIfJJ8xk/6wZJFzDOUHRBbaiqhS6WS2FSwlw9rifWNMk6fOoNarSbPIJUkVDDHtCESVFFIvaeoPp1+T0hY9WYXa7U2Lq2VUe876DAgM27i4J5d8FwT337uRazXqrANDUUynUcN3HHzzdLvfexLX0FPgHNDMJJQicX9ZvsAkGcNwWvuGSSysJen/eUzz33PY/Ul542/1SW/rM3vX9oXhcDqX//1B6XQUYbVygtUIIEgxS1karIA5QbEqTCnDWEhy+RCFhzCXgmYS9JWb7KVgvCTGB/OAfxRD8vnXkBkyBRGF5qdxeT8QRjZcZnwbKxX8IE/+yDW1srYf2A/3v9H/0mA0l63I5NHsgMVe0AVzyLHJrOUXjRRlXxIEDL8oJRalK/0eOPf8/8Dlk7IdpJjWOQ6KvmTgUMycZek56BhDkBWHnrK52uLJSmNKyVqERPf/OZTWFpcQaEwBmfgoFAoYOXyokxsFhcXsLFRDmwWCPr10Gw25KXygCewOjszgxl+zk5KwcuNiNdbiiMC0zx0NQVGSGkmUjamMLbxf/3JH6G4d1agmcF6HZeOHkd0SLdGFbCi2AQa+pQbacoQnNBfxDSFdaP7EZCwx0JIWGfb2KBS7AZWAD0MEZnKoZ0AvJSOa+jt6PRQW1pF3s7gzHdeQLFrYCxeUAy5bh81p4XUjbMYOzCHJ779HUxMz2ByxzTOHj+NQbmG4lhGfFfPPXcW9XNlTNEKwI+gKxNUys1iePePvAv3vvkeYRqFHnTS0BHMp69ukJob3hsp1gJwWgpqKXjVM8PnhBM2BcQq2YxqUm2ZXIbFfSjLFIlaIA8Q9muwPvg8kKGqLCNsuYd8dvj1fKZCY6ztTYMAUmJ/oUKu2BDz+9HUO2xiBWAVhodaj294/ZuvegsisLrz2juAZApePCkAKaUwlOd7jXWg31AyfTaqIwVAEtBTd57NJ/1004Cdh7gjOn343lD8yyRSRLz/uE4ScMkgmM4hktDgNxz49T50twu/25G0UgiTgwsxBDhfsj0ryE6eOSUeVEuYTX0QrsHfRy3FGJDK2YcWIdtuiEh/pMJW5uZFAhypNsVvaTTsQB8xqmn7h3qOhS0YodeYCoDRuLdR1uRxWKN2s60PAr1MNFUJ8Dqfj01rge9mUoZfp8BRuaOBQ+CVtzB8bwEuJ9SrALhVFMot8X0Q7GWbhvimCluVa9bV0RWQivuXDS0RxSve/Sbc/OPvwgZ3C2cgP51hQTTx59R9IEWtAkMJpgnDQfZE2Ymk6aC3PgsL/ioBIoEtgMhyQ19c2VgVw1TdKQ15WgEE8lr1t8qOwKAVrzRLGnJkDALoMtFUGmvlrWlrOmyf/47ssggMvr7NgySwyJAWBvLaxdLjJSDh1vVVgL2HiKuAFIYGNL0haqM+/h4r0qzdYkzgNj+NPAGxCKf+TDHuogsT646Pi9E+PvCX70U8W8UfjL0We6IHkKAnL/+tDPD4ptmMhfdKvd9NQzuR17M78KDRBoMyaJc/h+cHGZkMwOKFNhGJ0WP16n2U/+wvfneTUR8Wh7JnBMx8tSfy2VADSEkG5gCA4IIMKUI2q9Kc8M/COiBkjnGtOCPKwZzNM6vZqKPdbKHfVh7l9McaGx/HWGlc9rOu10erVZdzj/5Xn/rHL+Lo06dlYJHQDZgwMSQKGiVDuo89k+OYSxuYKKUxP52HbdIHkteIUmA1GmWQQDhgVENHRXkPwdVQ8k9JeJ8N24g+n0pqyP2XXuYjz1R2Np4Dh/JaPQLHBdo9F2YyI36n5Uodl9cauPX2e/Brv/pbAoSur6ygyybaNOHqivlqaJSTEhiHeMXR41GnBN33JbSF11HJfreuK5sO7us8+9mYhHWMBKjJsDhgzAf7Pt+bHjU2fVT592xMwiEdr3X4/dm8CBtEgioILHqIJSzUGxV84VOfwgtPPy32O5OTOcztnEdxfFZk/wSAlHCI9kzKbqm8sYrLiwvodxnopx5pqTnowWeTJZtSNlEEKALpPJ8XBmROz+/EkVfcCdcz4TtD9NoNldJrWFITiZWJoWwBeH34jAjz0oxj6Hhot7pweEZxrYwS8qxaJoFcDvyHAlyxVqOCSYLkOMQg+31En8Au0oWsvBdeY/GcpX+opLi7EojDwSVfuzDqAkdrTzMwohR9xBCbKOr9IYamg3yyEAS3eVI3UCFBVtfJ44+j16HiRH2EqhaCvMPRQIgCZE+urKxh8dICzp+7gC9/4+XJCP/irz8EQ4tJ8AZtcDRDg0crEp0sXgNRUu69ITbWV1BZq8JwgUF9Ccee/Bps3VFArADkPjJxA3E7iVxpHIaVxmNPPoVypYa5qTGkknEYcXoOGuhzrZATp+uo9gfYWGtibNcu3PfT/wb9QQTLZ5/E4pc/iqdOnMN614Gdzihf+z59iVkTUYaryADKE5I1rEpsDskWYW3D5yZcJ6FSKPS8k7Ae7t+i6BqKbz5rPZ4nv3HfK7Fjns8OE8IpcSVPXMPU7BJqNRsjdw6O76PcbuLTXz6Kp04sImab6HVYB+uIRYeYzyTxw2+6Ebum8khZOlLJCibmz2I4yGLtwkE4bgGu1oLvmlKTDGnr1W7DcXv41vkGPvnUOXiWLRY+Phm1g7awnuUkDawNZBAc+sYGDCnZv4iVEpqSM3kIzYnA8ZPADdfBo/y10RX22dbxEtYDityhfDu2eqFN1ZWAiUEIT8CyZN3EzkUGsmGtxdfJwbhhwzdVLSTIN++VmYadyOBt107i1VOGBJDGfBsDnbLvCLSNC1h58ik4rTWUSrZ42Tv6ECZVQDCQTGaQpIe9sMrVWZ22M8gUphEbn8Pz61UsNtvQeX6SfOEMEDG5F9Mn1xMGXuiFHD4nBKtU4BfPT6WM5HNDcHgw9LC6uoHZiZzqdiRglaAdLTgtLK8sI2aYmCgWN5lqtKLj2fjsyXPydYVcWkIoLy+voVmt4dDhwwLePvfMM9i/d5/U9p/7/Odp4IyNahWL504LsJvJ5OV5XFy4cGWB98/6/1uu3Y/ucIg+zyvPk2ENK6V8IS/kJLLCS+kE5ktZHNozi7nxMRk8d9t1ATd5jYURaNvI5meE8MF+rN1tobq2KiFfDJlkdd8b+WgNXHSGvjD9FpbXcLnWFkCc4OyoN1IJ7b6LeMKWMDNbG+Hdb38T3nzXrdD8Hpwu+wbW80MZBHb6LsrNAZ47fhYPP3sa0YglnqZWTINtRWGbNiZmxnH69Dl8++gLiMYzGGgxNIYjxHNF5MYmkC+OIUoPVJ7noiaMIRmPS19MD2L+HEWI6qB6+SJiQwd+o4lhow4rGYej+WIRGMMQ1+yYQsrwhcHIM5/XcsCedcTnzBVbtHTchjUaoOUP5HywoiYsIy7Pikd7Ng5fpX5w5JxhWBh/drlcERJXPBbB7pkJ7JgqImmQiMAag/XdCK1GE86AnbqBVtfF8ZMXsLRSlb9XNlWeAOWieo0YmJiagGHq2LFrFraUkyMYiSQsw0JtvYw6SVkOA+QiyGayEgSnRxkKRWIDwxx5throtwjmOnDMKNbcAXoacN+9b8Ubbn81sskkrHgKhp1Cb6Dh9NkFPP7ki/jqE4uIelWMZTxcunAcTz11FJ7PoMMECoWU9NorK00cOPwq3HHX3bCiHoaOj56bBtkcVDGm9TpMNCUw0Ij5MGMOYpERTOJKOusLDnC4zDnkdsR7lltX3LRgkSUeqIyUQZran9hTC2GKQGuQR9Jut9CsNVBp97FYbePkpSW4moZ43ITljnDtrmlcc+0efO7L38Cl5aa8h3zaQMbvYu++fWiPdHzukaPogbYzipymeiyqclQdJ0NiEtXohx2JSZ9F9q2njWBaOpYWVv5Za/r/L//oe4zVK+50CKz+2Z/9SQACbbFVxPCc0waClbGYgKks2lnYrK+vY4zmy+LzRGmXClZgEblR2ZCDm2CgJAzTH4Y2ATzU2azzASUj4twxuJ0KzIgnU4T8+C6M79gn08BzZy/iQx/4K9TrLYxPjON3f/e3kKVkjgE7ZMsFBQN/FRl84K+k2IUK5CALRiT1sm58KdRVyiCbDbGqDjw0wpAgxfoQ5hx7PYO+VLQdUGDPdkyezbBAq0GhFF5WphuysPv0p+7HP3z0k+KREkoWc5mkSK5YPAjgRqmrYciGHU7lmc5IFq2k4lH+EItIA0UbgvGJCUxPTQlIW5oYQyqTQjyZVNYIvA8RHRfOX8Af/ul/wdzhvZJ82VhcQ2+tLiAQiycWKkznZCNKjxmJbGGRx99FeRAPpNlIxhOwYwHrMgBWQ5BRgNWhgw4cRCey6KR0uKkIDhw4iP6wj+rCMsbTRZx66jmkGhom7YJ8f7c3QNVpIXPTHKau3SXAaq5YwuTOGVw4cQa9clUkoFMzc7jw/Fk0zpTFYzWpGwKsMryK4MgPv+cH8fZ33Cf39iX3Ru3GmwxT/h2vJxknnP4xXIWFfZjCGjIpLCtkVAfSsoAN2eko6whVGCvJKn+fzqQCpmYQRiAhKSFYwQ0+LqCCAlaDcILACiB8vXxeZM2E8GXgmyaS1s1AK9WIsDEMAdzXvubqZcIKWL0TSCTgJROAGVfeRf0hQBuNfhMgU/NKYDVIyNTJFIpnAEvifuANO8pflaxOSVRk08+DMwk3kQMIrNoa3GoPaJKh2oXW74g/jQT48GuF0fdSMFIBquHndmCVqE8IPpJ2SWCVJuaKhQCdRbYDvTeCH7MQmZ2TQkqvNoBeEy6ZsizEN/c+gWcCoIBsQ/qMBcbo/lA8j3R3C1gNn3sBRl82sKrel/rJV35sAavyugTTDBir8r4DXzS1WmVizvAq24wgZVlIxZOgzSAHJa2ugcbQhptJ4Ib33ovXvPONWBRrEcr41PNLJpOwP9lsGBHxLSSWS7kvgWIWUSwyxMswYLKqx9cXpqkAqAKsqsGZeFgKe1X5FvL1ppPFwCCBz7lKrhbsUIBV5clq8WeRVM/hQRjywck2wT5+Br6tQlbm9+XXSeiMkqlaDOQSsTBgbo9G3nZ5henPn+3Tb0mNCwjNEsg96XbxDXcVZWOEu7Vx3OylkdOiGAne2EUbJlY8H2f8Gj745z+HyfEBfi9/G3ZErxGZowCr5MyI16oKEdx6xAJ1hHh7Ecxhk0gwlV05ffIoMeO+MVChadxjYnFECazecvU+yn/657/zkqn7ph82z6cgpCxs7FUSdeiPqWTQBM9D/9UYnwmxplF+h/zg+cpGjwEYlUpZZFr0hu51lB/bgCE3AVsxEU+iVKLf3AQmpicQT5iiKuFu1+wO8KWvPYonHn8aXtdBOqZAXY+2CZ4PO2JgV8lCMRvHRCmJfNpCwgrCJANJq2KjBkNFWv6EJC75vQq4keGvWPqo55N+1/TE5lMqclAyTRn241BhQsarJlJEBnp4moZkOoPxyXm88uY78Krvew2MWBLtjZqcj3zoY3FLzlxRrHRc5S9qRuVTMyKSiMwH1o4ZQfq68mbndeV+QjkbrykbttBTUOosspICeXx4Vsh5QCCTXnIBiMDhXQis8u9DiX7ox8o6xjANYZrzDClXN/Dggw/gxDNPo5BIwiezxIpgbHwCs/O7Ja3XZ2AfgQqeSxFdgFVuDGQurSwvgiC6vKbAX5W1nkXf+RhPBe5LUbn2/JWJ3Jl0HkduuROaSU99F10yP11dmlOyatTQUQEnyoOfrCEPNgEqCZNSPuUcxI/6KrxIDb1lpKKGqqLUoXJJQyJpC1PQ9Rxhxpo2PWcJYDvio8gthICcN3IEsKWVA6WkPI/E359DWY/DBx0jYwDH55qwEImO4HRbYmfV7XVU3RSwiHWfbKjBZh0iwCDvV8Cw4trhvaIdwsULF7C4sIT/96P/+LL6rQ998IMq7d7gM2LA42C478j7jCZTGNGOx/NQXbmM5cVlGLqBUbeCpx7+IqK+khYTYOJg2ekzoEdDJGYjnkpjaXkNG5V6cAbI9gSHahvuUYGShEM4Xc4lB4fv+hFY6Rl0T38V6f5lXNhoYLXdlwZXtupAtSGjxIAFFD6bvNfKlzgcHiqCguxPQe3D50LJRW3pF6hqU0FoymtR1FyBpcDbXzGOvdNxFBNpyc90fQNWsosD+4+jXjPRrO5Gp5lBpdXGixfX8KVvnsNqRwVNMaQsOuxj1gZu3jOB+95axPzOEdLZZSQs7hVprC3MYHn5MDydrOwhhn1P7vmg05ZwoaOXanjwxRVAlHkOhn3F5KU38XZCRgiyigWaqP/UPqVsABQrj+8xoScwNDLo7tmFPu9powXN5WBYDevYR4VkD1o0qSA/xeLnbzdtrQJ4IkjkUeuGN0cue1BziOqHNk4R6ARWI/SrVAFcOoOtLIb9JHHb3iLeeqAI0+tBH0XFNofneRw6aueOoXXiKOLRrtiLDCnFl5rEFN9EAplyREotoYnPZSpVQHJ8DpeHwMlKA10J9RvK3qdUQLR2Ixiv7rXUJ+xfpCfl2UUSA6+dCuWTa6hF0en2sHR5DbvnJ6VWkIFmYClFy4OFxSV5lqbGS7JWpLaTYYOO4+cXMDuWRSpBmwcd9XobjWoVu3bulJ+1vLQkQc20fnnokYeRKRSxtrGB86eOC8icyxVlgL22svSy1veN1+xGpV6X68/1J4pMTSWpJ+KWKMSmCjnsmMhh99QYitkUYp6PQb8toCuH0uwFSRSxkwWxcOn1eT53xIO4327L2cfQYmYmDPWohI2tVKq4tLyKhfWmsFZZW0c8HeVKRXpxI2rBhodDc5O47/W3Y/dsEabJeo6BnDzHelID1Fp9VBp9nFtcwxPPncJgqIDRPtUrvQ5SiQxmJwrSE5Mlu1xtAYk0osk0kmPjiNpJRPjMcYDC/Wc0wpAWIM5A2K7pTEYGgCrkWodl6HDqNSweO4ZBrSL9CNccz1aG5s2O5TBVSAEyCOPZxJUygOd46FA8FIlhbnIM87kEWBFwP+TQz0ME/ZEUxwKwGomUPI+tZgvlShmNVkPY2KxzTIOBpy5iuoeUGUEiTpuGmHiAK99n1gZR1LpDnDx7ERvVppzVtAcsFvKCixAoXF6tIJ1No9mo4MYjhzBdymJ9bVH2XsOwEKFdkmmJwpXqPN5bLcKahlYHfRkosJZpt7sY9juIWBZaER99K4Kd+/bj7W96K3ZMTsrQS6zEoiTQ2YhZCeb94iuPPo9HvvYwli5ewulTx6UmLZbyiMeSylolbqM0MQ4zMwEjOQNHL8GLFjFEEhHdhEWrHmcV/dolmA7XmItcKoJc3EcmRn6wD4vqLPZXxE54XwWbUd7O3BdCGgv/TqlHR6pnFMIZVU5UNnlSj9RrHTQHQ5xdLuPCahlWMoGxUkGUZjfum8fEdB7f+NazOHl2GelUCvt3TmLXeAYzs3N46PHv4AuPPYcI7fBEScprovZDqXfFb3UoALBY+sggk/UwAVeeoz7qZUV++t6HugLfA1aveBJCYPVjH/uIukDbAMSwiFfgofIiZdHLQrXfp29nQtgGLHbka3VdJlTr5Q1hCKoEWPU9OUkRGRsTGJMp8ftrVVexunAG7qiHXHEKUzv2w4/aIim4ePYi/uqDfyMH5ezsDH7rd35TmFYECHjYKs9CNQ1WUr+BbMgiZQ3YS/RjkoR11hJRFm2qgCe7UGSuBBJEWq8mInyfNAeXUBxOuERWZqr3cIX3E+XZYS+/nbVKAIwphh//2Kdw/6cfEOPp0F6APjSb03mBOVSgRTjRpsWBkkwp1iU3c/4cFXDF10wJEj1JDJgJykMyyBcLmJqexOT0FKanp7Fw8QI+/ulPIDtRxMblFUQcyjOUdyfBD+5eZB3yfblDVZzyOqiiVsm1CHrxOpB9JOnawXR9U8LOa+4M0PEH0Isp9DJRuJkorjlwCAN3gPL5RcyUJnHqqRdgrvUxmSzJ93B7DiqDBrI3zWH2hn34xpPfgp1MYW7vDlw4dQ6d1Q0xSJ+ancPFY+fROrWBiWQO6SjZBV3U6gwVAn7wXd+Pd/3QDwQMEnWfpEAK/BxDsJvvmc0QAQGCH7z33JyVIbVivklgWdSQSSivP58LJbGkFD94XoImSvy8olGkmN4cFGXhGuFBJMFr0AVUZWMb5NkGjaq6z8JqDqwFhH0cMIpCye7mVD5gLHENsfEOGUx33H7XVe/lBFZ3HLoTfiIOJOOAFReGlT8Ywm814fdaAqwS9GSttMlYlevKEaMDJHLwE0VJ8fSHTRWg4AWSZjZFAbA6SmShzRbpCw630kGkzeCqFsDAnkC6KV5AnLAq6HnLhHPbOxMLgE1pZuC9KocfiwKCGgZ8rmkyVunxRnkgvVxTGUSmZuEyLKvegEa/1GH3CmA19OPke6WFARkbgWcg7w+N8sV+QYVivRRY5RRbhfL98xmrW29sC1gNfNH4V4p6G/yj/z6wumlRIkCeBisKZBMmcokYsgyJSNODCOj0o3hhKYLB/ARe9+vvwt5rr8VCpyGgRBhGoNJO6S4kLbM0BfS+FLlNwEajb6PsS9w7BUxRXRtZp/x6/hnXCL+I14dyfX7K9ybQGc9JiAwZEiH7Vi6z8FjUr9GIiN0k0VVIi2RF6FEkdB+mPBvq+wvjKbCB4DUnq89kMIUekbRwgr32FZYK26+4HAeBjQ2vNQs5vs6G62PBbeOL+irWoyO82Z/ATcggw7PBHfplElwAACAASURBVIkVwILv4nn3Mv7qP/9rHN5r4XdTt2La2CsBA4iw4VPNovgybn9+gxums0CnzFoYfcpzFQxeCNhczqgnoYtkCMWsJEw7Af3Wd171Gn//f/m3Cgy9IvhFJN7BfhPuPaG9CRkcBKQIqJMFoT6jIm0O9yHede4/DL5YubyMSrksfpk8K/jJoptAPBkSoYcp/5wgCr3VS/kCZuemMTU9IeoIPg+Ndhff+OYzeOirj0LvD+U5Vux0xWTOmkAhY4vMsZC2kUly8Ehfw9CDOQikEh91Ft88J9U5TvCHMn0BX6WJpK8eGY7Ko5X+e3y2mUxMb/h+n97W9AdVzFcCbwxf2Lf/IH72Z9+HAwevR7PdQafTRcI3odNv1GRTE4WhR4T1iI7Kqe8NOxhoI2TH8ojaMfTJauvRV9QUEDRkpfL6S2q948jQj/9P8E3CEwIfcdkWtrHbJKQnWAP8uhBYDdOzQ0UFf0ZoBUDJbyadRLvewB/98f+DLz/4OeyaHMeeuXnYmZysqYhuYMf8LuzYOYtsMSMNTzjcEcCWTbpti1ffwsJFCS6lN6EEpzAxmixThlkIU55BmkE6OlVEWgyv+L7XIpkqiA1Gp1GRhslKUG4cnNmSmE4ZfqDWJYuV9YiokVTgj/jj9wmqEWRVlg6iWvVUDUXWdzSqrJ/4z22b3ui6SF+pBKrVyiiX11GtlsX/t9cjk2ig7h3P9gCo4lHH5GE7FkfMjtJ5Wbz4vKgrjFupM3hiBOA475EkOAd7XsjM5FlNHzyCu7wfaljqC5B79sxZ/OF//eurXt/8gj//wIdhWRpGvQq65cvwW3XYHmAkx2HO7ISbL8gz31peweKlS3B9HaNBG1+6/xNot2oCFimvYa4bNeCjNZR4qAYE+017kIBMwH2ToL58SC1A6xkNycIkMskkcpEm7F4PF8oNrPccGc5zv9M1I9gTwzrakOclZJzyvJX6JxjcbJIWhIWs/jxcNyFjntc3ZLRuDdQ9JCNd7CylcGBqFtOTOnLJEXbsqmI8fwZ2gsnUFjqNCJrtIc4txPDRB2v45tkIzIwBz3cwbvn4vj1DzJjAXXdHsWsvbTNcuANL2Jp9J4qTx65Du1UQpRuZc0OHoUJtOIMonrvcxCPnqqAg2pXU7BFiGq0r1LBAseS3lD3cp6iG44fkO/D84F41cgWQjkcSGMUyqE2Mo08LNdZlDF4SoDAYCocLhmobDvWEABAEP25T0QmoKpRYfm9V90hdKl8TfJKxbZBuR1BVfT+NZxuf81gSmpXEobkS3v3KOWR0WhDQf1INDCN6At6ggtrRxzCsLiCdicLivUumETFMCQemNyRrDO7C3MNiURtpO41kZgxOuogXyg1UWNuJ/ZzyCZU+ThSIJDcof/Vw/1Q1B61nRlLBEKgRVn7MRrc3wKlT57Bn94yEZqn3rzot1m0XLl0Ucsv0xJiyVAh1SZ6GF06fx/xEHqmECTpIkiBD9rH6R+qcb/d60t+uV8qyN1K+3CivolarI5nOIm7GcPHMqZe1vm9/1RGsrK1LPgNDpAgmMbAnnaLHpAkromMyn8JkLoGpfAbZZBxx1sC8RvQENijDJhnIgB9LbBtUuOi22+i2O9KXy0DdNKGZFtqOI8nuiyvrWNjootp3JE+BYUEEVhvtBnSYSHpD3HxgN975htsxO5VDlNYsDNQduWIJ2Op0sFFto1zvQTfi+Pq3nsXSchVGKo1qoybMfTMWRylpiUoxWRrDqaUVeCTw5IvQyMzWjU1PdLHbiMWk32226kKQoW0dQ5BC79d4JoWo62Ll9EmsnT0Nw3cksI9hbJTvxw0IuEoWsTx9Lge3BPYMVAY+1rsD7N85g4MzeSToaey5aPL8d1wk0wUkufZ5H2i67AO1Rk36RGIZPM8jZPY6PEdoP+hLDU0iFJ0kkuwzSYjpDTBwgVq3j8W1DXQHSplx7eGD2LcvqCPh4/ljZ3D82Avibb5rehx33XYTWtV1bFRr4oGcy+aRy+bkOedriFlkf6pBU6VSQ7NN5QsVMA7SGRODiIaaO8D4rnm85jWvwU0HrkXStqWOIr4g9hf0t2WAWCIBRBM4fXYFH/+HB3H/Zx8U1XEyQY9iB/lMATNT04hnS+hpRdT6RbhGEa4ek7PYjmkYtJZx8eSTqK2fhzEoIxHXMVawMJY2sXOihB1TkzBGraCfUpNwtTRVj031QRg4KgO0ERUPZPYqsJPXjJ8kpVUqVVTrPXRGGk5cWka53UV+bAxHrj+MOEbYMZZCvbyCRquLC4vr0v/vmZ/CjYd3I5HI4rMPPoxHnzsntni0fBCbyDCwLFR1cU/hWSSBvIETnfyGwjID6ytrL2uN/0v9ou8Bq1fc2U2P1U9/XJ0fge+VsCSkKXNlI+HvwyKBTAsyV+WIlpAqNu2BF5gekWRgHqQK1FTyHn69BGPRXLtQkObYIFXKo6yjL/J5j+m0rgbTNvDM0efxNx/+e/FHuf766/Dbv/Pv4DhK4sXCmx88cEOZnZhTS9iUCluSIkTSSiWiUlYGmwiZhMoUU/Q3Ariqqj6QbQcLObwWIYMjLPzC6zOir6v41AWfwbSdAVL0rfq7j3wUD3z2i4gZ9G5locjXtOXXSKA0LCr5s0LGhsj8A9BP2ScFzKegbRfggyCJTFG4nYdefb6wipkMOaCUmawj11e+LNzEBAxRkiMFomrSXPB1UQ5JZi7lOJx2c3JMMkjMtOVwDxuJULpFRgqB7C6B1Vwc/ZyJUTaKg4cOo+8OsHLmInZOzOLs0ReByy1MJ0rCfvJomj5oCGN1/qZr8PXHnxRz8j0H9+Hi6fNoLq9icqaImZ27sPDiRVSfW8JkMotU1JTmvVpvSGHwjnfeh/e8e8trNGxAw2sXAq0hEKxYNmy8uXkroD3kDcrGTSZVSwWKSfJfAJpCs4LnLAhWCAtWSqsDwCJspoR1FngBcroqssZA+q2ArC3LiHBdKD85NRzgR/i6Q/aRMJsGLLLUJ3/W6+++epmwMFYP3wXPtoBUAiDLiCxzSpKb/xNgVXzwSCcbqrCeZBESCElgVdJkaKcRSLPF7D0ON5GHNluCHvXgVjuINgms1gXcpA8tZdDCcN0s8rdk8mp8EdaxSjYvjA/xWg03LjJN4vD5gIoPLgt8MgCHKiirUERkfBJuZwi/3QS6TWhkzPK1bpbR4ZqSXUQJ9UUqp2SSkoq+zeZAPSsBa50H8f8ysBr6ooUN60uBVdVZhJ6GirG6HVjlqrdMHaVMAlnLQMaMYCKXRSZtw0wmcWHZQ/ngLtz2sz+MRK6Amhv4/wnYFECkHBrxseSwgIWLyGRV+B8ZE/RGkrCYYO3IJaI0Jwy1CvxT6cHNJ8AiMEqGl+xJBFazAh5RQjqil1YQNEcmqgRc8b+6C4duUfKaNMZ1SYDWpM64EfW91J7uCwjEV0DBOL1aDUqINB1xCcNSDFa1iLY/RS897PgMCcFZksUpWoxiBB+XRm08EFlDQx/hTm0Sr/ItTMAUP7LzGOFb7in86X/8edx1wzR+y7oFY+YOKWx1TQGrbDLlOl1hmyIvh1ImGdrxmSfI6sGlb7aAbh10HaZuD2DELCTSWSQSaeivfs9V11//+U9+4yXehCGIyr1NQNDN5l41+dJbM5RQQuBUWjzBKBbeZMeo0CNfBm8E/+jNWS2XJcSSEzreG8q0CB4K69L1hEnCQl9kmRIIFJNE2WwujdnZacztnIWdSoj3lqPp+MrXvo7PffqrSOgxZOMM7uJZ5sLUDKSsKAppE9m4gaQVlSJfZxMZ1CgEqggKSSgR2egCVjBEjIwXFZpDdkNX0r/pzzaQ5qPVYw3hoEffawmE574VlcCeWEwXGf+hAzfiZ977C5if2yee6Or6kLkQkwGSmEsMR4iONDnT4DDQzodneBhGRnD0ETLjRcX4DbzfQ7AoBIlIHeGeLqGegUqBv9Lbm/eCfxcyiMU73nFAz9RQzcCmk79ng5dO0yNc+RPy31Kqyg8raUoy94f+4gP4D//h99BqVZGIaLj+4CHM7zuAVn+Ieq0u1z6Xz+LON7wOBw4eQK/blgG2sAZNG/FkColUQqTt506dxsryEuJsdOjTPuAQmGw3JozzeYri+IvHsLy0gNfefiuuvelOjM3uFZK20+/AcVXNQTYlB5lkI3IbD6yexXO42+1g0CM7tI0mvf86LXGVZnscvn+px2RTVLZPfG5Tcg9V8FeluoGzp09LsKnDRHAO5AkIkmVrGXJv6EdH9pqEwvD8ohUISTSajoRuw8/YGMFBsjFAg57WMvimOops5K1zm0hFWBurNG0GjdAegqogZS3EP6cPLO/3z/3yb171+uYXfPAD/w2dtSW0lhgacwljKRPFAuW0BYzGdiK2Yw90M47W6gYunD2P9nDIsSH+8eMfxerauoQY+QTTZMjDsRr3gWDAH+y1PJfFNlqOPOWzraolX6wvlG99TELOrtk1h1Z5Demoj+VmH2sMupJSh8Aqn1X1taGPHn+/XeofDnzCgZAAuAFzNQTR+FxLzR1cb9VvbFlwyfePJTHqtGBpPvbP2LjrJuDOm9aQSHVFttnvGBLMGU9G8OwLwEcfBB58MYaRIbMx7M6P8J57XMynPWSywPQOIJO14Iz6sM0JaBEb66sZXDwxi343Dl8nuN+D53YxGup4brGNR85uoM0AJ6kb1NUdOIpIEe7F2wkYPC8E7JMhc6iI48yN3oxDjOJ5YG4OLuslskTpSy/AqiTsBGddiIYTJQlCCTlYEwYqBxuBKieot6T/YG3jqJ9Hlj5ZelrMhEEiAMkWtDmiGjC0OiMFOF7A7t078NOv3o/xGNUlyvdU9R605vDh1su48Ngj0EdlzBdtxBmyY9jiS0gJeIz3McijIGiXSWRhmyloqQKWHOBSdwDLYrAXg8qAWq2JqElf9MDmR9jq6nXzHBVLG+53AjRTqUCQ1xC7sLNnzmP37nlZg8RCVO/JMjKCcxfOSyL75FgxsMlR7Gx+36dfOI3p8QwycRO9oYsIB/hkHnY6Uu3weSVIIz6dzKQYesJinSzmsLq2JgNDKhSOPvH4y1rft9/2SiwtLsHpO2oIwXtlxJBJpaSvS5lRjGVs5BMxlFIJpBNxAQ9JGmEtZ8XI6uP9oHUHiQLKI5kDL6WOYJ0ckEm4d9ODedBDvdlApdHBmeUOzqytozXSkUyk0Go0sLaxCjtGn00PN+6axlteczPmZvKIWqT1MXl+iO5ggEazg9VyA2cvLOOaQ9fj6LMM4TqHaCqLRr+Ly6vr8N0odM+BbpkYm9+J4s6diKYzICwsMvHAF502f/TDJsGBCo5UKike3QRv2VcxRJB7cF+LIp9KIuL0cP6FZ9AtrwmzlsMx7nD9bh1jmSTScUuCnUStqg2Fmd3V47hYq2NqLIvvu2YOWddFvd1GczRCn1CynUIilkC9WkXfaW+eqTIUoS0BQ6kCO0KuIa5zGY5S7eEOkTSjAq6SLVtrtiSxvjt0YTG0Op1GLp+RejsWjWJ6egrp7Dgq62U8/53v4MwLz+Ktr78DpbSFereLJsFZDuug6hOe81SvRDUqTGm1xGA7pdyxrATMdAKrrTpcK4rrbzqCe+66G7YWFQZ5NpdXKln6lMdi8iv/n0xdGEmMPBsf+8QX8bcf+QzOnFlANNbD1BQ9UfMYelkMo/PwrWnoJtXIjgzBe/VLePGpL2P54rPQvS6iBnEe2u/RHhIYz6Vw3aGDuOXIXvijgRDzfGIMWkRUKQy5Yng59zeubTlrODB3ieXogmvwvlNFw/OTVnnNgYZq28GJi5fR9TSxn3rD61+LiNPBdN7GhePHZBjMXq3RqMOIaDi0fxdajR6ePnYax5fWUO27QIQD72BfIf4hKgplS6Y8mMma15RFnJBTIjIYXtv4nhXA9k3ue8DqFVv+FrD6DwpQCqT7YUHAaYxidRJM2mKJshiVhRBIpRXopsAAHoji7/VdnkJbIIySeahpQNQIpT1BGp/u46lvHcUnPv4Z8Qx969vegl/+5V9CtboR+GpxyhFOtoMUa2GqeLJZKLBrKyxIVYnctVWRw9+TTaDYGcF03Kb8TCW7E6QViaswEAPmyBUCXm4c2z1Ww6aakx4rZuFv/+aj+MxnHpDAKJGyiP/sFpg6ZKEfBEIQ7CBYKa9bmKnq/+X32+7Xdk4U5Ry8vopNoL5OGnl+jbCQNNgM3iKjSJSqnEIamJmaELZwMm7Kpt+u11Fr1zH06XAXhcswnyDAJgRVxUMtsFbgayDDhNd/QGp/NoZhgdJjAweuv05A9aVTZ7Fzch4Lz5+Ge6mGyXhRNkgyVhujDjI3zWLupv34+mNPiuH83sP7cenMedQWlzE2U8DuvfuweHIRG9++gPFkBilO5X1fDijKA97ylnvw4z/xo5swXFi48meILDmQvoaAa/h+BAyQVGUV1kMQSRjQwnoeBv7CaiDABtHlZD4EPYP7EDb221m80iywYhEZpS8HJ4sbgnXSdNITqNveBGxZNMlhxiY9aMpesklR4syJMp9H+hH7NFFn8vQQr7vrnqsu2gis7rr+bnhmDGB6pMVoIB0eu8huC35fMVa/22OV64XAqgM/XYCeKKml5DSFLeDTmzBgBEiKZpTNaBHaZAnQR/CqHeiNjgCr2qgvASlSNfM9fxewGqBim08810vgXxmSOtUTDl1niBYZFqYKHHId9doJrI6XEClMKGCVvoCdBuB0oNGn8QohvuJDBisskJrLHiFJqGTyUGq25bEqa1isAP4XGasBwykE96Ub3YKUVVcbAKtb1gjqdQp45NMnNYJCJoGcbSBnGpjMZ5BLElhlU2Oge/0rMHPPvdBsH71gPbAHEXJM8JYkbCrwO2UDHrLy+TSLY2IAgoZ7kJreKkltQH5XzV4QYsXBjWKs+mIFIKuC9beEIKqmWTkZMTFb2Y84auUo6xX4iGsRFH0dKZHgqMAs1dare8XvqWBoxXwlwCqSv20bZbgXB4jAFhc4sCAQ/oqABxF4ZKa7Hi75PTyEdXR14BYtg+u1POIjYAlDPOE9i/f/+5/HO+44iN/QbkHGmodh64rxy+Y0olhsW/dQnRnytDJkRLyaPBWUQ4kTA4y6HfFGq3cb4qvH4IVsrohMKo/I3T911Wv8P/3xrwfeqer8CH++XL/QF3wbW17AksDzUylBFbDKfZHKEAkTov9ttytea2SsMkBQAvVGao9lKBFZBbTdYGGswiMdCX0iq0RCGiMG0qkExooFzMxRVTGJTCGLRDYpUusHPv8QHvriN0B3PpOScjaKPv2DPeQSFrIp+lsBphmR0AphBochdkHQjVqXHOBSuuyi5wzR7TEN2cFGR0nOKCkUn9bApzSZsEXKl0ynJOyDTzwl7Xv3HsRr77wXpeIUGtWWvH6eEbRHcC1DGFWMwvX7LrSBL3toxKXE2oUeZ1K0hsaghUyxIAF7m0PebfdAwp7gBn6TykOb+ztZOWxWxY5oG0ivzhcSzLYAVzn7PU+GgbxXPC840AtZgQRcTVPD1x78Ih792iNodlpYLS+j224iZSeQzI5hobyBZnUDutOX/eYHf/yn8brX3y02TfS9t8VTjkASCzXFLGWjsXJ5CcuLi6KmsYSVps46vs6kFcHypbPoNqq4+5q90DPjsCfn0dNjSBQngFhK/Ap9h8GnfZFB8n3XqlUBMCqVVZGuUsLKZ29App7UQdHAUiEq9aKSiZvCKCWgQiWUyfsTnOsMBuVWxHrQZkhYjECnqv9GAxWqJ9ZUUteqwQftCuiRaSbp6RdHgsEjlWVU+l3YYzuDuoJHmEqGV+DHUA0pA7/1UNXC/S30klM2PgT++Ryb+OGf+OWrXt/8gt//uTfCbXWgdbuora4hEjcwMTeDXHYcw0QRsblDiJemJVH51ImTwl6KWSY+/5lP4PylizSZFC9hMUSRJGQFInN/EN6qnDu8x6FBUYDfBVkJDJuht60xGsBIFXHgwDXI9csSOHJho46KM5KBvgw5ZZdXpIUwt4HPB69FOGQIB9gSyhMo2mg/sZ3lKQCgKI1Uv8HfS7hIsJ7EhkxjJgRrpR5S0RHuPOTjB17vYO98D+22B29oyjArndZx5qKPTz6s4YGnDQx8Hfoggr2FPn7i7SMcmrdhpfpIZ02ksvRsVUzsiM64RRsXThSwtljAyDWF0UVyBcGqF5ba+OrxZbGQYblI9jyZjhQrbIGmChiV2jS4+7LG5fprAhpwjbe7A3Q6I3ilSfjFEvR2F/A7EJeOoC4P710IRPDbEYRQ/sGBGifwYhdrADlHt85sDjuFZU1eiwSH6mJrQnapAOI8m4eO+Hz68Qy07Dh2HzmCf/WGI5gwdHRZPfJc43mhSSyNgFmts6dx7OufxVTGR6lAO6gkEsGnDB5lDdCKzIAdTyKdLHAEi6GZxPlKBS+8cBQr5RqufcUtmN9/CMvlspILB+9P3oOo54I4TNpayJ8pko1cA7G6UH7uYr0j90lVDazbTp89I4rJYj4rbEPVc1ElpOPUpWUUUjHErSg6/aEM6NhPieLB86WnJXGGV9iwYqKgW7i4gIN7d0odwTwQkn8e+tznXtb6vu6GQ+h3euh3aFmnzgVuGoV8AUnLQNY2MJayRKWUsW0kbBJpYrDIVI1qYvEU+qJzPasgKht2IgXdtNDpD0SNQW9oWrnRO5W+lOzlyPRdbQJPnjiFc2sVJOJpCQhaX1uVIefBHTO47YZrcP3+OZQKcSXndphHMEK710eZwOy5BZy/tIp3vPMH8eS3nsFXH/+2yK05cKBfudP3ZY0kSyXM7tuPzNg4HI12HLTWCMgWoT2DqAqV9zbrXZ6JHC46Q0fJ4Tkw1VRQEq9Na30F555/FtFBR+pGPsu0SCCbMpeIiwWVePUShDaYQZDFIsH7iIsje2aQiUbRY/ihZQkoTWUEA0f7nRYM3UU2X1DAOu3oIlHE4wn0Bl1Z/6w92CfxfGZtTZUK7WZyKQsp25TzrdXpwrRtzM1OY8+e3bDjtqgpqtUKarWqDIRvPPIKlNI5PPnIQ3A7VZQycamfCfLX2m3UWx0hPIjCYKj8h1Xvz2eVKiFbwuHO16oYwMX8vl2489bbcOuNN8pAgENxqogKhZKA0wQMTfEs597KMERPect6CTz09efwkY88gIsrdSHJDJwRPD2DvpuEkSKLPSWK5bjXwIVjj6J2+QSSJgfqfC20fYyogGzPR71SlbP+4FwBB/btRjppYdjvIsp1J1wDDkiUhY70CAp0kYqfZ3t4fhDf6ZIFPBqi5xu4sLSGCytleBETpbES3nj3a7G2dA4TGQuZaATdZlUCpsm8554TiXpo13qoNrqoOUOcXFxBhXZ1Ehiqwv7ULqms/ThU4YnHZ4d7lxGhLU0CppXGicVjL2uN/0v9ou8Bq/8zYDVg4UkQQwCK8iFjc9ATBoFKhxUZZNCYsdAxOT0J0tI31bth8x6kigiwRtZrhGESASArSeIBy1SqDYY8cMoLPPHYk/jkx+9HZ9DHffe9Db/6a7+CWrWMTru1KRvbbB7pdUaPLN9DqViUgjz0pFQTYTV9Z2OlmDQRMQPvy78bCfOFkoOQ9REyeOTQDQ72K4Ev2dC2Tc6VxUAA2kYNfOiDH8bnP/egMD7Chlsy7YLrSgnjlgyKIAKLRXXR+HN5nZV8NPAXDK63NOvyhnhMbA/PUUb2MvGhPDpKaa6mpN2ajr47lMbrV375lzCVS2FQL6O5fBnV5WXUy+tY7zt4cXkdKwwhEeaZYtsIa0WmnprILjdBX3eEIWWW6RgcAqtZA4dvOCIp0IvHz2DHxBxWTl7A8HwFY3ZeDju/P0LT6yJz4yxmjuzFo098UwGrh/bh4pkLqC1eRmk6j70HDmKJwOo3z2E8kUGS00wNqLfaGPQHuOdNr8fPvPen5PqFLNpNmVRQtYbMlpDpSSsBFdKi0pVjQQhGp92UZiwEIzgwULJ7DQYT7qPRIKxCTaxlWhg0suG9EvaqBGew0OSENaXAeSY301s4AKlCZlIYzCD3nwOBkIHAMjOQPIQNXwj4hmykm191+1XvzcJYve4uePTMTacAym747FCjQn/VQfN/EF6lgFVOJkFgNTUmQBKclhQOApRuyql0aAQ6c0VgnAWzC63WBcgydhrAqK/S0TmAESP5UIa1DbhUT3swwhBHUGWtGqxfJQEjWy4l7AqYilFMKRSlpjqD7SZL0LJFeG3K5/pAuw6NVgSE8LaBpAqiVUWK+r0aW7CpUMBq4J+8mWmvmtCXA6yqYkH9HGExb+otQ8bqPwWs8isDVjOviUzII0jbljBW83ELk5k4pnNJWFkLeVtHf+chTL39HUjnomgN2AOxcQuYleIJoN41n0EKB8SegR5oAoLSZUrBmWJVoqjzATDKfUFdK5ktc18N/k9eV1ATFdMluZZUKQSP+Uu+n7T3bIIIvLIp4mvzXPFNtWgrIInxhFPYkIUvN2AryaUIgGb5+2Bwtm1lbF3v4D1skoNV2J9cUX5/Pt9k7QO44HXwdb8s7JfbtGnMD3W0dBdPeN/G+//9L+JHXv8K/Jp7C5L2DGIWgVVX2UGwJvsuj1V1fXQpGFmkj1RwFYMUugOMOh30WlVsNCvojnowEwnk8iVk03lYb/6Fq17jv/9//xs1Yd/GpJPzMRgOht9wE/ANWBbhGRSCqyK/lkBD5Q/YbLWwsbGhUupdT1QOTEaVxoOKDxkOsmklfqwatE67g3anK9JnSif5L3KpNCbHxzA9NYHieAHZXBbZyQn0NA2f/fQDOProUdj0/ZL9ksF4Huyojlw6AcukLNOXZ4MFsLxm8dpTDLjOyEfbceVndx16Y8kNEZTDplzSjiObychnJp0SxhLlbxJGYaukbrJYJyZmsHvPQcTJuhdoSMeoP4ShqwCqvuHJ86INfbgDyn55TkcRYVgVpwpkb3gD9PwhssWS+KCF59N2sFsUCKPB5l4fgi9kwTBdmsMJTQrgpgAAIABJREFUYf0GYUhyztFTMpClhiBTGHgYBjjS054fPEP4b77x1S/gC5+5HzvndmB65w55Xe1OE51mG5qRwPnVRVw8dxyd9VXYdg6vvfcHMbtjB6bGctg1MwY7xv1X+XISOFehZkp5U95Yw8rKUgCeK2sQ9PuIuz0k3C4yBmu8EvqtKkb9OmLxGOKz+7DkpVDu9tHtMO1YsZ2pKuIZSBBU2fAoqyfWDJZFRqlqfFiLKMsmDgK4D6p4cwWoKMYLv45N5qa1TjDEUoNydX4HJpNbaqqATMB9wIhHoQ9dLDx2AkvPfBv5HWnMvvpmWPEZBVwFAyIF7ikvSO6HfB/84HWXfT5QezEMU233SgHG9/Cj7/3Vq17f/IL3/9j3oSoABQcFI5i0a8okkUnZMBJjiE1di/jMHrRGLk4cO4Fei56XcXz5c/fj5OlT8FlH0Y5FPJ1VzSOqHgFOFVAvtjiK9h+cWepMln2FDwLf3pB+vyauPbQHzkZZhpbn1+uoO2qoz3RyYl+01JKzNBgkhzWN2FIF52sIRPOZlbpI5LSqFg/XjAoL26q/ZL0EobX8PYc9rE1FkgUPHJPcdesAP/HWviSKEx/lKMOIxHD+ooG//XwfXz2mwcyYiLSHuGnnCD/0Ng+7ZmIw7SHiCb4GDr5NRHTW1HEZsPT7Bs6+WEBllZYLUbQ4aBo6uFBz8PCpFbQdyoRpd2ZhNOiLR23IvA1B4fDGS40v1i2sR1UOBRnNne4Qjf4I2vQcHCsOu9bCcFBTw+2A+CJvSsDxcEAYQrWhskbxSKS+UQ1EUO2oGoD3XmBv8UkPeiO55crKinunDHtYryWziBRncc0td+Dn33gDcu4Q3YgpHpKyzbJ+JVjKVPZhB9/89D9g1NvA/gO7YNKqJ5lGKpEKuC3KeohghWYmUMhNwdTIAtfRcvp4/PGH8Oh3nsGdb/sB3H7v29B2aJcylLVFH8nw+en3usrGQ/l2qTUfhDKKXVrMFmUjVQV8TzyX+FwPRh5OnDwh50Ahm1YDnsAmgD3vixcWMJFPIpmIiWSbr5REAO58ZNYpL8gggAw+KvUmKuUKJopZuaZkALsjB5/+iLLVu9qPA9deIwPnXqsjr42B0DxD8sUikqaBUsrCeMZGzo4hYZIJTDVHTOwHCKzSDz983tiPcNAYicQwgo5Ku4vFtXWsblRl+JmwTYwX8sLczWcZLhbB0I/h6YuX8NjTL8rQNG3b2LNjFr1aE4WchTtedS2mSinETTIn+8Ks5c+otdoCrH776RdQrrTxr3/hfXj+2An85d99ElWm0ycsOA6VOzqKe65BaWoKvhFDjxRLXYXZsUZQikIyMgMlXJDDIAFmQlBRMnZ+MKCLVhO8SzJgiwDLZ09h7fxpGBzEsIYkVqh5iDH0kINRxxGv9GI+DzNFa7M0YmYEXruOvtOQSp9BsBJmDNrdDeEOHSRpoSa2HbSboAWOGmRS+cABcrVWF7sgUc/I5h+VgSCtuTIZW/rwfqsr9VMhnxbLPg5zU+mkgNudXgcLlxZlz9w9vweTpRKWzp9AeeUSYrIfq5DXSruDWouYRUjAUv05P7gPMiuE3uZnujXkxgu48cgRvPOeNyEbt7GyvoZEMoa4bSGRyCCXI/kl2A+EmMBQRLK+OcRKw0Ua33jyefzeH38MldoAZrwIXzdhBBZArubCMkYY1C+ifOl5mNoAMYM5LxxgxmS9SW9BW4oRPb37KK+vii/u/Mw4Spmk+Jb7tD0UKS0HQ8p6TQHjaq1FowydVIQ91j9ikcEhmhbD8bMXUOk4krnBvJ9X33Gr1DPGqIsjO3ciG4+g0ab90AiaF4FOX+BhVIIxHUPDequHYy9ewuVyVXoynZ66gUKX9SZ/ajwaQS5Lr/8sirlpaEig2/bwia9/7GqX97/of/89YPWK2xsyVj/4oT8XuYaiXAfm+CI7px+HjxF94VjsRunhEpNCn+AJDy0aVIvUI5SsivyCvmcjKZbDAomyQ5lai0WAKqAoBxMPUVcFanDDjts2vvqVh/HAA19AfzDC97/jPrzvfb+AVruJdqsZTIGVpF8YiMo8UAqTeCIuxQH/nK9NBQ4FAxDV9stCZeFGE2QiNxLcEQQUsTSRYIBQDh4AnQKOhMXcppBcTaE3ZSks7lhIRnR8+K8/jPs/8yXZqCUwhZTyTUBFgclh86+gC7XJvfQj4GmFhdEmgBDAQNtZWoFkVmTW3NRkAs1CNWRM9uR6/eRP/iTuvOVmHH/0S4hWLyPN19frY7HewuOnL+BSz0Pfj8qBwg2O14kSOJH/0/dEGAOhKb+HYUpHr2jBy5nYf/gQBv0eLp4+h5nSBFqX1lA7eRkzVl6kumxE2xggf/0MJo/sxmPfekpYY7sO78PyhQWULy5ibGoMe689iJXzC1h+5DTG4mmk6HUEoNnqCLj/mtfegV/8hZ/fZC8o6r4CoXn4SRMQ3KtQetZq0nBchbLIvQ2+hkUqk4bDZFGR0dBbjl5vBCC3JdWGBxgPeGEdBdJLZYmhJMusZBkuJuzuwJ9WNQIK+FYprsrfRt1/FmSKNcO7Kg0GzeuFpRQkEDOoh4xqADceufmqN2gCq/PX3iOAaiSZgmabIrt1nTb0Tle8gDSnAwwp81VycB52vEZRl9djAD+ZQyQ7JUUmJJiF7FOCq5yqBy/JiAPZIqI5Nh4juI0K0KhLw617DPwgEBtOJjnrUPCc8jINwbFA+s7SXyaIypcrtFKQn8QYzEhS2E9yT7wuNL8PnzLl8TFEc2MYtRyg24HWa8Pv18WHNfRLVY2iYn5CGBdbHyErXLWbbFwUm0nqJbmfbBbVQb/JON2EgrdA4u0rWcC3YOIkQ2ahWCigMlzyEi53xSt5KVtVrXk/SoCYISUmbJHURZFNRZC0NVxTTOHQxBTSmTQu+y003nEvjhx4DezuCGvRISwmXLLBJ0hBSb2EOilgILBuV7dSWIHqz8N3Kj9bpPQvBaLVDeDXq6Yp/Cilx7beTVD8yT8Ng6jk92rH284wVXhv6OiqvsWVV0YJUrceie3fM1yjcndC/4Rt1/UlzFbu9Szag0CHnu6hOurja/oaRo6OfauTyEUtPGk8gg994H342Te9Av97/zYkjFkYZkTsIlx6O/KMFFuKrfcijCqCLmwSuO45aGER2e/D63bgdTro1qtYb1ZQY9KyZaKUTGMylYX+nt++4ln4p//3t//PX9oEJkLlg+wzQaCYAu/Uawou+qZtQ3gsbXq0MvFZfC81CaiqVqqKxc9BqICZKpFZPLpiMWH3K+9qFSLZarextr6OtbU1XF7tottmqrWLsUIeO+cmUCpmkS8VkCkWMTk3gWqngb/7yOdx5vlzKKRM2SvZsDNZl6wc+oQaUTZXTI4luwEKuB0weZ1yVFXAJ1IppFNp5LJZCXskmzObzyBuxZFKphVAF4So+bGoDHjIpKB1z/TcXsTTRcnWM2EgziGRQ6sBFzqZ/lTgGCOww3E7PiI0MFUVEDz6MQtbTcNQH8GJ+EiPFZRfMb8hh3Qi0VQbpfISU3UQ91rKNRPxeCDPVU0TPemE8cvukAMK/tuAYRyCMvyVTB6+76TJEKmYMDSmxkp46jvfwv0f/hgqy2uw0kkcvumI/Eqgbc++vZjbsVMsgBYuXsSJF49JLVQYm5Qk4NnpMYzNpXBm7RTSySQOFK+B5UbQITPZVwMF1jiNXh2XV89Dq9RRaK1B11lj9BDt9cV2YeRGkLWycCobwg7OjY9j2R2iUZxFHzEJ9YhFCFZH4cdSMKIdeK7yW1V11Ta2tYAbWyGj6ixVZ6pI2wPgVKlVeLvIvFS7hwxZBXBV1192P7GSGAmDign10YQFm1Lo5QpOfuVxPPbQo+Id/8YfeTuuP3KDyDiDrWlTEcMag3YYznAgoEuYKaBqEda/fDZ4lgZsQfEIHeLH3vsr//SC/u/8i//jzYfVMSjHpa+YPLGoNMR81u3SPIzJfdDyMzh26hya1bpIeh9++Ct49tmnEQlAX0V/3vKmV9cpHNypH6wuXXAaKgqR2j9Ejk4ZaQQHds/C9DQJXFmutVAXlp8KPWRKtTq4WW8rhY5Isl0q1bhXcD0rIFp53Kq9k4MKI5A0s57nOuH1lR4isDThOlKqMlU7EZgnyUF8lQWGiCGX9fHee+u4cT89xF1ohgdjZGNtbYQHvjHCpx/TMDILyOsVvOt1wF13Kl/VuBGDZRM8YzAnwSqIBQh0G6Y1RGtjDKefLWGjHMPiRhk9x0UincO59QqeXypjoBkwY8oh3Ol3pZciU5reyfS2dbes1DeJFfJcyxBFR2vgoxUrIJ5OoNdYh99ss5sJbnrgWhacbap6DE/HwK5K4/4xUtd7c5gY/LtgyMBnX2U7BFY/2yzNxBeWQNBgKMNG+qt6VhJH7roHP3nf65A3+AzTU1JJ6/VRBCPdE2BvUC3jzHPPYnLPNCbHC+gsr4giKsdQP4LtXLNSpDPslLLkEtLJnPSKVBpsuC6qrR5yE1NIFcfg6TGRwgt4tK3/IqhKBQUHfkPoQpLguJQgd1j3C8jFQQDXofSXXKdDCZDjfsEzQoYykslBqxcd5y6vyyAvblP1SCuAmAxtuqxftwU5CyOZZJVeXxLQmTrOvVlUbqMh/uYv/vJlre891+yEFY1IUj1Zj5VKnXJOsQJIWwZmiylM55NIEUy1LfHSTpmGqC/ZW8oAV9i6vDsM//HAbWtxeQ0nzy+gORjIfk71CGtE7uFklxOczWXSiCfTWO308Y+PPIHLq2XcfsONuGZqHOdPn8TBA3uwf988EnHFSB/0u+LTzAFrtdnCYrmDrz7+HQHJ3/evfh6jQRf/9W8/iieeP4N4vohMcRLpwhi0bEaeSwLlMjARb3wmrwf7fjiml/WsFKVhKpsMVAMPTAHAzLgKZNZ9pOK29Bnnjx1DmyBihASOLqbGihjL5WUQWN5YBfSEgJn0x73jdXcjX8jj6FPfQZeqPdpKxWJIJWyxUOHAiH0gFU2NdlsYjZlcQRieZKGyRiJZiUSujQ3l303gj/2x9JiegwRVN5m04CjtZgPuoAeb9UgijVwmg2KuIFYHbJ1oe0gbHHq1ZpIWKquXYTuKscuOy9Gj2Kg30O0rlaUWeINyUUUtC13fxaW1FcQnSxgrFXHnrbfitbfdgrXly2h1WmLnQUsaVvVkrYY+9LyWDPGj7YItJLmY6MEINH72oWP4j3/43zAc0ouV3rpqP9NGLXh9hmIP5V6323VQJcL9LmrGRb4vBxXxFfbLge1UZX0VnVYd0xMlzEyOo7KxhmGvC5NrjbaTAqbSfjCwsKJFIfcMl88ys2boABdDY+hjYWlJVAGsQ8fHx3DjjTdgYeEsuvUaSnEbrzy8H5mEgV6vLh7rnkf7HwK1BrRYFFY8hVanj6PHTqHebAopSpi2EV3yZSwzilTCQDadFCuIVCKHlctVnDhxDg+feOFlrfF/qV/0PWD1ijsbAqt/8Ae/pxaFSPgVwMMPaQZkg1OnNEFUFhpS+OoKHJTCyTTlIBN/KU58gsN6+4/b7iWpCmDlkcriiJtoCKzGYha++MUH8ZUvfw39/ghvffOb8DM/81MY0DA+YE1KYR2wAFSxpvxkZDrOiUmQnhs2u6oZUQwSboaZzP/H3nuHSXaWV+LnVs5d1TnHmZ6eqBmNwkgiSEgYIZFNtInO6dnFYffB2NgYBxabXWANGFh7bWzAIBCsSCbIgISEhMJocuyZnp7OuXLVrXDvPuf9vq+6piXZHu3vnx8PpaefaXVXVd/67hfe97znPSeJhYV5SQQJrPLvq6q4K5tp8+u2JuiK+aDYpxwfHmxMWOUwJwPAA3zxni/gn//5y/D7CKx64FiUQ9+ECK4AUdlGYAwQmgBXAzY12FdNQEEDlG1qGTQRsar0qMRYKvpV5RzIqhB1YF7/s69Fu5NFMDOL1lhCKPlzG2kcn13BkzMryLla0JmsMbZOsiJKF3kJYmvS8iD3klpDUQulrgjc1hC275xA1a7g4oUL6G/rgr24jpUT0+gNpuCrK6ZyATbarulH5zUjeOjRx8WFd2TfBBanprE2PYuuvl6M79uJxekZzNx/Gh3hOBI+uiE7yOZVe+BNt9yI3/vd326A3w3tVAFWVbvYJhtY6wBLlX+zNasB5jg1SYoY2vI1mxqrnOvKhdnoqZrXG7DWMGDYsmIeTHTb2zsVUCqJnGrLNWxlORDNzxg8aJ1ivt4kzPzeaMEyGOfrTavcjdfdctV7swJWX6IYnqEIEA7A8pE9WoanUIZTyKt2ebJKuRa5xqS905U2V8ex4URa4Ev2oU7GUoFMAAZxRBmoNaxZ4aEWWIkOeGItqNfLcHNrQD4Lj81W/YKWmLh6YFU+sCHScI1Kv3BMNIHk4RSAekkBuH3d8ERTqBdqcCkNUCoII9fjsuarGE1XAqsqYTaPTWBV6fJyZhhGsTLUItjbDKxugomGhcv3agZWFWwpmYgykJMWQJlNpuLTACybr+SZgFXHy3SH9nMBBAkmhfxIRD2IhQPYnkpgb08KfSMd8NpZnEx1Yv2VL8O++CjJdMK+cHyaBc8ARQBWBVCKGRX1QnUyLeL2YvRk9PbU9V4BjDZYowJfKCBa70ftcWVYpz/2ZhGpaWBMjtkMrJo19myT3Nw9g7Vr6eLG2v73FscV+DWBKmNCRr0ni+mIgzkHOGmtYGFtAbm0H4XHHsP3jn0A/+WNr8AvFa6FP9wLKwwEyGyn+L7XlXajLfZVgn+QhStC/WJCwvbxIly2dxZLEgAuZ1axUthAzbWRDAQxkEwh/isf+vc+xtN+T2DVFDBNUVDalaXtU4PhGkwxY2ykUsy/5j4Qy+NeKKy8ak00VpkE8fxUrH/15/l8k8gyOTLt0bzFdE5m8nHmwiwmz0xjbnoZNbuGoYEObNvWg1SK7NFW9PT1oW/bAE6ev4h/+NTnkF3OobM9LiCMaleti7QFgRwmFGzFpLad6/WKWUhbRxd6e3sksCaYSkYqDZVY6FVmV9qhXDzE6tI2J9fv8wngS03bocFtaGntQiZXpq0jwp4AaiVbWt99QbYGUlewjqjohDsopW14atT+8qNSsyXZ4BfFgcg+9sSDCCdj2mCFhhIlGSu254vEgpZQ4n3i2cwzjePITge6GnN/4O/IEmYLH88b8zqOsWGzUnKG542PDMYIr9WH7cMDOHXyND7w7vcg4Yti9zX74QuHpADQNdCHfQf2o6+vXwqQBPz4vjQSpDlXpVLGyswSstV1HM8dx7dmHoA/EMTP9N+CW3oPodXfjnI1j5rPhuUG4NgW/EELl556GPXTD2BwpBX5ag2F1TUUKjZqRQfVkhdPHj6F68a34fnXXoP1QB3z/jByUZ4lQXhpvGKFlOmYp6KkFkwxu+lfA7Qatq4ZM3Weqkczy1exeJW+vzH9Moumyr9VocyLOttpAsqYcOHEOTz0hfvw8GOPonvvOG5/46sxMr5NAHiu3+YWdd4H3lO2hhIIFE11acfWnQ5N5qqmoEr5HN7vt/7S71z1+uYLXjtBSY0ORKlfybiFrB6RJKBDNmua3UBqAP7uHZjL2JhfJFCUxI8eeQgPP/ygim10i3BDjcZciTaGbL6w5n1ZlWQIUpIhKJkuetuTCFIWwefHUjaLXJVgqjIfqguXTJ01hshg4iWRsairuJmt/4opCZn/qtunJmCpyJJZSgbJ6NKbGMkUyQ3rmdm3NNDorhb+jTv2ZfFzL7OQCNki1xJwvMhlfDh52cH//qqL03NebEvaeOsrgecdCiHZXoadF6xGuc2zkMj7zHF2EohFAtwdsDgTwonjHnzr/gvIlnzYvXc7ksk4Hjw6iaUsPSD8cKwgoS2iskqvmgA8ZUpYUKlUhfQg+yuZ6BUWSxUbPF3zoBDtQ8RTh706DZcsO61bLmepkZgx3g6Nf1noZxccOyiMVJoCW7fmDz5d8BeJAE1AMO/N/aBE3Wey+Am2tKREAz3VOYbXveFVuOWacTi2iuV4vnGvtJnbWC7yy8vCpOzbOSYEiPL6OpzcGoJ1OrGrLkJhmQsw6UU01oLW1nZhpcmciifF/IzzifJBLKAp7w4lc8AH5zBzGP597qunL0xJDseflypK31gx21XhhX+TXyZmL1MDmdI8YhKsCoTms88tb4hRVDjE1mgFrPI57LohOCSkfHacEC8iuzifR8ADKWps/t0q/v7jn3xO6/vVd70QO3fskPH//vd/gHS+iJrlR2s8gajPxXB3CmO9HSIBFWYrt4+gUUWBnJWijH0yGlUaxyRDcb7ZNcwub2A1kxdj6EQsIkAR1w/3exAkr1cR8vvR1d2FUKoV9z9+BCfOXsbeHeMIlAuYPPEUXvrSn8ENN1yjDGtdapaX1Hwu2Uhnizh5aRnfeuAJJJNtePub3oj2RAhfvP/7uOfbDyLZO4ChiX1AJKK0QnXnAIuFlGOQrlAtk2H2eTNvzZ7LXErWIuezlhn0BaKyRn1BZb4aCwaRXVnF5dOn4OTXELQqGOzpwbahbThy/CiyBWqRkg1PDdkoJnZNSIywtLokxRClBU0piAB8loNkPCx77dTlWcwtryLRkkSqrVPAYwWmrjRMJDkHqf0pAL7EStwHlT5nW1tKzohcLitdssQYxBPGtVTxN5lEazKIrq4u2d8JNM5MnYenVkPY4RiXEG1thRUOYz1XQCFflnGjnBp1Ssn3pW7t5fQqCqijY6APY0NDePGtL5RrWF6Yw9jYmBRceF2tqTa5b5VKDe3t7bJ22EFD3xXOdxaaqfXOsQ8m+vG/PvWP+Oxn7gXHm4XsfDmHeimjugD8BPZZNFYyRWTw2jUW0Ng5xM9PyoUisjjVOnp6OqkggrnZyzIPCfKLxFSxLAxgrlOOn3nfqhiOU49VSzJ6eI8iWMrkUWThSvYvYHh4CLt378aFi5OoV2xMnTmF/eOjOHRgN8J+SjisyzgKcZDM5xpxoJQUGDiepWJJ7gvvH4vpUnskrkUSkqU6dcOBKOp1L8rFKt7/mS89pzX+k/qinwKrW+6sAVY///l/uqI9hxNJqpfUwatyo7B0yxYnH3NFtkQrswIGsARXFbBIZ1ZjLqV1wCIR2UBMImaMF0ybnASjygpSjCaY7t977//BD3/4I6nw3/6iW/GOX3ybBHPKUEUFDCYBUVqkyoBDFpoGMkxVm6wPqW7XVfInWnLcCNjeKJQpxSRsiBhTs6mp9YhD1ty+pNyH65J4KeFnRUlgJZVjwLH65je/jr/723+Exworl2IP22ufDVjlZ9KiyU3NyVcLrJoggQmpSd4EWNVMU/51YVXW6rht1yBu2d6DBMWu/T5k8jksZEp4+OxlzGRLKEpioMZSmMVa/oHAqjHtYrJRjVio9cWBjhjGdmwXyv/UhYvoa+2As57H4tGL6AkkEaA+V91Fzi2jdW8/OvYN46FHH4PH9WJk7w7MX7yEjcvz6Bnow/a9O7E8M4dL3z7RAFY533IFOh8WcPD6A/iDd7+robulwDJtZqF19wxYsBmMmoTHIDvGGElrP+r5JPNKXKVZgdamO1u0CSWobCRQm0ZWqqgQQCrVqkjUQlXhumHAK43XKogj80Lja0qGTJsJ6OSNm79JutULNgPqQ89RCmD02heL26dLOYBwCB4/50gFbp5Mzzxga8aqsEo125bz3mGSb8MJJoSx6tDkIM/1Rq1UHsZkk6gWQASTFFCCFYvJa5BdBQoZWLYtBlJKA0xprMpKaDBWm1mrijvZUNI0dLqmcXKtEFxvGFYgqvSNCKrWCKwW4R8ZQJ1ar+W6AKueckk0ZC0CwIqnrHdAMla3MGGb9kbef2G3EXI3+ohXAKtmHjUDq+oNtvLODeAm/AnzeSTb33z20xmrDdixwSZSJl6KnS8MKZ8H4YBPJAGiQT8GkiGMtSXQ3dOC3a0J0ZD61zsmsO/mt2K05gMd6B2SbzTzXQykGqvciIuoWSoFMwFb1WdS5OrNtnwDZzQKPNJ7+MyM1SaifuMpBsBV730lJ3UrQ/WZkn3zp5qB1Wd6r62BzBWMVUMYFjBZzQeOK/e+Rbg4WZ/FD+e+hplfvBfTExv44G+/Bm9Y3I9AuAsIsZhiix6hE+A4KcaF4dcKDCFi/IIOqS8G03ZJtIBdakVlNrC6voiV7CLK5SxicDAQTyLxe/941fHXH7zn1/RNMvdLnYdMOJR2rsbzhVmpz08NXDUXDmWuG8kXLQnExIdnmylYGWDVFBzUuamSXvkK+AVo5sOu1zE7s4Qzpybx1JOnsb6ewdBgN8ZH+tFJcLUliaFto2gfascPH34cn//M1xF0yYAik42GQjyXXTHmIOOJcUQ82SrOwh3d3Wjr6BQwhgAjwVRpuRYgW+nFa5UK3SLO+MAVp+lyuY5YvBXDozuQaGlHLpNHtVJDMpqAU1XGWN4QC1DqbCdLw5uvw87ZcG2ahdAggyxIiAs2WeBlq4aSZSPellByPARkWLSr1+Xc4r+8TtP2bOIhJhMM+kVmJhRCKBxqnG1MMoycjYphFMCgWB1eBdb6g6JN292RQnppGR94/wewNrss869/eAgHb74ZXf19GBobk7OJcZDCEzQDUbfR8zOGw3S+LmIhv4ypwjSm1ieR3lhGe6gde9p3oj/RLWwPOGFYDjtZqsif/BHsiw+jvTOKdL6C7Noa1tIrKK4DF5Zy+N7j5/GSHYN49Q37UE9GUPBb2GjfhlqqC3WbKsse2Z+9gZi0XvO6TeHdtP/y/wW81AVzUzgV/WCdqHN8TEFZSTOxU2RTb9ic22QgET1j8hiLszhnYfpfH8UjX/kXnF6dwfAt1+JnXvMKSToJENW9lnTNmDPfxBRMQsmiJrCpmJxMIU3LukpieT2Mv2jEQtd3vubtv/LcpAB+bl+HxGoh6sYSSdV7Lj0N/KhLe3Mo1QMnNYI1tGBhvSDsq2PHn8J3v/ttxTiXY2fTTLOx0WhgdetebH5vgFUvuyV4LviGS+iLAAAgAElEQVSAnjYai5KZWcEyzVkcIbOp813k41U3mQFWTYFaijZesu7CEvNz3UbCQURCIQGLRLdQ6Mhq/Qp4alfE6EU6fLSMlhrbmhRbCH6xLVlAGx0v9UbqeNvr69i3LQ8/u47JlCsGkK7U8MBTXnz9+34cHC/jFS/woq/TQShSR7FqibYik3+erSzoUCqq6nhRLjPRBqo+P546FcU9X1rBwirfvxcvOjCBqalZhMIxrKyt4dLCKtLwi4EUi0DU7+V2VGb8Q1NZrzIHNHEex50Ehg3Xj1KkF1Ytj9rqZXjFdOeZT0QVN6rOKTFY4VzXmv3SUdjERDX3UV6jDbPMOdBMeOFe5PNawtKsMwaIRFD3BhHtGMWLb3seXnPni1At5dS1U3aEgHU8Ioa3UY9fALqCW4NNIgvnZ70M1CtwCaBp9h1Z9WytJwEmGqPxXkjyH+kcFAai8ibg/qnOdJWHNMg4wgJWcnXL62lcuHBRClxyTaIOQPkugrhs52a7utLqZBcfWXlcp9xXmwFXvvfk9ALaWpNilEhAn2OrugoUiYa3QWRLhCjjEV3ooFcVzBT5gUB5HZ/6yEev+vzmC77yqfejp6cbJ0+dxcc++b+xki3DCiYQDgUQD3gw2pvCzpFetETDWFldx8z8InJFJTXEzo7B7nZ0JhOI+Fl8U2siX65gaT2H9UIFFVdpkrJ1vlIqIbO+Kvtud2sLBvu70E+Jno5uXF7J4v4fHZazq6+jDbX1eeycGMfB664BXMYBFdQqNZSrddFX3ciW8PjJS7j/4SNoa+/B29/6Flx/7T6cX1nBez/0UVhsPe/pR9quwC+m2EpiT5lOakNnYajyzDZnktJ/EsKRZisTY+B5LHNDSDAhYapT75ZPiwRDosO+ND2NlUsXYFXyCLouIuEYSpyHQQshXxwJgpnRKCp2Scyf/NxLHVcXPv3w+xRRoas1JTIAly7P4uLMrOgCU2s1EIgIgEhsguAqHwT7Oae4FlkIUmeFwk8oZxOJhBHweRHU3SelYkFwFeq60uQ1GvDKeyRbUhjo64PPdbC+siQFs+0TO7CRpznYKjyWH4V8CZS2Y4gl3FJfCJlKCVV293R1iDTVHbfeht6uDizOzQh7lXkp2bDd3T1aUxzo6emVPalQyMPj13uJxl9IqOJajEVSWFhYw7ve/T4cP3FWtMxrTkWz4vnXVZxHMhzvj5DjSgVZCz6fkviirATXEqUbWltTwuDd2FAsUp7psRClU2hqVUVvX49INZFZzoK+EN7Y9SDAKo3NwwJ8LqVzqjtCp0mjo8MYHx/H1NQlKUxMnjuNVCyEW2/cj7aIHy1h3mMyXkkcYuTGXD0omrQBj7r3JARy72C+TlNWHSJJMV7OHNHnj4hG79vf9/HntMZ/Ul/0U2B1y501wOqX7v38FQluI1AkwMiKgZ8t1IqaXyyUBYQMhZXBTuOAF3kAdbib4JMHGjVYVdKjACKjmWES4c2AVVUZyV74zD99Fk8+8ZRUUl502634pV96uyRF3Hwl4RL9RR3Qbqnisp2Ij2bmjgFHVGXF6GGpw5ksWAWsKh0vbhaGGWKSTlM5k2q7DuSNdpQinqlKFQ90CoI/+OAD+PCHPga4QQFWqUnCSnFzoNp8K65grG5pft1acTbj1vxvM5Ao3TYit6AYRSowIBtZAYW8n9f2JXH7nhEko3F1bytlZAs2js2s4rGpBWzwHpIazzYDVvJCKqmR4Ea3sYvAfRCo9yeArpiwO2qVCi5OXkBPqg3+fBVzh8+j0xsXYJUVsTzKaN3Th3YNrDJQH9m3E7OTF5CeWUBPfx+279uJtbkFXPzWcbQFo0h4g9KeXygpBs81B/bij97zBw0Wj5guaMCSJ2wDCGuqRl8x7XULsowfx4ri9tJ6qF5L92VhGQgrWrXdNe6bblFUc0t9SRIn7BcyUipap4drQ7WoMplWwbHWhdM6osocgQmBCvwkqPX5xPyK941ahQzsGMxJOuTx4Pm33HrVe7OYV117G+oEeoNheKJRCTJ5/5xiGV4yCehwW8wq8McMjBgD8ePbcDwReFr6xPzKLXBMyNazBVyls4KYLwRa4Ebb4aFBFmy42XUgtw6XRiJSEeU4EVhVbuoN1KMhAyBIZxOwap6jQT2NDnk8EThsESGwSn3Omi2Vd2q/hkaHUKFpW0kBqwR1USYbt7QFWFUg4RUSA00jq67k32KsbgVWzbVfeXvUTxWq1ZhFDXRPoFY93FvBRWOG1DQGkhUroIeO9AEvEPb7EQtHEPH60R7zoLczit5kBBP9PfAUqzgx2Im2t/0W+qjTZBfABh2CPnTb9ZMpL6CbBlPN9wq7lUKQKQaprUuPmf5MBoBVvzFCqOrzN0sBmPUpz9uCOj8NVDXXshWd1sPaAHL/A+/TDBg21u+WHFWVZJTMAlskAyKRYCHj1rBQd3C8/AS+++534cz2Ffzti96COzL7YcW6YPmrwtyjLARlM8h0lBvTAFd18URl+QISiBwAi3nFAlDOwckvI59eQya9CLecRcguI0VDhj/+6lWv8d/9L29vsNo5RqawJuZkGkiV5FC3rDezlbYCrWJYqQtHhrnK/Uv2OSkqaVMJDWSRacVA2hQ2jdSFJOzCcqVWaxZTUzN44omTOH9uAclgALu2d6G9jayBLozv3Y5wawL3fe1+PPydB2XeBamjLEUYF+FwAAO9XWjv7EIi1SqgaigcgY96otRk1O1jZuB0F7kGEUQPQc4Qu1KW/b4t1Y2+wW2IpzpRLFaR28ggIYkZWX0eWKEAaLWsIxphNvsyDipl6q4p4NdsYZ5aXTTM7YALXyIIX9iHWkVJGvn8SjuS4BATLlNMZhLVGFsdx4iuIUEibdbD56hzSANGJgltYgvz80biMfR1pDC/OIM/fNe7MHfqEl5w863oGhlEe18Xdl2zH32DQ9JGmc8rRh01I1V8oCUipMjAorgS9fA5FoI8z5DHsruGmY1ZRP1hdFUcVKcvwwrE4O/sQb64CnfpMELFVTHzWcvlUcqWsDC7hsX5DB6dyWKlFsCw38FtXTHs2DOM1u5OrIZasN42CHhpRKKWjZ8SRCzSbZHfMexQE3eZGNLEqOZ8NvFOIxbSWVejgE9QlmNYqiLSloQ3HoU9s4zzX/0+fvjQQ1iPAtffeRtuv+sl8Fte0RakVr0b8os+cjMQLkAN9UD9IdFXN0UGMq1FgkPLn/A5IhlEQEakoly8+RfeedXrmy+4ayyJeCQkBTXRD+S4ES30epGMhsV9ubWjG/VoL+ZrCSwXXQHrLk6dx333fUWBQ9SmZTIs+oXNB54Bsf6NspZmfwubxwe0J6JoFxOWHNZo2OILibEdu5YkcBCyhOoEks407eHA72PRmKwPgsTRcEgAFoItfC6LDJwRXNd8DbutyPblmmMybMzeVCGbzFAVQ1XZaq+L1lLPKll4/rVFvPHlRXQECADXBSCt1y0cPu/B338ZeOEhC4d2OUgl6qhWvMICY5jkeqjJ6UE+72IjXcXlNRfzc0C17kfZdbGe82IpDTF4Goj58Y47boS/VEJHSwtW1tdx5vICLpZcrDFmFQkEdTxQj9Qj5mC6k6mpaM+9bMMNoBTpBspp1Ncuq2EUIsnm/bmiEKYJJWzPF31C7kvS3a7Z+rIR6pBOd8qoeMQYUSpAVq6Hc5YsM7I5y2XlwN7Sgn3XH8LAtTegv6MVu7cPo1ZRDHzmFNRV5BgQhKMGL0Fbm8ZGuiDG3IpAnEwFMsEoEUdpBykOEVyPSCeEdEtqWbZGLV0X7MTcSzPZJYaQs0gV0GLJFC5duoSZuVkl1cb9i+ucbeY6jzKSXWb9ci9WRREV75vizZkLl9Hd2QEaG5LEI2V1Y6YkhB59Bgqb1sXS4iKiApptAqsc7I/+1f94Tuv7c3/xW8KKTOdK+MEjT+D4uVksZcpS1KOR48RQJ4a6U3K2ZLJZiZP93qAUAVkroY5oxOdDyOdBgOaD0TAyhYKY/MyupGEFYxge24alpUWcO3MafZ0dGOxuw8TIIIYHe+F1qREcgO0G8YNHj+L81DQG+3uxu68V3T2d6OvrFMknI61QLFdQooTDRh7fe/gYHj0yie7BEbzrD38ft931Utz/48fw4U/+Hewa2d8+mRfMNRQjvSLdMIIpaNMimdcyNZXEh8ERZHYKO98HD7tIfApYDZDpzDlL2Tt2elCTmwz4ah0Xjx9HcX0eIcnr69i5fxw9w10orBdQzpdRzBZRLtjwh3g+0+tCyR8xh2dhgbJF7a1s10+ILMbJs2eFQR2LJ8UkiozoSkWd6cxJzdxSjEfDyuVnrUo8Sc1mSi70x2NIkthCiSDKnDhV0Q7lOqEGMDtpKE0TaYliZGwU1xzYh23j47j/Bz/Ak4ePIhlPwbFryOdycJ0qIt4AStUqFvIZdI0Oo3dwAOOjwxgZGkIukxb2LYvRc3Mz6OrullZ/5qMsaPO619c3pJAbDAdkbSbicUSjcek24hoLBSKIRFtw75e/gf/2gQ/JfVD0FO7rPrUuXa4T43/B+LkuezolF0S7t1oTXX7KZXHPoGRCPJFER0eH7O2cC9l0Rnx8gqEAto2OSQfS/d+9H4V8GsEA4xV1/2OJFpEEXE0r6QbuFVzHfX292LFjHKur61heWsbkhfNIJEK4Yd8E2oI+tEcjMhZFmniVSroQ7xUMob0tirb2VvleCHSUHajVJKL3MB6jzAgNGS0v/ASQfQG85t1/85zW+E/qi34KrG65s83AKoNC005lqv8E/MQzVOQAlLt9qVjW2pus0HEvMK3ziqrP/dG0bDUS2i1t7FsBS8Mm4MFEmvbf/e3f4+SJ06i5Nbz0Z16Mt7zt5+H1brZ5K03STbafAsbU4ScqWg3zLcU2Nb83B6mp0qqAmLIG2hlZqmHKzZcgLs06mgMZAySb6qkCiZUejAR31RoSLTEcP3oUf/5nH0A+T0FrHgzGZEWNyFY91asFVk2AYZJoeU89BioRMwCZcsvkpsQ2SWF0uC4mUn4cGulEa7wFgVAA3mpJnJTPLGbw/VNTWCcQSmBV5ADoxKvaluS9yADmSc6Km9+B098C9MQxOD4mAuFTFy6gM5FCvOrFpcdOosOKCbDKDTjvlpHc04Ou/aN4+MdPiBTA2P5duHzuPNan5wRY3bF/N9bnFzHzr2cQtwKIM9mlIyNNL4pF7N67E+9973sQCqpWfX5W2WBZBCCIvSUBNWOzFWiRsXNcqXDxQOWBQx2yTRmFLbmHYS4aEwv1xo2/xypxOr0hWjM8aOZm5zE/v6D0WeIRuNR4CUWRTLWJeHmEum7hEMKhsASxqn1RQ3GaaUwQQLWKQUD7F9/+M1e9N4sUwIFbYAXCQDgKkLUqzq8OUCrBx2pcvYxaPq00UxuQp27vBiuUIVjxXriJFlgVBiIKWBU5ANTh9XuAQAsQawUiUWGyOmSsZo3GKh1YCaqqth8FrJq/ZDRWzUdjwGt+rdazGReVgvMzBIR5S8BENMPIWCllERjuRY3JBaUAikWgQMA1L59PrToja3Kl8/HWQX1GYFXYf9RY3SyQGFa5+rf555qQK2/c9PMre9H/w8CqYTtT+0gkGnwugj4LkUAAEV8YoZAPyRjQHvehr70dI8kOJPxezFgepH7jnYjRhd3OI0a2mtdFlWYH1JAz7fzC2txsG+SuZrj/AmZqwNCIIKg7p+6h+lfLQeiBNMCqgoWb9KT/A4AosYJnS++f7a41A7TN329d883DL3uHouKqwgXbMSmH4LHFyCFTqWDJCuP+x/8WTyx/Eh8ZvxM3ZK5FPtWLMJUyRPtOAdCu7nLQtFUNpLvSRixabmIkRVGysrBVyaawSuuoFXOw8xvwlgvwZbLw58vAH3/hqtf4O3/7rdr4RyedbBMTN1TVoWFaZ03xUNg7fpWwm04NdptwL+VeK2eZXZHvlQN7SABapZOoEge+l3RsCItks2NEzlgtC+GCmmOUBmLyHEQuX8aJE6dx4vAx2KU1tLXH0ZboxcDAMIYnRlD1OPjiP34Zp0+dRZia0LQ60fpfQ/1s+e9GS2sKqfYOBCNh0RUVFigNFskulYSdpoGqaEptQ0l2NGuUhYmenn4MDGwXja0yTa+KFdRLFSS4P3Lc2F4fCsjcMIAA3ZqDJSbtBG+0iUXAOJXbAqxWA4AvEUa+SHO/GmJkqQRUImPafg1LigkZ7wnBU9F+1eA3GTj5Qr7RDtf8ewOW819zXlFnry0Vx+zsNP7yfe9DMZ0V7cJwIIaXvOqVuOaG6xCOhVGy1X0lW5Vgtbh0C2CjYigD4FbFiZcapLQ359Zegy/A17oIxryYf/g7WPn2lxDtjMI71g3LU0G9sgqrXEWpWMdaZgPp9QJWZqs4NXkRhxfL6JqYQM0uYadVxJvvvEkSvNViBrPRbripYZGrqJNyWypSoF7uoQFDBbwMBASYbo5vlMGkMuUT/UN9YFwRl7Fork3AeP8N+BmKRkXaaOWJ0zj85W/j0TPHkNy/HXf87MulPZTMUrtURlDkJDwos7VT6+/xungtvC7eV4J5wstpamUlyC8FeynYKgBTNNO1YdEb3vLrV72++YJdcS/ikSCS0SAiAS/8ZAvKGraEWcXCA5PVohvCYi2GghWBLxLD0vICvvCFf5a5K91kBPZMK4K5kibG6tZil4Q5OomlkYwUG7xALOhBV0sC+Vwe6yWy69iGTACzrIBbUYsycmGKWclx4lyL0HAmGEI0HJakmQw6Hvpsi2Xim+fZ7XqEzcV7SIYn77WRRJJWZIIglDcQXIRAm5KfNdqBDoJoDxTxq28qY6KngkyWsYcyWnr0tIu/uw9IRnzYM1xFIuFFqeyVFlu7aiFd8CDD8KHiSghRcqKoVMvCZOSmIB3tckL60Rt28esvvRmJagUBMgVrNayXqji+VsJ8Lo+VUlkAXYInNfFa8IlrucSrGrgTqQ+vF3NlC+VwBzzlDTgbs3K2WJbKr+Q+6BjfADm8ELtaxr69uwSwvHjhohwzMvjCujTEl80TlazO5p83ipViRAh4KjYqpSIGevvw1ne8HdfdcguKkSDcmg2LetKaVMDncv6Lo7ajumi4p5Gh7eVcIwgnpns0qNMEARoXazCE95SEDRkL5lxiWKY+p3QmsmguRr7K5d3MHwWsqnXY3tElZ+vpc+cEbOR7kKlp9n1Zh1pj1eyfRh7A5IimEHPy7BR6e7qE5c1Y1TCfRSfXMFZJPKCTfbWG2bk5tCXjsofzenju8Pz867/8789pff/x21+ixqkO+CMJeCIt+PFTp3DuwiV0pBLYNz6I1qhPGIFk7lH6xrErWE1nsZEvIpfNIuzzozURx3hvG8a2jyKdS+PIiVO4OLeCUDSFbRO7pIV68swZ9Hd34rp9u7F7+yicahkb6SUpAHG3O35uBo8+cRROtYqX3nIttm0fEcIQySPcDdhZapeqKNq26Cv/6MencXJyAWWvD7e//G707DmAR44exfzSGnzk0/N9CU4xduBeKfshgXbFIBQpAEOQ0p2VspfrzYfgvyoMkVFKvXMCrH6VixJoFTar+lnQF0RmaQmXzhyFZecRsKrYuWsAd959K9bnFnDm7BQWV7Lw+2JSGKPMA1v/ydLmnkIpoXgsjFg4hDbpqmnB6ckLyOWLiMRakE7npAMlFovKfsTvea3CdtTnjZEEULq/9H/hHHLRFg1ge2cnOoJeBEUqgMAD9UTrIrmRJlMyEsatd9+J4Z3bRW6BQOITTz2FI08dQzQUQWEjJ7JevGav68FyPovlagkjO8Zx6y3Pw9hgn8RuVbuErs5OTM9cFnxiZGQY0Yi65oWFBSlgMZ4i6Muclb/r7u7F7OwsNjY2hD0bikQRDMexuprDH7znT/Hwj36MaCwu+zpBUnXusVuDZ7DOBNyKsPyDQb8AuTQNJJktVyhq2UfFEB0cGhLZAQLUuXxO9n1eE8dieHhYcunl+TkprPOcIGjuDQaRyeSRK5LQozqlOL40BBsf34Z8Nif7wtTMNNZWV3HDgT1oj0Xgd2oIOIplXCrkEY2E0BKn8WMME6P9EqsxrhNtZW2QKvOCMa/lkflertDonPJNNbzjzz/9nNb4T+qLfgqsbrmzBli9557PyqTmpDRtFmSZchKxGsp2A4KPArJ5qVPiQ4kaF1JlVG5qFISmRquihJN2rQ5Fw1BtPsxNQCEAjw6+THBKGvYnPvEpTJ5ni0cVb3j9a/G6171ai1nrJmGtO2TecxOoVYxTOfQ1E1E5yKqNmV+S3GizIAFYKZ7t0y521JbUWoMmEDeBvjmIm0FZ9dmUOQIf/NzccC9NXcSf/en7MTOzKkCtkASamY9bGob/vwJWeQ3GGGuzBZlUei86OzqkilmzKxiLWbhhqA0ROhxGYvDXS8LmObe4gQfPzWPZFmcBxR8UIyylhcuDn1UrqVbxcPXXUOtrgdXXgqEd24TSf3FyEu2xFrR5wrjwyHF0IHoFsNqyuxu9B7fjkccPw626wlidOX8B65dm0N3fh4kDe5BeXMHig5MIVl3EPARWXeSLauPduXsH3ve+98qmbYBVMVQhIKB1fpUW4BagywCjVzCcmfSoKiqrUZzXwppu0lRrDmolsNXt5KbSreae2pRZdZOkz7Jw5OgxPPDAAxgcGBbW58z0ArK5slQ+qzUb/qAPLbGEmF0xsGZlkSAsD3K2IfLnbHOls6phL914/aGr3psJrA4ffJ5orFrBiEgCWOQu1ly4ZWqQFmHRuMouKkdfXTkWbWWCeKCuVBhutBdItsBDK3epNFfgEFhlgOD3wgongGgLHBqi1cpAbgNWJgvXLguwKYGU6NGyRdowOBUot/nV3AKvk4kGMKlkAoAQBUJZohfqjEgmwouqnYHV1QY3EoGHUgClCpxsXtiBNM9SCmwGWFVA4tZHA4iT9jMlBWD2gU2N1SYHCpXu6K8mRnrzWxumugQemyDA5us2QUpzPWoP0yxnDfzJqzUbn1M75PchFgyIcU0gSE0oBz3RGMLxFgwFW9HXFcIymRmvfivad4/I+qYNnACBohtHdorOmCWZ2YQtDWNVpWiK/cI5rZox1WNzBNVINo/nJmOVe88mO6rRwq8zqK1JvOzTzwKs8m94NTLKf7aSWp8JEHja/W26L0zAGq8REwWleeugDL8bx7pTwYzj4rFjX8Xpe76Ll/5sBK/17kbSMwIvzzppM6Y8TV2MNqRFVjvWm0HSx4ICI/j3yFSo2FKUku+p4WZTrqIEK1cQh3m8/feveo3/p//8livkawxLTKr9BBoFYFWtybI3egmmaWBcA1ObxU11jkm7pNYD5P5DoypVuNw0CDRsQo6DSfp5/jCh5kOcZr0hwKFwqx/RWAj0+VrfWMfR42cwNT0Nv8OEoxWDw8PoHujG9MwCvvmNb2NteR0R7lfUIq1UkAqH0EtN1qFBdPb0IN7SIoUV6oASWOX+yYSLG0Ljs4iTrA2yaxiXdPcMYWBwDF5fTLEXUUeB417zIE7NNk4+glYev4Di9bIjsiIE2zxCRnThC/oRCAfEDIVzqOSWFbvVy84UstqU9AvPI7LsmESY1n0DoDIZM6xHA7yaVm3GX/wdW+H4IHhqumPMfeXP+XwCaUvpafzym9+BucOnceiaGzDx/Btx+6tfjm1jO0QTmgmjKSgzoVVno5JvknhBg+RSvHRKCDpANBiXAlyOLZvVDKyaF/GWBGYe+hpyj30DPYMR1JMufJUCqmUP8oUCCjkHy+sZTE/NY/VyAVNrGWTLDsIjI/B3dSCWW8NbDu3GaH8nak4Ry/Ah074TdW9CjELKmt0je4to9yujSfNlJKTMuEnsJ9uvMqh5WnFFgyoyf+p1uQ8caxpOXfzaA3jsG9/F0fU5jN99K372Da9DdyKJbDaDqlNHSLPQ+J5k9sSj1FdTxXOOJZNTGTs5fRwBDvhzBZIroy1+qdhWL2e9Jt741t+46vXNF7ztlXfh+OEnkV1ZQSriRWuCwCSN1rwIhCMIJ1Io5HJI5/OIdQyhfXQnrHgn8oUcPve5fxJ2lbSHS7fXlkvYIgXwTHspY3kC8yQ+8OAI+1wMdfL981gvlGGzDCLGig68PmV+SV0/M1fNOUpgJOBXMlrUoOaZwM4LKeAECaC5KNt0gi+haNPAjUzVkE56ldyXAS54PyQGF3Yj/eaN8ooDx++Fp1zFK26u4EXXF1Gh7mbFg4gfeHTKh499uQK/2wW/mxHQR3YDyv9QMknOGYKGZGJx/ZPdpM5f0f3jZsCilOvDro4Ifu75+2DlsmjhurfLIilwZGYFGY8XC6UKijUHdrkihnEBH5lcuvAjgJwywSnV6zi7UYId7oBVWIaVXRLQh9GNgC8aVDVFMgExqw76+/rw+7//O1hbXZZOv8uX5mUtsOW+eU9v3HExCnoGwJVSabKm6igWsrjrlS/Df/6930W2UFTvRUkxmtoaYzg59FWrNu8JY0A+CGpSwoWgEnMNyQXZach9x2fBSyRcG3eKdIycSTQQDunAgg7d2oyLQDzjEi3vYHI4xtrM74JkPkciWFxewoWpaaXR6vdLHmI+u2EQmnXbTB7iGWceTx0/K8BqSywqbdb8bHKOacIO17HosjIirlRxeeYyejrb5e8rXU12B9bxPz/wwee0vj/wzjcrJq/HQqq1HZ1d/XjosSfw1W//ANFwENfvHUeU5mHVEiKxONKZnABeq7kc5hdXZE21RqPYPtSHG8ZHMDrSD7taxGp6A+WahZJtyd7Ae8F27MHeXgz1dCLi96GQyyJfysGuFISRPTmzisnzl4W5v2+8D51d/JzK64KMSu5ttVJNGIfz6Sym59I4N72KY1MXYSVj6Jq4CRAgLAw7X5T5QOYf2bbsmJT9kfm5FLxU7NA8V5vxAaO7rWRMVNGUBRXLz45AsgjDAqyyyComk9TvDfpx4dRRpBfmEKzaCFtlHDq4C4PtSZy4cBkbVcAXjotGadDyiOkyW8u2bF0AACAASURBVPODIeqg+8V4zudxhcHc292D2aVFLC6vidQHuz5onsacs3GmaPBeCoFk0TOnpOF3U3crvUmcehljbS0Yb08ioo3mqpRD4Th4fCg5wPPvuhsvfs2rMLuxggzv8doaZmZnMTs7j1I2j+NPHhGd4qHudtiUY/BZWKzkcfDa6/C6l9yNajknjNb2tlZZe0eOHcXOXTuF1cmYZH5eecsMDg4imUoKWYldLARVZ2ZmcOzYCbS3tSOVbEUgysJ5GH5/HPfd9x28+w/+BImWNgWmck3rM7q5eMHCjeqooDkai3/Ei0KoUK6gqvSk+fye3i7RlaVuMU1JKd/EMypOk80w93sH2dV1ZNJpATgZ31EbPpMviGkgCx4qx3c0sDqOQj6D1mQCwXAE9331qxgeHMRAX5fMPye7IkV6As7dba04eOAajI0OI0zJAgHE1Wcy53WpUkG2WEY6W0Imm8fyWhbL6+vYSGfxzR+fek5r/Cf1RT8FVrfc2WZglZOayYJx6OOkVZudcjY2FVAuFB7MXJDq0FHGUcK6YwXZYe6onDzDYWpXaLMr1TPfYBcYtqWIHFPIXTRWHOTzBXz045/A9KVZWYBvfMPr8YJbnydAR5BuzKKjo8wpRI9H3NxUsCXtAgx4xDFUJXc8vA3rSvQ1uHi0gzwPSh6IbJmSVF2y9U3mlnqtYupwIXNhqjYvpUGrYCFFjpfvXUcAv8uXL+ODf/URnD07Je3gdEltZlttZaw29DefprFqWolNR7puMd3C1lX5hapQi+Zsky6ThNIelYSFw0H4XQfDMQ8m2sJoYZu6zw8fdXNqVcxnS3hiZg2TqyVYITIbVZLDjZcVd2pdSaWIgRTvs7eKel8CnsEUhiaUxurFc+fRGo2jM5zA+YeOotONwifxtQcFt4L4zk4M3DCBR594ErVyHdv27xYpgLWLl9E9OICJa/civbSClYcvwl+qIUzXYJDJU5KNd+euHfiT9/6RuIEa4JeAr2jR6TEIBIJyzQ1NFYNwbJn/cl8120pVrtU4q/liuHhNpgFyv5V2mDFO4FNVe4rcBWmhoNYM2wsZ6G4bG0U85sf05UXUagwAgnKIB4I+JBMpJJMtkkTzSw6oWl0OlmiU7oqcf175LPFEHF+658tXvTcrYPUFcCUYCQL8ogJWzYXFCimZQtU8LIctW3RTNYATk1XVDl93gnDjXUAyRS1vEUV3q2SskrnqwMPrjETYlyrMFQqIU1+V5lXUPmWrPoFVArIsMGyC/ubjNCiqV3w+ASI1xMlxkPviZZuuDy6ZqcRJ6zQX4PrPw+2gxitZtQ48VRdOdgNufk20vpgwqNWjNV6faST1ZRBSpcaqos7qPUs0VpkUKK26pz82P4P6vXnSJlhsgAA1U55JCkCDXQKsNpRM5e+qliif0o5kG6TfiwR1mWJhBPwuwv46OqNBtCTD6I+nMNKVQs12sfSCu9H/vOtFY5UyHj4a7og8CeDTVV+1520aVQmjzbTS0QyCw6wNrZQEgOr2FGZJE0BtPnFHvFMB6DIMalyaPo1qvW+GjjUpVrFktTbplgEm5nXFHtp0D+Ran/GebAKwBozdKuJAipPMSJFrcBF0QWgVq/UKpq0cjj75GUz+/jnUXl7Dr9/Zg5cvXgsrGkY9Rt0mrhUyJoQyr1iAurdZvSuTdD0XNGuVJlZySJKpwUIQwRq7BlSq0iaKO1521Wv8N3/r53TnhDrDDIgapGt4A1DlOW0MqLiHm3WuTzHTMirghDKTlBZmzcaQdnsplG4WKc08NgkE91NhpJDVxPtb55olWMG6jooDpPUsEoTlC2NhaQNLsxexMb+MSDiB7t4eBOJRHH7yCH74g4fhsegcr9uIy2W0t7VhZHQEg8ND6OjpkbOLUkOMPWhAwdZt/m2ezWSOWQTDRL7Gh97+YXR2DcBxvag4ZFvU4fdayK6tIx6MIeKLStLosAjKbmZu8zZbBXjOe+H6HNXdQZkADw26qNFmox4mfulFzakJIBQMhSWmoGu0tDnrQh4TA46/kn1RDCd1VrAtVbWl0eVduO9Nbezy/HoNUQEGKQ9AeZmAaAGeOHEGf/Fn70Jto4SD+6+D5QvgZa98BXbdeBA11w+7yA9CoJwxgWKqcv8gkGGkb5gkmQJ3EDHUPUW4/joqpZoAZf5QGB5vBeXCMjKTPwLWTyMa9sKmbt96FuVyCaVyHum1MlbyNSxu5HHhxDRqVR9iHheXHBet+/fAW69il2Xj1mu3ob0jgXSxgMXECNzYIDw1G0V+LgLlYmiqdBDFxMznQzgUhG2XVQuv6OQrEMewzdiCLPNOzha1L/FeSpznuMJADnl8yEzN48w938GjZ09gPeXHC15+J1784hdLC3OukJd1zGSZa7RuK7O0YCwqwKl4DujivGmpUE70poggQuAKfNFkAVFIMXusBiTe+LbnBqz+/Sf+BgszlzF56gQmT55AeWMVLRELiWgYhbJKTslC27VzBwKxFFaqXuT87dKK/dnPfUbkOMQARlX5r9xjtOa3KZHJjqVjSDFEMvIGrop7CZN4nCq6U0kpJGQ5VmQvUhSFwJ2ujinnee6Jlu7+oquzXxWZ4IpuaoAmKT5lSsTrssuK3EF2UDaTEx1FxnPC/JL8Qo232AUwIVay+MogRX6hi5eUcahWsbezjLtvtRGNWqjl63CqHtx/CvjmExY8wSh8ThF1xg8OzToZG1XgWjQ94x7G8VJxpsiSyDFTFxkGukwTBN492IpX3zABe20NSb8Xcb8PC8tpnJpbgq+tA0vlKtYKnLt10UiXtn4aQzJ+4X5IXf6WFmTLNk6tV1AOpeDkFuHNrwrwwy4sj85hFBCpjflcF21t7bjr7pfiuuuvwbkzp3Ds8DGcPHlerXePK2MuwIU2CFIUAB1j6K4+09HnISLiUi7Fxqte/xrc+cqXwgrpNn1bzWkCWQQp1IHuEZDOsEvl3JMcThUgbLb/Us5Y4iZXtB/lTHQ8uvBQExBRQFRYwsZj7mkEweW5Hjp5+yRO4T5l1rxhrAcEcOeB58HU9AyKFRteGu1WyBRUbFVTDDGFD9M1YPJbA/RcmJoVwJFsNoKUvA4pvkmRRwHb8l7wwK7UMXVpCgM9nXKeScwsGrd1/Pc//29XfX7zBZ/+0B8hvbqM7NoqqmToW16UKw42ijWsrCyjKxlGS4QakLYw6C7PryDZOQTX48XhI0fR05ZCdyoupnLjna0YHuojt1QKQx4WLSItwvjkfaJpT5wFP7jIrK6gWCjAdsjIs1FyaphZWkcpX0EvpUUqG0LwaE0lhUHOPU3GtVxDsWxjKZNFW9sASjUfJpcXsF6r4MySiyIJKl6/5Ixk2RJHYPt/QxpJx7HS0aPZgrpfT8XGGnzn7BCrajnHlfwK56HjVX4ulC8gqcvjI7CqHOi5ptxqGfPnJ1FeXkGgnEdHPIiD+yZwfm4Oea6pUBAt8YQqbrPgyOJOMCz3sGIX0RKLiE4p1+vy6hoyuYIAmXa1JoAnCz/M98n0VNiA9mrxUSIjIOtFzVMVk1G2gPFTR8CLnd3taAnwDK7JuvDXHTDUiLR14PW/+MtwoiFslPISIywuLGBheRUrK6uYPH0O546fQTISwQiNeiMh5IIW8lYdN99wCHsHx+DWCAp7pYhImQziHfuvPSBrbn5+TubxwMCAdE0q/xyfsFOJWZw9e07MLaPhqMQh4Qj3KJLnIjh3bha/83vvwdw8AeaIMNEl99M65gaUrOnCI4l5lVJZ9JQ5toxZZH+xywKoM/+lJAxlHHiN0i3luggHQyIXQBZqb1uHELUou9HR0Yl82UYmV1R7mMYm+Lr+gX6MT+xAMbchGsTjEztx/PhJbGTSiMdioi/rI2mBJCDXQSQcQndnu5xDBPo5r8iwFZmrelVij3yxgBy7ZG12IkPOtzoPGo8XTxw//ZzW+E/qi34KrG65swZY/exn/6HRlmJYFeqpm2265gBUmqQ8yxSjQLW0qUqP+n+/HOZ8mLYoUyE1LD+pcBrNTxFah1R4uEg3NjL46499QqpwfssSdgoTJzpvHrpuP1pbYtL6xEOYVyedBJYXx0+ckEQlGlOuh7wW/n2y/0LhsLjymbYOSTxZMfdQCJ0t2tysVRLKazWMRzH/0FVZfj5ZmF4yuIzmkarMGFYs++fYQnbp0iw+8cl/wBNPPKUqaU0PA6o2wCWN0hig2QS1/H0z+1TgWx3UKGKUBgO2aIA+7f1FO82H9s5OxAM+RNwKhtvi6I74kQpTx6oCSwAqFzYczBTreGxyGXlWsFn1l3ZRpUXLQ5KbEK9LabbWUe2KwjPWjqGdY5JMTp89h4jPj8Gefpz4/uPoqUXhLSvn7CJqiO/swtChCTz+1GHkM0VMXHsNZs9fwOrkNHpGBwVozaytY+1HUwjkbATZSuI6oo3DgGLnrnH80R++G0Fx71QyB2J4JLqwui2PpAqdfEnS7ygmplTRNKtXAnOttcR5IkGnZsio1yqwSbF9DEtLMRmEEcD2Fmo5yXzxKiDfclBhAO26eOLxJ/Hxj34S42PD6Ex5cezkNDZyZEaomIEtEvybfjlgLWE3iVFYMIhEIopojPpTXu0q7RHJgO9851+vem8WYPWGO6TVjIEVg3Th3bLXqVQBymVYThGo0zG1qtv0eWVMnlQCVLeCQLIDbjIFVF14GHBWy3BrSv/VYktONAwrFIFFTVxWo8mGLWdglfKwpHqrACXpptPJ6JVt9VeuEoOUibkJTcmY5PD2BbzwBMJwCFpVyAKss2EYNeTh7RmCG2mBY1fhJbM2uw43t6gMrgyoKmeyKaL8+8NpgJFmdqNqIdesCp2oCODeoAKp4ovKBEwDvZ5D+k9uLa6o56rXiXuu5oQK6KHfi0xxHv4i6O7xIx4OoSURBGOWiN+DjlgUnYkQkmE/Rtvb0BaM4NSBmzB8x22oVwtw6n4EfGX46hZ455i4SY6kEF/1vRRi1HUw16paHpS9QFUK0HI3BBQl69jos5mxVWCphbZ4R2NUlEaa4hrLqDW9h0lbSZ70ueTmMDVXULrsg02eWJKrNzGtNrHrzULY1rspWKYZbxKtm+zLpHVJgwfN9zhAWRf4sW7XcN63in/5xodx/G/OYGx/HHveYOO3nFvQXx2D0xKGZcWEjWl5K6LLJwC4CJkqlq/APAJa6FFroLuOgH7SVllzlCyH3mN8193y70/KLc/49d98/RUsJAMAEbjgOW2YquZckxYqEr10CzrHwbxGieyovZD7G7sEmEiRsUpdRO5RRvpBNKbJHiKLSwOxZCmJOYU4R2s2k2YXmNZuAgR8H/VeEEfd9fV1KY6GqeMML+7/zgM4f3ZSnHmZKFAKxUtNw74e7NmzC8PbtnPzREDaSTUjV9hYqshqXJ+rdRep1k6MjO6A1x+RhJ+u03yw8zyztgbYDnpau1G3XbhVMhjYV0wXdOVyLgXZFDUrg1Keke4e6TpgkccrmmSmo8W09vPvM7kxY2nugWJeqq4I7u8GbJWE360JsGeAcXPGM8HnYRSPRCXxD4f9Ykj053/xp/CtlTE4NIqbbrsVb/qFdyDV2Y5CqSJAmzm3zDVI3EVARLcsGiasab33Wn5ULWXQwuSHbMhyKQN75jEUF87CrW0gEmQrp41iroB8tgS7VER+rYS52RWs1IAXvObNePLYJXznox/DQGcKq3YJmVQ7dt50CLXZabx4zwAO7hpAtpjHxXQFvt5dcKIdokdruYrNJDGmnOcqzuGcNCwm0ZHkWuZZInFeXZhxZLZJgivt44bRYsFHA55cCZd++CRO3f8wHlucxOD+Xbj91XdjbPt2uLbSx6d+H+e4YUMaZqDMpVpFAC3+rNGSLB1KSqvRrCNTYBBNbYmRjHGqlmaqO3j9W371qtc3X/DhD39U5hv3ZjuXxtknf4yjjzyIXK4In6+GXYOt2N3XgbZ4HDV/GOsIYyXUL+DU5++5R5hPjJVM8fmKi1BaSnL2m64KE58rfVQWWdVWpu6N0uKMEwwVp2V1Fpr4STHQIEY5ZEFyfVIz3iazz0+ZhKruflPammTWs92TIC0L1nIOeTwNQxgDRsqZwL1VYii1fxPqktOrKY5WazuAah3oj+Zx8448RruDCHmqWNoA/uWIg6dm6koD2fIJSMPiK4suz/TYLAOq35pzg6DeYEsIr7p+O6L1ChKU/bCAp46dRsGtI9nVg7Rdx0I6jwqBX46TQ4CecVhAxpudJ92pGNbzZfzwcgZ2NAm3tA5fIa3OWHE+V5rMNHzig/NVWF8dbXjhS25F51APlqamcfihx7C4moZDgzN9thk2mflcbN83a4f3UklQSf1FmHsskr/zXf8Vu/fsRKnIlmmCRmr+yjTRe7qKS/R46GKGkRRh/GdMsszZ2tDM1B1hvGtm31Z5o9LpZmuweGl41XxiXEygR8nLqXi8IOY9CsSngRCBwly5jHV2KHn9qNqUbVAAu/n8Zj2bn5nx4P9LIctxhbjB/zf5o8T+Ir2kTG1ELgdkf9YxdWESIwPdDW1x0xXwwb94bsDqf3rzSwTCFxC55og8TjSRxGOHj2BjdQUdqSgiIXaRVkE2XblcE2ZrNBZFemNdWJrUWva5LkYHeoXJzAJANruB1dUVxBNR9PeMIBJNwK7aqNUrKBcLKGYzoklbRQ2MLHNlG8tr6xLDj2/bBp+nihp1xdlqIrEpWeu8BhvraxkUsgWMDo8hEI0g2ppEzevF984s4YdPnsJCvgZQh5r5QqUEpguMX8VrgbOnUXRWSZFhrkrnkPGuqKl8ink6z06ZdwqAUBJHLBaTHctuAc5ljxf+YFhY8Lm1FcyfPQNvIYOYz0JHX7dIGXG/iZOZrIubzFvVzOY26IrkCs35ero7UCgWsby4jJJdRbFcxXqW7N4ySlVVfOa+w7hIFeaVgWFzl67qbGIspOLPYL2Kid4u7BnoRtxbh8+pSMdM3rLQt28vdt18M3LMJQI+VEslrK1vYD1XwKVLM0gvreOR7z+Mbf2DuOHQAXgSYRw+fwq79u7Gvp274KlTAEW1x/N6FhcX0d/fJySd5ZVVGTeyRNkZaTo/2BFDFitB2O7ubgHRub5YzIpGEljfWBFsx65Y+MsPfhLf+MZD8AaCSu5FDAq18bfUVSjtoIhdiUSLjE+R3ViWR6SdWPzm+maXg3TfsHNBCivs4iS4rTtj63WMjI7i0M7duHTpAmbmZ3Ht9TfisSMnML+8Ab+HHQD0+lFyIpQOuObgNShm03DKZbR1dEghcXpmBoViQRUDRT1IFfP4N5U8j7p/xG8Yx3JukEwkhSAhjrCgovYRE6vxuh89fPw5neE/qS/6KbC65c4aYPWLX/rnp91zU2k3h9mm8KHKkHnImkUkDEGjwymEKhPsGGaWYhGYh0nkNsFB1drBoGl5ZQ0f/eu/wdpaWg5XcXHlgvD78fNvegN2bB9FSzQii9rjC0pFjsnTZz77GVycmhJnXT54KHMR0AyIBz51PhQIp3QxudhZPSeoKq0FZGGJW6dmILCa7uXnUpRzv89CKOgTvcxIWLXT8T18Hh9YOWUSFY6EJACnrtx9X/02fvjQIwKsKjxUV9oNaGCgh2dJ8J8NWFVjtqmfZMZaBZd63LUli9pKVJWcFR/qcwWdOrqifoSqJWwf7EO9koPf8ksSuVEu4+xqHudXy8jZVWGFckORILdaEeCUyQvfkwmaAVa92wisbhO3xMtnziFgWRjpG8KZHx1BZzkEq6gSnRKFrXd0YOyWPXjy2FGkV9PYce01mJu8iNULl9E3NoSRvRPIb6QVY1WAVZUMEFgtlIrYMTGO9733j5BMxRsuyUrQS5ry5N5zwxUDFn5+GXwFuJpgS7XobbZlN1evGwBa03zdBLS5Iat2BjPHDGtGVdgtFEsqODt18jQ+8qG/xk03XI/RgSS+/+CTuDS7Kq2G4mxJR3EpKmxqCZlrNKwwUynn52FQMTMze9V7s5hX3fgyuMKq80obuDCwyNQrUgbABuoEVllJJGvOQGwOPDw4hcUVgtXaBbelDRAQqCaMVTq+SsBNncVIGE4gyGZZJXRGB/RiBhbNoyhW//8ArCrNMDJhACsUlHVPOJXAKq2ICfQ6vjoCAyOoB/yol6vwlAEnnYZVXAJcAqtqDZoAaKvM3LMN7NOAVW1rpYJMBmNqXzMxYhOFRr+lalcxj00hgS2sIXmTZmBVQ6tkzDeBtMIWkgTHJy6o8SiDRD/ikQAibCMLB9GRiGOgtQ1t4Tgu3HIAO2+/VeQYSi6NDcgIVVrLyhxD84KN9poGQI1hRo3yKZaLmmWhYtV1sucBcWvbIrvTlcIHEwJqtvpdC/FEuxZe4N+g8IQlRbIQ2UcCoCqDEI5ewPUgRFa8q55D4NWcFFuBVS0D94xn1TPePwmKRAJOgTFNwKoKgc2900AuLIRrOeS8CSxVvFj1zuOvP/QrSBQs/E5pHGfaLmPo7f145aWb4fO3wgnFUKP/sxsWZgv114R1If9acNlXrVlKwu01rGteEAsbnBdSGWzSGd5+01Wv8V/99dduAqMa5BBwjs6pugDXAE61SSPbdQ2Ad8XvNIjFM5KJJkFEJnMBX0Da0qNM3kQLU7VOEbzj+SvadSIfoJiGsr/wYzaScm2Upq/PAI1kqhFM5PPYBbOezogWNbXMvn7fN2AXyxKU8/3IRAoH/Nizdzf2X3s9fOGgnK8NXSzvJvjF7htqGhaLNuxyHZ2dvRgbmxAn6irvD+c/50StiuW5ZcRDMUQ8YVhVBT4SAFIsXXVO2GFXTAzISvWwDVHHOyW7LONkkj4WxvhZCARwTAgU8fPxYcBUaovx9+ZsNYU6smCZKJj7YkAPYemA4+9DOGnh81+4Fx/5wP9A0Cngnb/2HgyOjSDamsL43j1yvpBRxWKiaZFvgCcEI2jS0aRZaq5Bro8dCh7uDQ5CsSA21maQO/191DMXRVM4FvSLvluRWmalirxPKZPF9MKamJhU8hb6R/bhhte+CZ/+5Kdw7P5vob8tiQ1vAMHhEXS2t2NPbxx3HhxFdmUaj0+tIDZxCwKpHnhZ0Niij26ASoJzm23AyjxD9nEmtnWlHSqt58KmRENjl+YkudkVnPvaAzj648cxF6ziurtehFte9EIk29uQT2fg2HXRbyNoznvFL2NkYUAZf0AVJwRU1VrzJiZogEk6oTRxhZkDHFfTfsxC0mt//peven3zBR/60EekoM9YNREJYvnSBdz3xS8gPXMRfR1xtMZ9aAt60ZlMIdLSgno4iVV/F2rhKL503zexOL8gIGfNw64RBSCaOFxORjlT2Kmx2XbOnxuAlfuYmPmAYFVFtM0j4aBo0DXHVXIPRIdTFdQI0LMgwHVKkIL7jlkHop/Jz+T1iQyAsORFQoGMS/7caO4qk1BVvJYr1/rQHrCVVo7OJmBVkmDGCHUXPdE8rhvNoi3sIhnzoFQL4is/KuPkIhmYPJks0Wm1xIhzU8+0+SY9K7DqAiGrhpcdHMfujjCcYkmKGksLC6j7A4gkUqh4fFjJFVHWhQCfdJd7pfOG1xkN0tG9S3Rq//nxsyiGkvDVCsKycyo1pe8ZUNIB7M4TRr5uPabL+L6bDqBvfBjrl2dx7vHjKJAFT2arlscwYLcAGUIgUPE89yyuGxZgJJerVYQtvH3PTrzlF96BNrYSV4qS1wlkpLuNlKa2imJM3GxAda4jmT9kcOp8RNawLrqJxJZyDW10RShiTgiBgDpXmAeSYWZiNR6okVBE8jjurfzsBWpeB4Myt2ZnZxCORBGOx7G6kRWT1s3WXgWsmnjfXK8BlczvOC7MLwn8N38uvo7Md44BZXHE7wBeAdkuXpwUAFPAfS0Rwud/5K+em8bqz77oAIb6BxBh54U2yrl4eUa0JikdNNjbLoCfj/roAZ57lDwoyX7OtUPt4AC7i2wbO4d2IJKIwR8KIJ1Oq326UEAwEEKyrVXmHd3dySSlURk7ySo0YHbq2MgVkOE8LpQxMDCIFLtLpEikWILMxWzKnuXymLt8Wdih1HNlR10wQtaoH8VqC45cmMP/eehJTGfL8EQTwgoP1jk3eC5VxPRPgFR27bBwo9vmxfCM94wMUJnrSseXebrZS3n9JHPIOcnzn19+fvlh0ZwxGFakLqeOlelJZGan0dUSEwd4FnvYPcJ/uddwHZSLeQHqaKaXiIbQ1ZrEyEAP2ltbFBCYo+45QcIKltc2sLi2ivUSpd9slMoVBEJhMdsTSUAyNsVMU5G0lIyqYtOT7eqtVdEVC+CmnSMYSIQRAfdjP3IeC2OHDqF12yhKVCQKhZBPb8icnJqdw6kz59HV2oWYPyI52sSecZyYPIOnTh3DXXe9BL2traiX2SmsJBKUDnG5oVvNc4365qLNq7ERxnMEXwmqdnZ2ivwcOycZ05ENX6+5mF+YU1qpgSi+8rXv4uN/82nUHZq2kkxEBrKwsmSvFwKThLM8G2Kyt3I9mw5izl3mHZSXpGmVejL3EbWvsYjB66ekX6Ilirtufb5IA8gO7w/h2997EIurGVQqOezadw0OHrgeXe2d2Dm+XebMfV+5Vz4LiX2MJVlAEBIRiydy5imyHYtFvCaSDjyegJw/lMfitmZkITk/CbSqM8lIEqnz6dLlq8/Dn9Oh//+TF/0UWN1yowyweu+XlWFGM9hkvlcmB6ZFVb0BqwumKsLfmcqjQfYbVUANcErgphezqfobHUsVPGl2i9ePC5MX8T8//FEUc3lpnTHVQ57+b3rjG3HDjTcizKo3k6xoTFxJi6US/vHT/4Tjp0+pANipi+B5g2LONh4ChPqziOsg9XsIwJn/hNHIzUKDc8JqYZJFwX/SwG0E/RY6O1uRiqtgUFgqjkqYeTDzwCPIdPNNL8SRY6fx9W9+R1oUWOk0kp/PxFg149sM4ii4Q7PICK4IXV4BQ88GrKoAU30i83q5F5YXHW3taIlHkAgE0Bb1I7c0j4HuHsvFaQAAIABJREFUDpTTi+jt6JQK5apdw48nZ1ENpYTVw83SXBurlNKmxSRGXMOVsZndFYZvWycGJ0ZRLpbFiIpA12j/MC48fgptBR+sggqUbY+DyHg7tj1/L46ePoXVxVVs378XCxcvaWB1GCN7d6CQzmL5oUn4MtSFVFIPBFaz+RxGxobxF3/+Pqm6cePjpkwWCzdwbvDqoZIDMx483Mh4MqC5CZ5MsG4Mq9QaIONJabY1QFP9XnK/tZ6qKQqYwNUEvEqj2IfDTx7Ghz74YbzqFS/HwX0j+Nznv4ajpy6KnpdUNKUFRkkLSHKr9TfVeKsWYwO0ms+zsbF21VutMFave4W0yQiSwMCXc4jJj12SNkyLbI0qhcOr0lC3SYKmtqCDujcIb3svnGSrtMkyEHMrZZEOkFZIAhHUYPIFlJEPwdlyEQ51Vu0SrBo1r57OWN1q+GQ+XDPkqGA2raPGtSisWCZAXmktoqGCMGdZ/RwYQt3Hm12DU3SAjTys8jJcFJUEgW6BlBVCVsSz9Y83jfK/D6yqRE9d59Z+dNVm3fxQKYkpgGy5nc8ArMp7y5zgfFTFDM4NcjtZXGVbbjxOVocfEa8HMUoERILojLWgK9GCyJvfgr6DE6LNVaW2Jtl4bO+R96Txl2aiNJlayCfSoCv/dt0UGTQqzPbEkgVkLAcZt4YK6AxsgXZDZF1E462okNkg4wxEPV60wIsELCTgQdBV7V3cowSMpS6TrACC+Zuj+G8Bq40CyKbawNPWhrknIgIhDFKlsivn0TMAq2rnqKLgBLHqAKvuCt7/X1+KV3V14zdXbsDJwhJO/UYab4wcQO/0COpBC75oDvUag0ihUynwVNpttdGZyiPV77Q2eIM9beaLsF2FQgrseuFVr/Ff+43XXcGcM3uTtOU2vVszQ9WAkc3gngAtBFC0nqRhRskZQtA5FBINcYJ/LDhyWhDssCsKxGPLtGEWsrjCVmoDjm0tAJpEX5IPr1fARwb61OtcXFpBa1snnnryCB55+McIUf+aDrMVmiVVMTQ0hJtvuQVtXR2yrwlTRYNAKl7QOrFsP6wBR48cQ8Wu4+DBG7FzYhcSbZ2qW0UzXOlmnl7bgFV14XO8kkR6/OxqIctfSfzYupOF2ti8dhb5GLwbJpQ5U4zuI88Ujh+fQxDAxDHmsxoGhJEqknumXa0NUGEYpTzfCC6EgxbuufeLeN+f/iG6o0m86tbXoHtiDHe+/G509vViPZMToIvPt+2SsIOMvqtpi5UisQaszNQw4GDOziFgJRCJBVDNTmPp+L2wCgsIRagLqfQRy/kCysWiJEaU/slv5DGXLiCXq8HdsHH63CJGn/dC3Hjb7fj0+/8EE91J+Ftb8Y0jp7Dr5luRCntwx55uhEqLOD6fQ/Ka2+GNJBGCjYqjxtacpRwHGR8tL6FYwVwq2pSGIDfPa7+K27h3SDzJ86juYvnUBZz40ndxcfYySkMp3PHaV+K65x2SNk46EbMNPRqOy/okEE8tXcPqFmkhbd7G7hgDZnEdEDA3oKQBVlTssFmsZZFVdbQqJpasIRd43Zt/5arXN1/wV3/5VyIjRAAhT03EjXWU8zmcfeDr8JTIJPagJRxAMhqR9kdqrqatJEqJFL72vUcwdeGy3MOql/Y05DWpRyP2ZFu2rHId6zcVZERmQRsUkqWrTChVRxpZpoahvql7Z2pFivlNwILrmwmvJcCqaquXRJvrX5ukyr6sgUN+bwBusx8ZQoTpaZDx1mZIBFZNfGyAVeIcfS1FXDdWgL9WQcDrCmv0G0+4uLDBNnTGKuzMIFzG00rtI1sfzwasSrt4rYaJzhhefd0w6sUCCgRc0iyge+CPREXTvkivCgHo/Aj7AtIeX6kpia5ELIrR4UEUXC8+8q2HsOKGYdUKaPd7UCmWVbHAq9aBYVHx+kQDm5JMlGqjOUuQ5AjqlQZRrRCoUswxs7b5Gn4fDERkzLgvUcaDDLUDBw7ArpTEg+GmF7wAPQP9ojfM+I6mO2zjJYhp9jg1zszNlMyaFDc0cKvOEAWom3lhOgjE/IgFCF1cM+cLX9vS0iayWAS8qBGZzeXUGtPvr7oWWxsFKwFCiyUsr6wI+NQ/MoqFlTW4zPv4d/Se0czY3UqgMPqrnGck2bAjz+SpJq6viPmvVwgVlUpNdP0z2Rz+L3vvGSbXdV2Jrkq3cuqIbjS60Y2ciUxSDBIFMUmiwihrxpKebMvjqPH4eebZb5xGTrLosa0wDpJtaaSRREtUoGgFkgpMIgGCAIhAAA2gAXTOXTndune+tc85VYUWKD7Afn/8sfjxA9Bd4da5J+y99tprXbp0ERuGBmRMzH7Av9//x396Xev7LXfciO7ODunc9PksjE5MIJpqw/qhAUxcHAaVh7rScUQjQblnvJdkJZMRCVeBV7WyKnalYu2wvR7kKmVcHBslzRyDfQNytrMwGo2FZU+tN/xTlDRUuVrDQi6PfKWO+aU8CuUqNvV3oT2VQISddVo/nQDhzPQcSqUy1q5fg+7ebskD2DnAQjqluKpWHEfHF/HgEwRXK3DDCQQooyXdJDSKUhIVcu5RQoIO7LbqNGllvpszQM4v6l8T5ONa8BBUDUihiXsitc99gaDk4F4rJN1VkWAI1ewCZi8NI+LWEPWyBT0s0kDyftUyatUKksGAmEBSUzUespBOhDGwsgepeETmEoHCcqmKQqmMucVFTM3MYmSugLmFDBYyeVRdrxgrcT1yfpNlbYqZHHPukx5vQGlGe+pSONk+sAL7NqxGioXbegCT1QI23nYLujeshdeKoFwoo1TMCXD8gyefQqlEUygL2zZsxZYtWzC1MIXvPvpdpDvSuGXfHtRLBbgEVkNR6bygpAfXl2Up42kySNva0g0jTeo6T09PY2RkBD09PSIVSNMqjkssFkcqlcbszLx0EnHMmXOdPHMef/lXn8Dk7KzIkvEQ4PwTyT0ppjEIo/+AX6QCuS/4KefkDaBGOQj21DuUYGLLfwCxcBhJ6iSHowJ+8v7yPFnKZKQ4f/vN+9DR3YmJmVk8+vjTmJjJSn4+tGUN7nvzW1jjRSgUFbDz8ccfx/nz55vyHzzbmPg3OlGlzUUXfJSMo+ihs6Kou1NFV1tiDEWIEGKClkwxkl48x2dmpq5rjf9bfdErwOqyO2uA1Qe/9sAVUgDmaUpbSU00VnQEjKQequPKQdRamWkyCszk1PRp3V7F9h8TjPJ9TEuV0uggOMNAJ4AXnj+C//33/4CAMmCUyohUIEpl3PXG+3Dr7XeIHgbPEy7mJbInylV87etfw7Fjx5TGDoNs3e4nbqgCTDYF26VSpn/eek1mEZoAWVqnGKAIQEAw2Ub/QB9WptmSoCUY6Yink3RWVgg13XX3fThxahhfefAheKkJqRqqZVivF1g116yC4aszVuX9NbDavIcEVr1Ip6jnmUDYR8FuB+XMPFZ0dmB+4iI29vdLRTbjenFo+CL88TYJ0ESs3Fb3TYIjCtOLWyc3HQUyVrsjsNZ3C2O1VChibPgcPDUbQwNDAqwmsh4E6HHERNvrILy2DWtv244Xh4cxOT6FtTu2YvbyGGbOjqBv7SCGtm9EIZPF1OPD8GdK8Duqxa9arErS3TewEn/8xx9BZ2eHCqAEAFZtHNSVknESrK/ZN1xn24Y4WjZbTsyGqdo5dEVeJ3Lc5Hm9jXus25/kPQk8sKKqkyVTrVagnYKLCM+8eOo0PvrHH8Nb7ns9XrV/C/76b7+A46dHBNBROq0SpqLuKKDVAKv6IjW7WjHuTPKzsDB3zXszgdWBXQZYVdpYClMjsEpjqRo8NoFVGkxVNLBqGHyUA3Bhey342nvgtnXAtT3wsJpcq0jwzuIH9YO8FhXLfXCF8QS4xRLcQg7eWhmoFa8TWG0xueJ107wpGJeqNNMxBoYEbVGvwLWi8K/ohU0mXt2Fk6vDzRXgLc/BdfMKRNRyAArkeWkhgtZBvjqwaqQATOO0NOe3vOwqbFT9W/MKtRcsezSAVdM4r1irKhzQ4Kq8hMFoQOoI4aAX8biFKNn0IQYrfoQsL9oiEXTHU1j9lp/Bips3o+T3oOwUEXIISmuzF6Ojp+UADCCnPsGIEegeQN3uJ3uk60HZ4yIHB1nUBUQlsBoUH3cP4vF2AVu53m0Cqx4vUvChDX4kyVAVgFhBm4rRqYIcuScvA6y2Aqpm9F6KfazuuAJxZXV6lCKi4ocuB8HVuxGwpkHLDOqYdEfxp//p/UiP5PEfN96G+pKDpzxHsffuBF4d2yHsAac+h4ATU3syVQCEicvzgYUMAqy6MMnvR8COexXXiIfMFN5nFo5UMYZ/hre985rX+C//6rsbe4Q6H9RZZxirrYXOJvhz5ewzr2GSrsBQrXtF7UEyQ2hQqdlFbD9ksq0AQGpjKXaJYauZxMiYCRpgxLT3mXOWfxpg0gCNZLAygeHsKOZLeOx738fs9DzCFo2HbFTLFdFj3LNnN7Zt3670ljULlzOWYIXZ+6kJxzm2ML+E5w49LzN637792L59D5KpNkSicfkcv9+S9mSeE2prJntCtaN6WagRPWIalDFvsiWRJ1OV31M5dyvgQ8VGKhEXVpBtN6QUGgmhbiszOoHS6RImW4ttjGqHMoxVk+RHYhEsFhfx4ANfxhf/4q9x07qt+Nlf+zB6d+2Vdt10R4c4RbOAIGtKZDrUmWbuicxt0UHUpSrNqDFzQ+4l56FTRW7iIhbPfwfB8iUEQzFl6kUmXLWGWrEkUgC2TbNTMppdLBRqmLk0h6AviEvTizgzPIbVQ+vRFXaxtr8NyZ4VeOAHTyPvT6N/aB0G0j4k7UW4yR7E190o+t907XW8NLmoNswjTcGTybiJ04TRqHWvZT55vKh5WSByESELsOYIo3bk2aM49eRBzBULiG8bwk13vRZDQ0PSbUFWl+X1IxAOoua4KIknAMQEjeNjZCRE0zJAaSu2M6q1y3li5m1DFqDFbEvYcLJe1HnQChIQUHvbe372mtc3X/Cxj/6ZFBB49jH2YDsj99wfP/gPmDt/EulIGNGgT7R307GYGD5V/VGUY534/tGzeP7EWdVG72M8q/SOzV4h80LYROo7mkdjr2D8x1VBkEGDIbbqrRSgxBjeGgBZ5pqwK+siAcPvzXZZvgfjSVM64/pqdCdwDTWcppsdRkYuhGQOSd4bZpZKFkDYSBLrNWMlKR542R7sQ0cog60rM0iHArACNrIlF9877OJynqwyxaDieeCj3uE1AqscQY5mGBXcvWM1+tNRlPJF2LklOUOoT8zzj2cbQWSCgQR7WCiSIim8iMcS6O3pQc0K4a/++XG8MFMQQ8Quzs0KW75Lws5TEiLci5XWNTsJyjVFdODXV/rJDLy0XromiCwv/Ph9PHc8WLduDaLxqJzDPT0r0LeqF8n2NiTa27GUUwY4ZEJSyz0YUHNCFYeYB1Rlfpv9RLwtNCPfFIoYI0u3giE4sI2e5JoW80Mju6HATxfpVEqk29gBSaYlJVYajWMcR3boxOOIkAHt82Fhdkbu++T0NDZv3YGlQhl5yltJLK5yASFPaCZ8EyRRc9/sjXLNfsoQKIkFM+8VkE/JOEpnaYYlz5OlDEYvXxJNYxaxmmBsHX/2kT+6rvV9++4tstewGFqu2Ziez8CKxTDY3Ymoz0XCcrGyKymkIoLPLFakrAj8AY/oRlLyI58rYW5uASMTk4i1pVGu1zB8bhgLc4vYvnETbtm/Bx1tCVSlC0WZUkubOvN75nd1BzmCs/BjbHoJlydnsHPbEPr7ehH0s0OsBJeM4mwWC/NzWLWqF/2r+9U5QzPcugcOmZ3FBeRtF7aVxJnpLL5/+DSmslVUA2GJK9j9qDpbFDHDy2vgz6hPre9VYy8R82KFKVD2p1GI1EbZ/iAZqwEBIEXag/eSklleyg0FEKIZ2+w4ctNjSPpVo1C5XIVTrUmsTE3OLWtWYcv6NejqSCMAejaQcUmAUDZwmcNkp/Lcp7v93OICxhfLmJiZx8TsEibmM2Dm5LUog1aV/a5xna5iPBPbKFfr0vnqVPJYmYxgz8YhJJjblm10rh3A9jtugScRExA2O5eBx+9iYWkJx06chM8fEhbo2v412LV7Nx558jGcOnkct9/6KnSmksgtzAmpwWNRSog6wBXZOxhfsKjV1p6W8eBy5L9ZOKFZFVmqnR2dje4krnFhq9aV0VU2k4dlhWTVzizO4p+/9y2MjJ2Tjh5Gy3aNuTLjCuU/4WHXj8NONGUMVisUUcjk4C9VpMMuErJEv7YtkUAyHkU8HERISGkBxOJxYeoyV5d4lPtdIIBsqYLRiSnki+wW9WH1+n54Q1GE2zpwaWYBX/3WtwXsFkkIzX41566Je6j1qs47g8Eo60njl6GA4WZXMc9CysQYDKCpSe9gcYH7ziuPRpzgttImXhkXGGD1G9/4SsN0YvmwmICSQTSr+FyoRo+0UZVp0ZmShC4QaOh4SfsGGTA6IG0N2sxk5oRmAELtk8NPPYUfPfwwOkJhJOIxxOIxLGYyyBQr6BoYwuD6TZhbymAxu4TFhUXMzs0hHqcWyAKGh8/KJtDKVpTgTzOnjF6oqbCIELy0cGqBaR0IazKXMiLRNXxqkXJTvPW2W7Bjwyr5fjycpBWSCR+F4mlm4brYt+9mPHPoGL7+zW/D4yPQy+Cv2aYvC7wZUjYCzasxVqVh1Tg364V/LcCq+ay2dJu4ADKcsytl1MtFxGl8kFnAzjVrpOo5Xajg8PBFcXNkYM4Hk1m2YvDa+Hdei2gzSV+ug0pXGKGNPVi9ZT2K2TwuD5Ox6mDjug0YPngS4bkaglVW5VyRAggMJrHh1TdgeGQE46PjWHfDdgFWp89cQN+6QQxt24hSvoDx77+IQLYiepCsPBFYZTLb2d2BD3zgfejpVXo5ZKJyUxcTKh5aWufXHMaKpaUqlILjtAIqOihXARgTYtUuxU1U2LqaRarae1VgybGQQJmaa7otStq1BCBikKJYAmdOn8Uf/N4f4s1vvBd3vmYf/vLjf48jJ4ZFAF65iSv9FrYcyOtbrkuMRrQDvBHt57gvLFwfY3Vg95vE2EXMfxsmJjZcasQSOGflmuAk9XZF/0gDj2RHcg6wdTzdDU9nNxyONdt3BFjVTe68fjK7RG6A0UsdYPW0VISXAVwtf41SAGqXIFNE2+Cowgv19QIU4ScIpYHVOoHbMrwU5+/olkq9z3ZRJ2O1WICnNAvUVWuZek/FVpUD9yehzZ84Fa4OrKpXGykAdZ1yTDfhUskYCWIolpX68CuNmV4aWG0CqdI2d8V+oUFB14KnriRK4lG/MFYZpIRDBFYDiAWC6E21Y/3aLWi/dx8CGzegZOfgcSz4vGRvKw0hxRjQ99uwlFrmopFwMQxW9a3YNuyiSg1WYYOq+SuhlseDVLxTXGB57ygZYLlMPgHaJYTZ8m8WlB4T9XEKPmZQ+nJSAMvBVZpxXe2hQFT1OwnhNWOZe7TRyV7+uoBbRdkJ47LtwbjvOXzqlz6E0W/b2LOpF2m/hdpcGdW2i7hhTS+2JFcJyyYqyTOTG9USJQEmk3Q/nbgdLRMgX05pGXqZKHAvVcYupjLOveqGd33qmiOTX/k1mlc1HwYkNWNpQCm5d4bJw+BV9h3V3ifGUwwuNTPJPJd/CnNSJ/RMEshapW4XGZ1mzptESEBZtktznxOQT5lhCVCruy54FphFYaQCDLOKxdpgOIQy9a89ARw/dgrPPn1Q9Hc5Xiyi2lUbfX29eNWrbkKqo4MOlQKo8iHtXcJEVVJFBHICVkgMJ549dEiYUHs278Krbrkdnb19CIQi8nzFVlDaxjIbZQ9WoKqMS42tfwQTlbkOzwF+OYIfXD7SmqrlZvgcsm+NLEChUFCJoS4ym1ZoM2Ym+eE0ZsujuV98Dd8nMz+HL3/+c/jKNx7EbTfswttf907k6h50buvD9h07pUVRzDS594lbueoBEtZkS9eQfB6TVA0Emt+ZgrnHLWF+7BzKl5+CVZmhRbVIAFDrkUzFarmEelkl5dLOyRbSOlCoOKjla+hasQK268WpY2fQ09WLgb5OJGMWrEgEpy5N4oFvP4F4/wZJqIK1PLbseRUCHQOwmcw6ZXmtmQ+thXq1P6kHz0NKj/BRJwPf44VVY++kX+bU9PFhnPvRQZy5cA61VBhb7rgF2/bvEUCL0gE0Vgx6aZwRFU35bLEkumvcM0VHXuum897xPvDfInskTsgKHJK5que52Yta2XBy7YwTtN6vYXHzWt/67g9e8/rmCz76px9V8Yawn1RbOIHV8wcfw+HvfxsdIR9SsSDCEUu0T2NkZtGN2ZfEwZFpPHLsJBwWR0Qjv0kyUPGRRxVHOXc0cGkAd4mjCKjJvkbzIbWmlGEfUCtVrgBpzXiINp1mNHHspDVXmOU0DNEMXomvm2emAKsNzVRV3GbCzXVJR2hlEKMrb0b7X+vcGs1z831C/ghcn4PuWBHruzKI+ryIRBxkCw5++IIHowUWs9R5zO/mkxPi2hmr3JNqdgUDbRHsX9OLOGqolYoSH7E9mPOZ8yvGsznoFw8GsqxkfsGHUCSORCINbySGrx46ha8dPCV7DjUhBXhknBVQOrZqP4jL/GHLLofKor6j3wu7VBbd7qpdk70rpAEGs3+bYpMVCMq6XT04gPe//2dwYeQcDh58FolUClt33oBVqwexmMshl8lKVBPweBGLBxuse+4BDYIN9e01U5V7HqeItGzLelVtvnIWqamj7p0GfPlzw2RlbM78kvF1MpkS9hylHMiWKxYI7FA2xY/5+QUZAzLskokEzp05jUQyKeZCa9ZthC8YxWK2IMZjrWedWX/NPUR1/5nYTgBXstf0GWjmsPyb+YfE6goops8DuwKymQwCen9tLSje/5E/vK71feMNG4WxyTWYpYanw9jKi4TXgy2D/eiIBdCdCiEeotSWLedxMhhGMhGFTxzmqRHr4OzwCA6ePo32jjY5o9mJSE+Sro527N2xDW3JuLSYF/I5lCgFwH1clIk88t3KJCUEojh9aQovnL4AfyyKdRs3I93ZgUiQXVEuSguzaA95sXnNKjkfyDaVLniHnRxVZMoZVHhWVusoORbOji/h2JlRjHmU2ZjqmGfOVRP2KmUoWLAxbNVG/Mdond1yulAp8jmUpmh0UGmNVYKqQQKrOg6g1BpBZ3Z6eByUZkaRnx6D5WV7vNrjw34v1vatwNr+XuzeOChGZH6vkjlTt1XluczFuNeTzUzwv2LXkM3nsZSvYHYhh9GZJZwZm8JstgjXIrNb7VtG6og5BvNKBiQcY54BdqWIoBdYP9iP7nQKyVgMr3vTvYj1tCFnk6lahkND06AXE9PTeOGFE+jqWIHe7j709/Zj5ao+fPFrX0Q+m8E9d94p15xbXEQiERc9XI4XGen5fE4AVYKnLKJIgZhdBrWaSACwSEFDUDJLKanINZFKpcQzh2uNwCuBU5HW87rIVRZx/uIpjM6eRZ2Rv2vBrvhQq3hRKXmwOL+EymIBKzo6EGesnM2ilsvLrtoRjYvsSTQSRpheIn5VfCR4zTEi+5j+OCKFxO5D5no1Je5HczLmlT5JMpkz11D0eLDoePHl7/4Ah04OC9DKNSCEIV08VjKAygvCmDLr5j+NCWlyR4upujF2lGxGCCDNs4rbF9f60uIrwOoV+cYrwOqVe74BVh966EEdNFJHSbmzKW02BSjFY3EJrnjIcaIFqGei3XpNkmCqgZLcCFNHUTplkktg2tQZbMW3JSB1HVTr1LoK4OD3H8PRH/4A3ZEwOuIJWOEQxqdnaVGHssePE+dGMJcroawrkVw0dJJrMgdVK5m0rBMMNNUPxWlsASkZFDQdZg0QJ+/DWrI2IVELjISNGiyfD297+1tx4NYbJZhiO4NIInghGq6VckGuo7OrFw89/Ci++TClAKg7yQBSMSaXM1Zb26H/tYHVVjmBNIHVVErYOdVyEaU8HX0Lwki8YWgAhaUlZBwPLi/mJDEmO6mRrIqmHuRwMfeZCRxBwVJnEOGNvRjaugG5TA6XzpyRytn2Ldtw5pnj8E+WEKoqPUOaV6Evgk137MLI6ChGRy5jw56dmLk0iqnT57Fq3RAGtq6HXarg8qMnYOWq4s7MuVQpKDdM6ttFwpY2r1IHdChIc7I81qwdkCo3k/ilpYxU5pi0lioOcvm83BsGaRRil3lOVoFmJfP+CdNBWCqKlS0HuE6mJGn1sdWKz/HLGggG2eIW1dqDISQSEcQTSQl+52bn8dm//xze9MZ7cc9rb8LHP/VZHDlOYJW8DQKWBIH53VQ1tslY5UGmgjmVdGgtVkCq+Nf6EMbq3jerqjtdyrzK65ZuiAxmQF0pslbZUkbNVLeqOJLiws5AjzrHXrjpDni7euCSaUfwha+VIElpt3p9LlzxEaMRAMQUy83nATIunKszVn86Z1TNGUno+NCMdjeQEmCVTDK7ShmDEmCX4CWTtb1XBPglWar54KvkxWHXU8tLZVxJZDRBnesDVg1YtxxYVYzLBg9Vs8rV4dwI6a90tl9+MxuM1VZgtdm2rvSStXGHS+dRuqBy/kPYqhEmIAQarBBCniBWd/bgrZtXY3pnD2KvOQCEPahUqD+nWEN+18i8KMaX7N2SCKlBVwGsWgfi76EdfFv5nlJI47eSqapeR/MqA14LuKcBJwXiqi9tkyQls1umpCRxnJdXaHEvM6/iHGteV3PwqM96tQfDJlUaaAKrZo81BkbLX8c5n63VseT4cLl+Fn/1vrche6gbqwd70Bn2IlxcwmKhhp5EFOs2xNEf60ePxXOkDl/AAQv5AphS3KCqABiuebaCqq4jxVmnyQSTEngYyKuWS7aN7fqdv77WJY5f/OV3XsFYNUl46700ibWAQ8ZMYRnLlL+jKU3r+dxgY4okjhr/SCQkQXmYmm9+fnfFaDLsIOp8mkcTeKJki9LSojkHi3QquVLtf+a+yjzztU5DAAAgAElEQVT0e0S3nNWahbkc/vmh7yAzNw9qk7Ids0rHabeOfXt3Y8OWLbAYnwjYRPBBJV4Sb7DbhAUlzjK/TzQenzv8PM4dOYnt23bi3je9FauG1opGGoFIadkTMFjtu4q9x3Yxdm5U5Wzh9Sv9VBZVKeMSkHPGSADwuzCpMW38bLnj3/kzPvidBawT9q8yveBr+J5suZfWRiYcfj/4Wn7mX3/yk3j4c1/Abet348P/9bfRvnsNim4FCcRQjwVF20yKgbowQXYpi2gsIBiQvRFbNKBjBRibe0agJzN2AlPnvo+UlUeYbdMlmlX6UHNsMTqpFvKSxBEYq9VYMGDuQSOiCHzRKAJsn3M8SHf2wPH4xUTGqrsI+4Io21586eFHMJx10N63GlHLwi2vfh1qXguZfAYBn7oWYffQYEszl+Qc1BJIkpTrlkE5q8mKpJ4mWzYX8jj/g2dx9LEnJGkM7BzE3W95I9Zv3CwGFuq8dUDdEYKsBMRL9RqscARBHmeVCmgtaZjT8jna5EsVG1Q8zM8VVhu7t2jioduyZe/ULGATKxDYb7wHn/8vAVY/+jH1+WRRG6DBb2Fp9CweeeDziNbyaE8EEEtEEQtFpM2Sn+fxJHF6sYx/OnwEBccLP1vQRU+uabola1fHvBKJaODCFDtETw8uUomk6LCzc6hjRSe8QT/OHjsh79UEVLX+rS7SaYMB1dPl9SAQVAmz3IsGu16fMbrLyCSzsh9xTHVx0hQuVLHVGGbpuJpsW/2d+GfIF4Hrd9GbKmMgsYiAW0c0BuSLwHPngriY4/10JP6l3A0lYK4VWJXtnIapPktkibZ2BbF9RQLZXBEhtvz6RbAHIcuPdDyCWMgSCRWCBnTWJouNjPBILIlQPI2jU3l84huPYjGfEzNKtly7LoFSvo5xqSXxLPcLro9gLAbYDtxqDQWSJXi2MEamuZhmTMv5TGNeFgOoca73a4LjO27YhmQqIUWSXKmEHXv2YGBoDeYXMyjmC3Kv65UK2juSst9zWhTzdCtn/BsQuTZqn5J9yOIR9xCRb9AO6GZeGBBT9nZH52ASh6miG2U4KmVKE9B0you29nb0rxqQ7zk9PSXnC7Uhp6dnMDc3L8Brf38/zp46oToD6i56+1cj1bECC5mCaGEbxqrZc3kNrYCpYqM2C08EVluBVj5fAX06/6PklOOIcRTXvTB3y6prwZxj/PNPfvf3rvn85gt2bVmjyR9eMUaqeAPwR2KwymVs6O3Bmr42xHx1hHxkgWuwnozMIB3gLcnrShUXFy6OYXQxC7dWEz3yof5+bFi/Vq15AWRJUilIGzyB1VK1LOdbnUUt6oC6QNUTxsWZLJ55/gRm6kn0b9yEUEcnvJYP7TE/Yt4ahlIh9Kei8FYLYnxLYhEN2bKFIqrFIuqlHBySsWwgZ1t48eIUnp7MSQcnjeVk36wVUS4VlN6mdMhosFu8qbQ5VTAq+IFhgDbiP6VTJy3qNPVTOquqoMr9ymPFEApFEHJqmDt3Cp7SksxzkqDYbdmVimP3pjXYtWkdVncnECIph/JmAlKrmJsFPMnFGKkJq9qROK5CA7FcUSQTJhYLGJ6cw/DoFBYKRSHxEMQza46hEWNaVWgGPHUlnUiiWW9fL9LpBIZ6e/HWd74VRaeIklOWdRWLxmH7XQyPXMDwmfPYvmUH+nv6kU60IZfP4qHvfVNkkV5/z12y/mSdk61bU2ufhRcWgvv6+pBIxqQQFgqHZI+kBAD3Ea4jjnOeXb+UkEildMyRx4ULI1LYiEWTAkbX6hVUkMVifhwz2RG4gTo8dgT5LNv6u1Gr+PHsU4cQLxTR19WFQL0Gf7WKRMCPCIvlkZCsYxaZmDdSB5nxFQtnBFVpMC5GpCykaWknmSXS4UXCk6XMlCUEraJuRfDDY6fxwKNPIO+EUOY65b0yBtS6O0d1K6suHSWSqPcB6V5TfhOKc6ORGZOsqc29gRepvUHtEQvzr0gBtG5yr0gBLNvyDbD6rW99TTYDtvhxc+MBxweBIx4gDPDF0dPjk81GiX6rMqRyRlW6OorNqDUjtVaWObwkGLDrCEfCDVdQA7pyAjMZi4SCeOxbD+HE0z9GTzyBoGMj1dmBS5cuIxKJI9Xdi4ee/BHmykxIVaDAhWNAVIJlhgreODR1O6DRHZWkq0UKgJuwyqVUcNcIAgRgUK3fov6nA8E33vcG3HfPHahUFYOXgYQRQxd3eQJ9oTC+/MDX8a1vfxc+A6x6VAB4BWNSftJsvTKHv6nyymc3ND40SN3ojblS08sEEOYWt7qO8zOpu0VdUoKKhUJeWgEU64LmygpsNO2Lot/Etgwd2FriRkvav27HYuBE1kPdRinpQ3DrSqzesRELc/OYPDMiG+D2XTtw8fhZ2MOLSNj0bfeizKO73cL6A7txeWYCY2dHsGHvTkxdmsDk8Dms2tCH1Vs2iTvz+cdOIDCbR7DuEWYK9VsJhIoWiw4sW9kt6r6qCpVXA8FyP8mOMiCXHhyTbJqxlXtuAj7tqMiAuBXoNgd60CJg36x2N1tYg8K45oNzopjPScXv3e9+F/bu3oZ//OwXcPzUOTjSIqfcJw0LhtfTep9NgmDuqbmO6wZW979WDnwCcQ3tVo6VXZMADA4ByqrcT2mMEx1P1SIn+kdMboMp+DtWoR4PqnZZUpUYiUkV1gPHp4xDfMJYdeGWqnDp8FspwItFONJ6xBq8Ns9qeL//ZByq/DXNzdLrg0ki11cgDi+tdwnF1VxJJFArwI2l4Ut1qGDIQ/adD55qBcgtwK3mAKcAql4S/TUNaSJPpdlPDYOp5axSzeZsXKXougmioLRKNFdTOYKqAkRTG1kanTQedSWMrJ7TBATVvmD+v3psrhuPW55nwCS2hTKYI7MlJC2PMY8P24ZW42dv6YATbMf0a+6Dd12P6FFbdLL3UOJDM1YbCa66nqbAge6q06wTadOXapv61mafUletvgHvbkess/lNWto91Xvr76xd0gybRTiv2gHcfL4ZXWHLaiDW7KGtUGqDwbBs2Bq6SBo4EGhdv5AAvDA1zd4vuDCb+B3MOwEsVjy4lP8W/uLdfwj7vBcbhlaiLx5HrZjBfP4yogkPtq7qx4b2fqSDFqxADcGAi6DXguWj2ZAPdc5DKe4RWGVCpM4YdVaqNlkprAiRVenWbfnwX1z95v+Un/7HX3zXFUkh9w9JrOXsU2eIOTaaoKli6BgAq7nXNXUh+Tqj0SkrUrfk8WcMzJlsE8BREiwmETUJLFkbZJDoBEmDQQJYEVzUbf2m/U/OPhaz9H3h8gqGo3K/nnr6aRz+3iHEUknQs55tbh7bRW+6C/tuvgnpFV3S1u2lq6zNdaB09lh8kTNAn+28bp7Zjx/+MQ4/+QzW9A7hXe/5Gdyw92ZY3iBsyvroPZwggMhTGNCIzJdSSQDSBrOG7csC/JgAXCViHFMW6ti2zrOATrwmTuB7GODQAJsEZiX+8FsIxcjqCCFpRVHI5HH/Jz+GL/zTF3DvjbfiN372wzj27AwCHWG8+WfvQtXnh11pgqeNs19r4l6t3EA2l7huuxHUAjT+cxFAFXMLi1h65n4BzckoIThTJzOV7f6FEsrlijAVxbBMM5LVOUrWkAJa2Imh4p8QEm2d8PtCqJXKCNH8sljGE88+j8ePX8DgntuRd8NYO7ROmEIcB5rkBfxeGVvGUwRp+HPGIlwgqg25Ccbx30ENrNpLJZz6/LfxzDNPYTRaxdDNO/G2d74bK7q6MTc3p7tQ1D1iu3+5VJJ7RGCb94LxLrXdmJhSZkr0ITWwK/eoZsv3M2CLWRcSR+prkk4ucTVvmltecT80IPuO91yfedWf/MmfNMFQkQ5Ra5P7xxMPfgGFc0fQnQojEAmjLZlClIygoB+BmoM8IvjnU5dwYnRGmXiQ2SXOyNyXVIFDimV+xiEeRK0QYmFlKEct4bJdQziZQpDfoVqUboTu/rXwhdvx4jNPyvMMe11iciFSECshuKiNstTBKO8vUijME3ThmvqOjkgBqLPexOgGYDX7u4nbWuMi8bPSDOzWuC7g4Z7sw1Agh5vXxVEIVTFXnoVj+/HcRQcTuSRqxTJ8ri1yEAT0CZzwMzmupiWcn0WAVIohfmVIY65Riu8Uj+FeW7elsLB7+2Z47CqiMxNIRH2IhuuIhX1IxxOSF7h+jwJWyVoNRGH5IwiHY6BBXc1j4ZGjL+CJ4QuYypWxlM2rzjDNKBZNaNFRDQirrFopC1jUOg/lXnLf10UrwyhVkgE0r6R6igK2giELqRQBqCBC6QTufON90kVFEkKpWBRjP3KIOzpTiIWjomlarhRl36cOIrWHOU8WZtUaY0s2YyPuH9wXTV5mcis1dk2wwqwxBVrZykiIMjD1ujiU9/R2o1isoVSqoburHbMzU5gcH5fYedOmTRgdm8TU1Cg62jvQs2od0p19mM/RfEcVNEwuZ/IYzj3mq2bNSpHPEH6EFa3WPR/m5yYuN2el/FznkNwXTO5oiD1/8P/81jWf33zBts1rRDeUOxwNkQgkhYMc20m0RUJ42+sPoFKcR8Bnw1O1EaVJk+tFOORDMhaVvLpSd5T5VNlBtVRGOplEPByV+869m+ZUbM6gJwHb3Qm0cg7xXK+KJnoZDs9Ix8KlmRxODo/i2GQFm299FSK9K1FhZ4DjkT0jGgohnUgIO5i5DsHa7OIinGoFezauRKJegT01Ck+1JJ4s2UoVp0dnMZbNwg3H4dY8sEs2imJkVAYzJ2M0RD8Ufn92KvqDETXGel9o5EZs1RYWPLXQ/dIyLvsCz4VoDKFwAp5gAM7SPPIXh1ErzSOou258Th3b1w1i/+a1WNfXJSxg6Zpt6bZRe4w6z6UoTYKEMdiigaNdEzPNbL6A6cU8To/O48zoLBZ5tmhZDq5TKdbquMnobsv+hroUZClPs2fvNuzafYNEqTSwpLwawWTOx0NnTspn3L59r6wr2+eIPMDTzxxET3sb7jxwByamJtGWSMIu1WBbHoT8FqYnpuV6V60eEKJFMOgTXdNMJiPjRPmPgOUXAlKukBdNVRpc00flwrkLkrum2QUYJkibQ63ioMrOxqU5VJzLiHREEPCswMxUVWIQy2dj7OI5tBcqUtATw0kxqmWOIoLammTHApve56WrwyN5M/1yWDjiGuB9FSCd+aJ0DZEgQcBckfAsB1hCGJ956Ps4cXlCtISZV7OLw5wNZo82i/Gl8nkT95qzpnXxtp5DSkJJ4UCLS7PXtcb/rb7oFWB12Z01wOoj33lY2vt6V/bJxJmempSDKZlKS7JJ7YtioYDZuVmEgiHEEwkUKyUU8nmtvak0qJgYURxeBdmq4i/tb8JSoS6lI60ijcNL6zMJa8WxZYE9//RTOPXMQURpdMLExu9FqVzB4mIW/Ws34IkXjuH8zJy4gvNh2vsNWEpg9YrF0mLktLytXl7704BVWahN13aOzV133Yk3veGAJBEMtlrF4Q3bipWyLz/wIP75e4+J8yj1lMhM+klQVb5B4660AquNduyWKv7yhWkWfmsA3/j7sjZnml9Qw4hjQ6Yt/xc9MbouMkgPUNhetV3wvlEHx7Re8XcCmhNYFSMv1vYJrrooJ/0Ibe1D/44NEmBNnh0RKYAtN2zF+aMvwne5iGTdjyqlAGgmkvJh0137MLk0h5FTw8JYnb48ganhcxjYNIDBbZtQKzoYfuQFBBeL0uZXowN5qSIJjgl6WoMiE1ArwFOJVpufiWeSqzUl9eCY35lk7WrAKufy8nGVwLABxOnWJlXY0vqKCjhSjFcHmWwG733ve/Hqm3fhM//4eRw9fkaANraUEEgxLTE/DVg1BwXv23UDq/teJ4GBgKsaHBN5Bxp61SvSSg+bLo2KCaYqe4qlQ/0jaeuzkvCne+Ekw9LN5eGcJgbL9iWCZ8RTBYi1qB0AMGCrFhWw6mSk3UfeX/5jAHl1lqEciA1gVVPmBcnzSiXTDSREbUDqOhWCMVW4tRIQa9fAqkBmAiJ7qeeWz8CpZgE7KzuGR4BVgqO6itkATvX9fhlgVYCaBrCqdIYMM/xfD1j9CZEANe9Vs7z83cCYAprJHkJZE5or1BDyRDGQCmP/plV4/Q09sKoeXFxzA0J334OKtwIP2/aEfWomb9OsSnUpqM+XZwibVIOp+rKkm8FchYCh6mEA1i4BVtVrzB9qrzavMs/X4Kx5X/Me8lIC0Ro0MnO2Cbe32KzoT77KdKJOknonxciSevUyYJU/N9cuFXQA844XcxXg3OxX8an3/AkwERJgtT8Zh13KYjYzgkDIwYbeAWzsHEJ7hK3ENkIEVgmOeQmskgGigVWCVDrZJZtHFcMVQ5WgpMwiSgkA2PzhP1++zb/svz/0C+9o7HdmL1F7nGqbNUIjCscwc0slDMvPEMO4bk2GJbnUs6+VUUxgisAqA3T1PiopNddg3t+08kmQLNIDSuuMCbQkrBpMExaRdJBqNgEDbCuIy6Oj+PoXHpLXkdlAdgzZGhErjJ27d2Fo/XrFdLD4fOpkqu4CvpmKC7S+nwZ5K3YVx46fwDM/PgS/48fdr70b977hTejp60fNdlFllwvbrjVoygSFoQC/F4E/gqMNwxIBV9TvWIQW7WAxteHf1XibtnLGQnQk5oNMVGNsRVCOz2H7azyahCfowfjcRXzuH/4GD372S7hly37851/6DWx61V4Upb/Wh1giiapbFdZbK9jTAMhbtIpbJ5CS8aDZHIfHhSfohV1YxNjxb8G/8KICRMR8piagKls6y0XGCxqQ0EC1OLTrh+pQUpISTER5/jFOdD0BBHgw1GxkMzkcP3Mez52fhZNciZInhGQyjbtfd4cANNxTqeOrxlHdNwOOMHleDqxyLnEtT7xwBoe/+h2MXBxFoL8DO++5DTe+9jbEfVEZY/NgZwqZQrx3Bvzl78xnELxl3Kpcjk2rKgGamhiHqXblivxO6V02NYXF/IaJoL52A7IY1iDntQEE3vqOD7zser7aE/7oj/6ohZGp5C6kaBHw49LRZ3D0O19BZyyAeCKCVCyKGOcTr4umNE4AJ2YKeOLUCOZLnDOqOMzvIIwhDRiyKEoyBbcN6jAKaGEFpP3VJnOIxjpk2Ft+JLtWIZrqw5mDT8paEABVt82q61dyCGJaKeeuYvuyQCbSMdLtwmhIyRAo9VQNYrQMQGtx+0qATj3JAKtmz5FP5riwTRrATlTwmi0DOF8v44cj50QuanzRRjHQB5capsV5Ae7tujKHUeyyK0kMHCcl3WTkQpQpo9rrOO8dpNvacNfdB/DaO27DkecP4fg3v4K+dAhD7XHERGqbrHnVDSXAgRWCLxRFgAArwS8rAttKoegLYHh6Hl/6xkOYmJoRYEbJKnDZ+2EJKzQoIDAN6jiGDXDQdMwQBNB7D7+PKY5xjMQokiQKBlEeF7FYEKl0EgMb1uGGfftknRdLXO9liTS4D3R0tYkhz/z0tBA0+CDg3tu7AvOzc2JaJGtC2nYtkTvw6gEy897s/dwoDLO7FVjlOpM1Vq5Irsnf9a5cgY6OLjFzCrPNf2Ee42OXUasW0daeQjrdjVMnj6GzqwtdPUPo6l2N6YWFFjMddZMMO5WMOaM7bYAUUwig87d5niHKyPzS8ULreudNl39rPVaTi/DP3/3N/3Jd63vzxjVyvvHsYVcGwe9qxUalkMGq9gTees8Bmat1u4QY8zQWA8BCkRfRkIVoLI66x4dSpY6lUl3WL/XIHW0sSVCP753NZeDz1tHX24X2NBnotgB4lRplDqqoOC6yVWAyU8Xl6SVcqoYR7+2BlWxDOJIApSSW8llZC5SpoVSfT3eP5ZaWUMjlMTi0Hp3xILyFGZSmL6E0NYZqZgnjJQ+m5hdQrFLD3CudJwJ6GwKH1sQnSMq9i4V/6n4b6R1zr6RIQJNQ0WdTpqCm+OanDivXlRUCrACcxTkULp9HvZpBPBSVzqjOZAx7t67Dxv5udCcjsLhvGZkk0ZxV65/nhQHT2JnC56h5QhCW+xo7b2pYKJRxbmIBp0bGcW5yFmW2sFNb1U92rpJLkn2uxQya8zASCUub/pbNQzhw4DViQFexy9rk1EUml8PjRw+hWKzglm27RIvUH7VEJmlmZg4bVq9GilKJ+SwSsQScSg2hRFSMr2anp6Ubs6dvpXRQRmMhFAo5wSzIVOVnk2DFM5Ks87a2DtnHh4eHMTs1K3tGd7oLBbuEifEJ0YHlMGcuncfCxaPCqA+Hu1C3QygVygLc0pSKTFXJ8KQ7zSOMWEW8Y2FUExv4Ox2L+S2/MFUJ/qr9LSQxH8ea76E8bvQaFpCbxKkgnjs/jv/18A8xW6qiSsKVxJ8q5VA5ruzODY1Uvpc5P8wCbT1bzJm/fPE2invyBFVweQVYvXKUXgFWl80aA6y+8PxzMmHZ1qwANGqfKNMiatgUC0WhlpdFZ7WK9o52JNvTotNCd1VhMZAhImxBVTkiw1Uo7/W6Eq7XLR+iBUbdPbo6aqd2Hqp01CNF/9KZs5i+cAET585iTWcXpmdnEAyFMT0zD4SiWKxUcPzCJRSNS6XWWnopYLWxiIzFlKk2anarBJkmuX4JxmqjfbVu49Wvvh3vfvt9sqmywmqAVQFFdYLFCvTnv/gAHvv+j6T1QbZVtmFf9fH/P7DKsYmG6RYbF8BUDjPdtktRbqMdykq60c1lcEEZBdH9EV1RxXCQIIJjSR0Zdnwn/YhsW4VV29djbnoG08OXRGNz5/5dGD5yCs75DFJ1uscCpXoVtYQHW+7Zj4VSHqePHMeGPbsxw8rz2WEMbhnE4LbNKOdrGH7kGMILJQRq1HJ0UClVhbEq8Ah11jSjxAypMb9hECotARrEIXjpCAOzhR2oKf4mWZO5Q7BQMwNMkaAJQjQBCQVkadhbZc46nNW2ODrg5k9ZDX7Pe96Du++4EZ/+zGdx+OgpqawpYPXlGautFTMBanW18VoiN0oBDO69RzMNqUuqEx0mOII61wDqeInGqnJtFMRXWpbZykZtMw8cfwzeRDeceEizNAKS4DuUEGAyY/lEf9Vljzfx71oJnkoOqBbgrRc0sEqZAQUOmuaMq30XPkPASwH2FKgqbutsJfbH4GN2QEYG9XV5zbUikOyEP9GhmIEuOTUBkSvwFJfglnMCrJJ968PVgNUmSPATOqjLGKtqHol/fYvGqk58/tUYqy3X0zJARiW2CZWZFkyWOSjaXxLUqiuexp7BNmzr68Cetd0I5AsYrlnwvuODiKxfiXJxUcaUHQiNddFgoZqgRCfDDRC1lcnaBEhlrTRgXnWxnfGuxl5oll2rRqskvy3sVbO/KsBWg4H67/wk1ZBt+L1KTkDHTQr8bwFcW9e5oqfqDgXNejB7PeF3JcrRBFaNPuW842K2Cpwc+QL+7r33w8omsXGwG/2pBNxqAZMLI6h7SljbvRqbutehI05R/joiFhD2WQj5glK1504pjFUpRtWFRaTMjhRjXXSh9Z9is+UBNv7an13L8pbn/vyH3n4FsGoKR8qHRrNk9T1SwLmSGmk8TzO+hGFE8QRBYBVjQxJII+yvso+G7A7BwHgkikhUOfUq4LbZctkauBrmqiTa1KcWXVMFbNnaNMSArLxnXMf8OAbaBC4eeOBhnHnxPDrTSXhdrzjSkzkz2L8a+/fvR1tXl3S9sJ1eBcPNa5HP1AVDfje61uZtGydefBHHDx/Fwvg0tm/bjje9+W24+abb4YuEMJfLiKwAi43UGHW0bp8JwHndjJF4HbxQBaIp5q4CEdTcM+xWvs4YXBlDHr6GfyfYJ0lqNC6tmpNTE/jU330KDz74T9i3aSN+99d/C049hYxdwYF33Iaqw/Y9JtVNM5/GeacBjcYaWTabGItIU6Kbgz8QB+wixk8+BHvqCKIBJaHAIjjvCRNzMtSYVDGh5LhSx4xdILxXBkgVAEK3ypmxtmhcV2d/gk+YbrliBacujKIQaMe52SIuTswJOPyWN78RK3u7ZH3QnIPjIaCpBi7lDNTacGY+NUEaF88/+jge+8bD6NyyHgfecA8G+/th83ywFXNYxp0gJOWEKhV5XxYEDPtUEmgBuvwKkGkxT1F5u1dLHyi5ChPvmffmz1qv2QDCAmJpgkErsPqWt7//mtc3X/CRj3zkilZ3BawqjUEUl/C9L34ayM6iKxVBMmIhQRmkYJRYHk3BkalZeOrsKI6Mz4hMgxSh2U4esgQ049wlsM/bWClTH7EsiX4gFACNqtiOyTZO7leU6ggnupHqHMSFw0z82QKr1hvHR2IzYZ4rm0AZM+0cb3ZcJtpqqmrZLT2HlATZT1bJTIJr7r15jpFsMkUcA7AS1Oj1erDDU8WNG1exNoaHTxwDjd0ns4AvvQ4hnx8z0xfFnE3iMR2iC0CuW3c5H6xQFFu3bBWm/IXzF1Aql9Hb24tEIibjFE8m8aZ/9xbs2b8btkNjnjIuH30OtaV5BGngSTkkxo00/BWTQp8Y3QQiUYTiSYSicXiCFmxvENFEG46eeBH/4y8/gUwuK/IJFNvh+qJkiQCYYrDG/YfSTaZQpljH5mGIAUZP2TBWaXSkCBRqvw6G/Ojp6cb2G/cg3dUl65sMQ4mVvB5USgV0dKSFZJFdXEBXRydmZmeQbkvLDre0sCR5npE2IbAqOoc6V5D9lszChlyEAlZbpQp4b+W7iNxYRVirjHVZdOzq6sTg6jWIx9oxPzOP8YlRZDKz0nGzZmgLxsZHxFV85cB6xFLdWCB7sqp0f80cae1sE2Yi5d5awHPJbQiWsT1ZWK1a/1x0MVtAN13w4SgbYNWcBwZc/W+/8X9f1/oeXN0nubK0H+tcKxlPYs+2Ddg8sArRgIux0XNSgCXzkvJHJGcE/V4ESYoJRVBzvMjmy5iZzaNEXW/KUPgDSKXT6O5ZIR0ds3PTyGbnxPQ0HCbATgNddoE4KFPSoWpjtmRjqepF3vZiKdopDHPb9SAYiiKRaiyS5M4AACAASURBVEOBZtLlkgD84XhMtJy4TlhcsfxqDtPcKGR5EKgWkLl8AdPnh3F59BLK2aLoMtfJAud+we49LcchA0dpFysIf4DnAGVoaGCk5o/EjaYDhgZVYjynUTSvR0lRiJyO0uSkVIm7NI/i2EW49QJiwQiCXheb16wUYHVFMoRYUMlYid+AlizkeMg+oqWr5MykVILMBVXyF5kgMfBzkK9UMT6fwYnhC3hueByZYk2AVRYvZO5LDKb02s2D80Vk6awAXn37Prz2wGtEJoQxDUkP3H/oLfOdp36IXL6IDSv60Z5KI9nTjum5OaRjSWxeswYL87PwhYOYm19AIhqXs40gYmZxSTCWVf39QoSjLmmpWBBJDTLOc8LstqXQy/8LhaJ0Bk9PTYu5Hp8XDkQwl53H5ZFLKOZKMl88i3PInzmFsBiOs/PBUuQ0YXRyr9e5kMSZKsYU4pbcr0YQL78TAJ17WjgsGE8gGESIe2IkCp8/IGZqvEZKHdTJzGdMSJJCKIHPff27ePTQCVQ9CmPinqpSB1VEN7GtWZ/NmKF5D1rze7NXmJzbPKvxHB378t8Lr2isXrHHvQKsLtvyDbCaWVyUygVZBqxgM1ghuGrTddvjolavY2Z6Wm101QoK5QrSbe1IxBOYmhqXqj6ZDVxgpJPzYGRCwUMxm8sjlUxK9Vt0aWrKBZ3mSGTAcoHb9RoqNRrnAJeGh2E5Dp589BH0JhMo5Uvi2sq6xVLFxrlLY1gsl8FjWAGEqsXFAKutrqZmUbTqmpqFY2QDDLDaDNSajqRSdRdnQO0w6dSxf98+fOB975BWw1KxJExP854maQ2HYvj7f/xfeOKpZ+CVthsCGNcGrCrgoBkctAYCjeBJg8Q/sQm0tCObjYWsCwq+E1jlgaFaFlkdVcBp68YiiZK0x6sESirMWgBaJVEMygmsuiglfIjtGBDG6sz4JOYujsOp1XDjbTdh5MQwcscnkahSp84j4Hk16mDT3fuRrZfxwsHnsWn/XsyNTWH8xdMY2rZOGKu5xQIu/vAUrNk8LHZ6e11hzcjmzWCHJhTGbOUKHTktVq3NtiRA/v8gBWCAVRkrDcpKp3JTHLMZsOoxb70fcv81y4pMNYVLOKiUFbB674Eb8Xef/kc8+9wLgC8gSSoTFKMZZw6f1uTBBJ7mZ/8SYHVgx+u0bo0BBWlsQracknMQxqeIyFdE68iAWxLn8F9s6wvE4Ym0w6V4Ptcc23wbTCWlXSczwuZ7ElwtAeWsYqzaJdF0hUNgVWDYl3RlN7EHEzmFaaqWe9H7pSGDNwx/UDFZyZQAA3K7ALR1wR/vknXJpKAu2jkOPMUc3JJirLK1hE6PNHcwZ7ySAmiyVSV4ayGMqjnQkrAYYFWASAJRhrGq/q1SRfV8JmuEcs17NG2ZFHuyNdK6UgrgpwGrsjFoDV5dlBFxWyH3I2ZFsXF1AltXJLGhsw1bVqZFv3qKa2zvveh84xvg+DKSVPN6eX/lHVsSWl63XH+Tlyp/azJOW4DVxrdQrTIcgY5El9JCkk7qFiBUf47Mqwbjp6m7alr+heUqwS7vRXMPFLjKsF5bX98CrLYecWRV8zsY8FQ0IfWaNsCqsBP05zHJIEVlwa1j2nZx9IXP4LPv/wSi1S6sHUhiIJmEr17F5PxlFGtZ9HX0YHPPOvSkQtLyGQ15EfH6BVgV7F+DuQQJFatIGQepDnOluaj+rszv+Njwqx9ddkq//D9/7uffdsX9M/sJ17h5CGhszMm0XrQJQFtBT5dmRS1MVukm0YVWgiOyV+rWNjIt2RIYjmjGpW4HN59pmIcmyTUJNRMyJk/8HGHLVCryPxlAiiFPgyL1LnwOWVrPnTyHf/rfX0EsQOAoKtdUtssIW0HctG8/tu+8AWXKgugWacM6EhDTFFO1rh5b/vme/JzjJ0/g8MHnkJ1bQNgfwj2vfzM++AsfQjAWx8zCgrROE4jgWdn6UMl1vRHrqDOT55J6ntKgV8m6YWgZDUICqUxuOH68V0xsZH4EmMAW8bE//Qi++aUH0Rdfgd//7d/DrXceQDUagQhMWF4UCF6TFcaZ7ag9Z/njpYFVJd/CBRgOBzB29BEULj6MJE0/aSDFbpVKTYrGZI8pWSB+L8YCrm4fJ1tLgcjiFi965NrogTU5ngssdnksZWBSKCBXqmFkag7r9x3AYtmLrz/8HWGebN2+FQdec4uYJvoCQRkT/s+HOfsI1ijww6wj9W3JriX4dHlmEmsGBtEdiqNi28j4XQRs9XqCm0F/QIgB/HuELdTagdpIDijZAWUUZDRRLcZ13DvqdZFB4H0yAGorc7W13dnMdzNvTeHWJHV877e96/rMq/77H/y+Mq3SvgD8U7pOPD4xLTzy+Hfx4tOPoSvkQTpuIRVPIBqKIBDkHk/SsB/nMlU8dmoYkxm27rMnWMmQ+AMKXDCgEytZVojttV5pfyf4ZoXIZPbBIljBdeuGEEusxMzwRdG0NTGPAKviU6DiILIE+b3JvCQ4R7kH+oyVK7Yw7CjBJCZSZCVpXfuXAlbNHP+JIoJO3s2+x/GOeoPocW1sj7rYtqEDwUEvzswOI18L4elTNoYnfQgFgqhSI5JsNDLMtIyHtOxq47LVa4bw7971Htxy662iI/riiy/KXF+7Zo1IErE9tr2jW1qx8/mMMAipVe/zBFGr5FEr54WxLW37bNUVDWnKOIS0AWpA3MypBc1CHD0Fjj1/HJ/4+CexlMvAw3tTV870wXBYroukFdlTxazl6sCq2XNVrK/kCuRPDyTPU0YvLkMqDKxehV3790jrNAE6AcgpDunYKOQz6O3tEW1VrqNykflYCd0rVmB2ekZY5lyfIv9BvVWa/FAyRIOQ5owxny+FUN3V2Pon900pdrDIVlOyAAuLc+JlsWb1Guy8YT+yS0Ux28rlF5DJzqKzfaV06fD5K/s3oGvlIJYKBRSKTaa6nCWGhGM6JjTb3sQCJvaRM6iFsCFnXYtkldmPWhmr5j0MsPr//uffePkD+yrPWL9mQHUD0h/E70dbMokPfuD/wr7t63D84DOiWerz2rg0OioanBE5kyrSHm5xH4AXpaqD8el5zM/m0LtihRQde1asQGdHh8yZ0fFxLGbmUbPzgIemv9zHub/VUKzSiNBBoeZiMldBxrXgj6XgdPahmM2JoRJ1BNJd3bLn8EygrIqHBSkdzYpJWyyGQJxsU7L/uYfKsQbXrmDq1BGcPnQYxbl5eAMe2B4HFrkdhnFII08f9VLJUiXwr/Y3XaW/orDEM0zuLTMJancSlAuF4LUCytyWFArmKtlFlCZGAbeMoMePjngQt+zejK1DvQj7HAQDZEYqEFd8KFg41CxwIdBQT7wO1CiRSANLml/ZdeSzBVQrLCg58JIk5jgYm5zB8xemsZCriLQMF5dii+sYWLMqW/MJ/v7973s79uzZKecPfTAkb4WLQqmEp144jLn5JXQFoli7bi2ciA+HjxzBni03YH3/ALLZRThWAE8/9xw62zuRjkTR1dmFUkHhOWvXroXf4v2qiGEj5QeU3rsj65VnHzshJyamMD8/L7FIOpGWawh4ghidHsPpk6dQyleQTiURqxZQPndeOorZkUXPE+6XIgfDMeS+ohhmKoBXoIj2EOHEFwqBxEcEUq1oHJFkEolECuFYTEBWZiYsXiEUkVyOoL0ApnVbinsjcwX89z//n7g4nxUjOQXRqGL6cmC1ic1cWaxrPUOW7wNmeV6R/2tglb+bX5i+rjX+b/VFrwCry+6sAVYLZaVxw81XNlAAYRE6VvRvtvyPjFyUw1kdUlwsAamULS0tqhY4fShy4RqHXNLcqelHkJaMgHg8JpujtNJRdyWrqibiLi8CzMDZF0+jt70Nx488L7IAHck0SuUaxhcWkKlUUciXpT2AIJ0kMBpYlaBWV7/NYvqXAquyHSiZVc3QcLBt6xb80i+8X66bTF4C0WaRimYj2zOCYfwtgbSDhyVZeClgVV1nc8G3VloMsGpA438JsMpxikViAnCbhIVtRKwOUwrAJMuy7WnWrkmueU0NnT0DbAqrpS56TYW4F4mdgxjcuQljFy5ifnRKRN333LQXs5cmsXhkFPEa2a7U8amjFnWx+Z79KHjrOPbMc9h84z7Mjc1g9ORJrNuxHv1bNmBuagGTT55DYD4vBy+dxdneIAkLA/Wacug0QVATFFJoDkH8RsBzDcCqvMbICGgwvTWYN5/TCLCWrSczjqadulat4X3vex/ufu0+/N1nPounnz0ildQawWy6hWt3zKsBq63ghnnf62Wsrt5xQBifwiBRPaCip0aZCoKPTjkPt1oSJ1s5GAUcVCC1iGGQsRVKwsPqtU8yZwW7KWV2er9LMs2ARvRjmfhXanBKRVIQ4K0X4VByQIBVxYQl47M1wFBHrlkLbA+UnkFZH8JWpTMlAVkCupZK2uoVTg4Cq0Ug3SGM1XqN7cRs+aarM+ApZuEQWK0uqeSdny0gFr+fau+7dmBVBwhaY9VwOa8OrCp2kGkHahzay6Q6rgVYVcZmisspc5IyDwDiVggru6MY6omh0x/EjqFurGqPIM8AemoeZwZ2IfneDyJslVC3y/CKoEfLyOv2cWElNRiO6hlKGVc9NK9Ua4Q22aSGXUrzqtb2c7OvyDs14i79ySI1oB4Nw0RTLNHPNUCvYcaquK25b7YC4a0/N0zYZctU/imFOSMRoD9P2oUcHxacKiZcFwef+hS+9MG/Qcq/EkOrIliViCPo+DA1P45MdQEr0kms6x3AymQ7opE64iEP4nSiJWNVDZrMMjLm1d6umBEcX2ri8lrVEiLoqTjca3/1Y1e73J/6MzJWzRibJzYZQhws9VnsCBFmRgNgbeqf8nW8Rumg12NrQFWlgSeaKvL2BiAVxiWNCegWrM99w9rkntV6dslwaMBW2Ao+vi4oSaRizJDpVQUZVeos53UrsI6MqMUq8Om/+UfMjs2hI5WQmF2cmms1DPSuwo233aI0WOuOaqsn81GfZTRH4cMwp2h4RKYMgfSaFzh68jiOPXsYublFzC/lsHfPfvzmf/ktrFm/AQuLGdl3DFOxde83zEqCAAqArDQ6fXiUMFnjuAiztVptgIYE+AjScZyNNifHslgq4P6/vB9f+uJnsWvNGvzXX/h1tCfW4NCLw7j35+5F14pelHIeWJxP3gpsJmzXCKwyUYHPQSAUxPzwYUwffwDJQB1hFvxqRRUD0pW6WJYCumLmEiBm0l8X12F+N+7zdGov18hmZZeDV1jGAkySrW3XUKq5As7yHi3li6j4gth9xxvQsXIIf/+Zz2J6KY9EKo3X3nYz1g32IVcsCuOGyTnH28xDtgrKmq1WG2wUAWVsShlY8KYiqBfLKGWLsCIxMcMRMzyfDyErKPEr7xvfl3OL94t/yjwRIzLKHIi+jWIcy7pUsS7BFrZOy9bVoqnKfxsGsmHAmbVngHTzfAO+8vrf+d6fv+b1zRf8/u/9jgYWlAyAAap4PgajEWRnxvCjr3wevswk2pNRJNMxxIN0og8h4lfF3JwniGeGL+HJ8/PaBEsZOAmQQeAu5Fe6rCFlDsp1x2OYa9zjVW3wBEoZeRfKBDySmL80jvmZGYm5VPLLbhGOI/dSBRLIuaBZeGuHViPhcXHm0iVUXJqP+ZUwkDBEmwV+M0itye1ywNWAh617iwERQ/4atoWD2BWJoWdFBNagB2fnhjGddXB4BBieojY8GXsOHJrpiBQ/JQ38iuQBYO9NN+JXP/xhdPcpbXLeZwVKatM3sssCnOu6+8euKfMoembXXLgBD0q1orif22U6n7tSJ6akUdAfhOULyP8EJ7kfslXb73owfGYY99//55iemZMuHU+dLD5laicyJSzYMsaiL0Czf6oxR83YSVypgVWz9/pp9hsOy5omiETQh8Dq2o1rEI5HxcBGmJPUeyzkpNOIBjiM6XmHx8fGsHLVKhkj7hGUdqPjOKUQeN6yFVyZ6Knz2RQb5Kwjc1mf3WaNmNyCzD251y6l/1XHZKlcwPzcDLJLWezdezPWr92C8xfOYWZmAotLcwiHKPexIC3XW3fsR+fKQWQKBWSyiw3GqipoNs+01uJH617O6+Naby2E8XUEwg0BorFwdaGO12ne3/z5W//p169rfd93zwEUi3kBlKgNvG/3Ltx2y63Izoxi9OxJpGNRdHa1IZMv4PzZC6gUy5JDRIIBMamquQ6y+QrGJqeRTnVjzeAgkpGY7L+ZzBIWFxeRpfkiaoglgkim1B6by5awlMkLoEpW6lLFwaXFPPLeEEJtnQi1daOYySqAjMzRcAQhKyLMVClOMg4X7XrleB+Nx6SrLQA/woGwGBhW7CJCsRDSJFONXMDhxx7FzOWLiEZD0lWmunoYL1Av1ZL1wb/Le/rJ0Fa6to2CsZBrdGeMT8mhUCJIdLBFboQxFvVZffDkcyhNjqJeLyEZjqK/M4479m3DUE9K2tk5d6QLg8AccyFhSTJeo7kxu3NoWFbD3FIelyenMT41i3ypDNf1C/6RSEQRT1AL3ovZ+XlcmM1jqVAR+RSuIoKNoj/dws8woashLX3g/W/Hnr27RX6DgLPETR6gVK1gKr8k5lVWuY6bXnUTzs2M4dDh5/DG2w8gFY5IB3HRU8fpixdlLa5MtiEVT2JuegrJZAIbNq6TsaPMYjSqtdw97E4OCyGOhDoCq5QAoQa0YDfyvW1xmJ1amMbR54+gVq6ju7sL0Uoe5eHziIjhmS3KZIo8oe4/F38DO9AhusI5VPgoUS4ltwIhkSgIxhOIt7cjlW5DMBKBLxQSDdmLly5hcn5R5kFUTKjDMl/b2tL4wbMn8Ldf/CdUvEEBsKXnWHenMak2a7E1hzZ7QOt5shxbuSJmbinsyrmj9ya+zyvA6pVb3CvA6rIt3wCrn/z055DPU9eG7Aq/LEBKALSlUwJ+kl1KtiP1liSIpDg4qyt1B6lkQlrGWeGPReiKHmkAJNzoZmdn5TXlMllrrGQzCFE6nQzCZJ0pQj+KxRIuDA9jZVc7irkcnv3xM8jML2JsbBwXZ2ZgcxO0IcFInXqdBP20LtfyqkPrgapaktRDaSWxpU0ZXb0UY1UFa0yPVaAtbfCug4GBfvz6r31Ivi8Zq1ewPU3lzgrjf/7NZ3Dk6PGGedVyxmqzYnJ1YFVtBP96jNVgIIgEnZzFiZim7QwUyUxRSScfDSB6mTN0s9qsNk05hOw6Aq6LXBRI7h7C4M7NGBu5iOnzo6hVKti0YxNqmRJmn7ukpAAqNgqVEuwYsOONt6BsAc8/cxib9+3B/PgMLp88iQ03bMSqzeswcXkaU0+fQ2SpooFVV3RcyJiSNokWN+PWjZJBokBAAvbp7ySafc32VLPBtoKZUqHUhGLDWDVi163zSJgnNP/Q1fgrAn3dTqKABbaWeaSA8B9+5j/g9XfeLFIATz7zvDCYK5WauIC/HLBq7on5jtersTq444AGKthWqfQCeSCK2y7dy0RjlYYw1FxV2kGqFVjNQVaNPZE2eMTtXbX5GXBNAENWpAWwldqhcoGv1OEWqX9ag9ehFADbsyqS8Mrnyt9YiWzO/8Z4MimT1g4DrDLJ9kvw4vq97EBRiRsTa5t02hLcZBzeWBucGq+dCBY1e7zwlopwCa5W5iVxUukfv5MCjhvmVQ0Ujk6RzWtSY99khahrVP9LNV2+gWpGf2lgVVKMFjXlJqu1kQQ1mt353j+dsUqg2VwDWyoFwPEHsCLlR19nHFG/he5EAGt7OwFfSRhC4TxwfnAHIv/+fWizAqjbxUa7vqwJlfFo0E2BfKo13yRvYhfW8i/Dt2Ug2OTekolKYNWMYCvjVBWLlumztjBQzciq1ikC9E24uQmuqhFrnTcGZtaHSeP3L8Xa4xNqmmUuDCI9mgzGyXResIu47Nbx48f+Al/5uX9AZ2wAQyuDWJVMIFgPYWZpBovlGbQlLQx1d2NVuh/RsI1EyIOEFUDMFxIjE2OWJful1ozlHuKX9n+lua1AHN125vFg7a/cv+yUfvl/Go1Vs18Y4NSsJ/lTSw4okzA1fgZobJyN0jKv9i8DChn2hjogWjnWumNECokB0VozZkCapKDGtQUAl3NXjEVUcdaYYJG5IOw77hsaxFVFsyYhywnF8NA3v4MfPvoE4mE6bAcFwHCqNVh+C7v27cXQxvXSSsi2MiYIxuRQznLddi/vy/+pjShFQ2qneXHs9Em8eOo08osZLEzNY0VnD97z3vfh1XfeBW9AGSnx3hn2oQF1+P1EzoBMz6rq1FHsSrUjEFjlcwiqkSlCIJUFZz44XmZMxsbG8KV/+DS+/fVvYm3XKvziL/wyXv2WN6AeDWKpWEJXZ5vsu15fSO3NMr+UVEvr2d3YT15CY1UR/2uYnziJ8Re+iTZ3AREfr6MOW/QNiyiQlVauSmxAB+QaTY60IUyN+njsaKorA7JCVf2OBS0moTQAIXpEBg/bS3mvaVxYrFQxsGkr1u66CamuXhw59Dy++vBjCEYS6E7H8ZZ7D8CKhmScOWYEQY2BldmODfPMzCmvsB29os/PVWzF46hXHAQqLiq+ioCqwmwulxssWFMk4Nzj5xigVcUIBEvZutmUcFBFBKWZbgBUk4C1Jm6tzDyZby3sOHOPed3Xy1j9nf/2242ChrSSa0KB7NNkarl1HHr4q5g+eRDpeAiRZFS0n6P+GMJs9fexmOTDbLaGb5wdQ7FcFFaqFbYQioYQitCR2aeAQtmvlAMzdfvE5MrWEhAueUpslY8hFOxCOmahu6sbHZ3tso/lcnlp4y7lCsJULtL8irIdtRo6Ozpxy437MHbkCH506DkQgqv7aKrJ5JhxhZKmUYm42oNaH+Z35mdmDZoijonpZF+x63hVWwxbwxbaemKo99h4/vIw5nLAixMuxnIx5RPgrYOFFoKllImV++zUcde99+DnPvTzCEdpElVQ+tH6jJTTXEt/8bOpicn9ix1KtXIRdrUiZAABVcj8ol4z7wH3D5FWUv9LV4Yxd5HOII+YyJ47fx5/8Zcfx8zsnNLSdZXOpOhkMk7THXpGA93EJ81x051bcrY0wWpeK/MWkfsiwiv7iQfpVAKrBlZi9dBqaRvnPSsVc8gszTUMWRk3kUyRTtM5PIF8sYBgMCIyCLFkQq6N7uL8TpZoYDa1VM05oDqcmvfWECPUvqqez3zOFMTIVmUn5OTEJCYnp3HgwJ3o7x/EyKWLkldWitSIXEBvz0oMrNks5lXcd9jubvbE1vOrdU2a35s5xs9Uhr3qXBOwyENmdlOjuzEXTeFRn1WtOcJv/sqvvvyBfZVnfOr+P0bdsaWdfnJiDFMTY+hItyEecBD1ukjHI0ikk/CHIjjy3DFkl3KSNwe8LkJklgcCKFZtVNgN5wugRrPBCsF81XHCPZqt4em2JCIxtmVz3wbyZKdmisjIXu5gKlPEXNWFm+hAkLqbVaY8dcQSMdRDtDn0IORl8SsBKxoWEJQyLtz/OdeCVgiBaFSRW8SzSPVEMfdn5xSLPrPnzuDgww+jujgvTG3mXHzwujnPuU4Y66v9VXVLyubckqMy5uY89gctRW4SKR7mIXydkiwRQLOQRWlqHLVaEd3pFNauaMOdN+3AYFcKsSglYTxYyuVRLhWlHV5JGvhl7YosStXG3FIWZy5cxsT8EmrMOxhzB2OwyDyX80HFLgTFpzJ5ZApl0UGlBBTXKuV9JF+SHJFrjt27lKNQUkhvvu8AXv/6u1XPIwtdAbUf5UtFXJybwoVzI+hLdmDbju14/NhBLGWzuOfGW+ElicTjwVQ+g8lsBuV6HWtTHUglkpgcH0NnRzu2btssuI3F4hnBZn43MeerIV/IiaQIL4THNtcfSUt2VXmS+GwfZjJzOHjwEOxqHW3tbYg7FeDyZYQIHBv5HxErUbkUm+dE9kTPcUOCEGap4C0sIvGeEViNIZhIIpxMIhqPwwpH4An4hRGcLRQwPTqJIk2raehWYv6oula+/MgPcPLiBKpiOEdfEFvyRYK7xrTPnMFmT1Tdx4rC0RpHNH9/Zdee2hdau5cVbsXnz8+/Yl51xbnsLj+pr2sL/LfzIgOsbty6s0WXQk1Atu6wDYhBNYNNtu+ptEqBfawwsl0kGo3JZhGNRcXJcUXPCu1WyRaDsryEYCYZsO1taQFkpcTbaL9VFXF+ZqFYkDaSrvY2JVxct4Vyf+LUi/jWdx8hL07a0fzCvlMOtARHZUNt0VBdHphJWmtYUBpYMdUiHuStTbkS0MnzuUE0ARappNZttLe14Td//ZeRTieQzWRkbIzLHVvn+bCCYXz8k3+NE6fOiNOvSmO1tmWr0Mr/Ye/No+U6qyvxXfdW3apbc9WbJz3NlmVJtiRbso2NjTFTjCFgRofJDAmGhARCOglpenVndXfSnQ7pQBJCYhII4JAAIUACxuABPM+SNc960pvnmueq39rn+76q+56FASf9+yPLtdbzk+vVcIdvOGefffb2sL+kNVgfiJe5Z9pvDTis2GoXBl7awKi+tt7hzrYnth8ymeMxiwQDJRwqKhHkNVOtjAQOVVJrHBHV300gptiCxKXIDMwHG0juXIeRy7di4sw5zJ44h0algs2XXYxaoYqZR0+iq+mgxFZ+ugNHWtj48stgp1w8/uCjuGjXTklkz+0/gEt2X4L+LRtw/vh5LD5+Fk6hJlIArFyyLaJZUy1shq1qApoVG66u0Mv19ARx3gTfBOgiGyGVNE9V2giMq962dmbfAWK1uLl2B+X9kbuuXQPVOFQtCZVKEe9972247trL8cW/+3s89MiT8FmOksMgm00HbdJCrYNlkyR07ola3Pl4ocDq6KU3dlARZe2uNj8yKBjgyybPVv2aOIYacFQ1slNo3oad7EeTUgDSo6u4fgzs1DWyxNCCAYGYVGnt03q5BLCyTOCTTAsyPGQeeNvXVMAhDyUK2QEujbqm6B+pY25Z1E/SwGRTppvpMAAAIABJREFUKwYyII66sNy4CoybtJBXQRoDy1a5glY5o2QJoNhMRNKbsnao8/HOFeNKb1b6leCqeVYxaVUToy2asDJvPUDSCvhUO7SbFUVGCR2apTN3ZQLZ0Qz1rD/6SDX/R4EsPrYaBcStudv1o7fLRSik4N2UG0FvPI2Ir4ZIAvDl/Mjufi1i7/4FJHwlVBtK71Z0kORYKJ2nEVIalGjTKgXEUWNSGdZ17o76N1+nfdHVuG8xCehW7FbTDqTvaPvKMWiTxO65rf3Kiovnpgw4vCzVFg2etJGV5y60jTJUZbkD/kk8rvcF+a62EZdi3dG9lZCMyOOLkzrvfAvTTR8mfEu45xu/j7t/7W70xrqxZiSOgVgUkaYfc9kFzBbmEYs42DQ8LO708VANKaeFFAPGQBABi2UDNneqh5il8bx5z0QGQAE54p6qwWYWMTb++p+aU/uZf682r2q/UY8rA2grHWoNyZvxqvfFNmiombNmvTNBsgT9sj+YH1Vg4icyVqCOOjW8CVbRXZ0JohRO9BCWFju+V5gg7HhQLBS+LhyJqFa+YFASCjL9CcRwfWZCyICWCeW+w0fxla98E9V8GVE/YxJlwlMrV7Fl42bs3HO56KM6oZBK6KQVWbXj6VusirkspAk7URkycr9uWj6cGTuD/c88g8xiBrlsQbTGbnjZy/GWW96M9OBacVaW5IAAfIMu6iqBIEjCB8+NjE/uq7x+0k5fqSCdTsMNum2zKn/Uh3gwikaNjLYWzo2fxRfu+Czuu+du9Kai+J3bfwsj/RdjbG4KN7/ttege6MFygRInSkBEXIdlnvD7O7GAdw2j07qjiflktsJXgb8VgGPVsTj2OMYO34tgcxpJGmyQDUqH6FxZHICLZbKHqbnHLqaa/BAgZawgrZC1pjDeKnyOrLlmE6V6Fb4GtXFV+2yFIIHtoFrjLPAh2TeIjdsvgxtPS0KWTqVxxxf+HmfPT0kL445LtuDqqy6Va8ZYky2J1PznuGTcxQstjGq5rwrMblg2Qv4Q3JqNitvE2fwEGKVGKxb8kSiazPKqVcTCUcAmyFpGqZlBoBlEwI0q6RsfwRRqgwM+asxLHFZHrVEToyM+mg0+6zUpU4Uf0V+V9vXOamSMoPi8mm+KCcdj5jh8oRqrn/y935OEXIAy3dZNgFW6C4IhYR6effIhHLzve4gHfQjHQkhHQog6rjDaCHrKvWlZeHIyi/3TU2g4IYSoo+qyLdOGr0m9RQgLSIgElLKgYan81oQEGtzUG7ho+w68/FU3YcPIkAKt9f3hGFQyYtKOo2TFWLBtNSRX4Lz98R134AePPYWFlg8Ni/FcTUkT6T1h9cJnYnfvftF+Dbd63j9qThLAtFoI+HzoD/qwO+pi1LaQWtuLM805nJubRNO2cHjSh7NLYdhOAw6TdUIaARuhBsdaDd0Dvfj9//M/kEwlUSkUyFtstwerxZzEDLUXGY19gu9Kk5rrW0MYhBJ7cL1pKEaf7E9ax1dYoezuIbuOoADZ68EQIkEXJ48cxl/+zRcwNj2PAFttQSkABUpyjWkXzCTmVECgFyBo5xIa4DcxqgJWlY+CNGexc4C6mI6DgaFubN6yEfF4AtlMFpnlJSwvLYrOrkN5g2ZLXOa7e7rlHEm86RsYlPea7kPqTZMhLd+hdVTNfFUApyrSK0YqzeDKQj4oVyrI5anrW0FVpATqcn2rlJ0rlpDJZDFxbhI0ePrQhz6IZCKN8fEpnDz5DBKJJKLRNAaG1iGaSMNxQ5iYntYGVh3pEC8oz7XDFELMmBKSg85tOfaNg7uR8VGkNZ1HGoDmAl4PH7v9Qz/zvu194Wc/9fvSpcX7cezwQUyNjWG4rxejfWm0KkWkEzFp3a7U6jhy7ATmFhfl7SGyn7XespCVmg0UyuyQoNFeUwDCIPdYJ4h0KiWgeL1RQSafEy3Q6YU85pfyyFYrWMqXMJeviIal2zsAnxtBpVRHKBSEG43AH2bsbaNZqSMUiwsgRvKUMPurRGBVtMYcTVSVWIxkodNxBUyjFinluOJ2C8cefQQnnngUAfbiC6hKhqkyiJJ8usW9neCBkaKjbIgiYPEzLRrNcb12+F3KcE4MkwhiyvUgRmGjnllCfmYcvloZfckUtq4fwGuu2YXBdBz5fAmz88uYmJkXNq8USCwfhnrT6O9OgOzuSh2YWVzGmYlp5KrsurSQLZBZSoJMBXNzCzIuIi67HyzRqC1W6ihxzRQ9+iZCIXWOQhQwoLyexxz71165C2992y2IxVyRX+F+x3PPlPJ46sgBLC0sY+dF2xBJxfHg049gtH8Ye7ZsF/MpElpKaOLYxHkcP3sW24c3YO3wEBYmJrF2zQguvWxHW5JKwGIabtHTpq66NIQopSWeTEcIMRFZ5uotTE9O49FHHpX9P5VKoNsNwjc5DjufEwKL13CSsZXFmEjjBVzz2kxjxhlcFwKOkkBxHJFPoXGf41JrOoaAG4JPcCf+OHCsgHS+cP0q0AsmEMEzBw7jk5/5LBbzRZGuEDBXz1uuL51k0uQWOr9kaqPzA44jk4MShG8XV0wx1OQMmv3qxQ44ABcXZ1/QHP+P+qYXGaur7qwBVtevv0glXKvaN9SQ7TxWgA+rKvJ8FVumOLYNCCjsDV2hYTI50NeDZq2EUEDBA9J2QeFtccsMyKJ/5ZVXYc3oiKoCsYrid3Dk2En89ec/LwG/tBprcwNZkDWwKq0xkqR2nI69QKP5d3th09qhZhExZ9l+j9beM3Rx/p2LUSQcwcc/cjtGR0ewtLTQBlZl09XqzIGgiz/99J/hyPGTAqwqqOAnAKsenVSvFqxhwrXviWbdKqbgSjMmc+xyDQwjz1Pt53Nkb7DNJ0imD1v483l5GxkpEsho/TLvGDDBiEqyFUtCAg5xQvZJ0Fh0mkjvWoeRK7fh3MkzWDh+Hq16HVuu2I5KroSJB48iVSdjtYGgG0bBqWD02ksQG+nCg/f8COu3bcPS3BLGnz2EbZdvQ/fGUZw5eBqVZ6akndxfU1eiWCmjVWf7ngrkTHDkvW8mwGxT/NtJ/Uox6w6wqlo0+D5l0KLZa8bEykP/7wCrHTaX+RzvvDDAqCRn1RI+8IH345qrd+NLX/5HPPDQYyKhwY1N9DefB1j1aqwaAPmFAqvrdr5SMU0FDTcApg80kRcd0mad26206gslXIBHpQlpS9upDTs9iEakm1m9OCe3mtTq1cEmrVNtFVCRodpimZuaWdWKtPhRb5VjgpVv49Hu7Y1Rl112PrUOSbu+Ar1VRKLdhAW4DGlnYX55TemMMXGLx2EHI5IkM3kkrZVBKseMnFO1iGY5A1+tJEw3AhKEjdWjc+/VkawEOtVrjBNwGwVWyYzAEgRWVwKF8g6pzujXa3H31cCqtPWtWpdVs6Xhb3rW3zZTUxc5CHj7Awj5LaTJTmI7HSpybrFQGD2xJAbiEVihCqrLdSSveB1GPvxLaPqLol1GYFgAfG0QJf+Se2DB4jqriM2aHUfg1bA71frdbvfzUEN5RQisCjBLIJFDbhUYyjPyGwd5MecgGKxBDK1NaqQEFNCqv7flMdsyLFv53WGkm6smc5PHIJG6cp+Wn/atbaFBsEH73cvaATJUGphu2Ri35/C9L34CD3z8IQymejA4FEN/NAq3aWF2aRZT+XmE3QA2Dg9juKsP6XATXS6Q9gcRdRz4KfWhazPm/iqzKku0/PyWlrLRmqvqKjSx6aOfWTUafvr/ehmr3n3csPC8SaX30xSA3WmxM+PcsBpMUmzmiAJPGtI2xjVM1iUNftMgiBpeRjtU2vyphawfJilVwAvXD2Vqo8BVxVIygbcBpcx7+H1kQs/mcvjCl/4RJw+dRMJxEeCa4wZRzhWQDsdw1TUvQay/R+RJ2EkjRU+TyKzS51SHxWKNLcmPFA/QwtTMjDheE+QYO30Wk2Nj2H7xVtx66wcxvGUTMsUirEZTdHSF9cqEjgyUVhNVMT+xVBsrZVDQEqCQ16In3aMYIfU6YrEeabNt+GiGcwx//ad/iZNPHUXAKuKXP3Q7PvK7v4OFYgmLuQJ6e/vkGGni4X2sCPY9TJ729ZZ7yyJTXYAjshEjFnD+0GOYPnIX7OYSuqI2fNLGzzigivxiRlg7ZKtWay0BUcnYKRSrIsdUqpDBWket3kK1rnRwOYcszWgt2gIBgc3dlNmW1lqfhd6BNdi6ay+afsVIJRBPptvBw8fx9W98C9FYF7q7uvHqV+yVGIUJHoFV16WsFFs1CXR0GCdGp7/lb8HfspEKp3Bs/jSOLR5EKFBED40yfH5YgSSiVhTpSD/8wR74ak1UW3UknDAoLFQpUBKgiqZVRSRoo8Y8vqbkMsi8VfNXuUAbtos3JhJXe4+0RmfudeIIJqSMrRjf8jN+8U3v/ukT+gKv+L3f/URHK1MARMZiXA+b4jbPvXf22LN4+q5/RtiiKUkIyXBY1ijXr1pjeew8lumijfvOnsNCFXAoeWBRD7AFuxlAq6FeIzr60lWmjeB8jOHoddDAZbsvw+vf9EaMblgn0jpmLBrmtnT0CPBsS9JOAE3MbQmIVKs4d9f38a/3PIBT5SJqNIiDHw16EPwEG4LnA1aVVJcyMOH6wU6BWMCPPX1dCE5OYW3KRWprP876F1CozcANBbDviIUDZ/xoUIi3biEQtFAF1xhX4p53vu+deO1bXo9MZgn+el00aM31kFjRxMrSUaGuF5836ybvszFKa1BflcWWCqVCaiJ3ovIUJTdBkEFpTgdkvNfzBRx78jF8+657cXh8RrSQfZqxqlj2Kv9R25pSAPXGn6uHjolbzfMEPAmEEzDn+OW45E93XxIbN2+QeTc3O4f5uXksLi7KvVszMojh4REpgjFHGxoeku43upaTnUwgMhJmUddFQGsA8/uUlAylRUqiT0vWWb5I8JSmeDSpKiFPVnOxiFyebfgKcPUSJiiFQA3aRqWK/PI83nHrm3Hbe27DQw8+gvMTh9E3MIJEkoSeNQiFwkIcmVyY13INBKg6c9e7B5kx1QFYtUa0vr+yHwgYrIyuzP+b+F4KXDquMeOBf3uhwOof/NePtnOQ82fPIr84j3UDA1jTl0a9kkdSzA1dLGdzOH12DNMLi0JECPlplMmSt/IDoZksuwn8NLUKhRB2gwgFHLh+W9reOQdpUrWQy2F6IYeJ+QyW82UslwrIlCootWxYsS6EUt1oBYLCSiYrVAwn/UoehRqvzAm6evsQioTlOVmfNeOYBJhiPiMkC5F0sYOwAyFY4QiazOPKRQSbNYwdOSQ/BFdVJwU/QxerWmwXD2hZEVWskyKEMB75OuoS87M7TFZKHYlOvpYoo7FXNbuIwtw07GoJA+k09mzfjJdesQ2L0xM4Qem65RJypTrKJIPYfrhBPy5aO4hNw70IOarQlMlXML2cxfmZJUwtZECN9r17r8C585N44smnkEqmkUxFUCnn4fMHkS1VsJgtgDx85teUVWHnFglh0s2iNVw5nwlIb920Fu9+960YGOiBG3ZEdpExT6QrgYOnj6OYL2Hj8FrkaiVMz05h7/adSLsxFCslhBMx1P0+PPDUkzh25ixuuPwqRJ0AMnPzuOryyzEyMoIiQXapy6icXc0JRSYQNKHelGKaWdvkOvu53ldx9vgZPP3EUyJBMtzfhzjPZXoaIeq0GjM3MQvWgLcwepXgG38IpHJtcxzqQ0sbnBQGuV+JWVUoAjcSgxOJIBBWDGiOI2X2xUKwMGXgYz4XTuGLf/81/MXX/lnuV3veeRa9lWuhmtPy4JjQJBpj7MenO/hOBzdiOiv7+irpH1O8WnoRWF0Zi77IWF257Rpgdd26ze0/mCBJgirNBPW+awX45AHvTHBhACFxGxR3UFW56k66YlLA5L9Bo5yGAscIrLJ1hHpdDDK2btuOeDIhjBA+Ry2Oc+OT+Ms77kAmQ9FtBbgw2FbzRYEj/17AKj/LbMCSmWjAWRJCaiDZfnzo/e/Grl07RLdGSFl0UzYgHOn2gaACVk+cEtaGgjtXtj1fKLpeYbKl4Y5/H2AVoBQABeeZbOZzFCMvyOJGjRZzvmaRMe0z3uSNlR1udJJc1+m8ru4rgdXeyzdgzZU7cPr4ScwdGxOoaftLdqOYKeDcjw4h1fCjlCsJu68YqGDjjTvRv2UU9971Q6y9eAuWF5YxceAIduzZgeToEI4+cRjNw/NwGj7Y1KpiK0ClLMZKlKXgvWaQahZWc49MkPSzAKvC0BKNzRcGrP6kYFYCL0nmmVBVcPsHP4irrtyJO+/8Gu69/yE0WwxO6iuAVWVo0wnsDHvMLORGeuCFaqyu2/UKpR+3AkCkwZQGVtlKQcoOXS6FTW6A1YbSPGRrTXoAjVgvbDhoNito1spKqoL6qzIVG2rzZhWR40OYG/zMBnz1gjynGKuK7arcwxW4oa6lAVYJ7vGDtHkV/9022dYsT+W0oT6bAB0Z1oku2A5bewwcqIM0AX6asOoVNEoZtCp5BfAadyW1ejwvY1XN1dUJjG5ZlNGugWDD6PQUS1SRVB2vDgH11JdGcPXJq9qcFG+yA2KqN3jZq+qCKA1otiNZcCwgwBvAoMkGYq4fXdTlSoQRCAPl5TK2XLQHOz7yEeRGYqg3KcugcFTFPDbMKwVzKsaqliORr1ctvoK9GthXXJ/0Z+j4hUtmmsCqEXjR91i+x4MN+VcVfjqsL3VuigWr+MASAAlQZP5vJezcBl5XMGq1Lqw5Li0voEBexTQiy1jYSsagoqWq/7N1C+P2FP7pz38TT/2XpzHaN4j+Phdd0TD89RZmF+Ywm5tHKGRjdGAAIz2D6IlZ6Alb6Ar6ESOwyoCfIL8wI9X9JLjB7gyajPlFCkC3hplr42tiy8f+/EJbw/M+98Hb39qWJzFroQBAnVrFipZ882FiNqAZ/uZ9piXT7OPmeZtMBF1IMW3R7eKWaPXZYmZBPSyyVslkCrh2W4fSWyjSXHe5B8Is1XsJ2UpsFSPwxoSM94dxBPfderkMn+Pie3fdi3/957sRCdjCtqdxVoN6gcUydl5xObbtoolVVdrMQiGuVc/V3KJ5kcP2/rZBoRpXwXAEQyOjAqSUikUszC3g8Ucfxbatl+Dpg6exvn8Yb7v1VjTDDnL5AqIIoBVg8lRVbdrC/lYP7lE0eZFr1GiKXAFBZ7rtZhYKKPiyeOKZB/F//+CPUJnJYrCnD2+9+bXYc+WrcGZuHnteuRejmzcim2fhsybsjdUPb6y2+m+BpoUSzSUcJZcSchxMn3gYE/u/DaeVQyxkgZ8oLNNaA9l8DsVMTsAPAqjCutFgaq7URKFEsLgi7ZwEFCQ+JHPXx1iAuq9+FHx1tZYJaB5Cmdc5FsO6i7aid2AYlkUmsV/053js0VgCX/vGt3Dq9Hn09fVjw2gfrrjiciWbYlmip8ZknsUj1b5IvdeaANViktSgXqWNcmMJD+7/Pmr2Mvz+JuJ0FQ4Q6A4h2LTg+Fy4oSQSDk2N0oiE+lD3JyQxpAYggS3H8qNYLcp+ogpO1LwEAo6LWiO/wsXcjOV6VZ2HAU078UiHQUhQ1ujF8rUvGFj9xO8oJ2W6XVN3U7OzuPbVLQICDuZPHsJTBFZ9NYQjIcTcEMJkq/rYLky2K9mCDRQtF4+Oz+Do1BJgOajQWFIY+7J9KBaQ/DZ7s9qfnbCDm9/4BrzyNa8QcIOAmdpHFTPVAGIKhFa7BMG7arUs4BuvA9lzmWcP4K5vfg/PzE4jT6Yaze1FiuHCRmzesb26oCB7hBVQQLjVRNxv4eLBQVyRiCF/7jwSqQRGrr0c/VftwGxmGpNnD+Guf3kah04WYUdC0gUn97NVB0OHNcND+K3//LtiEke2lMsioDZoMV1EBmRXeboC4AyT38Slwp7VcZ2JleU12nleWa5oVp9ueaZM1Mzpkzj9+MOgSe+jx8+jYAqcPEaRuOoAABJ46X10dTxqrpO3ECBxpWbG8n0EfEUn23HQ05fGho3rBHA9d24cs7NzAorymJOphMw53m+y7ykVR21GakrzvQRqyVIl6YLdBmXKiFQoJVKWH35OGzAVJmKn7dY0hnFcG8kxBaCxxdoWJ3sp/JRKWJydwE2veTl+6dZbcedX/gHpNJm2oxhZfxGi8RRSiS4JXRfI5NN5nGgn69jNtAB79yIDmnKsm73C5BHqmirdZXOvDLDKgpoxWPTuMb/xKx/8ufdvvuG/f/LX5PpyD8wuzAsAOdCVQm/SBRplJGMRhINBZPNFTE7NY3puQYhGNIkieGV6r9j+HrAaCFP7lmbUSjRdrofocVYqYnI1nytgdimDHIHuegOZah3LhTIqVgBuuhdusgtOJCH7Mdd0m+323Isp61cgqKZMCu1QEOFoRPJK7n/sUJuZnESxWJC5T4kCP48j5CLa0ysSPvVyERG/H6loFE8+/BDmJicQZG4pjWSmI4bFHg5+ZXQkPwTjAtQaVh2u/BvvjFp3GxIjquKskm5x/D7U8xnUs4uI+n3oicexebQfu7asw9zMJPLFGjKFGuaLFTGm4hoWDTkY7klgw0AXEi7HXg15erzMLuHUuWnMLxeQ6urB9ddfi4WlDJ7Zf0CKEaLVXC+jq7cfY5Nz2H/0BCotSzTfqZnLOEZiatHNUsUYPjgHB3qTeP8HbsOWizdIHvbII49IC/zoRRtwZmYClVIVPbEUMuU80j1p7Ny0FZVcUXwyRKqEmtVnz8IKOtjcN4TDBw+iVWvg+muvQSKd0mAmNVC5njeE5KLMa1UuL0Z27EIOKc17FnEpa1AqVHDq6DE8u2+/gKPJGIuULpylBTj5fNuIVVZvbRRJ81eVrmignXurExSAvKGLdfwufg918APBMEICrNK4KiTznYxjxqbsSJFeEeaSPj9yNQt/8CefwQP7j0rXy/MDq51OSJnHAqzyQam3TiLS2U9U956AyzpWl+ujNZpNHMzfiwsvmlet2JNfBFZXrvkdYHWTB1iQrFMFzjKazHuUNlsbhJPsVFU9BPjRACQbADnJDHNSquTNBvp70vjwh34ZQ709qNIps200xY/gYspFpqZ0CyXQoaMrNwUb84sZ/PUdn8f4FN1HFYhpAon/V8CqbK56MnqrlTyX97z9LbjhhpcKY1U2Wq3vohJ/MnCC+PRn/gyHjp4U8yoly38hFpxegwxT2MNKNYGpARPaUgAvgLHKb+FCNTgwKAESxcxZiTZGUN5KrgkSzULSCcyoz6KMuqTipQOREoHV3RsweuV2nDx2ArNHzyJgWdh53ZXCJDp1z7NI1mwUsgWBS8rBKta89BKM7rwI93//Xoxs2oTFuUUBVrfv3YHkyBAOPbIPzcMLcH1++HXsSCFvJtJkEhGkEN0g3dLjDSpNhV7O6XkYqyrIVKxoWUwvyFhVAIy5Fm3A9gL6X2aW8LNUiyDb32r41Q9/GLt2bsU//dN38P2772NzjgQBwpjUjFVlXmOSGBV0muDde29eKLA6ustIARiGg0oIUDOtE9RbEHtODawaoxoNkNJgIT2AZrwfli8gRlRso2TbnQCrBL+ll5KRkQgHKSYpJ7W0xOWpoyHMUVPL7ACr5hJ32JKc8zSrkhI8WzVkqVFQo9Xk5sfjox4s22MltEIrOQiLRYwGASXqtrUUu1riGAKrVTQrBfkBE0kCbe0NdqUGr3eudsbWTwJWCQJz1esofV4oslYgtNnatQaaTpLa7eIa4GSA2AFWPWBie4xodqyBOOX6+GA1qQ9IaZIWXKeJVMTBYCICOxJEs1LF5UMj2PaW9yB37WXwOWz3Nyz6pmafEhAgqKoKKLw+oneqAVijrSvzQZ+LrAf6uNVE0RqrsiG0hOBsGLHttn7dht/ZWRRMzIfdokyA+j+dmncYrx30Vb3aHINuBTLblcJy+TnE+tVR84qZc+GfldGggrAbbEmV8eVDFk0slIHz/nF87f98FEf+11GMDA6gtyuIZDgoAevC0gIWc4vwOz4M9PZgtG8APREHvREbPRECqwqoMbU2k6CJQYwwR8hcpSSFklvpwAktbP34X1xo+Dzvc+//wC0qZPS09csaQnMjE+d6rp15HfcEo8FnAkyykrzrqUlweRNk3Wrr8Ha0RYUZrJNhJkhuyFXAKjUcgw6CBJo140Vax8hK0fpivAbKBKQlYCaLMexI4LWLJeNtQEvaCv1BnD47gS/+7Z1Ymp1HmG7a2q29UixhsH8A17/8BrjxqOiTkeFj1m6vTrgq9irzIdF7tSzRiUx29yDkRkTK6Pz4OVlDKuUqutLd+PRffRFTJ8/ixmuuw23vvQ2jWzZhqZCTv1MXUSRV9JgU6QKyx8VlWLna0uiC10S0Vltl3HP/Xfjy5/4OpbEShtIpvOP9r8WtH/p1LC9XMTE+hQ2bNsp5SEuxIF7ewsqKsPaCY4MFLkoVVH11uJaF7PhRnHjsqwi3phFl6zalDGR+02W8gmwug9xCGcViBYVyFflyHflSFfliGbkimasN0Z7kHBFglUur1pLlMfLsnbpPDLUCPgu5Zgvx7m70r1mDnoEhBEMRMOmS5IWJC4F4N4xzYxP4yp3/ICyrgb403va2t4rMFDX0e3q6EY1So5ZMX5VwCzhH/VzuMS0HpUYZDx64BzPzx5CM+eWc/fEIXBaQS3VYzQqCTgtuoIneQA12zUauGkYz2I9IuAeuP4pErAv+RkjYmj6HTHdq9zKxd8RciVJ9xrzMjCeJGWpKi04KzuxoqimgVWJe6fzg+xRT1YA1LxRY/e3/9HENNpHRwx9t0kLdzSY7kgKYP3UI+37wbbioIxpzEaF5FdlCNiQmIzBCBmqJBklLFTx2chIFMo9FtkDJanjjnY5JYkvMZ19980245e1vEpM1Al1M0A0TqiMZomImpXen1jd+rpihiI6pjebyMh79l3vw8MOPYx4NiNo3QdyfsMo9B0z1rGVk/zcoBUATG18dQ1EXN+68DOviAYlVpgtVrHvpSzG4a5f75KAUAAAgAElEQVQwsIvLc3jswUfw5S9+G+VaFlaQ73MREVZdFTe88kbc9IabsZzPyLrMJJxaior9rnWgVTWyrZVqYmbv+ksWmEhq6TZbs5/VqhVdBFOXWu2taoeilvPS+Dmcf/JBKWLcf+gsposswqvxJ3mILAOaiXUBYNWs3d5rxn+bdZwFS/5brX2quMf1OZVOIhgOYWpyWtqipauKTHl5jWLs6vYumYeq+K9avfmQHFBiaJ6QKozLHqQ7Fg0oTa18VfTTe7yOw9nB5SUUyFnybwJQW8gsLqJRLeCWN74aqWQSRw4fx5qhHvQPr0H/yCi6ugcQj3cp0z2aFerlUsXPHUkAc32810ldKzVHvbml7Dnk8eg40fxd5UAMb1cW7XjMt7/vfT/3/s03fPI//TKWFhZRKRaFzOD4WkhQHzgRQiRkKx1VtkQXq1jOlAXgm8sWZY0jqG2z96ZRR5CsXaeOcDCEkO1IHM51u0Jz6koNuWIZmVINyyUFJnI9Z949X66hUK2hGQgjmEjDH4kjnEjJ3sZCGOV1CIRJcaBWR5BjyB9AoVqBTY31cASZhUVMj08Ik5RmZqGwK/8m21UY7GTtM0duNEHZiL7uLnnf2eOnUFzMwGVHQ5kgfFk6qkrVIkrVXHvdV3roKuxTtRt6MShwVbV36zhSMw7j4SCq2SU0ixn0p+JIhF30p8LYvW0zCtkMJqcXMZ8ty/men5rG2TNjiLshDCTDuGhNHy69eB1GBruwuJzHkRNnMD41L9fbZwfQ1ZUSCaFKrSFzxLFb6O/vRldfHw4eP4Mf/Pgx5BvURKb2rJI7VPJ6nc4BHi+vZywcwHvf907s3LUdMzOT2L//WZl7A2uHMbE0h8xyDvFgWMzltm+/BEknjFKuKNrYjhvEQmYZMwsLcMMRJJ0Ajh07gWAghOtfeo345Ega1SIgXkB+OYPs8rKwjivlIkr5Akq1OkJRxRpN9w2ge2AATshFdjGDY4cO4+jhQxLLxSmFZfuxfOI4GktLcINBAY2psc/9SEw5LSUD4roRkX4hEYp7A6V1PCG7Yq2KRq4rhpNuNIYA4xIxj1a5uUi1iacHYAUjeObYWfzPP/kMzs9llA648QLwSKGYlK7z28tYVVOT5srmsXJvUas011iTM5jv8L7uRWB15RL3ohTAqiXfAKujo+vbCYh5iQSOmmljgsn223VAbgabqb7IoF0V/xtQ0gk5+OCvvB8b161Fo1aSKoQ0/bKVTCuFcW3khBE9IcuGYzGR80tl7vNf+CIOHj4qAtfC/9FCwgRWBQT+d5ICaAcJnKweYNWcI+UA3njTq/HGN94srTIMGkVwW5sXMRmjFMCnP/PnOHjkOPxtbdoL66J6r60XPL0QsGoCN9HA9ASX5r60AW2txdbWG5GNxoeenh4BJtmCU28opiorzOacjTmDN7GWxVDuiakWigefVCdFCiDQRM+u9VizZxtOHj2B6WNn4FgWLr/halRY8bpnPyKlJurlOtxACDmriJ4963HR1Zfhh9/7AUY3bMLc7DzG9x/C9qsuQ2p4EAce2ofWkXm4sGETj2sCFWq4AQi7ytnQsFe84KpJan5mxipBeuo+eYBV8xmyuKqyd3tumATJXJOfFEGJ5g91w3wN/PpHPoKLt6zD3Xffh3/+9nfRQkBVVwk6mYKEbsn1BntmA/YGey8YWN39cn0eyixOxlzTh5YAq6ppQ5WLa2iRtWoSLI5tFj0ItqUG0EoOKKCTAGyDjEcCnDSRktKnsD5Ec4yttfw3kwqCMY2KgKrUbzXfpaxX1LVVl1gzVeUZPzMJ+GzVuiTBk0byWMSWiiu1XAW81izY9FrFb5RKuh8tbuTGT4tfUC8D1TJQI0AvFJm2PMfq+aTA2tUPD7Cq2ZsKJCBy618BrKrA26SJkmm0QcJVW5I6f03nlPfotVUBqwaK1PpfHs6rd5lV0KcyuaB6PIHVcJAAZxAxJj+hsDjBXtWfxsW7rkL55lejSs1cuV1K21mSIM1QtaxaeyGX5FK30UOzLGWdF70odd/E6EGOgWxtMlZ75D3ywZpKoXjEKtnmX+p2Vb23fZadczVJqHyPukL6sil3bj1aPJdSz9H2dVZ/UsfegYPbIHH7c9V94gyg2Qjv+hKaWCq2cNo+jX/4n7+J8382ht7BHjEGi4QcMeHLLC8iU8jA8vvQ1Z3EaG83eqgxHg2gJ+xHnAGn5SpNTDkZBbqRqRpkpd5uwW9xfVDXRGnBKrrYtt/+3AXG3vM/9Z7bXt8GdExyqtYPdbFXJ9ly/bSLr/lbBzDtsIm8xR1qmsvxan3H9hqr5QBMAMrnqbNHvVRqVDJ4pn6qOLDr1n9TOODaK+2FZLXp9nm2n9HJmNeDGlzCJiQbimAbHXtbNr729W/hR/c/iu5oTIo3BDF5qmwFvHLPXly0bSsypYIkNMb5fcV+SeafrbS62V3S298n4KkdcIRVUSzkBFgl6Ldx0xYcP3EG//r178KOucgsL2Mo2YV33vpLeMmrbkAoGBbDJ3P9VGGNhSGxx0XIJWMjgKrsuUo+4ctf+jK+/o2vwSrVEG/48ebX3oJdu6/Aku3DK95wA1K93cjmuHySAVoVkMqw2p87EjqFl9V/Y4cAE59SfhKnHv4HWMtH4bpBWCLlo8YHu4doViO6iostZHMF5EpV5Mo1ZIq6dZdsHimg+8SQgyCoIrlY8DX8qNo1VEI0ZfMjmbeQbIVwxFfAlm3bsG7jJrQsMpDpOKhaj4UVQ51xJlaBIO695348/fQ+XHTRZtx002sE1HHDQWH3ilav3qONg7gymWkhFHRw9NxhPHjwR4i6lgDILb8PvoQryVOprJjh8YQfbP4f8BWlc2KqbiHToMZmCk4rCJetsqEgoqEY/KE+9ESGYZfJiKnCFyTTR4FBpiur3T7IWE+DqgJSaQCLoCrvswLDVOeWmUsvVGOVwKr5fKUxqAoU1AGstSxJbmePHcCBe78L16qJFADBFQKrlIox6yDHJBmqS9UgHjg+gfPsApOxwGPlCFq59wlrFS1s2b4Z73nfbeIAT/1GFgpYROnog+tFTG1bqsaqW+YNa5XmTgJW1RuYOzGGo/c/ioPnxzDepDQSO7t+MvnAO7a9c5ndGk3qq1o2aK2zbbgHr7tqD/q7klgoVnAqk8XuV98IKx5BsUDzSgv1ahNf/NxXcXDfE4hHfQISBQM+OEEWOG5D18gAKjTnZWGF5+pXnQZGGsXEZhIX6wPjkcv40DGdMqgiQ5UFgbrSlRZmq+rUkzFBWRhbAe+8+GSAV5aWMb3/YTTKZTxw5DxOzOVlIxPGHqUVWsr4V3IBvZd6wcD2/ugtQupxKUAGAYsmdR9DEsPzGDmGaU7Ec52ampK1Rsz3DHlG66zLXkmjMd2hp7uJ9dqncjeJI8T0txOhmD3J7OTq/9Uur16vaDiy32vJj/Y1FpUpC3PTUxgaSOO6a3djYXEBfiuIgYFedHf1ordvACPrNknrdZmGefJRHVO/DiCq2dgeYoSJ1YzWosmx1LmquNgURQwzVeUBiqW9elx+8L3v/bn3b77htz/ybszPzIo/RSIcUo71viZSiTCS8TBqlYKSVai2UKz4MDNfwOn5LMotP1zHj4S/jmalhAyZjAEgEgoj5roi9cGODxJpyBou1+rIUzebobsA501hwS6WaeLmhxWKirYqY8ZInAbWaSlSEhxlkZSFQRYLWKiRYioLXaEgMkvLYjIWi0bRv3aNaGcSVFXawhwbLFY1UCqRva7WSrLnB/r7YdXr2P/oI6gtZ4VVykKW7fgl7q/XuT+V2qksW+d5HqJ/LZ4LzA+MHIkac2Sshug9YPtQyS6hVcoiEQlKkX3TSB8u374ZsxMTOHV2AvH0AC5/ybV4at9+/Oj+HyMcDKAv7mJtXwLXXbULV+/dicXFDA4dPYHxyRlkc0Vk8wWUKWkAyi1EEI3F0NeTwtBQH2wniIMnzuCf7v4xshUfKg3lU8EYRugUmjRj9gueGIvst/7SW3HZzktw9uwpTExMiDlY3/AgprMLGDs3jrA/iDVrR3Hlnt1AsYbZmTlk8lns2LlDJAoJmnMWLczO4Nz5cXSnu3HVnivQFQtjaXYKc+fPI7+8LB0aQnjR3Ro0G5zPZjGfyWFsahbL5Tq6h0ZwyY6duP6l12JmcgJPPvkoLI7HgIW0G8WZ/QewNDmJaIjSKbyXjOMUGSjEdZjyZCEXYZqIOqpLJeCwmMP9XkmPMC4j05ds1XCUIH4coXBEYjliPCz6V2WOKdOzUKIbn/3SP+Lzd34dJXYoeZj67UxL84RWF09k3fEAU8aVx6w3Zg1Q72OXmUZfVm1HZp1dXnrRvGrFuvciY3Xlmm+A1eHh0RUsORmIHrq0ScQ0ZVU+xAwy+a3Zp9z0jeaUYrHqpJYbdauBt7/tzXjJVXtRymdlI2XQrPQ0CEQpV1mln6Lc66Rl1/KLpsmdX/0qHnjwUZmYUqnyAKv8XrP5GSF4b7AhR+gByHj8DGyMC6U5HxOwtTdiqZ4YBoLSUeImde2eXXjf+24TDSYGStxwGIBKh3KzhVA4ik//2Z/j2YNH4HdCWiXwuQJS5rq1r6fHaOWFAasKinlOoCXAKkS/TPTD6jQHUW0+5jp4K2leoNzcR8unGDfGvZkmLFycS/46endvxJort+HogcOYPX5OEtwrXn41aqUaTt67H7FiE3VqrNpB5Fo5pC4fxbaX7cEP/vVurNuwGTMEVp89iO17dyK9ZhCHHtyP+qEZhKghqcmTZKzyXsSjMfnNDd6wVk3CY8bp8wGrXvBV1Bt10iZmAoY9oJkBLxRYlXHUomwE8LGPfRTr1w7g4UeexFf+/msCrPL6M+lXrRHqnnnNq0wCZcaFaUd4wRqrV7xCNihhpUo4oCUQiCZJcqBYn2gRrFRtNcLmZBLUqqPBKnOiH0gNMOIRRg/BSR/BUgafZPoIQKfb8pk0iIsuE8yGYouSXSosI1YglSyBMWkSkXq5+GbL84v5FCvDFpM3BrLUYJM2Dlt0XAmQGiBY3pbarK4lsbwAgzaK97NooFpT+XofAVUBVhWbiAqb6rGyUPH8wKrWqdU1TToZK2BVsZa8SZ9aczrayl5OjtrM9bd7dFhls28zVtV1Mex/1Yrvqcx7lnPOT7vliLMye47CDpCKBOGGGIS4iEZs7OqP4KXr16PwqtdgYvs2VAla8N5pIxxRLNCkJflOModFp9QSFqnJe6UYZoBYamtLSqNasTj0U9GedrLFlnieBbVWRc9TG0jZnNiaCdtm7eggnNdJQFhFOG5Xj7WcljrrtlQB2/kZvK6s6KmzUomv9zMMmK9V6szdl2SVGotLrSbyRQsHG/tx53/7OBb/bhHJ/iT6YoptSoYiTQtL1NOygXg6gaGuMIbT3RiMh5EOthDxu3B8qj1MMSs4vpSpCj/D8QMBm4wgY9Sl2MEch5f+7h2eu/qz/fNd7765vX8b4FPGoW7TNcG8d3zKcx7WsVkXeWENgGCSS6WhphzTV+qudtzPyWIx65QE1m5IDB28STXXa67bFSJerZa4SSfSaQQjYQEyqKPdrFVlHAW49gsLTemm0VyK5jYBfwhP7j+EL/zdnQjVA5LgNS0N2DVaWL9mLa645mpYkSDKhbxo7jGIN/NSgRjcAwkosJV0CMlkWq0d0slYxez0NPL5PHI0yUr04c6//zqys0twaczl2JjLLCE3v4ArLtmOd7znvdh5xRVy7pSrYcskGYBMGoiqsyWb44UAWKGYx//+3/8Lj//wPvS4vXAc4JZ3vhq/8rGP4cjxDGbPjeOq6/YgGE8iV1XrpMMxIrWPlXIlnZHxXGBVwAEyBZsNhHwlnNn3XSyfuh/JAFm/ZA3x8hNUqaJSyaNE06rlChaWK1hcpqlJBRkyo9gmWmsp1qxoCqqZafuDsjZz3Xb8LurhBprdAYRydaROV1GsWTjmZLB+/SaMDK8RDTpet0AooJgmTQjYzHtCtg/B6ZmZGQGjGaMw9uNvSifQoIMxB81PTTGV19rIEv346XtxfukwElEHzUoTTTsMOxaWFsJSmXFkHeFYE0l/ERvsIupNC6eqLpbqYQSiEYT9TdTyFcClAWsIswtAX3AtLh3aBqtBHWauLR2ZHrM3y/zRun8GcDGsVh4nY1s+CFB548o3v/39P9ukXvWq3/zYb7TnkjL34A8LCi20bCaqAUwdegZHfnw3In5lmMLihqw3RnZQZLPofl5GDXE8Pr6AA5Nz2sCEIIXew2Xt7bScB4IOXvPGX8C1116LaqmIiOsKG17iV+6iunNIdtK2eZVaDzgWCSoIM5q6muUiqiUFzDZmF3HizFk8ceIUpifmpWvgZ3mY6yl7KNcl0eJjUt/A9Zdtxg07tsAJuNh3ehzh0VFs3L0D5ybG0azaiMXjcMI+LC0U8eD3foCpU/skFm65LWza+hLc9JZbUG0pLX+GB8v5LCgVrYzJV3YScbwaxr9sSV4WFY2rzP+zIESQWWuxspCkGNf8XC3rwCIHd6xKA8XTB1BYnMOjx8dx4PwcCJkoHWpVZJDPkr1RxW8XAlYNkG/WdWPiZ4BVxvKOreQ1+NmxeFTm2szcnCoKsaGJbH4NfvJetlvodUzj1/IkPB8+2C4skgzUJNZgrheEVow9dQ0791BJzChvro65Txt0JYjbbGFhZgY7d2zE4EBSYsmu7j4k011IRGJYMzCMZFcfWm5UWtlNN53RRzWEEYU1d2Q6DIiq9kWlH8qHaGbrc6KxmnndamBV9gxdRDf55wsFVn/1vbegmMsh7A8gHQkL2EavgnjERTQcRLmSk+JjoeZDoWbj6KkpHFsqAcEYaoUlrIlaGEzFMD01j5NzGWEhR6NBxLn/MY+ljwJBfikkNwSQZEEmU6jIT9kKosnxHKJJVRShREpYhK7jIMu274Bf9j/OYfG/9Su98EQkinwmh7m5OXT19WBgeAilegNVehtoeQcyhiV24zyQQoPhnaqx0NuVxOzpY3jmwfvh1MsI8PoTMPX5EQvT+ErFHUbTnPlLgJJwbKVn7q/BfLO3W0RmKT1G8kWlCFTy8PvqAvRtv2gUOzaOiPxAqdRAPN2PwcFhzC0s4dSZsyjlM4j4G9g41INrrrwcl126DQuLi5iYnMTychaFIveQBpaXC9LFQXyChm7JeBR+u4lKo4ET47P4x+/ei/kiyWlK9CPgWKgJiKrWjLbWMudCo4xffOPN2Lt3F8bOncb09AzisQSG149iMjOP/QcOIRWNY8eO7diyaSMKM4tYyuQxuziLtetHRYKJn1sulDAxO4PMchbDg4O4/uqrUZgdx7kjB2HVqnIvnSAL+yx8tKQzp1wqi1bycrGKseklPHboOA6emkS9ZeOm174cr77xBhw7dhDFakGKtN2xJCZOnsPU2Dgi4aAUMEluUUtGCzYJRaLSxk5FMdyR7MK21frBe0vgmwVz7k9uJCrAKuUfo8kEYvGknDvlpCKxuKzDwWgMhZaND/32f8HDzxxCo2m6qoz+t04JPJqoHfxK5QVeX0Tt39xeC7z7s2BRIjfZ6TA0e5L5zBeB1ZW79IuM1VVRy2rGqkm8VoKmGuLTSa8CA1QGbjZvSbw4ICUAVzRu2fM9FT0mLDfe+DK88eabUS1Rn0M5AbI9gE7jqj1at0YSdeKclE2Lu64f3/r2d/C9u++RYFJ9vw50WHX9NwCrXiDWbOxSWSYgpEFfBfwSoCBbo45LNq7HRz/2ERTyWQHJWLFTJyy2L7JYkLH69P6DIgWgWqpWMQFMhVbrBq4Gsk3F18gLGPF8tQhcmLFqmH/qs4zZjjo0tpFEYxERqhYumRawVviZCgLNAsN/e8FKNWwU1V9au8S4RjFWq4Em+q7YjNErd+DZp/dh7uR5WTw7wOo+xEs+1Ct1RINh5H1FBC/qwaWvuhr3330vBofXYnZuARMHDuLSq3YjNTKIQw88g+qBaQFWqR7EfZhC3RxPCZoU2bYk6Pwx4LAJhEzwK9fABD2azWzur3mNQC9tKQClscOEVCQCDE6jx7B6XrlPyvDTBQXTwqxkMjoTjHBPKOjHb/3Wx7FmuAdPPX0An//bL6EhzrNKY1WgFC2b8f8SWF2/50YlWq4oippS4oOvoZw2lW0LwVT+nSxT9ZsgqwCrBOvi3fAl+9HyszWzAdSrit1aI4DKwE1pnipwlZspN1gmV3VYdZpg0NBK6awqzSrDlNVzXFHr9AVkFZrgqi3mb/wtrEy9BlFqoFUti24q5RYEpU6TdS89s7KuNBhU8Ri1pg6LNK1aGS0KuZN9J7dRVXk1fbXNjOxIBHQ27A5r0tjOG+hOtb01EVSftYqxLxIJHu6pcbA0a5ispupgPO3/6h3qseoDn/Os+jslAAIgGM32OQJ4lrTDOg6BqiBiUT8u6UvgdRsGUb30cnx/xMVsNaP1t1T7De8zgWtKKlgB5WAvTCAGyGxnYquO1nXl3zhmRaMNIWGpUCetYfvgJtLaGRT8izo6agPy2ARpZACmWDrKpEr9l8cQkN88E5pl0ZSBkCmvuY1giyxpxfBUIK66eyJJoa+UFCkkYVWjgT/Cn2kPe2WoRd1BCbDY0qd51EyrsjWgXPZhX/1xfOmTH8fCPy0i0deNbhouWtSOK6KcKaHWKMPvkLGQwMBIC3vWjqI/kKSSGRyyFKwknADZi/y3Eh1gi5RU6/108yWwarUZq4JptJrY9Z//ZtUu/dP/913vuVnWLJOwqjZLBUxzezH7sSl6qiGlFX6N5qxu25T3aKaS2Ufan7si8dWjU75DmdwYWSDR6wo4iMfCwlLlGsdEQjTVyWh1XcRiUSAcwmIxh7mFRZw6dxYsng2NDEjC3xtJYP3AsG7HL0sswFZBxgNzSzn89R1fwNy5WTFpq3NNYQt6E+jv6sbV178U3cMDyBHQ1Fpeyq1dgZBk6ZBFOzg0JO7WTPR4Sar1ChYWZ8RcbG5uEf5AFNOzWXzlq99AMhpD0Ga3gdKFZ1IyOzODkN/FG255I970lrcg3d2FWrOhNGZDIbhBF3NzMwKKnh87g0996o9x6MAhDEe7EM4Gcf2ua/Gm996KwLoYei8egRsLophlM0AT/oByFLYCrrTFcwzJWrGq4G0KsOq30QNUK3o86ce5/Q9jat83EW5lESQbpFVF3deAHw7q9QqKhbzSfM00MZfNYzFTEHfo+VwJxVoT/lAUoWgCjhuWBJeFYicUQavpR6lcQbnVQCacBaLAmmezqI+XcNDfQjVSRyKaQMyNiczC6PpRWET4pKvJFiYvH9QVjEZjwnAplouSuCfiKbmGNGcSxrOjgA4yJQXI0Jq+hVoBjzzzABYLkwhQwoK5fNCG5SomeKMVRDjsh+PWkPYVsL5VQBk2TjV9WK5Hka/Yog3rb9VRdXyw3QBqaKC+VMFlfVuxaWgbSiWuSApcabdTaxNPzl4WC/jgvObaTlkLzj/KfvBc/H5HChI8T8Yqt77r9p8+oS/wiv/8yd/TAGZDQFUZyxaN8CwxTAk6Ns4/+yROPnwf4iGfAK0OTWFtrocEorVusbRs19BoRnFgoYDHzkyoMieLrErGUzneay8Dnnd3Xw9u/cA70N9FGa+SyHX4uYiJNKmSPpI4UlqjNYGgzXZU2zqPRWmZ0iOzhprNomwDiUgC+/cdwbe+8R0s5/KdEGDVNdDLt9oRdaumxOVs029aoEDUmt44XnvN5djYl0Ku2MDDh46h++KL4aTDUgRLxLsRCaWkxTgYdXHm2UN4/L7v4aJLdmHo4s0YHFkDuAHRCHV83D+DyJdKyC7Oo0EjXpvMYKXvKwUjHa94gUIDJnN/lBhaSwEQVOVFYtFFddyZKqbZudhNRFNDB/bCOObPncZjh89i39lplAnOkHUsZmDEjNRnmZjTFMDUtdHFWI9kiykG8DhpLiXjlcC8dgTn+ZAhXibjMZMTzWidQcg+znklHdyyr1FSQuU6ylZSdRhKkURLxXi1pk3Mba4R417zUH/TAL5HCsB762leTDBubnoSWzYMYs1QCol4DIlkGrFUl3Qt9MbTiKR64fQPomIHYLNZSutuck81uYwBVgUCkpxRzWnpMBNbAUXQMTGKjC8ttyAyGvrvCkxVobQ3V+Zx/8ptt72g+f2uW24ESZi9iaQYBNVLedRrZSSicZH5qDVKYjq1XG5iZrmCJ4+cRjbUBSscw/z5U7goYWPnpg2YnlvCM+PL0pHIHCTi+JFyAwiTrcxz9alYn3ehUGliLldGjqGyP4gm1+VYArHuHrjxuMRFjMByhYLk6dFYVGQDZNwb7et6S5i2kVgU3UMDKNWpCd5Q3Wac8xwvXE/09TbrqBQXtGQDtWAHkjEcfPTHOHPgKTlWCiXVGIs2SnLcIufvU/sB83IyRZlFlMm85D3jfRcdYksIK81aDWHGWzQnFF+FqrTK79yyDtdfsR2tUkG6X7Jkf07MtEku1DMf6I5h89oB7LhkC0ZHRzEzO4vFxQVh2nKOMJbw+yNi4ki2PI3CKpUSioUMCpUqxuez+Or37sdMri7aoNRqZvxcF/NSZVrH3FW6mIRAVsHLb7wOr3rVDZiYOoexs+cQjcSw+ZItGF+ewyOPP4E1fYO48qorEQ+FcPjpZzE5NYtEOoEGzRijMSTjcRSyeYwvLKJarmDTurXYsWEdFsdOIdKqIhEhQK0KhMJ6bzRQKhcEWC3mCsgUa5jOVnB+roCDpydxanwKxXIJb37DK7F+wxos5xdEPz8VSWBqfAaPPPio7Llh7SdAHWrueWGb4LEGUEn2EDIF9xfmXR7jZz2XyLYlOV50wzk+xUCMXT4u4vG4FN97h4axVG3hs1/+GuaK7KhUwLDKxY3kn+4+M3IeEix11kPTFSjxhzdPF9KD7ovTsZXpVm17YKyIuVpYXpp/QXP8P+qbXgRWV91ZA6yOjKxVAa8kvZ3gXRYoBpS6Ms8s1CReJmDwvt5YrpjN1Gw6/JK6M3oAACAASURBVFzSuXfu2IEPvO/dqJdLSmtRtHiYsGpGqQbDvJVLAV9tPx5++FF8/m//Dk4oqlwIteuomj+dqi1p5+ZcBCD0gIZe8NBsoAZY9V4a8z6TiPL4zebMRSmWiOMTv/NboqtC8EYxVpWYt2qZD+Ev/vJzePLp/cLuUAGPTow87U4dUE5XVWThMVVbFdp4maSGAexlAptEywuKGn3GFtu0NWDKRY8VIgmyxFVWtQJWK6o1if82TE8VHDLQWMn0ZfIgphHcKAmwNmqo200M7t2Kwb3bcOjxZzB/elJes+vGK4WZMPaj/UgW/aiWq8I2rtFNfiSOq978Ktz1w+9jZGQd5mYXMPnUs9j1sr2IDPfh2P3PoPzUhGIaEYJrKLMqPpiUi1skN1Sts2rA1RVMBo/uCsexd0y1gVUdhK4Gkr3grKlEm7mxYrx7FlzFFFYVWPm+Vl2qmB//2EfR35/CiROn8Zk//xwqFWqRGlax0uAz45X3wNwv1U6l5uK/mbG6+wYlKij3VbFIpPbRVKCHfK/q3dOgI2++kgWgCRVZtogkYCe70QgkBFj1tWoidyDagqKnynOWA1bmZmSLEoBlqz49sRjo0SRLtFHJhOXZMQkz2qTaDl6YknoEiz5TEC3LQYv9TZLQarmBUhF2rYhWsyqMHaSHJBFXOpAWaLrOBI7Vcr9fMRfrlSKa1aoWL+fxKofezj29EGNm5XOrK6FmU27S5oKAvIdAJnip0SZrZxPq8wgWPgfAveDOaxIv9R7zbgOnGmCF6qoCJpoWLa6blg/RYBOJoIVwNIR13f14xWgMIxs24kjoIoxNMVhvoNaoigZShetxrYU6SvDZVfiou6BbRMnu9QXZ8kyQW90z0UkUQ4GGmH3UbQITTLRpZNNA1W6h5HJ8BeAju4qGQ1Qr8DVQDDNJU6wrsm3lh2Oe7CO2nfkaqFQt5GINVPpKwpgtk4mg10fbp/S6OOfo/E2Qg4ANnVcJ4nIfCPpcBK2QgJuRZhSxVkxaL5la9iGAZNOB2/ArNiSTiHoL2WoD4VYGj534Dv76E/8X2SMlOFEX0bofFV8e9WoWVkkBF81WDctOAO+4dQDv7LsU2Tk/juWWMDa9CL8dRVeQAKpKHMnYCzoWwtS/DdAZXbmjU56fpgJGV3b3J//2546/fuldN7VBH7Pn8jvFodnjpt5eZ3TrqfkivkcZrXD9Us8+N0HvMLbMHFDrCN/De6z2SNFSFAY+WVBky/hFZoEtiWSuRSNRxNNRZBoVfOfAY3jm1EnYFWAms4R6LAi7i0F5ADcPbMdr1u+SdYktkD4rKPsHmTaFYgn/8q1/xSMPPgbHComsCY0cqGtNk6Zr9l6Fy3Zsx2wup1rPQoo5q9pzW/C7YfT09kiruQrQacxUEpaqSKPYPpw/P4N0agj3/PA+HD9+FNFQUrXDa9YZrw8BjmxmAaVyCXv27MHb3vJW7N27V/a/ufkZPPn4E+ghWzMZwac+9YeYOn5e2swnm7N480034Nfe82s4/PQ8Cr4qbnj9tXDiCQF9f65Hi7r0YkMlrY4s5HA8B8N+ZM/ux9jDd8Jfm4ETCisH92ZJOhB4m6vUU80VkcsRUMljcqGE+eUSJpeKKMOPvjUbkO5bI0kkgaAGDQBbvMeUDCijXCyjEipgIbWMvlkbQ08XMRau44S/jHQ4Ih0uAtq4rlxrShFRey8SjQgII0C7Ll6rTVAx83ht2apMcFVMzOo8M+7hLHhT3iAEAi7jU6fw5IH7UPPnEQhTC5Ct+S5sH2UeqBtdRzDuwB9vYkMzj8FWATNNC6ebcWRzIRQLbNEPwm7VULbJ/KTJZwO5QgX9oQhetu2lCPlGUKoVO+uquJ4brXmzN6v9VDpRWGgKOGJCw/nhOCGJU4xR0FtufWEajP/tj/9QHNidgB893d2S0FPJx1+pYmlhVroGJg7sw+ShZ5GKBsXpPmj5ZbxyXjMJZts8H2zLZVQ/mavix8ensFDVnWZifMh2c1M8ZMLrx8tedh12X7FD7gs7tMiG43EwNqe+iZjWSLFdGWQpiL/ZLk4TTBQZDx3rsK2eQJVA1o06ZuYXcN8/fxf7j51RrcOmnKgPg4muomyo9Uk6IESGB2jYLMLVMRTz45VXXIJL1o7K+Nh/Zg5js9O45Kq9SA0NIJJMCEBYK5dRyGXl/QSJyNLrHhpCtdVC0HGlmw6ULGKcH42K4Q/N7hgmsG3WaOfK2qe7dEzMpooAjjLU9ZATJFdisbkNyClgVYA6g9DpqMCyqnDyc8iPncGzRyfwxNlFZJtKp5HocLmh5ADYBSSxgAcUMOvySkaoNufSsaTZDwi0C0lCm6txjtJoajmbacec6ngVL3n1Q+Jpg1AovZvn7BlmH/HG3hrXVQXTVYW61TG67EFCoqgjtzyHiwdTWN8XRywSQjSeQHckhu6Yi56uHoTXX4J67whqDZoEdfJBsx96j8XE0+2QTJNVvHmAtK+LIZLuqPSAqmoOqVK7d7/l8b7vne/8uZZv8+KPvON1ooWcjrnC+iuSKe0EEI7ElNFztYpCpY75CvDkqQmcX8ghkhpEvllFuJzB3v4uxEMuDpyfxlTNQdMPFLJLCJaLWNOVQMSl+ROnKxnFLTANWSg1MVVsoNDkuqt8AqLJLqR6e+EL+KnaCrtpoVgsSiGSjGSTGwb8lOjxY2l5CQE3hFRPD1okPbGzUbddKykQBXApORRFTDHeByJ9p6UgCJZb1RKe+P5dKE1NijSHyLo0FJDvBbBlnLd8cKNRVghQY/zWXpcVKYbdMq4F5GdnhYVab9bEzGvX5rV4x+teiYjVQKFcwtTCIuamlpDLLiMccjDU14PB/h50dyWxfuNG9AwOI7e4iPGxMyjkMiiWC1Kkioe7EArRALMhMgulchHZXJZd+pjLl/G1ux/E8Yl5WNRhrZTlHBqM83QhgaAy555o0fsb2Lp1M97whpskFqFGaqtpYe81e3FiagwPPfIwdm66BC+77nq5jvnFLB58+HGJ73dcug00LONY5TpFgDToayFqtVBfWkDcbqE3ERMZKlmjtYwH9yQW/nhvM9ReLVQxu5jHufkiDp6dxvl5ug0UMNDfgxuufwl8liro9fQNIJOr4Stf+brc22DI1XqnPBc/nAb3dHYcsUjkk8IeO1hdGgC2n1O5ifFwUKQC5csh3YJS/FNyjxR6q9pBjC3kMJmroAxHEYFW6SFLEYTjbBWD36wpqzvaOrFvp1P1Qjm+dzKbolk2s/SC5vh/1De9CKyuurOrpQBMMsWXCaCjqwLPAVb5dw/opjZfAxx2Wjq8m06t0cCmjRvx6x/+oGgtciKJXqosrh22pPcQJXCT4NTBsWMn8Ud/8mkBWgj4CYiggwqjTcrvez5gtVON7LhxPh+wKlwqnZiaaqWcp8+H3/zYRzA81IsWWQlM+Bl8SOWeZlYO/uqvPo+n9x0Q3TYm/KwStifzKnjEe85eYFXapTUTSYBdLRXw8wKrkrMQWNWJDqn4PG9eXmqqqYCs0+qjWrs8jFedaBtg1WyI1M2sWQ0MXbUVvbsvxqHH92HxzJRsPDtvvBI0FBn70QGky47o5vEYqo0qrOEYrnnbTbj3gfvQ1zuIpcUszj+1DzuuuRzp9SM4et/TKDw+JsmVIkcrEJXHyed4HByrfM64sK4OoDoLpxrHJrAyv73B58qASkNW+l6uBla9oMKKwEwTEJRWFtlwDXSlEgKsptMRkTv44099GqVSTRJy9TmdFkM1ztS4VMDuvx+wunY3GavamEonA4pcqQsbDKBZyaYuqTDHGdCQWVpTv+l+HU7ATnShGYopbVQm8ARWBUQlHksWrmr1ZhDIDZLt4Qw8iLESUCUYy8/na7l+eNkLRk1TTCzEEIm0Q7puEFB14LNDaDEosQj4toAygVWymA2wOqxYrRLJ+aRKLpIBBIupASQsEQr8q6RJVdGp8+llgf3/AKzKAOSRdoDVn9wA6WWraqkR/ZRRJ5XjFz1RBqyK1SIAmab4pJIOesOKObCldw129DvYONyH0PpX4GSxC8W8D061jpLobpVg+8rwUw8LFZWAC6uZ40QZkkhRQLq6uDbR2IMLcUPaTUu819UG4sUQcgTS2Z4U0Aml4OYN8sEIcSPjlBR7ST5MsdC49tX8TTR8NVSLRWS755G+tIqtayJw+VmtDGrNuswfJttcEblOzfkVB6MmesBNNKwGmmRRtoIoB32oRZoIl5IojtuYy+fg9FpYF3MxVImhpxKDG0sB4YB8b7w4iEh2Ft/5yrfww2+eA1oRWBaZzi1k6f7e9CHi2nCtAHyhLLa+fgB/sPMXsXEygLn4FD576FkcOl7GSLgPYdRhBUKIRiMI2mXEAhV0hRw4fibxvHbUkgoIK4SgF+fRnv/6pZ87/nrne5QUgHcNVG1XipVkgkuVDK8snpr3SMK9qhvCvK/NNvK0ca78TDWCzR5pzFFcFuH8FsI8Nyk62vBFghjLLeLZyTPYf/4UMpmstPGWrSbqCbrE2lifGsDr1u3GttSQBOVMLEFgnv/W6+bTT+3DN7/xbRSzFWFUc0xIm2mrhU0bNuDaq69Gk+283OT0NeAYY5tZvKsLIdfV6yzdksuYX5iTcR6PJrCUWUSp0sDcYh7f/MbXUayW4LSUvm+7tVUtHKCkBd9PUKIr3YWLtlwka+Dk5JRICgwP9WHLpTtw4PGDqE+X4dT8uPKarfjlj92OoYsvQ80hK5WGDxEBfWXaevQRf9pgsAhmU/faasFmSx7tER0XxbnjOPzgP8CXOYFUOCS6ezTts1u2sDJrlRoa1ToK+TIymSIWl7OYXqhjbGYGFTuC9VuuQFffqLBaaNBRpUlHuSxjrFiisUhd5BumfOMIdYex6ck8mrkGjiRqKPtsxMNKgoF7tSl89vb2Ynh0DRJJuk0rwEISPd2ey+dMAVtaASMRZRrVZMsyQUvAZqFC+oZtHDr+FI6OPQE37kMwEkKtznXEJ4ypCkLoDhTQjIbRCAM7rGX0+woYqzs4XY2imAuhUiC4yzWNRSDuezyWAHKlOuKo4zWXX47BrlEUq0rXvV2Q1XZzRnaD7ujsQlF/19IqPiVnVeN106ZWHDtvetsLY7T98m/cjr7+fnR394gOHSt4NJOpT43h6JOPoprLY/rcWWSXFtAdiyEWceEnWKwLnYylA4LOtURvjoWPxYoPPz52HuezJcUOZnGkqQzC2O7K167fuAHXv+w6hCNsLY4is7So2jOD1NEjezmkWH8y/5XMg2IRKfY076fSRSRri0zlEPyOIyZjrh1Q+o/VKp594BHcfc9DKJQrKsplkVTiZm4SynxVTBJ1p5vsPxYN0xoY6Eniiq1rsXvTGsQCflSqLdx94Ci279mD9Vu3oCrxjU8MyWiQR03hRpWdZiFE4kk0AzweAvo2yvmc6A7nM8sCYAtIXq8Ke4rrWy6bRb5QUDqpjEl1DKrAOhbcHBWjahIDxyILzd74U+6JBuragJFshOzkqMDJzaIydR5Hzs7g8EwRC/migFjFehOZCu+fLQw8hUt1QE8zRs13tcert3gsfgkcm5x/CiFkfkXmfr6QB+WmTIyrfCtU8XL146cBq95j6BTpFA4s/88uJw+w6l3zOq9XzFCSMsqFZWwbSmNzfwLRoC3GOKlYBD3pLsQH1iC8fivqkRSqWlrL5Ibt/U2vN9490nu9VAHcFMLV2UosroMzby6rl34Vp+p7aa71u9/+9p+2ZF/w73/8iQ8jn1lEyAZK2SU0alX09XTLNeKYq5DlbQVxZHIRz5yeBCJJBNwEcoUsen0VvGTdEBYzORyYWkAtmESxWsTS/CzsYhFD6RiSiQiiLo3sfCLXkCvXMV+sY6nOgjj3tpbk1vFUGlbIFTM47pFMWwm+8d/MG5WsAhBywgJiVVo1pLpT0p2RXVhGrVgRs1QZl5K72tLhIWCqdASqygjZ37y+orUZDoshXjTkYO70SRx44AGEyJfttBm1r5nCGhT+wLXH74akUFjXBQB+X9ANCUiKSgmlhQU0ayXZq1jc3bZuEL/6zjchYlGDu4jlfFFiCEa1fT1puU6UK+vpSmF07ShC8YSsreNnz2JuZgZLmSXRIo7HexCOhEUShdfEgKuVpoXFUg3f+MFDOHxuBj4nJEU1Xt+GkX4i+YY5tsgRBRAKtDA03I/Xv/4XkO5NYXx8AjPTc7hs906cnpvAw488giu37cR1175U9NzjkRiePXAYZ86exs5dl6p1tlmTOR2oQ7Rlc7PTKC/OYagrhe54pFP0kHhKrck8LsYtuWIJhVIdMwt5nJnL4si5GUwsZGDZNQwP92PP7ktFQoD3rH9oBIVCE5/7qy8gky0gHI6puI57iuQCigEumt5C9FBFe/qlcMEioMpxwK4H7udhx4+ALpZRNky6LFis4xrFXNC2Uar7cHpmATPZMqogocJ0XnYKGyoP0kZmFzCXNkx97/w3810dZ0eexDtBVxdh+Dd6LLz46FyBF4HVVaPh3wqsqoGpq4OrgFXzVWbz4sI32NeHX/+12+ESGNNsNWlFlnbFldo78tlkwmjH0vnFZfyPP/wjCfLFOEEIDqoVxQt2MXjzVh5UVViBVV5gVQBQDVoapqYJBkzQsyKR8lRCytUK3v2uW3Hl3t3Skky9MAEFpDLdlPb/O+74Gzyz/yAstjJLNbcDn6zmnXlvy4WAVXPsRsP25wVWJYABk3nFICFjVc7Nx6RSGWoopl9HX0haaTwmPrxW0lZJtqhgXqI8hppVx+Cei5HcsQGHH9uHpbFpqW7ufPleCWLPP3AQXWUHpUJJkuIqTYQGo7j+1tfioScfQyrVg2y2gLOPPfn/sfcu0HVV573vf6+99vuhtyxZlh+ywQLEQ4CFg5PGpNi9mNyYnDhtzEjsEvcW5zS0cc6g9CR0xDkBRiknpTckrWnrcnEopsXcEecWU3BanBIT4gTEwzU2tmWwbEmW9dza77X3Wnd831xra2tbsrcwGGx/20NDlrSevzXnXHP+5zf/H67+rUWYsXAB3t75K4y+coQ7qHTlyn+XXugqWYQTCaNeaBk7glk93+LOklM+zySsFndynTLglAmnbDmdQOdn59jOs3NsBRxhlZaeN9TX4Jvf+BMEAuTpZ+LBhx7mJaZOlAGVCycq2BFWneN/sMLq7/BkBmcrYi9VEhvJ94gM1dXydWUrk+Os5/yKooEViaGOsOqPQquohumjlzSJbDRgUJl+6XVGS6vZb5UiYnNKpC1kyuaQE9vDlUQSFpbHPVbHy//4IIGvi9PhepSvq05RqzT4ofsArFQK7hyZ2mdhUR2rbFK/d5ZukShoOC9gO/qbE3TRfREHCxrZE0zwX55sqW2x7DlxsmE8SoMIUMSqylJaKBOFTvmp/srKCmEqSXWK5f+U/di2BigeiKhoHrWEjQakLIBSp8QCGmv8aAzTrLgHMwKVaKxy4YqZUcy58kbs15twckBHgKyo8hRpnYbuSyKYJ8uPHHfAjSwlF6JBmBs6RcBTB5GXdVEkFJUhGpC4kSM/UVoK6/MirNchkrCg01JiyrZMM9gUNeymdpjamTzyHqPgt6h6yipFFtky6VkT8dwQ6i5N4vpZM1GXnc2+eLwkl3yhOUqPp/24HJFATnnJc1YehivH10L/KOA266FISgPuk0PY33MQh0+8hxmWH3qwAj1pF3pjtEw1Cj+NaOiaPC6ErDH0nTiM7iMGfn0gi4PxMeTMUYRNum4THjdFAVei4dIgvnrrXKwcWoyx0DB2nXwL3/u3N1GVrcU19VE01EWQ1VxIZnOIuL2YEQogGKSkO+T5SBGsHhVhS5FeJD5awJIHtky7z0bCqjMQpO8FPz1KRlGyJLTQJtrRY4WIeV6iRoNoZetT+kXCTOnvCpmqKdqgaB+njabIFdKtgpYGSkpl6C7sHTqOf//1r9E/OgJvTYQCXNBYVYVQJIh+K4nGSDU+NeNSXBluREj3I+fVkHWb8FA4IS/jpyVlNCgDntvxPF779RvUTKm2nyJvNA3hgB/XX3895ixYwKIqJVyiwR29w+rrZqCxeTa/N2hg5Vh8JBIJZDO0jD+CQ13voGlWC/qHEth/6CD8YT9HxTnvP45K42WVykKDEjMlEwlOOjEwOMgRyN5wCDXz5uLT17UjdWA/frjpMfRn4rj1t6/BNz77dfzny8cRbK7A739zLUbzQCpvwEtCSSGybeJk4FSFgtphfldBQ8owEAnqyI71Y/+uHyN94g3UR2kSUueBMtm2kHyfJm/VVJpXq8RiSYyMpjA4MoZ3TyQxkjYw/8rFqG64FPGxDHKZGCc7Ir9F01ArWeLJJNJWDgNjJ3HccwxXmg2Y/2YS++pNHMsn4NUjiIb9qq9hR8jQe41+jlZVqmRhNTU8qKbmjEQyKjMUBaXESBXhWVlZwRYB9Kw5QQZZvJBDoJ0M6tV9v0DP6DuIVlJEshs5w8X3ZOSyMDhiPAN3NAAtkMdVrmFUahn0mFEcSHqQGPMjm84jk6T7yiKnk1BFUaABJE0LtZ48ll9zGeY01iNnXcb41fJiardVH5PujfogWSPNPzsiMvvs+3y8PS0rV0KWzvt+cfX7S26z8cHvMjMSMyj6n47lcQGjb+7GsddfBcXh9w0N492+fvh1P2bV1MLnU/YjVKfZFsWeVOG6AA1JS8eed09g7/FBJXTbhYzfLZrF0eX/x2dX8HuKtNxoRZQtPcjGIRgMcCJRmnwjv2Kn3SlEZOUpW7aa+KbBclVVJUcuE5NsPoexZAJWhp5zGkY6ieEjR/Gb1/bhxMAAxpJZpGnultoc3QuT7Abs9om8GmnpLfezYWLhjEpctvAStMyoRk3AjXAwjHd7+jEYrUT7jZ9AOpdlv0eqV9kUeQqm+D1B3ymCPRCMIFRVA28gxO+1FAmr2TT6e4+jYcYMFvBIiCW/XxJXndVS3H4kkyyuOuWCRYqxMT52KBzmdy77Q05YFTM+AeXsp9pg9WZ3Z9PwjPQic6Ib7/YN4sgI2c+QdYkXg/E0esbSLLCxxRCtEiqKFC30O4omZkoFA2Wdo5JHqT6Yig5vaGzEif4TnJCX3xGqZ1QQQUvbn3KFVWcM5exfGrHq9LdLg3qc7XM0xZvNwkwl0DqzCpfUhlDp0xEJhzCjMoqaqpkILrgM4ZaFyLu8yNjRjM57rli85f5ZUddqwt/YxkL1J/hZ2AzJO9zZzhlfKH60PF0dzLHCo+2+/Lu/O+33N+1w34bfR1U4iL7jRzHY14OWuXO4vMVGhkHvJkv3oTeWxq/ePoKTSQ2B6jqkqR+dTmBB2Icrm6pxpH8IRyj1gEvD4OAgYkND8OSyCOoaKiMB1EaC7MdJ4nPMMBHLWUhSn9pDFjskcgY5wpKs97zBENtDZNMGt3H+YEC9fw0S8GgVSBDZvImqqgpOatR9qAv9x3tQGamAvyrKAUU0uUCTKNzesFcueWurdydNlFEELLUJY6NjGI3FUFNTgYDmwpu7X0Ls2FGEOLcCm/OrMumMwXlCQE0S6/6AimrMW+wDS+MmsgaiPr6fxrNZWnuhrP3y2Qwum12PDV+9HQFXBhr1b/NgUTgYCHBix/jYKMZGh9DSMg8N9fXsa5tNk+1PPw+d6L108OBBpE3wCgzy/qYyRatWKAo1YwIjmTz+v5/vwVtdPXD7AuwjznYrHKWp+mc04UJ9Wfq/322hoiqMz9z8W2hvvxrDsVGcPDmAYCSC47FBdL7xOpZevxjtV1/DZYEsSg4e7sLB/fvRcf21nMg3E4+zaFkb8nNkrpEYgzuXRW1FhC3BaGUABbcRQ35n2cIqRe2PJdKIZwycGErgUO8g3uk+gf4xEk11LFrUjvraShZBdY8XDU2zEI+b+MEj/4DBoRFencsLHOxAJK+u8rColUxUlGhSnazJgtzm0DVS2831ivyxOQeDSvBHEaz0d+rD0fvey3qED3mXByMJsqzIs0e6BjVuc8pEoWwUCavFlZAncIss1Yr1Ih7LTmJxVVzenDbKOaYIqxObOBFWS5r8qZJXOQXPsQLgThlHi6lXLhVEEk2cj5pFmhixWvp2IWG1rroaf3LXf0dFKAia5Sehjfw4nSWsjoeVsy8Pj+0ZMloi9/Bf/xDv9fRyZ8URRrnBsqP86HfvV1gtfhFPJqzS350XK81YLV9+Mz6/8haYRoaXWJFPW85OVEAZER/d9PfssUpZb9XyB5XISxGcKKg4v1fXMLUVgCMQc0Uv8V50OgITnkWRFQCdlSJWncFMzqAIQ8egnjoHyvvSMah3BOliLtRRVMKqixtP6uSSkNG0+ApErpiDfa90InbsJHyBAK7+zCKk4kl07/4vVKc8/H+OPDWzyNZ68akv3oLOfW+gsmoG4skUDv/yN2hf2oGGS+dj73O/xPArh/il6/hAORGrThmhFzTda3HEaqmwWhCkTxOx6rysnWfucCzmMFXnzxEllHCtfMa4nFBjbebQ1EgTCV+Hz0/JJML4m7/5e7z62uvw+YN2Ebc9b2xfJ3oRfWjCKqkPJGqyvyjH+vHyaxbl+A1oi5K8Df2fvhucwdeiVCA+W1i1k45wVArbC6iZZY52I4GeIkLZFsDiyFTKhsuRsXw8imRVHQq2AyiK4nZelAqMEhBZpGSfVUqWQsIqtUHKFN1Kp+HOp9V1UnRIRRPPANPPxJ7ukyNbC82ULeRSxKztNes2JwqrE6+h0LoVNWV2O1fonY8vfzNd5D86UVjlGXqO+Bhv0cYPNl1hlcRs22vW9pkrXKFj0VLwFFIe1XQ9jREP5tRX8bLQypAffq+BeTUBLL7qWsSqLsGhniwyYxkkTJ39mnzeDM8u02w1RS1lMrRkkma5XUiZARWhweejZ073QOXJRIYmrqrrkInWwe2qRiQ9Au9ID6qzlJxGh89LS82pfaHBPj1HVfaVOE3RkipmU6c6Td6L+RTmNKRxTXMl6r0NgA/IU+QoTbTxpBivp5LlbwAAIABJREFUo+Dnq2yQ2SKfHVXJb1a5sGrQvH46GHKjvehLdOHkYB+qE15UuqtxyNLRldEBPYiQzw3dTzYdYdSa/TC1Yzhw4DCefa0bv4q9i/l1PrS4Q0iYSYymfEgkPNCjLjTXuHB1OIpDVgL7jx5HZaAKgWgY9d4w5ociqKkOIYMcunoGMTRqIuyNosrvRtif4/bY6/ZyJAV70MKFz35/+sLql9d+ttA5dKLoWNQqimaa8K4usjBx2j9ONsLCy0TbFGfFhpqwGreaKBZSuU2mKANbfFX2PSqizp0zkaHIccrGnk/iX996BUeP9SHv1lHt8aFmRg2qAj6svPx6xGp86I4PY75WiSrTy0nTqINOyWVo8ESdcJo4oWuKVlSiv38Qu3a9hH3/dQCaqcOg9Y0cRepCfX0dbli8BHUN9ZxogzzieLn/WBK+YBAzmxo5QRLdB4s9NHi3lyy/8frruPXWz6OxaQEy1DZ7NPb5TCVTPGAlocWJUCJvNxa5yHqCJwKJkRsVkQhqa6rRc/Ad/P29f4l9Rw7gU6uX4hv3/CHC/itw6O1BBMNuzJrdSEHeMNhVTrkNO+9c55kViw6n9KtcOfg5gSCtY6cIowEcfGUbEof/E1V+ssSgFRSUhdwL9c4nnzg1sKIs6SNjaQwOx3FicARdAynMnt+OhnlXYIyixJIJ+DUve1JSW+AyNfZVHcsmMZodw/FYD6rqPLjmbR9G02l0VsThM1wIRKoR8qtkfsSWE+V4vSpq0evBrNnNaGpqUhFQtkhKIl4kQjYzLsRiMY6koXJFUavcD3CWMOYNHqyl0yn88s1/R8I8gVDYh0w6h3xOlRedlpGSHYCuIRp1oz44hgWuFPy6heP5KP5rVEMqpsNMW0glc8iQQObOIZ/RYOo+ZNwZzIwEceOChWiorIQ33KasJJzlwBTZyn1eNeFLf/N6lM8+iyx2tI6yL1Lex46o+YXf+/3SR1jWz3/72I8wOjSqkjn6dPjJLy+eQP+rP4Nxoodfr2M5C0cHhjAyFIfHtNBQHWY7BbIcYSGOvafZ8JT96w2XB2/1jWLP4eO8JJ76+HT9LBCbOVx66SW4+rprEKPl4fkM15fGmTMQIkGVkrWllCcufRzrBocB8aFnXlER5Wsg78KxsRgS8TjisRivkLDIhsZIQ6dVBieHMNB3Ev1DI4glUzzQT1ISHFoOSjkYlCER33dlMISaaBR+nwcLmioxo7aWl1BXkMih6RjJuuCaNx953Y1EKsmZyEeHhtDTfZxtKOob6uH3url8k3dwuLIOtQ0z2WKEfodcGn3HjyEaDSMUiqi+iO2jSwwoclclxJtol0WAeWltLIbRgeGCfRUJBep9rESGgkDEuRxUIiv6Tu2vh+rd8YPIDR/HWDKNd/tjyuPc50N/PIOuoSTG8jSNSmLx+Ko9p49a/L04yKBgEVSIzLLzWljgOrbgkgU4eOgQt29Uh2jMooILCm7cE8ppucJqsWjh7MPtmR2xWny9xSfgfoZJ744MC0J+3Y2WmjAW1IYR1YFwMITGugrUNF6Cytar4a6bwf0jsm6n8YnTZk5oO1UGsgkrO5xzUkTbeF6J8bEttcYcdWyPMZ22mVcJ0SoK+/3hvA9Wf+ELZdXn0o3uWbcK1ZURDPX3cn2ojJL3dx7JuLJuGcvn8ebBo9jf3Q94K2C6vUjnDfawb62LorW5Hgd6enE85yaTbgz3DyIdG4NOs7X5HPyU0d3v5wmfjNuLFMjaSEOO+gicRFpHIBQFNA8njgrSxICXAmKUDQoJ+yQyUmmg9ti02/QgXDj89j6MDA6yF2ZtwwyehCNbPGrrqc9uZ37j1aTqeShvW5/Hg+GhYQwODaO6phahcBDhoB89hw7gwCu/RA29M8x04ZkV2LN/PkXXWzyWcvtU1CpZgpGASsJqwOdlK4DMyDDMbEoFBOQMzK2rwJ/c8buoD+lw5Q34fAGEAxFexk4TJT3HjyGXNzB/fguvvIyNjPL1DQ+PcBLGcCCErsNdSCOPigoSlZW3q2GoOkx+r2OGiedefh1vHj7GEas8TnTROi2VEIm25+RO9rvP73ahoiKEWc0zcfPNn0Yw6OcJmoyZx5GBPvT09uBzv70cNZVVPImXpGRhJ06iv6cHrfPmIkLRxZT4MRxGMOJVqxPZok3l8qBJJeqDZXklqnpnOcmflbCaxXAijROxlJrMOTGAuJHD5ZdditmzG9kCiNpaWvZf39iEwaEUfvQ3jyEWi8Pvj/A7nJ4rCcgUtKpeNM5oyg5rcimPbw4k0N3w+8h7XK1CUpE99koHWnXG+UBUzg9KWGpZJAxTYjCyl+Hwi4L6USySKu/kiVGszsSSow2Mj6/td7J9eqdNdtojvo2iHEHF9VWE1YmtlwirJa35ZBGrLJo6JsO2FcApwion/XGWTjiC6umFVeqcUEN1x1dWo7mpCT6viiBRnj/KxNmJgHFeqpQogioEDxI9Pjzx5D/j3198SS0lssVe7rzbpumlwqpTiZzIy9NFrDqNdkGMs+/PEdicQQJ9z+YNXHPllfjq798OjaPfVK4fdq6iAaUviEcf/Xt0vvFf0L00u0xth5pdVs3OqZFqKqaUWgUnJN2OsrM7Qk4EaaHD8D6FVVqKxYJklpZmkU+cmqllYZWj6CZGyxVHBCthlTKPq2slmSer5TBnydUIXdaMfS+/irHeIQRCQVx10yLEx+JKWE16kE2meQafhLGxsIn2//PTeHPfXlTVzEDKyKHrlV/j2s98AnXz5uCtHS9jdE+XGlBRYiBOXKE8y5wOYsGWwLYJUPcwvuTK6VTSd5ogKO14FpZ02h244oaVu8A29wniaVEkgFNGxxviicIqdWbmzm7C1//71+D15RGNVuPZZ1/Avzz9DJdfFaFAA55xW4oPy2N1bscyfom7aJKCIzadCAm1RI48BblUOkkRuDzT+n0Dbs5u64ZJEavRKlh+JVpxEeYkVVT+aaafxFNqFzIATTZQh4oGDVlK5kHLQEhMzahl+BztSomxnA6sKuvjH5V2iIRVi54DL9Xz8vJP2o4iWEDZSfOUvCrPHStEG3j5FCW24khb9nijSqnenFxi2ceHaqliQPsXT0iUJ6yqJX8q9GFyYVUNHJSPmlqqp9pUJw7EOY8TsXpqnXNIOEzs6DXqZNgd0/Faai8ftgd/nNSJmNmHqAu7MbOmGtWBECqjJs+OV/rcWHTp5Zh1STu6RlPoGxnhqEp6/D5K7EQRqBaZ+1Nn0Q0jRz6HLsRzXhVlSk+HkqJQSChFZZk5JC03knUzkQk3AvkodKsPwcH3MHOEJhUoYpYm49QyMm5TOdJVrVLgpApsYaASHZDnoUEeUcijLpxCTa3B/or0PB1BlzqMlNCHf2a7FUqQZfGghJYWUVST160h6PLCa/l46TN1jqlY11U2AGNVeCOWQFea/LgqUB/yIeQHQi4PZmAYRnYQhwcP4mdv/gaWGcb1s5oR0fMYGE3hN4fHsK93BDmK2vNkkB8y0NBkYs0n5uD6xhaYpAP7s/ChErl+QE8HkNA1vNZ7FG8eOUEWfgj5wJ6jNGj2umg5lErscs+WndMemFHEqhNB50w8cftldzILA5KSJVLFZV+VZiq2p0asqraQW7oicZW8JulLReOxoMu5I1RbwgNN8oizNKRhIuW2sKfnEHbtfRW64ULaMnF1oB7XXX8tXj9+CG2+GphVAfxi4DAu9dfixoZLgYSBNEUnU7nRdPjYj5cis5WgQYO/gZEYXnrpZRzYewhuy6PEZE35pF5x6RW4uv0aBCsiHH1NZYy8HjlazrL4/dLY2IiKaCUvSaYl1rQc9sWdz+OSuQvxqU/+NkLRKKBT26giZkmcddp8NSGVV/0P7o+4eHCVIR/HkVEcP7gPu158EQf3DeAziz6Fz978O4C/HnXtzbjiuvnI5N1IG3GeHPBYQc6K7szZOH0XpzBMJa5SLaH3sJfqVD6Og795DsOH/xNhVwx+L02EqMkPiuY08jQRmUQuYyJNAmk8g5F4Fn0Do+gfjCEdmYOFl1+HHLxI08R3Pod81k5mSC09RTmlEhjOjKA33oesK402VKH6kIFXK+IYyafQ4K+FO+TldrYg5tC12R9KRtE8ZzZ73CrrEo1FORJWyY+U7pvEqeHhYf4/iT5kpUGT6TxEc1kcMXm0+wh+s+8/YQWSIM/OdFJ5ges0oA5RUjk3MlT/vSZmBmKYn4/D0jUcd1XgnZiO5DBgjGVBrwzqH5J0n4nRK8aHnJcipytxVdNlqApHEKmeW6hfLLBSAiEapLKdlZszHNODUyIr+d3leDJA+ceO3zvt+99+d+206zft8Gf/638i4PLCFwqwXUrYoyHZ3Y2B138J3UixNQMJ9EnDQiyRRCqeQIiSiwT8KsO9vSqJ2wKvGxFaAaJ5cXA4hV8ePIoUJXCjyHmKJssbCIYCmDNnNkeSh0JB5LIpjk5raGjggTH1x1LJBJf1IIvfQfbgIzGVhFQSHYLBEEemDfSf4C/KOk9saJKP/BiD/hAvMaZoutGu99B7YB+S6TTIZpjKKvULU5ks0iTokF+434dwwIeqUAiVkTBbiHi9JiqiFRy0QUl+si4P3j42gDcHYkjncrxsn7yTx2JjMHh1mQ+1dVW4bGELKiuC/C7zhSsw79JWZLMupBNjQD6LoYET/Eale9e96t7o40wSsNe/HX1XHJXtlPlcKsPnpfbCpFV2tnWaaSpvZopu42g4jpxPc1RmOpOBlUjAnxlB1BVHPp1BbIzEhSwn7+sbM3B4OI2TSXpJK5s01Wqrz2RthNMPLrwfHLsyTtikJrgpGvfShQux/8B+jIyOFLxwVcAAt2ynlNn3J6yOL9ZyrIxKr7l4/MljHhKdSezXvbhsdgMua6pFcqify3Vz8ww0LbwWNfMvR97nVdP0puo3Ou9Bpx1V7yc1MV0Qtu1EPvxcbRuSQs+L+qucWNbOcG5PRhbEak42Mh617girv/f5z7+v+r1h7W1s40FJhha0zEV8NIbeE30YieeRhoYTsRgO955AkiYN4OW+Wp5WCbk8qA34MKsugp6RYWSDlTBTg0gNxZEZSyhxXDM5+i/Iy7W9yHipDfHDon61bRPn8vk5QlJz+znild6F5E+eTqa4XHF+DNtDmuo6LcOn+vHe/gMYHRjEvEsWIFxbiyStDuKVZdS3s6N6bcsXu0Ni2/VZGBw8yccPV1aipm4Ge7+SRpAdG8ZbL/0c5sgQ/DxJppAWRDRCb+cA8XgD8JMPre5BlvrbnNjKB79XhyubQmLgJMws2YuQ4ArUBFy4478txw1XLECGfVWDCPgDHIlP7xxKVEUCL7VfA4PDcGkeDI2M4MCBA/wOqqmq4nNf3d7Gfc7Y2BhH7Dse0tSrHcuZePHVfXjj8DFebcfe0i56UysLA+rv8viAgks0DT43UFkRRTgYwPy5s3D1VVfwhCgFnx0fOcn9i6WLbrDHFHlkyRqEyrOZR8jn4edK4qybxvWWspqj62Ex0aUmKOhnmlh1bHkcGz2ymIgnDU5YeXyEkl+NIGlZCFZUYMaMGbwqzaODI8QpNKVp1mwMjqTxt5sew8DAKAKBEKhNo/tWK0nsMZ3zzNST45AHXn1KK9I0dyFXCo3pNLLVYscmFbzn2FLR5B6NKbMZ5QdLNmB0PxRY4bR3kwmrxQFWhfaYReXxFa2F1TS2T7Qzznfqtwir5TdjIqyWz0q2FAJCQAgIASEgBISAEBACQkAICAEhIASEgBAQAkJACCiB2yoNAxAwQkAICAEhIASEgBAQAkJACAgBISAEhIAQEAJCQAgIASFwWgIirEoBEQJCQAgIASEgBISAEBACQkAICAEhIASEgBAQAkJACEyTgAir0wQmmwsBISAEhIAQEAJCQAgIASEgBISAEBACQkAICAEhIAREWJUyIASEgBAQAkJACAgBISAEhIAQEAJCQAgIASEgBISAEJgmARFWpwlMNhcCQkAICAEhIASEgBAQAkJACAgBISAEhIAQEAJCQAiIsCplQAgIASEgBISAEBACQkAICAEhIASEgBAQAkJACAgBITBNAiKsThOYbC4EhIAQEAJCQAgIASEgBISAEBACQkAICAEhIASEgBAQYVXKgBAQAkJACAgBISAEhIAQEAJCQAgIASEgBISAEBACQmCaBERYnSYw2VwICAEhIASEgBAQAkJACAgBISAEhIAQEAJCQAgIASEgwqqUASEgBISAEBACQkAICAEhIASEgBAQAkJACAgBISAEhMA0CYiwOk1gsrkQEAJCQAgIASEgBISAEBACQkAICAEhIASEgBAQAkJAhFUpA0JACAgBISAEhIAQEAJCQAgIASEgBISAEBACQkAICIFpEhBhdZrAZHMhIASEgBAQAkJACAgBISAEhIAQEAJCQAgIASEgBISACKtSBoSAEBACQkAICAEhIASEgBAQAkJACAgBISAEhIAQEALTJCDC6jSByeZCQAgIASEgBISAEBACQkAICAEhIASEgBAQAkJACAgBEValDAgBISAEhIAQEAJCQAgIASEgBISAEBACQkAICAEhIASmSUCE1WkCk82FgBAQAkJACAgBISAEhIAQEAJCQAgIASEgBISAEBACIqxKGRACQkAICAEhIASEgBAQAkJACAgBISAEhIAQEAJCQAhMk4AIq9MEJpsLASEgBISAEBACQkAICAEhIASEgBAQAkJACAgBISAERFiVMiAEhIAQEAJCQAgIASEgBISAEBACQkAICAEhIASEgBCYJgERVqcJTDYXAkJACAgBISAEhIAQEAJCQAgIASEgBISAEBACQkAIiLAqZUAICAEhIASEgBAQAkJACAgBISAEhIAQEAJCQAgIASEwTQIirE4TmGw+TQLDe7Dpr19A49p7sbJlGvt2bsKdm/qw8rsbsaJhGvt9VJv27cDG72xHw/pHsb79o7oIOa8QuHAJdP3kPmzpX45v/mEHoufoNj+Kc56jW5PTCIGPAYFe7PjORmxvWo9H/5BenKU/fwwuUS5BCAgBISAEhIAQEAJCQAicgYAIq1JEpk2g8+/uxKZXi3fzIDinDctuWYVl7bXwFP/p0Dbc/f1dmP/Vh7F+0YS/nP68IqxO+7nIDkLgQyEQ24+dT23Djje7kTQA+KJovu6LWH97B2qnUaXP7tpi2P3X38KWwWW493sr0Xx2Bytz74/inGVemmwmBD4SArbw2XeGk1/nCKVnukgRVs9ESP4uBD56Akl0v7QNj/90D7pj1AlQff4VX7gdyxaeq2nOj56CXIEQ+HgTkHr68X4+cnUXAwERVi+Gp/wB36MSVluw9A9uwnw+toGBzp3Y8WovAovX47t3tCN4tucUYfVsCcr+QuDsCST34JE/3Yy9gVYs+9wSzPYDGD2MF57bhW60Y/331qP9rCv72V+mHEEICIFzQcBA795OdKecc43itWe2obNqKdZ9RvUG+FPTio6WcgQXEVbPxVOTcwiB908gic6/+zY2vWqg8caVWHF5BXUCcHjnDux6D2hffz/WSyfg/eOVPYXAB0JA6ukHglEOIgTOkoAIq2cJ8GLcXQmr7Vj/6HoUr3qPvbIJ33msEy1rH8ZdN56l2iLC6sVYtOSeP2YEup6+Gw/+rAKr/uJeLKsqurjhnbjvz7Yhtfxe3P+FcxM/+jFDI5cjBITAWS/dF2FVCpEQ+DgTMF55BF9/rAvtf3A/1i8q7tfbdTe+FPd8fzWm4/T1cb5fuTYhcD4SkHp6Pj41ueYLkYAIqxfiU/2Q72kqYRWIYecDd2NbZiU2fncFGuk6Sr1HWTAdwLK116L3X3dg76ABeKJou+VrWHdry3ik62TCqjGAPU9uwtZfqyXJnnAzOr64HqsXF9kP2PutuGMpep/fhs4e2jCI5hvX4Ztfmo2up36AzS/b+9e0YcVX12HFgqLOYrILOzZvxo59AzBMwDPZNuQE99ImPPp0J3ozgKeqDSturcWeJ3aVeKwaGHhlKzY9vQfdcfs6Fq0+dQl1sgs7n9iC7Z299jlbsOTz67B6Ue2H/CTl8ELg9AT2PnYnHnmlHev+dj06tOJtY+h85mm8Vrsc6z5tC6ul9XNmO1Z9dR2WNjt+AZ3YdOcm9N2yDkv7d2Abl3daUrgE676xGrMPbcUPHt+t6oqvFm2/s25Cm8DtznGnbXEEmTW4p+k1bH5+Lwbsurjyj9ZjWeGcdM1JdD27ubDNqce2j9W4CusCu7Hl5V7Ufm4jNt7aiInntO8/th87Hv/xxDZi7VqsKF4SaQ5gz1Ob8fTLXaCVk9RWtd1yO9bcXNTGSeETAuc9gTN4og7uwZZHt2LPe0kYvHy4A6vvXIOOGufGyxNWYwd24PHHx/sLLTetxdc+34ao3Sb1PrsRG3/agFV/EMTux3ejt2a8D3KmfSF19bwvhXIDHxaBGHY9dDe2Di7DPX+x6hTx1Hj5EXz98aNYds9DWNUCOPVwYtCF/d6336mA/fNNa9DR9xNsfzuGdic3QVl94fL61clDO7Hln7arMYDmQW3LEqz86uqitufDYibHFQLnmsD06ilfXRn9WKc+r7l7Nl77x6Lx+m1/jPU3N4/b/pkx7C0eW89cgjWfr8COH3Wiw8mTYo/Nl365A30/3Y79saLgrAnX4kF0wVKsvXMV2ooWvQz8eis2P7MbXcP2WPqqFbj9y8vQUjzXU8Y90a2Xdaxz/QjlfBcMARFWL5hHee5uZGphFej96bex8dkGrPnBXVjim0pY7QTCzVh6y21obwK6X9mKba8MoPlzG3HvrSzHAqXCqtmLHQ9sxPa+Riz5vTVYsRA48NwWbH25Fw2n7EfHb8Wy25ahrXb8+NFoELnGJVh1SxtqBvbiuZ/sxH5zCe76/hq00QDN3I8tdz+M3cEOrLljJa70dOPZH2/Gru4GrPzOvYUkWsmXH8GGx/eidvEqrLyuEcHR/dhJx4rTsqjx5FW9z96HjT/tQ+ONq7HmFrrgHdjyz7vR27ASG7+1Ao08KOzFjvs2YvtwK5Z9eRWW1ybwi2c3Y3tnDh1/9JdYd9U5M7E8dwVIznT+EHh7Czb89W5g4UrceccytFZNUR6d+knl+EsrsbRhFLue3oKdBxuw+oF7sJSjXdWAqhNBtC5fhWWX1wDHd2PrM3swEI4iaM7EkttuQVvtIPY+tw07DwBL7noYa9rsJmEyYbUfiF6yDLfd3IoKpx5iYgTN/ic24OHdQXTcvg4rr/age8fj2PxiNxpu24h7b6H2Ztw30tPQhiUdrZjdcgOWXBY9VVhNdmLTn29Cp9aKZbdTfR3AC888iZ1v54qWRBrY+9if4pE99jkXAl3/8SS2TDjn+VME5EqFwNQETiOsDu/Cg9/air5LlmHNF5ej2fgVtv3tNnSaHbjrgXVoo/7BKRGvpx4v2bkJ397UieDiVfjKze3wvrsdm5/cg+SSDXj4y618aWoA2At4GtF2Ywda57bghhtboZ9xX6mrUrqFwNQE9mLz1x7BnvbyPJOnI6x2Aoi2tOOG6+Zj/iXL0D6nvL5wWf3qvh2477vbMWi3PbXxX+DZf9xe0vbIcxcCFwqB6dVTlNWPLXqvRskKbBlaK0ax/2eqb7707oexeoHix33sl5RVyKr2RiT7f4Xt1K83G8cTUPOYvhPQomi5+gZcu2A+Wm9uR7NzLcEOrLp9Odp9R7H9sS3Yk1yCDQ+tQasGGG9uxp/+aA+Ci9dg3a0Lgfd24snHd6GbxtL32kFcZd5TWce6UIqF3MdHQkCE1Y8E+/l90tMKqzzAwXhjOmnE6mEsvfuhQqNMEWW7H9mALfvasf5H69FOgmOJsKqWOfRh2T3388y48+l6+tt48D9qsfrBDVhKs1u8X+nxu7Dtzx7EThJcHliNFify7tebcOc/HC7MtmPvVtz9xFEs/8Y9WNZgn8Fe8ozb7se9t1AEaTe2fes+7Gxcg4fvWjIeYXtoK+5+aBfmO8JqZg8e+cZm9H3mHtz/xeIL3oZvP7gTtbc/hA2fjgK03R9vxmBhNl8JvNu+uxmdl63D/V9SA0f5CIGPisDAr7fghxQFZkdeLrzxJtz6mQ60FImszjKkYiEU5l5s+R+PoPM6RwBRwurhm+7BQ18arxPKboA6akVtgrkHm762GYdvvgcP2fVn0ohVrMDG76y0JykAFUEzON7+YC+2/tnjOPqZb+Ke5fakjRNZb67E/feuQK0j7pQci3iXRqx2P/Nt3PezBqz5/l1YUpgpt9uvdx1B124j5hYPRmPY9cj38CxuxT13LYXEon9UpVnO+8ESmFpYHXjxYTz4fA3WPmBPXNKJ927Bhkd2o+2PHsW6q1gSxY7vbMT2JqeulP5s16XwKjz0rWVwAlhiP7sPdz/tweqH7uH3vhJ0gBXf2YiVM507LGdfqasfbHmQo11YBOzJ0DKT0U1HWD3Qvg73r+8Y70OX0xcus1+t+iPF/QAAb2/Dxsc7sXDt/Vh92YX1lORuLnYC06un5fVjp3ivZnbjkT/eMj5mje3Cg3dvRd+Nd+HhtXYUBK0Te+lhbHhitERYPXCKpQhfywuBiXZj9rjb86WHcM9NUahtmifYD8Z+/gi+9xxw6913YWkN1DZn7Jvb253hWBd7aZL7PzsCIqyeHb+Lcu+zF1b7ioQPGyGLnEW/LxFW+ZxdkyxH6tmOb393B5odQXNSb9YpBn/2DFpxlOmpD7RkGVP/Dtz359vhNPiF7acQkJ0lUuPH7cX2P9+IHc1FA0mKWO1rRPstK7B8URua64PjSywuyhImN/2xI2DE0PX6L/Dirt3o7CKbDA8aP70ef3p7Gw+MuH6+vQQbHl6D4qmAPZvuxOYBR8AsXRKo7vJ0g7HOogHd5FYAJZE0ZXozl3WsU4RVux2pXYMf3rVkYh2d0H45UXA6Wj61HCs/tQTzm4LwTLBS+Ng9YbkgIfA+CJzBCqD0iKXvyTMJq/b2AXuAVTic/d7/LHzSAAAgAElEQVRvsQXaSduQsvaVuvo+HrrsctEQmJ5gMx1hta84mED1BNTqrdP1he3AiTP2q+2I1b76dqz47HJ0XNGM2qCs/rpoiu1Fd6PTqafl9mPLtPbgOnkAS77xMNYUT1iU9sVPNzYPr8ZDdy8tTJxSW8Dj5Ja78OgdbYWIVb1lKZZ/7pNY0tKMIK94cT7l35MTsTr1sS66wiM3/AETEGH1AwZ6MRzu7K0AJhFWudHtxrJv3Y9Vc0ojVg3seeTrLNAUvFsd0PbgCU4n7SyF1diBnXjymRewtzvGfqfOp9E5/ikDQ3uLkt9POmPudB4pQgdF90LelE9vxo5Xu9HLXqzkObsOa29pLXjIXQzlSu7xPCFgxLD/Jz/Awz/rRgsLHjp2/dUGbD0wxfXTch32XP6IhNXYfux8ahte2NuNWKboGgvXNbU4NFGAnSy6zT5e6SSNGcP+/3gS257fi24yWdU8aFy8Bl+/vQO1Mr47Twq6XOaZCZxOWCUvxG3Y/NwedPeRx+r4Z3wy8wwRq4e2YsNDu5Cc4kKc40wq6JS5L6SunvkxyxYXKYHpLTE+O2EVwBn6wtPpVxv9e7Dt8R3Y816vyslAuRDuKPFCv0ifqtz2hUZgOvW0/H5sWfV5qmCGsoTVLmz9Hw9iV3yK51EUWFE6NveQj+vXVqOjnjrU5d8Tnen0x7rQyobcz7kmIMLquSZ+AZzv7JNXfUwjVtlPshOzl6/BqmXzUROIIuiZPGK1Yu0PcdeNRQrJ+45YLSkQmQF0vbQVjzy9F0HJuH4B1Jbz+Ra6seuxF3C4pShBVeF2bHuNGjXTfJgiVruXYcPdy1FYietsqwUQDVNd+QiEVds3ubNJ+TzOrwkgGvSULPEvV1gtf1Z8wlM3kujeux2P/90udLetww//qEMi0s/naiHXXkRg6roTe/FB3P0vMdvbuAEV4SA8/Tuw8Tvbi5I8nkFYtd+rNV9+CGuvPhW8zu/oKSJrytxX6qoUaCEwFYHpJcUpS4iZoh9wyhVM1hcuN2K15GDGYBd2PfUItr0ZxLJ778cqO9+mPHchcGEQmE49Lb8fW1Z9fnMz7vzR3rOLWK1fg4e+cuVkL3jur0/8GEh278X2xzdh1/E2rPvru9DhK/+eznysC6NEyF18dAREWP3o2J+3Z55KWI29sgnfeawTLWsfxl032gaE0/FY7SpKJHVWHqulwm15VgBdT27Agz9fOMHHBcndeHjDFowWli19wB6rk3YUp7m88rwtSXLhH28CMex84G5siy/DPfetGvcmpou2/VN3L1yHR9d3QHkeYqJPEm0XiyEWjtqR1x+BsGpHrS0sSirHns5/tQFbRp1I2nKF1TJ9nBxBp2TypdSv9eP97OXqhEA5BKaqO0kVxV6oY/axSr3Iz2QF4Pg0XzPRvw0wEBs2EK1S/YxJB4Dl7Ct1tZyHLNtcxAQc//T2P7gf6xdNSMFd6B/c+8AqkFY58Nx9+PZPxr2PGdspfejJ+wFOfoSJy/xL2pcyPVYntQ6barXZRfxs5dYvHALTqafl+pGWJaxOUScn91g9Nahq7+Mb8Mjr7eNJpO1HYgzHYFRFEXT6CKUWXCUaQXn3NIUAW6aF2IVTWuROPkwCIqx+mHQv0GMrYbUNax5aiysxip4DR9HVuRM7Xu1FYPF6fPeO9nFD+kmF1U4gbGcPnwMceHYztrwygOZClu5Tk1ehNOv4HKDrpe3Y+sJ+1HxuI+691U5McxZWAOrFtBe1i1dhZVsFMHoYLz6/C10xoGAFQP3Elx/Bhsft7a5rRNDJRh4Hiv1aVfbSQbQuX42Vn2oB3tuF7U/txP6qldj4rRUq4Y4dUbdba8fKr96KT9YY2G/fV0Opr9wFWp7ktj7GBHp24L7vbUc31dfPLUFbbRSxeDf2/+t27O4PYOkfP6QSQZTWz4UeDOx5EU/9ZDcSizfggS+3wvNRRKzanb69tR1Y9bkrUYFRHP6PF7CLKvW0rQCo8ndi059vQqedwfSGcAK/+tmPse2VJNrX34/17TTwtKMH3mvG0rW3YxmzeAE/fmZiJvOP8VOXSxMCZRKYelJCJZxIonX5KiyZ7YHR/xp2PtfJSfDKtgLgKrcJ397UieDiVfjKzTeg1tiPXT99GjsP1GLVffdgWc1UXnDl7Ct1tcwHLZtdtASS6Py7b2NTp47Wm2/DsstrgHg33tq5A7veo7rsvPdoRe42fPu+nUguXIZVN7eiYvQofvHCdnT2F/ehpxBWy+wLl9Wv5tVnu6G3r8S6Wz+p2oyfbMXOgw1Y/cA9WFp10T5MufELlsA06mlZ/dgyPVYB7H9iAx5+CfyuX3ZJBZL9v8L2Z/ZgwGwsSV41yWrV0muxx8BP/2w/ar9wP+65uRa8+uWpbjTftAa3f6YVnsFf4YUnt2FPcgk2PLQGrTSWLvOeyjrWBVtG5MbOBQERVs8F5QvsHEpYLbopzYNocxtuumUVlrXXTlzmOqmw2oelX+7AwHM7sHfQ8RT9Gtbd2jIuyE4mkJL/0pObsPXX3cozKdyMji+ux+rFRec8C2GVItm6nt2Mzc/vxUCGPJlasPT2m5B8bDOcyDznrjlT+o93o5e3a8OKP7gWRx/aAkyIjCOPua3Y9PQedLN3ahDNi1ZjfanPYmw/djz+FHYesL2gws1ou+V2rLm5iMcFVobkds4jAqUepZoHtS1LsHLtKtvfyJliPrV+TizHH0HEKvW3Du3A5n8cb2tablqLm+KbsfnlhVj3t+vRoZUfscp3yvX1x9ixj5J4AZ6aNqxYW+LdZrdVT79q+7r6atGyeCXWfakDtZLE6jwq/HKppydwmtUV5gD2/LjofT2zHas+Pxu/+tF2xG7diPs/R5OhZ7ACsE8eO7ADjz9u12Gn/fnqanTUqA0mj6xRfzvTvuzr+OQmSF2Vsi4EpiDg+BA/t1f1ZbnP34HbvrIKS5qLo1iBCX1j6svediXwxA6MJ6uaQlgtvFvP1Bcur1/N9f7JnTjA/s4eBOe0YcXvrsGyBROvV565ELhgCEyjnpbTjy0rYpXgmTHsfeoH2PyyPTYn/9NPJLH5makTUk9gfkqfugVLPr8OqxfVOoMLNZZ+Zk8hZwGPQYr6AGX3zWG3H2c61gVTKORGzjUBEVbPNfGL/XwScn+xlwC5fyEgBISAEBACQkAICAEhIASEgBA4nwlQoueSgAFlD1ZiC3I+36NcuxAok4AIq2WCks0+IAIirH5AIOUwQkAICAEhIASEgBAQAkJACAgBISAEzjWBAex6aCOeNZdg+ec+iRuagB7H+qrjLvzlHW2SrPVcPxI530dKQITVjxT/RXhyEVYvwocutywEhIAQEAJCQAgIASEgBISAEBACFwwB2y5sx5vKCgC+WrT9zlew9pZWO3HtBXOnciNC4IwERFg9IyLZQAgIASEgBISAEBACQkAICAEhIASEgBAQAkJACAgBITCRgAirUiKEgBAQAkJACAgBISAEhIAQEAJCQAgIASEgBISAEBAC0yQgwuo0gcnmQkAICAEhIASEgBAQAkJACAgBISAEhIAQEAJCQAgIARFWpQwIASEgBISAEBACQkAICAEhIASEgBAQAkJACAgBISAEpklAhNVpApPNhYAQEAJCQAgIASEgBISAEBACQkAICAEhIASEgBAQAiKsShkQAkJACAgBISAEhIAQEAJCQAgIASEgBISAEBACQkAITJOACKvTBCabCwEhIASEgBAQAkJACAgBISAEhIAQEAJCQAgIASEgBERYlTIgBISAEBACQkAICAEhIASEgBAQAkJACAgBISAEhIAQmCYBEVanCUw2FwJCQAgIASEgBISAEBACQkAICAEhIASEgBAQAkJACIiwKmVACAgBISAEhIAQEAJCQAgIASEgBISAEBACQkAICAEhME0CIqxOE5hsLgSEgBAQAkJACAgBISAEhIAQEAJCQAgIASEgBISAEBBhVcqAEBACQkAICAEhIASEgBAQAkJACAgBISAEhIAQEAJCYJoERFidJjDZXAgIASEgBISAEBACQkAICAEhIASEgBAQAkJACAgBISDCqpQBISAEhIAQEAJCQAgIASEgBISAEBACQkAICAEhIASEwDQJiLA6TWCyuRAQAkJACAgBISAEhIAQEAJCQAgIASEgBISAEBACQkCEVSkDQkAICAEhIASEgBAQAkJACAgBISAEhIAQEAJCQAgIgWkSEGF1msBkcyEgBISAEBACQkAICAEhIASEgBAQAkJACAgBISAEhIAIq1IGhIAQEAJCQAgIASEgBISAEBACQkAICAEhIASEgBAQAtMkIMLqNIHJ5kJACAgBISAEhIAQEAJCQAgIASEgBISAEBACQkAICAERVqUMCAEhIASEgBAQAkJACAgBISAEhIAQEAJCQAgIASEgBKZJQITVaQKTzYWAEBACQkAICAEhIASEgBAQAkJACAgBISAEhIAQEAIirE5RBrY+/zw0DTBzFrwIYN6suQh4NOSMNGB5YJouuLQ8dF3Du0eOo7amAcHg5Acz3Bo8uSxyeQ1NzZX4z2d/jsf/3x0YcZnwu4GhY0dgmiaq6poRqZ6B2GgMDXVRLFl8A6695irUVkahufLI5wykcxZ03QNYJgALLpcLlkn/p5+gfrbo94DbrfFx6XcTP/Z+tAPtZ1nQNLUt/5+2P2Ufte2px5peJfqw9lf37EImk8Hw8DCy2SyqqqoQikagu90wszm4LAv0UPPEjm6R/rnUF+3vcKDv5Xwm3kt5+5RzXLjU83Q+Luc5lT7Gsg4GeH0+ZhEIBmDxc7XgmeL5lnnI972ZQ2n6t0J7TmSsnrn7fV1L11gMHt0LXXdDszQuC7Bc8Oou+NyAF4BWOLKFTN7EaCaHbC6PrAkYAHL0ZVrQcjnkTRO5fA5W3gKyORx79z2cPDnA2+dNg8ubx6tD13WuW/Sdyo8JS9Vb+tK0Qjl0yqNTJ8GFQNVProd8fepZmhqgud1waW4EgyFEQxGMDo8gnUiN3wGxslRd5yNx+zHeXjj1n7dRjUKhbaD/uKE4Wxa1J+NtAT+VicV1vNxOUcYsbYqnz9c4+cHULhPrqTqRqrdut87t12gshngqyX/RXR7obh265obmsmCZBkzTgGX54Ha7oMHiZ+ymZ2FpGEkMwshlUFlZCb+u4dA7e9Hb8x7qaqqAXBbBSCWCwTkIRP0IRmrg9gTgC0Thc7mhu/JIZkZg5g0E3D54XPRQ8rA0E9CCMOGH5s7DRAY5lw6fFuB3i+7WkHflYLlycOVdME2Ln41mAdSsUxnRdC/crhy8bhcMeGFaVH/VfXOx5caM/6MKBnFyadymq2dmwU3XQ//XqK23+Vsa/55249+VsHfaN7c6aKG8OOXGaTudn4u/T7Y9/51ubJJjFX5pl0nn3HTti69vLf6z/F8ICAEhIASEgBAQAkJACAgBIfCxIiDC6hSPwxFWkQcCegRzmmbDgzwPnC2TBvEWDxJdLgtH3+vDzMZZ8HhIajn1k3O54KV9TTcaGiPY8vf/hJ/87GVEGmqQjg3jwBu/QThSCU+oGo2z5yMaiSCTjiOZiKMqEkbbFa1ov+oKzJ07B9FQEEbOQC6Xs2UVGoFbLKyQuMMDcRZJ8wUhqlg8pPE3CRAkPGqaG14vSUjqUxBtTiO6fVjCaLm1opzz0zbJZBIjIyMwXWCe4UCIBVYSofMuem5aQTxyxGc3CbC2SF3O9ZwPwipdI5ULes6RSASBcAhejw79XAmrBbGnHKJn2OYDPNad//MvUFNTjfqGev5eXVONquoq1ERCCPs8CHq98HnccFMxgYls3kLCAgwSUKkMkbiazyGXN7nMGPk88vkc8vk8dGjo7+1F73s9yKQzLOSTnEnile7RQeWM6qhlKmGMBFUuS5YSSZVYSedQQqqql2oihT4swir5TNVbzQWX200HQjQSRcAXYGE1nx1vj/gYdD77AMUStVP+6Ttf1yQTCxo1J+ps9sSNI7Y5V1P+86U6OdmH7ocnPyb7OIKyXW65mhI+Fgo1pNNpFlW5XfPo8Og6vB4vdJebn4mVzwMWPSODhXRN16D7dOSRRyKTRiabg09zw+PWkc/lkEkmEBsdQN7IwOvV0Nf7HmbU1SPoq4dpJWCSmJ7Lw8inYRpp5HIGXLqG0aFeJIaOoboyhAWtl2Mo5kJF7SWomTEf/mAlafc8MWbm81weVBtC391w69R+a3BrGnJ0vSQOU7tOQjzdbC4Nl+6FS/ez6kq83JrbbvO5IPH+/A6wJ4z46PY7gZ9e3uTj0zMw8+p8XDodQb1o8qxUWHV+Lm73Sn93ur9x0SPlnnVgVQjOtD1tI8Jq+XVLthQCQkAICAEhIASEgBAQAkLg3BMQYXUK5k+98Lwa5FsaKoJVmN3QDCubZpGFolUpcosG9NlMFn19g5g7Zy4sazxCrPiwOYsivnLQ3QFUV3nxwH3/G28c6oEn6EV9dRhvv/4ahkbHMGv+FZg5Z746btbgiNl8Jo3Y2Aj8Hg+aZ83Ekuuvxvz581BXW6uClPI5GIbBUUyaW+d9SUigv9HA3RFLODrOiWy1TKRSKR7gk+BWLKY4kZ9TFcVyhM3TFeMPe39HJKKIQOIQi48hFouxQEGiUzAYZGGLhQs7ypUFhxLhppyqeD4Iq859cPnQNATDIVRWVbJw+KF/WCEsEso4EvrszmprkXwQjrR7n8eb2XoLAuEwQiS6V0RRU1+HuoYZaGhsQFVVBepqalBTGUEo6ON6lMtnYCHD9YpEO7/PB7/Xq8R6CgbUSMAm4U4JYrHRYXQfPIqxkRiMXA4chUwCl1tTXySAadSOsFTJ+3DdtSMRqTxSWabnxmXTjhRV0csUo2iLrBRtzeGrbp5cochkj+ZFbHiYI3Cdss312o5YddipJzEulBZfS7G4ysIcgZ9U85xaWFXR0ZN8pnxm4/dVuhdF5/I92HdP10L1mNrjRDyO4ZERFlWp3nu8Hv6u6y7SUpUmzSK1+gr6/SzwJZMxDAz08USDz+cDdKD/5EkMDw/Bz+IsL1mArukYHRni9sPjroHbl7fbWjdc7iB03QR0D/yhSmQSJ3HgjX+Dlh9DXe08ALUwXT6EoxHU1NRiRv0s5KwAUpk0cnYEslujiFkqWCoiOJvNIGNkuNyRWJ/MZOBxe5GJDyEeiyFcMwvegJ+fiWHkMDQ4jNGxGD//UDAEv98Pn9fPZTTgD8Dr9bDITJHrfp8XHr43D3xejxLw83n46D3g1hl7qeip29GuU7Xd5YikhW3siNWpBNXSc9DPIqyeXZspewsBISAEhIAQEAJCQAgIASHw4RIQYXUKvv/8wvM86KQFo3UVDZhZ04BcRi0xVWIHRf7oiMUSiMeTmN08C7mc+nupSEfHMKw0wr4KwEzgT//8e0jkAoiNDWLOzDq48lm803UUlfXNqJ7RyAILRVA5x9HdpAvkkUolkR7oRXPzLFx37TXouP56zJrZyNeSyaaVwGqa9jJjtQ/9TAIEXzf/TUXLUcSripQajxxyhNfTiZ8ftjB6puI+1fmLl/E7y6dZEHJTJJibxdXR0VF4PB5URitYSCEOxMzZ13l25d7j+SCsOqI5XSuJyRQdWVldhdrKirO2dTjTs7J1u/HNigQ1ipJzPrwM3/6cuuB/4lmcoEtVD0347OXOZV1L0UaNl98Cjy8A3ReC2x9GMFyNcEU1AtVR+CN+RCIhhPw+eD0kzmWRpbo3OoBEbBTpRBwel4lQwMciXW1NmJePV1REOPI1Eo0gGAoiNjiK2PAoslQvWVi1HTbIssJU9Zu/CpGLgF60VD9P4qplckQh6VEFSwgWGMctPqg9ImFV93hQXV3DbVZybIyFVeccXFZteEpgHOfPgqq9DJyi2J2/FbdjhSX6tljLRgRniHqeMjJ1yv2mfvq0HN25Hk1TAiAJgqNjYxgbiyFvGCwYOh9q8ti2gP6RbQsL4hqL4oaRxqFD+9D97n4Y2REEfC5URsPIWx5kjTzCwTCi4UqEAhFURqsQ8EdwrL8XtfV1iETmIIc0LLeH65Pb9CBvpWHAjXjKRMhnof+9X2BkeAhtV34GgUA90ukUBoe60XP8CHSXjsbG2WhsaoHuDSOZTgGuHDTNRCydRSadRo5WG7gsJNIpWFaeLTw0Vxj9PfuRHhlApKEVg+kETrzbiwNH3kMikeJ2TE2skRibh+bxKSHf5YLbtp7wsHhKgjRpyC64cnlUh6P4xKJFWPqp30LA7xmvk0XPiNjTs+Z6WiKKTyaQ0kF4+6JjTCWsFm/jWBcU2gV7/08sumy61Vu2FwJCQAgIASEgBISAEBACQkAInDMCIqxOgfpfXniBhUnN5UZT3WxUBqOwyF8VbpgcBkWDYS8GTo5w5GdtTSVyOfr7uLDqDDA104W0K4OaSB0P5v/X//6/EaqZh6yRRHfXQUSDPoQqa5G13IhEKxDwemFQmCsNTinqlIUQcHSpx8wgFhvF6Mgwqqsq0HHdtehYdB2amxrg9+octUVfFF7mLDUtFkqcsS4NYnkZqOOrWuTveD4Kqyy0FVkhOI+VhSnLxMDwkLJPoOXcmQwi4QgikSgLrMUMJveknbyQnBfCKktw5MurF5aWV9HS9woSVs9ZO6OWtxed7hQnTcfTs7AdxSKqvTh607JYyFL/V8Ig/a4uGH1fN1E9//Pw+Hxwe/1wk8AaCCAYisAT9sMb8CAQ8iEY9MKna7CMDIx0Fql4BplEHInYMNJjw0jFR5BNp5CKD8JLHqcAPB43/AEvwpEw6mpqEQoG4Qt4+TtFLZLoSkKZLxyAz+8DiV3Oh+okRSGaFF1uWRwBS3YDeV4ib2tati3AhOX6HAmswev3o6KiApZhIZvJFDxJC0IV+3aaHEVMkb7F9WWy5f/OfqdEsbNg6widSrSc7DOVl+rpJkdUeOkkH162ru6Ton1JSByLxxFPpDhqlfykSUCkSF4uOVQ+cmrShH7v8+jssRpPjOLIwf9Cb99xzGtpQVVNLfyBELy+ABJDw4BBfrh5XtqfMzLI5UykknGkk72Ikl+zVgV/gNiRP6obukZhpuSd6kbOIi/XDHLxXmieABpnXw7NUwW3J4K8C8hbOQwODKC/511kM0Bd7Uw0Nc9G1mVgNDmKZMqCPxjgemqYeXhoyb/mQjqTQC4fQnK4C+bYSRw4YWJ/bw/ysSxML22j8eQZvYfYVgKAYavwVKY4spdsC2gSycwi4HWjsboW17RdgcXXXIvZDTOh834Fv4dJRVHnfeZ8p1OwH7f9KY1cnTSStSRitVR8nSxi9caOy99XHZedhIAQEAJCQAgIASEgBISAEBAC54KACKtTUP7n55/niCev7sPsxnnwuTxAjpYCe1hYpWXBbpcPPT1DqK2tht+vw8yToHmqsOrJa0h5sqgN12P3z3fih09sRW1TK/x+H+KjQ4gPD3IElC8URUVFFPksJcgiUVXjIDPyaCQPPudn3e2C7rKQomXuo8OorqxE28K5uObKy9Da2opQKMTLSQ1DXY8zWKUBNiV3ymTSHLnp8YzbADjbnO9WAKX8ydOyu/c43nnnHRbmWhcuRENdPQZPDnJkVzgcZu9RYqMsFMpXG8+1sPp+1r2zvmKvl+dnq2mor69HOBT40NsX5QxqC6N2vVACngWaNyDd1ImeVJGVQN6VVxHhtAy++Mui5FAqApuFcJDwaOLyJlpuPf3Pum8+i0QqhdF4HGOJJFJGTvmnkhDPihFFd7vgpQg/i/w0ydc4BTOXgWkkYGUTMDJxGJkk8kYWuWwW+XQaRibN7QMt4XZZBidI4nBTuKB7x5ephyNBRKNRhMNKaI1Eo+wFHKmq5AkUXyAAr98HnZdue9g+QEUBFkWa8vJ8i4VXOr43EEAoEIRB0e5GngW3CYKpaXEZN0mszRlIJlN8nY7nK4lwOiWpYk9O2/tTSdtsd0ATMSRqUlQrfXGbxNc0Of+phNWpRdypI1apbLBAaIHbMPJQJqHQaRfZn5VKG90fCZ1UTnImewl7vG4kxkZwtPsw+nqPIeRXHGY3z0F9XSN0+HjCjO6J4oMpwRW1nSTTmjkX+nqO4b13f4O6GTOxYMFi6H6yf/Ahb7qQt+Jw5VR5zOSyHGkadPugsy1EGok0XSeJngHobvLNzXACwuGTPXjvyEHA40P97AWYOe9SjjilMu3zB5G3NBi5PJLpLEZG+nG8L4PM6GFEkcKbx0zENAsByw9DI0saunY7QtT2bNV0nZ8VcaBn7Pf50dTUhMtmz8JV8+di3ty5iAYDcJOdTC6nVjdQEreiFQyTtYXFkah2yrdTrAOmEljVu2iix2rx+2kygZbKyqc+ceX0K7jsIQSEgBAQAkJACAgBISAEhIAQOEcERFidUlj9N/ZSDfsjmD+zGZZBiWlMFjgsk+SSHIs/fX2jmNXUBMuV4CiuU4RVGkxSuJIOVIWD+KcnnsJPf/EGGmbNhmUZvDSVhA5KgkMJaCgCiMSBPGUX54EoKRrj0X60uJV+ogExRWnRviyippIsAjU1NuK6a69CW1sr6mqr4NZcyCaShSzgjndjJpvlyM1wKATdozJNu+wltqWZv4sRnUl4narc0mC71CLhXJRxXdfw9jv7kcxmkEglOTnNjYs6OHs7WTiQRQBFspLASkIXiVhKsDn1eovFZ4fDmYXYKZLxnPbmi5bJlyP0OknBp0j8o5bxKgsLt8eDuvo6XuY+1cc5jHNq52pK76T4Z2WnarGtp8qTRALVuMhFghEtcVa+oSYLV+zvyBHFyr+T9udETxytaQurtphKy+IN2pbqBsUk2h6kN7d1vK9idHIUyBo5pNMG0pkc0ikDyVQG/fEEYmMaRmM5jIyNYGQkgeGTSYyNDGNoJIaxeAyJeAzp1DCSyROwkIDLysI0cnAZ9J0iHpU4Z5kkrqp7puhTOy0VA6Il3hyRzpVc+avyl0fj6GKKpCY7gVA4gnA4hGg0hAh5wobpO/78T+IAACAASURBVP0uzBMoFPUKvw8+fwChUBAe3cvlmTLOU5uiMsTb9iW2nyaxI2/OeDxeKOvs28peqmpbksSd+E96NmyK4nazR6/X5yUjAOhuj50kafJHQM+5+DNeV0pLkmNHohKFkchJ2ZVIhOMv5KG7PMznZP9Jvm5iTFYsbo+XxUw3edPmwd7UBk+AmUAuD8o+Fk8MIplI4LXXO5HKxnBJUxMCvgq48mkEvBZCoWq4AxXw5OKIEytKXHXsdXhcgC8cxGgugpM9R9Dc0IBI9Wz4gmG4w1XQkILuDsHt0eFyazwJp8ELy6X8Snm1gcuAS/NBc4VU+jEzjqGegzi4by/M3ChymoVw/VxUz7oE8ITgoghYeDAWT+P4iZPoPnYcgwMnYWWymBM4jrk1QXT2eHHCXQXLIMHdgFvXWUSnc5L9Avv85rMIeLxoqKnGwpZ5uLp1IZpnNqEiGISHkxtSGVXJzRxdnCwWikXvyZbzF//OSYzlPOPSZf1UjDjIuKgNIztiPqcdWcvvS+ca7ARujmWGs9+nl1z9vuq47CQEhIAQEAJCQAgIASEgBISAEDgXBERYnYLyU8/vQD6noyZSjXkzyF81hTw4bAsui7z8aGllBkODKY4EylsjsKxxf8Liw2pQ2cWDuoUfProFvzk0iPrGGuSyaRYznWz0Bc/FQibwUy/OsTh0ItfUkn6KYCXBN6dEn2QMNVVRLF68CDd0XI/5s2aygDJCS11JhODoTAOJ2Bgvh9e9XhaFNd1NOV44wklFrE0cFL9fYbRYkCw95oddyMlX8dCRwxiOx5DN5+DTPbhy4eXQyWzQRfdrckbx4eFhFiTIK7Ouro7tFIiZE83HmcVtxdFhzqLAGZNevR9hdZzKmYXb8SiwSSMBHfHO8dj1elE7ox4hHz1zW+SYIuJQyWJOaiUq8erDCdxsYZMjJkmMc4RQ+j1tQQKoSZMRBnKUYC2Xg8G/U0IjLbPmJc8cYajEVCWo2hnK7eNz5KodzZojYdA2FHCSOv3eJ5d9YEWInzEnj9JZBMvklL8phY3T0u+4QWK8hYGTBo4dHcC7h49g6xP/hL7RQyziWbT0nJef55A3ye+YWgxHXLRpWnlbyCoWHW2v1UIyNbWc3WHKzM08J9NzlnbTBEAgEICfolSrKthioK62jqORa2rqeJIgUlXBvqs0cULLxKl+U3QjfSgjfNbIcplXky30dF1I8WWNC/GmlWMhWKf2gfyKaUk93ROJ9Ox7ak/+TPoUxu9xQjkuyjg2WdQ3+7zyaU2eQPL6PLByGt5443UMDg7C53Gz5YLP54fL42fedEiXi6I0dRj5NEyKODUyiCV7EQxWw+fx49CRt6DpGqqDKdQ2tGGQPHBHToIcXLzBCtRVzUCkoQFaMoFXd22DMTaMlkub0XjNLThw4C3UcqKzBowOnkS4sgYeKwUjb8CTt2Bl88jAQNqIw5UZhZmNIWtkkMlayOZcMKwk4PLBMqPoHTiG2GAM8xbMhkbief0czJh7OUx3CEODo+ju7sO7R3vQe/Ikx+F6daDBm8A8dzcaqsJ464QHva5aZCw/eU/wPdHH8dimcnHV3Dlov6oNV11+OSrDQViZNCc6JG9cy05G5Twy5xlwBGrJRM5k4mrxoy5dyu/8rTghYnEEq5vfU+P13ZlQcNpSbm85aFpNbFEd+O1PX/eB1XE5kBAQAkJACAgBISAEhIAQEAJC4IMmIMLqFESf+rcdME0PZlTVo6m6GtlkAi63VyWSgcpGnUqlkIzn0DhzBoxcDBanBz/14wZlqAayiTH81Q/+AX1pHdHqCA/+6WjF4pwTrceD0SKBtSBOFkQwiuZS51KDUPIZVF6CtDQ5PhZDNp2G3+vB4uvb0XH9tWie1QgPiacU0UZLld0q0QlHxdLAPJcvCImn81wsHZAXR3dOdv8frbDq5iQw+w++g9jYGObMno05TbM4YpXEOYoOpME9CakUvTo2NsZRq9XV1QgGgxz9R1804C9d4locvTsVr3ICTk9Xqc9WWHWEEbV8HuzDWVVbzRnBlX/pxLOzKGoLH040KZUtEhbJSZK+kwhH0dtOcjQSrNWSYxJOVUQqCXc5k8RU+2+5vIpY5ShKikx1FUTW4uzx6noLJcwu4ErqI79jjqq0ozspSnD5Fdd+sG0iRYq7XJxwyuPlFD+cXEjlq1dL0WlygoIxhwdj+Nr/9cd48fUj0HhGguqVob5MkoApYtWpp0o8VaG5Tqr6iRF99Hf2AS5U7KI6zi2Fimx1WPNzsu0ACALx4eX8uoftBPwV5O9KNgOViFbQVwVCoQh7hZIXK0W8BkMB+HxeLt8U+ZjXVH3gmFU7ypYnWUg8pMRIfF/2deTyLNQSm+l+JmszOFJeUxM7NPFBkz3UdlJk+f/z43/Gu+8e4eX+9Fx0zYLXq0NzexEMB3kiyO2myFANXq+F6sogzAwlHQOq68LQ/RSlS1GuPgSNk3CHW4AARajnYKUTSIwOIZYYQDZ1ErmRk9DyCSxsnomBgV4EZ9+Iy65bxtYthw68hcHufaieMQOa7uPrNQxVJ7xalhRr5E0dltsLl1tHzowhlRlF3vAgNpLFif5jMOPDFIOLeQuuRN3secj7KjGcdOGdQ8fRe6IPI7G4mnDj++NYc8wMjGGuP4N581rxdvcwDp7MIuXxgOuOmYdPc6Gxrg5tra24qu0KXDFzFl8TrWZguwfOgKjavOLHNbF9UVHTxR+eRMqrJ1wqonJ0ur1xcduo2kUluE9s+zn0mf9WqMO2Ky7bTdhtj5EzkElnkEqnkMlm8LU7fm+6xUu2FwJCQAgIASEgBISAEBACQkAInDMCIqxOgfqpf3uOZCg01TWhJhhANpmE20uJjnjVJX9GR+P/P3vvASVZepZpvteFz4z0mZXlvVP7biELomVGixG7iMUcgZBtCSExCBYkQMycZWf27O45mtmdQYAGDSCEDIjBSLSEXEst205tqn1Xl+sunzYy/LV73u///4gb0Zmt6upWizlz45w8lRlx7febqPv87/d+QOxggoWrolYqqXLwoHbsolC2cObkk/j//vAvEVenkMu7Ajj5ZD6seiSckvT/dcBqH0goSNN7oJVrkuo0Co5aFiJCwSCE36yhXCpi985tuO7qK7F/3x6MVMriRUg1IbcT1attKwWbsSC4hG5owN3TgdhhiHIpsPASTn1JmxAuMK261qzLwzr9VL1e5fO+dQMBK1+i7F1dFdDK/QigCFolukalqc9sIMTT3/slXeaGG11SrCRletDb1xxwoH3YxsU8CuUSYlpZGFWo6WfCPZRqlHDUpOMblakf+T3o2vM6jRMEMeGpKSqlr6NX3f6pt8ZrCpngrT1tXUeptmmz4UiKsPL4ZLqw8vQkVOVyhnlPKevYx6/ecnkeqxsFnCr0c2dDRHaM+c1FeOK9mSCMIX6dBKqWrbS7C2dW8PY3vRvffOw8wLR/QkeJRagL3EWwNUwVbKR/twQgqjR9vlTbKYUqX4xlb1uBV4kcR6kylUrU7MdYOUzMZ3w0/BcvVNsWH1vH8cT+gQCS81cuV4RXyEuxJgJV9vFioSCWAoV8Hq4TSkEtflYsFkQVy7GRK5cEztEGgL7FhJuEz6Lgt5QKdvi14bgYXm3QfUXuSdLElRcw/ayP3PcI/umzn8fZhZqCg+B85SOJWJwrocOKgG7pS7YjFhfTE3mJf60ZY7TgYHpyHGv1Gjr1OuYmRzA34+D4mQBd0EagKynzjmshiGxYcQc7pnNAZwEjJRuFUgml0VnMb74Oo5VRNJZPY+H8KRy/2MLZ9gjgjMLxYrg5Fs9S6mAvb2GibCNo17G22hQv7pGyhyCsYWnpIhxEcFg0D1W0AgfnVmpYWPHRpGWM5cAp0EpAHF5FjVu0QuybCnDN9h3Yc/CFuP+RR3HHkUcRjuTh5Sexd8cO7NmxHbs2z2OiMgLPYsGrlvpuEJcNzg927/e0KW56fhFInlLgm89s+n3LAoNu4R5NHfzKG5irxAtY2dakLQFSpa6UT7LY3qjCWh2/q4sv0h88EMU7x8LvvfdXnt0kmu2dRSCLQBaBLAJZBLIIZBHIIpBFIItAFoHvYwQysLpBcD/5+c/Dc0rYumkLKraLoNuG4+aVj6oVCOxZvNiQVNyRkQLCiL6cTz2YgK3ARnHUxt133Iu/+PjNKG/epPztQnpS9uFeWt2j9IXrwwoFy1JFbARMKCWgKIy4mwjvVFET+u2xWI3vt6Xo1aa5WRw+dBA3XHcNxsfGkHMddNtNAb2maE1aRfh0/e9SwN8PEqzy3JKS7ShIJ5XlBT4rP0H+qKI4g78TrNZqNbEJoHLV+K9KaDfwMl0vTs+HYlVKxqcg+/B1sEewP1HhmbiOqEgbfkOl4GuIJ/ev/Q4pgjQFpAS+ymcKnPYNEZWXqrwhEExhMcJO1QcV/FSqNVv8JpkGbPqLVEmPIgGpnuvJv2yHnMN0bg1Q+R6PJYCVdhcs4KaOY84zmb+8IlxptXE6XgsXlvGR/3IvXvQjV+GlLx9FjsGwObps2PD0qCStCnDh9Are+ZbfxLePPikFgOiNrAwTxAVW+ZSKfywBmRnRSnlqIJWo97TiXABTSGBoXv0xTg0pq9vLrqk0af7NvmzAqipkZEvFehsFUa86Xh5eroRCaQSFMn9GUR4dw9hYVawv6NdKkJqjijkO0Om0RblNRT4Vjx2qB7s18YUNoy4qo2W88EXXwyt4oPetyDbXeemr7X3SGwupQZEeS4LhYtZzyoG1t77ytW/i1m/cjnY7QOxyUUuBa15jEgWi/HW0p21EFXACFO0Qc2M2quUY2zdXMTU2gvMX66iHquiWE8UoFXycvmChFdGP1kcYOehQwQ6I5+6ubVVMuy3MzI5hdvdVcKMWpqa2oOiWUF88gycWFnDf8UXcfTJAkHPg0nsbVMOGqJQ9lHL0keiiWWvDsRNUq6703XqthfpaDY7nY25+AmefbKDWihA6gFeYQlyqwOICj8ujUQEL5D0bO4pd7K12sW12O7ZuPyxz2OPHH4czXsSuK38CFRY6sy24BPZxLBC+7eqhSiAvY9GWaUKN8tQXVY+Xql/UMFZjVzyQI94XF+q0Yl+x0n62RG/BoN8vpcFTVjLpNqbunQpan2piX/1IVkDEvhXr9lD2FMaf9X//7V//Pv4XKDt0FoEsAlkEsghkEcgikEUgi0AWgSwCWQSeXQQysLpB/D71uc8jXxjBtrltyLOwVBggthwklovEaknhlPNn11Adq6BQVN6kadhpAIiAj8BDbjTA5z57C774lbtR3b4ZfqfFEuhSbMRAPaOAlBTfjSptax/Gp56rX0ld1Hy6IriyCFCqWO5DtVmz2YDf7WKiVMR1V1+Bl7zoxdixdYuo7lqNNQFvLKR1KdDUhO/ptl0PrG4Etp5dd37q3n3lH1OFFUA1qdQEUnyZazHXqWBsLEpVViBfXFwUCEi4SshqFKxSJEanRf8grQCeDqxqzC79iWDVR4yl1VUstVee4hmr1KGElqbauyp8ZPoT9zf+sul/6dtIOEgAoyAM/TgJIulHrPYXcKqBKP/2mWaeJMh7OVFKqn25DY+m4A6PYyCPKBnliKliOxtqxC+/Fz18ZBG/8/7P4PW/9Cq87ie2oFqwwYpOsc0boT8q1ctMvw5w/ollvONNv4U7jj8hsIiwT41Ljl9CaAW5lGqPE4QCpWZNhB8Zz1T2Hx6DyveeX61WsAp8FUCmFOq99jCLMlLoSRW9MnOItI9dAAsScUHIy5dRrFRRqoyiVKmKNcDY2DgmJsa1LUBR+napOKqO79gol8qojJThea7cb722gkZzBX/7d3+NPQd3Yu/h3Wi2Oz0rkfWivt68sOHCRJygkCsgiG38+cc/jbuPPAinVEFIKE0lp0B1S6xOEnraMt6hUot2ul3YSYiK08E1uyewayqH0e4qXnDFDtx65CS+dm8M365i0+YAe0bP49RSBatxGU6piEIuD8cjzwzhwkE3bqMatXFoxyyS0QMojhaxbesOlPNVHD/6AE6tnMbiuaM4e/YiVmoVBCjBch14aKHoFbHaUMcbrQZSVGt5IcDS0gICf0X68FihgH37p3D/PafQjvNwx8uIc1NwcgUkri3HkgWEJELRsXDtljy2TZQwPjGHwwevgt+JcfyJBzA3M4nq7NWy8GGLat1SVhLypaPmNmVboTxNhX9rwLpeu5j3eAzOe/zh7/Th5lxp+pb0j17f68+BaRsB1d/VJXCe5HFEldppye98L93Ppbgdx4v2DOe1ilLdtvFv3/trlz+gsz2zCGQRyCKQRSCLQBaBLAJZBLIIZBHIIvB9jkAGVjcI8Cdu/jxGyuPYOrMFThjAlurlfDD1EFttgScXzrYwNT0GzyM4IQRKq0z7XpF25MHNd/GpT34Gd93/BEbmpxB02rBiR8CqSQFWD7Y6pXrd6zIpwurYaTWk/C2QUFdZTzkfsgRPL20dgOs6kuZtd9potxoo5fO48vBBvOTFLxTAShBLnzuTqj18KX1lbV+9aYpdbQRXBpRpWnH3TMDt5Y8DBRxod6D8KQkY+MCuClcNQ1X+bfz/+LmJGyuRU8FKeEXAyhRpvriNabcBJZi+YJOif7n3emn7Kd/Ep3iTSqka1Veke1KZHIc4v7SIVsQ+rMAe74k/plAXAacCc0oxKkWLBHgouNL7EQDniB+mUZBKyr6AF5XCLypVrV4V+KppC5WOVMCy6JpRYgoP2rChlWo2rZZTm66vlry0/sLjGZkeU/Ft3HPvadz34Bpe8dpDmJ8G8hGBdIhQ3D7pgWpBMtKR4PSxs3j329+P246dRhwEoqaUavSiNySE1erUXrq/bidBs5QUqr7G8ajSokN0unVtJaD9U7VGVoHVvgWCAay8Eoup2uJbSSDOwyrQGhKmEba6TP2voDwyjsroGCrlUVRHxjA+XhWoSsUqf+i5mndzMjdwHOTyeQGr+UIBjl1ATsBtgI99/CPYf9UeTG+eQlcUowbfp6OupY3D/qtDvpySpm6kkhFw+tQ5/P0/3IyjZy4gVx5FzLlK0XnlVyvp/zaigLEGHNtD1w8EZDtJiMl8jL2zDqL2RUyMllAutrBQ83CuVhaLgfFSF3snVnH3CQsXoil07SLcyIaTdBBbediRjSAXYTwf4kUvmIQ9thO5Sgk37NyNcmEKCwvncG7tPJYf+QJOH7kD51tFWFaEeuihFpQwumkX3EoBQeKg2bSwVmtLtgBfIQtI+W2MxnUc2j+OY0cXsRqWEFaKsEc3Ie/m9b2qRbqCY2NmvIrrt5dwYOcOFKgyLo8glxvBau00KoSwpa0QL2T2SC4IiY2GjRwFvXyfsaMLgM1eSWWtBab2yyuV2t/P7lc+ulSSmoUj2knIPGTsRrS6XTx/NexXVh790RtQCRwEYhcRBPSp5vcJv5voP6x8mI14lu3PluX+oriW7AI1T7Mf/957MiuAS5vPsq2yCGQRyCKQRSCLQBaBLAJZBLIIZBH4QUQgA6sbRP1jN38RW8ZnMFedFqVN4iSwmYYKVRxmZfUs1lZszG+ZVio1K0AiarbBl0A9O0a+G+JP/uyvcaJWh1f0YIX0SjTwwaRRMoVYPeIOqLpSqb+miEhaPSTPyHyolgdeFqNSFZXNSwHC4RR283kskMLvdlDIu9i9cyeuPLgPB3bvxOTkpHi28kG7V0iLD7v6wJYU61Kwi9XUzXUM4JWhaxn+7Pvd6Z9J2r65luECLuZ9gq9WqwVCVoJI+rUWCqxKru5dgVvlk2l+N/8aELbe9Xwvte+lxCh9jIHjaSAl/NGzETlA0+8IdFHKsz5YFa9TA1M1QFV+vcpGIddL7zdp/sp7kd6j//29lHVGkhBG8vcArYaL+x+uYc+hcVTLCRzhoKyiblTNKl3ckbR+B+ePnsDb3/JvcM+p06rieuwjYZq6NgLgQouKjDqGaRdlj9CH0fT35IvjkFXlRbkaBpJ6z/HMthLBrB7novxl++j2UB6WfVgm9azEwtUR5aJDf1WvIFYAY2MTGBkZR3WUalX+XkG5WEKpVJa+TBhOWEooKyjX8eDlCyjm8ih7eeTcEJ/5p0/gR/6nlyJfLaMbcqunwm0D4tKLDeYSub1Z0OB4YZ8jJT1+8gy+/NXbUFteBvI5SFE0sYyIxXJA/J9NITWCOhZUY/+Gi8DvKLgfRpgtdpDzfFxsEqZyn5wUqRpzm7h2zzh2b9uEY2caeOSJBXTtAmCVpP2J95LYlljTqqVUyeHA4d2YqhaxZ9MWlPJVNBsraMUOTt33GTzy3dsQemWU3QhNbxZ130KSm8e5FtDsukrlDAJ3ip0tJGzTTgOT1gVctd3FxZUYD5x34U1MAUUWRsyjVMhhojqCnVs2Yf/O7dgyO4PO0pOYqORg2zmUKyMolfK4cP60FFHMVbelFndSc7x8Jw1/Gam52rjM9BfI1IKdeOVKZ+oro+V9sbMwi3qplH+qYbUVgFGf8rtS1Kl+RwC9Klj3VPsUsziTVl/z/P3CVgoQ8/W+d73tv7/pJbviLAJZBLIIZBHIIpBFIItAFoEsAlkE/oeJQAZWN2jqv7r5y9gxswmT5THxGWSOMlWrfEguFHI4f+EM/E4ec3PjCqNYhCB9xU4abjo5C62FFfzRRz6FVcuFl3cQBVTsmOIe6kHW+KTykoYBnEBTSfnUqEZ7UpqUf6UCogpQKTONvYA6FiGaulEDNAhtwGIlhK4CJwguAsRBKOBoaryKgwf245qrrsSW+U1wbZUeH8esem488PppyaLmXef1XEDDZzMaLwesbnTN5qGfgIfqVQJWwiiq/liFne+bVNY0YDXXMGz5kL6vjc/5vaHl8L7pv1nJXfSEVqwKFFXKsD16OKq+JMWPNDg1Kb6qF6c8F79H1fdnoxl9Nm377Pbl+GOnpVqUWr4QixcCPHz0Iq574XaU8/SrVP6wBE1G6SxIVYauhXOPncDb3vT7OHL6rKSlJwaschwao2NdOEhpLdU4V+n/Oa0CplJP24FEMbphU3lO0npEIK2CifTCVbYCypNVLBd6cFW1gPLBVcWCRBBIBavNyvKeqFYLhRJGRsc0WKUVwIT03ZFypVekqtlJUG800KS/apggEmhrI+faKNOH1Y1x5KFv4eff9NNICg5CTiNJ3zs3bcJLxfPwS7idwyJ5BmxTdUrdY4Jmq4MgUffmS0E9W2xJxCYhVKnjhM7qX/pxhqC3qh+EaLabCDk/+Q6ilTOw7RZ8dwqttg/HLuPC+ePwV45j77yHg7uuhuWN4+t3fBfLrQBueQrNbgdB3JV5OYo5ZiJUR1y89MVXoWB1MZEvodmOEVBR7JRw+smH8N0jR1HwKhhxQ6zZU6i3umj5NsJCEUg4inwFViOqbXnMWOB7NVnFdVtjnDrfwWMLRbjTM8gXHVyz7yAO7NstWQPVkbJsG/s+ls+fxHilhHyRCzlFWEmEldUFpSYvTSv1p9L99py5zQJdL/49/wnjkdpffOvNkSn7VUnl12p3RemNwlVWGVSbxKrwlEnzT6f4K59hs5uyNpCCZFKATi3oiAi2V6BO2YmYQlfmu4rn+b1fe+ezG+rZ3lkEsghkEcgikEUgi0AWgSwCWQSyCGQR+D5GIAOrGwT3E5+7BXvnt2EkVxCvOQGrhCNxjFI5j1Mnn4DnVjE5WUZCtSrVm0NFXAxIGxkp4vEHH8aHP/rfYI3NwLYixCQS9GzV1cCVwqtfhKgPQNVDrHyilUO8ZCoJTeo23xfYwBRerVg1YNdcA1W15gFa1K18KCZAkBRvpaxTKiLJb2f1IjTqa5TR4dorD+PGV/wI9uzZDTemVx4LvoQCnAmAeLx8odxTzZlrNw/HzwYaPtu+/9yCVVayp2oZ4rPKmK+srGBtbU3A1PT0tChZxedwSKn7dIpVYRYbqD6fDkyb2DwdWI2ZLiz9xcL4KNO+2U5MC14/iV6p0zaIuj2ohN7o/M+2zZ6v/dWCg3R4sfk4caKOWq2BF1w1D8+OYBGOiREqh4SqVM9Ua4fjzLZw5qFjeOubfx8PnT2PJPLFh5RKR0LamGRVFIupYlNG8Svp/zl42reypzKPYwRhR8aUH3TlWLzGiICVY1KrB9neSlmsvHCZPs2XsbZQcJX+uPzchuN6cMVntYhyeQSVchWlUkU8VUdGqijRAiCfF6uHpdUOGs0W2n4XZJ8CwzgvxIkUxIqiOlYbZ/Du33gbujavz4LF2Az1X/4dJf0q8+k27el4tcJb7ofH1nGV+UMDZDI9ZggY5bdRRprxlKd/dERhrgMnX4CX2HjsnltgWW3sv/7HBZbSM/jBI3fijq99Adtmytg6NYMkzuH0hbNwKiO49qWvRdey0Q4TdAMbUchWjtCtX0Swdhb1CyfhNNbQ9GPMTJZRKo1gsR2g5W1DwwoQri2j42xSEDh2sBq0kHQChH4LUeLTulrUyJHfRs61sH16BPunQ4TJKP7xm4/iBT90Pa65/nrsHqO/bYJOq4Uo6MJ1aTtho7FyGmF7DZZD5W0OlbKCq/XGGryx3QNWMuvOd2mLmqEVsOHtB1Wsyj/VzGUm9oSpqtAaPYG5CKDgd3oec0SEbDySTT9VAN4sPg1mXSSIoxBRqL7LqHw16tf/+AcfeL6mhOw8WQSyCGQRyCKQRSCLQBaBLAJZBLIIZBF4xhHIwOoGIfubz9+KfVu3Iw8bfugjIVxIlLrKywHHHz+L8fFpVCo5JFYHSZzvgRRzSAM1pydGccuXvoK/+adbUZjajCRqI2FBLMftFfDYCKzyWAJOddEqgSu6gM2AMtGAV0lrVq8+VJW/hh7AJalZUnCl2jYrbGtQo1KVqVeKpdp5c20Vec/Fzh3b8ZIbrsOuXTsxMTYqkJH+gfxxXKaqauWc9o401/BMe+WlwMRLPeZzCVYZJwIgvvjwT4jKayV4X11dFV9Cwip6sPIzs136GoyaeKPrfzpIein7/VQdOwAAIABJREFUDO8vxXAsC57nYGp8AoU8K78nA8XRetzF+CiucyIRYBLKrAeAv7eo9lKb63neTqvGWUwrTPDAA6uYnMxhy9ayKFBZjkgos01QTodVItg+WH3ywaOiWH347AUkiapUL/8mkbbl0BauPcguEj2l2HOo/lT9h2pivtgOQdQF/SkJlUSxmhBiKV9Koxyk6k/S3vUPwalRERrFKkdvImpbQktP4Krn5mQBhMrVnFeAl8vBy+Xlh8tGrMre9rngoj07xbdThcC1CIIdtLs1FEdivPu9b8dqpwmHlgYDVgR9qxC6oa770vOMeHayL2qIymtnNXkZI0rQqlSMUYxOzIUcXz7joobETeSNMZLIhWt5CHwf8Ndwxy1/jjCq48offjsCK8FoqYqou4Kls6fEymC8Oiemo+cunkHXSjC77QrY5VF4YDE1D3FC398E3foS7vn2LahWcohCG/l8AWsrZ1GwbUzt2Isdh1+BRuNJ1C+cwfSu69WiShCha/nw4ImyP4wDuLYLSn+PP/4Qzj15FDNugMbiCbzoxa9GMwCW6jVMbT+EiC6+VCZzWlZJ9mi3Wjj9wLeQNBYwTssAXQCutrKA6tgEJg+/qjfXp2Pdm3N6yunel4L2KU4ZrPYU6fTW5Y8a5qKAZip/quCfgaoKsmpdrG5/9mulciX412pULsboYnjSx03RK31Mpc5WxaxE/cqiVvJ7LICb5/izD/7753leyE6XRSCLQBaBLAJZBLIIZBHIIpBFIItAFoFLj0AGVjeI1T9++Tbs2bIF8H2E9Drkw2ECgSFR3MbJY0uY37wJuTyVaR0kkVKuph8ezaFnxsr46F9+At+45yiK45tgxR3Ekorv9Ss2D1kBmKJIohZKXaPxWRwGhrKNAFdlCWAem9XvSgn7lCJZ2gZACWGVIo8vghUCDlE6SlEcIPQJe3yJwbYt81Ls6vD+fZidmhDoSuihlLBM01UA8nIB6eXut15TPpdgVXly9sG2aSPeK99vNpvyw/dpEcBiQAawDiu6nm6Ipu//UmLxtNs79Mm0xb5ifGwMOf6tSFb/EkSkqvqM6UfGOzd9nb3z6O3NZ5dyjZc+JT0/W5IR2wSayvwU9XaIO+5YxP59Y5ibLSDwmX5vI08LTouqbBabAmJCI1phODZO3f8o3vrLH8CjFy6Kspv+qkioWFXFeQQUMrJW31NUwJMUBMuJAlQWSbSylccPwq7yWI1Y7EcrYAVuUT1Iv0sVH5VUrUBVuo/JIoyahdTAFSU6fVZZeMoVuOp5eYGttiyGuEqJmygv0/58w+P0+7rDsmO2jU6ngS27pnDTr74Fa60mbMtVHpwGmom9hLHyXN8kwqIFiYZ3qu8YSxSlmidcVH6bFuKI/tAW1tpNOQfVq2a88f3QimElBNRUmgbII8Jdt3wCfrCM/S/+BdiFMYxVptBaOYtuewGW00UhLiOXK6PWWEbiOpiY3Y2AdgY24x8IuKUxqBWHqC0tYmxyAvBKcC0XzfYa0O3Aq5QQBzZOHfkaLj7xOK790Z9GqVJGFNiIPUrCCc/VnEtoTWB7+tQjOHP6BCbLBeSSNrZvP4wz58+h1lzB5n03wHY9ZSci/YX7KV/ZC6eOolrIoTI6IYs4rWYdCxfPYd++vUjKMxKX/iKatpyQAA+PJeWVqiww1p0t9T6c5wg11VxOJS4BJ/u0UhObQlaq6JRRoaa9qamQNy9RT+vFKAGoQzBVgKr4scYKTHe7aDbbWFuro9Vs47tf+LvnZ1LIzpJFIItAFoEsAlkEsghkEcgikEUgi0AWgcuIQAZWNwja5279LnbPz8NvNoW9RJKpb6PgeWi2lnHmiSZ27NgC26XytI04qCCxFVjtQQadXj9ZyuE//KcP4eEzNRSqc3CTroASwtqB9Hy+p/3sDLSTh1Wt8jEqreF0WGMVQIDGVFIDUM0Dt1K5akuB3kM1SYryMSRAUc/hSt1IWMFiVPLArNM5uQHhDJmrVLcOOhgvl3D1oQO44bprsWP7FgEeBKxGWXa5wO1y91sXFWwIETYeLRudX1LoCUq0YrgXX30oAi5+bgArVYcsEETIytiYVO3vNU6fK7AqyjEqbC0LxUoR42NVqeKtOmivpw7yl42Yy8A+3+sO/uV/HooKsw9Wl2pdfP3rZ3HDDZtRKcdotxMsL9exadMIqtW8eGQyZGmweuK+RwSsHl24KIWJaAUAhBJh8Z/UMJQYVBwrTb/hv/RYFWW4UqzKv3EiCkeBT2IrQF9RQq1QzRd6bpBC71q5qGweFIQU30tZQOHY7c8btApwCFcFsNKb1QUIiiUVn9CL2zoq/T69jJMuuGUT9AF+2MWhq/bgTW//JdSbLfFwTc9h5h4H7UBkpEinEBtP+o3SI1au0bzJy+nDOKrnWZyKLy70qHmobyKqxpKqLM85MkRXFLdjxUkcu/dOWFYDmw5eh9VOF6VCGXFzUVLxOY+P5MuAVcDF5fMIkxibtx6AH6rCgbwGKo/VnEsAnkc3CuAhom0oAqp/kSBI2oiWzuHYQ3fjwXtuw6t/9iZUxsZRyFXRDGO4nFcT1RcIWckZ66vnEEVtgdsFfxlzc3txvlbDytoSJma2IUo85aNtAsXCXo6DIGzD9ZSfrSieQTVnV3xvw1ipgtNgVYaqhvqDI1G1oRQbHJoXGU8/UEXtVAq++i4Ty5l8rncY075qjuKVKniefl8tsPHeVV+MoqSnSk2rU40/a6fTQb3VwkptDav8Wa2h1eig6ys/786pB//lTyjZFWYRyCKQRSCLQBaBLAJZBLIIZBHIIvA/bAQysLpB0995xyOoVCoCCSkTMxW48zkHTzyxiCgC5rdOyYOfKihF700+cmsvRl0dvlgqId9Zw/v+rw+hGdpSSb7LAi2ugzjwBWia9HLzsMuHz3TKuHjS2RqYplKxzfbyMJ5+X+Vt92wGyGbTD9JaR9dTv8nW+noVEDFP9io4aZCYToFvt9vKfxbAy66/Ci+87npcceig+Ai21mpSeCW2FZRmOq9J4e0XeSLY0So5nRpqYvFMR6SBkemYqGM8HSm89LNcCuzlvfD6CVh5jwQGCwsL8vfY2BjK5YqckO0r6kMN2tJgKl0AK311BpyZ9hj+bPhv2V6oGwsl2RgbGcHoSFmpAblxWrF66WF45lsOhz8NdIZsBcRHNHVdT4n5ek15mTYEAvgEVFE5HuPkuRif+cwZvPZVm1HIt/Gnf/QwktHNeOOb5rBvOofQTuBwWyobExuRHeHEXY/hzTf9Hk5cWEDMNpV2pXeyaFZ1Kr+yXZAxp6+V0DNJ8j1/YwGr4otKlasCWuKBTKUg4ZyMDaVYNS/TdwgnmWpuwNoAMGM+tn4Nqgq5oDP4mSq21S9ElR7zMoosB3krQsdv4uCLrserfvp16LbXUBCPWqO8VX6+sj0v1eNnVDTqOUQrHWF5PXX8IKjTwFU0kRo2a2joEASnUsnp6yrXCwuBFyHq+rj/O19G2Svh/IVjyMHBxMRWnLx4HDe+9sdQ8EZRW3gSTuTDyZfhOhSlRmh1Q2zdfQj1bgKXFgValWnOZeIqCmSZqwAnYcr/RSB0sLh0BsdOLuLwlYfg2QmqxSl0xA5XpbdD1OyEvwmajSV02i0US2UgaWFs5iBOHH0IncYZbN/5AkSRAu2qvfvzYnrQDbczi6gN9wnZP1Fe0MNjSOHQQa9k0/ZRQH9fdd2cu3gN9I52C1WiXDhU4LJdxA6FENiCy+8yjguCZKqNrTyixEKQtCS+ojhmEbQgROwHaESBFEar1dawvFLDwuIyFhcW0Wipom3K/NmG5XpyHiqXw6N3PPN5J9sji0AWgSwCWQSyCGQRyCKQRSCLQBaBLALPUwQysLpBoO+955gUdPGZ/q7rSvEh1XNtHD9+Dvl8CXPz4wI/VGokAQhVSoOFXKrVUVw88Rj+j//8UeTKY8gXCuiSHxEgiSKNSlClXDUqr7SyUakOVWVy9cA8WBBnIMVcfyZVolPFqtTTav9lwKrk/+rXoMpVAYT0A7v53QBfVeiK1b0jUTg1VhYxUi5j357deOF11+DQ/n1S2Vo8WKWyt4JFAlL0wcSkYKjoiUBiPqCvozR9OriZBo/mWtUxnj+wmo6xAUaqwNUqOp02iiUWDyohl8uJOphxUxXilZp1PbVfug2GY7Ve+xiYkgarrmurwlXlotpFqOL3Z4bZ6Bp7bdJvHGVdMdQve/e0zuU9h1xVVNo2SSdVpg5wYQX41F8/htmJcYxVY3z075t49U9uxetvLKBa7CKOchR1SrtRgRjbEY7d9SjectMHcPLCkipqRjAkytIIMQvUiWJRpU+nwaqgLYtg1dS7Y4q/2o5KVb6UWpUqSv5rvC/74zgNVqlENTYVah5RwaOCPT1uDVyV1Gydnm3GlBxZ1JKqRZSSVteapwIRQNEBukEXY9u3Yf7AXthxAE+K36lUfCkgRSWqwwrvLK5lihVpYKr/Zjq/8nFWfqqycKSrxasq8Tw/3yeUVQX1mCaf3r7nL0ubkthC0cvhyRN3YXG5hZmJEoq2g5V2AT5qOHjgAOpLdSyceRx5qpTzI7DpKW0x9R/Y+4JrYOUqkoou895QR1N/qkJnMhVHDpaWHkHYsRDVFxFZJYyMj+LCxdPYu+9KeKWqVnwq2wdR1SJEu7mCdqeJgldA7K+hWN2MtbVVdNpLmNm0V4psiW+p/g5RMJ0x6GcbpBeOJL1+CLb3h435HjI2C7p4oVHEGq9TWcjQdyi+qbEAUS6YcW6n2j4SuwiH3R6e50pb5bwcnJyHkGBd+h+hKhA5CToI4YUOWi1aozSkuN/S0hJqy8tYuriMRr2Beq2OdpsqY96j6gtqztIeu72ZwUL0+F3fn8kqO2oWgSwCWQSyCGQRyCKQRSCLQBaBLAJZBJ6DCGRgdYMgPvzQaXnAlar3AkEVACU4eeyxJzEzPYfx6ZKqAC9SNPWIaxJeDTAaHx/HbV/9Kv74U5/F9OZtUhSFZXEU1DSFQpQ3KV8GKhrQasCDFGnRgEbAh6IfAkMMzJWr4IOxBqvm1gh60opOVRZFqUj72/Rpgko5fmqlb3N96WvsK9sS+N0O/E4Hrg3Mz83i6itfgMP792Pr3Iw8oAdBFyGVS1Isi0VaNihuoy8qDVINbHi6Pr8ejP1BgFVzrSo2Cm51ui00m4QJDaUgHZtGsVCWdhFlm277jRSr6ft+igptnYrsabDq0UdyfBzFAlN6xSBVO3SuE83nELgOY+1+Mrg+r+5yugSOvrSUKjOFXZXqs4/kzZXndHyf6VyoUrQZBypWE6w2bXz2sydw58NrWFgLUEgm8JP/ahyv+eEqimUbXQQogfHjXAABq0fvfARvvekDOHFhBQl9V5lCbmCqJOVLYr5aENF2G9yd92HbBIVqCEuROD3mTF9QHpf6GOsoVtXwN2ByMB3cxML0E7OdWXwgVDXyWaOi5T7G11P219BbAVYCrwS0k+6EAcLKKLoe/VlJ0kJFh9NF9TRAdbR9QlqVasaEIHWBqLpKvOyjrWE10OW8K6fnZ7QwIGSlApvwVu9LFWXeq8IJAkxuSoDiDPZvncO2iRGcXghx7uLjOHv2LPyuJ8pkKfQVtGHHEV6wfx+CMMbiWhNJrtybu3lN6ty6iJ9YovA6HDF1yLl5rK0eR2vNx87pEeRHprFYW0arVcPc/C4kbkF5VCfqemmv4CAQhW8cdFFxLbRrFzE1tx1hHGFtrQZvZA6JwwJj2mfVsXvF8dRilLqmdNsquwf1Tn8eNipVtUDVf/WVw5JVId7d+ntAt52ML81Z+b2nshM8WDkPXrEMJ1cQ8Jt3HBzauxsToxUsrjZwfGFFLBJor7G8toKl+grOHD2LhYsXcPHcOaytLksRLsJa3q/0MxmAGuPLwgHjyzcVZO+vq1mIHrv9mQ7vbPssAlkEsghkEcgikEUgi0AWgSwCWQSyCDxvEcjA6gahfvzx8710SAGJEdO8bak8fezxs9i+YyeKFYLXCDZBqUIo6mFWg0PHtVGtVvGpj30K//j1u7B5+w4gYnp8XkPNfrpnWunHh17jo6rAKh+CB1ND0+rG9L59iKNgnQK06d9N1Zh++r/ZrvfQborurKMaNQ/raXgoMJDFcRylQAxDXyAr4fF4pYSDe/fghdddi717dqOQz8HvdBGG3QF1VhoCrad6XB+aprBBr/L6cIM+d4rVja4hDTrTAFtZAyjfVcdVhcVarQZqayughWG5NIIqC0p5HoIwVLYSVC8T+KV8XIfv6FLAquwjcMgSldnExLgUsFJtTc/K9QsLyefPcPrpgVGzn1ZfR1Rg6irjSlGpimTxpYr6mMUBdVbpbr20cVOMzcAkXeV+6Noq7tPD+Y1uRU4lXpOhcMGF5Qjf+PpJbN47g9sfaeOeu2IRoF5zZRWvf3UFc3NAXg7WB6uP3v4Q3nrTv8GTS2uIaYDJAlaiWFUFrBKm+EshK8ZBYyx10+pIQhK5iCG54z3VqWkjZQ2grACM+jo9JPuKzsG2TPfTNFQ184rxUzZtLVdmFPMEzfql+qC6Ts5tLmIEtGYenUAnV9SFjPoRHh4fBKDpuWX4c+kJ+oZ6fa7HDnUJLqNoX09iTXWn5cOJKihaFvZdWcXIzF4c2DqDvfMzePR0F2fPPoRvf+vb6DRY+YpGDZyjbMyMjeKmt7wJd95xB770pVuAyljPAsWsUwwIu6UtHZDLunAxNQls37wL+/Zuw659V+Eb3/o6mrUlnDh2Ho1OAC+f02rVSFSuecdCzolhJzEKdoQcQoQxxEfUK5TRiD3Br4V8XhZaaB9SKBQFplL5Kz65VATT81RU7vTLtcVeRT4jeBborLb18ixWptTA8p62KHFcVx9HbSf7MOWe/ty2K+flj6iIaTNBzwT+cBHMziGOEpTyHg7s3gkriPDQ8VP49qnHcPbcChaeXMbZWgtN10Wr5MAKI+TDEDlaWnS46NZC2GkiZgZDQE9iGnZHYhOQaKsL+V4xCz+60Fb4yG3PcEbKNs8ikEUgi0AWgSwCWQSyCGQRyCKQRSCLwPMXgQysbhBrglUWITJgIolCeeBcq9Vx/lwNu/fsguV2pGCKi7wCIFqBxm0JikrFvECtD37wT3D/k4uY2TwniiUWRFE8hWq5vqfeoMKIVboj/YCrCtwMp8hvpOhUFcmVKlSxC/V7H9Ao6GbSz7lN2gpA1GcatqTDY2CfuQ7jBcu4sPI506H5wwd1prszBn67hW6zIQ/LB/btwY0/+gocPnhQAGurttzzE0xDF+OzOnx/TzcshmGj2dYU/Hm2Q8qo/TY6zkbnF02kAFOFsSSt2bbQaLTQaChfQcL30dFRVTiMgC4lI0wD9DTwGm6Xdf/WCjcDVovFfM8UYiOs+nTmCYOGEimgpn81/UuqiceqCI6vi+AMpDBru4c09DNHS4+BtNJRPl9HmVv1+oV1nkkbG2gm6jkLaDRinD3bhF0YwSNHmxjdXUKj5ePxR4Gzp0K8580jmK+qvZhNHtkJHrntfrz1pt/HudWuqFVjAqIeWKWSU4FJppjLQskAsjZ2HQqsqmR71UfMv4NWAGlFuS4sp5WhBH7DL6U01XBSq0LVXDB4HPMe4a98llK3pxc7BPAhhp9YCEfH0SmOSsEupXzsvwbG7HrqZ12kq3efA54jQ20sqn5eExWOqhhX38NVAzg75loVCrCwe3cBUzM7UbK7GHGB5VYOXiHGPUcewdJqjNihPlktVE2XSnj7m38RD913BJ+5+XNICIo95VXbu6eerQvVopyuY9hOjNiPsXVLAbu270F+tADbHsHCwgW4SYDHHjiBWoOLZ7q1uahFcS4iuFQ6C3B3UfJsdFiULKJHiqPS7aO26gG0TNF2KGbxQbXbYEDV+NF2CWK/oNW/tCzwtKrXQFUCWccVEMv5QLygczmZpz0vJ99t+WJRPufvAnC5WGZbsLkoBFfGM2NA5X29voYLa2tYWK6judwGRsZhX3MVxl/5w5i++gXYbnmwmy0kKzWEFxfQuHAOjeUlhI0aOs0mGqs1dJt1xB0fSegj4sISf7jgEtOSIoEVqXHjP/itZzK0s22zCGQRyCKQRSCLQBaBLAJZBLIIZBHIIvC8RiADqxuE++jRcwJWlepHpc3zYXPx4hIajQi7d++EH9cko99FARGLhYhqMpZ0UaoTi4UC2s0G/s0f/L9oumWMTU0gCTsinWKCKCsnmwfo3gO9ebDXoKNX2EqKhygvTvNKg480NBkGq8ZjtVegKpUCao41CFaNgm4wOGloohRNg4VWeu8p7V2virl4sQahKJZYz2bXzp245uorcc2+3VLMi/fONFFVsXzQX/VSLAB4lYSXpjp6+qp/EGA1reYlOE1XbVefUSVmIYpD1Ot1UUbzxUIxIyOj4rXYUxAOwURu9xTFagrHDShdNVilsm10dAQlFq/SleWfkpbf61SCNNYdFYNgcHCTNLQX1XQci3+i8QTuKVJ7u2lIaVKZBeX30dFw317vvvneREH7xj7DaVOpJZXlheo/Ns6fa+M7334CC3XgJ39uL0bsBMcvBHjwjIdDe4Fr5hyJjBVbCqx+53685R2/j7PLVGdTscoFFR4zktR5ZQNhSfozf4x/phodVLdSmqevQRR7TIfuA1a2lfFYHRif+l7NeGNBrXR8DJymgtx4r5rPVVxVtXY5vq4Qr8AqAa9pFwWFTYtQMe9aELAaT0yjU6yo9G0J4xByH/JNVvNimov38b1SDpveKKsO6l5UA+nmoTJVq3zVRKcFvgrA0XvECX0c3lHFpuk5oLuEqFmHm6siLjg48tg5nF+xBJzK8aM29s7P4q2/8HNori7j0eMncP/jx/Hok+cRE1Ib9XvvBlVNNeX4Eog379ysi/mZLZidGUG766AbdmFFPh5+8ASW15qA7ck8HyPUvq0sfqbGtWQ2xCyAxu8MR4o7JQ7hq7KNMK+NlfvpbTbo+NJRVdW0QfQ9hGdTYFzaIT3/8jOCTtpcCKePkFDGzb7NcVcZQVKeAOZ3w33xD2HqR38I+w/vwpaSB2c1AeptWEsrwOICmgsX0FxewvLSCur1Gpqrq/AbTQTtJrqNBoJuB0kYyfloq2EnCTzbgmc7WL79C89wdGebZxHIIpBFIItAFoEsAlkEsghkEcgikEXg+YtABlY3iPWjj56W4hpMZ5Xn0ziQtMjTTy7BdQuY3zKNrl8XTzibD9BamWTxXwFaFip5DycfexC/+8GPYXbbDhSKRcSRr6pE8zGaIIMPshpMpGESFX9SgZopmnyeJ7AVmwGlLOPvyks1nVas0o0V5FJqHwF5GrDJ+xpMKM9H7duaVrNq8CLpmD2wYh7kVeqyeLqKT6Q6t+EP6jyqGr2cK1X0i+movM8wUOok2iRsmRrH/n37cOWhQ9i6eR45x0Xgd+H7HVXQi/gp8OUcjL28J5W71fGV8yCtB0IEURf5XB5MdSWj6gPZZ5rYfnmDb2PFrFEN9z0PFWRSyjiyNyrBCFgJl6kYq5RHRUmWBunS3rHuA/oSewBXUbPehfeuxSj8HAvFSgmFEtO3xVg0tbmOom53ieowzDWFboaBmTkjVxcUw1HQK3V9vej33tewTIonmRR3s0O63QbbwfiRyrv6vnjsyWLpshpM2WMkCGOC7zwatRj33X0KX//8g/Cmx/ATr38JSsU26g1gcTlArW7jxS8cxeRoAkcqrrt48Nv34i03/d84dsFDLt9F5EfKEoA4Laaak2BZKVNjFqWylGdqLke7B6oa6VHK+SJQ9g8EsnYHDopA0pWAxkkgoFv1aUK6fjubdG3VLKrdTOo+/1aLMjJY1HUYqxLjxayLYullEAVbNUqVXqFtANTRuVUEn9LryVl08wqsyoX1jT5VW2gomu5GaWAox9Ido89uzdyh57PUBrwWVqXvd7L+FRHAEWJztpio5ODxvu1A2iFIbGHOrU6MdkAEq5YGrKiFK/fswhtf/z8jbDex2mjhtnvuwdfveRihRSA6/NLFxQSUx3DCEDs2lbF/xzbMly2srLVh5XNo+iHuffAEFutdRFZOVPw8pwRS5niu0Cl1MqvdU73Kl0MlKz200wsaaRKtx6zq+rr99XhSi1sm6H0duukLaqzoOUh2pfLX7VluKOyqPlcg3tjHqEaS7yj2Cw2O7YAKXBtJtQprYhbxlr3AdTeg/JIfwuaD27B33MM0lxbaQFxrIb64CCwvoru8iNbqChZWW6jXaqgvLqCzuoyk2YAdBsglCSqei5FyCaOVCqqlEkYqFVSKBfzxB957WWM82ymLQBaBLAJZBLIIZBHIIpBFIItAFoEsAs9HBDKwukGU77//uKRpig+deJ5SqRPiySdqmJiYwNh4EX5ApaEqcGLUX47AET6suhjJO7jz1i/h3330izhw4IBWeKqHaaVW00BMUl5Tvpo8nzyAEyiqh+VecSvCFg3YBKy5SgVFyKkqiSsvVrOPnEfbDZjH7975Wb1cPzwPKA6fknTavzZjKzBwvakYGqAqqi+Fe3oP9io9ue8fa4U+H/Pl4Xnfzp244ZprsHvXThTzDrqdjhS7SgQkK89B+gSGUQI3rWxNIAWxOkFDFJ+uSx9AdUFKMfgvA6xuNJhZsMWodH3fR6fTReCHyOfzcj/8lzE1RY3McdbzujWfpeGb9ATPQa5cgJvzlNpMgL3xv2Qb6SIyl6COfbpJiddIn1iaSirkreD3wMuknFssBKfHTbr/pNtLDSz9qVI59u9NAaHZ8sjlzZO66JuoEC0bzVqI44+fw5G7lnD64iK2796KV752DyaqFtYaEW6++TjGZydx48smUc4HQOTiyDfvwS+++UN49c/8MvYfGEe3FaO20kCz0cZao4F2q4HlpToa9S6ajSYazTU0WgtoNpcRxTV0gwCFQoRWu418rgxYPqzIUwpmtwXXs5FzgNDvSl/m4o3MA0wt14XRBKxJu/WBuImRo310CfFlkUXm6hGUAAAgAElEQVT7pxqluVmASS+wGFWyaG1NpXZZxCABBNp8b2wagVMEPCrv+3pIA09Nk1GBuf5LUXjDA3sLODypKbjU85WVkSzXrvrSIPgXsCpzpXo/EgJNSKiU7735UKtQ5QhhF/PjVbzjjW9Aq7aCO+6+B40gxJFjp9Hy+/YJfbsCtRDCNHh6ethhF5NFC2MFBx2/iyAOYXsek/3RCGy0OuZa+4sqA2B5aKHC9HHJjBiya+iN6dS4kPjq7w8uzPVfKj49xa0U3NKf8jtAg3LqfKVtZaHK1s4j/LBgJk5D0uVvV6w9fCTdFqwOwaoLTE0AO3bBOnAFcocPo3RgD6Y3T2DruIdJJ0Z3yUJcW0N8cQXxwjI6S4to19YQrlwEgi5ycYSK62CylMfkSAXVYgGFnAvps/Qo9gNEtBGJI/z+u952eWM82yuLQBaBLAJZBLIIZBHIIpBFIItAFoEsAs9DBDKwukGQ7733cfXwSewk1aETUVKePbuG+flNyBepNKSakmndVBPSx5TPtJGokfhEW3IdfPbTn8RfffUB7N27dwB8rpfmKexCA0lRhVqWFD0StNDjsPThVMo1AaqeKo7E86fBkwEKBAxUvxpwmn5wty2lGEzDVaNyTYclnV7OOKwHCQZgjQDUDZBKqiiTR4sA3gsSdJp1gUV7du/Ey37oehzctw+VcgntRlNiQpDodzq9AmEErX1Im6DrN+B5eVXFmgnCOuX+cqwANlKfPpfjsRcvAqNedXdeN+B3lYKVoLJcLqNUKglYprI1DVR5jxKHodfA9RPCeS7cUg6u50lBJelnPYClYUxaDaePNxyH9LnTp6TykkCLYJh9k9dkxg7Tn5UyV0tatSoyNKBoAKABLPs0jMKVOrlXQ7wHV/n+9urYZTULRYCSBu8A5JhhN0Sn7ePRBxawUrNw7NQSXvdT+7FzRwm2E2JhKcGjR1u49ooKSmUqGF3c/pW78YY3/hf84UffjxtfvQMsam7YtBbxynW32xSmJuIUcOrkOfzKO/83FEpz+JGXXo2//Oh/w46dszh67DiCqIC8VcB1N+xAFK7iviPfFShLRWbs0H+yDwr7bUHIOuiYy1jLe+Ifq8YifTvVYs4g7FTKdgVszaKIzCvphR49L1FVGdgWNh26Er5TQNf3xReTsZQ5RENNUceK2lYX3mIL6fdUGr8G5lp5bgp39ZLWzTUbgDgMG3uiTQXvey8z70gf0+RWF3Drw0hLFKLj+RzeddPb8MTJ4/iLP/9zTO/YCR8u6vQF1X6mSlmr9JwC4NkPuagjCDVCGHQQOWOiNBb7hziC5+YQcEFOfHP7hcAGOqmoU/Xx9GITD9+3zVBb9xbITGGx9VTp5hpNHzDbsNgUq2bxbzF25r98T6g8V1ZgeTkkbk4Vp5JCVu7AQoi6ngSOT9uKGHEYIGn7QJTAmp6GtXMvkr1XoLBrN4o7tmJ0uoKxio08QpSX68DKKkbrDcyHMWYcGxOeh0lPZme47A+Bj26jjmZjTRYXmt228rHlOenpy3nRsvCbb3njZY3xbKcsAlkEsghkEcgikEUgi0AWgSwCWQSyCDwfEcjA6gZRJlglvAgJsyxbUrPpubq42MS2bVuQWB0FU2MNVplazGd5PrPSl5XPr1GC//rhD+Ou03Vs2bJFQKwpSKVA6KD6SuCRBqasIs7zu25PT6iqc6chqVasilIrUl5+/bTQvmpVKIl+AO8VqRG4ptSvBqgoQNv3+eun0/eDJKqqlA9gT9U2pMJNQ4l0iNNAmZ5+BhCRRTM2nXYbRTvG/OwcrnrBFTi4by8mqmNwWd1aFIupo+n7kutOop6Kr+cLmbrOZzKYng+w2odBg6BLQVZXbBM63a7EgzfNauHFYmkAKhr4Mny9A38TsnkOLFYJp/pZx68Py/tglccTJaQpnjUEx9dN7aZimLaVUSRQle0pKts4RqvbRSDexBwPqrhOT8G6jpek7qQ9qGRUiERbcpUiuesDJ97Dlmr1mTRtb9uERYMcJnYrXXVtKcK5M8u49UtH4EdFrLVs/MzPHcbBfaMqWdqmv2gI6hKlfRIXt33lbrzxzX+BD/3pb+FVr9mi7R04fjhIjFpa233w2pXYFJ/+9K0Yn5vGtulJ3Hn7Mdzwom1465v/AC/9kRvx+p99CQ7smMajd9yND37w3+P0Uh2PnFmGTysB7aWqmKFWAzMeWp3ZU4oasKrtRLgqk1anpr1l1ftaCSuJ7lo9rxd2eupXwvPIx+z2rXjDO38VIzPziAIWHgrFZ1pU1TIfanWsVlkb1Sg/k7klThAIjFUFzgjSBOz2fHnVFfDznk9vFCEIlYUKtzf7EfZFkZiaSP8jeGYfNX1RLkz7L6vPtc9tCORdBz/1Y6/F+XNn8cVbvoJidVSAb7vVkeMrAKx/RDWv59BYweJYrFgSJBEnUdo18N4i8SHllwCbm8YPyuZF7d/ztJWuoT5TPVsvcKV6soLgakKnIjltEyDD0mQlaO8GBdBtsZahujkiOKUqndCUwJQ/rofEyyNh8UT6zcq/HhLXU/CVheCGVetJAid2lNVN2EXSaHFFEc70JArbtiG3cyeq2zdjZtssdo+P4EApjzkAu5IIBcdG2Y7hBm2060001mpYqTXQarXRajcRdH35TpRFQA3mCerDMBBP7lCrVv/d+37rssZ4tlMWgSwCWQSyCGQRyCKQRSCLQBaBLAJZBJ6PCGRgdYMoG7Aa+L5AIcKilZVVtNsxtmzdBD9oaA6koJGk2QpYVVA151ior9bxnz/0J1hGSSq/S1XlmKDJpPorhaI8Jw+BDD60q5R3/Tn/SYCAhT1UiXnll8mHZw01CLAMSDDAMmDl7pSgLQ1We4pVSS9W0IoAwgDVfmpvXxWWVqwaOCfAl/hJ34NUqhbLAiIPps8qQmdABX9PV3/XGb4qDrwOPmwHvtz/eLWKHVu34PDBQ9ixdTOqxaIC3hFBk4aS4iOrVKrD1345g+jpwKphjunjqkI7z+zVg9ZDCsL0uQ1IVxYBHdiWK/2QP+n4PS1YZV8jtCZcs6m4U52BfYjKRoXtdfto6wZj4DBwj1wwSIHWNFyPxUJS+b+WikUUc3mEUYxas4GG35XxIYsNpoq9ZYkXpnmlPXoluVzgqfnXbKcTwVOKZ+5P5eFlvdg/qY+1uMDhIGhbWF7s4Oj95+HHDh56bBWv+bFdOLh/BJYUkSK8530o6Tj3Ilh985s/hT/6yK/hxldvF5UiEuI0qnSpWo8Q0e7CUaCcMVdepxZiwrKuUvrSMuCP//Bm/PArX4SXXLsLt339m3CjBJ/9p7/GvY88hqNPrGGp0UVsuQKvlQq774Gq+Fs/7byngO4VQ9KLJ/rvhLYmvc/6ReYEGGrINzwfuY6FbreJPQf3412//X645VEkflf6hCS+91SkaqJKr2mYxZ7+NaoWW29+Mf655oCyjRxALwpokKgkpH1/0N7YZ8q7hruSEi+LLkpBy10JVzlbs0DS0sWL8BwXlfEqOkw75zzC4lxazqwALwFoAtAGQIp+xWB/jxILdA1gwSoDlWVulssViXDv3D0YLGBZXY9ZxOr9myQIpPhZf540MFzUzr04pMYNPYJTrrh6ApWxE3Js88tDoCoVqy59ZWA7OcDJaRsADVVpCWDZ6HAs9YqZ6UU2AeGq3/Je48YaCq6FnQf24tDe7di7aQpbpiewaaSCCnt+0ELUaWG5S6/sAO1WF92ODz8I0e5Q4eyLjzYtTzrdDlqtFjqdtk77D8VDnO3ARRjaldDj/AO//q8va4hnO2URyCKQRSCLQBaBLAJZBLIIZBHIIpBF4PmIQAZWN4jyffceB/0vpSoyLORyBZw/twDL9jA7NyWFqwRoJcrjlNvKg7flwU4iFB0LJ0+exh99+C+Qm90iUInQUooWiR8qj6uqhg+45KX898RXNFXgR/wVmbKZgoh83Cd463Y78HKu+HKaQkfGl5OFXwzEWA+spiFZpAta9aHXIDU0fo3mcwP4CFcIMojpJM3cqL2Mh0EKGPTVkn1FGfcVMKyFWlFIgKysEVjwynMcbJ3fhBdedQUO7N+HibEq4iBAl4pO+gB6Oe1DexmU81JH2tNZHFzmaYd9L3kpaWCdvjRCCrY1X7QH4I9RBA4DWbNf7CQIkxidkMWSEvFZZVxNxXoFUftV5QVVa3VpH9SolNyi9mU112jOodRyFnKuh1K+AFo8MBytwEc79OUMbEdlCaD8XC3SqfTLFNqSDw3q7VtKqNGVeukU7Yl1rBAupTkV7LLQaicIQwv33f0APv+5f8bWmU142Y0vQcvfitnNDrZv4yIJrT50sbQYiJhLboX41hfuwE1v+wz+5M/eh5ffOCnrB+I4KqpzZQ0iKfnigsC5hDFQFh+y4CBI0hPVZaPZQbGQh5c4OP/EBVQnRvC3f/sP+K9/9lfoRi5OX1hCkES9xRkDnhWgV3c8vHDh2kaBTrBqlOgEVwRYJk1dF7wT4JcoAC/SUGUj0FOscr0jauHQVVfine99L5xcCTa9RXtlpQgkDQRV9+vQi7M3kehr7JVK6hc5S28zUDzNqDZTENZYTKj+qyBmr++nthf1rO4xSv2pejoBIWMf+SESP5TxZLk2iuWSANT+olUfVCuLFeUHIK0m8E9n14cRZM6kQpQ+uJy3pIBfpNW/Rq2aslAxxf1Etap6tvDinl+q7vemSJ8sgOj5tTeO9GIIxxMX4LTvtBT5sx04uTxs15VieA69S11XrEA8V//k+G9e3iPAJDin60x/icV44CrFbBTEAtGlUGDQEZuWkmcj7DbQ9NsIOSRsHrMAO+F8QesSH2v1OhYWz2Hx4kXUaqvoNDti/yLFGCW7w4FLqxJXe5WLWFjrc/V3yPt+9VcvZUhn22QRyCKQRSCLQBaBLAJZBLIIZBHIIpBF4AcSgQysbhB2glXxI9QPeZ5XwJnT51EqjWB8chR+UJeUYKbnqhRUDShsT4BD0bVx5MjD+NO//DRmdu+VB3g+MPLZ2SiWBEMSYvEazANzCpB4BKsp/iTqJmIwpv5KIRUq3oBuHKG2uoTaygoK+QImJqfkwVf59nEfBVa5vyifCAr0fUnibUpeJn6sQy6XBrwqgKEAjPFzNQgsDVZVyncKpGj7gDT4UVBapdU6DmF0X/VIuGNokVgESjGvCN1mHW4UYvvWrbjh6mtw5eGDGB8dlRRcFrVKFzpKF/F6zkbWcwhWezDbGgRYKTYkl50GpvlcUZSrjUZD+hPtKUZGKuIrm4bj6X2oVu1GvsCPxFWKUimIxqrkoqDT+lTt7UvlmkUwwwJU0t7K35Yq67xWSiuOqlqY/3r0USUiJMgRD0rVFFQHhtKftDpRGUvKtuKs+xSrhgShtmJVn7HPKiAVESpSTS2AUlUr5/UfnJq9rOZNEKC2HOPWW09iaRm49ZZb8OUv/jM6tQacUgeHrnot3v9v34gXv3gapVxOwBPQgZUUEMVMs47xzc99B+98xz/iTz7xK3jpy7YJUAtZjb4boVDMA06g/X4Za6qEVREm8d9MPAQES4y/wzFF3SzvP4SbuAhaXfzme/5PfOxvPo+4mFd2ConydDbQVsFCFVNTsKhXyIkelbbyPY0jjjPlwSxtJrYlxpNZKd9lbuCPLOToeS8FVtllwriD3Qf24Wfe8IvSfg6PyxR7lc2eshswWexGqW6aSJ3fLAz1ZghDzE06u74rUVTrayCAM39zf1u8e224fL+ncNbbCwNlcAcL2KnMAmXX0l5rIu/mEPohvvClf8bLXvYyTM2ovmQAp+rjCsrGAqlZ8MlT83UcwuGcKj6mjA1jGsuikkOoLgkMylt4eN6jXYCZj/UgUuMptXCRVuMqWG8gvVYqm5bXQFWKLDIujoKoLALluI4spLDvUP3vuLYCqa4nPsg5x5X3Xe7D+9CWHWoBpG/bQUDPS3DcPBqdDs4vLYELXzmvgEqpgolSHmUXaNVrWFxawOLqCi5cuICV2iq6oY9CqYhypYJ8jn6uBTV+I6q5Q1Gv8l/JuqDlQ6A8e1U/5VgH3vfud13WGM92yiKQRSCLQBaBLAJZBLIIZBHIIpBFIIvA8xGBDKxuEOX77zuhU26ZwkvllY0nn7iAmdlx5Ar0WNTKM/0vyQiL+PCZsEgYZCf4yle+hX/4+newadOWntLQKFcFMFAJZypXa6WngQ5EVVT+CVCgYiiJBVKBCqmCA68LxLkQLT+P8suvx2te/UIcvesenLr3EZx57CS6tbrsX66U4HB7x5PrYwVregK6fIi1tdrWVIumolZ7+qWVrQYMUNmklHaDFcPFR1CT1LTKrYdTNEBLAz8DztYLvxZADqT2K1Uk1WKxpI/aSYwts5tw9eHD2Ld7N+Y2jaOaK8GKIvhJhDCJBHyISo0n0b+ba+jrxPRDfEoprDSVT309nUXAetubPqJOn7ZTSKfBa9iV8jZU6uf+K31etgH/JlhlwRcqyPKe8l99aiErVbhmLVhDPerCdvOoFIooeBZCyxP1I9WSBH4qbVp5Q4r6jRBK1ICJFFCj8s21PAF1vHqBhEZZZnEBgJFOkPMc5KWAGNDqdtDwffj0TRSFKaEdwUkkcLLve2kKKEXwI70AIH6YAaI4FPASRvReDNU+EakVQUyMt73mdZc1T/pJB63FCJ/+0jksONtw4v67cM9td2JhsYX6Uhuzsx4+9IdvwvXXzqDoeHAJmgWzRbAiVlOPcetnb8dNv/pP+Mgn34cffmlF4rFwJsCX/v5b+OFXXYG5/VPCyizQg5Px8kSpa1n0Q2b6teSaSx8VEE0Yqvtqt+Xj45/8B/w//+EjuLAUgCsPKoW9iCBq6EUaF1HchWN7GnRrZapKeodNwwVZHGK8qBxWFgDGYzWK6B+t/InNPKSC2VdXsl2VshBo+G28+EdfgZ//pV8UrS0BGdtEVKBpT1L9exQoVaz5zMwpbFcFb9XCTw886rWRNIjsWaXQ21THJu0DOug+ml4j4nU7SKJArl0wJ31RpagXGSaVnTZyXh4XCQGXl1Gvr8miA8fR6OioLFwQCOY8D0GXliq6YKBYWuh5Qw/VNFw2wFssBVQVMMQhFZqqqBiLeplxVJHj51WBROJqs8DGffS8rHqFKkCVttNQ2xKm8kcpVaVwHMevx8URqkEJUglO1WfD/5r35H1t1WHOYeZ5xontxeNw3llcXEQonsoBgm4H7U5H5hJeD2PGH69QlDmjUChIQa9u4Mu8zRhzccgXqwBV7E76EFcIuXAY9rMrTN95/7sysHpZk1y2UxaBLAJZBLIIZBHIIpBFIItAFoEsAs9LBDKwukGYCVZFnRlHYgPQ6fg4d3YJc/NT8HLKz9O8lPpSlZOJHQueVuD87d/djDuPPYHRkTF5eDQPzZLSr55aNWzSnnJaEciPyNY8PihrkCZglemTQYxujvDWRWz7WOq6mPrp12DbK6/HWtjFPguYPXsRq4+dxp133IvHHn0ca0srcPN5jFUqGGUBJM9Bx46kCIkUaxdvQT74qwdoAtx0pra53rTSLA1QZf8hGDgc1jRk7H+WSo/VbxpVrNnGQBZzvh4QJZCJQthJgoLrYe+O7bjq4CHs3rUTY5NjsAi3O11ROlKl29tfoI8CwSbtuAdbNRCi2mu91zMBq4Mq3+cGrPL8SvWs/EoJNwg0CH0IGQViEIBS6UyIRAWiDVxYO4/VTgNuLo+cm4PH6u7sq1KoTEFSKkOl33l5OF4BDn1BJUhUMmpfT53ardqEhYMUEImSLihq82wPMxPTmKqOI2c5aAQ+Hj/3BI6fPKHaQGCfAqsdXcBIiuJwcUGnkVtMU++lrWvoJ4WMCFr7acKCOS3gd990eYVtwgRYPdvBJz9/AueTWTSXLyDs0BOyjZxdQOIv4B1vuw6H91aQE2U6aZzyUlZgNcFXP/MdvOM9N+PPPvk7ePlLSjKWOw3g5k9+F0cfP4Y3vPVfYX7PhNSccqXLxbKfqBF12jhBnty6ng+oZmVbsFTbY4+exRvf/F48+OgZVXgotrFl8z5s2TqBditAFHqoN2pi80A/y5AFf8IIvt9F1+8iiRsKojLGopKkwjSEa3fhugSFvGJd8V0XizIqTTNeBaILWE3Q9Dt4zU/+BH7uF38JPhWauj0UMk/VPVK3iJgq8pTqWsYEgSEhmrlnDdyNSN7EQqXI919MrOerN+/qc3AhSH1gEur1PuzXAq2VNyrz2Kli9aMYZdtFMV9QcD4M0WzUUautIZfz8MD9D2J2bhbbt23H8soyHnnkEcxvnsfcls3ih9tT/eqxKAWoDFTWQJp93UliAZU+fbXZVXnreiGC6lZRc/tdUXGWi0U4xhNVX76M354yXGU2EAyLfzVhqlbzileyQ0W5AqkctwJWUxCVvw8A1PRnUiBRzRe06+gVE0wp0mWxTeZ4C41mU9SofPHapaheuQQCYno/s+G5+MFFFYJT/nCO6nRpV0O/1bbEhGBVLewo5ap4z7KQWWgsKnSzJgkysLrBf1Kyt7MIZBHIIpBFIItAFoEsAlkEsghkEfgXEYEMrG7QDGmwWiyWsbS0gtWVJua3zMJ2BoGgAquKvSRUD0UBYj/Ah//847jYVT5yprgPt1VAS5n0CSjT6dYDykSW1OmlugqSkTRdJ0yw5gawIxeuHaERF3HFTW9A4fAsFkMLHRbNido4XMhhXxCiuNbEY197CF/79tdx/333Ad0Ak1MzmJydQ26igKDdRtIhZmPV8wgRC0Tzr0BVeU8rqAzY60EXra6Se1D1tAbSXg1USUPowXCvD1apklz3WIyT8gYQBS/pM1PPiadbK3UgCrF1y2Zce/WVuPaKqzA/OSWqR0Im403KdFjNwRXAEpg8CMmHoai55ksFqxsdL33vaZhr4tT7XNsDDJ/3KXDaFHixHNTrDYEUBCNUjNFrl4q5duzj4RP3Y7GxBNvxpDiMgxgBQbr2dBRIS8juOChXp1CpTqJQKAkkEZ/EtRWxH6BFA+GNVGsPA3TabXQ7TI/vCtSrlsdw9RXXYffWPSh4BTSiDu568G7cdfd3Ra0W+h0U8zaKBVdUhIyBAkTqTvl30VUKSQORBPxLZ1Bp3SoNXAEg/rzlde++rImUoK65EuCbd1/AYlTGaJHgEqitNhB1bIyWE7z0RdOYm9RWHZKrT8W2BqtOgq/8w7fwK//68/j43/86rr96QmCzbUforrq477sXcPTIMezaP4sXvWY/LJeWD4TIrqSU06LBiRRwCzh+zLhLpBSUQNS1NR+33/UIbvnq7Th5cgVf+dIdeMtbfxm//ts3CqimwtgPWghbOXS6IbptH10pdNZFp93FylqCTreLVqMpSsH6Wl3a8cTRI7j9tlsQJlTSUhUcKC9pvbCSdrNVKkv2mQSNbgev/PEfw6t//McRcPEoVbCup1jXwFvadh1PXrblgPdqqvWGx0S6YYlIzas3vtj/hywlzBwl8xY4vqXsGLxCHvVuB+cXFnBo01ZRPVNZrQrtJeIP/PBDD+O2227Hz/7cz2J6ehp+18d9R+6ThaZdB/crP1Zta2LmcVfP4crwQnVU4cdUeNIfmhBVjq8tMsTORUHoVmMNrfoaPNeGR0W0SzDZHwtJzwpBgdS+YpUgVVl1iIJdrDp4LwquioLVy/XUqaJaFR9Tpv4ruw7xXNXerFJYTlsCpOciMz8QEPPFY7PA1urqqlLO6vk4V1DF9Ph9wRhxHmq0mwL5lSo9ln7ZFbjakbmGkFUKsYkCPVXMKwOrlzWfZTtlEcgikEUgi0AWgSwCWQSyCGQRyCLwg4tABlY3iH3aCoCQ6cyZcwgDG5vmp6SaePplFKuigLKZwm+hvrCC//SRjyIuT8hDvFEamgfy4dMaUKT8KbXCkkWZpBq2SgslW/CSBD6ru/sEHjEW7QoOv+0XkN8/DrfgoQkbD9caWKx1MOm6uHrzGK61YkwFFpYeOIpvfPlruOueh3DuwjLyToT5uTmMj1VFfUgFEdOTqabqF7uRR+0eNDAP22nIJxBDK1aHIWoaxqYf2tV2fYCa/mwQrCpYoZkFiLksx4KUhmF2rAYjrsNK9D7WVpZhRxG2z83h2quvwvVXXS2Frug3yAd63qf4TQrXVmn1cgatykpfh2mjSwGq6W2ea7Dau6ZEQeAe7KaCUkv8qBxj+y0sLMh7TGUeGR3FxcYCvnXnLbiwck68FZmS7FjswaF4oqoUYlabjwScjE3MoDo+i0K+KKAtCAlWV0UZaTkJPI89Ui0OEKYSWudE5RyhWBjFgQNXYNv23fC8ImrNNTx+4lGcv3ABq6srWF5aQKWYw8T4KGZHyn0QJACJ96VgKZVxyjOStgS646sSWOpzgazKT/PG6y/PCiCBL/AyiB0EtoUcgVmUSBGees0CxXflMkEp/VAJc9V5WZTIipVi9Qt/9w285ze/hL/8m9/Ai66viiezwNUoJ8T0/ntP4osf+wa2z2/GK/7X6zCxeRSWa4laPNex0Dy7JGnS+c1VmTdc9ml9b6Y/il0ILPht4A//418jjjz8xu/8L3Bd2gJwLKhK9k95ibXAOgWiAHz2776KX3/P72K5vozYCmTxwYzytBcr3zNWAFza6fgd/NTP/zxe/spXokuwqv1vzc5qSGv1KrTvqJk5eqpOXeBryB7DjBmjnDbzRm8MpgSsMgbEC5VQVPk5p8cF91H1pTi+E/hRF5XxcVheDheXV7B7YgaNel1UvDPTU/A7HVw8dw6rqzXMz89jbm5OICTvpFgoCpx+/MQxgYZGtc9pQ3ycGePUwow6rwa6iVGYK0uCs2dOYdPcrPhBS9o9i8lZCQqFnIBX2LleM8r9a7Bqxj+Vqb3vCb2wwPHLcSMevLZK9adi1dFgta9kpYrVUT7I2mPVfKY8lB0VS+1Xa87J+dXcs8z9loXaWk2gqABZkma9DeNB5TQV022/rRWpKj5U1xv1KufhgDYAARXvCryaxca0FYDpA5li9QVTVhAAACAASURBVAf3H8TszFkEsghkEcgikEUgi0AWgSwCWQSyCHzvCGRgdYMYHWHxKqYuE3i4OZw4cQrl4hgmZ8YQxaoye1odJeCUnoO2JYVrTj7wKD78yU8jNz4vD9XrgdX0/iYVswf5pHgH668ogMSHbPG/pMclH8KRQxB1ETqTePnrfhrRSA6N0QK6kx5QsbFkAydbAXw4mHSbuKZSwf/P3ntHSXZV9/7fmyt3ztPdkzRBGkkzklAWCCGSBAJZFiIJGWyCEBhjeELYD4MjwSbJgIEHD/ww2AJMNBZggQIopxnNSDOaGU3qmekcK9/4W3ufe6puVVcLuddb+r0/bs2a1d1VN+57zql1Pue7v3uzpqDN9zF3chb7ntqPo/c8juNjxzAzN8dFTrLZNJJmAlRZmifDoaelhFjiHuoBkwWiomBVXn8zjGytWm1M95VHlts278NKWkobVwKolELNFcx9Vl75AUG3AG6piNLMHMrFPDKdWawZHMGGtetx+rbTMDI0iLRlsZqMiq+I1F7xkvBAAJqVrABW7lDPprZrtdfvUqzK9hXdV4JFCd0ItPB21BpME2NjY5iYmEBXZyd6e3uRzmZwYu4E7n/oDiyWZthvUSr5qBgVFb0iBRsXQwsC/puKs5mJFPt2ivxuagc2+3AmTLMGduR5qY9oDLDImiBAMp1FKtfO6li7Wub/pPgrFivI5xdhGTpymRQ6U6nasSRIp2P6YQOrt59I1fewL/BNh0D5vNMu+92jXIstuGo8K5aFalbQObI98KAoBEZpJ1J0kjJQVLen/k3eqgRWCVr+/Pt34303/wr/9oMPY8cZKYZ5quZBdRUEXJBKgZNX8Ytv3oMTT03ixW8+F+svHIDm6pjacwgTe56BAxWnXXERrO40dFKrsu8xaRrrvsW8ghAo+F9f+hEKS8D7b7kyLIKVINwJRU1Elj7qN0vLD+IV5s0L/wv8xw/vxntu+nPk7SXYfpXHETI5IIW8Tx7MZAIhU8EZrlK/V1Cxbbz1phvxwstfwqndAiyqrHatgdHQ0kHATy671Oi/Kp9dbVElvD72Ww1l//w46jYp3NbCImi1AnVS5hy6qtTboyznRQXvpP2CKAyVyOSQ7WiHV7JRLBSQX1hAcWkBlmkgZZnIZjKs9rUsE4lEkmElKS7pXqZnZ/k+o/bL4jmFEQ5l1bStsFERizekTiZIOzcziR99/zZc/pJLkUlmkUiGXqRmWDiKBan1hZ4oWBXjL0F0ATJ5MUkqt0PFqlCrimOxFQAtTOjSHqDuryq2if4tfmdgG/av2rOXhcOEvJxBKt0mWSSwepf6Du0TqmcpVgRWSeVeceqp/uTVTN7Y7KfqkGWFsK0gCwCpaOW40TP26m0pBqurGtrineIIxBGIIxBHII5AHIE4AnEE4gjEEXieIxCD1RUCLsGqSLnUcPDAIfT0DKKtIw3HrTZ4dvIE0CfABNiKwkDr8bt+i2//7BdIdA4xWOVJKBcBqSucoqosriYdfs6AQZQrEUq5sEqzzxNdn/0aoVjIV/Lo6N6Ea696g4BCnoJ84GI+o2KmA5jNeHDbNCRUFd2Giu7wmHO+hvEA6CvMAeOzKO45hGMPPoH9e57CUrmIRDaFru4uVj3SxJfSNqWVgYQuciJcm/STZ2vTq1lFVocQoWdf6O8qoUwU4LZSfRKvINBMRX4CSpcPoRGl8pJi1a6UEFBBp4UlTEyfRG6oB+3dA+zbl7ESWD8yjDO2bMGmjRvQ2d4O1xepq1HLA3GNUZhXv6lIfall99qssPtd/Xg1YJUAG0ERenF8QkUb+TNSaj6pVSlNl2wARkZGYJgmxudO4ODRJxCopTB1mCChUMwxzNcZ3fM9C9AqiuAQEKLtRKo+Fa6hZPBE+J4s3iP8XsW9CHhCL/LWpLZMCwOkqCNnVZusJaiPUIEb8oGVBYBqYssQxLENhASBMoqs466pEsMA8FbnbX3x7wp1y8+JiVE6u6YRUAR8RRfFpEiNHrBOnMEqAoqPJkAutVdWsGpsi3D79+7Cn9xyJ77LYNVg+EwLILonCsWRFYNTcqD7Ku69/Qnc/187cerp63DFNRfjkZ/fjtl9Y1BSKbzgLa9Cx4Ze6AR1yQtUGK7W4iAVqbd+5t9h6b14x3sv4vT2wCNlYhVAFKxyHrrYl/wGRF2ysKeIuH7/Oz/Hhz74N8g7eRSdPCsnVfa4JKjcqCQXTzYQSvbAwzs/8H5ceOmLYId+rsK1QzybaJ/lvk9AOKJMlV6sAhTL/aL+w3KhRSg9o+OFT0W4wjT7+gOlewx7LN+kSMPn6BGopGsiewxdhU1SZEWHRmnrXCyKnmqAMpFq8mpmO2GC4XVYSinq1O7Jv5hVqGERJ1LKsjI3VKdy+5eielrsoRR5agvcDwwGnvOzk/jal7+I69/4OqStJKyExXYmvEjGBa186JHCVRKsinupe6zK7xHZ71ixyn25DlH5b43gq7BjaASpBFbrcFWqVcX3jxhbmsGqzv60YvGJXvPz8zVrlVqwqeeEVgD0s+KIcVX6c5OtrgSrBFRpTJafy7bTCqzS8T90442r6uPxTnEE4gjEEYgjEEcgjkAcgTgCcQTiCMQReD4iEIPVFaL8xK5jQOCw/1216uPwkWNYu24UlimqmfPEV1ADMRGlmWcQwDEcdGXb8b1//iHueGIvMp3dCByCH1IVKbwM5UsCOfLq49+pSjspCP26akxWk6bPuaiQV2WoNltwcPqZF+PyF74UAaVyq4Clkg9egKLrouDZyMPBxJAFv1dDe0ZDW6DjqB/gznIZDhLIKj7O1IFtvgfn6DiOPfAoHvzVnXhiz9OoKAY2bVyLwaEO2L4PswAU2RvSg8Npxi50uk5Dg++RoklMzOVkmiAaw6iIZ2p04i7C1+xXyxnV4UsUu5GpvlxVnFPG66ngvD88VtsRXCxOT6A6cZIrVXefshltA8NwaBJP6adOlYtaDQ4MYPupp+KFO7ajr68P1WoJxWKRARId21HIb5OOKXxu6ZnwMxaku3bN7PcaFrFpbkatFbp1aNG8fbPCN9o+mn+X55Xv098ERMfGjrNqdWh4DYaHh6Hq1EaOI1+YgKYRWNJE6m6ojBR2mIK6kfZMUDhZVE0cvcY9+Rf5l0zPl4+pORW9Driiz7uOzVp3Om7/rbLamZbVvVije5+7ZXVglYicUFWGFI7ljWS5IYB9RAgp4hBQhAiC0QICFV9Scdttv8JH/vzX+MFPPoKtpyYFjOUQshEnjw/lkg9PcWCZAQ4+PI7P/89vYnSgD4Z1Ar/+6f24/ua34rXvfz0S5N/KBeSM2nXVYH0I/b7wsZ8hs6EHb3nTBXhm3xwKThJn7EhA5xRuuh96mmEA+TqF8pwWISiwpEkk2Petb/4Yf/GXn8FCOQ/XLUELyEsZwnOVvValRYeIEcN16mWBj3f8yftwyUtfimKlKoAz9f8GuMq9WjwiSoWveY+KtxmuRqCpGANat4cGuBqaWDdsGu64Yl+TFbLE0CyuJVI0q35WcVRhQxABukLyWh+Lovci320AwPV754gFjigspeqYn57G1/7p87jhTdcinczAtMwQVotFCEGCZV8UbTIKOBlqyoJVpFpltTot1uk1z2H2Wg0XTIJQvSqAq1CxSsBaK1bFylaxWFOzA5BwN2K3wYs5ivRkDjA/PycW26jIHAu9hTWI8F6mAmouF6higCoXWyibwyPFqkj9l1BVWgDIhTqWGTfFNrYCaN0/4nfjCMQRiCMQRyCOQByBOAJxBOIIxBH4fyMCMVhd4TkwWIUDQ6XCQGWcnJjEhlPWiWIoErRFvP1kIZdAd5FLZvDVf/w/2HVyCun2DvgE9MIJa135KU4soCxNrsOJNBUXCgsEyUtjsCoLXBG89G0EqoqFkodLXnQlzjn9LJ6w0rUZii7UseTlSCohBAxBpvUq5jM+3HYLWlcCFU3FfrWKYtVBJyyYmo5F2DhNNbF1toCZvfvw2N0PYu9DO3FyfgZd/X3obu9E1tBRVCmN2ofpEYT0UVY8WAEn6gulooSNlNoZAQQCotSBsSSoy0GLnFzXt61vU4cfNRhJMIyqaHsu5o6PYf7YYaRTGfRv3gI928H+fgwjqWhTVVSpJh/cvo42nLltG3accQb6u7qg0eSfgECoTuNJPz0j8rlk31mhWmulPI42o5VAj9ymFUT9b4HVqB9DiDsJaucLeSzl82hvb+cq3YapY7Z4DMXiNFRNgDdKN6bq8FyFJ3yJNij+Ftq81q/6NYYWBDUp5HIaGlUhP5ehrqbgbQFWW+0vt3/B5kufy+GXbfOzH/ySFwKSiQRSSVIQJlhJa1qGaMPSz5KgVOj7SgsIARWUIzVgoOBHP70Xf/e39+CnP/0INm1NsgJShESAVVKVEnwsVRykEgHg6jixewn/9Omv4f47H8VCYRLnbdqK19/0Lpxz1VakshoUsx6Aegy55+CTH7gNa87dhjdcsw2/vfMwfn3PMdz0gUvQ0y69d4Wyt97PQg9eYQ7L0NWzPXz9q9/D337yi1zYLPCrgFuFR+ptj2CpOJdQf9bTsjUl4MJFb3vPe3DZlVegVCU7FA0qC0nr55TnFtceHm0ZSJV9ePnnrfpOs3r1ufa1cOmrBchdDu/kMVcei5pRe1RpK/ZuUNkzcHRoZYbB6sLMLL76xc/gLW+8Bpl0jq07xFpcXfVNaufad0KTcrQBrIZjLI/zcryXnqs1sCrsAIT3auih2mQBID1WxYJd6F8c9umoLYCmi+sSilUBViuVCqiFe2SP0QRWaeGRxlhpoyChKf3teSLlX1oArARWo7GMweqqhrh4pzgCcQTiCMQRiCMQRyCOQByBOAJxBJ6nCMRgdYVAP7HrCPvkGZqOyYlZFEtlbDhlLftN1tWkYQXoMBWaJ8W6B91T8alPfQmzgQY9meRU02iaexSiifdp/h1Oqil9uskygNNWQ0sAdgEIPPbxKzkaXnP1mzHaPwzPpYRrmsSLKt4EyFRS1wYBDPrECVAJPIwHNvJpHbapotQeIJ9UoSc1zPoO9joFtKtJrDcsLmiTqVbRf3IeMw/twTO7nsKBZ55BqbSIZDqNnJmAYSXhJwyubh6oVP2a0qTrkKH5PqPwgT+rS1MbnkIjRG16QJFU5ZqKkasZcfSRn5lGfuI4Ojo6ke4bgKeSApBiJlKk6bxCXeXBJksHL0B3LofNa9dj26bNGF0zjLZMktV5pGCj9GeKpfQ0fC7A8LmA1QbAHN7i7wKu8nOZkisjI0SmkZzvsIJ3ImVhfO4AypU5rlbv+4znQ8Vq4/asPpRI7XfATbLGiL6E2rXx1er+atcbUfkuu+cQLsltG+NdvzDRXRScs+mFqxoq29s2MUClQj4GWROEldItBmEadM2ASW3cTMIwLai6CTOVg2aasDQTlm5hbHIeh4904Y5f3oyNm01OPZdgVShFqWNosKsuDCP0o4SGpWkbt9/2AL73L/8Cx61gx0XX4qpXbceZ5w1AaxdFk+TihIiPkFl+9D3/grNeeQFec8UopiYc/OIXh/Gy12xGbydFIlSLk0qS2wNZPiwHq3bJxhdv/RY++8VvwmdXCAeBU4HtVlD1bShhhXah2a2n+BNYrTo23vSOd+BVv38NSlUqeCXsHoTKMATyoVJXSESXp/TzwwofYyh0rQtcJZxcQcLaCnpG7TmawaYQubZYJmhS0EfHpeZ2F45mrY/D17scuPIt8rk9QCOXXp2L6n351n/Am15/NXLZNlhUHS1Uv9cWFZqKVclrqdltSMVqBKxyq+L3o4WthKesKARXV6QKW4C6FUBUrSoXjOiczQXi2FaArQBEWyQrgGq1zNYfBFbFeEoWIAKYSrBaU6HSN2mtSJXIaGgoWBV69PKzihZECwMQg9VVDXHxTnEE4gjEEYgjEEcgjkAcgTgCcQTiCDxPEYjB6gqB3rXzMBRVFOYZOzoBwzKxZrQfdrUSzRatpWuyYpUqPFsa5k/M4uOf+zK0zl5R2TlUJbWCchK4irIgIvVcTrSjxaFkEStXCaAHAaquB8Vowxvf+EfIJtKR9GGf7Qto0qsYpLQMuNgOiY3IboCqwju0v++hqHiY1T3MZVUsdVmoZgHVC2CoKg6VqxjTFFwQ6HiFomKxvIADExMInjyG3Q8/hqeeIj/WEjqzbRjq7AWSOp+Tr5lJRYgkQrDRDNAYvKlio+hnDKRCVesyaMHwsDFdVxzA54JWmmrCt6tApcTKQ0814cnccvYkjVgLSPpB6mNSFzouUokkVwnftnkjNm/ciIHeXp7o02fkP0mHEhBDkCH5fJpB+Ep9dyUo2xybVkA6GqdlYDXizUjbERQ2TQtmQsfxqafg2ItQyAM3ELCN/HibWWgNrIb2Da3uoVmxKrdpBVZrn0XJ1wqBaXj+EajbGBdhP9Acq7NPuXhVQ6WV2VAzH62BaY6OBGXU43S2TyBIKZqxUKyaisWwrBooaGu/CHf/6qNYt0HjAlChtk+AOE7B1+A5pPz0oZuAx/FQ4RUquPMbP8bE/iM4mT4TF5+5AWdu70Db5h4BKcVFhZ2ICmYpuOVd38Kl152Pl102ysXrDuyfRtHWsH1bZxgX0lqTXygBVaFcF7izrlgtF8r49N9/DV/9+m3wTWoLDuCRH2YVTuAicJ0wTZusBKRyleAggdUqrnnL9bj2+utRsV0uzhVdSOFuH02NjzDHhvcjVgFin8axomXba6l65V7Y+vmHxc1+lwI2PDP/4LEnagXQAsouh7vLvaXl0ELPn2wYVBgoLi3iS5/7JN5w7WtZUU5gVSjhQ5sROv+zKFa53Ydjj/zOaP5Z811loCoKUnFhqaZ0f7XJJkDsJ8Bs/ftItD9a1GNPWV6sEYrVublZVKsV/m7hMZ9gPI2hDFbFdwBZAciYNoJUAdulUjWqWG0Gq3JxIQarqxri4p3iCMQRiCMQRyCOQByBOAJxBOIIxBF4niIQg9UVAr1z50FRbd4JcOTwCfQN9qOtIwG7SumyTWnUIRzw1AAd6TQe+83D+MptP0Db4DCnlROck/CtFUSj96JgVaaHykk8++aFyMbXqDCKj0rFRVffOvz+71/Pto/FwiKqdgW9PT3sOUo+eqQS4uIrhgevAi6qo+s0sfWhG4DnK1AcoOB4mPFtzCcCTHXrUAcslAPgMHmvVjxcrKn4FUp43NNxnhXg7IoGjM3jt3ffjXvuugOHDx9CZ3s3BgcHkc1mubAJ+ZIy9oiAAwYOUU/SULFaU2wtAxlNhb54Wk8gognEkBUAi6l0fjaaRt5+ZFcg4JKYvPvExWrQVjgUCozCVgE6eRiqfO1epYTerm7sOPU0nHPGdgz19nFFeJvUyqE3p7wXfq5c9GalBPrW0Oi/C1Pl+ehnM1iV79H7VJCJYEo6nYbr2Rif3QvfL0JliK1zyj/dN6WpR48prQAYpa2gWJXQZRmVjezQSnUb7WLRZ91y2ybFan1focqTL7nvWRsvWtVQmUiPht6hAh5xTMMidOKA1CPZVFfYJBBg0kx48KAGSZhKAtUgQDp3Lh6461MYXSf2qO3LVgAiUgSbKqUqV4L3fR3TU0UM9ltY3LMbt97yT9htnoFb3nc90vP7cMoV26ElLfZ6ZRsNVj8G8Ksebn73d3DVH16Ci88fhe9ryC8Ucft/zeDq1w4jmaICSARVCZ6Ll0zrp2dNIwg92MJSAR//6y/h//zrT+FqBMEcqIED33fhqz5UXxQVov+kuJTgS4WHsmPjVdf+Pq5/+9thc0q3VKu2buOtgCmPaYIa805ijJPPtdGbN/pgCXi3UqxGt2n4nM/TOn1/JUV5DUKHB3025bn8rHmbWptmGwWy3CDYrqNSKOIfP/NxvO73rkR3d/eKitXm9i37qASr0b/luRqAaAhHVc0QljDkj0pZDE3K1Wa1Km/boIQNlasRKxfpQDI/T2CVChoGNZBah6fiPRpTowBVLphRm6n/Lp5pQywjHquyfcRgdVVDXLxTHIE4AnEE4gjEEYgjEEcgjkAcgTgCz1MEYrC6QqAlWK2UbFasnrJ5I1Td5YIckYomNQUdZ8SqAdoTKfz4W/+O/3x0JzoG1sDxqco4qX2o0rooANKs0BSpl0K5RIrVqFKVLk96rNLnLpkaEqipuDh123l42SuuhFN0cfiZfYABBqnd3V3obO9k7zuyGAhQhUJqTkVDfsnB3PwicpksDFNBIkkV2gGDUjkdBXO2i0m9jELWxFKvgR7VxUBCw6OaihMuqSHLbDUwoOrYblpIzxVwYOcu3PfLu3H4mUPsvUeKrEQiAV0V6aj1yXNTAaKIFUBriNEEK7n4dl1FJyGDgBdUAVxndZanuKL4FHR+XqKyPVV+pwJOVK1dbM8xJxSra0JxRV63usbVuSulMryKjfZsBtu2bsUZW0/DQE8nUglrmQduMzxu1aRa3d/vUqbW7k+CMul/2OyxGkIR9i4MfPYLJY/VfGERE3N7qYQSK5a5gbDXpigC1gBxZAX30Ge11T3UgW5j6v+zKVZbgaJnHdsiYLWVYjUaE/p8x4YLVzVUWumRmhKPnSQYYgp1uaD0wiqBryEQkNXnDkYq9gRULwlX0ZHruAAP3P1xDI8KVad4hSn4vJAgvEptWthQVRzeN48f//sjaB/owoZUgHvuexR+9xZceuYozGP3o//lZ2P91lMQaFRIi6tWcR+u5Iu4+abv4Ib3X4sd29r4USq2iu/+6CjOf0Enhtem+FodW4HrBEikBDCmFy9GiCpyWJpbwkc/8hnc9sP/AkwVnltB4FbgUQErXWGfYcbuXGDIrvlkwndR8Ry89NWvxltvfBePJeTZKxdQ+DxNiwuiGFT9Vfs8bGviE1roabFN01Ml+5NW51gRfrYAq/8tMNusvl1BGbsyWKXn7rJiVSE7iHIZn//U3+D3r74Cvb29PD4S8IyO9WTvslKf5wWpsGif3OZZlatq6LUdeq5SZUOZ7t9gDxDxZq0vnIjvnMbji8VBUgjPzc3BtiVYJfguFtAoFjLln9bVoun+tTj59eJ/8nuhBlp5TF7eFmKwuqohLt4pjkAcgTgCcQTiCMQRiCMQRyCOQByB5ykCMVhdIdC7dj4DXVexNF/G1NQctp66EbZbDH0Dl0+AuVSLpsBCgFs/91Ucmi+irasbFceGzj54BFtCsBpWX+c5pKxwT3YBIViVk9CGtMxwwumHXpmlsocXXfJyXHD++SgVHezdtxuJdALTk1PYseNM5LIZVq/5nrAocEld5PrQNWCpuAQHCZSrRViajpRuwEqYMBIGdM8BZY1XfQ2LrgdX91FK+xjvUFFNmVhIqij4HrIa0KdoyMJHUgU6Sh6WTkzi8O7d2L9rD44ePopSqQJDM5C0Elyshfz9WBWoEKClQlukiuPICZgVCsx8eCH0itoCSNsAxis1GCNiRKJg4WdJadAeSXhJKUuT+LCgEJ+HCZqAXrQ9ixRDuCMhmriegL11tQBwCCB4Psdz7dAQNoyOYP3oKDrb2xkckzKWr4d/Rm0ChN/ms+tYG20QJEhcGbiKVFzZLmQ70TXy5RQgjJBxKpNBti2L2flJTM3ug0pwhwp7s2Q39OyMqlIjCkJ+PisNPrV9GhcHogsNYZMOFx8EBq9Vqo8et+H8cq2C2kF9o2cDq3xMBqsXrGqoNDLDjVYAbNkhst/ZH5P+FgQrVKiLayNQpqtJqIEF29HR23sB7rvvsxjsk3fJSyyifZINAB/Dh+qoXDiqVNKx87FjOHDkBBIF8qNcxM5H96KaX8RgsoCX/N6Lcf6rXgy0Jdl2QFQ48lFcqOD97/4GPvCxN2PTpmwIbDXs2TOH4xNlXPbCPiQMHY89Po9SoOCcM9qRtOgiSDNP10ZtFVicXsSHbv4EfvTzu6BbOny/Ap9sAFxb2FzwAo/wDvV8gmaisrtHbUtTcfFll+Ht730PApWUsQqLQpcBS4FAxWe1xRABqykuWqDVAJooDyePwcsd4fWS0l94NnMcQAta4rjCv7Xm6lr3HZFb8MJJuG3t2FFiVztSw77imdW3i94Xt+ToZzU7g4Z1tlpbFL2IUuVJRQw4FQef/9Tf4rVXXY6BgUG26qB48yKPHMPkaCT9tpuU4yIlPxyxROMUvqeRBZe68pQsLML0fnquBFbJZiZamI2gqlSq0vt0RPmzBnHJc5j6uygQSDFYmJ9DlbISfC+0fyH1shirua3wfwlWo883jHuoUuX4hgtatdBKGxg+ntg+BqurGuLineIIxBGIIxBHII5AHIE4AnEE4gjEEXieIhCD1RUC/cTOQ1T/AzPTeVQrLjacMohiqcCAolUKM03lTU1FtbSEj3z8VijJDiTTKVR8FxalX4cp8FKxShNQqhjNvnnhhJ6UaTT55SlzNAUzUoTFD2z4mgXH0fHqV1yNU9ZtQNXzsO/AXuzdtxfrR9bhogvPYo+7ZDKBw0emsFQsoLunG0ePnMDouhHk2ix4HnnnAaWiDadUQTppob0tDdf14JA+T9FgBgp8L0AZHhYUDwUlwFSbBydtAGkDlqWAC0aHMNJSVSQcD5lCCf7UFA7s3oNdj+/G4X1HORW2ra0dmVxOFAuChqpClcVpAh76FNKkmr1QI/aSTSq4lunjjI88tkuQLCKqhpKPuHHfkKBJGBP1AlUD6IpK4kSh+GUwLdKiTUVHVy6HrRs34vStp6Gvr5u9BxVXVMFm5dYKvqIS1EjlZxTcRJ+3fP7Rpik+r4PV+j2Biy1RDF2XlKkmMm1tsDImJqePYWHxSE2p1tzURTyEkrHx1doLoC40rLdR2i+6END6HMs7mURfzedtDJ28DgmTIj/DPrV9w3mrGirNzJrafiu1qdr7fOOh1yRTR1okUOHaFnraz8Tt930R67rIh9VFKSArCuKiJjmy8lqBF2gwffBCg2KpUHWy4FDgVVU4dgmP3/8kPvzBz2B6agKvPLUX7/3jt2PtledBz2ZR9hQk1L2tEAAAIABJREFUFGB+vIwPfOAb+Nt/eCP6htqhBQo8BSgsuvjXHy3hokssjA4kcetXTmBgbQLXvaINmYQBRaBdBIrGkG9hcgnve99f4vY774NuqNAUStl24LhkB0BAuO6tyopDUl0GAWy7jFxnB7bt2IF3vvePoZmJUIne2Fa430nlZUCesqESXCWIK2BZAEu0OV4QIfoqLUKY0sIntSX1Z4cKcZFFRxJKUAqfl1BGyjEzWgBvJfWqeL9uC/BsKtcaHo+kqMuxexloZQQcKRAW7QsMtEnVazOU9KsBPvepj+PKKy7B0NCw8FgNvxMY4vPvje283seb1OXhBxKiSiVrVGFKi2r8N8FTGp+kApWVq6It1xSs7OtNz6D+3UZK6/rCHqlV64tGi/MLoceqsFghlTyrl9lnVcBVl4GpKAAYHV9o0Sw6ZtR/F0DdJ+/wcJFNVcnnGPjgO9+5qj4e7xRHII5AHIE4AnEE4gjEEYgjEEcgjkAcgecjAjFYXSHKu3cd5sn4+Mk5pJIZ9A+2oVQuPgtYBSvGTh4bw0f/4YvoGdnAk1HHD2BFvCEboBqrjcQFEFBkL9UmH0lRbymaPkngU4Nh5XDta16P9kwbHIJ+uo3AdZGwsrAMSm13oRsGjoyN46m9+/HCF76AU8H37h1jJVk6p8K0MujubEcyQZhTnJ95L892fbhsoijsCRTXh6Xr8Cs+xnUHJxMOllIqnDYLJF/t0QHHA8oqYCsBLN/FSKBgratg7vAU/uvue/DAffdhauwEkqkk2no6kct0s/cnAR/XrYTFdjyipKwSpRd5xUpIKgpHLX9gPKEnRZWoU16buMv96oCiSSYZyTtlP8wwxV5ldSfFQeWiVcR2NF2ACl3R4FZtFBcXYekGtm/fjvPOPgvrBwZ5f9upwHUdVhRymi+lkYeV0glwEERhMBS5Vn7+EZAu/47eqWwDZCkhPxcCMqFHJK9Mz3NgGEmkcznA9DB28jAce6rBO3F59EQKfLPqtFW3oFRlARsbrQBax5evsrVadZmPa/14dZeDRngrHupyn9Uz15+7qnFyZbAaylbDe6zDVXHf9Ix9UlyS8tlLoj2zBf/4nY8i68+jYpeh5HoxMDSEzrY02lJAh6mJonGcJg1MjE+jq7MbqSR5X4o2UsxX8flPfQ9f+Pw30GbnccX69XjrR2/E6a95EZDQ4QXA4lgRH/jwt/DXn7wOQ8Pt3M4JrPqOhx/fs4gnd07jums24hv//DQue+kgLr2wHcRILY2U3AS5NGiqgvGxKbzzHX+Oux54GKalQVNICSrVqQTChD8xexRzuxU/HbeEdRtOwcDoKP7wxhuRzLSJwnihAlxCx9CoQzwThpP02BQo5PXsuDA1HSVSM4bqburntIjDcSZARypIGgN9D6rnAqoBx9eQJguU8Jjil9AjmH1U6z6dYpNWmmthydD8aljceBZLggaoKo8v5LTispqtAthflRY8BFgNHAWf++Tf4RUvvxDDw6N1sBr2hdWAVTovW63IrIdwDOHFu3ABkMfMaFEqgqy0oBfuG/VV5dGTj1EPBHuxhn/z+MiK1Xk4jl1L9SewKhyGFXihcpUWmaSCVcRc9OfmJyPjKjyqxcIitzsqKki2La6LD91006r6eLxTHIE4AnEE4gjEEYgjEEcgjkAcgTgCcQSejwjEYHWFKBNYJchw8vgM+vuHkMoosG2Cf/XiMM27WrqGRx56FLd+43tYd+ppcJ0qfEWHGU78pcKotl+YxSknlxKsMiyjCS5B1RC6ydRXuiY7UNHeMYBrX3stkmYa8/lFTM4cRV9PNxTfQldXJ6ssVUODyxNUFWPHplCuFFAqu6hWFKxd14/9B/djdM0Qhtf0w9BUlCpVkEooqanQA8Cm9HJiHOTzGPpPUoo82ca6rs9K2VnTw1xCwWJOh5nRoFkKF8GhK7dVFUbgo1sB+gj+zVVxYPcuPPbAw3j6qX1QSw4r/1KpJAzLYi2TR4V2Qr9ZCbVY3ctpqiyPbQh7bWK+SrBaO0cUblLqdlgRmx0ECERIywKCvaykUlAuFlGtVJFKJLBp3Xqcse00rB8ZRto0KPGan53niWcp7A+ExyvdgSiLFAG9UlEW3l2zilKCVakyEzBJwAf6T1DV9xxYiTSy7e2o+iUcPb4fgb8YUabVz7fs+HxFrZWqHHs6R8RDNLp/87HkA3pWYFsjqKFKL+ppKmNQA75SycdXEsJ1AYFOX3vWqsZJMzPYsF/re2iCuyHYVRWT61l5joV1a87Hg499BQcPHUKFFlFSaYyu6ceJ+RJVi8PmrixMJUDR97CwUMDJA+Po6OzGwEg3TNODofrQfAuz44v4sz/9JH750x/gpVtOwxVXvgQ7LnshfnPnI3D7BtDhGfj67Y/gm7d9EB1ZAaxdxWNP1Nl5H//yoyk8OdYF3ysiUEp45Sv68OIzNLSnaXmAVIBUuMzHiUOTeNvbbsa9j+9CIkkp+Q4r1xkN+j4cGrNqYJUS9UXfs+0izj7vPCRyWbzlD/+IbU7Iw3mZR2rogiw6LI1hCtt++BqQsixsGR1Fe9YUTY39NsVYIbLCCQDTfYliforvY26pjL0HjocLLWHfjwBSsf/y9P3wyppgqgSwK7Tz0GJANoxmQMuxCKEqnzEKcNlLNzo20WhGkNABVRdUXBWf/eTf4fLLzsW6dRtE8arwyiUYXUmxKuw/6s11Wd8TXxINnqg1L+8obG0qUNUIVcn+IrQDkOcKLQpCDis8e4MAi4sLXOSPXtxmCIDTNwRbkqhcvIqoPtuw8FYS2Ar4Wu/D9YUykbQhFvdKxRIXieSxDsDN7373qvp4vFMcgTgCcQTiCMQRiCMQRyCOQByBOAJxBJ6PCMRgdYUo7951iFU5kxPzWDu6AV5QCIvACMVg84vmnIaq4D9+8gv89O5HMbRxHexqCQFMBiuySEm0ortIv6xzgZpqkfxWI357Qs0VKsAU8j8FRtdtwSsvfyUs1cKhY0dw4PATDE7OPesiDA72oFTxoJk6e2sSfBg7usi+oqmMhdmZPKePWwkDnlvF2tF+9sXbv/8wg7m2jgwDz672NFsbBi556Xlc2ImUsKCiVFBhuAECN2BF3TSlJes+llI+ChkFblqHlqA0VCHqoqglggCd9LPkYGliChO79+HJJ/bgyMEjWFpYhKaZSKQzyGREqrVUPNVTzRvZX1TJKxWrzcVPGhRpDXJXYQXQDFaZB5FMOISJpBAlNbFnO2Lir2nQTDP0oyRw6rHtAoGGhG5gTW8vTtuwAZvWrkNfVyc002C1IlVZJ7Da/PxlO5LXwfA9VClH21j0cxkboYxVoBNAdyuchptIZtHW0YFCdQGHx/ZCRbEGVpsLpy2DiQwOl6tX5XYSrFLKcKtra74XYTMg3l12LoLTtedBSrjm7eqpx8ICof45/S12VXDayJmrGieN9EDDNa0Eh+vq3BBcMQRUuS84VR2b1r8Qjz72FaiqA5vaiW9AVwKcXMhDT1toNy0QbprJ25ifXcLCxAxGhgdg6i57+Ha0tcOxHTi+jrvvvh/7HjmIx351B86+8Axcc/El+Ldv/Rte9eYb8ORDT+JL9+3Dz+7+BNpox5CDK6T2dgI8ebSMgzNZTC6WMTdXgaukcOkpSzjvzD6kTBGiwHdw9MBJvPnNf4Kd+w7CsGiUcVg1LphZwGOe5wnVKvcdUlvS+3YRL3nFy1Hxfbzxhj9AV18/qyKFKryuEufzhMei9kKmHwTsqoGDXMrCuVtPwWAuWQey5D9KXs7Udk1yo2aHWh4UCR5PL1bw24f3oBRQ4bXQd5NTz4UbazgwivuLgE2+IkE/62rSlkrWiJWF5LYtfFbrbhmNylcx3tA5GuGuwkCa1M2kWPWg+jqD1RddsgMbN26qgVXaWyrBnw2sSm/lVuMFn7lJtRpdxIsqVhveD0Gr7J+1759aXxMre6IIWt1DeGlpEY5D46EockaAXbcSMCzyBdYYrNICoHgm8kGEilVhj1tTu8qiV/TsqDXmclnk80soFQq8P+0VK1ZXNcTFO8URiCMQRyCOQByBOAJxBOIIxBGII/A8RSAGqysEes8TR1AuFzA3W8S6tRtRseehsnKxdRo0C/BcF//8ze9i/2QRic4sfKcCBBYMlfwvXYZyUYDDqsUQLhFMqE16Q24iL61B2agqWCrbOPucC3HJ+S+Coeg4PnEC99x7BxTfw9vedgP7p5LIc6FQxf79RzC6bgD5pTIy6TYuUEUqqsDXUCpWYVeLDDK7e9owMZHHwcMnYBkGhgZ62HOVVJnZdBqppMnWBr7nwgt9YXVKdSdVJqkZVYerXweuhrIHzBo+prI+SlTlKq3DMhUYSgDdD0CaXyq01KVoUAsllKcXcGDnHux65FEcfPpplMiPNZdDd3e3qJ7N29NEXUz0a4peWfWcgItKxXIox7gOS5+rFYBQlEbUnIJsCmsGAgqui77uHobD07MzKFYr0CwLumaINPsQjlDaqlutQvF89HR1Y2TNGpy343T+PZ1Kwa7acGxbIHOyBAhhTBRoPBtYlW2H2ppQF1LqvwGqCUYemKRKTKVyyHW0Yy4/iYOHnoBpuHyN1PaiCjWR7tuYWi/4TKNyNdpe61YAjfB1mfq1Fsu6FUArsFq3CogqaWX/ioLVmoQu9IKUSlIVW9dsW9VQSWBVAqUorHpW5SoDYlLkgf1JnYqOtSMX4IEH/jc6c6RGpuZnID9n4/CJIwwUnz7wNE7ZugnZdDuOHjqBpJnD8bHjmJo+gnUDa5HQFYzPTaJn9DSs2zaMxWN5vOetf4TzzzgVH77+DRg/8Ax0xcSB6SV8/rcHcNvPPoa+hAI3xIqUpq15AarVAONLVaBNxYH7K5hZKOPsCzvQ224hZwbQuXhegAO7j+ANb/4T7D18MPRYdaGwwlyAQWpTUrHKSnFFKFYJrL7ujW/AiZkZXPvGN2FgeCQsiCXaUSsrALIq0D0VvkrqdQ8ZS8MFW07BYBsV3wIXOHIAzMwvoOw4GOzuQrpWjMnjQnMzeQd3P7ibwWr9HKRmrUNV7kk1gCeepthWwk4BQ+X+0RG82QpgmUpVKlQjitEGlSxfB3u5NCpWyYeB09rpDl3ogclg9aILT8emTVsawCrZg4hrlsrsZkVt/V5a9bWap22TapW3bfGeHG+iP2VfEOJXHtFq/UMuYEmLgKWlJbjkfxsK+blQVaDCV1Q4XsCQ3As8RrE8BtfWw2hMlUW1pMcrjUth+/F9dLS3Y25+hr8D6H1qt7FidVVDXLxTHIE4AnEE4gjEEYgjEEcgjkAcgTgCz1MEYrC6QqCf2nMMS0vzWFq0sW7tBpSrc1xFPnQgXbYXTTKrhTy+8pVvo6h3wNbJCdVF4CcYrBKwkGCV1TkE5FilE4IAmn4SyJN+eBFAKFWYPBHWNBSqLl582ctx+pbt8KoOjKSBik2FtXxkkxlO2bYSOsYnS/j5L+7BZZedjbYOC0/vnYCmJ2ElFRiGBsvIoS1noVIpI53J4MjR4zhyfBanbhmBlUjgzt/ci/Ub1uK0TRuRNVWWyvqqCo8gJl0757QHcDUFhqtCJeCk+dA1FXACkJnirOLhcMLGYgYodZlQMjpSqooUgIUgQNJ10OMBa0wTSbuKI/sP4K6f34PHHn0czzzzDHK5HNatW4dsNstw1fWEcrQGAkL/WaKe7IcaiRttI20E5Pa1B8fsIuK5GMadAUcIk3RNY4+/NiuJV7/8lVg/Oox9Bw/ikV2P48jYGCqOg0wiDcs0RQEurr6ts+dtoVREuVJBjwqcse10nHPWWVi3ZgSWYaJcLsOm+wj5yXMFq3S9UvFKsaB7SyQsTjWuVsvQdRPpdAey7W0Ynz2Kpw8+hqQJbnfkVSvBPatc9SjAbFwsiMKb6O+kRhOvZgVp69RqxqqsLo2C0xAiMV5vVLIKZWrztnXAWt+ejiyOu2XNqasaKluBVb6zuslr5LgCnrP1AoN0g2Pu2jo2jFyMe+74EhJtJi8wqEUXc0eP4vDcEu79ze24875f4y8+8TkYJQWPPLwLN7z9dXhq31E8dnge3WYKB3ffjqPHJvCiK69C25pObN+wFVdd8jJs2b4Vt/7Fn2Psl3dBdXVMVYBP3L8f//LTj6Az8OBR2/RJJS+sOvQS8Nudc5hecrD/iI8lv4JzNyewaW0Sp67vhBLQwg7w1OOH8LrX34hnTowzWDU0WtIRixYUT+5jXIhNKA6jYPXtN74LTx48iN+77vUYWb9B9EP2EF5Bsaqr0CljXNNg6z6Smo/zN23EmrYMFJ3SwlUGq8enp9nPeaSvj8pasSWIQHsBZksBfvPo06hUQgVkqFINReXsydrKCkAqWeugtA5WuUBe5FUbTyJFAuXHNZj7HMAqjx3y2M1gFSY++4m/wwXnb8OWLVtXDVaXjWPijZpitbkN89gS8VjlolQhyF0GVsOCcOLe6zYjoqBZ/ZUnsBoudLGumMYFKjimm9DNBHTTkktGYcG9sCnRApxL34nkN+zxf1byewRhyWJFRXtbDtPTUyiXCmJBSFFixeqqRrh4pzgCcQTiCMQRiCMQRyCOQByBOAJxBJ6vCMRgdYVIP/XEUczOLPCktLM7B49S4InesfxGgMUoECMx69TRk/jit76PxMAA3KUiHMUHuW1CIw9Mn705pUKV58Oy+BAzVQFVRYprk/9m5BoVU4VbsXDVq6/G8JpBWKaKu+66C1u2DkPX29Df3wu7Kqpp64YD2/Exsehi4sQs1oy2sfp0754xDA51YWp8CX0DaaxZ04NSMcDU1BQ6OzuwsOTi+MlplEpLGBrsxdBAF5+Hi8vIdFnPh0ZwjhRJVLBEURlTlqsuyhUHmaSFdEqD5qpQHBdFz8WipmHG8rGYU2HnNOimgkAnT1bWvSITAG2KigE3QGlqhlWsjz/wMPbt24d8qYRkMoVsrg16MoG0p6KkeDA9HwUTMFy3NolnACaTVxt8E0X6f/OrDhjEZ1Rkip42PXsqCNaXzuDNV1+NtZ09cDUNxWIBY8cOYdehg3jy5DgK+TJ0lWwCwkrc7BEpwN9iuQinWkUulcLGkWGcvmUL1o+OIpdIsW+tS2nXFNcwa16qzCiu4rpCgM0puaLyPBX7EnBU5/fIX9Vxq7CSWaTSOaSySYxPH8DhsafgsC2kx+pby9AZepMSzOSq4eIeWdUWFsFRyQ6gZglQByKMWmrFqzhK/CGr2cKACoDaCoTWK47XIGsN4kQhbQtgG8JcyWYlqJXH2dS/eVVjZTNYbaVUbXxPqtXrXpbi/lV0Z/sYXtPCCKmmq1UbVbsK26lCN3R0dXYyQCLLiHQ6zbYRfgjJFxcX+frJc5O2GR3oxfj4JLef7s5eeGTD4frIV01sv/BS/Nt3PwSfHpknKrXrigIr8FF1gekJBTsfP4pHdj2DbM8I+oeSaE8HePGL1sAgHKx52PnbfXjdG2/E2Pw0dIPGMQ9K6NUrCnNR8TUB7aOqT1Ks/vHHPozH73sEr3rN1RjZvBkaWQGIQSzcVqZ7ixZB4wF5TOuk5FXp/AZesGUYw51JqAEZJABlP8BCvoDutgx0zmcn3BrADVTeb7Hk49ePHUQ+9PSUfJP7eASE1oFmEHZxofJkC5ZaC6nD1Zp6tWk4aFas0q7CEkEcr/FzoZBv3EacLPBdBseq6iHwbFhaCp//zN/j9NPX4sxtZ8I0Q38G2jYEnc+tITcW4Gq1aMHvcaG/ugK29l3Ffb6xX8vtGjIjot85TLHrgSos5Wvtg96teC4XQgycAMefeRqevYBKlexjqEsYApzSd6DvwSVfXVKy0ndGeEz6PJnOYetp2zE42I+Z6WmQ3QCNb/T6s/e857mFJt4qjkAcgTgCcQTiCMQRiCMQRyCOQByBOAL/P0QgBqsrBJ3A6sTEDDLZDNKZBDwq8lIrXFVXTMp0c0NVceDJ/fjnH/4nUn2DcIsluPBgagYXb6GXKHoUmdSGgJYmtFKpKoGt3FIeX05+A4OqjOdwzWuvQUdHO0OXxx57AI5Twfq1G3Datg1YXBLqWDomqVNnFh1MT+WRzgSolhVWqPb25nDk8DS2njYCXddw8sQcCoU8BgcHUXVsGKbB3nkzU5NsC0D2AATnhK+emBITUyC/T5qouzap+RQ4foBioYpisQTirgSSDFNDyjKJy6Ia+CjBQYWqS6d8VFIaKhkVgaWxik0lu4DAh6EoSPlAeqmK0vFxPLP7SRzY9zQOP3MICwsLyGgmzM4sMskkvIQOteKywo0hBZ3IFQW36t6IjDvYb7EGR5aBB+kpqCLg+1LhlMvYODCI6668EtlEAqriQ1MMaIqFgl3AyflJHD0+joNjxzE+NYliqcQerJqhhwRD5Mu6lSpDWgLO/T292Lh2FBvXrkV/Xz9Xa3cdlwxba6Cy9rxDmEmxp4B7ns2Qh6EqV+kmn0sCFg5MK8VgNZmxGKyOTx3ktudUbfbQ5UR/gnG6zpBVU4RFgEwXJugv/tWhaRTccK2iWvutq0ujACcstybaucgr5j0EEI2oV0OwGlWpSi/V+vHEORj+hhC3vpgh+syGng2rGjaNdH/tmPLYYc9c4XiiwJK0L2i4F5eUvFJ+LO65fg/Ch1e+6HdRyT3gCujiIkJuxU3Fhabr3PdIKEjbaKoB103hyqvfgO98+/0M/TUf8FQfRkBPi4wBVMxPKbjvnn14Yt9x2Fo3/vQDO6D5LpIkAw10aFqAu/7zcdzw1j/FVGkCKnm1Mv6sK+cJrMrrFSnvIVgMbNz8ib/EvXfcg5e87BXYvGMHiXZrYFVs16hcpvHBUzX2mCWlO6WBE1gd7cqB3AcIthZsG4ulPHra2xmsEtgnsCqBbdEB7nhkP/K2UDXy+BhJ+2f7jyZ/VVath8rWKHCVBd8aHnDEdiWqbo9uI9LZ63YJURXsSmBVFG+i9u4KsKqn8I+f/TRO3TqM7Wds/78GVqNtt2EhoAVY5W0jovDGftu45tRwLCoMKC1YAqBQKIhMAHq+gcfewolkDktzS9j96AOo5KfhOD40w+JCbaRg1XRDwF4jkpWhCmsAiqdppTE0tAG9PV2Yn59nsErXQOPTh2+6aVV9PN4pjkAcgTgCcQTiCMQRiCMQRyCOQByBOALPRwRisLpClJ/cdRTHx06ib2CAlV00gVRVoaCJFhKhSSFNMg1NwwO/eRC/uO8xqOkcPKfKykcq8+SGRYso1ZEmoxKeChYjinZECwtFFatRhRRtU/Qc9HatxWuueg0y6SSqZRcPPHgPnEoFl1xyATq7ulF1XK7UvPepMQwN98LzFfZTHV3fgdnpKtrbE5yOrmsm8sUZZDLteGLXAXR1dUE3TMxMz2BkZAClUhndnW1oy6YRSDjEle1J2UbKTg35UhX5QhHZZBLz8wvo7e/ldPhysQpTA0pVB8VSGRZZrRo60ukkVFJ2ahqqrgMHPpZ0H3MpoJjR4Sd0uEkVlkp+rIDLCjYfWcdHplhF+fg4Duzeiyceegi79+2F63lo6+nG2r5BTsGv+iK1VJNxFSEOi+yEyisC2pJlNcBVAVZ18kbUhR9upVDAeaduw1WXvQRJ6DAShH0IQigo2lUBvgIVM9UiTkxOYP+hgzhw9CjmC3mougbDSAjIHVYp8x1Ks/ZBRYc6cllsXL8Bp285FWuHh2EpKqrVqvCKlbBIluQmMK+o7E1LMIyKJ1F7VBW6U8I+HnTdQiqd5WucnDmAxcI4qxFtUkvapF4mFZlQ3ZEVAAF1QzcY+FPbFH6x0pdRwNAGwNRURKoGUSMxZHgjrQIawKq0BQghKWFv3q8OTQX4lZ+HvSD03KRt5WcqVUQLlbHrutauapw00n2833LFn1DdylctTZzNfQUkl8pc6gcCIIdgNYRP0gdYVIWn7QkqqjWVHz27usqz0TPYpQrydFyV9KACnJMq2S4beNP178TXvvJHcOj5BQoc1YUJncEWRa0wX8HPf7wT+45M4alnCnjfTa/Ahee3Q1VsIDB4Yej2H96JG956M/LeYuitSv2ZOwivRwDVmn2GuHZhp2HoAT5266fwyx//HOdfdAl2XHQRfNsHyPZD+oyG9ytjx4pVVYdGxyaltKLhnM1DWNvdzjYi9PlcuUxnRC6Zglv1kKE2SdSVq955KHsq7nh0P+bLpDwV11kXnYcKUvYNiChHRecJ3wsVnrX0/+WKdbZu5s09Xpypq6pDTSV/LuJUswbg49UVq2KYiahJQ7DKLrK+g4SRxhc+/xmcsqEfZ+84uwGsNirBWzfnBpgb2aSVYpU/bkr3l21ddFUxzom+HjlYJDStwKpMVyjkBVhlD1UFsAMflpVBpVDBgSd3wS7N8nhjWSnkOrqh6gmousGxpUJpvIATWrjIn7qZQt/ACPr6ejAzM418ngosUptRcEusWF3VGBfvFEcgjkAcgTgCcQTiCMQRiCMQRyCOwPMTgRisrhDnPTsP49ixkxgZGQFUUkOSaoc0kApPwKNejDTJJDj1Hz/5OXYdPA5XT3AFbvY/BKVA+kJhKIgLT85ZKRhWkyblYGO1eFEZXvCBMD2dFUgqJhbyOPfsi3H55S8R6eeqjtnZadjlMoZHBuC5Cheoml9axD13PY7h0UEsLZbgeA7O3L4FJ45PY2i4E5WKg+HBLkxOTyKb7cSJsUVU7CqshIWpiTlYuoXh4QF4ThmD/e3w6X50FY4rQBEn2CoKTk7O4OT4JLaftgkz82UsLC3xvZJSNWEYaEsnoHgKKtUKSpUlJFIJJJJJnmQbzE80Vk4GboClwMG85mI2pSGf1RC06UhpCqhIVpGUXyrQCQ39UGEsVjCxcx/uvee3eOTRx3Fk4jgGBgYwONAP0zTgEvQMhEJWKIaFZ6AEDFK9VldACjUXbULPkvYhBa5dKOHlF12Ey8+7AKZn4a4D09g3Po+LTx3C5sEkqpUCDE/EHLqGiudjfGYKT+7fh70H9mN2Mc+FscxEgmEyHVOYPfiBfr+6AAAgAElEQVSwyyXY5QrbAqwbHcFZp5+JzZtOYbWuLE5FwEd4ItbbAVXcJjWhphnsq8pwXlWgagbHPYCNidn9sL15aIEoDEMFZSqOiypVoHdc2G5V2AloGqdom4bBiwPRIlcyVnWfSQkd6+nw9JkEnfXYhsCSzh2pVi4+D5WrEbAqQWUUnlLF+WhKM+0nziOOzceBgtHO4VWNlCuD1cZ+FwWrBNPFKwqDibdK71kBtGqp1dSOQhWy7MvUz1m1GoLhqKUIp98rwhOXuaBHij1Simuoli2888b34x8//SZ4tNjgK/AUDxpVYedr8uDbCqaPBii4Pn525x4oahp/+PZNXNyK1ON0zh//6w/x9hs/gpJSYZ9YXiYIgaFQg9Y9jCVYJWuAbNbCX3/hM/jZ93+C07efhQsvvxxO2YHK6loJFJdbAQSqAZWgJC0EQMVZmwisphkae4GGyXwFBY9U1AbKSyWM9CSRpVUYbu+0UKLi148fxnSeMgZCNWvEBqC2RMIrJRG4yrcl/w4Vw/Lv8Ck26muFZUazFQDHgB/ecsUqK3pr9/7sYDVpZvClWz+L0ZEunHvOuS3BaisbguWNu9EKIPp5w/gWsReIjnFiUbDxqHWI2vrYPC5GFqeKxWJNsUrBcRQgkcjBLlVx8KknUC3O8Al0I4FMthOqbkHlInsa/NrCRH1BgRd6jAR6+9egu7sLMzNTKBWLDFbp9eH3vndVfTzeKY5AHIE4AnEE4gjEEYgjEEcgjkAcgTgCz0cEYrC6QpQfeWAfZmcXsGbNGgQKFRqi1EcBxqhQUc0PVRZP8gJ8+9vfw7HZIgI9AdJimjTp1jRWVXLxoHDyLye6DNkIkDWBVVYOhspCurzoxHhyrohXvOzVOO/cs+AHLtTAQCJB2/hw7YCFW7qps7ouXyghlUpgfHoWC4uLGBkdxeT4EvoH02wD0N+dw8BQG2zbxdycjarjIdeewsmxOaStDHzfhmUCPd05aFSZinOTTVZcimRbUutSRXIbswtlOI6H+cUlpDNphrCB52Lj2kEYSoBiyWXFGtkCsDWr54RAiAgIAThCacI7shT4KPouFkwP+ZyOcsaAllDZH9RVfOjwQEXYNyom5m0PY/N5LDy6C48/9DAO7d8P33OhpwzoSROGZtVSrhvBSd03sAb0qLBLBKxyCnDFxnVXXIFztmzFfN7H9x45iR8/MoUNHVnc8OI+7NhgwbFdqK4oLMYWApqKimMjX8hj35HDOHqcbAKmUbRtAaLYj5Osd4Wi0XdseLbLhaiGBgZw+qbNGBwYQGdbDkaoiiSISH6sougU2TGQslGoVilVnhgEQdZMJoNKNY/p+QOAmkfgCVpM2xMHIqhHauZCpcq/+/wsBcwzDAOmSipWShsXYDP6v45dBNiUrzqYEan+jWq3+rYNEJtcP3nbRlhKbaTBRzVcUCCoWlOzckzEuYbbB1c1TpoZYQXQfA/RwkaNoCtUrNb3qKlmfbFkwi8p+osWJhNvinYuFK9CiUcgVUDUumczwW3XEarVgK1HVF58sCsm/uQDf45P/NU1UFSh2vQUn1PnFRptXA3lYoD/+MEDePCxJzGX19G7vgMf+uBrsfO+w8imszjvgj5895s/wdvf9SE4loOAe6DH9hts78EwkspJ1RXeBOypAvzAQBc+dus/4Eff+T7WbtyMl7zqSnhVTyhWa4tAjUpf6tOkWFVpHAzB6o5TBrC+t42vm+I2sVTBsfkKyrbwVN00nEGHpbJ9AFkc2IGGe3aPYXyhEoJVurpGb9Na/Jh/hhfDdq1C4SruR4BR8UzDhYom8WorsMrjLytlo/vLBS8fARmJ1hpRxIM1VKwGZCETOEhZWXz5C7dicDCLC869gPuahOpSsUpjfquX9F8Wn7WGn7UsCKnCfhawGvVLld8vz3Zs8VTr91YsFBkos9qUijZ6HhKpNjgVB4ef3gO3ssBt27KSyGY7YJoJOFzsCvBJrR2q98WTCL8DjST6B9ehs7MdszMzqJRL4nmraly8qmWriN+MIxBHII5AHIE4AnEE4gjEEYgjEEfg/5UIxGB1hSfx27t2wrY9VkH6oGIzpGYSKd1UPIiACKdDhvIfp2Lj6//721iwVUrKhqt7SBDIUlBTrEZT/HlCGyoRCZJIkCUnus1gVV7m7EIFb3z99TjllLUMPCj9myp+K5oL+ORlR/BM+DcahvBDnc1TGriDhcUiqhVgeG07jh9bwHBfG3p6U5iYXMLYsRms37wWxdIiw0hSbS7MzaKnuwOZlMVqLt8lkCKKrpBKjf1Vw2zSo+N5TvH3Ah+Vqg1d4ykz+rqzbAlwfHwBnq/BShhoz1lIhMWwQkQGH1TsJSyGxB6JVOAEKAcB8hpQNFVUEgoKOQV+WkMiCDAcaNivODgUONikAMmiA//ENKb2HsSBPXtw6NBBLBZKMEyLlZykZJUFbQSIqBcgY8gXKlYZk9HzJSDu+viDa67BpoEhzBZ9OJUifrWvin+9fwov3pbDe17WDz1w4BB3DuGDSOUW6k5SFS4VSzgxNYXDJ07g6MlxzOfzbA9BBWzIT1NAC8D2HPZZTasaejq7sG54GJvWrcdATw9MTefK6SLduA5XqDgMA0dFFEDKZLMoFGcxM38QmlGG5wm3Xiqmw22Lf6cUawWO46Bq2wxsSVVNajJD1ZAge4AQrnJl7hCyEiiLQtQolGmGq+JkdYVws3+qqpg1KwCpWOUCbhGwygsM/F9AVeEpKy0FxLUM5RoB6XMdWK3sQOtNIzAuugFDR2lxIL0+ZbEuqa6VhbzYk1O0ZYopvSQUlipQ2VaERYSMEx1Y3h+p+4S/LMHzatnAn33kb/GxP7tCqK8DBWQboJLHLnwsVIDHHi3grl/twve+ezvGZ5bwltdtx6c/8zY8eu9BeF4aF1+2Bl//4m14///4CDyTroDUqeRdKqCZAKukhq5DNAlWN2wYwUc//yl895vfQc/AEF55zTWAK1ojp5S38FilXkxglWwvwAtLCrZv7MeGPtKdE1hVMFtxMF72UHHF6JjVffSmNLQlNGi+B0/R8Js9J3FivijiKM4kQGekeJU4P70RUa6SLp7GktDSoO4ZWwfA0Vp20kc1ev88LtDBuRhV3aJDAFoBeGsAPmIVQMA6CGjhxOaYphM5Bqv9fWlceP6F/9fAahT+yz7I70WU09F+Ggaooe3/TsVqSM6lerdUKNbvmXyoyRObFuIcH0f3P4VyYZoXA+gRLS7keaGAQKwolCa8cmVxNPrJiujuQbzgxa/E4OAAZibJq7pQU8/f/O53P9duHW8XRyCOQByBOAJxBOIIxBGIIxBHII5AHIHnPQIxWF0h5L/42YPIZNLo7G7nqutiQiom5OSdySm+9C8ATF3H8eMT+OZ3fgyXABjBVFaTCRBAQIH8LOWrBiLCNFxSLhLIlEIqVgLVlFYC0FCBI7taRVVtw9ve/Gb003VRdXgCc+QpSl6cDL7qN0R+diSCYjijqbCrNsNiqmqfzxdZE9bb18MekZNTS+jo7ETVrmBqcp5B3EBvB/p6ckSGa16RpHJTFA9+QLYAGo4dm0RbWw7lqgdFNWAmXaQsC9WKj4q9xJYC7R1ZnDw5jxMnxjE0PMSAijz4hvosJJNJhhNcc4qL1lBMfXgegQxRiZ1S3CmVnVKgl+CgTMA4oUNvS+CE6WLCpEJVKiqkcAp8DPg6hgol2ONzOPH4Ljzx8EPYeWAvqMZQT7YTuWQbfFPlgk+KS6I7DZqhcjEgx/NhkodDqNTrTqTwB9dch85MGrbrsbp0etHBZD5AV9bCmi6di+4Uyz50y0MyZaJaFeCLvBUJcFMaLFkxsFK0XMKRo0ex5/BBjC/Mcnq+aSWE7ywBdvJMJXU0PTjX51iuHRnGli1bsHnNGpi6Ac91+T89U3q2PgFi6EgmUshmTCwUxrCweJT9DEVBoaiSTlTjZujlU5x9VpPZjs3tg+6fbBDougnUWqYJXSMFK5cU4p8CEoo2yuCJVZOCsMu2zbCGVJfcqMO2yenvjHnY75Pgc60IFD1nsjNQSckqASv9LYp0CZ9aqaKlz4WlQF+2e1WDppkbEosCdVGjuDay0pSgMWR44gRkDUE8rzmBnLqdSN0XAEv+DKufh3FqgFssXG1Uvcs+X4sPjRwhZCbYartZ/OVf/xU+9P4roDFUVOBRoSuNvFFVnFzw8YvfTGGhoKG4NAt7qYwzNwZ49VXnYP9T40gYOWzcksWn//7r+Iu/+iQCy2UVM1946BPNak+6Lo0WNUJPUwqJ52D7uWfiQ3/5F/jut2+DZaZw3R/cgHLFFu016kkbPmuOGB1XIY9VD76i8f/T1/dj60AXNIWXqlAKApyYy6NgB+ihMa1Shev46Mql0U4VunwFD+ydxL4lBzmlDE3TUQ0MGFxELuBro7bAfs2k9KXCYGQzQD7G5N1qqTwmLBXJ85oK8nlQpYqb700U3eMFl0i6v2xUEiaSMpXHU88NfWdpcFcBr9rQ/njc5kZFCxUCJsL3kE2l8PWvfJkXqS695HwYllBsC5OC+gJE7WAhnJdtTy6+SLWpOE/Y4JobH9sXyIbY6KUq1acrdRqGx01NXJWLDaHiulQq1T1WqXAhFZ9KkK+4j/EjB7EwexyqZsGtlPDQ/ffCcyizIoBG3tA8xss2IyCr6wQY3LAVr7rhnejr7cfU1AQKxUWGz5QlcstN71pVH493iiMQRyCOQByBOAJxBOIIxBGIIxBHII7A8xGBGKyuEOWf/uhe9Pf3IJNJMsCMplpKsEpqs8D10ZbN4uGHd+J7P/k11KQFhyb8Chis0uSZCs1E06Nr6rXQ95O85AisSpga3VbOmelc5VIJ6Z61uOG665BLmXAJjOgqV9gOWZeYpjOwqhdhkdWu6bxsSSAEmZidL7G3XbFYxvTsIqxEmj1b5+YWGbAM9HWgrytT81DkSs8MgMmzU0Ggeti374iAs6qOUklAhnLBhmXp6O42kWS1q4HJyRlW0pJ69MjRY+jp6cX6NTlWbUarpst7J+BBnnzEOubm5pHO5mDpOnRFQwUuKp6Dqu5jMamgnNFRTBjIG0DBd2AGClKmhqriIReoGHQ1FPYdxH13/BcefuBBFMpFZHI5ZLJpGIbFKcjEQijGBLkpdp6qwLNtrO/rx5tefTWSrHb1cfCZI5hdLGJgaAQWx76CXDaHgycW4DgB2rIZdOQs5NI6PK8qACjDHpHWSgpiqpBtBy4OHz+GnfuexMmpaZRdVxQs0nROrxVg04RnV1EtlWFoOtaNDOG0LVuxbngEGSvBimVOJafUcMVEMpFGKhlgMX8MhdIE34dgInXvyejvDL9C9Ripxug/FT6r2C6rWRnoaxo/I7oWsmKoKUdDRSb/Tea3TYWgxLEFXG2tZg3hqCqLWIn4q6oVglXhqUr/yWeUfuoMWaNwVUN3un1V42SirVGxKtOwo2pFVkTKYkZc3KiuUJfgkClUQEXEhLo0qhqMpnA32CPwFYeJ0E2Gl6EhRt0mgVWPARw7gS995Qt46w2XcGo9+ZUKsObBDTSMzdm4+5FJpNu60ZnTobgeTl+nI5dSMHFyHgaSGBhK4W8+8gl88rNfhm/Vi2mJywmLmhHwZNsIoY6mBR0qxHfhSy7Be//HB/H9734fcFW86R1/hFK5Al2hpP0oiRO2HhIIUhk5AsESrJ66rg/bBrpB60C0AJW3PRybmMPsko2hgV4MdRiYWShwkbU17SkG+Q8dmEbB8XDuKX3cT10qvEZt2gsQmCqrxefmSigUi2yHQcB2bn4BCcvAhjUDbIny9KHjKJScmlKSFk5k5j0rKanteULd2vyi+3OZYxIoJUgoFJfcOnxhnSBfrcGqj2wqiW987atI6Douu/R8GKbJz89vUCxL5W/zNdCzqavUGywq2E5GbB9te3Vzivq1ic/rFigtO47wq2nwmmWwKp9oEKBSqdQ8VqmNk6kEWQF4to+JY4ewMDMGVSGf6woefOA+9PZ2I5k0oRK011NshcJewrQcpGhcjK2jbwjnXvJydLR3Y2Z2EsXiEqte6Ti3vPudq+rj8U5xBOIIxBGIIxBHII5AHIE4AnEE4gjEEXg+IhCD1RWi/MPv340NG9ZC02niKoqa1OAI+6z6DL9818VgXz/+9d/+HXc99CSS2QxDP/LZ5GlyAE6vjr7kcVjTFsIrqvjOm9cmsXISzFNmhjZUKXnLGefj6itfCZ3MCXwPvgoYpP7jSvcytV0UYopOtuXvUTUszW5VXUGl4qJSdfhnoVhmZRcdm7L1Byhtl5VaMk2fJvjk/wj4GqmygIW5MqamKugdyKJULMEydAaKVBipb6AN+UIZ5XIVuWwG+UIFrh+gXK5gqDvFqkgZ2xogoLsLU2xpSl8qF2E7wn6BADQBTUpXJ9hga0BF9VHQfOSTOvJJDXZCQ9VQMK/YOGnbMEwdI4qBEceHMjmLQ7ufwIHdT+LIgQOoVEowDB0JK4GEabFbJsEcAqtupYLzt52BK154GaclUwGzhUIJD+/eg1Kliu6OdvS35zA6MoJ9JxdxYmwJpF9dN9qJzjYFSYv8Vkl1J1SxIpVcqDupQBU904JTwfGpCRw6MYbj4+NYKhRYxRZQG1MVGDqp8zRUiyVMzU0goRk4d8fZeOmLLkXSMAUQ42MZyCTTUPQKlvJjsN15BsGyOTUDVQnbayA7VC2S0o9iTcXGyCaAvRH5OnRYhskqsqhNAAOpmsdoo2Kaa9U32AdE/FbD9Hmp0JQFsKjtsa8op8ALCwCC/ZpKRZzMUDFLfwt/2a5UblXjZCI3ED6JRiBFz0rA6DDVXHTKsDPVFblS1idS/ht9kBv6cBM4ZaGhEPA2eKuy8pesA8hzNlyQEX01VAYji1tuuQWveuVZCFzhl0vg8/9j783j5DrLO9/f2ZdaunqVWntLsmTkRfJuwMbgGLBZkgBeABNIhpAJCTC5k89NQkJIcjPDnZs7ZJlkJivE4ASzBgIBs3mVjGVZtixb1mbtUu9L7VVnP/fzPO85VdUttRNr5nr+OfX5NG511zl16jnv+zb1fX/P78egPo7Q9iKUqwFyeRpzwlJCa5Gq3MX4+DxkzUT/Cgv3feEBPPijRxFqAVtdpO3zKVBmYJu0uZOQkzaVSKX5tvfcjg//6kfxja9+HdVyAx/5xMfRIOAva68IrF66bhhXrCawKvEca0cxpsoOZhbqKJoGtowWWHHqRRFyGin/Jew5NgW/7eB121bDUKj1XAFlzCMO2GqA/Z5Z5B2zipscS+qNJlRNhU5K/1DGCycmMD5XZ/sBAtG09rLVhyrCxHgNSr1we2wFxL1kfXc3pIusDUiJypYMvWt28v15itUIhZyF+z//OVbj3/am10EzhBUGnWWpTUYvOE1ff5FS9RWM+AsD/WW8XFO1bccpOBn2SUBX+rej3W53xg3hdwLkBFaJMU+fFWCV7ocXhti37xlcf91VGBoq8d8nsq4ISREtUXghbcpICJQYaq4fa9ZegWKhn8Fqq1Xn9ZHmfAZWX8ENz56aVSCrQFaBrAJZBbIKZBXIKpBVIKvAq16BDKy+DFi99NJLELIiKW2FT9RBiUootQJYOTyMz/7pX+DweAW5QgGO5yZgVbTUktLyQmpUdhWUqc2/B00xTCExlmiPFx6M9G8ZtUYTt7317XjjjdezmpI+nJKHK4NVehJJqbhleXFraQfk9kCe7gd28XqKKjM8DQJqhye7ABe6IqOQNxnapqCTg264XVSFR7auER0To1L1kS8CDYI7tgXfc7kt3rJlHD8+AdO0oGsGH2uYNtdjsEDKWaHiTB90rZ4HNBotVioGYcTn4ZZ3UqrS+/Z9mLIKTZFgWlbygT2CKwNtKUZLllC3ZdRtBVVNQUWLEKgRAygp9LFCUrGyHaF15gxOvnQEB57Zj+NHjsG2bAyv6Efo+gysQ9/HO97wRtx4+XbEHgWYxYgVFaemp3H0+HEEroPXbBzD5rGNqLViVCoN1FsO388odLBy5QADOtKrkhWEqWt8T4k6pOo4AqgE4f04xHxlATPzczh+bhzTC/OoO20OxCKo6TQdTJ46jkq5gltvfgPef889MHQBpal6BCEL+QLCuIF64yzCmAJmwo56cJESM1GpLgb5CZhKWtfJtsDxfB7LZBNAgJUgCEFVguG9gJU2BZaOMYYwqWqVW/8TS4COsq4n6Iq9RAVwFmFWAqzS9wKuEETVoMpGxxaAxoaqaBgpDF7UopnrWyOOSxw+xG0RCt9UvSk422IIlWgDO+3bvGHB/DiZcz2mIULTKGBzL+ASGy5iEyTdVBBqZlJ2CosD4V1MIyd5hBaGB1eyP7FPE4QAFatKY0gdQBqwgjKOPISRS7FUDEVdj1cwyFoIxwd88kaN3Q5Y7QBFev/wEupLKk5xHI2jez70frz35z+Eb3/z2zhz8hx+7bd/i9cjXdHYC7b7WEaxKlPknIQtqwexfe0gNFWBCwVVN8D0QgMtn0CqirGhHEyWkBN0I+2phOdOzWK6HuLmbaMwZApLAixVKEhZmZ/S6sTWoQOkCV6HAXxJw/7j0zg2PoeQLRR06KQiDz3IZLuRwE2yGqHVLR2r6XJJK4+KAO2WxxYofFcjT/gWJzdoEQxl6CvuDdnIkOIzn7PwpS9+Ab7Txltvu/mCYHXpQO6ec7Fidem8fWUTYHnFakdtuxSsJlYAaWAjgdXUX5zBahzDsPvJVhYz506iunCO120/lLDnqSdxy2uvRV8pD5c28miuU7YiqaEjsrGhNTWEXihh7di1KPUNYHaOPFZrrN7PFKuv7O5mz84qkFUgq0BWgawCWQWyCmQVyCqQVeDVr0AGVpep+fe+sxsbN26AH1AadbeVmlVliTKUQIyp6eyx+p/+y3/FXCA8Q6mNuhP4Q4A0VY8mPpTpSxJCIgjHqr9elRqDVGpLJ+0WoUhKmY/hBhHef+/7sW3jBgRESEjcRlCU26NTsNoLcXrhjfCwTD+sL04kTwlTcmWJNybFKjHsSX0ICVQEBCY8KKqOw0dmEQYKPN9BLMnYvHkFPM+BYZA3ngzXcaHpGqrVFodnBX6AZruNgcFBbi9fPSySsXuhBNWi1nRw9swE8oV+aKqJVruFXN7k4KucZbDa0/c9BFEAkyCfpKAu+zAhwSAPhiCGE8VwJaBpxJgxgbk+Db6tcNsq3Y4chT1FPmyqe6WJnd9+DCf2PQNbdhkseVEAXVFw99vfiSs3XgK30RBtxFQDTcN8pQLPaWO4VISpmuzVGus+t7XWqhHm5mushnP9iD1oK5V55HMmBvoLME0ChKLpm+FnQDCMLAIkbn9tRiEmZ2fw0smTODc9yerYyakpzLx0HI7Txrvf9W7cc/fdXDeyg2DVs6yiWCzADypotCbJkIE9NNMG4t46c70jQhvd2ncgXzJG6TkE7igwy/VcOOTv6zjsXUlYhMa3YZhsEWBqZgJCu5YXS5Vy/G8ChknbOIcesaxaAFeh2KRTp89LAaOAjLJENgDCl5LtAQi2Kio2rth8UatmfmC1GHdJOBFPUSpLCsWScUkqyEWt152pkkxqPkyoD3vVv+xb2uOT2TlHp22bcR7tSojrJ28OthZJQr0SP8s0qIw2NMh3mFXPpBJlrxGyCYhA0nKG0LHDsJGgq6zQZgipvHVW+5K3qGGQtQZBbGrFTseNLKweKEiNfH5ZQU9rBWBqGnRDR6vVwBtvfwPe8Obb8OhDj+DA/kP4jd//NGqNFoPVf4sVQCyrCGIJm0b7cPWGVXztkxUX4/N1TM5UaBFDf9HC5WODGLBIUaowkIwiCYdOzeBUM8Trt66EpcY4cXYKfTkLQ4P9Yo1MA6Z6GDht1oiuARrDMsYrbRw5PY1Guw0viDA6PIBVw/1Q2DOalKMSb9SQ9YEYb90wOxqWXhDjxcNnMDFVEVYd8IHY7+TILRojBGhpXhN0DDxebwq2ia898CU0qlXc8dZbuK70Qr2K1d6BvFi1KuZc+lg6Hpdu2qWw/sIA9pWD1V4rADrnYrAKeFIM0yyBGPXsxGnUy1O83kPS8NSux3Hz9Ttg9fejqebRhAqDwDmpjSWTA77ycJHTNawduwyDA8OYmZ1isKqqwmP1k5nH6kWtcdlBWQWyCmQVyCqQVSCrQFaBrAJZBbIKvDoVyMDqMnXe+egBDA8PMjRM/Uq5/Z+VkwmwjCIUcwXMzczg//2TP4ebG2F1IUEVAk/MzaKIg6XSD7u9KrXlwCoJOMl7jyI+BFhV0HRDKKaNf/+RD2NFXw6B47HKj/iKQvFJnPPU9drrDdFJlUZpEnN6bawHSwAOsWMGDGRjQNYFnGNDr89RPsJfkoALp5ALVez4RFW03dYdtJ0KNmzYxOAvCgj4BFi9Ns/KtEo1QL3eQqFgY2aujL5SEa1WG+tW5LkuQp0oasRf5OsYAbWqi2rN4Xb4ICSVno/BvgIGSzk4pKxFyNYAJqOLCH5EsDUUreuKDjmS4AYO5ABoSRJmDQmVggqfIKsOBq/kw9qo+Di3+xBqz+1DePYgJF2BR1YIqoJbrrkO127ZBptad5OwG2JZhmmyUrHlNtmXlTr+G04TqqFB0Uy0Wz6cpoupSouhFYEegqYESEdWjGBoMA9LV2CrBMRCxKFIaOf7mUBLurNkE3Do9Ens3v8snnniCeQtCx/6wAfxlp+6DU6bbBuISVG4lIpczkYQVNByZ4BYtOsy3umBgx0Ik1gt0O8XAZ0k2koMXnFvaNzQZkGb1I+uyx6L1D6dhkrZWlfBmnqwpqBRwMauB2sHPvb8TLy+AKgCtCZq1kXHJRAx+ZmARhKuuuS1F7VS6nkRXtVJkU+BZxJgJC6FwsGSvn0OoUt8UdOfcelIoUn2BQTTkkAhopJ0rCJ8dTvhW8n3bAWh0j1TWPmbjn16HtlRMDymuUaqTQ7uknkOKJKBWDIASWefXlVXEcUhg6qY1wAXqq5AAXmTBlCsADLDK4GaS0AAACAASURBVMC0qMUfMHWTX1PXVeTyefQVi+wRXMjnGbC6NCkInPMmTIhqtYyQrAf0JvqGB/H07j3Y/cQe/Nb/9QesaKZX6/iO8J3oVaySiJE8VkOkYHXDSAHXbF6DIJRx9FwFC+0QDYfU4EDRVLBj0wD6DfbCYAhPSPGlc2Ucmq7gtu0bYCoxZhaaaDXr0Ewbg/157gggawEa27wJRPVThTetEgd8fXSlLR88X148MYFSTsPGVcMcbEWAn15H4dCn8x90m51Iwp59R3DiXBmKZiRQ1e14n/7rYNXCN776ZVTmZvG2298EwzRYjS3mXxfSi3G9ZE72hGotBq4XbulfbkKIY5cHq/zaXInF513qsdoFqzKv1V4MWHYfh9jNT55BszLDftv0d+TJJx7FDdddAWXFKpTtFWjoFEqmIApcNBUTsaxhNHAw6LtYv34Mpb5B4bGaKFYplC8Dqxe1xGUHZRXIKpBVIKtAVoGsAlkFsgpkFcgq8CpVIAOryxT6maePw7ZN+IGXKFbZFFG06cYRAkWCFEQYKBZxYP8B/NX9X4EysJJBpGjxl4ViLYqgarKALj0PBiYsVBMAhSBWCqPoOFIykXsgZ7FLKhpuiP7hVfiVj3wAOgFQT6RT0wdbJQmyYbFfqvzrJLD3tCn3tB6naj26JHo9gkakouz13iSDAvIhFB+4E+bF3oLU/htBIRNWCZidrqJep+vRYOcl+G6MSrmKK69ch/mFFqZnaxgdHYHn+azirDdqsG0LA3nRyp4+0vZS0uXpmspQ1adP7ZBBSdSaLsE2NFiGgbnKArw4hG2aMCQVmiHD0skSQUBgVmpG9MEf0Im1BhLcKIKDCAt6iKoBeLaOek7BmZqPAzv3ovX80+ivTyOSqeaA73rIqxrGRldjbN06rFk5iqG+fg6Oiqn9mtS8slCNEmxvtQNW60oIGJUYWg5NPxbWELKGlufjpZdOwrDzMDQFBdtAf8FGIadDlkJEpIAj70EGPDJ0RQd0A9PNOr776EPYd3A/BvMF/Mxb78CVr7kMUeBDePMSiNNZ0esGM3C8OSDyhFqPOVnS4t7jHZl6QwpnXvFgAMsGn+kPxNhhbB1RoBdYieZ5ngCsrouAr0GFrmmJRQBBv0RRmqqxRa+8mBkpPE1MgBe1yCfvpav+FLNJqF3FoUmnvqh9HOOaLbdc1FL5if/jMzy7CErzORk0k28ygTYBtxfZHaji3x2DVB5pAuYFURu+F6DhtBAGMqrlaaiVCgYUFT7VR9UQOg5iy4a/bjX7c7JXsKEjZ+e45q7rCUW0GmBAqkCqHYQbEOyjMaHA0EK2xgiH3gBfzYswNPK8pU0EWWdVeyh5kFUVlmJjfP4svrXwFJwFB87MAuTAw0ChhA/cfjcG9D7IscoBSjx+Er9XnuKSCK3izY44wuzcDPL5Auy8DScIsf/Z5/Dwjx7BJ//gD0TwEgfzpWBQqI+7zgBUI3Eeeg+0cqwe7sO1m1dzHafKLQTQ2VeWaqDLMVYVNZgyGTor7N9M/sHHzs7g0Ewbb7p8DQq6zK9LqtP5Sh2tZpM3bwb7+mCQknx+AWEc8aYYeTGLu0RK8+RaJBnHJptA6GDdyn603QBFW2OvVAbcPaOpMw2kGH4E7H7uGI6fLUMmf2fa6EHqtZrC0OToRLFKo5UUq3TWgm3jW9/4OqYmzuGdb7uVrVEInv9rYLUXhl4sVOVNvfR9pXP8ArNG/E24AHzlv13d7ofOxgoBaeoekARYpfV2YWocbmMO9VoDkqph966HcfW1l0FZvQFTxbVoGzqKc7NoVqrwSv1w+vqxMvSxxXUxtmEz+oolzM3Pot1uJEF1pFj96EXN8eygrAJZBbIKZBXIKpBVIKtAVoGsAlkFsgq8GhXIwOoyVX7xxdNC8ReKVtHOI1agRxGaegQjVDCYt/Gdb3wP39r9HAqDgwwiheJMSZKTYw6IIkqQqlYJWtAneEUGe1Zyw2qihmXVaNJyTgoqboeFglo7wKWX78CH73kHHEdAGHp0LAcEFemo/noveTG8upAma0kRErZ2Xgt0AtjSn1O7LH3kphpRavbsbA2aZsFpOwwURlcNwPGAmdkmVq7oQ7PhwvMasC0Ng0N9rGRLgV4KZ+jc5yYqrEY0LWqLJuBLEIq8Jcm/FNAMA7VaA81mC7puwHFc9BcNFIt57qhmOMgsQKgg0+tleEYt8GHIqeOOFKNhSjg+28JTe57A3OnnYccthpGsTuU0dvKrjFjN158rYNXwCLau34ANo6sx1NfHAV0EF91AJI4T5Gm3WtyGTyCO7A8My2QVbRDLDHKqjRaqVcbHcJ0GbFPG0GAfKw8VJUIuRyYMEmQWj0mYazXxg5/swunKHAZ1E3fcdDP7upKKlOA3tYmrug0oIWrOabhehZV4UejCT4OY+FwCnArQslgl1wtWO8LR7qDn7zisLVG/uj6FnZFS2YHnCfUq1SiFkTSuVYVCplQe4+kj4XiJl2p33HUVrknAV+LJ2vtzGiME/9OfUd2v3XrrRa2T//1P/xKRpCGXLwGyzlA1Cn2Efhs+WVvQxoYqlODCfkAoUCUleV+6AVU3oJBa0tSgxgo8KYCqlbD7x/8M/Z8fxPa2i3owg1J7lDSPUDdtgve7vwa9ICEKBKjitSCBx3QNDSnC9ngncOjPMNuQoHoLCCINOVNmFfbU2l9Hq/86nm+hZECjJnZq4ZcjbrWnTZiCpOJ4cwqfGv8aasfOIT61IGCxauC3f/rf4+rhLeylTPeK5m6aAi/WJ6H07F0zGB5TUJwb4MiBg/iX73wPn/q934ekC9/UDlhl/9Hex+J/0zkHBgZw45Y1UCQx92mMMIzl16QvFp+zmpMdKyRgcnoGe8+0cMsVa1AyyCZArGFuHKLpBahUHTQaDudJVasVmIaGzZvWos9WOXmezy1TQBXdTAXHx6twoxDrRoo4dG4eW1YPoGiobMfCoXzc6k+MUaj16WekzN994DSOnp7hOQ5WmJPtgngfooYUjSW+p/lP22Nk30DPKeby+O63v40Tx1/Cz77zNraMobWb51MHTCdn6tlsEmrz5a0ALrRGX2hCJM0ML3uu9DgBWMXfly7YTcBzTJsAbvJ3kbb9JARSBJPmUahgYWoCQbvK1ifQTezd+Sh2bN8Cc9V6nC2tR81rQHvyKVQrVagrViC4cjs028BNnocN6y9BqVTCzMwMry1pJ8Nvf+xXL2qOZwdlFcgqkFUgq0BWgawCWQWyCmQVyCqQVeDVqEAGVpep8pEj46zMEx9suy32BOvUOICjSTBjDUVDw1/+xefw3MQCCv39HRBLH5rTY2NSwSWKqPTDIv2bOopJ3ZeqB1NglKpJCY6RMo/UjtWWh5tuuRXvesvr0aIQlQTE0uUznGGxWBeapmDk5aFq6sC5uAhJjNDS3J6eD9pLE81FoAtBTbLWI5Upffgm2BNCw/RcA4VcrgNc+/py6O+zoalRp170ngmgEuiZmqkKRZ6ssFI1l8vx+YqFHEp9FkOfal20oxNkJrBazCnsMUo+pQLOCKXrIosBAiyc+i78L0nXSu/1xPF5PL7nMZxZOAyYFEojYIyATqK+9D2FOIV+wOrMFUPDuGT9Brxm8yVYM7wCfYaJIBRqTnoeHUNqxbbTZk/VMAhg6CZMw0YUSqi3XFbBERyenyvDtHIcAmaZBkr9NjQtQtEiMCnhxNQEHn7qKcx7TQxbObzjjW/CqhUrGazS9ctyBM3Mseduoz0OP2jw+w/DNlwvYMjDIWwcckRBbPS1+J53xiqrC+l3FxgbHDIlakrjzwsCBEESKMbnE63YAW8uAKpM3p0Wv3+6LwIQpaJPMT96H0IxmNgG9PgRk3+ozF8C+hGUonbkubk53PvTv3xR6+SnP/lpqEYOK1augWHleCOEAJjnVOC4TfYnTedqOgbIFoB8XUmxqJK/rGlzS7ec74epkWqadjoszL64H8N/8zVYlX04tWoag0+NIu+riHN5VP/s01DW94EFj6lKOLHDEF7GKraGn0N45GuouBridhWIKTBMhURq776rUBn8NbQ1g/18Sa1O3rPU4s6hVJICW1YwbbbxyQNfRPX4BKTxMgNp2ky4a8db8Z5r3wLKqKLNCjEWeu0izl9DeL7IpET3cOzQS/jG17+F3/7dT8EsFDj5neapeDNLW9oFBE/PT/UkcHbjpetgkoqf1sAkaC9xWRDjI7mjHOIHsDL1qZfm8MbLV6Nkke+mQKuBFLP3KVQZjbaPc1M1TE3OAH6I9atXYsPqEmz2aw2S8U7q5Bhnp+tY8CNcvrYfp6bKrDJf1Z+DykQ3UXCTaJZ3AWQOraO5+tSBMzhyanoRWBVmBbSmiHm1GKwGYg1JwOqD3/0XHDt6BO/66Tdz7Tt/I9L6dd63mBedDaGLAKtL51YKVlMAfKFJ03uM6JlIH2J8pOtgutnEEB4SW7KY+X5IkYLy1AT8dhW1ahmRZmDvzkew/crNMFdtwJm+dZg7+CKulCI4coR628M5JYfha7ZhW7uJTeu2ZmD1olaz7KCsAlkFsgpkFcgqkFUgq0BWgawCWQX+d1YgA6vLVP/o0QlWzaTqrfSDJcO6yGdVo6EaUD0ff/iZz6Jh9nPSc9rOvhSsclNzT8ANqT3JF5BhTUex1QURaaiOxL6NBA48/My77sTrr3kNg9Xu9SSt/gmgYDCRJpR3QGuadN19synwWKTGTX79cppW5m6c4E7t4cJDlj+Qx0K1yCE6iS0l/ZwUmm03hu+HaLfaHDYVBh5GVgxw+3uqVqOXJghBXqHU1u+4MaamFvj3YUDHB+jvL6CvqMJ1I7RaDnTT6qr9giZ7jHLQWALsSKF2PlgVPpl83XKEWNHwwuHTePSphzBVPQlZjyEHAiIQNExDvlhJTMeRipW8Rh2H09gH80WsGVmBbWMbsWHdOgwNDnGgDgHcwKeoLFKt+fA9X7TKKxo1oAuoq8hQNAuNpodaw8HUzAIMM49apQ5N93D51nXQ1BiHT5/Co3v3ohY4WD8whHfceiv68gXxHmh8yJTKTVCZPF9nuEWZQmFEOjxBeHENYUjfU1BW2EmE7x3+VH/y1RQ+iynYSb/vlPW8GUOp8FQXqpfrOgyLW60mSKynGxYKhVwnsCv1byQY1xk7PWOWw8FIMpiOxWQMUwATw1UKQQoCNOpNmKaJ97z1Qxe1fv6X//QZyJqJkZE1UA0B62kMO84ctyGT0rDr/St8OFnlS7CNlLiaymCVgLiSK0HJa6A8Il2xUD99DoW/+kfY8UMYv6KF0okcBp8YARoSyh97F9o/czOZdvJ1k8UC1YQ3FaIQ/ZqCte1Pwzm2F21YcJuO8FrWVSg6QUVgeuQ30cjtgC+1EcFg1SexuSii6yNFbYQTWhV/uPd+OJNVRBNVtuDwowDbhy/Bx95yL0pKXrynpL7iOhY/0t/xJgOpNj0fp4+dwpf+8QH8+m/8JoZGR9H2aBNhebC69JwExTetGmGVdQpcyRaZVbFRJNT6aXBYJFF3OZotB61Axc2XrUK/LcAqB41JIlSK5huJSGnaL9QDHDk2hRga1o8WMThI9iEqECXHKRHGZxqYaIW4akMRIWScm6ljqJhHgTxD2LJAgkpzWCx2tB+BUJKw58WzOHxyalmwKoyphcKU/ZIpoImUq1GIvnweP/r+D3Do4AG852ffyupu8TeCePT5HquLIOe/0WP15dSrvYrVdINj6b3518BqZ0PFSzb2yMKBLFNAitUuWA2cGuq1CkJNx97HHsHll4/BXDWGM8U1aD7zDN6yZT20Ug6T49N45OApjNx6A3aoKsZWbWawOj09zRtpmWL1opa27KCsAlkFsgpkFcgqkFUgq0BWgawCWQVe5QpkYHWZgh88eEYoApeqQAkigdq4JQYr5TPn8Jn/9pewVmxkoJWC1UXAMoGnKaziFmBJhkqAcglY7RIlbhAWH7w5Ql3G+953L7aMrWaVJj3SUKpUscrI8DyoSj/rQpNF15Xwq6UgVfw7dbRcCtR6U9KFOpQhL4FHTjjvBnUJlRyp8ASQolZi8qIkTVg+byUKL4Kc4l3TtdEHaj8k/0w9gVsE4Ki1Nkbgk2rVYHBHoJUCrjg5WpJQzGlsHUBKQzohAd5U+yZAR3JdiSUDPYdsBZxYwk/2vYifPPsYas4kNF3tqFUXww0BZDnIK21TJxjlB6wqJkVhqVDA2pWjWL9qDcPWwVI/TFXlawpIMZr43hJkDlyHwSBr3CjhXjdQazThOiFmp9tQFA+bN66EKsfYd/Qwnti/H63AweVjG3HHG26BodF1JvdGlmFYeXh+HW3nHFtPKIotADjDa5LpRnwdBFgp8AhUp8RRMhWOMujkK+qq8ITCTdyf7n/TH3QnD9clioSC1XFQr9cZfgdRzC31BJVJuaobmrC/IADfo0oVI06MuY6VQ4+/qixRHYUnar3egKYaGB+fxC++7xMXtWR+9o/+H8SSjuHhVdCtXDLiYzQb83CcBr8P8j8W41n4rrIkmK9ZRkQ1N0xYuRzsQhGyqcHMmZA0E43JCop/9wVI+rcwv6WJgVIOxS+uAI6paN54Kep/+EuQ21RrYVkhFOpiY2FDvoHhmd9B/cwEXCWHZtuBTpsWmgTZsGA5DmYH3oy54r1wNQVBrEJXyVNEYsUggcJYi/C0fxp/88w3gVoAlxSrmoxQjTCqlfBLN9+Fy4Y28pyi+cObBiGF7CX2JT3rSLpm0awlsDp5ZhxfuO9+fPRjH8fYlkv4+pYFq+TRzHOxu8EhNjpSoJyscTwOE39Tmgtcc7E7Q9CRgGvOMHHTZaswWBBzRqVz8NiU4Hou9+7T5kQQKVgouyhXmqyK7yvEWLWiBI0CxvhlIpybbWCSwOr6Ih8/W23DDyKMDORQdyK4joeRfgu6RBsNdLupzsDTL57DwROTDFalSEDTLiBOFaspMBYqcYbEUcBg9eEf/Rgv7N+H97zr9q5ild0+hBK799FVqwrw3gtDz1+XLjwFep/3/x9Y7VoBSJHKilUCq81mDaGiYc9jD+OybRtgrd6IU4XVcJ9/Bq9fswJGjoIMZ7Hr6BnYN12H15kFbFyzCX19fR0rgNTmJrMCuKglLjsoq0BWgawCWQWyCmQVyCqQVSCrQFaBV6kCGVhdptD79x/vwL5edSe3p0ohtFiGaedw4Mk9+OuvfxOllZsRRV0laQoU+CQ9YDUFiKxY5ZRwSeSF9DzOe70gRn+pH+9/310YKPUz9FmkfiU/QkGmOo8uYGU0cj4gZlZ7vkotPY2Auuf/PlWT9QJa9nsVVDd5fWFWyGpfspMlSRq5HcoExwi00JMF7BT1oJAsshKQsbBQZuuAoaFhBnR0Sgr5oQd5JxqaBM8PUC5XGeg4rsc+qwMlG6apI0p7rJN0eXFBKexIGWMCtaiF2Anw6JNP49mDT6IVzkPVTEis7Oy2wqffEwij+5YCb9EqnMDWOERIQUWQkDMsDBT7sHJkBFvXjmHlyiEU8zmBZUNSiwoAqWkqWx1QnUzLEvngsgzPI4AXwDJEvZ7Y/xz2vnQEXtDG667cgTdedwPbSERUxwCQNY3V0gvlE1ioHOCwNEUtQVWtRMEokuUFtxT3lGwCeu9vZ8xxc6+oGf9vJ0mcbmnaqN+9zcK3teu/yFg0ElYQbfpyHAG+yEJDpYArk6GSZWgiuC1RO3bHc9pOndQ5eSm6HRSORm3vlBR+6tRZfP/BH+K+v/zKRS2Vf/rZz7KqcWBwJaxckQPPCD63WwusWCX/1u4YT4Ll0o0Onm8SFE2Hbeeg9RXQR8pVAuU5HY3pKnJf+Tzs4oOo9Zdh9uvIPVmE/nAJXn4E9f/8S/CHhjo2GKlyl2q9ffQw8ic+i8pkC65iou470P0AkhpD0UzYfoSWuQLjpV9E09qGCB77vNIuAYEtavcPzRgPtQ/jq3sfhNQCnMkyZAp9MgArkHH3tp/CHdtu4s0HUgDz/EsAqLjt9O66aWF0T6ntPnADzE5O4fOf/wJ+7kO/gCuvuRr1ZgsKb2LwQrfoXoTdFKvOz3n9SALDEv+STp1Fd4CA18IaQCihyWOENihufM0KDBZJpS5D656ROv/RDoFy3eHxrUjg9WFissretGNrV2JkMAedgCiAibKDiUoDV64vsUKeNmlOzzQgGRZqrRih62Hr+iKKGktpu2D14DkcOjEFlYO9umCVLoWVqTyGUsUqbQ4lYDUMUMzn8djDD2PfM0/jznffwXOANhgYmy4Bq4uhqrAZSOdjd04mK1tHnd9dqy+0bnPnQ2ct7K5ty63xy3mssgVIolhVZFKsymwFYKWK1elJhG6d55AvqXjq0R/jNZeuQ37dZpwqrIHz3B5cMzoEy7YxPTuNvccmoN18A262S9i0diwDqxe1mmUHZRXIKpBVIKtAVoGsAlkFsgpkFcgq8L+zAhlYXab6+/a91PHAW6xaleHLIYwQ0KwcHv/Og/jmrp+gMLwRUuQK38DEgzKFRdQqqXDwjviiB33AT60ALgRWBQwUKi4Kulm7Zg3ed8/PQFPtRSqwjhqM09zTD89CSXoh9Sq/dqpqfVmwemHomsLQ3g/44nyiPZcVqvzaApZ22/LFzxieUPZLSIrAHp/NJGiKPrg32zHqjTa3k5PKsd1uoVgswrY12IaOar0O28ohDGP2V6WvgT4LhkkhRKTEFC/LnbwJ+BRAWGSyCOsCoaSdqzv40c6f4ODxvQiiCgwlB1/zGB6QgjC9ZwKuCugox4l9A0EFppCcD89BVuK1yX9UgLl8pGJ0xTA2rlmDbZdsxmj/IDRZgReF8OMIgefxxZJKz3Vc5GxSPQqFbhwprN59dO8zOHD2JIKgjTff+HrccOWVrMol2BX7MXRTh6pGODfxDCamn0TESrs+yEoBkHLQVPI6FZ6OQgVGgVdiEyB9dMYEk56ee5+0bPPz5LAzxDobA6RvJdFt4r3KauxkjPuhD8dz0Wq1+R75noDpBFgLOQGWWL2azAs6llLuhaI7USyS3QR5fEaAYRVg6DaazTb+5TsPQlUN/OdP/fFFrZ9/9sd/gihWURoYQb5Q4tcg9WGrOcdquyB0F52X51kKkclzl8aApjFYlfv6UdAt6PkcVEtGbaGMaN8DWCk9iGawwAFjBaMA9b6VwLiG+q/cjeZNOzobJPRCqWfyVau/j9zBL6K8APikfpUcmC7BRS4ENDmGFFg40f9uVI2fQayUISs5ugFQoENSFDiGjwebL+Lbe34ANAF3pg7ZJLAaQ3ZD3LbiKtxz3e2wzByPBVWleSM2H2idWvrgNn05hu/6KM/M4fOfuw/vufu9uP51r0XtZcBqkMy/dK1Ix0ZnoyKBp3yvO8OO1pFkg4aUoqQK1WjDJMY1WwbRl6dNFhU5VeWNCfLGpblDalrqMKANBrJqaPohjp5cwOTpaeTNGFs3jaBUFD7GC+0Y1VYbl28YYjCoKyHm2jKOTrqoN2LEgYdNq0ys7ZfZRoDGLG0NPX1oHAePT3bAqvBUTa0LhGL15cDqzkcfxd6nd+Oud7+to1jl902AsmfOvRxYvZCy9V9TsHJHQaqMXqJ+7b3Xi85zAY/VpVYApB6PKZQvsQKQIwWVmSlWrLpuGy4kPPXIj7F161oU12/Bmb61wIH96AtbvBkQtluYKPto33g1bsr3YfPaDbzOU3gVbcxkitWLWtqyg7IKZBXIKpBVIKtAVoGsAlkFsgpkFXiVK5CB1WUKvv+5E4tUnunTFHjwQF6ZKiwEuO+Br+PoZA2RrEOmFmuZ2leptdaHLotgKgJgBA+o/b8XdhLESDWei9plWeQq2oPpg3+r4ePG667H29/2RoSBAE8dIJbAUQEQLwBTGXqJZ3dfbbE9wNISiDOdD90upG5KjyWfzfQhntcFNMt98GfQeZ6hKwEeWXiytgma+ghCUo2pyNkGDF1FuVxn0CJUXwp7ixasrsK29/XoutJwsF5PT1J8hlBx8lwZP979QxwfP8DwSlVihEl4Va9qlc7pBzK34NMYCEMHsaTAjzVW1CmyUFqSlpHOTRBOlRW4FEhEMDmM0V8sYnRkJTZtHMPG4RGUbAqpUhEGIQddEZjRCDQmST7UBl31PPxg106cmZ1GHLVx1+3vwKXrxhj6UrI5PSgQC7GHsxM/RK16GK7noeW4qFZ1NCMdBvmclkocAkbeoJqhQJNCVkzzWEq9f1MOTiCJ7Bgi8UXen6RCVckGI/XApOqR2pQOJ0+GWOFgJ0qaJz9PUqOqCkFWcCt3u+2xgpXgKumFCazTKCHAQm395B9KIEWNSfNL/qY+DFLekn9orEBTC7Bzg/w+9uzZiz1PP421a9fh//zlT13UkvkX/+NvYOg6bCsPi6wAYuF32XJqaNTKCMJ2Zw5wjVJlYPpqDIAVtnMwiv3QcjmYtgndLCJoVOCc/ioGoi/DLVdhBRqUjTq0QzqizxWhXPPTOPvhW+FSAJ1CYWkOpCCHnOXgzf2fxcThU3CqDpCz4JI6HiG3/BuRDUmbhR7IqMmX4gXrl+FpCvRIh6Ll4Wh5aHEVjh3ivtldeGH/S/BabURzVUi6ikiVeRwOFvrxiZvvxCXaCGKdxqAOl2LmElVj7/rSO6dpg2h6Zg5f+Lsv4M0/dRve8s53oFyrQ2GLBLHC9D7CRYr3ZEMp2YTpzFFeN6SEpdJcPd9fl85Ja+olY2ugqxFkVYFqm+QDgmGdgLKEctOF4/rIWwZslWxWgEo7xLGT46gs1NBfKKBoqDCVCJMNGXZexvZLVsNSIvZPlWMZc06AWiih4gCNmoPVgyZWFxUY5DssyXjuyDj2HZ6EYsi0xwApanTaBMS8SPymeeQk/qqJFUDetrD3qafw+CMP4e47385zUrdMeJ4PRdWSzZ5elXg3vIq9XhcFjKUbRqkdwvJq1Veifu3dZ1u01vNGTffaXF6rYqgSeUWzaB52fhBSJGFhehyhW0XboY2rELt37cTGNSUUN23HVPfJYQAAIABJREFU6eIoStVx6GfnIMkeCrKE066L+sZt2F7IYcs6YQUwOzubdCvQ+iHhdz7+8Yua49lBWQWyCmQVyCqQVSCrQFaBrAJZBbIKZBV4NSqQgdVlqkxglR5LIYMU+wgVgz9Uot3A397/FYw3IqiagTj0WTFGjyD0BLgi1SYBjQSipucjyCrayhfDUFZ0sppVtF5LioZWw8Obb70VN990HQc5da6JGUQSTLXUC/YCytQUrPZ6rl7o7TNrS9rne9//y4HVVMna+YjP6r5eJVr3lZY/TwJ0OV1ctFtTazMFP3kBgUChim02Wqw8EzcohmXqGOgz+Z+p8i59Nc7+StRa/DvxJH5/fqTi8IkpPLr3xzgx8SJ7k1IIDsHY3vN0vqewlsiDFrWwfdtmBoGnz06g2nTRDqltmUChxkpY8gSlV4lUASVUgjcE0ijV3jAwUihh5eAwVo2u4P8WLJsVzDRmSE2rkCJSVnFuYQ4/3P0EpupV5DXgzjveiQ0jo9y+TKCL3gupOMOojvHJh9BsnkDgh2i0HMyXY5R9icFhX2kAuXyO1a3kI0vBawQ/U7VxagVAfrFkV+AHAYdvefTlefx96Abso0u/i1iRK+rte6RNk1kZaxoWbEv4qRI01lQNmq6B8ut9Asi+8CF2XKE0pp/RPdE08l81oMtkOUuAO2LrB1O3YJlF5O0BWPYAzFwOjz32OObn5/k+/eav/M5FrZNfvP8Bvn+aZjLYZTeLCHDcOur1Cny/JXwjknnUY3IhxhkrcxOwWiglYNWAZhQRtutwz/wzBsP7EVXLCDwJhbVFtrGIH5NRfW4r5n71w0CuD4FHfrohwljDCquBGwp/gvGDpxGSSjVnoc1glU1JocY0xn3o8OEoAziq3okF/Wr+GQHoQMnBkiOUrQCfO/cwjh0+Aa/lIJqvQCI1N4PVCIZi4P1X/hTeuvUG+J4ETTcQUCYXqc2TOXshuOqGPubnK7j/7+/H9dddj5+9+25U6nUOY0sm4yI/ksVgNVG1d7x0e7ZuaL7xYOLCLtlsEf+WJRfbr9iKkYEi35VKq4Va0yGNLizLxtx8jcdD5HuQI4qfihEpJmTNwPzcAmI/wOhgiVWSCw5gF2TsILAqR2LnKZbhxMBktYHZRoRGy8dIn43RgozBnIYIMvYfmcCzh8YhazFk8vuFsNPofnWDt2jbhryMRcBcgLxt49m9e/DIj36Ie+56J1ti0GZCGrCXTKbOGpauZfwDfj9d0NqBnMJQpTP+l9/AWmrrsRjgpifo+rAuPqdEIX8JWKX3Q2CVHrQxSM8kx3ErPwgq5cL0BCKvhlY7ZLD65K5dWLs6j9Km7ThXXIlVzgJWtcml3GOf6ZfKZUwMr8cNK4bwmjUb0ddXxOzsDK8N/PdRlvCpDKxe1BqXHZRVIKtAVoGsAlkFsgpkFcgqkFUgq8CrU4EMrC5T5xSspmAlfRq1fkayBsJm9fk5/N0/fAO1JJmbfPYIqtGHUAouIXhKtI0UVr2KVFJYpa3T550/ha2seiJFmwbHCXD3e34Wl2/bgsBPwaoghl3Ier7SS/yu+zwWwfYGWZ3f9StA0gW8VTvv/8IOAYs+4Hc8EtMm+SXHLAUAvdfEYJnBqoBX6YMAAnubkp9i22VA57mUeh+yarC/aCyCEmnoEoPVHiiRAgsqg+PL2HfwOJ7Y9wjOzL4EhRWSIjinF5h0LkJSuM21qLTxwbvfidGhfkzNzOHEmUkcODnJoToLlRZafsh+mBRKFcshdE0TqlWCYwxxEgUzBSBpKgbyfVgxOIQ1o6NYObICBcuEGgKGbuLomVP40dNPYrJZxYZSCe+54x0YzBXhBQFCQYzZY9bzZjE98zhcdwJBEKFab2N2vo2Jmg5dN5Ev9CFfLMK0CP5psHVdtOwnalVu8w1DBEEIz/XhOKJ9n/5Lrfye6yJ0Aoas5H1LFgYEPQj4uX4TgRcyqCUvyb6+HAo5GxYDVvJUtaDR6ymqaO+VJXhOwP6rdG6XYBhDSguGTlYBLEaErpJKuYThwVUY6F8NyypC1XQ8uftJTE5N8fGf/NjvXtRK+aUHvsbvX5E1hroR+RnEQNttoF5dgOs1F8+V5FU6QzlRrLJfbLEEzc7DsHVoRgGx56J95vsoBX8Lu11HzXFRWmHCyCsIKhJa+4o4u+Uj0Edfg9gPIas+nFjBpaVxbI3+EqcOn4GmmICdQwsBNLrOkHyVgcjTocsOoMWYxNU4Lt8Ll+oqB4hlHUXNxmnLwd8eexBTJyfhOy7ChSpk24CkqYja1GKt4caVW/Grb30/gnrI44egK6XBiTXiPBm5CJbzPVSqdTxw/wMYG9uID/3iL6K8CKzy6pF4pCZy9HQzQ6wsApymtUxU9mI9EPVf5ELRE8QnRSHWrl6JYt6CF3io1ptsQ0DH0NiuNx0eG57jAqEvQtok8h62eKMh9DwYKkXY+4hUA0NDNq7dug62ErEalsBqhBCzDQcvnSuj7QMbVg9htKjC1kiZKeGFIxN45sUz0EyqFR3TZo3uhcBqDNpQ6QGrloX9zz2LH3zvu7j7zneif2CAgXaj0ehYYVwIjPLPEurf2fxIYC6VkYZt72OpQjVd77r/XdyN0Pv7C4FVcduSYK7E4iZVrAqwSvryrmK1PDOBmEP0aLxGeGLXLqxaZaN/0w5M5IexrjyJoixz4FrcbOO5dh0zw2O4MZfHtrFNKBYLHSsAYR0h4Xc/fnEBdRe1MGQHZRXIKpBVIKtAVoGsAlkFsgpkFcgqkFXgFVYgA6vLFGw5sErkIYICU5Zw5vgx/MO3fghPLwBxwECOP2xyC3XA6lUKxUm9BRmmRgKG9npS8mdXTstOQ3ISu1SZWqZjyIqBn/+5e7Bm1QqEJC1bEjzFxzIw7YLW3sT1jv1Aci3p66Xp7+eVgBWr58MVet5y7aK9H/AXAQJCDxfwD+z9QN99ffoAL3xQGfRxAHsCWUkBxqpChdv/qe2WVKu+71GMEAz1/EAWug7W4PWA3RSC0PtrujF2P/sidu9/DFO1U6yspA/y/Do98KKj1ooV+I0yxgZV/Lt73gEdAkqVaw2cnp7F6NoNGJ+ex/Ezkzh28gwcL4AvCW9TtgmQFaiaiN2h4DB6LYbwBEkDAsQ6hgb6sW3dGFYPr8LK4WEcOHoEu/Y/iwW/je1r1+KdP/UWmIrG/pyhQknwMQxNR6N9EvMLexAGc1yXatXDzHwZp2d01BstuH4A07SRL+Rh5ywYhsqKsDSZnq6JzkngtN0mmNpKvFHb/G9qWZYDCSErWF320iV1LVkS+B55oEZs02BbOixbRT5vCuWqbcKyLOQtG7qhs4qV7p8sGfzeXd9Bo9VkRayiacjbeehkVaApbDXQVxjC2PrXYOWKdcjnBmDaFp7euwc7d+3EmrVr8cv3fuwVLnni6V96gEKvaCzp0BOwSnYHnt9CrVaG49QZrPbOSR6z6asRjIPMdhRmoQg9V4BpG1ANG1IItE49ipL/5zC9eVTaAYZXkn2IgmYow1BUjNffi0bhBiiSCi9qIJINXLdyL0bnv4YzJ2ZhF/OIdQtOJIC1FsQIyTagLUOVfBhGjEbcj0PhvZjTt0KWSTcYo2Dksd+axxeP/gD1UzVWe8fVBiRbh6xr8GsNqIaBIcnGJ+/8ZQyHeUo/4/ArEfzU3W1J1w2qAamp3TBAvd7CV7/0FRQKRXzsP/46Fuq1HiuATnGSugmf6PMeycYJ/VzEyKXKdlHv7qPrFR1T8hZD2iQ0igOwCG4SmFbg+1GyESNBV2QResXhV7SWie6AKAj4fQRhiNWjJdywbR1sNbF0JY9nhHAg48i5CuaqbRRzBi4fG4TM4VEyDh2bwp7njkOzKLxKhRRTWJZYd5azAhA/D3j8H3xhP/75m/+EO9/zTuQLBRFelawzukqq2GVa+lM59RJFPt0foffuqlnT2i0LaRObl8V1Fkd1A67Ev9Pn9CpWxZylDS3aJFL4bKFE1grCCqAyO8mKVdcjm5IQu3btwuhqG4Mbt2PaKGHF+GkYpgSd/KclDbsbZVSGxnBTaQCXrB9DoZBnKwDyWBWbkcCnP/EfLmqOZwdlFcgqkFUgq0BWgawCWQWyCmQVyCqQVeDVqEAGVpepci9Y5Q+diXoqjTAqmTp+smsXvvPYXkh2PxCQS6EElUKbgpChjKQqhAOZxnBAT4Ire0Fr77nTD7Pcss9t5TJqjQZWja7DBz9wF4p5UtZ11a+LLl3QyM6POjC187Nuorv4EaHFLozsPVd6na9oACb0sidEXkADhnddcNJ7zk4SOf+wp+26k6ydQhc6BymByc6UwKeor3gtgqwEOkR7ai8Q5bP2KuR6fAJJTbxQc7Frz3N46sBjqLpTbOfAQJdgiDjZ4oAnWUN9dhI3XDqKe97+RkyfPYl8YYC9Qyv1BVy67XLEsoa2F+LZ5w/AMG0cmyhjZn4B9VYboaRy26yiGSAkwQ3UDI8JsBIopt9KMGJgoFTCyqER1FoNTM7PwwkD3HzZZbjlta/ndm4CKvRFyJbSzivNg6jV9gNhHdSpW2+GKNdmcXbSwezcAsqVOsMhK2fDtEyYZg6U6s3wQhb+vxwSFTockhXRayTeqrQ5wONR0thrlZStIlAqYAA7ca6BaqXBalcC4QROCRJrugydbAcIPpo6TJ3UoSqHfOmakqhYZWE3EJJqVYapCbsCgqvU3j40sApXXH4dNqy7BAW7n2F7tVrGg99/kIOL/uNHfuMVDdP0yV964KtcfPKE1TUrUSlLDFar5Xm0e8AqHdMJWEo3QXhI0/vTYebz0HN9sGwNsmFCik20Tu/GoPtfoUfjqDd1lAYsRFaLbQFKsoEF9Y04GbwJqkTq4zZsS8H1I9+BdWoXpuaaKPSXELKHL23MRFAjhcGq7IWQwxgahSopEs461+Kw8g62J6ERUTAt7LLO4hsHd8I700JASteWA1BNbROtuTJkU4Pkhvilm9+DW9btQBgrwsJEIe9QAeqWqlYJt9K1EKT/5te+ycrQ3/q930OlUWeFOVmdpI/zoV3XBiCdo2Kypsr0BFjTS1No2wVC1aI09K8TlCdgPqvjI1I4awL2J4F4HX9kVp/zG+LxRaFwdK0rhnO48dK1yGnkM0BTXbS1l50Ap2aamKu3EfttXHfZBlTnp1EolDA5W8ceCjXUSUVKGxMe22bwOrPUY5U22kgDGwYMfwmsHjl8EN/46lfx/vfdhfHxs3xvduzYwWpaWtPYLLrn0akDjYElaxGvc0usABbVNjnPUgUrB2z1ANze10vB6nn3b6nHqu/x/BcQXkIgSQxWyaeWwCorVsk7No6xc9cTGF5lYHTsSsyqRQzNngVaTQ4Sg6bg2XMTqBXW4nWbx7Bl4yWLwKoIwYszsHpRK1x2UFaBrAJZBbIKZBXIKpBVIKtAVoGsAq9WBTKwukyll4LVFDZQ0AmpC1cUbPzTN7+Fx/efgJYfAAIHESVsJ2CVPxOqMoJYKHsYLSSCpDQFXXisLlZ0pR9qCcMquoLZuVns2HEt7rnzZ6FSYgrEh+8u+CBQwI3vLwNWhWo2fX3BJkQS/YUeKQrtVawtfk1x1IVUT+n5EiFX8uE/sSRY5sN++kGfW7Mp9Ig+yEcxKFWceAP5GwrP1cTRj1qikxcgz1lZolZ7ATiWgoRexeqi640lTM3VsGvPPjz14mNw4gqnjzNuvlBQDEPHEM3yBN5y/Tbc/fY3ol5egKrncezkKQ69It/EVtvBipWjGD83gS1bt8KXdJwdn8Lzh46gFUmYq7dQbTrwo5jBIXmv0pihL5LKEuSMuCtb2AZQTagWBETeesMNuPqKHQhcFxGlcUchdJnawGOUG8+j1ToEKW4i9CU4noqWN4t2M4LrBnDcUIRLsWpUtL8TWKV6E4wiNa0A7pEI3xJGu8JJIt1UCAkHE9BK7k/goV6r4eSpszhzegLT0zXUGj5c6saOhZqVfHEJhmsqtf9SCJUMhQLHyDuUVKlsEcBpXwngpbAtDZopwqxWjKzBddfehC2bL0d/cRh+6HPQ14mTJ3Do8CH8xkcvzmP1K1/9Oo8VWdbYcoHAGo0xP2ijsjCHVrvWUaxSVc4HqwIWUi2NfA6GXYJpq5BNEwpyaJ3dh2L7j1CUJlCveyjmbPiKh0DxUPQ1tPsuxQnvbgTeEAO4wUIdV/V/DcHxg6g0AxQG++GHdN+ppZy8mynCCjAIIgYhAjWGpgNtZwC74nvhSsP8+5yl40facXz3wD7IU034UQDVDRBZKnKFAmozc5A0mT1Hbxh4DT5223sRg8aDjpB9VrsrQqqip5+Q0tOPYzSaLXz3W/+C6alp/P5n/m/U26IdX4DVC2+giDMuA14TuMqKd5p3CdjtqCXTjSFar0ghyWsoKbW73tI0ztjSgn8lg07BSvdk3gi/Y3Y6YBgfQsbKoRxee+la5HWh9qdwKtoYGy+32Qqg3HCQt1S8fvs6zE/NwrRtzFdd7Nl7GLJOCxNJXd0O8BQbOiLsjWcRdzCEDFZpPaXwqmNHjuArX/4S7rrrXaiWK7xxtmH9OoazrJSnboclNiysmE48oXvXYHrPDHNZOb28YvV85epiK4BFEDsJLzv/fLSFI7ohUsVqClZTj1W7MAQFMiozAqw2fYp4lLFr5xMYGNGwetMVqCp9KM2fgVutYOVQP7zYw+lyE6daBl5/xaXYsu1KVtSnitUMrL5a/zcwe52sAlkFsgpkFcgqkFUgq0BWgawCWQX+ZyqQgdVlqpeC1aXqKUlS4YcN9rn8/Oe/jBem5gDDhBUoiGSCUpSongQtcStqzAq+tLk+bS1O28MZrSbwYNFrMc3QMbuwgNtvvxV33PYmRH7AClABELpItkeUmvw8MRbtog6GZqk9QCJYXbbdv6sxvbDf4r9lwPXyAQEd0qO63xMwIKvCSI6hBBE0WUJY0FE2KaUbGCRo6scIvQixF8CJAoSs7pRA2fEUIMPKTVKckXqToBMxFgqx4aZhei1KCJeI9DElZDBIkFRS8dLpSex8+gk8d2QPZINAjSK8FhOFVqp+TfV2PgGa1jxW5WS84bXX4dIN69Df14dnn9+PlSMFrjFbE8gqqtUGVq9eC9eXYBg6Tp0+iTVr13Ab8rFjx7Hv+DgaQYg2BUNR4rtVBNwQhiIjZreA1C5CWAUQwLvrDbdi3drVCHxPAGtSQksaZNRRbTwHxz8NShAnkRyBWfIJBUMzE7puQ9ctVuWqCgVKGZAlAqoyA00G791blNwvoR7ktmqqHIGqFOKQwjb0UKtVMTF+EpMTE5ibL6O8UMPCQou/ylUP9VYM1yX4rULXdChqEkYkOwxOqR1a1dTEZ1Jch0KhV7rGv+srlXD9Da/F9dfcgNHBUVb5latltiw4NzGJD9/9K/+W4Xjecx742jdYvagZJkzNgk9K0Jg2QlxUK/Not2ocOsTWH7GY1+QPKsSPCXQm9bGiwOLwqjx0S4Oq21AUE87UAVjVP0dJOQSnHcI2FISBxKpETW5DKQxjKroT47UrWKi4IX8Kl/Z9GQuHZhCpClsBuCEpA31GkjSmSJ/MAktWVJMNhQKEKva334DT8dXk/szq+e8oJ/CTF59CPNXieUXD3zUV5HQTrUZDBOlFEfIe8Jt3/Dus7lsPSdMEUO8B6b2qdxobNNfqjSYe+v6PcejAIfzRn/0JGo7L40KsR4vV6YvXtW5QX6+qPfVj7i4PBO57VavdVnc+H4e6JRtVfB8E7OsZuh2FqvhZ6t8qlKsEXMM4xMqhPly7bQPyhkKnZMsQ8goleNriTQhSVUvoy+moVpus6q3WW3juuQPEbhkUk2KbzQxofUsgLm/K8PcB+7wSbGWLBtvG6RMn8Y/3fwH3vvfdHNRGGwyk3hYhcInNbK8TQnLtId9rDQp7PHv8nkjV3XSabBXD95PqQOSYH+wEfkFIu3gi9K7LZAUgNqc6tUzrSt0QyYPeD4XXib9j5EsLBHGMfJEUqwoqs1MIvQbPT0NTsPPxx1DotzC2ZRtc6LBm59FuTqAaAsM5A40YODgP3HTVDmy5bAfy+Txm52bYCkDY5SDzWL2oFS47KKtAVoGsAlkFsgpkFcgqkFUgq0BWgVerAhlYXabSS8FqVyGqQFYdKIGEv/7rL+NMu41Y12D5OiSieklbqPCHE6hKKG/EIwWrBI0EsDsfrKaQy48VlGtVfOD978Zrr78KXpupYedci9r9WdWUorFEzZU8U06O6W3vXdrq2wtBlipW/6cGY08gzVI1KYFVsowNFUDzAoaKTsnAo0aIquTBimJskAxsihX0B4DsRPDckELQ0aIP+KQGDiPY5GmpqwIsJIoxgqRUKcIQDH0oRKzHYiCEiuePnsbOpx/BiydegJETZovk1xrEfJS4VwlcYIsAKNDdCoZyErexttsNDI2M8LnvuGYbxjZvgmFZOHj4GBwvRi5fgtOqwc6ZmJ2dxuaNGxmk0CmPHj0BK5/HfK2OQ2dmMFV3WFVKEJjAYmoXQZYHvu8zcPjgW25HqVRCEHiJ5QG18GuIwhnUm8/Diyb5+qOA2vg9+H7I4NAyc7CtPmiaAKsU2KSqZHsggExnfKat2dxm3FUAi/smlKppXQgo+YGLer2CuelzmJ+fQb1R4zCees1BeaGJiekaJmeaWFiowXNF63dMkEYmr14RTEPzgEAZfc9txVHAwEkmJa4qc/jVlTu249ZbbsGWTVsRBD4qlQrmFhbQbLbw8V/4rYsanv/wla/DsC30FftZtVor1xD5NL9C1KrzaDVriAKPDX8ZWDL9SvyNeyw3CMCZ+X7oeRu6ScA6z1YP7dnDyM3/FfLKXgbLhkaJ9TFUyYKqu9AsAw28CYcat0PSPFxeeAar9e9h8lAdub4iFJNsI3y2FaFtGWaXBPuoNjwuI66hpsg4216H5/2fRpC3UIGJb/nP4sXjRyFNuZCbHuKcjiBnQDUNhNUGFALyiBD4Dj541dtxy6bXQlJ05GIZPvtTdDdU0nVBKFYjNFttPP7Qo9jz5NP44//+53DYHzhRxLPtR9Lev0R5mS5bYiz1puaJ+967NvSC0lQB2lHy85gV47b3OsW45P8VYzQJzusODgFleX0mf0/LwLrVK6DS/Y0DnitRJMNxqC2flKdCbUozod12ECSBdnUK60q8hcXrCIApjkkgK8NV8oIV4JVuXs62cO70adx/3334+Q/cBTufW+Srnf5dSO1ROps6kgRNVlmJu2fPHux64gnohoYbr78WN7z2ejSdNofVEWpOz0H1JAua89Wq3WosVcZyLXvA6qLf94BVuj6yLOmAVUmA1VxhgMFqdW4agddA4AbQDRU7dz6CYl8OY2NjYl0qNwB3BhNujDUlG04Y48WyjBuu2oFLt+1ALpfD3PwMg9n0b+inP5GFV13UIpcdlFUgq0BWgawCWQWyCmQVyCqQVSCrwKtSgQysLlPmC1kB0FPDKMZAv4Vzx8/gb+/7J9RJ6aUb0HwZktIFqzKFwYiP/hzywx/okw/epHLj9msCBMu8Pv2OvDopKORXfvUXcMnYGrjNsMMklkLS3oAm1l/1Jmr3/JuvaJnUbwYFDGhJCfm/bvwtBaodSBJJCBQCHTE0P4Cmq6j3aXhBBapSjAXJRR+17UKFDqAUyciTv6QnIReQOpXgnodW5MFwNfhSjEASSJDhEwuthHciafyopkRf1FiCGwBPPX8EO/c+gpMTxzpgleBLkPi1cq0SKRnVzGnU0S838ZGfexdKwyN48fAhHDl6GgeOnsBQwcboyDA2blgDz2lj9cqV2LBuHfuONpp1zM3Poq+vD7NzcxgcHEFtYRKXb9kIWbVweq6Fh556AWfmFojCM1RM7SIYrHoeRkZG8KHb38bq5xRssAIPCnzvHFreIYTxHP+bFK4EdcgmQTct2HYBtlVksKqoBFZ1fo0UXNAxS1XTKdgRieCpgrD3+xCe76Jam8fMxFkGrK7nsGLXaXtoNBxW7S5UaqhUWnDaAYKQIJbwx41g8nukuZEGufEcIe9GUi6T0i8JIRoeHsaVV1yNK7ZdDdvKsUqvXK6AINcvvv/XL2qgfuPB76PYV0JfsQTPDTA9McOKcFmKGKw2G9UErDKiEvXhNDWxEdIZw+Qnaxehkc8qe8PaUDQT3sJJGDN/hby8G74XcSu9CIfSIck+2yDI2jocan8Udfh43dofoFh+GuOnW+gf7kekUIt6xEF4JEGmOpHaUicQnYBVar0ma9SGn8Nj5bvw7KSB/itNfLP+NM4enYY05/KaI/N1GfD6LWCuxipKWCokz8X2wS348I63IacXkFMt+Ek6Xe/GEMN3SYIXBnBdH0/ufAIP/fBhfPYv/hti8pH2F4PVC0I73mBJx1EvWBU2AjSWO76oPXdUqKQFuGQEK4nxwrYDdBCprXtW0Qu9tgjQ6m5IBbKJMPChkpA98oVKXSamztJVfggLBrIfoGtjXSb/nJTjNP+6Lf9ikyMFq6S2Fb8LOdiK72FIimUTE2fP4v77/h4f+rm7eaOkM45400b4Jac1Sv/LvsO6jSd2/gRf//pXEIekiI8ZZr7vfe/DNTdcB9/1O9cj5rEAq+nj5QBruubzWrdEsdo5PtlkSZ+brj8Ee4V2Gsjl+yFDZbAa+k14tKmja3js0YcwWLSxdcNqSH4b42emMGgAbdVG0VTQano43FZx5bXX4NKt22HbdgesputCBlYvaonLDsoqkFUgq0BWgawCWQWyCmQVyCqQVeBVqkAGVpcp9HJg1Q8jbFg1jF2PPoF/+NaPgHwRMqlPfUBSuy2s4gO5ADJa8n36YbwLVkVI1SK6SgCCPmRLMhotF1bBwic+8UvoL+TIxhXUrd776ADUhBsIZir+0fndvwpWU+iQKGzTTuf/RYPwQh/sBcCltnvyNyTfyACKoaJcVPAYtcLHQD6SoJJNgARY5IwQAw4p7SQJehyjGAH9gYxCDBRa5IFKKryQv6jdl96ss36qAAAgAElEQVQV2QOQ2o+CfmJSsSaBN812gCeePYCdex/FbHUCqkkBWERaKIyF3BYXiYO5Eu12Eyv0Nv7Dz9+JnG2yYnBuroZnDx2HPVzEAikpZ2cxPj6BUqkfW7ZswZZ1G9Bo1GDqClaNDqNercJ1XCw0pzE0UIAcqJDMEXzvsWcwUW5AMTQBtgk4qnS9AUIvwKaxMbz3tjezejVtlU4VpJ57Gn70EiLUBSQKqIU8QBQq0AwCq3lYZgGaakJOwCqpVjtgtccfM4UnqUqVAU8SwMaIi0GzSDr3/DbKlTnMTJ5Gq9WA77us8vM8H47jwmm7aLfb8Dy6CQJw08YEgSG6H6kVgPB4TYEZDXDRfk+FCOmeRhJy9gDWr78cwwNDsKwcByYFno/b3/TBixqlDz+9F6ZBFgkG2i0XMxPTiP0IshyhXl1AvVbmOpKhRGeXIepaAaRzm+CvmctBtftgGjqDbAqw8iuT0Kf+BjYeF8rHUIaqEGDVIUnkjUvjK4dpfBAnvEuwtrQLG1sPolZtoDjYl3h+0uYAfZG1CPmcghXPtB1D/JNhqySh5RfxPx7fjIPzfdj87kvwnfKzqB+agV9uQjI1wNSglwrsDS2R5YHrwQ5ihI4Lc2QYH9l+OzYPjkExch0t6XlgNQmv8rwAe3fvwT//07cZrOq2zfMtWXAWqVEF8OQFbYn3ceoL2uPfy5NUPLf30QWNIqgqBYed63uZHSAeq+kpe87L60DnpWhdEGOT5n8KOxmmJjYYhD1lUqBykJjEmyWksCbLlxipwlUoVtPNsxSq0nuhjQ7bMDAzMYkv/P3f4YP33o1CgaxDBFBN7QzYnztR3Kfvm+ZGw/Pwxb//PLyZaawf6oeqSJgqlwFdx8999OM8hknhSTYxHIbHoFqA1aVr74XAc/JEVkGnj8XPE3ORHqliVdzv5cGq65Fa/v9j702g5DrP88zn7rX13uhu7GisJAiSEAlSXESRNElRMiVZkrV4iWxZkeRknJkkXpLMmTnxmThKYkuW5UTxKsuS5ZFs2Va0WpRIcQOJhSBAkFiJxr51o/fa6+5zvv/W7S6AgO3BeGjnnFtHze6urqp766v//6H7/O/3vjbbn32avqLFltGleOVpanMVhgs5aoEuW0AQGZwObFbcegsbb9ymwOrU9CW1zmVg9bqWtuxJWQWyCmQVyCqQVSCrQFaBrAJZBbIKvMEVyMDqNQq+/+UTr1N2ysWmIITRkSV87at/xfd2vorT06cuOqXrU1LQ0wvjJIFaQI2uvENTVZMcLgWr6tq0Q1maXkwrsBZpzFWrrL9hHR//xM9iiHJLqWKvIA/t809tBdqXv5edu1y+X02lKsFFiyqy5JkKWFzBetMSJaq9qx+/3WV71Wpe62JesQsBq6IEkwCXosWlEhw3RLEoQT0ak3pAS4tZLl6hQEPa+8MYX1pQ9aQlWmJ9BgWyxhaDoU6XG6G1IqVAFAgivpyiWlMwRRRuhsFspcVTO/eyY9926r4EV4lkTvUJq3PqMIVtc4eYerXM1tF+fva9jzAxfo5CIU+t2eLSXJU3b70ZzXCYr7bY8eJL1F2f+UoFt9Gi2aixeuUId27byuplSzl/7hyeW6evlMdrRdTiIo/vfpUZCRnSQPLdVUK7yBGjgNgPedOWW3jHW+5RUDbx+kyDjSLc1nEiThEjfpcS+NVS4DOOHJx8UVkB5HJFTCMBq6ZhJ4FfbfVlZ/BQ+gEm4zgJ5JFbp5IuUbFKIJa0+V9iauIMrVZTqVXFV1KgiIAe35MWa1H6iZeqAOO2MlaAoCWqbVMpcBVYTeEqAr0kxKsdUKaZeF5IueKhmyVGhpawdHgIS7dxjAL33f2T17Vk7jh4OLFB0HQCN2R64hKB6ymGWq3MUy3PEIrHaRSgCZRXveWvl3ErL85iDivXi+M4SrWq5/KE1Vns8S9i+o+jaRGmJiFdHlEQkxOFuwaNsg+lbexufpyjYzXes+a3GCmexXTyyl9ZPoIErAZqHDjKZ1Owqmw4mGqTwLTyPPeKxovHNXIrH2Jq2xq+d/oF6q+eU5sWTk9JBeg53UVagU8u1Fh5bI6BiSYTXRrnbhrgnRvfzGPr78WwuhZCuq5stRfFrVjEuq7HgX2v8NU//TM+9V8/S1dfH57rLyqe22i2c63oVKyn/tDJfVfYALTh6pXrxevXj8SnV3kid4hfk6W0/Rml6tj2RlUyiNsbRwLLxa9UfheYKuNRAKiC+YkSViBqMuaTTZYkCKsN/NVrySaB2AckatHOr4XNiPZGhGyAiGJ19tIEX/j8H/Lhn/qAsvQQqLrg2Xvl/lr7/GVuzJTn+eof/SH3r1/LaDGPHvrUwoA9x8a444MfZnDJkJpzsrYlx5b30JFCdhXA2jlp0vrq1wCrkSb/frT/ZYniZKNAbRomYXbKY1WsADCpzEwqxWqzFZDLO2x/7imKtsbWTaPUpsexPJ+8rjNXbWBpMV2lHiZii+7RjazfcpeyAsjA6nUtadmTsgpkFcgqkFUgq0BWgawCWQWyCmQV+AeqQAZWr1F4AatXu0nIy/LuEr/927/Hy+emKfQMoIW+Spq2rASmKmDTCVY7bADSv6l21gWFUargaitN5SI7hPlalQcefoD3ve9h3FqIJmakV4DVKxWr7cvf11kBXPlekvN4PShKlKSXi2gVrkgB8NW5aqK8usbt2iopAYQJADAk2bvLZrwUcVSFSxnkRZkq3qgRCkQFukaZkHnx4dRMSu0QG0F3EzToxWIIk/5YozeEnIRZycu7EXorIGr6yh5Awq4uTs3z/R0vsXv/C4SGi6YHC4pVJQfs8MNVoCWK8JpzPLR1HR94x4PMlyvElsbBsaO4scm6oWEFEpcMDHL65Ak2rh/FcQyOnptj1+5dTM1MKRgxODiIadrcsn4tt910I5ppsfe1s/z1zpdpihbRkHOWhCJRQEvbd4g4TNx3193cdfNNCVhNaZLyOhCweoQoPkOMT6zEg9KeLNRaQF8CVh1HwKqDLlBVt5TPaqIAXPSrvBpsSeBSClm1xGdVBichzVaF6ZlLzE6eUWEzSi0ciGJV/F0FsEqAT5woU8UyQz4vTWCqiSbK2XZ4lQpya88ZCehRYFsLVQCXWBaEgcHMfIOZ+RpdxUT5W7K7WDmygW23vf+6ls6dr7bBqszTIGZ2YhK30VSlFRuAynwCVuVLVKkqoElA3BU2GmL5YeVtjFwveTuHlTfR8yXiWhXr4p+ge9/CMEK0WIC2R+BH5ATAmiatWRe7p8h3qp/mz763gg+u/xw/c+8PcT1RcVtoup3s2PieUilahqkUvAKDbVPguEbLc/jiDyLu3tJkPHwzXx9ex55je2ieukTXYB8r6zr2eAXdtji2sYQeRNzx7CWGJlyOvGmA/estbu5exse3vZdeewjsRVuITri6AFZbHsePHuMPfvcP+U+/+SmGli1TYDW5SX06SGd7Eyad/+lqc/lKsQhXVdt/h2LzsvGotrQWfVLlb6oroGMJu3zzSF6rraRte+MuvF7kESvfUjMBhNK+H7hKuSqfr97uCuj0O5XApvR3eZ10A00C3F4HVRcsD9qPiyMKuRyzU1N84Q9/nw//5Afo6etV41udcxosmFaxbTUh5ybvsVapsuP732Ndr0OuNo8VhcxX68S5AssefQ9dpW4C8YRtr8HKj3dBXb5YxSvVq6/7N+EaVgChmu/JvwHyXpVStx1eJfenHqtGG6xGQQNRrOZzJk8//QPyts6bbr1ZWaTYnk+g60rV7ohPsGkyF0FpaA3rNr3pMo/VVMWeWQFc1xKXPSmrQFaBrAJZBbIKZBXIKpBVIKtAVoE3qAIZWL1GoV/ed/xy1Wf7ojJXKlACfv1Tn+N0NaDU1UMc+IQCiZSFZ9L+L7AoVawqtWnSD9v2CGy3tHaAzc6LXpVAHkLd83j/B9/F/W+5lcpcgIlF3AFWOxVanR6ropBLoFmKO9oekVe8VzmOSoTvdCBsQ4FO5NoJLC73cl18wb8JrKaPuhKwqtZb8ejTYky5WO+2OVOImJacew2m4hYDmsmIaFLbsED0YxUiau0TdKKYAgYFEZxK2ZT/YKD8CuX99UgbufJmlYAs0ANUC/TYiXG+//wuXj68G2zxrg3b6kABe4sqTXkNAYvSft+sjnPnxmX82I/cT2/PgLp/90t76B0apLfHplptUCx0MT5+kZWrlmOaOiWnj1cPH6S7r08p5I6fPMuxE6cx9YANa1cxNLKM8dkGh05cwNdEudm2JJD3p9q+Y3KawcNveYDNa1cpaCk3UeAmPr0urdZhwuhc4naoRHeSRi5q3pxSrDpOQX1JWr1AVRUMpUt41WJrdfoZpa3QiVo1QWDy3tPf5T0nMDyg0ZxnanqcmamzBJ5AQwGroYImCrQKLJeAJdtUYFWosYBcgbqW47TVqmbyntvemclYS4CxBLXFsUkQGZQrAXPlGjotBvuKjK7YyPoVN7Nm7QPXtVQugFWVpq4xe2kSt56A1UajwvzsNGEo1gYyaNqWHVcBq6J2FLBqOmIF4GA5JkahSNxqoV/4GoXwf9D0m5yYNVjVF9NnR1i6oTZh9JpGnG/xpfHP8uUfruPW6Dk++7H/G0ObIfRlo6ag1IGa3yJn2spvWdifbeSUvYhpOzx3QON8ucRP3DXHzhMBv9P1CPuOHyKu+Qx393Dn0xN0X2owu6qLPfcsoWyGbHlxhg2nXQ7ft5IDAy2WeBYfv/N9bBjZpBTNCehrq9fbP5uaIVFaCpidPXGGz/32Z/nVT/5HVq9dT8tNxqQalx1hfJ3q9k6o2qmSFzuQZDwna6QaXx3BVwpoy/2i3FUvIots+2CKsy6uVMlPlx0pPaPLLApiTZSmiTWIrMlqGZY6K2GqbEikFq6JHYAoWSM1BhKFqcBfgaKRGt+pcjWZL53nL7+LqlXWzEI+x/z0DH/4+7/LT3/ovfT29S2+jUR+m1jGJiu3AsayiaFsH9A4dfQg44f3M39+jOG+HpqVOstXb2DZQ48pKwBZ+0SZLOclryJK/rRMqp6pQLj9HhYnTftRsr5eoXJNHxMJsl1QrCZgVVW6DdGDOPFYlU2RyuwUod8g8CIKBYunfvh9bEdn65u2Ko9lO9ZoiacFkJPwQmJqQUypZ4Q1azZTLBRUEJ5szKSK8n//r7Lwquta5LInZRXIKpBVIKtAVoGsAlkFsgpkFcgq8IZUIAOr1yizgNXk4rHdPtpOgu7tzTN7fpbP/N6fUjYMSk5ehYdoBRuj3RK6GDyUgCtRRKXwQK4pBYip318vGFX3q6AYPyS2c/wv//QnuGHdUuYqoVJpSixJeruyvX/hdy1SF+PXelx6v8DH5GGvB68pIFY1uLYYdeEY11Sl/g3DWA5txjoNzScXBbi9ecZycEFZciaKs25Np6sdOiXIwEdjUvw9dWn9N5Qi1TU0+q44TtsZVF24G7GG2Q7kysfQ24DD24/zzPPPMXZuP7GdKGd1aRGWNK02IJd2WsW4wwSOaH6VJQNFCo5OV6FAT7FEeW6SN9+xlc3rNyp2cfz4cZqtFl09PczPz7FqcJgjp8bYsGkjJcfBbXjsf21MpcK7YcjF6QrT8y71VkBoWipExxLVXBtQCdTpyRV45/0PM7JkCWEsXoo+hBa2XiRmCs9/lTiaWQQpaUiaaeLkunHsPI5dxDASFWSiWBWvz/b4TOFUR9t0Z/t2OnaTQJ+k0FHsUavPMD1zkbk5aaN3CcV6wfNwfR9XvreSZG/TkjZ4CeQSoGslSlWBraLIVWpVI1E66gKLE2gsHqpiYSGRRUFgMV/3qDaa+LUaN6wb5a6tb6V5yWXz3Y9e10L5wv6DiwFhsc7c5LRSBoqK23dbzExP4PvNpNVbxoYag4nHanJL1L5yzlJfO5/HzOXQLYt8Pq98NVvnf8hI/HlenfH476eX8vDIPD+xoqaUeqKyNkODyIVf3/uv+cHhmzCCJh/Z9hI/ft83KXjzaEaBIHbJ6WKLkcMNmvi6R9HspWBrXJwf5tPfgJ964Dx3rclz5mzIb88X+PZ4jri3m2IrYO2JOpteq3Fxcz8v3zeCO1Nh2cEp3vJKjaOrLV65uQuzBQ+uvo0P3PcYtsTF6cr9WLWTK/dRsdsIPFxTJ9C6uHBmgt/8rU/yy7/0K9x86zZqbnNhfbvyw1hQq3YA0ET9KxBy8dGL60cCL9Wa1BF4pdbQdCMg7fZXKLbtj9qpsl9wGVgMGes8rzSMLH39xfG9eEKXjX+BngneXVBsClSVoLW2mFutHwvq7kWXA0IBt4Bj2tQrVX73c/+V97/v7fT19an5kG6+yXuT9c1WdiuizlcOGphBhGUYnD5+jEu799ATevT0FtA8n4lGnYNBjoHhQYaWDrFi5UqKXd1KtS6he+m/Lwu1bW8SXU3NmtZn4bHtD6e9tZJsDMpaKLB4AawmCmU/gmKxV6mqq/MzxIFH4IXkchbbn3uaZrPK1ls2o+sxluEoKxbZkBCFsMxveW27NMjS1Vso5R3mZqYJxdpAoLJu8qv/+l9c1xzPnpRVIKtAVoGsAlkFsgpkFcgqkFUgq0BWgTeiAhlYvUaVUyuAtP0xhZb9PXle3XuIz3/lO4SlLnKOpSCK6ThobbCatjWn4Eo6y1MloGCANJQjvf7uPIX0OC3PpzSwhF/8hY/Q32VTqS+C1SuBqsI8nS3Kf0ewqjreX9/dvIiO/pb2/87zvh6wKs+XtndXC3C0iPkemyNWhK8L4tRwicijUVBwNyTSdBro0vBOTrWgwgw+ZS1iayxKu0WYnMIZ9RZjTUGQSI/IRRqlmZgjzx1k+67tnJ44hOYI4AjRNZGzti0alLpY+E+iYAt8n6FCi7c/dDeWY3Hm7Dhnz04wdvwYS5cOc8Oa9axauZxGtcySgV7WrF6J22owOzvP+UsXWDu6htiXd2Vw4vw51oyuor9/kMlyk+/teonTk3PYuoMjWlsV5GRKDhV+4LK8v5d33n8/XaUlKpQKTcKQLGwjTxSP4/uHEJOEK1t9xdfUdko4Th7bErAqgFO8VRfBqnwGScr6lQFDnSnuCehKwrLafsGxR7U+zczMONXKjPJXjcRbVUKrXI96w6XelHRw8XoVrG2BLiDVVMnqhtn2VVU+jYmgTtSHmibWAVY7Id1TXrMtV6faCJmemWHtkkHe9/YfI5hvUT4/wVs+9AvXtU6mYFXNVQzK07MqWEx+Dzw3AategzDylM2FgNUkXT69JWBV7so5BaxcLgGrtkk+V1BrQjT+AiXvd/jD12Ke5AaWWDP8b/3jbBvW8DxXjfkLxwv8+93/hjPVPiy7hOV5/Nx9T/HOzd8min2KAskNjUigtOersWdJOWObv355C6N9J3nz+jot8oyfizlJjV89NkytZ4j6xfP0+Sb37asxt7Kblx5aRvdEneGLdW4cqxCNFDm+rkBomWw0h3jHbfdih61ELSzzRYVu+YkNgnx1D2AO3cC5qRa/8en/zCc+8c+4954HaDTF+fjK8XJ5cFK6PiVWI1fbUWqrKttepqnKUq2hSh/dtklRT03U+Avjpr35kyLZ9DmJyjU51mXrk560tF+5YdSppE1/TpS0yS6YUq6LEjT1VFXwMrVUSaCrsgiQzbN2N4D8bugGedvGa7b4zKd+g7c9ch8jIyOJsrQNi2V9ksdpQYxlysabh4VHa3qCs2enef7AIdyZS6y2HfpMk2I+z0m3xjPHJpTi1nEsVqxcwTvf/Rj9AwNKOS7nLZsYC++rA6z+bWt3Z70i5S+SgG2ZCylYVV0ZsjaGUCj1Ypk6lblpZV/Scl11jjuee4axw4dY0tuDbejYXXmsnKXU3blcHjvn4Dg2pcHlrNr8ZmzbZmZ2WgURylog2PXX/tUvX9ccz56UVSCrQFaBrAJZBbIKZBXIKpBVIKtAVoE3ogIZWL1GlQWspp56ndByoCvPd77zJN98cgfFoaWJujEMMQ1LBd10qlXTi1NJe1Y4QEGc5GL/ahf8nfc3XJdVG9bzS//iJwga0PRidbF+rRDsy9r1JWzk76BYbVuJXmaL2FmO9DUvBxCXh6Kkj782WL2aY2vyrJAIK9IV8HQsjfPdOgdVG7uOJZ61Aq2k1VpUp0FES9c4L228mkFJKimqKk1TkFXsGRT/6HgDiZ5NVV7pfEV7KGDVvuhy8Ol9PP/iM4zPnsLO5ZRHoYBVaQtXbbnK31M+28QH0XNdtgzrfODdD9Hd3YMfGpw8Nc7xkyewCg6np2eZnBhndvIio6uWcde221i/dg1nz09haiHrVq0kaPnMVcpcnBpn1epRDCNPE4PvPL+T01NlHKcLQ1S4wiAFLZomodtk06plPHr3XQqOKmUcYltgYRk2YXyWMDiGrtWvSF4Hy7KxnW7VKmxbeWUFoAncFDuAy8KrOoB0Zxt2h1dkAmcWwWoQthRYnZubpFEv4/stpTKTcKNW02euXGdmvsr0TIW52SaeSIxFcW3oid+qllgRqHHQ9myUz8m0ZONBtNQSYBWimQZ+YKg69nc7/Nuf/xgrCss4deQI3VbE3T99fdBFwGo630QJXp2dpzI3n6jyfI/ZmUu4rdoCWFXt2R2p8Z2KVduS8CqnDVYtcraMSAhn9nDi9B/zmQs21YE+4jjHjfWTfHxoklu6I1pEPLd7hN879n/SDAJyRoHQNLFx+Vdv/RMe23CAqXqDkgQEGRY+AYOWg4/HicllnJjS+cBdFwl8G8/LMVutUuoa4YuvdTMRDNMbVuizHFaWwegqML+iix5PozfQyLsBue68shZpEtKDg1dpUCdRnxpKjCs2CaGqkzj7Rt1Lya1/C6crOp/+9f/CT37oQzz86Dup1WpXXUWvtn5euSl0+bqR9punbfXJ93RzK53vyWZQG5im877tDZ2us+ruKzxe05NULfxtT1+1JreVsWr9aI//zvX58nOME/uU9vFFeS3heOItLO9Xvge++A0HCk43PVdtNsjZuvUGf/Fnf8Zdd9/GunXrlP+w/HthmInXq0hUZd6LdUxrdpLymcM4zTkuTDd58rUxkcwzWijSHUSU8kVOhQ1ePltR6nbbtPD8Fm+57x4eetuDhGECQRe6I9prpQqGu4Yf9pUq9YUPtW2NokIaBXIHordO11v5MEzyxR50LaZRnUcLfDwV2OXw2sGDHDlwgMBr4bdctU4kcF3Gl8Bk+TctZvUNt/Loh36OXKHE5MwsXtCSGDu1DvzaL/2bq46v7M6sAlkFsgpkFcgqkFUgq0BWgawCWQWyCvxjqEAGVq/xKQhY7bzITlWo3bbJH//pn7N93zH6ly7HQ5SkYMeSMh1eBlbTl04BpoKuHW33qYo1vaBPjyHHbbkBt927jX/6Tx6lOuMTxAKjxHNvEdIuXNy24UP6e6L0WbxdTeEqf1VWAHK7Rq//3x9YvXqRRZEpnqeSKGXnDE50aYzpMYnhQaiAR6+EWKHRIKYlnnwippMwoTimLME+ukYPJj1tBZscqdPvVfkGRhqhWDlosUpFj07W2f/ULl7Y9zSV+jiWXUi8EEWxqpRp0v2cqKVEpWmqsBWP29f18MF3PcTJk8fJOUXqNY/JyQk23bCO7r5epmbm2PnSXppuSMOVtHCNZqPC+qVDPHDHHRTMPBcnLlJtzdLX04Vu2mA4HD16mkvzTS61fFqmQST+mbGJLr6WQcCtN2ziwTffpQBE8v6kRdvG0qVOJwmDkxiauxCok45bAatOrgfbziHwTxdf1bbH6rXAajoWO8fWInBZBKt+0KBam2a+PEWzUUtgUuApf9V6PWB6psbZ8XlOnJzi4tlxojDGNB1iPVYBXcpCtS2ZlnFmCGBSIVcR+ZyEbCUJbl4gY2OA0dWbuXX9eu69cR1zZy7hNaoUiwb3/fT1QZcUrMr7NHWLRrnK3MxMou4LQ+ZmL9FolJUVgBKqKviWALWkHotWAJbpKGsHUa3rto0j39GZuHiYrx36AnvMHKGpzB3QGhFv8i/w0ZUVVuY0vvDc3Xx77L2YtiiRxZ6hgR+WWFOa4d88+BesX3IA4Vg5PcZ1bJxAJw4LvHB8FZvXnGX1YAMvsDl3TqNVFli7nMLAGnAGKMaesg8OHF0pAC0vRLxSXWKaprR1BxQijZaooMMQ1wArziebCm0lZhrSRBTS0rtxNr2VC36e3/n0p3nbjzzMY+//ENVGfVGtueDNmngAp/C6cw1K1ajJ2rPoiirzdrFtXS0LC96reodaWL1We74ngWhtS4vLLEvESiAmCGQeplYs4g+a2nvIzwFhO3BN4L76PRSPYBnH7QA2CVuSQDbXxVc2Fy3lHyx/F1VyvVJRfqAtt0Wr1VR/U8Ftoa/mrlh5yHeBvNLSnzdNHnnHIwwPDyuwKnYYqgyyi2O4RJpF4MLcxUt8/8+/yvLeIv2DQzy3/xWWdFuMLunHDHxKVo6xqQnOViP82EDyw+RYvX1d/ORPfYCBJSP4YbAAVpODJKrbxL/g9bcrFe8Lj2iDVTlHOUaqWFVe4OJ67IeUuvuVfYTXrEPgKRuXXD6PZdvUW7JW1FVtGpU6rXqDWrVCs16j0ajRqNUZWb2eh9/zIQqFIpPTk/iB1w5XjPlPv/iL/xj+v1J2DlkFsgpkFcgqkFUgq0BWgawCWQWyCmQVuGoFMrB6jYGxa+chcrncglpKHiZtiqbr8t8+/0UOnp5mYHgZrhGoMBoBdqKITNuqU0iqLvrbF/ZKnaTay9O21muYrIoqKNJ49D1v4x0P3kZ1Rnw1HXTdQ4sTf9ZrwdLkIj3xJ0xv/7Bg9dozTwCw6ncXZVXe4Ggh5Ky0tSospSmFrqiWLBXgAnUJrSImrxnKo7IRR+Q1ne7LommS46VvX4JXEr/OJBDG9qF2ZJaXnnye3QefwQvK6FqiMBRFmGp1V+nk8goCZRMIIVYAD24b5dEH7+TcuVPKK3BqcloFvqxYuRTbKCqw8tprxxgaGqaQy1MuV3hq1076tQym6DgAACAASURBVIh7bthMf6GP+fIctcYEpt5SSuF8oUjk62hWkbpmMllvUPECydJSytxaqLH+xlu59dY7FOQTkKRa02ML0xCvzjHi8AxSkc72ZfnMlVJVKVZzWKaAVfFXlXFkKNXqAjhvg6krVcdXtkarRLW2Utj161SrU1SqM7RaLQK/he+7eL5PrR5wcbzM8VOznDh1idr8NAPdebq7CwqqagIZtVCp1QxRsBomtiUWAeIJq6EsDGxbwbOWB/2D63nkkQ/gBCaHnn0CozZPT6mEmXd4+8f+j+ta2p9/+UCSKh8L8LJwqw1mpqbb4UUR8zOT1OpzhKHf4bnbkXifglVNlMGJWtV0LHSlDrbVezp/4ST/7cjXOK9Jq3yA5caELRujGHJXfJF3F1y+vOPHeHXuHkyzhhYlIM7ScwQtj/U9U/zLt32N9SOT6G6Abms0jRzTk/1MNTS2rrtI6BUYP2ZxdipCr+nQ08PaDZtUYFgcmvg6mIaxkEAvmxZioSGw0QpRYE8gmOaFhI7UQ9rd06C9ZH1SPqCGQSsqEI9uY84e5POf/Rxbb9nK+3/2o9Sa9cRL10xsHpR3rp60uV+5Vim1YpS0zXeOV/V7JKFSifJTfQnsDEK16RGJf28QJNBSQKcvwNPHcz3V9i73y89isSBqUbGmaLlNBURdUY0KKE0hqUDRUILW2krTsB2YpeZ6unIs+g/L21BewGq8GmrMipWFGr/KuqMdFNj2z7ZMqYGu1NmGldRCYLtj2XSVSuQLoh6XdTzZTFA2AKplP/EjrszOcvHIUfTqPHh1Dpw8w0SjxpYVS1k+IKudjx1B2W9h2wX2HDnNiUvzGPkicRRwz5tv50fe9qhS4afQWdVdb28KXA2sXuFLczlkFYVvYlKtLFXaa6KMK/FHlu2+XL5Lbfx49aoCrPJZGjIWcg6+fJbqcfKOkzkn408AvqyrbrOFZjmMrFhDyTFVAJYnPq1iOG1Y/FoWXnVda1z2pKwCWQWyCmQVyCqQVSCrQFaBrAJZBd6YCmRg9Rp1/sIf/QWrV6+mv79/ARAIaG1MTPJbn/8iZ2dbDA4vxzVDyRihEICn/CETBVUnUEiVoaliNb1oTSFs+tj0fuXLZzl88Gffz+1bRqnPuMQCxAwXTflVpondVw9n6QSrfxOAfWMUq9ceyIYmTe2i4Y0wCxZHCxFToBSqdWBOk9TtkG4sSppOM8m9pz/UqGlQ0WMFswUgrGm3tnceTViBT5gEV0VJArjpasy8cpEXn9zO3uPbieMmWmwnQDUFq2ECUwUUpH6Kgefz4JZlvO3+bTg5i2bL5/CR1+jv70OljAva9HzmZmcZ7O+n1WyqgJoDBw/R1ayyvtSD5VtKoeW6E4RmA0fS5CVgqtSDme/C1HJKqRrELXxRxWkW05pNz+gWlqzaKMYJSeCNSjK3MPWIUDtCHJ5H4daO1n0ZW6kVgCWt6mIFoGCqwFVT+Zh2jqMrP6XOtuCrKVZdr0alOk21Jv6q0v4s7f4tWq5PtRZw9twMR09McG58ii7H54bRIQaHupUPo2HLuct41rEEPqXfBcwZuvIzFcuCMNbp7llKobiKVw5fwG1E1I4doBTMsXJkJV09Q7zvl37tulZKAasL7dyGhVdrMjM1pQCkwHyxAqjVOsCqCly6eniVWBuYtihWbQzbUSo9yzCZnbzAp/Z9hTNWA8vTKPgOXmMSP2+SC3SWT00xPvGz+H4/QdRA97vwnCaO6iKP8b2IDQMT/O+PfpfVxXEFo/zuYZ49sJyV+WPkChHHDmhI13mPIbMmz0SlTH5wObfdcoOyx2jmDIwYDD/CF28NNHJhTKBptIIQ23EUmJSdGOUFHck8SOBZ8jkkfqRG7BLEORpLt1DvW82XPvd5Vq/ZyM/9r/9SqZVTACuAU5SJSp3YaCRqzlaLZrOpvuRnt15XwFN+Tr/cVjLmQ1cAva+C0FL4qdSkUZJ436lolZ9NM1lv1Xg3DAW1LTsNSLMwBdiblrpPNhossVqQDTJdHmslINiSIDVLwX2BhQk8Tb7UJoTshomTRTtoSc2bdpiTBDelStfEizT57KSdX523PE78W+S+VPHc9nMRkKr+vWgHI+ZiC80S+wWXHU88wS3rRxk7eZwfbH8JvVBgac7m1nUryecMHENH63JY11PiuUMnePLlY/hmXm0ErV42wkf+6UcJ2gA1VVmr79LNkAZTdaaHdcyiKzdYlHQ4WSzUpo6CtJpGo15nbOwEFycmlcfq3W++g6GBPvyWfO6emgeyqdMKVFxYElqVlCJxaVAMO5lTsjaFrsvk2WO05qeV3Upsl4iNHL/9m79+XXM8e1JWgawCWQWyCmQVyCqQVSCrQFaBrAJZBd6ICmRg9RpV/q+f/QK2nefGzTcquCpqvGIhx5GDp/jCl/8UVy7iiz3YVgHDMPF8F8tMFHhpwE+qiBOAKRejSrHaDhNRV5Yqar6tPlUqseRnPwxxBvv4+Y+/n/X5ESpyOWuEmJJYfy2Rq1wwq+v/zgcshrcoUPg3jKhOAPt6Z4CFq+BrvsK1XlvpPq9xAS8X7J4eU5QU7B6HF82QaVGsRjp5SVuX9yMp1FFIaBjMxx7zxCzXVMQT80T0CE5qA4SkNVUu1BcDawSWethK4SXkyJ6LmXzuJE/vfoaj5/YkCuM05KYNJkWlKABCQli02MIX39XWBFrcoKu3l/Vr1rBiaAnN2SluvmEN3cUCfmwxcWkGLWhih03On77I0mXrOX9xL3Z5hoGcAQIU80W6dFu1utZadaWaKxQKlETJlpeQKRtDF7iahMJEmoblFMgXC4Sr7kDLF2hRJNAcbHMeJziMxkwCcBTUSWogEENgUc7pQcCqaTnomrx2AmcFGCWsZNEvsk1PFuBQConSD13a+eUziwlouWUq1TkFisVvNXClrdqj6TaZrjQ5c67CwdcuMDczxdrhAps3raZ/qF+BPKetalSt/211Y6pwDGMBYC6hr6tgGzfuYa7cx/GxC5x6bQw7qhBfuqRaqletGuZXfvNL17VObt+zH90yVd3UPHUD5idn1fsQ+Ds9M069NkezVVcqQoGPMrwElimVZxsuqXktUFUgnZPDFKjX/r02P8MXd3+Fvc0z3NR/DzfGy6k0z7Bn+kXKBZPguIl+6VGlwPYiUY9Cw8hjN2cxtDxeTiNq9XDHqr38/EPPs9py2dPayvmD09y47DiXLkQ0Z226CiZu2M3J6UlOXfAYGuzhQ++9LwnRChN7EpmCC2tDLNBUbCZkgpmyNYGme0SxKOJziKxYC321POlyUr6HQ42W3UOjtIaofz1f/sYP2L1nP+vWjRIpCwiPRrWmQKmn4KiXvEbapi/q8zasFLAp98tGlfwsXwI4ZR7kpHamSVdXF4ahqfvksVYhp/4mYFRtRjiOgqNOLq/UpAkEldC3RCl75aZVOpaVWrJjJbwMIsah2kiRm4RUpeJVWb9ESfw6he3CeiE2AqK2FaVtohxPVZ3qvoXgrcstC+ScgyBaaNcXL24rpzNVbnLo6e/zvttWsOvoOb727D667G5u3XgzpZzG7OxZZLdoxdAIa3pyWDY88eJ+XjlTVV68xZLOx/7ZL1AoFtvKYAmxMlVdlJe0YSh4LTVP/Y3VubT9VxP7E1E5+2rMiMJY1Lepx6r4QM/PzvHED57g+ImTKkWw23BYMlLkwcceY9XGO5TSW2w/IvH71mNCz0ePYnQjR4wnQlQMUbEGMboZE3lN9v7wGSbOnMHRNXK2SU+ugNZ0+ereA9c1x7MnZRXIKpBVIKtAVoGsAlkFsgpkFcgqkFXgjahABlavUeVf+aX/i3XrNjK6bpRly5YreODYJjuff4k/+9bjBNLOGXmYvgd2HqPQS07SzqXttg0z0ov7NBwlvfBvX7kreCdX7+pxCWNNgpLCkIE1K/jYR97NUNxHU5STRoDZVqte9ZTbYFWx2rZiNiUD6e//UGD1dQqo9hsQAZ0oSuX9z/VZHNBDpVIUQCpN+Xoc0IuBg4avoXxWw7a5ovitNrWAQfFglRbatlIsya8WYJSG20jkj6VUe2I9YE6GnHr6CM+/+CwnJvYrNZu0HCs1V5pIHgWJX27kE4UabhAy3BXy0JvWqPbjMxcucXFyjqnpWdasXsWKpUOMjCxhttakFPisNXW6fBPXN5kovwLNeQrS2W476KVecsUSRdtWYU+i4hPIIQBG4Jzj5BQQE8WmUocJ32m3WXvd/Thdg1jda7C6homtCoF2BC2eR49SoJ5ANAGrolhVYNV0lAL67wOsKkgSSZt1mUpllpbbUEBOgKS09TbcJjPzDU6cKXNk7AK1yjwblpW4YcNKegZ6cXI58uJBmnqqmqKeTaCY3HQjT0xd4niUR22o99MKhjl05BQvPLNThY/lDB937gIlPeZL333hutbJ7S/uR7MMsd9Nju0FzAlYbQUqMKfemGdmepxQWtMVKEvGTydQlQMrj0xp/RZYLLBP1JBtsNqsVfnSC3/K3vpJblt2H+u8IabKY+y8uJtKlwMnA5z59yr/WWHWlq7jintuHCi4HooPqmtQajV52x3HeNPtJl97vMEqXmHLUIg776Hl+pmu15mablJ2PSKtQFdO5z3v2MZg3+CC3YGChUEChZWVhK4TeE1spV42cL1AhaUpKwAZc+LPaZr4saZ8SWVulEML+tdQWn4DF+bqHBs7QRQEKjhJWr9T6GwbyWs6tozBtnq0wyYgsalI4Gr6JY+Tm6ElcFRZNCjwl8wN+ZySQLnk77IhYYgtRtvvtnMTIF3vrrbuyH1h26+1U5Wtnq+imS4PzrpSuZ1C0xSyprYFqapWWvHlnORcJTyvs3V+oZOhvUZLG30KgtXfZAzYGnOVFkee/yGP3riEQ2cn+fOn9rJu8y3cv/Vudr+4ixNTp7hp5Si181OsXaIzPNBNZOZ5/NUxpoKIXBzxvp/+KYaGlrQ3BBLYrMau+FMvqE477ldq1OQm41zGikwLWVUSS+QkKFDWlXq5xjf+6utcOHdRjSdbrDCCgJGCjp7L8eAHf47i8qWJElp5iqevqyNeuYahBpha22whrJHPxTNjHN3zIkGtjtdq0NNVZHTpUroNm0998/vXNcezJ2UVyCqQVSCrQFaBrAJZBbIKZBXIKpBV4I2oQAZWr1Hlf/dvP8nKlau58abNDPT1I23r0hr+nW/9gO9vf1GlbAvc8eYmaEUmheFRli1fp9pKxcsvafFMrihFdZkChAUPViVQFVqzCEJTpah40q3behMf+YlHMRsWkW4Q6wFGbF4zaCqFqEphtKBCXARB6jz+hhH1/5ditRN4XHl4QSnSRB87Bud6DA7jYoRm4lkI5OKYnEAWdWGvKU/VpqjRxC4gFvQmoWHgEWGrYLCkvVRBmPbBRI0n8i6lY5Vyn3c59MTL7Nj3DBdmXlPKN4Eicjzxc0xYd4wX+8ReU0FKCabZtLLAP3n0HhzbIrZynL80y8GDB+kpFTl//gKXyi0mZmYIpmf50O3ruXV4BL8RMeVNQFTDiD0MLHLFXnK9PTjFIrphKiAnh5TWaVH7Sbu3BEzZAhxV4JGcV9IWnS92EVs2vlEi1zdC98o+vJIELFUx2vYFolhV6kQBq7aDY0v7/f97sJp+bpd5LQp50aQlu0WjWaZancP1JEU+IAySRPRGs8nkbJ0TZ2Y5MnYRt15mw4puNq5bpgK+UrCaqhcFzFxmn6FbRFETTXOIybHhhnuxnRX84OntfPkLf06j3GLJSB+WN0vj0ln++rn917VOPrf7ZTTLVKo6pd71QspTc3gtUW3GNFtl5ucmlRJd00VZKJBoMbhHDqpa5EV1K8Bc2s0dJ7E5ELBq2/jNFn+246s8d3EfNy2/i1FrKdPVM+w6swcvZ+KMt9BnP4ArvsmiEgwNYs3CsMS2wiQSj0ltmsgzGB40WLO2xoU9X+ejDzSZG3eYmTeZbcX4oSSoA5ZHtWpiahHveORN3Lhh84KSUkZSEtAkmxex2jgQn9I4FC9TjcCNadZdAq9BHLjKJiAS/0/dJjAdtOIAS5aPMrBmE3qxj0iAmEBYAXCiPAw93JarXi/RTMsYTABpAusWlfSyBqabT50fnvjSVsoVzpw5reaCdAqsWrWS7u5u6s36gmI0Ba/JGF1UXC8EbS3M/WQuX5ZpJfNJKHZ7I6bTPkOB878DWO1Uroo9weVw1U/OU6wAlG9s8prqf2q/R1M2ETLuVZCW+lxkTonna0QhZzExPcvhHU/x6I3LOTNT4a+e3UsYO7ztHe9k6YoV7Nm3h1vygywdm+NQ6yiFoQKabfPUsZNMy0aTr/GuD76PjZs2qjouqpaVbFl9OLLutbfyFtS1rh8pewQFVtXmYFvlLB63sViuJH/fvXMXT37/CXJ2TtkbxIZGXoPbl/SpYw3dfT9r7rmbWDZB7HxbKRvhiYewFxLH4m3rypBXYF/3Wpx+7RXOHztI2GwReh45x2RZXx+rBpfwX/7ye9c1x7MnZRXIKpBVIKtAVoGsAlkFsgpkFcgqkFXgjahABlavUeVPfvK/sXT5Cm655RakRVPAauR7fOlPv8FL+1+ht8fCLU/RqszR8gLM3iH6V29V7dxKTdVW4am2VMGC7fbUTtXSYrJ1mwSqzJgYP47Y9sDdfOCxtxLUJOTHUj6eEpWiAp+uckuVdJ1gVdRn6f3ylH9sYFWCn1RKdZfNxaLOcUI8Uayq9tlQtYT2aCZWrNHQYhqinJO2aQm00sEWL9Y4Yp6AAXRMgRboKuxKFKyCcgKlcU2UbaYPwYka+57azc59zzBTO6PakcXPUSnRQlFRxRBGtKSl12+o3z2/yT03L+PRu7cyduw4A8NDSnFXmZnkrjfdwvzMLBdn6uzesY+xIwfpjWvcsGSYrjiPJtBTrA+1QLXV9vX1k+/NYRa7sKyCAquGlaj3AgW+khRxBWBMg9BzE4AlQTShSaGvC1eCeqKIvrUrKK4fIFKEWoCFgPQ2WJV2aQlSsrsxTWmvFm9VW3mz/l2sAK4KVpXSLyQIm9Tq89Tr8/hBKwGOQQIdBaxOzNY5fmaOY8cvELoVNq7oYe2aEbp7E7CaE1VnG6imgHVRZShtyxoSpN7ds4YbN72Vi1NVXnpxP7t37mP7rp04usWqkSXU5s7x3cefva518tnd+xKFpuTjSJCQH1Kdnsdt+ArCu16V42OHOX/hLJadU/PacZJ2dQFp6XxWykonhyGqVdvBcES96mA5Nrgh39n3Lb5+6PsMDW5kpDDMXOsSZyZP4QQNVgU65069G0/vVhYSZiwwWSc2PdAK2DLWvTKhrrFkuEFj/HmGqxf5xZ8zGT8jHrw6w/0GuWJEQQCWYbJjV41y2WLDxjWMDCyjWq0p799avZak23ueiAXxNJPZUGeyKin3Pr2Ow6rBQQbzJnndJbbzOKUuZW2QH15Nz8Y7MPIlpWBNxNEyzhK7ALXCRZF6ba0dAKXJOExVku2NnrRuSp3dtlNIPzz5XcDsEz94kp07d1KvV5Xf6YaNG3nooYfYsmWzCqGSeSzvQwFb8eOVYLo2tO0Engpnto9/5QBRexBt4NoJVtMxr1SrCojKwxIdZ7qWXnaMthVAClblvKR9PgnmShTwCyFdScmUQrU6X+bChQvMzZap1+vKi1aU62I3kDdtGoGHPzvBB+/dxtiFCV44cIJmGHPjps088rZHePzJ77NpKuR93aN87/w+pkZ0WjmDvWNn8Zw8hgc/9v4fY+OmTYl/sWWqmrmuHCNW4Vn1euJ5Ozc3T6VS484736xsFWq1mvKtfX67+E+HDPYP0NNdVOpXmf6y8fCNr3+Di2fOqlZ+CW4UsNpl6Wzr7aK/u5v9zYBpQ8e2cvR2D9DT18fwshH1ZXf1ks876rwkoFHEq5fGjvLKrmeYmzxD1ApwHBudkD7HYePy5Xzu8eeva45nT8oqkFUgq0BWgawCWQWyCmQVyCqQVSCrwBtRgQysXqPKv/cHX2Xz5i309vaqRGqhEa1qld//4l8yNnYMPZojqM8RSYK7laPQN0JhxRYF6lTwS4ffnyZt5W3vv8vaQSWluX18US4pbCVefYbOw+95lEfufBNN18URbaYWECtn0f/ZwKrAvrTJ9Ipi65pS8/oli9NWxDk9oKGZCpJabWWqoVp3oaFDOQ5xNcHUASUM+jAQrCea1ED+K4qqWFrFDQVdBfKIjaQlfpKif2xC9cA0u7fvZPe+p2gEM0o9ppRuEo7T9knUw4BmEKBFHp7AEr/Fu++/ibfespaxsTGWrh6lUq0SNBqIY6Dlh6wqDGGSY746w5PPf5O58fM4rkEYtwik7b1QVJYCPcUc61f20tvXh5MrkBN4ZTlKFRlGsYKrSS+/hChBo15DF79Zx6bVapDv6kcLLVqNJoXhPIO3rcTo61YgMgWrUmUBfbaTwzJLlylWdU38VQWuJpj9Wh6ri5Aped30JrDFDxoJWG3MJ16KAsjDZOzWmk3GZ6qMnZ7jxKmL6GGVjSv7WbtqmFJPtzonUeMKmE7tADrnhuQEiQdmEMHqVW9mxcib2PfqK7y8c7+SIh88cYRDew/R1dtHEFV4/NuPX9c6+cyufehtKwAFd0OozMzTqieK1anpc/z3z32WEyfH8IOIUqnIxo0bePDBBxkYGFBALIWDAlTFdkGsAMS3NQ2wEgXqM0ee4kt7/gK91I9tFGgGNbTYZeX8OLcWC/zg1R/FDQcxoiqm1Y1uRKpVPYrymEYDtxnSN1hisG+W0/v2YnvjfPQDNo/ePEPeCunu89E8Cf4JaHoaO/c6HDlpMFOuU52G3l6LZctkIyCxmZBzLhQHeG28zI5j55jyRT0akA9d+h2dH3/kdm5Y2kW15Sr1rShY9b6V9Gx9l4KqKgBO6ibwMAyS9nBpI1fgTjYBRFQv4HnxY1nY9GmvgUoHqSUKWvku5zQ/P883v/FNXty9RwFasQGQTaRmva4A6Uc/+hHe+ta34gV+YhXQDtVKhublxtOd8PNqgyNqWwGkCtfLx/flVgDJ85M17FpQVdkLhKGy9AhCL5kvbQsFVae2Z6u8V7fZ4gffeZyTp06p95i8JontgR5jBBqBERO7Ve4eXcu5qRlOz5XJGZayGRkaWk7Unaer6bFm3iP24EV9hlaPw9RUGTEv1SOTYneB3t4eNc/k+6ZNG1kzuoogijl5+jTPPP0s5XJNKY5lw+PDH/4IlVqVvt5ezpw5xXe+/W18z1V2C3HssnXrVt7+oz+qvFX/5I+/SOh6mJqJ+rfNNOk2ddbldHpKJY7XI8Y9j/lqHV+i4OIY29K5fdttDK9drzZn8sUiTlePArfFVoOxvTvYtWs7ppYEimlxwNKeEmsGB/mDH+6+rjmePSmrQFaBrAJZBbIKZBXIKpBVIKtAVoGsAm9EBTKweo0q79l7jFyuoGCBeKSW8g4nx8b4wlf/iqlqjYnxE8SVCWzfx+5ZypLRLZQGViaQoa1oU0o4ueyPw4V25wVfQbnaFrCatsqK7iuFDbbFj//M+7h97WqacYjly+uEIq1LWtWvcutUrHYgjeT4bcrxD6NYvXbwlShzc5pOrcfkkOVR1nScWPxQRa0qcLStLGt7rlaU16KmQlbEn1Z0TXKfhKn0C6QVu4a0DVnVPVJQU/LSpWG9UIep3WfZuXsnu/f+EHRp9U+irlK1qrTda6GHJ8BDoKGECukRb3vzOh7Ytgk7l1NhRQcPHqLHsTlz6BBW0+futdsEsVJtTjM5exTXn8fULcrNOpV6wEQdTkyV6S6arOvSGXQ0SqUC+XwBO5fHzhewLFEsikA1aScWiC6QSdp5BdiLZ6VmFzG0nEqx17pNBrauJb+0V7XqLoJVDcNKUtBtq4RpLFoB/H8Dq6LAkxbyBvWGBDtVFJQTf01p+5VxX2k0uDBV4djJWU6evUhOa3HT6CCrVw6RL5VwnPxCeFUnWE3HaRx5GGZewdUb1j9MzlnNzt3Pceb4Wdx5l5YfcezMaY4ef42hkX7+8stfvq51UsCqZupKfana+SON2myFeqWJbRkqvOqT//FXOXP2VJJgjk6h4PDYYz/KnXfeqdR+Um+1gdL2WBWgakiyvJ1TilUrdthx8gX+5KU/p2kKLLIgcHG0iPu0KTbpGl8++F6q8wOYcZnI6VL2IKbYIEQ2oV5DC2H1Co/q/BGqjRHcyn7WDN/LJx59mQc3HKLm2mh+iBl55Ip5nnguYtcBF183uWl0DSPDQwr6JutSiGM5nJz1+O7uo1yYqaDnuxTE1sIAv1Hj9tE+3nvfTcrWwBRVeNzCzS8hf/t70ET5LGuJbEKoNc5QMni1brXVsMnGjyTPy/2JBYqoJVOv1Uqlgu8HDAwMqvEiQFL+9u1vf5vH//p7ib9rG1Smnrby2l2lAv/8F36BW269RSm6ZQ0QqwFp64/EzqAdOpUOhk5YeuV9ySqxuGGQPlZ9zKJcV2C0DVhTtaqM8fS+djiVUrkrdWqiohWwKorVxC9V6p38XdCqvE+5NeoNvvv1bzE1Pa1U0Ml7batizRgncvD0iEZ1lv7YoUFEU/cYCGBd9wB9IyswR0a4ND/FxcMHGIpszuAyF/tKQSp2J7Gmkyvk1ecgGwIChdeuHeW+t96rxuZTTz/H7u0vcPdbH2B4eCmHDx/hnnvv5YmnnqSvp4dLlyaozJexbJM4lPlep2+gn5/58IeZOH+Rv/zaX2DJBo1S/YbkHJsSOoN2SLFYYKpi4g0OENk2nmEqm4Pq7CTr165m+aqVeM0GPf19hE5OrbuDYg0wM8ULLzyP6waJD2zosbKvh8Gcw9dfOX5dczx7UlaBrAJZBbIKZBXIKpBVIKtAVoGsAlkF3ogKZGD1GlXe+/IJpVzTYp1Aixgo5tixfRdf+ea3cImVYtGvl9WFbL53iIGR1eSc0kIidKrEku9GOyxGlIcKIKUKK2lVbadWGXKxH2lKYWkX83zsn32QlX19BGGMGUljJMS6jzTpGQAAIABJREFUgXEFQFiABskrLSR/JyxV1GSLeq7LdV2X+x6qR18D2ibHSP949QddG9peG6wKwLANjdkukz2WR12T4B4NI9YxRaUpMFQ18ktwFZSjAE/UmEqVqmPGGi0BLGj0yv3tsJXEkzV53yqoR1qVYyjMhRx/4QQ79m7n5X1PkrOToDFRYQqcSUBJElolBgK+as2HOKiztOizdGkvy5avZPnQcuq1GW5cNcT8qROcf+VVbh5ZiVPoxg086q1ZdDtCt3TVbh5FJmVf4+RMmdxgL2HgMnnqNHGjRYGQAcdgaKCHUn8feiFPFAaYQYwlYN42aXoufsslX3DImzl0R9Svom6N6N+wlO6Ny8DRlbJaATSxQlA2ADksq4hhSOu9oywlNAEiSrXahv4LfrzpSHq9+m8RTIlLgiTA16k3Zmm26qpeEtgjw0P40HytyYXJKoeOX+L8ufP0F+CG9SOsWj6UQGRHfF9NLM2WpCJ0M/EiVq31aqyGhL5OV2kpo6P3Mjsds3/vi1SnZ9E9qNRcdh0+xNiFM/QNDPLdr37putbJp3fuUcdWvpeiKMagUa5RnaspYOc2K3zmN/4zLx9IvFgl/EzA9i1btnDnHXcysGSJ8gcWpbFj55TqOJLgJVGG5sQaQCe2c4yf2M3jB77IvrqGn+8VQ2AGKfNzwxWsswF/cfztnKxtgHiO0MopxaJlG/haDs0XOOljO3NozSqG3kO1dRK763429E/y0Xuf45blpzHiptqIEAXujr06L+wLsHtzLO0fYPXwOsLYTRSefoSVy/PM4UmePnAaUW5GmqE8VhEleBjRZbT42Udu55ZVA/jymrFHZBQJb3o7Rq6oYL+sY8q3UzxYxRNYBb9FCiwKkJQ1R8CrzFOBruI7LXYEP/zhUxx45RU1RzZvuYm3P/wQvT29TMzO8alPfYapC+OJv6wMJqXmj4mDCAnD8gKP+x94kNtuu42jrx1V8HPZsqWsW7uWFctX4PqeOr4m9hmihFWbVouBgCkUTeZHsgYnKtQEpipVant1VuFTyn4juV++yxqRgtQ0nErZEog6V/xUvUB5kMrKUXNbBGLdEUHYctW8VDYfhPhhxNNP/JCZqWllz6GOLYJ5WX8MUanLmNTwfVdt2ITqfEOcIKJXM8kXuigMDpHvKTE9P0350hyRbdDwJQRPNiVkzdGVdcy60bVsu+UWLFHCGhrdvd1MVJvs2H+Ic2PHefCht3PH7Xfw/HMvcMcdd3Lg2FHGL01waXqCaqOCmbcV6A8J6CoWuWXjZs4fHePEgaN0OQVljaMZITnxGPYDHCNiaGCAyrzLDXfew5b7H6CqiT+4zvlzJ9i7f5daE0Pfo1goEsiCjcfWUpHlusEL+1/h/OS86jDQI5dl/T2s6O3ja3uPXtccz56UVSCrQFaBrAJZBbIKZBXIKpBVIKtAVoE3ogIZWL1GlV/ad1zcDjEig6YRsiRv8+3/8TjfeXa78lG07TwqPzw2VOK6wBUJcUnTl5X3YpqInV6yt5WjC3YA6qI5CRQxYwl60XFj6B0Z5Bd+/sfpsnPgi4LNIFCehQI6EuXTlbe0I1Z5HqrjJMBDbteCnp2BMn87WE2PePW2/usBq44f0yzqTJUMxgwBFNIiDPOqhT/GFo8/DHKYlOXyXkOFWXkBWAJktUjdbwUR6wVSXHFLQIkYBySt3rnJFgd2vMYLu57i6JHt5O2cUlwKHEx9EpVSVCVWJ36u9VaD4b48WzcMUStPMX5xikY9otqqs27tCD2Skn36LOutiJVLl9DXXUSEfK04JDAFumlKmWaYNq5m0NQMZj2PYxdmeO3sDJW6y7AWsMovM9ylMbR2JYVSF474+hqaCrkSG4PyXBnDjCjoNkauRJzrInID8oN5+m4dxegtJmBVfZDiz5pT3qBGG6xaymPVbINVSSMXF9q/2QpA/n55m7SmgqvEf1T8VVtuI4FTAlbFjiGMmC23uDBZ49Wxi0xevMDSXptNG5ezfGQwAau2zB3xZpTApzZUFbWxMhyOhJoT+RYD/RsYHLqJs2dmOfryy1w8cRw7MugbHObJ3Xt4+cQYrSDg6K7t17VOPrVjt2rbV/MjBau1OrW5mtrE0AOXz33m02x/8Xl0x8aIYmxTWp27lRVAsbukgLdA13WrRxldv4HhkRXJ5odtKAjuGg7x2QNcuvR7/OB8jf3eMkwrz4OlYzy2LGT+FYPxFzbwXWMLZ82CaoP2DA/bHiDW8thSVlvHF7/m0CcMThE1Zil1j+I3y2wePsFbbjjBttUGG0Zays9330GLwycLBOKna/ncvuke3KCiAL+NWGJofHfvOE+/ci5RnYocvw1AZSkKtAY/dd/t3HvTCmoRFEvdypvXW74Np9STtOFrorIM8ANXAXr59FJrCeUzqoKPZOMjWQ9lTH7lK1/h2aefUT/7caCg+tbNm/nExz9BJQr4D//+12iVa2ruyLopry3jyZZxG0Ghu6SUxTIe5+bmiAPx4szR19ej7Bl+5JGHldJRrAJk3nf6rqpzkPMWBan6o4DMZMwq0KrON9HaJhA1+er0RxVFeOcaseCrKmNWLDwk3MyyOHLuFHuPHqIRecoeYUX/ECM9/Qowy7iQdePA4YP4XkguX1RQe2RkGTfddDM5utRryfl4LRdXVNFhSCGfo2Bb6L5s+oDpWApKtkIfw4QdO7dz/ORR1q5bTdNr0Wy16OtbztqVq+m2HRqVCgP9vdRbdaYbc9ilAnOzs+TyJW69eSuvvXaM5ctXsnp0I023ybGTx4htOPjaYabnZjB1HQeTvKyjDY+45lG5NEWtImsSygu31ahhaxoj/QMErkdueAnr33IvfqkbPwhpNmscPXOUMr5awyWgSvyve0Kft5S6sKdmueTGnJivUa81KZjQZepsXjHKX+55+brmePakrAJZBbIKZBXIKpBVIKtAVoGsAlkFsgq8ERXIwOo1qrz35ZPKV1WPdAIT+iyNz//RV3nl9DiFrm7V/puq/pIwlSTEJbUCUL5ytq1ggHWlVLQDaAlYlWRyAasSuVTxPG64eTMf+/Bj6EIBgkgpDCUMRdrg9Wv4lbZtA5Mwmf9JwKqousycyURO51VHWmZNpe4VlaqoVU2Bw0qtGit/VXn/osZsxj5LkURqaInCN4SCgNkOY8cFICityFJZPyY+W+XgriM8+ey3uDR+hJxlqxbeFKCk3wUVeb6nlIvVyiy33ricn3rX/XQ7OvVawLGTF9m9fz9+5DE3OcXFk+eU+nRlb56tq4ZYO9JFMSdqPp+c+IpaSWJ8TnxWI015rc54LY5OlDk46VMJbEr1MkOVC6zsgU1rl1Hq78YUZacoTS2HuudTr05TkHZsp4BT6kfTdAIrpP/mUQrLBxP1bRRjio2C5WCo5xaVMs40/h7AqijwBKz6VWq1eVxPDBbaEFq1Q0fMlJucHa/y6th5ytNTrBwqsGnjCpYODZAXywNbPBQlMcpqh8JJ6JhIjRN1oxsHmHqJgSWbmZ63mLlU4+LJYxzd9yK4EaXuAXqHl/Hsnl0cGTvK4b0vXdc6+cMdu5Q35AJY1Uxa9QbV2aoCq2bk88e/+zv89dPfR7NNbFFvygxve9MKlBSIJzJpUbavXbeORx79UdasW6s2SwqlAmJCUb9wEr36GeZaVb5yqpum6/Ovb5+nx4lpHLbo+1aOF7zV/HnfZjytn6aAVbNHAUZH7yISFas+jRNPEPuTmP40hGIPEdBozkHUZEUh5C03W7z34Yiw4fPyfpPJOlSbdd7xwLuIBVTK3BJFp67z5CuT/NVT+9UxRNkZRQGGKEulBVvL8c/f+y5+5G0/Qt+SfgqFJQSmxbTX4OixY0oVKgrUnt7upP2+3Qaf+uRKXdKfjUhX/qnPP/88v/e7v0vOcdT6JFszgSghmw3e9e538Y73vZt/98v/jsZshShVL8vMlzFhmeqrp1iiXC6roCd5nThMjiNKUpnDH/v5T3DPvfeo8DTxhhU4KRLqWN5TW5Qqx1X+10rJL0BVfKtFzZl4xnZ6ri5A1TZklbVqQbHabv9PX0vUqLLp09BjnnhpB4fOnmJAoOWa9dywei3dZk6pWi9cOKvUtgOD3Wy88SYKXf3MzFfxY4Ntd95FlOvDFzAs5xgn3rN+q8Xs3DStZj0Z52Gk1LmyPsk40yyf3bt3cH78NBs2rqdcKSubgdtu28LM1BSRJ5+8Rsv3VFBbyckzPLBEjd2p2TkiXefMuQuqRl1Wj1Jb54sF6s0mDa+pPuc1AysYWTJMb76E/v+w9x7Qlp3lmeaz8z753BwrR+WMJUASGWwQRmCw7MYB201PO/T0co89didW97jbdLdtcMN4GhwAdztgExVBEhIox6qSVJJKpcrh5nTy2XnW9+9zqq5kFQ3VPRrPmn20irq3Ttrn2///H/bzv9/7+jHN1RqLM3Pq3AtgbzcbhF6btaVFNedtXWcu8QgrBeKC2ztPMZqTruiW2jgL0UKfNwyMsiXyOXbsOBfe+F6WvZg7vvZ1ylZISQ+5eONG/nLvy+c1x7MnZRXIKpBVIKtAVoGsAlkFsgpkFcgqkFXg9ahABlbPUeW9e45K46ZSrFoFB63d4g//zy9wshXj5IpnWl6V0qkHGPpqVXlJ+TkNYNEUWO17q8p9fT9U9Xj5T6wKY9F8Gqy0W7zt3W/jlve9Ca8ToscCAQQOyH+agjiveRPBX6+d/38crJ67ff9cg/J8FKu6+HWWbY7ZcEo+vZG27AtczWkpXJWbBFQJVpD3sBLoCBCRVOlewJVcqFf7yeDrEsLVkwU+kuB40D60wrOPP8ud3/4yfmcJQ5RTygqgp04TVCE/h2LLILA8oNutce1lW7jpxksJPY9ydZSlJYEXM4wNF/HbDY4cOs7t9z5JZ61OxTYZy9tsHCkxULCpFkwGBqu4rrTmC1QUv0tD+Vq2ux1mV9rsb1sciQ2MhRm2Npe4YCpHZWqEXF58Og1st0CSc2mtLCsbAdOyKZSGMN0CnaBDdec0Azs3Ekm4vSj5dBPHyqn2dN3KYwjE/D5gtT9e02p/HysAUebFHl2vrhSrfiBgVeCaiE1j/EDAapsjJ1fYd+A4nWad7VMVdu/ewOjQAK6dglXbMSRdS0E2USSKN6QElElbfcHMk8Q5cuXNPPr0cRy7wqmDzzF39CXCrocf6oxPbmJ60zQvvvQsv/PvP3le6+S9Dz+GYQpZTGGpgYnf7VJbrCGd8TYRX/7SF/nKbV8jscXvV1TjogLXlUJPkz+9lndRVwrQfvMNN/C+99+ELvPeNCjYOeozc4TLv0/ZXOZAXWdxzePGXRaaHhEdTHDuNFlbLnFrbgOPla8iji0c8dC1Y4x8npx3ElqPYycrytICyyCMAsIgBsvFLQwTBx1iL+LNly3z9l0mi8cS5ho6nt/m8suuY+OuNxHaA5haTLFU5hvffoi/+uptdJOQxNRVUrwp5wOoahG/9tGP8c5bfgbT0Ai6Fo8feIG7H7hNhfbJTYDfxOQkl156KVu3bKbgOgpmKq9QlW/VtyUx1Pn+48/9MffefffZYD+x1xDfhzhi06YNfOLf/RuefvgR/vzzf0ot8NBlrIr6X72ZTnl0CK/eVFBVQdtYVMaph6mEuolqesfOnXzsl36BfL5AN/AULFXqTzlH6nhSmKoaBHpLqPyrCovrdRT0A6rkbV+92RL1FKvr4Woaepd+1lDXePKF53hs/158x8JFZ8DOEXU8/HZHvV6rnQbRXbRlh3wApbiWwLq1WpNALEhcg8BPw69knZfgKPm93emmSltp8xezDAG7YRr8JbYBomw3TPk5NTlQwDnuqjkpa5zUUiwLxKM7ls2AnqI4MQyltJXxqst3jJ/aH8RBxPDQKG97x7vYOL0R09OliKktgvj5ihpZt5TSWWom63V9bYWDLzzP8UMHGR4Y5K03vY89B5/jju98C82QOidqXonNS5L45KyEN+zYwWa3wOrsYRox7L7+JrZu3sn+79yH3V5g54YqW8YG+PHf/eJ5zfHsSVkFsgpkFcgqkFUgq0BWgawCWQWyCmQVeD0qkIHVc1R579PHCDVfKUmL5RLzR4/ymT/9S+p6EVv85eTiVIWzpCAh9fc8G1wl8EH+yAW16HTkQr+v5HpFsIpcHBsJWiy+hVDzPH76536Kt1+1hU5bVJiiiOt5sa73Z33Vca+3Akjv+h+xAnh9wKqZxLRLFs+4EScU+NCxiKkmGjnNUGBV4IqA1WYibnwSWJUCVk9LyMvjEmjpMSVhOspQNm3p7d8kYT3SAoodk6X9Czz92BN8+94vY2ppgrmA1VSpJm3CKViNxNsS8YzsEAYt3ve2q3jDBeOcOH6MTdt2M7ewROi1KOVE9Rao0KkHHniU9lqDbr1Dtx3QbHsMjIxy+WBCqZCjmLcpFSSAysaWFvTApCuR3kSsdWKeq/scXvYpdyN2OcsMjlYYqubV2FF+qaUKBBHL9UXkAIv5AfKDo3S6HvnxKhOX7SIpO3R9H0czccxc2sJurgerAlDEDkCU1WmbtkKpr/BZ/X4eq6JK7dLu1pRaMgzl+CXkS+aAgNWIhZUmLx2ZY8+LxyAMuHDrELt3bWB4oIrr9BWrZs+uIIXMBha2IWpGHRbbzMyukh/ZwsuzbcYnNrPnoe+ideoEUcippTqDg2Ncd9UVLMwc4hf+6T87r3Xy3oceVVYE/VR7acOPgoBV8ayUDnwt4vavfoU//5v/puCjtGCLWlrdBO7pulKxpj6bofKNnJqc5Oc+9jEGRkdIDFFaurC6QjD3BzjMkBgRkQeaa5CzQDuu4XxDY7XmcoiE+8vX85Izjq2XCe0EM6fhrj5Ct/ZULyhLI9RNXKdEqTqIWxogMhIqToVms4XhrbJjKGS63KFgdCGyGB7bwg03/TpJeQuGHuLYOW679at8/nOfZqnZxCymQWGC7GxD5w0TeX72Z/8xQ7uvoFoq8+JzL/HpL/0JC2uLyjJDxpco9UUlKpYIWzZtJOeY7Nq9m8uuuBwnl6PT7Si1figQLY75/d/7ffbv3cvE1DTXXH01Lz/3AidmThH4ARPjY3zi//gEbhzzmX//SZ4/8jJdpQ62FAA1HROzklPzSlkMqPCsdIbLmirvI+tquVLhH/6jjzM+OYEvXq+pGwoCRMUGQca88kENApIowbItDNNUys++u6p8PjWeexstZ60AEgUz18PW/s/pSgur9TpfufWbLNRW0HIumlgDBKIETrsYxI8XU6xjxFZUehtkPEUYygs2/TtUmVkCQ43UiqSn/u3bxQgkPhOYpvwMZM2Sz9bbduv7asvqFaZwWSmSZQ0U2wcVpijfVXJ/lI79OEmhas8WIgpjKvkSH7j5w0yOb1DeuHE3fYwolUUNLzYi8t1mGSmQFdDvdTv4nY4KQZuenGDLrotpB22++Jdf4Bu3fh075yjFrHyn5uKAK4ZHuHrnDiLxaI26uFaOrTe8hx2XXkfJyOGvLRCszmF12lzzsV86rzmePSmrQFaBrAJZBbIKZBXIKpBVIKtAVoGsAq9HBTKwei6w+tQxQkMUqxoDA1X2PvQIX/jKnSSlYRUCJBfhctGaBlLF6UWsujBOL/rlYl8Uq8prtadYfS2wKr6AEmoil9q+H+MbBv/kn/4yF044dIUo9h1SlVpO3uC1taHrrQDSj/T6glVpJX6tW1qP1/ZlNfSEZtnmBSuhoSwPRdIkQCFgAJu8ptHSEpa0BC/RcTQoyqMEQBsxZpIwkDb2KhC63gqg/44CwyTyqtQ0OPnULI898j0efPBr5FwJuUlTySWgZb2vopASCWaJkxBdi7n53W/k6p1jtJtruKUqLxx8mXLeoVtfVW25AyPjvHToZZZPnGDh2AnK5QqLy3VGJqbZMV0lbDQw/A5V22RksEy+kCP2urRFWedYSp3bCkz21nReXm2zubPIVCXH1HAew4zUKS8US7hOhTVvlVZthZxZoDw+RRIbxCZMXrELZ8MwXhgoP0RTQKWbS60EDFuNWV39EWXi3wWr/XOX1vDsuVy/CSAwKQw7tDo1ul5NtQGrUB8FVhM8P2B2scbzB0+x5/njuLbG5bvH2bVzI4OVsgKrMicsy1AKSfEUtjSHvJYjXO2yfHyWxvEZjs/OUt2yE3t8M4ZdUnPPFh9c22WhI6rLQS7aOMXKyRf51d/53fNaJ+956BEVviSAVD6zqZkKNq0trOGHIa4JD3z7W3zuS3+MLx8wlFEiqlpdqSClQhKyI3/LCJJxMjwwwIdv+Uk2bd9BLApQu0BUbxDN/jtK5iId30fzYpyqSIsjzEUX4yshndUKM3SYMYe5o3QFtfwksRlTNF2i5cdpNZ9Ux2pGBnk3pFCqkOgFfDw03aHTqeO3QmU/EHg6W4YKXL0jYNj2sPIVrn7nb0J5O93mLAPFMvXVRf7yL/+Mh594lICAvOswWCxQtGzec911XPWODzKx/XKmJqf4V7/9G3z9O3fiJQG+75MvFLGc1FpC5k5tdYmg21R2F1dccw0fvuUjjE1M0Gq3wMnRbXc4euSI8gzdvHmzUpbOHz/B6YU5mp0uqyurXPemH6EUJXzlv3yeJ55+lDnfB93BjCAnAUo5g1ZT3GHFnSWd2Wq91bTUZsOyVPv6z/78z7N1+za6nqceI+dFVNBBHFNfW6O5UiPxApbrNXX/th3bGR0bo9FqpOBRAGWvzf8VPquygp3DY1Vtymgah48d4/ZvfQs979DuemrDrb9Sq46DJCaS9UTGfZxu/iREuG4Oz+soKwZdd1RN1UooG0TKhkB+ls+RAl9FZtV3TkqOUzsEWTP7z5MwMrANQwFmsbsQZbYo2cXD2DItBcXltUR5qqxDelYI4i0t1rMf+PGbueziy1lZrmFbNpEfKUAsMLVUKGIalqqT67hKce75qS2BnAvbtCjm82imrZT6jfYaP//xj9H0m2hmguPXuX7LFq4aH8NxDMySy6CmUzVzaNOb2fqW9+EObVLjDN+nEOmM7xo+rzmePSmrQFaBrAJZBbIKZBXIKpBVIKtAVoGsAq9HBTKweo4q73nqKLERKWw3PFDh7m/eyd/e/RDO4Li6yIykddPoefX1VECiLE0VrD3wIi2WAljXMcdXBEbJ1bWhctCVWq8rycrlAX7zt36ZcSvE91NP0bTXWmCtXPifo+l+nRXA3y+wmqpBX+smrckroli1I9a0NHm9rIm3KjjixacyoyXMKqEeJwo+FIxUhSZBKQ46rqjaBHwIfFj3TtL+myaAC1j1KK3pHH70BA88eDd79n6LnCNgqKdC64NVpQCLlQpVgmcEmgRei0t2THLljgkmx0dwCmWOHTvGxECBoh5iOyYLq6ssri1z8MWXeWbvASYnp+i0mlTLRarTk4wWS6weOUQ+8hirligX88TinxqGFB0TXI2i7VJL4JmVOvOHG4zpIVtHChSqFrGWjoJydZzETWgszyvlY2lsmrxbpNVuM3zBJqoXbEJcDGyppeFg5vIqeCgFq+YPBFaV7voMJE/BTv8m9fD9llKsSoCVeHPKA1T7cBTT9XxOL6yx/8BJ9jx/jFLB4soLp9i1c4NSPwqIUVBVFIQShmMXsEKD5qkV1g6dxl9o4NWWWO40KWzayNDOi5lfarJw/BSubtNKbI6stNmybQfNk8cIVk7zu//1v57XOnn3gw8r6NT3TJXWZoF2tUUJ5fLJWzpPPPgAn/38Z2lLq794N4hIsKdvFKWepUmbNXTDiLxlsmFqgjfdeAOXXHU1nTih6JZZbfgYq59m0HueRiCd/AamFaEVDOxlg85/84nmq8wj9gJ1Hne3sqd4rVLGl52QbuMxgtqzoNmYKjyrhBcFdILUpkSUry3ZgUmKJFYDS1SFocX2DQ7Xbu5iWBYXXvvLTO2+gZXZF3HimJHBIRaXl/nzv/gCmuazY+Mkm8eGaC6vYFfHuPTdt7BxywX4AfyDn3o/B04exjRdDMNUIFBmmrSQt1otCH0MPVbg1/c9Lr3qSn7pf/k4A4ODkMuTE8/OXE55htZrNeUBmnMlgM1RgFig4+ryMjQaPHHrrTz50H0cWlmh5YeMV0ZwHYuVbpOaFK/ndyp/C0ztnzsBesMjw3z0536OkfFRFXol41Za3QWuzi8scvilg7RW1ig5OeaWlxQkHhkfY9u2bYxNjKNbstESost4FtW6YHS1HqRAU9b7V9sAyO+iupUx8fiep3niqScxSkVlLyDPF2WvcnjtqUJVVKECuGlOm4w/3w8wbBtRimpa8Eqf6B7ATwTRRvJVIVtI6SqnMKra0xNLgHStU18zEhiGRiKEtBfIFSURlinAVUK6TDTdVAA3VIrYvgpWAz9m+/YdfOQnbqHV8lS7fxTIronUIsYybOVv65gWOcfFsRwseS15DdWtkShwK4pY+c6rlMpUB6t89k/+iL/9xl9h5RLetnmKS6fHSKIWkS6ewB0qjstQuYJbmGD0ihu48Lp3Edk2mq0RtTpccMGm85rj2ZOyCmQVyCqQVSCrQFaBrAJZBbIKZBXIKvB6VCADq+eo8uN7DuJGLlE+ZtA0+bPPfZnvHTxKZWhIARi5kJULe6VcFcCqfpagqZSiSsukUlWh4UqASo9Q9duulY+eqFSl9VMLiUOTFb/NxRddxW/82k2S2KSUVuJFmHrupd6AiQT9rLutf91zDZhzqUnPPj7VT8l7nO9NFKM/7E2zYuZKFsfFo08z8LUIR0FOjQImeR0k47shSkmB1z2wIJ6qjm7QVN2wCWOxrnz8VDiNgJF+Krj8rEn+l051ocPzD7/MN+/7GnMn92DjEiTB2eRvUYKdCaUJ8COdJPSpuh6bJyr4XV86e9EMk0a7zZbJITZNDjA4WGWtVkvz1r1FFk+fZG7BZ3GpTc51iA2NTVu20GzWKRgB3twM426JkWIeq2RiOjpF8V4V0Oo6+L7Oc6ebLB4/zEjBZtP0KLZr0g665FyLSqWigPBavYlu5xluUjgoAAAgAElEQVQYHFXKTwlY23D5DqzxKqEpPqCuApeGnlNATJe2XYEqCgaK2k/agtPbK2D/9zmJAmN8v0m7K/6q7VQlJ6FqosYT2NeNODHfYN+BE7x86CiDZZvLL5hg+6ZNlErDmLkY19JwkiK2O4ix0qZzbI7GydP43RadoEG91qAZ2+RGNjG1aRvzs7Osra2ii/pRy7HYzDExPMQzj9xNlBh84ba//WGHnXr8tx54SM1P5cXZU0DKXKovrCl7BbFseGHfPj7znz/FWmMFX8J2NEN5Ics8FM2hJsBbni6wMpdny4Yptl58IZe8+Xq6mDiuQ9iBcOZrVPy78bWYINEoim/zYEIh0Zn/owhttsiMAFotpBrH7M1t5sHKFXRKVZz6U3RX9oFAfFsUv3m63S5h1MUUKwOBfjIue+uOAEe5FQoF3nGRyagRcuENH+by6z+mLBfmDuxjz7e+zOnjx9GdiMnNY1QGSwpU2naBelLlwre8h60bt3Pft27lt37nE3iRhWEJjBNPUFFeSmhROt/lfRU+jCIFdf044P0/+UE+/qu/zJrfVWul3CdQTwnupVxh6ukq81na8hPZxIhi5g4/z57b/pqoscaa32IoN8jMbIOXOi1WRL2vXkPUwRqi9BdAaFkJA4bD7t27eM8tN6Plc2otTTSTIAqYnVthaXGZ+ZlZwmYNsR+R4/fkeA2HsYEhRicmGNuygcCMKHRCPCPGMxKsQNaddLdGgq5kfZc5cNY+RFhkpGpy1/33cuz4CaVY1dXzznYMpF6or1i1z2xY9M+b2ox7Lf9s8U1VT+59D0gPw7ruANl0ec3vFjE0VRsBafeEeLJWiyVVf1HZR6JgFeCrNu3Stc/SbN774zezY9eFtBqdtNZJrACs+j6Teiu4mqNYKPZ07alq1pLNEvFz7YUnmrZBIVcklyux95ln+Pf/9tfZubnMO3duU6/pBV0VyKWFAXnDIGfruNVhKrvfzI/86E/ilgaVH6xYJFxwweR5zfHsSVkFsgpkFcgqkFUgq0BWgawCWQWyCmQVeD0qkIHVc1T5yX0vY/gmRtHA6nT51Ke/wJFml2K5onz6+p6pypdPWGfPp7J//SyqVrngFMWrY55pCj2jaE2DUkStKte/kqxuUg+6vOMd7+IXb3kTrVUBACJrSi+QRQ2rXqXXIvrDDI7XBaz2FKOvPq5X+Mm+6k7L1jlaNDgqfqYqGT6hIlpGLcFSKTjCl2PWtIhuouHHMXaiMWhaSjcoarQcOnmVNJ7KhJXCrAdgldJM4FdkYJ1o8uxDz3HrfV+htnwQM5F4olSx2k83Vwo1BU98BWOjoMOl24f4wLvepOBDu9XlxOlZnnvxJRVu1WrWVQhTvd5holJmesSiVNA5cXqZ1VoLx9YxVShNDqdUYGSwyPKhI7jdhFHbYnAgT77sKP9VUd1qtgVugW5oc+LIYZZnZ9gwNcrgcFXZEkhAjaj/crk84h272uiQy5eoVodYazdxpgeYvmSHUsO6ThFDszDNwt8BqzKSBLL2bz84WA3xBKx21giEGIoNQCxgNVXz1Ztdjs032P/yaY6fnGGs5HD5rgm2bBwnX6xi2AJQXAp6BW2xw+qxEwSLKyStJp7v4cUB9XaLjpbDrE4wNDrF7OlTysvVyhXp6gXa1jBxs8GhJx/EcvJ87rav/jBT4cxjzwVWG4s1ul1Pzd3Tx47xB7/3H5hbnFHBYCo8Sjwl/UAypDDimInRYQXqrDBi09QUxeEhLr/+eqqjk8qbNegmhLO3UvK+jW4nBDJ/GyG5IY2ybjD/XyLimQJzmoZPiGZElNF51trJA0PX0wnniFbvI44bFIslNf8lxEnWj9QvU/w4e23iPYgmH1K8R99yQYUtBY3pS97MtR/8dcbGN7Lv9m9y75/9HiUbcoMl3NEq+mAFd2QUpzJA3qlij26glC+z99GH+cM/+ixdX1MQtB/0JjlGMs/S8D21m4Gl98K8kgi3lOc3/sX/zs6rLqPT6aiWcwGnlpGOuTjSFKgT64VQdivEjiOKaS7N8fg3vkzcXCa2QuJmxOmTaxwPY5a8QL1/2mKvKW9P23YoF23Gg5iNmzZw/Ud/Ej1fVerP0IDVmsfpmXlqa2s0VlZYOn2Sbr3G8MgouigvbZeRgWHKlTKDU6NYJQdLNlC0XtBSGCs1pgRMKfirrDDSv/vrWoiEUrW5/e67WFxZwyjkhFyqoCa1IdbbgOuD1fXWKOs3N/qbZ6/Ar4q2ilpdfcGkd/XAcv9xahXsbYilvDV9nNRH4LeoZh2xpYhiBstVgm6X5aVldT5EiZpujsjfCVsvupgPffgWtbYEfohj2cRBuvmkNiFECa+blAtlikUJcBSP6bPes0pRLOtpFFEZKpFzc5QrA+x56nH+r9/7BG+8ZAODRVf5upphiCnA1kiwbdGvh0S6TW7rtbztJz6OUxhUa6JYGlxw8fh5zfHsSVkFsgpkFcgqkFUgq0BWgawCWQWyCmQVeD0qkIHVc1T5sacP4iQ2Vkln7fgs/+kzX6SbK6tka7nA73v89RWr6oK5346pnFFTRav87dpnIVZ6bZyCELmYjRQoFSWWQSeBj/3sT/LuN++gtppGqsgF+Xol6Xor0+8HLdd/rNcDrBrfR+56zuPMmTzthDw5O0spn2egUmHMtKiI4lcEaqLik3CqRFSnqb2sK++jaczHPloYMqE5FC0DyadXtRXgesYGQDpoY/KhQfelVZ564EnuvP9vCfwlkcIq+4AzATUCS1QLsbT9egTy5kGLG67YxHvfdg21lRUGy2VWVtdYqbeYnJrA9wJOza3y2N5nWFheImyv0W22abY8cpZNteSQL1RVi+zgQInpDQN0Og0a9QYsrHBRdZhq3sAua+TzEtWFgqJ5u4CuWbx8+AjdbpvJiVEcW1RvqY+h6+ZxCyW6XkS97SmwKhE8TTdk13VXYBUKWKaLY7jQa+Fer1h9NVhVOOYcHrnrx5EKqfEbdLprBIEnzb8idFMeugLJluttTiy02PfSCRYWltgwWOKS7WNs3ix+ii45p0JJL9FZ7NB54TCa30YPunidJs1OBy+OaXserdjBHd6AU6iytDCjwJybL+M7A2gjG6kdP8Lc/r2qZf+zd9x+XuvkXd978IxitQ+/5IXaK03qjaYCfyvzc3zq9/8jy7Ul1lp1RL4Y99qrbT3BBbZPT1MLfDr1JoMDAyrd3alWufTKN3DFG65RLfy1w19j0P8WhiNuvyZRKyA/DBXTZPHzEJ5wWVBgNcIzdQpBhxI5nitczrdHLif2l4hae3CNOlHUotvpqhCyKEowZNOmB7ZffR4vmc5z5YYKk1t3c+NPfYLhie3MP/cs3/3SH6BHDfLbpyjt3kLo5rGcolJwigK3k5iU3AIrM7N8+g8+xcLCmgJ1AszSuawR9zeSpN0+jDCNVK0o88+PfHbu2sVv/O4nlJKxf1yy2aSsI5QHaNqOriw3ggjf84m9Ds8/+ij7ntnL4dkT5BKDASvP3MoyK/K43hora2rBsSgXi0wMlhlcWmF84ziX/vRHCYwyBB6ek3BqtsXJkyeZOTlD2G6p168vL1EqlxgYGlVeyGJhUKmUGRgeoDxUUEpktX6o9vsYSSX0RRIcRAqq9j1Q08A7Mdo1mJ2d485v3UFHQGbBJe746TjprUNqbvV+T590Vu3bd2JV3Q6v5W38arB61nVbQWb5/nl114KyQJHAwyhWYNJMNDprDRI/xBRAHoqntzqLvTUzxbEf+qV/yPYdO6itNbEsW3VbKBVt77tKaiLzYrA6lIbw2RLG56ZrhzymB1nlRcUMQb64JODs2aef4O4v/ymXTVeYXT6lvs+GSmWKtk3RFUsQAcchnlVm5w0fZOePvBvLLjJQyisIu2lr9bzmePakrAJZBbIKZBXIKpBVIKtAVoGsAlkFsgq8HhXIwOo5qvzEU4eUh2K+ZPHCk8/yh3/2VfJjEyroQy5k09CQXgu9IReyvdCqPnBQnqi68mO1Rd4mF57r36t3wRpIM6YKRkkwnDK//k9/los2DbBakwRseX7Pt7XfCvqqjKgfBK7+vw1WzzmQyya3z5zg3/3+Z/GWV5i+fAdj01NsnJxidHCIydFR1dIcWBYty8LXUw/WUQw8EpxEUx6ra7r8nHoQGv1U7x6UFnQw4OvM71vg0Qcf5r4Hv0ZEMw0jOhNUkyq2hBLKeUhEOxjqaGGT97/1Mt5w6UZeev4FlWq+tFLHMCxKeZucbWPkShx46TCDVfHo9JlfWuKJfS8xP9OgveYR6L7ylywVC4xPDpIfKNEOoDU3x0Vuni0Fg1wVilWbnISdKRBvYLtFsTxkcXEJXUsoF3NEsa9aqCUAxxb/ykKVekvawkHLOcRVm+3XXIxVLGBoDo6AMiuXej2uswJ4dXjVq4Hcuc6XKEe7PbAaht3U7VFZUUaqlsu1NgdOLPLok8+pNt7d26bZtXWC6QlRQuYZsCfonmyzfOgkldCDqIvfbdD1WnSjkLbv02p2aSUuY1svJIw1FuZn0OOYXEmUlRvJTWzk9HNPES0tEAUB//yL/+281sk7v/tA6vUqY6YXhCQ/d9farK7WsG2L5uoqv/8fP8np+ZN0Io+oGynYr1qe45CybVEt5FlodwgC8dsVL1uDji+KRY1rrruW973vQ3inv0elfTuG2UYr5umsNamMQVEzWf6CQXDEZgEIBKLFNiUtwFJJ8RYPFC/jgdGrsIJj0HmeTuu0SnwntpR/sITnKcV7b71R6nYBW3HMQDHmxovG2DI5yTtu/gSjm65AjIy/8uXPYOoeu669irlunZbnkwQxmi9WJiGuW8CRUKVanT/5zOc4fuK0Um3Ka8pNxtMZL16xI5D3EwWieNbKIqdrdLpd/tm/+S0uvuxSgii9TyXQ9xZB5VcaSDhcusap9PkoUmFXM3NzyqbDSqBiWDzx8CPc8937VMQfuqFA+2A+x1CpyPaxAfSTp5m4cCfbPvAhvLiEFnTo2hEnZ5ocOXyEudOnSSTISWwAgoAgCChJGJxboBP4ylpi64ZpqlWHqGDhxxpGIut86ofqRT6J3wu662+K9f42XJsDB17i3vvvITYt9FwKVhMzDbw6Y/3yGqM03cxIuxm+H1iV3TWx8OjfBHamr/tKsNqfx3KfbESJEY0RxiQCejsepgrRUp4DPaV+ukEoPrFT09P8/K//BrXVFbWbJ37I4hWrMLq8RpJgyH+6TiGfV2xYVO+iWJfBZ1vpXBIVsazZ8kSxjpianuLZp5/k8W9/naK3wouHDhAZBoPjEwwPDZA3NIYck3KpiDOykcFtl7HsQbvTpllfVV7Vn/v8Z85rjmdPyiqQVSCrQFaBrAJZBbIKZBXIKpBVIKvA61GBDKyeo8pPPX1EJc3ncjrfue0+/vyuhxjdsBGtlwIt0DRtTU3QJRhEQkkkYbzXjpsKKzUFWvow9tXKoiQOCRNdta5Hoc/QyGb++W/9NMOOSTPQ0IVjrPMyVDYA61RNcuj/Xwar7arBfZ0W+57eT3TkKPP1BZbnV2msNYmMBKPoUCqXGR4dZWR6msHRYcYHBiiVyrRKNkU7T0UzaEhraRSQNy1cab3tQW6xB5C23uEOHHr0NA89+F2efOq21C9T0rd7Sd+pergXViOwNRZ1GuSdmA+95xou3zlBbWUZzS3zwktHGBkeottYwdI1zFyJ0zOzTFdMvK5PqVrh5WOHibsd2ssrnFjpMDu3TFccI2wbqzBAEOYIwoAhM+aCosGmqkalCAMDJUzl15soeJrLFwnihHa7m6qfEzGaVPgEzbCx8yU006HZCfBNGN29ifFdm9BcV6kPxTPRsNxzgtU+iDkDbP47qlVRqXa9Bh1vjThKk8+l1ALcBEyfnl/h6RcO8dTe/YwPVrjkwm1s2TzJcLVMMVfCrJVZfXGJXLuBY3RoNxt43TaB36bjtWm3WzQ6AXpplMntl9Dq+syfPqF8IMtDI8SVjdjFKrMHnoROGytJ+Cd/9IXzWifvuP97Z8Cqqm3vj1frKFWybIiE3Q6f+k//gf0HnmN80wS15RUaTWnDh3wuh2PoeJ02anPE0JVKURc1pmnTDT10Q+dd772ZN+4cID75XymWGiQ5W1lMFAc1ZWOx9iUb/6jJgthQiKGFHlKIDETEF6lAt4h95St5vDBK0z9Mp3MEPREobcnegEqal2Ndr7rtK+JlHF23s8jF0xVuvOm32XrF21n16jx7Yp/yyhWVceB5PZ132tLtJrqyOIgtQyW8/82f/QX79x9QKs4zKk3l0ZuGnMmap8Bgb9tIAKppWjTqdd7zoffygZ/4oFJ1qqCpKFZwT9bMZqOhVKpiISDHL/PPD3wazRqG76Enkfo9Z+eYPznPN//2yzQ8sehI0+zHSgWmBqpcuXGUYK3BwGWXUbjiGrzAQg8D5Tm8tNjgxRde4OiRo8pyQDYBZD0WW91SvqQsMuRzVV2X3VPTjFRs4okKbdGORmnwnZ4EeFFIEqRdBv3NmH4tBKw+/vjjPPrk45huTilWo5YHlgQcii9vbyfsNebWWZW4qFtf2ZlwZm0Xj1WlHT03WF3/PdAfBxLgJRFxmh8psGrEiQLbKoSLRIWPpZuDEW7O5QM338zWK65jaWEO17KU565mWASibg1jAj8NcOvD8749gAD1dqtFs9lUFhWO4zA0OMhApaq+98bGJ9n79FN866t/RVnrEIny2XK44OofIVcqcfD552guzhJ5sgll04oMaq0mYdBF0zXEdiIJ+v0I5zXVsydlFcgqkFUgq0BWgawCWQWyCmQVyCqQVeD/0QpkYPVcYPWpIxiGhHv4/M0Xv8K3nz3C5KbNxL6HJgrAV4FVgUv9ZGa5r98ZL76CZ9WtZ3331MVwHBCI4sewiMIum7deyr/8zQ/ghhqtRMdWMCJVeQlQEHgRx+kF9g8CVPsf7X+mYvVcLePnE17VKhvcb8mnMtgQhdS9Jt22R6fWYqVVY27uNEunTrM8M8fy2hrdICJvuhSrA+SmxpicmmZqYgprZICRgYpKly7pBrYqUNqW3NFiRmsRzz54jO89eC/7n7ubrhZh9ltcz9gypFYACpgIWBUfSHzeePkGLt42yujwkAIxL7x4kG3btqCLetQ0ODqzRK3ZohQ3VaDUxMZNHD15jFatRlhrKYi7NLtCMVfELRaJc2WOLjRYqGlolsaEXueavMamikluwMUu5ZQqzBRoa+q4uYIK4un4EVbS7nk8Cni1CQSC2TnlTRjYOpuu2EVpegTNdTA1C9fKo+v2DwxWXw1aXz01fAmc8URhWiMWKwalDu55UCYwM7/EC4dOcPzkaTaNDbFlwyijo8PKE7bglll4yaN7tMGY4dPtLuB3BNZEak51Ow267Rq1MCbOD5EbnsYWv9lmDU1SzYtlosomHNOlfnI/ESG65/GPP/Wn57VA3n7fd1+hWJUXEfWetOkvLS2nIV9RyGf/8FM88sRDXHbNZYR+l/nZBYqFMuPjE5yeneHUzEnsUMc3ZYNEx4hQrdeiWPQSj0J1nF+95Sacxa/h2AsYFQvd8MlXNOwoofmXOQIBqzL2kpiOniDukkYsmwQdsCLi4e08aG9hT1CnUX+eOKyjJRaRbMroEXqSqkYVvJSm6jBM16e4wCVjPldvc7ni/f8roxdcy4njB+kKOpRguCBSY9iIIWh38LqeWousKCDJGXh+xGN3P8jDjz2moORZyb2KPFLvoTaSxM9T/kXXMExLtf8HYcjGndP84j/6OKXBqoLvAlFt3VD2FosLC0o5KpYA4tEqvtVS3zgOSbyYwAtVEFa54GJ3Pe6+7TYWa3W8KME2dcbyebaMDHLFRBWjUKF8zXU0qoN02gGJn6iQufrKKs8995xSlNbrLUzbxXZcSEIq+XJqxwKMFItcPr2ZEfF22DFGXdkeyIqmYUS+Og4xW+0D677PqlrvLYN7v/Md9h94HitfxCrlCZpy3tJgwzO3HlhN18903qyfbylYfVU7gnpA6sUt//Vvr1asrv8+6INVBT4FpnqRUqsqmwb5vbeJJOdOFKmFYp7dF+zmpve/nzUtR6O2KoeuVKeaaROEMV6tzdzsKRbm5pWNgEBz2QSRQK/A7+K123iep0KxZJzImLIN2QLUlCp4w8bNLM+fRvNWlRLcypfoBBqzSys0Wk3Qg95xGWi6hZ6EalMTwyHUHYKG6LmzW1aBrAJZBbIKZBXIKpBVIKtAVoGsAlkF/n5WIAOr5zgvjz/5EradJ2ku8MlPf4FTQY6JQk61tUorrLT+S7iUqNLURa9qET7rVZnaAeqpwsfUziid+mBStX5K+7mW0DJidM/grW+8nl/4xTdyT9fmORIucwx2W2m7uxtFOEaC0zLxvQ5G3iLX0YkTn64hbeiGAoO+nmCJp55qj9dw0NOEalErybFGMYGtYQQxhVAnMjXVgixtr6ImU4os8RkUBZ7YGAgoEgWbHhIYMVbsKN9XUXoJSBGfUvH+tKQd/Ry1XO812AfCArFOVBOOJiF53VIwec1IFVUToojToZYkrIR+6hcYhCwvznHy2BFOHT/B7PHjrC0sk/iB8vsrjIwyMT3N9JbNDE1MMDgxQaFUJK+ZTM13efrBl7jrgW9w/OVHVHu8AuGq9V/aqOXnfnusqC999UnEy9LrdlSb68DAAJWyiW2EXHrBDjZMjFAtFjh8+BCupVPUuzQIMTohtcVlZtZqnJqZox6EaCHqPIjya2R6G8fXuiw2Q2zNITZihp2AK7WALVUdczJPVfwLTUk8tzAtA0v9btGOTBUe1ek0FRySMJkwSNCLFbTKMKO7tzK0uYppOyq0yrQked1R41WgsITlyJjsWwGcATWvgD6K5rziTKZASRSFDbrdFgJYExlVirYJ5E+T0uv1Ossrq3hel0K+QDmfo1gqEhgW5cIwc88c5+RDzzPkW+iFRMFWxxJVXBOvXVOKt5XlVdqYuCOTDE1totvq4GgJgVsgHtqME/kEtePYklbuBXz0d86vTVjAal+l2ldeKrDaDVidWVKbJ5pp8Bdf+BPuvOsbbN6xmUq1wPDQMI7tqBo+vWcfMzPzOJZLEAepH7IQSwmz0gzlMxl4CT/23jfzhsIsSXwAZwRsXJyKTy4xOfmNgPyBKnO6p3yWG3rAYKhhS31LJYKPfpjqpRcwd+Ik995+DwcPHjgDUNO5lAK/PlTtw0J1XnQYzGnccMO1vOHdP0rHtClYhgLZrXZXbQQ5psXS4qKCnALTbDlvRfEaBT2M2fPUE3zz67fRbAg0S99HeXj2bAHUZ1bK1XQDSbw5BbTKv5XKDj/3K/+Iia0bSIIIWxSIYcT8zGl8z1M/K3yZiKeyRrvZVN69ajNJoKamkyvkyLkuj935TZbnF9HCiIqbo1ooKM/jqcEB3JExdrz9HSzqJqeW17A0Eyf0Wd23l2ce2cfcYI4Xj5/ESnIU7DKatYpmlSlFOn6ryYWXXcTbNm9GCxq0d0yxljhEvqx5EU4IfoJSmPfXbjn2NBwqomvG3HXXtzh97ARmsUCuXFLqa4W6e1YjCosaBmFv802+O9ZvtgloTb1dJWwq/T6RUKi+8l4WQ+lqUOuoasFP56ecDxVCpd4qwRCfW/luUmtbiB7ryldV1nypv4xvsVuQmwDtju8xtXETIxs28cGf/AgrSyuqBV/WxJGhYRUqduzIEe65/VaazQa+7/d8dmUTYn0gY4p9FStWGYIyOwICsSKJEt577Rtonz5GybU56Pu0/ZDjx09hGHa69qZs/QxY7m9QpmpojVZz9e/n/3vKjiqrQFaBrAJZBbIKZBXIKpBVIKtAVoGsAnLVkvww0sf/H5XsiadewrJc6rNH+eRn/wK/OE5FAmZETWOaZ5Lk1cWfggvpVWW/RTYtVQpWRS4kra6p/WAvNkSSmJVvXaKUQ2Fi8aH338QtN1/G9wKdGboUCbjAKrJmSLAN5BJo1poM6RZHXEkVt9muiUIO8h64sUY7iTClZVN8I4OYlsKqFpZob/WEnA9dU0CfhifRTupwxJs0Tfc2REAby0W8TiAKNOGncpeeEOoxtvLUS9FbOnRE15W+xn/vJrXpQ1a5yH++EnNEfTKTgmYiuE5eZZOo94COoeEliYIuJURBqhEI0NETPD9gcXWZmblZVmqrnDw5Q21+meZyTQEA8jlKo8Pc/IEPcHEywOPffZY7vvsVFk4/C4arLugTFcbzKqiaSFK5tLmnfe7iPyhqLKVSE+uAMKAgnoAFl2q5qMbBwECRC7fk2VHNU5TOavKqaN3GIi8vrnDk9Ayn5uept7sMTmxhsanTim0FtWJDw7JCpqI2F+ZCNk2VGBgs4zoCR+WsiDpVUwnd5AoK5jSbdZr1GmEYKD9EpzqEOTSpwOpwH6zqeQzLxDTECsDs+Yj+IGD1757H9WBVoG4QypkSQNMLYeuFJwmc69dKxr0E5yh7DNsl55bQ1gIe+uo9LB04xs4tO5ga26B8ZYPOCu3mivpMJ06cxtddxnZeiFEZIG1pjvANF2dkC0bQJWrNqhCz2A/58L/+g//esHvN+18LrCrYFcSszS0K1kMzTW7927/mr778JUYmRtm4aUoFHcm5EZD19FP7WFleU/NcxqsSdfY8TmUuaXpM7Ce85S3Xcu1IA0N7jtxgjIOBVYD8ssOx29sUVoZZidsYScKqFjKsW8SOifvON9O+5nJaouZca/Hkw4+zf//zZ1rS07UmVaue8fJc5+WcyOYKCTe9/51c9ba3Ejk5uq0GUbfbCzDSWF5eVuBSQobKpbKa26trq6yurOB1WqzOLbLn8Sc4enJR+ayuB6upX6dAQwF6KVhVHsACpTUN04j54M/8FFdee41SN8pGxvziPCsLC+n6Eab/Jqpl8VhVKv84Vj9Lu38+n8e0LArFIo/dexcLs7PkbZtKrsDI4CDlQpGcoTO5Ywfbr30TC0HEzPKKWsc0aeGfPUbtyWdY6nR5od6hvlwq1ogAACAASURBVOYr25aR0SorDZ9B22L7ximuufwqRmtN5rxVljaO0k5s5Yus1MBBjK/Wo576VAVbaQpEyxo7V1vh1jvuoCmBZ3mXfLGkfErFDkE+zxmbEbEoMcx0zRQw2vPn7p28dP1MxDogBfPyRwHKHqhXv8tjeopX5U0rft9xasmQwtb0ZzkudS5kMIYR3UaLRq2unirPkbVMaq7bFgPDI2zcuZubP/JhFufmabVFzawzWB1g7tRJ7rrtNpZmT521fuit8331bn/sqW+/HlSVny1Tp+sFVAoFPvLud7D/sUcJkpihiy7jxMwML+7fr74LFaTvfZf0f1//mnJ/qylzLLtlFcgqkFUgq0BWgawCWQWyCmQVyCqQVeDvZwUysHqO8/L4UwdxLZvD+/fx6S98ncr0DrROm1A8VXsBVmcuiuWSVkJk1oWVyH19oKUcCHst5+tb6QV5Crg0g5C27fIrv/TT3HjtVu7wAkxLZ9LQaCQBBS1VicoV6OpylzHb5BnTU8rEaSGheoIt7cPynl5IqZ3QzekKnpY0HUf8PaM0fEb8GwUGRsrDURJzUuWmHL/SqsrLKf2UtPemMlwBq6JKTaFR/6JfaeVSyCr//opkru8/2JX3rGHwbDGmJlzaAzOCrqMTGzCiQQA0iZVHqoQXFRONnEibtJ7LrNS6BxIkPKkpbdTNFu1Gi9VanVOL86w26lx/5Y8w3Szy8Hef4M77/5p2/SSRtE6r1thItaCKQktqciZhW+CqgFRRg/XOm9wvdgzyPL/bIYrSEBwBnVVb45bLNnDD7l0MVkroErQlXpxBh1rQZa7RYO/hQxxdWqRrVjm6FIBZwHVNYcrKczAXB+zS61w94jA0UVXhOpZlEEpbtrTCS4t1IacUgZ4XsrCwQL2+hmFp5KtjOCPTjOzayujWQSzXxdTzCiL9zwSrnr9Gt9shiDrqmFKYIvULz5zw/jjvAyUF4gwTU3co2QUac6s8+O37OPjwi1RzVS7evoPRogNejebaCiePz7PS8Zm8+FJyYxNotoV4Ecemi12ZJCdA1VtEk7bjIOKD/+L3zmtlve079/8dxaoCq2FMfX5ZtV/rlskj99/H5//Lf2Z0wxgbN23EMDTyOVe1zT+z5xlajbZMoVRzKBsHArl68CkKRcVqcPGurbynCpr7EoWdCXlpk27qWPstVp6JsKIyK0mXyOj5gCYJ7rYdWLe8h27epuH7LBw+zZ6Hn+DkyVNqs0apEtVGRQqn+rf1ilVRzOZMjUsvv5g3vOUGOip8PcLRdYqFomq/F1V0qVDsAfsmnWab4kBFqXWDdouw3uLFPfu4/7G9eEF4JuhLxn0fEsp6KGtdCvXk7xT6xYHH29/3Hq69/o089vCDdNttNm7bTOhJaFlXbeLIWhN4PlEQpiFIuoVtWeRyOXL5HKZjYzkOh55/Ts3VgWqFYi5HtVxhYmyMyPPpBjED0xuILIeTc/Po4lEsx+O16T79GCefewZ940awHdWiXnQqLC6vUbV1Lrn0Qqa37Wbp0BEOtT1qgwOEouyOREmbbob5yo9ZNscSlpaWqNdqqtyy6bK4vMTBo4dpdNpojkW5VGGgOshwZUgFOeUKBQXhpV6FvGzERKrrQYKdRJ2ffof0NeI9eNoDqzKOBKAKNBVuquwpZJ2WY9MEXsp2Wepz21fAykiQc6rGYZJw9OAhntv3TOohraB7+l/o+Ri2Ra5c4U1vewfXXv9mlheXaLVaKohscmKM5/c9y9133EncD6rr+xf05v3f2ZNV3wF90CuWFBFDeZcbr7qCo8ePYw6OcM2N7+Kb3/g6xw69gGWmG226ZvXGce/z9wZz39agUV85rzmePSmrQFaBrAJZBbIKZBXIKpBVIKtAVoGsAq9HBTKweo4qP/bUQfKmyaPfvZ8v3vYw05t3KOWMtMevb7tVV7w9xZioT/u3FB5aqapoHYRa/3bK01PaMnWNoFzht3/lI4xvHuMLjRqRnWNXLo+mR+QSnbyuYwhAPe0zWrFYymssJzCUMkK8RMPTwG4HOIHOi8VA/ftEYjFigIVGTtSmQUQp0Kg5UA0N8hIGIyk4ki0ukEzCSnrwNHVQ7F0s9y6YBSzLo9X/KvFqSlZNUU79ECNW6jOria+khrfcUoDKGCyhFR0FHPS8Q9uBlgi4dMjp4CTSRp0eT+o4mypl5RgEzCbiG6igbKJ8Uv0goBjqtJ5v8tDDj/Cd7/01obdCoLwT0/b2vhpTgSJlCyDBLgIzU5AiMOJMYE0UKGgmKkp5vMARSYOfsHV+7dId7JycJiladGOPdq2ObtpYRodI2viTmOdPnOLb+w7y4nJEoTyImzNUq79plJUqdcJY45JCwNbRItVqWfkRKmipSeq2RSJWDE4BQ7ep1essrUjLeoRbGcYd3sDwzi1MbB/GyYlPawFdQoM08Vj9YRSrPeXZOliXfv6Yrr+G53UIIwnROrtZ8Mqf+7D1bCK6pNsr6KablAplBSUf/Ov7eeieR7C7ETsnRtg0XCbptFmZWeXE0grm8AgbLrqY4elpDFsAtE2g5dBlbMRrwqOVfcNNv/HJH2LUnX3orffedwasqvmsVH+pWrA+v4JMWanf/qef4vc++TsMTAyydft2XNdScCvyfV56/kX8ZpdmECnILh6ryttU7U6k3slm4LN7yzhvcUpw8nlGL4/J7XZovhAS77VIOg5GCDVCPNPDiHQi28S89lqKP/ZWDDuiHUY8+8hennr4CVZXV8/4O6fq0VQdKrc+6OqvQgJWZfNjfGKU7RftIj9QoZgvMjE6RqvZYHVpmW63q0Kkup2OCiC6/Oormd6yiSgRpWOTpNnh9MuHue3eh+gKjOupIWX8KzsAgX49sCrHIOFQqfWEoRSp49OTWK7FoQMvMD49zjvf96NEAud9TylTRaEqrfUlSYW3HSI1LxNKxSIDI8O4+Rxtz8MIZKMjUmp0pcbUdAaHBhmqDihfTtlmaTTFpiJidHwY4bR6CGsv7eOZO77B0MQw+Q0TFB2xETCx9Dx5y8atDqEPbyPSXU40Vjk2dxrDNtJNI1F7hl01j+srTZ544glOHD2qWvpN3VDHLdBUksYkvMxPYq668hpu+rH3E/rS1m+qwD3xdZUxL5slsvnVajfVxo0voViyvqi5lHrQqvXHD/B9T31WsUuQjQXljao8thXFT3+XZa5vx6E2hvoRYqlyWtr9n927lwfuvw9LbC5kA6nfVSE2AprG4NgYP/EPfpZcuUi33VF2HrZlMD0+waMPPsz999yr2vrXQ9T1atVXTL4eWD37bwllU2N6cIClVpsL3vxWJqa28uW/+HOl5pegPllzTSNHFMrm3tmOjz5UlXG0trp4XnM8e1JWgawCWQWyCmQVyCqQVSCrQFaBrAJZBV6PCmRg9RxVFrCa02Ju/eo3uefZ04wPj1DrNNAkqVtX6PEVNwkcSpuBzwZUmaadKrd6ir5+K3z/MWYkTpUaoRFTGp/mX//KT9AYKfCV1hrisjjkOliiUu0EdPSYquvwY90At1TkuTji4eVlrhkaYqPt0NYjpWJy64GCcPM5nUIiwBVyJPhJpNr4W6KAjXQO2l1KfsyUXaKqmQpYmjHkPHB0MOXCXLhHIDYFAgBScKpHosqTa/veZ+15LIrC9Ye5ycW5qVv4QcjqaoPaWoNcIa/UeKvLNUpDg0SlPCteG18HN2ejuwZaTldqW8NM/xaIKkemoLZ4M2piFxARi+IuiRlsRZx4ZJEHn/gujz76FZKwQ2CA6feBRq+dXVSRPU9E+RwKnIY9pVoPrkp9RM0lHFq10wro8bqULY13bRvjqvFhBW5801GehI3aHLl8zMjwsIIqkWXz5Qef5LY9h9HcMvlqSSnzXPJohkbR6bDJ6HDFsEm1UsF2DBVgJX9yrkUkXqMij9QN0Awa7QZ+6GPlKhTGNjKwfROTO0ZwXBfdKCjFqqGLx+oPDlbXidJ6ish+u39Mp7uK57eJ4jRJXsZ7mvUlLczrcEo/EKz3T9I6Ly3LloAzUSVaDmPuCE/ev4cHbrsXbbXOZCFH0mpSX1xjdmUVrVLh8utvYGhySgUjGY5NgKmUdnFUw5JxF8NP/MtP/zDD7sxjv3H3vWcgYR+sqs0QXac+t4LvhdiuzYmDL/Gv/vn/pibF9KZNbN6yUaXai+rzyIsHqC2ukNiuskAQ4C8bBS2vS6T6rnO4Xocb33MdF7Rdgof2MFSuUdhlE53UiU47BIZGM+koH89ID3ATjdVcDvNH30Lh6ktZ66wy/8zLHNj7AicX5hXIkzmixp+qc6r+fgX46iuJowDLdrEck+nNk2zbtY3h4XFe3P8ie558Uj1PgLDR2xIRv+if/sWfIV8q0vU6VNw8reUV9j7yOHtfOKIU28ozWjYwRNEtJ1+AtJkqVvter0ZvvElgkiceyaLu9jpc8YYr+JG3vJmw21aKValZvSZrHVx00UUMDA4ppeXK8rICl8OjI3R9X6lCg1ZLbfoIR5Q5I8cu6thqZYDR0dEUVPq+CkoTCwE/DBAXFieKePSrt5O0fEauuZrBiW3kDQc7V8LMmTjFIrniBMVShdDyeeCe25hdPqE2M/K6iRcHdLwu37nrPo6+/DJuLp9C9L6vrWQsWaZS9HcDn/fddDMfvuWjnD45o45HgvZK1bJStxbdnPpc8nw53rAHOkVxL9DTJFX6qjAvuT9IwWoQiF2KbOSk8DT9rpHwMdH1v3IjQ36X54pDhMDnp554jLvvugvLNpUfePoE1DkXJe7GrVv58Ed/jm4cEvoejUYjtRIIE+74xjeZO3UKQ7xmXnV7dQdGap0iD0oXAvFg9TyfsuOA32Z842Yuf/s7MRKDu++4neWlWWxTU0rlRDeV+lYWkz64l3Emf5QX9/HD5zXHsydlFcgqkFUgq0BWgawCWQWyCmQVyCqQVeD1qEAGVs9R5Sf2HIFOnb/40l/zwppB0dTpxOK9afUs8s4GkEgYSR+s9oNdlKrKFLWghJykwSevVpYJeBDFmRd32XXRVfzmx2/ieMXi+TDEjRLVBj3X6bDoCzQ1GNRMfizxoVTgcS/ge8vLlEs2w26BjabJNDr2Wpeo4PCyFTBp2PgSJKOCqdIL3lwzomSYHHVjOlqXAc0hn6RhM4QhhXbEoqWxZmtsxGJUYK3YAooCLBC/U/EvRFkYqHZZpeoUwCIawrOqufU/r//cfbWvCu/S5Pmi9EpVoBJ0Iq2yopySYBPpxF+tN/GiSAU46aauAFsn8jHKYlJp4knwlgmBK0eWBrsoWwNRFZJQXW5x4HtL3Pf4XTyz73YMYnwtwg40QnlEzydWWmVfDVYVyOlBVQU0RE0mMDVIvVmRIDPxqQ18HD1mc9Vld3WAITdPFLbxm0sMlnWGh4coVyQYKMeyb3Df3mPcv/8EnpWnVKliOxamHVMxYTQOuLjUZGiwSr7g4Lo2hqkpz0JByH7gK5jqSIuxZtD1QjAd8iNTDO3YxOTOsVSxqsCqqJx/OI/Vc4FVlVjfXcH3Owqspha0oloUZe/Z9PP+5kFfCSznW4KzTMMhjhIMNScM8gWb9nzAvX9zD43js7jtLqunZlhYmKEbx2y84AIuufY63HKZONaU36zAewF4JALZAvxOl4/86/MLr/r6t+9R0Eb+9L0rVZiVptFcXFPBZY6bY3V2hn/5279OvdvCLZTYsXMLo6NDmEnMwomTLJyaJZFjkzmhW4Qx1Dst2p5PqGkqSG76gu0MNkM6p8QbNqBoa+QjnW1+ng2azrOs4cYCLBPs0OPk9BQj77mRGgFLtSbz+48wc/o0ja4ohc/e0rF7VkHfvye1Ko3VZkOcmOiWxvBwiS3bN3LRxVfy8sEj7N2zRylWlQe0JoAroFqt8pYfe6tSe8t6IV6mnbU1nn16LwdOL6V+tz3gJRsPAvCUP7PVD0ZLW9fTlnVdbZwEsvbFAX63xdvf8w7Gd2yiubaqwKrcTENX7f2FYoF8Lq+AnMz/oOOpnwW0ptYHAv4CwiDCtR3y+aIChxIKJZYBtuuQLxZxnVwa8KTuSzAsg2MvzZAvb2Zo625qXR9HK2NbLpoZYjsaOTMn4mIKlSJrh1/msf0P0sVHa4fIf/fcdScvv/CCUubK55ZWe+URK2NfAgqlLd/QaHd9bnzHu/n5j/9jZk7PqBA33bUpVSpq8ydn/d/svXmUZVd55bnvfO+b48UckZHzJGWmUkMihCQQNmAM2C6XwRhwu/HUlG3sGtwud9nV1WW7y+1e1e22a+GysQtM28VkRiEQg4QklJKQkJQi53keYp7e/O7ca3/nvcyQQFXV+Ye6/7hvrSBDEW+497vnnOD+zv72duAYFqIglrAzhlVx5og1SxrDoBLWNJU3K9ejWCmhI2769NT1rJnqJFD2Av01q+9zzdfR8iXRQrGyeWb/k3j061+H5ZqyLvrdADTWljBDpLjz9ffgjW99u3g90+KE77e6uITZ6Rl0anUcPvASF/rratkfaP/vDTq1xos5iwKrXNMNHesmJ7A6ew3lSgXwSmg3a+h2WqKSZscGH1HKLgla6ag3e6UittOuvxb/Xyj7jKwCWQWyCmQVyCqQVSCrQFaBrAJZBbIK3FQFMrD6KmV7/qUL6C7P4m8+9lksGWXxQQ2NhBij14bJcBqlAOKNIG9a++FVfTUTAZICq1T09VqN18BHAbIwkaQRNm/djnf86D741RKMUhF2yUHq2RIutZxEcGHB7IaY4M18zsI1PcHVKMIKImmD3Wg6GIOGUiPFopvimaiOsu6iYrlItRB+EqNgWtjd0NF0U1yyNYxpBhhwk4uBjgRVJai2Yyw7OuYtYCjR4QgQVonVuUBB1VU9RkWzUQZQSGgTmkIPASsCYgNw6EdKJR2PlQCSvfwMlCEMIITQdAnOoqrKYMt1qiGm3x4FotRmsaxBDDPWxU8wZIgUW4apIE1MUXARqFDl1SaEiWJ4o0W0gwCRbUEvukgKFiJLg3utgePfvYJHn/kqTp56ApZuKohBRap4KKp2//51FFgh6dtM3FZ+iLzOcmyJLzCDgInQNQ67MJIIYbcr7cFRmmAi52BT3sKYl2I4Z2CkYKFQZlq4A83UYbtl1Ns6Hjt8HgcuzqMWWagMlTBWNjFIJWS3g3VOFwMDZYGPnmdD0wihqYBUQWlBHIr3pEEFKPmubsGpjmJ4yyasu2UKXiEH3XBgUPGl8fWWBOcwF0fFlCkfzL7KtA++FRTt2Tv0WoYpT+Z4Zq273UWEDI8SBTavbR9Ms4TKGkD5RarUeP6MUJXt4QTl3BywDFsAq5430Jnp4OmvPI36tQXo7S6CWl1CsQzXxdDkJAbHJ2HlCqISJ4BjSjwhbhy1pJU86LTw/j/86E0tfA9+69GXeaxK4BLb2nUd7ZUa2s2ueGR2Vpfxr3/vdzC/sgjdsjEwWMbG9VPKaqLVgt/uoDI0jGKxCIt2BWGMZqeNK9PTmJ6fhR4kiAwTjqUUfFTs6lS9awHuSGy83xzGM8ksnAQoxBpC3cLF2zbCXjeKpcVFrKy0sDizgpbfftk4vaF+5/x8uVq8D6ZMbi6kOqiILBVd3Lp7B+644054+SKOHD6CR771mPSM873iNMK2rVtw+527UVtdhpbEsBiGt1rDpbMXcLHWoiAchmWJ6lLGRBwLbLTp6UvFYS/A6Hr4Et+X84Xt+1qK977vPaiMVnHxwgXML8yjVC5hz55dcFwb8/NzCDtdtBt1abEndCNANC0Ttm3DdT35l8sJlaqeSw9WhluZ4kNM6O26ORknOcdB0SvKvAhNC7FZhm8MII6ogFRKTkujA3UqdhsW0+ttKqpN5OMYjbCGbhzDTXV89Sufw9//3V/KJhDnIGFvf3xzXeDGgs3NAwLCMML6rTvwL37391BvNtH2O4BtolAqi56foNOzXYTdUICzgNXel3jm9sA1x7mCq1xr+BUh5Jxbs07JnOUaJT+LESVdtLs1dLoN+GEXHb8uSvLZ6QYuX5yFZflYWFjAzIV5pL5SvZqeh7f9xLuw49bbxEvbMlIsLSzgyccel+t795378MRjj2NlZUnJXF/h5dvDoD2Y2vPj5rGD72WiFXRRLOcRd9rwaf9Ajqrxs7krc+Nvp/h3y5rbn8prTWVSdDvNm5rj2YuyCmQVyCqQVSCrQFaBrAJZBbIKZBXIKvBaVCADq69S5QMvXcT0pVP467/9CpJyFVqYItITaUEWpVKvFXRtS6QETPUeon7rfUnLrKgpbwAQuZGkP6KuI6ASKwqkVZPwoFQpw60UUB4ooTpYwcDQEKpDIygWShgdLiOygY6dIrQ0gY5yz83AljDAcGCjVtBxGoGoTHMwUUt91LUEI4aNu1sGzngRpi1dQIOvx6gmGmItwngKbI4M1FwDJ6NAPFlNKq4SwNJTVBo+As/CBSNCVbORY3u3eASmyPsxQsNE3QgxDh0FzYQbqjqZkpKVwo0haiqGadX1CG6igrH4+kBPVYo1fQNNg0+8bi5AeMDbdfFflO5jBe6oXmPt2CJLONtpdwXoEkij4sKnR+t0B8cPncY3vv1FXJo+CJOALyIs7Io6dq3CktdIvFZ5/x8EkizeCTrS+m/CFQ9AQl22exP4Rt0AUbcDUtc0DhCmhniAjropdg472DrsoaJpcDwTOQY0mVQ5G7BMD4lm4ko9wVPHryKNQty5cQQl+GjUatL2T6WqZQGOzabdnl+pY4hyl96IBLkMGKLCLbVs2KVBDG/Ziqlbt8KruAqq6jYMjcDLFrAqFqIcc6A9AIGaoLDrUFm+6XnWynjtqc8kfCeJ0O3Oi/9sP+RLoHlfYdZLTb+haFPvK8CS2wc9pSqhC3/mOgVcO3oRB79zAH69Ddsw4BiE+wTINgzHgVssS8u2WBnweMU4g0DbR9gl1Gzi5//dx25qnXzwm4+8IrzKkPlnMIW83kSj1oRr2ogDH3/0B7+P8xfPw/BcgcWjoyPYvHkz1m+YwtDwEEqlQRlHouDs+S0TYh0/cgQvvvC8jEvXccUDuN3xe6nwEQbTBL9mTeKks4K20cVIM4EflXH2lgHohQJWay1cuzaL2Ofak0oY0Q9//CBYVc/jGkP4F8M0NezYuQ07d26Dm6MK2saRQ8fx0oFjSg2pRXjd3Xdh86Yp1FaWsLq8BEczsLq4gtWlFTQ1qk8T8Vnl+kd1qWwWcZxZyvJEBb7R11VZKtCPl4ccBRGiOMCeXbfgfe9/L3LFEo4eOyo2AYNDA2g0a6ivrohdAIP01NqoSXI9v6dC1BK/arazmwJQc1S45vMoFPLye/5c4uyovoeGfKEE3StDc8pIzCISjddObYpRJS/KW8uQ9ZYPAlMqT5OE3QU6PKeMNAjwv/z+b+D57z0q6nGejAT1cbNJoCoDrqj+VNCV67vjFfChX/8whsbGUWu34BWLcHM5uRYEpgUvhzgIEUaRbNqIWlUsNWIYUBtxnDEEq6wlwStfG0aBbC71/+5QUczrQDV3EC7jzKWXUGvPAppSuBLc+mEAS5tA0HVRb55DbXEZ184vI2p2gURHrlzG23/6Z7Bp83bkvTzOHT+I/d95EhfOnIZlmhgcHJZOBHrCUgm7Vkm61mdc/Z1TqmXx15XvdbTadfFj5thTdjj6DR/gvl1If0z3fGN/2PjutDOwelOLXPairAJZBbIKZBXIKpBVIKtAVoGsAlkFXpMKZGD1Vcp86OBFfP/FZ/GZLz4JY3AIRpSKnycDpKimWgtW+29BJtRX//Wh6tq3X5ve3QdSN36v2uAJ9ngDmkQmOt2WtH3TM5R6T9v2MFQpoFQdwPDkONZtWI/JqXUYYKt5MYeczZAroJ0HZiwg0uWdBGCukr10utjmGzifS3AZCeYiA5qtowodOUTY7gMbdQvHTA2P1GrQ9QQT5TK2QEdVA8q1LmoVBzWkKKds05WuUrGWpV/rqqNjTosxmKbI0bc1BopxAjsBLrohcqmFiUhHgWFbGuC1Y4GzoaYCtPREecEaKp8FiakjkjNXKlcCxoQ/6YEXUV/2WvWjgLaIGsJAeRFaHpOxExy92sDhE6fw4Ff/M1YbV5TqDCbiqPMyqNhPWee/VIdtGa1g4+gA4jTA9MIyrlxbQL3WgqbT35KgI0FMsNv1Bfbp9BrVTSRRBDtpY13ZwJbxCqZsHR6/rASua8CyTOi2hYrjQLfLmGnEOHvyJHJpgPVjY2i2ffhGDMclTCTIUenkAihtiGemaVviPUmtMlV7muXAyJcxsmUrNu7ZAXcgL4FPVKsKWKVilVRVYCoVh8p/tQ8BFSjtjWmhrT2lcQ/OESLHsY9usCxguQ9U+br+OKbS9JVjmm9FdaYcuyTF26Jmy9PGYE7HkWdfwJVTZ3vemJ6oEE3ZtNCRmibsXAGWgFWiJqqlQ3BE0AuSSeVJ5OO9//Zvbmqh/OLD37ju56jsANg6rqwAaDGwulQTdbOlA3/2f/4JXjzwIhKT6eUp7rnvHrznve+B4zriv9mqNyQEqg9W++3inmPj8MHD+MbDX0fXD8UbtzxQxSpT5QMfnpni3XEFSTHGuUILU4mJYEHHc04ApzqIWtPHar0lkIvKalpR/LAHgdYr26fVWsNrqgA6bQa2bd+CrVs3wrR1WJYLzy3i249+B5cuXUJloIQ3vvkBLC3OwiLIazXF/5LjbN369WhHBhYWl3D50hWYto3q4KAkyHe7gWo977WuKwsA1lF5A1OlK5sQ3DjSErz3ve/B6+6+Bx2/Ix7BV6ev9BSJKVzLVGFWQaD8W3ut4gJWTVdO3fFceLmCqIlNy4Zl8l8DAfGkZsAwC3DtQQwOjsPOF5FaLmLYMm9lTU64hqsuA8LVfjeBjIEkhWVz00WDnjoS3vXb//TnMTtzSkLLZNOldw34XjwuttZTGUxfUsd2we2gN//oW/DGH/lRNP0uitUqNEPZpPDcyjymOIYfBAJWpXY9sJqEymOUoVOyncLNI/qwyt8FejurNe6HMwAAIABJREFUcCoJguv9nt+HYRtPPvMIDKcL3aZ6voE4deS5RlpFHBpoNM7B4kCIXfjNAN8/cAzloXX4R+95P7Zs245vPPRV7H/kYcRhANc2KcgWNa549NKGRYLSboSk9ddgwm5l/aCgqgBWKo1NE7X6kngycxz0Nxf79euP1+sbMRlYval1LHtRVoGsAlkFsgpkFcgqkFUgq0BWgawC/99XIAOrr3INjhy8gEce+Qa++eRx2OUB8R+lOpStpJLY07vB7cMkUVj11Uy9G9C+qmctUH25R516H6ql2O7Jm+d+KEsaMcDEv/6e0kUJQ9re2YYeSiI1lYy6pJdbpRLKA4MYGaxiaLCKUrWMwcEqCpUi3KILrWzD1W2scxwsugZWGP5kxNB0A7GmfPkmWgmKroNLNnCKXqJxhJyhY4NhoeKHmIwtPOkQoSUo8nxFKJdiMNKwzU9xwklFRcnQLN5cE9AwzTuf6jjlRKJIHaSlAb0n4wgW3yBOUTcSDMESZSxVtm6oPAHEX5H+rrQDkKAXAkalSLvejivt65KrLSCg34JOs0t+3nPna3jpxGE8+JW/RZK2BNawxnHE4Jcbist+EA8hRhB18eNv2IM7t4+jXMwhMXM4fuocaktLCKMQK7UW5haWMT09IxC3vlJDFGnoBlT+mdDpaZuEGB4oYe+whUrOQU6PULQ1FPKWQF/PMqCbDlLDE5VqfXFZgKJp5wXmEqyaJiEQ1bEM7UmgWzpsx4FmGQhpU5AkcBl05LhILBdDm7dg25174A0V5Tr0FauabgswZD0Nw4NtlWEaxeudvRyTfUgKjfLnfjBSLP6KVIgGYQfdYEkUqzeUqmtUbPS67SWX95Pd+mCVbeKELozMoQfmynINF751AZ2VZehRF2EagfJcgThUA4shgAbToXdmToCkSmn3kSYh0tgHEno0+vjZP/jETa2iX/ja118WXiXwlopVBjN1A6wsroIeyJ5t4hMf/yge+fajsHJ5dAMfGzZtxM++/72wHEva7F2Ndh6Ez7GMz35yO31hOUVOnTyNb3/7MczOzeHOe16He++7H8ePnsKlI4ewc66NgTTE8WoH5bwFu53HsytL0Jwc2r5q9aZKPmZFXk2w2tN299eWG9YOCo4plWUiitXNm9fD9RxRf5Nbzs8t4YUXDiCX87Br161YWl5A1GkJ4PY8B+MbNsi1WZhfkeu2sroK03JE2dxqd1Wrf1+pS5MJUSwqtT4tRFhX2YAIu3BtC7fcuh3vetdPoFAsotVt4ujxI2g16mIrIdlKPSWj57pwLNpHKKuCiOp2XUM+X5TNBPrfOpwLuiXqb688hOLAOJx8Faap7CPof0orBBWoRAsG9cWrwvckGFUbZISYVNpyjMYwLQtGauPi6dP4V7/zK4iCebHRoAWIZbF2aiNC+VYriCigVbxgU+zbdzfe/pM/hU6coDhYgU4gT89sACVaW6QpglApSrnu0ppE1MUJVa8aLM4V8S6mhys7Etjqr8BqH1D2n0N7hmajLQrgO/btQbM1i9n5i1hoXEOj2UTOGcDK4grSeBG6rCMW4gA4/OIpjE9tx/t+4Zex/6mn8MwTT4B4moCYx6f+vpky9+hf+8oNQ+VHrECq+humgqbUJgrHXYRabRWd7g2wuhb+/3CwqtwGXrl/0Gk3bmqOZy/KKpBVIKtAVoGsAlkFsgpkFcgqkFUgq8BrUYEMrL5KlY8fPIe//9Rn8PzxBTjFgoQUxexmNKic63nCrfGceyVYfaU6de3H3AAg/fe5AQSltZsJ4ZIAvSZ9Wlp6AcO1BPhQXcXWUt5oMwGbafX8Wa8ZWW7GE9MUeMAwo1zZw0CugNHqCFyGxQwXMVweQLGQhzNQglXOoapZsHIGVq0UHUsXe4EgTmFrOnJ+hHWpiWecBB2iVV1DV1N+pOsCE7sSA087IXwtRZnoIiQkAEagoZwAl+wE+cREjjfOGkN6+N8aVvUUK0aCMn00Uw12nCCPFD4SdAi2YGAg1WETMMUpzK5S9NK3U8FAQapIQ+XvKUEvVGCGicCMZ06v4pnvP4lvP/pZUBBHtRghibxUu6Gy7AMLAbNxGz/7Y3fjji3DAgsS08PFq9MoWAoyGpYrytLpmRlUqwOYvjaLE6cv49q1OQEXjaaPMKQHJTDh+pikh2rBQcUBBoo2SkVPwqikbZbQkQAoTLFab0v7t+vocBhoZfEaK+Ua1YMGlYa0AiCEodpOPC9NOK4r3pzFyXXY8fo7URobAEwLpulAZ9Y4VWRiQ0FlXRGuU4VhjChrACHYvdAxEaQROIc9wMXRFCIIW+h0a+h25wT+/5fAan+jQcCMABcVVqWComy4Tg6PP/4EZh+ZxobRERQ8A+2og4AwBjpcg0CMGmA6ArgCsmTzgEcaURXahZEquBqHHXzgT/7hptbJz3/14etWAP2ALap4CQVjP8TSwrKEqeUcC1/+4mfxuS98Hk4urzxkDV1Uq1Mb18N1HYH/Eq4ldezDL6UU7fuCHj16BE89/TRdGfAz730PJtdvR2d+ETNHjmP1wGGcCRfgldiWnsPleg1p6iAIUvED1bnpQsC21nryZWf9ciuA/qYPYSXVrNy4oTfu5Lpx7NixBeVKSc690w5Qb7Rw5sxZzM3NwyOkN3UE7TYKnoMNGzfALRTEb5QLy8ryKurNFqI4hR8otaWsZbLhpNrYCX8J8SUUSzZCDAkCo2I17znYtHkDbr9tL7Zt3y7j+fCRQ5ibm1Z2F9R+i22BiZznwe75tsqoTDTxWWUIEqEqrS4sy0Zo2Bid2IKh4a1IzSLCmO/EccvPplJVtdbLf4vnLwO2aI9B64bweoCZrBmJLkFxvJa2ZuOFp5/GH/6bDyPn+nKuPkME6ZPqFRB22xJeZ3Gd5Dkb3DRwkUYR7r//PrztJ38ay802itUKvHweYRhJbYoM6NL0G2CV7f6iLObxKTWqzQArqvZ7GxVc22kdwLWW1gAyr2QR4wt08as9fvwYfuRHflTWPoLuRjCH1dUGpqfncPrkMXRbC2JBwL8R/Jwr52cwtm4z1m/ajEOHD4q/LTcJUv6RE/sBFZZHmwfbUYrV/rjqz3EBoD0P5v7v1J9EWiWoYDuet4KoNwLubrxe/f2TB2t43fzl5SGIWXjVTS1x2YuyCmQVyCqQVSCrQFaBrAJZBbIKZBV4jSqQgdVXKfTh54/hz/7ir3F+yYCX92BohJymqDvpqXcDXig/wD5YvXGDqSjIDwOsN1Sr6ia5789IlY+kQmu6pL3zXlZUXwahjSaeorZnSGutamFVKi6l7qRKMpWwFMKMhOCDvoGJBp836YkP+BF8+lXG/NwAvp2HA1PCjvLVEoYHBjA8UkGFateRYRSHB1HMF2Gx/dYyMWDomMkBoZEipIouAbpIMeRrGLA1nE5TTBsx9BhYDmOELvDW2IalJXjOCMBPK6QaKtBQ0IDBdop5m6o8Da6poUVoRQ/LiCrWVGwFCIZoO+AhQcnXYFypodX04bk5eC69IlNp03WpjCM0JaATRRnQ7nTx5NElfPOpL+L7B74lLbZaqnwL2ZLO0LC1Hqu8LoQSOd3HL/zjN2P3lmEsLddRb0VYWlnEaNWVwKRipYplBhy125icGEOj3sDpc1exNDcv4PDqtQW0feDqzALKroWibWC06KBsJhhwNAwUCBhd2JYlbbeEP7phodPpYmZ6FmGSoljIwXYYmqU8FgmdUi1WoFegoyOt/amuCVhN6UtaHcK2fXsxvGVS1J6GQbDa8z8UMEJVXQWeMwzNHOrxjD7cUJpoGW/Xxy0tKLrwA57rCjrtSzLubviyvlyxuhaY9PDKDW9VBleZNhwnh/379+PoPxzGumoVUxNjMB0DjdBHvdGAQ1sDpswTxNoODEOpCkVFF3UEporXauIjClv47/+Ph25qqfzcQ197uWKVYJBfHEBRguWFFYHZBIzfeeyb+NjH/0YguGEamNqwHuumJjE2PgYqK5Xi93ryzo3jkTwfDYZmoN1p4+Tpo1hYncGOXTswOr4DBTcPO5fH8e98F8+98BxC+vRSBaik7zwMAasIY5X/9kPP9AfDq/g0pZzlGmIin8+h223Bsg3s3r0TE5PjsuES+BFWVlZx7doMzp47L5s5EjKna1g/NY7bbtuDpeUVUYkymGlmZg6LS8sIaIPBTR4qMcUUWXkA8z37Lexco6g7FgVjqomPaj7nYteuncg5Hvbu3SNWJleuXcbp0ycQBl3ZHOJ5y2aQbQvk7r9vYtjI5wsoFEsKVvfW3OLErRgZ24Iodpl3J+PNNBMJfqLCX1SvvSA2BiqJIjnmsRuora5IgBY/j/M+ClPuRwhYdAwXz+3/Dv7kD/8ZPM9HGOuwnBwqQ2MYn5jEytwsrlw6D4MKbyrBTRvFXEHOY+fWLXjvB38ZS+2O2LYUyiVEYYgkSsUKgJslVKxyQ4zhVFSsrgWrDLki/JRHT7FOsMtj7NLjOYokwItq9ihtY3FhBSdPnMMDb3xAwDTrHlJRq+dw/OQJVMoeEIdYXVoVKxIGqX3y7/4OpYEyoiTA9JXLAtWThECXfyzUhhkM+tA6MHoBf7LB07N9UHYhqkugr1BXiVs9/3EL8Lx87+8WjbH5d/KG5PqHKVb7YHWt8prXv9Vcvak5nr0oq0BWgawCWQWyCmQVyCqQVSCrQFaBrAKvRQUysPoqVX72ie/h3//5X2E1HVKts1EHluFKgJUmPqgKiF73++xZAfTfrg9bXw2uKvDUS1BPVYjJDd/WRAXKUFYpUcl8JhPRUzipjZTWAVQ5EawRkrJllBA1AhJbQ2yosJDYBIxOCM024JjMNYnRtG1UdAdp1ELb8GF0U+ixhU6QoOlH0OhR2o0QuCYSz8Y4vTtHBzE0PoTRsRFMjaxDebCE4kABA5UcooqJkqZjQDNwyGL7P+RrKQZaRorNVJKmGi7amkDYq1qAiVTHDs2CEQEHTR9+mCBvebARYyzVMBHo6FgQX1ieeU48V1N4HaB1ZAHzc6sCjOjZSFXnunVjCNMO2q06yrkc8p4Hw3JEXffsqRU8+M2P4/K552GCITup+NbS+5Ngtf/o38yHYYixoolf/sCPY9NEGVevzqHtJ1hZXUAxZ2F5cQHjE1NYXFpCu92E51go5guo1RpYmp1GGgW4ePkqYli4OruM9Zt3wW/UUWCXcXMFhcTH5ACDdzxYjgHblCZ3UaJSLVZbrmG51kEu58DzVCgQlbf0NtWplpb+ekPS2XWL3psQRZnh5BHni5jauxMbdm+X0JwUBF03wCohtWUOwHNGkZql60BQnfuN9l/WRgX09AC8v4Jmax5+5+J/E1jtA1YqcXmdlBWAJR9RKJTQarXxzY88jNlzF7Fj4xaMTI6iE/moN+sQn0nbgkkPTfrQavS0pdqPqkmqVNtA6sPgDIi6+OCffu2m1skfAKs9KwDBz6kmYDXsBigXPDz/3NP4yEf+XHxpqXi8bfdubNy0Saw2ms2meGX2PSg5j7k5wutGK40w4IYMQWeCensJ04uXcPXaFQwWNmFybB3sXBFhN8LBQ4exXFtBEEQoGiZz3hHoDOvSkYSSTteLEvvB02WN14Ld/rFQJUhOVi6XEARdNJp17Nq1DRs2rkelUpHXEMoRnp44eRoBg6mYTG8b2Hv7bahUSlheWMbw4LAoJqdnZ7C0tAqNoV7Stm4gZrBZ6Pc2NehNKgxN6hEloXihUgBJxayhAbft3SVK4LvuugObtmzBamMFhw69hIW5GVi2CqFi/WybgVXqewGthbIoVemrKoFTVKIaJoY2PSAhVZy3ojymx6tmIOyG8tpCPi/HpDxfbbFA4FDkc6enpzE8PIxcLidrAUEzu/Bty0DsJwJW//zf/0sYeguxZmPfPfdj5547cPniZaRBF2dOHMfCzEXYniuwtlwoyjg1EOP9v/wh+JqBkckJVIcGZT3vtjoYLA/A1E2ppwKrkfioEqxyHae9Qd71EPkBGo26+PEyCI21GJ+cgFvIC/Dnc7khEyc65uav4Py5E7j//jciCjTE9M62fLQ6ES5euoTtOzaL+tfSbKTgfErw7/7g91EeymN4ooqZa5dQX15Ft6a8XKUTQgNGRsawfeet+N7T+2X96f+96/9NU5uGymqCD1G8ildzgkK5ANfJw/dj2RAUga0EWKnHD4JVFdjV/x0HO68Z51GjvnxTczx7UVaBrAJZBbIKZBXIKpBVIKtAVoGsAlkFXosKZGD1Var8rU9/FX/8ic/DKg/LjXCS8qZdqQfXitN4gy5wtQdJ5abTeHnQR/851Jz1Q5LEo47QJIkoDILfaYmXXRJTqUaMqNOSEhEDe5g4HacwEk0gKdVjol+jqi0OJc1cefIBjuOJAlSUhTpvcqnKVB6ADCYhpGCzrIRk9UJvCCB4HLz5p3KJ3n88U4bI8EvCVrq+gIxE8+Q98rkCBqv0cx0RcDM4OCQgplItolTxkC848AgHXRPswe9YJloW9Y9KJWrBFE/Vy7GPWapcDQvDqYnRGNL6fwwBVixgADbY/E5MOFhPUDu6gFaDsNYWL1BNb2Pz1jFcuLCK5aUlpKaLOGyh7KWojI/hwJmL+NRn/xJBsKT6/6kwk5ZjauuUlQAtFwh/GQkTRyk0o4PX7dmKzetHUMrnJShmZXYaY6MOrly9hG237MHs7AKa9SaWl+dx1513YXpmHs16QwD8zMxlNFa6WJzrYmpqHCtLi/BTE2cuz2O0kMPdk3kMO0wud2C7lP5SjUkFLb0XfTTaXblerute9+xU4F15ePJ6M7BH1KtUmFoWvHwBuuehMDKKqd23YnzHdsSmco3kdTYZYJWa0J0BGLlhRkj1PGn7gTwEqWyTVj6PHPPSRJ2GaHdnUGteQRjMrQEiN/xpVUvyjf++EfBjwDTY3q6CftQmhI5yuYzFsxG+8H99FOHMMnbuuRV2pSCBPhEiuJ4rMJbCTTXGI6SRDy1qI427SBMmlYUCsX/5zx+/qXXyc199SHlE0lOyp4xUvpEq5KuxvAq/7gvMW5i+gP/t3/xrNJIIWysF3HvnXdAnRrAShvD8ALEYL7/8IcFu0pat6kv9JtWJbI0+evQY5uaWsXnzBngFR+wOut0Ex0+cEXiswrQ0FItF1Go1BdK4ifLKz7juhcnPp1JQ+TVznvIaBoEvr6Bi1fNczM3NYXBwEFu3bUSpnJegt0iUkAnOnjuH2Zl52LqBkZFhbNg4IWCvUilLy30QppidWUCr1VU+z3xdrIKpeKF4ffubQ/xMsX4QWxN6mOrwu13xUL1j723Ysm0zcrkCxscn5DyPHj2M02eOo1TKiaq2H4Tkejm4bk5AqpOzYVlFuDZhO2ueh1HcADM3hnyhRNdUNVeiSNZBDh3WT1kSQMZhfxOM3rF+GGNhcQUjgyPIl4u4OjeDrt/G+uERFCwL3Y6P48dP4U/+6J8B4VW+Aya3bsed970RszOzOHfkKFZnZmR9Tu0EjlYQC4Gq1sFIdRRTe18Ht1TG1h3bMTo+Jv6oBKn5XB6e4cj62vY78KlkFTipiw3K5UsXcezIIZw6dlS8Z/1uW+bpQKWKiYkp3LJrNzZu24Z8uSwbaxyvV6encfHcObzl/jeJMjrh3x/LxurKKqavXcOO7dt6nQ09NakB/NVf/kes1uax6/atML0I3W4dy1frWJxfESAbdUOMTmzDzj33Yv83Pw2rE6BpGXA5hvWQUYqyXtKzlosMg/Ycx4Tr2kolbNloNltoNLqinOcVoZI2Tbjp19vEEcCq1M7XOwd6umzpxuh5uNZXZm9qjmcvyiqQVSCrQFaBrAJZBbIKZBXIKpBVIKvAa1GBDKy+SpX//j/83/joVx5DbmgUBlPKefeoKZ88hVHVo+89J9/z5pGtkJLCreBq/2ZePfuGMlCeL29DUMvgqgSmtD2rhG96W/J/2XppkkhEVEIBmkvvxaCXDs3fE7apf3lcBKsEJQJwhbcy9EbBjTiKYZmENoSwcjt/HXz01UZUTPFmX4Eh5XtIFRifT8AhKqtQ+fjxi+2tcnNsEgISsNjI5fLIFwooFmkvUMZgtYTy4ABKQyUUy0WUi0UUcnkUSw58Jms7QKgKK2pXL9FxVUvR1KjQVW5/VU1DeTnE7LFZBB3Wji3YAWwnwvqNIzh7cglhp4MIJrqdOoarHsyBCp46dAhfevBvEcc11U6usdaSly1QlbUQr1bxNAT8boSxaozRagFRIBgYrXaAsNXC+NigJNoTDDYbqxgmRM6ZmJgYx+Ur83BtG436Imori5i+PId2I8bQUAW1Rh21LnDgxGV40LBvQxU7h/MouoDnqCAuJIacvx/64mHJMdCHQjdCX3i87NClio/gimAV0EwdNlW6tovC0AiGNmzE+JYtGBwfRyIFZKI5g4UcWE4VmjMEDZ4ooPtJ5xyr130UeR3Zakzlahqg2ZlGo3UVUbjwXwWrfeWkvJ94bfY8UiUt3JDxQQuFy48v4+RzL2Lm7Bk4nomJ7etg5ggZLbFJEDVcT8LG8UgLAD1uK+Vqqnxgk8jH//CRJ29qnfyHh76ivF8ZvkNA1Qtc4maHZumoL66gvdKCl8ujvjSD//DHf4iSZ2Df9m2wiwUscHvCduFwjq9BnvyegFxgau9fAcMcbQyMihNcm57B0aMnUSx6mNo4Jdchly/jxMmzqC0vwLaUUrlarWJ1dVXqxf9+5eMGwFabO3yIR6etQp+o4uT1LRYLoq69fPmyjN+p9eOwbVOUw7ppolyuoF5v4vix43AtB7t274Sm9QKaetYk9HvlZgLBahD2FPbcmOj5bPK69R/87H6gk/iCcj0R+40Ud7/+dXj96+9WUXw9X9Z6vYbvfvcpuJ4lth58vePmkMsX4Ll5OWbNJHxzpP09TUMEcFEY3g7TG5ZNGQJLrlG0AeHiJapXKl2peta5YaI2JVgbV9fR1oDF1QbGh8dx+vIFfOaRrwqof+sb3oT79t4GBCHOHjuFP/3j30XoX0XEOWE6KOQK8H0fvt+WoKuIgXxOXmwRKjbgdev46V/6NYzvuQunz59HrlDA8OgIya5cx2KhiKJBYxOOFHrVBjL++O+jDz+IF7/3HJYXF2HqgGVocExD1pWR4VFR/67UGhgYHsE999+PqY0b0O4GmF6Yx7WrV3DHrbsFpgcpgTnzFiMszM1h3eQkbKrbU6V8pxr4S19+EEsLs5jaNI7p6YsoVT1MjJRlPjRbTXSCEKY1gKkNe3Do2UelG6JpAAWqWVOqgV2xp9A0dfy8/h7nA3cJkwT1Vozpawuo1TrKEkDMibk5pP6uKKWrCh5U45brnxrHtP/o/57jt1mbv6k5nr0oq0BWgawCWQWyCmQVyCqQVSCrQFaBrAKvRQUysPoqVf6j3/3f8fALx1EaGZNUesIpKm5UZPEP+qcKSFoDVl8GqnqAdW3bpNxMStANgaiyASA0aNRrKlRIgofo+UhlIoErw1jYzmqIPx9VizdUPrxtVSnptuX1bqqVHydJnPoMlTIt/oSEHWu8Mvk+cUIlKT0KTWltlkioJJH2Xb6OalZCCvHfk6RxwYHX4ZxF79UwUgqsmGpX1YacsreWvq6aLmnXnuuIkqxQLGBo3SSGygMYHRrCYGUAlYEBlMplVCo2opyF2GJmTgpfA0qErvNdXD4xD7/NllWmmvuoDLiYmBzCiRNzMAhMNRPtTgPjEwOoaRqe+O7TeOyJL7APH7okhMcKQifEtSqNW3l4KhBBn9Ofe/MWvOmN96LT7WK17eP7B4+gWVuGCROdToSZ+UUsrdZFCegwaMp10Ql8jI0MolRQnoTXLl6Fnjoo2V00uwGW2joOnLyKJEgwljdw94YKJksmSi5giepZtfXzOhOMK7/Yl6cVUWnM68gxYNqEq/RANEWhJhdPNzEwNoFSdQh2vojhiQlUt4zDrQwgEGGZA8cdgUGwqrlyfdeqDAXz99q4CeAJVpF20excQ715FWm88v8KrKqgILbF0wrAFtUgweq3H30CwVMdCehaWZzDxQunERgRpm7ZjOGBKlyOM3oyEnxzTyEkzO+KxyoVcikVxlStpiH+yV8+fVPr5Ge/8qBAJJVironKfK1itbVaR2u5Ia3nadDCg3/7UYyYXYwNjmKGfpUMW3PzMr49wkdeQ46uXtCQgE6KX2nbESmYz3kbBgFq9QaOHD6BMOpicmoSju2gWCpjYXEVF8+dlZAmvj6fozdqV0DeK8OD1LVSMPWGIl6BVZmnUOOZ44iK8snJCZw8eVLm/+TkmLS+1+t1uR6lckV+fu7sObBbe9++veh0m6KQ5kdQPRzFGq5dnRUAG4YKUtLXWew36bfaU9n2j1N8S8NYVKpKa5sI6B0cHsaOnTswOjoqx1cdGMDQyCCOHz+OM6dPolRSkJKfSbUqVds8Rsd1ECX0mQ7hdzuAU8Guu98KGEWZLwMDA+JdSmU9LQ28XE4+j9CY6kdZ+xz6r5qwUw3tFJhvt/DS2dN4/HvfxUqnCboX25GO7eNj+MA/+klMFKr4n//5r+PyxRdg0n2ASsueBy3XJc2yEKYpSrGJ4XIOr9swinzOxr0//yEUxzfg6JHD1GgKWM3l8+KPSsVt1StJcFa73cHyyrKomvc/tR+Pfu1LMp9tQ5fQtGKeAV4GLKqXc7QPKYqFwNziMiJNQ2VoEI0gQq5UkJ9TZc31OqKPNCAdBVyj6rWaqEjpKdvtct45WFqsoTo8LJ6wF8+fg6aFyOVtrFs/hqkNowi5YWeUMTi0DScPPQLPs+CnidSOq2g35Maajjgggw7lZ2kUih8wGzuMYh611QCrq21YtMawDGV5II0Wal1T47fvHCzJXQLFqXBVSmeg1Woi6NRuao5nL8oqkFUgq0BWgawCWQWyCmQVyCqQVSCrwGtRgQysvkqVf/UD/xxH5+soVAehUe3ElmZdwcm1wOs63BCFnkpOVtkzqr1xLfhQ6pwbr6f3H4Em70QDvwE9bWEc/xbMAAAgAElEQVTdOKOdYsyvBkjCGO0mE7U1mF4RuWJZwb92R0Anb0SlrZ5t1nEiEJYp5WwRTaIEYZSoABhd+TwSMLBVuB9CIh6uPZWbBGdZqm2WqlQBrWugTV8Jx/dVCk8FdcTHkUEptiMKPVG58u6eHe5iN9ADP2EsLc08/iChr2CE1GcYkAnD1GHaloTkEBJUqlUBrWMjoxgYHcHg2DA2lgcxpDmIQ7aIMtEb8P0OXI/nbODAsfOwJHxKQ7Oxgi3b12OmE+Dhx76OAwcegaH50oYqKjMef0rllTp/uYYJ6xUgjkN86KfuxK6dOwSWwXRx/MQRDOYJpKrwwwgnz17BlZklFIpVNNst8ak8dvoCgqAFPQ0lOEyLNbzuzn3QWtNoBMDVpQBHz80L/KTkdnvVxm2TZYzldZhIxDNVGIPA9pcrSfvXSFkZaGIDIFDVNhQol3wjejamGBwaRaFcRtcPkS8WMLprG6Z27YIzUEUCS8CqZVLlp+DFWrCqvmfgEpWcTB5nUFobzc5lNNvXkMaEbQpE95VmqnY3rAD6ilWlAFXBSlT6afTU1VV41be++S109y+KeplekkuLizh4/CiQd7Dvzt0YrJZ7QD9CEkc9D89AAVUC/7grylWGWP3GXz97U+vkZx78MgydbefKT1YU5qJcZV+zBr/RRmOxJkjQ0RM89cVPwV66ALc8ihlDQ4dhYbqNxLJgi98n30sXwMWW/74CVjYtUgUVgyCU8c/2/uPHToNKTS/vYHx8HJbjwHZcnDp+Ss3POBbV8CtDsV4J2/ut9v3nERwSnPG/CWT5fLb/T01N4tChQ3KcGzZOIYp88e6k5y2fzzVkcXFRYNzevbtx+vRJ1e4vbf/c9LExN7eIZqt7fWNFJb2ra7xWnd+Hu912F6YGVEoFJIjQ8SOMTUzIhgVbxqnIvf322+X4CHn3738SzVYdrVZLoCM3apRtBxD6XfCKiyI10XDrvvvxgV/95whi5cUq9hILi6JSpWK+1WhCMy35uTo2yM95Tnk7j6U0wJee+Q72H3pRugK48ZPSDsVPoQcdjOccfOj9H0TSrON//f3fgBWsyNTl2hYzSJB+1px4RgInNrBzrIQPPPB6jN9+B+xb7kbYCfG9Z57E/Pw8ytUKLHrNysYIMHPpKq5duybXmNdreXkZly+cl2PnVz7vYnigApcbKKYGh0pbQ0fQDZFyM4CvqdWxUq/j9jfcB6uYR7PdxMZ162EbCmDKFkyaYmVlBYMDVfGNDXwfYeAjny/h4KHjmJlbQqtWw+XLF6UrgH65e2+/FW99+wMIog46oY0gyOHQC0+iUnQwXqng8IkTmF1aUZs/AVDwimIJQZscLfIRdJrwbBtx0YbfMeF3U5gOvWDVuEnSQDaGJOjM6AWVuQypU2MoDBN0Wj46nUCFMCYpmqtLNzXHsxdlFcgqkFUgq0BWgawCWQWyCmQVyCqQVeC1qEAGVl+lyu982y+gbpdgei6sKITO1sde6z5BQv9x3TNVPOF6XnE9sNp/Th86kJz1rQEEkCSq3TsIm4jDVYwPWviNX303cg4TqzuIAl8AQye0cODIBXzv4CmUiyZ27dolysrVlRX4QQjfZ7u2jiDlnX+MTqcjykbRFmk6XFPZE4hyUNMF9EgrLmHC9bblGI5jK5UboWevvbn/e1HLMqxG2tR7KiMJXVGA1bAY4MIW4UiUbGSSAntEBUtAR+0WeSbBRCwqp5LpIUxj+EmoVLIEo3HKU5DYJambbcCiytXNoVocwNDgKIaGhjFYHRT/x6HBsgQ9FdOCtKEGsS4QZny0gpdOX8RnH/oMzpx/HroWApFq/4+lldxUUJs/IQymv2nQlXbkD/7EXSjlC2i0Omj7EbrtGjaMlRClAYrlASwtt1BfbWDDuvUo5DxpqT5x9jwoFKRtw8piAxfOn8eWLRtRm5tGN7Zx7Nw8Tl2YAQwXaRQhZ/jYO1nFjkG2k4ewHQsmPSKDQEASoQuPa63VhEk/VV6HnlpVXVOCVuVHyutqO44AJKr36JfrDI1iw747MXrrToRw4TpDsKwRFSbVe6xVkKWp0heKZyXfM6qj0VZgFUnnvwms9jcVeKyW2WvrT3k9CcFzaDWbeO4zT6A1v4oCLSQMC80gwOz8AgpFGwMDZXi2JV6qMe0Ywq6Mn0T8GpQnrpZGdCjGb37suZtaJz/7pS8ptar4kSqoo/7VYTom/FYLKzMrAnZyjoYXv/ZFxDNn0HDLmOOwttlqboufsXia9sCq6NklJZ7BS4Ya01Ekc1Sga0SlaAPnzpwXoJZqDF+bhE1vSteF3w4FxnEOC5QNVTDW2sfLFX83QvT4HAYxEVqpdnWldGVA0+bNG3HkyBH52aZNGwTyXbp0CeVSGTmP9iEBlpaWsGv3bgwPV3Hx4nl4Xk7OjV6Zy0t1CWhLEo4PquCV528f+suxrlFZ8zhKuQo6zRpGhioCxC9em8bA8Ki0xHP527p1M/bs2Y0BqpTdPJ5//nt49rmn0ai3rkf79W1XuEFEP2EJR0os/NR7fxH3v/2n0enGYh3RqNfRbrXFEoDrWjfgXK1cX2+pXKXylQrYZT/BV158Gs+dPCwKV118WUO1YZQaMLmBVl/GYL6KoUoV505/H+H0WZipDy3kutwFt0P4XIbhWYjx1t1bce8dezBw131IhqZgpzGuXTonIXdULdMCghtWtHHhWPAcR9Ywrjtf/tKXcenCBZkbuZyLSrmEUs4V5bupa3AMHRaVqCE3f2KYtosoTXF1ZlbA6vimKcwtLeDeu+9Bt9mSkLXE0MQD+sKF87hl5y0wxPIkRRKF0pr//SMn8cILL6G2uoqF6atccJDoGh544I14x7veiiCm13OCbtfGCy88BatRw2Si44mTRzHdanJHUFSqI2OD8HI2ikUHpYIL24IobWM3j0MHzmFhfgXFqot80ZDAtOqgh3zeU+PU5qaGWusIasMgRRhw46GF+dkVzE6voN0O4TeaNzXHsxdlFcgqkFUgq0BWgawCWQWyCmQVyCqQVeC1qEAGVl+lyvff+25YYxuQsrWWLbE6E5WVR+pahVYflPLGnwo4PhSAvfG4AVP7Kk+lJqKMihCk3VqFiTZet2cKH/y5tyEJGnDcEnQtkqAqMz+Kz33tu/jPn38U73nrZrzn3e+WG1GGTAV+KMquC1dX8eDXHkUUd7Bnzy3odDtottpodwI0fEtaipm4TdJJj0RRg61pyyS7yeVV+2wfrF4Hwn2/TxEn9sEq1bvKYkCAsq48HalSJMyV5wlYpXKR6eERiMZE1UulJAN5HFsAGZWYfF2a6gjoJWukMKjmFZhGMKXONZFwIZUWLQpaghKHwTwequUJDAyUUBgYxECpiGrewfFzszh89Hmsrp6HqcdATPCciEcg1WZ9lV8c0f8xgR+0UR0s4Xd+7g0oFkpYrnex1GhjdvYKtk4NYXlpEdWhccwt1LBUoxVAUYJ+VpeXEHY7KA948LwCksjEkaPHMD4xiObMHBq+jmdfOoXLV5ckp4o1YWL6+oKJO8eLGMyxFT1Bnq3KSSpWDgo2KKjWh9dWj68pla/y9qTPque6kpKuTHh7ITJsKTYt2LkRjNy2G9veeC9ipwDDGIRpDEobvLJzUNeuZ24hoWnE5vwoTU8Q+jXUmxfR7NDagMrn/7pitQ9WCeUM3ZV2cbZ288GxUCwU8OTDT+H0/ufhBYTnlqSdM5ytQThWyMGj12YcIiFUpZI4iRFL+BVtG6hdpHIxxm9+7OYUq32wKgrVl4FVDbqlI+r6WJ1ZFe/LStHCqScfw8yJl3ApNeGbLiyb4xoo2B5SqrUJ53twltdElJxUjif0tQzR9X2BapyH3BS5cukqVlZWZa0YGqqiWCqIitvUHAGcVG32YeV1ixE5/1csLirf6zpAJLyiKpVgttv15ecco7feegtOnTolqtTx8VEBq1euXEWpkBf1M+cyA5tuu+M2MNyJalq+Dz1yebzT03NYWa5JuJ54M4siUtlV9L/66md+Ju0+pkbXo9VYEYuSdruF5WYTiQB9zvUY1WoZt99xO3bdugdBkODxx76NCxfPydpECM/PkTZ+5aqARKONRwLLKuC3f++PUZ7cjCTRxV5hfnZO7ADajaaAYKre88VSzwqhLN7TEszn+/jod5/G2SsX5Zqk3Q64YRGFHRlXhLaayfUnAELOUx2GGUNbXUTRr6Pk1xDWF+EHXVGPmomGzWNVPLBzPYY2b8bWN/8MmomOIGnLBgrVo7QgEKiZsF68mrxgQNHL4an9T+GTf//3spFRKBdQzOdgGTocy5CwQSp+czaD51IEvlLwQlTVJtrdLuxCGXvfsI+Ow3j9XfsQtLuqm8FyRBl97txZ3LJzB0xDeXezS4IA/6XDx/Dcc89jZWEBs1cvQ09jOJ6Ht7z1bbj/TW+UTaTlWht+YOLQ4RexdPD7WF/zcbCzghlbhxYnKOeAPfdux9T6CYGlDB4jwOW6H6cGrl1uiSdvZdCE7bHrg+Y2avRwfVP+zj2/bi6MCVXjVKRzQ8HG6VOzOHviqszF7JFVIKtAVoGsAlkFsgpkFcgqkFUgq0BWgf+/ViADq69yZXbf8z5MbdwkUERydNaoO2+o25RySxRq4jEoKEDuffvtp6KwYqOlQBEVWNUHELpOsOqhvryIvN3AW960E+96y5uwsrCKUzOzGBmuYv3IoKiPPvapx/DMs8fwL37pR7DvnnskVInt9/S148330VPz+MhffBx33zGKD/78z6Lj02OxjbBLwzsTRy8s41Of/iq2Ttl44L59ovRaabQQNLuYq7dxeamDdpOttqvoBh10e6FVVsibXQuFgQEEnUDUgrFpw6Ray4zRiRpwNFellsdsGTYQxV1AjxBHqagR2THLFtCE0FRTdaJXoul4Ann5GsWZebPNeifibUkVq4oKY4s1W0NT2KaqOYEza+13mRCvIRZeqwK5+sn2mq78CukLq96nD4RUyztVV0nsy/H5kY40SlByI7zvx/ZhbHwCuUIeq6vLuHLpNPbs2qrMJGHg6PEzsOwcCqUKHM/B9PS0QBTP1eHkPLS7MS5fuIwtG9bDbyyh3rXw8KPfE/sAKpRp20Cwq8c+NlUd3DJZQsWMkdNS5F1HzoWBaYTPbMUOqZimIpLtssLmCVTpt0vow+ugi40D24ZpX2DZyktSeeq6GLrjNtz24+9ErBdgmwMwjCJ0TaV6K9Cj1KSiU2XAjMBLwnEffriARvsSWp1Z6D3rCKnzGsAuXrvXgauCf6oVnmDVgZnSY1FHzPdOdOSdMq5eWsATX3gInStzKNgWrLwHzbUQ+iEcy4RjiKZYgDfHCj2BxfNT5lhvgyNJ8Vsf++5Nra2f/tKDL2vXF7gsmyNq7tILd3l+CX6ng7xj4dTRl/D8k99CaHmILReW68J2LdkkaLV86GEXE6USRipl5Yfseag1G5hZWYE3MCIAMGp30O60sFJbwtVrs6it1gQYU6FLEEkgRgU6oSbnilgsiIWHpjYqfghU5ckLbOXmBwOEPE+1VIsyUlmAlEpFDA0NodFoSGu45xDUxWg2m/A8Kop1Geu0tdi+dYv4HM/MzGBxaRVBEKmwKrE3oCr1Roq7gH/x4eVapFLfCcsMuvmaLkwGquk6GvVV8RSVK9c7B85Itrrfs3c3xoYGcH5uDodPn0HcDUXZKxBe1gql9pSAsTQQ0Ll177341Q//T2h3Itimg7Nn6Utro1Kq4MyZsxiujmBgaBB+GolfL60OCm4BcaGATz7xTRybvoqYtQno28uNnYgGodC4ESRpcKqefXdYwkgj5toSI5/4GA9qWB+uYNKKUMiZGCvlYI5PonT3j6K6aQ+6VHZrKbqNDtIgUmFi9AruKXxt+nXriWwKfeyvP45nv/MdVCsFUaoyWIpOKvQSlo0lsT6IpVuA6waPiRtKnF8cHlFqYnzTekxu2CSQutmti0VGqrsC50+fOYNbbmEYWS9oUSwmbFy4fBXPPP0crl2+hLmZa7B0DcOTo7jn7tfj7rtfB16B+aU6/MTAicMv4PKZM7C6IS5cvYS4Z32RL5l4w4/cheHBMhLDR6T7cMwUJrsWjDyCYB3iuIOCu4ig66NLVbDA1L63M1dTpXRmJwSD45Qfig5DK+LsqXkcOXQOsZ+B1Zta5LIXZRXIKpBVIKtAVoGsAlkFsgpkFcgq8JpUIAOrr1Lm2x/4RUxMTFz3KXylUqyv0up7HPbBal9deKP9n/fC9IqjWvMVilUCMs1C0GnAM5fwU++4Ew+84S5cPHMZzx48hqGhQbz9zfej1vHxp3/1EK5MX8XvfOgf45Zde3Dw2HEsrdSwaf16TIyO4MnnTuBzn38Q7/6JO/GOH3sAQWjAsFNokYFC3sG3nz2Fv/yrT+LdP7kXP/2OtyAFw2A6sFIdHc3GJx/8Np7bfwDvfMd9GB2tYHpuBa12G37Dx/RCEzOrdbiOhthvokNb2EhHEHaRujaK3hDCxEfkhwJBTcdQsNJPJN07ijpKTCm95fTyY1N3Csuht6zfgy1K+UrvR9tw5faa4IZqLyZdx2LHYCLpAW6+H39PdZQK5Aqvh2zR84/1Jlyk/+IPavwUCCQwIVgNecOveYjbXRS9Lhy06G0ggTP0y3RMDTu2bcLEUA55x8PpsxewcdM2TExOwc3ncOrEcaRBB9VqAflCHmcuXEFtqYaxahWxFqHddfAPX34MMwvLCsKTiOiWpNoXjBBbRovYOJhHxdbgaRpci4CvFw5GeByE6IahtPcLtBSQT39CBVapFCOQ0RkWRehhskWdbbXKYmD0rttxxzvehdRi6ncRppWDDkcpfwWqmgLIZPOA+EvS0/h9iI4/j0brElrdeRg9oNoP/LruGfxqYFUUqzbs1OEUQKjFsE0PrlHAqQOncODJZxAt11HxXBi2iUBLpDWb7dGunoAKXQH5ApiIenr+vWJFG4vK77f+0zM3tVB+6otfvg5W+1YAhHcEq6ISDlMszS/Cb7fhWSYunDqMQ098FanlopXo6KYagjhBx/fh6Aa2TI5hy+gwzUClXXvLLbfCdF18+sEv4+TVebheGVE3kPHd8pvwfdpmKC9VUb4WCgJXm822tMqTmvU9cOUEOYj/C2C1vw71Fc4SPKdbMkf6c0GQvJjockMhEusJhyCPreZUzvtd+RlVvIRytDlg63/fc5eAcq1FhdogUupLU+TUyrqCUL7bDeDm8zI3O+1Wb4NKIXGeSpgC7AFYN1iGrccojI/jwuwc6kv166FqEpInsJ+KbhM09SS2/ZkPfhj77n0ruu0QV85fxpnTZ7D39ttw5fIVaTGfmtosym3bs2G6DlwvB9vJ4bHDh/Ho8UOIEh9pEMiXQFWxACBUVSBbPdbaL/QSuhTXRMH0MaH52GhqeNugAc9rwZjYgMq+t6PrleBarkDtTqcl9Sbw5oNzkqDZEg8Pbnp4+MR/+jt89ztPoFrykHNd2RxhwBU3n7ipJ2MgDAX0ymw11JrGvze27cB1S+iawJ7778Ce9dtkQyzSCIp5Dds4c+YMtm/f3tvsUGGDBLMz0wt49tnv4cKZMwJWqda97a7bsWPHdlE3Jzp9XNugSPbk0RfRqNXwpnvvwxOPfltCuXhc6zavx87dO1BfmsPgSBFOiT7DESw9ls1AXduCJG3Bs2aQxjoSnZsulmxwcf3ul5q8medKRS8tKci3Q9/EqRMzuHBuDkGrc1NzPHtRVoGsAlkFsgpkFcgqkFUgq0BWgawCWQVeiwpkYPVVqnzfOz8soIPtu2s9DtcC1v73ArN6itU+WO23/ysoYvQUUEppd923VBKeUkRBA0OVAO/9mfuwdf0wgpaPGDYoWpsaH8TZyyv4s49+HWauiX/1a78o3oEHjx7DxUtXsWn9RuzZvRuff+gxPLl/P379V34St+3egYNHzmC1XsMtO7ZjcnQYn37waTz01YfxG7/yTrz+9t1otCK4nglXN9GMDPzHT/wDlufm8Hu//U8wMpiT1lyCI8sy8PRL5/DJLzyEt7/lTmzfNIXVRhut5RpqjS4uLTVx8cI81o8x8d1Co+mj3enAjxI0uuSTjkp0p5JN1KxMrKb60oFpKyUcE8pZS/oGqqAchvawDZ5gR/k4JlTHEaxKG3EiUFTCZgimRFLcb5knrKJHbCwtzn2lsVyGvgduzxc2ZYGpntKpCjUQt5u4564NuOf2zajV21itt3Hi1Fl0Oy3xPvQDX7wbl5ZqqA6NoFIdhuN6aNVXMVywMbVuBNXBIZw8exFhN8Dk0BBKZRcLyzE++4VvYYVegUkEg2CZHoWGjjQOUbRSbJuoYmogB0+LUdTZzs8AqRSmYUkKe7PpI0kCGUcca4SqDKSRwBvHFMUqwSohDtWtHT+QkDOCppE9t2Lfu94Fa2BEzpOwU0AqVYD8l3CVQU6U1Wn04aUizpLP6/qLaLSvwveXld5XarfWDkC5YL5SsSrzQd7Tgg1HQFKiA55VQH2xjZe+8QxW5hclcMyi3YO0+scyPgj96FtpicJVwXOqOalY1c0eaOuhrw//9VM3tU5+8vP0WNWue6PK2JCwLfrWUl4ILC8uotNoibJy6cpZXHv264g5Ng0XTqmMfHkApm0LIHQI8tJIIFisAXahiFyhjAuzC/jYZx/EfLMt6wBb8EUcTC/bXms//7VtU/w//Q4D1Hqhatw8EJsMdc5KRfnDHjeC8tZu7PAz+mvX2nWJXqVyDPQ5zuVQyHtoNJpyvUMqaxlMFBMIUkmuWv/5vzw+Prgm8sFrTMWtgrjq+OSaGxa6YQxb16QFXTZS+sF2PW9pzmMTKaqOgXzOgjM0iLl6E43lurw/T5XrgMx9dgUwyChOMDixHv/0d/8tOpEF07Bx+IXvC2gMk0DsD7Zs346gG0koV6VcATwHpmljodHAF/Y/jrmwi6jbVkrViCpVrgE9T+l+QL1atHtfwmhFOU0rEgGuvY0NN+dgW9TGXRsN7NqzG4PbX0eeiaJGv+YI7cBHkCbityu+3NxPobqXGzpaDM/N48EvPIRvfOVBFFwDFucvg6pEcU6lrlLac+3jOdLaQ8K8GKbY81DOFRgeBbzx3lux/tbtWPVdsRuhMpi2E6dPn8aOHTuubyKkBOqmhUuXruHF5w/g4pkzWFmaRxwFGFu3Dne/fh9uu2OvBOE12oGo70+dOIiVxQW888fejjPHT+AbX39Y1thtu/agWBnEiQMvYtOmCUxtnZDNPMvUkVgt5NytWFm9AkOfhWV4oLhZbC0oQL7u00urF+WxSkGu2kRL0WmnuHxhGfXVEJ1G46bmePairAJZBbIKZBXIKpBVIKtAVoGsAlkFsgq8FhXIwOqrVPmt7/4duRml4osAoQ+O+nBuLajrJ6CvkTtd98VUytW+ZrLXwixt70qhSSVmp72MdWMufvG/exdGqy5MgWcm4tREuejg2RfP4i8+/i3s3FvG//jBXxBFXBDHaLU7cB0Ppm7hE596EBcunsXv/ObPY3RkEC8cPI4r07PYs2s7tm7Zjo/8zVdw9PiL+Je/9T6MVwfw4sGjaHVjvPneN2CxmeIjH/s0pkYK+PVf+jkE3Qbqja54YQ4MFvClb34PX3/kcfzeb38AU+PrEYQxDEI+3cbjL57Co4/vx2+97z6UK2UBq0HAlm0XX//O87g0fQ17d22nSA6NRl1UcUsNHwuLDOchoGO7O99Lh8/Qe9ORtvEoDMRrkC3E9BQkqCAopQNoX7zH2sVUtTKFmgpLgW9MMg9FlUfFap9HvfK6KWKjrBmC/4e99w6y5DzP/Z7O4eQzeXY272zexSIRIAKXAMEAkgApEmLWlSX5mpdUcJV0daWy/7Jd9h9W1b2yZZUYBZAgiEAiZ4IkACITWGAXm8PM5snp5M7tet+ve2Z2CVxT6yrU/aMPajAzZ07ofvvr72z/vud9nsglxgTVa+Fzn7ocu3cNY3aeQpscnDpzGpVqGTptUxBifqGOk6fOoKunjzYW9UYLJ0ZOQTNzMHRq2ZZxfnKGAUlvqYjerjym50PsPXAKjhew36RCMIqgCfunUjtsiM2r+7FpZRfU0IHitdlfV40DGNTqH0qQQgl+4PJ4pH2i+w2CcYbBakFWAOsKrFyOwU+z3WH/Xdu0UFqzClfc+nFU121A2yN6RApVIYAU2rEEVpKClaCrbLKSOox8uF6NVau+X0u8MX8XrKbAb/k5QucMefoSWFVjHZEcMYTUYgP7Xn8XM3tHBYjjgCyPgQollvOrRwGk0IMcB1Bo4CyCW6qZsN0g5R/5Tn7rO7+5pHnyngceZGWupJBCU3yJMUKMXoYcRZifnUOrVocmKejMjOH0i4/A8z0+b3OFPCzb5jHGvp/cqi7GnKKpcMj2QjXQs2ItnnvjHTzy/CsIyN4i8Pk9JW45F7YJwutXBNkhENCa3It57NIYIbCYtvy/x96KY3jhLV30Sb+nliU8HyXi19DtoKdaRqlgo91uotlqwI20JHArgbtJUB8FQvG+KYrwYU4S7SOG4XSchFKVNpoANfnhyuRdTEFKpDuVBSik40YbQPCP5rkum0C+j5XbtmKh4+H4waOsWEwDApePKSgWdn/yNuz+2KdRo8WnSMKRfYd5u44dO4LhzZtgUPhTuYqB/iFYhg3ZMqDbFl584xX84rXfINQVthOgN5EobIt9opfGmKjico27AKzUsk5fdDxCRUWkGgDPvSEsRcFgbxlXbVqJ3Ts2oWrGcNstXtyIZbJDIVsOIdGUOfBKYhBcyJfw8vOv4N4f3QVdCqHRY3mRjhTEpPYmH+gQvuvCMi3kLJsXnsgGhcYgnfuxpiInGbi5x8b6W6/HOa0Hni9xEJUAq0dZsUrHTZxHNEY1HD82ggN7D+DMyAhmp8Z5XjVyeXzyM5/E8KZNcPwAHTdCq+3jzJljbBnw0RtuxMzYGJ568gn+3Nq4fRdyxW4ce/ttDA70YN3mNdBtBbZtoRk2oH8OYT4AACAASURBVEvdOHrsTWhmG6ps8ZxG5zbXl9TOpBAmR5aArABkBKRqTYIVfVfC3KzDIY5+p35J53j2pKwCWQWyCmQVyCqQVSCrQFaBrAJZBbIKfBAVyMDq+1T501/+u8U2WlIcpan2DA6S8CR66qKajGGFuFC8wAaAL2aFoowuaqnNOf076Z9IhecHLWiKhyt2bUJPNYdizkKhYMPOlzHU34Mnn30BP3vsdVx3/Xr89X//p3CcNoM0uj41dBPT07P4p3+5C7Yl42++/cccIOJQynIgwbDo4ljCf/6nB+CHk/jbP/8ah6YQ/Juaq+GyrZtx/Fwd//zDn+Ij127E1z9/K9599xgOHB7Frh1bsHXbFnznRw9zqMzf//mXIMHGmfPj6O/NoVTuwYPPvY4jx/fj7/7kM7CplblNrdHkQVnB/33X/Wi0Z/A/fO2zKJhldJwWAinGyLk5/OT+p3HVznXo662iXl/AQquDRifCyKkJeIGLSqmARm2BFYx+qMAJySpWQxh0GHGQIisgVZ2qMYhSkmAlqi2pqVIV8fIgseVwlY4TtxrT4wljeQHysosvfuYK7Fw/jFqziXqzhWMnDmP9+tVoNmZQzufRrNUxMTmJVWvWoViucmr1kWOj6O5fwa3r5Aq67+AxSGEAU4rRCgIcH53F2FQHHqmT/UQtxwo+glcy+8Zu37gKG1f3MrCOySMx8KHELmTPgRZ6kIIABmk7AwrYidiH0dQVGJoOSRGKT/L8zOXzXBuCOqTwI6WbUa1g80eux/qrr4ZLqsmY2v/pvZdUeezdkIQFCdWqUA37fhNeUEcQthMf3PcGq8sVkYsKbvYsNaBJGoI4gk6KRwd47pFfQ5tqwbQs8R4BgW2fYTqBY4QBIq/NEFpV6NwRSma2QVATCMrOxRK+fYlg9Sf3/3wRqFL/f3oeL35HhIXZOTTmFiDHMsLmPA49ex98p82t6wVLR84yODhMsSwYhvC9FNacCu8HQXdJzyHfuxY/eeaX2DtyChLZVhDQg7AHIYS65EkrI/DIY1iYMS/WlPablJLvI1i92KYkndJYUcpWA6KtffH1Ikqbp0WKAKoSoae3ghWrB3D48CE06okHND9DAHvR3i/mNQbJpCqmMUgLTrQHDMtIfU3jTeFnEfTmfVRkVm2SrQAdr2TaQkwK88BnsKppMVZu24ZiVy/2vPoW6vXGonVAujBFJRlctxW33/FHUDQLfhjC8SMcfucoRk6M4saP3MChZwMrBjAwsIKhNSvlZQVzoYMH7v8pThzaD/SQirVLgFWqf6IK/d3iLjs3xApE4m8cQdZMQDPFdzPH57yiOLx/O7dfha9ftRJ9RoBGh2wtCILymZXMW7R4QfbOHkzTxrEDJ/Cv3/kXwG9ziBZtByn/CazS+cCLe77P5zF9sZMDqX0VWljRYecKUGIJH7UUXHX1Tpwd3oRxn45tzDY2R44cwcaNw/yaDKnJfkZRcXL0NA7vP4SRI0cwO3GebT4qff340te/gmpvN8hoo1530Gq6OH7yMGYmxnDL7pvgt5q484c/YC/sDVu2I1/qxuG392DN6pXYceV2DtWjMUDmL516gEOH3oBVoCAuBQgc8VlInQsEh3lMi+3UTZtV0jOzU/A8B6pqQpYMNOod+M7CB/Fvoew9sgpkFcgqkFUgq0BWgawCWQWyCmQVyCpwSRXIwOr7lO0zX/n7xZZXDgphVRkbhQqlG4PSpaAecWG+RD5S2CFgRvJ4SoVO3o+fS+ocKWKw57gduI7DreHU4h1K1PZsoq9UQtupY64OTidft3olcnkTlXIBxVKeE54dx8dDjz6FNUNl/NW//wY0AlHU0ixbsHMhTp6awj/853uxfoOJP/+TL3L6eqQYopXXb+OlN0dx90NP44+/8lHccv2VmBxvYa42j0rehJnrwT985x7YloT/9M0v4/TZCfz65Tew67L12Lx1F773o0eAuIZvff02nJucxPjkDLasG4ZplPG//fOd6OnW8cef2w0lJmsDD2o+j/3Hx/D9Ox/H3/77T2D9htWsWJUUCzO1ED+8+yFsXteD66+9CrPT0wxq55ouXnjtLQ6hqRZNNJpttNoeg4tm24NG3o+xz+2kVG5qJSX/QYJADKCT28VglVqlCdjJmgSn2URfDvjybZfDNgsoFMsMVg8ceBe7dm5BszHHrdDHT5zg1+zp60e1qw+TU/OYnZnDUG+VYZJh5Rm0UvAY+YTme4fwxNOv4o19J+BFlHbtcNp3FMaQ6CsOkTdVbNu0Gv29RfZYJHsBGkuGLmOwr4j+qomD+3+LaLQBTSYoyjIvbh02dZ0VcARMNLIEMA0eoz6PV+HnKlk2BrZvxfZbboJSLLP/IoEXsQiQwMDFIqUumGLMkz9uEDbZG5RFd+9hBUBFT6FdurAgVKUKVArJIkgrK+yX6867eOzex1F2ZFSrVZYN07ggEElA3HU6DMQit4XId7lNO91O9qclKwBWPUb/v8Dq3ff97AKPVYKrAnCSTyQjQdTm51CbXWC/VdlrYd/T98Br1WFpMoo5g4OfLDuHctVGwIFk1B6vQZUUhEGETruNmZka1NIgFrQ8fvHW2xibnILTbLNXMKs4CSRL1Oou4Cel2dcWFljNR4pFarUXbrvLQN9Fc9bF6tT0GIhFBgFWL1Dc096RelSNOf29a6CKK67ZgYmZSZx86zw6jiOU+pqAqFz3RLmankMpDBZqw4gBKqshwwAFVcXw0BDmvADnpyYQEBykqY6Uq+zZyk4LrPItGzKisIO1l+1EJ1Zw8tBIYgVAMF14uDKoh4RP/ME3sGXX9Wg1Gjxfkvh65MB+HN63F9dee9ViQNPs7CwmZybRacyhNt9Gu68CzS7BX2hB7e+CD30RrJJFyQX2CRd/HvCCA1kcCCsLobLWOBAwJksO2sZcF0Jdgp6zEHgydq4dwieuWIv+goYChbBFAUI/4NAnAr0KB5GRBYEEZ8HB9/6ff8LMxFnYBsHPCDpbmICtDfhYku0CnadUZ/adlRiq5nN5dFd6eNs+u3EdtvVUcXZlP0ZiSwT7uQ6OHj3KVgDkwZxaKhDYrM83sOeNN7HvjdfRoXAx38Gm7ZfhD770ReTKBfghUKu1Ua91cPLscYyeOI7PfepTvI3PPPE4jh87go3bdkJSTRzcuxfrNqzF1u1b2DbDUBS0ZAug4ESpjkgBxs/X4DUXkCsW+Zg2G03uNKBpaGJyihW5tO+HDr+LOPBg5XMcftdotBBRyFh2yyqQVSCrQFaBrAJZBbIKZBXIKpBVIKvAf6MVyMDq+xyYT3/577ltl25pyyIBF1JaLVeIXQjrknSTpNV2yWdV4NRUsSo6IQlgEVCJ4VEfOnvwparBGCHBUZJb+tTqTu2bOQSOg6bbYQ9KUjUSUOO2ZbINCGPYRoC1g70wNAVW3kLOLqFc1jE308Cvfr0H64fLuPXm61DI5SDrBvK6BctQ8NSvXsOrb+3FX37rK9i8bhXclgdFoeAoFeMTHfzjd36EHZcN48uf2Y2WS2FMLkxDgRca+MGd92HtqgK+cfsncPDYUczMzeOybTvgtA38r//ln/Cha9fhCx/fjX17jqDjNnHZtdfgV68ewEuvH8bf/dkNMMlzs15DT183To+7+Mn9j+Jzt+zAFbt2oeN0oGk65lsyvnPX3bjmyi245rJNnMLuBgEOnjiLV1/fgw9dsRWRbqDTarEv4JGTk5hb6LC3IvuBLkLEJEE9yZXnY0feiaTd63TQX1Fwyw1b0F3Ko1ypYm52FqdPjmLnto2oL0xxGM+hQ4fQN9CP/v5+OG6As2NT3HI/ONAPUzfR7HgYGT2Ngb4eSKGLQmUAP3v8eew9fBaqbiGicBZSZPohq09JxVUpmtixZQOKBYMcFKHppPg1IMkhtu1cixuu34nzYyN48YePw51roKibiH0fshLDMgkgJ+3xqkw0XbSPJ+COGoAV3YA9MIDNN+1GZc06xBRWxa3mCaxjRV3iUcvt6WIAE3wLAocV1UFEajOhMEuVb2l41eJ9SWs/ARGCquT1qpCxIrWqUxiYaWFubA4P3/sw+lBAV7UClQ1aCRiFcByyOugg8BxQm3rgdXihgT11eUFDtJmzAjNREF6qYvXH9z7wO2CVlZnsO0sgEWjWahxgFXkh9MjD3md/iubsBKtUS8U8ijkTdi4PO6cmr0X7KgAYQ0SEaLYCjE7MozSwEpFVxKPPvYKRc5NYu2EjNm3djtn5ecxOj2GhNYd6cR5XDV2Dd9/ag9rMArfWC//gxZB6MVslIVbpIk1qE3Ax3F6++HOx9yq9BsG9UPKxdutq7LxqG86Mncb8sQZ818f4+QmhYE7OIFLa8zzD9hkE9jSEdNxC0dJN+JeWiHJxiCvXDuHm667Ac++O4rd7DyEySIGrI/YjaOQvKhPQjdlqhLx0w8DBum1bIGkGjh86Dq/j8NghTTXNa3SuWJaNz3/9z9DdvxZz0zNw3Q46nosT+1/H8SMHgJDsCSi0KeKxT9pxnQLcYgPx9u2QKECtEyDqrorzjhYIIno4/S9ZTBClFpYXyz8XaFyzHQO12MuApkHRNFb9+pLG7fgMgFUNkWUzLBzMxVjTU8DlG4exeVUvLCmCHAQI5AgKL2wE8AIflprDvT/+Md565SVeyOJxTSOHHhu4i0CcIDu5YrCFDPUNWCZKpTJyVgWmDnzlhqswoMmY6OvGKbnEjyMVOM1XBFZ5kYkCFFWaEVQe3+++uReH3nwNehSgtjCHTddej+2X7YBqaPD8CG0nYLA6NnESp06exNWXX46CaWL81AnMTZ1HqXcFphs+Du/fjzVrVmLT5mHkTQO6LKMpGwibbRQLCtpegKmpOkyFOig0tDod1Op1VMtlaLKK46OjvEhB+WRTtXEOSbQNCwvzLZw+Mwa/7v43+s+nbLOyCmQVyCqQVSCrQFaBrAJZBbIKZBXIKkDdjcuvxrOKLFbg43f8rfiZWraJJqRt/wRX38Pv8HdVYxcqWBch1LKWXOot5aClNEwpUcBe/FoXKqpSJRdvnFAhcZgKtR/7cJyOaDFP/BtZ7cX+iASNaJsCEk1xq2neLsI0dMzOTKHTaeDD116NFQP9sHQZtqmh0t2N8+dmcP99P8ett+7GzTdfDdeVYCCAYeRwbqqB7//gu7jpI7tw6/VXcpq5H4Wwiznse2cW3/n+d/HFO67C7g/dgLNnJlHvLGDFmmE8+PiLODs1i7/8kxswOxHi6NEjuPq6nRg9E+CxZ5/CN7+8GyEszMxOore3C/NNGz+9/3589Q93o7/ajdgH8iUdr+8/jTd+uw/f+sYtHJKFgMJidPz4sZfw1oEzsPUcIJO+dMmiYbG2SS51JDlQ5Bwi34EmNTA0UOGaaJqBZqOOKHSxZdMaKJIPQ9Vx4sQIdu3cjmKxyBB5moKsKiWU8zloOm3zPBbm59BVLkLXKMWoirvufxKnJmrshSuRnywhKJ++KJ3cQV93CTu3DsM2ZQavErXT6gY0Q8JlH9qEq6/dCUVXsO/Xr+OVh59G2VOgk1+jLnFQDNknclK4qnCrPLeRk0+jrvHfDdWEmiuga9tWrP3QNVDyRQ7RWlRVE/pURdu4JAk3SdrGKPbheW34QYdbl6UkcEmMZRp9iQ9nCltjej61/1NbPHlJitAeSabvKizdwtzUHH52733ocYro7irD1IR6VpEk9tF1OvNcF2qDdjttYQtA1g6UMk5t5okfapoz9O1/efGSZq0f//R+0eKevF6qWOX8LgnQJBntZhvTExPcnq8jxLvPPYja+Ch0K4di3kY1pzAcJHWdCBQjdS6pROkQEP4iL2QJ9VYHUasDWc/h7hffgb3xKvzRn3wbK1YPwvFcRK0Iz4w+hr2tN/GR4EaMnTqN2vQcFmZnMTMzgXp9DqHnw3eD5HwXKkrBWJPQqCSYbfG+5fPMRfYkiyCW8KNELeAFbL1sA5ygjYUZF6Zq4/DeI6zUFYFUYgEioIWeWGZFfLVcwDwpHWMJpmZC1TW03Q5WGhpu2bYSm9aU8PZEjOdePoTZsA5Jz4sWdvIXJkUwjVUea+RLHHMLOc1bBGllL+AAMI+8WkMKBZMhGQbWDW/mwKeZ6Vn2+CQvUt+pIyKv5TDg+Yda1EltS9Wh7fTJ+mLtFoSkOg5CSN0DfI4t+V6nw2e5r2pi57J8ZAm59iKElckDleCynmPrDZ5UScVKYXB0QtI5ougo2zY2DhawdagHuzevA+IGadGhkF8yQVZoODFyAj//3vcRNGchKWSbIcPlgLAIOQKOmvC9lUKyAJGhyqRUV1HKl1Cwu2DYMr5w/Q5Y803MDW/ElFliRbznuti/fz+2bt3KVgD0WcGheSFQb85h6twcnPGjyIU+zs/Moe9DN7BvK39mqBoHVzXaHV5kIxVwV6nKFhjO3BjOHnkXRrkP86GN8XNnMdjbjcH+Hp5vyGO1QZ8SzQU+BuR/PTU7y9tczhUxW19As91CX7UbqiTj6OgJdPeVUepWoRRpQdGBW+tgfsbB+fEazh8cu6RzPHtSVoGsAlkFsgpkFcgqkFUgq0BWgawCWQU+iApkYPV9qpyCVVI00cX+ojKVDPOS2/J2/+Utskus+oKYafZTXQ5JKTSFYcL7gNX0fZY/J338cqWs2A4BaUWLLsFfSvYmUEGBMaK9mcAqQQcCsPQ6oWQgCiKYps4XxPUatSAH0EgBqSHxs9TQbrno7algxUAVpUIelWIOlVIV41N1/OblF7H7xivw4SuGRXK4ZaBcKeGZJ9/E0794Cn/x7Tuwa+NW9mEkRVKjBXz/X38Ku5zDv/vC9Wg2Ag6K6l01iBdeGsFv97+Fb3/1o1iouzhz9iT6e3owNhvhlddfxR2fvxnNWpuT01es6MbLbx/HfK2BL3/6Gpw8P4NqwYJhl/Hde5/GqYkGipbNrdTvBVYFl4oQKNSObwFeDbs2VbF93QpM1mpothycPj0Bx/Vg6wYC34UTeZicmMSqVUMM1EjBNztfQ19vLzYMDqJYKGJyahKFnI6uah66GmOubeCu+x7DdN3jFnHygmXAEUns70hgaM1gD7ZuXAMNPgMZUivTaxu2hBs/djW27tgASZWhBhIe+t6Pce7tQ+i2itBJner7oMwjnRR0qgi9ocfSl05qVlODKelQDQtSdw/WXfthVNesYZ1uCuHYo5b8MhNlJCnm6EYw1fPbrCKlIKvfD6ySBYD2O2CVWuS5oTsCfvi9HyA3I2P10AA02hKyGaDWdApG8uj9PIarZI1BAJgUoLxQwLBWwFVW1MYxLhWs/uie+y4Aq3GihGWfZOLhsgqn3cbU+AQ8h3yDYxx+4XFMnTzIYNW2DFRyKo+DXMFkmwgGq0lQE6fHx3S+SQjcEJ3Zecj5IqaKvdj+mS8htno5uK1a7sKbZ36L5w4+iZs3fwLX9F3PtXe9FuLIYY/byfFTuOs738Gx/YcWF1KWQ3FWIiZWAsvnjPezCGCFcKLS1C0Tpq2iu78MWQViVYccKTh28DjikJSTIuFNknTIMYXWBSiaMS7fvhX7jhzHfNODZdqshHQDD+tLeVyzsoyhHhWlrh68snccbxw/gfFWjFimVneyPuBsex5lVG4GtooOSVc5yI1GCg1Gn1vmwbCPguxc1+PtIWhPHqM0p8kKLSyIRYF0biPwTx6skiJBi2J4RhGhZUMKVMT9q1jNyh0CqfJ3ma3LxZ7MS/UULqk004pug+TLyAGqBom+yD9X1TmwS1YMSLqNwO9AR4xKzsIffuxKXDeYQ+RFcMg/mML1fBrbAfY9/AgOv/0qAlXFxEIdzYD0vzLvp2WYYl6HBMvQYakqdFVhK4DB7kHkyiV89PJNaLkdTJeqaMR0ICW0yCP62DGsXr0atm0Lz3A/AFoNHB85BE8qQm+dQWNsFFJ5ABs+fAvazQZ/XtBClefHmG+0YFkSnI6LYr4AW5XRnB3D8f17oNgVNCOTLTO6igXYps5+svlSHshVETbrkElJDBXTc7OgNZ/eShcWWg20Om1U8kU+/hMzUyhWyqh0FaAWaKGwBa+zAKfTQaPVwqtPjn4Q/xbK3iOrQFaBrAJZBbIKZBXIKpBVIKtAVoGsApdUgQys/lfAaupLKPxQRVAVXzkuu6XttimkWvoTtUwvKV3pfvF6STw0P5DUOcvBqrhvOSRJtyF9XYamF3lair+J12YImySpp2FaIomZLstFiFa6reTjSr8T1OL3ZEEWhb6E7EoQRBQCRepJHQ6lzHdchCGFR1Hjr4xcvsoKMcCFZikwTQu2rSOfz2F2usOK0+uv2YL1gyugKgEHcoWBhUefeAqbt6/CV2/dzcFFllWAbJi4867H0fBm8a2v3A5J0dFpN6ArGh579iWcOX8Wf/iFT8IPAnSaTdi2iWde2gM7Z+Pmq4bxwuvvYP3KIRiFbnz3vqcx35Zhahor7ZYDlCXFKrGVGB7752qI2+P48id2YveuzfCCJieHHzh0AuVKD6pdPWi3GjhyZhrHRk6jv68XrUYdtWYLp86cZfUipXq7XsAty7uvvxblooW8rePQyQbueehJdAKFx5AaB5wiTx6bFKATum3s3LwWG1b1c/o1HStiWaSztfMKPv0HN2H1un7GoPTaB17bg2fveQgFX0GO2uwDgukxgxZdlWHpKsNV2VAYrMqWBp10caoFT7fRs2Uz1l95JdRCntXFrEZM1I4C4ItwGfp5EayGHV4U4NbpxTH8fopVAVZZrcpAn74I9AhIZJs5PPbIoxh54QBW9fdCiyOGlhqltTNgFeCZAnsiAkE0vhhkUeu6CE9KA6aCKMJffPelS5r47vrJve+pWBWnQQxdVuB2HExPTPLY12Vg9I1f4ezhPdANA4ahoZrTkC8UUemyeLvo1Bb7S+pVDZqiIaK0cwqSazTRdAJEvSux9sM3I+7bhnyUw2v7XsLTZx/FZz58B65edR1a9RYvitDYpHCy1sIc7r/7R3jxl0/Bc5rJuSt2ObVyYNfN5Ly+0A6AbEuEdcCixyrNBAr5mkYMKSvVCp9LQeiwb2m5twtz07OIPFLHkk+nLyxJ6D2iAL1FAzddu40Dke689wnMNiNWEredDmJNwgpNwUeG+7FlbQVdpQIK3SsxTl7Fx6ZxcuwUvGgGCw0VOcNGNW9C13TM1DsYnZjDvOND0gjsSgzxuW1dEdYBsidgMG2JppKqkhaSQlZmcqAWz3FJq7wsw/MDHt+KRJYbEiI9h7DcB3nNekQLDTEn0Lhf3vPPKVOJbQsXOB1awthhseZso5DYBdCJqWqAbgAE1ikkisG/CsganbREq1nRumNdHv/p5iuhuQ7aFFDnR7AVHWHUhHzkBOZO7EFHkrFnZAQnxqfQJlV7THYaMnRqoyf7FtOEbRiwdZPh/rpVazCwYh3Wr12JY50aZsPUz1ts+8zMDCzLEgsntIBCitd2HadOH8bpOQnK/BGojSlI/RvQteEyDpLK5wpso0LhYLRwFccO2q0mCnaBA7YCp4G5ibNQjQJqHWB+Zpq3ixfoNBXFYgFapQ+duUkg8BFLGuqtFqLQQ8my2f+ZIHBXsQxdUVFrNVHu6UUQxBg9fQi9vTlUqmSLINTyT9yz95LO8exJWQWyCmQVyCqQVSCrQFaBrAJZBbIKZBX4ICqQgdX3qfItX/yPizCCfe2oZTjxebzYyzB9iQtdFZasAJZ7sorHLCWrp6FYKaBd9GWlQJtlQCSFBsl1/6LKdTFYi4Ow+FEJvE1a4NleQASepAE4QiBLylYCsRErlDjdm1RexGU5bCZixRcBC1KZqbJOfcOIZIKCZI9AKVERAyQ/8uF6FDQkI4w9VsnaVgFR7MLzPW7nVbWYLQZ0tYh6o4lqt46Vvf3I5VXkcyXkbAOvv7oXZk7CZz96HSSN2qwt2LqFnz74GF+033HbJ2DrFHoTotX0cNfPHsbmrcP4+FVbMdPoIGcaOH5qCv9y/y/gSDkYBBgTuL38GCwyE4IEikbd5rDjaXzt1ssw3FXAWG0OxXI3Q9ThTVtY3KZpCs6dn0Wr6WD71q2sqJybX8DRY8exYuUgyIlgenoe589PYdvmbVDkmIHrS3vP46lfvoRYMhBTS3vsIyR7CfJRpLRvOcLHbrwGa4b60KxNo9NssNeoF3golDR84aufRO9ABR5ZRhDsbnp49t7HcPKtQ+jWcxzqwypjBbBlGbamwjBVqIYK3dKh5SxQs72mGIBuQypVsP6Ky9G9bTOPQoJVQqmaeK6yP6VQQBP0JrARhBSiw7T3PcFqOoYJvrIFQGIFQD8TYKLxRW9CY5XC1mZmZvHzf/4JwmYLPXYOehwxRIxo7JBnJ20TK8WpdTlIxq4AidRCrpBEl/03Q/zF91+9pHnyzrt/KlSAqQJWEWFSIqMphiYp8F0XUxOTaNUbMBQZYwfewOjelzmES1MVlHIG7EIBvVULqqahUaeQr5BD1kzDZCUnyUBjOo8cD+1aG16soTC0Ad03fAkj7x7B/Y//CF/85n/AZRuvRDsEcuSe7DvQNeDYwX2478d34dA777Afaqq8TuPFGAwK2rdYA6FYT+AaQ16h6EznjxQOUhs9qM1e14RfahggIIW7ovKiQeC6i4stdBwHumKsHlqJq7dvw/CaPjTbbfzLj5/EZD3g+YL8Qt3Ix5Cl49OXr8fOTb0ol1bBtGPoJi/DIAjOoNzVwOnxPigwYaliW91QxeHRMTz8y1dwZLKGUCEwryNHKsvIh+N3IIV0zMWcSIeItokXBOhMkmh9geapJbBKqfMEjkNTguS7COUisOUyoH8Q8vgcLyYxtGebl8RXmOfBpJaLBrbiB7It4HHJ8JUWqVIbBmG7AZXUqhpYPs7ewjQXSoBlswVErNvorSr4H2++EussoBP63NqvhhIkxUN09Dikk3sQaipOzc7i6Ng4To1Po0P225DYEqBUKDDwJ6V6wc6hUMhh2/BmrF2/HYXuHrxZm8Ncy4emkG+tL0efkgAAIABJREFUUKF7HtkeJL7ItFhCfsVOA+fOnsDx8x2EEwdRCNto6hVIXYO8/EbKe7IkkFUDHgUChm3+yMrZOfZmDf0OArfNwHRmronA83gRi0K3KFyOuhakXBVefR4afa6QetZ12Tu5aFrw4xDz9RoGe2gcSGh3OrCrJYyePIV333yTz/H+Fb3o6+vCQH8PHv3ZM5d0jmdPyiqQVSCrQFaBrAJZBbIKZBXIKpBVIKvAB1GBDKy+T5Vv/sLfCBiReJimwGI5oOAL7iRx+71fJrUCSJKlk4v1VPW3XP23/HXTVv7loHbpZwHAFhVopDjlYBUBBwiiijRtAQzoP8FdFnGMeBwnaKVejXTxGwrlF8FVhKyQjOiiX6Xnh4gpwT6idvEIPgiUahzGQh6aHqWBs08mNb26glVw0nkAP1TgRQSlCd4IxR1BvijqoOWSGWUEKdYhKx0o5MVJwSzE4fSI/TdtzcbY7AxytomNK4dQzGsc8hIFCn71+m+xc9dmXLdlA2JdQcm28dbeI/j5s29Atssw+LUTFeYy+MRwKf0fKWObLQyUHfy72z+ELlXCxHwbplXAmbFJrFs/jNNnTqKnpwvjU1PcUrtyaICh6NzcHM6dH8fmzcMMqdudECdGTmP1mvX8vsVCDg8+9y7eeOcgZNUEyNsxchmsko+p67SRt03cfuvHMTTQA9dpwmnW0ZifRb1VQ1evhc996RPIFw14pComK0eoOLLnIJ6951EoTZ8DsygkifKBbElGXiflsALNVKDbBPhISadBkQig5eCrJipDQ+i/4VqUqxU+HoTgCbAKpTQ5ngo1qk9ep4HDwVXcPk32Be+hWBXjTYSxieAqYQUgvFUJ60pQZQKn1PItIV8q4sAbe/GLBx9DZ3wGXaaFomVCVYiMJecMbQ+rqdM2dzGOhf8jAVsx7v/yB69f0jz5rz++5wKwSu3bfD4rtI8RDEVlb1WyAqgv1DjBfn70IE68/Rv2tFUVGXlLg5krYKCaR75QYO/PM2fPwrZsVCpdyFkWckVCpRQXJMNrOQzuQsWAuuoKBD1rYZQH0L12BVQKyotNmASXAw8vvvgsHn7gHpw+eQIgtTABWgj4S+dpGkZEAUWpC8ASVE3A6kUKdeEDqzH89X0KUQvZn5S74rnFPWLPy60b12P7lmGoMqlaA+RyOexY20TO6oKCMrfCHzl5Bv9051NohtSWL0OzTbihj9V5E5/atQ5Xbh+CWarAIDEnIhgSqXwnoWk+5mvdJLQGIvJJpXFisi3J6++O4q6nXsKMFyBX7ebQMPJS9QKXxx5BVArsI5U8jSuVfIVZ+E2qf7H9rGzmYRQhCCNEpHAOHHjdQ5C2Xg3aGrVeY5AceS4vdvCYS4PcaIwmKt+lgUWKYGXRu1jESyVTKs1V9BspQhVhCUDHiuupGqxmlS0TsWEjZ1u4btMgvratn1vkeQ6KAI/qMDcD+a1nMD07ixbNE6aJ01MzmKm14IfktWpz2JtJlgNxxAGElXIZm9YPY+XKjZBLFfx2agGTCw5ipYM4EmF0S+emqA/V0pCBVruGQ8cmUYxr6ExPoi0TDC1z3VgVrmjQDALbEjTJ44UCqje9pu87vOBGQnKn47NVga6IcSBqF6Pmy7CkEJamgrLCaq0WfLeD7mIRbdfB5MwUhvoGGEATmI8NE2+9tRenjxyD73eQr+Rh2Ro2b1iP5391aar0S5oYsidlFcgqkFUgq0BWgawCWQWyCmQVyCqQVeDfWIEMrL5PwW76g7/mvywqky4KrEoVfhe34C7dL668xe8EbS4Os0pb95d8WFOvRAKrZBGQKgGXb2IUEUgRbalpcBX/wmBMPJLDq5LU90XbgCTtXWTdCG9XUhMK6wDxXLYlYC0lPZ1SpCk0hdrFCUCEUGUTUuwhYNWWCJmhbQkImpFHpmwhjDvcxh9JhF89yJFG7JQa2RFLLchkPxArgmXIBHBJ7aYhUusM5aLQQOxFCGSCKQHkQIGet9BszSP2YnhKCDnyoEs2OgwAXFQRABS2ZenodALMtADNzEEJW+zryTnayywQhNIttURQ0W7WMDyk4E++eCP67RwcI8T58SmcOz+NLVt3YmZ6CqZp4MTpCfT09qGQMxF6LqYmJ1FrNFnJB9dDxwlwbnwaw5s2cau4JEX414dew9GRM1A0ExLDLIeagBmo+E4H3dUKbvvsraiU8pDJF9frwK3PYnpuAn2DRdz6+RvJfpLhikJwVTHQmm/j0X99ACf2HEK1UuWamoiRg4RCAlZJsWrmdJjUnmyakGUNpmJBNfKIDAvmh3Ziw8aN7A3KAGZZ2zORNgFWyePTQRhTKnfAIP7fAlap/Zm9VWOJw6korZ3S4Om9ioUCjvz2Xfzipw9i7tR5VMibt5hnUEZAlW5kHUBjnOEbQ1UBVqmVnWFMHOOvfvjGv3HKEw//4Y9+kvgRE6gllaEYIwQZ6fwggBV6ASbHxzE/O8cqwdb5EZzY8wIruBVZgqUrMHJFdOcNVKtdsKwc3n13H06fOou+vj6G8aWCjWqpyEnw5MG64DQgk++tPojq1Z+CtfMGhBPzcDUHauggchp44pFH8OAD96NYKqNQqcIslGBQuJhHwXQCYhNQpUAhgvuCM19o6SDmhkRlmSgW6TEMzWgxxPPg8uvROZwokcMIH9k0hG989Q6UbAVx6EClNnxZQtk6itl5BREG4cPA8fNT+McfPoy6pzJQC6QYqqmjFDj4+M41+OzHrkRsyjCVItSIAs1c6LlpeA4tihSTKYsWC2TomolO28dMLcSTvz2KV04cQ6BbgE9KXwdhSOdNAEWhbSElc8jhcgR4SXFMi0E8D5GHBiQGx7RPDqkz2xRiFaG5bTuk/i2Q50lBvyDmY5qECMYSXOU5c8kKYPmgosUjnit5ZYPGphgrlAUYMVhlIs/hVRIp+xVhVxFqeYasMCNIZhGQ8uhbUcDfXNWDActCy2lClQ3Euoq400Hwix/jzMlT8AMPQ2tWoxnGqHkeKEOMrDWq5RKK5O0cRbA0HYVCET1dvejrXYWoWMY75+dxfsGBb7iQYlrIEjYzwtM5CTmkiScEPCnEmbPTsGQXBcNkpSzNlaTS5sUMVYcXxJhdqKOnSjML7TXZpiQQWo4xN7fACyh91S5+L6onlYqOyanpGqqmziGI5OcwvbDA892q/j7UW02cGzuPlQMrkDctOIGP2VYDBw4eQm18Eq1GAxbPhzKu3nUFHnnsoUs6x7MnZRXIKpBVIKtAVoGsAlkFsgpkFcgqkFXgg6hABlbfp8o33f5Xi2rUxTZpuvQm8pPcOPGcSYxQuZHSU3hB8pW28CVkLz7R2izgEN2XqKyotToSqtK0jT8hDsmFfszvF8YiDZzaLFNBnwCo4mJ5yVP1QiUr81GGKiK9nWnesrTwpQbi5UaDwkJAhNuI24XKWfFaF7fWL9ZEXmo7XdLILr7SBeFdBGPe6z0khhzpLWkNT5SSBHrT90+hAXstslqNAEQScJTA0/cK8OF9on2gY0HhOW4LpYKGjcMD6Okpoi+Xw/T0JMOcbVu2wLJ0+J6LI4ePY/uOLdB1Co2KcGpkFLoKDKzohx8pOH36HNqtNoZWrGZ/Smof/r8eeAnzC7OLATu8nQnoaDfr2LJxHT5x040cSkMqVoZerov52hjWbszhQ9duF0cu8lhgTPtsQMP+l/fgybsfhBnpsHSD76fE9bKpo2josBUCf6RC03gMaeQLmrMYzBJkNQq9GLhiB4pb1iLWdCgUYk6J9uS7yuMzEDYA5HsaU5t1qkpNx5Tw8uXxHXriHGC7DFXAVG5Hp/0RqtXlY0a0VEfQ9RxmJ+bx9itv4NDrb6I+MYGybMBSRDgPtdvT+UIEi7aNEI2kSlB1nU+vACH++s63lo2V3//H7971Q2gU6sXqWhWSJiFSKLGe3kuDGpK5p4/pqXHMTs5BCwF34RwOvPYrWLInQCzBNMQo2RpsK49KTx80s4iXX3sTM7PzWDXYi0LehmbnOZLJCWMEUBHKMuYcF9OTdfSuW4fP/elfw3EVjJ14DWd/cS/ePDyCqbYHq1hi0Ow6PsIgREBgnnx5k6AvXdd5/iHPSlaaJzYAaa1Fe7xoCaevdL6wTJMVxPQcArSUQO+HATQJ+J8/dzXWrKbxpDBAlRUdpL8cXHkO8/MWgnAVvDjGTLOOh36xB28ePgvdMtBpkaqWrD58rC7l8ZVbr8C6wSoKpoxCfhb9q0/Ad8uYPLkVXtiFUGogpkUUXmBw4Tab8MIO3hit4edvjiAyLUg07khR6zYX593U2iDtFEjnZlEXgq6pAjtiawLJU+DFeeDynbygINXaiD1PDJRF2bpYZmGVP817NI4TOwU+X2nsJ2RfQFYB9umLtf08fSc+t3TASL2qWYhZLU6qVQWgY2UUYeVKuH3HAD4yqCF2G9BjC64c8fGQpk9i/LU34TUm0dNjQYIPT/Zh6AXQ6M/nS8hbBYb6qkJzV4yiVUKpawX0vlV4d2oOZ+tNPr+pbcDzXPZa9si3mD6faE5iRe+SjzfNaxRmKD4nRCAcjRuCw64fYWJiGiv7KzwGSDlN+0kuMIpuYmx8DLpmoL+7W/yNzlGd5hcFe4+M8PO6KkXEsoLzY5Ooz81j2/btDG/3vfMONg1vRLVaxRNPPgkYOqbn5nB25BiD3VKpyuPxo9dfg7vvve/3P7GzR2YVyCqQVSCrQFaBrAJZBbIKZBXIKpBV4AOuQAZW36fgH73tLy+Ah4sgkU1Il/xKBVwVceopwCTFDl2kpkCSwJbwjBRK0kVPP/YEFA37Sxf67D+QqE4TJRoHVgnVEYOmZTehOF1SvaYK1VTV+l8Dq/zmizfxM+3D8mRscd9yALoEPX8Xrgr1a/qc9FnpFqdhXunfwyVGvfgc5h0JWBXvu+RHy89/DxibKn1TYJBaJVCv6nIl3wWFk4RimMAfKaN8zwFil9WfBCEZXskyyqUiNIIYkgTXaWDFYA/yOZOVoDOT0ygWyRqgj0HgqVOnWZW4ds1a6LqJhYUFfPeBl7ilnm4MLGiPKDgoDOG067hi5zZ85PpruNWcWuiF4WmEjjuLdZvy2LJtLYOGWCIYRM3QEXRFR318Ds/e+yjOHRhBTrMZtshhAJta1HUNtq7CMg0ohgJZlaFoGsy8DVU1OfFbNgrIDQ6gb/tW5FYMIFJIVUr6YTFuw8iH55Fa0CXXz0XricVjm4y7SwWrtI9+LHFIWOAFaM8t4MzxYzj8yhuYGxuHFSuwqLU6UayqqgSNYsUZ3mi8yEAQ6D/efWlg9Yc/+IFIu9cI4GqIPI99UA3LgJovICAYHEWYGz+PsbNj0GQNQXsWbz7/NNTYZYhMgCkIA3gOBfRIUHQLdqGIc2OTmJ5dYMsCGr30OC+M2a+SKkyPDUltyVYcHrbf/HWYxSG0j/0SRec8Tk7XMNF0ELIKlYZ8skiTqNBJdUo+rlR7Hkc+qTmXfFTT84A9apM5gyAshcuRCtjQdX6e51ErvlAheomlwOev6sPwChvduSJINBrGNG7a2LLpEBbmDdTn1qNVL2G20cTBU5N49vURTLRE0BT5AKu+g5UWcM2Gfnzutm6sXhugWB5DzqTjVcTkmSGMjW1HJFNImw/fiRB4LtxWEx03wJ7T83jm4Dhg26xU9R2h5FV1UoAnwVLJfMRwlXxHSGFN4yn1WSVRZhjwPubkHHythPaGdXDomNYakHhM88TLcJS9s8laQiFH0HQuF+A1VU/TchPfkXhZsxkAbQ+XXVhoEJAliEhgVSawqpiIkwAumZXjRShWHtcPd+O2Ld0wog7kQAUxfJrWbciYHzmAxuE9sNU2rLwKn1rx7Tx01eDgNwKZpJSl852+DNVGodCFfN8qnPeBI7M1tMnrmvybKVCNF9NiBvPpsaYpVKjAyZ+ZFqXCxKNWdErwZ5KkotXu4Nz5SaxfPQCFfY/JNoH+JrPlwZmz53gsDfb18LnCkJsXG2QcGj2Dlb0VFHIGQknGwkITtbk5rFu7lt9r7Nw59PcPoOM6+PULz6PU1Y3J6WmMHj3EkLlS6eaugBuuvRIPPvzoB/zPouztsgpkFcgqkFUgq0BWgawCWQWyCmQVyCrw+1cgA6vvU6vdt/35IjDlkJhFj84Ugwq4mqpWBcwTqp0U7FGrKrdQsn8jBfHQxSe1TCY2AKyGEu2lQskqQAqjxBQiJEpMBqSkUKWr6otu1La9XFV7MWCk9xSKzkThmqpdl73OUiiWCMlJ3+VCqCp8NFO4thysLr5/Anl5e5PXF2qw37VCoBCs5bdFEJ1YKIi/pWFcQlEmQMGFsPfieqRqNsHALwz2WVKwEgSgmlIvL+mxZIYx9PpB0upNx4kUfQQNSKhGWIx8DWRQK7gK3/FZvUot4SaF/rTaIIDV09vNXqzNZhMHj49zl3CqNBQdyEIp6Llt7L7uWlx1+TbEQQBV0RlqENCF7GDDlgKGVnXB93xADthSgZRnJGM0JA17fvUa3njiV9A8wOCWe/K6JX9QBTlDhBKRJYGqEVxVYNgWNPZK1KGYFnSriNyKVejZsQ1S1ebgMYsUdtTiHAuwSmnx6YJBCu0X658e68hj+MeKVVnj2vx/KVZVCWj7IRpeiI7roZTPoWhbaIxPYM9Lr+DAK7+F3CLNpMqghYC6pJD6Uvi10vlCYOl/emDf7z/bLXvkd773I5imhKAzi/bMecSNBVgRoOX7YAytRVjt4mPRGBvH2dOnEcYyAreJZx/5GZqNeYZFPilQA/LyFOesT63XiaKPMdyyACShLBcwWAxghVuySSmb7xpAKZ9HRanD6nRwcqaGqY4H9n1lb11NJNgnYJV8UlM/ZB6f1IK+TK26eM5S8FdyP4FYGpP0e6peTRWtS3NWhLzSxtqeArYMrsSKARmVfIA16+bQVz0OK2eg3TLRqimoN32MnNFx7zPzeP2EAqNEtiEe+swY127wMWQAN9+iYt2wBMsKEbomqzUdT8WRAzvRbHQJeO8H8L0OAq8Jz1Wx73wdL4zMoUMw0HcRBQF0KeRgrfS8Fi3uwnuXVKqkDKcbPYYJJY3fgCxHZNhKDoFewnx/HxxS9QYeJApe4vk0XeRKLAAo4E1RE8Wq8GpNF59S5aqQxNJrJ/MQzfD8nOSLPFA1jbxIEJPHKh0bhYIAFcR6HpKZx7ZVPfjq1atQksmCQOFxTXOCIucQubOY3/My/LkzKJZUmBT4li/yYoiqaDBUQ4x/ckaWAF0lf+Ii8qVeeMVu7J+pYZZAPIUSSgqvQ9HnBt3IYoA/ZwjqJ4rcdH6lOtPMllrQ6LqFdsfF0aMj2LB+iEOzeN95XpcQSQpOnj7FfsIr+nuFpUKyDEZq/f3HRrG6vyrAKinxaW4jH2F+kDh3m50OpmamMTU7w/PSsaPHUZuZwPz8AvLFMmxDx84tw3jssScu6RzPnpRVIKtAVoGsAlkFsgpkFcgqkFUgq0BWgQ+iAhlYfZ8q3/S5vxDXgAkIWVRLMdgTUkvxp2Up3ITlkrAdgmOLPp5yzG2ZnusQsYKmC/CUPibk9POQE5vZQ5FCWnSTAYjwDhSKQQ4AIq/LZLsWlZlSohZaBhEvVqy+F1ilHVgCjWkhIpEUn2DR9wKry+/jCiRhWvzz+1gBXAxW6bFCBXaxIpa2SdgJJFfhi161yxWr6d8vPj7p9vD39wCry7dXlEt4MlIYFz2BXo/azhf9bdl6gNEwglhBJNGx8hAFhCEokMlHHPqIA5kT1l2X2rUpKZ1UYXJi3SiOK90YCrFakGBkiE9/8mPYuG4Vq/a0BKxSK61pRRjeWkRXT44hbAwfKqmgybk2DoQi9uwUXvrZk5gdGYMpq9BkBSrBVQnsyUnel5apQ9cVVvwZ1AKuixAaydSQ04uI9QIq2zYht2EInuTDNCwYunEBWBVHiuhh6rGaKqwTmBJ6DKb/LWCV9qTlhWg6PgNKW1NRydsw8iYsWcWh1/fgmfsfRmt6HnmVFLmAH3kcrkTPJSUh7d//8vD+S5onf/C9f0Zr8hwa547DmTqN3oKB7q4SXKkLQe9a6Gs2QDZsNCamcfLEKJq+z269jz5wLyYmpzgJPiaYxhYghLOJkorjQypIuhHopnUQXj9IPI55vFM1eYGE6qnDUjVsXrcKjZlJFNUYY3UHkxR0RaLImMAq+R2L3UzVqvTz8lb/5VYYdO4zwE1avlOIRkCWF0CS0D1WaSb+q2kRVT2PoNWAKcXYNGTh5iuB3VdOIldowzBlOC0NUuDDzivYux+49xngmYM6Ag1sJ7G+GuBrnwqxuhihVAZWrAFKZRNe4MAy+iEpFqYmSjh1eCWcto2YAu78DqKwjcCXse9sEy+cmEaTg95orhPVdT3hLU3bf3EgE40Fhn3LFOq0+54fotPyEdhVYNUqhD6BzA5kP7ErIWV8WlgmkDyBJQtdotVfYQWqBI+OX2IXQMeVlf2kpvbEglhIwW4Ev3UDGvkWa6TUFJBWhAHGiEkCbHdh/fo1+NOPbEKfLrFqm2Z1XhyTNPaRDRdmcPLlFyAHM1jdbcE2LUSaBU3VYRkWdDqOHNgVw9BMlHJlWEYBUqEL5zzgdNuFaYoQORLJz8/XoRo6jzlueAjFAhtDd/4MEFA6YNAcIWDIq6HddnDi+CjWr18Ng715iSnT5xSxUQUjJ0dRyBcw0NudWNcIdTa97tv7j2FFXwkl20DHD6Go5M8do9Vq8eciHUNaePJj+kQjxXTEKtaB7gomyLu62Yala1g71I+fP/DgJZ3j2ZOyCmQVyCqQVSCrQFaBrAJZBbIKZBXIKvBBVCADq+9T5RSspr6EKYAMWZWaID9Kqk59VpmkUFO5CNhhfELenwRXggClUgldXVV0d3ehWimDfA51TWcVEoFUAm0L9RoH0tRqC5iYmWYFJF3sMhCRJG51lRNwecFmL7MCSO9PL5xToCoA5EWWAQlUEPuWgkzhsXqBScB7WAEsh6u/L1hlH9pl7bwpWE23eQmWivbVpMpL/p7L4BQDqoug0MXq1OVWAPT45X8Xv1MLsEBdJAcVPpWMrxK4LKA5HUN+Lz/x0ZUIyAhvXQp3klUmDSLAhcGaaLFl5XCsszIvVfSmCljHcZHPGfj8Zz6F/p4y+w6Swoz9PiUZ+YKCDVtKyBWS9mcQsJWgxiEncgeKBC2SsO+5l3HkN+8A7YDBqk7+i6RkI/AoydA0CaqmwrR0WLYFlcacqkO1TegUtCObULu7UNm0AepADzTbgGno7KvqkZKQ2qYJLtMYi5PwmsUjk9hCRJRoT8o92v7fT7FKdeoEMWoEEMMYRdNEwTKhmKTajVAwLEycPIOnf/4wzh4bhR6RSpdCz0RdFSlm6PW/P/ruJc2T/8c3P4mw0YLUbmN+YhKKraF/1RAq5T74uW7oq7bB7lmB+bkFHD18BJ2OB9008OTDP8Po6VNkMsmBRWTOQPCTBaki+YoQGS8OkBKaarbcvEN4cdL6CuE0H1rgQit0Y8uWzag4M5ifn8fJ6QXMUjCcRopVSo+n9xGt56SIJrhKUJXGUqpITWEjLcbQfEHj1jTI71LAyNSDlb6ngJV+ptdK4SoB/Yg8cWUJrttBQQ2we1uMOz7uYXh1B81mhMg3ELoOikUZx0/F+PnzEh5/W4Mby5BdBcNdDv748wG2rbZgFhwUywYKZfJspTGkQJFNKLBw8nAXJs92IQgNVoIHvsvWBPvPNfHLQ2MIRGc9AlL5Bz6CBNilc00KWJdEwUIRTOOQws1o9mi2XbRaAaKeAcTdPZCbbSBuQaLhmninpsdOnKtizqHFMWqPT5WePJey9UUSnra41AL2y6Vke5FHF4s2eUXmeZ2BOMFr34NHC2Z2CVK5D+t37cJ/+MQu9Gsy2mREQuFZClkSEEjW2EO4ceIYDrz4GAZLMXq6KmwhkEu+CCSTYpa+66oGy86jmO8CYMA38hidncX+/XswPjOPHVd9GKs3bcPYzAx/fqT7x+YSvICU2NOQrUWisubwRKoBW10QjI1Z5UpjPfBJ1S8Uq8dOHEcxX0B3tcwLQ6zKp8fJMo6eHkN3QYdlqmg5PiSa18h2gOeQGDp7uHr8iaSZOuYX6jhz6gy2Dq9FJEuYnJxhxfzq/h7c+YM7L+kcz56UVSCrQFaBrAJZBbIKZBXIKpBVIKtAVoEPogIZWH2fKn/09j+/ANylClACqwzPGJcs2QGwijVJFSdlFCnsqpUK+nt7sXH1apTKZeRy5HEpFHek/IlY+iNahuliPL3QJWjSaDYwPjmJ46OjGJuagusH4jHLkOeiWlNeUp6msHG5JcFS+/5yYCnAZIrtlkCpwJ3L0eqFCtWlMKnlEHf5tqTbsAhnL1CfJriUQCXbGS4h3OVgdcmPdcljVRRrSc26HLIwGEmUgvQO3E6fCisTmHuhdYEIr0r6fYWSS2wQ4iSUSSgKBSjjG4sSCeyRtQIdfQoAIu9T8h6kYyqgAh9XOqasUGV9YnJsBbwlqNHpdBiYfP62W1GwNAYTIHCq6gxkylUda4ZtaIYvQBgF2UQRTAo7i3y41PJvGJg5dgZ7nvgN5s9OQ4kjDn4iAGlyYBFBPAH5BFi1Wa1KATOqlWOfUnq/WNGh9Q2gtH0L8oM90FVS4FGbdifZv8TblsJtFlt+BajnYxb7wgf03wBWCVq1vABNRyi1y/kCcroGnXxmKeldDmEbJrz5Gp5/7EkceHUPlA6BefJ/FUCXFMH/8PilKVb/8Y+uxdzsAjyHQroCGLYJu5RHqWBBy/VCH9wBe2gDGkGIwwcOo9Mgz0sbv3jiERw5dhQxQ2lAoYClxMaD/UwTexAGnQTckoEgxl76Bcg0RiiNy48Z2O7YtgHe9AykyMfo1AIWvBCSQorCgFXPBNyp4gRCaTzQOEpDrFKoSt9TRSsHVlGYlK7z49NzhZXSiSI7ha0cxJQoGH3PY99YUmnS8S0ixs3Xufjj2xywxWZItqIhq6tHT2lCY/GeAAAgAElEQVS4+0kHvzwgwSgZUJo+rlwb4Mu3R1g3pMOwfNg5oeRWVQMK2WjENjRFg+NoOHGwC7MTZLmgotFswfc9nJz38PzRcTQ9B6omQ9VMBK7DHrWp8jYFxen8w8F+PPbofCTbDhkaWXO0fdScANKKVfBMG9Z8A747D0SkhiXPa2rrJ5xIcDwWCvdFg2mWr4qFFj6dxXyV+mvHNDfQf2RJQdibLBb47+JxQkNLnwkKA3CHAHG+DKV7JTZ/+EZ865OXoxL6aCsGVJo76KFRzCBWJ6sPv4XXH7ofQWcam7asgyEryOeLKOQKQgFNYBUxq10lI4euyiAMiRYlZDQ8B6+88mv85q13sPv2O3DDp29H06PFO7L38NBxyDtZjB+n0wYdc94v8mTlxS+hhqaFArIEcJw2Ivr8Ya/WgMe1G0Q4fOQwyrRgWC7ywhDP+zQrqioOnjyD/q488raOtkswVqEXpZkQYUA2BaJjQzwnxuxCHbMzs+jvLnNNSQEcBh4sFbjnrp98EP8Wyt4jq0BWgawCWQWyCmQVyCqQVSCrQFaBrAKXVIEMrL5P2W787Df5L6lXIgWc8O90ga8IdSLDCG7VJ6BBwUPiwrNaKmP71q1Ys2olSsUiTN1Au9NCvT6PiYnzOH/+LKZnJuE0WxwqUq50oVguwzBtlKvdGBhaia6eIRiSi9BxcXDkOPYf3ItGo8EX+wSCGJREEXxStLFHK/lQUlu7+BtbFEgyyGYgVqidmIJekot+AivMTcjrTkQiETEhWMBJ16kHLIPXNDFbtODKSgLTWCBGjxWp2NzZnKi6GLmRepP9HQWZELB1CcqKNuSLvVdFK3V6cb/0PNL00rYQJFxKp0/JKeFiVo1dZN2QYiwRQLNMNyiYyQXhNPRcdrHkC316xdQrN9HV0j5ChS8FiKIW1MBArIZw6aEh3Ue57xqndTu+izAiowDyYuT0IRFixIpW4bfaaTewaXgdPnXLzQxWSN3MajtS9SkKuvoUDK3NE2OEppu0h4ijOjnB8hgLQeplCX7Hwb5fvoGz7xxF1GzBknQYig7bUKGrBJiFNyJBDFKuUtiMaZAyVOPQJt0wEUs6PMNAedVq9G7dBq2ngk48zyn08GlchIgUH1JI4EUcSx5/qbcvw1ZSrBIsoXZmCsYhWEftw+piLS9QK8ch6p0QLTfgFvtSzoJtUVo9QWSx0EDjIGdacJpNvPzMr/DW079ELlb4nHFDag2X8F+eOnpJE9/ff2a7AFS81hALJahOfq4hcrkcrO5V0AY3QaoO4cDREdTnFpDPFfD8889h7963OQxscYJIFjYEZKZ7xVhMR5xwDEmMQRJSl9pdxBEdEwVb1q+EEUmo12YxNt/AAqv8yEuTYFvixUx4isC4pomWbApYU8gmgM4z8P10nOmUo1qT1y3ZjtD9BBrJQ9jz3WTuSGwvFJq/xFxGwDrwfT7/+dzkUaejUo7xZ59ewBWbyI4khKRF0AILk5MBHn8pwEMvSwiMLlTlWXzpY8DNu4Wvqq3pMC06juRTTN64gMpA2oJh+mhM9+LY3h5Mz+g4Oz2DjhciV6xgZGoW756bgSuRT7DB85LntEGhgLQYEHo+z7mL4Xd0biaLKjQ2eLsVGQ03RkPvgl3MoVObQlxvsj9yutDEC1qprUpy/ouDKkAzLbCQOpzrnaytCGiaqGPpkazkFPMcK0kXvbIl4QsrSXBcH+QuSv6qkZnHrps/hf/ucx9DVYsQBC6PFmqtlwMFgRzxwoY7N4Pj+/ZiYMMKDPR1oTU2DrQbqBgqVILtNJfSxpMliWqgXOlBMV/hRR0vCDEdhphrdFDpH0ShuxeRrEPRdDEfc8iU2EeCqjMzM5ienoYPGbqhsYKYIHcKsn2f4L5Y4KLPFw4+832cOnmS55ZKuSwUu7zaRB6+MkbOT6FSzMG2dJ4bFVVnFWzbcbgm9NlFr8WKZEmG03EgxyEK+RwrqAnOhoHPdhB3fz9TrF7SJJc9KatAVoGsAlkFsgpkFcgqkFUgq0BWgQ+kAhlYfZ8y33jbNy9QU6ZQiAAe/UzKH1KHEUshONVstGDrOnZs345rrr4ShZyNKPTRabVw5OgBvPLKb3DkyCHU6nN84UnqVVOXuW2VgAG1UDdabbikntNNXH3Fjbjxps9iaHUvLCVGY6GFhc4CQjeE67qsOvJ8jy9OO50W/CBEq9NhdRRd4NL99N31PDjczh0j8nyGsqJllb6Edyspg/g7hTQlba3UwsyqogTIUJlYKZe0tS/6ISQggQCtaAW9sN0/hXAMPqQlf0SuZ6KAZCCVBFmJFl/RspqSq8WQK4a4y8OrBHAVAGhJdZeq71L4vAi4lvkbcKD3YoCLeKdUjZkGDF1sHUBhN9S8qiqUfq6hEzXhRxosWcbK3kGUyyWolgnfjTA2fQKT56a43pRiL7izgFncxu21ccWuHdh9/XWISTHGrcm0D1RzGf0rdQyssMW+qWYS/lJLWrsTmwEOIFdw4s13ceDXL8ObmYMeyAwncwxQY04TF+pfap2XuD2cPBtlQ2F/Rk0zOWDHl1WoxQK6Nm5BYXgtQtOH47WgJMFdlOBOqtS0Rlwb8pulv6fUSSYorPIXHwNQSzqBVQH6UtUk/U6qyFonZDWbpUgokbeqaQKSKtrTl4W2maaJzkIdv7zv5zjy+h6UNBNeRLAnwv/5xKFLmijv2JxDb3cPg1sab1RzqiUpyk0NKHf3A5WV0Po34XzNxdgEgaIyXn3tZT6XGbb9v+y9d5RlV3ntO3c8OVSOXdU5J7VCKyeUJTIGG2OwjS84DMdrMB7vJj/z/GyME9cYG18emIzAYJCIygilljqp1S11qK7uqq6unE4+O74xv3V2d0kPjfFu/6G/9mE0XV11wt7fXmuV9m/Nb05JIiNMe80hUL37mser1NItsw2TKlShYz76O4tIeC4M08J0qYSyy/GgwocI0TnS+cyo1T8KQxOrCp+WD4ZcW6WUBHK5nPwReEWPXpmXIRqNxoXNl0jpKepWw5B1hesaySw5v8wtwn5dx207S3jvfRryySZCI4QdGCgvmzg6FuD/+V6IlycMrC828f63AtdfnUSxs4FmRcTH8h7cyOE6R2BuBHlRMlpIYWo8iZeO6PjRwyMo1U1s27EBxWIOPz18CtOlmsD/QEvAJRAVhbWJ0PUFHtZ9ziMXplw3NWZ4/JxjpmlgydNRzQwgrftozp2VeWZRJRmtLCv8s1euGZpG5avauBD1pISAXVxf+PJIXS+ev62AsIuBUOrnhPX1mrJzafgerEIbvFBDW/c6/MJ73obrdm1E0KzKcXOGpnQbTc0Xm4vKzAwyCRsDW9ahVq+jsbCAoDyPhN9E4NRaNhC0iiCYNJDJFtDe3gnTTKoxlStK+BnHE4PWPMmd4saRsjmI1vNUiuM/EAX9yyOjMgY4tutOXVmZ6Nys42YW5DP5J/L2bdTrCBn41wr5u9hxEGJiZhH5XBapJH19FVjla7kRR69wLh+NJjeguIliolqpwNYhmxoXP1dZqHzhM5+9pDkevyiuQFyBuAJxBeIKxBWIKxBXIK5AXIG4Am9EBWKw+jpVJlgVbiI/X9F+3lKi2XYCVPJISErTw0BvL6698ips2LAWjlPF9NQ4jhw+gGefexqnTx1FrliEZZnir5rNZUR9ypvLXC6L8fExAQiex5R5G7lMFpPnZxDYBey+8hbccdvtGOrvRiBGg+pmN/L/sxO2utEVeqX8HBmUJQ3oDCQhSKXCSVRHjvjWUbXGgBK37ouayvE9Ua2xndP3mvBCtq7yJtoRJZEoLcNQboR5gy5t77yZZspzq63YFeDaCtGKfCRb7bbiOSp0U1MBXa3mesNv9dmKulZ5IlxQjNKHUvw0V7bX8vQvmhSIurVFTSOb2SiQKgJZkR+uAoEXlavyshYEXqmkjKDJyu9dsDkgajISCAIHBtPgdQc97Wuwa/Mgeqk4thuAsQyvlsR0I4XTU7MYOXoY1RrVdgpKRkBMCx3ccN3V2LN7J5xKTakb6VNJwGkDaze0o7M3I2MihCktxbx+yqNT/aE6lIFUS2OjePaB/8Di6VEYzRBmaCBlWUiaVKAxKI0QW7WpJ1MJZFJp6KaFhGXDMCyVWE7lIqFXZxc6t2xFdrAXdVQBNMT7VdkbKDAuV/JVitUWqnotWBXFqkpsfy2kJhhbqhHe+shYOorZtGxQEGoR8nHcEpZFyvBCLoeZM2P47ue+iMb0Agw/lPH58e9emhXAe3d2IUHvWZs+kFSfqvNjyI8FX9qbk219CNrWYB4FTC5Ukcuk8OKRg3jooR/LMSr1otoweNWjBVZfe87Rc1TzcwgjVCpzsue+jiJyJpWZDmYqFdQCsVeVsDuKfpnWzskQgVXWRRTkVCJToZxKyTVmsFE6RXieFKjG9m+lpBXvCgVPmw5sUymJFUBUwJKbAPS95Bz1PHWtxa0kDNGf9vGBd/vYub4CK1AK9XrNxpLj4YmDBh58zMLlGxt4y40GBroDJNM+aq6G0CPQB1K2UuYS7ruBgUbDhJUCXNPCwWMZ3P+tWUzO8f37cetlmzE6eg7JVBaz8/M4MzmHJVgSIBXSJsJVVhwNbsD4oahx1YYMlZbKd5br4mJooZ7uh+ZV4M2NwQhU6NnPe6g5RaBKFbBSnnIjhbXhZhFhczTvotfLv1uBWRFUjZSz/JmMYUMTlabP+ZpOwzcSyHStxe23XI933HUr3HpZHTsdUgmsc2n4rouMbiFpWaiGHpq0OuD49BuA7yB0mvAdT9Twru9Iaz2DrTLZvGyUcM5xg0CU41QwE2TyIsg85Cqg1iIeI6E01aE87pmFJYyMnIbjtTbixB3AlDHE14lNBEE9vb4N2i1QRa9g9krgyvc+dXYSHR1FZNOc01S4G2pTrzVmxW6Am4A8Fk3H4sICEoaGdDot9eDvSrX+h/jXT336jfhvofgz4grEFYgrEFcgrkBcgbgCcQXiCsQViCtwSRWIwerrlO2G+37rwk8ipSG/oRvKH9UyE/AZZhSGGFq1CjfdcD162tuxsDiL5/c9hSd++hCmp8+hUMihs6sdqVRS/P8mJiawtLggrZS6zlbZFKqErMRnuoadO7YjkUrixOhJaEy1djQUetbhjjvfgquvuEJaweXGNvJulLtltsIqj0He4FKtpW5mVbu+rlkSsKPa/X1RjjEgZd+h/ShVKujo7EbDaSKbSmJpaQHZZAqe6yObTaOjowMBgYvTEAjEBHdRwjaaF1SxosAMCG154+1KqzpvxgltBO66jgAbx/XgMXiJ32eQCdt5Az5fQaLoj0ffyih5W0SB/EyVch6FxETI+yInUcAkChES+Eze1QIir7rMhFkKiSmguRK2iHq2BV8iiNtStoWSX50QlZathxheuwY7N+zEquJp5NMHoVlTsPwqgloHFhrrMFnfjJdOzeLYy8dEYcxHBIAsw8ddt9+KDWvXol6utKwMCOlMMDx809YBdPTk5bzZ6k31IBXQDIdRzci8rqaCkfUSXnjo+zj17NOwqk3onqa8VgWsKlDJ8cXzpd9lMsXgtJTANVpE6Calr0y5h1gCJPtXoXfzNujtNhy9KqU2Qio0W5CuNeaoaYwUqwIRxdeTkEaNRcKUnwdWWYOm62O55qLp+cjYBgqZNBJ2SsbmxUfL41JapTUUclm89MQzeOI734NeaUALAvzXbx64pIXvnnVF5BjgZeqwxDKBc4UnaqCYSaGnLYf2rl74mX6c9/KYqYUC606PnsR3v/sd1SYtnseEoxdD4dRFjiDWz4d4aqCSxyr1JMFqZz6DznQKpVIZ8/U6AjMpGylu02HxFbxt+QhHwDnyVM1msgJWCYkzqaTYSnAO8hipROSHWbYtc5HjkPOZoUf06BX/z0ZDxqX8mwFFnM8yN9Umhjgm1DXcsKeGX3xzDV02AbAvgNT3NRw4qePz3wZuulrD1VsDtOV9uI4BnTCfilWdnpw6KpUQi0suxuZDnJ+gy4SFRhhioWxgegniIbwqa+HXbtsLix7EhQJmFxbwytgkTtdDzNcbqIgFgqof/Uh1CQdrbci04CrLayYSWAxt1NO9QGMJ/vyYKuOKsMGVCmq5bLyaAvWbYhdAexfh0WIL0NocaDF0tVET2QJwmWkpWrne8Hi4mcEWeG5ANRpS20yhgJ1XXo1Ve67CYFc7tm1YDc+ptxSvBmxLlxqwU4AevIS2TQmrI0AP1brJzRWxNfbF2oWhXxxl9EpOp9KyUSLru0ZYHoXz8fdD5Ber7EaiB8+Dv5c4lrLFNpw5cwbjE+eUVQA3g6iwpy9vy9gi2qyLVLoE9RxDK0PS+JxXRsbQ292FbCYlimyuPmJL07IRIeDm82gDQEXv9NQUMkn7VWA12tD89Cf/7pLmePyiuAJxBeIKxBWIKxBXIK5AXIG4AnEF4gq8ERWIwerrVPn6e3/z/6Oyk5tvja3gFty6K6qhnTu24c7bboFhhjgzchwPPvgAXtj3NPLFHIaG+gU0TpybBFsur7jyClSrJezbtw+VSkVugD3fFQ9Wz3NgWwauv/ZauQHdd/AAauUauruKSCZzWKjouOWet+Nd99wn78k2TLlZbnFAcfqjusqnSoqwhwBVx/z8AspV2hbQ05Q3uAaSmRzsZBbnTh9HrVpFk+EkLQVTNp9HqbQs77N6aBBDQ8PyWmknj7KemLnj0jfxolKPN8qiZmTgDlVltCMIGFWi/EOVN58CqsqmgG3gdQVTfV/UhwSzBM71RlWeS49CuZH3VfuptKJGqqnWz/kZEkTTggMXW8gZFEV1rGpjjR7RlwJWVwDVlX6Yyt9TPXOlSi0MPfihCd33sWXTemzavBMdNjDc/mOcOfs0Dk/YMI2qAMAdq4F641acrW7D/gP7cXp09EK7Ms+jLZ/CfXffhp7OLjSqNQGSVG/R39HO6Ni4aQC5IkFJUlrrQ400SYVfSXs2oaXO5HFdfCNPH3wWh37yfQRzc9AaHhKajoRhIplQbdLi/6hRPci2cUvGnC2KVUPAKs/XsEx4VIkmM2hfvQFtG1bBz2nw6L7INuIorOoClXk1WGVLbwRVXw+sRnVtNH0sN1y4gY9cwkI+lZKgHI7hldBH5hyvBRVylgXb9fGtf/kc5k6eQVo38CdfeuaS1smtOQO5dALFTAJp24BFtaCl4Fg2k8aq/h50dXWhFiYx5WVR1dIw01lMz0ziG9/4mnhcCgQm2BOD4RWPFWD156lWBY2Lk4K4G1OMjGxCR08hj0q5goV6QwKJCF4dAnmCW2axteYor5kaB2x5N5FOJsQ3N5NKwTJ0OISpYYhisSjrRKVWk+P0RInqicIzGgcRfBVrE9obtCw9JNdJCWZl/nBDodOu4cO/1MDmPgfLJSZZqaClZ18O8bnvAsW0ie2rXeTzBuoNQwLZmq6GpaqO5RpQdUJUm0A9yMBxGzIeuYDx/BnpRuuI/lSI37r7WuRdB7ZHNaaHhbqLI/N1nC9XMFtvCNAlZPTYYk7rCMLE1voTteBT2TrR0NBIdUFvLCJYPCchU5rW8saNvFVb6m9lVWKg6Tawc8dWAZanR05LcJgKJlS+wq9VrdLi4NU2Aq0NHhJlvtJpwqnXsKp/AO//tV/FFdddh1o6gdBrQmPwncBGBeYJs7lmi/e1WIJQ5elKKJ1O4E11qOfA4wYV11+PClzlL8trmkgmVC10UzyAo+WNteHvCrF+EIWzCj+LICe/JiDt7OoRkPryiRNYLpXkPahepqethO6Jn7jaLFPt+voFe4AIrEabkEePj6K/r0dU3rTaiJTP4pMrFizMsqIPtyEbbucmJtBRzMnvSb4/Nwf5O4LHHIPVS1ri4hfFFYgrEFcgrkBcgbgCcQXiCsQViCvwBlUgBquvU+jr7/3tC2Bt5VMIJwnByktlXL77Mtx5282wTSYkH8bXvvoFHD9+HHv37kVHRztGR0dx+vRphIGOVDqB9evXSZvpiZOvoFxeljZtAkTeFPMGksCULZCpZBrNhouazzbsJDrasmBY+vSCjw998A9xzTXXqAAjV8V0K/Wqclfk+xAAZjJJTJyfwAsvPAcbywIYqQ40EmkYySJq9RBuaCKXNmEGDkC7AKoN7QycZlPayAlmiDyolGQIDuFnJl1EW6EoadABg2JavqF0OSWYoQ+ix+8RsNqWqApBFStbl9n66bfSrA2lqLr4UNYFcgMvAFeQqMCX6DMEtnoKsir7AvXvSEW18u+oPZUAR1qaW63NERiI4EDUmv+q9wjUcahaKoVuBGzrTQfbNq3HlZdTPZxDXpvEYMf9+Mz3l/DI2DqEiRLuuOajeMva57BcmUa5uR3nz5/H/oMHBF7wwWMb7GvHfXffgUySnqxUhLHZVxcFVypnYWh1H2zbhG4kBCiy95pt1AJxoLxvVduxjmqjipkzxzH69MOojp1GWKlD9zykTBtJSZE3YUm7L5V1KtTM1nVR0Rm2LYCQDp6EdJQYeoQ6hQIKG9Yjt3YVfJtWE40LSszomkmoFdV0Avc18Ur8/wtWqzUHyw1HtGxtmQRyKabFp5RKrmU3QLAkwMl1BQI7niftxU//8CG88MOHkPaBj33h6UtaKj/w1ntw5MB+lGZn0ZY20J4nmLSQtgzYqTRS+TZRki9VKsh2DaNz7RZouW5UqmV89atfEpWnqKEl8O01h/AaxerPg6uESz7tDAiXjBApM8RwN9+/goVqA00YyiqAMIwbG9Sat7yHWZeoRryuNq+vZUHnRkYIsYGgpUgyQYBGCw8mwddRa3J9oVI1qQKFxNuZx+G31Ob0mjVaKm+OCWX9K+PfMqA3XLzlWge3XlmDQ99NR0faAp4dNfHpbzuwwh5Y4TIcKqt5vLQtMeixKUl5ovan32bgGbBtbgSZcJn+rhOw6dBDE1u70njvDTuhlUsoECY3G2IpcGh8Fsu6gcm6g5pHxbwjKnnbTLVU0uo8OIYLhQLqvo/ji3U0U13QqjPQStPi7QnaarQ2TsROo+UvKxDTDTA4MIA//dM/wvzcDL78pa9g7Mx5FfLkO69aBy5c8chPuAVdo+/TOsOQueqjVi3hnrfeh9//4/+MUrWm3ovrlqt8ulVam7JyiVTJhqXGPqEm11CuvV5TteITdkr7vqnBIAlvKfklpMykRzFD5Bh4pwg+YW2kzhVP2Ja9A6+9ePTSFsb1kKDyOZ3G1Mw0RkbPKo9Wy4LXbF4498jDW7Xr075G+WHz/cWft/U4eOS4gNVCNiM+uzw3gmE5HqmVmtfc6Gs6LsbGx9DX3Smfz/eh5zGPi9c0BquXtMTFL4orEFcgrkBcgbgCcQXiCsQViCsQV+ANqkAMVl+n0NffSyuAlvoo+ruV+ry0VMbm9Ztw7523IZvW8dKR5/GNr38JlWoJ23fsRHtbJ2ZmZnDs6FHlQxoyqIPtti4834FlqYCiljGq3BgTGlFpykAqwimbKkXiCAuoux6K+QI68iamZnX81m//Z2zevFVMGMNW4I26Z1VKIM1UaqIDB55FszqLX7prE8hvqg0H1WaAU2NzOHBkBMdPn8Sbrt+DbesGEXgO6k0frpVFzc/h4UeehOcs4crLtiNlG6hRKeY2sVwK0TewBhs2bFI3yCHTxNUNs2/aOHduHAunXhGYGiZSsHgsto32oXVob2uDxhZ/8WwN0GhUsbQ8J+ozHrtFv0/LloAZBOp7BFCECGwFNywSV19UVZKYznNttb2qeG+lBOT36TsoqdJKEyiqTGmfZ2t9GGCxVEa1WhOWQXBBUODpIrhFs9YUwEfFrNgguMqHlmrZXKaI4YEOWMk0GpUEhvOjSCX+BZ/4QQYHa+ugmYu4Yff78N7hlzG3aGKx1iMBYvsPHMD0zLScD6H4+jX9uPOOW6Vll7CZisKQ4VAag5PyGBikeozn2gJdRJ9UCDK93qQKlco0wqQAs0tLmDl3CqUTz6MxNoJwuYKg7sAyNSQ1W6A428QtkzVTTb1G4MNKJmDZCamheLsSlLAFmeo2Jsz3DKBz6xZYXUmEVgNhyxNXzQpBfQI/BC9y7LXAqrID4FhU3rCRL6xq7VUK1KVKDcvVhnxWRyGHfDoNQ+OxqLbuSAEXQUmlmAWS+QzOHnsFP/nSV6GXa/ivX9x3SUvl5//5M5gcH8OpYy/h1NGX0FicQyGtIZ9JoUqbi8DHYG83tm7ZBDvbhlnXQNnqlFbsr3z1yyiVSyqMSawAXqtYXdEmvmLt4IFGFhXK91Ylx9NzWA9c9LYV4foeSk1aJHADgkpaUyliRZnYqrOuyeYHa8lgNM4pVofWDgLMTUuUfzwuWnZw/rh+gNJyGb6EKiXkvSSA60JIGBWEnlKlywWmRlIk+koxbOoIXRc7uhu49+YmMhkNXoWbJToePgb84AUNeiIDM6jBF1/SEIaf4DaCCsnTuE3CelmqIuJNKi6vYsMQiK1AiG1D7Xj7VZvRnJ9H0TKQs0xMzizh2MQ0zI4uTDdczFe5FrGNnO/BdVQTP1keZzJho61QQKnRxLEFB41kG4LyFIzKHEx6BVPtLWpOdf70thY/1TBER0cn7rn3blxx5S6ceOUYXjzwIo4ePSnKSl4D1lx8plmnlk2IihRTliui+qbvKMcvJ3LI8MAm3vbud+Cut94NLdlq02+qMDGDa1Kr/tz1IDCN1KWi3OZa2VL4N5sErFyflHqW7J4zUAu4nijrB1rJCESFhkwyDdPg/Is23dSaSV9hU9S9LffwVvAUz4G2IvJ9Q8fo2XHUnCYMy4bv8HeSUqtGwVWRMjjyVlWAtrWOeh5GRs+hWMgjQ7sNem3Qc1Za/wmzVa2UN7iOpuNj9MwoVvV1i00J10PlcavA6t//5V9f0hyPXxRXIK5AXIG4AnEF4grEFYgrEFcgrkBcgTeiAjFYfV2w+mF1w0wVYUCFjVL91GpV9HX34+33vQVtRQuHDz+Jb3zjywIN9t54C5oND+NnzqFer6JWWfk06nYAACAASURBVECjtgTeFLPVPwhdCY9iKArvjAnOTN5kthLpqTYS2CE+nypF26GKNWEL6Mvms8jbIZLZTXjv+z6MjkISGuGqbqv0eHlPD7B08ULd98yPsXE4iRt3rwetGsUzUAvx0sgEHnjkAKrLS/jge+7AlvV9AiADx0O6Yy3mmkV85CP/BetXufjtX/0FFLMWXNdAtVHBo88cRWiuQu/wBvFtJWyjaMrUA1T0JJ79wQO4+qmHsFu30AhslEwHD1FddcebsfOyK5Q9ABVX8HF+cgSVyjmYDA8KDTh1D6OzZZSXlrFudSdyyRycZh2+ZqHqJrFcXUQ+qUJXNDMBi36tRlrCmmAwQTzNvHkBiD2dQwIa+Fm2aQs0rTUbSPoQf9nT0+dRrTpIpBKo18vyXFuzUCim4ZWa6B8cQCKdguYFaDDQh2AJPpJhDn6whGpoImyksbXzSVSrX8af/2QAZ8M++GYKa61x/N4VHmrhO1F22fbs4qVjL+PkqZMqJd13sGfXFlx/3dUCkwjn6EfKy05Q2jfUie7eHrGLII4iuFZeph6y2ZwoTempyIvOtuC55QrOjZ3A0thBGDMTMOZK8Akt2d5OH1YGB1HFSAjNgCpNgQ3WUb1XS/Gom/DgK+9QzYZnJZEdHkT75g0w2vLwNVo3sDeaveG0dSDca4FVBlexBZlt5pGaVqcKlyFJCgiJYyfPMQgwVapI23vSsNHd0Slt7Dw2MeX8OQ/iIkIsI51AeXoGP/n8l+HNzOFjX3j2ktbJv//7f5R5RcDYLC/h+P7ncPiZn6JcrsE0PWwdase2gS505HLwrBQWkMJsclDg1Nfvvx9z8/NyngL5XxuI1KL7BOGR/2cE3JQ/KjcNFMDkpgIBEr04c4ShCUJPtdZESmmlmgaSyYSoILkBU61UBdgbli5t4Xxffp+gPmFbUk9C2kglzfekElCFgSkYqYCgAtZUlUrgUhTXF/28dW4MyHJ9YDBTwbWbKljbm0BSdzG9CPzwUICD4z5Mi8dnIqCZqd9QmwI/57HC3VgdQ+szCPWGCkm87coNyPgO8skkTA04+OLLqIY+ij19WGr6mFyqwCH4ZZ0Ctqhb0C1bNh6SlonetiwWKg08ObaMZqaIsL4As7okdhb8KDORUu3znEMtBTkhX19XB26682Z0D/dhevQsDvxsH6bmlhAw4Kx1jJHiPTottu/L3BRbFxW4JuMdQLNRF9X+H3zso9i2fQvqtZKsTbQ+UedNfK02EeR6t96UV4aAle/Fa8/OhCgkK7LSkN8hKtdPteZTi9tS30rLv8xDQ4IMuZHETgl+n966mVRGfs9EmxzcYJJQNMPE7Ows8oU8yo0GFkoVgLY3Tdo2KPgcnX+k9I2+F9Uj2hQhOI+8eyOFtZwL7UhMU9Yt8Y+GJht6oyOnsGZV7wUVtTy31cHwd38Vg9VLWuTiF8UViCsQVyCuQFyBuAJxBeIKxBWIK/CGVCAGq69T5uvu/Q3BqoRFkg6tWWg06kilM3jLPW/GxtWDOP7yfnz9/i9gYnISb3vne6AZGYxNnEe90US5tIDq8jQ0r4lGvYqFxTlUq0yADpCwbbiOugmP2jF5GBHsUoExSv3kBh6spC0KtFXDw+gqJHH0+BRuv+PduPGa6xD6dWi6LUo0CT1hSIgWoN6oYf++n+D6KwfR19GJw4ePoFJexOVX7IaR7MCn/vXbMK0Q77rvRnmPpdISOnJ5WKl2nJ728cUvfg3vuG8X7rjpGkyMnUW1qSORppoIWKrlkW7rluZ1/lvEWYaFSt3Fi//+b/jNl49iUPOQD9IYRx3fM1M4/663YvvOqwQyUrVkNZuozh3F8HA7PI1qTB0zkzN4+LkjmJ1fwvt/+U7kkwbm52fQv2YP9NRWfOp/fgLXbM2js7NLINHi/BwOj0yjUqrg9us3I5vrwPzyIsbPz2LNut3IFdoFSKSsJF44fhQvjo8IfKC/qB/6yMFEXwWwwypqgY6Gm0AlawJpoKujE0kGOdkJqV+S3oykPAHhAuBoJqwgwI7+h3H8+I/x54+tRzmZRlAzcfnqcXxobwEzpbeh5hGeBTh+8qSEWGkalYg+rt17GfZctltacDnGCFZVUFWIvuEOud7j586pEK+W6iydtNDX149CvihKO1Hl+r60q09PjaM0OYLamZeBmSmE1QbYjmxRoWgpxaqAVWkTVipS8egkUGm1jlO1KlDfUC3CTT6vWETbuvXoWrsOZldRPDeVCptqxSZTdESJHYGiV/lNrggOE6MKaXdWwGS65AkcTFkEq+1IJ9jSrawQfl7rPMEqEa6RslGfXcAjX/oqmlMz+MjnnrqkhfLv/u4f5LOo0s2nE5g5M4LvfvMbWBo/jYGuHNpzJjoSBrqLbUgXCvBTRcxZPfBSGXzruz/A1PlJgZyezo0CBRCjQB9+zTkhs3EFxBbg1lI0Sh2o8APHkyNK6nQqIQnpEcSKbCqUEpBqVZbdRy6dkc2Baq0mNgEqyV55V0pokXjrsk2bfsYtVbF4a7bay301bpTSXI5cYKt4Zrb8PlX7vjongW4M6/ND9GUquGJtCR2pEMWsjrqXwHeebuDoFBWYtowrbrRoQRNY4We68iK9LlgNgaTm4b7LN2JbVwpBrY5q3cH05CR8y0Y63wZHNzFbrqHRgpmmiOW5saL8gjMJG0O9PeJT+7Xnj6OWLML0qrAbFdk4En9PWmxIqJ+yVIhgYULTsPOayzCwcTUWxs7hxPNHUPUDeFS2eoThF2E3Xy/gE8pOgRBRPLO5ccRlwnNELbxh+xb8yq//mljDeE5NbDnErVg2mOiRq17PR6T6jD6H64+MHyo4VwTfUaFKmK5sU5SPAN+P15o1YFAi/Yr53lxfuBlIKwaZVyGQTqaRz+dlU4XnXq3W5WuOLXYc8HdcKpfD3GIJvm6Iaj8KklL+2Oq9ouOVMMWWojUKVLMtS8D/yvPiz9wgkBq4DjcZHalfveni9OlTWLuqX8F9KllbFiz8+1Of/NtLmuPxi+IKxBWIKxBXIK5AXIG4AnEF4grEFYgr8EZUIAarr1Pla+/5oLoRDZTSk0pC+nTecONNuOqyXWiUZvDNr30e+w8fwLU334ZiRw/On1+EkUwhU8hjaWEK9cUpzJ0/g5mZ8yiXS3CdpqRzExJlMhn5ZAlkct0LASjSmnvBL9Vns7UKG0qnsHPnTnhuHVMzs+jt24Jff//vQIMDU1chIzxYA5a0eE9NTuD4S4/hLffuQM7KY3pmBr5XQ2d3O+ZKOj712f/A6kEbv/SOO7FYXhTvv85cCoaRwqP7RvHYkwfw4V+7DTs2bMC+Z5/B+clldPb1YNv2XTg3BRjpPCwx66P2lO3+KYxPTmHxP76C94yM4rizDN3OY6EyDatnFRof/HVke4YRBLooa5vLC/CDMQyt6sK56UmcGR2FEWoYX/RQWpjAhz7wFliuhumpaVjFIQSZ9fjKVz+NX757O5KWheXSIqrlOn787HEeAv74A2/FiZFzyLYVsVxxUW2mkc4WRWlKOPrFH38PBxfGYeXS0JsezJqLzZMVvLfk4qbQw1LvBuh//If4+8d/iB8efgTZ3k4BFT16Cm+79hZ0ForSokq1aYAkAt1AKqhjx9D3cOTg0/irB/rhEArULNx3cxl37NmEc0s3SBo626JHz57FocOHxP82Yem47ZYbsGnjOvHSpbqMGE6pCTUMDHfC9TxRuPJ7/Jrjoq29gI0bN6K/tx/JZKrVkqyjUi9jYmICtcV5NCZPYe74AWC5DK/qI2VAwCpVjLSXsFtgleq0COQLOKNHJzcRODrFlzGAb+hoWgnYHb3oWbsB+a27YSaTcNjGTdsEqlV9jl0FXjj+VI68oEX1JyQk4ZhW3r9UZzabdSw2DTQbDQFhbYQ8li0emISd0WMlYOVQYxu3lbFRmZzF41+7H42pWfzx5352SevkX3/ir2HaCWl1rpRLqCwuoFEp4/gTD0KvLyKd0FFI2Shm0shls+K5uqQVUc+34YFHn8HoyJh43rqGAwNseVeP6JiZCk+wGqWpR8BZYBShUQs00yOY6l+WjYp1qkzZ1i3etS0PVL6vTG/+XxAKJKcXJdvSNQGrClpT8SsgNPLLbSnhIx9M2khEwVcRTCRQpWZaBWppImRVNgwKIq4Eq/z4gUINV6yrwmLYnhGKavT7L4QYWeSYMUU1GlCVCNpwKPXmax+vB1alXdzzsLk7i7dfsRp+rYpq3Ud9aQ5uoMNKZxAYFmoMbxJAZ4mPMDeUHI+gz0A+m8Ha1UOohgb+4Uc/w2xI1XkVnZYOp9ZQ3smGsgHgHgLBJR/iyUwFfsA2fQ92woJJewwzIZtgVMayFpGKlK/h1wk7LTWr1Wqy8ZbL5XDZZZeh6dSRyqRwzY03om/VoAQCaiHBbohk0lZ2KK+CqdxIUxYFBKkRuJW52ALq0biQNUHAqke5qtgQ8Hk8hwhyFgodKBYLonKulMsolctqXrfenyC1WGyXOigPYwvNWh0zs7MCRAfXrMXk7LxsmAX8nBboXKnYXdn+z/eO/Fc5zmhR4TSVL230PH7t+FTPGvA9hhV6gG5iuVTG2bNnsGnt8IXfidE84t+f/Iu/vKQ5Hr8orkBcgbgCcQXiCsQViCsQVyCuQFyBuAJvRAVisPo6Vb7m7l9vKXw0Cc6pVGoYHlqNu+64DT3tWfzggW/gh9//HgaH1+Gyq69D3WU7r42K42G5wpvoJsZOHsHIKy/CdRqiKqLqi0CEoIYKJyqJohvPqIU0gl303FNtlq6ooKhI6u3rQ7E9j7m5SWQzvfjl9/0u1q5fC69Wlw5qIhWqGKlmGx87g9LCCdx12yY4CxXxLu3ozKNSq+K5w2O4/4HncPOeXtx723XS6s5WWjg1pBMZ/Ou3H8dLp87hdz54F9b19aJRLcHzTdhpGxNzDSyWs0jm2xG4hEpUGYaAncapkeMwv/1v+M3JZSz6Hso2U82rODO0GrO/8svIFvtbYTg+GgvzsBPTGOjrweTsLA4f2o+B/gEcO7sI21vAe95yMwxHw+joGUws1TAy52KpMo73330dPDdEw63AgI3vPXEEhfY0+tpyePzxp9A10IObbr0TiUQ/Gk4AokJirM8++C2cNeoITA2icis1cOdEFX/a9JFdmkdlaDfSv/+7+L3HvoknJ47AKhYQNB0MJQp49013ot1KSW3F15QehwDSfg07190PZ+EAjpxhe6slaejr1+sI9VtwurQLblMTkDZ6dgwHDx1EELgo5NK4+443YaCvVxRlBELKBoB+kzp6BvLSwk3IwU+qNxqiEuW42bJlKwYGBiTgjMo1jpFGs4ZzE+cxv7iMvFbH+cNPY+7kK9DrDmwBdgYS9N9kyz+tAKjaNdkGT2lh5M3LFnP6TdKWgErtUABUg7rkZAaZjm6077gK+Z5+OFZSfDQp4GXEET0TFTgklFMZPCJOlSpRZxoKUA01ekG6otyer5akFrm0LS3w9NflBoG8wc+DcUL+DCSzKUweP4Wn//0/4C8s4Y8uEax+8hN/Dd00oZnKekPqoml45tufx9zIUbSlU8gkDGQzSbRlsxL45JgZNLJdePTQCRx46YRqozd4frbyIV2pWmVNRGX6alAsz6Mfsai9PYQtJaQXKNUvgZsEE7Xmf/S+Sl3JoDplq5BmejoYfsXXKXUp273VVwqSWjKuVPhatK4QevERwXqC9Ogh3rotf1u5eq1QMmmb1xl0ZqAzuYztA8toS1qwLQ+leoif7A8xVmHrOc9ZuRob9FX93wSr0WhJoYm7dq3GUFsG9UoNXnlJQr4sbiYQhuocq7rAwHQiiaSdFH9inksum0d/Xx9cO4lP/eCneHGmCl3z0Z1KSEgc4adm0R7DFnW4tMzrOur1Ohpus9WKrlrxlWWLGtcEq6rGhgr4akFR00hIrTdsWIdMLiObCH19vRhc1Y9CRzvyHR1YKpcFblJFnLDoc6pqrlrkffFupppY5qP4tJpyVbgeEHzy/SWsULypW96oom6n+l0ZCCi/5YshZITtbcUiOjs7xVN3aWkJZYGrravNOhqGgOA0FdCGgYXZGRlLk9PT2Lp9F5aqDVTqTstDWIUIRu35K32QozEaBf7JMZu0IVCgN1Jgq40jbuBoauzLWNGwsLSM8bGz4mnMTcyLMFZ5rP7t//1Xb8R/C8WfEVcgrkBcgbgCcQXiCsQViCsQVyCuQFyBS6pADFZfp2xX36XAqkE1KKGpYeGWW27Bnu0bcPb0S/j0P/2tKFiv2HsDPN1E/6oBpO0kzk/NiDfmmdPHceLYAbjNMtKprMDAnp4+dHdR2TqB5eUlucmW9OMwEHWP8l5kyrgKApKbV2nL1lCvKx+8zsFueM0aEJq4/a5fxB13vA3N8oI0SkNTatjQ1HDk6EuoLp3FvXfsROAzFCtAs15GR0cbfvDI0/jR4y/ivW+7Clfv3oRypaxasN06DDOBz3zlR2gECXz0996FsF5Do1aGZqRhJDWcn2rARQ+sVIGR1RIIQ1VtYCVw8NALWPPg/bh9oYSlUEcXW2gbLp7Ysgbzv/orKFrtCBwXgRFgcWYcqzsdeI6Dl0+cRmdXARvXrsNnv/Igtqzuxu237MTC1AzKlSXkuwfxjQeeQjob4u6rd2F6uoxETkch24Fv/eAZDA3ncfX2yzA5OYfJuSl0dA+is2szKjUfCVvH7PI8Pv/IA5hPBHDrNVipNBLVBt5/toIPOzoONamIy2Em24Z/Krg4N5yB5vkwnQDbB9bgzdfchLxHaO3Dp+2CXkfoG2gzJ7Bt7ddQ1MbFi5eg12FrPNI4ePatGKtsRuBRcerj1OlRvHjksMDE/t4u3HPn7Sjkchc8L3mtJfxG19HWaaNUKmFpmQnrCqgQNlDlvGvXLqwaXIVMOiOKWoIQr9nAuekpjM1MYbC9iOb4CI489iC8pWlYDoGXBstQgWgEiJIkb1qiuItaehUYVVCV4412AUQ4LtuMGZRFgLVqHdqG18Ho6IObSAlYpDconx+1kvN1asyy1VpBKcoxyYxs25LxWalWMDF7AoHfRCGXRDaZEB9cQ6MH8Ksn5AXlmgAuBVZffuZ5HPrxw7DqDfz+Z5+4pIXvE3/1CQkPErjaagsnWB3Z9wj2P/pDdCYMFHMJpFrgN8vztZJwjAL2jU7jocNHEbCeokBV/qQraymK1ZY1h1SgBSwjJSqtAgjJCOwIRxnaRZrm1ulbexHSXlDASnhXKF7ABH68hjx2qoJp+XDB21I5pkpNBKxe8Ewl3A5FSUiQT3sKUWC3/JxJw1U7t9tqTW8pl1tqyKSZRmgE6MnWsLF7GRlDRzodoFQN8PiLGsarhMEhmLPFczPErfV/X7HKceR6TQy3p7F3XT9ycGXOhq5S+3MucIMgm0oglVDewclkRlrZubGUTOeQz7dBT2fx788fw3f2HRPunG1ZJjhuE5qlfGz5h57FfHC+sVR2KgXN1OHVG9AIKj1XFLhJtsS3gqYiCxe+zrYSAkdXrxnGr/7q+3F69BT27XsO+WIR2y/bjVWr12CxXEZ5uSQQ1NJ0ZHMJOV7xQG3UlSWHacpaIXYOpikbKxwiiWSyBVOp/lbAvDV01LVrAV+Bry0lK2Fms9kQQFsoFNDV1SWbegsLC6hVKzIP+bP5+QWpQV9fHwr5PE4dfwX5QgEzc/NYt2EzjEQGi6WqBI9FY3il72808V77PdkU0NXxRKpnPlf+7au1gup1AcFUZ2s6SsvLsCjNjZ7X8pWmCvZTf/WJS5rj8YviCsQViCsQVyCuQFyBuAJxBeIKxBWIK/BGVCAGq69T5b13fFCpl+Smr4r169fjvvvejLRWwxe/8Gn89KlHsXnbbhTaejG/tIxcLoWO9gJsM4G5mXnse+ancJsl5NtScJoa+noHsWXzdjz77D6US0soFPJAoMKsqJbizTBvtqU1k5529ElMJi8EgFD4xiASk7DHtJDNZLBhy1V436/8ATRnQSCVoWckEEuzdYxNTOLw/idQyDto2kWxCDADF9mkhvGJaYxPV9HdU8CmoS7xA6SPZ9rQUPeAJ184isD1cNebtiNBAGGZCM0MzJSBsAbk2rbASGSBgN6QmkChhg4c/PHD2PTYA7izEaBk2Gj3G1h2HDxy85UovOeD0B0TOj8raGBsZgS7NxYxe34OR145ge3b1qOvpw+f+l/fwj037sHm9R2YmpiCYZlo6x7EP372W9izZw2u37kazz73MnLdGQz3rsLX/v0R3HbbduzdsQsvHTuBRD6H0M5iqZSCr2VgJQ0cHjmGbz73OIJCStS9qVwW1uICfvv0Mt5XN3HCXcYaM4UnzQD/rasdS8NZhL4HO9Cxd3gTbt9+JXQmcounqQnfrEPz0ujNH8DGwa8j5Vbhm4DFjlk9ROj24Nmxd2DGWcWodTiuh1eOn8DRl48KUFgzvAp33nartHRHwIJ/K5CvI5MLRK06PT2FucUFGRsEFN3dvdi7dy82bdyEYrGovDGpdHVDjE2PY2xhCkNdfejyfTzzwL9h8uR+2PWkQE2+Lz1W+YdQjv+WRPRWOrpSlVGaR3pDgEe/TEOgR2BCPHy1XAGZobUorN8Gq7MXIf1CBfzSCkCBQqGD4tmp5o7yVaXq20I+V5TWZI738clDcJwqChkLuUwSNpV/IdPDLwgwL8xMgYtCXAnOknj+ocdw4mdPIxOE+N3PPHpJ6+QnPvFJpbA12MKuVIgMM1oaP4GH7v8y0m4FnXkL2XwG2WQaWYZryfkU8MpiA9/cfxDVQIfJFnS+RwvURSBU7DFaYDX6XtRGzs/jz4v5AkLfRaVaRWdvF/SEiROHX7oQZhSNDdWir8CtSL5VhQVsWwkLoasClKIxpGkqUIvXOHqPC+DeoFEAwdZFT2faEvC68TUBbQlaYVbROfHvpJFGaIboLzYwnF+EFfrIZIFKDXjhVAJnyjy+QLxieaz6JVgBqKESIDRsWX+2dyewszePUrmGpOYrf2BoSNom2nJpZJM2LIvXzUIylYZuWEgks0hnC0jm2nBoqoJ//O7DWKyUkbZ0NF2qJAlK+ToLlmXLGqva6n0kslnACxA6tBJpiFe1Rv9Qhou1VKqskQSFtYKlbFNtjhGO79q9A4ViXjxzy/U6dl1xBYbXrhMlea1SlWvtN5vo6CyIUpSXs1apXAiPq5Ur4n1KBWu1WpXfB2LfIBsdCgSra9RSIAtYVeMiCoYj5KWPdbNBawKGTulo7+jA0KphOU+uKTzetrY2TE/PYG5uXsDr0NAQThx7Sc7T80P0D61GsbMXC8tVuD5V0QreR+PptcA0sjHhz+X4uAHQen5kBaCsAqjKJWTl74EAdap1bQWn3UbjwrlJIFcYyjH/zcf/r0ua4/GL4grEFYgrEFcgrkBcgbgCcQXiCsQViCvwRlQgBquvU+Vr7vowSNM81wfvK9929z3Ys3MT9j//MP7h7z+JRDqN9Rs2YG5hEfWmo1RHlilqxAMHn4dTr0vrNj0RQ60P73733Xj88R9ibGwC/b0DqFSXJCW63nCQbevCnfe+A5u37RAv12MvHsYLTz4iQK3Gm82QXqseXM9BAu3oXdMuuTDtuT78zoc+IsyJIVf6hRtZgjSJJ5LWXraFer4D322Cii16blLB2HQDsQZwAleSqqmoIlej0pCvK1XKUh1aEfDmmMcyPLRe7Ayi9s4ojCf0azh96iQmRkagOS6Smg6PLey2jTW792B49QYJ9YLFcBsNTz/zDOrlMfiaCa28gM7eTpxv1DH2yglsWN2NQkcvG6yRT9koNX0889wB7N2zGdu2DOLoiyPoHexCYGt47KH9uO2Wq7BpzQCqdcKIPBw3jVrNREiAkjHx2L6n8dih54BCCk23jmw+D3NiEn8w7uOOZgKvhFPYbPXha5km/rmzCaevH6HrIQsL91x+Pbb1r4ER8LhDMJMn6TTQ1/40VvU9gYyxTD4uMeBeoCGhMUgswHhpN45NvgmV0ITrBjh64EWcOjUCx/Zw+ZZNuO2GmwSG8NoFPoGJCcdtoK0thUxex9zcAmZnZjE1NSNtvPPz8/AMB3fecSeuv+5GdLR3wdLMVgAPcGZiBFNL0+jtHMCGvtV45bnH8dMffBX58jKTtqTNX6cNgs5jNCRNXnwcJQ3cVoq5QIUaCZQjNBUlqmpdJ8RjqFWQzKNteDP6tl8Ou2cAnp2C7qnUcNcP4RAeUQ3pefB8V4Xj1KrS4jswMChAh2D19NiL8Jpz6CwmkLZTSBopNe4EyBC+0JaAKmy2P+uidDMZsBM08Mz938X88dMwtBC/+y+Xplj9y7/8y4swVFet92LHoQV48ttfQfXUAfQU07DSKbQXisiYBsyECYtzBmn84NhZvDQ+A50Gv/SnNXRRNHuBanEmPaL/KdW8GTuJbCotta1SAe65SBWKsmnBQCMqvnuG1sNIdeDlZ38mzzMttptfVKLS39QPCBdbQVlCuFRbfMjwM1oICIBm8jp5G60AFFiN5moEVy+ogCNY21LUKtuAi4FVK1W4lmbDtgystcq4dkMO1aSDucYsAs/EC2cCnC8X4NYaMEIPLpWxlinjIFJjRi3hPB4CUraJUzG88ljYmi/Kb0JM3xMP58t3boXmOcjMnEc+YyCT8pFNGWjL5cVnmOp8AatUrVoZ2GYaqVQWtpWEq9l46NCLePLkaUyVG1gqVcTHVzysCSvpCSs+qhZSqTScZkOgaGSfEEFEetvS4iCy6uA4kU03blZotNpQGySJpI1iMSubB8m2PO5481tks6JcqaBeqyHwXAn86+wqIpvKiKcpbTwIWalOTyQtGScLs3MyFg2bCm4NKXqWtuD/ymuoatcCq63jU/YxarODYLVRZ4idj97eXvT196BWc1Gvu+jp7sDszBQmJyYkAGvLli0YPzeJqalxdHZ0om/VBrR1DWK+XJLzjjZ3VgJ6jj0qnCOoHylXpRiiilat/BFslW+3LC4i6qRv8gAAIABJREFUS4ELnuI8fteTjZXoHKLr8PH/47+8Ef8tFH9GXIG4AnEF4grEFYgrEFcgrkBcgbgCcQUuqQIxWH1dsPqf5CbPcXx0tnfhPW99G5Kmh69+5Z/w5E8fx9r162AlEjh3flJ8IQk9ErYNz21i6vy4ABDexBO23nbrL2Bq6gxeOnoQHe2dWF4uwXFqonIaWr0e7/7lD0C305iamUO93kR3Zwf2P/konn7ycZg2FXFUMebghxraCl1Yv64f42PjgJbHh377D9HV2Yam05B0crnZptJKFGkMnyGXUmn2/L7TpLJVlzCt85OTGB4exsT0JDo6O1BaXEQmmUIum5GbelEl8bUtYz5pDfcI6ZR3Y+TbKDBOV0oln2nxCOALYGKYloakTkRqCuzhzwmJH/z+Azh+5ijyTO3WPDQCB01fRy6dhNeso8mgIj2EGbqo+RqMRBppw4NJu4QgCc0MUWpWYYRZZBIudEuHYdIr08LVV92Egf5hUW5Z9AycmcYroyfRFDWecpVM+j7WLlaR85pwtAY69ByO2RpeMQK4lgnH85G1Eti77TIMtHcpuBDqMBwPfcUjGO57FGn9PNyaAztpIdTplwnoni7KvmWvG+cmr8Pp6lWoVMp47oXnMTUzCQd13HrNNbhmz+UK4gg80xEGVL010NffgXwhIa3J9OAtlcry9dzcHBbLc9i9ezcu27UHnV09AoTo48lwnXPT45hemEJv9yA2Da5DaWoUjz34dbijx6E7ATQ/FO9OAndbM5T6T2CNKWAqCrMi3Gr1HJOwy3VV118BO1gpIFtE+7qt6NuyC5neASTSWZVeHqr2XwEiYSBhbVRfE6Ty0d7eIVC+Xm/gzLkj8JwFdBRsAatMspfPkNZ0+q0moWl8L0fZY9DN12brdAWPfvEbqJ2dEpD4R5976pIWvr/4i7+4AFbZGs/gJUIfKqTPHnoWh370LXRlLeTyaRSzGWSpJifg0oBGYOGlmSqePDaK+bojileOdY5/ttpz7ivFqIlEwpa5yI0WnWuCbaFJ32TWy3HFi1S3TRS6VyFTHMTxfT8TlZ4AVHr5tpSoVJRyHaCyT2CpQFXahlDMq0PjBo54bipoSBUqvxbfzhWPlTYD0fyN4KYCYK1281bqewTDjEQKBQCXoYlbtg1jxG/g8dFTMEwNE4seatYgQnqY1uZl3HAjx9DtC5s00WdFkE2NF3oWRwBZHaSIckMGtbXjzrtuw5tuvREHDzyPI9/7FgbbkljbkUOWpeF5cdxapoxry07CSFKhnkEilZH11LOLqBkWTk7P4+vffUBsWqjW5jhVlr0mbFGFJgQCM1SNNYxAobJUkIW0tZ5ShawUq5w7ovYmWLWoKiWUD5HNJlBsK2B40wbsvuoqOI6LWr0pnQlypr4rAYK04pifnlabb4AA9/7+XszPzsFrOsoDltMtYYvdwcVNs5bNxoXrqjZBIiuACEqKNzctARpN1KpVmZf9A73o7OyGYdhIsc1/YR4T58bgOjW0dxTR1taDY0cPo6u7G919a9HdvxrTCwwZVC390di5uPmixmM056PfCcpS4uImTRSoJde+ZfURbeJEYFX+3fJjjQBt9PeffexPL2mOxy+KKxBXIK5AXIG4AnEF4grEFYgrEFcgrsAbUYEYrL5Ola+9+0MtxQ2we8cevPn2W3Hm1EH882c+iYWFOWzevAV1p4nxcxOqkZat1ZaJcmUZ1UpJtQFrGgYHhzDQO4yDh/Yjm6XXqidQky2vbd39+MBv/KYAu9n5JTRdX/4wFCioLuPg80/i1MkjSGXZ5pqAaWWwbdsV+MX7bsbjD38fP/rps3jfb30EN+y9ER4DsgSq8oQUZBF4QM86XamBUqkUZqam0WzUkUwlMHLqJIZWD4uiMJ3JoFlviJqVII+toTwnx3UutL1KSyc1VytaPCNQQjhIkKM+XSLMW5X1leJWgJ1KNao3l/Gd79yPcn0OKT0pqsRq00GzqSGXsRG6DjyCNvqV+h6qvoFUOo3Qq7InHQHhJW/ewxDpRBpBcxG+loLnN9BOIHPHfWgrdqLZrImnIeEjk74D1xUPSB4lFXOhZWCuvoCsZSIJCzAS0A0bBttSWwArnUqrGpI4hQYK9glsGHwQBesstJDPs+GFHsyAIV4EPp6kePP7CwvD2D/7q5gtL+LQk89gamFWlK1333E7Nm/eCN9ptupkwHUJFR2sXt2PTMYSj0Tfd9F0mqhWK5ibm0W9WhHl2aqhIfFwFG9QUT36Am0XSvMClId6h8T24fC+x3H+2YcRVCrQHU98ghmCZDI1nhBR2t+V3yKBk2ichSUFAkCiNv4oEcmT4mniu2q1daNvy2UY2r4bmYG1YIiPaRAiqnbykAnrrBv9gx2mg4cy/ghQG80GpmZPw3OXkElpYk/AuUI1cb0ZwDKzEqJmWjwURwG3UIeVSiDwmvj+P38OtbFxmScf+bd9l7ROfvzjH18BVgktCVap5LWA2hIe+trnEJZm0F1Mo5C2kU+nkWwdE61tl10bT50Yx8GJGQQaYV0gwVNULRKacfzT15L15HzjxgeT5q2kBQZVcfzSK5SqW55IKt+DYtcanN7/vCTMK/FpIHNPwBW9bilb5RYF4WArOT4UUwGyTBWAJhsHrcAsCaJaoUpdWaiVEEwBTTV3RTXagqqvUqyaNvp1Dbs0B1dvXoXzSeD7Lx0Gg90nS4DRtgFJw8TM9BlRdlMFGSoGrNrXWR++Pz1Skxls37ZdxvbpkdMSztbf3498Pit1yhUKeOs7344r9l4OL3Ak/G/s0Atwl+aRqJahM4CKUNm2YFGtSzBuJ2ClM0jmCkhmctASNjw9gUy+HYdeehl/9w//iGWuu6LkN0WRbydTCmBKy7kH13UuhENdgKqtohFc88F6RgFWAuLDAAmbfqm01aBq1URfXw92Xn0F2rq7Zd3j5oLGTSZdQ7NeRWdnm/jblhYX0N3ZhZnZGbS1t8k0W1pYko0rfgbnC8Eq52PoXfQrjTxeI8XqykCtSJ0s58J1rtkU1ery8jI0PUR3dxfWrF6HXLYD8zPzmDg/juXlWWiai3Vrt+HcxCjSqQwGhjciW+zBQqUsFjQrwXikQlXq00AA7sqNNhWkpb6vVK0t73DZWFOuv5EaVV7Xsg8gWJUR3Apci8Dqf//on1zSHI9fFFcgrkBcgbgCcQXiCsQViCsQVyCuQFyBN6ICMVh9nSpffedviHrLtFK480134vJta/Hoj76Jf/viZ9Hd0y3+dxNTkwJfxatSlJ0hSqVluUEnXEkkUujvH8S5M2ekbdWyEyiXlwU0NBwP9779F7Fx6065Cb32hhvw7L4X8OLRowIHLaeBo0eexQvPPSYJ2IadRaHYi3y+F7fv3YrREwew7+WT+KUPfwRXX34DfII4SiZfBUmUysjXAzRqDdSqTfT1dWN+dhpTU+fxzDNPSqAJb3zZjrph4yZs275dWuVrNRWqwvATFoJAgUiSKc4rPyMqX5SBQwApCIUtysLolMUA1bIe27k1DYsL45ieHsHOTavFixCNJs6OT+Opw0ewqiOHy7eth6NTwelgfmYRzx8ZkePYuXUYhhGg0XQwNVfGyOg4BnqK2LR6AG5oiHWBbqSxdfs1MMys4F0qZC1Th990pJ2W7b4EoAtLS8gWO1B3G8glEvAbjrT7FrN5eISChFiaUlBGsCIVlrB2+AH0Z/bDbITwrBCTCxrmFgmSTBRSOtqLPuyUBz9MolZN4PiBX4A/PofmuXmc1B3s02u48ebbsHlgLVyHSk5+jiU+rNA8rF4zgFRCpYUTTvLa1BtUri6jWS4hk80incuIepLnIf6Oji9WAY7XRE9PP7q6+gWOlBamcfLR76B8bhRmk2E8Bgw9AbMVMkQgQxgqnpErUskJ1/g/pX5W45oBPp60aitbCNe0kejsx6rNOzB01c0otndL7XVR7nHIME1czk4pBCXtXLWxU5HZcJcQ+FVooSst9I7vYGFpBkuLDbQX+9De1gXbJDj2FTyDBaomfaeGH372M5g7fkjUnh/78oFLWif//P/8sxaYVhBLqVYJxw3kUgkc/OmP8fLTj6A7qaEtZ6OYyyOTTMNKGKI8dD0Tp5YdPHLsJCaX2brPjQDOE64ZhPkKjPL6cT/BTppiv8D2d8I3O2nA0AzYCbO1SZBENj+AmZNnMDU1pcAqWmCV4Eo8UNX15nsShBPOcWzbJqeQB59wNaBKVamyCfUiOPraIkWbIyvn8ko1a+TnGfmsZvQE+kIPOzMhdmzqRGKNjuOzJ1Fxk3j6mIeTkwaSVkJ8c2FYcu4MI1JqdjWOCNhXr1uLd/7ie3H9DTeIj+jLL78siuT169aJVQXHcEdnD1LpFCqVZSQsHSHVr1oCbrMCt1Fh8VXbft2VzRWYtHFIioLbYCiblZAAKq5Ehg8cPnAE//g/P40lrr28Nr5Kpk+kUnJcTW6ySJCYUqeqx8UQsAj2CXBuQefICoCZY8lEUm0cSdggMLx6FfbsvQJagp6vaQXIDUr6PVQry+jv7xNv1YRpoVHjZkIdPb29mJ2ekY0HwlR6v4rfKkMNPVdtlLWAY2TVodTISpVMz9iVf9MKgGCSfq3czKMtwMLinASDrVu9Dpft3ovSUk3CtsqVBSyXZtHVMQBN8+T5A0Ob0D2wBkvVKqo1ZQkT1WElWOX3IoXvyvHDY2QAV6RmjV7L3x8XKtzqeuA1iBSr0XtEUJVj/X/8yccuaY7HL4orEFcgrkBcgbgCcQXiCsQViCsQVyCuwBtRgRisvk6Vr7vzP8EPmeDcjre/5W3ob0/g61/4W/zwx9/H5q3bRAE0NX1e3WzSBy+VkpbneqOmbnI1E/l8URSQ0xNnMTgwhFKlhIZTl1bMQr4Hv/Zbv498Rwd279iG8fPn8NOfPYVStSbqzKmzZ/DCzx5BZXFC2olDzYKdLmJgcBXmxkfgNGrYuOMqfOj3PgbaMbrNhhh9yo2pqNSYVi7aVZimhmqljoX5BeQyKfz4Jw/iySceRaO6KL6ZkjNNlZvvY+tll+Ht73oPFhZKkhTNxGjxfJTWXaKeiwno0c2yKFtpP0AYRCjnB9KmTbhENVhAF0nNp20iErqBmakTWLemgISZxP5jR7Bn6zaMnDqHbz38MG7buwNX79yEHz/xOLbv3IHA0fGN7zyKzRtX4xfefBPSpoem5+D5F8/gqWcOYc+uYezdtQOj4yNo7+rF9EwDRqIXgZZhDo2gYMIoKuWovFpcWkR7VxvOT5zHyOkRLFbLKCZT2LxlC9r7uuEuVpDqaIPJ4gUBPC0U6wSG2AzmjmLDmm/Dpl+i5uPUZIhXTprQjQw0s4ZswhGPxIRWRXslgY4lE5knN6Hb0ZHs6kSpsw0PdWhY3LAGiXSb1EZS3ZmhzkRw00dffycSFoGYauEWCwLfETBSLy2qFmixD6BSkXpFH6EXiiqN0CedyaO9ZxD5zl4k7STGnvo+zh99HlppAUGddgBsW6bFAv1ZV6rv+G+lOY7UZ1EauNBCje3d9PGEQCKfHoqWjVShHb27rsamXVeirW81PCOhxl/oKQR/QTGpgncuqNHYAq8zJdxHs+Gj0ijj3ORpzMzMo6d7CKv61yBNhSrDsZo+PBfiCezUKnjxR9/G5NEnYWkOPvaVg5e0Tv7Z//hvLcWqsgGIQBkhcCKTRmnmHJ741pdhLE+io5BBoS0rAD6VSCJtWtLqXNYSePbkWfxsZL4VgqUCnAxbWS4QoIova9IW/0wFryFKVU1XbfAcmxR2Vhvsby9g/uwE5mdmxDZAPJKZpC7Xm6pr5X/Luooq0POxfu1q5LUQx8+eRTM0EPBcxCu5ZQbQUqKuBGPR1ystAKK5HH1vJVhlbZKmix2pBPaks+jrTcNeo+HE3ElMlwLsHwVOTnHThGMrQGBQZUkeT0sDE03XkWO+8pqr8Xt/8AfoGexDrRXYp6CkahunfQjBJx07eK686BIeBV8U3aGloe7WRMntNRwZ97Tj1U0TCTMB27DkD+EkVdiO78EMNZw8fhJ/8zd/i+mZOWisq2+IZQPPi8+hjzAVtRqDoNQMuKC4fy2AjsBqVB96FnPtp48yNyQMQxOwun7zOqRyGQmZ47wBfNSrZQkKHBwclKAmXuGJc+cwsGqV1KheayCRTCKTy4gVAtfParkikFz8c6NgqNZmDy0QpCuhNY/5d2RTYNOfVRLKWEZXNjO4QTM/N4PSUglXXnktNq7fhpHTpzAzcx6LS3NIJTMolxfEM3b7rr3oGliD5WoVy6XFC4rVlSFpK48nGj8r4SrBKsFoZFXA5xCEy8bNBYCt1gixMJBwKxXCFv3N1/+3j3z0kuZ4/KK4AnEF4grEFYgrEFcgrkBcgbgCcQXiCrwRFYjB6utU+Ya7PoSmF6JvcC3e9da3A40ZfOGf/hyHX3oR6zcx6OOsqD2jG1i2lJbpZRf4ojai5142W8RyqYqkqdo6F0vz0K0QTiPE7p034aP//c/Q3d+NRq2Ep556EiNnRlFrOhL8QSDQKM1hcuQ4jh8/Cs2wEDBkBwmkcgwGcbFpw2X4nd/5qASgBExZlrbKllJUIBnhaoByaQm5TB7l5RL+9X99BmfPHIdGv1Kdf/iemnhLhroh9gZDazbjne98ryimqJRKJVOi5pQ055aScWXojNwUR1pWqrYkrb4VpMMbe81DaLgIPA2a62Nu6hVs3dSOb377R5icnsTQ0AA2btmDJ59+FjdfswXnRyfw3IuH0NPbgW2bduK5F17Gnss24e4bd0HzavDg48SZGn70yD5ce806TJ05g0MnTmL3niuwefMe6Bo9Z+k1SdRM/9sApmXBcx3MzEzj7MgIjrx4GJPT50RJmzL+X/beBEyq8kz/vuvUqX3r6n2h2aFBEASlRZGICyi4YBSNOIqjZCJZzMSZz3Emmgn5J3pN4jdx/mPmC2aGcXQSNSMZxYm44IILirig0GwCzdJ7d1UvtVedU1Xf9TznnKZB0B4mMkqeytWX0HSdOuf3vuftnPu9n/txIFxXgxkzZ2HcmPFcqqvqFJ+gQbMZDlwq7p5c8wyqgu/CUSjgYK+O1shEVITnobv7Fei5/UhnFBQO5lC+S8XkeBCj1BDCipezQfMhHxy+EAZ8IXw0bQT2lZaR9xNFhWIbjC7tdrWAkrAbDpW6kKtGbiKdB4vCOei5hCGoUq6hTk2iNCMDtahAy2rcwAiKCkcgjEDFKHgDYWjN29De9Ab0SBuKaVKaSc6hxkBUZ0+6OmUBG59FLy4jN51kdOUs4hrt2tnBTWIgi3vs7iTFR4FaPgIjp87AhMa58FWP4M+g7ElyABqRAuT0s4RVVlvZ0UwHLBQoAgCIJWNo6WpGd/QQqivqMKp2POcCR7t7EB9I858TmSTUIqAd3Ik9bz+LgpbED/6j6YTWyb/9wd2DJd1cSs5fhrCsuN0s5r37+9+ha/tmhANueEM+lHlV+FQ/PFTqbwdysKMnpmHtx61IZVLsSnV6nHD73HB7XVCddkMo5PvSyD0uZA2Hrq6TaEqOaJLGqVTeD7erEmG/E1WVVSivKGNxNh5P8CZOOp5EOplEippfZTIsQlWUV+C82Y1o3bIFr737HkiCy9tVjr2w851qjpUpXB0hZpmC3FBx1Sr3pv8OFVZJrHPrecwp9WOqx4nSGj/yNTo+OLQHkTiws72I1rifIybsJJbb7cY9ZzcEMmp+d8mihfiz274Bj4+aRCV5Hpuq4KCQZon6uZzO7uEsNb/LpKDnstBJ0Ke5Srmmqh0KjQFFYdDGBDVLy5uN9yiL1nTXk3vX6XBi7759+If/+yC6eyJG5EPRyGUlJy05ZGmzgq+ZOyexRMjnZG0EsHvd3FDiTRYrc5riBBzU/IrcyqZ71G5DuCSI+lF1GD12NErCYR6zdCqOgf4IXE5aSWj62FDQ8wiHSxAKBbmJoMvl5RgEfyjI55aIxXnOWFEZQwVKvqfIAT5kbC13qOEyNjZNSGTmpnDkXtWzyKbT6GjvQEdHFy6+eAFGjhyD/QcPoKenB9lUgoXV2po6jBp3GjevyhYK6Il08TkPLdHntcLMeR3qWB2MiaHIEE3jdc2YT8ZmHwurpvN28MY1eVIUAF3DUPGW3nvXd//8hO5xeZMQEAJCQAgIASEgBISAEBACQuBkEBBh9TiUz1mwnLucT540E4sXXYa+rm345f9difaOLlTX1uPQoYOcU0qOMyrDpofrjJYzyjG5SzQ51txIJlMoD1WwyzKVTsDhKCCRzOLSy76BKecshjPswaSGapR4bIhFWtC8dze2bt2JQtGBmafPQOu+D/Ev//RzuL0B5KmTu05CZZ7zCRcuugY3L7sN/f2U2UoiBrmv7CwysDWOH6gp46+A7s5DeOmF33OuKsVIxuJRdpfRg7chaBhygtF4CqirG43K2nosumwxAsESaBmNxdWirchCBD38WqXdhDBPmYrsUDWbnFhCHbuPNGSLOaiKA3oyjkRkP2ZMrcXB9l7kcwn0JgfQ3ptE8+59uHbRPARCYRxqPYBEMomOnjh27z2IBefPQOPU0chrRRQcNjS3p/Ffz72Gi79yGhyZLLoTSWRyQP3o0+HyViJDDje+MIVFbsr1pK7ce3bvxCvrX0CKcnDtNtjIXWtXkCvkWagaM34CJp9+GsbWjkfRRg/5Weh5N4L2dkyvfxKq/QB0RceO3R7UjP46ppx2Dp57/m5otjJgnw0lL29FTcSDKSUjEAz5UCxmWHPJ+7woej1wJ3U0jyrH+7OmIObxA0WV6+WpSVMgoMDnV6mG2+j0rpAjzcY5iZR/m82nOBOSGnSRI5HcuDTmmayGVDKBgpaDP+CD4vKhoPqhuvxwJPsR3/cucu17UUjrzI8sgSSssj+PBBqW4E23nimisvOYxntoOTm5EHleGdmp9F8qbVe8bjjLqjByxmxMnD0X3vJqkOHQzgNA2isJPSrfT9TMJ0+Com44/Gi+Ag7eKEhnU9Dyfew6dDu96Ghr5/Jot5NKtotIp2IIhcoR8Lmx+al/Q3p/E/726e0ntE7+4O67WZhiocyMQSCBlTNPXW52Hh54byOaXn0OQZcN3oAbpT43/E4PPOR2pOxIEo6LCt5rj+Gjzg7knW64KUfVQ+XcdtgKJOoDGrluKSOTcic13fyvIebl9Ryyeh4Np0/DRZdchnH1dbwxY8QpGPcSiajkkKUbjJhRYyISJn0+P/yqitf/5V+w/p33EaXmYQplspLgTg2XjmxcZYGyBFRLPDwCIG1GUDO1oo1dsxQr4LDZUO2y4Uy/B6PsCsKjK7G/0INDPe0o2BXsaLfhQJ8XdmceziJJ0nSP2uHOKzyu5TWV+D//770oCZcgm0ySb5GvbbBJFHGgRnlG+CavQ7SxYDQEy7MAqZk5o5RjSznLVCXAAif9O7u683wfce6pKf6TG9bn8mDvzh1Y9a//hoOdETgoCgBUNm+IkrQRNrhJRE5QU0C0RFVDZjUXR1NMJKHSygl1OqhZGZ0ruUqNqAe6R2vqyjFx0ngEgyHEBmIY6O9Df18v5+w6Kd6gUEQ4FEJ5RTlfYzAUQlVNLb+XMlkp5zqXybBDmj/DzF21xFWDH3Gwm45UnXOZqWoik80inqBc3yxyHCWgM19y7CdTaW6e2HaoHadNGodvfWsFSkKlaG3twN69WxAKlcDvL0VN3Rj4Q6Vwetxo6+w0G1gdKXpa3MhVyo0OzTWf2dF0NTfhaO5zHARtspmNsIwMYbMBoinQUpzC0OgAa17+xTe/dUL3uLxJCAgBISAEhIAQEAJCQAgIASFwMgiIsHocymcvWM4PftOmnoNLL7oI3W3v4hf/8CMuka8bMYqFj9GjR6KzswMffPABizT00EgvElbpvfTATa6d0lAV4mZOnYIsMrk8rr7+r7G9I4x93f0YN6Ea584Yh/mz6xFyJfDUU0/hUGcMDeMn48Cud/D0E4/A7fGj6FLgURRkNGqaZMctt67AeefNQypFZeAkYpCAY2aCkvhVKLCw6/WF8NabL+Cl9c+gsrQM0WgP0pk4O7+sFz0c00OtoZsVOf/Q5vDjiq9ei3PnzIPL6YaW0wyz4RDXFpfQDoq4BXYWUrk4vfjhn8SRIrnYSBQqIJvohZKNoHHmeOw92IL+nk6MGDUWu1p68OZrr+Jbf/JV9GfS2L19G6ZPn4kd+zvw0muv4ZbrrsCY6iCLcg6fGxvf34M33n4fl8+fCT3Si6LXC9gDcPproBW8KCpujgLgbt3FIro7O9HfG8EH729GR/shaBoJrYaoQmNED/rUfIzHzePGBecvxIxZZ6CopaHnfKgNbsOkyv+E29uLaKyInbu98IfnwukpoifyAWzqdChvpVD98rsYG6zA2Np6o6mOloFSyCPjcCHrsSOQyaGzNIj3LmpEb2k5kHewUARkUFPrg9MJ9PXHoeXJ6ukA9XkngSWdSoI6b4XDYZSXUv4oZWzmuZN5TzTCzatUpYDamkp4OSfWgTxU+OxAtn03Oj56G4VkHMgVkc9SebUpKhpePHbQkaPMEkNI+GFhz2xARM2RaFxJUDUEeEPcIvHN7XYgZ1fhqqnH5PMuwPgZs2H3BCkjwyh7t9l5HsZilBUbRyKRhJ4jIYbcfwqcLjdKQiXskM4XEuzI7evtQ1tLCwu+Pq8XOV2H027j/F9vZQ16d7yHtx77JX78nyeWsXr333zfEOFIVGUB0c7jRaX81DWLMlO7d2/FB88/Da+iw+dzo8TrhdfjgEdVWERjR3E+j86UHa8eOIRoDnAqduRp90Mpwl5woJg3fsbacCCXKm9i2FRolEGJPM448wwsXnI1Ro0bww7roYKVJVpxnq5ibJoYjc3I1WmHksvh0PMv4NmX38C+TAqaosIFFXkbCZDHXtw+TVglw7KtSI54yo11wGErIuBQ0VhVBld7B0aHPQifVo0DahRJrQsetwMf7lSwbb+KvIN2fRQ4XApy0GAzDppEAAAgAElEQVQvetiVfNPym3D5dYsxMNAHVdc5g9biweKy6VIklzv9zxLXOPtXpaZiCud1cg4n5auSezub4/uWMkSt7FN2X6sOOKmRldMBj8cLPZHE7vfewTPPv4IdrV2kGsNmOlaJqeHCpnlPDmsjAfRoZ+9QivxZphBI3yfBk4RwEszJ3U8xMPRVXlWC8RPHwefzoae7B5GeCFc40NiNrK/FiBH1UFU7u1XrRtQhGAhgIB5ndzIJkT7ahKFcbo6LMNZp4kL53SSe0vqcTmeRSJF4mmUxNZNO82YUNT+LJ6gMnyIADNHTelEUAmXQUuZ0oj+CG2+4Frf86S3Y+ObbaGnbgaqaes7yrq4ZCbfby5UW7dGIGddATaoowsIQ7AcjQyyB1HTGGvPX2Diwxpe+Z4jBRqMr6++WO9podGe4hK35YP3cHSu+eTL+v5B8hhAQAkJACAgBISAEhIAQEAJC4IQIiLB6XGH1Vn44PGvGXFw4dy7aD76Nf3xgJVKpHMoqKviBf9SoUWhpacHWrR8Z3bvJqVWgLtHuQQcPPYS6HW5kdA1Oh4sbzQzEElh68w/R1FWK9/ZFUcjk4bHruPm6M3HT1ZPx7w8/hLZoElMbJuPNV57Bpg3rEQyVIVfMw0UlyFoRgVAFvv3nf4mqqhGcz2koA+SAM8p4ySVHgieVDbe2teE/nngYDruGoq7zA77X5+JqbM5HzeX4yxAU6CG8ANXpRH90ABNPm4Gbbv06gsEwshlt8CGfy8HpAZqaVJnlndQ0XuEGR4aDlcvAySCZ08B5nbYC4vEo0ul2TD9jDLZ+1ARbtoiysnq837QHXZ0HcNPX5qM1GkMsGsH4UWPwzpbt2LpzF27+kyWoKqE8xhwcbg+ef/EtHGrvxIXnT0dfRycSeTsqKkfDH6pDIkVlsEZHdiO3L89CzI7tH2Hjxg30yI9EIgZ1iEBMIgeVq9JDfULTUFtWhUuvugJ1lTXIpuwYWfEWJlY/B4+SRGe3ih0HbEhl6dpz8Pj80HtGwP16CrXNrTh75ESUBUvYLUbOQoXFCCdSagHuXAa9Ph/eu+w8ROvqUdAMRcHpKmLixFrkC0ls37kHh1o7WVi1O93IZDTOUCWxpaK8HHW1dSywkohE19Hd24W+/iiCXgdG1lWz+011+Fmo8LmcKCSi+Ojl/0KseSfUHImxRSg0HGZep9FrzAbFdJiyQY/GNG+KqyR4kYNRsbGbjhp6UVwFjy85tKkxmcOJvkIRI6bOwNzLr0HV6AY+dzpOrL8ffb29iEaiiEQiLACpTg+LTn5fAGVl5fxnEp2y2SQ8HjciXd1IJhLw+/x8h5Lw6fd7odgLcPpK4bRRqf6v8c2/feiEFr67v//XLOqS8M55pma8Ac0NXVHhdjkR3bsd75OwatPg9bkR8LjhJbeqrQi3g4RpcgvmkVI82NTahV0dfYDiRDavGY2MuHmb0cTK+K9xrxg3qwKn14krrv4qFiycz65pEswo75PbVpnCtnHtRpk5b3mw8zDD4hutOS7VjoGt2/D8U89hS3cnEhTNQM3tKXqA3cCf/hoaBUA/ScKiQs5yEtWVAoKqgsm1tZgVCiBxqAWhcAj1c89C9TnT0D3QifYD2/H87z/A9r0p2H1uULIuC4FFHQUFGDmiDnfe8zewOyk7VYOHxEhyjSqGQHmEUMmXbjYyosxVFhLJ4Zw3xG8zUoLWGRZZ6WfMzvMUCkAv+r5xXBLMnehq3ovmzW9h78FWbPq4BUkSUtkRazcb7B3O/mWbtZn9eazYBOZjrnvWedM5kTOW3kdrKB2XXKcVVaUYN34MC66HDrWiu7uHRVE655JwiJsf0nhTo0Kfz4t4PA5Ny/J7Sagllyoxos2sTCbHDftoLacvOs6gYFqkXO2h52XMLprXVm6wtYHAf+cma+BIgN7uNly28CL8yQ034LHf/BalpeS0HYX6sQ3wB8MIh8r410E0mRh06NJaamQ8G4I4vSzhd9CByvEElpBqOJMPO4DpvYdzVC1hleIBeH/J2pAbIgZ/77YVnzWN5d+FgBAQAkJACAgBISAEhIAQEAL/awREWD2usLqchZczzzgPF5x3HjoObcKDD6xEOqPBFwigtbWVnVHsmtJy/KCsFYwsTBJWrYdMEj+8bjcyJC4WjQ7eyVQWX7vpbuyI+vHBgV4U3R4gpWHppWfi2zdOxe8eexiBqnrUVZTgvh/chdYD++D2+FCw2eFx2hBP5jDzrDm48eavw644zeYoppOoaJTpk6MwpxlC6EcfvoffrXkUfo+KBD3A5zS4vU5+eKd/JzcYXQe9OPvQVkCaylC9QXz79u9BdfpQXlFrPMCbAgYLD6aoSu+jvuXkrqLSeooMIMOlrhTZFUpF58U8NTFR0dbZjo2bX4bDR02XbFALgJ6z4VBHBF6fA7VVQeQdTu68ruTzaOuIgKrXqyrDcDspq5McsAraWvtQgI7qqgA//OeyOqqrR2HaGbOhOrzczIsiCMgxSJ23qTz6jdc2YM/H26HrGVBJMecPKgqLGSy+6kaznWQ6g4suvAhTzpwOF7zI5xSMqV2P0WWvwA8NHd0qPtxbJGMjvK4CBpJ26AfCCL2uYUwmg/PqJ7GTjZxkumKDg8qp83bk1CJsuTT6fH58sHgeovUjkM9RZX4e4RI3zpgxEYlUL2fNvrlxE3K6DWWVtfAHwvD5g+zsJNGF3MlUwuxwUjdwEqkAr9uJEZVlqKkoRcAfgJPmlJEayaX/uze/hh0vr0Wxvw+6Rp3RrUxJ06FHgjiJp5yPy8ZjYx6RuEoZlvx3Ej8MAUSnrNN8gf+u61kk83l4K6sxa/4laLxoEULVo9gx3BeJorO9A50dbcilUwgE/KiqqkRpeQ3fM+Sytpx2iTgJqR4W0Hp7qWFOAT6vj6+Z5Hq9mEcg4IJq98JTUg4k2nHWrEtOaPG866/+HzNjlZqP0RdxJKHVhlzBBrfTgci+7fhw/TPwQIc/4IGPmlc5qUES4CDxjiIx8kWkqUFSXxbv7G1HkjJxCyROkuBllO8fFuQsgbQIh1PFpVdchmuWLkEqnWShizY9aOKzeGfmvRqRn8bY0LiQuE3HJScr2S1pnhX6+7Hp9y/jrbc2I4I8UpwVerj7+tGAPiGmDmlw5aDNBYoCsJMrV0ed34OLZ5yBMUFqyOdAZzKHMV/5CmpnzkQ6qyPV34N33nwbv37kGWS0GBQXvc8Dn90FuyOHCxdcjMu+egX6EwPGPU25pCrNW3IyG65GPh+u6jfzUk3R1Po3o1GXEQtAjfH4+6bUrOUMJ6uR5WnKz7xhoEBxuNDXeggt773J7s4N2w+gM6XzhhLd5+ya5BvEOI9jCauWwDqUGf2Z1k3+MoVkcqnSmNDhXE4nwqUlcHnd6GjvRCwe57WF5gRtTFjZ16xwmgKlkYtaMHJTrSZV5nVRZjHd5JYzl53KpihtsxnXQSIsM6Hj2OjL2GAbWl3Af2eBWsFAL8WwJHHN1ZciXFKCnTs+xsi6ClSPGInq+lEoK69BMFjGDbWS9LvBrEIwfq8djgSw+AzlZDlWrSgL698M0dvYtBm8RnP86Vt5Gn9TULVcsSTefucb3zihe1zeJASEgBAQAkJACAgBISAEhIAQOBkERFg9rrBqOFanTTkbl1x0EaId77NjlfJMS8srsG/fPtOhZDzY8gOxAhYpyZlKD930UMgOJlWFzk/wKuw2DclMBldc/V302sbj7V090NwF2PM2XHXBdKy44TR07N+PulET8d4b6/CDO/8ShbwGh8sJu80Fp7OIdKaA625YjlmN54FMQ5SnSA+7xoO3aggNNqC7p4dL3De+vh6b3n6ZS8WzmSwLdIWiPigssvPLdB+xSmkrsuDlcnlQXz8WI8dMwKIrroZOIhupZYZSNFjOawhfRUPwIwcZZxAagl06lzGctHkdTtWLj/fuwbPPP428LcNZh3R+FKEQCAb52NlUCpqNflZFXid3m5NLkim6oEjOXBShFW0IeCtQzMehaxmQuJDPpDD5tGk4f958o0lKNgWbjfIsqQlODt1dXXj1pfWIRjqR01LcBIeEDhJEuPmMJSqTSJzXcfrU09EwfTpGVI7isvVxNc9jTNkb8KoaeiJ2bNlZgJ53IOCzIZHVkW0OwvtqGpOKdsypGscuVY1K9W1FeMxs3Dw188lm0FFZhu1XXoi+igp2rNL41laXYlbjFMQTvdjatA0ffdSEeEpDuKwGpVUjECqtgs3h4G7iPT1d2Lt3F2IDEVTXlBnNZupGYMKYkagIh+HzeJkbuUqp+zoxi3cfwttrH0P04x1QyEmrG+5Hoz8VlfyTIG4krZJySsI8/TOJHbopeGncAKcArQBk9QJSWQ3ZnIa0loO3NIivXLEY5156OcpHjoNWVNHXE0X7oRa0trSwE7OutgZjRo9CKbltnW709/dzMzHOkyS3n2pHWWk5SGClkmgam7KyMp7PVPocKAujuqYGLtUNxV8Cez6F8XXjT2idJGHVEsgMoUrlhlzU5V0rKnC5HOjevQ3bXlkHj6JxFIDX5WZh1a2SP5LEPbZ8s0O1L+fCGx+3oWUgYQjaLHixfHTE+bFrFUVMOn0i/nT5LdwBnrIvXQ4VLoeDM4zNG8wQs9iJznsdHP3A97bpWqXmTixW6Xn07DmIXRs2oanlIFoLGhSbk8dwOK+hoqFqpzJ9895ADlNHVODKcxpRXVaCaCqLfQMxnHnpxVCCPqSSGkcX0P3xyENPoOnDdxH02+Cy2+Fy2OB0hXHj129BWX0NshoJoEXO/XSptMFkOCot56flaLRSYbk0PE+N2szoCZ6D5FCltUrntcJwreosaLKr1aZw/jCLciyaKsj29aPzo7eQz2Twxs4W7OlJsHhNmzwcrVA0NgdYrDWFWWtTbCi7YwmrHFVgMzayuGEh/Tmf53nrD/r5Wjs6Ojgyg+4jY0IYX9b1Umk8cWDnptHvz3TF0uaGITrT3BxUNq2cV6scf/Dvh4/LjaLMsbfEVUtg5UgJm4Kezg7U1ZTi/LlnItobhaq4UFNTifKySlRW1aB+zARQC7RMrsCbKNY8Zie7mf1r5KQaQvdQYdVwoRqxKpY4br2PU7xNB6uVs0vnZji0j5yvFvMVt9LvYnkJASEgBISAEBACQkAICAEhIAS+mAREWD3OuJx10Z+yQNcwfgauvuIKxHq34cGfU/OqDtSOGIE9e/ZxKSeVY/ODJAmpRXI96pyxSg/X9LBPD4cOhbqI098pk09HMpNE45wlGDH5Ujz9cjN0Kncuarhq/iT8zZ9fhEhLHL3RHvzrP67Ey+v+C6HSMuiFNNx2LxLJPowcMwk33/It+PzlfI6qSiKnmV1H/cC5O7xRtk0lzb99/F/wzqZXYbfl2TVLogJ1LGd5yOoAP1h6aQgZqsOOvJZHOpXDpZdfjSuvvh7Rvn44uBO12cTIZNff14f93R1c+kvv5lLbog1jakcg4PdDL1BJvA6P04333nsPm95+FXYly+/O2+zIaAXu0q1QCTU1AFOp9NeDRLrAIrXP5+IO8OQPI+FpIEdCoAPloSJUqNBJsVSLmDx5OqadPgtZ+ndq5FUkwaXIx+7u6MSzv3+G81UV6JxvaAkc5FglMYIccYbIQc2CbLj48sU4Y8o0ZFMaRpevR0PlG9D0DNIasKcZ2N9qg8/ngD+go2uXD/ZX05iZVXB+5Tg4UUSqoEG32eBxkNtQYfdqMZvDvkkjseeSryDuDrBwltdyGDumDjNnTkEq1Yu+3m5EenoR6UuiqHrhDVbC6S1BkWIbsmnEY1F0tR1APNaF0rAX4bIqlJfWYGRtDcpLwvC4vezWI2EmTm5dPQ0VWex6703sev0lFHtaoWeUQeHKRqIGCT8ssoJzVal7N80NElWp7JjiJnIkjGXzSOs60rkC0jkdOXIkO4E5lyzEBV+9HqWjxkNxupGMxdFxqAVtrS2c/ziirg7l5eWc2Ujzk3Ig6f6hjFh229ls8Hrd8HoCnEeZTJG7lWICyji6gqbdmIYGBMtqodpt6O9PQs9kMGva9BNaWf/yL7436Oij+WF8UVOwIop2BwurHdu3YOfrL8JHEQ5uB9wuF5feO6nBk2LEE9AcorxeDUFsbo1iW3sPH5cE/SLVrHNIrZFfa4lptEmy8OpFmDt3Lrt4fR4PN1LjzQly5prNgFjOGmxeZWRl0piQ05x+jjZxMpkUcmlDmM1392LP/gN4d88+dLZFOI5jOC9LwOLzU8CNzZwUYaLkMe+Mibhw2iQ4HR582NwK76hRGH/mNBxqa0UhZ+cNEafXhr5oCm8+tx4d+z6EruVQ9BQx4bQ5uOy6a5ArFuByOcnWjv5EDC4jQeSIGAAW4NgxfDhj1lqbWJTTae0yG6qRU5pEZhJezcZX7BZlE70Z60CbOSQvZvNINW9DsrcHmz5uxbaWHmiwGdmt1OjPbJhE+17s77Y+w3RVWvwsB6UVBUDrxFBhldYQp13lsaPvB4J+JJMJdNHmltnwTeONIWOuD23+R2dKL2rux2uiuRZTTixHMuQLvFlllfZb84iLBoZEKtB7jXnGeyqDsQXGNZiN6mh9KxQR7erCjGnjUVtTgkJeR1l5FUpKyxDyBTCyZgRKyqpQ9PiRVRwcETI0H5Wu0RBM6bhmpvcQEdU4D/P3kBkVYDlRqXLAEluPFlYtUdkSYS3Wt91yy3CmsfyMEBACQkAICAEhIASEgBAQAkLgf4WACKvHwT77kj/jjtYjaibiuquXoJDdj1/94if4aOs2jBs/AZ1dnRgYiJtNPQpwOh3Iajl+0LTbDRckO3PoId7m5Lw/Kuks5tNQHDYEQ+Nw1S2345n1B9Ae83Am4gXnjcRN152FF57aCEVvw3NP/gp6Og2tSI1qdKhwYCAew7VfuxnnX7AI1EuKHrbJ9WS4Vsn1RJ3kDdelURYK/PY3q7DpndfgVI2mIkb+oFnyze6hw81IqAs4J61ymbEDWq6AK666Fl+5aCESaY3L2sn1ZBrpkEqn8OIrL+Oj3haoHhdrc1Ta7cwXsfC8C3DG+MmwUyfoYg7FvIZIVwuCPiDktcOmJRGJ5/Hu1r1oOXgAl188G+GgC8l4DIo7iB17O7Fr18dYcOEcNIyrRS6dQX88gbe27UBrSxeuu/J8zkDN63ZsbzkIRQ0hEKyBnjPKXclyqdPnksgZT+Cp/3wSrS0HoCrUpMtgQYKIkRFoZFuyeJNPwx+owuXXXouyUCk35BlV9gYaKl5C0ZZDJk8Nq4rYsc+OWCKP2ioFPS0eaG+mcUZXAReWjUVAcSCl5FCw2zmDlFyAOXIX2lXsPXca9pwzE6kCCWTgzvATJ4zC6ac3IJuJQdeSXIJL4mE8W0Q670KmoCKbzsBhV+CyF+CwZ+B3Az4P1TX7ULR7EPD6EfIF4XJ7oLqoeVcBmZyOfLofiqKjP9KJD154Gul9W5FLULd5o1s9CS1Uhs6OMdJXCyTUk8vYcN1SpASJQlmtgIxeRIpKwDMatEIRqtOFaTOn4PyFV6KqYTrUYDm3wurtakd3eysGYjGEwmGESkIs7lCWKLmmjQZFNPfAY0DCldfrQS6no6enh0ufKyor2MHXG42isroMlbX1cAdr2dWrZ3KkyuP82Y0ntHDe84O7TQEzz6Iq3wOUF0vCnuqCy6miZeu72PvWqwi6bSy0OlUHHHYb7EVqUmQ0VjIcpBryBT+2RZN4Z38bz7eCTtZAQ0Dkjvd0fDO7tryqAjf82Y2oLqtALpNGgcQ4l8o/X9SLLC4alelG+buhi1luR+OPdC5GlqmRYazZqXlSHiFfCB99uBNrf/dffK8MqfI/gpN1/1qH5rZRJPhRmX5BAXnQR1YGcfl5Z2F8VRjxVB5vbd+N8smT4Sz1cnV6KFgOnzuMdC4Fl9+D/Vu3Y/Orz6FhykzUTZ6I2vqRgMfBGaFOmwKPw4VEOo1YbwR5TeP4BYqDsBpUkXhIryOa45list0U6qwoABJVuYye5i79j+YuRy9YnMjKb4OqOGGPtiJyqBnv7DiADw90IlOkkngqk6dmYLRWGscyHJhmvrApbg4VnS2hb9DpzPPFKN13kDDPgnqBr8fjdSGTTfPvCPq9YK4uvCbTadJ0oPuLhWS2qhoxKyyucxM1G0fL8GeRWGqOnnUOg/m0Q8Rz499MAX9IFMDQgberTr7nezrbMWlcLUbWhREKBhAqKUUgXIZyfwCVwVL4wpVwVtcia3fArhvuYY5iIIevKWhbwion81KTQmpcyO5vEmLNKBEz89YSYHk+myK6JawaQvFh9kMdsPRncaye0BInbxICQkAICAEhIASEgBAQAkLgJBEQYfU4oGddvAIFJBEI1OLKK7+GERV5PPfb/w9PPf00Ro4eA72go7W1hYUnKgqmB2RqrETOPnowJnHV6LdOD7uGu4mzAthEprCoc/a8r2LaOYvx0lt70BHNcsfxaQ2VCHsS2PLSQ9i7dy93huYoAIcdifgAGqbOw8033wqv1288vLLoWuQMTPa7DXZfNtxtJBC98MzjWP/S8xwXYLcbbi3j50h8MJxN9KK/8x+L9ICsIJVKs5h18y23obJ6NDIZHS67grwpwCi6jq6eTjz+0jNoG+kmPykK8TSK6SyUlI6vnbcQ08c2IKfljJLhdAr5XBumT6mF1+GELZfCgY4+PPXih+iLtuF7t14Al6qiL5ZEQbHj1Xc7sHPvAdx63XxMGFmBZDqC6ICGZ1/fju6ubqy46QpUBJzIZPJojcTQE3OhqAZYoKDS6aJNQ44yL0mg0nW89MLzaNr6PlS7WXYLGwvig2Wy7LoCcsk0zjx3NubMu5iFarumIuDfhtNG/Bf8tn6k01QeD8QzdrR1FZDKUBmyDYV2Oyo2Amenw6hxVkArppBQbXDYbHAVCyxQdowbiX3z56K3shqFnG7UeBc1TJ48ASNH1kHXqfNQHgWdOn4n0NWfQn9aQSwDxAcicNkdqAr7URVWUR5yIOh2Iwcn0gWFO807VDe7qB0qOZlVaJR9Szmz2TT6BjpwYNu76N66BXpPF4uT3M2cHIBUYk1ONOpaz1mqNhZms5rO5f6aZgirfTnFuN5cFl63gsqRtZh5+XUYNW4C3IEAgqEw591Ge3rRG+mBXbWx69SYX4XBsmd2GJoRGiQ2kTOZzjceG0AiEWfBrSQcRk+0l4XXsooqhMqrWJjOUWREOsnZsQvmXnhCS+WP/v7vOG7A6VC5IRgJ35Tlq2Zz6It2wwEdbds+RPv2rQj7Xdzp3qWo7JKksXZQd3WyrbKrlNYAO9rjObz+cQeiOXIYKrBR0zLa+LDCP+nOV1VccMH5OHPWNLMDus6ZnHQedM9BpYxS47gkJlK5upEIYMR70IvERJrTlrORyuq5iRi5Z/M6uiJRvPr0Ony0ez+XoQ9KsmapO7kzDWc5lZkbReb0mVx+b3fwtdcFVCyYNQVTRo+C0+HGR/t7cLC7E1POORvhuhr4SkIsEFI0BW2E0PtzOQ0FRUF5XR1yvPZ4kE7EqIMcsyD3ejab4/WA1pl4PMGl/PQySvENh6/laKT5wBsfJF6aWaTGxgeJ2ZZT0uxObzb7YtaDblO6vhyciR4kDu7H1l1tePdAL2LkTOe4WzsyeSMOQNEN8ZMVzyEd73m1HuKitURV62do3ad/J6Gd828tYdXj4UZT/bEBoxHckAZOhqf/yBeLouRw5gMfLuvnU7IaBR7VPIvPzexPRpsZQ3/ueO8j6zdtXsT7ezC5NoyxVUEEfG74gyGU+wIoD3hQUVYB79gp0CvroeUVzsUd6h4eWvZv/b4ZejXG7xPj989QEZZ+vyjmeQ4VVY17yNzaGuJ8tZy5X1+27ITucXmTEBACQkAICAEhIASEgBAQAkLgZBAQYfU4lGct+DqK1IHeUYo5c+bjnLNG44PX12D1P/8SvqAfLrcLbe1thiCjk7tTZVcmCR5GSSMJIuTQMwTVw41EyI1m46Y3Rfgw7ayLMG32BSgobmjZGLpat2P7+2+iu3UXnC47Nz0h8S+dyiJcUoblK/4KNTU1MCL76Fgk3pBziz1BR2TdkXhFgs3HW9/BY4/9G5KZAdDpkFjIGXjUIZvdcWYncrNbM4mvJHikkmlcvPAKzL/kMsDmJvkFBTt9itGExwVgd/PHeOqtl9A9zodiVkORnIQAynIqrp19MUaW10LXsnDYncjEBuBU+nHaxCrYKCMRMSQ1O37z1AZkUr34s6+dh3Q6hWxcR1X9CPxufROa29rx9WsXoMytIqvHoSt+rHl+E9KpJJYtmc/5l1mtiCz8aO3OI5mzcal0kVxWILHEEHzojD/a8gHe2PAyd57n5jlmiSsxoBxXEs3IvVZfPxoLLr0I5RUjoOezUDQVqqsNU+vWoMzdYTBX7IingGgij4EB+owi7CSgtjow6rUQJmUD7O5N2zR4qJmR04NOfwh75s1Az+SJ0KlUnB2hOagOG8ZNGIfKynJoVCqbJ8EzjUwmjXgqi6RmQ1pXkEmnoEJBadCNylIHyoJOLtlOazYkKKu1qEC1u/jcPG43vG4X7E4H1KKCRDKB1s4D6Nq3A+m2Q8h37EW8fwBamvJWSXg2mlPRxgCLrIUitDyQ00lYzXPDs1ROQW9aZ/dqidPOzcYmTJ+CyRdeAbvbi0BJGAF/iBsFJeJJ9EWjcHucCIVCg8KMNd9obnLzHwfNQxtHZ5CQkkzEkUol4fP5uDR/IB7n94dKS1FWVcv3VzKZAjUtshV0XHrhwhNaJ7/xvW+iqroa5eUVUJ0OUA28w+mE3nEQu97bhFwigc6DBxDri6I8EEDA52FB3ipLJxGU3MPsclZoY0VFb9aG13e3oCVG8QZ2zt+kJmMkEFKOMP3s2PHjMO+C8+H1OeH3+zHQ18tl8uSI5W7wlNVJrj8WoknkNjY6KALDcgtmc9QVXmPB0e1xQ3U6YVMVeOwOdqrTv2994228+PJGJDNZIw2W3JnkmGeLK9ApUkQAACAASURBVOm3vA3CqipdC4m0JAw69TxqKkow67TROHPCSAQcKrK5Il7ctgunNzZi7GmTkCOHIW0k5HSkUyl2redzGlxuN3zBEhRo04Q3b+zIJOLIaxkkBvpZwHY6nMjpOQQpU7lQQDwWQyKZNHJSNQ1FbgaomU2MyCnsZC4Ol8sQonXadDBcvNaGkCVcDm2WxA5WkrvzWTjj3ch2tGDngS7s6EohmkjxupjSCxjI0vjZYaO4EnNNtSaUJfAOFSmHiqy8bnKeKG1ikLBpKIQkBgdDIb7nKEfYEiJJwDXWbMt/enjqfpawOvQcDrtoDR2Y/075yEcJsNbRh7pueeMok0Mm2Y+pdaWYWB2C32WHz+dHOOBDRWkZgjUj4R17GnRfGDkW4ym7+0jB2crHPdpdenhMjGxhbuBmvlhctrTjo6IDGCU7Vw+L0NZa8ac33HBC97i8SQgIASEgBISAEBACQkAICAEhcDIIiLB6HMpnLVjGmZ6ptIJxE6bjmisvRLxrO1b9099h796daJg0CdHeXvRG+2F3uvmBn9x5JArQF4mpg5l4phBpiKvcG9t0aCmcD5q3q3D5fFCKGrIDEbidNuTh5DxP1mXp0bbgxLVfuxGzZp/PwhU51KymS1x6OSSbj7MxTUcgueGysQgefmQVdux4Hw6nUQLvcwcGH2S5sQqMsmx60d/TyTQa58zFVVcvgapSVIEDCgk39iLnp+ZzOtyqHe9sew/PfPQmkiODFKDI5dR2txNjbUFc33gxAt4AcgWNs1lj0R6UBrMYNSLAzbrySh6ptA2//Lc1XJL6J1fNRVtHB9J9A5gwpQEP/cfLSBcKuPmqi+ChUnVbHlm48c+/WYsRddX46qXnAnoKRcWB/qQPbT1Unm6UzdqhomAjVx81uykg0tPD59C09UN8+NF70KhZkk2BPxBgjpT3Se6zyqoqfGXefFRVlyKfJTsvCZ2kPuUxrvJVeJQPkdejqKwwWCViHkQjGlrbdOQVBwLloxF/yYGzdicx003ilRt5ex4RtxO7zp+J+PQzuOs8uZAVcoTqGlS3EyNGjoTX74PGCmcW6WQcmVTcyMu1U2MlJ4o28iQCPrcdAS8Q8NjYTRZPFdCfzHJzMYfDxQ7D0pJS7vZNGbvkQu3p68XuvdvR3bofaioBd+9e4zMGksinNOgauVap2zx9kTtV51J/MhRmKV81l0c0XkBayyPgdSLoVOAPejC58UxUTDsPUJ2GSKk6DFciuVajEQT8Pni93kHHHotjZikx3Q8kntL4kBhF8zaVjPNYeH0+PhdyVpaWliIQDKGiugbpdAax/n6OT6Bs2isvv/aE1smVP/0RO2mpcZFNdfD5OWzAwNaNaP3wfThhR0dvHw50dsOtujGirBwuVxEqZ/CS887YlKAXicOUV5wqqth8oAtNbVF2qg4t34ZShN/nx6WXL+LGQqTlBkNBnoduj4tjELweL7tfiT8fl4Rns7SbBH9NN9YWigEIh0sG82pzeR3xVJI3NnK5DLRMCn37D+G9D3agKxJBPJVDhoQrO8UcOFGguAEqMSf+lCShUnl6gbZN0FBVgskNEzC2qhRlHjv8Xj8OtHcjGizBjHPPQUbPsWOYcnkpmoNiP/Rinv9LZfAebwC+cBmcHh/yxQLSJKzmMujuaEN1VRULeCTEUn4uiaskqBN7yoslkZbEVaPsvMCOz3g8zsf2+f1wcPwBNQA0yA4KlgWrkZXxPiPPk+RkwJ7LwNHfgWxXCw50RrG/P4dMtgCny4loIoP2eAaa4uIMaNqdsiIRhk4qSyyk7w0VVo2V2fgeu1VpwwU2FoKpyVpXdxfnA/O5GhL8oAh69KQdrrBqnYP1/qMdq3xOQwTWoZzozzoKLLwX0klMqg1jQrkPJS5y5PtQVRJEWbgW3vGT4R/bgLzNiayheA7yPuLYLLAfvpIj/o1jLGiT0RwLc8zymuFUt5yuHF9j/l4kYdX4/WNEIFjcb7zuuhO6x+VNQkAICAEhIASEgBAQAkJACAiBk0FAhNXjUJ5x0VIoUJHOFOHxVeLqxVdiXJ0P63//MH7z64dRXV3B4k9nVwThsgoE/AG0d7QhkTByDalpEosgZn6k9QTKTlYuvyeHkVEuWbDbuExcyRfhJpFHy7PYauSdkoNHwVfmLcSll1yJPHWXoUw/h9HJngRWq/u39UBqXRKJq93d3XDYKCczgbXP/BYtB5tZAKFmSj6/m7uxG12ZKWPTEHRcngBOmzIdF1wwnxua6Hkbd5m3HLIkrFLJLWUkvrjpNbze0gStyg+tIwrV7ULRrWKKvxpLZl0IKiym87MpOvoinaivc6CmygWbZoNddaGrM46HHv0Nzjt7OmZNHY3Onii7mkorg/jn376AujGjcc3884xO9nYb+hI5/PO//wfOnd2Ir5w1BXk9g6LThWivAz19eWgkLtpIwHCxSEmuPHJbDQzEuPlQIjaArq52dLS3sThEzshgMGQ2rlJRW1sLf1kVUEhDKVAubpbdwHbVi4AtAbfzDWRSryHg1OB1FlDQihgYsKMv7kFWHYW25Dhs29KCMZ0RnKu4EVZV9CpZNNd4MHbRIoQrx2AgFYNKogSVc9MIUyZjIICCYoPDpcJpLyKbSpgl1gW4nA54vB64A37Y4YQx4mn+OUPILCIWTyOdy7JwXxIKY8zocagsq4Lb6UIqk0ZLRxvefPt17P94O9SChkp7DB5FgT4Qgx5LQE9r0LIatHwBORLo9ILxpRWRyRpxAP3JAouIIR8Jq4C3NIyG2efAP3oq3B4fykrLeW6RsEriTX9/DMFAgIWmoXOTxWIWmShf8nBXdRJiyLFKDmN6D90o5AwnJ6TXT0JcCIlYP1KJBOf1ZtMp/Mmyb53QOvnLh/8JA70DUMjd7FLhtisoJpLofv8laF3t7OCN60UcivSivzcBR6GI6lI/i8SUp8lCHDdL4sBTuG12aDYHtnUOYPO+Ni6Jp3lH18qN7Ao6Jk6cgOlnnoEYlYfnsygpKUFNbRV8JKgWCoZbO2s0daPrp88i6c4SomktCYWC/P28riEejyGZSCARiyGd01AkZ7GWgUobCtT8rLMH3b39iKXSSGQ1pLgBGcVYcLAAKKyErrvE60NZMAi3y4HxdSWoKi9HacCDkMeNoqKiP2eDbcw45FU7kmlqOpbBQG8v2lva4PP7UFldCbfTjkwqCafHC39JBcqra5FMpfl70DPobGtFMOiHzxcwnPW8hjmYATl3KfqBULJLd7CUv8hNziindyDSZ25Ykdv2cKQKN/2yStULRjwCu19JKKYSfXJntu2B3teGeCqDA90xOBQVdpcL3YksmntTiOfpjiKxmMbzcJn+UKenJVBa37MqEA4326J1Os9rF60p4yeMx569exGNRjlDlddLMzvXcPwf+RqusPqJWADlsFh79PkO/QTLCZrVshxfQ5tiY8v8GF/uR1AF/F4faipCKKuZgJJJ02GvqIKtaEeeoqqLh0XOoSKz2YFskP/Qz6PsWWveGl3xjBdJp+w6NqMRLK40H7h5nLnxQv+1HKs3LFlyQve4vEkICAEhIASEgBAQAkJACAgBIXAyCIiwehzKZ158E5frUx5hKmvHzGlzMP/8s6D178bqX/0jdn28A1VVFZyZSPmQmVwOkWiUhRFDGDBEU3o5LFGSRQOrG7YhsJLEwaITOdyKJLZx4S5go/xTO4o2O2afcz4uuvAyeLxBzqKjslNyKnFpKeU+0nOr2aGZHu6tJiJUSn7w4AEoSgEVFWUY6O/Fxzt3YN/ej1nAUtQiu978fh+i0V54fW7U1tSgrKwS4ydOhtvlg+rwwOF0maXClBtphuEpNi7H/v2GF/Bh3yHoHhX53n4oTiccAS9mjZ+CC6c0wqHxozRdJVpaDyIcLqK8zIViloRVBa2HIlj/2gacfdYkjAiXIFMA8kU7Mrk4Xn9nF+pHj+KyZFtB4dzGvv4E3nz3A0ydNBGjqio46zZrVxBylyOPADv+nAp1uVdB/YOgUFftItwuDwao9F3LsvutveUQNyoiMYvGh8QqKjum/xapnJ4iD2g8bDolsXIptqOoweNIwqFsgWo7gEI2xu5SXS9BZ98I7G1VsG3fAPpjPVBUHSV6DAF4kVbyKBs3EpdeuhB+XwB6RmPXL7nHyOGbzGYQ6e9HT28vxo4bg5qqUi4xTsXjUJUCPC4FAb8b/lAQNpsTWk7nOAOKbPB4ArDbHEhlUkikkiw+VVRU47SGqSgLl8NucyOZTeFg2wG88eYrONi8GwoxKqZQ6nbBkYojG+lGLhaHlqH8S3KnGuX/3Kwql0cynUWWYh4UB5xOFX4HNR9zwV9Vi3HnfAXOSsrhdCHkDxjNlApFpDMZxOJxBPxB3lywHNQkqAx1pHETJZsNHq+PBRdyrNI9xF3WXS54KBLArrL4RvEU0e4OFHIZ6uzETbC++b0fnNA6+df/52/gsTnh8nmgqQX4HQpSLS2IfPg2VI1Eah25PJDSioglU0gnkvCpdng9bqPDPTsjjY2IotOOgOpEUXFiT18ab+85hDTdx5SRardzEzyvz4NRo0bCF/DC5/NCz6URDodQXV3N9zNtcFC8RTaT4Q0bj8fLTbWIA81JikPwesnFqyHS3cVf1HWeNkQo+7WoOuB1++D2eFAS8GCg+SA6du9AKpOBTlmo+SLSmo50NocMOeoVG/xuF/weF8I+H0oCfo6VcDoLCJE7uLQUbqcDOZsDO1sj2BqJIaPrXLZPm0dxmi+5DJxOF8orwpjcMBYlIS8Lpi5/CGMmTkIuZ0MmGQfyOfRGulhOpWtXnca10YvH2enkdYiiGNily65gsxmfmWGqU7xEIsFuZtp4sgRYarRGbl5d03hzKkfO10yGhf0MrcXJJNzZfgRtCeQzWcTiOmzFHAo2GzrjGvb1ZdCTop0TEmuHtvQ6HDVwtEBpiX58rmaUitGwKc+bJeTGndjQgF27d6F/oH8wC5dFUcPj+ok5e2LC6mAk7GA8yxHCp3lvWSzZCUyiM4n9qhOTR1Zjcl05Ur3dPK/r66tQ1zATZeNOQ97lBM9uym6mqIsh40Lf5moMGiczfsb6DPqdxONqN4RV60Uub45WoENyXI7xu3EwboF3G40qj8H8ZZPt9VdffUL3uLxJCAgBISAEhIAQEAJCQAgIASFwMgiIsHoyKMtnCAEhIASEgBAQAkJACAgBISAEhIAQEAJCQAgIASFwShEQYfWUGk65GCEgBISAEBACQkAICAEhIASEgBAQAkJACAgBISAETgYBEVZPBmX5DCEgBISAEBACQkAICAEhIASEgBAQAkJACAgBISAETikCIqyeUsMpFyMEhIAQEAJCQAgIASEgBISAEBACQkAICAEhIASEwMkgIMLqyaAsnyEEhIAQEAJCQAgIASEgBISAEBACQkAICAEhIASEwClFQITVU2o45WKEgBAQAkJACAgBISAEhIAQEAJCQAgIASEgBISAEDgZBERYPRmU5TOEgBAQAkJACAgBISAEhIAQEAJCQAgIASEgBISAEDilCIiwekoNp1yMEBACQkAICAEhIASEgBAQAkJACAgBISAEhIAQEAIng4AIqyeDsnyGEBACQkAICAEhIASEgBAQAkJACAgBISAEhIAQEAKnFAERVk+p4ZSLEQJCQAgIASEgBISAEBACQkAICAEhIASEgBAQAkLgZBAQYfVkUJbPEAJCQAgIASEgBISAEBACQkAICAEhIASEgBAQAkLglCIgwuopNZxyMUJACAgBISAEhIAQEAJCQAgIASEgBISAEBACQkAInAwCIqyeDMryGUJACAgBISAEhIAQEAJCQAgIASEgBISAEBACQkAInFIERFg9pYZTLkYICAEhIASEgBAQAkJACAgBISAEhIAQEAJCQAgIgZNBQITVk0FZPkMICAEhIASEgBAQAkJACAgBISAEhIAQEAJCQAgIgVOKgAirp9RwysUIASEgBISAEBACQkAICAEhIASEgBAQAkJACAgBIXAyCIiwejIoy2cIASEgBISAEBACQkAICAEhIASEgBAQAkJACAgBIXBKERBh9ZQaTrkYISAEhIAQEAJCQAgIASEgBISAEBACQkAICAEhIAROBgERVk8GZfkMISAEhIAQEAJCQAgIASEgBISAEBACQkAICAEhIAROKQIirJ5SwykXIwSEgBAQAkJACAgBISAEhIAQEAJCQAgIASEgBITAySAgwurJoCyfIQSEgBAQAkJACAgBISAEhIAQEAJCQAgIASEgBITAKUVAhNVTajjlYoSAEBACQkAICAEhIASEgBAQAkJACAgBISAEhIAQOBkERFg9GZTlM4SAEBACQkAICAEhIASEgBAQAkJACAgBISAEhIAQOKUIiLB6Sg2nXMwpS6BvM1b9w4uoufkeLB57yl6lXNgpSSCGzb/6OV6sXIZ7rvoyTt4v+/mfkpNKLkoICAEhIASEgBAQAkJACAgBIfCFICDC6hdiGIZ/Eh3PrsTKZzqOeoMD3uoGzLlmKZZMKx/+weQnP0Fgy69uw6r3PwNM9WKs/NEi1Az+WApNv74XD270YP73voslDcE/PNm9a3Dn32/AuFsfwIpZjj/88eWIQuBECGgRbH5yNdZuakYkC8DhRU3DfFx/8yJMGrwNmrHmzp9iw7jleGBFI758s/fLfv4nMrDyHiEgBISAEBACQkAICAEhIASEgBAYDgERVodD6Qv0M4aw6sG8r1+AcYPnNYB969dhw8EUxl5/P+664HMQ9r5ADD7PU4k1b8au6OFP2PfKamzom4El18xEyPq2px4zptYMCkSRTavwwNNpzP/uHZhX+3menRxbCHyBCBSaseaHP8X6vhrMuWoRJtENkonggxfXYkukHot/cA8Wyf3wBRowORUhIASEgBAQAkJACAgBISAEhIAQ+EMTEGH1D030cz6eIaxWY8VDKzDjiM+KYf19d2JNzxzc8cAyTPqcz+OP5fDsYG072qH6x3L1cp1C4PgEtLcexHceacac2x/AsqlDfq7QhEf/8kFsHL8cv/j2l9GhKqMuBISAEBACQkAICAEhIASEgBAQAkJgeAREWB0epy/MTx1fWAWMf1Ox+Mf3YFFlB9b9cCXW1izBcs9GPPpWB8qvXImVl1EBu4bIpsex6snNaEloXL5bP2spVtzQiPKhdbqxJjz+i9XYeDAFTXGgZvYyLAmvw4PvNw6Wwlvns+TrXmx8ZCM6yiwRMoXmZ1dj9QtNRomwqxxTL1mO5ZeNhdekab136bfL8c5jG9Dcpxk/99Xv4PbzdKxftQprd0SgFRzwjmrE0tuWobFsyFCkmrFu9Wqs458BHGVTsejW5Vg03voEAIUINj+xGk++1YwYXaq/HlMX3oBlFx8+j08b3E8VVqkM+rFVePzdFqTo2LUzsOTW5ZhXPxSihpbXVuORZ5oM1szhJty8cBKCCn2yOU51y3BX3QeDvBzhqVj87RWYbx2rcx1W/nAtqlc8hBWDivpnHZuOP7yxTu1dj0d/sxZb2jVAcaB87BwsvnXpkby/MHeBnMgXgUDkuZ/g7qfTWPTDe7H4KGdq86ur8erA2bj2qqkIDs7xFXjoGzR5rbVpKW6veAePvGrem2VTseQ7t2NOfj1W/XItmqJD1qabGlHO94u5zv2+Gktu9eKdJ8w1zFWDOTd9B8tmDY1CGd7cR6oZ63/9KNZu6TDXkbGY89XlWDp4LOsetc7fOI/Y7nV45JF1xnnSPXPaItx0RATCF2GU5ByEgBAQAkJACAgBISAEhIAQEAJC4PMkIMLq50n3czj2pwmrTY/cgQffasDyX65Ao2KKAZ2Ao3oq5jROwsixZ2PO5CA6nv0JVj7TiZpzl2LZwgZg9zo8+tuN6KDs0O8vQg0JGIVdePTOB7AxS2W+SzCzMoWO99dizaYIMCRjdDDz1VGDqec2YtLosTj73Elo//UdeGCjF403LMfi6Q60rHsEq19tQfVVK3HPQiOddPC9lY1YcuUc1PujaHpuDdbvBoJBDc7TFmPp7HqgbSMe/91mROqX4P7vzwcHHVjn523EslsW43RHC57999XY0FKNxT+8B4uqDVGx6eG/woObzfNoAJpfeQyPHnUenzZMxxVWCx1Yd99KrO2bhPnXL8a86gFsePJRrN9TjaX33YV5YUsEItZRTFqwFIvn1iC39UX8++82I9V4O352y1Q4LJGpGwhOmI+rLp6E0MAurH96PXZhHu76+6Xgdj/HEFaNcfy0YxPjYYx15zr85EdrEZ0wH8uuXYDyxJt49l/XYkuhEbfftxxTXZ/DRJZDfvkJ9G3AT7//OJrLG7H8m8vQWHu89NSjhcnDa1P57CVYPLsewUgTnuM5H0Qw68Skq5ZiTh3QsulxXnPqr70f91xsRJwcXjdmYPGCeRhbfnjdmLHiXqyYYWysDGvu0/33E/M+vnEJFpQn8eazq7F2i47Gb/8My6fRNX1SWE1tWYW7V22BOnk+brhmAcojL2LNY+uxqzADK368AuYpfPnHWK5ACAgBISAEhIAQEAJCQAgIASEgBD6VgAirX7IJckxhtaChY/Oj+MUjm5GasQI/+8aMw4IdFmHlDxcbYim9spvx4PdWo/PCu3DvtUM6dDevwd0/XY/yG+7HHecHEXv1p7jzic6jynxT2PjzO/DowOHSeON8gEU/XDnEtdaEx//6ERy68C9w1wKrxZMZVVBYjHvvWQTylRnvDWHZA3dgjmUyzW7Eg999FE0Ny/DAX8w57G595m6sfLYay/7xdswhoa/pcdz560NY8L27MJ9FVAB96/GTv14DXHUv7llIn9CCNd//CdaPHuo0i2HDgz/Gs7gMd90+j8/j017HE1a1TQ/iOw8fVQZtlkBvOfMOPHDjpOOyjr30E9z5pANL778L84KmaHPUOBll1lEs/tFKQyQ+Wlg9zjgecWzX8MbauJYhn0VAdq7Byke2oOHme7F08pfsJpHTPWkEUnvX4aGH1mJXzHClj50xBwsumY8ZR4isxxFWQ0fe48acb8KkGx/AHXMHfe1Y+4OVWFe5DL+4fQ7nGh9z3aC813t+ivUOc20a5jrH6+F3VyM66OY3Nm3W/Gg1tkxejnuvp1CVo8/fXFdqluGB2w+vUUhtxIN/+Sia596FB24YsraetNGQDxICQkAICAEhIASEgBAQAkJACAiBk01AhNWTTfx/+HmDbq1jHCc4eQm+++35MKrHj12+ii2rcNuqfZh/1/1YcsSzf4chYNQbIiQLijs/mdd6tND4aQ7ao09xeO/dglW3rULnUKFjUEzBYaHxmByPfq/lWFUxdu4CLJ47B+PqvHBYIvMwxuJ4wurx+GxedRtWR0zxeOtq3PZPuz7JWkshlgY8fjqXTxunzuMLq8M59kfDG2sSbcmx2lk5A4suX4DGKfUo9375ercPYzjlRz4PArSxs3sDNr70DjbuNmIxgpOX4i++O8/c0DmOsFp3ZGm9sTYNmfN8rtbGw9GbOZ/Mme7gzZd6I396mOscH58cq501mLFwERbMmor6Su9gYzoD11Hnb25ylN38C9x+7pH3Cd//HZLJ/HlMMzmmEBACQkAICAEhIASEgBAQAkLgi0hAhNUv4qh8yjkZQmYZlt1/M04f8nOqKwjvESXbxxbsjulOPIaA0Xmcpk3DE0cpgHAX1j+xBi82tSBGGavW6xMxAkcLJMMXVmO71+Ox372IppYYZyNar5oj3Gcx7HrlMax5oQktFLJqZsV+5+g82eMwP7awmsKGn9+Bx3cf503WNR5TKDr6PScorA7j2MMda07d7d6MNY+sw+aDHUZebHgqFt1yMxY1GOXX8hICwyJAIuvGVfjZr5uAuaZz+3gZq39oYdVcG5f/4+2YseUYLuxjrHPsp6es5CdXY937LejgzOkgpi5cfowcZFMIPrgGd9+3HvVH5B0bdHi9eH/GMZoLDoue/JAQEAJCQAgIASEgBISAEBACQkAIfMkIiLD6JRuw4TtE/2eO1aaHb8ODW0/QsWrmn26pMzI7x5V5EPQ6DNGh7bOcZ8MUVnc+ijv+YQtGLliGJfPHocwThNdx7PcODrGWQkvTWjzyqw1omTq8juWf6lhtmY877lyAo/r2AIoHQb8DOJ6r9Ig5d4LC6nCOPWzX3pE3gRZtxoYnHsSarV7Mv+deLKn/kt0kcrongUAMTU8/iXdgNaga+pEaNj74HTzabK0fX2TH6lGoshE0v/E4HnyyCd4F9+Dea2jyi2P1JEwo+QghIASEgBAQAkJACAgBISAEhMCXkoAIq1+yYfsfC6vDzB403I6dmH/XvUMiA46XsXqU63Tv47jj/g1oOMLRNcz3YnjCavNjd+CnrzUc6QxLbcQDdzyKAcuxepyS3eM2pDrGXDjezxpZpsCSv7sH881GVfz2WAwxfxBBihs4DuvUGw/gjl/njsxY/Sz33jAzVo849jAzVvkam+fjrr9bYjTKotcxmmV9yW4VOd3PmQA3y9s0Fsv+/vbDGcnGTYD1992JNelFWPnjxaj5XByrR2UzWxmrfrPB3TDXuWNHo3yWECwZq5/z1JLDCwEhIASEgBAQAkJACAgBISAEvjQERFj90gyVcaL/Y2F1sFu21U1+LHBwA9Y+sR67woux8vuLjFxE03W6EZMw/6r5mBRKoeP9tdyhG59Vzm+KGk3ljVhy5ekIYQD7XnkRG5pjn/3eYQqrhvDbBO4qPjUEDOzDqy9sAH3E4SiAGDbcfyceP1iPeTffgPkNDkQ2v4h//91mpOZYZcqfPgGOK8IWOrDuPrOb+PWLMY+P/SqeeHojkrPvwH03TjIb7fwEK58h1uSsrYf20VqsfmwzUo2342e3TD3cZOy/K6weMY7HO7bVGf0zxprdvxuhzliM5Zedh3JtFzY8/TjW76nG0vvuwryhwvGX7H6R0/0cCaS2YNUPVmFLtgZzrlqEmXVBIBHFro1PY/3Ok+pR5QAAEMNJREFUNCbdcB83wvtk3vMwXdrGiod1P1yJtTja6d4BVDZiyQ0LcLY/gheffBTrdwON3/4Zlk8zck87nrXuvaVYPPcz1jllBhbfehnOK9Ow6421ePzFXai+/n7cdcGxzh9IbVmFu1dtgXf2Etx08dnwJd7Bi4+twebUDKz48QrMsHpvfY745dBCQAgIASEgBISAEBACQkAICAEh8L9PQITV//0x+G+dwR9CWAU0RDY9jlVPbkYLZwp6UT9rKVYcnTsaa8Ljv1iNjQdT0Mxs0jnp1VgzpDnL8c6HuoWv/td1aIoamYVjL7gZFyRWY/VbDVj+yxVoVI4nEg/PsQqk0Pzsaqx+oQmRLGWCjsW8Gy5A6uHV2NiwHA+taDS4Un7iY6vw5Ptm1it1Lp+9GMuvb0T5MJpYfaq71Tz24+8aDXsc/npMXXgDll08Fod1FQ0tr63GI880Gaxd5Zh6yU3Hz2+0ZsPRGarHdJB+1rEZwLDGOrZ7HR55bD12d6agwQHvqKlYdN0yzB8vCtF/6wb9Y/vho/NJrblzDW1kWPm8n+UANaH9N5tXLfm6F+88Ya5hrhrMuek7WDarfMgIDG/uUx70ukeewPrdZr7wJ+7jYwvBfM88Yq5xigPlpy3CTTcvwiSJJf5juwvkeoWAEBACQkAICAEhIASEgBD4IyYgwuof8eB/5qVTQ6gjxEezxNexFPffOQ+iH3wmQfkBISAE/sAEhr+59P+3d7+hdZ7nHYB/GJ+FaEUhSAw7wf2grNgt6h8xpph6ZXGJXCKD1VEPFhNLLIJEpTFUK55LbYhCnLJgmAvuqDx2WuwWu1Ab4kE0YpVG/eCRuGyCIRYbWrNFJDbDJlgUQdAwQ7KOHMt26xA/mvLqOh/Fq/t57ut+P/14znPu8cLKESBAgAABAgQIECBAgACBRQKCVa/E7QWujOXlF15NNm5Jz5cezUN5N2/+/Mc58cb0TV+3xUeAAIGlFBCsLqW2tQgQIECAAAECBAgQIEDgdwkIVr0fdxSYOj+aYydHMjF7FUCSWkt7uvv60r3wFV94BAgQWFoBwerSeluNAAECBAgQIECAAAECBO4sIFj1dhAgQIAAAQIECBAgQIAAAQIECBAgQOBDCghWPySYxwkQIECAAAECBAgQIECAAAECBAgQICBY9Q4QIECAAAECBAgQIECAAAECBAgQIEDgQwoIVj8kmMcJECBAgAABAgQIECBAgAABAgQIECAgWPUOLGuB5fNDNRcz8vxQTj08kMPPdCxrM5sjQIAAAQIECBAgQIAAAQIECBAoLyBYLW+88la4NJKh508l24YytHXtR+pfsPqR+PwzAQIECBAgQIAAAQIECBAgQIBAIQHBaiHYFV1WsLqix695AgQIECBAgAABAgQIECBAgMBKEBCsroQpL3WPgtWlFrceAQIECBAgQIAAAQIECBAgQIDAEgsIVpcYfEUsd9fB6nQuvFpP/bWJXH4/yX2taf9Kf/q3tqVpHqpxFcCT32jNm8fGcuG9meS+ten4Wn/6/3xdah8AnTo/kiNHRjJxZSZZVUvrZ7qzs687G5obD41n+NnhXNrcm85Lr+TUW1PpGDicgdkrU6cvZKRez8h/Xs7MtaTW0p7up/vT/ccLO7ntHas3rVlrTtvmvnz9L9rTvOrGxi7/6njqJ89c33utKes+150dT3WlrVF6RbwUmiRAgAABAgQIECBAgAABAgQIVEtAsFqteS6Pbu4yWD33k8EcPNOUzh396fl8LZMjR1J/fTJrvjqUfU9cv5v1erB6MWnekK5tT6S99UomXnslo29Npb3vYHZ98Xo6OT0+nL3D41n96a7s+NqWtF4+nRPHRnPuWkcGXhxIx9xj14PV8STNbR159E8eySOf6krHunM5uvtgzjR1pveve/LZ2mRe/XE9Y5Nr0vP8vnSvmdvJLcFqY82mjduz8/GO/MF/nUr92NlMbxrMwac2zO1r5j/q+dt/OJumjb3p37o++e/RHDsylsk1PRna152PdgPt8hi3XRAgQIAAAQIECBAgQIAAAQIEVqKAYHUlTr10z3cVrE7k+LeP5O0v/032bGnEi1MZ/e7unLjWk5f2dad1IVhdne1/ty9dDzY2Pv/c+z0ZemE2nJzMie/sz+ja3hzctWnhtGumz+TQt47mwpf25OCOtoVg9XxHf14a6Lzx3MTx7P7J29nyzT3pmgtRk7w3mv3fPpF89aXse2JuJ4uC1fk1P7E9B77Tlcah2Kmf78/un9Xy5IE9eaw5mTy5N/tPr8vA4YHMHoyd/Uz98lBe/Jdk6+5deayl9DDUJ0CAAAECBAgQIECAAAECBAgQKCEgWC2hutJr3lWwenuk8X98NsPvNALTxonVNTcFk7P/2bgioP8HA+n8n5EMPX8qLX3fz64vfvBygOTs8LOpX2zUm78KYNtQhrb+vrOii59dFKzO93j/Xx3Ins0Ldw0k757K3hdG0vaNw+n/3I0Tq6vbHsuWbX+WTW3r0nTfSn9B9E+AAAECBAgQIECAAAECBAgQ+PgLCFY//jNcfh3cbbA6dS6jPz2R0xOTmZq9Y7Xxmf2a/NxJ1N8XrCY9Lwyl+/0T2fvd0axr3Jf6gVJzQe2/dcwHs3cOVqfOj+bYydOZmJyau2O18Vm7EMIuClZ/fTyDB8YyfQf9hbtbZ0+oLqpde2hTer/+ZDr/6OYQePkN0o4IECBAgAABAgQIECBAgAABAgTuJCBY9W7ce4G7CVavXb/XdPzhrvT+5ZY80nJ/mptq+X85sfrW0Qx+bzyf3NKb7V2PpOX+5jTV7u7EastTB9L3+VsJV8/VWPz3mUxPTuTUkeGMvdOe/u/tSqfTq/f+/VORAAECBAgQIECAAAECBAgQILAEAoLVJUBecUvcTbA6f+Jz/U2nTKdz5u8Hc/Tq4hOr8ydTG/ef5qPdsXpp0VUAF44N5uVfrr/5uoHpMzk4eDRX73Ri9dpEjn7rUMa/sCsH+9o/MOKZTL03k+YHZ38ta/6Ua2tvvr9rUxZy1vHhPDt86fpp24WeVtxbomECBAgQIECAAAECBAgQIECAwMdaQLD6sR7fMt38fLA68/hg9nzloUWbXJ37P9GU2szZHPpmPROtndm+7bN5IFfzm1+cztiFqeSWqwAuJs0b0rWtKxseuJpzv3glo2/9bzoGXspAx2yAmUyPD2fv8HiaNm7PzscfzR/+9s2cPnYiZ6c7MvDiQK4/dvurAGbeOJTnfjSR1o3b09P+QHL1N3n9tbHMbuWOVwHcZs3WmXMZ++efZfR8a7bv35OulmTq9Zez+6eTWbe5Nzu+vCG1K419bcrggd5sWLVMZ2hbBAgQIECAAAECBAgQIECAAAECv1NAsOoFufcC88HqxdtWXrtwUnP61yOp/3AkE1dmklpz2jb3ZfNv66n/6/rM/SjVqht3rPbu/mT+/Z9GMvHeTHLf2mza+Vx6/7T1phWmzo/kyJH5eqtqaf1Md3b2dWfDwm9L3emO1elceLWe+msTufx+UnuwLY/t2JzpH9VzZn1/Dg903jh9+vBADj/TsbDuLWu2bUrP00+ms6XxyEwuv3E8wyfPZnJqJpnd1y3P3PsRqEi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4P8AUTeUqaZKWwk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01321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2049382"/>
            <a:ext cx="8408752" cy="40997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a la opción «Inscripción o descarga de certificados»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30950" y="3028950"/>
            <a:ext cx="2022475" cy="360426"/>
          </a:xfrm>
          <a:prstGeom prst="roundRect">
            <a:avLst>
              <a:gd name="adj" fmla="val 4710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" name="AutoShape 2" descr="data:image/png;base64,iVBORw0KGgoAAAANSUhEUgAABVYAAAKaCAYAAADVtAJTAAAgAElEQVR4XuzdC3hU1aEv8P88E/KAGIgoVBEbrKRcg/LQKAoHOUaoxGqopCqoiAgH8eOiR6FeqMKtQI9SP8ADRUQFtUGN1tCCaOAQQaMUlHgx2JKKUAlgkFfIkMm87rfW3jOzZ7Ins5NMMgz8OR+nksx+/dZj7/2ftdc2jR8/3gf+CQhUV1efdxrZ2dnn3THzgClAAQpQgAIUoAAFKEABClCAAhSgAAUo0BYBE4PVUD4Gq22pTlyWAhSgAAUoQAEKUIACFKAABShAAQpQgALnhwCD1bByZrB6flR8HiUFKEABClCAAhSgAAUoQAEKUIACFKAABdoiwGCVwSo4FUBbmhCXpQAFKEABClCAAhSgAAUoQAEKUIACFDgfBRisMlhlsHo+tnweMwUoQAEKUIACFKAABShAAQpQgAIUoECbBBisMlhlsNqmJsSFKUABClCAAhSgAAUoQAEKUIACFKAABc5HAQarDFYZrJ6PLZ/HTAEKUIACFKAABShAAQpQgAIUoAAFKNAmAQarDFYZrLapCXFhClCAAhSgAAUoQAEKUIACFKAABShAgfNRgMEqg1UGq+djy+cxU4ACFKAABShAAQpQgAIUoAAFKEABCrRJgMEqg1UGq21qQlyYAhSgAAUoQAEKUIACFKAABShAAQpQ4HwUYLDKYJXB6vnY8nnMFKAABShAAQpQgAIUoAAFKEABClCAAm0SYLDKYJXBapuaEBemAAUoQAEKUIACFKAABShAAQpQgAIUOB8FGKwyWGWwej62fB4zBShAAQpQgAIUoAAFKEABClCAAhSgQJsEGKwyWGWw2qYmxIUpQAEKUIACFKAABShAAQpQgAIUoAAFzkcBBqsMVhmsno8tn8dMAQpQgAIUoAAFKEABClCAAhSgAAUo0CYBBqsMVhmstqkJcWEKUIACFKAABShAAQpQgAIUoAAFKECB81GAwSqDVQar52PL5zFTgAIUoAAFKEABClCAAhSgAAUSQCBv6nOYPDhL2dNDFVg4czmqUITZfxyJ7OS2HIALNVsWYdYrVW1ZSYct2+vqXODLSuw3vMUs5Fydhdovq1BreBl+sKUCDFbjEaxemYc8VKDiG+PFdcUNecAnFfiH8UUMfzI7O9vwZxPxgy3vfBLxKLnP0QTOqnrQOxe5qETlvmh7zd9HFLh6HOZOGoFeKUDNlvsw6xVaxUWAdTku7IY3GsfyOav6XMNgCfTB7jnIzaxF5R7eJrVbqcWx/bTbMZ0VK27NTX5rljkrDvYc3ImReHJZAfDnKVi48Rw8PB7SWSsQEqwe3YHljy1BhQhWV45Etq1tu137yUI8vsJYsJo7dgaKbsxBj3Rlo666GlRtLcaitZVt2wlDS4/Ak0uLYC+fiHlvG1oAwATMX5WDmhcfx5KdRpfh51oqwGA1TKy6utq44djF2DgBeDX/UfzJ+FIofGEjHkkpwb9NWmFwqUIsXv8Ikkr/DQ8vN7hICz4Wz2C1aN5rGIkyPD57TTt9g9KazqcFePwoMHE+Xsvei/tmroqpxsiZy3DT0SmYtTJ8teKC7ibUTpkF41s8u+rBiP9chqJOZZg4tySyWf6TWPZvtZjSVtdYrSempRthZd3zUPRAIYZekYUUi7hScaBmTzmKny9G6KVKFiYseA79a9fg+efLWvCNbUcchHYbRZi7aiSw+XHMeb0Dw49myzwXRXMexPWNZXh+QWmb7QzV5Y5mb7ftTcD81/pg730t6XvabWcMrTh+5dN8n5s1fBqe/FUPVL+2CMs/i33bEOePApRiyoINhpwS8kMPzMdr/Wqw5LEl2NHkAGLbzlvjM2HBaxh6sd6SNShPkDbUbPu5ugizH7gejZuex8L3jY8bao1lhy0jzh1398TelY9i0dbwrU7A/GVZ+HjKQrS9VbXmJr81y3SYXMw3pNd+RHiz491FWL459n1myw6AwWrLvPjpc0pA9JO/6onvtpSg+PVy7Ecv5N5WgHG/zEHtu3OwcH282+c5pZ1QB8NgNay4OiJYPdtqSNyC1e7jMHf2IGRY6rHr6VlYdeRsk2nd/kQOBFu3vrN+qYQIVs96xaY7GKtANFbraXfCXExYMA2DPDtQ+noJNuypRa8bx6HozqG47EgJ5izYoPnyRVzU34yTTz+O5THqN9qj3WbdOxdzB2QAzl2YM3NVO315pFMwzZR59r1z8Vjf77D8qVVhYXW7F/A5sIGzOVhtzRdO8SqSoZj2h0KkfDSv3W5AzotgtZniOxvauQiG+lTfp/PlaEvq3dlar7Mx7unHkPP9csxa2REjlFpi1obPymA1ByknK7Hq0UUoD1lVa4PV1i7XhuM4BxZt0n6652DoqCIU3ZiCqiWPY8mXsTjI1rYvBqux0Oc6ElNAXF+MbFiNR1+oCDkAcc0/v+93mPiU8WE/iSnAvY4kwGCVwWrc5liVoUOvHShuGIHRjuV4fJmx4fdne3Nuj4DmrD5mBqvtUzyxCkRjtZ72OcrAWuUFydW1cvRVyG1q90LMnjsU9a9rR9C09mYg8kHEvt1mYdy8ubhsRzHqbx4Nx4rHsXx3OyP6V58gZd5BGjHcDIPVGGK266rO92C1XXENrvzcDlYNIiTax8S545d2fHesF7JqluDxF7Vn49YGpK1dLtHwYru/kdpPwVMrMbKxGFP+qywGG2zttRSD1RjgcxUJKpAz9TnM6FqBWXNLQgdMdM/BwB712PGl/wmGLIyYNAOFg3sgRcwY0FCLqs1rsDAwXYDSN+7/exYGXpUF2w/luG/mZ5j8+2nI+mQK5r0fBJL3SD/bi1nyCV+99qdu67oeyhN/etsKf+Kq+whMfrQQAy9OgU0sU1eDiveXY/lHmicw1M/k/SRF2Rkxan79IizhqFzd2stgNcbB6q+XbMRtP6zAP66YhFsuT5NrP/1NCZ5+cBH832uIz9yPV5E/LTiBQN7UxXjsjgG4uBMAz2l899EKPD6vBIfkGn6NxRvvB1bl49G1/h2+GIWzn8Ok4ZchzR5c5pl5JS2ehzU+I1ZzZMfRZdMULHTMwOJfuuQ8KaHRai6KZo7DiCuylAbfcBLVW1/GvNf9F3rBDin3KvXR4br9KHt9CdYEHi1s2vnIAMXxKVxXjECvdAeq3lTmCMoaPhkz7hwYmC/FcbQK5a8vRHHgW2Fle5VbgIHDc5AlJsluqEXl+wuxSHYw4qZ7KHoE6lTo4265Y5/EuGE5yBJ9k8eBms9KsGhFWaBTVrafhx7pygoch3ag9A9LsCFGI/La7fxlIFiNbtt074xPBaBcGJ58ez96+f08DuzfvBxzAnUlrB7cPhvLbqjFkifEpOf+P0MxY3Eh8LY/wGvNCVH5llKWtb+OeFw4+c9yvPy7NYHAsOlNfxby7puG8UN7KSdEcXL72wnk9g2dCiC0DrlkHSlZvBxlgTpibD3tVhfasOKieSuRu38WZq1s+ghNyLfD/hE1/m05qlDsfzQx7CLBdbQKZdo2PHE+lnXbj71ZA5HbzYaarWI0VXPtVumDQqYm2B7abiMecr/JeG5yF2x6ZCEcjy3G6IblePzFsC+Pwi5Ymuyvvy4F+o02lPnVRXjy3qHI6aZcHDm+rwipO0q/WI4TvUYgp5sNkPW2DC+/6cBND4+UF15yuX1lWP50c3U5vP5H6uua62vbUJHadVGdYFXWqUqUY2DgXOU6WomS3y9S+m5RD6aKx2fnoTSwbyJ0n48+f58VmCKiTecH0QffGDzz4JC4OFf6Ir2AMffeuZg8XO1rHLWo/LIWfS5vaV8TrZybufD332So58HlKzTTeUTzNFi+TY872vlbahk4lwCIcjNS8NQy3HRsSeiXxTfOwOJfASXqKEBD50TZZtX2qNNmdafhCWvnsk95exWKQ66Jop0vw5CvnobnJmWE1WFxDTcDPXbOwpy1+o89Rg9WxVMKk9GnWjPqU2xrag9UvTgLqwZErteAsfNz5Os15Rhbfq5Wl9H0ybX/KEPJK8WoCJyHjdQ1gxW5oz8mg1Wg9MVa3DRdnY8v7Bo4ZCqAKG1BtMOivuoNuajDe4rV6Tn0vqRqeTBgpB1FK+OOJja6vYjtR/aRHwenOYkajij9muMTF3JEv+9Ur5maOW9EdzXQvzcJdqK3N6M2/BwF4irQfSSefKoQlzn24m/bPsCmv+i/RCrngfmYdlUtylaXoORLB3JGFWHCnb2wX8xzKvtV5f4j40A5iletQrn63g3/wLMpv/NfNYrpz+aiZ4U/bG3a/nImzseM/g6Ur12NNVv92+qDmtf897ThfW4OJvxuBgbB/5RgCobeOx5Fw7Ow95XgQBZxPTPS8imK16xB+b5eymeG2VA+cQ6K41oIZ+fGGayGlUtbpwIQoemkfk5898EKzF/4F9RdMwlPz78P9r/egAcWKxtrEqyKuVon98DOl+ZjyZs7kf6LGXhs6mjYP7gbDywW0WrTYHXAk2/gueHAltcWYUVgmUJcvHs+Cp74S4tqW1yCVXGzOSkF6+RNRh5mLP61JtBSdj9nynOY0Xu/vGDdsAdqh9QH+195FEs+CXZIqf8sQ4lo8I4cFN47GSOzD6IkMAeUfrBalF2PyvWrsOZd/9vxijD3jwNRu24NSkUH2T0HI8dOQGFWpfrtkLq9Vdcj43gVylauQcmeFAydMg0T+tZg+aPB4Fw3EMx/Eot/mYpda4uxbksVUm4ch/Fjrwc2z8G8d8VNSQFmLxsJfFKM1WK+lt5DMW5cEYaayzHx6bO864oarBqxbVplWxasFqKPqwafvv0yVokTyp2TMe02G8on+Dv+8HogQtSwUYTihuLmk4GwtbUnRBmkTM/G/ndXoXh9FdB3pJw3tM/3L+PRxcrXK01u+uV8PVmoUpeR9eNXI5DtCAYkuGEGFt+bgb+tLcYHW6pQK+rIfUUYVFeMR59XH9gzsp4W9Q4d9+EJC5Yh638ivAgh/EZCDUBC59kVFwnT0P9YGV5+twSVDrUN99ofHAUr6ur1Gdi/tRgvvyLmRQr+0atvedMXY3zG31C89gOUq1MTPHj3IJx4U2/+uVAr0X9NTlmnlI0ou7HBUEXt4TBhwQwMcpQrFyz+/c2uwRr/I5gxK/OReHJxAVK/LEbx+nJUpSj9y/Uowxz1G3d5A3yFC9Vlf8LyNyuA64ow7b4R6GF2oeYzxcvRtxATphYg6+uFgdDIUF0eOxS2T2dhzpuir2tdf9BxNbG5LekHq69dl4HaPWVY9XqJtJ08ZQJyaparj4n5Ry5rRh90n4D5T/dEhT9sjcn5QX/kkaHyiVVfE1LOOhf+D8zHjMHAjnVrULLefx4cgazqVXj0BbUPE220WU9jNUE3WI16/hb7HO1cYuBmRISoox1YrvniTuzPzSf9YauRNqDsS9aeEqxauyHQZofayjFrdrHyhWyTc+9IPLm0ED2/L0fJWk2fcpUDZU/NQbEM/owcY7ixEqJmfTYR895Vf9dvGp6bloGPH9Z+YRC6XPRgFcDVEzB/Uh/sXTELq77MxbTnp6HHbu2bmfXrtaHzc7TybvW5Oji3nkM9v+c6y4LlIl8SEv1a0VhN7uBP+YPVKQuxX7RXdQ5fZThD+MhTA21Bdzn/9XvofNUtDwYMtCMDZdzBwoY3F6n9DH1sMYrMpeqIVSNlINpQEfo4KrFB3rtovwjRa18GXHVGzEVtkwlcFoYLjR88jwR6YeivCnDz9Tno1cUGxw978emHq7AmMP9xHmb8oRCOl0OfVhOjXSfbStTrQ3GuuAxVs+ZgjXYQlZgqcW4fVD2s3sM2+YI+/PoqQo4yaT4mJH+AxxeL66uw61dxfzE+FWVh5/DcRxdjWnoZJqqhrhj0MrD2ZSxcXKEOBMtCzuAeqN+uHyafRxVA91AZrIaxxCJYDR+NKl5WNckSHKEaHqw+8ur/YEDl3XjgD8r4VPnngcUozfsOBZMW6QSrt+C50llIf+/f8LD2Tdg3PIvSZ7qiZMTDeK0FNTsewaoILH6NPwXmJ5EdTbIaQqj7Lj7zYManmPd0cSAA6XX1QKTW7ECV7ID0Hi8Sgdk4pG7x3wDoB6sjXZowKqJV+PpFB9gHexfNwqrAI71Nb7T1ApqiecvQZ0fosH7cORvLrt6LKbNFcFqEuSsHonblQizxjyxp8khBCwq1Iz8aNVjV25noj4a1LFgNfzupeHFKIbDOH9Q1rQfi4rTQE6yDoaOM2nBClCerDHy6YA6K1W8f0TsXA5NrsEO9oA2/6S+csxJ5Py4KHdF452ysHHwQE5t7eVXYI9+tXk9H1pcI24oWrIa+IE3nZkC43x4aZgA5mPb8ZNjefRSLxJcxoq72qtJ9WZ7RqQCMfU69yFmrbte/H3/WBLIRwtbJv5sA20ePY8mWCFCtKfO752JZ7x0Ifvst1l2I2ctysXeKcuEmRwWH9YviZ4X20JesZU16DnMzNwVGy4TXZXERlqMZiSmP4vYnsTi3Bo/OXROp9GP4UpT2rMwRgtXsvVg4c1Vw9Lt4qdDPgi/0Ux7hqsJE2dcrXxpOy/w4UB6xOT8YC1Z1+4hRT2LZTVFelBdW76KXs96F/4NI3TQx5PE2XD0NiydnBC/u1fNJc55GSlg/WI12/tYbhRV2LjF0M6I+/RBo/+KL05tQ+2Jz04GEnRPvnouVff2P/fmPuABPLs5FzaPzIFtS+LlXLNO/BotCnsTIQtHT8zHwyCL1yxADx6gDHPoYIiCu2aalB/sB3bO87surgk8J+ZfJnTgfk3vvRcn+HBResgNz/MGx/IBevTZ6fo5S3q04V8ubzBq/pXoE3Yswd+5A1Czxl6+xa0Uj9bjDP6MJVjdAGVGc8+1yPL5CRKthddRQW4h0rR7el7YiGNDF0dvH5q/HOtzY4AabBqvqaDHtiDJDZSDa0Ei4dL8QNjoVQPg1u07/Hi1EMtDeDNLwY+ezwNUFmDCoB8TDuvX7NmCN+th61vAiFGZntFjmRHUJitv6MjgxGGtUIUbe0AMHAy+vCn8aLrhrISP3I7wQsHDOMuR+O0c+1RQyUCNwXtTe907A/JWXobLZUaRhfe7E+VjZY0fTlyiHTyV29TjMfXAEeqW44Dheg+/+XomP3y/RPKHRYvJzegEGq2HFG4tg9bZD+bjnWc2Kf/MGNl78l8Cj/6HBaiEWr78PjYsL8PgHkepa+IjVWXij7DKUj3gYK0IWEZ+7DYfy78H8FlTbjg9WldGCrhWPY4k/oNQ8Nht422j3kZjxRCFyLwAcJ2tR830VKt5dgzJ/WKUbrCoBQfBt8hGmAtB527x49GXa6Fz0ygw+tgTtY8a622t6UdI0eFG+Lc7RrDZQPJpHNgOPZ3odqP3+O1R/9TFK3vV/Q9SCAu3ojxoIVqPbNt3plgWrNyF09CIQGtTp3EyKETeTbOqo6QLMXjoQ383zf2vYlhNiFkZOfxKFV2UBzpOyLKu2lwRO/vJWMeyN1bqhos48mbljZ6DoxpzAdBVSTVOHjK6no6uIke1FC1ZDHn3Tu9kOf6wtsFHNjXyTka/BPdOvb7koeqwIQ/uq8yOpH1emEGjmqMSItbDpTWSY1kUTRDwwHysvrwyEbZHWFosyD38cM7it4HQlesev9xi5CHO0ZRH6GRFCFcD1J3+grH9UrekPjNSh9v9MpKkANI9lip1o0naVEPu7p0X/Ikb/TUbKOn/IHqvzg7Fg1Wgf0Xy9M1LO4X3uBMz/Y0/seHgeSkIKKmy/9dpoK+YMjjQVQOgbzcPN9A1DzAzejIR8WSymnhn4HebIudGUP9HagHgbfYGr6csxQujCzr1yVGydmBczbMqREFMDx6jbkEQ4nIeD8kWj+iFY+GKGRqzKhZRRd0Mz96P06XkoCZn+SG9/W3t+Dl9XS8/VYvmb4RCPcYbNlx3arvS+ODYaYLV/L9bsFkKCVTGiWExpk43q5Y9j+Zdhx2WwLegPggjvS1sRDBhoR2LKiGjXY3EWj7h50X6GXhz6a1ddDaq2FmORf45GQ2XQXN3T/120/kn5wiMs2AmZCi2438EQKXHL4mytI+fjfoVczwbu0Qdi2h+mYWBmK0Q091DGlo48YjNr7FzMH1yLRXJqw+gDiPT7RnUvAtcNO1EkBohoB2botb9YBqs3n8ScJ5aHzB+b1Xcg8gbchIGDc9ALVTovNzSmd65/isFqWAknfrBaiB8fHINnvjdedTs8WBWhw8RcdGmyiy5Uvxs2mkV8pncuRgzMw4ABucjpVosNgUfa9DutVgWr/SZg/vRBwPYNKP6oFJUyvNUZsdrkmyWjwarRN5iLDjsPA24ciEF9ewG7NY9IGi/Sjv1ktGDVkG3TXZYj6HTeuth0BIuRG0W9UTqagCNLjB7W3vi28YQoD6cXcv9dnIgGIveKLNSW+R+FbmWwKh/zVx5BXPdRuTJqOyxwMBqadGwFMbY1w3OsytXplHkzoWlgD1oYrI78z2Uo7PEdyt9fp0y/oIbiwS9u9I9NjIaecFXTHg4N1SjxP3ZjJFiNUZnLwOXYHDy+Qn8uRCka8oWUclztEqy2sj8wVova+1OtDVYBMSJ+4P45mLOrSPOFjr8ux+L8EMNgNWq9i3Wwqjn+RA5WtTcjmumOumlGnsgaaqANnH3BqtIfyOkMvrpVTm3yJ80USHotz3iwqkwBkJtSi0/llADatUUIViOM8gku2ZJw0+i5Okqw+vEULFyvd+0Y4ZzV3t1Va9YfHqyKeWgnPYfJl1dh+UygSOveXKgXcmOuVxYxCFYNtKMgQeQybg1TRyxjqP0YKoMWBquGXHWC1aht0q+WeGXREeXNbRgTyBo+DhNuykGGzYXar0oCXzLk3j4NBWL+dmOrUT/lQM32Uix5P+SVuVHWIL5Y1Hn6Riwlnv651YXV8tyod98Zvurm7jXF1D43oXZtLfo3eQ+NzohxnSkVs341AxNSPsbC13boTwVwrw0bAlMnKvsWOhVAL+TekIETn2gf+1e3/e4ULPyoRdjnxYcZrIYVc8cHq4DuVAC/mIU/XleDh2eLh/rDR6yKqQAeg/0N7cusACTIVADijZYj6l8OTAPgLwI5p2pWhTosXQSMvYD9/sf+xaeyMPn3z6HXnvswS06B0PqpAJoEI3fPxWtXfRd44Yfcp+6T8dzTXbAp0OkYu1BvGlCISafno0/1IsxaGTaSxH/wvXORl3ECFYE3Caod9Cig5JGFiMW7P9utR4sWrBqybbp3WRPnY372XizSPmIrPiaC+XtTUR4Y+dTaYBUQ25jb7WOUpxagz5dTgvPHteGEKL7V64X9gcf+Zc2d9Bye61WF+57Sf6GMkcdz5XyfyRuCLyzwn8Q1j/AaWU+71YM2rlg+anp1bXA+VP/6uhdi9tyhqH9dO6+pTpnr3BA22aUWBavi4mk8bH8Nnfc1+lQABZj9xxGoXx0+ajNsnkLdqQCyUDh9AlK2LsSanUCsyjxiW9IAxSZYBXQfEb9xAmZfdRTzXiwFWtkftLF6xWjx1ger/i9Big/3x2iX9kVmsTo/GAtWjfQRRupd1HJu0ofqtye9qQBCR6frjQCOXpztNmJVznsc7WZEuV4RL5vI+p9ypP6yDyqnaEbqGmkDulMBDMWEp67C0d8tUV6EpjcVwFXfhZ0z9aYCiPaERwRfdST+hpo+uNmxPPTlXDqLGAqGAAydvhhFncuxoDoXM/vXyLlpg7e5evW6tTesoetqzbla+QIw7FpObyoAA1/CR6/FcfiE7nk0V46y77WnChicgsCob8NtwUiwqj8KutlgwEA7MlLGcVA2tElD7cdQGbQwWDXg2nTEavQ2mchlYajA+KHzRkDMJzzjBhuqNq5DydvifQ1ZyBk1GkWjhiJDM2e8mOZm2nU2VAbeuTEUt95+EzJ2zsMSGUo2P4hHzqfc24b6r8Nehqlzjyq+AJt21UnNy6sKMW50Lk782X8P05qXV+Vh2h8eRK996lzvR3oh91dFmJyfypdXRajtDFbDYOIRrF5892K8+lDoy6seeTgfXT/5De5ZuPMce3mVCB1uwoklTR+lgnihx+8uQ9VTyuPYRU+vxFCv+mKXfVnIGVaIcffmoFa8rS7w8qrrkbon+KIG+fKq3gdlGKlMKdD0ZK8bjIiLkwd6YO/aJVjy0X70unEciu4cipzkvcE3jrdgKoCRnhLM+6+y4GN/o57E3DE9UbO5RH05VS4KRhei75HVWLi2GrhhGhY/0At71c63tncuCsdOxsjU8qiPCsf9TBYtWDVkq3MUMlAbiax9avmKOjBKnCjykPp37Uje1gerEBOEz74eWajBhkdCX8LR6hPi2LlYeaNLPbntR1bfoSi8bxxyDge/TGhy06/30qmxI5B9WvPyKnGjfb0LZa8vR/Fn4mVuikWPk5rPGFlP3CtMpB0Q87lNwyCP/w2VtYF2eNnRDZjzuxLNYyl6Za4sf725MvjCu2G3YvRNGdg5d4ny5USUYDW83Yqb6KGuMqz+YzEqkIORt49DwQ09cKK5qQBun42VN51QHwUKPVYZcPaqUl+IJ25WpyH3tOblVWL9V51Aqb//ilWZizeYzi5Cz0NlKHlTebNn7m0FKOxXi9ULilEdsxGrQJbo6+4MfRFb0a+uR8aXSzDrlSrlRV5R+9qztZK2IViFmAKnCH3M9agUj9VqHiWWZm0+P4g2MRJ4ex4WauYLa6++Jmo5R3i5iZGXV0UNVm8sxLj0PVgjXg4Y4U+7BavqY+vR3qQro9V752LudVnAoQ2h8xsbaQOizT4d9vKqsYW4Pn0Xljylzufb6pdXtTJYhfhyaBoGptdjR7PzxSqFYigYEmHt3akol1MAZKFo3nwMPCymM/BHq/r1unXn57DzRqvP1QZeXnVOBatiSoBpeG5qLjJcezUvhzXy4iQ1PFjVB1XzZmGNdiqv10JfXtXiYMBIOzJQxmft2WbBa+hTHWXaIUP9UbRgNey8YcRVL9iJFiIlcFmcrXWE+xUvgSzk3T0OBddrpmZziYyQWbUAACAASURBVNGvJVi+okzzYtwsjJg0A4ViJK0NgMeBml0bsHxxqfqZKE9HirY4KQu7nhBT8GiPVe+LDHVb1/VAigVAQy2qNq/BQv+0IeEvrxKr6z4Ckx8txMCLU2ATy9TVoOL95Viuzlsrt3h1EZ68dyhyuqljgR21qPxgCRa9r339b7zK4ezbLoPVsyBYFbuQN3UxHrtjAC7uJBreaXz30Qo8Pq8Eyuuswkesip9djMLZz2HS8MuQJmZwVpd5Zl4J/tHCetaRUwHI+UcGhL9cwb/D4u3J89HH/+KT8AbvcmD/1tVY8pp/3lHRIV2Gmv0pyLkiS+lI6vaj7OU5WBN4lMxgsIqwDslxEtWf7UXK0B7YO2EWlHGGxkasIl+8ATwXXSwnsWPxo1gisnExvH7skxg3LAdZom/yuHDyn+X408o1gQmgQ34PwHG0EhuWLkJp4EK0hQXbUR+PNLdlYO4bI7YRdja8Q1dPXItWBENr/ZdbGJhjVd1k0bzXMLS+OHQkqPxda0+I4cu54DhQjtXLgmWt94h1YI5d/wnxawcu6/EdpgReXpWLopnjMOKKLHkCFHNtVX51AjlXhY5qjr6ejqoYrdhO9zwUPVCIof72LMp7TzmKny/WjGAS641wo6BzkbDjo+VY4r8AaG66AL12K+vfCOR0s8k26/ihEpUncpDrKVHfyBt+jOGjw8J+r77pc+8cdS5fdX/zfqJcsLiOVqHs9YUoDvRfMSzzsLbkOlaN8rXLsUZ9WV6sRqwG+rrhOchKVi8kPytBsM22oT9oRZWK7SJtCVaVEciTL9qFx2euCpm7Klbnh5FidIOYguLYDiz530sgHv6K2teIi+QvT6LP5Qdb3teIc1rEcm7mwl97k/FZ2I2IkakADEz70X7BqsGbEVnxijB31VDUrw0d9R44t/hvgHSvN/w3NGr/I64Jvq9AyeLlKPPfYOl9qRnezkWf8vYqFPtfihmh72x2jmtNI5JPX1xSqfsCwPC2pjdHpPIZdW5n+YVPAeyb52Deu+o0JWL05+9CX+SpV69bd34OP2+08lwddi1X+48y+WVeReDG1+C1Ymw7p9isrZknP3KnPocZ/Wo1gw2MtoUcTJg3A0MvtcG1bwMmPi1e4qfTl4Zfh0cNBoycS6KXcWzgYr8WQ19MiM1GDUeaC1aBpu3LiKvB/j0kRErcsoh96XKNFKDAuSjAYDWsVFs0YvUcqREdGazGlszIPJix3SLXRgEKUIACFDiXBJSR1NFfpHa2HLPyJcAczFoZec7gs2Vfz639CPvy+9w6OB4NBShAAQpQgAIUaLUAg1UGq2Cw2ur2wwUpQAEKUIACiSMwbBrm3wpUrC1F6Zdi2psJePDe64Hy4Mv1zu6DKcTs32djx/MLsSHk0bize6/Phb3rdfuTmHmrHRumhE6bcy4cG4+BAhSgAAUoQAEKtEWAwSqDVVx22WVtqUNxXPYh/P6lLGx56FnIF7HyDwUoQAEKUIACzQhk4d+n/CfuuranMueXy4GDn7+F/1r2UZPpCchIAUVgFH7z0j34edIJfP3W03j2LxwpzJpBAQpQgAIdL/Dzib/D9LyekJcvRz7BC795CV/j53jo2em4obv4aWv/uHCw4gU8tfLr1q7gvFzOarWel8cd6aAZrIbJcCoAtg8KUIACFKAABShAAQpQgAIUoAAFKHB2CIx4bDHGibnkxZ9jO7D8fy9BBUZgxuJxyFV/3No9PblzOR5dXNHaxbkcBcBglcFqAk8FwBZMAQpQgAIUoAAFKEABClCAAhSgAAUoQIH4CDBYZbDKYDU+bY9bpQAFKEABClCAAhSgAAUoQAEKUIACFEhgAQarDFYZrCZwA+auU4ACFKAABShAAQpQgAIUoAAFKEABCsRHgMEqg1UGq/Fpe9wqBShAAQpQgAIUoAAFKEABClCAAhSgQAILMFhlsMpgNYEbMHedAhSgAAUoQAEKUIACFKAABShAAQpQID4CDFYZrDJYjU/b41YpQAEKUIACFKAABShAAQpQgAIUoAAFEliAwSqDVQarCdyAuesUoAAFKEABClCAAhSgAAUoQAEKUIAC8RFgsMpglcFqfNoet0oBClCAAhSgAAUoQAEKUIACFKAABSiQwAIMVhmsMlhN4AbMXacABShAAQpQgAIUoAAFKEABClCAAhSIjwCDVQarDFbj0/a4VQpQgAIUoAAFKEABClCAAhSgAAUoQIEEFmCwymCVwWoCN2DuOgUoQAEKUIACFKAABShAAQpQgAIUoEB8BBisMlhlsBqftsetUoACFKAABShAAQpQgAIUoAAFKEABCiSwAINVBqsMVhO4AXPXKUABClCAAhSgAAUoQAEKUIACFKAABeIjwGCVwSqD1fi0PW6VAhSgAAUoQAEKUIACFKAABShAAQpQIIEFGKwyWGWwmsANmLtOAQpQgAIUoAAFKEABClCAAhSgAAUoEB8Bk8/n88Vn09wqBShAAQpQgAIUoAAFKEABClCAAhSgAAUoQIHEFGCwmpjlxr2mAAUoQAEKUIACFKAABShAAQpQgAIUoAAF4ijAYDWO+Nw0BShAAQpQgAIUoAAFKEABClCAAhSgAAUokJgCDFYTs9y41xSgAAUoQAEKUIACFKAABShAAQpQgAIUoEAcBRisxhGfm6YABShAAQpQgAIUoAAFKEABClCAAhSgAAUSU4DBamKWG/eaAhSgAAUoQAEKUIACFKAABShAAQpQgAIUiKMAg9U44nPTFKAABShAAQpQgAIUoAAFKEABClCAAhSgQGIKMFhNzHLjXlOAAhSgAAUoQAEKUIACFKAABShAAQpQgAJxFGCwGkd8bpoCFKAABShAAQpQgAIUoAAFKEABClCAAhRITAEGq4lZbtxrClCAAhSgAAUoQAEKUIACFKAABShAAQpQII4CDFbjiM9NU4ACFKAABShAAQpQgAIUoAAFKEABClCAAokpwGA1McuNe00BClCAAhSgAAUoQAEKUIACFKAABShAAQrEUYDBahzxuWkKUIACFKAABShAAQpQgAIUoAAFKEABClAgMQUYrCZmuXGvKUABClCAAhSgAAUoQAEKUIACFKAABShAgTgKMFiNIz43TQEKUIACFKAABShAAQpQgAIUoAAFKEABCiSmAIPVxCw37jUFKEABClCAAhSgAAUoQAEKUIACFKAABSgQRwEGq3HE56YpQAEKUIACFKAABShAAQpQgAIUoAAFKECBxBRgsJqY5ca9pgAFKEABClCAAhSgAAUoQAEKUIACFKAABeIowGA1jvjcNAUoQAEKUIACFKAABShAAQpQgAIUoAAFKJCYAgxWE7PcuNcUoAAFKEABClCAAhSgAAUoQAEKUIACFKBAHAUYrMYRn5umAAUoQAEKUIACFKAABShAAQpQgAIUoAAFElOAwWpilhv3mgIUoAAFKEABClCAAhSgAAUoQAEKUIACFIijAIPVOOJz0xSgAAUoQAEKUIACFKAABShAAQpQgAIUoEBiCjBYTcxy415TgAIUoAAFKEABClCAAhSgAAUoQAEKUIACcRRgsBpHfG6aAhSgAAUoQAEKUIACFKAABShAAQpQgAIUSEwBBquJWW7cawpQgAIUoAAFKEABClCAAhSgAAUoQAEKUCCOAgxW44jPTVOAAhSgAAUoQAEKUIACFKAABShAAQpQgAKJKcBgNTHLjXtNAQpQgAIUoAAFKEABClCAAhSgAAUoQAEKxFGAwWoc8blpClCAAhSgAAUoQAEKUIACFKAABShAAQpQIDEFGKwmZrlxrylAAQpQgAIUoAAFKEABClCAAhSgAAUoQIE4CjBYjSM+N00BClCAAhSgAAUoQAEKUIACFKAABShAAQokpgCD1cQsN+41BShAAQpQgAIUoAAFKEABClCAAhSgAAUoEEcBBqtxxOemKUABClCAAhSgAAUoQAEKUIACFKAABShAgcQUYLCamOXGvaYABShAAQpQgAIUoAAFKEABClCAAhSgAAXiKMBgNY743DQFKEABClCAAhSgAAUoQAEKUIACFKAABSiQmAIMVhOz3LjXFKAABShAAQpQgAIUoAAFKEABClCAAhSgQBwFGKzGEZ+bpgAFKEABClCAAhSgAAUoQAEKUIACFKAABRJTgMFqYpYb95oCFKAABShAAQpQgAIUoAAFKEABClCAAhSIowCD1Tjic9MUoAAFKEABClCAAhSgAAUoQAEKUIACFKBAYgowWNUtt1149oUnsNJImV76e3x7Z//onzxSigl/WootAIb1X41Vwy6KvkyifsJ7GBvfmYulx4Fbb/g9pvZLa/5IDpViwttLscULJGVMwof3jMEltkQ9+A7c70Ob8du/voovMATP/HoSrkntwG2366YO461V4zHzFIDOj+DzCQXIatftGVn5N1i3fCcuKLwHQ+K/M0Z2mJ+hAAUoQAEKUIACFKAABShAAQpQoJ0FGKwyWI19Ffv2VdxS+iaqxZqjBWP1u/Ds6iew0gl0znwE6+4twCXm2O/SubjG6g1FuOXvx+ShnVthPYPVc7G+8pgoQAEKUIACFKAABShAAQpQgALnmgCD1WjBatr9WHdXAS6JVPKWNHQ2MlLwvBqxWo01r07Hb08B+YNWYtkNkUbnnsbXW5Zi6Z7t+D7jEfz32OEMVTX1rHbLdFy7q0r+ZOKID/GbfmGV8Lt3cE/pClSgP14Y+3sUdD9XuqfzO1g9vus9/HlPFm4ZMwQ9OXL7XKnUPA4KUIACFKAABShAAQpQgAIUOAcFGKxGC1ajjbg0WinOp2DVqAk/16xA1GD1nPU7f4NVz/fb8M6nbuTdNgyXppyzBcwDowAFKEABClCAAhSgAAUoQAEKnBMCDFYZrJ4TFflcPAgGqwamkuiwguccq+1JfXTbG9iIfNwzpFt7bibB1n0U297YCNwSNq+vtw4Hv3fioku7wZJgR8TdpQAFKEABClCAAhSgAAUocK4JMFiNdbDqPY2vK1Zg6a7N2OhqBMyZyP/J/XisfyOeLdV7eVXzo/OihmunqlFatgIv1VTha3cjADuyM4dj4qD7cVffTP36Wrsdaza/gzVHdqHaC8Cchp9nDMFD109CQXaEF025DqOibCmWfrsLFeK4YEdWan881H8Sxg26FEnaLWlG5yLSy71qt2Plh6/irR+r1X3IRF7XW/HQTWMw7JKm+/DFu7dgzAGxkQK8M3UMnGVL8fw/d+ELcczC+LIZmDtyMLJa+uh0K/3ac9+1ZR5egNq5VJurG63yanZUtaaeijKY/giuCdu52l1vYulXpXj/2DGI904lWS/CsB5345ERt+LnnfWr4qnqD7D001fxllxGqbuPDClAw5b/aP7lVa2pw23qvTsmWD1YvhrrDl2JsUWDcUGb9jexFmawqldeEYLVI9uw+v3DyL1nDHKNTEOTWFWBe0sBClCAAhSgAAUoQAEKUCChBBisxjRYPY0v3p2IMQeUFwqF/DHbkeRthLPJi4baEKweKsWUt5diowhHm/yx45o+v8cbv8gJCT1rdy7APVs3Ky+W0llmWP+VWDUsbE7U+l14/vX/gxfPiEC16Z/s7jPxsnZ+1CjB6r8q5uLBz7dF3If8ASux7MbQfQgGhTkYllGNLSea7ktS15n4fNxwRMjwmu54K/w6Yt9jG6y2wKu1war3GLa88x+YUKNT74W6OQcLfvUC7ro4tAicu5didFmpTj2wI8ncCKeo1zpTcbSqDre5W+6IYPUgtqzegoMWD3oOG49hPdu80wmzgoQMVmu34Y0Pgfx7hqB9xtlGCFYTplS5oxSgAAUoQAEKUIACFKAABc59AQarumW8C8++8ARWRin/8DexO79YgP4fb5bhKZKG4Jmb7sftl9jxw99L8duKd1ChBqChy7UyWPVW4cU/TsfzYmPmbEzNm4HxP7sIOLYdq8sW4cXTInjMxGO/KMbUPuqBHNuM6a8vQKnYj6ThWHX7DIgMtfafpfjdhytQ6hLrGo43Hp6JvMAQ1GPYuGY8pvyorO+ufjMxdXA2upyuxvvlC/DbIyJMs6Pg2tV4IU8dIdtcsHroHUxYuwJbQowycfJfH+DFba/iLRneZmJq/mo81tceKIFgsKoc72N5M3DXzy5Cg1ju4xV4S6JfimcKV2JcxDeNaQq0NX4dvO/RRisbG7HaAq9WBqunKv4Prv18u6z32T1m4uVfDMcl1mP4+pNF+I+vtuNforr1mINddw0JhvzObfjtH+dijWwTwXqVfGw73tq8CM+fUoPz8GC1VXU4Fh15BwSr1Rvxyu6LMOayb1Fc2x8P/XvvWOx4QqyDwapeMTFYTYjKy52kAAUoQAEKUIACFKAABc5rAQarMQtWT2Pjmjsx5UexwhwsGBs2Qu/bVzG69E18HaMRq86dC9B36+amoabYfP02/PZlJbS6pM8LKP9FjnKUf38Vo7eIZYBbb1qNqX2DB/+vzf+BoV+Jcax2TM3/Cx7z/+7Amxj97qtyv7P7vIAP/esSi3oPYM3LE/HbegBdZ2KXf7RoxGC1ERVv3Yl7akRopmOkDc0yZ2DX+FsDo0+DwepF+E3Baky8PLjvQQtg4ogP8Zt+0dt0y/06ft9jE6y2wKuVweoXG8bjt3KahiF45qFJuMbs9z+Mt1aOx8zTItwtwDuPBqcPEGFs/8+3yw8Ou2o1Vg3XjFD2VmPlS/+BZ8/ojFhtTR2OXh0MfKK9g1UnKv/8Cg78bDJGX16J9948jH735aNPwFKzi+pIyesHOfFp+V7UeXpi2OTRuFJ7FHX7sG3TVuz5wQEPLEjvMQDD8q9Bz/CpMhwHsH1zBSprjsMjQm5LCrr3HYb8IZdC791Zjv3bsLF8D444PIDZgpQL++LGm4egd7oBQv9HjlRi3ebtOHhSrCMF3XOGYQC2YmuEOVbr9m1D2VZ1m5Z09Bw4DKOu7tmy+UWNeniPY/fGD1HxL9XDdgEuvfZm5PfTzmcqAs93sLtOc8w/GYbJt2lKIMJo1uYC5CO71qHsbwdR5wGQ0h39hg4Atm1tOscqRF3ciz7hZS52x3UQX2zchp1qeVpSuqHPdfkYdkVLCqgFZcmPUoACFKAABShAAQpQgAIUOM8FGKzqVgDNiNW0+7HurgLoDoJMSkPnwMhOzTLakDEQJpRiwp9iN8fqF6W3Ycy3IqAcjlVTZmJYyCSnjfjXnl34XgwhzMhG3mUR5lrVZjVbpuPaXVXyJ9pwsnbrdFy7U/z8Ijxz52qMuzQU7NR32/H1CTEk8VJc0/ciZURixGB1F55f/AReFAFOxiP4/P4CZIX5V5TcgnvEEMew49JOBbDg1y/gru6aBXcvxeVlpfIH4aOII7Xvlvt1/L7HJljNgWGvVgarkfvQyPOyBstzMJZN+L/ID5m/oflR3JG2F82rbX19OwerztAw9Zu/LMeeSx/AHVeFNGzlEERoV7oHnq4DkD/yGnQP/4jjG6xbWwF3/1EYldsdSZ467PukFBt/6IOxd2nnbj2O7W/9GQf7jEJ+v+5IsQGek/uwdf1GHMkei7GDwmZ5PbEda/98EH1GjsI1YqOuOuz7fCO2fNsNt4wfBkMzFzgq8d7rXwCD/PvmwIEv1mNr1XGgzx1NXl7l2LMOaz9zI3eUss1m9y9SARv2APZ99Ao+tQ1DwQ29kW4DnEd2Y9OH2+DM1SmL5qYCaGGw6tj1HlZ/CQz2H6fjAHZu2Cr71j4FYS+vihSseo9g29r3sP/ifIzK640LkjyoO7ATZZu+hvW6sRjdVy8qb1ur4NIUoAAFKEABClCAAhSgAAXOdwEGq7o1QBOS6szxqLvIj6WYsEYJTnVf2BQxtGrNVADa0bH6LxKKWLG9p1G9sxRr9nyAihOHlRdHhf3RBqtf//VOjN4rhhzqBHSRNhIpWD21GdNXLYCMQCO81CoYjoVuL7bBaiv84rDv0YJCY1MBdFCweuoAtmx/E2v/uQsVZ5SXV4X+0dbTYyh9tQjTRSCv+yKsKMFqC+twbDr59g1Wj3++Fu+cuAYP5avzdqjTAtz9y9zQF8MFgtV6DH5Af0SreAHWJt/NGB8ySetxbC9eB8eNBuZu/edGvLTzAhTdNRgh4xz3rMPy6t6YPFo7JPw4vtlSCQwYhisNDIoUIzbfqx8cPE61cA6UvYKtyaPDglUx5+wmYPh4DPuJphRFwFvqwBCDYa5xDzESdT0wYjyGaL+4ObAd62t7YtSAsOg4ZsGq2O57qL/2IeRna47TewCbVm9F0i+MBat1f1uLN76/EuPvyA0dbfz9Fqz+yINhD9yMsO/FYtM0uBYKUIACFKAABShAAQpQgALnsQCDVd3Cb0WwGi14OxuCVe9hvLV6ImaqL34Sb23P9j8a7DqGr93KvJbtFqyKeTWXzcWaRAxW47DvCROsHirFhLeXYosM6e3ISsrEheoj7D84D6NW/lwbrEYLtpsJVltRh2PTv7dnsCpCz3dwfNBDyP+purfevdj4yhe4oHAsBmeEHUGzL006joo//RnOGx8IDSPFQPKtq7El+Q6MHRQlAY20fuderH9zE45n9UPuVVfi8u7dkKIzoLY5793rlmNf9mSM1kxDIj6v+4j8sQq8UerEsPvDR8MewbY1W2D/5VgMjhrmtszj6Gdv4J1vrOjTdzD65XRHt/SUyFMOxCpY9e7GuhX7dB7tjzTHqv5UAGKU897ekzH65+ElILzKgFvDA9rYtAyuhQIUoAAFKEABClCAAhSgwPkswGA1VsEqNI+Kt3YqgLRJKJ84JmTagUjhWvOPsutX6eC8lmkYl/ffeOba4LyWkbYTbSoA3S0ZmQpAzwjA2TEVgN5RRSnfdtj3eAareVetxhvaeU8R6bF+TUhqG45ld81EfmB+h2amAghMZdGyqQBaU4dj08G3Y7B6UIwoBG4OCxD3ffQStnceg7HXhj2S32ywqjP/pwYgvd+Y0FGhrqPYXb4FX+w/Cod4eZ3/T3o/jNF7273rKPZ9sRu79u3D0VNOIL0nBtw0Ctf0tBhgjjAiNFKwKo6zZDe0U5lqdhD9Co0EhS30AFB3cDcqv/oG39YchcOTgm4/y0P+jX2QHj7fbayCVbGeD4AR44ZAO1AWaEmw2vyLrr75y2ocvtrAaGUDpciPUIACFKAABShAAQpQgAIUoEBQgMFqzILVsJdXhc8DGvHlVdrlms6XWr1hPG75+2G5l9qRpNqXL427sRjPDEgLHol44/2y6XjeBSRd/nvsKegvfxd8nH4IVj00B8NSg4sEX14V9gIozcurrvn5Srzz79qHSY+hdHURph8LmzO1tS+v0rx0CxFfXtWCR9ubaekt94vy8qp22PcOD1a1o64vnoM9Y4cEH0PXvlAqZPSpZnR395nY8+vhmkfXNS+vCnvkP+TlVf1XY9UwYy+valUdjkmP337B6sEtr2DdN2JCZJ0/KVdidPgj71GD1Y06LzzSW/lRVPzpPRzIuhHD8nqje6o6/LTZ9WvW43XiSOV6rP8iBUMiTEsQvtUWjVg1uh/Nlm/zgWO0qhGY0/XysS0LuFsyxypHrEYrBv6eAhSgAAUoQAEKUIACFKDAWSvAYDVasNrcy6vEspY0dFYDSufupbilrBTy3UtJQ/DMTffj9kvs+OHvpfhtxTuoUOczDX/B0r/KJmLobvladWT3mIH//rchuNB1AFt2LMWcb6sD81WGvPFehKd/nI7nRR5jzsbUvBkY/7OLkHS6Gu+XL8Bvj4i0MxOP/aIYU9VpG3W3g8P4uvJNPFu1DV+r+xeyHRzDxjXjMeVHMU1AJu7qNxNTB2eji/MwvqhYhCnfVsMJOwquXY0X8tSXZEUMVgEceBNj3n0VX4QYZcJ5bBte2rgUK88o25mavxqP9bUHSie2c6wCaIVfh++75qVc2T1m4uVbcwBXJi7pqrjEfI5VHMCalybit/Vi7ZkYN+j/4pH/dREajmxD6daleP6UMlVE6GP9+svgWBU+qFiKZ48chhIZhs0F7NyFZ1c+gZVylGSwXiUf2463Ni8KbitsjuPW1eFY9L/tFKzKR/4rkHSr3mhCMcfoejhv0EwRIAt+G974EMjXG1EKQMwpur3LGNzRP8rLiiKNlNy/Ca9sS8LosPUf3LkeB7NGYXDIRJ0tCy5bPMfqmu24oPAO5LbhvUuGPeq+wZadQO6wKxEyRljMLfvPPph825WhFSnaiNW/uptMYyBC9C3W8LlkYzfHavHhn+Oe0f1C51g9sg1vrHfiRs6xGouOgOugAAUoQAEKUIACFKAABSgQIsBgVbdCaEbhRaswIS9hOo0v3p2IMQdEqBn2JykT2c5jqNZ7c/2xzZj++gKU6rxIKjspE9VOZX2hgSeAkLktwzdox7B+/41lIy4NjiCs34VnVz+BlTqD45LMdji9SnA27sa/4JkBwVATzSwnPp/dYw7euWsIAi92by5YBfCvirl48PNt0qLpHzvyB6zEshs1IxhDRtvGZsSq3G5L/Tp638W8rn+cizWaeqEN5WMfrAJiJOm1n29Xw1Bt6WQiO+kYqmXdCQ1JxRcKo8tKdcrTjiRzI5xy/5uOxo68nGZb4S+Pa20djtaOo/6+fYJV51fv4ZWqnhhbNDg0zFP3p8lLrcTPo43kdHyDdW9VALmjcHO/7kiRb7f/BtvKdyP9ljHBOVvVUBc33IERV6bD4nXi+L6/YdPW3ThqazoVgPMf6/Hm58CgW25Gv+5JgH/E6q4UDLsvH73DH5XXMxX7trYC7v6jMCq3O5I8DhzZvRHrPz8Ce/g0BQAce9Zh7edA7q03I/eiFLmPR/6xDVu+TscthfpmTTZr1ANiBO86HLxkGPKv7Y10GxAYsZo9FmMHhU3J4KzEe699i16/vgPXNJnrVQnFj/+8AKOu7o4kOHGkahPKPj0A5IRNx+A/zs/cyB01Ctd0T4LHcQSVH67H9sN2nSkP9OdYhfcItq19D/svzseovN64IMkDx+FKbNxQ+XxG9AAAIABJREFUCet1YzG6bxvS6ajtgx+gAAUoQAEKUIACFKAABShwfgowWNUt99YGq2Jlp1H9yQo8v2szNroaAXMm8n9yPx7LvwhvvfQEVuoFq2KxH7fjxb8uxeoTyst+Otv6467+k/BI+gfov7lU7mWTYFX88FQ1SstW4KWaKuXlU+Y0/DxjCB66fhIKsjXTA/iPU/380u93odoLJFkvRf5PJ+Gp/ofx5Nql2ALgkuwXUH5bTqiM6zAqypZi6be7UCGOC3Zkp/XHXQMfwcT+oSEoogSrcsW127Hyw1fx1o/Vcj/Efl/TtQCP3DQGwy5put8xH7Ea5mHYr4P33fltKZ7dtAJr6pWyLRi0MjAyuD2CVXl4X63AnE8+wBbnaTkaOTtzOB65fhKyvroT98iB1WGjT2U1/ABLP30Vbx07hlPiBVap/fHQtTOQf2wuhu6qApCGx0a+i6k/C61Wzm8/wPPbgsvJbQ2ZhJ/suhNjxLbCg1VNnW9xHW5TH98ewaoDle+txrc/fQB3XBXhLVBqeHf5fXcg1/+RaMGqOM66fdi2aSv2/OCAxwtYUrqj79B8DOkVGq55Dm5H6aZKHHF4ALMFF/TIxeD/1YhP/6fpaEux2uNfb8Kmnd/iqPr5lMzLcc3wm9FPHaxuiPjYbqzfWIEDJ9VtXpKHa9Iqsd2UHzr/q7qyun3bULZ1T2AfUy7si2G3DMGlLckJDXrAcQDbN1egsua4dIPtAvTsl4ebr700dBSo3Dcn9m1+Bxv/UQd0ycXYX+eFhuNHtuO9jUFbud+9jmNrfZ7ucR7/ej3Wf3oAdR5lu5dedw0679quM61DhGBV7JLrIL7YuA071f23pHRDn+vyMeyKqG/5MlR0/BAFKEABClCAAhSgAAUoQAEKhAowWGWNoAAFKBBVoD2C1agb5QcoQAEKUIACFKAABShAAQpQgAIUOIsFGKyexYXDXaMABc4WAQarZ0tJcD8oQAEKUIACFKAABShAAQpQgAJniwCD1bOlJLgfFKDAWSzAYPUsLhzuGgUoQAEKUIACFKAABShAAQpQIC4CDFbjws6NUoACFKAABShAAQpQgAIUoAAFKEABClCAAokswGA1kUuP+04BClCAAhSgAAUoQAEKUIACFKAABShAAQrERYDBalzYuVEKUIACFKAABShAAQpQgAIUoAAFKEABClAgkQUYrCZy6XHfKUABClCAAhSgAAUoQAEKUIACFKAABShAgbgIMFiNCzs3SgEKUIACFKAABShAAQpQgAIUoAAFKEABCiSyAIPVRC497jsFKEABClCAAhSgAAUoQAEKUIACFKAABSgQFwEGq3Fh50YpQAEKUIACFKAABShAAQpQgAIUoAAFKECBRBZgsJrIpcd9pwAFKEABClCAAhSgAAUoQAEKUIACFKAABeIiwGA1LuzcKAUoQAEKUIACFKAABShAAQpQgAIUoAAFKJDIAgxWE7n0uO8UoAAFKEABClCAAhSgAAUoQAEKUIACFKBAXAQYrMaFnRulAAUoQAEKUIACFKAABShAAQpQgAIUoAAFElmAwWoilx73nQIUoAAFKEABClCAAhSgAAUoQAEKUIACFIiLAIPVuLBzoxSgAAUoQAEKUIACFKAABShAAQpQgAIUoEAiCzBYTeTS475TgAIUoAAFKEABClCAAhSgAAUoQAEKUIACcRFgsBoXdm6UAhSgAAUoQAEKUIACFKAABShAAQpQgAIUSGQBBquJXHrcdwpQgAIUoAAFKEABClCAAhSgAAUoQAEKUCAuAgxW48LOjVKAAhSgAAUoQAEKUIACFKAABShAAQpQgAKJLMBgNZFLj/tOAQpQgAIUoAAFKEABClCAAhSgAAUoQAEKxEWAwWpc2LlRClCAAhSgAAUoQAEKUIACFKAABShAAQpQIJEFGKwmculx3ylAAQpQgAIUoAAFKEABClCAAhSgAAUoQIG4CDBYjQs7N0oBClCAAhSgAAUoQAEKUIACFKAABShAAQoksgCD1UQuPe47BShAAQpQgAIUoAAFKEABClCAAhSgAAUoEBcBBqtxYedGKUABClCAAhSgAAUoQAEKUIACFKAABShAgUQWYLCayKXHfacABShAAQpQgAIUoAAFKEABClCAAhSgAAXiIsBgNS7s3CgFKEABClCAAhSgAAUoQAEKUIACFKAABSiQyAIMVhO59LjvFKAABShAAQpQgAIUoAAFKEABClCAAhSgQFwEGKzGhZ0bpQAFKEABClCAAhSgAAUoQAEKUIACFKAABRJZgMFqIpce950CFKAABShAAQpQgAIUoAAFKEABClCAAhSIiwCD1biwc6MUoAAFKEABClCAAhSgAAUoQAEKUIACFKBAIgswWE3k0uO+U4ACFKAABShAAQpQgAIUoAAFKEABClCAAnERYLAaF3ZulAIUoAAFKEABClCAAhSgAAUoQAEKUIACFEhkAQariVx63HcKUIACFKAABShAAQpQgAIUoAAFKEABClAgLgIMVuPCzo1SgAIUoAAFKEABClCAAhSgAAUoQAEKUIACiSzAYDWs9Ooa6+VPxv+0K7xeD5JsZtitAEwAfF6YTCZ4PT40es042eCFy2tCepIZnSxeJNtNsJmARrcPZ9yAxWKFGW6cavAhRXzGZobP48EZlw+NPjOSLT50spphM3thhg82mxVe+NDg8uDwKYgVoMcFyWg8U496F2BPSkJGJzMOHzuD040m+Exm2M0epKUAaTYzUm1W1DsacbLRhE6d7HLbxxweODxmWE0+2O0WwO2Fy+2FzWZD106A0+WCwwM0eExyv3w+IMVmQlZnC5LMHpgaAZvdApfHA4fLhHq30PHBInbPapIeHpcHHthw2uVCJ5sFne1mOFwunHYByRYLOieb0OByw+sFTCaFMq1TMrxeF9weL1wesV0zzGYTPF4PzCYLzPAgJckCq9mE0w1unDpjQnKyFV06+WDzie35pL1wSzYDndOS5XpOOtw4Wu+B2wekJZuRavEhxWaG1WZFXYMHR+vc8AHokmpDZqoZDU43Dp0GXF4fstLMsFk8MLnFEQI+saPycH2wmcW2AK8PcMKGM40e2CwmpCVb4XQ6cdqp7IPb1SjL2GQBkjxiUTOO1LlwptGH7hnJsJh9OHLSiQY30L1LJ6RZ3DjpcOF4owleE2C3+GA1meT20pOtcDeK/fXBA8DhFsdshtfrQ4oVyEi1w+Nx40eHB2fcys52TU9CstkDh8OF5JQkpFt9OHHGA4fTg26dxe/Uuubzod7twym3F40AkixmJJt8sIrSMVtQ1+CCx2eSZWK1eGG3mORnTpzxyTLJSgZSk61wNPrw/alGWRc9Hi/MJhMs8MFuNSEzxYI0mwV1Li9qT7vQIA5CrN5shtvtk9u1mHzobAXSkqyyfgBmHD/jxjGnOGoTUm1A12QfMlOt8DR64G70wWc34ZTLgtrTHmw5JVbasj81dT8A85/wF21gYZOo/D5lfaLcZIEE/og6Ktq/qAXi5yalkoj/kvstlhE/UJZR/kv5P6/XC6lutsJntcCclApX2oXwivqSkgxPcieYO3UCzFbY3XXwmFxw1B+HRbQnqxvW5EZYfY3wNbrgc52B5/BJNNaehjXdA9uFXeB2eVF/4AganMlosJ0B3G7Y7alo9LqRnmLHBRdeCLPbhPoz/0KSuyvMGZ1hNnlQf6wBjV47UtO7wWmyIsVrQaPZB7fbBpiSYDEp7UtpjYDVLI7RBYvKIvo3n9sLi8+juJjEUXvh9QkrHyzyZ2qDD2CJfktdgUnoqH/kf5hl/yNA5UfUn8lFBbu/Oaq/k12ySWzbXxCa8pKf98g2rKwruE2fxaful9J/BX5nFuUvCtMr27xX/LfYIa9PLWOvchpQfy53y6XWP3noovf2SiN4TDD7LGpH4kMPrziJqH88jfC6RecgaoU4Jyjt2yp+5nUpf0U9lB2Q3KKyH5o6J/8t/4bVffk5eehqfVTrqPy4+H+i3qrrFBVXUMifCTCn/IxJdHJepQzF/3pN4ph88Imfq2Ur6rQ4FTj9//YBHrGMVyziwxlRX+WeC0cT3F4zPF4TXF4XPF7A4xPHbJL9uMcjd1f2N7LuAHD7vPD4vPB6PLir4v+FHWT0f4655yEcOnRI9s3dumahc+dMmE12ZHTuAqvFCpPZDLNoi2alYlksFoieS/xb1AmLxRb4ndWk/Mz/O/Hf8q9Fqd+Bf6ufCX5OrFec1zTLm32Bdcm+w788xGeUfQnflln0Hup+hiyj1mlZh/3LiTqi1nfl50rnpP2MLGPNMuH/1upqPxdNPfBZyaL2g/76qNkHvfVYzBa4PY04eHA/vKKPsVjkX5/XJat554wuuCCzG6y2JFkXhUfg/OzvQvxtPPwX/n5D1sZgg1H6a+WP9r9D/23S/Z1sD7KvUJYVLV/Wd/lzpY9Q1qm2HbHPAA4dPIj01FQ0OOpx5OgRWKwWuBtd6JLeGRdddFHguP11RlwDhpeB/9+65aTpE/x1S9knpcz9f7XHra1b0co4+PtghxyyP7If0TOVHY3u6odeP9D4ZjWf/LbuFGxWO6yiHfvM8lwrKoW49kiyAPaQ04YPTo8XJ51uNLo9aPQCLtHPiL9eH8xuNzyiT/O4ZX+MRje+/24/amuPys97RJ9sEtfCVlitVtnuxf/K+wG17GWzE/VS9fb/r+grZV1Qz4/+uiY+L/Za9JJes7jsssBktiAlJRWdU9Nx8vgJNNSfCfEUq5DrldeiwbbtbxNiW/IzSsUMqdsWedWu1M3g6dCk1Fv1Gia8IPTqmlyHWXttpFlK1LMIK1MWUdqTf3/VmqJcL1jENaAXJ0+dwukzDvkrq8km+2ur2QKzSZxfXPK+wedLgsWiXJ+IGmcRZeEz40T9j3C5ncjIyECy1Yzqf+zGoZr9yOp6AeBuREp6BlJSeqFT52SkpHeFxdYJSZ06I8lkgdUkrpNPwOtxoZMlCTbRH5s98Jm9gDkFXiTDbPHACyfcJiuSzJ3gdftgtZjhMbnhM7lh8ojrPeXaQVxOKPc8JpitdlhMbnkd7YJdnuds4nhkvRDlpV6HBC4hlfs7f9sMXE9Je9H/qf4+s7zOktci4mdh9v7yE2c3/x9tf6LtDyL19U36H3Fg6p/mlvH/7toBP2tV+376Px+QbUzcq8r+UHO+Fh6ivXo84nrVHeijrXY7UjqlIiPjAnTrdiEyM7shLS0N6RdcgOSkFNm2kpJTYLElwWwWfatyblbag6ibyv/KKxefUzRotf9Vr5v8l7NKSwq2TXmeFa3Z38ZEf6vf3wX6R3ld5+8v9fpHcW3kQWODE2fOnEFDQwNcLhcaT9eh0eWS95rKlZNiIFqyct5RLmnleUlekwY65JBykH2Pem1nMokaotyrKNch/vOF/3iURUWLM6nXMHqF6q9P2msli9Umz2t2ux1JSUlITk5GUqdk2OzJMNtSYJLnOPE3KCr+rZRBoKapZdSAI4cO4B9/34tGpzPQw3vEvZF67+Z2e+RxCDuR4bhdTnkdKAzF9Zg4vk6dkpGelo6MLl3Q89JeuLjnJUhK7SzbnChDpVcXzUl4insaxdmk3hN63G64XW5x0SvtXW6XvG4ROyzKye1ulH1Ao7MRHpdXuQdU//q84nzigUcso54bNJciIdcb/r5e2otzTeDzat/hv64Kq2v+tie2I+AC21Y3JMrD6xZnQOUeI3BvoPwrcN4Iv14IPx/4/51/xz2tauPn6kIMVsNK1h+sjhPBqkcJVpPsogPyXzCY4fV44XSbcMrpg8sXDFaTbCJY9UHca5/xABazFRa4cdLpQ4rdjE5Wk2yoIcGqCP1MIoTwwipuJEyQweoPp0WXaUHPzCQ0nnHgtAw47bggxYwfTjTIYNVrMsFu9iI92YQ0uxkpNgvqzzTipNOETsl2mE1uHD/jQb07LFh1eeUFfbdUExpd7ibBaicrkJVuQZIIGRtNsNnN8kb3jMuMOnFFKsIWEf7ZRCxggujIXF4L6t1uGax2sZtR73bJfU4yW9ClkwlOcXHqEZ21kpGkdkqGz9sog9VGEQLICwMRGorwQqzX2yRYTUoSwaoHojjEhYnYFXFJ0cliQnpqEtwiWD3jwlGHV968pyaZkWLxIdVukcHqaacHtXUi4PWpwaoFTqcLNachl+2WbobV7IbZIy5qgp282SfCRHEB4xO5tBKsOt2wWc3onGKHs6FBhuciWPW4GmVnLs5NySInUYPVBpcSrFpNwOFTDTJ4794lGekWD07Wu3CsUeR4JiVYNYtyFcGqDS6nSwknAFlvnF7R5QOpFqBLinIhevyMVwbe4ri6pdmRbPHizBk3kjolId0WDFazuiQj2aQEOjY1qD3l8kJksjYRrJrVYNWkBqswyWMUgZrN4pPLHD/jk58VwaoIlR0uNVgV4Zu4QTGL05JXhs6ZnSxIs1tw2u3D0bpGeczCVZSzCPfFpYAImjvbgDS7FW63FyazFSf8wapP1GlvMFh1euBq9AFJIli1ti1YXfikejIJXh/Jm0+IGxNRGy3wBSqB+HnwRKbU4KbBqrzU0lxL+f9TXOuazDZ4zKJ9m+G12dDQuQvs6V3hSUqDOaUTbGk2ON31sDachLvhBGwmN8xWr7wYh+sUGo/+CJ/HgTNnGgGXCaniAjEjHe7kRrg8dniddbDYMtHgbIDvjFtk43B5G+XFRoopCS7XadTVHoG9cydkdMqUFyV1p8WFRhJSkrvAbk2D1WyHK6UT4E6G122RbVyEbiavGaInEzccJpMXZhEoibDRJyJ09dpGXpgqd3SBG0d/qKq9B5N3kxFuyvyBtLxwV77ECpz4Axd7mi885K+VCx7thb4MbsWFhvwrrivUK03/9aVyraj8ThNEqSmoGkb5y1s5Jn94HrhxkTcw6p2TkiCqxy6+CPHA5LVIN/UKBT28ovWI/l9cnLmV/xUO4qZI3X2TuKEXN/AeJ+B2Kl/QqGGm8iH/HbPqJ36nuWEKOZVpvm+Q9TokWA1+G6B8mSAS88jBqk9ZWG0vyv/Ki3afOP+JGxzlv0Wfq3yJIPopcQOq/Fx8yeUVwapP+eJMhBliGXG4MmCVf8X5TglWRaAqKWRgBdyx7csWX38V3j0RJ0+elH/T0zqjS5dusFpsyOgsbrCS5cWmCFZlSOK/ZRBf6InAVf61BkNWcUZSfy6ru/+/Zfk1H6yK/lB7kyHapfbf/gtmeYMnw9Xg+gKBbKAtaIJYk3L5Kz+vCS3Najir1Hv9YFXbVrSwkS6a/fsYrRC0wap/mZC+oJkViGMXNyaHDv8LbrczEDDKEMXrCwSr4maso4NVpV8PDWGjBauiHSidQjBYFW3tcE2NDFbPOE7jh6M/yPrnamwMBKvi36LcxY2P/NPiYDXYIwTCbfXEpBeChAZc0UpY+/tIwWqwb9eGe0o3Fdtg9eFZC9C1ayYuvOhC+b+ZXTNxQeYF6JqeirQkG1LEjbzNAnG6Ej1Jo8eHep84L3rhFjfeIlz1uOU1qCgvMXhAfFEtbsjFkIgfDh3Cof01cDY4ZZ8krsPkF802qywfGe6LPlh242oAI/osuT3lplyEP/7+UvmSQzHQnNmUU4RZfFFjkeeDzumd0SmpkwxWPY1yJIN6GlG+6PKvQKupBCLKDbTcL+2FiLq8OXBOCAbtgZVFOo9EqBIh3zlrPiN6JeX6SeeP+nN/PfQ3ERHUiH0WgYQIVRsbG2G2WWGzWmG32WE1WWSZiPOh+MLR43HJIN0srk2TrBDDLOqdDXA2uuX9hs1ihQg+nI56nDp5FB6XE3a7GYcP7Uf3rAuRknQhvL56eEWYLu5dPA3wukQY4oLJasbJY4dQf+x7ZGakIvvKHBw7ZUKXbn3QtftPkZySIa9hrVabvD8U9cF/nSLCIItVCaYsYvCA2F8RDlss8IggXpS9uwEmqx0ma7JMXYWX+FJJhq/q9YA/7BODFLT9eyBk9Xjl+kUZiHtR8XlZOzXfs4a3dX+wqtcHNAlO/al72Bdy/hJVrqdCv6wL/i74JZ//Z9cNvLIlHUvgsw/dfUsgWBXhqtVmg80u/oovU9Q2KNqhCOFUK2GuhGrKdY0IT8Vfi82K5E4pSE1LV64HMjLRpXMXpHXujNTUVKSmpSE5uZMMcUVI719OaVPKOVu9C5D3nEpvJuPwQNuUVyvqD0KucOWJWjMyQLZ/5RNKYKf9E9p2ZPmrP/K3aVeDE42uRjQ2OpXQsOGMvAdtlHXYLf8qAZxy3pJfdGi+BAzpitVwX72K0HzhEby2DFyfBkLm0D0OXjeI/s1//aK9lhFhbPDf8vxms8Jqs8OelCrDVntSMmxJdliEv/jiW3ypIK/jRV8WUIbX24AzjjqcrquHuNbxl71oi4FrUhk6u2SYWltbi/JNH+Lbf/5T/j49PR1dMrogo0sGxDcfory7ZXVHr8t/iksv7S2/vBXBu81mV8NpsQsypQ6eWLX9m7j2FeGlHHigXPuKMhF9iTiXiDLyOsU5RpSL+Jnov5S/ImAV+y2uicV5RPtFnFinvJYO+2LaXwcCX9YFGp5yrR38kkC5FhdGYv3yd+K62yPOSWLwmpJF+VcfHqwGz1lNm67edSKD1bA24dM7A7eqGzw3FvIHq/de3lVWfLsIVpPkuCIZuohQxe3ywOkGTjmVb73TRahp8coAVoxYdXtNcnShOGFa4JHBqgj3kqziusAjRyuKEasiROskw1iT/LZUnIBF6NDQ6MYPDjHKxyRHrLqdDtQ5lW9lxci9H+uCwaoNXqTJYNWCFKsZjoZGnJDBqk2GtWL032m3EgomiRGrYoSoCFb/P3tvHmtZdp33fWe+8333zTVX9aCeSLYoimSToiZKpEQNlhRDQSjJsiVFiAPbymA4kRgjgJMAiWMb+SP/BQIcwBYMR04U2xE8yJYpSxQsQuLUHLrZze6u8dWb37vzmYNvrb3vPffWe9XdZdlx6L5Esbreu8O55+yz99q/9a1veQ+CVcI/xm0Eq4SMdSq7BOgqWJ2mCsl4Q6rClovaMlj10Y2oWE0wELDqolt3kUhmRzPlXGIatQhOmYpagApfwhBZxBjtgsdboBlRteJiOElFsapgtUAkXIcKBGarqd500WqEEij3BazmoPirWXNRd/XcU2kwikvs9xP5zE7Dx1rTRZKW2BkBSZpjnYpVgtXSLJ38nIKKPIJFzZhTFRvDxyTWsdGuh5JRpHqZYLVIqcjKZB2tM3tdOqJYZVC/0a2L2m+3P8E4BbYJVn0Fq8cxRW6OAEyCzEjAaigZL9meCXAvRfXJf7cCAn1PzsNpUoqiOc8KrLUDgcljC1Z9Ba883s1uDSEzlBzXjipgqSZl6B76nkB6Uaw6LgaTTEFv6CPgAuQKasTRuJSs+3oFrN7lhXY8Abu8hhzzVNz26q4oUYeZI2N2LGBV8IGOB4fQtkCbilULVj0Pp5Mcx1OGKQ7qfoGNOtBrULHKDGAhitUBFauj4pEVq+X//MuyGM55oI1KVSlI9UMl1WujJzPJMcNXIe9GiS3BViXDKiIQCcxUmyLgiAFGGCBtd+F22vDaTUTNGvJsiOHRPsLkFK6fIIyY1IiRx1OkyVgSAM12D6WXIa+FiFZW4dWaKN0AzIyUQQ63u4lydITJndeRegHqUYD+ySmiVg/JdIQyydHhzTPMEZcFBsMTFMMpQjdCK+jCbTUF8BZxiHxSInRDMGZAGcB3Iw0ePFcVPvxyHDiM2WzcMxPLacZ/FnybRMgsXl+MMU3aYA6NlGLypM4z+pJJNm/A4MWqUKl5lBC3EujLRTJgVUWfVpFgL59RmtkgeHZgVrZjdW26KVbdsWbxdUzoBlk22kuqIFUL5XBKAjsFz/wZwSrvDwZQnF9gFBhUKVs1LtW/KAnSp0A2AZIYDrPKVFGZzLkErhyfdrmdKR4WpBSimJ0N4GpgbsatrmX24ukFYaJLgnh+p4pq1WqyLKC1kFWfRlWFBpR8CUECNyJT0aIqbBVoKmCV60gmINUCVwILfm2+XtSrAmEtWNUNySd+94/ednDxI//Bz8oYYWDNQH1tbRtRWEO72ZGkhGyUXCYHg9m4ch2FWgo055CVm9IF1WlFscoNg97mun7NX69jbhmsWogwUyTO4GhFTVh5L3nPitqw+lmcVuT3Zpt2lrpgWTVz1iZarqv5zOqJnoG5isJV57iznz+L8c39vRyAP/Qiyg2cY3fvLiaToW5wqaoQhVqBTqeL1bUNBBEVq1T32e3t/F1nn/fHqFit7qH4/nbD8ccBVvcPOTY9USF1W21cuHBhQbEq38yA1YfBj4VrZvZ/D4Pky9fhYdfpvN/NN7tzwLL8vm91a/GoitWLT38C9VYLzXYbrW4Ha5sb2NjewvaFbfR6XWysrWFtpY1mg+o0B1keM+Uj9yWhXY3qKUIaCho4Zk3FFDe9fPRPj3H7lVsYnPSRZplm13i/UYXOP1yTXFW52RWD93VuYIVVjNkKDq14s8JdxTT2fpYhSwjkeej1egjcEP3j49niasfdLEG2gKnnoLR6LNXzL/OEJOnOugst5n3wd7PqkgcGzXl38/x7LT+D85Sup6L9kmMRVToKjIZDHJ+cCFQVlWIYyN8+xSi8HLJcqXqMfxq1miRMx+M+Dg7uIwx8ATTwgb39fRwfH6EmcJZBfAbf9XF6ciTQOvDW4EU5XFYUEmp6Dfh+AfgBas0VxKN9vPzFfww3H2Bj/QaAdRROhFanjbW1dWxtXkZW1jGJp8hM4oQiGqn8CFQRTKASp7FW4eUZxnGMwAsRD48w7PfRWruMsF6Ta5KmGY4Oj3E66Mv15/okqr6wJmO0XqsjDAOBzKxarEWhVDcGfoAoDBTgUwQUhvKd7Jiq/s2qi+q/z5sDqvf7eXMO17Dl96o+d3nO+ND7n3nb6zdf8As/9TFR41qgbNdX3nP82Ry2ErQqEOU50aQHdzJ2vmYMookRxiYyp5v3ZWUKz6kiGIJlAAAgAElEQVSoWtsErl2s9HpoNttod9ZQr9cRRfwTzaCrqin1YasW9ITYDLv5XSXtrfGjfU3lJpRY14BaObA57LIkr3rPy8dIdY3Ou3rtmSCggjKWtYSQlVDR/slzVlGmUlkqanUjJlCFvz2WOdjTz5gfqy3c0hjBRhsPXtJ5rGGeZ2MKST4YsCqn3lHQahPYPhMSgZzfMIwEoNfrrdlaqK/Vz00yqlS1GliqjGxVnARDeiZl/Bm17p3bt/G//LX/EXfu3MHG5gZ6Kz1sbGzg8uXLiLMEk3iC8WgsVX/NRgsbVDmvrWH70gWsEL53u3L99Rjmex3VOZjKH5nTq1kNjfN1/mc5VqLXxyhbqXSVa5YmM8iqIFWfL4DWglV5n7nq2FbC2J/xc6RyYRb+c74h/8gwHo9lnBAyc1zI3txTMYEmfpdEMAtrw5IYxX6/yjZD7yMdB5/4iZ95pHv8m/VF7yhWl65sVbHKARoGDmoR9VpakM0JcgZWE4hqsh06ArNqkYJVbiBHCVWLHgKnEPDVDOZgNTal9wRW9ZDl/IwHWJ6v5fDTpBCwGmcFLvRqUsLSnxRwPB/rbR8no1hAK7mGV5ZoRQSrDpq+g3HCcidCVF9Ug8fTDMNUFaBU3zJAYZaWi1CvXiLNcgFetAKwYLXmAesdWgtArABY8k/90YRgNbUqrRKBrwscN9ZzxaqPFYLVLBVFryhWG66UUy2DVVoVUDlAsKrTvcmiVMAqy7yGkwT9sYMw8tFrEPjohn6aGbAauOg2AgE+LHs/GmeiGm5Fntgt0AqAgcgoLnAwSKXsv1P30Gs4cq12Ry4mSaJg1cngFabM0FUA4El5GTUM/J7AtHQxFSsAF+1mgHicoE+w2qyhyJkt1LKxuinb3x1k8plrnUiuyf3TWJSe250a2kGB/ijBUaKIiGOCsWDNddGqhUiZ8SKQc4A4KQxY1RJ5AnWuy7R+4HWh8mKDYNUHxpMUYa2GlsfzYcDqioJV5KnYDRDSjmgNId9PISd/ztWpPy5QsvyfpW+eKlwJhVWx6mA9mlsB3CdYdT0BJlo+TqVlKWCVqluqqw9G+p2lmMQlaKdyzRFYrVYAntgDcHNzOuEYJkymlUOBtXqJlYaHPCkFrBYBwaqLg3H5yGAVf/1X5go87mlsdtfuPEwZtt0ILBDEUvSrs1VFM8pmg2VKQfmTTEr2FNIyFVE4JdzQRdCIULbqcFdXkTZrCL0UyfHryE/uodFYQ1oMkOYjhAWQjRMkZYKw3oDntBGutJB4DialC4rtiqkLv1GHt76JoB4h2d3H9PgIre2LwMkATsOFEwU0Z8BkeBN+f4ww2gAaK8hPDzHd20M5TRD5deSdJsK8j0k/R5moEiAAS+7qyMtIlBZB1BDYSsjN+8SVOu5KHeFcijOrXpeNlJwu3Zg6QmWrwaSZhFkVIIGSgX6zudkGpZaEFqZKXoqX5vIf+3xzDHPGvbgRYKm+cBz7sbZsWeW2Nvw1TxC5sYC2OVSVkEThaqmZ8nkljvlwiUznx30h1w0QgYTr1OAEIRCGs3JyfmcqaGTzSFVLOoUzHQKJBaxa7qZQy9VNnERT89Kz6lImiQELwaoBvSQN+IMKWLXPRbpgA2ADeips9bvOr5koaQXGaqJNMKooUhkUlogJ0wWs6p+M6ubSQWKy8AJURZHKvzkP5zPgymSUwle9r77/ERSr3/sDP4neahf7e/tSAra1dRHtVheRXxNIR9WZzFem5Fw2DdDyc91AzMEqN6VnqUypeF1WYiwC1sWyftkgUvE9g7dzXYvdNMo3roBV/ptzUxV82v+2YLX6nOomVN9rcexbOLi8abafO7uFKqql6u+WYc1ZgfFMNHvOe5z1Gu4NXK/E/sEO+v1jKRu0YJXxSrvbEbAa1eqqihEF0SIl+jcJVquQ2ULV6v3wVqwAeG/v7uyoYnU0xP7RvlQOpUmKlYdYAVTP/1kAfOG+n5WXL57l8wDpm8Hvf5fB6oVnP4EgqsOPmvBqLTRaq2h1V1Ff7aDWrqHdbqJZiySGL/NEKr+mpwcY9U8xHQ0lNm/WWbFRw/paS8rHu922KF/bnTYazQb6h6foH59K6S0tUTRZqMm6mJUHtux/plwE/Eqpvs5jmniS+7iS5JLqGJss1GyBQIXV1TXZZ4wHA9nJz+d9yVCaed1aTeh1VnWarsOEhdWxOZtTbJn4LPEwT1aedU/KKrEgvZs/6/xxswiXqu9LHGSPi+CLD+6xTgcDDAZ95Gkqcbp9UGdiQRBLcBWIuwLF03SKV1/9Km6/8RLS5AT1yMFKp4W8DEQk0Wq00GmtoFlvS5VCvdbGnb0drG9uoN2+hgxTlF4gqlKvCJCXU6TgXoOCjhJ7N38PJ8dHeNe7P4p6fRPT6QSHR7dx7+7r8B0fFy5cxYVLj8EPWxhPJ6B/mOsW6E8TAVuZlOCWGE0nEiPUG3W4Tgt7917C9OQA7e2ncTgdYfeNHbz8+k2MRhOBHwp7FY64QaQgn0DEWE9QrcmqB54bQYdZjtVWBx96//vxPd/5XSKoOWsOl0JvWeOWErAVVepZa8CZoHUJrFafY9ef6jE8Klj9eYJVTxXIPAeybkpyS+E6z40ICSVmNJUgnq8QOqzNknN8HX8m348nz0R+M/WfSQ5TmMK4RNLoBLdRU9SsYkPTW8Xm5hZ6K6vorKyjTvVrsyFAUJehSuBr/jljUYxrFyre9OzoeTPWYwu/t3DVXLNKFZjEf5JwVJW9wDILn/l2Uvqv6mUBbFmGZDrGdDJCOp1iSrVrogCWlaYlE/dVhbJ175pn7mciAp1oOActKSPMxV6MNSoVDVJ+v1jZQxslBX063q1nF5XYomglYPUIywMRqIndi8BYAlUfXkh7CFUj2xhYYxv9OmQS/O/d3V387m//lsyr165dk8+Kohqu37guTIMiKJ6Lo4Mj7N3fw97uHk77pxhNB2IXsLG+hcuXr4pNz9raBnwCdl7zykPiEJn2dH5TFXv1GUrzZa9gqhhEcSqWBQpcOQ/RGoBAlN5YjkmWSDzN9cNUPlCtbxN2Mj+bcWA/jb/j9+GDogLOqzJ/eJ4kCeyYsevErILC7oGqmeQKeD0rmV6NBX/gx37qvCXk38ufvwNWly77TLH6xLpsdLmQ1yNCBp3MmaUmWE1yRxSZcVGi5avKkx6rhH4WrHJDHrol+ilEVUmFKic+C1ZZBk3FauSxTKQQBSRvSpbNE6zSl/NCl1nNVBSRVEBtdH1RZfZjbkRVzUJw2AohsG2alKL2IwwmLDuephgk3IjnqAUKB2TRdj2sNmjHyDJy9YSlCpfLSuRQXan2AgSrXLcKh96wPkb0uDQ1PD4Xd/osyneimpUeq3OwyvMTOo4oVgkW05R+iAro6lEkysa0yGdg1crTWT5PxSpLzQMBqylORqWC1SYrwbV8NM50weL379R94TuDaYHDMRWiDlqR8bGlT65YAShY5Ua/1fBBZg3Hx/0J/Sen2Gh5CFwGWhUrQilv57Xj4p6rFUDhiccqJ/tu3ZfybMLATjMSsFoSRDglagS0nNz7KZIKWKXHKr1JaQXQDegLm+BQQCLBfCFWABwTrShERrBqMnHTVEE+vzWVnJ2IATRwHBcYJqUAr/WOb8BqhrAeouWWc8XqSh0hl5MskXGW0leXHkUFy9t4znMBq/xfn8a7DC5oo+AVslkgSKb6lcenYNXDOAF26fngaDDvegQ3LKVzxA+YPrG0KTgYphiRSs/AqrECcEq0vBJtlnSZTcPJlCpvRxRlBKurNWBFFKsKVnO/RD/xcDj51wCrf+NTJsifZxoVkNnyHrMyampSQZQEFCbLW5VpmjnEJDFnmwdxPeIGghVgXESR0LoUUSsCqB5eXQEnj2R8jMn9N1AvYnitFRTpREp3htMUp+MY7XqENJugpPVCXMfBYR+1KEen1cD6Rhuti+8DemtId18GBj787hbK8gAuNxDeGMU0RRBtwC0PgHoL5bRAPh7D5+eMhigGfdaUIc1T9PdvodNZx2RcYHd3D2vdLTTDDorcQ7PZRZm5KKZMaBAKBgB9hiSlPc9+zjdPdhda2WyJZGexfH9hCpYF3tTey0bQvof971kIYWLZavbfgld9jhVzWmWQ/JAKo4KqpaUdowR3lSOZ1/4baK4Z60W4yu+sKgD+QkqX5EPVH01HkipMLxiPVZ45J1yBE9VQBjU5HqZUnJKbdGMRwMQMVavjIfJxH+5kBDdLFMyana4evwLAalA1/8fchqD6e1PFZ5RDVrFqFNisvxCLB3Mt5b/5DwUIM5g6swWQ2n/ZjGiQp/t+vmRK4CrYlL6qaolCO4BU/KoIWhXGqkqV70FfbKrFqWq176VWAN/3mS+97eDsO773x7C1tYnhcICjoyN0u6viuRa4kaiWagwyjY+YKlxEl/pQxWoVWspGgZuDsywCZnYBc7BqYWoVrNovtQxVNeitlM6ZcVndnOj4XhzDVWXt/L3nfqr82VlgVTcDS6WKZ5SDvtlFmN1TkiB5kMg8DOJxCFFsdXS0h8OjPVEIyfNLbjxytNptrG1sSjnn/xdgtXru3gysuvQKNjGSuifPN0BVsHpwfCAKtSxJxPt3a3tL4inZWEpZuNCC2bk8C4ZXx5AcY6Vicfl3512/h12Xf5fB6urjPyEKZi+swSNgrdfRaLYRtGoI6wHqzQiNRojId1FSzTVNMBnGiEdDjPrHmA6OMRmeIJlOMBkeIjRKMFZi1Rg7tVvYWFtHs9FAVA/lb6oWCV0JyqJWHVEtktJk+5D7XHypja2JrKuZzHOzazNTpi2tXdwv1GqikirZh0E8BBc9fvkeMrZ4z5JxGLgiCvylTXH1etuN8Xx90DlfX7MMAuavPM9L9fxxYWKlswablK1rRRT3UQQAg+EQw9FE1gpWp4n9kDG/EoCQKUjgz6OAe40Uw9EpXn/lK9i5fxc3HnsMvbV11OpNhFEdo6NjgGCBsTpBhZTlFmK9MR3voNNpw3d7YH6GCUCqlX1W/ZSMzzxJALpOjGy4Azeo48LVZ+EGPXhBW4pA8jLD4cEB9u69wYISbKxfxKUrV5E4jNVOMZ6UqDXqkmDk3iZgyT/FMvEIWd7E+Pg1FIN9vLxb4KWde8j7CYqQz9F7nspLSdaBjk86Pux8QBDDc8bKknro4cLqOr71Xc/hhW/9Nlzdvih2ZSrP0MdZULT6c1lPRMuwmOBbfs4D7/UQsHpW4uc7Pvjcmy0dZ/7+5z75/apeNmBVzoXsH3RPaj3JZZzIOJYmALNKKaso59cjpCNcs1YrTIqKd6uUnZtuCCam4t5S5njeuwZ6Me6iGKnT6WBz+5KoW1d7a6pqpKVAu4Mooncr31Ohn1SzGKsekQ6dsSba9UHZnE3WLyUMra+yTWzL5TLWERJfUuloqrhsYrZiTWIGgwRVTOKJktX4tcbjiXib044mE2inaknuB1Rpr2XulRlBLMDOelSrY/S7GpW0gah2HNnYSa7nTAWr11OqfAmOOV/SVk7gKWGq2jrQUo0DgInXIIwQsvLVtX74GntXT3OSMFlD8Rf36/NkjlrtzOdW+xom4fv9U+zt3cPNN97A7Tu3kcQZGo2GVBJcvnRVEnC0nGk2WzL/W+XsvP+GTXTpEv4AZF06eYSrtATgeReLAMb6nLtoVWJsAziXyHOML6tVnPJvQlmZL4wqlbETQTA/eH93VziFVEGEoXyng4MDOQL2CpJxbsYdf6bXfy6gmCUOK6KK5fmFz/n4n/jkI93j36wvegesLl1ZC1Z/+vENGcRUZQpYtb5/XLpYPl16GCSqmmz6bEIFRAGbD4lrDoZxJhMFq++pWGWTqmgJrFKtR19UNscKHC7CnEgIvErsTRzJnl7ohtIchmCVDXU2OwH6cYI+S6I5iRT0GHXRJOgKFDaeTCFKQ3q+UrHaj0lGc9QIStlIJNNmM2tNZkbnYJUwkqWYBJfrHfWORcwJjqW2pShWpzk3yKbxCsvDmTGi6rT0MZBmOx66NQ+TjEDXUbDaYPkwy2OWwSqVpep9JUouCQ658VbVowWro2mGk1Eh5fwrDapgteSU3qziseo7aNd9eY9BXOBoQruFAs1Am4rRUoCL6DApsN9naWGJdp3HSeWLj/tjF8PxBJttZkcLuDwJJlsvywM9T7kAM8OVl5gULiYpFas+VpoBJtNYjo9gVX1TKLsvUSNMKIH7p4nAhfV2KKB+t5+IspjNqzp+gf4kweHUkcCNYJVl9BxH9AljFt82r6L1QSrKL6Du5ujUA8lmEXaSbXKi3OhQsVpiPCVYraHp5vJ7KmzXOzVEBKs5xyb9xVS1KoCe6mOOQVGRuuhPMgEHPOfi/8vGVo4j6tdlxeruIBFvKvU04jVhiFqKJQStAKiuFLAas3DKqJwFrrgC13n/2OZVPPP9aS7NvFiGRouN1ajECsE5eVNCsEpFq4vDCR5dsfo3PiXXeGEzUmlIIoGLPmFm8K6E+4xsrcAu27xEg1RZkPxQAFuSEA7QyyOFVy8RdUNgW8uRj3fvY/fuLTm/a70VBIGWGrJJ2auv3UV3fQubW2vY2d/F/miIV27fw8XVDrbbdXQ7K7j8+OMY5z5arQ2Ug324eVPUsE7dQbB2DYOjW4ioaA3b8KImEvp3lr40aGOcURYTlIMj5KdHwP4xkukJ6t1VmUdG4wnczEM6yNFb68ItfIzvD+CmHBMRomaL2nKgGmiZIJffX9TPhkbOzrP8TEGcOVNGxmMDMUm7a+MpkwmWK+HOvebsi2VLWGmkIOfdlEfLHbxwqSyd4iERBqt9gLzGrAESXhvT/8Xf8OnGCsAct34fu4k03rzyIp5UKt51/KqyFLhYmiy3GwKtDTi1BuBF6tPF8n8O7nI6g/1iATAdIR+cwhmcwI0n0lRFIa5RnshJPGM8SmnS0kZb1FKqZFAPPOvcrEBZn6+ZbmlcZaCqHD0TRSqJMpl5G5Bpjab181KvVb16rBiwvm85qzzoDV04plmMKgVYMiueVISqzLxL8pKqV87vuhbxIz/6+28frH7gIz+Mzc11CcipWmDJ38WLl0WZzZIvKlHYDMNuBCXQlvnrzT1WZ5tHU9JWhaD2d/o+D4JV2/ihCjLPUsNWIWrVH6/6OqsmqwI3q0yaB79nQ04ZOkZFcpYawf7+rL/te9t7ennDeNaQXAqzHvgnrzMvwcnpAfb370sprM4RhAkZmu2WeKHVGy39udxfi28zO44/RiuAZbBl53beCNVyuqpilWB11rzKNn7jepdl2L+/i1azgfFwgMOTQ9mUsVRPwOrW1sy70yqny7cAVhcAioGr1TNjf/8AXLPz3hkb/je7XtXJ9eGQ7c3f6VGtAH7hv/xNjCYTnA6HGIzGmKSsDGJszrmExKiQUnLG4B4tSGSzOkGRxShSWuOMkMZDpPFYyjIJuHMCh3gq3ocs16RdlZhOyDrjwGclmClTb7UbAlpaLQWt7U4HnXYb7d6KNmqp12Xj70vpNoGLTZbMQYVtCMjVju8f1uto1htI2bSUk+gyMGUFADfYUv6bYjyeyHFaz1fOD6yvE6WjJF7UNka2zwZGiTehUXtp05i3D1bPh7jnK1b1Htf4lXCHpaoKA4zy39it0S6N51/UWJlWUTHBPxqc4Nbtb+D+zh00a3oerl65hs2NC/ARifCE34vpPFaNpWmiDXkyB/fv3cHNN/4QG1sX8cQTL8Cv0f4hMuvMEE6mdzDLg0kbG14EX0DHFKMpj5PQsy4ig7xg89kSx/v3cPP1V4AgwubVJ3DxxrcIqOPehD6NFNhIRSDt2U72cPd+jPj0G+hggi/dKdCnsKasIWVDWbke1WaajMkp5tC+E7zG9Aa/dOkSnrl6Ge95/DpuXL+ODmM7yT+xUo7nbTERc16Cy/68aiPzsDl/EdIueqxWXzdfd3Ry5us+8sK73nwSOOMZP/fTH1M7CCoWpUrHrKcCKXlPGsJagciLYHfuk699DuaxktwnBK1URdqqFbkGtPkwyS0+x6czru5ZuG/e3trGu9/3HsRM0oynILhjzMN9MMvYad/A6jI2yao3mwL8CbSCsDErw64e42IuxK4issrMbQaMxZo9RUxC69po48BZxv/M8ywqXXufm1fK+3MukbL0FGnGsnSqN9W7NRkPpVoyjqcK+8SiwDQ7PUPGrmuLET8srCuaHKw+ZJ9v4nSqbefrNkGrqQ4yjbH1XFXiMuOnyyaWhONsQsbrSk9Uz2d1grF2qlobGRsB7pVtYy7ZfYg/9nzumwFGEdg48v37/T5OTk5weKD2IsP+icQjhL71RgOd3grW19bQ7fXQoTK+XtfkSKXp2QKWrlTYz8MXay1mrE7Yp2WmKiYj0dJ+8QFP47lHq7E7kMZl9A5PklninGB1dX0dO3fvSPKI9gesEn315Zel7wDXI6uw1Q2AjjnpD3OeWGPJOqAai374oz/6SPf4N+uL3gGrS1d2DlbXpAs5QUc90qBfH+zizIHuiK/lJCtFXcjmVPSoJCQlWB0nhFcOIp+wj90tS9QCDXJY+i5l7FRu0mqATTQItdjl0uWmtMTBBBhMSvS6kcCl0Zi+iA622x4GcSal5ywvJsat8fMDvlcpkHI4oV2Qi1rNw3BMdavmgMNQt2gEnMwUrbfUFJ4l2lTR8g8BIMHeStNDj7SYRvL0jGLWNaOa1nQjNRlzLc1gsxJPOs8zq9xteJgmiZwfTpQEq25ZIE6pslVQ2aAJuUN/1UyOmRMcJ1mZPAxwa7CUnyX8SYpTglUqU2vqQyqb+JwTdiHAmGCO322SFDgcZaIIbdBj1SNwdhFGAUa0WOhzASnRqrvSXImP48TD0SBBr+1L6byWU6jOjZlywm5fohc2OKAVgF5fZoh77Rqm44k2KKtHCI2/EsWNLaqvCipW6evqYKMbSpn/Xj+W8vjNdoROWGIwTXEw0SYvhMZ0bOBmgGBZslSEFQ7tCnLxYeX5pndspx6Kcpc+umyexe+/3olQd+lFmoKdFyO3wMk4xzTOsbESwZdyBOrmClG/xiw3p1qI2XKP10BH+SgmZGFm0BMFKs905Ps4HWcyHlYbPhqhJ2VX9/upNl8Q7yOqqFXVSjDfCjyBhPujBMOEHVaJ4qhi00Y2fK96ADSNVxTBa3+S4zRRP1ZCVyqL6Q1KvkObjMwHBrGD03GJ3x5UytDf4ix9b7CH8q//N/LsarZO15Zq15+5H5o+2ULTCo3jzwtrDUCQrgELF7MkZIbRRxaXKKMxwgaTJ0DZDnEYZLjz0k3cv8uTf4Snr27DaQTYO8jx4sEEq3UXmA7xwvseRz8/xt//gzfw2tdzrG85eGKjxIWVNt7/3qfguWt4decNPHnhcdRzmmvUkNZKwE8RENTWuti58xKKdICmU0M26aP31AcQbTyGPOsD9BdLMqQ7XwWKEG7aRzEdw924inw4APbuiwaivnYJp4eHONw9wfRkjGIwwWprGxu9KwicGhAQjuUI2PmdNgVOHXDZgEkomaqZpeJHjC1mgeFckVo9p3NgafQ0RuU6o7Hm2lkFjNk6zsqeNexk91z7mLMW4zFlPFIZoMsm0frDmhdowDtHrhp5WDXzIvg1Ek8zPjgn+ygddo7WTSvfX5pXMYjzQ2Bli7JllD4b8eTip+pkY21Yxde5IVwmr8YnKIcHwOAImIxRMCFmToEA2wVj/wcHf9WiQpsXVD329LupItWMa2mqZb62KLeVbIoVgFE2VeGqBGImQKf+VMuW+DeTNSy1V69U8RbWYSAw1doD8OcM2TluqASSglnOR2IRQE9WhVcf/f2vvsU7e/60933w41hfX8NKr439g12MhhNc2L6ODr2NOW/3tJmVNIyhCYD5ew5WK+X/lYZV1mvLKiPEL2zmrcr5bw5rNa+w6LtKWx2JIpaAWRWkVkEp/5vlcbbEbWFTZprp2GPhc0QBIskxvQeWmdniBlmPfRmSPABKz/BflXdf6OI7P/eLm9vFS3de93Fu2ngNBoMT7OzeQlRjik+Pj5u+Rq2Oja0tNFrtuf2FURzbT5gDxLOHS9U6YPk7W2XGee9ln2//lnnemhFYhZNRfOi9UlGDmNJwNtHZvb+LTrOFweAUp0yaOEzUp1hd6WFzc1OSmToGdZOvGz8DXJZUaHoNFumydV+eQ+/5c+Z2JYvn5zwwOps7ze5/EdCeVw56tnJSD3NRiWXf/7s+9P63fX/zBfun9MbPMJ2mmMYZppMU40mMveEI/YGL036Kk8EpTk5GON4fY3ByjKOTPgbDPkbDPqaTY4zHuygxglMmKLhh5qZWFI8K51h9xPhH4JYajpt51Ki5jCLNliLLtWNDWl89P2knwIY5rVYTnU4TbXrCtvg3f6YJHqqeUIvE5oLlxYEfagOaTO2dtAJC7a+sn6Y0DkwzDIfDmVJJ1ifxUtXnav2ZiU0k4cWkrYdGi+rOUHYPnANVNXb2JRD/vspjPlaWr6UFaboqEHIyLuL6Kn/AaihVltGehcfNcywNfmmLIw18Swm/CKvSjFUlXAykCzCGo0OMRyN87gufxyTp48lLl1CPunDyKephiWZzFV69i4Be9TxXbFx15wtizRa1GjjN2ti/9zqubG+jvXoVUaMFr9WDiwl8rynNdHjvhX4k1Tilo36lnN8LJ4XjRnCdprqrF0Mc3XsFr3z1yyiyU2RuidbmdaxefhIImqqqQ4DBcIq7u/u4feeugJkyTnCtfhfX1xr4/L0Qu14PZUrgnooakps/fia5lfj85gnqQYjttVU89dgNPP/0U7hy8RK6jQYC0+iXajed6fVBdV91bluei6vrjH3d8ppgL7cKXazqbj5AZgZHRllr72xdcuaNfuz6993f8fwj3d+/8NMfk2SEqBiNDYCsh8YeQb/4fP2dmWBKLKeKR6taFQGQuVflHjEwVTvW08vXl8+wkFUaXklfDSMOIFhNU1y9eg0f+6GPSyTIpAAVreyxQQXoaDiWRBGbx94AACAASURBVMeEHqdseEc1Od/T9VGnujEMRfnIRlnSfDaqwQu72qxJLArmU6Q0DLXzpbnVZP2S08umtPbX9rpoLwAZAzMxAxvxMg6mn/wsPTsbLXLdbRNV81mi/pWO9Zq4SRLj1zqzEEgk8cTvzrGncYaudaye1Xhd1ad633PeUY9U7gUEjsteUcVRCk251hlQLNdTbVE0fllc/xTKarwm51b60vBvXse5/YO9pgI5jY2AOTI9RmuLsTQy52KOxQmRiSzawVD5TjB5sL8nXs4HhwcyL/m+K5UG6+vrYhnB6ij+OwzrIt6aBe7y4QrNbbPS6oXnz/OMST49x7IO0DZLmn/nyKQ5NuNkFTTYP1rtqdeB6xSV+UzU7ty5I9Wjq+tr4l99cHSoCleJK3XMyfUwsaJeO41h57OKjWMNI59dkzkU377y1CPd49+sL3oHrC5d2ZkVwJNryGPKx+mxSlCiGjZx9aTahv6UBKspGxs5aLD0HpmAVW6oZ2A1IKQinMrET5UPaYAk/qAQ2FpnVo5l2FxbuZEoCmkSdDoG2t0InaDEhLCwBC60fQFUhE9U/BFMEd6ymVE9VGg7mpTSE6VeDzAasYmUBlfMtvPmS2NaAbjYaHqSDZlkqv5kx3k2ISX8Ywn3atODm8XatsV15ZjZeMsqNTgZcpHjzTwtHUzY8IZgteVJRnoklUwEq+o1S7BKm00udoRyoeMizjl5FFJlze6fVF0yz0yVrgWr4yTFYFyI12un5sLzpZ00cgNWo8hDM/JlYid4OxylUqJer7lo+I7aMESelMuzO32Wl2jXXGmIxJ18P3VwMMjQaYZY8VWNKxo0qu5kYVS4SiDE8zQhRE4zyaSvduqYDsc4SUopH2OhYpxMUVBxmrNJU4l92g/AxdZKTVoYEe4Stm+0QwGrozjH/phKC4h1BME2G53xGqjUnwoM2g8YJUZZouYCnXok6owTqpKnuvpSldpwc6TTFGGDYLXEySjDZJpjq1fTkmOCP5RiT0C4SpsGBhpsYCXOdQ4wmqYy2UrDMzbwcuip62M40fOz1gwEaDMjv9tnJ3R6PJgkMs8b/WdDD63AFWXswTBBnwRXFBX0WiRET2VhptKbYJU3Fc/TkFYAiazAor5dqQOdkMI5F1OqxT0HQ4LVSYF/3n9UsPqXK3f+3K9Mod8skjGeaEu7DqnE0+cIzCCm5iLHbq2haH4lKKEnQ+om0oylWecXnaBfpnhtZ4iv3NrD0VEfnUYLz1zt4WgSI2oDv/GHd/HSnQLvvhzie56/jg8+cwNfufMG/td/+jJOjj1c3wjQ8sZ49sktfPzbnkPOhT4u8eSlbeRljLX1J7E/6mN45+t4/EPvRlb28Nnf+jRefPEVtGsRPvjeG7jyxBMIuhGyYQ6ndwORN0Z6cgd+uIZ0sA+fCv3ORWRZAL9/WxQZOaicbgkMuHfz65jujjHZi/HkhaewuXYVXiuUgKCg0tkJpHmTU2Ng6yOfEBqq8p0lenNvObt4G2MnAXn2ei5eV92snVFWY/y1JKiw5EClDUbMaa7TLA5lQEPVjDbH0vSJMb+b2UAsL/f2OG3wYhqZSIxUUafJTMm7hhM5/dFsMAtcKLh5dNRbtadgFb4q3JGPBayWKdUyoShpXKpYx0dA/z4wOEY5mUiwKxsF65MqXanP3hFrJ1j1nFLVnULZhceCNyxPvchMlb8yUDaBmkM1rfFQXYAzBnzKJt7RDtgEqzy3MZt1Sbk/lacEqyYZxufRGkPgKxWsJpAnWBXFq9oD8NNFxVoW+N7f/9rbjr/e98HvE0U31d6j8Qn2dg+xtnoZ6+sb8t16KxvalMBsuLixskF8Fa7qmJvDUQtEVaGhScKzfr8MSmfvafZPb6ZSrW52FfrqYxGyPdhESn5fKe9chmZVlUH1d8tqxrNg2wMQTyovH1TE2uc98B5VC+MHxiLBqo/heIC7995AGBmlisPk3RT1qIbNrS20Ol3ZJNrSybOggG2c/uCgsXP2g4Dv7YJV2wxF14BF/2FJllTUHXauyZMUu/fvo9Nsoz84ETUMpwwCvbXeqqhKCJFETWV83B4AIcsg9Zx/L8MVGTtLyqfqmHrYDbZ8jc9Tvur4VBjzwAz6bwCsnnXMoq6SjSvNtWhvpf6mBAicX+hFPxyWONhPcefWAd74xuv4O3/713D/9FWBeCzBlD9UuErjNEYki2vSfC6trlHz5i86Jo0VSsUDj/MrE1m2tJuqISqcaEvS7HXFYmBjfUMAO/38qIZt9+gHzTJmbdBDlZb4CkopZyHdweU720YpcDCRw1LMwvm04FrCmIyVSQRKLKmXxoWUgFR8Ks8cBPPvuHA/V2xIFu9zvfji8yofy9gRImygjdAXv/gFHB4eIgpYReYJXHICJhgV0jhsIOj4SPMpCipO0xj98Q4ajVVEQQ2vvv4iXN/FamOC9e134ZAeuCf7yKZA2Ohio7eF9vY23PEIf/Tpv4d0cIzHvuUKLnzrJ/Dyyy9iXRqdbeP0cB+tlTUE5UQskAJWgyQ5YqSYpkM48SmKpI+EXddpQZUxYTwGvZzKooOdgzvoH/Zx44mrcAnPN69h6/qzKLwmjg5Pcfv2fbxx6x529vclNubWazsc4YZ3G9u9Fl7cDbDjrCMumZTmdTV7QwFWhYyL91y/hve+5114z7PPYqXVQBlPUdKDkSvzcpd5Mw+IAvWMOeE8eGrXlLPmAgWrJgFr3lPBJuMOjZklTqjY4fDfAiSFY+re8Hu/871ve/3mC37xT318dq9YRbZ8vvTgsPBHk5S6DrtqzyPrtYpF7Ovs+v7Aes5130BU8VKfxZOVhJQBSdM0wZUrV/DRj32/3JPS2JifIWV62r1e/jAJQ2HRaITBYCDKbJaX09+Upea8X9X2IURTGmSxcVYbrWZblK5MyBAUMgnP7/PgQ+9JLSLSKiSdD9QL315rK5KR55gYRn5n4LeEbUsg/sF529oiaIM0gr0kniDmH6oqE/q2TsW2pExpGaWqS3vtVc5LQE1xlVZDEchKUtJAVT3mxfPNZItd+xbGoIlnDb3V5wh057UPZd5hHCFCLdpIBD58WgZQyEVVq4xNVSnPaecZkcJZi5iJv/Sc56IQtYrWo8N93L51Ezdv3pSkEasYbly/gWvXr+PSlStyXVmFI2OUPEE+/2yPa/Il671q40xtbFXoOTSrSzVPSQ5gn2vjUY75W6+/hnQ8wtaFbbRXugs9AUTBbb9ndc6YNbhdrOjUPZiuNdZGxl6bqLn+SPf4N+uL3gGrS1fWgtU//dSGwCnPWwarqlyk6nGUOpikzLRiBlZZfs/JimCVj5Bl2Qk7RuYGrDILbRsvUQXoos4MNzO6VAz67F5aiE/q8QhotQJ0IweTcYZRXgpYZTd3lkuzoz3vB8LZdkgvWLU8HBKseqWA1fGYYFVL7ININ7upKFYVrFItRFhFqEplIcvNGUgS6hE8EqyKWJNm/aJqVWN1PnhuFsFqIfBtpeXLpEu4ybJ+C1bZwCop1IydIJQtddjMRIybWUQrneVpK0CwWhiwGmCcJAJWCbkJRIXBseFVzq1/DoJVVayWEgQdjVLxglWwStUqG1950rzqcKjNq1o1eswqWKU68qCfod0K0QuYVeOGXoNSMY333JlilWB1WvoYp7S6V7AaD8c4ikvUGyGa0mRqKt3fOwUbguXYHWYoHQ/bvbqUvt8/mQhYXW9FosakAnl/rK3RqHpWsMrvyvJ3Knqp9PRAESkVX6LSdfj7UMDq6TTHgKpIo1htOJz0UylV4OcRrFKxutWri/qM55iZfIJVXm/+LSbxAo91+oxjblCo1mZZDJkp1QUuRvQOKAv06oFYTTBTtj+gPxUFCgyyVAVH6Mzjb4WejMn9YYw+xyvHjDSxYcCgilUGnY2AYFzh8nCqvsQCVoMSK1GJdsDAQe+33HMwmNIyoHxksIq/djZYnXejV2j2wEO6NC7+lIueLaniZieTjEkIpxbg3vFtFBjALTLsTvt47eQUt++e4mRUQ17P8MLjF/DMlRv47Rdfwigd4e5ghMMjQp4EP/PRx3B9Yxu7sYv/4Tc+j6PTKZolS8IifOe3X0THifBtlyNsbHZxctzHG4cn+NDzH0bkJhjt7+HC009K6fW//O1/iT/80mu4tLaC73jyutgq0Bs4C1twG7xfWJ56GXUEGOUDNLurcK4+i8BvofjKZ5HQe6lVR2NlFbnjYzo8xPGdm3jjc69jw7uMG9eeRthsCgwTG49UvYhdNv3zQnDg5nGsoNOAVRvUaBD41sGqBsb2/GsDA3kI+zSatBlg1Z/ZYFqxKPPntqxf7yXbzbUKIx4IMMUKgM81JVEGyLKpht1EW39VVayEkOyWUfVdLDRQZOfhsrMJJ6ozIydzjFskagVQTAEnECggKtHxMcrBLtA/QTlWKwB5j1nnbw3mlx8SYM0alTB4krDboOX5861nqgbpBmqbp83sAvheMt+bxll27PN8yDypXlyq8FK4yvdKuKIJGOUr6ZuqYIMzBf9bBDmiZuUfVYMJiJVGWKoNtg2svuczX37b8dcHPvwxUWNdvHQRQejg1q1biAJ2Xr8sgXej3pZmVmwIqeqVuV+tBR92g7KsYrXjaRmsViFYFZzaQFd+5hpVmSmPq37GIjStKIQqfqvV54gGbUlNKp810648qGg8D6xWT/BbgaoyxozVwYObsSUVZSVoP+sek00Yk1Kej/FkhDv3XuNtIkofbkQsWN3Y3ESzo9fsLLBqr8vDwOp59/ijglX7fvO/7fxgNyXWcoMCNAWr7WYL/f6JbLotWF1fXROwysoPBQLz7t7njQv7fR92c1Sb1TwqWK2+/zJoefCzz1ay6rGeQVwBPKpi9dzvbSqgqDCilZGeA03+EiWq+J7qT+D4sI//9Bd/Cf/iC6/DFVk9/e5S/cMOzWyxaZIodg7UwWdb1S8q+nh+pDRzti5VvA9lJlQQpOXdqoS1dgD8PmwYacE67QRqXfq70mZgBZ0u/3SlYzkVSVREUfHaaLJruUIDwoTc1VJmWd2MylZsAQgP2RhJvpc5jkz7LdhajLcz0c7gSeVFAlWoRstZ0aUNCz34GA7H+N//1t/FG2+8LolVXhffZRUd598QjVZD4JjnURnKSqkSqysNFDGbjgGrGy34Nap0GYdGaKT78FqPAfUOgiBDOR1hdHqE/ugAyWQf2QltkUZ46spFHBzsoHH1w3jmfR9DrRbh1ZdfxOHtr2J1awuuz1Ji+hNqgi90xVMLeeGj9Ai2fGRFH5P4FHkaoH+SYHfvDorhMXdsuPHEu7Fx9QbyaAXHYwdff/Uudnbv46Q/1EY78v1Ut3exPsD1WowbN57G124f45X9BJMgkDibnxm5Di5sbOBdTz+N97zrOTx38bIcU5Kw/DeTRncCpkyFjT3ti/O1JmaqD1l3GDsYMFR9nWEosxhpFiuZMT8vaZ7PZxIGmWZR8t5GFW01/FJ1mLE7fYzJdIKf/+kffzvDavbcP/cLP7IAVq09is/xXSkPr66v1kNVldKLCdHlNU7GrxA9VlipytyeSzlXS2s055NLVy7j+3/g45Lk4DWxVSFSqTKDfsYGylQcyIQjzYm4D1PgSpUjgeRJ/1jUiOwUL6DW9QXa1mqErF1RuBLIUWEeRjX4IRs68V6huvlBn9Dq+qYfm4uVG/msrHGGxlm1ZCmx6vxhv78VT0m8YvtKzAaOUFxJxNPSKTMK83gylms+HY9FWKWKy0TiPFZbcVSyklGjUdOoduHDTTpIeIOOKwXBMioVvhortvn8qpWSOiBt81GF7qJ2nnmWU5UcwOecWuN8SdhqEutnjM6H7QX0HuH/V9YzxrxJjOPjY9y6fRPfePVVaR5FK6p3P/eMVCcwacSqhJXeKtbW1hGEBK1n7DHl/q5Ul1WfchYItccv65o9rlLG1N7OPQxPj7G2sYHe6qok5uwwlQVQvOBNgtx4wVPoNtMW2WocUwEhsgfjIW9jJv7d27j6SPf4N+uL3gGrS1d2BlafXkcW5zIhRaF2QjcFBuqjWQDjzJWSc/FKDT1EDkvhtVMzPTj5oPJwnGo5dS3QBiiEsrQC4L0T+jRlN82rCJ08TzaX9FQ9GtEI3cFqI8R0nKGf5bjYDjBh46w4F99M3gC0E2hHVKzSn1XBKjtvE6xOJhmGqfqi0huK+fs5WKUqKEdMKwBpLEKwqmCRoHK16cPLVbFKYkamJlYApjGDNZsXGMouphOW+3hYaftSvkdFb55bsGrK/qtg1SnFY5XHIDoysQLgscwVq/UwwDhORaHL5klUrPoBoaqCVW7sa1axCmCaljgaZ2JLUIvUCqAROOK9Qih3OEpE1dusOeg1QoHGJ9MC+4MM7UaI1ZBHYtRVFbBKxSqBszQeoxVAmilY7TYQD0Y4jnmt2CzKQRJPBa51chdxUWBvkArOIdikJQTBKqHgRjsSaDikYnWiYNV6rNZ8wmdaNWRIpVbfl8ZkBKsMTGssta9RsZrjZJKJ3y/nvo12TawjkjiRkjO3zHE0SBEnObbZrUw2DIUEcWy8xj8JN7WOK+eXA4qwNEl1016r0YdIy/u5wRjz52DvJVd8g1mptjfU5gxUimgpKsEqG1d5aIe+qKAJVgf8HlwwRSmrQIqxAe8RglWnoApbG5ANWI3nemJx0Q0LtAhWM9pRlKpY/WMAq/PFs6o8UbI0C5Jm0GleGGHWmJl3GYuYqZZ26SNJxXndx0E6xcRJMYkn2Nm7g93RAW7tDzXR0Gvj5d0pblyu4fmLVzEep9g7PsTXdg4x9APcvBtja6OFn/rwOrLMQ6e5hl/97Vdx+yBBmk3Fv/bHv+sxfO3OHp5creGjH7iIe/cG+PzX+/jRDz6HCysuRlmG69vbuHewg3/0O3+IvcMxep0I260unrp+EVc6NYyKFDcHpzg6SFGrt7G1WmB7fQONTg/OhWuY7NyC3x+gub4BBDX4UUc62SflEJOjfSQ7IziHJVaCHpzEhVdvASsdsRCgXYoqV5lI8ZBNxurjKzyOc6NGC3PDdx0PCgA19FqM+OaqsHlWvgJWreqU72IEpnYjPwskZu9bBau2VbOWKT3sIeNFfKTmxzKDk9JVRCZKCaBYzs/GeJzweTwEq/KgQqC1BjcIUXo6LxO6c31gp8CSHsr8WgzaJycohvtwhkM4tNFg6ZRRGM3P3TyrbIM0BavmHNNzTcbwWUrsSkZaqDPXE0OCzRyvFWnawEDf15xc05xKPFaNckJtAPS6Me0kkFQSVApJxQKAEJUBvyhW9U8G3VRQBSiKVXMq9bUlHgWsftf3/TAmowSbW9vY2lrD7du3MJmkuLB9GY1GC74XSuMJKiNU1TJXgi0rVi0ktT+fA9S5YtVu4vS6LJb/6/JpSryNkmcZllWh7GxzVymDq/5+PkYXlR6zzz4HrJ4FYc8b78sB/5mw1WzWqu+xvKm3x1R9TnXTMntfaRLpYRqPcfvua3DZMJGqHQNWoyAEwWqruwLXdGIWf+IzNiZnQSL9zPNv8D8OsGo/w3Znt/OF/b4KVnfRajQFrI5GwwWwyjJCq1g9C6y+FeC93LzqzI3b0kV/K8+xL/n/A1ilD93OvQy5V+DiRaYLtUcCww8mfNVvUePz/bvH+MU/8+fxe1+/L17SjEGsYojzmSR/rbXDbN7XxBVj7Pk6pnPsvKnI3N9Rc2FaKqsMwFYSGCgrNRRaLmvhkfUVZDwkZa7i0RpKt2wCgaAWSbMmAlVCgnqtJpYCTLr6Xia+jvwdO1ur75+PULqYewJp/IBesb6Ut2o59dkNac4FDMv3nSkDlvtdoBT3IPxOAb70xZfw//zDf4R7+6cKB8Ey4wQl/d4ZK8qL1DOVMV+zFmFjNZLYnhZgnZqHjbUe+oNTTAcDbK+1sb3p4bW7KWImMJ1YSuYpSklzxpdTXN8Igek+2g0XtUYDjc4WLl56HzqtDoZHd7B//yZe2xvj3qQNeB14QQE/pBJS1cFB5GC16SKdDNA/GYmnfLsZIM1OcXi4J4IFL4pQoCv7u53jU+wfJxixUYLjwavRSkCr3KjGrTsZvmU9xXuvXccTz3wAL770Mj77pZeRtSME0RqevH4dT1y/hscuXcRqq43AYcOr8SyRqnOdJkm1JLySIK38t0DyisrU3tv0fa4mWWZToVnO7f29MBfI4m8SxxVLgMony7HMGuykKab050zUp5NgjeDtV/6zP/vwwOqc3/6lv/AfnqlYrYJVu6Y9mMicv+lZa5m9zxTYVb3VNV6SsyXjd57J5/e5ePEiPvqDPyj3XLWBkHyGsQGza8niequesOonrFUlWs6t5d70MqWiNZlMRZQUT3MRt7ABWyw+rpxvHIGDje663OeNZlMsBejjzE71kpQwTZ6MikFjNluVZW9OE3urzcM5iXljDyIym0ozI13P5yBOz7L132dCisecib2NfB9+rzgRhWtCr+JkKlWgrMplfxexv9CTbJLEes51lzm3TJp5SJu0sSapNc4SxSr3rvTipS/xzCtXE5SBxBFsNqoxnlULu1QEWwuGRxqhlZhC/pNwV+NlXs+dnXu4e/eOCrwaLdMEi17x2+LHTeXs2WD1/IOp2hk98NpZeKP7Il572g9NRn0ZK6xUEIsHNthmjLoATVUCLWN6ZnmnSRxtVm72EMY6bQ5V9Xuvbl15pDP4zfqid8Dq0pWdK1bXpEmVliqzDJoDVYojtQwCBKYuRrF6A9XZgd4pRE3JjfUMrAb0/WT5JqGrliwQrLKsnoOWilXC1QAKDunNyE0om1MdDUsEUYmNVg3TaYbTJMN200PCxlkCVnWzTAjXCmlH4IiXJ9WdBACNRiCvG6QssWewpSoINtPhxLvJ5lXifQpMWbbOsnCJNxfBKlWbAlbpccnjFm8UU9LE7qfMUBImTzJpZkOwmmcxRjnViiW6dU9K3MVPtdCFS6wAXJaEKlglVCSo5D1MxSo9BmkFIGBVrABYPuEK0KPv8hysZlKu3qz5MqcREh9WwGrDgzS3ikICaeBwGMsx1SMHvRpLBTwcTQocDDPxNGWjJAJEbcSiXpnqs6pNmQgE2bxqRI9Vx8Fat4GpAavsQNv2XEwIVtntnj1pAOwNMgGGWyt19Vg9nQo4ZzOrXlRKw63DCb1lHQRUrBJoeqrq5SRIhTPBKmGxmn4X0rCMYJXdAo+nbAylEGK9XUPTgtV2UzYKBKv0Qt0iWJUyNwtWFRRzkePixmZcAlZZYpbRUJ/nLRSwygCRE7GA1ZLl+R5qHsF8ib0hrQ40BlPLBFVxtyMqVgMB2QTaAzFBZ+Crfr4WrFJxTbDKrC7VbHOwSsWqi26YoxXQf0vHIMHqYMrnlfhnp49mBYC/+ikTpPI4CLXmTR4WJKmVtVNVfJbcmQCXP+NFtSXUtQh3pn18df+udIrNihQv3d/FGwcn6EY1PHl5EzsnJ9gfeXjh2iWM4oH4fDFwevVkjN/8WopGmeInX7iE91zr4h+/eBcvXL+I2wcF/sHn7or3zmojwPNPdHGYFnjx5h5+9APb+MjjV/F/fuZV/OCzT+LG9Q7uHe7jg0+/gC+/9AV8+aVXcGlzFUk6wit3h+ix6UavgT96+Z74Al9e6+BgdIzrVxv44LOPI4828PKXXkGUFnjy8avYfPwxBM1VinngEvazCZ7jw0sKlDsnSG8ewjlJ4Nc7cFa7KLIMZZKhmOYIHE/UaOxoq5utqs+nBrXzcyphupmRF6/r7GkVQDLzR5WNnGqtNdgw10ky3xWYYrO5EjiYCzvzsnr4OBKLCKt0krc072u6Mmvgwe9mSny8yChWNUC8UFCfrypshG24ARtXcZPP8tDMdPPlvemgzAo4bKIxPUU5OaF8XJqN6WM5ELab9Fm62iQG1COZE4Z9haiJ5Bj1J7MNmB3W0pTQJMu1zkw9VmUXYP7QT9hYCEjJs2k4JSWnpnSf34vfSGxM5GVa1s91TZxUBZ6qhyrvdyaHOP41iCNs5fPmjbC++/defNvx1w/+2J/E4cEAjXoH169fxungGAf7h1jprGO1ty7KEDYbqDWaRqmiXl9yho2H1/Jm7UFgyjVwbgVQhZ/nvZab//PAKT/bgsll0Fp9jT0ZVpj0ADCtdIY/63VnbTSXAcrsOUYMch7UqwJJe36qF+utQjt171B1KsFqCTYO1dI+AobQD7C5RbDaU7BqNvxvBlYXv9fZYHVZdWrHgEZCtlpuudyf43M+Z8zPw7zpiNZ+zF9HsLq3q2D19PRYlEus4KAVABWrBKtUFNrNnz2O6lhYvhEeuJaVa1/9Hm/2urdyg50JxB944b89xarMQ2eAgf3dI/zq//YFvPA9z+M7PtJBSDDg2loFMw8LDEixe+cYf/bn/yJ+/5Xb0gCICUGro9frZ+dM01hEZ04VG5iJVcJj2ciqCpX+oPPHfMxx9yCxtJljePwWzojPogGrFgww9nRRE5jCJi1sgFNrtFFr8k8Hzc4KVla60qWaiiiCVJa8oiDUmIgimqXHhFxShhyfSglrlsdodZr4wAvfjqAWyHx7ZhPEOTaefZ3Z6T5HhS4rK/s0RKHsJf75p38Pv/O7fyBJrcInjFJwzWMspWFjDs942kpTHmnMmmF7xUW3WeDapS7WV9q4vzfAINM52ssLNGoJ7uw6GOf0o6W9Fxvr6hWj5+5jV7vY8MfY3FrB1uPPw8/HWF+/jLrfwODgLm7t7+OLrx3gc2+kSEMPfk7pA5V9GVrNAA3mQWlndjqB55bodmnX5mFwOsagfwovSLB9cRX3bg9xOs6Recw9r6NotODQ083nu1EBy/2ji+v1GE92Y1zduoYr156TKr1XX3sVXq+Ox97zI2ix0RnBGddoKfktMVFhvtpHGACoQrbqWq8XyYyq+X/bxoQGYEl3dVs+b8Kfmai6miiuem4bdaEmAubjmDEa9yUUbyhETQSm8Tux2lKvh5YM8zP+u//6v3gr08sDwYOTggAAIABJREFUz/lv/6s/PUtSWjscWZup6jYBYXXtk+M0TdusYnWmKK1YJNh1qvo3nyc+rhXvc4mdRCapqkh+TzYF+tgP/7A0p7P37mweWgKQs4iNx8W4dhb62qZTIhE0UZ1tNqf7ThHP81ym9DlN5H4ej8YYx1MMR5OZ9ZjsucSOwENU72qSpd6UhrW1Gv2ba9JUixDRqthVIKYP1bU/+JjDYY17q+ubrIuS5J8tjib2tWXiNrWpJfMqRMkxGp7g5GjfJFeYBNFElIBtGZvzGExSVsZL11YQcY7kNVLfWrVfULiqKn+1dND3kNfSh9U2xpPyGrXq0ocqlZc63L7lcbq4Ftr7Ue8TsYox6wHn3iQeiQ0BmUUQ1SSu4bGeB7YfdhBKnhYfdjTpLVq5T+UHOZJ4LCpoC071cuh8txAfSTWmrklzcFr9PN0czOIldZORR2/z8ls+d/8+PPEdsLp0ledgdVWqM7VUuZQmVtLt2XQO53iaZBWwahSrZJcsAWEJOO9dNlpKctaup7LAMrBiKTphE3kZeRKbX7GRE5sWsZSesLMfqxVAEBTYZIMkNqxKcmw0XAGrfaNY5TQh6sYA0qyJ3ZSHY6oHczSboYBVNkqSkgABIo54rPKx0dJSVKpU6RUrkC1X8+hm6GGtFcDPY4FlLEWnGnSS2smQE7or2ScBq2zYNUllw0orgCKPRSnLMvBOnY29FsEq7Q/YqEkyV9LFlRkUVawug9VJkmEwyWQypWKVNoWcpMqMx09g7KBVC2Zg9WiSYzQlcHXR8vX8RFGASQYcjaj6K0Tdu1ILEEU+Dsc5DgYpGrQHCOkbS0WVAav0OxNzbF2OCMTVYzU1HqsNsQI4nhZiBdD2PLECSAinDVilx2pWOtisgFWCc17XblSIZ+7BSJtXcRywXCLyS1ENC5ygT5ij6mhJihmw2iJYzXOcxKlcP67ray0qVnPpWtlqN2VBY2MufuetXsP4hxUIqRYugGlBJYduUAhWVVFNsKo+vATSPB4uFgTJhLucvC1Y5RiegVVRoGpDNQWrVJxSFUHYnWDIzquiWFVLCU76HFu10NHmVQzOZmBVSzloBdANIU2sypyKVYgVQH9CpW+J33pUsPo/fWp+55su9RonWJJqlHuVgLIKVtXkXFcVqsCpKkFUE6Xq5+6+hvvlVMb2vf0j3Dqa4HQ8xnNPXYabTXFw0BcvsNVaHWk2xBOPd/DlW338q5fu4o27CR5bq+NT/9HzeGX3BH/7M7fx3c9tSxnpP3nxGMf9GJv0ZGsXeO7GY/g/Pv9FPLXawS987zP4h5/9KtYbPfzkx57Drbt38cz1C9i7s4tXbh5jPE1x+6iPm8MhLlFNUUR45XSKTzy/ibQ+QJEGeObqNdTWavj7v/sKDu8c4CPPPYvnr63ixrVNrD/zIcTje7Lxr289Jd81Gx7CG02R3j8G+gmC2EE2yeE1m0jKAuFpLHvUIua8oN7UnJeq/kZ6uu1mXD1Y9bEIOlWxYS+ZXewrz5Gkt/588XmlNIOYb8C5cbGdqqynq1GiWvB61spf8VGsxJPGt7ASpsp/sg21WgHo5zrSvIofq983gOfWBcKKYtWJAYebTJrSyeQDxGMgHgHJUP/N2c1sdHSMLgKMB8BYmah6djZMdVwrR56DVcudFQozoNIG2ApPjUrVXgvtoGIuj23eYoMwtQXh6xn8cS7T0n5tXiBzPJNmjsJjzof8nfWG4t/iW8mmdtyGiKqV8x7wKGD1xz/5SezvsuM3cP36FdoEY2dnB04ZYGtjG1HIzr1tKa9l+Ww1qK8C1HNL+uW66vibqSkqpYPV1/E5VrFqm1ctg1Mdt2c3KlrY7C08z473RV89HpnMwhXwVAVQbwZWF54r4PjsUNhuuGeAfun4q696GGDl661OiOv5nbuvI8nGshnhhitOJrI2UbHaXlkRyGQ3zMvjXieA+b3xZmB1ARhU53rzpe1sVAXI803HvIxu/j4GrJoGFfM1Ra0A9vb20KzVBazSe0/AapZjvbd6JlitXvvz4PbCea5ce/vzN4Pbb/b72ax7DshcHB3zc78MZP5tWQF87UsH+JVf/gf4k3/q+/EnfuSyJOPZ0amYeXwbMF+kuH/rCP/Jn/lL+Oxrt1TJk7NLvWw9pdEi58SZYtX4cssQs8koEaKp0pRjQBPh44XGInZNEsWqUVkvQh1+jCYZbSmznTMctyYNidjxOoiaqLe6aLQ6aLS6MnetrPSwutoztgB1KR1mMknBgiuKNsaB9BokzBycHmM4Osbf+7/+Lp545gaefO5xjCbTeYLzjFv9rPFx5n0ny3aJWlgTW7G/+Wu/js996SvwGi2d56nkZLm/NGxLJNkq5ztTteg0jsVbvOVN8d7HV/HYeohOfIJ3vfs6fudLb+DTXyiQuF1cuJTiic593Dxs4aRowiNECiMwBPPdDD48xMUE3XyCZ69voew8jXqnjqtXrqMZdfHaK1/GzeM7ONh5Bffu7eH4tIUUDWlyE2CMelDHyVDfr9NNRThztJ/i8HAfaXIsHvortRq+5al1vPj5m5gUEfxeE0W4Di+sofRdeS/xUqQFnOeIZdPV1QZ6q9t47pnnkUwLvHbry9jeXEN361vVEsiUr4uVhCwsKoRR2wrjoShsSNf1h80HqoJkV/dYoGe73ZmVRdu1RpWCtoJovkbN73cKdPRf4q+ZsWs8of1YVYnGykISqsYGiNd5tvYJ+3LwV/7if372AvImP/0rv/Lzs3WzClBp5WTTxQvrKOOjmW3OHAgJjD2nEZI9hBm8q8BV618v95LvCeCk//FHP/4DAjAtdLX7gOV7YuHfZo8x+5lhCd5sHjGJGwPmbIERP9c2aqJliHRtpzEbEzhpqv6t9HEldJ3Q+zQRhSv3HkzIEOQxzml1etJEj16unCNCHj9FXPliI025hQn2Z3YS80ZJsu4JjFOAKuNIqsmN/6e8xlilUSxF+wPTKIlcJEkGODrcEzsOxl/cd8YJ41SOZVWTqiqbvGEeC1UrhhbWNAO8dQxwVCigldhAGmQpKLfxwuw7LTRnOie4OWdsMvyViH7pZXPLFYW11ZhI1hI5XaZZqJ6lc+/hxdcuHoj1b7f38Py3uu4qqDYNwORzeG8aVYbE/rrX5/3LKuwZJOW1NaDbnqcHx7O1TeOcMfdZ5efWO+94rFav1DtgdekGqoLVguRJfFKBkNTTbFbEoBmEPI7ALoKk+gysMqAhWKWRsypdk5xqPAWrXMwIjyga5UY08Pj+rpSAM7sZ+HSzhCgaT0bqlbq1EiGJC5zGGdYbHliE3p+k0syIcxn9OGkX2mDn9JJgVYNCKihTQskZWNVMTsp6fgGrvuyTYzawompVupBqo6tm5GKtFSIoEi1fErBaCJxkNpIPHqtAt6JAXAKTKY9HwSqKWDq3ky93GmxUVUqjI6oy+aj5LmoexD9UNuRSHqEqJ4JjUayGHhoRFavLYJWebMIMjcWBBaulqG+PCVbjDCEtEghwWW4e+qLKPR7HArVrgSdek7XQw9E4l3L9euRhrablYoSL4rHquvo92S+j1OZV05yKVTZecrDebarH6jRHvRaiE7hq5k3FakrlFXAwYmc/PrcmoH3vJEE/KbBOT9c6fUtTaV5F4E61KscEj5mwWMGqWiWMCU/Fh6uUYK1FVUBR4CTO5LqQ9a22ItTdAuk0RqPdkIzosQGrm6tNbZDDcekU0kSNPaLEV9dVsCqKal4DWh3Qd5WN1cQ3NRfAzMZSPIqVGtXELPdVKwD1feJ41S0yy9VboS+Anirig1GMIWkLB6wAFUL0TNSwbIJVp/cLgzWozQWTAY7vSsKgy66vPssaHAHbqUu7AEgzsn92enbG9WEx273BHkCwOlsc5xtkfZ35hcAm/lszkrZL+iwzaNQDrkvv4hyx5+KV/iG+MTrEEYBBkuPmG4cYDlKkfooxUsTjGM9fu4L1Vo5xmeJyYxPdiy7+zqdfwUu3SrzrSiAdsX/pJz6EX/8Xf4hPf3GI91zlRqrATh/4yq0jeDkHY4oPPnsDrx7cxulpjA8/voFR5uPm/WP8hR96EoM4wStvnGB4MsTRNMHBKEXh1tGuR3hqu47JyQG+5eoq7p5OcP8wxgeeu4ood/DFmyP8zhu3cLET4b1XmpgGBS7UmvjZn/okIjZLGx4j6F1E6q/DjxI4+UiMnYs0BHb24dw9hdPqoqh34J6OkB4N4GalbBjLPJHMPQM6CxwVNCp81N3qshWAXl9tAKNSiwVwKuPOXG3j7D67rDM1qnpE6wsrYNUoklSmaUvlzTW3Q8AOpIpxY4W/qALUgnkpo9dyr5JWADOfRBcXy1CbqDCwyaQtHMqMajXe1BM4hKt2vPGmSqYCVZ0i1s0Cd3kGGJ034i3wka7wpSpW54GTWpwoEDA/N6fOfh9teFVRFM/K/yupaZt3kI0ev5GuBZzfpIrINEqQxlNGsSq/4+ZM1KmZlv9bGwBprkKQqhYBfD3/rWBWj+Ujn/nSw27nM3/3kz/zszg6HOLkZIzt7S1sbK5id3cHo8EY25uXxGM1ihpYXVuX0k9bDmgHE+dBDehN51mBo/OfifrD7H5mYNU2iDCNNGRIm+6ztrmGDonFbrdnQdZq4FxtXmV/Lp6JVjFpO9zafAGv/1LkvwxWq9DrLNA6O6lLitVqIP6w1z0M1tnvW4WVVrHKuOXezk1MpgPTqZl+7QpW1zfW0emtaRdxKd04506w90n1RtVZZGGsPHQjbAC2FlaYAjxbOmfmI3v9q99Dt0yL64l+Tok8NmC13sDJyTEmk7Hc0tzQbKytY3V11Xisqkem3KkVWP/WwCqxT8XiQweMsQNZ/P6z9zuPnEuUO99BVkH9+Tekmcsrqkw9hPPX6X89j1WjwJfD5Jzj4vNfuIMvfqWP7/nBZ3FxA4iocfBoOEK3T3qg0jdfx8Odb9zDn//FX8a/+sYdmYuZ/JNu9KI3ZDRi1KlmMy3XcnafUVKolVu+eNcpWJ3GA4ltmFgS/1Qz7hSsGoX7chJF1HHa9ElLbRUWcK9ABSS9QMOohWa7h1ZnBa1mB932Cnq9rkBVKlb5h56rkR/OvK4JUAhWqVzz3BpCKZVN8bd+7Vfx1PNPYOPSOmJRjGrctvjQ9faBKgmTc7ZzkUACe1Jy4M7NHfzG//2beOXuLsJmB4XvaW8Aaayn+yXWl7F/AL+r5wYCg3jve2WGtajAk1se8skeVjsNNOtj7J8G2DltSsVLrxHjydUTfO51B7v5OmK3Dj934ZVTFE4EN3eRhjl6UYYX3rUGd+UGwlYD77/xOJq1dezv72Cnfx9HL/0T3PnSZ3F/XIfj5BhkAU7TBjoXHoPfqiEtPYxGDvqnbBzJ9RTI2EAqmaBTDPDsUz1845UDnGQNZK063M4FRH5kvquOeVZ1bfa6+PZrDTx94zpqVBk32wjDNk5O76BFCNu4oolHCYWktaeMqZC5VhGdSIdUyT/zWbxSLO2Xh71oC5aM6qNLEDjvh2HKjk0Zt53TDAaaV2lUGiXSzk0Uk2mKNM2kLF33RWonJop9Mzw0OlaVoCgIqRwkKHYd/OVf+nNve/3mC/77T/3HGifaddd0vGdHkvkaOrfe4bmwNgn87IXnmASInfNsonO+nho7gEpZuib8dd7i/c2Ky42NdXzsh34EQcQmZjYu0vG/fKfo1sHMezKn2IQ25wX9ley2Z+uUzhVSeSVTkCnitxBTXk7bQNMg0FSSmglDEicC1BPC7wTDyRhDAtcxrQVUVczrx1ic/Tc4J3TXLwokFi/Xen1miyQ2CDzvFr4bkG9BnSTQK/7Quv0zalsCdzM2WJHFMexTYBb3BayKbQmFGezrwioBeW+zJ5BzzklBz5V6/JqhLo2f5qpTiSPEx1YbYlsls7UIIIeROE0UrhyT+u9F+7G3ClbNPmSuDdeIYnbtbMMuvUZ2nHGIyCcs9YmStdSskcs3h0YbD66XOs8u/WpmwaLsRI5H4nJ9F5/zC/vqmKZ49pglUcPeGbbSjPczOQPt+ORvrb4QOy8DyLm28fdy77N5uPytkP0DH/m+R7rHv1lf9A5YXbqyFqz+3FPryDNV57FEn/CTaioJoo0Kh55N0qmdXqmhj5qTSWk5ARQHZ5KwYRTbUlGMlAlkZQDD92CpNffPLDEn5OPbE3YRvnKFpWcmy8N5Y251WUKT4Xico133Efk+BqMpxuKdzY6T9BIlLNRyhlGcCsBsRiGQxziK2aW8EGUON2SczDibrTZUHh9nbGBF/1Sx6pdgsOYDvVYNNXpRFalMxrQQGBbM3GlZA7ua0jOU0I1QcMCm1q6HtaYnG3sqCsnhuo0AkaMl/1TE8pjZKKkZOYhT/kxLkSSMozVBLpovaerViEL5PmPzmSz5r4VUctJjld+DC4WHdo3d2Km0LKVL+mCaynnpRKoSpvKSG/Xj4VRgOBWshJqNkOerwJ0TbXTQa7pEHrLZEd4iYNV4Q0qTFSBJXQwSqu8KbHSamI4mOIoLKZsnBJxOYuSOhyYzvI6Hw6Fm5Vj6z2O6f5rgJC6kgdBmq4bJdIrDUYaYRv8ca24hvqNUcZIei8cqwXam34+LOK93txkiyUscT3Mp0ffKEl2CVdpWJDHqdZarAEcs1S8KgcAsMeb4owUFVanWY5XHF7KBFMeuZENzKdmI2InW4UKvYJXAmosY/VMJx6mYPRwxKFYvSQsSCIhboYsmlQiFi6PRFMOkQG7KL6SRTU77C5ZKeQJW2SRnSrA6zUSZyo6YLd9BJwIaouyhN3GBxHHFPmGclvinJ48GVou/+suzuHRhabWQzy6aRqFu1saZolUWLpP9c4KmqFTuTYb4Mhs7ORn2+hPsDwZoFBlWWiv4wt0+vnF3gI2OjyvbHi53A3TZ7Kx1FaP4GL/2ma/j/sDHt2/V8PjjNXzyhffh13/n8/ibf3CEpzZ7WGvqRu2V+wMMkwBFOsVzN3poRjn+6OYYFxo+Lqx20R/F+PbLHTx1oYWv3TnGV2/flXHJRntMXPaaPoowwv39UzSbEXoND5fWV6Vpx869+2BPpenEw8DNpVnYOHZwZaWJX/n578SVG88gPjmSUsKwtQGstOG7TZTjEzi1C8inR3CP95HdP4KbrcHtbaC8f4LidIhASnF0w0rVsprTmwwq/5IOedowbM5DGKxollTPtU7Ws1jVbKYtYLEjQYOaCiw1AalSDB2nmlkX3GfgoFETVT9AHdJ0nMhG1/qMVomkZB2sFBUlrU74/bwIpSnvtIrV/5e9N4+xLD+vw87d3r7U3lW9TE93z859EzeJkihSJiVQQGTAjuQo4iJSiixZmx1HFsnIhmFLIpP8kwhIIsCAAwlxgMTWFluQxEjczcUUZ4azT/fM9FZ71dvf3YPzfb/ffbdeV/WwW/5H0hTQqK6q9+67y2/5vvOd7xytXOdw+BoWp5hMhlM4rNpLlYiJvbaHKW8zQe5mklizC0JCNJGjMS2qJJAK3qyaXVYHVc/XXGMBVKs2cyFZIdiPAYJNwZDad8VcKDF02ZpoqLbmnikzSRmumk6kpiim8DQTu8Ro4xuglL9z1LjRGlSJiRW19dj2JsCrSSSNuQoBWcoIvOPz37jj+OtHfuxjGE+GuLHJQL6Ney9ewGh8iK0bN7HQWcLSwjJ8r4aVlQ002gtyTkzamUjYNsOCZWqSTWGuzLcLmuBY5GIkqdQELeexSm2F9r1WQscG9/PM1jLIai96dpxZwG1ZOPY1NpA/CdC0x9VkxTAnioTtVifp4obbesTc+24Hst3uHG5JIkrnoH/LsLOzhf7gAAEL0Z6yK3h/uwsLWF47Je6/CgyUjMBkvM9Yugrw35qy2MTipPMo//444NWCqErenuloWsYKJ17ZFK78eQRlaGhBzcv9/X3RYeOzZXJyHLCqz0nP6NbnO7u48rO93UQ5ybxK5M6P+ZLEb257vR1gXj7PO5mwdw+sWqkFJuX8f4zx0MdjT/Zw3yOL6DZzkBFGqFlqXkbWhK+kOSqNrDafvYKPfviT+MaL19RxPYuQcx228Lho2vNLjzF7DlpAk/WCiTtje65hcSKu8sJcFdkl3V+41whhtlgvDJBjWUxlBqJpDJC9gAwstsBSXzWoiRQAtaHb7UV0O2Sr8v8tNOtk4KvzNGN8gqVcXwXK9ZS5Vq9U0QyqqPgJfu8Pfgff/f53okpiQMJX3SrhINdq907zQO145OvtGqCmO2pAefmF6/iT/+/L6O3vk82AiMm46YISnW1JxJnX5AJWiu62AP++6C/K/UxSnKpPUQkibI8IpvI9FTGpWvBHeON9i7h0zwaevz7EUy/tIHRrgNOQ5y9AVaYO5MyZGq0KHnrVJax067hv4ywa1S5GwwOMMw8vfvP38NTXv4wkaKLppxgFp4SEkldO4+YYGIW+spyh+7JD0gmf6XSIZWcLrzvvY/sgw+ObPoKlFYDxNqpo1CpY6rZx4ewGHrxwHmdPrWG6dxVLLbZjM+Yja7CKrc1rIp1W6d5TMM2OrE/zgskywQyCavG6AviyMZIwQOR15XVeJYBK2vC2vV8MP2ctwNJ9KKZDiTwP7ovigSEy60cXg/JeONvHtDCgf9O58Y9/+ifuZDkoXvsvfuWjOm/NcSiMIbCaaemerXszSZ7y/lZeq8qFqtlePMeKFMajdnXqe/l/E/+5NE6Lsbi4iHf/4A+h0WqpbIiJ/SSa1YpIcf7l+1VeR4s9xMROs5sz64LT1p8y6Kqv0mPOWrjLnyFMXjMe7HcFzvTcyV4W46zxWMg/wj4mE8m04LPATIMs5vWNzgL8ahW1WkNMltg9ImsQDaGMydeR6xCTUzUhtWsfT4VzkKfsOmxJH+Bwfxu1oIJ6lYxVNcQuPydrlma7u+wYmj3X2fOZf446Bs3YE+MqBWIdlwZ1GpfL2DHGWEowKG1+9lnrjS6NWQOIS05xMhBb/ot9LpqJ6LGOtNgzdqFEmpG8knspa5eSxZJUixgypMz56JBQYFOUyWj2HKeiZ0td8Zh5BAsfzN9p/t1pY2N9Del0gr2Dfbz40ksiD8O5LeMiDgtgVfV+lWGsDPSjkgDlcy9PZrsH/Ow/+tW7muN/Xd/0CrA692TLwCrBUU4wgmECrFKs3gCrZNTwz5NIteAIrFIbKPBVJ1XAqYgtLr4k5wRpqaXKxYCTmYAU3894xAKrFdFo5caobDwCq0lCxioTiQyHE7I4HVmYhuMQ40RrGAR+G77qvNI0aDCNBFhtCDAX4SB0kcQZ/IDtKfy/0hsXGwxoPGGNEshigMUEmcEOGZOLzQpqHhMFA6zGiegcCdBHxmpA3SGK8lN7NAfxQwabNL1y80iugazebsNXYDVNEZKtxfZvn4xHMkyVqalVHhX0po4p6/8E7gisjsNENE25sFAHlexTWQgMsMqEtlOvSJsVgUZ2IA+nISq+J+AeMRsCq/yUg8FUQEhqUS3UyPr0MIpy3Owl0pa32KQJ2QxYZQVWzJtcNWfKMod4CPpk/To5VrsGWJ2moruzQGB1GimwSh2izBV9Ue67ZKhWfQ9bg1AMswisrjQp8xAaYFUDBDKXCZITGCcgT5CTwCqNsKiry6fG573YrguLeH+aiEQDGRHdZqAgZRKiXq0IWLE31Arz6kITIGNVTNU4BmkiRXkDla0geC5SFWQWW2A1YNuyPmMefxSxdZmSDARdCazSZC2SqmABrFKb1iWw6qFJBi+B1eEUIxYhqC0jurwWWKV5m4cGKSRJigmlAChzETOf8NA0wCrBYlbUyKqOHV8Mv0Zxhj86uFtg9ZeLmW+IjvpzsZOZIMYEMkVMa9hH9s2cT7GfYpql+FZvE9enI1zuDbF50INfbWK1GcBJa/j809uYRj08fLYrrJil1Tr29hI8eM8y9nYP8Pkn9rEzJVs6w/e8oYsfeffb8dt//HX8u6/t47UXN7CztymFmtivyr0hcL5Sz7CyUMWzWyE61RrOLNXRG2ZoOREurtbQCUIcZCku3xxhawKEWQVVj2zrCM2Kj3NdZZePyCjuhxhNU6y3fNzbDLA9nSB3ldEd5zk+8B3n8QNvv4hJVMGV3Ru4sH4RncYi3KU1CiXD7Q2BjfuR0/Dh+aeR3tiF07lP1jx3r49svy/Ou15G1pDoaqj+KeeaYXwq3llO8Gbg6FEgR9uNZC0lq6gc0RQ/KPCnBAQbEBnahyQTCk7O/tmsVwNaAUdKBxaejWmP11DH6LlaVoPVHhLGqgKroOOqYRNSCsAy2cDiUprAoSmBAVYJtObCBOFcE6hS9UsJrBLYKyr1tn1Hr43r0cnAKq9dmaVK4DDC9JacK/EjK9rm2oRfXwJoDVgrTFb9gwKrlr1rZXH0lundNExT1UvVoJ7/J1QhXHdhNVALXDVX5Z96b8s+oG1mlvFHCYG7A1b/3o//NwiTKba3dzCZpLj3wr0iGXPz+nX4ToDFhSXUq20sL59Cd2lNmT0CrJqmdJNcqUP7THu1nEyWQVCumwULRnOyY4FVxR9UF+w45uosgZjXYtX7X6w7jiN7ffnncjJ1HABmfzff6nUc0Do77owVVT6+Pc/jAuOi5e4OombOLU2McgFWDw534fuOxCxMAPlUugtdrJxaF704BZ1mGpvKrDya9BwHrM6DA/YUjwNR50+/nEgaSE8L7bY10q5jJXa7Tid9bvF0UgCrdA+mbp6A8FmGtZVVSdoJIlgztTsBVm/3PIrrkETt1sSQn3nc139uYPWke//d7/iOOxgp5Zfagg+jRXL5EuxuxXjy2W286TvOo1llQdgm07oWMfYUSFWWQgc3n7mCn/jgJ/DotRvK4LHAKtcpU4DTLglp4j8C5gvQYIonnM4yFtIMYTJSzcmE67mufMLul7VdxwIBRGFREYAy+plmhTWAvRLSKcHFohqNTshaJdDR7iwYYJVSAEvCWG03W4VJ1Yj688MhRtRXNZJjPH/mMIwpK36GR5/4Av6MaSq2AAAgAElEQVTLD/4w8hpzFS59M1CmzFK1zujluy57r+eq+Yxp/RWpH+QYjaeSe/DayPDj58aUWOA6XzChjFmh6HGygyGVDqnRZCT7QhZ5SA+uw3XHiPwVjCcRPLeJrc3LiA4u4/7TAR6++Ho4wSI++5WvY38cw2+uYBRSfikUbwxKorlI0W37eOfbX4eaE2Kp2sCIXgZkFHsNXLv6BL7+6LOoBS20/QR9dwUD5lWRi6SmUj0A42XqwWpHHXUJmVN180O86VyGFzeneGanDn91DdW6hzc88DAeeuAS7j13Fl2R4oqQRRH2N1/AYquBar0truQkoxwc7qiuZ2PV6DVbnf9itz06Lwr9CVM3LmmfFnNLUyndrXWRNI0+Zg+3QLkBWRUIm7X5l1v8teisX9JMb9qr1dhJC5CCvYsB0YzxqbGZPYcc/+Rnf/Ku5jeBVWmXFN1MnScqU2Q7R/RDhPUsxrvmXOdMH8tr40n7t+zJZE0atrDet1uB1U6ng+/5wQ+A3yVOtCxZvdMWBbMP0JyRCZBKd8E+L65Jsy8D4urDM5jt0fzG7jf2PeU11Wq+6vMqYYOG0amFEgV/hW1IAI/AXJJJSz69QUgKCmNKx3GOmsI97wlBV78qLNc6WfFVmuhVUBUzPRq+UYdD4ySek3S1GjmoPGKxKkE4pRTAFiqej1q1KQzS1Oih6huP7kMij8H90L6mhFvL2DOA+y3PlICqkULh63IxuNP4wMbxEt6r66phd2pMz+ehKZ+OJw2By7JvQiMvTJ1sTFCwOqUIoWxuro9iFkXmN/1lIoKlStaTAsZUJWP0vYqP8P9cC3m+LJJxraB2tnynWbXIzvliVsb9hBraBMp7B+yAmWDQ6wnASvbxe9/3/ahTLnAykZji0ccew/NXLps5IwmYdmSYNUH2KGOwKK3+5U4EM6mlU6pU6LXj8Mc+endyH3e1MPwVeNMrwOrcQ7LA6ocfXpFFR9qmySLUHFknG02eRJvSEaCLgUmVRkuuMaBi6wsnTkRdU9XJIZhJTQu2SHA+C/BKMxgRN/dACdeKl4vkADdwsvvE0CgmsKrCw71pKkxSVp7HkxAjFtjFO8dBk1IAdU+0ZIZhJC3rBCUdAqsMFMhoFN0fsmmVsbpQVwo9wUgBrKhvR6ORNBXd14VGgJqnbEVuXPz90AKrRjRbgFWwrZws2zlgNSSY46BDoyNW/BJW84kROqgHAaq+miRRa0V4mIqsChhJN3vLWB2HNGdSEexW3RdmpSxusnhzoSGDkt6v1ItVYHUcRvDJeJwHVodTASFZlVuoKrDKFvvNARczYKHJc6VBrG4MBFbJWBW2mhivuIhjB/15xqoFVqvQtgu4aLEtLM0FEGcQv9wMRPd1uxehF2Zo13wsNwKEcYKDUSKgIgPuAlglGJwSWCXAooEqtUl5mwisdhs1CZwPpglGZCSnZKwqsIokRIMLcUZglSxVMlZbAsjxOqk7S2A1zqmrSxahjiMJhAXM1fuq5lUMvFVUn2CmR8Zq1RVglYHwwSgW1oEUbbkfZQRWee8JrHqYZo4wVscEVs2GSOYyK5ucEwKs8pkmCcZpJgxiyjbw85sVoEOpAI9V11QqnIlDMDyT4/37uwRW89/4lSII4H8KcHUWEZY2VNPyVLCrSosGgWgvxGaS4anRDeylU3yLoGLKxMNF5CQYhR4uv9TDPWuUfvDQHwF5x8GNHQdnOz14KcdAgBuDFC/c7OND770H73v3W/C//snX8Qd/+hIe3jiF/ekQB4OhaHdRnzKgWL2botOsYirM9hzri00Mxh7CZIKVioONygD+YgPXBz6u7g8Atw4nSVDNY5xbW0NvGmI4GiDMMylc0FwiiCtYqIVo5zHOLFUQN3M8ez3GGzcq+NG3n8O50xfw6M0ruLh2EadbHTTvPQ23vYbR83+BPA7QePXbkTtd+NF1pIcJ3EoNTuQAhyNE2/vwDsfwIgKryvTMCZg7bLk0dav5HF80V2l4MQO3TkrQBWg179cQSgsGiiraFiJObm3rm/1NI0gqLDDplpCqpCcowQbXp8KcwCYpBCxtu5hqDmkjroOc5lQOtTuVwbFBnW3DHnVST1tOORenbC2kFi3PyTBaC3WDGDkpV6YtS09YW9Atk4LAqFzKvHGCEdCXPxaMU3PRBjBVhp9BQ+WsZy3/CiIbllehJyw0oKOta8YJW3cBLcppaz+fmW0NA2IyU+W6FNjgmq+6qlZTVTWf2YBrg1W29fL/b78LKYAf/dDfR5rGODw8xNbmDtbXT+PU+jK2d7YxGk6w1FlEq7GA7sIy1tY2pOmX+5Jt1ZU1wbBPy6zSMktCQFKjBcZ9t/y6skbYUWaFAogWWLVB6jy7dcaa0ZbSeUCMY4pmKvar/Pry746LQcvApwU07euOFjA05hFjuDl9zfmfy59zHHj3cn+358F7uru7jb39bdE1J7AqmoN5jk63i9X1DdFMs8DqkSDfTP4CAJ5bSyxgf9w9Ka8px60vdkzq0iBKc0XSpazEWbWizFgtH8sCq0yYLGNVQPssxerK2hywWmZOvTxj9dvJNex5zT+f2zFW5xvE7+bZlsfWced598CqgkfKYNPOsStXBuj1hnj1604jcGkMaBh8XPYFWNV1yuM65jq4/sTz+MiHPoEnbmyKVA33BmnjZwrLG2PlZQyIJWVt04Lq+xUjn8Tk3RiWMO5PpgKqRnFoGFsE+gja6voq7fACrGqL6qzQMmM1KRua+5nqDnp+AF90VutoNttoNbviNM0W3na7K67PqvvoY++QBjdjTKJQugGUteXCZVwmuooDHA6v42d+8ScQugQ9dW+7dY1hPjBzmS8/u4LHazwW5Hp4bHNfZX0wADLnKvUehZ1tJGJmWoCOFHsp7cX8xCNjLnfxzDc+A8eZ4ME3/6CApQS9vvXoV/GVP/sj3LPWxLmVNeRZBde2bsBrtfHGd74PoeNikpCsoR163FnCwTbi/g0Mtl6AN+xL3Li23BTdyd1JjHFwD4Y0Ge3vY+ptKAiceTiMx8inMZJojDSPpNuHbOQ0mkix+PxqGw+u0hOgg9/9/NN49VvfjDe8+c24tEB92xzT8VgcuaU45LkYHlxDMukL257sv1ZTwdXBsI9g4VJhhKTEm2PIAmXK4wmFm/l1vwzC2eMWeqgGxGGsnwi7WsHv8npKrNKCcbZV2+5T5e+z92gXYWoMjlkQ479PfVK7w+70619+/GOy9xBYlfFrgFXLPNTxasCgQlv1ZJmd8l5r90C7b+p3cmLt+3WPtnIvLJzwWii1QWCVhnFyPCEQazxYLu7NP8NZcfoo81fWpOJxl567eRbH7UtlIsjRz5k9w/J+Nb/+HolnzJkrYKZznaAg1wPKQND0bjxV8zuCr3GkRsgFCGf0pTn3692ugK21egNVsutrdQSVqsaVLjAd97F14xoqXDeDKsbTqRybX8zHabLFZ2tZk/YaZvGgMTg1cL/9vb2eo2Nb2bOyjgq5gEQe4wEgRX2Azbga8tr7LoGxYdPP9lwFP03cKx4BCoxaMHV+Ttm/a8u8YhS2rV6KEqZ7ojyHrL4sQ5h6s40Ll+7Dfffdh1q1KhgEYwaRU5NCrGGjM1gypIjRqI/xcIhrV1/C8889J699//vfJ7EU9aypDWwJAkGjbhDzmsEXIiRRVGgyR9OJjHVKidg5LAZ1wqJVktZMHkAZrj/0dz50p9P7r/XrXwFW5x6vBVY/8ogCqxzEBH+o1znDXMi4mQGrdJmvVFw0PGqJOKJLyQnN1nmPgJFpERLmowCrOnnJECWbkixVApRVl8fxZaGdB1a57B1OE9ElFWB1GgnTzAKrBNpovmQZq1EGqU6TbXpIEykyEE2rYiEFUFcgNEoJZBEs1pZOOjsS3CPTtC6gWiJBEYO0CV9nND9FK1zkUPReEFhlOEXTKwK6w6kBVhsEnfkaZVzyRtYDH7WADFMDrFoHRvoBs9qcE0QmY1U1Vsmm47VaxqoyhxX4VgCO107NVogUwCiM4HkO2hXvCGP1kFIABFarFSxWafpF7VIHm0MFW5baZNcSWFUwjc9LAwzlRBDIILAqUgBujrVuC5PhGHvTTLRYl+ouIjKG4aLB4DoD+lOJbrFENqzvYmsQ4zBM0a4qsMpxsj9OpC2fJ1sV8yqVArDAqkgBUOcIbD8Dqm4mLF2eJq93GMfwMpUHoK5TboBVPs+9oVL+lztNaT1mxEvGKlt8CNKplDADYwOsxolsnpRYsOZVfB5MCISx6npoV3iOylg9HCfIRIjXJOIGIG6xxT/wxIzsYBRiwvkkLEMgyhjgJyKBQWkHMlZpZjDNMgwJrJK1zOdKA4EKUKf4eUw2CFMYV9jQkzj/SwOrxfQ3iUCp3H9bYFU2dan2uYh8B48P9rCZ9fH8cAdXtw/RNJpBl0dTXNsDmpMaVtpAGiRInQa2RxN4uYNp2MNCo44HVz188YUIB4MEv/T+h/He73w1fuerj+I3/+/H0HLrso4EVYLhkRizZQgkcGjUq1io1nDYP0S7XkeeNxBihIZbwz1+D14zwOW9GL0JpS5qaDdrWKy56A9GGIxToFJTjeM0ljlHFdTA8XCp00ZQTXAjnkjR4ZGlAG9Za+Bvve11mDgj9A9TXNioY63bxsK9r4NTydB75luor51GZeU18FbayEY9uONYmCqErLz9EPnOAPH+GE6YwJfxDiTCiGZ75gwY1ediGasKrB7HmLMJnBA1ymwsiXhNq1aRcaiiGPXUbGCoBiWmdc6yiUx1VtrQtJfHaJppACaBmGVxkulDNrsNzixjlaw6Ma9SZiIZq3I+AoKq5rawx1m1jkMBvOU4li0rr1TGqhB8hbE6A9JsT79tZToOWLWBv23j15O31UGd83LeRgfQagjrR5faBi1vRYCBsn4kf+a9VHCUQITVSeXaIochM91qpgpAa4HVTFpVxaSKhUcWG2XJ1WBY7zOLL3cHrP74R38BYTzCdDLG9evbqFUbOHfPGZEH2NvfR7vewVJ3BY1GF6ur66iQoSRyXSY9snqphvmgjBZlPUhALGwJwz4Vfa85YNUUmmyr8CxBvRVYvR2oyvtgP2cWqhhgxrTvlse9/f/8d3naJmmfB1ZvD8oqy+9Ovl4OfLPnUj6mBWqZ4B0e7mF75+YRYJXjsdNtY3X9DPzKDFg98lm3AVZ1fp7c3XA7YHUeVDUz0zALOfKV7VIsM0f0mGefeSKwmmdYW10RYFVAP5EQMVqcJY3Vo/dt9ky+nfst4+iEy/+rDKxqZqyBB4vMjz9+iOXlCs6ea8qeRjsiXcDJnqTCqvQaFMDq1W89K4zVJ29sSceA6s5pC78k5WbJnAFeWj2W+e+RxWUMCi1bWQrVIahPqbp2eiybkNr1U0pw1vWaoKSv5AkFNgxriuuzFCA5JgJ5DR2lqzW2/DdQCWoIKhUBLxTAIPkhwyRSbTwL9ds9zHcIBHuYhD3U2xl+5hc+isPpSLUJj0gRzJR1qYZ67FeZRSbECGXhytptmGSFAQ/XHeYYGVlbkayfBFJk3MpeS70/dr8F2s4a9fGVz/wrJOkAr33XR6Uo12l0kYYH2LvxokgZLHbXpbvl5vZ1hE6OU/e8Bm6zA/aFVAPKfnFNzhEO9vCNL34G3VYFaeKKtmP/4AZqrouVe+/Hva/6HgyHVzHYuo7Vi28WQIJ5X+hECBAIMJKwY49SPGmOy889gZtXn8WaH2O4ewVve/t7MYqBvUEPK+cfQUoVXzKTjdkt78xkPMa1x7+AfLiDRUoGiAu6g97BDroLS1h+1XtmcUXpZhdrUsGcNn+U+KMc75RoqpKjqFmOZVOKLuIcGFRu+ZVlwRxP13pdeyTvMS39CvAfZatZAEnZ2WpmJexXthMbFh4B7t/61D+/k+2jeO2vfeIntahn9lspXhZM0nI+bvZDYSoebYc/Cpwebf0vr6fWmZ7PRd9jtTh1Xefz5DUS4CKwurS8rGPXPAt5kYkV7QXofTVg9XFgeambQRmmJSkA897b7UvF5xSfYQHe0u0251QuKlrpBz3lwlG1JIGg3E6bC5HoJexTMjDZfSTduAqax4l+J3GMHRjCck3t8whkfao3aqjX2Y7vYDIdo15ryrUe9vrY2t7GYDjAVAz0dJ3jdzIyORdtUVfNklSLX/JMc7+szqeNGUXfl2PWZ6elrp1iiirj30YA+nxZmOZxZa3m9YiGsLLpGdHOYrYZM1o7IOzDto/cSBIZpqy9+1ZXv9DVtgUuh+ufD3g1xRe4rge8VzxnX2LRxeUVKSQLo126ZrmgaIfx/JeOMNWr5rzr06Cw18dzzzyJ8WgkeX29pjkkgW+5r3JfCMzqGOV1k13LexBOp8q0NXPYAqkid+Sod8Lsd/r/D/7UL93VHP/r+qZXgNW5J3scsErSKUEzyxzhBCWwynYTsh/JKg3Yuu0ru5WAVBlYlUFM4EuCMa3aEoBkGzznfoXv4Xc3R7XiCWOVbf674xRhSMaqL+/tTel4maNZq2ESKrBKsJPvFfMqAquuh8EkFECPrvHKWPXExIoVYS46FCLnQrPSZNIWSCs4K71knRK0InBKYHWhWUGDbM2MTqkMmmjcpDp5No1gizzB4TRz0adrfeZguU3XcZpXEax10aKWqe8IwEKNTM5lXjNlDQjMWWBPHwWZTPxMBVabNSMFECZyrWVglYsI03QCxgRQGRPwWP0pMAhDuWd0plfw2peFqQBWKwGW6mRUQoHVAcEqGkoFwh4W0wEhi5kAowBWHcRWY9UAq9PhBHthKosfgdU4jAVMbHDjydWIjPePEgmUJ9geqsYqWZ8rjao4Oe5PqHcq0anc+xmwyjYdgiueMFtp+sR1nbIR1K5lW+1BCDHT4g3iM+N9I/uiaRir+wRWBTRuaOuxYawyCCecLMoOhoHM8xRmaES9YF/kBMhklZJ9ibHaMsAq5wGBVTEHcg3rgWA35Qoq1E515bp640iAVV4fPy5M6YieGI1hv9BYDfNc2vxpxiWutoGDTiUX3Viym1WuwpWxP41z/OH+ycnySYs2zauyT/3Ksd4nZa1KC9oVTEPZmDVBt7o53Op2EeFKMsTlySG+cvkZqdgvNtsIIx9X+lNs7Y+xHjRQqQcY+wEODiMBtRmILAQ5grqDWtXFc9eGSPwKfvQ77sWPfNdDuLK3hX/8r7+M3SG1b6lpm6HVqJDYi8EkFuZumidoUHOQwbOboO13kTpT+E4DF1qhzPVrY7YEViB+uUGGGpNLbpqi3evCCXyMQpoksaBBozAfSzUgr3J9auD6/giduo9Tboq3PXwGtUaGl17cwtvfeC8eXF3EuUsXUO+cQe/Gi3jp2hO4/4HXo/6at8H163AP9hGPBxqghx7SUQ6nP4WzN4Dbn2jA5qsmGj+7YJwW+J8yVpEfn+BJ0GchE8tWFfBeeJEzMEX+psAq2/NUXtS0exqmKw3zyCois0fmvnm3BNommiuCX+OQyhZKbb3TESEMVgZsfgUgsCpoHYFVyrkYj3GyqKjVRo2j6RgOrespDUDnasGCrRUCmeRabJFkvsRQlDFpDBG4n1jQZAbwkuVnA/symKpIwZEqPTc0OfdZomD/zu+WwWvorUcKDtalVMymBERVQFSLUKYtjL83T4PBOe+UmFcRRhUjO2tWxT1G75EAIAbzftvn79y86qM/+08wGO0hiUPsbB0gnMY4vX4Kft3Dzu4+fPhYWTyFaqWJpaVVdLuL0vk5Y6zMgC3qJ84naPPtZ5axWmbCyIibY9JwzNlW7yJxKTTdNFmeBzqPAqszVlFhYGIWuuPeK8+1dHx7Tpq3zY5VXiuPFihs9+BMs+/lguE7kQIoJ448Ls0Wer0DbG7dgOuqfJG0z2UZWu0W1gisUgjaAAcWXpShbosBBuQuOjOLE751r5j//JN+Ls8HSdKMCqeCrjO3XCktm+Bo/ljRZCxSAJaxGkWhjg/kBbDK0c/k6nhGWBlMeQVY5TJN/XcLrA4mCb7ylV08+MAC1k/VRIqLeptVSnA6jGHZ6URPGAcepVc8Fy8+9jQ+8uMfx9Nb21Lsor4qco0FydzShJ370kxTVOAISXjZzaOAE4tiduGKk1B1BguGjzH9kLVtxlCz3uZ8P5NdOyd1fMnMNRIw/EadVY4LtoEq44sgBGUx+Dth4nJNNXIPpjQl49TOf+lnc2muOsTZiyv42N//MPrjEVx2VpTXAmt2Jmd7q/aqnJmw+Uwh3RSc5D4ZkyBlVem94ZrPOLo/GclVkb3KNVD2FtdBQg3/nMk+maYxqkjxtc/8DqJ4Hw++/Ufg1haw0FrB+OAGwskOHC9ELWuiUmmiN9xHTkLDqUuIpchJ4kcsQAU3UydL0NvbxcLyEhA04Ds+RpM+28oQtBrIYhcvPvpn2H7pObzxe38YjVYTaewiYxJAgoen7DTu4wRsr734FK5fu4LlZg2VfILz51+F65s30Rsd4MwDbxFAh+uVtCCT+SeGZim2XnwW3VoFrc6SMMPGowF2tm/igQcon7R25NkLiC/jpGhdKS25do8+Ke6179F1yQIgZOKqLI/piiniGe3t4WfaPc1+GAEZ+yXsaaMTKYDLHJgqgKrosaruo+p5TtDvD/C5/+e3X27LOPbvv/7Jn9IBRsKHYaxKs74BeMv7DJ+7AFkGeDpuvy7vheU9sShilaQA9HcEsWbAqnhCBAG++wd+CCsrdEE3xTr7KI6pP2q8aENEmzXMLtfOOzMAZn8oiiuz52yPJWuIuQflol9ZfuGkG17ek2ScmThX7o10XhigzeCq6pumYLstTgpP2MSM5TUrCdUszbIch5QjGY3UjIvgXoMmeg0sLi3JWIvCSI22JhOj/Top2uUVZNX1Q/Iwe7289pLMEs+Dko2iCUwChxgJauu86sNWZJ2gVIHP9dIAlAodK/MyjiNh5BL0ZU4WRyGiiepkH2XPanHSnkv5O/eL4+MvkgM0NrYsfdF+lZyDbdCymAqJyLJWBUDldQQ+mo2msKSpo00N7WajbQppFcmPy3i9ZcJSb5zt/5//sz+TNaZa80W6gnOSGqsHh4fY3dtFrSIbo857Yyyo60Np9JjiXzHErfmdiR/tePqFX7674sldLQx/Bd70CrA695COAqtqwEG2KgHTAlgluEjDjbwErPpkPyqwSkBKnNWjBC7bW8j2TGj6o+xKYYjNAausDhIso6YhAwwCSwRWp9NMgFWyXdk+7iQp2o0aphGBVUoKKLBJYJVt8qxI9wmspgRgq3CzGPuRK8CqODUaYy1O9LWWVsrJhKQRUAGsxikqHrVRAzkuGau2hkVglGAaQwZ+CbDqMqBz0Q9VP2+1U4GbRmLAFeUe2lVqgpIJS41VrcgzbmnWvFuAVR6Vmo4Udq4FBliNUoymsSTtraqaVwnRiqwv6nn6HjoVBp3aTkpgtT9VYLVTJSitwCoXBzWvosYq2aJsQXcwSVwBVtm+ukzwk1XSY4DVQgogIWOV7Es1rwrHUzGvYpC93OCGEUvLepOM1ZRM40zaTAms1gIfm4NIQHJey2qjIpuLMFaFeQHQv4waqy1qrBopAJZMI2kzUxSUmrUEUQlCH0xzjGmEkyrYSmDVSWM0RSqArfrkITpYateRharrxuOLlqpx6NbASgEkslVpUMZ71GALAmNr4whopQAIrFIbmIHU4YQC6NworN6jhuOUcqAsgQKroejBCvrtkPlMYJWGWCoFYM2rItFYTTCOiEuxWOGgW+X9IBuDLFVW3z0DrGb4g727A1bzT39cN+y5t78csKqDXkEJy3rcbOe4vH8Tf3b1RVzdHWCh2QC8KjY3I/RGIbyc87KKiRdiQAbDlAYNmTAZ7un4SKoOrh7kYoLWarTw+ge6+HvvOId2eoh/+UfP4PHr3OzqyNOpMMiXOwvC/D6YDKR9HXkVHtmC1TFO1xeRRKlo57YrKfII6OUjIK4K0yvCEGniIOK9pwEdEwbR4tW+mJW2g81ermwNbwo3ddBLPFRQx1o9Rauao9X2UYkiPLCxiDc/cA8uXkhxevkcDqcp/vRzX8Qbz1/Ew9/1fcDihmhMJ72ByFSg2UA6jeCRHX5tH9m1PTjUXBZmvThcIKcsQME85To5A1bLwaQNko0QnsalJaMd7cg3mqEWhZGg28W0k4urq1uvUIdFk1dGTBO25kfyPef3ODUgK5MsfoJB+kpBpZyeDhpNhOUkPOR0LrfAKlxlrEqbO19F2QsaV42RUWcxCaWQxGtnYUqlZyV8FfBX8WBNPNWAy36eMnKPA1aZUM6C9RKwesQfgQFrSf/LlvRLJhcc5zTFMwcrxrwSIXi+2rpvZQDIaCCrP+VzFEMrbfkX8JShLNuxeCf4uGXtoRyJaXulnIBxkRU5AcXT8M4vPX7HodRP/+IncdDbRhJN0Tskw3qIhW4XyxvL2Ke+5TDE2tIpBH4drdYCVldPwav6GmDOJZrCPpoDPK32qh2T81IAujceNVqQYNqYWt2pFEAp4yrmBxsXZ4nvzMjpCDBqXnBcIjkPrJYTGHtci5nYv82DtMc9mOM+v5ivx7zBHpvfuZcPBoe4cfOazF/GUlKITlM0W00BViv1RqEPNlsTlFEjCZ9hzPH7recyl6iWzmceCJUZb4sOJsGziawF3jSxtMCqzktZy0rAtf0/Gavb29sCrFJjleZVkjzeAqyqs7YFO8r3bnY9R7P4k+55+XbPM1YLsPg2Gqv/OaUATprEd2texeIMNcntwr/XC/HZz97AW95yBq1mhskkx/7+ABsbbXS7VVOwOgqsXvnmUwKsPruzLcZEKhPDlYp16tTsi/xJ1DVnRQquB9RYtQw5goNCGWJuoFp6bP9XF2WCWjSfnOlHC2BhmIt8kmUQQdn/qutq2+Q4Hgi4yz/pPCNRgME510xRypN9h8eiMEHxVTbcol43u4WSEI+87j588KM/hsFoLBqu5bXAzvEjgIYiLjquZctTnWgx+rNMPcGBZ+z8IrAAACAASURBVOOSMgfMdfjFfEgY/yVWnxqimM4w5iUIhXG7UF/G83/xVTjOEBsPvwmHU8paNZGNdqUVn3tHu9oEnBq29zdlfzlz7iExY5UuIsbvzA1k8SIAXkWYxuzxkRptTPYvO+PyCdK9m3j+if+Eb33jy3jv3/kYWguLqFW6Iq3F7r8s17HAOIN51uDwJtJ0IuB2LdrH+vr92Oz1cNDfw9LaPUjzQAFje6No7OV5iJOJyppIvMBZRf1F+kBQTusoqF4ANsey7E3mZYqW5TnF+xnFU7mnakClXXiyV9HIeG4v0M8xxebS2LbPX4yHbGs0c17DYiuzU60+K82QBuMxDnp9YSIeHvYwHk4ltxlfvvPCKE9VGauuMIcE/ClJAZTHmcrVmG4TU3y2a+f8GloGw8p7uvxfugHLRdQZmYqFE14r7+W73v8BrK6uaieHBb+PA1fLCNW8VJN9FkdQLGNMVmzqR1fMWXFv1h1R7DPScTdXBLFzv2T0WAZiZVjnvLcG3zPzW4oBEmcaKSgLDsv2Zn0JbA5U7tYi6UqLSCy4DwY99Pt9mYtcz4g11BttrJ8+LYUkGmdxr7SsU5JAoph6pArci7kW2ZPmvsuzU4zXFGX0enUdUXkpBTA5VmfMfxbF+NzIgqUMR5V6pfUaPMqUyf6r4K3qoIZI4gjpZCTsen6+/cefCbjO30M9r5n+tsR5hiHOW7awwMJ9V86V4Cb/JvNGOhpUX1VICVYmRQyqjEmVdEix8Kas1mZ7Ae2FLhYWl9DtLKCz0EWr2YTn1SRWVt35HMl4hM/+6Wfw/HNPIctjdBcXBFwlSMv7+tLVq9jb3Zkxqq0Br3geWNm043fs+TyMr/rlf/rpk7b3v5G/fwVYnXvsFlj96COLYIs/kzsCowSiyCgquESJ6sNFCUSflK8hsOpRJ1UYq+rgrtT0FFmi1SGfiKKwecgiZRKgYCwnQ8WhARWp8Ax+MnF7H45pvh2gWaMcX4IwAjqtqrh+jkOyHB0Bp+qBg0YA1Ks++mMKUAO1GkFCglqJALWsMlc8tlSn0m6/0vQkkaE0gLJWlbHKlmu21VMKoFslt8fohGQZJpkybkW7SaoZxhAgzdAPHWEirbarqCCVFv5xShMmH+2Kq9WpRFuU6NHVoTFOpqYlpOtb6XaptBL0MaZUbK0XQ6MUaDd8tAUkpa6rkWpwPLQanjByxek+ynA4ipCRyRp4cg/IhCGw3B9O0Q8VwO7UAtEwSeMx9sbAMAVWOnVUU9V90aYxkfgxQSEDI5U0GAqw6mJtoYVwMMD+OEfqB1juukjGY2S5j3qkLe39MJTPXmrUhKm7PZqiN6YRmSeGQ6PxBAejVFjKXEArXoaqC7TrrH7HMhbYikOnv0msgSulABZaFQWLR7FcE79WWnU0KR6TpbKBUBdqZxLCzx0sdQjITxBkBEwJoGYCwBMMsZUrMTOT6l8Cn4xTtpoxyaN0RRrKmGOQ06lxTjAgd7A3mhoThyIPkHMhW5XSFTRGI/hKXFVbjVy9JhpiebwWT5ixiGNMKIMRJvIeFiEI7HcqHNu6AfP3NDcbTAgeAr9/l8AqPv1JsymXkhDKHcgztyDZrOObiYSMUTKjmQuwBYYbWJziqeUJPv/442IS5SNAq1PF7tDFTn+KXhjifLuKFw5inF1PcX0EhKMqDvtDCSzecfE8FhoO/v23nkOY+jjV9nDP+jLe/5rT2B5M8Vt//iiSqY+qr63KDJY5Z+kszeBjPJ0g4YKRJmgGFSx22wKEj4cj7IxiVPwAGSIxcmAlt+IF4sQ+YttOmojeERMIsmGqZL94CcbjUNgfkbRnq/5u4DjouLmMh4trbcSDbTxwbh1nF4DXXljC6uISNod7uHljF9XqKbzz9Q+jc+Ei/FYd0XSISm0Z2eI9wF4fyLaQeBtwd/bhPv8C8gEJ0cKnRSwuyA4CskSYhLguQhZGrC5queVfHh1RLwU01ATLcH3EFEt7uMg8kNiQi06jimylJiAzpP1SZToU8BeUGqA23XiI7HAAZzCBx+qIRnAFhiqAIpNFs05YJrOG91xwGto/xnNyMpxOKlAUnPsA2d8JnDhCHk2Q8zvbViXJVJBRAmaa8zkZXD5QCSg1mSYLicCj6qyqPqywn2SZVh1BscM2BlLKfuGPZPCYW1Q2tTKBlOiASaBvAnQm7HLjtGNBkiyrqWreLwUu7gfCVtJWUAFS5VBkUWsQzP2C/9i2qWmnMqzkeOa4bPsXbJesdjGN8uFXArzpD79wx8HZz/7ir2E43MdouC+B5ebmFgK/hlMbG3Id2ze30G4tYGlhSc574zSZ2AuSPGsXBgFuNQijaYwwCgyDp0jIjAarykvMGD/8vzwRw2RTlo2uM2WmK3/mayyoYn+234sA1rAhyuBHWT7ABvpFMmnaJcs3rUgozfMoJ5Vl0FSLvtyHVDeSXSaeo/qIonVq2HUCguaWxaefJOdn2OLl5EfuRwmgPPZhCkDGdSjAeDzES9eeR55HCGqkzqshBPUkT61viAaZ6PUKRUOZZaI8YcY/B5obePA43z1dF7KS4+/tAFR7bse9ZpbYGg3hAmjS4kKh92e2lPljMKna3tpCk9ItBwcCgnDesCC7cWodrVZLx5HRwrftqbcDTef/Zuw55kwAbz99bCJox2fxLGV8HjWFKY/BeWD+dud5uzO4W2BVdmkBqtgJk+GFmxl+7/eu433vOYNadYL//TefQt45jf/6g+t4YLUikjOeLJL0MXCRuimufO0ZfOhjv4IrWzuyB0k7iDEOFPBcWvl1L5FdxuCGYmaVVwvDNS6sZJ9p7KqAlibNBFSNC7MM0lm8YecgwUm2mtt5fGTczJnyzFiF3NOOPhsr6WCNqOzxizHt0Jg1xTQa4eG3vRnv+eEfQjjpoybP2DJvZ1C6DGlW+Y0uoIJPFtwIjDzNfNHJAK5GTbuchHvcv0r7t5Wv4SfGQYo0jPDYl/4EzaCBza3nUYGHpaVzeGH7Mt79vh9ALeigt3MVXhrBqzZF+5+dNzS3PXfpEQxCavuz42+mA27HtgAdZu8SEmTOlv9tIPGwu3cdz7+wi1e99hEEbo5ufQVU7+I+LWx5YdfqvjAa7om8DNl3yMdYWHsYV559AtPhdZy/8GohmJSBlfLcKq8tZXBGur3Ml31mer5aHL11jiuLsDxO7LNPY+r76nkTEOK6y1jRr3VFv5z5qbDrxJCRILAjuYHMCwLJYkJbldw2zsdyf4VxzFw4TpBFMYZpLMZovV4f+wc96QDZ3dnFcKymbRKCsajoB/I56XNfv+P9m28gY3W+M8SuUfNje35fldfNyfNYAEzv561Fz3nGLnPb8ppo97Dv/P4P4PTZjQJULcd+J12oxIRmj7Drq9WwL559+c2l4vaJxzwGXC/vUcWeXxpf5bX9dg+lPG+P7olH5QrKY9BJYsPST6T77PBwX1rRGWNLvEpfiLoWR5lUS+cru04N6KzsUx27FujsDwdCyOKzUXbtTAZD9O3NPJD5IkUbnRfyzzC0oziUVn92hgpoy64pGaPEPwLRphYzrqrqmEoRywuEeCReOWmi+qNktk4GmI4nYhQVhwRhE/FjSWh6mGt8pOeqQC2P9brXvwEPPvig+b3GQnwd8SHbVs9cQvSpeR00PTRFEQVotSDH105peMt4nzl4pyMAf3dpCcgqok+txIsM2zeu4z99+csCrB4Oe2g0W3j9m96IR179OiyvrmJndxf/4d/+X1Lotd0D9lmWeSPlMaLDyNzbEhOb1/Lf/bP/8a7m+F/XN70CrM492QJYfdWixFhM9lh5FWKTMZHQZJJaMo4wEtmSzNc0ArIWFVjl9lUAqw6rk7quzoBVGkqp8BWBUR6bYFqNH0R3+yQXHc7hOEen6QuwGhJcDHN02zVEcSx6lzR64hbJtnr+I5tTgVXKCgQiL0AHeyEV8jp8IIy5EBDoo5GfLwvXNFbgktBSFOcFsLpQU2CVE58Tb0TTIammmPYRA6xysRpE/Buw3Kqi6pB1mGKUOKJ/Shd5LlRkHLKyFHg5FmqBgG2huOhJQ0oh7MyfyQboNiqICawSpBQWLsFSKinxODwPMn1nwCqlBQisUtOThk/U+bTAKpPj/mgq+rXVio8WW93rBFYn2BvnGMTASreGmgmmJUmRFnkGHsoKYEWd/8hYJQRHYDUaDXEwyRG7HtbaPpLpGEnmoUaQN/UEWPV8F4v1Kiqeh53hVNh9bHPfWGwIsNqbZBiz/Z26ppSEcIGOtH1HMhYI4pJlOI0VZCGw2qWOARwcjBVY5f1bJbDqpaDLuF+rFcAqmYmLbQKrYwFWq4ExkLG6iFLpZ0uAgtNsp5pprHrCWqO+J9v0+TrKGIguKhzsj2mIZXSZ2Laj668YZFUJ5GeuPA+CuMoi4mcosMo224rjokZ3uCQWIHoYJ1IYIBg9A1bpEJ7JXOPxhlMWB3L87m4JGP02V2lKAeDT/73ZJEotsdbwyGzeViNsFtyqxmlA8EFMq4Cem+I/7P8FnnxhB72xj5XlLlrdCh5/dh9be1M0Wl000hDX+inu2QiwHbroHaToDYdoOTlef3ERqDTw54+9iIQmR+0OLp1v4lwrkPvyb778HKZODQFnYa76tmQ+MN3R6jBZ2qno05KpvLq4iEoQSDvtKNHWOJooEGsL6LBNQz3R+NGWNc59NbUje1wpghznBFg4z0UfXcA7gnMeLq7Q1TZHPh3ivW+7hMOdAbpeDYejARYXYlw8vYTLN8f4vtdfwr0XXo9Ks2KC+CGy7ll4aMLt95F2FuGSdfLiVeTXDuEMc6RsS8wr2pJNUMRqFUqwYNmn+pBtKiLJtVSMFTFUWMjy6QVzUcCUukKNGpxmDQ4p0KYlSFpfCkKnrkHC+5mGyAcjoD/ggqmooIC9ei+0GZiyAaZQpuV9c3IEamuGCautNadTAvJG04jzQPRkqLOq5lU0sxK9Urlmm8UTVDUMaWFlMJkNiAto0UeYOdTHZWcFF29N7iXpIEO20ElVtT1lGpFJKtxRCcBUY8uYWFkzK7kM/s4EqZROMKCCAgf8R33mHJGkaTOpMRZpxFnV3CNl9ukTYVtuwuTNeHhLU4AEv8peFQszAywF1ZoYtfGs3/S7n/s2Z/bsZf/gl34dYTTEwf6maCYeHhxKYXJt/ZQkmtub28I6WllaFYCC+pbLK9qSyWvXFm3V4nJ9MsXI7FBQwWpnafvWTNfNyj7o62wLrhr5WaBRtIaN1vmRVsY5Rmw5cZS7N5d8vxywasGQ2R3RvbVsRFVOnrSNTK7cgOhqkCaAqiwLyrwSNphtUzQFR5U2ytRcgcNV9SCKc7aJhE04jn2YJWB1Oh3jpavPI0kn8GnIwzGUpgZYPY1WZ6EAVqUWkDrIuEfK56qRG13L2fHgsEIs4GqJWXPMCZSBjuOSz3LCyr+LOZtJMkQjUu6JFmBOMhdhMra7vY1GtYaD/X2wZZzLhwVW2+22vr8AVhkXHgWjjrt3R8aG8a43i8SRNsrbTaIyuG4ZQGKaJADM8V/HAal3A67eLbAqO5UA67HU17YOgP/z3zyDU0uLWOhm+Nf/doT3fOAc/va7a+jWQ2Qp9yId4wLGuyme/9rT+PDHPo4XtvYEBJWgX5ilqZgqKmPRPN8SsKrADIFVY9gpxStjkmKKgMo6EsETw6oyDE27ylgdXd5nWehnSWuxlZSA1bI8hK7NpgRs1gYpKRqjxSJmkSVL11X+nR0vYRxi4fw9OP3Q/dLRFsgaph0RYiBFMgjnj5yXLRoZwNT8TEDC6lkWoJZIJJi2bflIXTP1O8e16ifa11uNWV4iPRrqQQVXr3wNu/tjrC01UHc9HExqiNDDww89hMHeADvXn5NuLVTbognPWhdNgO9/9RvgVFpSCJbbMRcW6o9qdCbaoamHvb2nkEwdpINd0b1vL3awtX0N9z/wWgSNrmF86vXweOTUTkYHmExHqAU1ZFEf9e4Z9PuHmE72sLZxv8TP6iyu65/oEprC2jxwLj+bqMXOsKPzx66hekHFGmUZsbY9WsgK5got643dgSElKVJhyKciF+HJesMuAI6JSlCBVwlkT7aBBqdT6uWYIkGQeBiPRxiNhsI83NvbQ29/H3vb+xgOhhj0BphMyDKWCnjB5mZsLGu9idLuFlj91K/+dDFe7H5Y/l6McRMDlvdE/k337JIJYGkPJeO7/Pr548o6bPY/u09bYPWd7/1BnD57xhTlbWSlccMsMj1hzbRyUKYQaTvmZLzMv+UIm3WWpxRjpcwJKb32CNhpr/mWg5ujfJvp0+yYpmB/zLnRJ4AsfZKBuAce9vaF4FGMTTgIag2sbZyWormE0gRWLQHAMDktsMrvAtbzNSVTt/mCnt2v5TUlGR47XxirskBMEJS5O7EKklLYUczfEThVcyq9J1wjKLXCfZh5Eov7XAOUQK5rOY9HeUdhs07Iah2LWaGYwRlwWGSv8ky69mrVmlkTbMu/5sH6eExsZrofGFey21YlH/R8rEmqHzAe0jiO41LWatfFYBTjTW95Ky7cdwnj0Rg3XnoJ29euYjodiZ/MytoqTp+7B52FRVmHw2mI/+O3/hdcuXJF1gddq2wcUx6IMy1jyQTL5rVG4oLv/dXf+M3bhRd/4/72CrA698gtsPoTjywKW5WTn0CEMFaNpp0MQtGUUbMkgj0MEgiUeV4mDFQmVmS8ss3Gd6kBouswgVUJ1DK63zGnVWCVbxFAjZOYwCpbyMMEg1EuLM1mnUQqBVbJWOViQ2CVLvHMs8lWJbBarwSiscpzInhIUyyyK8vAqjBWcxcL1VyMtoQJGJMNqC7xTKRYqKauIhmrARMHEyAME9L9SxupSfC5MLHDlwGSAKuIpeWewGojcNGtE8Al41KZpgRWF2sVaVmeB1a50BDUEWCVBk1RjIGcX6bsVzEEy4TBySCGwCoZmAQCCdry2g9HU2QOJQIC+GQF+9RL8jAYTcQcifeZjvX1ekXMY/YnGXpRjpVOFXXTssvPEOdW0d7jT3xmCkj2p9Q7zXFqsYVkMhLzqjT3sS7A6kSeSy3LxKG0H0Vybou1QMwOtgVYJcPQxfpiAxMCq9NMpB0Y0BKMrHmOAKvUfyFYzGshS3kqFXFXHOEXmqw4AweTBAMBVoGVdh1tT+lhFMFm+wIZqwRWl7p1CQr9jAA7K2RqViZN4GICpjIU1HSNklhYWpRQYODNCmSSpxhZYJVjjcxsAXYVWFU9WtVr4abG6yCQn+Qe9gehPD+J8QXEU3bHPLA6yYARNZqEsUqJgBzdiiuMbB2nJWA1B35352hbzLezghNYzT9FYJWnbYwizK5aOKMXGke2e00ZD8IO5FzIgGk9wNcPruEzN7+KUVjFJAywutxF7iX41vPbmEY1VGtdONMJ9kMPiy0Hh5GD3X2C5WOcbQWo1ieo1tt48oUBxjk1Ult41YMdtJBjtd7C55+7ghcPCHWS0UIwzZU5y/8zEeTP0mZHFrPvoUVXXQJS1KolIzmkoHyCeo26QzWptIbjUJgdDBqEYShtigpLcjwwOeBmrUkBq7b8HB+dal3N5IY9bKy0xaQum45w73IT+6MI8BJ85wOn8c2n9tCq1PFdrz2DR15zGsunLiHtXYXbXgRqZ+G7HcCPkTDQjyYgXTzYc5D1x3BGobp1ug5SMjUJ6HCdNAzMcjAtjEzbvuQquCO/M8Ue6jpRfy1ji1etAqfdIKUfWZVJpAbERTecsJP4QVy6fZFqwHiEvN9DPqHZFlt8FQxV8FPfTyaHQXMMg0SBSserSkVcHElBxipZUualCUFjzlHqrEYCfJMtlbBfwKEmtGEiGUa34MrSeurD9cha1ZYf+UewVsajgqtkUgsIllBJ17SWWR1ICeEIFNBl0LDsLOgp7EPV0bZIsxQQ5Z91mzUGfuS+sJLPtlIDNurbNPgU3DiJBHwlACU6hcIa5nVRV4pwq7bGcg3KaGQnjPBcgllqSzEY5HWSof22P/zytzOtj7zm5/7hr0tL7+7uTUThCGE0xeFBH+1OFyvLK+j1ehiPJlhaXEI1qCDwq1g/fV4MBCT5px45mUo6FBUgMAwJJTgzQC4nZxYwUOkf247LYzGJsFmTcGUKsEITv/mkep6NUyINmjVLP2v+q/y+W1hOJsE6jsViQUGOPaMyawBUDbRpbiPFF500JvvgXq+tovMghsI9WvCwAINNfo47b51LqmPIexrHIV586TlMw4EAq0xwKXNDQPzUxmm0u2ryJOcjyRmQRgRf9VykMML5wtvOuI3hQkkbzN63cgJa/r891/L38nuERWI0OPXcjS7wtwGs7hBYrVSFsVoGVk+vbwhjlV9lYFXKPHOMoyNr4NwgsIxVqzV4XBJ63GSywDlfz5iBP0tSacCwkybgSePsuNfP32P7mu9+x3fc8fzW+67se4lgXMZ8Ln7/96/gq0/2sdOPUcuX8IG/tYjvf1cX9aaLEDEaYEu0GTduime/+hQ+8rGP48rWgchNSAu5BVNVBboAVqVsV9S9OAe1u0w7VC1oqm2eOnZ0T5FjGObR/GSZAY1H28GPWxPsuqHz1Torzli09jPt/FOzE1t4pFRTLsasUzLLWh2EAfVZtdvFSswUAJNZo2goaY9xFNwyCrEm3pNzk/fo7dVtwayZEvO5UmCVdVOAA2MyI+sjDae68OIYyxs5UF/Dg+fWcc9SG9d2Etzcfg43btxAFJLdwpgxAOKJxGGvfvABkcfa7Y+QV5oFh1xaug2oq8+IcY3GniztVfwq+oeXMe5HuLDaRrW9il0CQeMe1k9fRO6zMMquBT1fruceYmH4Ml9o+Q4mvW2srJ8Xgke/30PQXkfu0WDM6KyK38bMiM7ej/KzVbkHs6TOaW1zrBxdLy0AM2s7thGQXWcFnjM4K/dOzmOZw5UAQb0p7c/Mmaqeh0fuv4SlTgu7h0Nc3jkQiQSGM/v9A+wNDnD92RvgerV98wb6h/siXUWwltcrsahMQMNwFsCF91d2TMMk1OtKn/nKXc3v/+Gf/UwB1tp5Yte+kwDW8v2aFQWModWR4iRZiToGy1+z/ZHA7Ex7Vuev7ofveO/7cfbcPZLQixmvdLa8PKiqn2OlHMxGavfTOaDyyEkZAN4sKvKtwElPAFePXtStrOfi77cFVq2Jnr5a1m9FF+0vjmz9ZKwSVBVgFQ56vX2MBqOiW0dMAyvsGjoDj7mHAVaL4xodUgEuzRo6mowl1uT9tb+z526B0/IeZIv6R15jOlvtcYlVEPy0PxNYpQwB5RKZ92qbPglUxshKDEw1rpMYXDABI4PCu0GmreBBaupFOQPOExrx8VhhOJRj83zJmLXnqzrMdiezAKYtypsrKAr0prtpnvVvxjS5H+//wA/h9W94E/Z2d7G7tYnJoC/rMU2wuotLqNXrqLdasn4eHOzjt//V/4atrS0pWJfjNDvHbve9GIOmc+iXPsF4+5UvewdeAVbnxkKhsfrwgua+FDCnpmWgLeGaaCnoQCo7zZkISnLTbFYUWCVQygFNYJUJZdXPxeBKGKu+AquSo6fcrgnEEpAic0/BUK71ZMP2wgS9UYZmjQZQNBWiPmOGdrMiyeo4VsCUR6FrOtulKSUwmkYCQFEjk60tg6m2+VvGqkoBuOhUFGDkYjQVNqkCq7xmvq9VcdGtkvWqQSODIzJHuTiIs6VUcikYrQL1w5hO89QSDZSxGucCFhIU69YI4FIjk22iKSq+gw4ZdOy8ZUuABbYE6FIQjQADdURZGRoQUEsyNKo+WuwBYhs2N7qM7FoPtYrqs/EzpPXcAKtkxRKfEfCajNXxVFiXNboV8n7VqsiSUHRK+2GKpVYNTY/BsbaEi4QAE2lhqahLNQFVAVazHOuLbcTTIfYmTLUqWOtUkU5HIq1QJxM48jGII2EZEkimvIEwVsNUnhkZq5MxW8YzjCK6iXoFsNptViXJFHan60srgwCrrgFWiaaTMTqJBSzmLVxpV9H2FQSq1JqywBNYrToeFrt1jCcjBJmHiq+gxrHAqowPtg2xqs3mdnWwZSJNsJzjv200VpnLEli1QTXZWTahpgyAaKPCw15/Kmxl5gNkXc6AVTKOyVilLm+CUZJjRKbvMcCqavQqA1YYq38JYBWf/tXSzDfVShM4yBwvNjzDFDDtysT3BJSCg6vxEH907Um8FO+J9EOaBkhoapvkGCdTDBMXURRgtbOIq3sjdJpV7PYn2Nkfwslj3LvWwfbwEPettbB5mOB6j600Di5sNHG+WZXx9cLwANe3I4SJL2wbgh+qe6UbtAVAuUbVKSNBxgkXH5rUkeE8mcg8CSqeMBRYUaaOp7Jxc5EGkFWI7TZwME2nYogBN5BxR704YTl4LhYrAaLMQ0QTCidDu1LH2TZZ0sDNfohuDXj1+RX8xZURkn6M+zZcvOlNG3jn296KFTJr8xTV5bNw0BZ2t9MO4FfbyHYHyA/H8LMA2d4AydZAWNVMBggKE9Qvwg+T2Ba/EB6OMjK1hdNEncxTuU5QCoEs6noFTquOrKnXpsGw0YRjwYwLshSQuDZ7ApgSEM8Hh8hGY3gTojem0sZqm2k3sm1MxTkUvaJGu1Xk2XJsSFe/uY6UzsEMHmNkEd2jIy3U+SzQ+QJkiaAAGcM+pBjDRNS25dpkXz4z1ZKPMlpYRY9EJ8qlWZYEfUILLbUNMimiOYsmRzrkNRXnnmCJt5nRcuXv1aVaoCRz27VFijpcGeUOjK4eTWHssRK2UWZcI1lRNGEY2TwJE0ne61iOxzUoz9iBoMw4MvvJqGHCr+yHBO/642/cccT28//o12XdHg4OcHCwLW3XFO733Ao2NtZFZ4rti81mA4tt6l95WN+4gM5CRwuoXgaPaxeNG00RiIUV65bKSwq8GgI6cweqe1g4C5NV7laM7AkLfpRssQYcyvi3SV05kVM8UFMmSRxtklwCKe3fjgNk7U0qdA9tbD7Hdi2Cv5IWmLTSRwAAIABJREFUGOeZgmiesDgYaNdYjGnWpKVe2vRMssPCjmiAioyhgq0CtNOsMWbrtLbEWRaEZaidBKxp0ia2TXJc/v+FF5/FYLgvWsjchwissl2P+mydhWVVkhSiuu7JWcwWOqMza7FeLxdg1ZWiuA7Dk86hYIOVRtp84lZ+zUmMVdNkeuznjMdj7O7siJzK4f6Bjm/RVPewsa5SAPxiDEDGrXArS5qBJ02CcmJ5OymA4wBae0xem+4lmcQM/F6h2zxNgObakeeTsPLfX+4zjruGvwywqu20LPwBO/spPvfZF3Dm/jX8x6cm+MbXGKsCb3htF3/7vS2srwNVvRoF5N0UT//HJ/CRj30SV/f60tIpxS4pOqmBFQtjwpgWR2oDYxmW0ey6zR5kQAc7xnR95Xt1Punvj4IVM0bnUYCnPE7tPl+eU5ZdbvdFy56WZ2OA/mIdMesKgWEKyUiM31nCtFLXhHpuzJefEfcdnZ9m75pnqukfzb5gFxx7hJIpovKybn380v0TwUtbqDsOHnhtF+21+/HQuTXcf3oNT18LcePGE/jiF76I6ZB7unY2MCtbW+jgYx/+IL76la/gj//4M0BrwTDATMHURAXFp8qzZOGOh2F3EXD+zEU8cP89uPjA6/C5L3wWo94erjy/ieE0luKeslVTJb4wHvZoFJmh5qagHSjrr5Q4C2pNDM0+JvJi7BjzfTHRYX6k7EktUInmqewB3De0e0jbj5UpbF8bUPPbsC4Ld3DGAvKPr9djynvMmiFEHl//KRCvZsoSC7HA51akAMUC+UOXLsCJUzxx+UV88cVncOPmAXau7uNGb4yR72Pc8MTTo5okqBBkmk4RsRtvOhIZqTymJrEkstIZp+Qbw9YVNpu2QSRPfumO92++wQKrZdbpUXB/tlfOxnrJ3GpOCkD2zGIvNLqtJxU2RZt2Bqzalm0+VwKr95w/X4z52Xp4ErhaAiNL3VRmYs3uzcuArMftXXIH5uZmeQ2W98yZV5Yfxkm46gy4nb2iAEBPYMe6BCUZ85GUA4gUwGg4NMUn5pqAF9Rw6jQNKCti8ms7YWV9FKR11h7P8ywDq5YxXN5vynuyAN8Sms/WKumWMQzy8jOU/1PmgmComLGpAdZMR9gaYsUFWErcgz40kiOYdVNMpjifA5W9sKucxIpyfMaM1D22Gq6RrF0Sd8t8sYU5o+1rGP8qmWfBVh0/fK4kxMy+ZmzSOHXx0MOP4FWveZ1IdGxv3kA0mWrXabWGVqeDSqWCRrOJSq2Ky5cv42tf/oKcF9cKLcDMtLbtZ9wyluwSb70IzM8f/blfuas5/tf1Ta8Aq3NP9hZgVXL1GbCq1VhNNAjiRamjwGpugFVfgVVOBCtUTlCWexCDOe5tBbCaSJ1b2KFcxAMnl1Z+BltZ5qIXJegNqcXpoNVgAuFiNEnEGZzAIhmrFlgliCVAYdXHJIwLYJUmVIOpgpxlYJU6ld2KMmQ5ya2BFfUa2eZPpiuBv4VqIKxDLgJcRIYEONl7wxCFC4kFVsUxnmAOsEQDJZcgHEGyXEyMaCJFAHdCxiuDdt+Rqm9CfaUSsCrBqBiDKRi60Koii2MMI0oGqC5pk4xVMUThQmwYxQRWPU/bU8n2HYUCGi7UqNRE6QEHHt3PJwQxE9QrVWmLqjdqAqz2pjkOpgkWGhW0A6sJR4kHXqeyggWIFDOWeWB1hN0JlSwrWG1X4ERTYefWyTBNPAyiUIHVKplRLnaGobBM6XS/sVTHZBwKsDoWxqpKF/B5ElgtpACoNSnAqgIZNTGvIiBB/VJlrHKRJFtYgNU8Q7XWklaF7UmImusLY3U8GcJPKW2hOohyTQY8kQBGWLkZYraI+b6AOr5hPpCxSmCcwE8rIEOS7fk5DsaRjA0JFg3IwnPh9VFnNYKHg2GIiUnYyeQrgFWP+p2uaKwSSKI51pDmWSJtRXkN1VitexwniTCBqcs7nGqCcLeM1aPAqrJLZNaKl4JxApXAUJMjYWaxesibFrgYuDk+f/lJPBv2MWn5uL65JQyWcBqgt5+g2cwxSKjV20AQ1LE3pomVJ7q2Nw/3wbaZ02sNbG6PcXElwMLyCl7Yy/H8jRs4vbiMt15cx42DbVw92EWW1bE7UkapbcW1wYWySgmk68bbojB7hUxn6jGPEYmekGr3kp1LKQMitGx1kRZAtqpkECkGeV8eIoxSDMaR3F/KaRAY9FOC5zW0AhfjOEK16qDpJlioNbFeryBKQ7Ra1EOcYrMXY38vwWrTx5mVOr73HWfxva9+CC+8tIn7HzmDPM7RaJ9HRjbawhl4jQ7CF5+E05+ikteQ7U4R706RRQS3SDtja7saP8l1W6kGES1QR2YxwRD2PIsTYhuKnP98tnwCbtWF16mT1o8kqGrLJANveer6vEUWwDLn+JwnylglsOoSWKU5hroWFo7RJIfbtnqJceXcCPpwXrkCSjN13YiV2SCBJAxQReaQCehkP6EAtiGiEttjzE9jt0ZQRdVT52d1KiUbVAEAuRsF+SGXADES7SfLajAmayWWLa9X2aQ8Fz2/gmlq9kOFarV9VEBkOW9l6sm9EsYsEzcyghUsEKYq/897IqRcgtRq/qEMK1eCWbkP0v1hRBtyAmqBsnWZvIqJFANRBXje8yffvOP46xf+299QY68kxObmdUw5TycjTKeROPqS/ci2bO4xa2tr0oq7vHIa3cUO0nSKyXQo/wajPqYDsr4J0hA4jARcFR1Sr4F6rSlu9QTFms0WWs2WaFt7flOMEgjk+hUFVskUoGTHvKaq/GxwlYLNcAKTxiZx88BqGex6OWB1HhgTtqIUGXxhbHAP6ix1pIX+xvY1PPXcU7h69SrCKEKtVkW71Ua708GZxdNiylCvN1Cp1MXBlozfaDCWLhMmKVa/i58x36pZfqjCipd0TPfbKy88g4PDbVRpnmhkQQhAkLG6sLSi8h4yLrWeIt0/RgqZUgTU6eX5C2OVdVhTFD+SVJ6QIOqQPwFIMgDZPGNVX2/2jbls1R7LSgEQWD3YPxDA7ThglaCqFiqNMMkc2/h2k0GZgroG2esog/XHvdeen7TvGsaqJHEGQD/uPccBqBb0OOn8TgK1/1LAqmGG8hYNhxlu3BjBrbXx1LMjdC41MBxHeO5p4MaLCX72Q22c7mpljstP6uZ46suP4SMf+wRuHoZqsiIxigVWWQ3T5JUxq6xnRzhaalpW7D3m+c9YqUYfr5ACOApSHAFMTWGpfO/kHss6aRiXZk0o38cjIIIFbxmTH8NQF4CPEmW5g6SziGm9Ix0OUggvp+ulQoytEx55psIUL4FFZUa10ltnL7evE4ajAlv2r7IOyTaSgWFJDQ4uXaphZe0CGm6Itg/sjysIahm+8ehT2DvMpEjKfZVx0GqjgY9+6L/CE998FL/3h/8vcgLFovuvsZDWxmft9FwDRC/UyyS2OHe2hovn70O1U4PrtrGzswU/j/HM41fQG0bIpAtGC+mS91GnXlIO7l++dOJN2e0jG5+n7fbpROedyZcK4LpoZT4KLusYMHIJIr9gZGgoWUDJJwOsck0WAMfzBYi1xTzuLQRMuNdwvlbrdcM012IfX8/jiywK2A0Qyz0YjQYYDPrY6vexsz/AaH8CtBfhvuF1WPy+d2H19a/GeWprj8bID3pItncw3LqJ4f4ekmEP09EIw8MewtEA2TRCnui+yM4bC2aJGECaYfrYnUv58B7+T//8H6iZlBn3cq8sRbxU7CmP9fK+WNZYtYxqu8ZZHfnjQFs7eK3GqgWe+Huy+d/67u/HxYuXtAvCxDa3Kyjp8WxnnZnP9kNOYqpKcfB42HNem1XWBzPWi4knlcTSejPX9fDy5zsDbM1GoocuWKv2x9lnkLHKeI8xqmqs7mE0JGNVJo8sGdSrXz999lhgVaeaAp527xIPiTkpgPI+Y4HV4nsJWLVAKkkyIl8lkoNWlmXOjE1IJCqNRkA0DmdaxSJNIG397OYg+YXmziQwsPOQYDL/xm6v2dwuih6Gkc9xxgIwxxLnq+ivGvapfWbFMzFse134j3Zkam1gVjxQ2RH1ieBtW1hYEiCYxlhcJ0hUqARV0WMdT8bYYszLosl4LBJiXCNkvpakFubPpwxe272oeI15/B/7+Y8f2SL+pv/wCrA6NwLKUgCcLHSX4/pGcNQnc4IN4ULhJoOPbe3KWOW6SbyTGquGbCAyAmx/rBFYJRYpjFVlZ7I4E9PQqgSsEswkWMUqgwKr1GJMUA9o2kQ2gYfhJBZglUECgVWClwyhax4BTAVWxwRWI2WskjGowCpBBx8Vj8AotVkdkQIgmMK1ckIzrChHTnCSoBYy0bfs0uCJLFsCOI6DUaIVWmFTCBBntP5o6JS40ra+1Kyg5hIozDAMczQqCqxyDpIVWwCrHps1XXGF5gKhi6kugIJfeWyfNoxVyh4kuUgBNFl9NSqHXFPYrkSgkAkYq9m819T05KOzwCqBXAVWCaLGqAVVZflSdzGNcBDm2B1FJWBV4AZtbzdSAARECKzGWSaMVT7f9aU24skQO5Mc/dQV3VNKCdDgqDYaI0KAQRRJkLRYZZuQi93RFAcTamJSY7WOCcHeKRnICqyyMk5gtV2vCKuN95TmVUxsCdRyF+X95WfxrvWmidxnjisCqy2PQWyGSrUhYOzWOETD87G0QD1XsgEJrCrwT4axNLuZAJSgqejQZLFUxqtkrIqLKZnFsQDjfA3lXXmefGyH09jos2qQaDdFBp4E1eO8BKzKX12Rf1ApAHWmF9M2GhEkbGFPxRSO84AsbAKrvB/Ur6EOMJl1IzKnc+Dfbd+dFAA+/U/NzJ9p7xWAnWE8CfvHaOdp+7eOCVR8fPNgE1/behFBs4UrOMTVa/sYThNMpw78lG3yPoZ0gvUa2O9PkQQ+JoMEzXod+5MDAXjOLFexVq3hhd0R7lvvYn/s4C+u76DrVvDwhXW0awleuraDzUmKQaJmYxosqg0q4xUGMWpOJLQx1Cs1YaayjYU+7GTLsVWO45ZrBoF6DcTE/kDWDl9a1tRRWKu3nH+MgliS4OgAWKDJyZZmEEFGHscngUC277WqWO8Cu4cTjEVb18f1bQ/rzQRrCzXcu1zBu95wBjcODnHf+imsrLVQr3Wx0l5ETlbUpdeShozkpefgjlP49UXEezEOX9rlw1Y9JkQFO04q2+ZL235lxAnNWAAiow8n7F6ux1y7yVxrBXBaVaSNrly7BKhkg2eGrWXah5kQ5OEYae8QWW+IPIyQcr6HNHJQcwYp/kiFnOOYi7s9J23RVL4TgVUaGbpYDcVrVU5VijRkqLJCLlq2yoRKZJ3VQ7l0UWWBRdbwKmrStqnAapLSlCJS12npJlDQUppik0zGVjLVp6y3xril87/GdEoCTNEQlIZDZVQRADDsVVWQVDMq6hjq35W1KtCEaAsaANtIBtgCDYeiGKiIpp0CGeJ8KjUAPbJKyZpEW07fQ+qQ6QlUhF3Ne0ETvSn+iz99+o7jtJ/7h7+mK42T4vBwB6PxISbTMfq9voCqy0sLoo03Hg3QbNSR5omwg3mt0+kEg8EQo8FQ2HsKpBO0VhaubdGUVJVrZFWZfWQGNBpNNFstrJw6I+Bjs9lFs91FtdpArdFEo7JgEmF1j7btbeVg2f7/OPDU3ojjQMoClDXtpRZgKCdR5QDa/p6vIxjJ9T5godHL8dKNF/C5L/05vvnVL+Lq889iNBqLRAM12TmoGJBXG200W00BkzudLu69cAkPPfQw7jv3MBa7S0Wrnf3Mk2QAdPZybmjPPrtELl95Gju7N4RdwRhF2PVBgLVTG1haXpXxoiwXlV8W0zOGKLoMaBsvt0oekhjsnFToPMg3nzzYPaw88MoglmWs2nMvgFWjcXkciDgajbAnjNWqaKyKOdgcY1WeWQGsqub5fDJz3M9FosPZLBXCW4HVEydRCbyzLBtlVdPcb5bEld9/p8DqcffXHu973vnWO57fZsU37pIaO5J4sHlzgi998SXsDIAP/N370XZzXN6K8a3rAR65H3jDuu5zwnQmsPqlx/Dhn/wEbuxPjaaEXcvZXUNQTtdVSbpFM7XEPIUaW2nyy0XQMJAY/MmXKWoZYLXMuLplHpvnNV9YUcO8UoxSJNVGy7roOrAu2DPzTV1HdB/Qs1FTWgKr2dIqpvWWtm/LFjEXRxUdZAYskMS7jJnOgFVZygvWqu4J8qmKShqcWXXpi7OxUksyX4RFAS+J8Kp7u9hYXQfCPaSjAfxKF1nNw6PP3MTmgSPAqRw/neD+06fwkR/5uxgd7uPpy1fw2HOX8fTVTZH+4YXLsykuUBsrBPvIqAHpYP2Uj9NrZ3FqrY1J6CFMQskFnvzWFez3R9LZQm4rZWvk1I0sCo8rRW7KubkE37XDRbThjR6vfb52HSjPF/1dGWQ/YfhbkFqe0VGQ7Qg8WwLG5TmYAolZOOTZMrZWhj+LwzznHE6tDrTayJtLwOlL8N/+Vqx871vx4Ksu4mwjgHeYA4MJnL0DYHcHo50tjPb3sL93II7vo8NDRMMR4skI4XAoYBQLhxITsQMqJ2nIweCrf3JX8/t//rWfv2XtE2DUtCWV7+1xe+ZxwOpsnzVj1IzJMsCq6+vsnpeZfCSqvPXd78GlS/frGDOxk2ACJwChdu7pM5vNMy3p63OVR308jqpz9xgAtvz6k4pW8zd+ft0+tnByzLmUj6850dGTlRiCoD2Z/hZYFSkAMlYVWGWs6xFYPXNO2OCKrRimqjnRMhjKXw3HlAIoaazOAcb23sz2F8aNJT1i8aJg1dXiLmqOJcaC9HshscEwS6WdP1bDwSTVNn4xbBN9Vu3G0Vha/ScsEMtcKzF6rSIfYEBYKx3BTi7eA40VNUZk/MSOZ42ODVhqpCd0kdJ13+4jxX7BBbz0VTwH+viIQ6yyYQneUgqNcgRVksjqNTn/w95BwVK1wK7dl3iOFmTVOVAyArMdeuWCndHG5Wt/6hfVDPqVL70DrwCrcyPBAqs/+aolAc6EdUrRZY8MFV0ipWpm2tWFsUqnexFfZwv9rLWf5jpMequ+Mh05IUV+lWwmAnQ0XeDvnBxBICqKwqxkNfL/Z+/NoyW5rjLfLyIyIufMO081l4YqjZYt2Zbk2caGBQ08Fv2YjA22AQ80ox8Y6IHVdOPu5jE0C0N3A83YPLfB2AYPwhjbz4NAkgfZsiTLmqca7q075JwRmRGRb317nxMZ91aVpCr44y2jq1W6VffmEBlx4px9fvvb3+bPO6MUnX4i/qD1qg83TbHdjwWoURnYj2IpH+fxlQoEq4S7PsJRLLCXG5RKUJAu64SchHNUQxLUiWLVZ7mfLxkili/ztRLeXMYcXUv4fflcAlRoP5BMMIxibR7BLCo3WcakvRdTVZhKk6ZKwcEg5vGlAmVmyr4suARnIjt3HWmARFWpwAUzUauEnn/oi+phplqUzApBJhtyERyzGZbN0PE80QGp5BPScXFzxVqAilXy7kaZXe0hqkuC1QEh5nCMYjEQFWSl7IsJficENroRKrUAc6JY1UlfGleJYpXnmWA1lddn8ypOjEsEq4M+tiIHj/QIslwcoU9rEsNn6QxcDEZjaWAyW+EG3MNmd4gtA1b30QpgOERrqI2+tHmVeqzWSiwZ5rXRa8ey2iG5mOsicBLMVLSrZ5tNzthMawJ5jzpV01QZ+oF0TCUwpv/vQrOGTp8NgnSsivrWKHAVGWpGmIsGr5Vk11jmKmB1IosLrx//zYpqHmPM97eKVSlJciW7x/uEY7HI94GLVk+tAIwNHhKq14w3Ea+PgtVYfEE5VnlvEPaVCgR4FqymiMR+w8FwRE9b4H0XC1Z/7ZfMmqVBbhbsCqRSBZ4NrsRDT0o3YjiFCR7sbeOe1rr4iG4hxT9sPYZBb4L1zgibOyNcvm8JZddBZ5Cob3ECBcb9AdYqZQxGHZwJE6w12KyqjPvPxDi60MTJnTYe2hxL8mBxpoKVZhWtdg+tcCTJkhYtF/xAIAInJ258ucHPSsEJR1ha5voCgLgxrNWoSqF6NZLrS19isQqQa69esdpIUkvjE5akZaBNg8BSoYgYEQoJ79ui/F66ejI4H4WSOFqdLWHQ7SMtlOT3nVaIei3F4aUSMAhw7FgRc80qvNDB/uUGCmmI45dejrmZGpzSHAr7r8ak18b4yUfEqiDw5tHr9LH+xCbGIy271s2fhtUCBg0Ylp9JlpfAx5TSSfMCHcMC7wsOCqUC/FIB7lIdbrHIH4o+VXJGBIGFEdwkQjoMEbd6iDoDjPpjjMME0ZBeqGMJxmTjYDqO8jgU8NhgToMigZRy9nRjPhfaEjmF4Lw+2gRQAbbYy1CNIwpj3jFqmcFSTEJGKrrZbEmSTmM2paB9gLiyyswkwZFR5DBRMxzo2pMVmJpNpsJT4/tHr1M5bj2rin1VXSr40wR4MvcbqKqSWrWVEQDEcrlUO8jTXkC4MM9lqqpTqpHESkAaWnFjR7WtNuNDIYDrFaVxCq0HtNEYQX+KcokWIWPEowG+5+MPXXC89uNvf6dRhk4Qhh10epsCVzs7ZzQBUS6Kt3Vre1tUCON4JH+0yQG9brVUk9+5HjMotRDUlm8yHlCvYyoYVH0sIIpQimVX5TJK5ap0kKaalX/m5w9gYXEJS0srmJ1fQrlckzhDFNRm+2xbo3Eupkppt9jEwImz/PhMQJf7uQWr2cnjesZybyqYCMtlzLhweV/7LryKjye2TuDW2z6DWz/xcTz+wMMojEYIGAOUSqJG5XihclfGeMET1QYTBDwqenhRwfqca1+IV77iNThy5DK5l/nxdD+kzWNkE2bgC8+dJmjNJosoo+DjiScexanTj8GnfY7xVCdYXVxaxuLSmiQttJxOx5Y0YDNleuJLKsa4VK8bf+bsRtjdTduemzw0zQ+2vEJRQY0qiXg/CGSXhWKaFLYqIbmftfzBNAwDBr2e+J8x8dRutZFyMyS2SL5YAdDrTFRZvK/UyBecjSVBkgNkJnI3G68crDIHblwxd90zT6lQMubPAoxMgtt6YMp1toDMbgDNNTwfXH0mN2t+Y37RYFXWPvUI97wieu0UX/7iY/j0LffAX5zBv/jOm1EpD9HtAZvbY7S7Lm56QQPzjQk8SYYVcM/ffwlv/JH/gofWfQTFCAnjKAn61QbHkeSTKlNTNqVydO5k8mfCuUw8SunxSosdSSFh4obwUAYmkfJWVheYdcbaZNhzZMu19RybctDMEsRUhZl7Q44j57tpIYQqZs2olCSd2axnTVGmY4THPuJNMb+MqKhgVYHwFKDqIqD/y889u+CKTlk6FHf9j16u5v1yD+CY5Pogj86YjMIDAjjGKkzjztUCsZ7yXHbG1l4QZM6DkP0Z1DpNPl8ywLWXHsXrv/P/kB4Hrd4At915Jz5951cRO2pfsfvLNBcTUE4P8hiHV6s4dvgg1qoOdjpDOMUA/VGML93zCDa7ERInUN9wCZIYM/E8a9dtTRpSfqKrPCtXeD/vMlbIk2gdHHq+7Ek13pkKMOxJ3+25LQ8Vla+ZY+Q1uInUBJe+lgp05DcC4hXEKb/V6hophzbg2GVAys/VbMKZW0a6/zLg+uejevMLse+Kg7hs1sciQ8whkLYHSDc2ge1NRNubGLR2cKY1QLfdRnfzDMLWNib9HlgGHkwm0hC4Xq2gUauhWamgXqvhT3/555/JlHDWY/7b//326c8yoKPxxW6GaQUdU2GHxu6a/OU6qj7n9v5ShbB+2SaT09/Za2RFIlwz7dgfhiFe8JJX4NJjx7PEsL3b9KDOTUc1TW2vcf4xuT4B+TNgEh5PdeL2ws2nArOZTHz6FzMYn+bSmHE5XQJUkGAG2a4n0xqCe/U0YY0i0OnsoNftGt9lbWzN/cuSgNWSihok+LEvp2u5jFezJ+P5tuAvW6N1gO85BI2vRT2efz2JtW1TJl1vLVhlLG39Vhm7iVKVIJXfY41rxIuVcfY4NopsfRwBqm3+K5DWKF21YaEm1PiaMkfLHsEkfb0CypWaJPep2JKPYf2os0SYTYraPaidjs+P7imi0T3q1GpGpBJG/Wut4yw81eq56VyjCUL1seXnzaCq2M5p3ChfRgSib6ZQnPH8z/2H37qoe/zr9UnPgtU9V9aC1bdePaceqpQUUEXBfSBLy9gpkDeACMTUCmBIRdiEcJM+qak0uuJAJFjlfc4mP6Igk/JTLfHi5EGvSGZtPCdFIGBVAYCC1UR8MztDVYTSn5EdPDcHCWbKVJ46AkwJQwXe+nwfoFr0pVSfYJXwtRr40gyI6lYGCb6UNWkDIAK4EuGdTBIeelSNmVCBqo8SPVbLvqgGrU/JgIqocSyl2ty1WGjJm4tl/1THzZSLqBVc9OKxQDJCzdmqL4FSSPUPSw8JVvne0iyLpec6IUoDHd68lM17VIAG8t6dkCrcBKWij3JAH0mhCTKRMMAp+6ouZcAwSiEgj8y5LipRLTKkqmgYRmgNtKSxRKBXIpZ10A+B9U6IoB5gMQdW6YmrDZk4iXCBTeUzEGTymJdmG1IOsxkB97YJ3lxcPVNGLRnC44YdVJrGCFxC4kBUP2c6A7mOhJv7Z6vig7kTKljltQ5cBZ8EyPyMLOdmVpwQrc8mVbQLcBKB3hybBKvdSIOlRtlHo5AKQGcwwePc6o9RD4ClZg073aHM8CzTl27c4p03gfgjmmBDJmHjvUK4bZtRcQPBccRNlyhWxQoAaAvtVRBK6MByOn5VS4E+xnHR6Q+k8RXhjTTyJVBnWZbLe4sJAH5WtQKg3QDvK0KFkk+vXwclVxWbVLqOJ45Ado65v9x4ijTveWZtNq/COcGqbG0ySJZ1G+I2XtSbVCpv4zOnH4NTLuFwcxFfaW/h1jNPCFx6bH2EdifBNZfMYhSO0OqwUUQkvkKbnYFc50tm51ArT/CFx9ZRrwW4fL6sSi0uxK6DT3y1g0oRODRfh++lePxMC76wbmSuAAAgAElEQVRTQLVYRScagkJElk3TT5BNxuhbysSMhWs8n0GB9heOqNBr5ZL8XrKxkwkiXhsGmiZQZaChcFXhXsxNoKNJEKovvMlYILFX9KUTLtWTET2cRT3MsrIEK+UiVueqeHxzB0MnQLMAHK75eLw7RM3n3ORjpuLhuQeWsNVtoV4Fjs4WMbO0hGsuP4L6JEWnNIfZ/UcwOnka4ydOIY7LCFbm0RukeOBLjwFOBSX6pZpsMPeGYgVicSATPARGLH9TUgzXiQVSUPnODQcrDsSqohnCr5bhVYrwyiyX0WZW9A8b94YYdyIkPcJUzgta/pOEPUzGZtNt7SHkuwHxJqDm3ovnXiCj7d4LYKavAaRueGywpRtN3qdUFktqQ6JvDQAJpagQ9IsOSuUARb8kvlTjkKX+kdy7VOdocKYbNwaC/cFAKhb45UzUr1VtAxTaJmzA5ei/Tf5I5tDEKAat5onvrw7ezNQLSsq63bNsnB3XOW5EdjehZ+pI5xEZz3QzJIRQhacASHps0cOQ//GcFysoFGsoeDXdpDqpGP/DiVEqJKj6CXwnxvfccvcFx1//6qf+kyYrCwxwe9jYfAzb26fRa2mn2lE0QhxRYU6PWwIULbtU/ztPIKKoCqSTrK7dXLe1vFL/0IuVQeh4pKVhkuQzTVn4WF4LKb00ajBR27gumo0m5hZWcPDwpTh2+VU4eORSNBtzAmaYAOH6J2PSbOg4fhVGamfu6TjavSmU672n5G/viZN1jBBSgLGPhOX9xQDj8gS33fYZ3PLh9+O+u+/CRH5el3uJFRtUQPAYbHk/IaCsp0O1SWB1DNdr/j4oVnHFFdfg277tO7Fv7ZB4zcsQzTWzslDI2iKoCkaVYYRkp0+fxJMnHoZXZGJE72e+x8LiMlZW9iGd8JxYyx6j75BmGLzP9H7OwKqr95W5I3ZvBnPKm3OpcOQWyO7b6VqjVhzGzkJsShQW6/qhHsxawpqVP6DX6QpYLRZ8tFstUdNzXqYafW1lBWULVk35L+0MaB+Tv67Z9RXl+fR4prDGql3OHgvnHRvmtRQc6xizyi6rBLLj3yq7dB82hTj2GJ9u/OVPvj3+iwWrVoWk+R8X/XaMhx88hbs+v4UnNzZx6NKDeNU3XoK5poNOL8GHP/wwZpfn8coXz6NaHANJAXd99k58/xt+G6/+lz+AY8dnEQ1StHd66PeG6PR6GA562N7qoteNpKy11++gNziDfn8bSdqWhqKlUoLBcIhiUAWcEZzEFwsmFKjydsHQJh5FAnNsKSrnatlHmP2AwsipOtieR9vIkPsOUUAZ/9TdaiJjV5TZVBjIloFw00SOJ98DhnzfmUWMvbIkF21Cx45z/a5XijHAub/0hrLAJQP/mhG0N01ujNqKjd2fU97DrIniKm0S+3xhrt0K+01zIDt/8HPFEdZmm3jz61+LQXsHd3zxTvTGMe566EnpAzC9Z6b0V84h5wfO0XGE+TKtwjyEI4owYricD1FAb+xiEKqTq501poo4/Wh7x36WUDHMb+9cIs/JQTcLPTVJmffXNfevVdzqlsZcDI2d5drzqklDS08tjyzddti00mSypoePgljXjaQSx2HZF8Hswhxw+Cic49cguOoqVI5fisV9czgw62PeSxGxoWi7g3RjB+mZbYRbmxi2O4h3NoBxhCBNpN/FfKWI+XoNzXJJKmw0/oqRMm6Kx/i3b3nDecbQU//4937jHSZeInifPtbGJfln2+sxreQwaW1jqULrK/tl5zZ9zjR5IEmtnO2AfRx/Zscg7+sbbnoZLrviuGlOqn6/ZsCfF6zu/qR5AGviwj1AViwynuasPWOwauD8RV0E+8nshGBgffZaucZarsBFKjxHsufodVrotdtamMQ4kknWwMf82j4ExbI0qbUl9jrn6L2u41f/bhsp5j9r9nfbS0ueYOy59oDVafLJgFdaYGUQVCu5LEBlQt16rDJus3+XhlwEq6Jgtc+f+rFq9Zn2A8hUqsY6Rm3kWJfLz689dxyPew5ttG0fvyuxa4aHPt7OQla8kb+KU4jKpJ9YmVkQbq5T9ln3xDm2QmEKzFWcIfsOY32XB9qMWRnz6ZqlWQtWxcq8iBT/5j//z3/M8Pq6e+6zYHXPJbVg9S1XzWal0hyTjO19elfagEgrb0UVSXjI0nXCMDagyoNV3jwEqzpgtbSIgzMDqwJAWeamYJUl64RvHNw9NlQasqTXQaMeoDCJsd1P0SizIZYritUOvTWpFhGw6ohK8JmA1Sh1pHt8WZSknCw8UZcS1HAzIaXsObCqPiVsPkUVnnpgMkChylabemmjKoLVJn3Y6MUYj0WByK0By4XpvzM0no+ElfWyKnNZfkzPTZkeTWJYfCE9B03aHhhP0+EoFi/IKVjVjAk3xbRhEP9JOAJW2/0QUUqwSgjNcw4pJRxEI1GzsmkVS9kJVvn6g8jBRieEX5uCVa5HBKvigWSMA88FVsNuBxuRi4dDekAVcKzmYZbOoiOqNF2xXqBH4mytKNd2o92XZldUYxKsRiGtAWJQ8SsgyNFrWS0qWBXobBSrhO2Er0VaAZTUu49Nt54OrDaLDhabNWyztAd8b+OraKC2liuoZyrBKkMFbnrzYJUBMEEtARw9Vgn3CWEIvRUQqfcVwSon32pZz7EFqwSmorATAKSZLskmS8mzL91paWXJpmyjWF+PyYJakR6rroytAbs3pi4iZjsnDv7yn1SxysUiv1k02VPxH6SiLsVDW0/g7u0NLM8vwAt83N8f4FOPfE1AzBMnIrGhOHxgVpSOm60Qvk8FSwkb22006jW0z/Swf7GKXhiiN4xx6WIZK6sL2N7so1SN8ckv99BzxpitFnDpXA39MMS9J7vwnQC1SlkaboQRX9eX+z8mEGKZtURiVBxrokA3ZNqcjSp4qvOGhFYCZniTUWWjHWm1HFyDk4CJDnq0TWIsVQIsLzTQG/QQhaoqZEOTcDTCIBxnzeNWqiWslX2c6PdwMgox6wPffN3l+If7z6DTH+FAvYpR0sJ1h5Yw6I9xamsD11+2BCdwcHRtHi8/pl1C3ZkV+KghOXUaO9zcFgIpG+qsj/GVex8VAF2gGpeN5TjOCFWl67Iu8HLv8HXMRCKgix6+BVWzy8Bj87mkI1CWiQrH9+CVqJx0EbP53pCNcBQ20z9tOKalSAqfqjzxV02kyZoKN7UdCOc+2wXeKhOsI6n6YRGsarQkANw03LK+k9p9u4hqUFDfRdPNV5PZrC+coFwtolGfkc1eFEYIhwNpbMcvqtzpsUaLlk63Kw0DUup+ZAzoTo8begGrzJ4nIy30Z/AqgZHMdKI+t8opKuRFBZj5qrIcS/VCelxspkaFfQHOpKBKLYicXuwP2JCK4JFBpUJVDWxdNhDhc4ISvHIVbtBAQTow8zymGDHLz87c8RBeGsp6+uOfvuuCA68f/clfhufGcN0Qw+EmTp54ABsbJ9Fvhxj2I4Qh1WTWUkONMajA1UYiulFSBYN6VYnyWWDqVPGYNadRjqZQkH4CIgLTQNyC1QwksuOTAAMqEgtoNGdxySWX45prb8All1yBmTk2ZnIw4gIr97Na6ORL/81tm+m17YbwrM2+OWv5n/Oy+omDmGrT8Qiz1QqGzhjv/du/xEff/360HnkUs1Uqun2EYmMxgawyBhRLtUmhgGq1Kj5d3PhwTIkVQkCfP3bRpmehh2uvuQ7f99rXiXdtGBrfw4kqVDkWrL9XtlES2M91v4QzZzbwxJMPyv6f6wBHIqs9qPZdWdkvHofShC+3YRAFhVT9meBfFjG1QMlL784FPc65cRMvYZsMsQoZkwAWCGw2a6wOMOBd9rCG5eTL6ngpeF+yeRV9ywlWeWszOUJrgNVlgtWyXDHb2IxgleXG9vrtgpZ7vNdkL2oqqeyWfC/kPB/0tLBOPoMAm+l75jsxW79HvQf+8WDVbqYvFqxqoxK1eSDHlETJcISv3X0GO20HDz+2hW/99mM4crgC14txZmuCrz0wwPOuqaFSpfKqgNs//kW89vW/i3f98c/hla8+LDYSNjchYZeulhgOOR/QDgR47NFTeOtb/i+UKit42Yuuw5/88V/i8JFlPPDQwxgnJRSdEq5//mEkcQtfvusLAmWpyEw9brynoNDOM/wM4ouc++L6Jj+zHcfF7l33EHt99yRRJ0ops9E1Y1aH/RTWSmWZk2LsOli98lqMvJLYSzEul3YFJvbT9ULV1lnjLblY+jOt6DEejrK+WcKhK4MMf7P5zgCiASfZR8wSFjn6l3tepoySyU8/wxRGOqIQZc+Ct/3ID+HxRx/GH/3hH2Lx8BGMUECXvqBGCiavbuCPhHZitcGaGiJUVieESDyuq5x7mMxkhWAg+xFC5XwjsN0XyPqvGg9XA0BsE177WHvPaQNI6/eqv83fj3KMU6NtfQBVllriqLGaqPD5M9mEiuKNCsAJm42yfEIaWXEtniI5PZ6JiDxknDCpSiFEMoGzuAiHVQWXXYPS0UtQPnwAjcUaZmouWKNU3e4COy00uj2sxSmWPBdzvo952ipxnuZ4YAf0HmOOjiQX+tFQfWxlX6gJ/J950w9c8PrNJ/zhb/1r49O+29v4fGA1P9bFb9+A0szWJLceTuGqDOzsepxtCaCw1V47JhKf98KX4PIrr5QO8RJCTOuCnuJz7k1QWLh68WDVvpldu86rWLXy3XMd3fkSsfl1Nfc8rQ6ZJvR2zVliI0al+Uh4CcEqlc1SSSZ9aYDUDzC/tiZg1aEVQA4u2vVA7g1WX+XAqv3d7rVbRTDZeWBkzb2Q6TfBx4o/qk04mfnNzpUCEq0lF9WpbNpsKpMy2CqewcYOgI8ZKTwVu4Bcsyv9tybR83BVIaW4QpuSf0+sBEfjsfRWsTEi4yhp/knPa5kbrFWFnI1sfFpBjIWbey+pruHWHs1kyHIx665YkD+XZN0Uaou/rYjIdH9uFe/LyyuYm5/LVN/yaXIxyNt/8bcv6h7/en3Ss2B1z5XNrACunFUrAGZZBPKxHDVjEUYJraXQBEF8LGFnkZBUfFbVO5RqwJJfyMo+ObBtaQFLmmMDVqVUlfCPm7uAih9CrAnaA97IQKPuw0eMnWEqsJBwsTccoZMpVifiQ0mwSgBF8MQQp8bylnMoVtkEqCFWAFpunqSeqCGpO5LwiIpV+luWVLGqWWVgSNUpS3QYY7HZCBdYA3WGMZtgJWgWA/FUJVjtjmPxQF2oB0gJxsSDR89PrcTJVsEqmYWZUXQCJsxwqcAMBC4SHFIpy4xomQ2+rP+lRL+uNDmSMnSqGalwHUSiLOW54nXhNMXNnwWrVOnQ/7NcJFilX62DM51QyiGXAr3mU7DK56t0XsBqOhHfWp6D5bkGht02NkIH97OBVQIcbwZYKozhjyKE7Aw/Jsj0M8VqHqzum6mIDwoVq7ze3NxL86oCy+1ldcnAKkFQl+SRzas8VQbzmljFKq84Fca0eCDQpBKuE42xIypnF/N1+n0OZUNYctXnUEo7RY2mkEFVrMywTcGqDU6pPKZKmhM3FasWrHYj28xMwWoyUs9VglV5jFGsEqwKdJHqOd1gSNBDz1iO+YQgng3OCFimVgC1AKh42vCKDbAIzmldwSv0F6dNx5ILmKFFsfrr/8HsyvjEnPrHxDtaumpKI6lS9xzsjHfwwOaTSNiQpuyjnyS4N4zwlZOnMQj7OPFEhLmFGczO1tBrh+gOQlSLBPZDUZnWy2U8caqNmXKA2EmkI+tCw0VztoJy6uOKS0u49b427nxoE5VqHfvmGuiFPZzYGGAcE1gwOQBRMhP+ecWyjPMRgxPzGXRBZnmdAtNKsYiZWgOjKERnMBBVrCzVJgCwagmeTd6TxSRG2ZlgZaaE1eU5bHV6xmbCR28YYsDFn2NEGYiU/c+WiliuFZAkQwzGIarVEhrFIu491cLR2QCztSru32jhW65ZkEZcn/7Ck7juyAocN0Gj7uEbju/HkYUq+vR9nl0TmB522hiNAwSNCoLKMh57bB1PPHoa7AcWj6jcoMpaTfJ146SKMemIK6pB7XSZpCEcl3CMXqVs7FBCmkZi8B7RNzWZYDRxEUoWmx1/eR9oEynqzWOHFgopPM4HNNGn8ojG89x4icpbm+goNCWQ5QaJ1h0arovfI1w0erxH1IeLfp5WxSn7J6NYrZYD9SSVEn1TUiTlOjS99xAU2QxJFeRWaeG6rBKI0RsM0e30MIgi9WkVuKRgVcaxbNzUiDLzhJUxrsko1lvKUUmpjxioarkgqy74G6XVWZAqulxRbvpwvUAU/VSsyt47ZSk2fe54/4wQiXUBgZoHJ/BRqFQR1JrwyjW4xZp2KjY+cdL0i0mXaIh42JUyz3d+7sKbV73tJ34W8biPTvs0Ns88ie0zG+KvGoUMim2oqsGu7mGpEJ12srdzE8eTrNlGNSpw2KhgqLjn5RX7CW6CDYxlkG08hORndjMgwCxVr2Ce85Cb0mgsybZKbQ4rqwdx/MorccnRy7G0tIp6cxbFoCSKT1EesNsuAS8bykkZ/1TNeC5olm3kc+xCgI2sZgn8ItfDDj7wkb/GLX/15xgN+6hVKrIZjiNTXs/PyyaTHPP2c9Ojz3zpplPnYFGE0x7ILyo0naS45prn4fu+9wdx+OgVaO10Mg9ufh5RzOYbUxiw6rlFtFo7eOyJ++U41f9Zwerc3AJWVg/AoXpdbjutHtq18UrUFkT9NLSM/lxecueDqfmfW7Cav476e2OpIeBL319AqliQ6A/sBsueq363j83NTQSeh/ZOSzucpykqBKsrq7vAqlxPJirFq1i/smssb3i2knAvWN31nKdQM4uPdgaGjQ1BTqWb/S6n6MqrK/PnKz8O94KjbNDs+ctFg1WRwFufQgftrQSnTmzjUx+7C6OkjO7AxXd+91W44vKGlpa69BeNQV0i14fJpIDbPv5FvP4Nf4Tf/r2fwTe8Zr/Mv5IQknJjoziWPgIaW0p1B4C/+ItPYXZlEQcX5/G52x/C8288iDe94Zfwope9Et/5XTfj+OFF3HfHF/Drv/ZOPLnVxX0ntjGilYDxUlW153QTzLhPAYCeHFGnK10wpbR27lV1qpnkc+NewaqMOwuK7DU1A5TjkhYyy4cO4LVv+VHUl9aQjNl4KDaVC+odKOW4BtJaMGHVTPJzxuwCY7m+WpihFRqiADPzomzO5d9Mlml5LT+flOCa56mViqbrtERXxSsWeOhNrv/OSnilrJ37LQ/f/s3fhNOnTuJvP/FxlJsNuUbDQSivrwDY/MmXyJpESMpkuSRjeJ5ZSaEVHUzWSlKRx8EjMxZEyhlUFaZDwzZ11AlW1tnc2FYIbipazJxvf60CUzNPKI82SjDbuM5FQnDKcgFuPglM+YcNEP0iJp5aGUG++5gUfN2c+mxsvEfryCRWyvmYTRUiTHoD8cb3FudROngQwZEjaB7ah6WDy7hkto7jlSJWABydJCh5Lqq0VBoPMez20eu0sdPuYTAYYjDsYxwRCLFag30dVJRBUC8KPlZ7jMb4929Xr9QL/fqjd/2bKVg1jTZlHpaY6GzvZwGpxl9cDGhyYJXiGzsfTqEqX2MKVfMJyvzcZcEqvzOZeO31N+HKa66Bw/MuR7I7KXLuz2kB4F4oOa1kyj9PWei5Aeb5wOZTnt+nqWQ567nngac65s8DVnlPG7BKxWq/2xawyr2TxBy8Jf0Ac2tr8AP2NtF7SK2i9lRgmPvJJqbPlwyVWNdE31renldxGsgpYi0LPBWmyr+tt6qMVyZZdsPSKTilFYBaQVGxyjFuFa1W1ap2ANa/VT9LluiiAMQkpBi/UWwXRlFmH8X7R5thEcyaPgwmuSlCPBOXSrWzVE9a2wrts6F1ltMxuGsNNtGDtd3LQ1e1KND5zJ4f+znseODP+VnZ8HV2dlb2XbKvkVjQrlkp3v6Lv3Oht/fX9eOfBat7Lu+5wCoHnqhK1aZFh6pJ3MSyKSdATWWhpxWAglWFrvQc5c+1K52mwK1fxbnBKq0AWOKtClCCVcLZRs1H0U3QCieoUplaLKAbjdGNdCLhsRGWEToS8hJwZmA1Zgm3+v9QDUlARY9VglVRrDLbkgOrKvOmNyzQKBWks7sosqhYpRWAgFUtJyRY5STKzT79V8NRimbRx0yxgH5KJWVsFKvqD0jFq5ZMOqgVtYw1D1a187X6hbIEskHKkhCsqr3BVLEqLagzFXC5oP6SDKxYBdvuR+LHyfdQsKoWCwSr/F1A5WvBM1YAEwxGngAwp+RhxQBfXmaxEeAGR7xGNEjiOehQLWjAatht43Q4wT3dVJp/HS052F92EIxChPSdjdmUrCCNsdQKgIpVws8U+2aq4l1KsNqVMn/XNK+i+ljL48WrV9RDU7BKxepctSTnic2rOqE2GaLCV8Aqm6B5BfHlbIV8rC+P32r3ZdNZlM2DdvIWNRknZhNoMrieglX6DOrES0gkYJXd5w1Y5RggZLaTLWM7Gthz4q3QF5IfgY8RxaRm5anEUf8ZhRQEqxy3DG67I8JTwmRX1LJU9VboH0xFYWqga4JMsfre9X8asCq3tGT77L2t95Udq4kzxsO9R9AaDDBfm8eOG6KXpPh/T62LtyrH1eb6ECtLiwjTMUas2aeH3niMU9st7FtbYZYGW62BjNv+KBIw+5zDS1hpFKSD5pUrPprz+/GBOx7CifYEjWIdMVXP0VitPGSfFWF1dgYzpQo6vb54gnUJrMUTTkG1FqQ60vWdjcfmGw3xB2r3e6JUk8SGFueIbyw3E0zo1CslLPicwzwUAg+taIRuSA/VMoYTqoVHGFChJmfJFQuHwgRoFgj5mZUO0AtHAvDL7hAPtMe44WAVURJhoxvjzd9wNT5z7ync8ZVNHF5YRt0n8Ixx5cosbjiyiFE6wvLKIazONDFon0GxMoOJ68Nxi0BtFl+9836cenwHaeIhGo/geLxAqilStKrjyfdYPszyegJWjlebddamgUNuCuNYlP0CpH1f/E0nKS0UqLTUeUk22aAXKhMCVKyOgNGQrWFRSHn+aM9hAkJ5rM6Rss2it6g0uNDjq3ezzJGW4Qs8tcEkNwQe3CIVwQGKRe3kq7s3TfxwjmBX+2gUyr8J8gjJ4oQglRtdblzV5kHKjaQCQBXlshGUTsb8mYWrChpU9cdAjc2j1AtKN5V6jXWzyOfmrQxs2zMCrIKAVZY2eR7XAQ/exMcojcSTkMfHhmm6eQbGpQqK9RkUG3MoVAlX63CDoqo4qUJmMpONFllWNRxg2GvjVz994V2F3/jD34vNzQ2cOX0a21tbCPuRbMZFW2xAo2ywrGchga5V1dqO7GZjllcgyPgyqlaFAK56e5tNt6iD+Hz61JrA3W4K+J3bOzkXpgEKj4Hji2ugeAuXKwIPDxw4hGPHr8ShQ0fQmF0QFZX4faVsOFmWJggy0nIbpky5Yucw6x9ngmtJnrDywZuI3QzTqO/56/fgb2/5INJeT/y0eR3oM8scgS/XVpX6PGar3FVVR4xikYkKqqV5zxhFG5tFsKIlVmuEMIxx1VXX4Yd+6G04dPgSdDuDbINrIXW2aZLxRwuPAL1eF488dh/GCecI2jNoM8OZ2Tmsrh6A6xdlbGcIIe+NLdY5quqSa21AZ76sd29Ufz7IuhesTo+V969Vqk7VaLye0rwjN4b4Xjxn9KDe2NgQsNptd+CIzznBagmrqysolUoZxJfNkayNU0hiN0yq3jt7c/t0YPW8O5mc8kQ3aPqeGZg3T9wNTZ8eJpwL9p/rGC4WrIqikuZVskP3MB462N4M8cBXTmOUevjq/S28+puP4opjdS1bFOsTenBrHM5nEay+4Q3/G7/z+z+OV776kJa+iwc11elMDjGhMRIloNjjMKkhu3kmjB1MIvWkp2XAf3vXh/HSV92Im593FLd9+rMoJBN88EPvwZfuux8PPN7BVi9C6hTkPlYbCYX+CnqmCRh73nUtt2vEtOxSYKE00bO/U6sVe80EU3Id2gNWmfiIoj4uveIY3vazP4dCtYHJKJL4SwrfzVDToTUFFPq69mc67uzwy89t2bU16k37gvIYeYJWyBgaZbIdU39QC0G5rlm4y9dQ9ZSqZWUFk/iUQDTB1saGrPe12SZCej/L59aKQIFANlmoigF5c4EIUryi1W1sWMX35nXkPMzhoYpcbU5pO4pLHGAaVsrPzL+z7xOKRDTplAFdY3MgaufsPEzvaR6hRs8aJ5jJUdYVJsEl8S1QVSscUND1Fh6b09AGwEBV/t1xERbZ6M+IAswxanyg45afNe11pGLtyPHLcOVlh3DZ6gL2L85htV5DjSN/PEASDrBt4A+VdbR/Yrw0DKlwHmFM0QgrZ6JQYCMbPjLxB45Lo2pUb1MPv/jTP31REGUXWDVjWs+tgqTdrFBhk0S/4re/G5hKTGTWcwtWBUmdB6zaA7bPsWsVP+tV170AVz/nOXBpj/OMwap9RRmR2fmwScm9c6VC1fOA1eylnub3+bN+oWD17AVSf6LB5FlfMt8IWI2lIkrBKhWrHbkWjJVVsepjbtUoVg1Y5Yvlk5Byrs18mLdS2rsm7fITNeXr9mf2/pPXzUQyFqraJI3C1Uy1mlOs7lKy0vLMQFeKw1RlmvNglXnANL2SGG0a28txiGJVYxValXF1ofJ5zIZXxi5K1wRj7WQeuzsBYMb3nvGajVPTD2Hvmn2uuMaONQo88ufJJtHEM980srIx7NzcHJrNhklSa9zJoSCNrpMEv/DLv3tR9/jX65OeBat7rmzeCiChotQqVsUKwG62dQkkaCM8FY9VbniMYtV31R+Uzx2niSioZPIwC7tsiunpxwSiNMqgFYBVrCoA5Ow1iF202DyF5fU1XxpUEayWvYl4qRKs0gOQQQKfUqJ35jMCq+rvmoHVnBXAyBj1M760YJXd3akM49eQ8JTl2BLLFjhdymaRxxsK0E3RDHw0SwX04wTdUZljnBIAACAASURBVCweq3M1AlxtTKRZmQnqpUCWJWsFoJsJsyEVWFwQ2wMGUN1hLI2ArGKVEzfnGLu5zcCqsQLoDOgDmYrqs8SNGYtX2Zk9GotNgKiEfAtWeQ09bLSHmPgO1ugHa7L/VoXDAHcXWA1j6Uq/Mt/EsLuDrhfgzu1YzPb3uSkupcI4GmBIL8wEYgUgTcc8Nq8aTMHqbE3gG8Eq4agoVmlRQCuAPFgViKPngeeIymg2quLmmmCVil7+vVkO0AioXlavNILVdjQRxXCzXMS2Aau+UAZuDjRQIfy0YJWeggzKuWH2qdgywSjHhFoBEKxqUzZubgn3bHJerADiWFRVHItUM0/o9ToMEY7ZHE1LmqgYlMLDDKyyLjJGZ8zxlYIJC4JheqxWPCpshUsKLGcwTIDP+O2irQCoWJWb0sCm3EbSLjYC7EwziGHSx4O9h9EoNuChiFZhiJ0kxl/d8xBao0SsJMb9CLPVJrZjZh9T8Zza7Iyw09vGwQNrqFBNEA+xeaaPpWqKL5/u4blXLKPulHH/qQ0cbrg4vFzHyQ6w0fHw2EYHW0M+toKYzauiCEGpIAHM2twSomiArU4Ho4kv8wwhH4EiL4Y0T3EcMEVDsMrAYKO1jcTn9XRRcDxpjubGIwSTBM1KUVVhnosw9dAJJxjK3kQ9kmNXlSeEd4QqTBxVSmUUMcbR+QoqaYzWyMGp3kgsLOb9CF6lgWQS4uqFWVx6SYJxcR533HkKj2+Psb4+wI2HZrA4Sw/lFC+9Yr/4anpeBXN+EbUSm68VUS7Ni7LVbTRx8vEWHvjqKbhpBb1hH6NkKF6LJITqL2S81YxQREqm+YeqGCooYlo1sKynpGpKBt+Er+UCPGlGUtXSfm7U+Z4CRjWbLm2ZxkMg6ov/JLtKc1ahmtM2/uKkLk2wJGLndonqF4Wjja54p0hMmkxonTHNautAZCMoNqNTn0nOT7yHCNu0U+lYlK7SQMU8Xu45ERbackRV+lMB4EniS5WR2tvH+s5ZFY9xCZBrrJuOscNSfgNWpYGVqjGsT2qmyjHAl+dd5g6eM+lnxuoFqjJ9xE5fSvpF7WqCQSYWR/U5lJrzKDYX4FYaKFTq8MpluD7VOZz76dPJhXGEcb+LYaeF3/i7j19w/PWN33g9zqxvotPuizKZ10uhiNp78JNxjZZuvrRf4HU2ZfxUqYrSKqfMtAGrLdPm+eL1oQ+0BvxGtel7opoe06/cBNk2SJV/Z7BD/Ujlyst1pgJVS7H5GHLxUqmMRrOJ/YcvxdVXX4sjh4+iXGrAo8I3naBUqWoixZQqTsGqKdM1Z22X+oaQz52gWPFx2x2fxZ/80e+ht70h3sn8PDa4ZidZrkUWHvJ8KPQvZl609vMJWHUJOmgtVEKcjNHp9GSAhdEYvf4QL3jB8/HDP/yvsLJ8FP1+Pwvc7cZVDpWNgiQ2oHfrAA8+fI8AWvVv1QRnc2YWa2uH4AWlPV3Gp7DHIbhWYiWB2lStevaO8HxA1W7i8h6r9mf6Xce1LcOW8UCVLht00qYjHiOKIvkZlR48b+0z21g/fVpiETb18Ir03k9Usbq6KmCVX1YlLR6re5RZTwcr82BUTukz2FDnfTuZGJF1z8R753v+tPnL+W/Np3tv+x6vePGNF3x/y9ItykcHgyG9fx18+Yt345aP/A0OLK3ixa+8GYPRASzv83DooFaCaRUS+wUACWvJnRi3fvQO/MgP/TX++x+8Ay955bxs6AVqyMZRE01WBSepu1RVbgK3RZ+o45WJh14/VOudiYfTj6+jOVfHe9/7AfzPP/hfiJICnlzfEqstCwvUcsECbDP1muSOzgtMXk6VVqouMsCF40+aTslo1P9M+WZiLCpU7Zq3AqCIYYArn3Mt3vJTPwUvqMCV6iTbVkob11pqqokYVeKbt8m9m33fPZdOuEtOTWgDQxNf2TGpfqoK5zPrDv1HliwS9ayhOPK5TZMXWet5zIw7R7GovdjboFytSLyW96Ge3rPGS1PWK+2PwZeW6no2ruFritWLK70gxHyE85EBXHpadO3UuSoHT1U6r5At80s1ChzzPKmGMIkw61MoDfYkCcu1n2X86vMtvQrYuDIoitUO51eP3qVMFktMbv4E/E57Md1XcI5k1aN51eklk2oVBwmrI40P+3gcolatgHu7OOqhPxpKfO24fM2SVO7QhoYAifZCZzZPYXNjA+12C2E/1EY+kgTjus8qBSayzXi2ghdzPX/2bW+7qPv7j3/732bJSV4f+6V2XedSrHI911jGlilnySh6wu8Bq/o7vXbnglj2HsxbAdBj9fKrnotrn/tceEXuv56pYjV/CvINm/Qeviiwmt2XzwCwnm8dOJ8y9XyPP4cVQLZWiAqUogULVtvodtqavKYwiAVdBKv71hAEZVWs2nt+D1y1at08WN0LDa24LbsvpYR9b1JD7aumyfE9HqvGCoDJZDauypf3Z39no1n6Bec8VqnInnqwWrWq8WG1ilgrnHDY0Fyr4Dg/0GqNMYL1a7XqV5khxD5D7btswi0/PjL4uiehrrYxdhzkEnVyq9iMmZ2l9LRnilqjrp1WJxhRhnAhXXPm5+dRq1WlgkIMvsS+USs5WLX2jl9610Xd41+vT3oWrO65sucFqyzDlRgj17xKiL0j5e1kpgRiVNgFAlYJwhQa2oXUglUuoLyJqEQcs6RX/D93g1UO5jBx0RqMpZScilXCw3ZIaDZBteSjH8ZapsvQznNEhZgHq7zRCC/7LME3j+PCSwUsFat1KgHL9Mij2s3DIEoRMZg06xLBar3oCYCkMlXgaQIpx5bGkiwFFUGIBmMEq2wqxKZKzSJN4An8CGGABXqsJokeh8kmE+ZI1oOeI7Kqq7eINNSZEDB7qJcIVuk3S7/DRBrhUMkpAbAtS3BclH3CZW6c1feWYJW2BexSWQyYL3MEEoaEmP1Q/s5zVSlqF/Fh7ApYTQvASkWb93A6YrCgCiQet05eBOmEmcxAL883MB52ECwt4/PrQ5w43cH+wMXRmgefpTLUvJ0DrO6EVASl2DdblSClNVS/XH4wOgDQpkDA6oRqJlV6EnhasErbBwGrE6AzUrUrA1qqYtmUzDav2hlEompebBRlLGy1elKaQbCqZcAaCBOs8nqqNcM4A6tUMfE8yKSbTEQ5ycmfHrq0iqCbEr0+rbeU+NyaMU8ILjYRXgH9KJKGOnwfji8uYnxfAjoCDsLviVhHcHyx0dJusFp0VXDAU8TrO+Q4Sv8xYPU/alC1B6zK2mQ2TtzWSnfHJEF73MWp0SnMF+ew2enDa/p4IonwkbsfxHZ/gO7Al7J/Z+yi5ziIRgmaQYAnd0KE6QDLi/MYbLfw/GuP4tHHt9F0E5zYHuHgsQI2nhyj1XNx3cEAVQd4cGMTfnkBncjD106cQsHl9WtiGNIqIZKOkuxnXyqXRIXqIEB/GGJkFKv8XIEfwAkKiMMR5iol+K6D0+0uYgNh6KHcKAaSjKF9xFyjin67jScGY4SyQeMGtCDnOiY0IPBLY2lIJl0jGfh7HmbKDq47uIj2yXWMHRcb4xgtJggS4LK1OhZmqnjtSw8hijfxR594AqszFdz5+BCPnIxw7ayLw4tlDEYxji+WcNnaHLbbLSzPL+LaI/tRlg3BDMZ+BBTYPb6KO297CNHQlTLm7Z0ziCeEYHZDliv7kzlEm1XoBkD73hNosuswn0KH0glL2en3ydIk0zk29cw4ZUlxQh9peg93kRKshl2ko0ik3qJjZ/dibthFRaEqTw2SjXpG1hcXjY5VrHIrbkqpbQMau1EwjWqomNKgR3dwUhwk3cJ1I5/ds+S//Cycq1ziEZO0YhlpYtR6vMdNEx2Bw7bZQPad54LKLM4BPCNMJpgSSPOZ1CtVIbuqj8RBTb1IJyxt4j1tIAPfl6WV3kBKahWqqm83X3tUX0J5fhmlmUV4VKxWFax6vouJgFUNjOMoRNjZwajbwa9+6JYLjr+uPb6E4ZCNpRhse/C48EljRKMU47xjwZstRzNNe3iOWJbF+56+3MzK88s2rbKBLtd4eVUmNAhpvamVgNghGKiR35CzHFjLaLX5oipvjNcVobgFCRxBtiutW8DM7DwuPXoMN974Elxx/BqUilUZF5xvJVErL2c9/HKqEgMjshOYpChVy3isdQK/97u/jYe/9AVJkAWFMoYEFNygs/TUmaDA12YFiZSDxfJzAkL6+fLvvV5PAu9iMRCYyrLPublZlCs+tjZbMgeWy1Xx3hvHIW6++eX4vu99MxYWFqWUlABRAnxrlmnuB/r3huEA9z9wN6I4lNeXdaLgotGcwdraQQSlqiSO5NxZFY1lHkalYmqoTbNEBStWK5YHqrq32705tf/WcavqPQu1+J12Oeq6ook5wg+qt9bXT+P2z92BJ598UlQp/Nq3tg/XXHstLj90BJtnNtXaqN2WZA7HWLlYwtpTgNW9G++nBpZ2Hjpb6Xq+m0gBoaqv5c8uxaret3u/ngqsPh1Q3Xu+LxassqleezvFpz71KLa2gU994hP4u7/9G4TtHrxKiCuv+yb83L97PW66aREV+v9Kx1Mq/ktifeV4KT77kX/AW978V/jv/89b8aIXH5T5lImdcZSgVKaSnhEcky+quFIff4I3lj77GBMsSW9RTfQyTo6dGIVJAeNBhLf/2Dvxp39+C9Iy7TEoUFAfagttFRbqGFOYq7A+22TTsonl1dJAz/jvSIginV/MddM5SMv1CUmNgnWvYlWS0yEuOX45/uVrvx80dfL4ugQBhjHZ97d8U5Sbdpjb4zTQd3rP5NStcpNNx5C1V7GJKPtvSQgJBCM85neN/TPAJfk9nlzrN6j3pyTCNPeHYaePIpX8oxgf/djf4MUvfjEWlpblcRZwZvCMVVcCqemlbXzYU9qU0ftWlbSxxAzseeHCEy9yA4l5zXNQVY7R+N1aAYYkVeV4NdGmX1M1rsJ6C+mNUtleeQNUbeNDqqPF8kWqIVg9RHDKeJjrmKsgtaC+3wFthASq0gNcsptZg+QM5nIfw4BPQvGi+Puf3tqSyoTAL6FWqWGuUkS1AAy6bWxuncFmawfr6+todVpiWVOqlFGt1cRHG4WSKorFnoZrbCTfOReqms+sbzJOJ/hHgVVTsi1qX7M2PhVYpcpcro9RrFpQT+sPOy4ysJ11YdexZcdevtrA/t0CLSbLLr3iWjzneTcYsKrJ0Av/sgpzTV+fzTFNBdQzeeHzwdFsGJ49f2cve6Fg1UwG50pIukaxSrsR7vv6nTZ6nY4kolgpwzCK1WHzq/vgF8taMmDXfrMG2/ssA6vGcuQsqGrvL8MAtGeAxkB5qwJJkJsElCpJpzYA1qJE1alqBSDCERN37bICMD8XGJqaJld7PFbzVgB5NTvHIlX1OhbZw4LK7xDjSEGsTVDbMWibo+eTYnZNzZrWmYqY7BLnhSV56Gpk/tnzc/E/93jSQ0E8Y00DRFoDis+bTvqS5E8SNJtNScRQBMMkB7kVV6lqvY56vY4f+ol//0xG6j+bxzwLVvdcagtWf/iqGS33YQmH6fPCDp8MnAQkyoaWmXIXbMjOzRcXPQIvqikJiziYRX3DDZdVAcgmmL/jANbO6PwKAukNLnCWqjE+l+C1E8ZiCVArBdLZXZoXpRPUqgzkxxhGiXRJl+ZaLPEuEbYl4t3GOatSKYvXTS8ei9KvQG8p8ahMxMezVi3ApdQ9dTAMJ+gzC8Fuz1TgEu4VqRqUolcxVmSJ9shYHzC4mRrwT8CGWGGUSlOq2VpZNk+EsPyEM5WStHkJR2P5XFQuzpWNUsqUsbKslGeWvmLsH8/GURU2DqHCY6il0wwkKlLia0puZaIgNOV5U693ThjtwVhKykuFAOUi4XEs4JXv3e4NpYGKKFZ9vpaqhze7I4Spi5WGL5sfXmdeR+7JbVdrTmx8bHtIBdkYhw/W0ax6GAZFPN6OcN/XQnl+PRmhPupjkBSkTJdq5pmqqn22+yO0IlXtrjSrcNnkK1Sf1dj1RG1aCVzUinocI8IhApaE1z8U+Fqm/2ypLGo++qh2hpzoXMzWAtRZ6snSZqpZWVofRVhpsmwzwJlWDwEVzhKwazZLFjPpOM1NtIUPHCuqEuJ+hGuCvr/QHDRLLqrSlI1jVCdgZoklgDYeYRzH2mjFxYiNy6KxeKxy/EcmEONGRXwxqRJLWPJurSa0Qze9c6lYZR8vNrxiQmAMF2xkxlvnfetne8093exNj9XJr79TNyUSU2lALWsJFYZUZ064OaLflY+0MMH2YBvb9Hz0fWwNWygHJdzR28I9W5vYXI/R641QrLFMvoR+35emELVKFae2zqBYb2BpfgHbT5yUe2BtbQ3tVg+ndzZx8MAikvEEW2e2cfzwKlZK2/ja6Q5aAyoWZrAxTNFutVEpFKSTOsuq5xsVlAsp+uEICZtaBSm2eiP0QvoSO+Lp7HHcl3xsDUKsBDH2L9bxhcd7GIw5fMYI4GKG5bSESJ5gQOmUPlXUaTmdNCIgjJUgORVlK43XmQhhA5kZ38XarIdOu4elSg1Uy5xojxC7wMuPN/GyKw/hplfdgPd98lbsnDqN46sH8ZsffQyPrm9ipRyIp1fRGaKAEa6/bBnzpTEWZ5dwfO2AjLtCUEOttIj+pI+g6OHeL5/EA187jWajIiVo44TXSJvLycZTyjh5HYVciVeeNDuQAI7Bf4qEQQ4DLP5HKFVqwPGrApVURaJlnhLw2sCTAcV4gMmgBTfqC1gVsKXuxLvhg9I2A11UxTHTs81AjK2A1fmb1xdIKx6ohGxWcah+f/JJ+HIyRG3JoL6r+Jpa6WrOA9V6wAnblFVLsXJmB5A9Vse8/N5TH1h2g9E5geeSqtvpZjELfOX8TB+r51oPj4dJpa9AA27oBBfq+U4aqwjm9yGYa6BQr8GvzMKtFoEyIV4gx8rAjZ7A0c42ou1N/PL7PvJ0t/RZv7/80KoEydZ3VxU2nMRiVZlaT1dTmq+bUE10cg6jYtSCSu3mzfVdkwk2yOcYkwYd8jOdR60KoGA2vrrX5lymm69hZErIRB1hAlhpzqQX2W7U7Xvw+NlARtR5tLapNXHdc67HS1/6Mhy49GpZW1Q5WzTe5QTdsSiIVaxgMJlRQHBTUKgE+OSnPoL3/K//gajXR+A3Ze6m8kuUT5xrcrYItmmXBuBUlVuVrlpvUMmqcbiC3SJ92ycJOp2ONLtjQ6+Qa1sc46Ybb8Qb3vhWLC/tR6vT1fEltbfWD1gQsTz2gQfuQ6e7KYkkQgfC8cZMHWurB1CuzAgMsmBVjtd83r2Q1A6O/M/zGw177Od6HG0Q5NKYChZ9HyEuWloriUEHJ0+fxN/93Udx2623ItrcEVWixnVF2bSwo+6Nr3oZrnvOdZibncXOzo7EWHy9SrmK5ZWpFYBVrPLuK+QaScndn22acgquXc0ppqX8e2+K8wFPXbH1K39/ix2JJM1tIw0L2VQVeK7z+Uxv1PxzX/mSm57p03Y9bjQJMdhM8BcfO4Uz3kE88pXP487bPoczmwN0t4ZYWfbxrnf9IG543hLKnq8xuaZXJGFGu5ZPffB2/MiPfgi//+534KUvqslnOnNijI+9/1a89BuuwcqxBWFljDoEdUx8Ub/TXkYsY+QFFYRyeklFZazzfzQY4c/e/QH8yq//Pta3uPBqk8NJUsY46cl7EfgkaQSPljdybc0GV0YzIzptAqiUbyTWNGrnojCclQxsCEibKOtxaq5kdn24UVdlISuOhrjpFS/H97zu+2X9IoRQJb2xGsj7knJTLaVp03FhmzCxckK9XvU+yMCjWfbyIDITeXJeMucmT5KMy3duDNq/qkXOJBnLsUu8Jk1EVdEliS7OP34RG+vr2NneRrfbkQQM76FGoyFzE4EgE2TjaCz3q573aSl51mwuB5ct8Jakj2l+xzJgPZdmTjZ+iDV5/aICTeJqA1n53c5RJiqW2D0P7vSxTMrxjypV5f4nbKWgRTyrCVK1eaJtopj/bv8uvzfAxb6HnTO0r4dWNHGep9czAQqVd+MoVNAzHsux85zxj1/insEXJT2taGi/xJiL55jKzZFYBeRKohmQC1wzTdbMZXzHW996Uff37/zXX9BqT1M1pHZGmkzmf5JQNkBexwbvRxO7mLVoeh6MTZYo7LSCMQ+u7HmygmP+zu5t5TVMMoGf+8Clx3D9C16MQlDWBqrc91wwXJ2CYnu/WnC8dz3ae/KUP1z4l03aPt0zNRKavodNtJ0Tz+bArCjm6bFKsErrsF5HPHl5uFwvCDhT18fCyj7x2Gf8w4pXEUhlcba+LwEov2wpuobUGmDaYhRbWWHnGp2fdU+X/SzXwGqXdcdEYarGVezxovGJ/GFsZjxVbTMrqyqlbaL1HbVl/JwXpMGVKDx3K2LleCi0M0lk2WMniVTtENLbmErHso65aVpqylema/c0+ZQfN3vXdrnWJlaw53ZvXMSwK/ObNRYneX9tjWf1nHMuFbYk4g0mVcgJ6NA2g1qzgTe+9V8/3bD6Z/X7Z8HqnsttweqPXD2rgZIBq1qeqapSreDQiZ0lSApW1eOTitWzwKo0djRG+Nl4Z1BEfyYNTBSsEojRI9CCVYjik2CVpf91X31X+aQ8WJXMs8AySIMTbmpGLJMxYJULHcEqy6iZOeJqP0rYqd5Box6IdyBLqqKRgz6Bl5TPqkK3Is2iuBDRY3OCKJ6Iio1ATTwEzUrEc0F7AZZoNyoFzNVKUhrFLu68wTOwGo2k2Q7LLmfLCkVGxtuEYFXKWFk2wALTAkvi+d4uBuEI/SQW37eqgaHZZOtwc2Oaiwk8cAWsUh1LsFoKPMnw+wXK8AlWQwWrtG6gItWDALut7hjDxMFKU8uTCb8JrLm5EZ2ZEZ2x2U27H6MQuHjutUewefpJ+HNVzF9Sw7137+DRu/tYqgPBcIBR4skETkjNc8DPS7BKiMoFcrVZg5fGAla3hwlidl6nIjmgYtWXRceC1TimYjSS1yi5LprlioLVcIQ2pcTwMCNglYpVVZMS4LKL++pMVSZ3C1YL4vE4LROwYJXj2BpdE6yKT6VwKUKHFH36H7oOmkVHADdfg++tfn9UbnlwDaSklxwBOMc4QT7VwvQ6IrTSUizdiEs2npv5NEY/ShAl6rHKQLPCMehDEhaECBxjYr/BjNkEeO+pi/NYnfzGfzLgiwuxUYLImq6lz4TmBd6RVMh6MdpRF4NxhH46Qmc8Qn/i4bM7p3Gi18Xjj7Ls1UFlhmPZxelTA/hBANct4szODg5cdgjNWg2DrTZOPX4K9VoNzWYdJ7fWMcfGVcUK2q0+5kouDi66iMMEj6z30U5UGbDZ60vnd3dCv+EYtQq9a6mki1CreeIf2Yt5T2vDWEJDbvoqjRJSNnpKB7j28D48cnoTj+2EBmClqNF2Ix0jod8YNwumM7ANMiW4MrCMXWJHVCdSp8nrTG87Sb6UFQolAxwtl7BUKSOedHHk8AJefvU8bnjRi/DQZIBPf+ijeM3NL8Adj3fwX/74doS9GLOei5VagFVmjEYDHNvXwGVLFVGQHFpYwL6lRTTKTZSSMraxg0ZzESce38Ltf38vAjY9IqxLtHRV4biqVCU4MBtPFZTZ0lZj1s6O4pOxgmM/gGfAKpsBSWkmA3SjjxCfOtk/svSwL2DVCXv6PlL2bkvsp2GnBZ0a/+rPZ/oGmkoTFeMXpzLQHKjTxxMGSw8racCgKsaM02brleb0Y7EVUJW1XCy7MeaUlVPS8opZH1otk5taAmijFgepKGLVO1u/tORS/UK0jEiFI/pKtkGWwibbJdlsfghjZTei72VfK5ldRXF+PwqzDRRqFfiVGbi1MtwKN43cnBKsEvIPMdjeRLi5iV96z19dcFB2cHU+S9gIKDXdYbmGMcEmP5OmjQqEed1VPaBWCqrA102YPRN5qKpJmWnATCDL59vSfIJVsVJhkkOafLkYjSJpMsavTIBjQLQE2MZD1V4bmY2swlxKRAMte3VcLC4u4YU3vQIvfvFLRc1KOM41nK/LTToVpNmmkmuqKfPnPNIZdvDHf/o/cPtnPoYSFU9+VTYFfG0Lou3GhMdOlSq/c1PJDYYFf7oBSmXjzT98jtobpKhUS/J6VLVSFcUxRh8+buRfdPMr8Na3/STK5ToGoXquihJQzNC08RTVHw88cD92WqfET5blZtyb1Jo1rK0eRLU2a1TQ0+2FHSTnA6vnG0S7IdDuTSsTvAK3jW+aBd3MMhaY+AwK+OKdn8cH//L9eOjuu+Ey4WRsITgedH3TJl1jZ4LLLrsMr371q7GyuioVKDxHtUodKysrApDtNZfrThi2B6zauTnfvMoCbf3dhYNVglMLGfLnQtWFU7Bqz59u4nZvs88HbZ/qxrXX6WLBKq2YWidDvPuWR3B6soz+9jrikN2WhwjcEibjM3jzm67HVZfVEFCxxpuDXs4ZWJ3gk3/9D3jzj30Yf/Dun8dLbq7IvMbp/cPv/gIeePAhvPZN34i1S+eELRckSZViImo4nScZWxPkWdG0VBaYzSflCPd/7SRe/4afwj1fO6GNh1IX+/ddjv0H5jAc0J7GR7fXRij2QWPTQIX3YoRoRP9srjUGrIpKkgrTGAU3QqFAUMgjNh3fbUNKU+Jsx4VMwwJWGT+GeM23/gt89/e/DiOpzTUQwpay28tqk2Ti1T0F+rq2UXAy9TydrgfmXjRhw94mN1IxkQESu8CqqlF/sbtUlf9mLKn1Jbx2am/DeLjqFkTpLSrJOEa/10W7zUSOj7u/cg+WV5Zx6OAhbO9s47777sPavjWs7N+n1XBW+WhFBaZkV9cxXRepkPRog+Sy+SwFAbrESjzAdVeUbwniUSQqziqrLqwnqhn0MlfYplRSmaCNqbT5TK4pDeMOSb4pSJUKBMbOOZjKv+8CqPnfmaadfD96Mts9mb0n5d62cYbroNfvixqVXzz2UrEoNgoEH3hjYQAAIABJREFUxJzrObY5Xw2i0DTV0Y7lYcRmi/RbHWpyPYqyLuq8BgLWKAKxCUNzHi4WrP7mr/ysAHHtQaiJfl4X07rKgNUpIOV+gXOCrPW23wDPo0lYWDAta1zWdX06j1nYbnNXuwB4DqzuO3oZbnjhS+AXaR3F/e0/PVh96oDn3GKSc4LP3As9E7Cacy3P4OozBavcQHDdphUAK+oG3Q563bbeui5FTQSrBSwsnx+sWigqEbeZzySuOkdnezuX6Jqld7UFq/nf7QKq1hd5omXuFoRyLRbVqliG7W5klQFX8Y9VlWm+eZX6rqrvvAWVU3/9VCqZbBx5LrBq/VVt7JgHq/kkjV7KaZLT+gPvXpf1X7IjfxqwKvM279ecV3TmbW3mC42bgZmZWWFL2vDKsK8UqM8oWH3DW37hqYfsP7PfPgtW91zwrHnV1XNyo7JDsXQRluYJUw8byUbKROIglCbA2pCJ5dGUwe9SrJqMp0002cx0ws0QoeyE4E3haKngieqMr5VXrBJuNgJHFGcs3alXA1GshiMWlmpGWsCsAavc6AlYLRPOAN04EigqRf3cuBKsEpA1isCYYJWfoYDuWH32OElTAVoNCgIFOVEyJBVfWD7WgNUsIOfGbFKQ8r96qYC5egn9QYieqBQdzFbLYA/FYRhJV3GC1ZmS+ZxUIjJbasEqMS59SQSsFsRMngrFPids15dj0uodzagwWGG5tFUkcPIhbCSkKxV8Aas0VQ980d0qWPXYGMkVAMkNG71Rd/pj9CJ2RC8KRD4LrEoHYBfDMZsP8VyMcXjfHDZPbWH5aANXv6BCvIa/fs9DcCceyhMHMa8Pyy99V30sHQtWedUmWJ2pw0v4viO0hqmUU9NKIlOsGisAq1glWN2lWPUSdIYjdOjD4HqYqfioeSmK9BSDi+1hjFE8lhJsZg032/1dilUbKJ8LrBLwC1g1wSZ9Qy1YbRQdVH0CKqA1YHDBoFFBO4Nhvi4BBoc+g1DCcwJTUX9JkGQVVXoDSkZvkkhzLCqixxMtNSZYrfr0qHVETUYrANoEiBKaHqunL06xmv7mf5ZrLBDZ+grLnkEhOg3YdZF3MXQIVEMM4xHaURseqvhCawf39jtyvHfdt45C4KA+U8ZOq4/eYIJqpY5el2NwgMPHDyGgNcZOF2dObcNLPFRoN1HyUGEfAreIXm+IeiFGI0gxF1Sx3QdOD8ZwxjFO99oYeyU0KkBFejDQw1IN1fct1dHtxdjshSiWyigXfQl86WlL3ys2r6JVyTWH18RT+db7TiLxygIWCas5j/D+6fYiyHxkDM3zmymO2Yo0vYsRcnPnF6UJXjNliVgBW8MYpckE+wLg+HIZNx9bwvP3HUW3EqHamMUHHv4Cbli4XjqO/7v3fgJfeXQHZc5EE1p1ANetLWFGkgkxFioxllcXcPXBQ6hXimhUG3D6MYLFOTheESee6ODOz98Pz6MfYYooGhlKxYnRjIWsq7HCdw2yTNmRIECdDwRZFgJ45QbgV7U5hJiu2SDNjFERYrAzaB9pfwdu2NcyGW6IzjP8rFWJnUtnBtMH2gBQN3KmY6jw8KyVuc7BcvAs0zRec0Y5ls9AJ65aetiv7HfGA45cU1i7LaE0Y93CnyxYY5WAQNCc951pgc3gywavUyA73XDrHKJA0r6/M7GeZub8mzLvZHYRwdx+eDNNuLUAxQq/V+GU6THH8sdA5ofRKMRgaxPh1jZ+6X+//4LDsqMHliWYtYpGG2hzTgrEMkYhYP5cSgAtmXg9D9zgcg7i/MXX4u9ZcimQOE0lecLvqtqZ2gVYOMnvqrbkOh/LWOVrSQmnKDk9eS43sFYZkZWWmk2CqmWoVB8LMFXlg6oG4vEEV111Lb7t278Dl11+lZhcSNAriixWy8Tq12W+5LiKPu6+/y787u/+V5x54lEppXU8JmMnGBuwagEyf8bnEJpSwWTVSVZ9wU02f2+bWlnFBY+1VArQnGlge3sb/d4QQVASv77xOEKvF+H7X/dGvP51b5J1gXEME3DKV7TKgeqqhx56EBubj4taShTAPlCrV8VjtVafM6ry6dB4Oh1PNjb3bDj4CvnzbseKblCmiTsFrFzP9fN5vofbP/85vOfP/gyPP/ggZoISSj4b+PUzAK0bLN3wFUusZuhheXUV3/4d34FDlxxBp9dFtVjB6sqqjBV7zgWOWL818xHz8DK/qcqD1ami/exbJq/Q2nUu9oDVXWdULFTy5c0Wsp29jbf32oVC1ou1AiCo6++M8dkvrmMzqaLBRqxM9LZ6SEIXjdoEL3rhIlbmqQIysn+qyy1Y9Sb4+AduxVt/4hb82ft/EjdcN6fN09wEUauAL39hHQ/c9RCOHlvGja85BqfA+IXJO9rPMBEFeNwb0H6K9wobs3O2nUgrKIGonc4It3/+Pnzik7fj0Ud38PGP3YE3vukH8JM/+0ptlkeRw3iAeMB4PkY0HEm1izQGGkbY6WgH6UGvL0rBbqcryYpHHrgLt9/2CUmsEawyQape36pMzKvfVGXJ2H8iFU+v+pZvxqu/5Vu02aFVeeV8MmznaLmfc6Xt2UadKfy892puqO3dzOdHoa3tyN9fhLRUD+aTIflxpP6M2kDRLxXRjUKcPnMGV64ekFL0YsFXUDlhc2EfX733q7jtttvxXd/9XVhcXJQqnC/f9WWxGzt6xTFNTMn8ouCB9z0FBPz3FDzpXMS4kKBSIKq8vsazAhCNJoGqPAIkijZEEFMgmNQv+Ry5Dt6iAM8Uq1rFoIkXreJiAkaU+eK36sJl0teoVEW1Kj6mLP0viGejeK4ab1YqUnmtdH2agnALWQmI+cXXYxzXarU08SZ7RwdBSavpuGbwHHHeoo89YZOFRByXXMOiKBRFH+d/WUM5x+UBzT8RWP21d75doC/XMI4BAd7aZlfWTjtvZ3tQG+fYKqBcubR2U9f10ypW89fJvoZU2Jn1wZ47+W7WQiYXVw4dxQtueimCUl39+E3t0oUFKU+tWL2w1zLjzSQuzvfcc4JVE1Pmx4x9/nSNkN9qKk3ixz3vkKvq4vooHquTBMNeF71ux1TSaBxFxeo8FavVhoBNl3PlrrjRKlP1etsyeYXjZ3/l4zcb6+9VrMq9nYeHxsrHqkU17tNxbuMwKvXzQHX6c703rL+qfLc9EIya1R6zrV5ipY0Fq3bOoWKVY8keA49R7nujjpYkjvnM+XVbGipmso/p+cg/Vj7vntOVn1/ts+zxEf7IvWW8YTWRZ/mWqs9pBRCU2Cybsa/GSyxmIFitNxv4wbf8/MUM2a/b5zwLVvdc2r1gVRWrhHdclExBh8lCcnMjvo8sjRdh5jnAqlBZswpLttOabtMPScvqOUgFrNJbU3xzVO6eB6sEczNFF/0xPexiASLRSMEqrQAYAFDn6QdsV6MeGLwB2EyCN2lnrGBVQkwGc2kicGSmWYKTA6u9WLt+8zkKVn1QmMHsLVEdoRY9PwlWWbI5VcWkiFIXUZSIN+j8TEUCQwJOJr1nqyWBmMx6WsVqs6iKHIJHC1ZFJ8RmNBasUvFDheKI/pIGrBZ9UQVrt3rNoIu60sBWqiI79KOMYikBKxVVsUqwmilWDVjlOSAwpxKPgJAl9aszXMyl2ES7EcvmVL1FGAANRim6YYponGB5voJ01MfsSg3HrvJw7IoVfPrjW7jryy1U4SEKI1lA6CHaZMkrIIrV7SG9uwhWa+JzRQDdomLV9TKwSoAspcuEaTwnpps8x1ORitVSmc776ErzKtEPY7bio1pQsEpF3RY9eg1Y5UDc6gxQoipaNrLalVjWSxMAWgU1xzIDRfEFM2CV4mOeU16jmbKLOseao+fNKlZlPIhiUr1TuWhyQR2L0tl4V8oeR72K7QbAglV+FvEeNmCVvsL1wBWwShW2eqyqYpWq1/dvPN12+uy5m1YA+K1fMaVs07I6WYvkdPDeYYfTiSibIzdGJx1iM+qg3W+h7Mzhb04+gtAt4Ew3xZ0PnEapyjIrH5vbHZQqTVGPsXEOy4QOHzuAEWLsbLfQ3w7hJmqvEdPqouSiUm6itd1GxY1RFmDqo1KpySZoMHbRifri68t7cP+Ch+ZME2e2+3ARozD2KaXHVncg3laLC7Ny3rtD+l4x2REjHXuolV3cePka7r7/BB7tjkQByzQDbTKoWuh2B6IEtipVC0kUqIl0BK5Dd9IA6WiIRW+M69YquGzGx7DTRWWhhAOzdcxXF6UhUacX4Mn2OtZbpzB2Qxw4eDU+d89J9Acd3NWO4UQp5otscufg8oU5BM4IadLFUs3BC665EleurWHQG2BmaUEC6WJtQWDwqSeGuP+r6xjFDPo148z7VJvsMEhT1Z5uflQ9JsoZm9UWA2luejUgTghWS3U4QU067tp7wYaqWoamXZjjMRWrbXgEq1IEpmp6hY3ZM+T1p5pXDUkbfZYIKrATz1QRme4umRNv0qwk2o5ro7I18FKOT/6n6ppMBSQbegOQxcpAFUXqR6ZfohtVCa/5Y+GobT84vVdyT9MsddaVV5NZVhkgd7C8da6cS4SqpnNY1pHdKKNmmghmD8BtzsKpuvDLVbi1Bpwig0puMH0xV+DmLmq3MNrZxi/++QcuOAA7fsmBTI1gN9EEgFTASHArQaR63aotj5rxczpkKRihKu9nKhlsUMyfcw3R5+h5ZcDNP5xL7Vpog2QCSWlkJb83SSeCXfo9FnyEwxDdbleUHKoS0gDXbujsh7Y9ahiga1A/UtUoK0iiGLNzS3jlq16Db/ymb0Wt0ZQ1mHNjHqpaWBHUyvibj/0V3v1nv49k0BdrIHpgM87hZtkG99l9b5JeFp7aY+PmgR6i9tzwWK26VSDtOMLS8oJ8llMn16XkWZs9xYjCMY4cuRw/8zP/GiurB9BuD6QaSJMfqljl6X300Udw8vTDKHjanCUouqhUKwJWG82FXWDVJisudKDkN2Z6W+1eT6wVgP05N45+UEA36uKWD30QH//QLeht7aBiVL28fSWpYhQ2vKaEExzPVNjxum21trF28ABe94YfRL3BZogulheXBLzaTZTAbfEBnoLx3cDy4q0A8skGeU0DVs8+d7Y73tnHMG08NFXG7H3+MwWsFwtWJ7RBSV2MUw9j401PH3jmOLptBxTfVauMUZk8Nd6TIrRXexMqTz/6vs/gx97+MfzJn/80brxBLTEEriaBjNevfOlR/O2ffgaH1vbh5f/n9Zjb1xCrrNBNEIQO+ie3BPwX9zWR8HoZSxR7juV+liS3g9EQeNdvvAdp4uOnf/47UChQMURve/XoPutLrAXyRbnTR3zwfZ/ET/7YL2C7u42UMYNpaqhVXFNVJp9hrQC4ToajEN/+Pd+Dl7zqVWrHZOZyndRsAtLYapikeLZ+2GoIxbG6puRLgc3ftXx0eg/Y5+crmGVO5mMEiiq0sfO0HTfaX4rJMYoYItRmZ+H4ATa2d3DJ3JI0gGN1ztLiAkZhiI1Tp9BqtcVqiQpwqYLCBOVSWeD0g488lKny9b0UEIjqN/c59H0N0DUWL2J9kYxx8sRjWF1ZlgSclN1Lw8aJJFoIXuGqLUr2+U1cbf9NZWqmTDONB6XnBv1U5XcK/qR/hQGrUyUrVaye9IdgA6u8gpWvKc/juczK4/UaEOjy99na4jhod9qaeBOvW520NHHEROFYFNPD0dCAJgO5Ep3HRK3HdY8JRQoc9jTryVsB8P0vVrH6q7/80yhJApLHqPcHgRH3I3xvrfTUagqNh9Tj1n5OmUszYfTZVgD5ddzGu1nvMaNQlfsnZwXANW9x/yHcePPLUawQrHIeVlOoC/v6/z9Ytfd3Bu2yIPc8ey7GT6IWHsNLxwJWqSTnHKMJ6lTECPPL++DvAavZe+3xMs+D1fy6lT/X2Rqe2S3q8VlwaGOZs60AtKyfe+A8ROW+SZtZaYOqfEOrZDy1vsgAK6snKbw4F1hlQ+CCJj0snOf7MTlGsMovCzSzeUEU5lPP373jdPc4s3HAdPxZsJpff/fGOXp+NP6V3xn1riSYzXWWH4vNQapgtci6xRSTWPcAHPWNmVnUZxp4/Q+/48KG/9f5o58Fq3su8F4rAKXzugiLpNsYqMvmTAzjLVjV2hkqVgk4WR7EBUuMgA1Y1YyP3ZRpwyhu5qQBBK0ABKx6ArREsZrQv3IsMJWNpGZKHga7wGqMiIbLDBoFSKYIitw4qlecdA4uKljdrVjVploMO2aaxcxjdRR7ELAq5uyOAN5K0VMVrlGsEmrxuOS4DVhVmb76X9IKgI2XFhplWaB5/ISwM9WSfLYwHCHiBOtQgatZGgWr9MPjmVMYIBlqKlaNxyr9OWlnQBPoinTM1g3MXrAqJZqOh244FhsFljqKxyoSCXx4LK1+KIC0TC8mNg4LXDmH7WEizcLWmtpogBlrZkp9KRFWwMmgiyCdClFCiqXZOobdHSzsa+KSoykuv3IWd98zxOf+vg1vMFLbBF5fgtUy1YGqWN2mGhEpVmbq8CcJumEkitU8WBX/V4JVaZ7DDBI9skIJaTOPVU9Vnl3jsTpTDUSZSNUzg3lVrCZYm63IudrqDOVzs2EJYYBknA1YteGyha2ZFYAtj0ocuZ58/FzFQ11KA+g3O7UCkABFlL0Eq9p8SxYuXmMmEYxyznrKaBBoMno5xWrMlkFUS3lpBlbHo0QapHEMhgSrkxTvW784sDr5rV8xd74JjIxHn3T9FUXaWO0gCoX/j703j7fkLKuFV+2p9nj2mXruTqcTkgAJYZI5CSEQZBIVRHEALjIPgggiOFz0iiKoKDNyVfCKKCCTudwAIghchqsgIMGEEJKQpNPzGfdcu6q+31rP+9auffqcTrr1+wey+TWd3mMN7/A861nPWliLe1iJ17E27gowvenEEP/ePSwNqq9ddwI3HRqgvRCg2zVQOKzWsdbpY9ijdlqAu198nsBRGnh1TpD1GClg7FFuoDDG/Ox29HsjpARtqxWsrA/RoCMsEwrRYGL0egMMR2PUKsA9z9+FaDDGkdvXUSylKJQq6A1Nt2d+tq25OWARRa1o1EYmwN/Fvc/eSVo6vn3wKAbS/jGtqVolxJAMhNg0KRVMuhZUH5yEQYyR9C+BSjzG7kYZ89UaWjTMKw4wqsSos7V3XMHtSytIowTRuIjlJMXdt1dwvDPEvu078NMPOAe//3++iSOrPRmgzYUB9s1Usb1WxvZ2iMXZInbNNXF2ewHt9iIWztqLaNBH1Imwur6EY4fHOHaU86rj1E0tYZBmahLLzZZjUkGUWrTseefbJAayRRNOl46M+OoMCpUWqCdi3cim+qag3PQRxMqI4y7S/ioK/Z5ALconlAgg5h5ZECr2p3+kmGPxwSeeWRDO43MgJZm01P2zyehAUqNDKTD0hiSWgbo2LR6D/w27Dhy/1hblkltDYbMat09ojWrrZQwcU1ZbmIQHnLSAAb1xwABsWv9T5+L0rPwRmDSssaXI2J+A8wQWHPjcrKIycxaCmVkEDaBUq6PQaCMIjXlUQAUx9cXjCKO1dYxXVvDrHzp9xur5B/Y4qR5rz2IS6lvaLfG3goqBYAamDp0UAIF0soGI8KnoGYZiW1rjCfdpYxrRlIn7uwXEzojJaWWFLP4VqWdnunUEUvmo1qsOHLXgXTpbbh/zgIRn2k70t+xeeoaTD+C5B0obVxrwZVx00b3xuMc+Hne/8L7sN5kGEfhMqYReMsYHPvRufPpTH0MwHKNSrGDEeUIGHnXiN7B880Afr4Nnq3r2qoL4zDTPwFW+h+AvNbnm5toCj6nBrJb+QhG9fldj9Kk/+zQ88ceegnFMBjHnh0PpWTQtBDh48Fbcctt3de68fmFYksTArl1nod3eJhfvKWDnDoJ1D9xkyYTfAabYatNgEZMPDzhwHNEwcDjs48Mffj8+cdXHEHf6aFRohhQjoNEj/zgJAEvoqA1ubBiutWQpBsUAa50OLrr4Xnj0Yx6Ds/adhcWFbeowyIMuBFaljryBrbPZv/11OJUUAE930+86BbBKHl+esTr5/B1LAfz/DazKNZ5JuwOP3IJt9yIgMMozZrzC+Wrzk9rPlGIhsErQ8hN//zm89JX/hL/78Ktx34vr2jsKxRiFcYBUhlQBovUCPvmez+PgfxzBI37hgTjnobtQHJdw9Jobcfia70nz/cLHPQzhYgMlFvekP+vW16y13uRW/ufbP4rOGvCyVz3emWBVCXciKFQzIlg+ojFlbFvDMzZyCvzvj3wOL37Rb2B9tIZRMkQUDwU4sZhiCfNk3PAQGEtwTlEW6pkvegEue9QjRXIwYJE65M6Y0BfffOu4g1A9OGF7ke1Bvihu25r14qpwpyKgFRTzBTfGU5PPOrIJP5rbKl3J0Z2x72yi/IKBZtXmDFpzs4h7I3Q7HayvrKC7toKwUkY9rEhmiWxfGt5VqzWtmV4G5tiJE7af54au3Sd3hf1emTG+nJZyYj4AS8eP4KN//3486pGXo1lroVpzWqTsoHMGWJkr/UmMVesEEbDqZQAcYChgVXuIyQBonRd7zYBUD6xOgNRpvdV8i7s4qN5Iyx2DxddWrZLWKskdy0tOVkb2iTouvo/XinsW97tBNGn19yQM06A0YJV7JiUAJm3PTmPcFQj9enOmwOofvjYPrLp75Lo519ZWNXZpnOOLewawOsk9d+4Z8ccb0jqpBLOdtIdfp6yomD1rhV6vlyudUMrZDDC3axcecskjUGu0f2CA1a3W6vyemUl2bKXxmgdW4xj97hq6XOw8sMqYOyhhYcdulBttW3toAukBW6uOZuvdJP5xZn6b1Z7yhZ0csJoHU/NrVyYvICDU5ACsC8VYqBsZq/7fGbhKEtoGxiqlANilw4KWlxbIz4mK5AatIM8xxNcYE9EUjsfm16esOCIMZDI28/cmyy/y98CxG7TsuoLuRIJkEs+cVDR2wKq/JsxxJiQUyztYcOf3UmO1HFZEAmDxUilXWtBa3Gg18YznvuoOoq8frpfvAlY33G8PrD77njSv4qA0gXdNiiLb7aeZKQRXh96EKjWNVaaRZLdyA9XEZWgn5l9+ZSCVmuxPa+uT2aKXApAIOVuekZlX0eV9tkZglR4sMVrNirVXU+sm4TdTE4hSAExQzVE4GacIK8aSJNsz01hNTWOVrfmUAmB1iW2o1AMlsCrKSMJKLNCoUmOVAKS1EkljlcAqA9ScVhGjKrpDD8c0jAIWWjUdH9vUeY7UFyVQSHBowM2ZDvahaXhGY4Iw3gzAQF2ZBxWp8VqxduZhhO44QqVY1vdQL0q6O46xyriBYKJFaUWBqp2BA1ar8vVGuUwgO8VKp6e20zywOk6L0gpd6gyxZ5YJIANhM5gKpcnHoo4lRmTc0kSMLTU7F2bRW11BY76Ce11UxNnnbscNNw3xlc8dRW04Qi+ZaKzOEFgNAiz3yFg1KYDdcy2UkthprI4xDiaMVR6fKYIZ48GbV3E0VguBzKsKpSQDVnm0840QM24sMYY8MWCbQ4Ld8w2NRTJWCXBTW5YRpthUOcYqEwmytPjwjFUzrzJNYN5PohHz9RKadIMeU+OVuoqmx+YZq/y8uWaz3Z4aq2ONDa9f6XVzTG/KxgFZhJICULu/tUUQWG2WA8k2jEZOCiAxKQCCfB8+cmYaq3jbH7lkwCVAbHHQfGdSRIAuMoC/EOD4YBlraQco0CwuwCdupqZuCeujIf7hC7di0AvRno/R6SZyqx5Si5XmZqNY2m4H7nYAS8N1oFJGOoyxdmRJ13ZI0DOJUA9boNhGOljFKCkjDeiwbU7TheJYrCWSSwgmc4NfbFWxZ3FWLO/jywNUKsaeXFvroMqFpFDGWi+iB5F0hAkOR/2hTMB2zdcF9t+62pGECX+XRlaMR3vpEJWg7Fy6cwujA584vfj7TFIpycHCA8GAQTLU+hGOEzT486UQo2EHF2xr47ZejHorwt12NvHAA2fjHhfsxMve8QUcXu2iXQywv13H9nYFDQxxDvUT50O02xXsnlnEju1nYW7XHiTdLm654XbceuttGI0qSOKq6a2pfmrsHAsOxmK7M4GNxbK0e6sGMrFOjZ1lyKOZKY0LJRR4/cMWkSfHvhSVxrEy+Tlr/U4oBTAgY7UnGQkCq0zAJ2BqDmSVkdsk+ZzrmUHahIVjTEnTgnVV4tiKHRPzKh6HaRrZ2DQ2lddT5XNk4Fvwz/njTo3n74zZ1GblMlfv/KxquDOV8sfO3xDrwgOuTkeR8yEOhgbOOjH7DMRRZ8OEda41wkG4Zg5hunK85jpLXnauTc2zEDQJrCYo12soNOYQVFnM4veZji9lVsadDsar6/j1j50+Y/Xc/Tt1m5kg8uHZgAo+BZ5Y2m9gBIHcMXps1Y9YFOUmbusj56AM3YQamHkJ9wYaQvZHQ9MEp04p9RNdkG8th1yvTCKA3+G/qxwa4Ml/s22T6yC/x9iqFhjb+22ucX1m4M/bwVZRPU/XZV7fAp+3RJ0B8KA/wr59+/DYJzwZl1x2pVr4yeoSc4vFvWqIwytL+F9/8zZ8/V+/hMKQ2qtlxBSP1PC0QicfebDUF754Xjw2tZM6Fq4P5H1SbomYsa/YCdJo1gVMHz50VMdIdh8Zev1BDzt37sV/+2/Px30ufgCGLOi6MUiGNLVpDx06iJu+f52167LzpFZGjcDqzn2Ynd0uYDX/sDlyeoU2n3TZuD2Zgedb7n2BaXa2jS9/5Uv4q3e8FUtHDonFob1MgIVp7kp/MpdEeWMz/gRBPxWTEzP3uvTyy/Gkn3wSdu3Zk4GqGbgtjdVJguXPdWMSPJX8nkJjNX+tPGBghZbNWv11NUw7WWZNkz/+Hm9MlTZLzvPP5e9N/vkzZqyyyErWXZFzmGw2W79B3cOUMR8fDJi5GhljSKxMMVi5rqW4+oP/jF9+1WfxAQGrnOuxMYXjsvZ+rs9RL1IB7YtX/zu+/I/fwD3vdQCPe/Il+OonrsaJ625FUK/8+korAAAgAElEQVTjAU9/AubO3a5YjsC5DcMJX84zUt/8xg8hLG3Hc3/pYdZREZOZyPU1D6z6whbXHNOq9ti655L+/fs+gV97xWuxHq2jG62bDJNzUM/vO76QJoiT1yiN8byXvwwPvfzhIjMwfrMc3WtuT+aPPrtRfsZH/a7457s1JvfWf366vV97R6btvWHWOmzTxkSu+4NkFukAxihwPSUVOSihyLZ1mUVZ4aFP8IZFYXkBcI+dgKUqFtFkleur84TgHiqTykyb0YHQ7tBp8Civd44F+lIUrEi2fOII/vydb8PTfu6n0QhrWk/VxcZExRkclnLzRGuj69jwe6EZFzuTGv/fU8CqAakCWrlHEUh02qvTwOoEXPWADPcl3yI/AWBcfC192okZDs3zbB9yDzfAvBQA/ybw4xmDfJfk4hywKj1waVIa628KyPovAlZf/z9+2Vj+PH8RMgxgF+nImQNyP7K1ybLrzJTKkP1s3Yqdsa4HWvPAqmaqI3fcGWB1dudOPPSSK1Br/mAAq6cqgJ0OsJoyv1OxK0KRGr3dNRlYMfDze158KmBVgccEWPWgo2KRnMbq1OqxBbDqY5ipgpArAgv8lNlUXmN10vp/ZzRWp1msBFQnGqseVNW8SBJ1OW0GrDLu8+fI4/UFFPNXyE/NfBHAYVFq67F1W+QLETxsrttau3F33qQbR11+Pq43trEF6fnnuG5SMrKdAavx2L2eBqjPtFBrNvDsF/zmyT/4Q/zMXcDqhpvvgdXnXzjnAu3pASnmKiuLxB5dBTaRaRO1To0JKMaq0+rjhu4njZGNGBw4V8OMzcCc3txl2aJNraBy0bR9OqMYvcjaZthOT3AqHkdo1kzfrUNGKJ2vSTkvsH2b2jum3cagglUGBp3dIQFOxphMwqztsJgSAK2oJZhswnFQQj+iU51ySEkFULOxXqHuqwHGBEFNA9PMPziZtVmlMSIUMWAiGaRYbBszpzegaVGCVlhGs0oN1kjvIRDUDKkpWxZzh/qpBAcoVc6vjQhOl1I0K2VtlgwCaX7EVJiaqdaqP6l683pJR0hAAnUlDVhlsEEDrmJgLGICh53uUEAgwUUGL/ws4gI64xjHOkNsa1fF1iXz0qQA3HrDNFyap8DayK7F9vkZjDrraC+muOCiIvaftQNLx0v4x6sPIRj0dJ5KrgsFac/yd5f71Ookk5CM1QbCgt3H5f5Y15C/TdZvI2RyYK2EcupGgFXqslByolBEuxqiXEywNqJ5FRnQARabVRlL8dgJxh7vkpUA7FlsaUwsd0YaJxVpA5ken5IRF5xIdkBaqKnGEsekadnyvhekBcvFe7bGNu6ygO1lslgJVmTaRDZnKtSAotZfnAo84PWSa6fnOjgtQAMTCAwlKiTw0vAeMl6t8U/ZpABonjWktiAC9IZjtfx95EieGXjnVnJKAcTv+CMjkvN/2kycyy0hIHpscaMqA+vxOo4P19EvsXAQ4YbblvBvJ1Zw1s4QX7v5ML75H+sI5hvo98cYjgZotprodRK1yRLoqzdq2LNvN9Z66xrD7fYseus9rCytqHVEoIxsh42lyO9gmxeDVm3QGYkrRikoIiLgWiqjVa3irH27sHL8GJa7PdRrIZCYuQBBIV4fsnY43qgFKLZKt4dKsYSL9ywiHq3h60fWME6rqICJAzAgsFpyxSAX35Dnw7R7yIvFNYPFIrEfiggJBCZjDGTwwvWA6xe1hcdYqJXxxPO34aM3LWF2oYiL91Vx6eMvQzos49Vv+JC05/bNt3DR9gWsLa9gkK7hIedtx/0PLGCIAfaF27DvwD1RPbAH0aHD+Mr/+apAGYLQvQGNFBKNg4Q3S+2XBnxtDKT8axmThrOCbaDpWPqJCdugK3UEBFbJKpQGn42/zA/KSQEEUU+M1WTYQ8E5ArN1XaNIoK0ZuHHumFPsJEltk9XtgkADOw0QNoYZx75muiXjZA9SMlkft4TQVN0oCSI+tXOjDlBg1dm1K3pbB34HNXjtWpgxkL6J8zoxTTWCcpK8UBu/gZ/lgLq1jvkacOxpImTgKdc+aSwp+eUkJZjIEcJ12bGRpOdHE0Kv9Wetlro3gsGrKFVrqDbrKDRbSOttpPV5BBWafxhTmutATPOWwQDj0Qi/etWH79zEzr3rvLP3ZlpxkgCoVEwXKqKepxVJuVwJdEyBQT+SJjjfG1ZpNmQAK/90B2SWp1qDQhYp4gS9/kigtuSBXCcL1xImttzHaHTnjZ74XQTgWISIBiNra69YkU2afw7EppQHnycQSWYMGeieAcF9nAm2BzSV8Oi3JsZK/B4VPpDisY95HJ717BdjPCpqvrDQMDc/h2/c8G9471++E9+79j9kzicgo8BkaAKu+cQ/C9KdXIxP4FXwca2lHoD1YKuub7GARr3htFJTzLRb0uU7duQ4SsWKWJ8ci5RGeeQVj8TLfvllGCYVSZlwpI5TgtEVHD12HN/93jcQRQMUOfdrNTQaTWzfvhMLi9un9AzzoN2dBVj9Z/h+rz9nz00KIgIjGBvFMWpzTcTjEd70+tfhq1/4ogE7DvRQq6MDGQwAsXXUmz9wn1QXU64ll9eOOpBPf9Yzcc755+ln2ZGjMSTgXDvvpizTSUFkssacKkHm1CCreiO4ecrvscAgh71Mikj5CTn9u5tkdHcwe8/UvMqv7Vkc6Irs1qkwRYTUERDcpKEUi1VWzCrg/e//J/zWb3wGH/6H38I97lkzMFaYjI8lgX4vQRxECCspbvjXQ3jTb74H+3ftQDk8iM9c9WU87ZXPxE+87KmoikFNEMCKLBZWOYDRgX5v/e2Po3nuNjz95x+C7123hE5Uw8X3raKkFm7uX5Yb2AGbIanWcUm78KgKAvv++j0fw3//nTdipb+O8biHYsr93swMTWvVFwq8vIjFcQQCn/vLL8WlV16J7mBogLNMDi1J93uGZ6Nqb8ntY0ZMnW6d1ye3qGdMz0uXtOfHg/vgVgUR7aH8bidToGNxT03/qB2Asf5z4LAX87dsbuo1fxhTx+iugw0D3rvIjKUKJSwfO4Y/f8eb8Iyffwoatab5WSg3IPjq9Es8kOpykzzAqW4gRyQQa5UbnvKnkmNdm7mVWt+5Tjj2qjFZjcXq2alcY/x6vPHvrAiSaycWsBNYOzyvw/LyknVLeEKBYg5r+/WgEQv3ZqhosYd0vWnyo25Ie1/GdsuBMRNwzPKAV73whae9f/MDv//bv4J6nQVXq3NyVpAR7NckfrcuqUND9foUY9fHOrl1S/GJzS/NTcZq2T2x+eWZqgawS4wiA2i5XzfnF3HJpY9Coz3vCtGMhexeTj2mmJ2nm6dMGOQnr+ubf9dWK6+N+s0nqBVzJ0c9Ma86XWkDyA9C0lvjkfLPQa/jzKusMCxd6kIBs9t2ImzO2nT0OkcZazWb3K6Qb2PypHNz61L+rKbmsWL2iTGTjV/7twc+vXkpAUVJQbnWf2NhG6M1r6Wq7s6xyQOQ1W2xmUkF+DiNBewpYFV5sDNndjJPGWOVLFd3TIrCnRyHUfAmY9SP1fzfW00o3Wt3sbL4Jrc450Fb5T9ZzuQMXl2crn2Ax8bCGwLMzc2BOs/ROFK3M/e5mMwddoIUivi1//7GM5rjP6gfugtY3XBnPbD6AppXZbp8Nn19RVUtGhnbiBtSQXqbdIsPyWp1bvLcRL0enaqQG4BVfitBN7q9k91BFlu5wLbxsgApJkPdUYIOKXzSKQ2tnToeoVENM2CVL/MhwIxB/QZgleREJldkrHInEvOSiSMZjk0Clw5YLZQwYpVSzvBk5xJYLaFGExyyAsgRI7CakLW5ObDajwgiJlhs13hyWKfLe5SiGRIMmgZWKTnKVn1S6bs0CyKwqoQ8wIiswUKMRlhhU7gm9GA0lhNrrcJAxIA8v7BS+q6khMSAgm4UYb0fCbQisErYgtdYrxFYLRS04BFYlaatgNUERzt9LM5U7TWyS3QvXXuxNk8DVldH1t6+Y66NqLuG3WeHOO/CglxJy8Vt+N8fuRFxZyAWL8cAQcpWaIyKlUFkwGqSYGd7GljVGCqR+RxkwKqATjIaaRQlYLUgjdXZDFiNsEJm6jgQm1HAqrZSB6ymwN6FFvqDgfRQqXUbMpl2Rie+bYBJOsFKJr0EHjywKqYdQYm0KGYt50G7VrLziVOsjsZTmn6Gb0+AVdYWWP0m40DAqnPddniuY2mdDKwS8K6WUtTLBjaT7UwZCYJL1LklSP7hw2fGWE3e+cf5gh9p4ALbxgkNX0ooSPJiiLWki6VxD90gwfpogGtuvA0HBwO0Z0N85TsHcXgpwbhWl54qA9davY5BL1U7moDVegPbdm1DlEToDfpKZNimtnZiVRqLav9UkG0MhG6nqzZkYlFq+XUgmtpleB/GgYEWCvhiSQd0h4TjGdxbgK9knm62I4jVStMDBokELkh7nikFqFbLWEm4LpCdSzMA6nJOWOD8OYKknDssLBDQJyuPwT31yshuCwsVGe/pKIUEUi2wgJkicM7ORZyLdRzpD7BaaoECc6/9tZ/Axz/3DfzdJ25AUCmgxnEyHuGsGvCws+dwnwv24fx921FqlNVqObvtLKRzsxgcOYbrv3wDVtfWUaREQoFs/UTGFAQjNdKVs9k66VvlyfTLDJU821PtoJXMSXlMJkfYQCFsIKHxBIG9gKUxtrPbdymxYKIsYHUNGHat8iRglLqzFgj55NSYEgb7+n2j3XXj1AE3FujydWvD51hOxQxlxc5JAfiAUmDqxGBDrvWuUl1UIun2GQeK8jdjGV45J2Nv1qPv47EySzH3dqWbWjSZcHD95PkrBdd7xELXqdqeYDGaN/cg+Gyceq/DaiuPsaw4Xjnu+PDJzDClMWGKQhii3J5Fsb2IoLGAtEjetEt62JpFo6PhEHEU4RVXX3Xa8dfd9u/JEsRJe7rXVOVQdZqnhYIC6l6PRhzUyquiSJa3Y45yLg1GkQpj9WoZtTDEWqcrwyW2tkvJN+Y+U0BYrhhbepyiR8kWqzYZ857MRq6hI9NszZJBL4Oi+wvU6zXNs16vJ7MariMCMsnodyxWHzBzzOjaukTcJ2DerfkBD3gonvH052J+cYd0V7k2fflbn8ff/fVf4vCtN6OUGjudRFgWW7XEeC1Yx6bSWu0Sa/6WB5t9SxtfM81Ytv8bw5ZABKVOCCQyeS+Vjena7w5UXDJH7AJGgxH27t2HF77whTjn3IszFpIHVk8sLeO667+GUdRHuRzK3KlWbWD79u1Y3LYDQck0STeCMqYjPHlsBdpoJLvW5mljD5eKunnGAjQzw5lts/jMpz+J97z9HVg/QW1NA5jVZqs5aK2Fnp0y+V27TzIgc1qIeWbwk5/607jysY8RiGFGLQRXXWJbuGMpgPy5ngpcFas9n2TlTFo2u0amGzid0ua/f7Pf8tqrpzNhzxRY/fiHPyUQulatCnQnK50ayuza4vXL9CwJSkkPM0DAAi4lXMSOD/DRq76I3/+9z+Oqq34L59+Dloom+2UOhlbQ4p7N+LleJROihIPfWsM7/vjP8eXPfg0rnSN40Pn3wFNf9Hz8yBPvgXqriKAyuWZZMU1PpXj9y9+PvQ+8CD/75Ivwfz97Ez7z+Vvwopdfim2zrkNChTYPilrhTd+hDc5AV3bC/MW7Pojfe/3b0E+oMzsExjSfpPEnwVL7LVunJwANY1ky83/xxS/GFY9/nBj6BG79+u7nQzYvNFbct206pzZ/fbOxNA1e3vn5uZmWa/44N/73qf99MiC18Vin5oe2sEi0cQKrK8dP4F1veyOe/nNPRrMxo3VPhUm3Zk4zVE8GRqaAVbe+qogVeKPHaf1VMvI9qJq1CTuplbzuqme4+33Fz8s8yEh9br9XeGCVxTsVO103Tx5Y5b7n26AtD7Z9wACkyX+fClj11/I/D6wa6JQHVv13bwRWuX7m1yXPUM2uiQdhPZroljiB2bkuG75fBRpJm02Yr7wmtfYcLr3sSjRnPbBqa8TUFDmpXX4rYHWL573kRoY75FfU0wVWt4JVT16l/1PAKoFCGZlF8oMY9Dvorq86U1mOGTNRbS/uRHVmbnNgdQNj1Y+vqSKVC1r93Ntsr7cONctb8+N3U2A1V0zwHULcizeCqnlgdeNrWwGrHBTUWLUCvsWcfC+7Vfqum0q5k9t3NIc5hl1st3GP3Wp/zwqkZrWwaecOf1/X0S2/Hli1a2RxFI/NFyx5DRl/87sJrFLPWOsCZRTUGUDCG/PKBK/5g3eczpb/A//eu4DVDbf4ZGA135riYDuJWbtWeDE3A7Hxhikd3QmsGmOVFUmOYQ7GKWBViyVfI8PENioGekzOJsAq2Ul0YU8FrnKQE1iVZmc0RK3KVlyI6UiMjg+CT2Q8sK2aAKkYq2ylL5LhN1IbvxzZ2RhPMxxqZTYJXJIlmCIulO1zMqYy2QOaLlXLJVRKDlh1WpkEV7kh22Zt5lBs36bJTjlIsEBgVaZM1HtMxDz1wCrfw1+vV1IBq2wh6CaRAgxW7qVbm/LfKVrVEBW6J0cR+mr/KBpj1W20PkQju1FaqFsAq2yO5QJH4KRLFiedMCnPUKLjfJFIRAasLrRCaaKyFYjXSK3wYncaD0KMVWlIJtg+18a4t4bzLprBPS4OcfzYEnbuuBs+/rHvoXO0q4WHixYB7zywSsYrQa4dDljtDscytKKsA4FVAvRkCjMY5v3gteH3rPQH4rVVCazWqmKsrkeO7ToGFls1mZwRGuJ2f4LnigC75siq7GO1P5axVbVIoMRVqTkeXaWdrFfplglYJZvSABJVqNOSzMgY5LTDokzKiLasyRWR7F6vI2PVQTpwszWKYDbZxtR6JdNRkJJYFTZuuXAzCeeNpxyD1RE4FwqolVMxVsmY7snYypiKGsv/CWA1fScrbC6MEHBG1haB+1gAEwW6o3SIXmGI41EPS4M+bl1bw/eXTgj3OtLp45obj2MUFLE0LGBtpY9SJUC9XkW/R3YtgdVUYEZjtolChdcVYsXVq1UMOz101juqAnp2HJPDTm+oQoOATgYpjuHO9kaHraJSDtEge73bMdYhuBYYUE/ZCl5fst7SoCzXabGRxTK1YIOMOwaLBHC4uXLOq/VMLfTWamVAYYJqEWjWqCEYoEPWsXSRSOaVmx+GHBvOQErVS64ZaYwds03sm+1he3kRt6+10KyN8cRLy/jCt4/i09/qiN3DWD8sRHjkPRfxhHufg/lWE61mDY1mEyMO8l4BK2sDULPg6PERji6dwEitdyWERIPUika2pLVqG2bp9ES9huoEDZwwOGPOJTIyx0jI4A9rKIYNxKWaQEG2m9l3On1VVW+pBNFHQmB11JM2lCVxZQPGM91UJsP8Y4xQP75nu2ZZpeTAaUhzlHMd0i+xkaEwEvPBpABMt1phkoBWK5Ww2OZZowSDOOM8kGSSAXasHtCcbiviBeL4YDbBuei+3++BTnDUEgxigh5YtZYhgagqLrEIQgoCQXkaEvjWICdFQKCYjFkZozgeidYXMmk5xsaIOd7qLZTmtqHQWETA1k4X9OlzYsaQMRPjV/7x6tMOxM7es8P0o3NJL/9tgCa7IUw3j8Oj1+tjOKAhlGnmcZ7wb76Xa2Y0jtGs19BqNmSS0iHz2xkRqWvDGSNy/aO2OZ29Dfg20w0WNrjGqYvEJWkerPS6r/44aRJAAJEaXGzX5DFXqOHJTolc26VBJwaoG7Dn2/eLqAjgLaDTW8eFF16Mp/zUz+HAgQsQhk184ov/gA++76+wevwoCknJYhQ5nTtmXM6dNgNwXXLCc/AJvf89ngfPgcCpT8QFJiNAo0Gd9REGw54Aa64pfYLljEtozBIYqH355ZfjaT//Qq2FfPBc+d+UNvn2df+K/qCja8DvqIY1LC5uw/adu1Es104aF75ot9mA0Rj2RYYcU86zPCagioFS/hw5cmuNOlbWlvGmP34Dvv6VL6ljgHGPf3iWmI5fTBcWhg1A98k9XzMpFdv4eM2YYN37/vfDc5//PMzPzztGNXX2KdRkpql+Dcn/Vv5c8ud0KmDVijgnP/LHPv2qkwfJPXlHv2Utzye7vJ9qAp8psDrbPl8AKgFumas5p3QyyzkXKR/BcVOu1FBmQY7zuz6DIlnhxQrCUohbjyzjppsX8OlPvRJ3u6Ci1nMPrCohd3NjNByjXPYltCLWjo1w9fu/gg++972IxgPc92FPwROfcB/c+0G7UJw10yR/HTwhg0PqNS9+L+732Ifgxx+3H0cPR/jkJ2/Co3/8AmwnRuMkGRKyJBUXcT89GVgd9UZ425v/Gn/ytvcgEek8QhoNMBoPMExGCJxDuxXOJi3+jCWH0Qg//9zn4gk/9WTJa4njp4DMAbG2qdnoV8Bxcku/DUi7o67ONiG4+qR+CwrrZkBmnjG3EdgUO3Wz78oYuROQ9lQgqb8Om68LWwBV+u2Yzr2STFpbXsI73/xH+Pmn/iRmWm2te1zrptaVDWZV/veyNcCzI3PAqkaVns8Dq6Ypq8+5YozWErFWWYS3QnyererXGv6mdRFOAEHJCqjb0jIk7i3UiiZAwjzOACwjVXiQyHdH+L1qwsSbsP88cJUHsKYM0YAzZqy+7ndejlqtIsYqu0J0Xq7YsxWwqq5Fl1P4dS2/vuWfM2q6MVa90WMm2ZADVr1sAD/La1JpzuDhl1+J1tw2Z3ZH8Kk8oQpmoGq+gDBdTJiMw63G3ibvd1IZCvD+ix4i1ZzMB3UF/81/xFjk7vgyjRK13zqWI4kejIPIWF07BbBqnUy2kLjvO01gNX+Efkx4IJXsUY1LtwYyVvLFz4y9qmKo/Zlq73fM1Lx5VR5Y3fQzzNdcp6EvRNwhsOrNgV1niuIryVr44tzWhc38uWf7siNKbLpmuuvshyf7x4z4Z3I/Ap0zxqphTh5YXVhYELDK91Cmy86PuJf5+bz6tW/9LxqRPxhfcxewuuE+bgRWvaGEf5ttTpsAqzG1VguoFNmSTwaYvW8jsGp6abaJngSsltiOmUgKgDgTE4xeZOCqB1aZno+GA8faJHPPtU6zMsLuZQ+sjiMBNCUFkQH6oxH61MaQFhDb1phMpVholuVCT4mBJDCqN3VECaySqRGWCW4RWDWAUQ63semMqtKpNhgDVqmfwuPlOZD1KakC6mJGBqxSCoDO7j06SQYlB6yWpf/Wo1mQGKsEm1MMCLQWUrRrVQNWc4xVgr0bgVXTWLVEVqzUcYROnzqtxrojI9EcnZlwjgR5kLnJxIXfx/bb7jgVY3W2Xtb1ZXhMcFfpkwABAzsIbq+N6HRPYHUG8XAN933IAi68eBbfue5mnLXvHHz204dw8PoT0kXlb7KFtOkZq8MIa7S33wxYTamxSrAXGWNVhAXHWF0dDAWskrE6lwNWV/oxRuPUgNVqQRVD3mtKG/DvnbM19HsEVmMBt/WSaSZpg3GBMselB1bZvsuxVFbgbveZ43t9mANWOeDowBvZgmxtsAY+8/0sFNi1o0REJM1dsgF9QO7ZCB5YlRRAP8HIyTnwfpKxWqOxWxBIt5RsJkpukC1MgOeDhwzgOp0HpQDSd/5J1hlmgQI3GY7BRMZL0hwsJ+gEfRwerOHEYIDvHF/BbavHsGNhFl+74RAOHhsirQS48dgAo2GMYjlQ6/+wj6wNuT7TxOy2eSU8DApHgyFKQRmjXl/mCwyUJRqeAq12Gykq6Pe6GhvS9jS1TPtbIKtpKtIdm2YQo2Ffn+W1J8jIOcsxz5b/sN7AOnUq47GYpmSrEFGlvhzbW6n5S6Butd9DSs1UJXITUIHgIcdilVIMpbr0lzuDPmrFijTGutFIkhuci7zn3GjlapvEqBUSnLNAeYISjvcCzJSHeMGT9qNRnMVbPnENhnEDvdUlPOCsGh5+z53YMTuLbbUWdjabAl2O9bvoHulidXmAzjpZb/MYUBepRH3nMSpkN4o5YeZr0mLL/3EAjbWgT05LAceYoIXps8asHFRqQFhHWqrJVE/JklrgvWiptTEVRn1prKbUWJUnJmNGMlZtPbcDMdda6fw5Rigvz3yPSsnG3CxJc9TmiAGrglgFRinQkUCSMZcy462MsSqOpDODmoDIVot2DDyCz/lg2fV7ifQkRqpLPvQ8NfZcUKtEzcADM2k08LWc9l3wy2TNDCIIsNJwiACq2B0C5Zmf2/mQMUvAl0VDrl4TmQIrSFLqJSmHCJrzCJqLKFbqGrs+kRbbwLkN//JnP30601vv3bN93lXf3X4tPW4PJKcosWhVZMFurGIH9T+p58YHGasE8RhIsx2fBYC5+QW9/9ix4wJdG42G9i2LB+yPgs4RWZvU+7Okl4APgfrM7En32AJ+vk5wNw+0MYDld6+srGB1ddXp8dncHTpNPI0Jp3mn3cW5OfO/1SIa0DGabNRIWqZ3P/9eeNovPAcXXHAv/M3H3o2rPvoBDNbWkFIfmEY7vpjkQAyfsPv5pN9yOqKeHcXjl27amICTMTf5HjF8aBI5ilRk0r4xIuOULELqqUcYDkcmuVCuCLjevXsPXvqS/y4nb81PE5RFvz/Af3znq1jvrAggI5ARVqqYn1/Art17NWbyoEY2/nOjZXMgZwIW6RxdMuI/bx+fJHwENhqtBj519cfxrre9BcVkJOayZ8P739AM5DhjfOQkHqiLq2vi7nXWhuiK7XxfuVrBs577bDzqiivR7fWU7xMs1CNXfNxqEpwaTM1/asLmyoOfW3/eCjz+9a0B2PxvTDP17szEfeRlD70zbzvpPWHz3KyP1TOaNB8yNyRCIjShY1xiHT8qCgUFVAIWckoYpgHasw/D5/7pNThwLjsu/ErqAU3uAUXEkelblypc22x9ZkfSZ9/9MRy+/mbc3rg3Lrn3ubj3febQvmCbAZp2UG7tNBmWVz3/r3H5zzwYj75iPyNQfPf6Y+iOirjPRfPuOnO/5/rB37e1wY3QjLHa7/Txx3/453jXX7wfCTfoNH1mJtMAACAASURBVAJi6mEOEbHzxoECtk44wJQFJnokREM8+elPw1Oe9jR1gHG99ol2HpjwFzuP4eTnUsaBc8wqv4VsmdCraDYNFk3euzVrbytg9eTfse+2+bw12Do9x92tIXi6yUPXhfEgW+hRRndtFW//09fjZ5/yE5idndV6xIK1kQTc/ptpqk7Pg2zuOGB1I+jn/+0BWANUrd1fxlI5cFXr8waZAPvcpIijNcetRyb9Y8djRbgUS0snJM8iEo32WjPjNWDV9ieSWfz18ntWnt22Gaiq++LyQvv5AGdqXvUH/+MVDlg1xqqOX/PCg02Oyep1bR0Jxt/KPFt14xq21fW3zh2TdUioxSwd38m9JLBarNVx+SN+FO2FHU4D33wHptn9kzj61IvbaQCr7osE9m82XvMViju7om7xGYvXNnswf7DYNb9v6N/OvIodtSSXDXtdB6za8Qq8KxQws7AD1das1uMsxnZzd0L0zel8us6tqYKdOrxOPr5sDfNjmvG/Y5Xn2aoZsOpizClQlSCrM6ny8gD+da6tm0kEnIqxStzBM1Z5Dp6xOhQpxOfXFjsZY9VicP/IX+et92q7X5vHMpPrlCdaKHfKciY7Ll0Xb5hLEpM6rApYWFhUTMz3szNC5+vAVd7XF7/am0Hf2YH3g/2+u4DVDff3VMCqOvuceHbWoqKkw3QkB7HTSFVbOjEQC9M4gD2bzwOrCrhkFMSNzKQACESVEDspANP9mmKs1kMZNgz6PVQJ/FFLcUSg05I6tgJb+3YJY4opC1gti6FIYHUQpVrYmBSzysBpON8oqe2cOqgEOwnCyMXdA6tMMsslVMs8PpqBEMhl1cL0Oe13yXajDlUZPf4mYgGrXDmNsRqjUSoKWCUY2RtFDlgFas5Yg27FstIRYzLAgFX7IMYM27sKNL0aGWM1oJnWJsAqkxHnbMnv6TIpHpChFKDOdmuQJTNhrApYJVIcpMZOTYroxgRWe2hS37RaMcMuMZAJIpgFDBcWkwJgAm0aq4jX8bArt+H8C+bwrW/ehL37duPrX13Htf9yRPeWgUBYJrBKY6IUK30HrCbTjFVqrFIKgL+blwIwJp61mqzRYIXAKun5bBstEryOsDIk8zDFtlYNbQKrCuwDHF0fKLHY3q5h0OtJi5VGUDUyVkXI823FlkB5YJUBpbR+HbDK+0xglRqrXGhbZKxKfzXA+thaCDYCqzK/8oxVD6yqDdlmz9bAqr1CYDUksFq2e9ChIZR4hk6DslDC392WE+C/k2u1Aat/6jZ2noGJChOISOORGNTUAkxKCZbHa7h9uIbl0RDfuPUIjg9WsTg3g69edxDDUUHj4PojHVWsiyWg3gglBWDi+mx5rmDvOWehM+qptZnarWkUyRCj3+upmMAH5129VkezvYju2pq0JcmgNcaqohLb1JwBAyUEeAJGKLa5oytKNhiZVKzEFsg5tzZ9BosjboiUaGCQTqZZAWg361o/jnd6ej/XIVuXIq0lLDpIjJ5gX4mFF7p42ljp8/i8yRNF64UyEVhN1Oa/jQz4eIi4GOAB587iFU9/CG65YQV/+el/xw3DAoYnjuORF7TwgAPbsaO6iPbsDPY2qwrMbzx8OypDYOn4AIMhAeudcornaXJjT9lu5EKJLI2SWLyFF6rCCow2oFKBn4vEYumCmnlVQmC70pAcQFKuCOjk+OS6oRnvWJdicRNY9Rqr1JVlQE9tSqevlekiyRzFQEvT5wIWulyLTGqhpAM2Iy2vtcrVvhzQ1MbWP98CSp1t7h8isTrQ0uuiEVLm/uFs17LRz7Z8teS7RDYfTDFg9qxJr1Nt7FqaFbo2ZGcKQvC4wO6LoKe5Ssaq138yUJjmX6Z7rVVfVW9LbAcitLJAl2ovsbWGfQomlhexEFcKJQOA2izSYjjFm1DypPuZ4qX/97N3cmZP3rZrcTYDAwX8uuRXEC/XpRI7TRL0BkMV/riHVYmayOjKWtvZjs9W9rlGDY2ZGSyvrqs1f25u3uYjtVPLRZTJ3KfSbETQkIE3pVRKYl0ShJURyGBgrFWa7lm1LdPbVBGKhbdmE2Ss8n38bYJuHtBkksviIh/+8+Z2bgG4B2qNkWtmiwW6mrMLYKWDBz3wMrz4RS/DRz71IXzi4x/BqNsVSE5t34ADUmC5JTOeBeXHj09C8oCrB1SzbhzHUvSyBQRWvaYo1xLOJ1MOpUwKZUW4Jwfo9QfYu2cPnvP8V+Occ86xfUFAAOWVxrj2+q9hafmYpAA8sMrrv3vvPpQqjU3HxUYpAP+mzUBWy2umzR4yprhkQ1IUWICKx3jXW9+Cf/r4x7BtfnaKjegTPn2PJpcxce0+TZho/C0vAeCTM42zfg8Pe/glePGLX4xKpSbweWMLq1aMO0ic7+h1sRPz+oKbyAJMX1CnG51jgN3xRJwGYvPXfqvjO1NgtdrYn3VXKBl1OpfWWqkZ5go6xvi3zo2KujQKaQ2VoIphmqIx80B85Z/fgP0HfFHMfdbFfOL3x9QMHMoJPklKOHa0i907Q6xe8y28+VXvwLcqF+NVL30aGsvX4bzH3QfFWmjlL9dZxf0gGcZ45Qvfhyc+61Jc8uD9SJIi1le6uPofj+Mnf2IfanUrVrE7yT8cXKfvEluPHgFrHbzud9+O//W3V2GsOR7JbFP7RCGRhFUGBKhg7HRWEav99AlP+Sk87TnPMVkxXqqMJXYyO3QzwFTzKKe/a/PKAzGTDr+NY4W7xFZzcNM56lt0NnyRX6c2G4sZCO1ePBXQuxmQPDXPFHONjdWIEgadLt7yxtfhp5/0eCwuLm7JWM3uXW6+5oFV/xv5QkV+vmfgqi/KSGTUxrdfg1mQ38hWFZg6xYSdFBX93PMKI8vLBFatq8oDqRPw1J6j7qStadPa9aaMNAG+8vfDA6v5e3OmwOrrf/dXJVklczp2VjDeVVF4Ett4KQA7vxwpwIGtBpLmTK02mIvlr5nui2JbYxCzE0evb5ACSEolXPHIx2Fu207HWPXAqnaTDcPyzNilVoSYfNbmoX33SSoDd7Qo5ws8m713k31l41lMfSwnDZQHOwPJAIxNGonseAGrq4rFPd+Yhq8zC9tRbTpg1Wus/pcDq9adJ1m0OwGsbsVY9fu4X08TB7hulALIQNuxAyczGQJ2DZtWv4/R+Fl2JDGX0l3V/HJFac5xZ8SW36s3W1Omb+UEWJ2WNdqwo+eMsdS1l2m8WmHcgFXnH0SGr8whi9KCVxekAPWcka2TFnvGS377jkbhD9XrdwGrG253HljVoPfBsnufLcSWINiiYm7x1I8cjI01SgMraTi5Nk8OYIJO9l2uPVQ7nDFHvRQA2x3I9vQaqwThemMDJ1lJpFlQMQzR73UE1BFYpaYpW+05IQjmUme0TL2zDFitCEjrEVilLqWOyZzqeTyzzZJAEIKfaWAJhE+GmVQQfCSwWquw5SqQI/GAwCrlGhV4OLCZi1ihrOMhsLrggFXKGNDNvEowrsrkOwXb3skMY5t3nYyemBqr1pZEKQAGwUOCRcE4A1YlBUCwiZ9zGqueIaIwmO2brtpDILETkbFqCV2jIkssAasMkTIpgBI36FggNYHVXgIcWe+hUS6iEZKST/afSSL4bU7AqmesRgm2zbXQqIzw6Cftx7adRXznmkNoz9dwy01FfPHqm1zQYsBqu15RwrjUGwjglMZqzryKUgDUMeUYIou4WbXjNo1Vjp8A66MoY6zOE1gtxDKvImOVgO9GYPXIOhN6AqtVtbyuDwiYBqipfdcAh2nzKmoExjKc4TiUfAJB85gawtRYjRywWkBdeIJp0/IzHONiabsF25tXkRVBKQAmyrw3yvpVWJhoUMpYLI6x2qMJmgHg/Gm2otfKbO0LZCJDppuAHLXAlvC+W84UWH2TA1YdwEsgMuG3MyiglmgZw2SAo8MTuLVzAjcvLeG6Y8uozjRxZGUJtx1ZQ73WxHduXcXRzgjFoAJKdFLfrd8l/GlmJWy923vBAWkuMpCtlUL01+gub4YoBvy5+VsqozEzB2okcgNnkBLHPD951ApkYoBNlimrh7zWBDCK0sskKGcGA7pnbKWmVmxKtq8xFeQ+zkII2/VrFTESq0mCXXOLWBsOcMuJJRlEkS3Gn+LYoIwIJR3GwwGqZKrWGuiPaZY2cICeoF0x1skESqkXJtA2QKWQoFoo4aFn78VDzm2j1Oziw//vIK6/vYe1cYTZagn33tHEo+9xABfu3ol6q4JSPMTx24+iP+xjd3seh491MeoXESQNmfY5GEkJj8BT5xnhA07lYr6FnkmRmJ4EnA3K5/8iaqjKvIpt7CWg0gLCJsYVCoaYLAbnqdgyxLXdPDEpgFWkw57Olyt4SQUPRa6uE8EkFKyV3lj+XD0Wepwf/HcgNrkCeM5q6R7x/bzWTGic5IgkW/jvifyF7ol0kQ0c5Z8hr7s7X807X+gmQGsb2DRgqZMigGoGgFw3CawWCgm92rSncNXhcbOdiysmzQjNjIvH72QXCKQXpNKEOOH15LuL2hPUaZFwrWeBjvPK7xU8IrbfU6ebwGoFQWMeaXUWiRjTvo3YKISemfKiz3/qtIOyHfMztic6kw8Gs7ZPmFEkb4a6OAaRrmO5WJFGOffsai3MwFAFle0GIpr0rXZQCquoVUJEoyGqZRoqsdXYNMDJvqSpgfYxx7DkPZRuF4siND0YEgCZrHsWqNK8ryymKmUAlAw4gNMH8EMCda5tzSeyTjHLgnPXwu9BZMYZBIg5xsYjBswB7ne/B6JfiHDN1/8F48HAFesofcGFwy6x/12foPPfno3hZQC0B0YETo1Rx+c9cC291XJZjA9OIHuNxdpY44vdLyoypwUVlvj+Bz3oQXjkE35BwbtPHwkcjJNUwOrRY4ck0+ClAGZm2th71n5Uqq2pceGv5UQaYyuG3ORc/e9taV41jhHONHD7wYN46x++Ad+/9hrMzTfVAaD12AHk/NuSKy4YFuvxGhlz1QxR/D2SNmOaig3NZGUUDWWE8yuveDnud7/7a5+cACET5tAdA6d3BL5O2mS3mlD+Nwx0MimAzX6X8cFmIJnpRZ7eMZ8psBo2zsqYeFnbsyRsvCOLxRk6fhWxFAUCRe6BVRTimvbImbmH4Cufex327TdWpz1yhSklkglGA1sfb7puGR/70Fcxu2sB59ZTfP5LX0OyeHdcfu/9qNzyZez80fvjnHuch7RInUaLc7jWDta7eOWL3odnvOwpuO9FbZljBqMCPvDR7+PBD5jHvrPrOtZoxDg7RbU+MdqRiZmKUgHWltbwmt96I97/kX9koIh4PEA6HkhiJaB5ropb3ojIijMGeDF2j3Dlj/0YnvmC5ysGt70xD+BMz5mNHXvZPVcx0T8sD/KPrcBMyRW5NSY//rYEPzcBVk8LmN3wW0aNOPmx8Tuz8S7wkPJQ3K+LGPX7eNMbXouf+snHSeeZ65H5aBizUWvvJgzzqWKGc6rnUfjPbPa3Z6x64E9FA0qXeWmRPMjqnttYjFHhd+qPFc242C8tLWE08sAq9wcHprj1XmuZ72jLAau6eq5Qne1DuU4heYhvGAtnqrEqYJVSAAV2R9h4MybfVsAqr6mtSxsB07wB1cbrnV237BeccSC3Ke7DynHt2nNNj4IAj3zU4zG/ncCqjRFjrPrdJJsJmwCtW62808+LyenWopPmR64Qkv/UqfaHzdidfgxO/XK+tX+LQ91yfjszJ5IepoBV16VrESXQmt+OWmvWDHvZReevnMgPds21bDpQX/PLzZfJ+mOM1fyx5EFe6WM75jXjUQ3bnHHVZv99KikAD7xuBqz6+EjA5B0AqzxGz1jN53/KoZSnedLYZBLl76uXizn51pwaWPXXSddxwkTJgFWPBeSBVV1D5vXFoiskkbE6MUbUPNLAKuJnX/ibd25g/5C86y5gdcONngCrC1b/kmmHS4SkyWLtnEpIXXumNFbjBP2ICRrbuA0I8m6DxlK1LcGSYN8iZCZSbH3n+2VgJaYgW7CtoWkwhtr9aRpVD5lckEnTR4Xt+cWCjDXY4k/GLPEUgiBkmvnqA5kzZJuSJToYkrFqwKoPttqNkkAQ6bfRzVQaGtYezgA1D6zS0Clia388ngCrOhUyVsm9KuizPPK5ZlWMsu4wFhDL5Lylaj+NPQhgFSUv0OD/8TklvmxhN8BvJNHBBDNVShkUlWzwc7zqNUkB5MjyDsSolAws4Hv4fes9Jnc0gWIbounYis1KADNJxMbju0MyjtICiHUeX+sLEGtVy5ICkCmWZAC8EzcEYK6PUgHG2+Yq2Lu3hCsevw+NRoqDtywJaO935/CJD/wHhgMLWgjeGrAaYLk3wrKAVTJW6wgLiQyITnTHAn3ofWCMVbamkUnJcWNgYpdjQcZCAeYbdZQLMdZzwCrNq2arRR07saTD60PpE+2YaWK915MRGu936MxtjHzgArACGaums8TxSCMIAmsMxDheyFjl7/P7mmWgLoZwQd9JZp21iboW5jgW0M1rzvtJ86oBqZFMMKfCDTNcKpdpYhZhuUcA146HjNdqya4FD4PzQG1LNHBI2LJ75sAq3vGWSYudLrBprIqtyOp4PMZa2sN3u0fwrYM3Y6Xbx4mYEyzE9d+/WUHBOCjjupv76EfGECxVCjKm6veHLokuSL908aw9KJQLWFtbR7PewKjTx6A7NMajpD1GxtAtlVGsGGOTx0OwhtfElh0PrNJ8LpJJWr1ex5hg6XiIApk4sZlVce0QLBeUTf+Ukh48rgFlAyxhLnCtKQE1zg/q+RWA1SHNu6z9ncUZ3s/hgGsNW4vZA0nQDGK9DF2iJ4xIxG8XzDo5Ac593ju2sT10/xwuO+9cfPH6m/Dp796mZLZZAnY1mnjgvgU8/O67sXOmjh1zM8BwgMO3346lzjJmGzMIw1ksnRhgvGKDJjOIci2bAfnLAv7csmrIqhthdnD2FNdxO/dI7DwWkBJExRLisCVwNSlztgViGcnESoEeP+NAlFEPKaUAhn0UKK9A2QXXFmpBhgF3vPZci82MiZ8GtvWZXBvQWlGiZhwf7iNiRGgdtfVNc12azq69nMcp1pQp6sZpwbXdAwOnucr5YMUfYwzZfRYdydlj2TzUtXItdTwuYoz8QzZtpRDJKLBC/WkWNhwQWXJGXMYK88mLk0lgtwbbYpMCePSU6mCC303rWSDL57jeEoTVefAexEBUCJHWZ5HW2kipmSvcwAqOLAj4a/Ssf/7kaYdjC+2GxoQ0UwkuOhF+AsNcv8i0lu64a9vneFczHxOoUkHFDd77FsHOagnrnZ6OuVAiaGimiHPtFuo1mlKNpbvKFne7xgWUwormkJyVxZowfTa2VpkOrt10FkKZNBKMJFDp2+oJLKp9LEkRjUbZ92hfdyZtAm3cQ63DLl7h91MWhGOSeqtiP9P5mxIiMzNYX1vCsN+XyZZGq1pdXWDu5rFv+Vfh2GmQ+XZ2Bt8GrNoxejCXh8LrzbWJnS0EU/m6me5FqBUDLNSraDWovz5CtzvAeRf9CC571I9jcc/Z+iyvP9d4fo5/X3fDN3H7oVvNlKgSolatozUzg737zka1MWOprEsUNOY3MbOy1cBVIjaMpAwcUExmibESOUo7cO0cB6jNtfCNb34V7/ijP0TSWUGzVUe5Qscvx+yiW7YrkPE5k9Yh4BWbrq6ALs6zMriFVOtV68BYWxdAyzlKo7KnsUX7qU9VTGgGclaI8Y//KmD15ITaZ1oTtqkls7a/5383S9DkmJ27+FlsbHJA/p7Y4Rtrf9IqmwfvApwpsFpu7puWAmDM7ZZ+JeiOLSpw1RtxaY3h+lxDISWoXcL27Q/Bl770J9i9w/ccuJVU32VggBzVo4KMo3q9Er7xb7fguzcfRLVDYsQqvvG1azFcX8XuWgePfNIj8OAnPAJo12w9EwKQoLsywMte+G68/Ld/Aeef33IgUBHXXLOE2w73ccVlO0Ri+LevL6OXBviRi2dRC3kQJgfEpJr77eqxVfzaK/8AH/3EP6MUkgk1QEIZgDG10ieFPTk3+44Hrr/jEdJiAZdccQWe80svRsqiIvcbx0DMTw27Q16v280f26VMeiil/Jd9YrooYfG3y45EHjDfLa4vHkRxe7SkafxYmAZ0tfe6Y7BhNh01+o/54/THbm+bfFceeNFv5V/Lf8kmbcVepIfrO/fxaBDhTW/4PfzEEx+FXbt2az0Ss9GtmRzjnps3AVOnFxxrybcf83NCbe5unk9JAUjCwrX3874SWBWbMmfM5uTPDIi1nCj7OwNxmY9yHnNdM1O2leUldQGmIhQQhDe2vQezTHvVa6m6q7zhuvq1UwCMM3r2C7LWAH3fmWusvv53X+kYqya145T/XaBnsZVxNCbrlplk2ugzBrtd7ZNAZvea9PFzUgIuErOCjbw11BeS/YbyoAS4/IpHY8fufQ7cc0WPjDWbjcbczd98nJ/McLV5p1jXz8GpqsX0+M6PLn9vJ2u0F+h288evwb7w5OJhX3k/mbg62Rfya/fWwCrZqmMRIBhTjgY9dNZWlVfZfChinAZozS+g3p63mCTHfp2AphN9ahF/cu+ZmudbwNb6Hu3HzmTNSXrZOJ/8UVzmiqECTnXs1lHE+CkPtPoCd+y6iOzfriVe/80cmZ+fdAgY05vmnmSam3mVDKKdeRX/VpHdSVSpq8eRw7J8ZooWwbPPFy3ze2o2Wk7iTOeWUbt8bjyRiJHlRpnOspNOcGuBYt1SSUVvFn/tFyfFC43ToICnPv+3phe6H/J/3QWsbhgAHlh93kXzk0TFbRqmpWeFFtOgc07NKcG21AGrBIQsQCPbUS240VhgnfFcbdKbxqoLzCl9KHDJgFWxxAiOEmCkxEA0Vps3jahm6gQGR2r3p/ZhNBqgPyagaYEI29oFZgkEsdbTaoWM1TEGo3SiD0UWZJqiWacUQFHJIkEvtpbSGMgHPARvCUDSmZ1Mn3hE4JXu7EzwjT3oYB9tzEww+JiphwII2Y4/ILsQiZ7jy0xoeW5MzFrsR06MdZsqrbfEMaJLMb+nZuc5HIwF6jHhoHwAZROsOmk3kPukgFVn5sLj6/SHYnjVwnKme0vdIrIuySzi87wLFScRQNxveb2PqFAwbVcaXjm9XGFdApsLAtEJrNKZfmE+xgMePI/7P3S7QOGl40tYOjZGvbEH//Deb2N9nULPvAdFtGvkvgZYGUQ40Td9yF2zNYQFsnhHON6JEUn/iyzbQgasSlyeV4ag1tDARW5U8826TKjWh0Ms97kxAAuNEPP1kqQACJIeXhuBXibbm02sdProxtS/pNyAN9+xhVGBUEDszIJp6XSWC6afKfOqGIMI6EYxKIRPYKxesrYFspIJnFBbL0vC1JIeCGDiPRsSkCc7m1eAlV9n4sFxxrEeVioK/FeosepAIhYJ6uUAocwDgCFNslziSpBDwOqtZ8ZYxdvfam08TIOdPhCDTGp4FiWtMcIt4yP4wuGbcfDYMhabTRyKYnz/0DKOLi2j1mzi+PoYty1FGA2de2ghQLVK50TqyRpzjRtwtd3EwvbtOHHiuHQFCTh317qmo5aYHh/HscwQKBUggyayAGPJB/jNy0TYXVtfALUOc9x3ux1Iy4/ts4OhWNqcWySIWEc121HKYswaoMOg14ods826Wra5yfM7hvFIjEvOpVa9qc/wS2gU0+33sE5dLhfQCqiU2ZWxO8UScBqSZPZU2UqFAs7dWcOBdg3XH1zFUX5fuY7hoIvzt9Xw6HvuxYV72tg7vx3bZmaB4RBLyydw7c03olVpYGd7Fw4dPoZojXO8jBIZUUqeyGJgKz75zZZ0mS9DLnnKZBRM8kIsHrWm27Xl+hgVy4gqDSRhE0kxROoCbnljClzgvXVmTVEPSW8NGPbUbinCNpmr1NPkHx2DAaiSEWEDoQNTd/bJ5J8Aq3yv2J8q0pkLKFm0xsaQOIVpUqUAxT8ogsHiWZQQyAQisWhTDEGXThY2DEI1Rqu5WYtJwePTfmX60sai5bFwryHISwkAA4TDwkhsVcqMkGnM/+ZYKqPvmK3uXluJECnX6CTQnsK1aUjAjS2paYIOagKmOK7stbFYqvQhHqfcrwoYFapIam2gNoOkVLZbJ9ZoybSCUyvS/cJn/+m0w7S5Vl37NOeUAmi5tXM9M1kM7g8DrqWxtRmquMNEthhIw5dAYD0MMddqoxcN1ZpP1iGvOUHDmXYb2xZmdP/X17vokQEqPUfT3OP+xECaBSfBNA4k9yAlT0jsZXaYVKyIwYdMs8iG5NhxoGU6NodmriU+MVAC7MAAY9MUtTZ6Zq7/2zN2jakEuafzGKi97NvcrMtgkszo2FQkMxDF2kU5jizJ54P/5v7rj9H+bcxbA/Rd6zXHVjJGtRBgtlbErtkmFtstYNSRJvslT3g6DtznRzEadbJj4BUTsBrHuOGmb+P7t9yEMDRN1iqB1VYbe/adhVqzbYF+zhBxs4Hir5WKJDn8Jp8gaidwurcZA5x3YVxCqVHCpz51FT7wF3+G7fUQzToLjpS2TDAcJRgWSuhTMoCrBSWCNOfsnrDDh+xdMpwRlzEupQhCdhJQ9l3QqapFBFYvefilePFLXoJarS4Ne4EhYoicjPpsDnZugg5NXZDNGau8j/aYgD7+306pccv558eN3YdpGYCNbKIpRpEDy/jcox5+yWnPb82V5t7sc1uBztnzXq7FozEpTXHY8RFi2+y9cfWX3oYDC0x+x+ilTISJi1YUR3E0x9S+T2h0N0AQsvgSIIgCxEPG4D18/cvfxqtf8UYcO3oYj73ndvzSS56Dsx//IJRaLfTjANUAWD7Ux8tf/m783h/9HHbsmUWRutQB0Fkd428/uoaHXRpi/64a3vxnB7Hr7Cp+5jFtdS1ZHwW3Ws7xMVaOrOGlL/0dXP3ZL6HEGI1F8jSyQqxrK/Vt0Vov1N3BOKOPmfk5XHTf++J5v/QSFXENHJse1SO9IQAAIABJREFUN3ouK1RSU9aAs2KBIK4r3CG04ILxhSv02P21eIqdIDzuAgtaEh6vIUh77n45jUYPgspE0R5bgTaTQuGp32cdGg5kyIxhbGxmQKD/LRc3ZLI5GwyxePwys0zJOk+QDFP86Rteh8c/7lLs2bPPNFb997puB38tN47HyRybZpVr/+f6mwMI/Twy9rfFyyz2++cFsDriTsZgVQxva+EE1LU13eKyiR4pT391ecVprBr4Y92HLp+VRAS7TYxUJNZyboywRLrxXvmCvfpv2PFmKLPWwF993vPOaH7/wWt/zSTvONcUW7n1xV0zk121tUvnydKDWyuza6XPTPRAs04MbyKm4vdk3cqvY5PrOF1w6kcpLrnscuw9m9I1EwmMCfg4RQvMxrz9xx1LA2TAqJU9N+0MyLOCdZxOK9w6KTJ43xXqqefuJnQG0roiif5yyISPlx1SMblpvvvJ8I+MHLbhrgaSAbA/zPejQR+dtTXluQZSM+4uoDk3j8b8gtrM2SwzAfqmiys8L8aQXvpos0E0/YkJy9Wzd3yhgH+bk72TVNtgNJVv7efvsUjlWao+ZlP85aScCLx6IFUmq+4488CtdSaRuMV4iqQ1G4fsfqJpZRYL8nlSzWRMZ3Hg1vtZLse+E7Nq4x48VWhywKoVVSaAs/9aX0BnTEdgVfJzDr9iPOzJecQKnv2KP7wTR/PD85a7gNUN99oDq8+5cDarLPpggm81jVWn2eK8o5VAxUAvMtYoQQ1qjnpgla7CBAGMVeI2AtderhbrsbXqEsRkC3ipyO9hSmmAKQEl6sCR1UJgtcd27AL1DwsYR0P0maTSZ4STmCwStaeYeYhYKiHZOfYd1kxLPQ3TD2zV+T2lDFhlcka9VX+cBMcIrNb4vZzzZMUl1HV1WhzajC1J5MJF0JGTr92oClilkzuTDi607Uaoqy2tzCTVRG1WLHnwwKrc7FN+/wZgdRg7puvmwCoXfJ67v8JMnLuDkaquHljl3sKklSxaAquSAMiAVYLYgYDVUQDM1muokHkmer6BGMaGMb2ttYiGYBG2b4vxmMefi7PuFgJxhM7qOg4f7GL7jrvjqvd9C4cPMZg0YHWGrf1BgOX+CCf6BlZOAavdGGMaeBFYLU8Yq7xWMs4iy2oQCfzmOFxo1gU6dkYjUJ+VnfbzjRALG4HVcoptzZZYlz0Cq2KDTnSTMu01tpnngFUC6RyH1tofiz1NEJXjf4bAb8U0F/nciHS6vDA/W9JZgXOePhzDxoS2hNvryzCpJGuLgCTZlytD07DlewishgRwHbDal9mCsQJYyPhPAavvfKsDVV0VnyzqaIRxcYxyoY4T3dtx7egGfOvQCYSYQWsmxLUnjuO6Gw9hGIcY0ZSpS0B7JE1Vzl+NQQXbBWuzcm1VxWoZ23btEpjBimerXsegP0QxICN0KGCVYyQMqwKAeG3CWk3BdK/TkblVUUCrv2cWn9VqVVRrdfS6Pd0fGvJwk+eGSDaFTLGyeMrAEW2gbmXjGlWrllENKxhyXI3HaNcbAoN6dODSg+tJWcfCAhHZ6lxCGADIEd0Fz/kAR5quhSJaNNAqBmjVyEAbohVU0W4u4tqjaxglEe5/txCXnb0NZ881ceE5BxAmNYz7XayureP7tx9BJS2hNA6wtLKOmVLTWtiZ9Jo0shkEUpuIoIZnKrgDcRZKE/amSxL4MsM+8uuZOERBBVHYQhK2MC6VBRLympFl6Rkcsirk9B/3kfRWkQw6ardk0YEAINd1HlNZ/8213uRDWHTgL1ESYfcgBS2zCKZSTdRIsV7X1FhNPuYVCOxMt5jaRelI94RMbgGSCf/wGA10FaAmSRqeG1nnKUbWU2XJba6FjmAqgVOCq6xpcb8p8zik2zySnnU1KKEcFMwMkAC5dg2VlSYBuitgeYk+/S4LAQnXdoITlKMxJjuPVUAmdZp5/RN2YgQYFkLE1TZQbSMWY5Vt6cYgIU+MwGoJCZ786dPXWJ1t1gSsMigU6EeWv9rQreA4IiimhcaKmmQQkjHOfW84Gmh8z7aaaFRDHKWzrQqXJoVDDePFhUXpKff6Haysr2tsMqkhC1QBNcGIzPHWWkR9kM95pkJqkeYkdow+wfZAMPdRgosCRh1rNA+sCkDJDEnMKZrjwDs58/gVl3gdLze4CKzyN/qDgaQLqHfq38v358FTD5oRfPagowdWrZUumjKu4rUUQ9VdU2mXx5EKlPOtOhZmalhsVjHXaiLqr6HaXsADrvxZzJ/zEAwoseHlD1Q0seP/3k3X4sabv4tqtYJqJVT7baPRwp69Z6PRnsslIKaDrodnZGyI7aaTismKJfBACay19fq2fZ1HtSz2yp+/48245gufwQU7Z7B/xxz2LDQFIFx742Ec7AzR5zpZDiWxoNbDoIhqGJr5HyWH4ghHj69q/Pd07bgWUBbDpEfWVtfx4Ic+CL/0kpei1Z5VVwANyILEQNr8I590bQQrT/VaXmN1+tJ4aQorkvuHMZ1PToZOBfT61/LXeuPx2y2asOAe/YjLzijj2hpY9ezGDUCyNkNb0yhdovOLa5ht3h1ved9r0EqWMRj1Ecxsx649ezDfbqBdB+YqLqbWfg4cPnQMC/OLqNfInLC50V0f4k1v+CDe+qZ3oz1ax+POOQfPfM0Lca8fv0ytGywurd7axctf/df43df/DPbsmxUQT2A1iWJ87POr+PY3juFnnnw3vPuvvoMrrtyNyx86q+JoyEqv9i9rEz1061E877m/gX/+yr+iIskqM0o0dir3LRZgLGYTmOi0xqNxDwfOPQ+79u/Hs17wAhUmuMd5Pe/snniGt5tLVj8NVOyNo7GMMSmbJZ6ewA8Wq1zCL4dpGtmK8q3ODhTKiJIiGkJR8ow7N+4yKZvNmaaTwWGF5Y2PKfBgi8JJfsxN/bfRae2wNoJe0ldlMc2A1TQK8Kev/3085kcfin379k+AVYHeHrz1bNRpsHorYNWvlRuBVQGA0sp2nY857VSBrOokm7SoT4oaHoCdXAh+F+MO/35jrC4jotyUA1SsXdqk0rwpsQdOsn3MdzVssa76jiAzXmPh1YpCZw6svgq1kCQanivHmAOJ8zqy/rxyOqg8vFMBqwKy3d5pXUV3DKz67+R5rfcjAav7D5zrWN8OSM0XKE4SQvXj9jSAVQfab9Qm1r7s49xc0c23xvN1AnnMBZgjCeMm8EejSXbw6AnuUY7OKzY5AxTrrNF88vtO9v0TYHYrsI7sU+5zLEpzvEXDAdZXVw1YVas718ECGrNzAlZZMGaxM38+GwsrGp9Ok36zTSKvp+73QisuWY6QB1a1zzt5AcVSyodszfQgqo+xBK7mitkT8yqvX+2AVV5XFk9zRe9pkNKA1VKxbPkEc+w4lTFpvshODISFVB8/bbUh0hzYj8X8ezbek81e2xgrmOGwMdXzBXv/XR5YZbHfA6scKr1OF7fccovOgQArR8Y7/vYzZ7SH/6B+6C5gdcOd9cDqs+9pBgV+E7YWE3ORNyMGR4l2Ts5MZmlexecFogpYtcoiJ5CAlxxj1bd+cJLRzZ2TisBqoRALjCCrje2K1PNkuz/1UblIthtFgWsM/uuVohirvTGrIMYtYLs+NyK/KTJooj4qwdJpYJUsnpOBVSbDBHOtmGzg2BSwmkAgGg2sxIZzgABbYtlGTPYUKzMEVpm490expArIRG3VzaCEWplbAatbMlbvAFj1jFU1otOJ2AGrZHnVZUTlgJhi0UDmHLCq1mk6NycFrKz3xbBtN2sIU7Iu7X6LdeSq9YSd10eUVxjhrP3Aj//kBWjOjqWdOBr0cdsta2i39+Mz//A93HwjjY08Y5XAaiEDVhkkEliljqgYq5QCgANWKwGaRBWTsRnUCJQviLEqYJWM1ZYxVk8JrK6PwK7FRTpNdwcCVul9XSlNBKizdr8csKrxWKbOKUEfMkWNsbo+HMs1u10roiUDJbbok+VMNrFNJgWFZGBqPFurGMeegFWLICdVyA3AKiUSaODD97BAIY3Vop0vz93YeP95YDV5+1sEbPm4IZWQP4GWIg6tr+LbnWuRNPqojUOUSjP41vFbcOPyKm47OMAgbmC525eR2NqAjCQDJPhdBASYENtGTbBZ3YSYXVzUtel3OloFkohM6YpkABjgMujgBsZkXW22bCWu0Air64BVa2sycNQKh2KtV+uIY2o/9RFWTc+QzuTlUijdTBY7eGy+IqtARIGki6tSFh4qYoCyTblG5mWlhH48Qn/I4yKTkG1oOdZHZgTkgnvngK4ARSx2Xo8iZoISwrKN43EwxI6wjkFaxpH1dczNbcfeeowH7i3jfuct4MCOfRh3YgQKzAq49dBRjDojlIYWQW5rzmDUHyKOqNVION/cSX3LPa+HtWz5ljEJRli6pGBq0k5Ijqs0VqmNTYOtcgtJtYURDcsohyHw1QdhNk8UrCZ9xL01pL11FYrsOKh17VvqCZYYE7hEDVPOMwKuQYp9w1gMUYLBoRKm1MafKD+GBQWFsiNgmJi9/S75IZQu4Z8Ag6SoAhD/8Di7DlhlFTwiAJca4EpWrmaKuhactRnZ8AJQWTBKxZSnDImBqwE5pgINq6ycOw1W7XdZg6NrDbBN0bFFDHBl0Kr2QR43YvTGESLOAYKqkllJMKCEDCq2p1GTvFBFXGsjDmeQBqEDVn3hMkY5HaOMBD/6qc+ddvzF/YfrFANVAZligJJZbGZfLEKNnM44i4J8jfrCMoxKxmjWa9JPJUiw3O9bAYHfwQ6IWhUzzRZG4yG6Q7bUW3FG116sejJ2CHQbSMeHT049+0Ja6JS0cSwFDyqqYMGCCKVBysZeFWLuvsOSBmM+2LsMzCRTSWzssQX5Yr9zvemb/If/DNkFBCd9guFNsnycoyTcsSYswDa5ojxjVWAKGU3jUQas+vMT07VIUD7AXC1EOyygVS5grhVq/6d+ObW7o1EX5ZkFXHjpk7BwzkMx3sBY9cyim265Htd/91q1hHpgtV5vYPfe/WjNLmZmLQYgOeatGy0+hvGDx5bNCaDnn+cc4/jlb/JeqjDkGMONxRDXfP3r+Jv/+S6s3/I93OfsbXjQhQewo0XGY4ivf+dW/MsNt2ElIYuR8kEmZaDiVrmMVq2MHbNNVIsJjq7EOLi2hltPrEhLWWUXSZgn6He7eOITfwzPeOYz2YphfkIs4ucYWflJkAc3/b3dLOGanjhbaax6YNWAx+yRMyjaOAHzbK7NJqdPziaAz+RdG8HXKy+/9LTnNz9Qae6e+tzmLJ+TwVW1VwcVXfs4CnFg74Px//7tz3DDjTcq9gvrDezfuxMHl3tAKcYFCy0x+7tJjJWVDm7/7iHMzS9i11mLqFTY1ZSgmIQ4cWgVv/4rr8enrvowrrz7hXjc4x+F+15xKb7w2a9ivGMX5uIy/uLqr+I9738F5lrGsBuzEJekOLGc4L0fPYpv37qAJO4iDXp47GN24BEXFzHbIGGAa4rJahy88Qh+8RdfiS9+/Zuo1tiSHykv8TIWUWSxjAGrrisHwGjUxf0f9CBUZ1p4+rOejfbCojoOfHt/Nh9yDfqKFcis5R5ahFj8d9+/H7MtAjReb3Oj5A7Py8YuwZaltT6u/e5tAmAzyngOIM2bxfl1SGM5azvNg1Fe23cLdvYpWOnuCk0XXjIGn4Fj08AO4weuKZRjoixIAX/y+t/Ho654IA4cODdbY11q6NirmwOrBiydPAeyOeuZgzlNVL8GWrw2Mabyz+efy+aUlwPwv+ViPYfDWgE6JbCz4gr6tjdF0rrk2k0RMUe80V7uJRk8YGvgq6Is/Yb/23GkxWwuqNhPOR0e65lqrJKxSlKMdXt6nU3H1s2uk5NS0sH4ln27zhNw1eLz/B5LgEsxne8Yyt2cPCi72dq62h3iYZdehrPPPV9dnqY3MM3qPdlh6jSBVbFI/UZmjMapubGRqino2djNmfSPztHutz89FgmseOiY0o58xXMgmUBeMMJcPcvXxw5+RlrXR35998clkFTyZfScILA6xPrqinIS+30zZ/WMVQ+sTj5/MmM9z1jduOfZfJ5+eCDVpBTsHnssRD1rOc34Owus5pmrPGaLsaaBVYGkXHMZKzn5gjxjlVJqXEMlBTCOxVj1YKxdSyPTUT7qVA8PrN6ZDXOzImf+c14KYDNg1ceM3qTUA6scN91OBwcPHsTKyop04nlr3/Y3n74zh/RD8567gNUNtzrPWPUi/H6Q+ZTdSwFwQGkiM6Fi0utYo+osp9Ov01qVYYzTx/HJslv6lXhGY1vQqGdKMITAKvUlCaap/Xs0Rn/AFuwiZptFDIbGYqiHBFaH6I6sNdQzVpm8TxKwzYFVvR4naNVLCJl80mxCQK4BvdbtyclO4yUnBSCJgdSAVbV1WzJjS6YFXwRXOVE9sEpAuM+TSCJprPK4e9JyTMUgaoYE4YwlK6U3pxloUgDUZS2jRikAAauEOyApALIZ820VxlgtCUTwwCqlAAisEjgic4T5YlCYAKs8L8IPTHDFokwLWO0O0B0nIOOpqvM3ZpoBq/bdNBVbG0GSAve5bwWPesw+tduXAgKrXRw9NECStvCNLyzhO9euahOTxmqNDKUCVvpjHO+Z2/eu2TpqJQKr1FiNMKL2LFnGFeSAVaoTUhqCILu1w3PRnOcxFlN0o0jmVbxvZKzO1ygFwFYemnFFCCsBFusNLHd66CUpqmq/923lPjiyfmB+N09W49EDq6psxeiOUqwT1C8WJDfQrFh7g0B7B6z64IUaiTTJ0rULeNxjc6H1zuaZbg7nibF7yL4msEoAyRirBYQEVtmej0Dnbi7oxsorlsp4363kAJ3e4/b1o0je/mZj4TmZA2nzFoATq8v4+q3fwVJtJG3efc0WTkTr+JdDN+PG433cfgvlEEJ0QG3VMfo9E8uUHp/Tv5JWapFzk5IXMYUU0ZqbldxBn/egRxZqKr1AbsTUZiTjTO2vrH7SyI3Vy3IZiUv02fLHa2ubsQNynblIoVDFOBkh5MUiaDSiviIBjIIYgywaeL0/XineP7/JWzGGusymvVVRWy1Zw2P0hpFpozF4VJJvEgJe88hgF84rzjtjrJseNcdnEXPlMmqFEtJyjLlCAeujGIcHBG8rWFxoYHcY4uHnzeHeB1qYb7aAQR/llMy0Bg6fOIHu8Q7CsWmLzVPbchiJ7sjQw9rqybQ0oygenZWunOGHIi5rgZQGnIAXg1W4VhIwE+MzILDaQFxpYlQKlRCOyVgVPGiYlgIfXse4h5TA6qCrwhmZ5XQLJmDKdaISxGKqssgUinnOecTngX1DAzNNZ5Ut43bcFi37oJWJswMs2R7pgFUmdgT7CEiSZDniccfWfr8amEQA5xaBVXGXnMmVCoEZ4Gy/XQ5iVMSiJagKVAn0OmC4wrZ/An4ZI8SA1CmfEh2wNgcL2HW/LXjXXJJByRhRPNJcNcCXgDC7EigLE2ruck8YFUOMq21ElTbiAotutgbJYCogsMrrmeBhnzwzYLVEWZxSSYUKsYfVnm9wpO27prElvXKOLxYVR0PUwypmZuo6R+oS98asb421llUrNHBjWyvQpU4pgWvu1WIM00mZgKOxun2ix2tjwb0zB+M+RfkBaqs6HVXfSq8czUkEmFyQ7cO+NV/f6pJKD6wa0MmuGQNA+fDMV2PDW0FGLFkXuHtNV74uh9qIkjX2OxuBVS8FoLXDjQ1LYMwxNs+E0OsyrgP2zDaxp11Hu1pCo0q5Fxtb2l+oJ1xt/X/sfWeYpGd15an0Va7q3NM9eUYz0iggCYGQBEIEY2NswIDN2kZEmzXJcY0JJmOCExgE2Disves1BkwwYIzBGBsBClhCo5wGTU7dPR0q59rnnPu+VV/39AAzu78wxSOmu7rCF95w77nnnoPNl/84Nl70VER6pkvNhy3/lvgdPX4A991/t1qe02SABoG0pQmsFsemh8fjtYWNk2jTyrVHDj7XDd1hPDdM5Lhu2VgmFa+DQCzFKPY9eCtuvfFbOPbdfYg1yrhk6wbsnCygWV5GrdZCpRvHQ3OUOOmgHw/MtZpFKjKcI0AhGcem8bzinAcOreDQYgmLTe7NslMx5ny7hXq1jp/9uefhRS99qUlsD7RNh6BSOFE6E2t0vWRq+NozmUqdzlj1oPr3kgIIg6urASkX3YbacsM79NoE+VyB1UR2ZlXL5PrAqkat+3oHvDgda3aBtJtx7N7xRNz+nY8iGm2jpZZRSs70cWy5jHg2iZEgKc36hXILS6dKWD6xgC2bZxDEWUwHRosj2nPbvTi+/vWb8cBt+/Cdf/sqrrjmUjzvCU/Ax//24/jp61+Me799Lz5y0wP44tffi6JaHRwmw+J5u497D9axbyGPkyt1LC420Ilk8KRdJTzu0mnFgxrTvTYOPnwM11//G9j7wD4kGD/T7tMViXkfWKhlm6pnrEryiM+3qnjq039Ca/EvvvglGJ/e4ExRh3IA/j569hvXGLkNUGao35ac15V7dmG2kB4CstQfJeDQ7bsuMK+7aoXD+ZUGvvmf96DWZ+HQyXe57huvY+ohkvA40hJqC+CQTRoGQkODagD0OKQl/Dnhc/Ibbpj56nXbh3qvti4YmMW1nQXmLqK9uIDV6669HOedt3sArIbXrDNJAXhphvAYXTV/3NoUBvX8Gqg/rWJpekme4ToZ3hdWf4flctbRM9QQLpVW3JpvRSAC7DRmTCSpC8zinjGf3fbjboRfV+1swsw8v6ZyNBYKeUmbsNuKjze8+tXh6f8D//yed/yOOqoCemEoxrPxZNfCS085fdPBvjj827CoYzII/hqpG2LAWLWOo7X3Rb+vQsLdNYxEUKo0cNXjn4DtO89HJAyEDeI4x2BddaZnCay68/EfYVr/Q3D1NEKskyvxBda5uQXMzc2hUi5hdHQMW7duRTabdkZbvHc0IbZY3+IMdojwGlsh2M86MrX92B2MYR/vrZl/Q2CV9CCg3aqjXFpBr8t8xKQABKyOjCLHoo7rJLI14XTTM80rr0O6zlwfLA9r/iZAMwSs+q6dMGPVCCoEQlczVsNt/2s1VvU5LsbywKoIK8zZnLFoeE4MgNUEEE/QsJJDyoDVFUoBOJarrU9W2GUceoaSkYv7hvcnPLzCMdgPOsGGGquesGNrgc15uyc8v1WMVco7Vio4deqUivYiAcVieNMf/e0P+rX/JV73I2B1zW0OM1atHcPYOOaO6eSzXeukX3g5L7hg1JVPGYtKxiaGR+i9BFl9i9lARJ2TjAkedSsFrFqCniTThmCNgFW6FxNY7QhYHc3HBaxyImVTcSWCVbZPD4BVq+jJaVxsJZMCqLd6MlsieMjJHQZWvRSAACunsWoi68KExDzMJAhmirw4AFYJc3pHbLMscpXtHvVUjbHaaFsSjU4L+WxSySnlAZhwyyQqyQQDaHZ4vFG1vhE6I7BKQITt82TcUqNTwCoZdmcAVmn6ZVuFtZ56YDUVJARaEzsisEoWLV2WKR3A16siSt3PfhSlagOldg+j2ZQASLHRCCgLsHDXFV2UmrzfHfzET87g0keTHRgg1m+h1ayjVo6iUovhoe/Ucdutx5VAp5IxFIKYWrpXGh3MV034moxV6ojSmGuBwGrfGKt8rpBOqLVCAAAZSTDW5ipgNW6GVsu8pm1KAQQYdcAqr/FcheylCMbTWSyVCaz2dF6esWpxqiUcxkA2J/RVjFXd5x5q7QhW6i2Nr7FsHLmEmas02321iPtgXMl2j0ZuEc0BLtWSs9A9PgNjlVqInRYW62wnNoBFUgDRPtIJbslR00R0BtYEZ1gF/LvD1DY8uweBVXzkBjlSEnaT8VYihkqjjgeP3IulfgO9RIA0505+BN8+vh8H6ks4cGwFJ48B5UYM3RTPu4loJyZDCN/Oz3GUSqaQTKXRajTQaNYRCeLI5LPIZLNo1upYWV4S+z2TygjoKJXIanYtihQ/J0NY4zIpMIxIQ4wgqRNM59zl/eGMYwIVjVHvjK83QFev63XELmERQGzCTnfY9uskTVjI4DrB4kmGshiU5CDDmw7lyZQYh1WeA0GhmJnMDdts1WCooogZydk66R2ZqVdZiCUQ70WRH+ljx8w07juygMOnSpjKTGNiLIvtY0lcs7WATcU+dmycQazdQ3mxjnaDLPwmIrUO0j2a1mQQ1CskjdDQWcAlwUEBhVE2oXsdMQMSybCxYe2CBM1dp1WlugGTJa6F1CiNoZVIo5PIohVLS+O4HTEjPgGrCu4YqBFYraNfW0a/VUeM0gtO1oJrhMBKSrFE4morJ2BJYJW3iWz5LU0GVdYax7ksYFXHKGqaM/dw7IJwS7M069gKygCQGqsEhF2BgW1pXRoCUJe4r5Z7KvvKgEuM1wiiPcek5ldRYibSGWhHp6SlShDYJD8E5jtAS3ubqK4sJJ2pim7FGcozGMWuY4sHNf16bRUPJLeg4zO5kHqHAKaTBYil0E4V0SGwSgaZWBIxa48ne7ZPdnIPj/rSuUkBEFj1bG1vEiVWAaUAWBiU0SIZ20nJ0tTq1BPuYSSfVaGn2WlKK5nrKoNgslppzMRAkvOLppPSVPVOyk4egUG3TkJAiNNE1hiNIS3NOANWBaAq0Cb7wQJrn5sZlm/PeZ1U/hsGMrWUOjZ6s0mJGANVyUjlf3Iwdu1sXBPMcZZspC4Cpz3LoJkBMhkUXgZgNfBlU94DtqvBqzDTMcQQikWQQg9bRvLYNJpBIRVHjkVVFepoUthBOh3DSquL9MbL8NinXY9k3FiwAmxDwOrcqWO4++69Ao7IWqVsQiZNxuoWjE5sABkcmlMhNupAfNYlCErQnG5kmMW6qmCuRIzjtoFEvItMJo79+x/G1z/2F4h2esglA7WljmfTiJQrWCnXcXz+FHKFEVQRxTHKsVCjmftTuyGTDl6zfCrAtukRTOSTOLnQxl0Hj2KuxjgmLi26RKKLIJNHKlPEM37qGXh3IZMqAAAgAElEQVTyU586MK7TyhAikK4HrPqEaggiuKQ4BECdC7Bqg9fAmPUea7/PJ2PrAUffb3c+VykAAqtaQtdhm53+nY65qtdzDjDZjaLdiGPblqtxyy3/E2MFUrU4VhIoL7aw/+gBAYoPPvwgdu3ZjXx2BAcfOYp0UMCRw0cwN38A22e2yVzz+OJJTG69CNsv3oyVQ2W85qW/jKsvvQivv/7ncfzh7yIeCfDwfAkf+ObD+MQX34bplGwXNW5lqEfJr2Yfx0tNoBjFwzc3sLBcxxXXjGJqJIlCYIwmjtmH7z6AX7j+N3D//n1OY7WDiIkV6rQ55z1jVYmy2wcJrD7/F38BRxcW8HO/+ALMbN7iDLEstxkAkKG5RKmCeDeqTo5WtItcMoarL9iF2SLNt6zwyD1nYWkZ9XYbsxPjyA7MmMg0iWKh3MbXb71bwOrwO8hmdUVEZ3dlQ9Yho4O5638f6svzVWFxjFVgbIhN58fA6cAq17QQe9a7rK9lrHLfVVs7z7CDeD8QsPr4ay7B7t0XrAJWPVD3/YDVtePV/z7QtA0xVgdzbJ3n1gKwYZDWyK8KHAfzY7hO2PUUY06Gjm59lzKckXkos8U9mqQAz/qzEaKjFenC4lUDeJm7KufUptXD6MgIFpcW1DLM59/4mtd8vyVg3b+/m8AqtbUDiwkG4LDfHwRUDfVTVV4Pga7DazLUmh1cUyaDTiLpTFIA/p6G1xd+fqlcx+OuvgY7dhFYdRWPwdB16+X/sxTAqqq74wjbl5AU4KfJoKDAP8XyqFSr+PKXv4zPfe5zuPvue2UQOT05ief8zLNw/QtfgKkNBDRpcueAWrX+MzHmPWWCz33Ys5AJSGv3RKdreZbJMrhHaI8xYLSn9n7ua4xkOgRWV2he5X0wDFilFMB6wKpG15rCiJlLWVyz9uELp+HnreBrxX5+1iCmcKQPM1lzsmgqPtnnh1mpYVkA3+nnn+OCtx5jlbEXza/WA1ZTScZw5iHA8UO8Z1kSCQ7IdAQKX2jX/HXX4fS9bX1g9UwTbDA+wkWCAXDqzavsOg2Yve4a+evEGHFiYgJx5ogRoFwqY3FxUddBhqvxOF7zphvOaY7/sL7pR8Dqmjt7JmCVLftW0aFrOBPUsC4LGXQRaayGgVWylQgkMgGjXmWYCSL4T5tYD+2WJdwBzasIrLpWup7aC6MCpepNMgXjGMkZsMr3k1HHth8PrHK1lRRACFjlJkhgkmAiGX9Uy1NVK8RYPQ1YFdvCzo9BHyUK0mQPkjXXgZJ7SgHQpMEEz32gY1py/OxcKin3eYJpNbZKdjso5FJK7Cp1YzMRvGXSxUW4qY2cvVnWNkBw7ayBVTrqOWCVrC6aZFFLj4xVXlevsUqGJeUV1gKr1F4ksMqEb0TAcF/gCAFCtU7STbzXUWtuuRXX+f/Ciy7C1u01dFoJRHs0qaij206hVInigf+s4Nabjgq4pYFYjsBqLIpSszcAVmdH1wFWQaCLxl3BacCqZ23y3oxTriBOE60OlgisUmM1Y8Aqmb8E7U9W2kilohhPZ7BYqqHeJ7A6lAJYD1g13Uyymxzg4oDVZi+OlXpT42KUjNVETMk/NYKlvemCKwU3BFYNq9HzZKwKWNX4s+TegAQCe2SsBmLuhIFVSQEQWCVjNRICVskoZGIUT5w7sPqhDwp84lgj6NaJ9HDoxBEsVecQGcnh1PIRbCimcKyRxSfv2I+Hlo7RxQHdJgHYKNoJmqs0UEin0ej00Ww0HJM0JnOVdCqlajG1SqM0fkslMTI6ij4B9MV5dFo9ZNIZgbDUqjHtNzIFaDBlOS01+8SkJaCYSJhua48sTNO55XimzqEPitjeyI1OcgDtphzLCUS0qB1LfdRm0/4uDUMzouBaQPiQhRO6dc+VKgI4swS1gzgalIAgGBWhC7ax59juz0DCgB1jqyvkk5aysZ15b4v9AEEyhUftKOJA4ygOHWygGEshnZlCoTCB8fgpXLExjku25XHV5VeiOtfFySNHUasuo9aqIdEBsr0U4vEUijwGslXJdKfxEuFRnkekZaZVLkw2dN//uhoUEHdVeqx2jQioNyMxNBJJdOMZNGMZSXHI3Z6Alys0iIVLxmq7iX5jBWjVJPtB8xHJP4j1adqpgfRJ42qrJ4Nd1ycSxUYnacA39EWd50GappUHMHxyoqTPtWhaXEvKJC8+11sCqwTi2roPzXag5JagKtc8HjvrWF0wmCV7jl0AZIGSjUhAviMWKBlYBqqaWRWlC6hzKu8uy8xsPkvjbU0w57KxwaVmIK62T2rumt4fC2naGKT/Sn1YFjA6aLaTBmhTbzUaoJUkY3UEXUpOcNEQW5OSBREkydPv93DeP33lrOMvdhwQWOWDQAONj7ie0ODFtF8twOZeycIb9+ZSrY5UIoFiLqsCQb1lRm00LRFzK+H0ymQyxrWNLATTi5ZJlWNHs9jhenMHTPZkwuYiD8kDmBwXpmNFtqYZffBhjszGxCHz1Lcx6v0J3iMrsvDYeNyc1w3piZsuazabHej/8dy90QDBYoKofPBzqPlcLBb1nhMnTth+77RN/QUfmNWsYYopkQoBEWGgLcr9Dj3sGMtj82gOeTJVE1FpNEbjcWSCBKhU8N1jJ7H98h/H45/5S2jVqquAVd2beByLyyex98471IqbSsZ1D1LJDDYSWJ2cMbY82xdDhjsiTbuHTywMWHXmoSFGhl5GGSUN5iaCVA+JeBOddglf+fIX0b33dlywbZtYgA3uF5S0Wazi4IkVdaxsmp1CJB3g4RPHUW7TPDSFDItgoB56S/qqW8ZzmCykEOmlcP+RE7jv0EnEEhnJDaFfQ3F2Gy678om46uqrdX2oZR1jC8w64IjWWScFEZ4UqwHv9aeLrfWrH2EAxgqsIfaWQCq3trv7HwZw1vuW7wesDkCu0Hh6+lOfdNbzW2N4HWDV5uVqTVq/N1gTlsl2cAfhmOq04ti55Qm48asfQaoYSGM7Wu1g8eBB7F8s4Vvf+BL+/aav4S3v/RMkahHc9p934sUvfz7ue+AgvrN/CRNBBvvu/hIOHjqB637qWShuGsNlO/fgWdf+OPZctgcfeMvv4vBX/gPRThxzDeC9Nz+E//OFN2OMxVPKfbk4iXtMvAZ8c+8i5kttPHSgh1KvgSvPT2H3tjQu3DGGSJ/FEeC+Ox7B83/+lfju0eMCVqWXr14Fi9vDib/OPQSsvvyVr8C9+/bhuf/t57Flx04DwxjXrrnPA8Yq8wluJbEYWvGeZJmu2n0eNhVziFA7GFEBq0fm59WttmV6mrZWKkgatNfHqVof37j9QTQo0j8Aba2FW79LgmktoGqvFJA0GCtDIx9j8J0+z72u4np/C0tgnglY9fPLDmwNsIoA73/vu3H1VRfjggv2nDOwqluyBuhwlMzB8+ExrLV1ja6oJ76EAVZ9rogzPu6xvNJA1dXgVNm1Ihsb2HJCsEgVDxAPUohTo98Gj9YE/+BnscjIOGotIMVvJfg/Uixgfn4O9VpFc/FcgdV3vf21Bqwm6e9h2uvuiIyF64DV8LWyPXQtkOrOJARQm0mmdWF5YHXt2iV+x5q1hL+vlGq48uqrsXPXBbpeusYWGg8LUf+PwKrkFtz5+fEymAdkgLpCiGcYqnMsMYaP/vlf4K1vfTvm5k4hmYwjk0nLz6HVaOGlL3sh3vXud2BiclRrX6/b0j1XcRIkaXVwz9334b77H9RevGF6Gnsu3I3Z2WmtO5TPsnsQkuYIz0NhCtaJydi802qYeVW36XqcHLBaHDFglTGOixFXFUeU89jYFfiobp/V892Px7DGqp+7tqbZ8uGvjz4npLEaZqz6cezBU5M5IlFpaErl/0bg2H4eSgF0WuwoM6PWMwOrjBWdeVWnpzb6IQhsa+AAWHUNw6uKJYPujxCj+AzXJLy++OJxeGyH11PuP/6Y/fH494SBVUoBkBTG6UBgdWFhQdeBsSaB1Ze/9o9Wrcf/1X/5EbC6ZgSEgVX/J81TP689kUe6dcYGkqocmXuOsEPGEoMZbkcEp9guSBaidFYJTEhUz7mwS5fNgn4y9JjoMSGnzh0XcSbPYn3SXAdxjGUiaPZMA4csEC5eYqKK/U6tONPF9DR0MlbZhseWfAJwZGKZLqq1t2ZpCiETLLJsYko6ae7EgycTix6/PO40kyFSajtcdGhERMaXI7ENgihrByYylE8nkU5QD7aFCoFVtoikAgEQPI5qx0y6RlIpMboa7ZaAAbLNGBw0CTBFIsiz9S9IoNVpS9NUZlTxQG3itoHavSG4waRQmp7M63t9adHWadaUSIgRw3fwXKj1SaCPCwKBYxq1MOhi6FFvtLHQ6iIXBMgR6HbfYTqrbXQ7SYECZBHnxnp4yasvRTRSQqxLXc2S7TndAEcONrDv9kXsva8mQJyt1mSh8jhrbWCpRkZXD5P5lJjH1J1drJGxSjAzIhYEr1eU46XTFnOCrf4EVglSUMd3LMMkziQJltu8rl1M5tKYIirba6Pe6+FkuYmRgMl2GvPVBlrtrgAV+i74IHdY9SR/lzqNtqkRUNY1dcEt2bSlalOYwUgmgZxrT69SV9Cxq/xmaKC8ayyJRSV3QZYwx6gY3vwOYa6m6UdnbG5kKzWOZWt1p0YiNVZTauG1ccdj4/gleMQ2nI8f8tXQH3wpF2OVwCorqWR0BnEsVhZwdOER6RoeqpwU2MLg9YtHyvj8nafQLpeRiiaR6kdRjZrTLqUQYqkkao0q2i1uqlb9JQiazWYQjcdQrdXksE4G38hYAa1oC812CyvzdbmdFvIFOQ23Gibu3usTYDB+AINEAge8ltbSbNo+Q0aCtcoYCZiBZwKxgM7GbC81w6FUKq1rSUCFmohDAMQVhozCJeOedCotTbRqo0YrDCVFYr3HAyQZQFJXmXOfSaEzR+KAkfwGgyAXDKY415NJjJCZF42g3u3hRKuJiWgMGzNxzMzuRK3bRDJoYvdoGldumsSjt82i22yiUuugW6mhsVhGr9ZAwFW218dEPCd9TOmm0u0+1Ba2ilVlNFAHXDrxUhf0OuVox+Q0dgVNNsg068QD1ASsxtGVdZJpWGqZRBfNfhMRtpS3yoi2qzLliPYTSFIpMcL5SK09slOpT2oak0pH5N4bxawbpqsCHMdgVfqpoMszQ53zslgARiGPsIjlNJ65CHoH3w61YrkWO6DYG/Fwr9ClcNVwHgwBS5lXOfCBRT/phTvzAuqcqpM5yvlvLWKuj/CMk0v7ogxLwolxD7EOi1AMiHmveOzGxG754+UxR5JoJwtoJQoyESNjlcfE/UD7jmMnT37+7IXxC/m0FdKcGYMZRFkQyXXEMxlUcXcGV5xL6VTSukXIDiZzR5uJmUBI7zT0YDIq47AugVXHthTzx+vS2X5DMJCgrtY5B4Z6Zrlv1aesCa+gZ5hyPHi2Ko0PyBqwooklNQJAaSJTq+k9PgHUdySMVcvX8338O7+HRlXcPzkOuI6wUDMyUhC7dbm0IoDWgmxLStiOrlY5jbfTgQz/nWFQVUF5oi8X9M2FLHbNTKIYWCGPXZPxIIFodhyHjxxFNJ7Hj/3Cb2F6w2ZUmpaEDxImBxKXqxV8546b0WyVlSQG8TTS6TQmp6cwuWGrY/CalI8BCH1EuQ5zXY+YURnnEGcjYR3NCW4eTneOr+E5s9AArKAQbyGdS2D51Encd/NNyC7sR5KdBi0WLnvoNDro1dpYWCqjXKtjZuOs2Hxzi6cErmfzObXzsbjUpFREp6Pimc6t30SzHUOt0laM1okBK50Ozr/2J3HhY56g8/IFR7sOLKCtZoufCUD9QYDVMHtlCLgMGV+nJ1+rGatnAk1XfbcHdlwS6e8JCywci1EWJLleqBrGwlgU1z3ucT/45h165Vpgdb1rsPo5blS2poXHLNe5iTzBA1U9lPBTnqfZImO9KTb7+NiYkm0y2JlMcj5JvIpAiwqjJr/B12ydmcLx4yeVH0yMTalbhNq95WaAy655Ej7+ydehxxShay3Kko5hkawDzJ+IYO8dB3Hbnd9FfnILNmxMYyTbx5Ov22QFxVgXe7/5AJ7/i6/E4aV5xBPcK2gCYzEbj6fXb5ym38fjI2P11972Btxx02346Wc/B1vOPx/q2dKi7wHMoYyGjUDWHdiFAY3zRCyBx16wGZvH0oj2bdbQnHa5XMFEMWe7TkRqx+j02QEBrNR6+Np39qHsZEkGXDzta0M5jsEaM2gLNnSE83NYIh2uRf71HqAd5mungzB6rcCutTqqZuJrW6V/jYuNWcRWwZt+FC0kYxl84H1/iEsu2YZLL75U43nwncPq7g8wlsOasaczrhXBuMLmWnBFv7uC9uB1IaCWQOF6D2MoDq9LpVQe7IF8lvrnQTKHfruPI999EN3Wsgg83C+iUWcASe8OAkhcXyUL5cWVrKMhnS1gz0WXYXZ2Axbm50G5Ae5B5wqsvvutr5NBJAFCmoIaG5XnZ4QI61TyfaSO9MScnDGXaeq4rqCIzTc3P/w+o8+TKZYLGfWesDarGU5r/DlmLD97pdTEhZc8Ghc+6jEqkCloYnGAOrwqfrvOJI0n+/n0x/B+GBBIzX07EF5LykVZPhDF4lIJjUYT6UwauWxaOUq/U0OPRf5+F416A8l8ESuLZfz0M5+LBx46jGJxDO1WDUGspz2X5rSVcgV//MH34AUveYHWHJIURAWLBbj/gYfxoQ//Kf7tX/8dx44cMfPFTBYXPeoivOhF1+O5z34mRkcLAPWc2Tq23hkxRmW3joyv+ujW66iUaNJkOQsf7ORIF8hYndL4EX1Kw9LABAOoFXRr9bF4xGJfu46r96TwYXiQ1S6n5VACC9Vx7P5TrEp2pgG2BrDyd4ujVzNU/e+UarH/uHcZEGuvJzuXz3tzMH6uz1VFgIlERGwLm3py7zCN1SFgzHjTx24GCrsigic5DIDV1WPJjy2zJF4ffA6vsf71itNcPGyyH8OYWHQnnpuTAmCn5fjEuOJfvp/HXlqidi5lBjk/k3jZb/3hD7Du/dd5yY+A1TX3+kzmVQNJyAGwatUuDjQ5SPfJ2rNIhJPJqmk0nLLFnwEHg6gwsKq2I0TEqiRYRLCQyTnBPrbj8rPDwCoT/vGMuUITAF0LrHKBJ+BGBqBE650hA02uaB5UpfmPbSXG8Oh2kZPbrgGrDLC4kVI7kq+jzhQDI9L/04kAQUAmIhNTMyIiAGZ6fm5BdFIATLRz6SQyiZiYthWzeUee4Gysj1q7g0qLzJAIislAiWyLQasHVhFVGyYnfj5IClglK6jaahqwGmOSaQuM8hUH7jB59UAr2ZoEdc8ErJIFzOSTDfYGhJOQSFZkG3P1jlr48kFUwKqvgBIYoJkPGVd0hty5J4PnXb8bteoiEmwE7tfQbraQiKZx/EgD9958Anffb9eVZmTZpJnuEBhfrHeUdE3mksgm49JY5XMCVtmemqBMQkIMQG5MfYHeNIqiVmlXAAQ1VrNxAqst6bbV2j0Bq9PZIbA6FwJW58LAqotGw1V8MRccy4DXlsCqBR8WjLYJrNYcsJpOiInETYnmZKzWrU3WJAzPrZt6o2S2thmokv1L4NvaWVTlJrgRmMnM9wNWtdg7kx5+7icOky9xdg9prN7wPgPn4jQt6+PY4lGUW4uo9Zqo13ooTqRwsFbDZ+48hlv2nUC3Y2Ml0k+gFzGt30I2j2iPWmgAW3EJxJBsSNMpmeFkkmIgNUpVBRvFkTxtiMQgbdephdZELptDi2ZqTVaDaUBjzFdebysUmC4vAVYDXQxEcTXyELDKdSaOGPU6mNQQgO1Drct8rwEpLQMefCTp4hmZtcTY5kyTN56lLWTWUmjBV5J6ulynegTELD81kIfmGX3EqUPGMdqPIROJYCIJNCNp6bJVWk3M9DPIZRO4YHoMT7/sOiy2ajjWWlCh6PwgjgumRpFOxdFeLqNdrqJbbaBfbyNOSRW21osXayZ4aqL08YW5an2PwNUG2SpgyDFvedxcC7ts4U0kUY9SY5WgasK0SrW+SSxCrEsCq9FWCdFOBbEu9fXi4AxVuz8NTKQNaoE9x77mg2uLnGkycF7LpPJUfxdk901jdS2IRaaSaT9yfLlqvJNl8JV4JjwK+hy7nI5pQ5djC0oNtAwdmxJg33nB5IPFBB7nUKJADNszBGzWbqVQ2JKJEBMwKhKSOURbi7XprxprgIFpH+1IAp2ggHaigA6Nu5QIOXdUrgssmAHIf/Zfz26C8z3qjnB6u46hqSKoM5XzAOVqYJV7Ehlg1qLb7tDkikmOY8CE7p/VI2wtU7HHAase8LY5yzll4KaNB66plhwaU5Xzy8AZjjPpFDrdLd0vp3caJLieGMDmEwElKbyyvh0rQSja5iT3NX4Xv5egKd9DUJXfFyTTqFUr+p1F2Fwmq7W3RvmNWk3AkbR5nb4rQVW/HoVvggd+/XOrQLkoC8NRTOdS2LlhAhO5JNIBPZkswaBW5Yljx3DhxVfg8c95JZLpPOodMzrxY5//8rVk1X5n782oNZaRzVA6JSWgksDq1Mw2Z9wljR8dipJnFt60itl941an+9Oj0RyTvqps3yy5CNDvsXjIRaGMXKyLdCaFamUF+++4A939d6nbgN0W0pVvcN4TmO5LOiKTz+nesTBsybtVdtV1wH1OOr42Z9lFIn1nttMmoijXmkiPb8TFT/opjG3e4cwTDTS368mk3MD8taCmFWJWr3vrPbd24oTB1cH1Co9rB6DbZ7nCyjoMu7XfPQCAQhp9vqjBa5/N5rC0UsK3b78NjxzYrzU5mUpKr/jDf/D7Zz2/FZ9kN6y6NsNjWh9cskRbZ+1AmRC7jyi3T/9dMjsEtYZSGH4Oaqxy/fRsPlsG3V5Dg08WU63bRMXjaAKdTgY/9ZxfwMf+7je1v7Bw1I1S8sRgf/7/0lwEN934AO564AhasQn81v+4HLFeB2lWw/qUAunjP/75Drz4pb+FudoJdc+5VpJBezxjCN8+67VEDbxp4Xfe+3Z866s34qk//nScf/nlktfxwKrCgVUBoWGO3WhMhQd20LFgQGB163gBVB8g2Erz1JVaGZMjI5bn6Hw4tyw4r7aBr972kDTW/R7hdU31nSFdv8FAEMiyBgi1Kp5r4w8NmUHH3JChtt64t/0wBKLainlGYFUu6SLPdAxYjWdww/v/GBfu2YzLHnXZ/zdgNTy/V80rx6r0fx+Mx+G0HKwBg7+FsJVVn+U03TWv+0ClUrH4TfsXC559pNIFlBZLuPv2W9Aoz6Pd7iGWSMqojQxWFv9UKE6YbJWPb2R4RH3+ZBYbN+7E1OQ4lpaWBKzyNW/6tV87p/n9rre+DulMUjqrEa7bgy5Rb59lnTUcU4Min98DHPPeA9EM0rQXDOIyx4D1sgJCaD2YZZ/J1/NyiqXpwGxes1qljsuveBw2bt2N+QWeZ1lv3bptGwqFogGJWhdcXOcLvCJU+UthUZXoCNprnQ+AGlkZsMawuFjCzbfcgn/6wj/j5ImTmNkwhUddcjGuueqxOG/XdrRqKzi1MKe9b2rDLL699y780stegfJKDYVMDhP5HDZtGMOWjdPqxFlaWsGGnVvx229+A4J0Ql2c7As6dGwOv/OGt+Izn/k8xnI5FNNJaSUz16Y8WiKVxhvf9Lv4pZe/HN1eA9Ho+mQWRW8EVrttdUh1mg1UyyX0aM6rk6XJdh/J3AgKE1O23FI2yoIpx563CxTpOYzCeWAYCMs/uOvqwuDhwHJFEUkZDIkJ2uOdDJiP0cxgyhtNmc6q4mf+K7k1+pWQRDV8zuut0lxYxQUvy0aAlYCrmLUOsB201RuonqZeu4vfOE4Zh5GxKs3WkA48iV7UvreY2saiLpsr2mjunqFwcqandcl0rdx19Z+rvMaTAVbLAKiYRfkF3q9WC+lMBlNTU5KvIoGGx27AqhERGGO++Nffe05z/If1TT8CVtfcWQ+s/tKeEQNCXRLkWasOg9Niy2o7B7tnrLYYSKnVlH6vtmkTAOT/mHR7d2ZjrBqYZ8CqVQY9sEqgMc22Q6vnSMOyRr20fhSTmZh0OAk0Eljttdtis7aEXZLZxu8yYJUTxDRWY2I7khXJihEDHg+sZqVhakY7ZKyaWZax4JhskGlLYJULM82MyB6TKYmAVZdUus2a4J93xCNgS8CQLfeVtlWlCKym4mRsGrBKggCBVX5Hq9sRYKnWVeppkrFK8yoPrNJMp0UJATIYqevhEym7gby2YgTb6qvzqNbPDKySsSrdPbKkJO8QEbDabHdwstpGPpVAjsCqCvDmpC4H1UhXwHaz08Y1T5nG458yhdJKCUmCM/06GrUG0okMVpaBvTcewG13tFYDq5G+tHiXmj10WwRWA+RSCRl6naq30XQsLTI1Ce4SP5bLtK5tBFUyKdpsG4hgLE9gNYJyvTkAVqcErNJUqi2TgrlyC6PJhNg+Jys1Je+mregCTBdY2CpuzF1f+aOshAIotzE1exGUaqaxWqQUAFvBnBGNB1bDraQeTNBmQu1esq4dy9kbCnG9l3ZhMtCGtlzroEUzN4IKYcaqcy7l1sLNWTqzsTg+eeTcgNXuDX+ke8r7XmvUMVeaR6VXw8n6MsaTBUTzaXxp/yF87a6jOHmK+nnU++2gWu2i3Oghmswgm0oh1m2gH8TUisuqMI8rk83ZbkZwfKSIfqeP5cUlMaSLxQLKFeoORbR5BfFA76XujljsbOZ2Bg8eUPX/EhgdAKsuwODm5jM6Mlx5TayAThaLrV80Z+NnkpFmgIj97gN2n5DH2VbL2RMjw8xMA/jxtVodTZoJOU1WAyygxIpzg8C0Pk1AVhTFWFyMaJpqVXstJUgbghRmEcGLn/BE7Nq+DffPH0GtXcdsNouJZAxjhQSCTgu9pTJa5SqiLHzI9M4SAZ2bglBTPl2dRLtEehXQ4MFKF8mGWrPkeurahaS3SgZALIVWLKEkkkZxZNvICRJ80OwAACAASURBVNmBgwK6GSB2Koi2V5TsMt0k3K7CmYJ2A60Nt3Y99S44J2N1eMy8yo61omXMR9sOeHXAut+aBiwIvdS1T3jCA7sdjFvsHKA9MOsNuyxEG7TRCUSxouCqCjePk4Up3VQuCgaam/7raobNYMt05lj2u0vwHVuAbCxj4lIewP41cyAXRBPgjATStu3JvIoKtQaCy+CL385rToD102cvBZDNBKvaB8ni1I6soNiYAjY3TAZA+lKOGSXJGxZK29beZYZPVhi1VMhYVGbWZvc1DKzydwNs40gmyfZOaJ0ZzDfXasZ13QMzzVZLhQ8ex/D9dmw9yRCtBgQUd0QMqCRjgO/xBlQqMIqtThkNSpZYIsACC4+fxiKdVlPH5l/DO0NgtVZvWJHMwTTG7vW6ZcMxHAbx1gPZWEDNJ2KYLmYwko4jm44hn81qvzh8fB61UgmPufIaXPO8VyFXHEedc8sxTm2IGLBardew985bsVKaR4ZsnVhKLInJ6UlMz+7Q/bPrOgRX1enjmS+SDDE5Deoip5IEACrodVfQaDbRbLLI59aWfl3rViLIKKk6cv8DaO+7HbEgkFYwDRo77Z5NDfpYtHsCXXkfmXDIFNAxfC2mI+OZ61dUxcW+CuJk7zDx7qPciWLyvMux67HXIUuZGHfOWkrVdWTa+4N1YN0C0jCA/X7AqjGvhmxNf9/CLDdL8N1nah1YXQw6E6Dqx7YgNfd+D6ySiUtzrk//w2fw+S98AbUWdWwDMzzsdrG0cGR4EmfxUyI7PZhTq6/RalbTYK9Thc27ZLvXEIDRwXt3b89c9MU4i5U5vsj09vOcbZHhIpi/9rw+HTLXVGDj7kBwMSb5mVY9gRe88Ffwlx/9ZcW6ccqIRKl5HRewxStdWWrgXz63Fw8cmMN9363g11/9dFxz1QiiEUqrkGwRx5c+++948Ut/B+XuitNW1YZmx6Ml1pjnfh55pn4i3sfbPvgH+Mrn/gVXPf5aXP74x6NHDRm53Q73oHBhT4zVaFxrMbXkWfx9zPkbsW1ixAoWABbrdX4jCukMOs0uciwqcx/h2O13Ue9G8dXbH8JSXerfxs4LA0yKryWEPDhmv0/Yc8N9Y7jXrBkoDldR8c4VVAZ7jduetP+E5EvsPIfAqr0s3OZswKpUZHttpBJZfOgD78OunRtwxeVXrAJWvS709xq+w+v6/Rmr+pyQ4dIQ5B/qXxrB0kC/weP7AKt+cpK9aExg65xkF1wymUOj0sDD996JVu0UWpRLS2ZQGJ1ANJ5CNE7Fc8Y4zCuHHQJ+3Y4HGUzPbMH09CQWFuZlisg588Zf/dWzmNXDl773nW9CNptCLp+WyR9zNeYoPrRSLBtin4upSs1Xx0xdtdaJjDA0AfOvUVw5kD9xDFgP4DofA+6bzC1tPY6qC2xqehZf/bcbBUaeODmHdDqFZz/7Z/Arr3gVcrmcsSUJLnasM9IXPwbrlIu/LG4b3jTvwj53ch4fvuHD+Nu//lssnzqFBLpi7sajKew8byte+epfxlOf9hQcPnZM+cPMxk247a578Kuv/nWB47u3bsIl5+/CxokRnL9jM8YLOfSiAU41WnjuS65HZiSLTrOGWJDDF77wFbzqNa/VnrdpvIDzt8xgspCRB0QkSOKWO+7G4657Ct71R+9XLBiNmJzQ2odNJ5Ot4g7cbjZQKa8gQr8EMXIZV0ekKZ4bndD6wPM3Ivma+MaZfXimqbXR+InsfwyV/ENdQorRHEPVCkrDwrd/3heoja3qAFSyTwmoyoTUAFYZU3Hfd4CrmVcxDghJAbAYTilDFaHt8/z3cJzRX0UmpY4swziPXQ6S1AjpmarTiK/zpb8QC16qsRzXkghb59qfqZbo8pz13sOuS37/4JqYO7cR+pxUH2NKdmiMT0woFqCR8NLSogNWe5K8S6WSeNGvvfuc5vgP65t+BKyuubPfC1jVS10+SjaMB1Y51sXIo9K72pjNlV2MVSZUfb6WzBS2RquZ1RYSAavRAbBKAFPtpHRrThhTjQ+2CBFUJCN2Ik3tP+omtpHPJKVJWm20BKxyQpIhS9aZr5Zx48ylE3KNlrapVAiMachAgzqtNGVoEXRh2wMNkmgS5UT1B8CqEsWoAiwDVmmkQlaIlxUg+kENFaPaEyzkZxNYLbds8ygwkYsD9U4XpQaFjyMYkf4p2/MJWDIJ58bopAAAmUaQvUuXcorjkymSXAdYZcDGzc8YrNaWTGC1RqOMRAKphANRqUnXMc3aIWOV2m+WjDGZPl5pyTQrG8QQmBWMo8ZyY2ii3Y0iluzg6T+zDTsuSKG8XEcmyTa+qgJLgmW9Xhr337If//KVsj6BFcAsWwJiEVSaPSw1qBnZxQSB1WRcYDaB1YaLc9lKScYqnbrVmk9gFaZP26ATXzSCcW5+iQiqtRYWKfXQ7mIySykAAqsElXtYqBJYpZNyGifKVZm2EFglIKthGGbzUbze1ba4uCZ5zYh+c2Mi66kLMXV5nQupmD7DM1a5GXmW1hC0M+1dPk+GM4FV6dzJgGoIEKllNWntRmcCVtlyQTMlhlJMVpWwxmL4h6Om23U2DzJWOzf8oVr1WWUslRbRjLQw1yjj8PJJ7JzdjMPtFv7ipjtxz0Pz0qEsjGVw3nQUnUYbNz9UQSKVQzYZQaMbAeXw2DpYrzdlipErZDXeyWSl02oun5fBz8rSkiQ1GEnUqjW13zPBJHuM7/fFkGGSxvFsUgBM5BjocsP3bEiecxhY9ckcA0wxCJ3kh60jjsWqoNMcQMPAmmqh0ah0hxk4MBCiGVwikRTIWm/VZTojMx8lKEAmkdSc7jTKYpwnM0mtZehTT3YSnfISxRyR6vYwk0/hZ3fswRPP341KroXllUWMI8BkgsxCguMtdFn5Jx2WixkFg6mzpGA4prZe43q5tgAfWzmg0N//YeK/mtmyygVYh+/ciVmEosxBNIUuEwfq90oKwFgE0mbkWGPbJivxHR5jScBqVPZVQ/aGlyZxSLCOVltGJDKQApBm6UAJ2reJeZQ0BGKEAyLpo62jLyfqt7uPA9DSBaBk2Xjw3NtPDzYwS6bsWrmklj9xryI7U0iUp8WwVTSUrZ1hotGIRACs/05OBBfU+u4J7XYKDCXshH4/hl4i54BVJ10glq88ap1uaw+RT/3b2UxvvTbnjBJ9vLlWCsAKDGzTH2qWSiOYRmTcC5xcjCR6BEgO2zM1txlsSyd8yECVFq8YzFEE0kO1tvzAyQAMjOUc0OkTPwbaYVDVM1V9karZaA20T7lGejAVzqxOYE7HNJTtnMxkwEsc8DklhDTkqjeciV0UCRY6k2ww5qyKoN5ooFqtap3mGkFAlWuOT1QG18CBlmGQbS3gJs3mIIaRbAIZMliDCKYmxpVsLZwq6W+7L3wULn3GS5Af34B6kwW7IWOV+wrPnwXku++9DXPzh5FKpxDE0mLhj09OYmbTTgHDApFcm6DYPyGGhyKafkvxGLqnEEMd8VgPQdzWyFK1hnKpikq1hHqjhCQSAnpHx8axfPgoTt3xde0znIFc46wlJopesyOAlaC2zAF94kcGGI3aKM9ErfpECtFYAvVmE/OlmiSGism4CtmVRBobLnsCtl94GfLZ3KCQz+ssQN0Bq2cCM9eC7Wtft96k8SCIB1nFpAnJeITXUa1fITB3vft92neyME4AMtTBQn22f/nil3DDBz4EFhC4hzeaDa0F1EkvVY6f9fzmG84MrNrHnXZ9Bgx7/nXIcLY4KCTzEWIKmu75sJDn1w0lng7UCYOqAl6d3AeXv16XzHMvDZHEr7zyN3HDH79AUjo8/26EgJGNLxYMe60I5g/2JZ/1xX+/B5FoFr/08t0yt2JewO/83N9/Fi9/5ZtRizRU6FefkQMMdSx9K876a8BbyPUhn0/inR96H774qc/jkssejWt+7MfQrrfVVeNZo/66+PeLnhFNSDORTqTc7x69m8BqVqBxtx/DyXIDla7dy3qphi2TaZnSWnzRVYfW1+7Yj/kyCwpu9wvJAHiJHiP4hQAWnZb/3bUf+9/diFmLJ5hp4+r9StdEF+N0xqrpmQ+Bzu8FrKaDHD7ywfdj65ZxXPmYK9cFVtd+9/oD+wyFSr/HhPaa8HwMxzZrayzDv63/2QIjXdGTx8h13jNWeXEYdqVSBbRqTey77y40qwv66niC8esYovEkoixCMmYOseX92Oe/fO3Uhk2YmBjHwsIcatWqgNU3nCOwesOf/L5yztExtqCzS8n2ZSM82ZWxzlDXdcN/XUfI2gLS2t/9nmiFq+Eo0vh0e7rJQHhpDOvWyucL6McC/OWf/0989jNfwMLCIhJJiwGKhRH88stejte9/vXI5nLGdpWPhMnuhe+ljxUlpuDGq2QHaPTZauN//9Vf4D1vfzta5TKefNVjcNHu85DLsO06wNe+dROSuTze/K53YXrTVtx73/1qz9730D786Yf+FEuLi7jq0RcLH1hZnsdoPo0Nk1M4fmIJVz/56XjhK34FjXYD5fKSCC2f/acv4y1veY9Moc/bOIndW6YxmU1i25atGJvcgENzS+ikCvjvv/ladWhEncb82rEtNIBFJZ1PV0zVZr0GdJsGtupaxBBLZpDIkHxihk7hx8C8KkIGv/k2SArAd0R5FrB702C+SXUhPPYdG5PAoQMw1wVVxTQlrkDw1BlQhcysrIPIpNX4M6UOJEknELajHF6mVZIIMG1WY6/aOmRxl8WYflwxTuP9ktHXoNPJCsneqNRiLmONMk/lQzHRGaip6+mn++t6xjXJ7RNhKQDGfCpMy+vG/AMErI6PKw5iLkbjqrIMmK14z86oF/3au85pD/9hfdOPgNU1d3Y9YNVQ/eEKwMWAYtoylnEutmTZyXCJRjOcRGKLsq3Ri2RbiyNjfk1/aZipXqOWCzJWpa8ac8CqS8b4rcQZPHg6njZNFCY/ZKzSMOR7A6tANk1gMuKAVSbAjrHW6yJDgWsBq56xGtHnMaGMR/sIJC8AJOX+ZlIFkgKg1iIXPY8RO002sbw61G5NCFw1YNVYL2SsZmik1elipd4WA7aYSg0Yqyyem84KWYk05QGyQaAFX8CqjEeAIBLTe+3h2jQdsBpmrNablA9oiW1rwOpQY5XAKltYqGdLIFrAqlr6ujheayMfxGU2RWDViErGWO1FqTEUR3Gyj5/8ma0YGYtJuyaXzqJD1/CO6arEoxnMPVLCJz5xApVaS+B1NhlDQGC11cMigdV2FxPZhIBvAas1Aqs0aiKj1IBVajXKbT0aE0OYrGMaRTG4oHlVlsBqvYWlFlnNBFZTmEzTaMgxVistjLO1I53EiVJVBQACqxl1UBvA4qtmhP29rqYHVi3xMuYWmbrlOpN8Mx0jsMqNryx2zhBY9QG9QFVJAbB10saMuaw6HVc3pdQyuwZYZWs6GatkEKXIJlZ7hr2f4D0LBGRnfuroOTJWP/AHiJKJ1GmhunIS/RRwsLSI+eoyJjbN4BvHj+FjX38Yc/MtTOX6GB0pYjLbwraZSXz1tuNYrHSRTUfQiCbFzuD5EVjlvWLrBKPYWJCSDmKP9zOTMeYvdTr7fWuTYvWWjvQELFsNBQ9DMXZjf8o4iBu0rqG1oXAd8Y0iBio4BjyfdRu4BSJOO21NMELWySDBdoY7YjUSlBGQPmzt5lsJAGc5ZjJZ1Fp1LFRKah8LonHk4wlsLATYNB6g3u5h/2JT4DgB65FMFOlUAZtzBTz3/Atx3Y7tWK4vodQpYxxRjHKjbtcRqVYQdcUcS+L66LctcRXJSBG0Z5MQjPQzn2vs6sB49XK+mg3gwVUGb4Ypcv0iyzeJSCwlIX+289JEjywdLUdij5Kl1jcwlRqr3YrWXUoB9NVO5eQIdFzufoTaaPlls61wM44lndbxM5QqWKsV5xNNW2WNkepbKI35Y4m7fYwDNX3iGfEFB9+uz2NzF86tZwNQ1a9vLkEXduRgbAMK1w9/DJsPJfBunFlA7NrFhC64FjgPug6S2Rj6ZKwm8gBlCDR+7Xo4FTf7/E989azjr7AUAOfIehqrXtPKt2eJPc/iZoxAJdebnoJJX0D1XbIDVoJnSjpdakvgrRgVUFc1FjXmd9IxEcSccKBsKNiXXmNo/fRzUyxapw8aTsoYyEqvUuuXY1O4YF5FGEqIhApmHqiVTnOjodayfD4vwLfVaqJWr6mjhSAxj496zGyF036gxOZ0xqo/3lVJ0aCVEsgkreNjLJNEPsE1HJiZnjC99GYPAbrYtH0XNl/7s0iOTAlo9Oft9w+Bi/0+7n9wL44cfURmZMk4gdUkRsdHsXHLLrGHfHKvYt0qcILyHD0k4x0kYpRaWUa/00SPrFMCgHGeb1ua141GHbVaGe1aS8Uy6or1yhUcvsX0fcnmp5QNH2QwsaTCBNIn3p71YsfOQiI13lsyNowmUgKu50/R8CGCiYkpTE3PIDY2gWBmO2Y2bcVYPmegk1u/jbHK5OZ0KQC75kNGYjhxMvbV+hN2kMC77/DJ2mA3OS3LHTJWPXCz9t/wuNS50wjMA+SOgUuDtD/5wAfxqU99GvEgwBWPuRKXXHQxquWq/vv0P/z1Wc9vviHImRTA2mMIGxutTiq9UeDgHcYNkj74kLfrI/2wU7sNLbdxOAYr4zxfABjEUCrExNBpG2u1L93sqKR2Wo0Av/E/fhfvfcfzTHKFcRAJF2T+UySoE0O92sc/feYW3Pqde7FYjmNqxyhe99s/g7037Uc+m8fjrp7GJ//m83j5K16HdlJWhQIx2C3hW2AJrPo5ZMl9RMDAzMw43vbBP8I/fuxT2Hbe+XjqT/8UumRrsJrkTjosBaBz4jlSjohruANWL981gx1TRR03r9uJUgOHlhqot0xTdffmHEbphG1lcHXY3Xj3YRxfbjhg1Y3fEEN1GIMamGIT2XeW+D3GgFG7p64ouAaYWQ9YtY8y5trw/R54p+FOCJAJMVq9FECfupL9NjLJPP7sQx/E7GweV195tfaUwdrjtTnXKVLoXoQ8NQcM3DWj3n/WYA0LMdYG4KHd2VVF8cHrQ+vC2gnl40U/H6oVylM5LVBKWXW7SGWKaDfa2P/gPeg02OpLFmsa+fwogiAlkEV3jkmqK8p6dh1jkxgLRbPbMTY2glMLC2jUa7rf5wqs/vM/fRpHjx6SPwTXaeZrjGmldb6qJuxZ+MZ/WQW0+v0gJM1kbNuQnMHqRcQBYMpcXDcL2YuMIUyP/cN/+lf4/Oc+j2wyoyIscxISDpjr8ta86lWvxu++5c3qXOOeqjm4ak0e3j/PDPQMc+55c3NzeNPrfhu3ffNruO4xl+O8mSlsnZ7AeCGP0dEiGrEkbr3rPmy+8FG48rqn4KGHv4u7774L373nXtx31x1oVJZx4QU70axXVUSl4fL46AT2HziOpz37eXju9S/EkWPHsbiwgFazgtv+cy/+5m/+D6ZHirjo/O1YWjiKQhDFRbvPR6E4iqPzKxjZvAOvev2bkMwVlUev9zA0w5+bxawELSPs6pOpqYl5MdaLBVkVoa0nKQRt+3XIAat+rNu4HcaGtr6tPgpb9123lVuvDdS29/o4xuuJCmgVA9UBpQ5gJahISQOBpCqgD4FVmljac/Y3snzZhUIg1Z6zHM0DqxyL1FP3BXweB70yyFjtuLjPOEYsTNj4cnSMQYebwHe3rgxM60KkDc1JT6xY/9as+yyBaOvIc91XTmuVxyxwmM9T1jGfx8T4uGPd9jA/P4/y8rKWADJWGYte/5p3nsU3//C/9EfA6pp7HAZWTXbFbUmuPVdTVG37TLgMWGXwQRYkgS9SwrmIWts/wVTGI6ZDaE7e1kpoagCrgVW9VpqmJgWgxIKbXrsvDU5qvhFYRSKlNjYaTzHBrzVNCoDHdjpjFcik4hIcJ8DHY1SLDs+j20EqiAkAJbBqrEgDYPkysjpkukX3aJliUCuUSSf1xqj1aa2QaodUec4xVp3+K6UAyAClxioT1Wwijlwyhkanh5VG22mspgQetnsG1MqIk803rFBGgSyNp6TR2UFDCxpkaBPQSEsnYUERb5MxVk1HS8xbAattsfBSvF/O4IpMW0oB8D4RWGXlnUkb2/0GwGrSXO/FWHXjgEEb30v/763nB3jST8wiFmWiXJdTMTWs2gJseURx9Etx/P3H5nHsxALSQVw6c2Tn1rvAUqMn0WsPrDbaPZyqkmVKYBVi9haTSV17sjVpXiWN1WYHTYFrEYxnUwasNtoCVglYT2TSmEwTDG2jCYAaq2MEVlPBKmA1zcBe/dzDNla2q/FkuZiKdRU3nUDqJGozicRRqhKA76OY4vWxgLwkJuVqYJVXQOZVDrShBEGjzXtK+QCnze1YeesDq/zuKNLxCJI6RgM6DHuPmKlMLIZPnyNjtU8pACZA3SY61UV0Em08vLyAWrOBzmwU//jAUXzpG8fQbcaweSKPfMoCp0dfch6OHW7gnn3H0Yl30FOwx2A/inqDV7yPIBUYayyWVGKdyGbQcrpDaSblUaBaqqDjJ620E1kZ7Tjnags1KCgiXU6x2wkuOzdytS/6YOF0YNUACs5kA1C50et+2MC04oVrf9IG6rUIuW6p5VkvsgRZTETeR2OK+2CDsgDFeBITmSQSQRdLzRbmGx2tg6lYHxOZADumJrFhwxZcs203HpstIIcG2t0G2o0+Emw969cRqayg26hZ4Ol0VsR+5DyQYZwzgBITyII1I6cN9fJ8crx6KXcJ2KAErsXC1gr11djPNAeIRD2waixNSprQsMM6C3j5zSwLbKduVxERsMoVhuxjqeXZ8Vjapk4Fza1QME1g1R48+BCwOjggM+47LVoUfuor9uGWSAes8vh1IsYU8KBCj62YvqXIs08HwalLVAXu+mDU2vt0ygQ3ZfIiJyvHYF19dfU6p93kW3598GvsILauumDYMY/8XqlrpzFJzYks+vGcAAjT5ZNJ+wBY1VX9+NmbV60FVo0JYPpbXsfUA6uqzFM/1+11HOt6nfZKmxPeUdbO2xyRfU+ifnf7ENdQGVax8BqNqU2KRna8tE0mOc6cwreWiQXhADoP0nlmhbEZTKPRP3y7mApe3LMcsBoGdtTO5TpJ+Hr/eXwPTfkoFTBaLGptn5s/Ib09xAKxVPl6Bv6UBeCaru6PswBWLV7qIhnEVbybzKcxkUkh0WthanwEkyM59Kif1qhjZvsuTF/zXERyY5BUpLu2ArocY5X7077v3otH9j+gy51MZCQFUBwtYtPWXSr2WD5l98iWCwOCuTdTmzKb7gpc5e88OjJYmDhJL7rX1vmyGNzuNdFv9bBUqWOxtAxUSig9eC9q5Ypkg7RGdynvRDMxqisbo1NxIK+RmI0ENuOKs8rNFhaWK9oDYjR5IFszP4ax7bsxvmmzWGC9WAozM7MoFoyxqg4RBwb47ht/74esNI7B9dh3fl1fH1j1oDs/zyf0AoecOZkfQ/5fC3xWMzvDx7DezwbGO91gavirLRZ4z7vfg6/961e1l3z0o3+On/u5n1URmon/9IbR0xeXH+CZZH5m/VdpYVqTdXsCwECJ1OaxnYPEutya7fYcp32nsegZZQP2mjNNdSCfrZsuHRbgY8ANQXHGKmpPjsbRrCfwxje/C2974zNsH2McQ8ap08NebgDfub2C//i3O/EPn/wSji+U8KLnX4Y/ft/LcPu39qHbzeIJT9mEv/rwJ/Cbr30zugF3G7JT1TfmCuTcR4YtppoPDljduXML3vqBP8An/+ZjmJzZiJ983vPoJqOYymv3rdVYlSY+u2YIjMTjOubLztuAndNjGv/cBU812jhe76LBFh1EkY/3MJWJoZiKSX6jG4nhG/ccw9ElahsPOLEWu4fMq/z89wVF/c7oRHIa3qjWFxSG6E64ocLrqA7GsJtLtkdS439tQcJpl/vxEgZWte8SGKNGZAfZVEHA6obpLK656pr/b8Dq6sLIMN+Unum6jPFzAVY9OG1rYK1iGtN2Q6LqQkokcyo6HXzoPtQr8wIweYtWlssqFAwlfUwr17Pt+K8Y0ROzeOyTfxKzszNYOHkS1VpF69nrX/OaH2A2n/6SI0f24Stf+RcrHDgWvzfJ9WukQFT7xTUK+bnnc3djt0qqRWadThtWwKrXUrXv9p9jhAaufbYWe71idv0dPnwY73rH7yGdSGJydFRzQKSTVhvxdFZ5Guf9m976VjzxyU8ODWUvv+XnqYs/e4z7LV70BWAyAt/25jdg39134CmPuwIbcylQ4m12cgIjxQIi2TwePn4KlXgal119HQ4dO4p77roLj9x/NxZOHEFteR7bZzdgpJDHSHEUp+ZOIZVIYmrjJoxt2Yodl16GucUVzJ1YQHXpFO65827cfsstKKTT2LptFidPHkG3WcPU6AjSQRr7Dx/Hc1/0MrzwN34b/UhikHOvvWM9Sp4M+E6cOwQs2+h1qsphtUcrpgqQSGbF5B9WdMK8YdN9DsuFGKgajqHXGVKDNd+DsC4iD8UWPhbS2HfdtQMpAJfndnsESNl9ONRclb+FA1gHbFXXeaQYjj4ofJ/Tb2W+7MFyYgsZkm1cfMPv5j1mXCHA1BUJGFOwaCzzcXYFk4QTIzZh/gPDQvvqsa0xGpYwWefSDNZ3nwPxS72hlyOPGGHAxqK/JolkgNHRUWRzWSMFdlo4fvw4FucXlJ/JUDQI8IJXv+Oc5vgP65t+BKyuubMeWH3pBdRYdVT+gZaaLdAEJjj4zS2diSAp030ZD/XIcnFVCjJWqUcTCMi0FobBQ8YXBmoQMJNbL0FVtvITyCSoJYZrX4F5vUWToB7ySbYZBgJC08lAGClNFPgaztEgQSkA05mRNieNkKgDRsFytiozAXAbBgGzdDwmxioXBrauxeIBSnyd3OnJUO2LwROQfcOKioBEyh44INl7qTCpIKuOAG+vJ2ZKPm1JXalB4JfATFTapQRkeSy9eBQj6YwYlPx+Vk0JGkbEUFSdldgXcwAAIABJREFUX238SbYud5tKgNhWxOvDNks5LvpA2TlK++5Whg/1RhulVkesIRppEbDmQsWWchp0xaI0nzEAnIwUNpoLWK239Xq26AesJAmEJKOV15TgVx9XXDOCy64sCvQma46M3l6PLQ9uo+zFELSBb3xjGd+8cRnpbEyGVPxGGhiRsdpqdTCejUssvNZsYaneUbs97xk7qXiteN1pMqZKF6JitjZ0kYGJQlqsWjFWG13Uul2ZYU0xm6S2VS+ChXIdYxmyplI4tlITozoZ7Qiw9NQ/c/e04FrAp6uQiaHs9IFsQ4pipU5glUZkZJOafnCZialLpsKMFplXqbU3KkdlVnUdtKWEzdym2fLJttS4qn3LdTpsM6ZxwCrZ0sR3enQuNcYXj5tSAESwzxVY7X3gfYgGfXRaFbGYWuk47l04gZOVU6hPJfGle47imzcdQyoRxcaxOLKxJObKbVxw8Qi2b9mGW7/5CA7PzaNBTb6OscAJKjY7fcRTaeQJXARZrKyUJNdB7cpkKo5mq4pcKisjCsoBtOoNS4qka8iWXGvBkArmgPXogkMGKqzx0uiHYI5jr3JDH+QFIdaY7o4YvgxymLSTQ+LaqJR8GiPUzOf6YnAx2ZVEhmOueiZLKk7GLJ2xacxBzciYwIhul0UYjk9rd4yjialUH3tmJ/HE3Zdi68bzMDuawlg/h4DgVd+YuiiXEakuod+qquKrlnq2hvd4fEMNtuGK6bVkQ0uoZ6L4gxwuri5MdqD0IOiwoFYsMFZqNau4yNOtmjpexlIwxoP9PEg+yBbtUpi/hn6rbtpQA+On4THZ+Oca66o97k+zxNwN0TWGq3sMC3cGlvj3D/6uaMwzbTxYOgRYw4VqBrKDuDYEHg+CV3+9woyDwc9kr4eSVdfyrPMf4DQ+uPVMYGf+sqqbw4PXPACvh2vgtCQBaM3n2AS6DjEavGXQH7ifO6DDMy65xv/92UsBFLIECodt+p61yaNiQYvzjW2N3lTAkpuh2dFgbSSe7pJ/FSicuYSSLf1sF8eDeooLpH0aQ5p7W8r0T32QzlNnwEyWKh8D+RSXoHl9Lp84WoDhjssZYvl2sabmvbveLrEUA4FtwyqiGFDvQYYgmUQ+n9XxkK3K72byW6mUNfZT1DTp9dGOWddKj50m1A5zQLJnAvnPC+tphxNdiuqweFRMB5gsZLGhmFOiVsykMDNWQKfBpCWKC57yLIxfeDV6bYLeFqtouA8Aq6hc5A8cfAQPPHin1lAWrGjmxfV109YdyOdGjXWuOWvrGGMNtvznUz0UMixoU4KGUgBsuzZZFb2u1TId12oNyyvUwDZQcHFpGbVaVXFPc6mEA3fdA9SrmvNNXttIoGI1YzRqK3OZ9sx5FWoiBLz7MiWtNanJXVchOt1rIb15D0bPu5RaFU6AIYbNGzejIGA1xKJyRU+TlvJGHkPDKhUmNDdNq1/nws4c6eomBIwTODamjBXpaVa2sLiIO+64Aw88+ACymSx2n78bu86/ABumN5hhBWdtq416reYYW84V27HELEaIIN41PXbTRfasT+rZujHnHIdHCiOolep45zvfgW9/+2ZkR0fwj5/5NJ70+McbU4YrggOTzzbJCgobDfsN4ahawgZSL65LYICxmjGftPLXPHjPhnuo/VEFSl/iCc0z+yMvv2kueoDWCpoGANo6z3tjGo68WK1OHm9/5zvwut98BmKuutztU/uYjKQoji338OVvzGG5EkO1dAqtUh2XntfHM5/1GDx033GkEgWcd0Eef/yHf4W3vOP30U9am6pVuKyYYEZpXWk6m2a0A3C6bVx25aV43dvfgk/+3SeQDDL4by95MeqUGeG5D2afdSsM1z/uZdRY7Spv4H+X7NiAPTPjYoPz/tX6fRxdLKPS6mNyYgTdRlNaxOOFLEbo0NWL4Jb7T+KBUhuFSF1xSLOfQIKkBhZBVHQ23wJqzVsMam3fhG4LNH2VbEdTshrMW6Jd0zBXqVWSLG7fDRUc/C3WPRGRxPIxgjxK43itOH/Yqhx6aE3VoHKMLumEd5HPZPBXH/0ztWQ/6dqrkKCMCtd2PyA8O3L4xaHIJAzyDEFOazcJFVT9Hhw2qlmjpeqg1zNOF4HHa4Y4u4B8gZ7/2vrgNFbZhUjpp1RButHHD+zD8qkjIgZ0GjV8++ZvSWuSn2EK9K7rUV9i63an3cfszj346Rf/CqanNmBu7gQq1RWtP69/1avPdmrr9X/9vz6CQ/sPYPfO7SrEikzh/QEGca5BRv4e21psOYefh9qfGU+vMbCy6+4kpgaF8SHjldk5z5t7BnPPXDaD+++9Dx//y7/EpplpMUinx0cxMVJENp1FtlhAMpPDwnIVhQ2b8PyXvRzdKDsqrHPPNjevv+niWYJziuU7A4ke5kM3/MF7cOuNX8OVj74c1ZUlpNDHzi1bUMxmcPjkKTTjAYqbtuHapz1dDNdbvnmT4tKxQga33/INRFp1TI+OYGZ6Coun2LpdwoUXX4rNu/dgesd5OLywiMVSBaWTx3D04H4cOfAIot0WxseKKBSyiETjKC3MYeuGWbQiAS594tPwlGc/TwXY00tWdmqMPVQcdvEd85JarYJOgyZmVtJQbhcNUCyMyRhtkL+v+VDm2GabO4wK3LI7AGN9DK4yvOYqu174mWYCK0oCyRmM24XosiBuRrAm7xI1eToXI3ngkl08XWqtSmfVJAI8mNpuOfCUz3f5GoKv1OdnoZaFV+vulCGWy2+TQYAc9/uB9w0NoFZQW1xELBFDs01Jl75k4bI0RG41UZ87gm5jCf14Av30KJLFCaQyWXWc+mJg+JK5Lec0cytddSfd5iehv6bEhLyJl4x8PbCq1JCYVhvZXF76qhZLk6/VwJEDB7Byak6FasoEEFj9xVe9/Zzm+A/rm34ErK65s2FglS3PPljyCYycLum865yfOX8ZXLBLjOY+3Lw5yAVORC1ZI9OLiaXpuQxbWcQEiXCyh4BVAaPUWqUsgAGrDOYbbWqT9sAu73SQVOtcKggEQtZqDemvEiA5DVhlG3JA3iXbyJvodPmdBhowWCBwRHYsdVOaNGMIklipNcVwJbtSemQEVUVnpyg98xNqrHaVwGhbci2OHliV9kYijkKaYGMfpXoLbPMn25VgIQHcar0pZljGaZmyVYk6k2QAqv2dWnIROiobw6bdMdMmfg4BaxrrkFhlfCJzO5FEoLufHlhdCQGrPPZonBXGHmota7NLsYrJYEHaQRCweqLRkasxmby8cmrmYtVf2qBdBCng2h/bgJ3np1Gp876SycukrCXnXy60kV4MyU4PBw7H8fnPHhDgnAnYQphAJ9LGqXpXm/VYOobRXEqs02Xqp3btnvNYpfHKtk6x9CIytuLx1aVjCUzkUwJ/w8AqGbBT6ZQBq/0oFqsNAatkzBxfrIlBkYq2BdwOQZ1QFOZcwOW95IBVu79scYig3GgrQKGGFtv0eQ3JzPFSAOFEQwLxrr2R91yu9C4I5aIuXS+1Cw6lABarNLgyJi2fp8kWGat8I6UOvAYsCxEcb+cKrHY/+H7EUhF0m1UF1t1cCntPHsLdxx5GYqaAr95xGLfduSyAffPGLGrtFpYrLWzbPo3HX/1oPHjXPtx6+31o9lMDxUyC413EkM4XkMnlFIKy0EKDuWpl2VqCWcQgJkxH9HYbtQqrlmQbOnakWmA8UGAgkyFbXDeY3JiWmbHmqPPJBGqtftMgL1LCIkM5tVAZsGrBJB+WlFubCdue6ZRmzEXJDTj9Kh8Q+hYqHoNYCgS6CaIQpGFBut/F9EgGs+konnjpHjxhx0XI5EaRjkVRjOSRRgvoVYF6Gf2VZfQpbM+WcaeLpoBIQZFrax84A1sSG2ZvDJftcHgRZnJ4RqsHNBXV2ujre2CVoZsBq5F4SuC4b6MdBC8eBFT7OnVf6+i32do0lCTQZ4ZASX2Tk9nwf5tthhgjqxhOw7k3ZK4Mz8mbfQz3DUv1B63Aw1tvz/kkchVjy3+eS/rXHOsgD3T70+qszJXT7cK5a+hbJx0Iug7rSHIOYmU5RvXAXGsYeCuojqWcDAO1XE2/0jOQrc21f07AajGXHICmXiPRWsuhAg9Z0SzmeFMBD6zarFi979PJ3bNWhmvm6kzAs3UJrBqIZaZS/HcgHeD0tDzTJwzIyOjItf4PmXR2Z7TPEXRTi//w2DqOweFfr7XAJdDUheWxmuEd9czjKBQKAlxU0Oqx4EhAk6Z2DcmspNXu2UO1w32opzmtVjnGOA50C5//mYBVdoGwS6SYTarrY6qQQbRH3fIAm8dH0e9GML71Yux+0jPQShXQqXENcUCWdwd2c4qt44cOH8Q9994uZ+hEEEMinlR72qYt21EYmRBYbwmdWoZom4FUooN8wK4YGvYZW4YdOrVqRdeDhkpkSxJgmJiYwMoKXXrbuk7UQNM8ivTBROrgXfdgcf8BfTbNI2l8THO0fCalrg7GSQSLmIwaK4ddPZwUMRV3Kw1zaY80KhjddQmyOy9CI06XbdM33Ty7EcVCUXIvQ0YVmfMRjVMfg/q1xNg2bi3jd8djSKaSWusPHj6IAwcP4LLLLgO1TXl+9Tr19Cq47867ceM3bsTevXvRJHAq/bY4Lrn8Ujz6iiswWhzB7Ows9uzZg3QyJXBVMhUdA2iVPDsmsSWJDszzbdCO3a19XZ1DfYwURnHy6Bx+753vwN333oXt5+/Cpz/1STxqzx4tJ4x/w+ZZZ5NopYqrGau8Vlp7Q2NIjEhvZqTL5hNT+yabt1x3qEvsARkHXakbbViWOn3/sfeufd4KZ75Ax73GwNd2K4WPfPRDeOmLr1VrPWNXA9YIrsRweLGFr992EtniBMYKcUQ6XVyyPY5CJoITx5aQQBozGzP4vTe/F7///j9DLzk003InYy2lBDxZTNW+b3Jk3XYT1zz1Wvzqa38bn/rkp4BOFC/4778sszrG2WFgVUDFYI+QbZCAYA+sXrh9GhfPTCjeJkmVUl+HTiziVKmFjTNT2DiaEFOba9qmkYwK599+eF6da1fumtZ977AooeSpj35AsgOwuFhDpVpFPE6hkL4KHNQn3LlpBuVKDQ8+cgSVGgEMV9iTTJa/jxYfRKlrvB5bmYUrkcP4XoKENpY1Oig7FnqsD6z2kM+k8dd/+edIxeN4ypOuQiIIrDC9zn4eZqG6I3Qs8/C4c1/q5ko4juD715sXw8LrmeCt4T4dPgYBq+7B57n26fxdfZ2UB0oBdFs9nDj0CJYXDiOqGLWBW2++CVNTE0inA+U3KoSSzaq0yzw9aMY2Or0RV177ExgdmcDCqZOoVkvas9746nNjrP7pR96Hg498F+fv3qkYUd4Bik1Dmuf+EuriEbRz0nCquAxhOYJ5Vi+wNdbvo8ZidXtqqGNCIJLY0iYVwWmay2TxwAMP4NP/62+V/49kk9i+aRZTY2PaA0bGx5EIUmh1gA279uC6Zz4HkSAj4zp1GDgTJbE4Cb5Rl1Ma5syHayhVSmjVqxgpFPHZj/8d7tl7uwqJ99y1F8VMFlMjRWSSKRw9fAzxQhEbz7sAT3vms5DK5HDTt76pwv/ll1yMG7/6JRw/+IgKmakgaes3dZ5TaTzuuidj03m7cWR+EfNLy+hWl1FeXsRD996LTr0mCaepqUmMjk5g6cQx7Ny6BcXJjchv3olrn/4MFQi9NbfWz4HfPLtljQxCUFJlpWgXjZoRVxhakuBBmS1E4sikC4gn0pbrOf+AoRRWX2Gg9D7dfbSx6vYb3uqokXKkgU25nRjle0iO4PU5gla1huLoKEanpxGPdrC0cMper4KKaaLqIx1r04OnjHfY0s9OFl43AaRionr2qplUGaOTRleu/d+BqYPYLqSdmkxEkM5knQGvtdkvLi6hXW+i1qwixVZWd2zpZBq9lRWMoIuNkznMLy5j775DiBcmsHP3BWirS9Rym6FPwpDMG47P/FoR1o0O71VeF16kKWe4ZbGFASm8JoyzxifGzeeC59Ru4fjRQ6iunJJsFhmriUSAn3/FW89m6/6hf+2PgNU1t3g1Y9UWXR+oacwpuiToZACoAA6yUDywKsaqAatkOkYJTEYJhJj4tk+QfQGRgSVxESYvnPRirHKzIhNOwKpprNbbfSU7dNvNMAFqt9VuJ1fzeksGV2SWkEVBpgUXJC4QXOCSQUKBU7VpjFWTuzcqeDJOwC8hUISGC/EgidIZgFUBYDFb8GQ21TGumi14ptGm9kkCq/EYChkyVvsC4wgO87hoCkW2YbnaFDs2k4wgnbRWzFqHwU8gw6Yo2XhsKSRzl2y5Hpm7dIw31omMlcTq48JMhI/PW7VS90tSAG2sNI2xSmZuIkZGLlm1ZJKQxRIVizbg+2hQ0SczuIP5BsFwyHwrkDkA2bu23hCYHp+K4anP2IKx6ThKKy0kk7aBd3tN6UqREUWxxjQNw8oFfO5z+3HsZE2auGLlRbrGWG13MZ6KYiSX0rGeqhGAtntOEJpsVILMBCc8sMrjo5QCA6LxfFI6rLV6G4vNDmqdLsYzBFaTSpzr/QiW622MEliNBzi2VBNTNB3rgP6ew0XWA3gWnIjBSPZzEFfyLVCV1TsBqx0lgNkggrRaaaKosu3BtdWtBVaVokgM24xQfHgn8ykFPmRgRgU6MuFdqnXEDBYrRhIOQNLBOZRLYMst2Ze8V1zsP33s3DRW+x/6EyBOPeCGKpq9fIB7Fo/hrkP3YGrHLD7+H3fhjvtrGAlS2LyxiBPlZSzX2igWx3DllTvRXGli7x0P41SpYQwosr/qDTnn5pgkxxOab/lcHjGaiJ2Y03WMkGlN0CVIieVMZhQNZQSfepa5F+MfJG0GbimRlSlNoFWLwKxlu2cAVn3OKIA0bs7USo6tddAYNQZIKPATU9QySdOJ9uufvYfPmXREX4UVnwhwPiYiMeTiUWydKOC88Rye89TrsCk/jn4kiXQ0hXw/hlj9BLqNKqLNEnrlMnUtzBQjFmoNJ4fcLY4CL4XlhduAHEV+sG6HqRlDYHWVu7VYVZ7tyc/jOmzJmViq1HWNphgZmvNlCHgcJCccb0zAqBfVJvDCRM6xe9bsIQJCvHWtZbwQY1UJfjixOj0pt+XUA5e8H/5n/z7P7HPPO/aVHefwtauTSz/rKKewxkU4fOyaz34tCBdbhsfjk0T7NwRe654NP8wwP5NukL6L4we7JvUBy6sfTck4zLfdObs7h+2695+DFMBoIT0ATcOgIBNxsa7ZFeDYpIME27HNlHz59v8etdMNWFTiHhKcHRRbQ2w2SQA4xrd/7QCAcoAP/+7BMs9Q5b7sL9964K1ni4bHpsz3XADviyC2pho47AFdaScnEmIXNFtNYyZ228ilAhTIYEUPpRrBP5hMT72ulsYYNcUZLzgpgDDgy58JmNipD5NZXaN+F7l0CsVMErF2wyRrAnY5BNg4nseWXY/Clsc9F+3cKFptJl6mWe8fgznHdSWZxNGjR3DnXd9Gt9+UpA2B1XQ6i01btqE4NukMw3hHu1rLY7Eqsinqurbxf9l7zzDJzupaeFU4Vady6Nw93ZN7kqQZ5YCEIgJhwQVjMJ+xLds4YWN/+LEfTPZ14l4TPuOAA0aAwGAjRLSxsJUBoZw1Go00ebqnc3dVV87fs/Z+36rTLQmQfO8fW/U8o1FPVzj1njfsvfbaawV9DUnqmMDJ9bbbom9GwJDXSrYP/x4eHlK5Bpp48rv5/QI4d0IOCiemcfC+B9AsllGpN5AvlEUPLZtOIBGParwi+yjPJAKsNCHh2ASwvLiCerUmbGBftYaB03dg+KyzsVANgL4eZJESWE0kk6qNa+aXaKwayWHvErXzxrqQk6VKvUSenQcOPIWvf+1rmJmZxjXXXIPx8XHMzszh6NFjmJ6awvL8ghjKcH6TvcwZJ7IYBPQN0z6ZSWNychLnX3ghzjv3XPT39asMUJ3Jssr7MPlsE0jmDmDMYuw1im6o6V7iOGbTfXjqsafw4Q//KU5MHcelV1+JL37h8xjO9inT7IdsRz8q+3KTI9o14ClsaWJojxADHJkY1WxZHlaPAVANadCuMX16dzX2qpTmguQ4MqROmxt416d0hHlMdRivyNpBAu95z3tw7TVniXGJdsJrFw6BS3alreSbiMXpvsyzpgWnzG6fGqanl0SrNzMUwedu+CfcfMudaDnm3pm9116LALbmPGAsyeSfLM3Xvuk1ePtvvgNfvfEm5FeK+JXf/i0UyxU4zE/WUBx/OLC6c2IAp48RWPUJI6zS7mB2pYr55QKSbhiTIwk5V+vtNmIOdWR9uP/QLBqVKi7aPSYxd6MTkBiUi59SA1IulK58oydPo9RiSdYZ11e95ccTR05helHNYAlEM4YRAoaYDRo9arMfde9ht+gnogY9ky4WSY0ppDV1WrP/PIex2kYiFsEXPnO9nMlXXX4R2CbL+87TbW1B1jt/7P97YpPnAX5/2Fx/fkD/+YHVLii8jldojX3s/kEdbXmuLBc1WiWwyhBn7qQCq7wfzPMeeeQhnHfumejvT8uewRymRUY0CSDMVyhpEeggGMtgw/jpSCYyAqxSs5p74fvf+Vs/aik/7++v/7u/wsGn9yOTTSAYUPCM+55XVd+ufxOMdoE4Ww6261IK6OZhwTorfWRfKxGLLO5erCUdH9RoDzqolit4/LHHMHN8Sop09BEZHxnC+PCIjAFbvsULot7B5tPPwI6zz0Gj7UeDUmmMmRs0qWTnZUNd5UWjkyztBiq1CurVisTy6XgCTz76MEqFPJoEsk6dQiYRE7xh+9YtCLaAXKkCfySBeF8/mv4AVksl8R3ZsWUzDu5/Eo8/+ABiLgk2TBRaUuRN9PXhjPPPQyieRK5UEm31SKCDZCyOJx56BIcPPoNYJCIkbhpxkbE6NJBF39gEtp91Hi644jIp0lm/mS5wx7xExolnhGqP84woV1ZRKOSE6czznc9hccONJJBI9wuwKZIpHhkTvWCN+/n+QvAwsl8K4vJcbSsjX2Q71NzWdWN4bP8BfO5zX8L89DQ6VRYOgdGJzfiVt78Nu/fsRi6fk4IT74Po9Ernp56BNkbjvdDuTAVTrXQA5YO4j5IgJPmwsFit2RU7oPSadRyMV4aZS06I0oUqtcTvy9iDjNVCuYZINIJatSIkJpddpOwALJQxHE9gJBtHqVrFgWNTODq3jG279iCRTctnWHkaK+nWM/ey/BFrJPHCS09zPu1ssNqwuu1pbkTgNRAKIZ3OiJSBbq1trCwuoFZelWsWYDUUwk//6svA6po4rfPc0tpL2gT/q7zIAqu/sMNKAeguazcTwQ1bBFZVL1MSD2nnJ6NQpQAEICWwSiCPB44cBUo91wNftdNs1YEbDDdevo7rna38LEwIsOrn4dZBpaGt0CHSr8NkljSUzRikwypNEvQ9BFg1ronWVY7mTRZY9TJWBTwLaNs+N0O+ZzDoihQA9U4pYUAwkoAogyHRwjTAqmWsCvNQsB2tKEpFqk3XXT+SpNd2IGBcTeQTIMAqX1MoVdHyO8i4AVASlFjhfB2YJ2bhD4pOYyoIEcHn5t9u0OCnhVpLW1EoS8ANl9ViMdoS5oOC03pA+kQTcw2wSrdpR4FVatYymY+wci5t0AFJIJk4LdQAxwdhgzp8X5EZIAjVQrXawq69CVx05Qhc10FupYxUOiyJR6tVU3MvcTT3I0r5hdUgfnDvKh59fEnaB3mMcMPKNXjQtpB1Wfl0BdBdpnFGm/VAMn4DSPDzpZVBtTWrnAd11aLl18zGw2IIRpB4pdZCmQzYqIOBSEjZOW0f8tUmMtGgAKuicSUAGA27LGuR77wWWBU8TmQlyA7qAatkMfNe8j4zYKapFK+2ItVXT6XYJDr2XckE5AFlzT/Ubd2CSmwHUykAEfWuSDO8AqsBPWzCplOKEghcK5w/wsH0B/HVU8Yk50VsQKcK88DffkIq0gImtpqoux08uXwSxxeOIrtjAz7/H/fhif1lOL4gBrIROVhWyjUsrdSwdXcGkxt34sn9h3D05Am0mmydD6JSJ9O7g2gsKsBqoVzC4NAw3LCLqSPHxZBJOvVEloK6OxFJ8ujQ2hBHbwWqvIRCDV4ssKrgPoFV/osYZMh+0msJlrvpbSezGSDb+TjHOXasKEvbsyaAkt4JgKe6bwryknHv0Sw2AKdXa5JPJDNOQIVWE4NuGGdtGccFO7fjon2noVZsIRCKYDCSRbS6iM7CM2hWKgigQQQDPlKwDfgrTX1MQG2reLfy1ANEvSBn73Z7gVX9LtrGJ7CfeZqtq5vWN/mORmtN2DmUVAmbdnTrMGtfagAvrjmya9t1A6z2tF6fM/XMnuRlMymw2gMoeyDV+us3wKphh3YF+SUZs6ZivSRNmsxMIcSCxWuvpweqmnRBh9zTSmef762A97ILIggWuH9uMreWGLsO9JZ7aEFVD0DcbdckqE19W7bLKwtF0yaDdAidpgl8+c4Xsbr1qQRW1Vld2QV8CFhFtpR0Q2gxR84Qj7kW9x1rOCGBswTZHufedcY/dk4q6KryOV6AxgvGrgdhvIG7t/1WY4S1n2n/zb6fsEXZ2mYYNXbdC+NRirQ97Wyv2yyd7amXyHONrbr96YR0l7BbYnp+EYUa5WgYw5h2OmkXM0wRD4Cs49kDELzAEosliVgUaTIxKiX0JyJy7seo7Rp3sGXvhZi4+G2okq3cWBYA0muI4QVw2UEzNz+HRx+7D9V60QOsRjE2sRmZ7KCy8SXmURA/ElyUgnE4yM4WjVta7BxgR084JGNLcJXjz7332LFjyGTSmJgYF1kAMleZCNVrVVR57JfKeOru+7F0/JR0CyzlCyjX60glE+hPJaQIKjxrc05xf/YHQiiVq1hZyiERjSGVSKCytIrsrlFsu/hC5OouZueqMogT4+NIxJNaoLMmK9xD2BVlWMjriz3s7OF9vfvuu3HvPfdgaW4ey7kVcWGy0KVBAAAgAElEQVRmuyjZsGR2kalKDd2o62qXgUkI+d0JWulaU3kKu6s0Wg3Rrt152h5c/MpX4vzzzxNNXgFUjZOxEoh6EhV2/lmQSjpLOh0MDgzhzlvuwsc/9lEsryziZ3/5OvztX38SUZp0iJRzj1X2Yhd5LLXBbmnKRpO8T5PtrgSGLpw1b60/eWIeYUB59kSTm/IZymlU+RzvPZBd23x/7zhIIm4MxLSG1W0CBloRDPRR+1A7zsho1m4SxiDGzZ5neZt6fewCqgkJgqAovWUl5nGoVc/iEM9sLZL09n9lMnfYGSKTUYt/6unQwk9f9zN46y9ch299/Vs4cXQK73rfe7BaLCEUcAxzzA7TCwCrfspl+TA51oe9430inVFDQGLsueUiyg0CqUFs7o8pSMACFbtR4MOjxxYwV2jhkt0jIu3EDjvG/aLSKgVdawxmO9YZCxlzVTLIfA4eOzyHQ9OLKsklBAzKZNWlg03nnx8taSHutcvaUEjkvtBEpVyXoofcVZ7lArCaaeRldZoWWtljKVXQ6SAei+BLn78BjWoFr77qkucFVtfP4V56rWe39/HSU2/v+b/2E18QWDXxlCU+EFjVLg31/GA7ejiaEfWe+amjyC9PSZ5E0+P777sHl154DlLpOGodFs58JB0qG7odVNZxoIVQIo3xzecgncpiYZEaq6sSF79Uxurb3/pmbNvOroQo2uB6UI8G7Uy0q1jjp2452Ejx2L1Y9lNhNps4S/ZXfYUtQprJo6u+G8IogCaFy1YLETeC+bk53H/PvaiX1f+DTEzmxRuGh0Xea2lpQfb5WDyJka1b8crXXoNoIinSPNVGXdrOmRuqXI8aJ3Ftl2gyVamgWauKvB+l7+753ncxc/IE+rN9MkdpiLeytCQygGfs3IFoMgVfOIJANI75QlG8RPqzKZy9bx/uvuu7+Mo//TPqlYoUj2NuBPVqHRdd9kpcevVVmFlYQLlaQ6VWFePdsaERPPbgI/iXb34LfamMSMo02enpo3FRBEObtuDn3vEOjG3bLNfYLSKYTVdTCFasKxJftagNGgyiUsxjbu4UmrW6/ExtdOZHoUgcw+ObgCCrLtp9qUQIq+kiQUd3Yiv2ovebZ71IDhBYlbyFTOsYlpdX8YEP/S/c+OWbRH5ocmIY0UgU80srOO+Cs/Cu3/tdpLMZYQbXGzXtFuDeaU2aTEs/gVeJ+wikiu+F3iMFUhkbrW33t8/jPeba4RpXNquVy+og7DJnC3dN0arVmpzJ4XgWswuLePChB7F9y0bs2boR08eexcyxk+iLpYXIMTExhkK1hiNzCxjbsl2M4WxsKMUoKxsne4uR4fGeTWYU19NP+M+kxVn5GAum6lliWLkdmkR3xOi0r09Zqxyf/PISKqVVZazGYnBCDn76V14GVr078cuM1XUnoRdYJcjpNZTQyWg1VlUL1QKrrbZf9DG9UgBSZaMumLQCqB6Tznll3cl2QjCypUxIgRWCbIYlqKS6pnyJlQJgwkMQkGwQaVtjIudQt7EpbdICrIqrsbY68GDgwqNO6fMBq7yWkI9ALa1oOrLxk7FK53dqeTj+AEK8Hr8P1FjkexJYZaLF3zeYcAmzh1UaiqKy7ViZsMpODckBVKxSO5WmTNSIVVmCYrmGWiCANA2tQiGUW34cyFdxotqRw5vBVzrsw6AbRH84gCgDcG54tQYY3hG4tWTVNsfBgAtGcqwLrK7WtA0yQvMtgtw0/DDAqlS6qLMn+reWsdrAYo1ALQFnBVbZXkL9SLqDUoPoklcPY9fepGi5FFZLSKUSqNeoWVQXYJsVSgKrMfhRXK7g2aNB3HbXKWHMsEWSbYIKrDaRcX3IEFitNbBcaXSBVd5HkQIQB3g9ZHiPa9Qq1U47ZKJhAX/L1SZWaNRF86oYgVW2fzSMSVZDwFa/AKtFATDiDtvrzUElwaSGJbKpGsMgfqqVArCM1WbLL4k3WSoEVqmxSli6TCMQw6q1FfEuuGDMG3jY0MBKlS2Nbpthyci4hCxjlW1xQo2RwgXHIezTQgSlMMg2bIpWo2qG3jS9Vh9rfWD7fD8LsPo3/5/MXx4iBPwbMeCJxWM4XpiGM5HCbfc+i6cezknLUzAeEKF6tnQ8eXABycE2zt53OlYLRTz48NOoVILqomiYKdTK8QWCqNaqiGaS6BsZwfTho6jlaN7gR1uYXmqCwkoyq9IEVvXx3CPQBoJCxpHii6PrW4IPrj0F3r2BuiSBFgiRRRFQXVTOJgFW+VptK9GwRhM8ssDVjU5Z79Qe5pygTEi3/dzca+5nBJJ4S+kuur2vH1eduQ+X7D0dg6kk2ojCDcUw4HPgn3kQnaXD2kZEIzleckPBDjZFUudN0iwWmKR4ZdhGwsZlErQ2Obb6ps9JTrrt6mpmYJmSCkp63oOFBQnouI840pLOAoDVC9TboIGefRtfS4FV6QWWai9ZZb33fC6zxNxRn2WsWjCiB0p477meCXpPlWFrix965qwFVu3MVmBVZo5J3NZ+z7XAqhcIlNdY4F3e3cotrDe/8erbeliq65lipiCjyZ0Brg1zqtvSzO8n4IdxzSaw6o9Ie5id51aiQrVl2y8JWKUUgE0ivWxTeUcW+Ti3TXGux/QyoLqcyS1hZUvgadaCZQnYFnjrJm3vu64Hw4IzhlRWD9Xui8LKEhdWtplp8C2vZyxhdGW7ra5mNxB2hefRBd+6QJK5/1Z6xSNlwOfaNm5hypCFQEZpKIDBdBxD2YQwVysdB489ewTzhTL8wYgUWNSVXrUOu8xYT9XHQ95dAwgSU4mRscrCYKuBoXRM2Ow8o6NxB9vPvwgje69BMxAVx+Aw19460MF+R+o5k2lCYLVQWpEuCjJWXTeKsfGNyPYNqn6eKUr7fC3EfbMgS4RdRWF2fYh7N9vzue8xydFOGtGW7QAzM6dw4sRJbN26RZKIQqGAaITaeG2U2cbY8eHgw4/j6QceRzzootJoYLWioGgmHpFzWuSbhJXDG8V2SG4PQRTLZTguNWGpndbGxjO2YGz3dtTg4tRcFavlDjZu3CwJ+fNJAfCYXg+q8hNoCrX/qacEpCQwzH2YYHBfJoNIKAQmb4wv+CAzKuySGe4HARWychVI1b1NCmzCCiLQotICVUpItBoIx1xM7tyJiy66COeecw6GhoZl3TRqJsGkXrHRV5f41uzT7CzhOslm+vDlL3wZ13/m0yhVCvj9D70ff/jBDyEkTCUePx6d/B/n8PY8J54d072vy9LWrVMKphJjmy4PrzSAfb25T70flX1ox1rWumVimSetL+x19yvjli6sCI5jU9+rp52peyEL9EzOBYYnS1QoyRoLIKTavL4Ou1d4/TyvCe5QgzUkuuqMscNhGgoRLGIrtu7X0vETCoFafiJJwX8zuQNJFSwmUOvwste8Eq981VW487Y78ORjB/Du//khrBbLAqz+OIxVEh6aHR+2jqRw1qZRufaZXA3TSwXMzOdE854FrdM294nEFcsCBCQpjXHg2DyOlVp4xY5hRIIdHDk5i1Qsgv6+jOisSmu2Pa7NeEsXHBnRYILvx3SugoPH51CsVKRbbmQgi9EBGgjpOBD0Zd5B6QPdUlX/2DZp1Jsd7H/6BE7N5iTs8bPA26H+on7g+nOT462s7rrEJJT++Mo/fQnFfB7XvPpSGVe+uZex6p3C3vfzms0957M8n23nn7e49FwA9sUDq14pAH7+WmAVqPs6cF2COcDCqeMorMyKZA58Du77/ndxyXn7EMlkUArGUQL1pXlYNdH2ce/2I44aYiEH45v3oC87IKaIBFYZ4773JWqs7h0bxKVXXoqzzz8TjU5DATHjO7L+PLRt5F4pFRvf2LNXYlqvjrU+Qe99l6XaixN55nEONWp1xKJR5FZyuPt730MpX0HUpc52CI1KCbFwRApIR44cwujQkGhS9o2P47Vv+3/kPCE7vdZqoF6jXqcC+Vabk+3gLGRVqcNN5qLfL/v3s089iXvvukv2yWQiKXljYZUM0AJ2btuK/tFhBOIxZEc3YDFfEc+SyW1bUC9X8bWv3ISTx47LuVmuFCUf70tnMbljJ17/xjfAibjIl4pYLZekM3Z0aAR33XoHvvNvN4vOJwuDZLHHYzSJTOKCy6/A6972NoTE7IL7vadY1SP4wteuSn7McaOGe7lSQH5lWWRlYm5U5VCIYURiCKeyKh9nQFWZ4574nLm+RKQCUprikdy/kMYifnN2+X2IxOK484678eu/8XtYmp/FluE+/PxPXYtz9p2Bcq2GO+5+ABdfcRleeeXlyBVWtcDeBU+VtSpFR/NZzN8VXNTPpga0mvYyJlQmK7uBJS7i7wi2ivSPie0kXtLYkf8Ydrk/h+XrEWfg2cz199hTz+Lb/3YbFpcLuPrKi/GW170GM8cPYvbwcUxu3C6AuB91LK0soh2JIpwdRMDVrkN9GDzJ6IzrPF+3iRpSzvPtSyIUYwql9veiV03IVa5fSWCJdFKBVeY7lDFYnBc2NccxlohLPPWWX/7Qizy9/2s//WVgdd39/WHAqkxaCR5p8CKe3UYKgMwRA6ySXm7Mq4LUWBXzKgVWuwmZYawKiMIkrs0KtIpoMzZzJFjqKCOVoA+1NZs+ZZK024gTOGupqHYwFBQTJIJuZLYS+JR2RGNaw3NDgFWfTwySvIxVbmbcKwmscjGRUUhB6WKlIS33/PwesEo2BeM/bQ1kgsbrssCqGpUQnFRqOZmbBFb5FUs1A6yijYTbA1Zbfj/ccAhBN4qT+QoO59tYhquicpKAtxBGW9znCcAmHCDqbwjImmKCRTaU0WckEM2gnrq4Ajp1fAI45wjEBqgH2pMC4PXTnANkxlJqQHSolM1HDZmlGkPflmqiys6v946bjhvr4Jqf3IihkRAaDWUMhQJR1Gt5AV7JNOXG3Gn5kfAHUFnOYT6fwbf/fQaVSgNhh18rIAxTAVYjfmRjrrBOl8sEVhmOcs74EA8HEGbbqKnA8x6zHb5h2HhkBAmwSimAeguVVht9orHK+dFAsdEBgeUusLpsgNWQAqs9VtRaxqokKkZjNSRJqFbrGk0/CnWVAoiH/HCNaUeZ7RMmMbZghsYsPb1EjhO/r1WI7AWX2lIaDofkwFopNQ2wquZtqrGqUhPVhpqIKbCqCeBNUy8NWG3/1UdE4zdAvU1fB+VgFU8sHcFUJ48lfwlHZit48tEV0Y9yk2EsLC4jm4hhbqWJaNona2awPwF27xw8sYhcvoCgPySV2VbLhyrnF/WV+5KY2LUDy3MLmH/mmJhD+URbTw9AMUky+qFacFE2hQn15a8e4KQQO5m6wjSw7fjomVetAVfNu1gzCGqsckNpN2oGrFfNZ/tZAqyRMeoBMQms8v6I/IRJftpikmQcqAWoaopW857RUVy8YydeccZepKJRBHxBpKJDSFVLaB79DwQrRQQiUcUkuekJ0E6w2EGQ7eCynJnwE/Ts6QgKM0iA1rXg6Fog0ysXYPFUD1DpCUeYLolusU2uCaz6wuiIFECPSa2Db9p6WMwgyGuAVQtCvBCwqr+3h0sPWLXBvjdx0gTcBkpm75NiAu+HMnltNVrBXm9rvnWb5esVtOw+uqDv8ydi3fGzF2rA0N4bGIDVpzpgKqHQC+hkBnfNY9YC34DqbOk6t4wiZZQRZOV3k2KOPwz4CPpYxirH3wKJ/zlgtQuSSICrRVIxvZOTyiesB+vCzvvR1VYVyRcFVqX5zBhmrAellRXtGS3R61YgTMENNYHzJsvSxipsiF6yoCAMC5YvBGA+1+Wd18Iz3vuQzxT5jp72IrVEGfgSTCtXKnLGsUsj5QYxnIlhNJNALBRE003j4WcP48j8knSt+FvKFuNa5+1bf70yXp6Pt99ZE1cg6gSRCjuIBXwYScXhdBqIuC5GtowhvWUC/ugQgpFBJNOjiARjwor2rokueMwCVbUiUgDLuXk53wmshsMuRscm0DcwrA7CBFapr+dvI96ZQSjMcilZmZqYqqRNr73Py2bm2Dz++BPyHhMTEzJWlE1gYVEM+zrAoYOHcP8t3wXKahJVafmwnFtFNOTDUCYlxpSUdmFsUaauar6ECJNJdiek4kgMZtCqNbH3nH0Y2jAgRezVsh/z+SBGRyeQSlKLUqUA7HfXtlfDyDISRzJ3CVimM/js9dfjy//8ZWTTafRls2JoupLLCSASj8XkOpOJhLBl2H5I2Rk1TVNDsgrZO3We3ZoQ8rN55vI7s/WV06tcqwi7MuAEMTw2ijP27cN555+H3bvZ8puQayEjia9h1469fs4dzj0ajf31n38S3/rm1xEI+fDnn/xr/NJ111GFR1uzDatzzUT+MX8IxdW8Sqm2vcRcC0wGKuw6fJtxNIVkdf22+y7nujpUd12apRjJlvweGGPvj3xHKTyrKRjXlwVv+DvqGvJnAcqNpqMYdAYdBHjO+LjnMVZwJH7nGiNQxW4Nn6+GYIgyV5wPTQQiTfgFvGILrRYx3ZArn8kiQyweRyqZlDmeiMcFYK3VdFAIMHKfzedX1GAlVEJqoA8P3Hs/7r37frznj/5Qurr4aXKzewfHGiND1VhtSUcHgdVNgwmcvW0DWGh/ZiqH5UoLxSqltRjzB7BvaxYZ0W/SceLdeHZqBQfmcrhq7ybpRptfLqFcKsBxo+jLxGXtMJ/hHiDJvej/atEwIBrJhEEDKDfEvwj7j5xCOuZgy+iAyAlJ0s+1YTTG108hThHG1vc/chBHplYkz1FQldIf3iKgeSWZr88BViP46o3/jNziAl77mstVSoZkEkMW8H7mejDUC6yuBVzXn5s/fPLra18YWJXz1hZnvWeTl40ra98yVtk14kOd50I0JQW1pZkTKOXmUS7XBMC/5+47cf65pyMwNIqV6BCKIZqS0T+ghhKLYn4HI80q+ho1KRKlU32qsfqfZKxevGkMNTTwmte/BpO7J0UXVnIKysbY0EQ638yZa4rL9rztniFdUzk9l9eAr4ZIYodK5p/ZB6RgxA5D2Q+DEm8/8djjePbRpzA02IeNExuQW16WbspXXHihSLIQF6g2Gti4ZzfOu+Iy1Mn6a2jLPwt7VrWL3YoEbGvluqzROs2bWfCqV7XDIR7GgccewT13fhcx7t/VGlZWVhCJuNiQySCUSSI9PobM2Dga7QDisTQSThh/85efxJOPP4GdOydlnSyuzMvn7t2zDycOHxXj3Te+5c0IpRJYKRaYAkvM+NV/vgknjh0Ts8pKtYqIG5cizq7T9+Dn3/Eb2LhjByrlItyQx9RV4mGP3nenLqAhc2krAVWvV3D8yFE8+uBDOPzsISTSGVx8+VU465JLVcZFjHUtacCYy7Ibj1quIiGn4CYfGt+wsER5EXV5ZtE5Ek/i+n/4LN73nj9BMhbGNZeeh8vP2oWBdEI0xB87PItte3bi4isuR65c1IJ7ix26NOJVfXaRY6hWtZOAn0+TKhsvWDaridv0mmwsYditYhyo8Zt0IUiMq+eQG6aWP4u7lP4JipxCuVTB8moZn/ncl3DoyCls2bgBv/5Lb0My1MKJ/QewYWAUk9uZN57E8vIs3L4+BDP9qLIQ2U0stBuiR8Z+bvebxKi2eK/RuDkqtdPaagj3sACp1ptCukobxJNJZLIZLV61mlhenENxdVXOIGqwMs5489s/+GOe2v89nvYysLruPnc1VndktL3I9HhJwCUnt1b2xZleQBEGqUy+/eLCblksbE2TSqwAqwzaVBvUJppKCrMJlQKrXASisUopAb81wFJXYrqNE1giqBuPstWb1TS2tjnKWK03RYuVEo5StWWgIYLIPql2cZclsCoaIR0NQvgI+YG4GwQ1eBiQB0MuirUGanUChgwelbFKgI+xKFt8GJSLZow4BvdcxcXJ02iM8PoJonIcSmSsslrTaSk71udDscLWDqDtRrCCIA4vlrCKMJrBGPztqmwYIpbPAJGswk4LlLSPB1pIhfwYdB2kQz7EOFbUQTUGQPz+HGVuxdV6C7m6akPSjErkLQNk1XaEIcp2Ov67tAmxXRCQSvhyjZtRExEJcBXwZsszq21jG4O44poNSKYV0CTw6OuEUa2skIIHl8xLAqttH6Ic5FoTuUIYt9yew9RMCQFjTpSrc7xbyEQD6ItHRM5huVQXlqno/wX9AqySUavgClBuUYdLDby4WaaiISSteVWtLb/vj4UwGCVI2UCxDhTrDQlARQpgqSRaE8JY1Z49c6h5gVWdkwqsMmkISoAp2kEtBcl5mFEzjyptfHJN2JraitDTINTfKSNGWU+s7AmwajRwbYWSyTLZFty0V8pkXpPApkkeQVWC/9RorbDYK+2e/DuAesDBt6fKL3qnJmO19VcfEaMkVYntYKlZwMnaDKbaJdx/6ggK7TCefTaPerGBseE+HDo2A4fC4v42hob6sTCTp+Q8TjttJ04srOL40RPyPZ2wi2KJQRJZyx04mTi2nHs6KsUiTh08jOYqdZSUJaRafDyEDeNCXFftHqGHoAYU/I+27SuwygTcmNBIIqEAlOJHzw3UJRhlgkfmvGmf0zZB62hsWo9lrmvEakExq+HTFhRF2ejK3NP7K/IbnRb64kkMJiM4Y8MGXHn2hRjLDiOAKgaTQ4jn5tCYuguhVgCtMHWGKYKuxkbiou0Pwc9kU75GU65Cv7MxppNPq2t7kLTckC3F11utWDsFvABkT9usa17SZYas9UDWeRBCRxx0bEFAQhCZolLZ5b1h6xxZb6SjGTOFNuejXmxPu09aGBn49VxNRzxSAN3AX4ew18JjNLi5tnWec0fSdeUzurBWO8/eZtv5oCNgpBW672vmgqECdWeGp924O8Gsw7fZE7pgvpxTFli119oL4Cywqudaz+xF75ynQGDYp922LgFCOE5kRIc1Wxa2J+eD3gdLJfL94+0veo3TOInrS6esSkBIwGzaH6VdPkBGtoJZ9jlSsOi0lV1vNKgkwDfgrAAocngzFDBOqYZNLEmbAXAtU9VbaBJWhJEVWJ94C0NAzk59b2Vk6+K377EGjLcBs5FN4fNFrkYKHaqZTPCRiRgLWgTRmEjw/ZJhB9loGKOZGAZTMYkXfJE4np5ZxKNHpkQaIyAJq857JltrgVW911Z/3guqSvLjA8JkMzh+ZEJB9EVdOO0WBoYHcfrl5yKciSK3WkQyswWR1CYEOzHywjx7nVlL8t3ZYdLEE08+hPmFU3JNTFLIABkZHcfA0JjsaRyqoJ9dQRVEO8tybtUa1JRvIpNJIhaNoU4du1pNwXS/T85ubZkP4MSJKRw9elgYmUwYXDcsckPs2qEEz8mT07j7ljuxcnIWsXAY5Y4fx0/NC6A6uWkUCScoMRLHnZJQ7Eqp1VtoUP5gbIiBEyqFIvadtRdjGwZFNzMQTGClFEY8OSAgJZNAkaIwzGN7Duu5qmx+ZeYGkEmm8I+f/zy+/rWvoz+bFR15giXLq3mJJah7liCbRMC/oAJxAUfAIC49zudisYTFxUUZX5k3hqHNJ0gxQc4lzZ05P4WZgw4i0Sgmd+3C5I4dOOOMM7Bl82ZkMhlZ7ey84Bzm66kb26w18ad//GHcddcd6B/M4tOf+yxee/XVCMjWIPYwIjvzUh6//Tsf1gKraHRaGQDGvFrUsqAn16IayikIapAYE59oPNJsE0Buolgto9X0I78yh2AuhyzjPpHIctCqVtGJRNGYGJO9OegPSEGYc4tnhZivcu0Fm8j6cvCtPiXeBwECeL4Awg4L9A5a/a9EIxhXlXNhh7E7h4QDtrLXZR5EAlFML53EN5bvQ3W5iur8MvzNOrKJNH72NW9BNpSCvxOU+0xZE+0CtfGCmlapLEgbC4vziMcTiMajoJzSYw8/ittvuQPv/cM/VOMlWesWWNWzzCbrGsPp+/A78EQaG0jhnG1jMo6zK2U0afFKMzMhBHQwmnTg+nn+qVkgSR2HTs7jwHwFl5+2AYkQOz18Emsv5Qqi+8tYsy+VQthxsLS0LDnVwECfxMGqB6+dA9ph4sehGZqOVjExnEGl1hQ/B6vL6I2A7ElFPUYSQe599BAOn1wRqSbKCID7jpyzvXhBNyLThWcYq/zkRDSKb3z1JsyemsLrXnsFXDLKmE/8CGDVC4a+VFBV9n67SCR+fn5AVt6/27XjeY7njOJzCFJyTyfwz3vRYCEkmhJviOXZadSKiyisFuELOrj3+7fjrHP2IDC2CbPJcVTCISQXF1DK5VFPZ1BNZTDcamCyVsPmTdtEn3NxaQGVCkGsAN73zpdmXnXDH70b/3Lzd7BSKeJNP/PTSCQTaNAbg6GwGQw9Im1bvxYWNXLTf7cmVUrWsSCsznU5v0xtxStIIgQH0RZXAE2oDm2aQLtYWFjAvbfeIXn6+OiIsJdb1RpOP+10xGNRmaMEUy+99rUY2bZN9mIxOxJQ1bSedzpCYiKQWi/XtXvAx3/TTgLmkGPD/WiUCvj8p6/HyvwCoqGwALw8J7YMjaKVcOD0Z5DMDiAWTqO4XMa/fePb+P6d35O1PjExikx/EvVWCY1WHdsmtmJ5ag7Tx2dw5lnnYHzXDsTHhzHYn8Xxg4fwr//6L3Lm81Gi70OL0hARnHHuOfiFd/wmxjdvQb1eRWF1RfZDmmhRnoByccIVFwCZ+x+ZjhrHEJt4+P57ceM/flFMj0aHR1Cp1FBqtnHpq16NK3/itdohSbNnSUe1a06PBgUQtVvGgq+Uoeh1OsjZEQgikkjhb/76b/GxP/kodk1uxuuvfAXmjz2NTCKKeCKFJw/N4s3X/RzOuOA8kARULldEliDsRjA3v4CZmRmJAwYG+mUf4n7E76iMVGWeKrGoKQSPnlQAf0dglSZWSrJSTVYFVW2sS8yDZxB/TzYwz2lKAcTiaXz7O7fhW9++DaFgCO9+129itC+OR+75PmLhKDZMTMDfKGJ+9jii/QMY2LIT7Q4NoJmxKsAt9UEpBvQKsGvPUi+VqbuByLV15VsVjAcAACAASURBVDF47SYGkK1P9j6N/Qhwk5Wa7ct2ge4lYawW5Dxl58zLwOpzo5eXgdV1Y2KB1eu2ZRThkphPo0vuzYZno8wJAhymesi8S8yXVJFZpjlBVTI3mSiKm6IwI3VT50LUaruaSRFY5ZloW9z5Ok5cJm8EK8kgpSM8nxONhKUtnu280agrmxWd4hnEcaGx/U0uW4BVVsoD0lLDlvEa38MEPPz4cLCDeFjbjLiZBIJhVPhZdQaOBC0VqNVqe0d0kbiIef1sS/eabggHQTRG2OZMV3u2JvFzWyJwz9ezbY6ANJ3s874Qlpt+TFXbWGkF0A5QO5Lj/NygQcE47euhRmPE10TaAfrCDpJOEP0hut13EEIT/hargHR/biLHbh9AmKT8HgSJuWkQjG4ZLVsmgpJsUWtMgFU+p4ZIiOq4WrVkS1Wt3cDZr0hh1xlxpFNJFEt1SVzI6isXVgVYDYUDaNWMiHe5gnRyAEun5vDw4x089EQFPtbd/cBqrYNSrYlUxEF/3EWzXsVKpYFSS83LRAqA+rKhgFb1yLLt0JCLALoCXJmEK8AqnV2Xqx2UaIYVD2MoHhRNudUqWxkbSEdpckYpALZ5BhENtBHptuoaCQAD+gvYJtOyJfecyaUXWC3XqaXrR9xhiz6BFL9Uu7XtwYyjeb2A48bRmnE52yhsAGsNHbR6TM1cZcbmy20JuH3UxguqFIALaj2Rta2tKPz6ZV8Qix0HD8+yvf7FPQRY/YuPwed3QGAs2OxgtVPGvG8eB8oF3Hn0BDpOFKeOL+HUTA6ZdArtZh2VdhBBh8CB6vHOrywg1RdFJj6Ak1NTAgQGQmEsLOS40mXdd5wgBic3IpiKYnVuHq3ZApqFClocf353ATppdmZCCs/U9zLkeK0M2sR4yrT3stpI0ITrSmMRw9SxBm7dSqUyZwScFTCVyQTbfHXcnme5mQHttUaKlg9fa0x2+BqOA2s2rs8vQCr3Brb5XbDzdFy45QykswGMui4is0dQWT2AUNuVRKTjJ0DK5RaUFhpJrIWZTWAiqMxRAdrYDqmJXhslLSaxykTmMw2k6LSgvdWaHMofAwAL+s7fc456Cge6+4quowYRuqNLmUD2atUtEiY+C2UsQhFgIvtNmLYt+BlgMZgk65vtmLyHync07+WX4F+DeX2MkkVkEiICwlrUUPzQJkzGh0rZulaH1OjFaiZhmLxGa1Vvutc1vPd5At7aGyuar+wuJdtDAX0BHe1Q2Ykghiod0RQjU1cSVZkfFlg1gLqtykn+2WN+yXo3iUoQNFgThTrZP8gWZAJLkwyOsSQrAtpSy9eRBI5rRRJ8MQCySU8H/r//9xe3wAGkYq6ceZzk0n5nEi1bmef4sMhGYNVbrddgXrVV7Z3xMmC8r9ch7rEseLZbVpsCOQroSOJkWstES90DgFqdVS9oav/fJozeNkX5HpKEaDyylilqgVXtsKAxAh9MJHi2C+st5EfWDWE4GcVgMiaGioxleG7NVXy447FnUGkp65Tnjq55ZZB49yM7nvbGWGaujCvjCkoQ+Trod10kHJpHOogOJdG3exQTG4eR6csinhgG/P2oNyJot8nsNXOZQYxhRzMx5zza/9SjmD7F4hVjCwJKDoaGxjA4ulHmNYE6x19DyFlBoF6C67qSGOdyK/Jd6HRMV+tioSD7pOiL8hoNq7JQqOLxxx8TMDKdTgmwqluFVPmwksvjvu/fi+MHDiHa8aHQbOPo/Kpog+/bMyEdNWz1py4mz8NgNI6Gz4+lUhljGzagxqQ0l8fZ5+1D/0BKkvpUegB+XwRNfwJ+JwEfi7SG5WjjIO/c071a1zi1+04ePYZP/c3f4eihwzrPjP4bgWJhtWYz0tm0vLQkGuF+x0EikVLX40ZL2I58brlQFEOPcrUq5mZSRLBt9NYcTUAt/XxJHumsTifsbAbjWzZjz2mn4exzz8G2jZslac3nVnHi+Em44Qg+9alPiQHOjl2T+MIXvoBz9+0z00aFgWwx78Uu8k9+4m+l24EJKvzUztXWzFajgkZDi/OcK5bRJrEGiwgBjdl4VlP6SsB110GwE0Dd10TQSePeW7+J0Ddvxt5KDYXmPNKVEZbqEdy6FfUPvguhBCV1vBqzxlm800bR18bezveAA5/AQtGPYH0ZzbaDmMvifgiz47+LcuZcIUy0fGE4PEtEcqctjFAWmxK+IA6XZvGB6a9g9dAUOseWFSwOhvG+1/8azhqYRLPJRN0xjK5eB1KvYOopgIlxTFvakQ8++RT+9V/+DR/4g/8JX0h1U7vAarcrwd6N57Lis9ksLpjcgIDR3uZYCgAr8YbJa0QpR83teCbMzM3jwRNlXHr6BqTDPOv12mqdFkrsLMtXUSzSSBTI53Nwww62bR1Hiv4AXZkqnts8QAI4PJ1Hrd3CxGASB6aWMDmWlVhYGswYHkurv55PEllJFwJw75PH8czxecmJaOAnrDIDrCqby0IUqrHJ80tAh05LTH6+/a1v4cjhZ/GG110le4cw3yXGWDtO6wHUHyYFsL7I9kLrwIYTP0pWoLtPrJHjsaC73ieCeiqRowBN09eGy3XUCmB59hSalTxyuSUg5OLB792JfXsn4Y5uxMn0RqzWi3DuuQ/5XB7BoSE0z9gLJxrGxfU6Nm3cjnQ6LaaABG+55t7/Wy8NWL3z+j/D088ew2e+dBPOfOWFuOTKV6JeoukWc1gjobMOWFVLvd5Dz0fKb3kAWI/kh8eUQ4FYxn0WTGPc11awM+ZmJWZ8+sDT2P/g/SLVl05E0arVxItkYmwD+jNZVBs1DG7aiNf/zFvRCpD939YORtP+Ly7zjIMMQ7VWInNYwUiesewo4Joe6ssi7br4/Gc/i4fvfwBhSuYlYsJOp9nx6O5tiPVl4LQdLJ9Ywd23/QBP7z+k8Wq7hUQyjrGJAQyPZhCO+JGMRjF7ZA7TR2cR6oRRDPoxE25i75Zt2JLqR7nFNv4mFvM55CtFtAJBpAYGse+CV+Dqa1+PweERYdPee98PcODp/RJ37jv9NJx95mmk1gCdGnxN+pdQyk0xkEq1hr//87/AyvQUztyzCxuGRpDJ9mFqZg73P/4E3nLdddh25l4xWPELGMv7aorf5pyzEkR2jYitqATNCmIG/CGEIlH80xf/GV/6zPXYOJTBRWeeJiQskcNpdxBPDGDPBedjbPcOVKRr0o9wNIq7bv0evvqVr+Lk8WMSG0xObsO11/4EtmzZjFKt0u0s4nko0lCUxjD/r1rlagooADw13I20kz0jbUHFAqsKBAdQLpcFWKUcTG61gv+47Qd49NHHcfUVl+P0XZMoLMygUS2jXCujWlwUPGfrrjMwvHkX2jUWnZh9BCWWJ1bCbgLZtUxB/sc5R2WvFnNS7bC24LWSOnqa+pyT8WQCmWzaSAF0sLAwL0Qh4lOJeEy6JH7yl97/43zsf5vnvAysrrvVFlj92cm0bJ7igkqmiemEpFMuD7hAkHo+GvRLi1nbJ63S3EiVVabVBAHyiBsIqKosF4nX7QEuYK0FVjsKrDIgJPM0KL73AqyyLZFt4Ix5YwRWJTlvIxaLCLW8C6ySXepQ+VKOV9OyxIAyYIBVsg5YXdbQhiYPZKwymRbGKisqzbYAq8p8JTjM78ok0SdGUnIQvwCwyk2Gi5ZD0wNWm6i0aJjB9nZHGAZsl3u25WCuUEO+HUDLiUqAR8CHm+f6JE42KwmQLBqkWnHUoGHFPh2ooj/hoo9M1rAPbqspRjnUBOX1ElglA1c08DpkszYIwQrwzdFgAC6berOF5YYP7UYdUQZqTOREuymAYLSJK169BdnhOtKZDIrFmjBjgv4gSnQcbFYRDLECR0azg0Yuj9HRjZg7MYVTs3HcfNuUVISZ6OWrLRCkVGCV5lc15Ais8ve8L2QShwMC7jLB5clcbEOAVQrKE1TzAqsrNUibfn8sjKEE21bo7kxgtWmAVQdTyyX4Aw6iwRaiXY3V9YGIAqtsT+M9t4xVAfHaPhSpseqjw7NfgVU/3V97wGq3FVBMC9YCq00zNxSM6AG6DMbJWGXAmKt2xIRL9HydICLUyfOzbaMthQUq4uYQwKlWByvtAKaWXhpjFR/7S7TCHXGsdapNtOM1TAcWcOupRZzMF5GvdjA/s4DFpRKW8hVMjqawWGyJcyplAYJhPxqtCqrVMtKpfhTYVhNwhG27tFwUZoq0UQz0ox11ER/sRyyVwsLR46gv5OCj2VmTLHbG7LqWubgJPHkT6G5ibRzrqQ8surA0SPF1xF3UMl7NK7ttnb2AXYNLAS5l/+FKWysf0GsvWROWyg/C0hO9MtVklRYpX0B13Qgmd9pwwwEMRJKioziciePsyS04d+tObA46cJcPodleloM82CSw6heAVfRya6Z9lAwpfwi+YAQwGrWyYarVJtCmG6kGYHTOZFJEdqskR2KqogxsAfrEYMEYJ5kATQIJgzsKG9SaJAlTToFVajXbpIz7uSS+wljlTWlJ+6qfRaMOCyfadkyTO0VHucmbNjU6O6wBVn0YbRinZm7gDRqXGEBO0You/0TGWoIeBcm9TBVtn7dgqkE3n5elLNWMtcAqAQWCSdQi4easDhCGvWVa9OsG4CcQKVQjvQaebwrk6T4kZ4/EtlI+NC21+jfZLzqXxLMZDdk32J2gQbO2qJpWfIFUWPRzxH2U7C0YuQr9AHPDPvlvLzogSxAwDHK+K1DKh2Wm2jlNYNU6A1sjDxleXrNpR30+YGttIqzXSFCVIK23XVj+na3SBpQU0NaAol7Wg32e/WwZa29LuMgRmPZ+Y+ogAKaJJaxunH09i5mi/0ctPTKTLEjc6WAgGkRfIoqRTAJpN6RdKaEgwm4Ay80gbn34GSwVqmKSwf1IgQzjHu+RVOjuCx4DIwsY8/6mwyEkOkB/VFmTq2xxHExh97mTGJ8YQrY/jbCbQgtJtNpRNOpuFyQWrWPzECddP3DgwOM4cfKoJNUM6EMhBwODwxge3yLtPX7uLZ0KAoFFOM2qAIl8TrFUFFMRMgvHN4zKa6UNVljJCrgTbFxeWsUzzxwUQ8HR0RF5vsyDel10yQvFMg4+8TSOPPW0uPZWGm2cWCwgEAnh/HN2IROJopgvolxe1Vb8dEZMGCnxM7FpHEvLy7JXT+7aImPNRKWvbxjhcAJNJNHo0MTNQUAYlSo7okRE00HQ7XbS+cb7wnb/Rx98GF+58Ubsf3K/3HPeg6irgDrB5b7+rCRCTOR45IcjEWGgFPJFuc5kMonhkVHU6nXkczl5ntUkFtZKl7Fj16/eGInHxNyCxb0GQm4Ig2Oj+B/Xvg6XXXoZ7rz9Ttx883cwODCI6elTmJ4+iQsuOh83fO4GbN04Ye6uFhNfKrD6ofd+CMFwDEPDGxCOxNTpmW211RyqtZLsW3Yd2fUvRR0aLrINP+wi7EaFxeuPZ8TEjR3iCESwsP8xDHzqK4jkHsGx0Tn03TeCeCOITiyO/F98CIGNKTmG7FjYNSudFP4gdrSuR+vpryBXd9Cp5IFOEOFwUDpxCqkzket7FypOGA3pUmFM6EgtUUypfPQUCGDOreC9T34e+cOn4JtmgUAJDW/e92q86ZyrwSYOarSrhNB6aSe9Nrt/yf3yq17koQPP4qs3fQPv++AH4CYS4vyuBQze2PUAoQWM9f0FTE+nccHOCZH/4fHK69Jx6FUJbVQpgBIgzNT7nl3EZaeNIS2mtpp/NMnU40Eb9IsE2dTsKmZn5lmFx8axYWwaSyMqeq02XiE7uYOTcwUsN9o4bTyDY7MrCIcdYeBTAETYprwgwQy0W8cyVu978gQOHptbA6x2jSxlHNcDq9rya4HVm7/9rzj0zEG88fWvkrHvyrvZ8bMz2xN36NjoWWof64HX7i88/7MecO3VaZ9rhPW87ysj3/1N9/4JSFTnmawSClyBDbTgxjPwtQNYmT2FRiWP1fwK2k4YD37vDuw9Yxvc0U04kZrA4lP7cYavjaq/LX4cU4EYBs7ejd2VErZO7Pg/Bqz+/bt/EWNjG/HFG7+Owwvz+OV3vgNh10GzQfmG5wNWGVcoe9s+usVJM0ftWdlbF8pu164QdsapQ7rcL553gQ5CbhSthoPb7/g+7rv/PqQcH4b6+xB2SKKpoj+VxsjgEKLsBgj4UEEQP3XdL2Lz9q0oFHOmS1KNq6RrzzABeQ412LlJxF8Y71UpnnNOjY2MItj24/P/8Gkc3L9fADzKBRA3GB8fFBOqWDSJAw88icfveQxLsytCdBLpGgKVMu1b6OtP4dLLL8RgJo37vnsfjj9zEm4whlokjP2lBQyHItiXGUP/hiHsPHcftlxwFqrSNUtd8Az6x8YQiSeUrdhs4oEH7sWtt9+Ko4eP4I1veAOuvfbVaNVW4UMdvjrXchONdlPOoBPHjuMjf/Kn2Dk2ivGhAUyMjGF4cBhONIp/vOkmbNu7F69561u0GELmDNctQf8mzeLW7l3dWSyFd91smAexMBh2wvj2v9yMf/zsZzEQD2MsFcX2iQ0oF8vS6RgfHUd24zj2nH+uyFbEU2nc99Aj+OD7/whHn3kWsWAbO7ZuRDIRQ9CN4LpffDv6R4fkXON4Mo+zxXEBxj36rCoLwBzEsDxNIdKrk0/Taik8m4I6ixqrq6sI+MM4duIU7nvoSRw5Pi2yiJlEHEk3iGCzgmppBf1Dg9i6ey+qLR/SmX5sGs1Kbl5vVBEIOcqUJUXFkjS6MgHPt6Os/TfJpwwJygtge88Sfr94KinmnnxrjufS/JyYftKvhgxqkqLe+Ivv+9Ef+N/oGS8Dq+tudlcKYHdWtOCsc2mTGj8+FVtm0m7BL2WGKvuo0DImdybYEAF5Q62mVqeYTRlGoLQZmkiEVWplrBJYJYzH1vSOtnGJVqomerUmaecEVtVsikkG2w+o50gpAMoFUFeJG74QvSRIUGYOq/KlagM1uhJaTSVqrAbZsk9WYltamRjYs/XNAqtkrRJcZRsZgWbXGIkzQSTQJa2NBqaV6rQJ8rzAKsHAck01YWNRtmiGsFKq4b5iB1XiDGIew0SmYdyBe7qB3sBQ03jVT1XZQT5Pg5aAryqJfxhN9IWDyIQDSDkBhFt1BNot0VIlaL0GWO0YsXsLrJJz2mxihQC5AVYJBhNYJuA7uMGPK66ZRCBURCbTj9VCWVyKqXm5uriARpMJKXVjIK2K1cUlbNi0HfPHj6FcH8KNXzuMVlV3QDqpVuptJCOOHAYWWC1Ln4u26hNYpc6rtEHRcMswVrvAatyVTZiVQTJWV6tN9McdDCVUKiJfbaNCYDVGdk4QJ5fKopXGg+QFgVXT8s3Nm61uTESlZZtzkGZcFdVOTIQJSvO7+FVr15N0KzjE1laViZCghawnIzDEec6qm9xPOQjaAtKxapardaRIILqrgSDCbNn0q5g2TeSLHQez9QAWOgFU/Q4WF5Ze9HZNxmrnzz+FTqAi34nEi2CmjlP+BfzdvU+g7YTQqjYxPZdDtdPG0sIS0uEw/OE4Vot+LORyCIQp0K4SEW4kgVx+VeZlkewwDgjNoiiX4QOGtk8KOzmZysAXDiC/uITAcgG1ChkaBEa5Jg2QJt/GtvWbLnOZ6kwoCBJpQGnHjhqCIj1hDKW0BcXq8NhMx7ZKsXggpRppgXthpmo3LPVGqAacta2q3FMccCdiq2OtWZEAZ9CJIxXpIDYaxtt3vwr7+jIIVY4rXibmc7pHCVzJKj11+Vh5ddiKH0HHiUnSS3CVlSlty1K9Zcpz0CmTOqedpo4d2aOCZkvFm8mUAr+SlFAiRHsk1fyq+4X5/U3piexdyQddkBDN4g0VV+rck0mOtaAnk3RC05SBoeayjyB/C65PNZqoB+djNUz+MPgzSZTBP0ebas4l10BgVYUNe9ckG1mPPmyDG+1gM6waA8p5J7wqY5jvJtIDPbDUUEJFQ43XRXZSh3+sBbtxwtYCSEeY25JQ8Cwim4UVeF6jGC6odIOAqrKO1UBOIFIB+Ex7h9EmbLMY0m6i1m6qzhi1uQ0L0hFtb5oZaQ7Eex90aJ0aVhMz7hfChldJhMBffudFr3ECqwK0GCMqvkG35V9azLVNkH+8RTwFVbU4KKCeJ1C198S+l02U5f7b9m0DZtiEuyeNop/P89cG5uuTQwE/zNr1gqVMpnRbMEC7Aa95lgnLxoCw3q4Bqxum16xxQDTiYjTqR18yjr5kBFEWh7m/hmhY0caqP45bH3wGJ+bziEfjys4guOYzJg5WRqHb3aAZrPca+HPAAWI8e1kgDARRbzWRK5eQyabwmlddgrPP2QNfgKl8AG4ki3oziEajTwo/ZDBb9pe9ByzoHnxmP44dPyxJjLZ0B9A/MIDh8W3ws6uD3TqowNeZR9TXEjaZAGZ+HwqFPJaXlxFxQxgaGpLvK5qjFRbGqtKeVypVcfjws/K7zZs3SxGZwAkTqWKJbLoy5k/N4/CTB1BeXBFm6eGTi0gMDuK8C04T1lJupYC5xVlQ+CmdzUobKJmvA0ODWFxeVG3YaBCuG8DY+ChGRzcg6ETQbMfR8cUFWPUFQ1IMCFJGiqGApbGvWwGMOZjs0TX64IED+NhHPoqpqSkBNdgKSuYtNf94jvIaSqUiauWK3KuBgQHRkKVT9dLSEpYLJYyNbkDUdZFbWUG1XJFCM//wYQsTHCuOG7+7TcQsm6dCCQAW+uNx7NixA6urBUxPTSOdTEmxeml5Aa97w+vxqb//FPpSSQOMqBiAGBq+hMf//pMPw++4GBzcgGA4omu1Q6bSorQhSxuvWRtWE1tAXNFpDEosRGDVjcQQiKURiDtgPSIUiKBwfAqJv/siop3bMH16GekjMfTdPQgUfVh55xtR+R+XULRTl6VpsxYD1HYLGSeA8cqHUD30ICqIoFaqSvHezw6oEEFFYG7w91GM7UPDV0EbYWHQ8n6327w+MmrbOOLk8ccPfgHVmTzap/II0hi13cTege1459VvQzoQ1zPZrEe9jrUPb/zMTh+et8cPHcOXvvhP+N13/z76R0ZQqdd/KLC6/j25traODkph1+6JWvtX7wXRGOwynn3kEqBUrqLcDOKSPaPIRBVYFWkjH+W3tJuNRyePweVCEwcPzVKACxtHaJziE5ID2uZ1gTam54s4VW7hzE1JIaZMzRfQn4wjEVIJAgEbeB4Ke45SVAwNfLh//0k8fXT2BYFV1ZnSPVNjWDqDa9dFKh7HLd/5dxx46km86Q2vlr1C93ni0c9lrK4FT3vA6g8DVdeDqd6x9zJWrS7s+nuz5r2fB1jlfODa5ToWYEX2W/bakbHaA1ab1VUUVnMSCz9w1x047bTNcEc340RyA0oPPYSrJzfCSccwMz2HO546hsErzse+YBCbR7fJHjQ3Nyes2P8MY/Xj73gT9p6+F4/vfwZ//8Ub8dZf/kVs27lVJF1svNs7i00sYYwb1xdEvZ0d9v/5WokxxC9ATZhJXJCchYVhJrkkuMTT+No3b8Ftt92F8U0TiHe0WypBHWt6gIRcDA0OwXUdOJEI7rr/CYTTffiT//WnmNg0jEatIPuS7QTgFKMvSqVcRq1U1vyIkhMC5DUQpg9Js4MnHnkU3/+P25ChTnqARboy6p0mJjaN4cyzzsfJZ6fx4O33orJYlNbxQlu7DnhPyZJt1Guo1orYvGVcihQzx04h2A4iHkkhH+zgkaVTCLeAvaEM/EEfRvZsx8984HcxfNpO+DrsHiUdTDtpFZfu4MSJ47jhhhvw4AMP4Vd+5Zfwute9Fo1qHs1mGWHG8wQa2y1EojF875Zb8eUvfFE01lcW5rB31x4xhWS3xczyCoa2bsGr3vxmMVDivGVBljrh8kme5MQbg8nZY+Ik6V6l5JAbwz0/+AH+7MP/G2PpODKOX8wy23V2wzk4WSljaOsm/Nrv/L+IxBIIBF28+73vxw033Iixvgz2To7hwjN3Y3RsDN+/7yG4yQx+8md+Ws4/be3X4qHsay1+R8oEaEzUjeUkRzHdHGu08oEIuyGkc0LjJb7Xwtw8Djx5AI/tP4ijJ+YRzwzC54SlCBwPBbFlMImxwTQ27ToD/tQIbv6P2zA3PYXX/MSVOG33Nuk6DbZqcl60Q4500nFePT9B5gUOV8NoJ1PZ5kzq98HvrfgSv7sCqxndGlstzM/PCuuWXUPJZFy+20/+wsvAqneUXwZW1805C6z+/La0VLYZgBFKYit7hQuGACmd3gJ+RAj+sLVPGD1AWSr8yrASqQBWwggiiYaSttR3FYMk2VHggyAT25+5mZAZyYDFC6wKY1WcBVugtnIsQpYkD8iGbFRs6ypRF5VttX5lZ1pglV+P78kgklIAZGpqm7JGMaFAG3GXjkoWWA2hxu9ab0rSJcCq0RilmQOF5yVQMcCq1aKzBh/SFtNlrBKMpcNsE4UqTY8CcCJRrDaAk0tFHAZBVgbv3MC5eZvE3YAeNmmzm6y8twFxVRRfx0ytjFSvkqG6024g1m5hMB7ChAtECIAYYJXfifeK40DgJMT2TdFtU10/fp+lhk8C0AiTwyClFPi2DezaF8WZ548gEGoinRpBvriKWDwilfHVpQU0GhURqmZAHwlFUZqbx/DGrVidnUK9mca/fmcac1M1mVf5Wh2VegfJSACDiUgXWC22NNkX7VvHh6jriCYlN7hyW6UALLCajoeRcp01wGo2FsRQgvpRBFrbYmiViXHG+nFyqSJ6KGSsxlTkTKDqNcGc9M2poZJlYWm7FFXw/ChUGnJ9ZKxaYJVzl/fGm2B7gVUBWj3AKj9VvZCMBpIHWF2qtjTQptOtn/INfmFVsb1kqQHMNX3ItUOo+8Jo+INYmp950SkZgdXKX/yNtOBxLVQ5N+I1LAXy+Mjtd4mB2St27MRjR+fxzNIM2vlllPJB9A1kMLtQwVK+gGSWLRAKGLvRqCQOZHvMLyxLkiKHMJ1+2aLqJpAdpch8B+0gNYdrcPJVNKoV+KQdjcF77TAJHQAAIABJREFUU6rR0hIjQUXPqEl+lvZtoUEqHtfm/YGwzbjfMCDzvk6BRT5RNcl6jFVrJ7EWWPWCS70BXctm1vVIEEkBJynqS+Wpjn6avfiCaNVroiU3NBTH757/epw5kgUaC3DYi8VAgPzvRkWkL8huleA+GAb4JxwFQgmAxilsDVe+pATRHBefMFTLaDfLQKuCNqVLKE1hAUHZXZVxbYNmBVVb6gBoEiR5BiUHZIwUWEUnjCa1xmjiR9kJ6i2zyamjrUkK7MrowxEWf1NAVp4BLJZRa0qCJ7J46GRs8ixzKzFK1FZhXtFpFTagMeQS0JcP87fobJqf5RIpN2D2OjMovTZ1eapp0bc3jq2QorGnbfoEUoWtyrli2uNV2kEdtVVL1jTl8i8yKKgxyr8pv8BDx4ydbelXYFXngwJiDBz5/o7M1Ya/jWqriSolZmiO4VcVTQLjIUrCiKqtBuxBhy25NC0MyRwnuEYtY/APd65P3Pyi13hSCnhG1sGjjyrzTVr29V54gVXLbu0xXHvAqpeB0AM9e0CGdbW2eyDb+bzAlJj7kM3haRdbk+B1tW17YKlNMNQMoSe1YgsrLJjaz5NiVUslAGxrV5sGENzHoV0ufZk0hqMBxNyQnm2Uc5G26ACccBtFfxK3PfIsjs2sICrAqurMcS5ZyQJ7zXYcvYxAG9S70vLWQcAhoKGtctKe7vNh964tuPKqi5DJRgRAjMYzCASjqNaHjaUYU1XhUXRZSRzHo8eewaHDB9FsarLOfS/b14eR8W1w3BDrnvC3y+i05sTgksBhLB7VfarTEiZmsZBHPBYXrT6+B8GFfD4vUjpkDJ48eUJAlMnJSXkNWa/cP+icvrySx+rSKuaOT2F1bgGlwipylQ7GJ7dj8/ZR1GgusqzAaiQYRCadFhA4mUojGotjYXEJ5VIZ9WYVg8NZTGwcx+TkdoTCERTL3FhiCLtJY2xEBiM7BHT/fv6Hgpscm2Q8gdtuvRWf/fT1UhyPRKKirUtJA+m2ajRRpZN6taIFymoN4Qg1akflvh49MS3ndyaVRjqVksSvXCxpwcjIW1BWgkDtSm5FIjCC1mRahcJh9Pf3I2fYrmz1zFF3kHO9XldWnz+AhaUFvP3Xfhkf/bM/QyIS+T8CrH78I38mesADA6MIRWIyTNzNSsUlVKtFWW9c59qmbs0ETYGL7cHUcKcOcSwmyb7fdeBSQsRxUZzJIfnpG+ALfQNLkyVk0zEkPz8EHAqidMFOFP74V+GvqCagYnFaJeJ4booXMTD/fhROnEItEEOpUkWIUmCOD/5wBJFqFQvZV2Ex+TbUnACanaAU/am7RcagWEM6bTzQOI5PPfR1YLWJGhmrXE/BNkacNH71kjdjT/8WSYCp/8p5TradNWWzsbOdOwJ6ErypNzBzYho3fO4LeMc7fwubJ7fL9b0gY1XiDS3U6lqy0jMWUNZ+D6NqqWevSKTxueb8EdPANmJhFxfvGUVfguJOyrKSERSj2ZqAWKvFKprtAJZXaljJlZBJRZFKdDA6lIZDAoYpNE4tFDFDYHUjQXofFvKUO2ljMBtDodpGrVrHYCaCkJjiMaTlOAMP7J/CU0dmVB6NBe02dUYtQGwZq/ZngkQaV7H4TWD19ltuxROPPYI3vfE1PcaqAHTr4mgPONSLy3oaOj8MXPWud+/z/u8Bqz0pAF87KIxVAqul0ipaAQf333U79uzehMjYFhxLjKH2+EN4xYYhhGNRzC8u4PvPnED04nNxkZvAlg1bkUqlulIAnI8vVQrglk+8VyRcnj58An/wsU/hoquvwGWvulhlPjyM1TVnkEcex7sGrNaqncc9AErzRyvnoMAqO02CcEMR9A/048TUHD760U8ily/i8isvw+r0YdEa5UkV9PmQicXlXAm6IQyQHTm6FX/1D5/FW976Frz3vb+DdrMkDENqODNmFaY/NVarFZRLNBTWnJTfaTVfwPT0FBYXl9AkYebUNEKNmuQqzI+ZKwyNjCKWGcb3v/cIZg5MYcCNIeL3o4QmSuUKImTiO2pwzc6nWr0ssgWhjh9hh9qoLpbRxiP5GckdzwgkMUgTolgEV/3adbjgp94If4iFKqtWq6A19xqybK//zGfwD5/6NP7of/4B3viTr0OrWUa5nEe4pecLC2nJdBo3fuYG7H/4UcQjDkr5ZWzdMCHg8fLqKhLZPmw57TRccs21EpNKzMXOGBItDPhv4x97HzlO1IEVIgBJEDJu9JyJ4vjRw/jLj30cxYVZJQ01OshmhyTfuOOhRxHOJvDBP/4DnH/+BSgXqvjVX/9t3H7bXdi3cytO3zKM4UwUQ8PDmFspYjZXwFt+/ufgRlj0XMdQpfyhBVVl/1CWMGN5a17lZX9yDCkzwHiQv+d3oNnjyZMn8cAP7kOVWMhcDpWOg4YviBOnZrBxZAhn79mO/kwcwVgap3I13P2D+wUHOOfqq3Dazgn0O02kqNPO8dYmPT3/fgRjdf2+owUklTEQ8oTs8wEDKKuGbCKdkmKJ7PPNJubmZ4Wxyq6eRCqhwOp1733RMfp/5Re8DKyuu7sWWH3bjn60qZ3Z9iHfaCvDkG0CIhjckbZ2JtUumQ0E3wiemmqnv9VByKfGUEFOWraMihmVimuL8hwBWbMIGEjRyIgJtbT/C8FIDZXEhIpVDsNYpRN9xA3AEWp+QzRWaZRQrjdEKsBqrJLnqK7SKilAJup6YJW/o/ETgVVWdpWxaoBVYZiqNIEAjwS5CKxKwd8DrHbdjf2qMWIdGqn/6jjy2dV6G6s8VAIhlOHHqUoHU8UmmiFXgRBLYxf3d7aacwx6CUUXWKWJEQ9BMhHs+LEKz0SO3avGacHt1DEacbApFUa0XYevVfcAqxoACbDK5F5YxKrFpcBqG4uNjrQoE6BmK76/04Qb9uOCy7IY2ehDLJ5ALD4g5hgujaLqLeQX59FuVYUVVKOrIhOmuXn0b9iETnEZhRLwyOMN3PfdOQTCIRQadVRqHSRcvwCrrUa9q7HKBJRgYizU01jlIJVaQK2hwA+B03Q8pMAq3YCrHeSrDWQjQQwmKO1AjVWgSmA1zplJYFWrTKx28Y8+egGhJgfSF6P6vMYlWN1RGQT7FSCnpEPIJwAJA9b1wKpBhbS1xgRALDjwkOpW7Szz0gA81BDigbRc5UFlJCwojk6zM38HuUYHJ+pB5Ij5OBFhdRBwYFvCi30QWF35q7+Aw6Q14KBCYNXXwkIoh08/+j2EKsDrzjsfD83O4geHj2F1bhmri2XVRSY7uVgSIDCZpjh8XeYqNVCrFTKA8sJkEKDTMeZUjTacSBzuhmEkx0dRL9VRzZXRKpXR4Z9aGe0WW4IayqxcU7HVIF+q6MJqcWWdqdYqW/hIkAwYcxk9JAWTE61nY3zEBilhVHAv4YoTaucaxurzV4h7wGqXASBmIcowYhClgkdtxP0ONqTSaLfryBWWsSHTh9+49JW4aHxA3LqFpdooS9IItmlWa7I38nL9ThSdUBS+MF20Y8LO5X0h01ILKQQ2GXc1gGYB7fqqgLM0n/CxwC3tMJy2DvwEELttjQoMknHZoWQCmb2tJgL8uc1qiWqA6oCHwK6EWqeNKl1z5Y9P9nwC4g0pLjBMU4MOzhcWzhx/C66YuYXFJJDtMdpmb80mNOpRxqrRh2Kyxn1TzLhU2oH3new002hgrsmMv5ifGH1VCcBNq72VNzAyp+ZFem84NwzwJkAvQVUZG/NkKaBYEVUZAD3bBGtmG0EDnQbZwFxwrIxry1PTBJNceyyHcQwCZO2Sp0fGnZ9MYy1WNNjexnHk35QFEO/HupjexdmqLIYcNDkgsBrh/6lhGRkcAdXrk+/95y8VWCXzVcEOCwrwm3bd161zuIGmLRNCgQTK55gzyDARbODqZcHZdcM9UQpRHqdw/o4glWU98GdqpVsWq7eYIcm7RwLA/ixr3wMMy7ULY90nrE27V6wpjnFURTajIfFJOuqiLxVDPOoiagq87Kxg61nECcl69gcaKATiuP2RQzgxn5M9TNv/tJhpkwmrpWrH1I6lvV6Oc1TOFGXF+/1tdSsPh0XHk+yZa19/FVKpEIrlIsKROJxwFLXmBn4joONoR42ku7KqpdXs+IlDOPjMU2KgIQ7rTgDpTB9GN26H47rSdUDTy3ZzBhF/VUwV4vGYFhfEFIMtnsrM4PyiTASvnYDrwsKitGDPz8/J/rljx6Rsa2JiFQ5jJV/Eqdk5lFfLaBYrmD9+EnOzp5DIjmF8x3YQ06tWqlhazGEptyiwcDqRlFggle1DuxPA4aPHsTg7i0Q6jrGxIfT1Z7Bt+xYkkimUqyy2RhCJDSDgJAFxqGeCY/bvdcmSggqq7cgNg/t/KpHE12+8CV//xjelxV/0DX1Af38fEmz3rtexsriiIBGNfBp0/FaDSDajc97ydfw9gRHKCDAJJiDLxJFjwTZPq5sYCrnyGr432SwEUI8ePSqJt+w/Rn6DgQPvVa64ivd+4P34vXe9Cy5lJmwxSBRJXgg8/uEn+yc+/nFhNWb7hhGJJbWw3mmjUl4WxirPYC+AogUJA2LI9/ZJvBuNxuCkEkiRueq6aMdCKM7lEfvyZxBN3ozVzArcTAixe5II3Z5GPf7/s/fecZKd5bngUydXDp27pycHjaSRhDIgLIQkBCYJEDImLNfG1zhz11zveu17Ha6v7V28xtkmmGDJJoggchBICDQKKIfR5NTd07m7qqsrnzphf8/7nVNdMxL4J7h/eWl+Yma6u9IJ3/e+z/uEYdT+9JfRHRzsrS39zfTFY4eROfmXWJtvoqM7qHXbsLoeEgaHDQ5S3QBNZwSzhV9CI3k+R3miKCPAQGBL5J1OiLtbh3HHo99Aogm05yvQGPpkA0lPw63nX49Xn3+NqpXpSc0+IVaqRMM22U1kQ1E7HWX3DBNbnl/Axz72L3jnu34BF112KWqNplIKRPVg/1En6ePcL7mGosCw2CU8Ps7xtanAbKWekOtUZxCrgav3jghbnvc1r/J4z6ISmMGtlRoH1GSwApVKFXPzVfGm3cagnYE0LAlzBeYqbcyt1XHRloKAYPSan1qqI2Ensd4M4Xdc7NmSQ86M7GtiYPXgGRw6uQBDgr02gFVVM0US8B5jlSBbBKz6HnKZDL53zz144rFHcMubXi3XvFiIPQ+wGq/HG3/++1YA/x7Y2hvA9nusn8Pu6x3ReLDe+7mqK4WZ2cdY5dpPUJj6gWTMWF2ch9+pyT1EsOcH934He8/bjMzmnTid3YT2kw/jsrFBCbFbXF7Eo8fnYL7sKrwsVcCOyW3/y4DVRz70J0iYCZyYW8L7P/hvGNm2HW++5TXQTZVl0g+SPh+g1E/06JeW9/+uCgVkQLSi59B3OZPLI18soVQYknXvjjvuxEc+8q8CQr7pza9HTmvh2OGDkrtAj1V6/meSGRRGRnDTzbdgbNse/Odf/y/I5nP4xEc/iN07t4gFAIHUVqOOdrshIX+U/rdazOZQEusnHn8aTz11ANVqDUFCw/adO7BjchRedRXd6qooMWgRR9a7M7oV656DQ48fxswTz8BoNcWSjoAtla4MWuP1ws/N1ynlM5IRQEaobTlYNw08XplDxe1gr5HBkGWjYKVw2Rtfi+t+9d1wigUFXjNHQMgeLOsYaBjirm/fg//xx3+C3/+938NrXnOj1Py1Whmmtyo/536Rz+Xx7S9+GU889AiGSnmxtkGnK3Y8yXQG86urKG2axBWveCUM24LLfol7Ps9rFJzUv+7E51o5+akMBK4tDIykVdz0yeO447ZPYGV+FloQYGF5FbpTwNGTZ3B0cQW5wQLecusb8bv/5+/Ab7h47//+Ozj09NO46pJ90Ls1OHqAgcFBHD05gwsuuxwvvvGVas/rurLv8VhIDRTZLcigOWJ0ik1ABKzy+3EtpO432rUYUk/xIHLgxIHjwtw8jh84hEq9jQcfPyh9r54pIDc0ivHRYUyMDmFucQlLi0vCoqYK8oJ9l2LzFS9FMhmgENYxFnaQIpitqcDf+P7+Ybtmr1aNVBxC6otqY9YHyvppYzgX1625QlasD8WVrUtgdV7UPrQeyuQyUkfd8lPG6lmH/afA6jlXYQys3nLesICBy26INQKX9AMkKyckQ4zeo8rLhxwnaQ41ICtMJsrfNKQkfV0F/KQTlFWHAuAJUCpSaBWKJItqD1hl70tGmEq4lQAMTRe5DAE/Bk+xASArksBbDKyyhm10XPFY4TNa9FiVcZP6t2KsmiLHb3W64uEkyeJREFTGJu1fAas082ciIBmwlNJYtBGQ9x4Bq2Q6Esjhgs33wwUlYpHGwKo0ngiQpGeVoaPTDVFzgUYInKl3Me+b6KQLSNBThjY2/IyUjAZdYRlJo943Id8oOFgckIHDwB/FLuX7ECAloQogtmXjSQ37SmkMBi2sd+n5EsjxEgCc4TlBiDZlFyEBTB4rFv8qzILPyXPebXWRtA0Jjwq8DorFFK571SBS+RqKpVFYdknkvoalSQJ8ZWFeCrV0xkG70VTA6tIKBiY2w/GbWC7XsLBUwuf+7RDslIW610WrQxmJhqGsI+eSHqt1psiSSRGFV5Fpq8KrArRCSkkJrFKmEvSAVUoOaQVQ63RRpLVAWo+sAEJhH8fA6plyE4ZlIaX5PxRYjb00JTxD2LyRwTXB/YDXmQIGzgJW/bMlrKrZj0yxY/LdOcAqsZt4I+CGSn8znr+1FqW4ioEsScaOiY7nYroRYjqRhkGpJOWlGsH0LlYWln909/U8PyWwuvYPH0A3sFR4Q0KD3dEwZS7hC7MPYycK2D08iWPdZRyu+JiZaWLpxNNYXG0hl7XQoalsguxKAz79amW6a2BhfhnNRlvkkJ7nincZNypeX2oirkMfGMLAebtg54toLC6jNb8Ir1KBRnk4fYEjYLS/+JONWsqOBHTdUY2E20HgsyHn/aKYRWpT30i4FahMGIUE9FTjpFYdiZ/rTcmf7wCq199oqmIpJUFk/hfbfjCIjuz5dsfD5kIWFw4MwPNDnKg3cMOIjl+46hIUBschuuCwC52FU9uNgDsfQdeHZueQSGYR6kmEhi0AsgRYCauQV6J6rxpN8rvrCFtrSHht5a9KKQzXCoZ/kLkj97FqMmk9INRo+rG6XXlNkbUzACFQEj7FWCUQZYotRBuBKBMaAdf8UFQItEahhJtngOx9Bv4xKI9rjcnzb1jIWhYyXO9MBQwKftlrVGNgVXlyy2sSHI8kOAnxZ+JzKwsU8YmNHitrn4RHbfiaqvXwuT7UAkRGjVSgKRmsvBEBVk1uBMoWIGqwOFdQQEt8BSQUM5jHjCA03x+Zq6BPJ9f6rhSZEsjA1PnQQyokuGrKdSkeuRrbZQ0t8RvTaQOIpu+jSaYcLQCsLt1skaFdioS2ebAcG6adgaY5yrNV3jP/qvZY/OXXXvA9LuFVbJr6QJ4YuIzBQAHcerYZipncAzg54JR9STGL4z0ofiy/r4pSJfHnEDT2WOWbFXZqVwE7EqQUsxz61Lr9YIQCJJSsPy5oY3CKP+u954jXqVibpqwvfK34sfy7hEdqGkqZFIbzKeQsHSkzAZP1gLAQ6b+pC2go71vWDx/riRTufvI45io1eT16XLPh45LUD6zyteNAMAIL8XuOj69P0JJJ6l4Xw8UcJjaPo+51RB66fWICb3vHm5DP2VhdWxYLCP7nhgRWLSRCG0GCe4Gym+BdxH1g5sxJHDp8AJ2Okk6SsZrPlzC+eTcsBjOJHV5HgNW03hLAT/zB5V4JRA6fTiXlsZSxtTttYV2SXTO/sIi1tZoAq2R6MryCDTePARPfq7UG5peWUV+rw2+0MHPsJJrNGkY27UBhZBjQWnKfVFarWC4vCdDCxpb+paXBUZTX6nj48SeFVbRz104k0zxvPsYmRjA2PiY+fobhwE4NwXGGAI1+s6y71L5xLmig1gTFxhbf8iDE9s1bcGZqGn/6J3+K09PTYnmwwuTuRg2jI6NyPAJfk++xIeRna7stAVwt3VJEwGgP6ZKlks2iVCwKEWC9VpNjFgP8vBZMJymfLwZtCWTzd+ZmZgX4FgBe1qLIpzkB/Nn7/2+86+3vgCVhRxHL/icAVv/mA3+FIDRQKA0jky2o4WMiRLOxImw7z++c3exwn4isXRQ5ICGBXgRWtXwRWSsJK5OGkdSwXq4geOJTGE18Aw2vLPVI1s7C+MQoMGui9mu3onHNJb17T/bWiA3/oolvIn3wNlTKQJfs10QbDqUPHGaTPKFxjU3iZPFNqNpvQKhXoOlpGWjrvAd4buwuvtF4Fl9++FtAA+gs1aA5BFZDaB0fN4y8CD93xauQdNJyrUhdFKvFzglSivcE2rEwVb2ytIKPffQTePOtb8WVL3kx1n8EsBori+Ln6F+j1PcUehCTRJSCt49CRUCTrFDTEjXfZbsHkM8QWKcllfLwFysguqiS7NDtwqQfg25IGOvRU2XMTy0i44TYs2MYhVxaBu/lVohqs4ULtw4KMGjpPlZaGo7Od1Crhwg9FzvGHUwWNbER4DCSK8ojh2Zx8MR8D1hVNinxuh8Npn8EsHrfvffi0Ucewlve9LM9xqocBwKUffLlHwWs9v9efFz/PVBV1taeFdCP77H6XGDVkJqA0AytALRAx9rSgjBWO50WOkjgB9/9DvbsmURuy25M5yeBA08h7zdlGOC3mpirdNG6+lJck8lj5+RWWRcYXkUrgJ+Esfrw3/6BMLen12p4/0c+DVgpvONtb0JhMAcvOtYx4NarYGJfdlXlKMsf9qORpUo/uzUqiGXfZ99bGhxGcXAY6XwOtp1COlOUsMP/+T//H3ztq98Rwszll+/D+371nXjkoQdx6vhR6ZF5W+fSWey74qV4w9vehanFFXzoo5/A2MQ43v2f3iVAmTq/DAbtoFGrYq28hLXqGlrumtSr933/QWFQtlu+AKtWrgg7k8HVl1+Eqy/Zi5TbhNWuw/FFU4VqZhB+aRPM0MHTd9+LA9+/Fyh3omwQG/lsRhjhrF14T+XTKRmCE1g1NAv1pImna8uYra5hh51BIQC2Zwex42dehhve92sobhpTg+3ICoDAHgOQKYh54oln8IEP/A1+5T3vwUtfeoUoZzmA6JSPyRrIAaatGaivVvDVz92JRrmMVq0qe+fO7duQKxXR9nxccd31KO3crey32JOI454iQ0gGTX/IWDwUYLCSeOPrMFi4NtuYOnwITz10PxrlediWIXZsS+sNnFmp48EnnsVaYKA0UsSmTcP48z/8A+zZeR7+4s//Ao/s/z7O2zaJnVsn0Kytyf5npTLYtnsvRvfs6cn8uR/G9R6HXqrGir+n6jwhSfRZAMT3Mz+TWEQwmJIXHM+H62KtsobH738IbR94+shpPHNyDkNbd+PKl18vthHPHjwIM1PAUD6D6WOHkExm8eJrb0I4tBM+ahg0Wtiid5HXWgj0JhJ+PIx97iAsXmPiuj+uJe+7b7/cp9u3b8e2bVuVbaTkX6h6L95PSCAq0GM1AlYXFud+Cqz+Ox3JT4HVcw5QDKxu3TQmTQUXXSnvo2RlFXu8IVPrRWtHLLBYh8pmhZN6AqNjeoC0aQqIlk4EsMKOJNvHk3o3SAhgxsKQNSdVQSx1JbWYARxceDxKpLlIMtRHk6Q4ygpIx+YFX2+7aNH4nlYAui2TLfoD+QkPecrwNAtVD1iiLIwsAt1EMdGCFjJ93pI/3W5HGFe+z5AiArAEETQK9lWjYRrCWGXfS1kA/UiJMXFNEWCHaYfC6lMOho5pIq1r4o15qpvAyZqPqq8hNExpzDU/ligr/02RtkkAiAKf+SfBDBWgovyAxFycXCg2Fj6bUAW2+gxt8LrY5Oi4cDSHrEYgpS2Jo2QDkxHJiTmPLVe4ZoceQyqlT3zmWOARwHa7qPghWm0C2DqSOpt/YGK7g5fdUAKzJUpDIyJfZeeTsh006jUszHMKnoBjWWjXa0g6NtzyCrL5QaTSecwtnEbKGMdH/+lZNHwddNZqtwis6hK6RTn1Wsuj6ktAJTKeMxLcpFKWyVD2fBc1NxCQnwedXlXFNAM6Wig3QzS8UGT/w9K4JVCpuQKa5FImfMoMVuswCQAZHmwy2hJkiDFwxlPp5gxRF4DKAEPaBNsQOTkBP94LBJE92YB4PMkqIJtZAlmiKlt5WgnsI1NX8cujX6VsRCp8TBpx8bbkxIz/zyafjNWuhFfRS5ielYZhox5amOmGKLNxNlTAiQrWUdfE8srKCwZdCKyW/+EfBVBw/QCuFiCn6Vgw2rj9+MMY15K4aHg7pmotzKYs3P3kD+DOLKG+5qJeryGbsZEt5GSowKA3M50C1d2Lc8sy4eUgIpEwRfpzbhGt6j0NyUIJej4vgKS/toaw3RCvUiaiK9kvpaDKv1IYH1CACZMkbScjgxIypr1OA3qCwIqy1FCkeTKzCOo8lwmkyE8b8kgF6JztadR/QHtM1d5z9aXNhyHSRgJ7hjNYXKdRfAI7BkuYHB5GoZmB3ZnBGy7ZhckdO6G5dXhwoZFd1lXG82GnrgK87AwSZhah6SBkcBUZybqBgDYGoeSAIrBCaN0W0FlH2K5JgcrzzwA7piiHpo2EANzRmqH8EsR7iIx1eqiEXRaeXeg1+rMq76hI5KQKJw4vYEohts4gtcBD2fNQ5wDJZcIog350JA1PEs+dUEOWwzNDR9LUkLdMZG3GqykrC1kzxSBew7hPZgiBTQbtRD5RwthUDGIOT3iP8dhortjDKi9TKW4VyKTCtRTLUxwYWITSC0u85PhRFMNTIHhhnUcfj3+3mIaoI6D3lFyfke8u739hwPDq4eAwjNi9ZPorVq3mteAiRM1LoE6fb6oKAhdG0IGjdYWhaIcE2B1Az8CHCTdJaqQNz6BtB+10AsXWTDThcF9xA9hybAIEBJYsRxKvuaiwcCYjip6T3Em0v/j0C77Hi9mUYlpG60Q/qBqDIDF6E4fOAAAgAElEQVSYyXWAx4MF9EaDpmSvCkxSaOjZkkN1cOX8RZLp+PfJnOMxjUHH+Pvq9TY8EePCVZ5b7COU6kPk930sVTnfXCUFwFCDNw5UJBUzCjrjoJdSMVoQFZMWiilb5P+WZciQlYCTYuwpxm4cACU1CvdFBFhxQ9x3eBpTiw2RQRoaryMO1jaaifgzCbCaUKnkcn9GQDOPBZUeXquB0cE8dm3fLLLz1VoN67V1qTVueeubMDI+jNXVRdlDUlYKXY3g8zj8RFrZi0ROECHXNt3E4vISnjnwGOqNssgcbYNsiSwmtm5FOlfiTEqGq123ilS4hMFiHrZlou02oWeSKDcaeGTlhNga7CmNY6szgEzChu0ksVRexcmTJ8SjdHx8HJOTE8Kw5zGyHUf20sXFZQGGG/UW3I4p9gVdr4lSkRI/D57rgz6jlfIq2o0aHMNBaXgExZERnD59BqePn8TmzUPCpOV5YG1Dr9ORUXq+6tDJRtQspHKbYNvD0EKGWHlRYrtSBcQAttoDlc88WXPCJEKIBx58EJ/+109ibXlFWKS0Q2DjRMCT4D5fm38yOCNmnsYWFTF4HwMvymaAHmp5eRyZqJT/xeAhmcxktuYLBdTqddnf+XprK/Q3VV6uAoCbpjyuNFjCP3zoH/HKV9wgyq34K16iXvANDuDv//HDEnqZSmaQJG04VMOyZnsd9fUKPJ/s2Q2mXizR6M02xKNYl2Ni54ow02k4KQeWk4NXX0N76g6Ugk+jU6ki6ZnQt1swD1kIPpqDftnrMfPuV6DDNUx3EQZtJLw00sk2biz+JeYOn0a72qYHBzpUN4DruwE7SCFhLsPyNKxr5+GZ5K/AZbBqYEE3M2ibGZhhFe2Uj08s78czTx2D22whWKnKEJjrNwdxA9kifutlt2CXOSxqD/oEd7jyRoqX52Pw8RxzHV5cWsG//PO/4Mbrb8ArX/daVNZrMtRTX2fXDFw/N776g9Q2vKmjwINoQEfw+rlKFykPtQR2bdsEy6D9D8NgHUrFMGRJhKHkLrQ7XWSSNlKShwCstXwcPzWLtfI6itkscrYh7LL5uoZURsPFuyaQ1APxT9VCDSttD+t+AmttoL7exsSAg4mcDlvqBA1PHpnFE4fnodsaNG6vQb03QFas440hGs0T4rRs3uOZVBKP/uAH+P5378att7wGtp2ElXTgul3xm1cDj43h5lmARmSn1b/mS08ZcfN/FLD6o0Da/teQs9d3us6qPcUSYeO9MSCI/yZhhjscl89UZkAAyPLiLPxOFa02138fD+2/D9s3FZDbcTGmcmMoVGdhzawgobnIaglMdTqobT8fF2fT2L1ZWQEsLy/LGsPP+N/f+1s/zu2N+//6vyK0kziwWMb7P3QbEr6GW3/+Fpx3wQ6px+I1Jt7b+z/vRt26MbDcALv6A9kowdTh+RomJrdhctsOCdK0LeV7vLpWxf79D8gworqwiMNPPY2rXno5XnzFFViem8Hs6RPIpG2Yjo5rXvMm5Me3o9noIJPJi5WMyuBQ95U69xzGBgLYMiwRbg2rlSoeeOQx5EpDKBaH8dWvfB2Hnn0GQ2NDMDMpvOzlP4PdW7cgpwHpIEC+NoNZV0OnMAo/mUPatHHXF+/EQ/d8H+PJLAa7GoYNW3pGN3RloEHLHyeTwkq5jJyTgW9bOFYr45lGGZs0C5s1BxOpPEb27MZrfve9mLzkgt71QoBc6hmLg/METh0/ho//87/i7W97Ky7Yt0fqUZc1fe0kPKo9u4Bj2ThzZgpf/MLnsT43J5L1LMHrXA5G0sbm83bhyle8HF3TlJrH4hCew3ySZqjeZa/Tp8SKzzVxCr4H9tlLM6fw4Le+ivWpk1g/M4+t2RFs2rcTs4kW1lsupqYX8fX9D6JjDiBfyiJhBPid3/5tXH/9DfjanV/B5267HVkTmBwdFDUcCSHZ4iAuuPRKZCcnZQAZg6g8g/2Aalzv8M845Equr3gIH6/DfK9JMlYjZjv76HYbRw8fxiOPPYWBwjCM0MDJEydhj21Gcu9VqLR9rFfXcf6FF6EydQDHHrhbhnrJ3AhSo+Mo7tiLdNrBzrSLEZ0aYLJ91Vf/ui9/jxRuoUyeeUgN1GpNfPNrd+F7+x+THj2dMfCK616Gqy+7TKyjTFrSxGK5MMDAQEkGqCw+250WlpcW4NLexraRzhZg2Q7e+M7f/rHu8f+oD/opsHrOmY2B1U1jIyq4IZZHxz042+RzJinxU6jgJlYQyj9V4AtJG+zK9MihTM7QkCWDxEqIFwiBSpHEcDUiyCD5J8opUNgkAqwqdiaLV9dlc6+al8DvCuuEfQgl2pSt8k4iqEpgTuSdLB4NylwtrLge5houWgEnvBZG7Q4GdR0FNmsmZeNd6AJmMMW3IxJ7m+CepJaeDazyczKUgn6YsgZK4rFikMrvIkSSRS8NmVtdPFNtYSEw0AE9twgGaOJfpHxR2cD2eXSGii2ijOEVQ1IWLZEV+Wi75JWxiKDbv0qpptQgbwCbCDbSesH3kWSwcUL5h/SA1ah+JMOXTI8NYFV5wHFxr/oBmh0ltczQMjDhYs9FeVxyZVZo/YMjZJkoLzs2Ns1aDfOzc3K+kpaJTqMuC79bWUEmU0QmP4DFpWmkrVF8/tMncGquDVcz0Gx6SNs6ClkHDbcrZvxrHptfFRzFILOsARQM+q0CQcdF2wtBIJ7gG4HVUspErdnCaovAaoBC0sBIxhR5S6XeFYu2fMqEBx3Tqw3ZHLN6F0lZZHn8iOWx6CTzSUMzYaEuBjZA0jDF7oLMPLIuXY+FL6XvobAALMp1hYkWt/5RqFi8I0Yhb8J4CsnwUvcT7wn6x1H6zO+RcSnAqu+BHqsE6OjttJ7QsRokUPd1dEMNgQAtit2nZM6aSCVe6BeB1dW/+3sYEj8EYdI5AdDKW7jj5KOoLC3j5kuuxaOnprDsBTi+Oi/FxPraurAq2IwxXTmVyaLhdqCnbdSqTdRr9NhlocBri6C/8gB67hdBZx53G042j4Rlw2u2RGYqMQK8niMWKm0Y4oJfDS+kQ4HhqGaKw42gw0Y22loFlIgtATaq7P6iUm3Aihmn/q7e4fOCwNFmvQHSng2sElz5uSsmcc2+YXzoa0/D8mxctes8XJgbwNraFEYcEy++/Boksm0Y9ToCMm7FR8lDQM8/L4DhZJGgBFZngFGSxrFi9SAraGzITqa83wa8BuDWBcwgyKgCikwBZCmhFehImhgVskTpf0j/NmGrKq9QrU2mq2J9CZNX/GI9WSfoX7zu03rCxYrbwUyzjcWOi9UuBzH0rzaE7Z2lB7JuIWd6wnpPmTryloGsbQrbnOYblnglM6QpgU1e5D9KNq5G2bsKUZHWik0fw7FCAsBki5KO78t1JHYOnHZzokPpdzQYkmApSvU76jMmCLIKEBsxliVESgFpQn0z6NsXhWuJVUFvQ+sRk+Uc83kjtiolVVLgeq7YI6zRy5uWANJAejCCNpJhF3Q3dKCA1VBLCUAUUPpkWHLPdjkoE8eGAB6asOjt7XqwZFjGPSqQPUrXCaqTXcsEGbKWeE51JP709hd6i6OQ4TFWwGoMoPY3YrEEStimkhzN4Y8ahDyXSbpRtMpzxMdVrrWNt9a7f3hsY6bMOeFYcrqjwMfeI/kcEZM4ZkJIKxYFoggrlq8rp5KBi8ojlreE1Ajc7yM7Iq4/aUoF5VRzT1OWQzGwKn8XywIGQJExpoBV7p91w8aBuTUcOD6LrhsgnXTk2pAhapSQ2w+skkku/+ZeHsnlBGgNPBQyjiTtDg7khB3KEMVGqwXbMfCzP/tKDA6VUG9U5XhLSFRgwQ8m4CMte5YIgniPEjA2LSyvruKZA4+iur4sQ2FTM5HOZjGxbSsy+ZKEOCTCDjQOi1szGCoVMTBQRKvTQL3bwezKCh5ZOIbqehWXTe7CvvHtyFoE0Ryx+jj47EEcOXIEk5OTGBwsIZ1KwbJMGGKwrmN1tYz5+Xk0623kcqNwu7okPg8OmHKM6enY6apwp2ajJh7ruWIJLZ+BH7OolauYGCtFQywV1jg6OoKRkWGR1NFqnlYcdmoQyfQoTEtJ25V3Pa+GjX1EQE/TFkCwUi7jqaeewgMPPIDpqWnQV9d3uwJmkjlG/1O+b74vnhseawKgsb8sn5nvRZrniLEdDxAor6Y6gr8vUsaIlclzRtsbASTJxg4CmAR4NQ31tTUBVOJ7gY+jj+323Tvw0Y99FJdf+iJlfRLdF8TgYuXWC73Jb7v9U1IjmvQNNHgNqaW/3amhVltDt9vsHbd4qKCq4mi/k3shAlazhQhYJXs+B79VQ2f6Sxjwb0dQrcBzE8hO5sSXOPyehuqTe7Dy6+8G0nl4bgu6znXRxEiyjquyf4XZg1PwyVJNJ9ESYFXty0ZIVn4XFrpo6yUcNW5B2bpUvsdj7en0SwxQSXr46Jl7cPzwSbjNNoLVNSToJSzAagBbt/G2i67HTXuuQld6AlvCF0UR8iNkoR2/i9XVNdz+8dtx5RVX4uZbb8VardYXIHa2UuVsYHXjZ/Fr9Ja/iEEd6eI3+CaqwlDM/kQHF+/bg+FSTq7mtWYT6402ObriC7yyqgJAg64r6xH3RtYLGnuIlbLsd2MDBWFJlttAKqvhEgKr4sfNWkET0sh8tY7leoB6syuM/bGshoE0q1gNTx2Zw+OHZqGZzMYgoMsgpI0QrhhYVdfvhtxXAaspPP7ow/jut+/Cz73ldeLPS1k2By+yZ6gJ9Vm1VG9PkM+zUWP1QM4IWI2v/R8GsJ4Nrir24/PVbBs+rGfXflJvR++N9zmBVSkNojBlj+cgMyDM//LinNgtNVu+AKsP7t+PyYkMCjsuxpncKMbbZYy3uJe78DptHKtUMDe0BVeNDGLvpu3I53NYXl5CmxYnPwGw+tX/8ctIFgbxtUeexsc/fxeSponX33wTrrz6RcrepW+vjteTfpZjfEpUjbsRkNdbe4S9LqNGmFYKA0PjGJ2YRCqTUXWl9O/sSwI0qnWcPnoU3/n6N3Dwscdw5RWX4aYbb8Dg6ABmF89IbXXx1ddAt7Owufbn8r3amj7jvLfV+SITk+rQNubn5rA4cxLLlTIOHDkmBIFCYUj6n+99926cPHUUoW5i89YteOPNr0NSSE4hBjqrWGwHCPJDcHUHg8UinnjoAXzjzi9jU64EZ62JTMdHmv0C9bAMaSarPUlbmyqShgMtncLxegXHGlWU/ADDmoGdg6NIDg3h1b/1Hlx0w3Vyj3J95d5Qp6emYwu7f/r0GXzkwx/DzW98HS67/MKofg3h1uYwv1xFteWhVm/ggbu/g6cffhAFzcN4sYCxgRIyqTScQhHXveH1sHJ5uCJ9Y3eqvJaFHRr3iX1LUa92o4KFnqztJu792pdRnjmJvZvHUZ2dw/Qjh5EfLuGCl10Bc6CESrODe+7Zj7ufOAIj6cBM2viFX/olvPY1r8XJ48fxsX/6IKaOHRZrEuYm2Kk07Ewer37dzdDyOQmpIpgag6jxOtEPqsbhVbHlUwysqvgCte4lHQMm+0KqvFjLLCzisYcfxup8BfUu1740SvkkUkOjmNIHsOBaaHd8bBkdRPXwD2CXT2Pb6BBqLQ9V34RX2oSBTZOYcALsHLCgU60rJX20DvVtpLEdjBDXxFpIx8EDh/Fvt9+BwcFhbN+5HfMcpAQeXnHdtdg8MS7ngrVjvL6wHuJwleA6sZfFhXlR2PKaHhgYlud883963wvdvv9D//5PgdVzTm8MrI6ODPVkLr1Gi0yDCPDYKCwUm4SXtVIbSOekilTxzQvh6Uy7V+wrmkmLN51GNiLB1hB5LYGiFSLFhlxss0I49GOSVHa1YdMKgMAqGatcowXA8Vzxq2JjQ4l2i5T0IIRD2Z+hSdhQEwmshRbWOx5W6e0UyqvLVLmkdTBuadicpGUBQbsuTDbFoYZaJwZWNxirmsFpcdQDPgdYjcAzSRDkcYJshGQULLe6OFZtYzUw4FETzM0qEaAtwLUKQRH2mR6FWFGiz88lafJRIIfg1ZQIcIrUESN6Ah0sMo2wi4IO5E0DuUSANKXDYpnARFwyW/sYq9H+2s9YJdPUZuAXQ1Y6XawHPhptbiomMqYGy3LxkusGsWm7hVQ6jeHRMWmCyCyi/1ur3sACp3KahqRtod0g48eU0COLm2xhAOXKEgxk8MSjLu7ZP4VA09EiGVa34JIt1HBR9kJ0DQu2RhsGMtsC6D6vCw1DhTTykooewudEz2PzaqKUtkX6sEJgtesjT49VhlWxQKp3BVDJJQ34oY7Tqw2Rj2YNDykC7hFnWrZfLUQ7NDHjGjhDn1NKdQ1DgNUsmyvLgJlQUhM2CXlblwAszXPFl1JJwgQOUEqwqNhUOBDDC3jeFCtbhasEcrwIjMvxty0JOlnrAg2X16yOJehYJ4tOsuelzN0AGcl4MDQszv94jNWVv/17waDU3agLO08rZvDt8nHc/dSDeOe+a3GqXsfR+SWs1Nfhug1Mz81gvdaG77EASCj2IQGKrIlqpY7ATwjjW6QxJHRF7I9zJ+UinSMzjzJrMrPTGdgEF7u0eqiJlyWpvOIwGjUYPWZlVCTy2qcvHxONeU58vwPf58BBnDIVg7GvGX/uLhazSvoZKarw7596xu+9F26hTm7v6ciSe/meLP7oF/fhX790BHc/3sJN+7bhtbsnceLMNJrdLl511bUwJiw4lXW5dskkZ5AV5XpsbTQ9hdDIAWYG0JMqpCv2cJMsNWlJhNXN0CoErqJmcOhk2UjoZDqS468JizNBoDEGVgmmilSH/rUMoFKFnErbjkL84s8USXrarot6p4UFNg3rLUw3W5itN2T2lbRsJPUQWR3I2g5SpitrOQdmZJ/nk5YAWyn4sBmOFwJ2QseWgO9TgYWBmVNsZPGCVcCqoAJ+XVkXENgUzyn68iUQOCkgmRLGEn0/BQiPfGMT9QZCgiKtVi9kinsM1xfV7BE/VlN+SvMTTFAnwNrfdcRnk6/JPYvniHYcik4jwAm9mituF+u+K35sfN8Wk3FpB8AhGqXL9IbUkgKs6kkyBGjpYEZWDeocerQooPdh24XGojVB/QGVFSqcjYx6m9JuBgeRwUrQ848/+oKLMFoB9LOB+huujWtaWWjEEkvxWetXo0SvGg8e4ucQ4El+LwJJz5ElyuBIV4yuc5s/FVAWPfacx3EvFPm/hK0oAFQqCoZhSpBkQgpe+gxyr8yaDFbU5N8ctArgykGtgLDRoJIJ88LMi0551CyR2aqS35UvLD9M27SxEpg4cnoBJ49PC/jKdF8Zorpuz9og9lllIIewX3VdmOf8rPy3o/nYs3M7tmwegU6mVIKJxi7ml5YwMJDHK677GQwNFMSfutN1hSGUCEwBVoNEFmRXJGS4p3xWNcPC2npVGKvlyoICVnULTiaDTVu3oDQwDEO34XXrCLx1mO4Ckklb/Nx4i63WqzJ8fHJ5GmvlMl688wJM5gfU4IUzB9PG6ZMzOHL0KLLZjIQ+ZdIpsQFQN4GOVqstAGGlXIXftdFqa5K4PClgm4ZmoyFWGWSf0l6AYF+gGZheWsH0qTNw6x3s2jIix6jrEeQ0MD4+ik2bJuCkVFCI7EZWGhbB1dywBDPxPoyvu9jr1HGSMGwbP3joIXz7W3fh0LPPYn2tKgBoNp0REJSsUTJVhVWaz2NhYaEnWyeTigArr7UaQTUJcbLl92OLByUFVCEuTIGPWWF8L/wdKldYS/BnHDIStCWQQq/4VlOFmLAupbXCwsIirrj6Snz0Yx/Bnp07Fcs6uql6ZcMLvsOBT37qs5EPPKWWBFbVoKPVqaNWLaPjNjYGjj1eYt8sJGKs8rMncwWYqYzYNJl2VoZxrelvouB9BKlWDevtDgojDuyMDm8tgeYTOczs/s+wxvbKeqkZXbRDHecVZrEn+CecPjwN00jKut0Eg2A16NyXOKhwLVhaGyz253EpTmhvR0c3oGue2KnkzBSmkm185Pg3sHBqHl0e13IVGgP56EXfosTaxNWje/DrN70NXs2HZdkCuirP7ucPMeEx5/22Vq3hU7d/Ctu2bce7fumXUDkLWFVAqHQhMakksk9Qp0jJ/HvVQ8S6VGtqzJDaOJkbzEEGc/mYnBhFLpOE67lisUEbAp6zTDaPWqMNw7Tgtjti38M6KEiYMO0kvK4Pn2Fo7IfoW20wNC2Fy/dslkGnWNxw+A4fy/U2jp2poNUFtk4MYixnyOCTkPMzR+bw2LPTMMlo8fmYlorK64GrG3uAsiCKBtsEVpNJPPXk4/jW17+GW295HYqlkgDa9GnuVy3En/4sMDRW0MQDhej15K4/R717Noiqnu2HAavnvtbzAavqtEXBXFHtHTNWFbBKK4ANxmplaQ5ht4ZWm9drgPv378f4eArFHZdgLjOEzZV55Cib5rC20cKTrRqWhrbh6nQG52/bgVwu27MC4Pn/w/e+98e4u4Ev/9mvYnndxW1fvxdPHJ9HUjfwsmsvxStvujayqVHe6f2D0B8GrJ7LxI6PKYF8evNnsiWksmTgk91YivYyQ/o9+kmvrZaxvLCAmVOncPSRJ3Ds2DFZb2/82Vdhy+6d+O5D9+Pql7wUV1x5NVISpKdIFf3rpjoIMcBNL+gmjh16Gg8/9pgECDKAj6q8dCaHankVX7rz8xKaWCqV8L+9+xewbed2rK2VUQqaqDLrIpkTAsrQUAntZh23/fPHMXf0JF40uQ3BShlpL4QhNni0L+TwWke93YQR6rBzORyrVzDdWEc28DFomZjMF8UH/+o3vg43/+avw85wAEL7glD2Bl4rPB6HDh/Hbf/yb3jNq16BrZtLqFWW0Wm2RFVyutLAOmzpj5ZPnEB99jS8yixMt44CSWWFHEZ2nY9Lr381hmkbkUmJkoyCKgbf8nixNxSrhxhP6VMLMYg149g4/tRTuOfLX8Bg2saOLWNiozZ96DQqJ05h79AEdl96CTBUxPzCMj7zhbvw+LFj8Ao5vPg1r8avv/e9CFptfOQfP4i7v/UtJK0QQ8Wi2MJc8ZKfwTXXvQLtgPWOKx6rvWulT+ofS+V7oaRdrle+ykoQJZoCOrksMWzcctQeSmb+swcO4IlHH0N73UVTz6Dt+xhMh9i8ZTOWzFEsaEXp5TtzU9imV/H6K3diz2bWAxpWq13cfWgGx8pNZI0Errt8L1K2yuyR2/wc0p8ykVNKUX4WWjpMn5rCvd/9HsaLIygNDUiw5EplBRddvA97ztsjdgAxsMrn5HA2l8/IOu26HZyZOyNqyaSTgmU6eGD/A/jQp+76se7x/6gP+imwes6ZjYFVMgn4tcEaURK+eBHnza/YK1HzI+1SNHtPbMj5pCkiG0pM9ygHVewRKYB8T6S0w5aOghkgrYWwaSFA9knoRozVmE2jpPcEVtksEFglMGEa9LdTPp+tri9TazLZyFCtdkNUuj5WO2SKhnCl2WbQiAp8MTxPGFfbcgbGDB96ty2BXX5AoPZsYJUFIT11HEPBRVwkFGNVKbOlYJS0dxX8wTKGVgAMyaj7Xay5BtzQQcNLoJHwUQtcrNSVxQCnLSLpj2SH4ulK3yU2lyIrUs2mMIVIpfe66PgsBnRh5tLUe1ADkgnFJONmkk5ZcJJMru3IdIVyXfssKwDFlhV/KgFWaROQEBP8dc9HrUW5EkFOYKAY4IbXDiJT0FEsDWFgaAgubSL8rjSfnWYTSwuL0EIGi9FjtS7BIFq9hk6rhVxpWKXUuiGa62O4/dNPkJCGWqBjpuGj7IoOF5ajIZlyMF5IoeAYwmwuV5s4eLqCRqBjb8FEjk0lARC/g1zKQIlpva02Vlq+SJYJrA6llTdepUGJko6sQymuhukovIpWAOmoIOZnZoPp6wbKgYEjdWCxa0iSN+tOgjRiS8HPpntwNA1ZQ8eAY2HA1pAUS4dGr2DgMRB2VOTkSe8pnmBeF2LjIM0yr5mEAFKKvaICbAicVlo6FjoBFkIN9YS6jkXeTTZZ5JlG8JLHndfH/NyPB6wu//XfSUXrhwoQEl/CTBLP+su4/cA9uDI9juHNW/HM7BkcPHJUjnvN76JW72BlrYnKWk0M15OZFNLFNFZXmITMABvFwKZUktYVGyDlhvRahjD8j40UPxfNawkgm2RnKOBMfHUVciNNRszo5kBCyY/JIGLYC32MCZy7CAg88l7p2ZX0S5v7F7ooWCL6Fo9/jJWeC6zGRYWEwGy0Uz0maZqM6kQXb75yXJqYz95XwYAR4A27R2AYKUytzuEVF12C8T27EZbLCNv0MiKLnCxSsp8JMJLpmEbCygswR7YqrxmJTON7iya/lLyAonROXsmUcyz4lP+blMOSCZRA4LoIuh1oDLgTFl1kCSAy70jW3cOGVQJ9zFhFxwXaLoJOG263ieV2G8cabUzVm5heK6NRp0zGhmNxaMQBlimMcwbgORrDDANk6MtsGCjoDPEJYIZUJpjYgQwMsTiwhLFKHz0YlPvyconYpgE9IsmqVTJrmmJpTN9OZiSUg+FTTJaWLwmV6gK1CsJmG+F6HYlGnUkFEqagDER6fbByBeCFRZkPm9PYf7XXmfHQ8viSvSvCc2ECi5djAHQCH2vdDirtJlq+K5cY1f7kZaRDX1ioFJQnDLKOHRiZrDCNCKzK24iYtqE0xh7QbstAoEPPMb+DVpfnNSHWKmxY7GQamuWI36b+5x97wfXXucBqXHTG13fMypPGRx0cYdXHrL2YIaEetzFw6NUDkhS98bbi2qBXI0j+3wZL6NxhRf/7kO24r2jvf+34/UmxyyGOMPQM+TOrezK8JJhHJrVkWdEOQJjQUYI31SMC0CpAdyNgK5ZqK5CWHo2M0VhPmKi2Axw9dFLk73YqI5LwmJnB9yne15aFZquumgWyKvusC0ZyNi668DwUi2nxXiP7p9HqoFarY/OmcVxy0YVIpW0BNdsEVsniljV4DH4iq5gVgRosyr2uGag16kOyQDQAACAASURBVAKsrqzOiRWAqdtwcmlMbt6CdDaPankN3c46BhgypDfg+y4mxsfEx7TZaaNWb+LRuROoliu4Zs9FyLFGokezlFc6zkwvYmp6SvYUhl7Rj5UBHHx9FQ6kC7B8ZmYOC/M1WFZBgNWhIQuWoQIpuJTIdsdb13LQCoFnj03h2NGTcDQL528Zl/WI3oWWbWDr1s2Y3DwprFgeR4ZdEViCkYSVGoDuZCVkL95HeOwdJyXA5pe++hV89UtfRmV1VY6/bZoSYJXJZNFqt3rhY5VKpRdGReYqry2eO74eAXWyTskw5WfjF8+zBFkIAG8IQykO+eLrimpCgjsIohvCzHJohUOwlaxY+hJHgRj8PT52dnYWr7/5Dfibv/0rbBob29hFIn/nH5ex+slPfUZAb167VgSsst7m2r2+XkG7XZPaIr7XnjNKlD1NgcpONgcrnYWTsmHYKRm6Nk/fi0L37+C4q2LTNDTK605Hw6cHvoHZ2ltRz14lmQBuUEeg2bhi9FGMrX4W0yeXkcplEFpJtIUcoMGkuou2AS2y5GnjFaIeFnHIfztWrD3QNK7bIbJ2Bk8lV3Hb0W+hdnpd7KnCah2JlAXNMtFdrwuwPphI4f+65Vcw5GfUWs2pigQ/bcj5+0EnKrI6vidS0Ds++Rlkszn8xm+/D+Xaep8VQLymKZWYOn7nIH9SFGy8RpyyENcKMQgYb0BqqMN9xFY2apHEnveVQBBU6Bi8v3i/qzqDKpDeEF4wFqUUJCObn8PzfUyMFXDV+ZuRUuWCvCdWDW1oOHJmDSvVFnJpGxduGxCbFJ7rQ8cX8PCTJ2AmlTIvETIsayPw8/msANSeQGA1hYPPPIUv3fkF3PLm1yHDJHUODyOQ1DLIin2uSkiOQ0yn7gNx4z1JRcM+VzHUfxyfD1g9+zhHRzsCWHrbejy862Os8nEE2FmLUxkn3FyCZpEVwNryvDBWO1TOwMf+/fsxNpHCwPaLsWgXMDI7BdtheG0CmYSJh+oVrA1uwzWFEnZt2SbDKVoBkOn4kwCrH/s/3omDJ87gs/c+inXPFm/2iy7Yite98ZXI5TI9H8jeADIKf4w/u5rdxIDThgduvMfLaWEPaaVQKA3Boseyk0a+WJS6jOtkOp2RtVy6UKoBvC7a5ap4SX//3vvw+JNP4zVvuBmHT52AYZv4xV98Fy644AJ5b3GNIcow6bPU/cS1kusivx568Hv41Kc/LYBqJldAvjQoNkhUi9z11a9h//e+j6HhYbz2jW/Eta96JZbWKjCba2i0OJxTjOmBwRJy+Szu+c69+OTHP4533fwmlI+dxOqRYyhqpgRU8rpmf+Wy5/UAK5fD4bUlrHRaSPmK2f2ivbvRqrUwuHMr3vH7/w35kTEhWfG+kSBDZoekk7j73v348p1fwr4dm7A6c1CUoiQZrHoG1s0stl5+DQYmtmL26FHMHnga3doMvNVZWK0qhmkBBBO57RdjcGwrLt67BxOjgzAZMh10pB/iGkGgXwbQ0YC4x1g1E9KLPnTXN3Hg/vswOVrCxMSwEIharo/hdojgoaNwOPgbLSFIJ9FddfH1Jx/Hd86chnPx+bj5nW/HkSeewcP3PyRe7c21VRkSlNdquOKl1+I9v/EbaLUqMgDlvbLhp6r6qbhWi/+M/fRlKB5ZAShQVQ20c2lLBjDsYzvNNu6/735MnTolaTHzTVr2NbBtwMHuyQk4QztxqhVica2CxtRR3HTRNly9exy5lCY2NYl2gLsPz+DLP3gWqUwOt77uRqSsiLB0DrCqBmOKGEFQnesra4XV5RXc973vwai7svcx46DldzE4MoRd5+0WnEf+iyx7aCvE4axOUlerjVNzU2h5LnL5PE6fmMK9d38P339m5gXX6P+RH/BTYPWcs9tjrI6ORKbs/IUNbyEJbok8P3mzxwnZEk4TLQKy0UYJd7Kse0K7Uim3gS/+lindQMnyUUqSeWLAohyUxbkUrOx/KYcnQ4VFvfKoFJ9Vka+EcBxDPFZNTrpJ1+/6qHshGjrlMDR+11DuULoZwk+k4IskUIcRSecDYYXQOL6LvNHFnkwSg+QicXEj07XjRlYAirEqUh5J9lThFzJV8n10IisANmw9YDXKH+eCTtZo0+1grUUmgS4BTMmRIjKjJdz7wCG5gdlYsKklcExQOOskUMxnpchs1DkpS2BseAjpbEaKfho/z62uo9zsiNR2wDSQDlyYfiBMsoGMiVSaoEUolHoufCzUWAxHCn406SEbAatcPwRYpcSAoGoXqLZcYcTZiQC7d1m45voiTMfA0MgmJLOUCbAcopQVYmpeWV6VTYHeMp2mAlb1dhPrTD8cGhWWbafZgWFM4t8+/QzmVnxUusBcCzAcG+NDaQymdKQcA5PDg8hoXQmIKrcTuPfgHJ6Yqgr4viWTQpHXWdBGJq2jaCfR6BBYDQRYLRJYTSlgtVxnGJmJjE2vHQ0zq2zoTPFYpUzEY4iFBJgl0NIcnGgDMwxKCBnkQwY2mW48jATC6H+jvHPp45XWoEJRDA0DNvO8Q5j03IMPixJRXg2SHquAVUrKyOThIs+LiS0ESws+N0EmM5lCxw8wXdOw6IdY1+hCbAhzSVwjyYAJKCFXFg1kcFGCeWah8oLXZ1oBzP3lB2CwmSdgEfC1aIehoZuy8LFT+1FbXMTl+y7D4dPTOH1mBiODw1hYrmF6dk6Y4estyj67IhtNFvM4c3oBXZfFVATeiQ2AQvBUcxOxLmM2CI+vTk/lBDSyMSj95hUv/onR8IMbI3sl2azJAOK6okBpAXDkzKlgOoa/KduBSN4vjG5VnsSMu40DdQ5I2tcMxADu8x1U9TmixkEsPzQpri8aTWIyZ8CiKX7DRjvs4HxHx3A6jVqig6tGBnDBlj0IbQ06Pc0MMi+BoN2URskw0oCeQpBwkCBjlReajGbIsuQ1SM9NFTIhVSGxUBYqlgOPgCNl5Iatfo+sU1qFEFwl+CgFjpL1qaZOeb2RsS+gqjBdaD/hQ2NYU9tFotlE2Gmi5rUw1WxhqtXGsWoF61VXgGzbBpivwQFYBqbyWNWZzxUI2MgAQ0rkCfUmKVnWbWxHBik7A51FupUSsIiBW2priWwLeJ/Re1iAYyKXFvS0g4CNPhlJlKHKeQ+Fqc8pfaKxhrDRQFipAdUqEmQA0eaEDMLoNMtjxItTxPGRzlo0uD2wXHoQDjHYoPO9ESAlY1Sc7EMJVat326i0lLSaYRfcF1IhkJS114NOCxfxnctAT7HodyJgVbHY5Z1z8yCrmGtBt4OaW8caPRG7HZVm66SQ5XOwaaBvLs/tX/yvAVbjRra/EROAKbYC4B7cz8aO0lOF5Rx99RhYMvRQlhrx8551z0TWHP2AqlQSmqbCDhi0aJrSmIt3F49J3yBX2orodZl8K/Y6UaAR93wOHktMCE8S2FN+hFwppW4QJrQKPopfM/7MwmilXD/yEOVaqsBgAy3TwKrUGAaWl9dx+vSs1AGKWa3eD2WRBHjJmuy4KjE+Dvfia7AW2TGWxwV7d8G0qeqgqyNxdP6eYrJu270dmq3Cwfg9aVBgwCOwiowAq1z3lV+3Cv0jEPDMgcexsDglXoqxCoJ1TbPVweLcHDaNFHDNSy7GUMmRRGuurVu2TGJ4aFgGpj+YP46luTm8ZPsFyCdpWUHwJhCVyokTU8JC0g0tYn6mhXmVL+ZkHSdDkGvE6VPTOH1yCW2XyqEQW7cUhR3Mpptsco3+xfTZtpJYqjZx+NQ02g0PnWoTW4bywsIjE6ZQyGDX7h0YI9CoqwFvOp2T/ZkgE1n8plUUaXhkzyjS43K5gi984Qv4+pe/IvsEGaG0LaitrwtIOjgwKKAGrzEyU2OGKRsjnj+ybgUMF5uliGHs8Hipc8nrMQbRyUbl56atAJ8vtmQSwC1iU6cyafGpFTsAsg2bLfldPk8ckrEwP4/3/Nqv4I/++A9RzOV6kmgB2/rGdS90I//kp+6QRwvQb5IRpPZcAqvVyipafcCq3Af9LNk4MwFUJCn2s5XOI5kyodkOEqGD5tRDGOj8v7CCWdQaFgqlJIJkU2wBCpqNsvFynPKug5HIwfVaSCV1XDn8FSRP78fCSgPZYgE+AflI/ss6g8CqxjrBD2EyVElPYKZ9OQ7rr4WvU+jrI+sksT85g88fvA/udFMSxRPNNo0LYaUcNFcq0BwTiY6PX37Zm3Ht5ktEkSTDOl6D4hf0XNYqVyq+Fw4Z7vzsncIM/d0//EOs1WtKTdcHyD4XtOuvGfpAwAhglVJHFglF2uh/fI+M0rM2iTem2MNaDe9kgBMp12StiYY1MtyLhl/KZ1h5VY8MpXH1eZNIc9gomDLvRKDS9nB6qYGVWgtht4UrLtiK6uoistkC5pdrePiJY9ApJZGhhStrkKyX53qs0queHFgBe3wBVo8cPojP33EH3vbzb8Hs7Iycm0suuUTYtKxRRU7Y99U7DrwG+liq8Xoaqyqe9zHRN88GVTcC4Z63RouA1eecv3M9Vmlt1APhE/A41KQVQKiBwKowVukdG4a4b//9GBq3MbbtIiwbOQwuzwDNhgSJcZr3+Jk5rGcn8ZKd27B7+66zgFWerz/4rR/PY/VP3/Wz0ud98/EDWG2x1tCxa+swXv/mmzA4PNADuOJ1KfYh39ir42Mld3+PDdl/3NipOJk8BgYIrKalvqJfLgdfXG8LxRKSDgcXCVmbxYKHyhrNQqPaxEf+8UPIZHMYndyEw0eP4PobX4Grr75CEYb6PNXjEEIOIJvNhjwPn//Q4Wfw4Q9/RHD3gaER8eRL5/MYHhzG8SNHcNvHPwa308GNr3o13vhzt6LWasMjSYchb6by9S0UCsjlczgzt4AP/v3f4w033gB3cRlPfOPbGLeSSOqmALpN35V+WyNjJpnEs+UFrLgtjNgGLrlgJy7dt1cGtHY+j9HLrsZ5F18GW0IB1cCGA396IN/x2Tvx/bvvxnjRwfrsUexiMFSxhLJvYzU0kd91EYa274Xb8bA8M43G2hm4c8exM6fBchI4Vm3h0htuQaUBnDx1Ehfv3Yl9e7YhYzJ0ri2WcGIJEtkExmxwWUeYO4MA3/7cZzD17FOYGCpiZGRA5jyNehvnZ4bgP3YcqZWaIiw4JnJ2FrPtNr547CC+W1lCvZBDpdqEljCQzaaQsjQMlgo4fmoas8sVvPd978P1116Jdrt1FmO1H2SNwfl4r4z/3ABWY2k+kElbsrbRt7dea+Lub92FhbkFVLnWZQehmWmszEwhFXi4ZN9FKIyNY25+Bna7hit2b0N9dVFCcYmTsL5ftXK4c//jEub29lvfgEKGYeJq+HVuvakYaZqEllcqVXRaLjrNBmZmptFaqiCVSgqpiQq9ZCaDPReej3yegYi06eMAQHnB0wpg6dQMpp45iORADs5ADnY6LcDq6eOncNvX73+h2/d/6N//KbB6zuntMVbHRjYYqn0J5vGGGE+jeoxV2fmjySMly1INq6qRzQgrBzbeBVPDkK0jbySQTlAixGaXfqMszlXKMBmbrBXotUpWAItYAnkKWNWl4UglFbBK4NU0dKy7Gpa7IZbdADU/Ic2RR3YBm0PVTkMPDRg+gdYQLq0GKLdjqqHvYszWsNn2MWh44rNT7XSFju8wKCtOVzQUQzSqj6QQZ2J212PSKQXlZKyqMBzCIpTNpk0LTdfHbKOLxYZimqbzaZiOhWmCYrLGk5nE0IE2isUC9m0ZxDDDJ5jY6iSRSafhdz0slpfRaLfQafk4ubSGk0urNP7EkGNKwrSTAIYzJoYy9D3zRJrX6FK6RjmE9kMZqwRWKXsnUMJzUO8aqHZaCHXlV/uSq4ew73INupnE0MiksAYI9lGuyXPhuR1UVsryWLLY3BatACyY3TbWV5cxNDKBeqMO323DMEZx13dW8eCzVZSbXaSzDi7ctQk7hrJI6Uxt7Eg4GTmm7XZDwpsOLzXx0KFFzLc8nFdIYozAUtBGKqVhIJkSNhC9SWOP1aEU5YiBeKwyYTVtaWLdOL1Kw2kDGcNHUrp4oh08dyaWXR0H6iFWQrKHeNEqhgCvYSUvj7y7Ik8mlVFPYDZEJiRbj97BQN4IkTMCOBqZrgRaeVv0AatRs08gk+wSEWRbFnzDRqXewVGPDA/FYmZZy+tJfH8FVCM7itcx08UNpG0bh6cXXvACTWB19q8+AD3Q4XF44WnwWQ8HAVL5Eh5qzeHBQ49h08QkjhFIraxLuM7x6WXMLc+LgXG2mEej0RY5hJFMY+7MItwWpVMEZ3i/q9AuFiT9QE4PMOFnEam0uvcpAadnYq8A61WHETOEgFvkuScQigD7njyH8hcjgB0x06QgIdCqniQGVvvwoZ7U72xFuAJO+9mr/QdXgbkbnTDXnlJGx76RtNhvdNZ8WE4KtSDEnnRSLCnIgnv1WAmTgyV0TQ1JkaLb0M0EglYNHllOBA71NDyxfaCjMykovA51MbMnaqTZClAUSRsvW9thcouAjmTrUGZPYEMqVLclbMgEmcAK01OBXvI/VWRLOrqaGohfqB92kfBCJNo+KK9HpyEN+lKnhelOG0eaLaxXugi7mmKs2opxzfRTrh0cwFihJ0MF8VaVAQOErZqxUtip58XHS+wAKBGleoAFr+QP0TaGHqv0jQ2QIIDqmAgZ7pF0kDAtkdXzOEiUooppV/9160jUGkC5CpQrQL2JBKWSXkd9NvEzjgpj0uQ9FwlO4oU5rqQG0lDzd5IFeS3xqzVTwpKVMDtJhvfQ7LZQc1syKKNXX9gNoXNt9VowyT6mPYCThpMtIJliII9i6JIVIsdcLkRd+cGSGdempK2G1XYNjS79iQ0Uk2nkyHjVyEJLQrNs4P0ffsH3uGKsqujD/oKzn8EVf1+sAORu2gBQN5qz2NDj7LcQwak9P8OzfhrJ7uOGgD+LC/EYMOD7iP1KhRHhK2uUmMkSs6D4ew7tHyKZLa9V/otDwIKdkEAVqlfImlRhgvxPrds99qwAWOqzWbQMMNkgqtcnsKrWJNqu+GjbVAnQ2qSNM7MrWFotox0xj/h88edQNgIMHOT+p4Bi/pzPffGOMezaMYlQZ2CPp6wk2rQ3CXHhhedjcPMomkFHvp8xVePH4AgVXkUrAC6ElA6rNZ/eiARWn3zqYRw/cRDtZluGlK1OE236mra7so5cdskevPiKC1Ao0CLFRrvTlM+5eXITBktDeLxyGssL83jptguQsVMiwaPHc7vewvFTp/H4448LqFgo5lEsFFAs5DEwVJIQRYI5/KzLS6s4euQMjhybwshoERdduE0GqnweHmHur7QqofpgrryOuXINe3ddiDPHp7E8dUQUJLR3KpZy2L59KyY3b1KW0hxSOXkYDBvTAmEO+Z6F7MReOT9eN0A6nRW/1L/6wF/jyDMHkM1l5biPjo8J65RBVQ5BwYh5KitdVKzxT3qu8vcJosaMqvh3YuZd7D3MP6niiIPL4nuld/8keL0aYgMgPquhCruiLJ5WAP2Dg3K5jN/7b7+P9/6X35SaMLITVky/n8Bj9TN3fC6S2rJpZciYYld1vRbWyitottZ7jFX5nM8BVhXAJ96zBIhTBTgpKiEc6EijOfMEcq33I5eYQ63mIpdOoau78HQXua6JVv48nHRvhecOykozkK3hRcXPwjtxEGsND9mBIrpcO2Vg05X1njWyTRCRIYBGKOe+1S5hf/h2dBJD8vN00sK3zRP42oEnoC000A08GB0PQdIQX+H1pRXxoqbn6FWlvfiNG97KsbYA2774rG6sRgJeRxs614VuGKLeaOJrX/wqFhcW8Ud/9ueotZQcXwGrqkF/PjZkv5z6rJ9H4KpI2nlOI2A3/p1es09yR88zWN3f8jNp4jnwi+sL5SUv+5aAtCQwqPAXye+k9Qg0jA6m8eLzJoWAQL91SmVZqc5WWmIFUKm3kUkaeOnFm7G6sAwnlcJqtYOHHz0MzSIrnnVGpwd4qjVXqRZkzeZ+LENXxSTmWkuw6zOf/iTe8pY3olpZk0HM1i2bBZwlmCaBrWcXWmptFHnw2YB3zIQTG4MfwVjtfz71941e89zHiS919HX2+2C9uOFtzPU0Blb5CH7CVHaQxkxYW1LAaqPrSjW2/777URo2MbFjH6p6HoXVaXSqaxgdLEo40lSlgdNNGy/ddx52n38RMn2M1Z8EWP3wf303js2cwZcefAQrDR/pwMC2iWG85k03YmScVn1nA/jKh7yfXa3Op9p/4/vg7FEOa51sYRCFPG0dUmJnwpBFMjPJ/ifgms3lhbxgOAwt1IWQYUXg6nplHcdPnkZlvSrEoJdcfRWGRwajwFFZdXoFuKy97RbKK6vCFKTEv+028KEPfgjPPP0stmzfKcHObuBhaGgUI4OD+MoXv4hvfuOruO7l1+Gtb3uH1DO00WBgMm8dx6HXdgqFfBHVWh1f/tKdeOmVlyPnB/jGx29DutaW0CjeH41OCyZVEex7TANPL8+ibgDbChns3TGBfMbC1slJ6MkUMDSJnRe8CLsuuAhWOiefwaA3bLuLL975Ddz97buQMrqonDmEnSMFjBcHRG3RTRWQ3rYXbmZIQphmzixgKGdjT9bAeFAmVQrfeepZhIUd2Hfl9Xj6yBEMZBz8zBUXYriQBLq05iAZive6spyK81ZkD+JxDwN85dO3Y/HUEUwODwgJi9fZmYMnMbDUxCbXwLZcEb7bQiPswEww8DeNFV3HZ44cwMMkPDkpVOskdrThGMDVV1yOtXoT37nvEYyMj+E33/MO7NixHR23I88de632g6vx3+NQK7EHiCyRlNGeOvXpNIF6R0IWmdPx9a98HadPnkKQtHH51S/DejPEt7+7H43yEi7ZMY692zZh28QEcmaIgUxapPke8x/oc9/xUdUtfO6e+1DrBHjHz9+CTCpO+XouuMosEl4X9967H1NTs0glk1J702osVygIviIeurTvoTp3dBTn79yMTeNjsg7y/Q8ODsiwee7AUTz81W9jZM9WjJ23HQZ9eo+ewOFnDuIL+58+u0D+//m/fgqsnnMBxMDq+GAJoUV4UKU4S/shWInw7FQ6b8R0kUkkKf4qokNtzopsJj2w7XeQN3Tk7ISwCQtcLGiMTMmUZJgYylovYhmRjcd21KLnqkiedQE5292uhKuwgU3ZpkwpXM1EM9Ax1wbKXUo2FQwmDNmIYaY2F+WoqQJ3KUNWBRCnb2zW9dBFSfOwi8xVgwPJdbTCAA5TsNnw8fPrmsheiV8Ii9bz0fY8aYpYtPF5uQDI8dFCpBheZRmotzycKHcx11KFlJMy4Ro6Gk0Phu8hm3bQTUAk7WPDOeweHxefWLJjt26eQDFfwNICQa1lCePiQrlabeCpU1NYWGtJ8uJYwsNEzsIwsQj6ULExCEPUXA+driceqvSaYaPF49dxPSkyCa4Ii4efjcCFH6DuGlhrt4TZlnNC3PS6EsYnNdjJAThkNaSzAlxSlqtrvgJWV6tS9fHcKQBVgx10UF1ewtjkdlQrDQE7Qs/AkcM6Pnf3NBbbIV68ZwznDeUxUCghadAbkdeSjTB0UV9fQ63t40wjxP7D0zi40sa2rIXNjiG2DdmkjmKafm9tlFsh1r0QJUfHSMqQ/JvlegcZR1kgtIIEpstNAS8YhpWUC1gVg3XPwsEmMNcx4NP/VsAbFSohxVkMFAgAoVLEYwBQvADpByt2AQSVAmHvUaKaM0IMmhB2a4K+mgR0eK1pCQlQCwgmcoBgW6h0Q0xXu5jVHMVUlYR7ls+8mnUpWHmvmH4Lm/MmXrRjQgy9//tn9r/gJZzA6vLf/B3sjoFKtwEGMK83XbRcFwbR7ayFw8sLOLC4gOOzSzgzvwjmUNB/jTe+biUk6Xp9vYMwYDp1GitLq6itNeSY0d9TcoDi+lcC5JhOEiiGJhPvyfwlMKjRJiGSI9M42GMQFdeZuCCLvBpZZIgvLgt3Nho8HiqoiU2tSOV6rFgV8KUQ1Y1Cc6PROfuQPT+jdcMHUgCVDUhSWRVErzWWt3Ht5hFkzQRmKmVMpjLCiKGn8o2X7f7/2HvPKDnO80z0qeqq7qrOYaYnz2AwgxwIkhCDKIqkZFJUTpYsWZZk+9pn13vts+Gu7d29e8/6x7W9lpPk7JUtU6KsLFkSlUiKhABmACQBkshxcu6cqqu7657n/apnBpB87iHv/aWjOWcIgJjBdFd99X3v+7xPQGm5gNFgEDdOjiIbpddZiIZqiihaq8Lr1JWfZCCGdkd5CpI94RJs4XvVTRhsxu2QeEcKM4/7MJl2lJqHWDQSoKSHKdFxLlJXhVURzBGfazZtDMJQLUmA64sNJ18Er6nItmmv0RTWKsHJTq2GtlMX8CbfbOAyw6wqLbRahthChA3uz1zvIdkT2TIHXDI8WrK+6enGPYev3bSjGA71QDfi8MjI5SftYVqO/CouZ2To6MozTCivrPZsk1R6P7iK4Vdqr6bXrEaP2nYTWrOlgNXVPLxcgV26mtR7vBbq/neZxtLgt+vw6D1Yr0FrOIq1z+tLDygrA40gCUOLCAITrBD7GDKiOzLcomKAwQuNekUANzJ1xOO13RTWlhU00JdOIxKlbJaMOUn/k7ODZ6cm/q1saj3U6WNbLWC1WYPLYY9lIGNGEPNCsOkDRsYqQ7teA7DKM6W79K8HU7sgYBcsEjBAzkXli67AZvWMKNuNLijsPzddn9R16ZUKd1Smq6oRWDf/lxpAgYu8hgJdyLPtvzwfTODzrIKgOAgkM5oghNp4BSjlEEq2ZUkClLdmIqRsAEIBhEP0QzVg04pC7HAY7KaL6oDnoJzK4nuui2yaAxnWFgZZpV4T1U4UFdpIEBgMBtHydMzOLePqzCLKZa4pFSjJ5rHL/OYZpxhkvG6+NVIggP1bRzAxPoCgRRBEQ7PdQd1pSJjl0PZxtEMBkPNcgoutoSSGwnFUXP47Q/ACMVFSiMUROCCuYXVtGZcvX8H5c2ckTIOKQQAAIABJREFUkZbrkHZASsmgznCGCt2wbxu2TQ4jGg6iN5uBZZsolwpS45AZWtNbwvTpT2akDqr67ErecyalP/vMUZRLVSQSMaRScaRTCV9mmRS1DwFJeq1evjKDM2fOYHhoAMPD/XJdxWOWoBnp7L70e26liEo7hJtvuQuFtSJ+9P0vy3majoSRiVvo6e9B7+gYErGwWIkwYIMs2HY1j+bsPLxqE/Gb74WRnhTmHVm+rtPCg//wRXzvu98UEJWNPr1OeR/og9ddf1ypXUaTAoso/TeF1cp1pp5jR74mbARVIJ2wsoJi28NBMP9OrlO1KmqT7vMiXvgEikRpEoJl22KnIWdfmzJjV2ouW4JVdQk++dRffQof+tD7RWElsyxeMz+4h+FFr+Xji1/9urwvM2TBMm2lGPGoxHFQLKyhXivJsyd7v5yZyh9UkR83Avz4fmwJr4oiaPO8CSMQsNBYfAV28S+RDJxBo96WZ4x2P2QlmnodgVgvFjs/j7nSPiEqbolexc7El5A7s4yOERArAIe2KbTDEFCA4GBASBNic8Hhm5gLGjhZfyOmvJtkD9LCKTwUuIynTz0Hb7EmwytRRlkBRIIWapWK7CEEJqNN4Hff+qsYSozJXunPyteZS+sMe3+f4SplsMxjP/ghzrxyBp/41J+j0mAd4+97Sg+xDvRdu3d2wQKfQbqO4ak/r/9R2KabQS+fcNJV74ivJZ/u7n3YAH8FKFT47CapjQ+G+cxVAq7MWujvSeDg7i2IhmixpvoaanQIntactgCwtCJLRBigVhVWb7Fcw4kTryhrGg6oRdXj+6r6IK6oD+X3LWGYS+AQLRrCYUxdvoJ/fvCz+MiH3idMLwHa6F3etRe61oLefzekIPBek/ARQKtBqw0OIYOoNmhbohi4UpNI/6ROHjmPfgJIe+2zsjEIl+8SMGrjY/37JbhGffD9cB/vMiplDO95iMbJWA2gsLKIdrMiewRrmCeOHEYsZWN8+244CMJeWUO9Oo9iG+hlxoMHnF4D3nDjAWzfc0DYbSury7K//H8BVh/6s/+CoydexiPPPo/pNe5HNkZ6+vHm++5G/3CPzKfJqGMfS6WGslDyQ6f8xbgeRibnkxqts0elJzctj+gFn+0flr2Rwb61el38qLk4ezJpZHqyiMUSEmjFfY4ha6zv5EmQEGFPAqGmZ6axspzDrp27sHffbj+kauM+SFhzu42p6WnkVleQTqcwODiAkBXGY4cexz999p/Q29OPnoEhrJXysEwLE1u2olIq4ZOf+nNsm5zAx3/5l9U5owGVSlnOwFg8DssOiwXd1ekrOH3qDG593a0Y6cvim//wj1h47gVsidPaQEOxWUPIsBA0LFS0Nl5enUdDdzE+2IMtA0mw4h4bGEA8mkAg0Y/E8BiyW7djbHInstk+IXpRTv7QQw/joW8/hEwyijPHn0BvWMeOLYPojcToUYhWqh/BiRtQCcZw7vxFRDod3JgNYcBbRtg28fDRswgP7cHOA7eh4qh8iFQ8iNH+JOJURbYaUi8JUEmTNJPSdMVGp7c6wzG//aXPYfHSWYwP9KGvN4N21cHUkRcRyzcwGe9BilY+UdqEadD5iNMuJxLH5WoFn3/lJI53PMzXa2g5dcRCBu68/XaMjo3j2z94BK+cOY87Xn8zPv7LH0EsHkFLMiyU+o17g5yFYhHAYKuWGiz7AeOsL1TNzT5D2brFIkEJhitWXVy5MoUXjx5DbmURE5OTGJrYjguzq3jh9AXMz85icrAXcbjYMdCL0WwC/amIBGKvreVlLUZTcVxdKeFrDx9GrtbAr3z8F5FKUBu3MbRRtihqqMr1/uILL+LI44dx68FbpY6ZmZ9DvlgSy8MAA2bdFhq1ktQPHDb392Rxxx13YM++nQjqHaTjYRkuLF6axrHvPSzD3637diM2kMXM/DxOn3gJX3jshddyhP/Ufs/PgNXrbm0XWN070i8Lz9WZrEvWDg2VO3IgCxPFn0xyDSvZkwGXcl4yy9TxpVgOrodMsIW0GUCYIJPhIUIAjuEW3ZGG799CoJIAiTQ8TBLVPQTl0FbSafp6kp0hgTmcuLQ6WKwqSXmVrX2A0oDNvoo/XiBtHK6qaWOxSQCIzVWwQ+aqiWGbflB1YcSSCUOA09QCwqgLBJUnKV+T02pLAU3GHY8zFeikvIx4iLHJDod01OsdzJaA1RbT7jV4QRNlelaWmwi5TQEhyJANhAzs3TaEnkgEgXYHUTuAeMRCMh7H0tKqSMVXCkUJg4kl4nhleh6np9dghYOItZvYmrYwEjMRaDUFqOZrKDmq0Kdcl1JTgjIGU3zdNkho4/tQScuaMmNvd1BoeqhIEJiBvmwH7//gIAKhFmKxITTdFpK9STjNBiLRsBSylFQVckV0XFful9OoiW+J3WmDRvAj49tQKjqoFNZg6gbm50x8/jtXsdS08YZdWUwmbMRjGVgEakTayYKcrIsc6i0Ni9UWnjp7CSfXWsgawGjEhOnUEbcCSEUZVOEg1/BQcj2xluiz6fmlYbnqCJhP76daR8d0viqMQZqI2xp9rSBA6mxNw5kqUGGwmKBMG4EZm6eFXbbSZo8iAdgpaZCEXX8yL35S9F3sCDO7J2wgobcR9lwBXtlSEF+RdSISQh2uGcJirYXL1TbK7QDa4q1K4J8nhCFm6AGuz4iHu/aO4cCWLFKhIH7xbx591ZszgdXCH/2+NE9siJh4vlp2cGp1HhcXZ1BotdAMBXF+ZhbnF9fgeB4yyRgyw1nkCgXxwSUomluroulo6Bnqx9rsPOoFTpEpRXSgSZCESuQWObXPSJD1ZnCvcGWKSsCJABWBEzJOPKcspEuVKq78PzkkoOxTAoi4p/DPvmyPU11lSUFglR9+Ae2D4BvP+waT4Xog9ceBVfVd4nu8Dh7J73zgUv0S0gMyADrQl8QHbt+Cl2au4tJcFTuyacwv0d8sBtsowm4FMJkdwORAFKO9w7B7LOUD66ggilarBs0wJYyL993lhNYkZ9uQVHkJJgmRuUcJtBpqqaR7U74PGoEFoX2te9J69Ox0WsKOlMZIHnxd5L9cqxw68fecgCtrEwJ+ZLk60OoOvGoZ7XpVEp+r7RamXBe5OgMETUQZ5kamNz0uEYSp00uVXsP0f/Nk/+awhxN8zTKhWxEMhegDFRe2KsFihqVR9kRQkuAqAXJpzvgMsVkI6vK9CBLokoh3AVYFImOIHQFSMuWcJgJkL+RyQKEs75kHS6etpJ0qJEtdFzkbGP7lVKFVqwCtGLh+2CAyBC3SA41BNbYNzbJp+ixggHgvCF2IzDnFNK1WK/JZr1XRapA56KLeqsI2NQz19iAbDiGgh+mWpwKAyLDia3FVOjYlqZWWgzxZsJ6LZqAjTXDKsBHzggh3dATJ6OX9/b2/fNXPeCzKYvNaadRPZmFt/NOb/VWvASR8j0BhgG5KkFZTUXUWCkxAb2mx8KGqpNvEKnuB7qcCVjf8ljlYUsCtz3RiA0gpucjKN3ix3B9EAC+2y2rw1XKVvQOLez4OVEtQvk1PLwYWBsl+pGezMOjVcCESsWSfYYFND/E2cR3wzDNQbzbQ1tri20aGfqFUxeWpBazlVKhRFywhU5FNN7enrqSc768LQI/392D3jjEkk0wRtmFFY3Dchjxn2ZEhzFVyqJPVafFZCiJrhKE1I7CsLYAZR1snQBZAIb+KM+dewpmzr2BxYVFYqQyL5ECbbFTuiV6HEvowhgZ7MDKUFl9X1gyJZAzpTEJUKLm1NQEJ+/r7ESbr0HXX5e28T9zLV1bW8OQTzwiwmkzEEIuHEY1Y0rj29w8gkUj639PCWi6Hy5cuiOSVQGX3fXel7wRPeF/nVwrQI/2Y2H0Tmo0WTj73FGYun0I8HECqNyVS/cHeFHqzadiJuDzqnVwOndUlGI2K3C+3fw/6brgfnsZBsYuIFccPvv0o/vqvPyU/t2sl0f3Z3TXfZYx2man8e9UcKu/AbngVQdNUNA47bMugn162kWh03W+Y15oBV12/xC5LR0ITWScYASQpeRdrD7KS1Qiu0XQRDloiPQzYFv7xgX/AW958t/Iz5ucmVmXXDvrVPuSf//LXEBIv3JQE0JA91mFhobVRKq4JOUA8q6Xm8NmRPrtynUUpPXcAVjSFYDSMoGXCDEbFhqS+chaRtb9DNHAcjuMJeM963tBsGEFHQOUK7sGZyv3QzCb2xp7HUPB7WDhTRiQRR8BiWCvVA3TT87MI/PA5etHzuZTE7oCOmfooXnLfhVbURgEWvum+gFOXzkNbdKBXm/AiQbQiIbGNahcrUotTv9ByG/jYjW/HXRO3ixoi4ulw/YDWzXsYr61irHZkoHDksR/h6DPH8Gd//ZdCjiDjursvcafp1iub78nGnsYbuOGx2h3gdffX65mEXQZo9+9lKOwDiT++R6veqfvfLsirXocCxqU2ob+nHcLoUJ8w6dh3Sf/V0dGgT7oMshTblOACByItAWa99cC27vMgtm2+9cBmZQFB+S7wyv2XvsuzU1N48IEH8Mu/9AHQBqPLCN78azd/o3sdhMnPc1TTcfToUTz51FMiK7/tloO49fZbRIVHogbPkI2hH8HYa4HV/3eQ9Vpg9Zqv3wSsispgM7BKdZjnIRJLy75bXF1Cq1lBy2kJA/+JJw4hnohgfHxcyBDtPL3clzHveBhOkvnv4VRex603HsDO3QeE3cZhGM8IvvfXGl713b/4HVy4PIvnXrmIZ146By9gYTA9iO27JrH/4D6EY0qlRNckr1WFGeA5qzxvu8zda9eiOgNlGMjBs2cgHM+gt39AgEl6RNN3e3p6CtVqDelUBrFEEvF4Cn0D/YjHkhISZ9n0LGWJTmVgC6VSCS+//DIOH34K1Uodv/tffhsjI8NSd3Z9KptNNZR+5ZVXUC4XZdA3ODiIVLIHM7NT+MQf/yFyhSpuv+MuUc/Rs5trhqzWBz//WTmzfvmjv+SzJ+nT7Q/FwmHBJXgOnbtwDrNz89i2bQcO7N+HuZdP4Quf+BMMGEEkIzEUGzVRxtkhG2ttB2dX5kVRMr5lAJNb+oSo0xOPIUwyQHQAB++5D514CoVqU9R7o6PDQl749re/hy9/+SvYumUMp194Fk5+AVsGMxhJJxGJRZD3TBTiI6hHe7GSy6E0P4t9fUHs7dXkzLuw3MTt938QiUw/KpUa5ldXZBA/MdiLhNZA0K3L4EQskziAYH3KsF+JCKBnbADf+/oXce6Fo9g2PIBMKoFAo4NLR06gs1xEv2kjzZDpdErUPqZ4zqvhi2uHcGh5Hg8tLWO+00EhV4DRaWPb+LhYetD27eXTp0Sp8+EPfwDvetf9qNaUl7zbJHVO7ZMSpC1h4sqbXKaEsj915D4TjOUHbZPIqL08u4JDTx3H7PyyWD7qJN94LsZ27QMiaUwtruL8uXPYvX0S4U4dK5fOYrQnhjsOUF1joF5tIJZMwdXbOHF+Gt//0TFRRPz8+9+N7RNDwmqlwkSJJFW9yXOednUvHD0uFj233XyrDABW83nphY6fuoBLV6YwOjSALYNZ5NdWMLu4jLnlMlI9abz3ve/E/l3jyKaiknlw8fQ5nHnqGawtrWDHDXsxvHM7SpUyXnjuGD7/6LFXe3z/VH/9z4DV625vF1i9fXQQ+WYTNbJJJQVYyU3Eb81PwNQDyg+rK1nRJZyHGe9q4kmfEHYfmU4VMWF9sijriC8d2STCfqNs1GSzT3RTzfApqyfQx68lICjglcipNQHIKpT7expyLaDQAppkbPnpxhsF0YZcRDVoP4G9xv/dYUPHTYuwaAtWp41EEMiYHtL0ctVa0Pk6AgGRhTBRmuCGAKtuS8BVDlnZSEi6pIAx/FkdSStWU/4O8o0Ayj6To6qHsEC7gqoDq+kIy6F/pBeOW8dwNoOY5kn6Z28qLgw1pvNSghdPZdCgVL9Uko1henVV2LD79x7Ak888j5hXw2gyKGxgXl8GWFQdvs62yHUlAdm/5k3XFaCaYAYnzl1glU1/rk3ZhAu3EcC+fQbe/t6sSCWNQI+AW/FMFPVmTaQinOCRlVErF+DUSoAE0LRhBiMIewbyKzMYm9jGnB5MX7mIeMRGoWDjga9P42IugLv2D2M0TrPyGNJkS4hfJlBvtVBpuKg3O8jXGjg7PY3D01VEW21sTZoINV3ELA/ZZAS1Wh1rDaDY7Aiw2m+bcDoQYDVp870RWCWjsAY7RGBVg+Ux2MrEimfgfLmN5QbBTVOYkuSLSgCZ39yrolEBAl32i9q8uwmqfilMmTYLWh4awtRSwEMINQwFNYzRk5VMFTLzKH9lKSkAXUtkWg1Pw5Wyh8V6B3laTBBIlCKanBYdNhrYnjHwpgMT2D7YK+zHD3zqO696gyaw+s3feDuKDUP8d/KU1rQYwNLCmYVVnJqZketl2gZgBQScoASvEwyiyiJjZAT5QhFTV+ZgBhOwxnrhzK+gubwi711cBSWAiphSN9COOCu990wB3Z1aU8BBAldq8qkGNJSD04NPJYFTLq4aGPrzsMhw6j7L0Cf5CFfYZ+RIGvD65JLb1LVMoH+Nsaqam2svo9rmNgGrZHCQje1H9NHIPGnRF9hApVrCjsEE7tvVg6n5HOYKDnqtGBpOB2awiUgwgJFUBiPRCPaMjSKaCksBrzmC6ghgQHsNUHpux+GZBloBA00JtjOU12+Ie6IK9hOwmkBUQA29VEGjyz5CRrA8bARJHeX/KAF4bGzIfiSSbkp5pIBV+tny57TJcnWg83sbNISuiwcsiyDHc7HgNFF0IBYrQRgIUzlvAnGd4JUimSqCIYFRTfmD8ucRLTEsDFi9gBEFyKyl/lOKsSYNmiUVlQBAgJNwAeLJWuWnoRiEzPyghQIHZ8KIpk7KgcewwXoDWjkPFFahlWs8DIRFrfpQtmr+3i80MXq5utCaNaBa5kRIsYNCQWhhG0j0CrCKsA2PoKpolIn2cELPB5fhIZ4w9JloS1ZbqVxEpczU7BoqjYoMbkZ6s9gSYnI72R08m9QBwVAGNMnM1VCj55feRj3goUm1B6XFBpAImojAQIhRWLoFjc/+b/3eq37GrwdWNze53TNSpJHrjN5r13v3ByqgdMNHdTOwKqFN/heuu0X60mbFYFJnsDxaPmOMvxcmQUftkaFQUNZ1V06mwqmUVL8LMCiyOtnaipUugIwwWQmstNB02nCdthB2hJzNJWMbiIUt0BIhbqlUbK5Rz/RgEpwhE9Fx0dQMlOsOmkED0XhUPANlcExwGAFMzSxhJV8TNgOHirweLOCFvdFRf74WhNbQG7Vxw/5tGOhLIBqLoG9wSOxkSqUient6cbWxhrVGBaFgEKtoIIUgthmTiES3wrBiKDfWcP78ebxy8oR4gdXInvQ9O4XJy1VN9gzVMi795kPYvm0MW0Z7YVma1EwEVRPJKGIRWxoggoMh20Imk1EBTNwnJKhNAYGULD5x5EmUSzWxAIgnyAIyYYcjyGaz0gTzg40KGZjz9Fds+UnAfiAUwUoJw6TXZaeDK9OriPWNY2zbPpGYLk7NYWXhKnKrswgE2ujNJJCN24j1JpVqqJBHrF5FytDEf9NFG3UjhoFb34nIyHa0ygXxQXzx+Rfx3//rf5M1w4Z6HbBinUdbo1BImjsuPwLRXeYP5crd54CvlSA87x2fZXntICNJeany3vDKEGzogj1dwEgxl8l6c0WJQWBVGOhVDmo6aDQdBLwAMskUVtbyyI6P4rOffwC37tuzLmL24/HkTHut4VVf//4PEE8kkYgnxc9vaX5Z2DesVwmsVitFH1gViEqtU3bn/ppdv24chIXjMOmzSh/TUBgB00IzdwWh5b9DVH8WblMNj1U4FL2o6XEYgG6O4kz9N1CGi9ePPIx4/hjmpmoCnHeEPKFqIvph0+pDLB/knFfAKllNXC4VN4LD+Q/ghYUQUvst/Ev5GGbOL0FbdRTTXV5XCM2UDayWlMTZNqA1HdyQ2Y7/7cDbEAnGEDFsuH40/PXPJvcMBs4y6PaZJ57CY488jj/9q7+AZwTQZh3bvS6+H+X1m64cIevy683AqmLhC+u/64u66ZuF/dnNpfAZ++s9ic+U9k0A5Lt+0gBM1TIbw+GWbkmQEEE1+jjz/Jdyk/6R3dmy75mtPDiVPRI/uL92pb38M0M/NwOrXdsP5cuuAvT47DBYcX5mBg8+8E/4+Ec/KMzMLqAqA3DhI/sKo83DNJ32QWE89cTT+NrXvqyUJjp9yz18+MMfxs23vg4uMx82BQDyQeaq7X5sviY/+fr4tdp1jNX171fIz/r17QKrrKMUdxqIROkXbQiw2nZphcQ+xsThHz2GTDyMHVuGoLl1zE0vIhMC6kZYyB21ahNn6wb2H7wZO3fcIOBZF1jltX+twOqhv/w/JET4xfPT+PqjTyBX7qAn1Y90NoUPf+wXhYHM/cW2dcSjLjSvCr2jfEdlAOnXrzIMYkkutnvK29xxWigWahjeMoktExOy35WKBfHVXJyfR7FUQiyRQjTOMyyGdKoHiWQasVhMQHFhuPq+2xxOPfvss3jooe+iWq3jE5/4hHh7KzsVtZ8S5Kf39YkTJwScHRsbk0Efcwl+8N1v4cEvPChBnePbduGmWw4qhmm+hP5sVlLkL144j7vuvFPCAhttV4BV7u0yEOt0xI5lZnkOx59/EcMjo9izcwe2pDN45ItfwpVnnkVPKIQGaz8BVkMSHr3cLKM32YO+vhT6+5KIhE2x32Of7BpZ3PGWt2Fsz37JSSUwTOZoKBzG9773CB78whexc8d2rC1OY+HKeazOX8WuoT5MjA1DsxM4Ol3CVENHkurTUAA3jCaR1Suo1qqoBdN4y/s/jkgoAqdSxsxKDvlKGf0JGxM9FtK0EGqzD2LmS1uYwhwSs/egLVwiHMYzh3+IH377GxjrU7aBRkfHsUeOIT81h75IElEC4AENUZIRCCJ0PDToI05bvOEBPLayjBJMrK3kUKvQ8zaA4YF+9KYTQnQ5NzUrlj3/5t/8Cm4+eDOaTl282JttqneYv6rY0bqmPMjLhTIqpbLUiiRV2OGgnBcEVsuNBr7+jYdw+uxlRCNRJJgVU69gaWUNZiKF0T03IpTI4OVXXkEo4GH35DBStoahWBjN3AqipomoHZWTcrGaQ8kBzk1xjVawf/c23HHLAVkX3SFq97zme6pXGnjx2AvS01MxRAWP03KR6slguVDDoSNP49Yb9+Pjv/BulPKrePK5o3j4yZNYLFRw6y034n3v+jmMDvVKT7I0t4xjjz+J+fl59A8NYu+NB2Tw/MjDD+Nrh46/6hr9p/kbfgasXnd3u8DqGwZ7UKWRdwdoEAARancbEY0BTkHoZJ35AU4yuWcYRYATKvW1BACF0dkCspoL2wdA2DiFfFkgWZVsdkLEFCj71zwBEsVbVaacZKyy8OLkW0O92cLZhoFqs4NShzYAQXREUkPwoOsl2HUSVA3dZp831QBtOvhF+kh6u+iUBBDg9Nb0XMT1DvpMIEOGbceV16kShQM+Y1VZFzR5eLBvFtq5YqyqEAGCmQEB8gh4lB0PFaYhBk1UNAtTLV3SpOOei6ih4a6fe5NM7lqNKgZTScSjYfEwdOp1aQBW1nJIpDKIRmLCFl0rF3DuylVs3TKJraOT+OZ3H0WgkRerBSnBJIiqhVqzI7J/ssj4euhNR9yCYRaUKHKXZNO2GVgttzQUG020Wibu+bkUDt6mIWQmUKzoGBjZgkKpjjrDODQD1VIFqVQMoSA9Emto1nPQxPTZRlQLYnVxBqNbt8I0wrh07rSEU7mtGL700BKOvFLBPbfswHDSRDQax0CUEjST2AiWCxVcmF1AhQVXW7GYnrqwikjbxa7+BNqVCkzPQU8ijFqtgZwDFBwVhtZHYLXtYaXW9IFVQwD5a4BVvQ1Xs3Ch5uFKg2mRyp+L9ashUi3FmNrsD6oK1A1ZV7cYVY02v1dZBAhgIShTUIpFo13EVjuArSETIT+JmTIrt62M4Aneh0MG2pqG2aqJmaqLZbcNR+TD/HdD6GgBAVZfNxzDTeO9iDHNMBTGf/7SqzfNJrD63f/4XlxdoxzShdMsYb7WQd2NwWHCMIPHIibKnbowQupkDzEsQmMxH0AsnhKG08LcEnQ9jNjNO1GfmkF1alrYhyIx15iOrJiS695uDAiIR6UIKqwWVGNKcJCAth82w/2h2WjAYwIzWcBcrwQVGHrDIYb4fakmYx18ZWNERpkwYDazTK8dpmxsdRtDl3/tcNvssyrgkrI9JLam9hW3jZgZQn8ijI7nYK3Wwev7wzjYH8bF1RpmSjVEzTAsDmgCJm7eMog9o1mkIj0CBsiAihJH8RwNwrOC8EyL1T10NvXc82iTILI/T8I6TCaCMsiHTZy/36gC2qcDMXyqSfSTwxoCrMoHlEMxsloVwzUAL8xmQg29hD3Da8lCqVUVsJHyejElZghUs4VWx0Wx3UC1paMmORYaoiatXYLi70bmns4LxM6TzFJ2e5qpgtvoO2iEMBDKCFuVlgUETNUwjv4vTfGEpe1AoF5XwKocNuJPAi1ooBPWJPhLZ5gUwVICpARVydorluGVVoHCGjRKDNtcSwQkld+gaki7Talvk9CswatXxQuSB44WDimmajKtgFUrhA5B1QAdkumFR4YsMVleJ+UF7jYcYdoUKhWsFfJYLZdRqJXFomYwncFggL7LYUTMkLgaELymYQIZZW1DQ8My4ITocUy5utp3dEND2KBvLdmqQei6Ld6B2kf+/auuweIx+5pGcr0Z9UNWuk1sl22oQJfrnx11flLR4Hek1zT+XUBRpb8q9YeyotjgWUmT1/1+31pAWXkwi4Y+soYA1XyuGXhIkJBXSgIc5CxVumm+DgKwfC2UPfIc43UVMKOtiQcnwSWyteoOB54tAW7oBce9Mh6JSNJwOKIjQIsjrYM6wyi8AGaXVjCyewLJZELCkdiwSbhZWekdAAAgAElEQVSVbmBmfgW5Yh0OBwvliuxB3aHL5gZf3r/PsI0aAezfN4mR4R7YVhCDw8MI2aYA8WwsFpwSZpslFHUX+XYd2XYQN0duQCI5Ka/lxZeexvlzZ1EtFaTRF0m6r+qRgR+9ja2QL+WnT2obw8M9OLBvG0xTBXgNDvUj25cW/1mb8sRWSyxzuLcTEKHVAJn/ArB4ngCrhx4/glKRrzGMRDKCaIT+oSFppskwIijL57ZULoucs16vCYApZ5xhqH2NygFdl7rgwuUF9G3Zi627Dohv3/L0DC3hUSqsYW32PEI6WSgxqf+sRhmpdgtDqSjiCVuAY/F/bXdgbr0B2970C9DcFgJmFDNTV/G7//l3sLy8IoAo70NXWUJZMRt2AuGFQkH+fj14aj3MUK1nvmaCILppoFQsCsCZjCfkfXBvWl5dRYuNrUWWM8EIR76PXq2FYlmsEXhjCDLwunYDTflasule0uBwZWYGEwf24m/+/u+wd9t2vy7ggFtHiGuM7eKm5+PVPOiPHzsudggEKuo1B8vzS/DcjgRIlos5lEt5AVYlY7r7Myjf9Vnj3QaUw0srEoERTsgzGLRsCbByCwsILv4vhHFEMR/bBM0JsFJN00ZQLLojWMLHcLm5DSPJJ7G19n1ZQ/FMwvf8VOw5SrTFH94f5HfZ5wK2ahpqbhx/c2QSp9cSmHzfNjyUfwHlM8tw81WlXGCOQDKmchhoeeA0EeZe3HBgZXvx6zfcj8nMOAKhyDqX9MeAVT+8iiDJ8WeP4lvf+LYAq0Gy3pSEyJ+wboCm3VpDbWsbtV/XZ6U7cBeAkvvnNZ4AG0BedxC/YU2zwdpfvzc/4ear/c+HVDdwVeW/vm4/QABbSYVVKGW3x1EBqtKfsUciA1WUIbRbUTZYaujQZbgqu5aNfVeBqvxgfRUOhbA8v4DP/tM/4GMf+aDsC/y3ZDTj/0wGIW5m6HafzUqzqYKIlpcw1pOSHm+RzLFgEB/9jd+SNSzDEN+iQgHVfl29yQ5gA9j+iRdLqRM2AagbX6WG/eo+Kcaqut//OrDqNNuS0fDE4UNIRUzsHR9As7iKSr6EvrCFSotkIRYGAVxtBTF8w35s33VQ9pSV1aX1fee1AqvP/dlvoRUI4cpqGf9y+CiOnrqEsJ0WC7f73vYO3HbHm7G0XESpvIKeLLM+6wjQA42Vz6YhgACrvixb8t0CBnK5Eh577AmEomnc97a3Y+eOHQiFDBTyecxOT2EttyZWAMlkGib3dQQE4EumMoizhg+FYATIXFWp8adOncKJEy9hZGQUb33rW2EykJnhzhycex05S6q1Gg4fPiL76dDgEPL5PA7/4Ps4+cIxUT+WXQ+9IxPYs2c3Uj29KkjUH40vLy7J7WMIYSIVW/fJZi8RMNXZM7U4i8NPHkG2txfbt4xh/8RWtEpFvPjoo9AKebkoVCCw5uiYuljyxC0VoMneX55f2j55wGozALunB/2jWyT0bdvkDkzu3CbS8R8+egh/9bd/ix07dyC3PIdWrYjLZ09hWzaJ7aMDiMYyuJwDirE+6D0ZYVqWZi5iKG4gFLFQ7Ji4920/j5gYTJcwtVJEw6Oat4PhaAejiaAEQvO8oc1ZF8zm7wN0v7YszF46j6888BnYegeTwwNSnz75+PNYujKHVCS5rkAjG9XhkLijwW3UYMUs3PzWt+CRc+cwvZxDvdFElYG1VN8FgHQsInVQSzNw6dJl7NwxiXvv/TmxByJ7WA+onpEjFJf2dTPzOPnSKSwsLKHJPdkOSS8wMJDF7t07MTQ8hMcPP4Mf/uBh6Rnece89uGH3NjSqRZw4N4tHnz4OJ5TAyI49yBXzGOxL4/633InJ8QGU5udw7NAhFBeX4FQbogKJbunHO9/3C8j2j+LYsWNYXZhB3OYQM6M87yXomKQcRWoqFyp47onn0GDtRTs1Q0epVEC2vxeRRC+OP38CtqHhrXffjnjUwuWpaXz32TN46cIV9A/04UMfeAcOHtgpI55SsYrZK/N+CHUbqWQaiWRS/N3//f/1+6/m6P6p/9qfAavX3eIusHrXQAoNPYh8q4O6hG12MJxMYE9fD5JhS7zzqG1rtzxUGzUpTAQMJPNK05CvlrGUK+AKw3XILCAQIGQkDTblfgI+EVjVxBdNWKBkrEr6t6b8VdmX82uYlulp4gP5RDWItqbDEaCWbYcnMlSl1FSMQpYhIg32izYW6VJkdcXC/mRUTfKUH6wE8PKQNZkqqsBVbnQjoQD6Ah3Q+ZIbs6XTm00xGF1S4cUiQcmMusCqKBW9NkISVkNPLQ3VRgdlsiHouaqHBVhNeE2ktDZSQQ033HQA4aiN+akrGBkaFFNlTonrtQayfX2Ynp2RTb2vr08YfQuri7g4PYOJ8e0IIogXnn9epOZhQ+p5SWMlwEdWDpMM+ZrpNUpgmMUtp7EEhskwI1hDAJubDguThhPAmuug4pq4+74hvP71QUStGBbXWrDjA/j+w8exttYSli+nz8mUjZFBJiEPIm630KytCus4aRjILy8jO9gP207g6sUL0D0HQSuDHz5dwxcfmcfO8X7ELSAciWIkHsHg4AhKrSYuTy8g2tsvIOvU5csiUb40t4rtA724ads4Zi5dxNLsPHqTETmAck2Vhqo8Vk0B9lfrLSRtlSAtjNVcHWFLMVaZmLzqBnGm3MKaR2CZqcwq8IhldbdR2wysdh+VLqDQLSq6ko1uUnC3tJMNvt3EcFjH1lgAsVaT0ApaasHAJcWAjFWN/oohNNwOLhZaWKx5Enrkkcktz40hDNxY0MM9uwYwlgojkUjDMG389oMPv+pNmsDqo3/0IZw8vYbFfAUjqTiqnomlig4zFIMWsVBpVFGulVBp17BaziGTSCAUiqBcJNCtvHY4nc7nSojdtA+N5RWUpmZUMI/Qxig9aQswRsk2m7VMtldsGfK5vBSnfmUrzEYyf8h+F2m/AISuasjE0lk1DXxWBeQUybuSr8uf2dQyDIOgq/iBqcZCrASuk0P7rc417I+fdAGvs/aS4QgbICopJYDCbcHwgGjIQkhrotek/URHrCcmYjaq1TLmaLjeMRHVk9jbH8XOrIlMNINMOIpEOIJEjPcwjBqvTywIO5mAYaWUZJ+eVGZA2KsEqnWy+AwFNPvQrgIOxZ+UjBLfV5XNP1mnbBwIejTJKFeMVQliIi0yTIBS+WdKQA6/l5LRdh0dTvVdQKOXXrMjjbqwkHUyV3WUHcDxWohQAhs0YZm+r7ZoMzVZs8L0pFexDKsUY3UwlKaZsAqt4nuiOJQBPfy5Tg2tBoHVimoM5TqzC1df22bSHNlRDJXins414lTRqVcRWF1FhwBCuaBsDzQLHd2SsA8mvZMx6hvKCUvS8xx03DrQpjS7DY2DL14P20YrFoVOf1WCNVyTsn54LpEhyw3fk2vSIdhcb6DabCFXq4s9y2KpJFIzOxREOhpDuOkgbNhIhWwkrIAEFJHrS8uZtqmjE7HQsgigk0nJFHRaQRDM47rlZaLMLyiSPf3dv/qqn/GfBKxKU6pGEqr58s/H7n7WTbPePFASYNVnn25mY3X91eU2iZ3EBgArLMhNwRri7eb/uSunjdCbMmiK5I/+tPw95YgETIW9KutSyc1Eti/1AMFVDjZZExhi0aPY2z7A2qEUlgCrh3qtLftTo05ZmrJT4V5KhlEkaiORjiLRk0JLJ4m4g9233IjlVTJFLyjgkV0GPOTyFSws5kUmXm+4WMsXpb5RwIQCEboATve6hTxg+7ZhjI/3iR1Qb28W8XRMQA2GOJBBMt0s4nhpTp7TSTOBLcYWLC238cyx5zG3eEHI1fTpbjU9RKIRZNJpMASJzFNJZubglH5nLlmVdYwMZXHwJnrb1UUpwHCogYFe9PakESJ72uRa4pDVkUFtiEE/7bY0I3w+Ll6exg8ffgylUhUWgWj6ikUt2JGwNHaU/ZO5SnCVfrHFQg6NRk0AZ9YjyvNaWUSxjJubmcPCcgW7bnojssNbUSwVsTy1gIZbE5C5xWC8K+egl5YxHg9hMBkRQDXEQZrXEp9ZKp64rznhDHa97VcQSg8gGAyjtLaG3/5Pv41Tp04LiMH10tPTIxLc2dlZeX9skgmuUg4o1hSU+4qdA4f/DNBS6eW8BnyPbMxdnjkCTikVD0FV3vfu17HO6ILIErjqy4n591IvBE1hZxJIz6azuHLxkgRrhnvTuOmuNyI7slXWFm2cyGbt7+1FbyqFN+4ce9XPN7/h6VdO+wMNXUI9VheX0HJ4LyDMnHJxTVRLwqwmaUAe/uukGb4VQJAWGVZSABOyVuk53S7nEFx4AIb7A2gaAfugNNZk7VuUyzJwtegC0YN4rv7rOHuhgvds+XP0R6ZhhPzgPtbVAqySTt5CSHw2VRgdBxe8XqxjjpzUcPSiBmvkzVg5uAXfv/oUqi/NoEP1ViIqct9QPIJGy4XV1jByPo/MYh2LMQ0zezJ4x/Zb8fbJOxAw6V+u3uNmJrncIz63dOBxmnj5hZP44ue/hD/+i08ilkoJG2u9rvP7hM3Dps2gapeBr/7fBlmDP0O8Wq8LFZL/f31B4fsQaixwNpFf1UvfGGRtAKs+qurfP51gOaXYavIuz54MX1Qj4wOq3X1YqQO6+7tKG1clEOstnvldQHUzsKqcqdXezVqLjNXc0iI+8w+fxkd/8QOSxu5HQG5c600rubvn89lYKxbwxX/8NO6a3IrxiA297aLSbuHY+Qt43Qc/ip7erJI++2nyMprbBJJefw2vv57dP+v/CrDKQVpXlcS9QQYFYvml+iTxWKUVAAyU1paFsUryCEMAnzjyOCJBDQd2jKOyugCz6UruRr5cEzJQLJrAomciPr4dk3tvk33o/w9g9ck/+k2xg6oGgnjsxBl8/ZFDMIw4Gk4bVjSB933gY4inBpAv5LBzZz86rRUEnLw62/3lsm7vw3qMljmSWxJEtc4Qpu/g+EvnkUinsXViK3bv3o1sXxbVSg2RiI3B/rSE4gVDtvSe9FeNxuPIZDiws2DbkfUzkKxFXkv2p0qCrcB6/sqPaNSWUL//+Qe/j2PPPSdnzOzMDIxmAffd/Uake3rx3SPPwYuk8LrX3Yae/j6MTE7I2ua+y8+F+UVZZzu3jAmwyn+fAy8OxrgWT50+hW9951vYuW0cN+/cjq19vZifvoKZc2dgMwDP93CXh8EIoNFmDU/ZvYZmS5dPxhLQh3i2UJCcEYJ57WYLExOT+PDHP4Z3vus9OPbs8/hPv/M7uOfee7A8Py2KmOLyMkK1AnZOsHePIteMQBvchRUOQe0YhpNJzF08DcdzMLxtB7ZP7EZ/IoGw2cbTJ06h0mijJ2ljOK5j+0Ac1XJJrh3rICoiQha9v1UtZOgBtOs1fOdrX8HUmVewb2IcHGg8+aOjuHLqMnoTWXmO6LUtQZKiMTPQdh2k+tO4851vw+GXT+Hpky8hGI2gUK1BN4OwgpZkeoTDtGgzBTAUqyDDQLa/B3t278Ibbr8R9ToHIIaElj3w2S9gYWlVVEC0LLP90EyqGSa2bsHE5DY88eRRrM5cxjvvvh2/9qH3IB7yhBRRQgp/99mv4LtPv4gtew7g1/7dr+OeO29DrZnHE08+hgB/fq2B1YUlzM/NI55MoWpruO/+d+LN99wv5IaZK+fxox9+H15L2UHIHKgbCsigwlIVx54+hkq5iL5MCmHLkmFzPB4TJvL8wiJom7Z3chSuU8OlqSm8MFfAyXNXkEgm8O6334u777xVyCJ2OIm9e1+HeDqFSoHWh9wfbESSSSQzfa/pDP9p/aafAavX3dkusHrHQArtgIESZdmeK8l1t+6cxNZkRHwi2bhyoyJrjg8emQLdwpXNUqnZRLHRwKmLlzC3UkZIwBH6NOmIoyMsBUl/95s7NUVUkks2DWSrCoNVSE9kIQVQaTTxVN6QoCfKpGXmyKJCeno1iSegKQ2OSLkVsKKsGjcke8JSZUFHNi5TL9n4cdLPokjknyqBW+s0kTF1DISAHr2JiE5LgOuBVU8xyuSl+AnnvkyQLFAyESmHrrhAhe9PB4oIYbYdQEzvIOU1EQUnPRZuu+P1yK8sCUAdj8ZBuf7aak5k2PlCARZDH1JJCbFZLRYwu7qCsfFtOP3yeawuziMZ1BEW6q4qXOm7VGky9KvlM1IVyMjGlLJGgsIEonn/ukFhBGnqjo7FloucZ2HH3lF85EM7UF5awuOHz6FYBy5fyaHm8N/nZhMUUDxkdDA2FMYbDo5gdMCEqdWQsTRUcmuIJOOIRXowffkqnHoe0UQGJ8/p+My3pmU6lk1nZEKZDLQRCdnyb84vrCDWm8VapYzlxUVhqBKUHskksGN4EOfPnsX8zAIyiagcsvmmhnzDXbcCqPvAairMQl5Dta1htlCXgJiUoaMGHZdqHuaaXE+cHAC6APvXslU3A6vrAIRftHeLUDIv1dpT7EDFlmN57CKtu9gds5E22pKyTnaIJjaQlDqxCW3JtSerL1dr40rJFY9bBhgxFIhKaq6rRqeDgUwEb9o9CrPdgOMyRTmEP//hy696byawmvvBn+LoiSk8d+Yy5taKaDYD6Jgaak5TEufpPcS1Um45WCsWsXXLqHScudUanDrfS0MKVSbsxke3QY9wSr8Cr1yHWykL4G7HIzCtIGquI6Bq0o5gbWEJy9OzUsASJBTGGdle9L0L2wJOkjHZaThiDSKp8V1/Nn8PUXJE31GVX8+CiYEiBGQoPboOWN18gdQ9vJax+mM9z6ZGaL0583uoLttHWHrcd0Tl3cTOdBRJ08RivYYeO4RhrY5qoI3Zio7VUgsZW8euvhRiDFpxgETERjaVRk+iD6meHgyNDyPZmwb0sGJ/kEDIyZJslASu/DAiPzhPFmy3+SBLmHJAAqr09eKvblvYq52mq+wCBKCndynZovT+VF6fnlNHx6mKP6ok1ouPLT27CCYSJFd9H4Ovmh0d5U5HgncolI3qGizNVSws7jsEe3gvOFwjC4AAtACGFgatlKgLxNeaXroerSdUiAmB1Q5B1UbVf27Upk1wlYxmBbLyjSuAhMVip1FBp15GgKBqjZYFjqyJjmmJjYLeJquKjFwGIinfMQmvIku104AGBzB8YNUOMl4WraiFAKXFFtmqvGYUqtIrmNeB7FqPHiVAo4E2k1XrbazV28hV61gol1B0m+KLGiaA3WgiqNFqI4hk2ESYEjOdYIODYCSEQFwxkwMBekrTNkCxeGU4I364QbF6EHnlmz/8qp/x64FV6atliKiGkAKEkv3ss/ClefYTXTf/XRdYXW/Q/MGGDDR8gE9YSxJMtcEwoj3MRvO74eHHf49SMQ75iB4ScCGTlCEhIv4knuqDWQQCFJjLOoEFvrLhIfhKgNXygzrEz12kzr7Hq/j5kfEI1JwWqpUGihUVvMSigaw3NifxdBypTBzbdm5DYrAH03PzwlIMUnpnGxLO2HQ7mJ9dQy5fkJCg1XwR5XLN91a9FjDhexPmJnQMDqUwsXVQGMzJRBLJnrgwYYOWhZgdRk1r40RpHtVyEQlHQzqUxalTK3j2+HHoAZ4JFq2EBbwj+2d8YqswMJeWlpQdAQcgTOHm4+M42DY5irve8DoEyIJdywswnEhEMDTYJ0wTNqCGydAl1l5BeZ1dxiJrgZdePosfHToirF9KtaMxendGEDADAgbyM5VKYmhoEFbYEnsCMlbZfBHA7N5rnn2NuotL56+irYex++Y3wowkUamWMX95Hu1ODUawg/6eOMzCEoJLFzCaDCNI71fWdexsKYGkv6pOU2NeYwPx/Xcjsv8NIoPU6h7++3/7bzh+/Ph6E08mE9/n/PycADICjpsqrIqffJ2UDnYbfgW2Ksae+PUFTcSiMfk6fh9rCmVtoCnPODKg/XUubDcqSAgukN0qSdWuMM959qQzGfT1D2L2yhQ6rIt1DQvLq2JTIh+sS0MmgvEo7FgU+XOvLfjimZd8YJUAf8tDbnEZTq0uGzZtAMgMJrDKT/GtFtCvm6C8saXwHDbtIAJWEnbQEgsgndLLShnm/OegN78t1g2aR5YaBxUdAUa4Tho5B8FEBN8p/wm+9P1hfHDyr/CxOx6D02QIKYdTQRWq4zbl2eU+R4UP6/MglW+ahkYzhAce6eD2vXUstG/FN/omcOz8MdSvLCHWk8JIVUdwoSTnyvntUeitDl53eAnZRQdnbszgxKSJffFB/PrB9yIZzMp5eT2oqgayPrDaaOLi2fP4X3/7afzBn/4xsoODAqyqD2Wzs/7hs/jX17f/F5vIo9eAqyL730Tc2LxxK8H5hk+q9CY+4aT7dZtrTKXK8Zm0vjfuxutqKmsZ/2wTr2mGw/q+1/5MeX3ww9dP+W53ENQ9D/hrS8D3a9mqmwdjsgd7HQElcisr+Myn/x4f/fAHkKC3cBfEWA/09K/iOmtWeXpSJvz0w9/HRDIEq1KA2WmjUK7Cs8IYfMt7EIvGBThScT2+H68P6l5zDa9jr15/MF4fXtX9e3pny931n2Fh6gqwqu5112OVwZ4EVjutGshYZb9w6NAjsIM6brxhH5qNOoJNV5REtEUJUX1BAkkHiGa3YGLHjdd4rPK9/95/+A+v+vzmNzz+938ga3G5WMazp8/imz84hHrFE2/basNBomcQO/fcgu079mL/DTtRK83CcKfWrQA232NuTtx2yCakN/fqaglHfvQUKhUHq7k8lpeXUak3JfR3x45J/PwH3o+R0T7ouoFoNIFILCHvyyJBopdDrChsiwpDMqeVvQABVbHMYQgu1VF+D85rbgRNrCwu4n/8n/8V3/zq19CXzWB0aAg3bE9jJJNFteHisRfP4MT0Mt705vtxYPcOYd7T7zrT0yNkoXPnzsmwdN/em+R6cq9m3c/rQRXBoYcfwec//xnccmAP7tq/BzuG+7A4P40TL59EtVyRvZn3mRZY9MiWWlRvoe3pqDP4uqUhV6xirVCSaxS0LSRicaRjCSwtLUs9/mv/7jcxtnUX/u3//m9x48EbkElEEDcDmLp4DkYxh+2Tg+jt7cVCQce8F0MtnhBv2q29/di/cxIRqjGsALKxNCxNhx0O4dDTR/HM0ecxPtKPHaMZjGZjcKolOZf4TKRSKfk6Wh5w4MBHgFL/l44+h2996Z8x3peRwNSTx07gwrOn0R/vF/DcbddgMmjYVdkUNGkMDySw64234vJqHifPXMLYxAQuTU/j6uychLUGDFvwlkKtJCzldDqDZrMhWQJcP+9/21twy+23YWFxFQ9+8ct47tgJRBMJ2OGo2EjwbIxF6D9OdWEb8UQCa7kC+mNB/Or73459E/2wlPwLHSOBk5fm8Ref/QoGdu7F5774OQz0JHDi3At45fRLOHPiJPriKQlEY6gag8mfOfEc9u87iPe97xeQiiagtV1Rwj77xBGx5JIajJUon2/2KgRml1aRz+XgOHWpLfp6eoVZW63XMTM7j+G+Ptx+8z7U6xUUq3V8/UdP4/z0nIClb7z9Fhw8sBdDW0Zwy+13IZbok2G8BHMJwxkyrDNUvPnPPvwr8DNg9bqlsO6x2p8UuUmFD6TuYTSbxMHRYURYJ/lBDZYVQSIaF/9DduBNtynei/lySSbLHdPE1dl5zC2UYImvKg3Qg0ixj9WZEE4gi2cHNwuVniuMQcr+GIiis0YKiHSBzSaBwCsNC0vVKgrtNpr03CMjif6CAmqR5UApFD3SFNOGYCm9QtiwiiBGpq9K/k9PP4egKhtZypbpTcBmVrw1Dfl7A00kDQ9DoQ4GQzx2mdirfp5YIXD6SYDAnzST2CSbX0eBmWTjEuQsO0yfp3xeR8EzMUeWZKuJARNIB3UUKlVs27kDYwO9YpweD9to1MgG6cgh4PD9thyECJ4GTRQrFeR4GoRiOPTEiwhqLQwnDPTaBgICPLGedVFpaag12agpbyuRUur0SFFsW/HcEY9V5WvLq1RtAvOuhlyoF5FMFu968xBOPPMULlwowaWXk8Z7ocGVBFzKCTuwDR3RYBu9cQ133t6LN9wyipReQbNeFAAwnR7A7NQc8qvzMiG9PGfhK4/MwPNSkhbKqVw/5atuC/3piIQ+MDSpycamVkNYNzC1uoDBVBwj2T6cOXVWAr16E2FhIBRcBaymyDCOmKg328g12mIFINLEFjBbaEgqY9zUMd/QcbneElsGsW4ge42FrhhVqZRrHtry2WUFiu6LD4wKZuPBzGsowGoXVCUU44/Gg5qL0XAA2yhx7dTg6i7IiTE8+sgyYMyX3jLR2IXIyRdaBOEJ1lMq6CFKwp+idmMgG8Xde7cgHGCiKht1A7/5wGsLr6o8+lXU2nWUWg7mF8pYulzBE2dP4+Xlsxjo7xFwYbVUlCaKrzKciBJ5hlOnf1sdK0srMgxgEWUGe2GPD4p3TUhTk1UJ1aC/sFND1VEgLBu/6tKKTBf5fAm2J9I0shwNGGQK8lmndx8T2xl6IfYclLPxGesyNH3WqCRUtqAbukjJ2LC1fdP0Hyu4NzNBNnmVdb9uAxjwmT3XfY1Ftjdlywz2apK9zkLVgNnRYZu0CmnjDWNj2DsSx4WlJUwtrWGrHUa7XUMwYCAZjUlPe2GpDF0LYygdw8RgBju3bsfI6E7EU2nQb0A1S5pI9hEKiv8nC3fuc8Ig2RT8w3W7zlZl88z9xSVjtaXScR2yi8jq5eBAAZ0EPDteSJiqBGA7NKavlaERKA9Y0MgKpeVB25W9koMvRaE0Za1XGbzG4Le2C6vZQiSo1AeUmwpcHQoIYEhwnuAgv88zghgMJdWlFvCQwCq/S4fO10n7AgFXC4rd5Fuz0EpAcAB/eKZQ9g48slwbFbSbdWi0L+D3EHS1w4D8XANei0xThq2QzasAcCmEOg7g1VmWQzNaQNCDR68+rr2YrX4NKmYsZWEiq+S1IthHX5uaA9QbaNcaqDXa4u2cdxws1R3xJOfQTmdKb5M+yi1EQjriYT2/nLgAACAASURBVLIzGfQXhm43EE9HEYkzWMiW9FvDJMOWYIAckuKFy2EBwWQ+ffod73nVBRvZf92QJ/EhlgaajWtbzluyTAly8FeRi/rsPLHvEHkzvXcVQEG1g9KZKuCoy8xUjan/0oSlusHeJKAkH91QMl+aSKkxQdSAr+iIRcLyeugXKIxiP5iqK39V7HMlbxdglYVzF1ylMM4HhwWv8H0kJXCF4Zdd5rQ8Ci003CbW8k3xNm87bZHSE4RiMnk4o5rGWDolljABO4hkb1wsc8qFGubml1CnLQ0CyOVLMvQUtpPvsy3ADeV0ZORBRzpO39MRJKIWEvEY4qmYyEqjsSiSkahczJnyGubXVtGu1ZGJ9WB5xcOTTz+P1dwiTD2IAINI4KHh1CVFmc8jG1cFNlOmy2tsiGxwZDiL+++7E+FwAGvLSwJeZ3qSiMUiiMfiSCZTkiws55rvjsHTnnUAPcpfOPEynnnqmBp2wJPhZjqVEG83nt9s7hh8xUFoMhmXe8FEcILVxUJRmLBcO2zKKsUaLpy/Cjvej9GdN0ILRcWXdWnuCtpNF2azhJizgrGwKw1XwCLgS3sVetTrqLdoT8NBiUQii3rBSY8jeuvbELFsdKou/ugP/xDnzp5dZ5+SQbV16zjGRoYwONAn/391ZVXAaDbgDGOhlVSlUkXDaQg7tSsHJnjN/9dstXDLLbfilz7yETz4uQdx/PnjKgFbvOIUw5X3jUA3xwhUUtnBkABWbqctdQCfNUpT3/LWt6HluDh86LCyK9DIoq6gXmYKutpbOZDv7rWv+gEHsA6sSpq6htzSMpyqWtO1WgmF3KokThNYlZveZaxeZyjO2pjAqhGiFUBI/G0D4Qg8AhdzX0G4/S+ou3VcygUwmvKQCrI2pxeyDr2iwbMb+OzCJ/HgYxO4oXMEn/y1f0ZAW0Pb1WGaPANbcr7QQsxxKTtlXW+JqonKtyMva5gtRvGh2/J45lILfxO7Fy9cPAWv4qIvnsAthxYRX6ohNxrDsdf3omi0sffoGrZddXD6zhG8nGmgt2ni1295H7b17/AtY3wuqZyX6veGFhD/dwJm05em8Fef+iT+x+//3xjbOomGo5h1qrrbIGF07VHUne/+/Wav1a5Y2f9/AgZeF7okdZ6yLlKXXilu/OWk5O8bf7z+J3Vf0TWBWVQDsY9hjya+y8orRF6jMFK7g2D5PddaR7y9hU0r2zLzMDoCQGwwV7vKgo3Xr1R9BNVpPU4LpzV8+u//Fh/5hfcimUptvA3fwqer+JJ9mz0IWXaiFdRw5ewrWDh9AoXZC+hLJVAvVTE0tg2Db3671G8cTJCZvB4A7A8B5Z50fQ9kLt7VXGzcMf/GXWMFsPmZosd1l6zN/bM7vNsAVpXHKoP3SrkVtN0aWs0OwmETjz/2MIIhHQduPIBWu4Ogp6EhmxNgsQYFbd48RBP92LJlNyLhMNbWloWBy73j9/7jawNWP/M3n0RPOoEzp89iZnEZz7/4EqYvz0tpInZLhoWe7Bbcedf9CIejGOqPwNKmhOXfDclTxmSeUlzRAEr3ELJsXLxwFc89exxRy5Y9lb1IvlwR1cbE9h248667YcdoBWOLtyp7UKotuOdZYVs8LclmtWxLQNau9Lq7/hjw2O3lVdCjgVqljC987p/w8EPfQkjzJNQoadWQosJAC+LEzCou5GqIRdMINSpIBFrYu3s3du3ahWgyiUtT0zhz/iJG9xzElq3jaomLo5WG+blZfOMLX8bUlfMY603htl3bsHtsCP39GTljl/NFSa8vlMtYWF2TQasMEUO2POJOG6i2XJQFQAwgEYpgbGQE9775XgHiTrx4Es+++DySA8MY330DvvqNryIat/H6W28WifvzTz2FlNbC/t3jGBwcwPPnl/HiQgWxbTuQTaQlEPYd974J97zpDkQjIVSKazj+1DGs5ApYLVSwsprD/j3bMdQbQzoRFLIDgVWeKQQ3GRgmwKpPICN7fHFmCp/+sz9DWGtj97YJEB1eePkK3IUKLATE758RBTFmq9hhrDarmGqsYdfdr4eeyuDixVns3L5TwigvXL6KktPCSrmOy7MLyDUqElrG/pf9J3kNJNOkgybe+e53Y61Ywuf++SugpR0HzgGPKmNF9iAblMutVK5KL111atg91o933Pk6zF0+g+0TY2Kd89LJl9C/dQ++feR5nJlfxt898Pd4y31vwPzKjPhpP3noMM68fAr33H0PDMvCD374CLLZDN70pvswPDQG12H/EUQqHseThx7FKydfUh7jokDm/sh6X4Vrnz51SsB1UYcxiI+9gk7MqoOhgUFGiaBcLSPTP4DzS4uYnl9GIGgjEYlIyNbo2Bje894PYt+BW2HF42pPlligNjwS0647U1/Lef7T9D0/A1avu5tdYPXugZQk6WmWhTWninjEwA2jIwjRH4/J7/Q5Yjo02SdBmmdHUSxWsFKpo1ivwRI2qoaZ2QUUyk2E2AxzOeoeUlzTLZf9vxQLIqlja95SB7o0cwRWCQYKw5LNuCaJhY1WAKvtAKZrbeQpNZBJgWQSCzgqzDV5slz02CYGI1EM9SaEKVJqsLEqolBTFH+WIZRV0E6Q03UWugxRYHPLJol8Ie7eZDImA8BA3MKoXlHBWv5J3mwRXGXdqg57/l5qJjJByVilPEzzUKbXqdNGSw9iSbOwABNms4GhQAsRHZgu1OHZEezaOoKdg1H0xW1UcgW0O2TW9AuYky+uwbIDSMUjqFTrOH5xFi9cXUG+Y6Cn3cSWuIGRuA5Lo9RFHfwE6epOE0GxAvAbU7mWTPgm0EvGHZtVgtnKv67qtrHkhrAYnkArnEK8vYD62hUBQvhJhmG5UhdguQsk85yPkCFi6MgkPHzwnTtwyyQ9T9bgOR4GRsawkstj+twlkYvMrRp4+mkeKgaSsRD6khFYEvSiwbYNZS0RT0kBSMC+UMjhlbl5pMIx9Pf04dTpM3CbFfSETQGf846OcqOJWNBAT4wyBhclx0PCUiA7GcNzhSZCkRB03cPLRQOMrmnrAdmACYa2wIAFAybvuTCZlQcqfXgSIb5Ogja6BFosr+RRcjpoMNyNALUUz0qOpdwd24h6bWT0toC9CdqEaeRdq4q6KVM7Wf0CqpCaTXbVpTItDDpwxUeQrGYPGZqf7x5HvVnFzbsm0J+0QclTtdbArz1w+FXvx2SsXv7qn+DKWl7sEc5fXcDFKzMS7BAmy2l0GFcX5yQVO2RFUK/W5QDp35IVVuj01UUszuVhh8JotpowzF6kb96G3MUrMDoBBDIpWGYMTnEFbr0o79mt19GoqDRfAVS7TYrCp31ZMlmVSgrOgp8FPcFU+Wpeq03SW4I+TM7kveMOYJhMzgz4jCRuLH5YxzVXZ3Nr9OOXrWsfsC5bXlfkeQh0WohHorJP1RoN9XONICwy9zskPHrij3RwNIObxkfRrDXw2PlLSHRa2JrNwDJMpIfGEBwZRtLIIsF9rlGU1PBwKgvdTkhDLoFe4i9qiP+Y8iXlAIkMCwV6CUBKP18CfmRhsoBnU0VGigRXsZlRbBfpq0RKHRJ/UwnD4vokna/RILUJKBeBRlWGPhpBUfl5BDUNlUpPVgLZZF4HNQJwZMc2HJg1B1aoLZYtZB7qTO7WO9DIGLLj0GyC8Sa8QBCDFtktSo7l+zuo5068ZhXb1q2tIEDlAJ8n3w6ApDW5+Wym2APSmoCs6g6ZuJ6EWgkQSvmSHYZGn1qyeIImNKYkV+rwyH5uuAjQT4PAKsiMJQDRBEwXsHVoFoFVS4DVDl+jgIrKxkWuOwFgerjW+ekKuMPApDLtAJptrLaA1bqLKs8Temk3Gmg1qwgHNSQiUURCKWieDS3aRLovLEnesUACkaCNjhkBaF+guwzqhcbJl3iV+w347e941c94MhmF23EUoOCZEs7SZgsoBB3uLQZCARXWIOCRxz2HjXZHWJJdMGmzzH2z6kPuCpt13y9VnmmfESWNvQCNykeXwRjKiIfgqA6LNUDMRCysQCkqKggSCJjq+7OKTYV/xqpQNEKI3H6VdcL/w957RslxnmeiT3V1rM7d0zM9eQYzyAAzBSUGiRKpZGVZwd61Lfs6rLMl696VrfWR19dhLcmSV/buWfn6yuHYEr22ZEu2GUQxR5AAQeQ0wGAwsXOq7qrqqrrneb9uAOTK9xzq5x4NDw5AYKZD9Vff977P+wQ+toQLyhBUMZGG6gIqNYaydAL4HJlZbh+mZWGlZomHNhnT9MwK+2RYdoWhzdcWTxnoeRoSuTRuue06mL262AkwtG/l0gbMnode30er0xEQXYL3fIK4vJZkSavXwYZm7/ZZFLJk00RhMBjIiIinKNmU3KtqjRbK5YZYDISCBDCyePrgCZw8fVz5KdNfd8CqHAYzXIvAyFAK/GwdAVRvvGkn4vEARlIGClQI5DMysJQk5zCT3NVAT3zsg9whgoqt07Nw+IVDeOzhZ8RHOBQm8zYgEleezVQdpLIpYQXRUZE/Xyjkkc7npfayehYs2gKQqaQHsbx0GUdOrWBy4TpML+4VdUy9UYe5dAgxu4W8b2LUADLpGIK03uAy9305szmsdT1NvHI5uGJoaLvXhT8yi8lb3wYYBVw4fRp//MXPw7Yska7S64yfw+TUFIpjOcRiIcSjhtw/BDcIRhNYZWM9ZJ/2Gd7pOGJFAcdDx+6h1mqJ3+Av/vwv4Euf/xIee+QhxGJhhGT9qvOH4DwHuZSvNxpNYRDztQ+Du7gY2RT+6I/8KOZm53Dy+Am0Wm0V8NFsSII2vW4J9tLmiTYKK6sXXvX9zR948sVjV4YcZIjXtsrCDCR47lg9VMobcBxl78K6Vs5SGWgNvwbqGspVw2Rpx6SBpe0M7RQEcL78EIr+n+Glio0/uTiOtxTr+MhUW5h6PGWDri5b6h+88Kt44MRe6P0ufvyW5/GB2/4Rhl2HpjO120KUWQpeFFa/K7Yy8WBG9sa1+hg+903gY3dexmvnYli+5OJLdQPfWo/Cz6QQ7/Wx7XwHO0+3sbYnh8O3FWFVmpg4VsIbj7RxajaEI/uTCPaAN83ehA/d9k6EkVYDBDk3CIErry8SGaxgAH0tidXlDXz+j/5vfPITv47919+CNtlM31Oyf5WVfi2b9Krk/+pHd5WhPwT+VPN9pZ4YDOPlcYa1xSC+bICDXgFvh8Do0Lv0lQtkGEY2fPzha79WIj/8s/w+VPQNQrS4n7DGkkwApfhXvP9BKOvV51ehozw2IpSQN1v4b1/+Y3zw/W+TYQsH5KJWGHga8qEEZPAgzC4WZ8E+eyEdF8+dweazB5F2baQzBjTbwYbZwbF+FHmG8IyPSjBqPJmSs16CEq+pweQaDAJkZZj7vaRG136GQ09c+cGBaQGHxgNfUPVwiqHseEA8npGhXatekeFt36a/cgiPP/Ywut0Wbrhuj/QOIamlVGgza6bhaDmcGMH47D7xcqxxYCap7ho++4nvD1j9+K/9NnbuGMWlc+cwmhnBxtoy/vWf70On0xafzVQiA9cNYGJmEQduuxM7dm5Dt3Ecnt1S9niDQAAvwEE7T09+TirQ76XDR3D48EtIxQyxeGBd1u52ZQ8oTIxjanYec4v0lmSDqAsjUTwlORCOUPGggoZ5tkQirF3UkFOs5mgtF2SfRUWesucRO4jyFv7ki5/HP3/j74Tckk0YyCbCGC1koUcMnNtqY2mjjkarhVDfxK17tuE1u3ZicbwouQzr9Tqef+k4HD2J6flZjM9Oc4YO3zKxuXIRlUoNhXxOzoz1y8vIpZKYmijK+bp06bIwL7kbNMw+NqotXN6swDVt8b0PRsOoOx3EkzEszszg+p0LGB8bRSaVlb2RRKbnXzyCC+tbcIK0+uqgMDGG8elJAfNe5LoOmHjN3l0YyRXw5OlLOLTZRD+VxVgyj4xhIBMP4dOf+CUkozr+8s+/gu88+ID0rqlEFsloAouLc7j5wHVY3DkLv6uUIDy/CoURGdhKcPKAkUn7A8vp4Z+/9jW88MijmJ6dxNxYARktivKpC/A3ahgLRZGNxhDzLXT9AKq+g029hz1vuR1VX8PzR17CWD6PkXRGBqzBZAYXynV8/dv/io22J9YPMoSXz5PetDqCjoPJqVmxdjv0wkHkM3FMjeUxkkgiGYlJP1OcmMBmrYmnDh/BWrkinqwH9m3HnTfsQqu8ij27d8t9c/CZx5Ean8eTxy7ggecO4T0fex8++3ufhhHnegzj5PGTuO9fHsDtt9+Bza0tPP3sk/jYj34E2+YX0aw3hdCXSSeEIHD+1Ak89tBj8LuO4DYkttkeA9DaWF66gM2NDanlqTJhjSLnv+dKmCgH6qvrG6g2mgiQzCJKIDW8jkVjcOweEjEDo4VxfOCHP4Z3vOfdCEXoW091NLGnoUXb93WM/2/5Qz8AVl/xsQ6B1R+aH8F1O3cgnx9BuV3H2voKdk9PIBCKoNrqoN7sIRKLy9Sp32shl4mjT+85PYr1UkkBS/E4ms0ukqk0nGYd5y+vgSbmE9kIdAKbxJbYSIkkmFKVAYNVEoAZPDFIwuYhxjAD10VbGiENNRvYcD1UOTH0VGiC5zsq7Mp3sG0si1u3z2PvVBHjiZDQ+ukp2uo6Mm2hT1jb1XF65TKOX7iMrXYPbjAqvqlMOySYS+ZLX+SkOkKeBcO38fqMj2goKDJtnsk9h0yFwdEqfaRiw7JRZXNiiJ+gD5MAp83mNYQtN4B1jxJXDUXNRj4SxEbTxnrLRjgSxDtu3Y69s+NwTVOA31giI01rx2yJP0gyHkWl1cbTp5dweKWKdjCKbLeHnaNh8fPkoSpJygF6Inoi76bcfAis0quRwRDcWFRjzGkTmxjFBmpZDkpeAlVjBlWCwfWLiIdFvy6HKifKBPX4u2V7iESUHx0ZCExWdDoWbt5bwMc/sIBUaBO9Zg/F2Vl0uj0sHTuFYrGIckPDsSNdVKohjI/kkYrRsNuW0K10Mo3SVlnJTvJ5SR9eXb2MU1slJGL0e0vjyEvHEA30UIzHZOOmFUCr5yAV0QVYNbs2mj0fGUOxTluUdNYchGIhYfGd6nhwQ2F0XQLLYQX28dDybMwXDMwUs7C7JmLhGHYubMNccRQpJnj7fbTMHi6tV/HU0fM4tVGFCeXjqK6lJzIngqgGpfx9GwZ8ZKNAJqrAa2GHyRoXQYEKTKNPKNOZ2xpWayY64kqgIab5AqS+5+43oFddR9qIYXZyUpiFa6UqfvGvv/OqN2YCq62T38DRpRU8/vQRNOuKgTo9WURP07FaqWB5bVVCHQhntJpdGRwUp/Oy5k8dX0KzaiFA0MxzEIglseOj96B++gJKz5xAMBaX0B0mPwYjBNfp9Wkpuw6RASqJ85XCdvAOBEgaJJALk2LoIirF/kA2NyiW2XQLC0MYEcofORo1pFHtM7CDMuMrUuGrjeT3ulgvl9+90g9tyLxjuimBtsGYXBEnBOwxdFpwhJAIhhHxbUxmohgxAji9VkU+HMDu6REx7y/OLiKdKqDf9dBuryIW0rAwvQMTc9ugs4iJJIhQyj3ApGJ6kvJzFp9SYWoogHH4Jew+SoIJknLvdCzxC1KG0YMfkWvKxyCAQTYqUSh2Pa4wL9FqMU0G6Jkq4IAM2VBEPJbIkhW/VHl+D32yrvw+en0L/XYbfquNcFix1YO+IwMothm831zK6yMR6AQ4onFMRMhuGYDdgyZPmP68Zzj1dWy4rZKoBPjyCAAK0CtTZ75PH+jRuoAev/TuDYi3LowoEI0B8ZgAq0MfV4SjEmoMshKZ1t3uQOt0oVk9wBPeLaDb8MMutBiB4DD8RFiY0x49tAOqKRZmL7s7Dv0oF+31ofV8+D0fXs8TFlzT8VF1gK2ejaplo+P0YXXbsLodsY5JJxJIxZJiE4A4kC8YGEnmkAnlEGdYViQBX48hQISexr28BwgsDy1Fbnnbq77HRzNpWHLGEk4lC4jwYkDctuR9cZhGdrHg3FR1UOGhGKqKfX/Vg/WVT35FJip5V740kGr4MQD7B+xN/hy9VBNGXBipDLKwOh1MjuYwmk/B71vKK00oOAPrADWVVE85EAjwTBLW08CGgGfz0AdbqVNeDqwqNSxbWuVHTCWM2bNg2jY2Wg7WOxZ6jo54IIyFsTwWZooot5q4eGFZgWCmg7mFKbzmjfvR92wZYhJwrjfaWNuoot600TItYT1yWMCGR3xI4wlphlincLC8a2EKxUIK8XhY/XsmiXg6oQKTAjrKlTq2Nqswu0qKns0t4tBL5/DEU48wZgchMH1dFfnXSnMVGKB44nyPfcdGNKJh+/YJhMIedi3swMTUpBDGo7xPuJZZEDgOemZHwAICrkFK/0JReFoILx49hUcffmYg86a1CgnzURkm0j8tk8tgbKwgNREH3pNT40hmU/IYTl952rt9W9gv3338WVSqHm688Q5k6a1XuQC3vYZoaxPJSAg5roloRBi0jFbi9WKjw8G6+GkPA0X53lwNFfr3FRew8Nq3o68bqKyt4ML5JfFYpTpibGISly6vYmNrC81aRfZEWgNMT01ianJCQGbWolqfAzEleebAlNdR7KsoQGA4FaWL2QzGRovYXN0Qn1JF2Fe1J++ZWqOGEydPCYmAbGae+QwUZbgXG9GLy8solyr4yEc+hj179wt4yiaRnxHZPXw+ArMEeLn2+esLf/QHr/r+5g8MgVUB86GjUa6i1Wio92VbCli1Tbi0ThnkDqgwv6vnoYQEMUiOll70OCawGg6KzFcCIdefRML+U3zltI/vYBcKoQp+KbeOW8ZokWAhonlYPWfgPz37KSy3sgiFEwjZNn7itu/iXXu+JTV5nOuX4TBUgZGxTM9fHpx+GP9yeB/ms0s4sNhBDzGsr/hYQhu/dWYM7fQoOmuXkXWCuO1QG7XpFJ6/awKpjQ7G1jrYfbYJrxjHuQUDbiiIHcFRvP2mNyDM5OrBMI4heGTwCRDKX6k8gqO7sFLq4b987vfw0z/9s3jD6++E2TXVlvMKf9RrwbthnaCGP9dexysn8hXfoiuPI3ut+m6l6VBDIvHuHpKIBzuegKTX1EXqyL86IH4ZkDjYF4ae1VdewTWvf/ga5Hd5c2pIKHYwQ+m/gJccBsmzXbk/BE8bDrkH9wtTte1uD1/4w/+Cu996m9TxQiYYqGh4Fsh91WcgLnsCZgrY6JU3cOlSGU8cPQ6rsonZcATZYFDOviWrjUfObAjjll7QU9NTeNe73yl2GgQu+LqHcvMrALEMlK7WQcPP7XudU8O/4/BLHSgqbGvIWOVjc1mwHDISGRVuUysLsYLp6HyNTz32CM6eOI5CJq2Uf8kYQtGQsLvZo5DRH6EaYWQSM3sOiCS+Ui2r8FbNx+/8yie+r/v7J3/uVzAzl4DZbGMsPy/g4t9/816cOnZCGIKTxSkE9QgcP4i77nknduxaQLt+CgGvixDHHhxWcjCnEWyKyIBFwosDATzz9DM4c/IMUkZCfI/JjuQ5t7hzB4pTU3Je3nTgjWLRZlrs9ViWBAWIGi2OyV7HARLPMf4Sq5lgSA07hajDAMiBXZcQAnxcWjqPT3/yV3HkmScxPzkGIxhENhMTgN5GAOsNByeXNyWoORGPYqKQwWTawP65KVy/eyfisTiWly/j1JkzYo83u20O8VgYUV0TQo84rbBvd100GzW1z4SC6HZsHDx4FEsXV+AGwmi7Pmo8v+EjGUlI30sVQW4kjUI2icmRHKanxkXtwOH/+PikgP1LFy+KZL5lOhK2nBkfw2q1IgSLjUurKMY8bJuaEDVnqR/EqZqJqqchY2TQrFbETvFTv/AzuO+bf4ev/fVXcdP+PZibHBe7GI4uSrWaALzv++D7sXtxTp6fNRMtblRIowstpIOaGGLmUcPAyrET+N3/89NIie1PERMjo5jPjMBeWUPn7AXkA0HMThZECXKxvAUzpWPn3XfgfLuDx54+iEJ2BCOZuAwZEYlLT/joc0fQCSSg+X3kEgbiRhSdlikkKt539FrP5TLoturYt3MbRlJRjncF0CaTmfkf/UAQzx89jkeeeg6NtoXbb74OH3r7m+D3WrL3UCVsdevQjTzuve9JfPPhJzG1exZ/9N8/h7nFGemNe50evv6392J2dh4XL13E4vYFvPa1t6LRbKFaqUtIWT6XkdqBVmCPfecJbK1sSghXr2uia7lYXV1Ho1bDvr37UN7awoljJ+T7qfKJpjKIGXG0TVOU1kJooZWR1CIMp+J7SUnLRBa62eFnMYo//PznMDs/NxhGqeDyH3y9/Ar8AFh9xYoYAqvvW8jj+h3bMTU2Ln6Ly2sXkEkYcpM3O9yUgtApbyRrrNtE0gija9M3IyabLkEpTuXb3T7GR0ZQq1Xw1Esn0PVcFFNRxCSYYmDgNzAsZ2E9nH7qBKiE+RFU3jCD6dem46NZJdNSl1Tlsuuj4+joEeShB6rmoZgI452vuxn7inkY/S6inLhE2LgqKWxfNjIWGS7W6P1zegnPnFrCWqOHQCihQm9ocCZzfsWqiqGPbEjD3lgfsZCa4PCLUngCq0pvSrBHycR5kHCSYjA6lRwpmypSWxi2JSeACrEQmkLrDkajOiw/iGUCal4A109ncGDvdqSYDuCp8CKaQtuWKRtgOKJjdbMMMxzH5S7w4DNHsD0MbC/EkNIsxAhssFggq5GqWYZXkTHAiZP4wDEgxIfNlFBhBVKaFRLglZPlNhmrXgr1yAhK9Ro0u4awrmRMPDg5KSLrgkwV7i70XGOTwQlpNBFCu8kQrT5++qM34I7rXTRKVUzMTAtz6MThIyiOFdHq+jhyqI61FTag25GIRbG2WQZ5zblsFq1mB72eJZM6bmyc0pba9PvsotpowzQ7mEgGMBk30OmaqDka2j0H6RgDgkIwTQstG8gYQWkcFLDaR4z+hnDR1KJoufRHZGol/WhY+OtIxjy8+cbtuOPm3chEQgLyhLSAHBp2qwlPvlQpbgAAIABJREFU5AMOOv0gDp3fwH3PvYQ1SwX1UOjPx455DhLwRTJEqXMy6Iv3azJMny8FWjj0PJLCVYGDNPvmta30dFRNBw0GsHDSHwRiehjvvftmGP0aHNvH3OxONHo2Tl5YxpcfO/Gq93QCq4ce+Qruv+9fkfcjuGXn9bjUbuKZkyextFFGs2vBox8aD51mF92WI+bp8TSLpiDOnLqAfo8Te12aFjLs5t97OwrZHE79y+NorFag+2LoJOETw2RZgd+HKfaDP/M9DxsAKdIIbA3YqiIsGTAUiK0NCzW+YQKrYtBOtiZlXh4lmmEp8BynB6dPH02mil5tIlVTo4Cj7/V17b+p16SaIGGNSfqrYtBy4kloh2AV/zoS1pGKBZEOhBFxPIzlQpjdlkc+PY0XV5Zw9vwlxBhWZvmYzYzh9Tftw+y2LBYXZjEaLiCMGDRK0iWsimCq2qeUfJ8dKA98XjvFjBb/Z4KnBLJ8+4qc3mdwlaTdunJtGH6kBWmvEAXIVh2EMXHoJRsE7992G16zDo2sPcG3KEOnHUpYGLMEWSlL5x5EL6EeGyXXgtVqwG42oLncX9UwJ+jRCkL5TLoBC47GQUYS4URaGKv0EZbQF95UkvqrGN6UhTN4KtCsCstUPE15JlBuR/aq60NzPGiU4vf68vdaIgYkYnCNJDQjhkAiDo/BQDwsCPLoYYRcDRrtEGh30GlBq7egtZsCsFAG5If4C7zBECCwGtOghTR4Opswhqc58Mmmlef34dt9aDYfU4dHYNXy0Se46gZQ7/vY5ECKygLbRqlTFz+wkB5CJkH5dwSG2DvoGM0nMJ4cQT6WRyKhAHU/xDUg3Sy4bIVExIaXNgi33POq7/F0KoCQRZuTANxcH6FcFLqWhG22YfdMCeEiPZZ7kTSAZHQFCHjwvB34RQm7nOeZSlC+FnRQTe5gMCpYsJKY8x4VpbkH8Z+MM5HeJrOZ+xvQrNZRyGfFm4yeV+LHRs/dgWfxtc8zBCQIrFJVwUeWPVPsIVTDrRgViiU6bPBp/UPmjKhjXV8YxFRXcF1kkzk8dGoZ55ZLmMhm8YY37sMdbz2ASs3BoYNHcOjZw1LQ79+/iMmZHCJGBJbDQQgBqwBabQtLFzexvlmXc58NO/dvhmfkszkJl+rZFsKaj92LM5ieJMvHwMjYiPiN0U6EvqVcGxubJZRLNbllU7lRzM7eiJNnlvEP//R1OFYbYS38MvjgZWw0jq7CYakxWFvNzhRx2203o+92YHV5b9HCoAQ4JjJhYCwTQzERRchnWFNYZP1U7PQRhKPH8NKaicOHT4rSRTlhcNgaQTxBxmZIwkempiakCU5nkhgrFBCPE5QNwA9EQHeUWrmEw88/i6Wz51FIprBvdgohq4WAW0cs7CIWiUvDzbRnbj92n3ZKrrDsh2ErDEOV0CqRIDOQ0sTFrRric7uw9w33CKPV0F2k4nk88uijePrZ50TOR0Yqm02eV2aboWWmLJKYWCLkUBjJ49Yb90lTyMceBrGJhQNlqr0edCpuYoawVJrVmgzpREg7OC+4xlhTlUollMtVYXAxmIxgOsFyfjHpulQqY3pmAfv3Xy+fregHCEhLHp8CIq6AUZ6Hn/+Fn37V9zd/gMDq8HHoo92q1tGs1ZW9gGOjWtmERcuUAbCqbDWupsYrcE8NccIhBaArYDUkQSb8cisHcf7i/4svrIbRymfh+1Hs7izh/xjdwnUpD+SAPfZsEf/9zG+iy5Ba3RCf7TAs/Mrtf4F3bj+GUseUeqivh0Cd2EgoAgc2zm9N4HwpgA+9dg19h4E3UVRbLSSSRXz1dAob/TFk3CayoQimG4CeNFCfSiJta8j0NcSsPqKpGHzdRxcu0ojAbproUI3Ac0XeGoe5KuSS1aqXGkd08Y242Azgc3/w+/johz+Mt9zzLrTb7e/5GVwbTnelkniF7PPl9cQAcKXX6gDkFCB24O05BAdl8Dl4nGE1ogBb9XVl2PsKj9fha5DB84AdL8D6gBk73D+vfYxXgsWi5hlYXPD7gmEV3DrMyODvfcdCn5JCn4QQS+S0fG1Wx8Tffe1reO3rbsLCwoLsr+LDPfBsVu6DOnTPR6+6hcbyCUS6NayWu/jO6bNgMua8EUeq7yERi+OCa+Lwpabs7fQap9z4jbe9Hnfd/SbZi8RjfHAe/f8Bq8PrMvws/pcaT1JtlMsC/zS0AZHrJR9GELF4WggEpgRhKkabEYng9LFjOHn0KPp2TwJzWF8OPyt+vzr7fMzuuh73fPgnEDUS2KpUYfd7otb6nU988vu6v5954n6srJ6BaTooVyzxB+VJ/OyTB0VhUMyPYnxsEp6vY2p2ATfctB+2tYqA30F4CKwSgJeh51DZwfO+j2eefg5L55ckfJXeuVRl1Bp1zM6TqbooQ5Z0YRzbFrcjVyjIXtzr9gQEzOSyyGZzAn4z6Ij759A6aKgU4xq4cpbzvtNcnDlyCJ/55K/B6zSwd/uCqCO1oCby/Fqzi9VyA4ePn5G6NZvJIBYKoNcqC1lmx9wM9u3ah8Vti3CckvK2FtsgV2zzqJhkn0slajBMW5OQXK9KrYoAIli6sIlHnnwerb4Ok7VOykA8lRTbpjSH2/0eJgtZxOCIB2ginRGVCQd0ZORy4ZDIQTLR6vq6+IgHjQSOnj2PYDiGXDKHvQuj2L5jJ144egrrHQdeqoDM5CyihvIC9cwWGhsr+MZf/T/YtzCFD77rHuyZnxJ/btPpY3Wrikeefh6pTB4f+ej7BExln0ulCPtgXlvanlFpxK6HZJwjDzyGL33mt0VpE6KNwGges5MT2D86htBaGcvPvYCg2cL42IxI1q10GIt334YXKyXc99DTUrPMTo3JWV5rd3Hq7GVc3KjhQr0DrdfGa2+4DttmZnDs+ClcXtuC5TnYtXsXRkey4kPM99HvNIRgQ3l/LpMXrIX9BhWkR4+fwsHDx/GGm/fjtltvQGNzHdVaVWzfiqMJhJNFfOOBZ/Gtx55GajKPT/32r+O6m/bKkDoVT+HB+x/CqVOnMTE1jre9/W0ol9dQqzZkyLB9xw4ZLNNbNaqHcPKlszjx4nGYjSbMbgt7dl8noHgqFceBW1+Dv7v3Xnz+c1+QMDL6BYcTGTS6DGluSwggsZFoSDGwSXYSuwDNl71Rne8aWk0Tv/bJT+CHP/KhweB/YMNybQLh93W3/+/1Qz8AVl/xeV4BVrfnMZrKYNe2BWn+KrWyeCwWcyqEwQWboRAsk0E1FgwjKgbQtWZHkH4eKGSIblXbSCYNnDpxEpudHpxwGDGH/ilBuAQGBoET4tLHRkVGYyq4h5uleKzy4GJR6/Vxtt6HaStfVuKOLJbabHgQQtdj3+pj18QI3nrDXszEg0gSnwjTZJusQqbBs8FTiXdup42272PN6uPoyia++9xL6FIyQTBBY2JgH2HfF4+SsQhQiGgwKPsLqudmQcP3yAaB5TNBEIfvaVDIEXyNMpRDDPoJrvbF9LzpAm2XzY+HtO4iTR/NYBRrTQfrPRf7doxj1/QYstGwNJLxZEYAOdNqoyMyWFdAt0iuiOLiftz/5EG0jh7EaMhD3LcFILWG0l0Cqz0VHEBgVXmpckLnw+qTsdofeNoq24VwUBcG1maggNWuL2Cu7nUQ1OhLElHyFrE5YLNA9qEiwfFw6PXCcEOUnKop4R03jeHTHy+isrmJselJmeweP3hEJQv3g3jpaAvnz/SRNjKy0TU7NrRoCPlMSppt+qG126T8M43WR6vr4vmjS7i82RQ7iflsEEUjJibUVZvesC4YVpWLK2C17WhIxwRGQtsF1ms2YkYUcYKYgRC2yLy2+pJ2zoKFPAfKKN98yx7snmbYUhjxsAGNa5KBGuE4zF5b7oVerw9Lj+LpY6fw7MUyei7LF+ULbLChcz2EXF/YfIVkCKkw/SRtVeTLVJVAAAtchTSGQ4qRVSfWZfvw9AgYwCUFoBfAbQd2yHvm606k8jh28ox44tx7dP1V78gEVv/iN/4d5rPjyBXHcHj5PM6vr+Ps6gpajg4jlUOr2xK/T7PjoNfiGtERTSgT9EsX1+DafP0MIHIQCGqYvXEXotkM1s5eRKfURJDX1OJMWL1HNuoymZUuYsjCUkD9sPBngUZQT5gyvjsw+FA/o0DOYTDYIHSAHpSULYuETbHwJCU0oElSNsHWoebuKtvkajDytfDqkIHy8tnjMBF3QJ0Tj8nBI8qfFUs5EQDuvn4XdNdCuVaVz3z/whzecudr0fMDeOj+h1Fd30Q2HsK+qXFcd9sHMDK/G75uoW+uixdqMGjAZdPNhjakUuKFNiZqRkl5GviMEVS92oD5ngmN02Z60lpdAbqVbpWPZUALG/BDBnwtLIMDaaTZDLDxc1y4nQ4cDgy6pqxPabgIHDMJlsMogl4c1IAWAgyu8mD2u7DbTVjNBtxOA7rmIsjEcx+IcF8moG7VYfdN6PTsM1IYNzIIRBPwxFpAhVuJhQv35IGHadRsIkBglfQRoVWqhE+/7yv/a4KqXBvRELRcGhq9nFJ56PTpNGLwCAgPwAICwQw54X0Lu4cArQ4qFfiVMjS7J8xUapopvffDGgLUbrN+1nn+kC7OoKOueL8SNSLTmgkKmqMDVgC+rcGzdfER7LlAo++jZLvYsB1UzR6Wuw00yZINhJBKxJGNhZEIErSKYjITx2y6gHyigFgqAS3KzygG8SDhwcKDbyBRFE9dSqBf5df0QgqxYgaZ+REkRsPwQzZc34HvBGHWe6hfaqC7ZcHvaAISO7xXByxxxZRSjagMFeiLKKnvCpRRHtKUPynekLCm5CZVwZEEZw2CnjINcJGIBkXREgz5sDsEObjf6UpGzxBJacoHXe8ANFX/p0BUWgqJ3Eqee/D3A2m2/F1Q2Q5I+Jd8D0HHoDTqws4Sj0FaD/ex0fVw+MIW2uUeDuzfhde98xboGR2nj6ygtFbB0cMnkE0a2Ld3G5gyxyYyEAzD7LSECW87moCqW6UGNkpNUVOQtcqApBEJemAQDG0RLOzbNYv5mVGkUzGMjBUkQZavhfI+KmYYglUu12XIOTnHJmAnLq6s4d6//0tUy2uIMMBKwhSvsuOGdigcSrMBIKjcalbwmgPX4013vg7rG5fw3PMnUd7cBLpdzOYSuG66gNl8HKPpqHjcR6Ihqbt6fRftjo21Zg/PrvXkfZHB6mv0ClXS30g0IGws7tP5fBZ79uzC/LY5RJJZeK6DvtXGxvoG1i+vwCpvINhpoBg2kErFBKDl3k/GJlk9cHvwfMpuA7AHgDfPN0r/HV9H17TEx5aANcFS1gCx7CgsPYKR2V2Y3LEHJtmrbg89uyNWAGSHbm1sYmurJDLleqstnvKubcOi9JNJ2GxGI2HcdPPNmJ+fv2ZYp4bFYsXD9Ub2M4f5oQg6HDiJx+PLgVUCSBKmKiGragixvHxJmKcjIyOSlM01vbKyinRmBJOTM7InkYEjftjXgGaypgM6fv1T359UeAisCjgWCMFstFDjHie2KS5q1U2YZkOYakJUlXP0ewOroWAEoVhEGl4JkuTvCGBj7QTuPf7nOBiMwmW2AP8zPdzorOLj001MRzX8+WOvw7fOvg9Bqpo02mGYcNwE5hIVfOpNf4fFwlEBmGkBYtFjuR+A7xp48twM9sxdwuyICbsfxsqKhl6DYO0kjPwcEMlLPRvmkRBhzeQhZLvilWrBRzfImVcfBq0jJOnNhUWLal/5S8vecEXWybPERS+QQmTn7Vh1YvjTz30Od7/5LXjnBz8s3opDNvNw31Og+1UQ/ArYOZSbX+OTOrxDZcUMB7fcq0RkonwuOSQbfsljDRir1wLtL2egqrOee4z4BcrzKkIKf1w85d0+XMk5YHAnA2PU79yH+It7zdBPmPcLrS8oISZDUVLHqYRrNuX76DPMABrxduTPubwXGe7DHAHWoSqPIRYM4q1vf6tYerGPGPoPS/CibgkDvm8BtbVN3P/1v5XzLjcyisdePIJCKoT5Qg7BvoNEKIqzpQ1canly/1MQwufKZJP46Mc+hHyhKHZlVwZ96oORa6D8C/7Xr5cNn64doA+AVb5GAciGiig5y8hSc5FI5URxY3c7AFVPVJ7FYjLA6vRMtNrK99Ik6aNjot1qotshyaMNs90RRdJb3vthARu3yltw+rasv9/9tV99lae3+vZH7v8LHH7xsNjFBGNh5ItjSKW3oWsH8cjD34XXtaD7Aayvbche8653vwuuW4XnVKAzoFPyS0hu4LXizcJryfuoj4PPvYBjx44jETWQMuLinUqFS7vLgN0gdu3bh537b0CKg7RcDql0FkYsDpu1KoP+6NudzYq/KpmqarCpPLy5HiQwdTiMZW/v9/HiU0/gC5/9T8gZYYxk00KKaDoONktV8Rjd2NjCyEgWN9x4K7ZNTiETCwlBomubwhQ9c/6yALzXL+aQNAzVr1I9GgypoaUeQrPVUiQfqgyYgeK6CEeTuLTWwJOHjopVIbMLjKSBmBFCfauKZCqORCSEyWwKyRCQZA6HwUCmmDxeqbQlypzxYhFz2+bkvjh/6px48LsBBkJHMD0xhX6/iantu7FeN3F+vQRbjyFTnJZ1sW/PXpw4fBB/82dfRmnpON584AbsmZvE7tlJJFIJ1BjSXDdx8sIqHn/qOXz0xz6KAwcOyLmSSMRlUCzDYvJVWBOEI/L7v3zlr/DE334D2XwaK14boUwCmUIWO6YncePUDPqlMlaePMTlDCOVBpvIvXffgWcuXMBf/89vY2pqGnt2b5M6rVKu0TELjbaNw2cvyLW47eYbsDg7h3Kpiq1SBd2gjmwujVg0hEZ1Ezvnp6A7FsKxsAQPb26U0On0xJd35251Xh964RAWZ6YwOzaKbqup9in2vnofQSOP+594CQ888wLGFqfw85/8Gezau4jRwqgMds+ePodv/uM38da778bi9kVsrl+Ea3FwHURxcgrJbBblRgO1rQ7u/dtv4viRk5ibmcTHf/zf4TW33irrtry1IZjVdx54EJ//3Oelp2KfSJvEFpmtDPyl0hmaeKZnGCoZCaLfox2IJXtQ32dgM4k1IUzNTOMP/+gL2L13j6o7ZVv6QXjVtZvcD4DVfwNYfe9inqJBFHM5XL9nF5pmE22zg0LKQJ7AKdlHvoa2pMP2hJpv+wHxOcklKS/Q0OUUpkLPlDbWLq0ilMojlsuhvbEEQzn9yYYlG7AUCpwODBmUlCaySWeSqGKmsIFZ72mothxhAUSCPCT7Ahh0/CAato140sAte3bixrkJ5ImRElYLxQceaJQqkDGgSeHQbnXQo2m3TRl+Dw8+cxgbTVMOo5BGBpaNoOchGwmhGA0gF6KELIAg/23AzqHMkE0AgSBKhWkCTpNpIR6R3Rni+wjAIqPSIbDKYGmGPg0k4JonAB593zY7DjLbFvDmOw9g9dxJkZKLxCIcFcDEcayBpJNsrhBiI+PY+9rb0QtEcfqx+3H62ccR7LQQYdAXgRMN6DieeKyyOVW+t4ptS9YuQWH1uhUjiKxMgq/Nvo5lfRzLNXrQmQj5XfGYjAV1RCO0DAgimYzBandksyc7hj55zE1oEf/QQmi1Otgzk8af/Mdd2FxdwehUEYlMCqcPHQNDz2rNHp47WMbqBpN100gl0uh0HURiUYzls3JYUwpBVqBhKBnLpVodh4+toFI1MWIAC7kgCkwotmxUu+4AWA0ja+gir+w4AaSiAeKSwgRerfSEwRLXA+hZHkptGw5zywYGVxrZLekkbt69TR2wRgzJeEr8cSLwsNlx0eq1xTNXQMNgAMubm3jo0GnkCqOw6bdYroAxQyGynDUNuaiOXDKCCP0nKXeWlA4VdS/FtrC1PQHDuTU3+z7aFj0OQ+LjxM+fMrXJqQnMb5tGUEJZgqhWKgLufvnxs6+6aCOw+o3/62fhRMJ44eIFHF+9JGwThlYZ8RzaPRuO7wjw3mnZqJdMsZYw0vSVsVHeqAkwLMxuCmoCkMM/ls2gVqkr5jaZDDa9fbk+XJn68e+YyD0MDLj2hatAHGURIN6qg2CcYUOh2KoqyVwxjigTU/eQOtr4pfxY2RTydwbWiDfngDFyNX5iIKV9BXNVmh3Zjl5RtA+kf6poV6z6ofcQi9do38O+8QLmihlsVtbQMLsIRePYs20M0UAUuVgSk5ksNi4vwTRrmJ2ewk03vx3js3v5w+h7bQTI8OU7Ectogn4haWJ9gk822ZPdK5LCl0U39FsCHNIc37d68v20TaEU3o+kEIilRGruBSIqOIoMM2HcUt7qwel1YZst2N0u0DdlasvAAr5+gixCM6TNhYRd+DKxNsk07LRht1roNjbhdDvQyVbimvcDEugVcLtw2V3RK9SIYTyWRSCRghfi8IUAugJsWczQdzfgeUjYHQQZRkZAVFi5DIAiY5XhUQQ2JYICfiqOwNgITRrhJ0ehxyLUPIvyTTF6VVghWa4Ej2kzELBN+JUS3NImdNuCFiK4S/9ryu9JWKGnLSskCjY5vDKF7QerA1hNBTqSActkI1uH77BBicBxw+j6Phr0WLVcbHVtVNo9nLMbqLbaAiLTYzUXjSCpB5AMRTGdMrAtOYJcqoBQhoFWCfjhGPyQKwwOAVcHn5Ws2Te++1Xf4+/77B1oBx20GUpm94VlbdPxpAJ01zuocBhU6kG3mWcalCVPexg23mzSh4wc+jwP2aAvAwXUqa2a3IFHtbCPORQNBgd+0hpSCQOxMD1cuwgFedYkBk2tClIZsq4EMB0AFUOmqgJWFUtV7u5rGbEDMa7yZ1bN3BX2njBWOSgMKvsA7kE6vbEd/MPRi1jf7EiY2vvf8ybMH1jAuYsXcPTZE9i4XBJG1q4dM0ikggIyZEdGYCQMGeAw5MlxfPGXL9XqOH22BJNN+MDigiwLSaUNR9G3TezZPo3t8+NIpuitmpK9S64xpWauK2dUrdqCEU9iav4A4okxlGpV/NO3/hbnzx1HmFYA3BAG25uA1hxqD4AT/huDieJGEG++6w3YsTiNjc3LuHBhHa1GG27bxEhYx86xJCYTOhhoFk8YYgUgg2yPXrE2Lm7V8dSlOuotRwYqnm/JYDykMRlZF0YT70UC1tsWt2HXvj2wEEStsgGnU0MyncFovgDUS9Drm8jSd1HXRBEj18ZlYrlixPE5CWKYtotO1xbf25bli2VR1+qj03PR6fUxOj6NW17zOhw48FYY6Tz0aEJYcWx0yHS2+pQUUq7bg8katGOiXq+hXC1hfWsd9Vr9iiw1GmN4Zg6ZkQLiRlz2bqpuuKfxbG03qzIM5zqiT+4w3EaW58CaZijJJijDHeZqmBWk5mWtQjZvKpNWQ4CAjqAeRjyRlIGiEAP6KimZZ9rQe5DP8dnP/tarvr/5A08cPqpS5ZnKrYdgtUxUSuVBeJGHemUT7U5dZK5DH9uByfLg+QaDSm45IcVWJdOLTXs4FJY94/LqEv7ryXtxWaNUvo+Q5cPthaHHXbzWX8O7DQt/9dR78FLt9QgG2+K1zWsUCkSlMV1Ml/DLd9+LxeIWAlYfAfYFehTlrRxKpoYbFjikNbB+JoRLJQ+BdgBIp7Ft+04ZjvhuUGo07kPDBHr2JeQy8DqGXBW0x7Wg2S7ciCIsSF9x5dzn9yqLmp5nwJ+/BbXwCP7si1/GDdfdgA/+2MfR7nZk/+BjKVkzw/vUoEbheVdBUdkbB7Yn17JSxbJDQlPUwEh+EUTg5y7MbHUPCGjJEEyRnDoCVnFt8O/5Z1oskC1KxjSD6wiIMsxNgNJB6JqAorTQGNxXBJ2lPpGB2FXEd7gnqpCfIcNfqaOEZMLan6fwwNpMWWrqArRxDxXAIaSuBesq3h/JREJAJwV4qppMbACkNtNkINKsVrF28hQCrTpgd3B0aRkbZlsGy5N5hr84CHtAw+khHDZw8ORFnOdghzZSXl9Cgd589z1i9TF8D3LdB+rG7wmsDo1qB6v75SArh7XqEFEBxqrG47qSfRRMik/KHmd3WgKw8rMkiz0YjYjiwZPvUwN1VYPSn9ZT0uIuh7URFKfmkIgEJQCL+QOUYP/nT3x/VgD/9D//BJcuncdWaQuj4yOYnJ1DqRQCEuMC8i6fPYtTR46hUWsglUjhbe94O/KZEDqtVWheW3FGabsltjgkQSirMt4X66sbOHjwBWG4R4K0l0vI0Jc+q2sb68iPjuF9H/0YRgpjYmGhPFazSCXTsiborUoyjIRakSE6CLvkuuKfOegZfsm10nyceP5Z/Lc/+M/SS1Gh1+x0cKlcxwqDITsmbr9lH374h96G2bk5TI1NIOi5kivCs7vluHjm8Al889v/iigc5NJplSnA2oP+5jx7w0HxPuVZw0wDqjkksKrTw9JGBeuVOlq2LT6giUgYU8VRUTasbq6LrcOehW0YYT0W9BHq6/Ka1jbW0Gq3MJLPYO/uXVjcvp3IJiqrm+qe5RlidpGMxUFf+82eByeSQixNcoqNStPCyMx23HjTzQhrLr7wO7+JtVOH8EN3HsBkPomxdBIxyswtS2wKGl0b3/zWP+PmO27H+9//ftkL6HetritDaOm9HkDYiMFpm/jWl/4HLn73KUyPjaHcN1GyTHSjAaQLOWzbNouFmRno5S6WLl6WLAInDIxuX8C5jRLue+BRAW6LYwUhXnFIMD8zh0wmh6cOvSA2ALRgSBPEpnd4MAgnlhAVD20WXnjhWVitptTX+VxWWKTLyyuSj8IB5s033YC4ERMLCH5WzOPhoIie7mQTZ/MprFQ6+Pr9T2C52sRP/My/xx1vuhWxRBgjo0Wpt8+fXcIDDzyIu976VkxPT6B68QysWgNREndcID87jczMNB56/Cj+4Pf/GGP5cfzmp38dH3j/O+FwCNJpY3Xlkpz/m+vr+L3f/T2sLK/I/sagLhLsmOHCM5JreqQwgmI+Ie+ZKrokz8SgDofY00YJK6tb2KyU8bF//2P4zd/+LLK5EUU6+EHGjjC2AAAgAElEQVR41ctqmB8Aq/8GsPqBhZzAFgQvX/+am+Wm2iqX5Oah2TWNodkIEYSpNNoSciKpda6HbCLKPhf1Theltily682VNXHcIaiYjzlIMAHbI7A68DQcMNroccrzj56gbKjoaUNglewYHrKUXbZafdS7HuygJtO4GNlJgRCqloVYLo433nILxuMxGDoPvR6C6QmRDpitFsL0+MowFMnFyvqGgGT1lgnTA545egKn17fEKzHG8CJJeWUgu4+MztetIRujwwkDHFRKMcOr2BAIGES2HQMtGGzD4S19g4Jk8OhwHPp8OhIQwsR6ZiaoqU0A6XhUmFrGyAje8uEPY++OeSydOILVc2cHQK2avGt9S1hhLAkyxXEUd+yBMTGDYDIPs34JZ596DIcfeBBhBsDwVRI89sh0teT1EuSlrJ2vh6+RwKoqVvl+CFQz5TaIhhvCxdAstnoerNoypgspUDgY6FtS5MVCIUxPjksRPZLJoFKpot7pYKNeRdUCmnYULdPEa66bwBd/dR5ry8vIj48gW8jh3EunBWDrdV0888wGzq8EEYqmMTczi65po9VqYiJfFAYQZZVkSwdDAfGXPb61hvWyi7XVCgoRF1MJH6MpA2bPRr3noWP1kTEUsEoPWAKrWSMoYHar72OtYsOgJ4/vYdP00KI3LgurvodYKIiR0REYMR0756ZkYkX2CR0eRlNxxOBis9ZGi/IoHuRhsnA0LK9dwuPPn8Bdb7kLtWpTkpUFaAhoSEU0FOIBRAmWMJlXCgwWoTSQdFXBQ8CQ4Re0YgjoqDoWTIusDBVqRQsIgt/VNmVvGVy3dxajWQMhtw/btPGpfzz4qpsyAqvvetcb0KGHUJ8s4ShsLYhRYwT5XApbtU14QR/BSBS1UgvVLRPhUAyROC0fLFTLNbl3Vbo0PT4ZIhSGURiRYB8/HIHfteH1OrB9SwGRIvUliHzVDkCByqoJUF5NBPAUO0OxtIYm4mRFcCo+lCn74lM39GkdRobJY7HAZwhNPCYDH/HpupJWPpAnfY/Ce9g8ieB44INL8JbPy7XI+4Zrn/c59ygyvZVZmiDkiOoRAeMDviUhLLT2WEzH8OG3vw3XX7cTl86dgta2RE51ZvkUcvkUbrvzHZjfc6v4/mo2WRKDRGEC1vSoIozL57R6CHYbaq2QsTFIQCeorNlN+L0uApT1M5WeAEFIg88wp3geWiwDxNJXvUcJ1NBDVUIXfNjOIHiGbNd+Tya7sVhCkuoF5eXeyudzTOXL7Hro9kzYNNZvttCoraBTq0Lr9pDygbQWQZw/47MJccWT2AsFMRbJwKXXJvfMiK+ATT0s7CNeWwaMJPttYSeFCaJK+IIDncAowWLx/GQCdRhaPgOMFQCmcyYK9DiR8DflOUt+GGGhPoPhhe2qgNUO/GoFXnlDgFUaUNJDVq4hPSjZFAYoQ+5DWMCuKT/DNRxwavAktZ4NdQBan0AkQS0DphtBF74MlCqWi3Knj2rTxFGzigr9a5lamkwiTz9yStwCYcwmophP5JFO5hDMGgiwKYgY4vfKiR3tCaQJFgsIHXjzB171PX7X527FxZN1tFo2ClMxKYw3X6qifrIFt91H0NNgEDwJB9BnQhjvHScIx6IXpJKuisSTZ+81NgBDIGFYSIpNgOdLgyrTe/GOBjIRDQkjIUEeZruCmck85meLOHJ0eRAeMpxmqcg/nk9Dtrg89zXJ3MpDeXAGDv5N7tfB6yKYOwRWlSxV2QNI6jj3Ffq+cQirBXD/S2tYXi1hIZ/HPe95PdJ7xvHco89j5cQmNlfLmJwcw/x8Ae1uRdYH7UUyuQSCAUqVCYx4kmxeqVVw4nQdjaYC8BS4pSSRRiINr9/D9rkx7N4xjXTaQCxBdikBIN6mZLV6qDfJ9qygMDqGuR13IqAn0LG6eOA738CLzz8F3ee9p4DVYQAI9yL+mTY5XO6W1cHM9CjuvPO1CId4b7Zgd/qo11uobVUR0zwsjsYxkQoin44gbkTkDFSMN74WD6uNLh4/X8dmpS2e8lqgr7zqucfTEYRAOW1KWBP5KuiDHuJZ2p/ks/jgx38J+295M5qlMpae/y4ap+6Dw4A3Ji1zz+t7aHd7sAU8tdA0GXDqoGNr6LEGZE3C8zQShx80MLOwC3e+5R3Yf91N8Jyoqqd4ERiUKEF6UpXJe+AAUIbr9BH2B+FU3DNdDwbDmMiOHwSkUvHEdcRGVQEjngCzKysv4sTRI8JAkzpIBnOCqsqAY8gSlp9R44Qr5xbPKtoQSBiVhL9EMDM9K+xVNm/iPa/pUsfRvko8j8moGgz82NT9yi99f4w2AqvD+5Dv0253USmVpKbjDkgrgHa7dhVYlWL7e4dXkYUbDJOxGoYejlyxmahureIPD/0NlkMmQrYGw4nANrfgxIKI9gOYLJWwvvFjcJwc+p6JgJOEHekiIjNNH47tYXt+A//xnn/GbHxdznYnNYZHj05iOnYGUcPDmaOaBNmm9Rg5Q9hoNhAbmcRN1+1CgjGDUV2Gbww2dDh0goYoSRhUgvVd8XrkOc9DggIgzeMZqT5fWvcMfYp1nw19FOb4PnSys/iLL/8ZZud24Cd+8ZdF+i4jVU8NPshMFHbiIEBm+PnyM+af6RXNeoB/Hv6ibx+beZ7XfAzXUezRK2xSGU4OANDBBsZrJEy0wX7LXoegNu03JAwozJCgoKwl/h2bfyoCBMwiSSLEPUp9D2sVMvhkL77ml9RWbEbEUUh5M6unV6oQBjcNma7Ki1R9dlS1CLuM3ydFgC/ennytZASq7xuwegdWbVGfvuwcCFt46sEHcd3iPM4uncMDjz+PgGFgPBrG9QvTiEV18bbUkhEspBN47Ph5fOfwGQkG4sY2O1HEj//kx8V6Y1ibDc8lfrYEaIav83sdjteCquoBhlYAyl5g+Fhk1J09ex5rG1visfq6A7diNJ+F02NwkC33AQFH7mEyshUgVh2XQiIeKC3EC5YWJ5aFrUtn0KuXxW/SDyfwxS9+6VWf3/yBhx/8B6yuH0OnU5b9pFztwHMLaIVGRSFnVmt47vEn0GuZsgYY8rN7cRL1ynlgAKzSYocDZ9ZjkgEBDk8dqcU3NjZx4ugxbK6ti592KpkUUkS1URO6wns/8lHMLy4KcEk1JtcO7U+SaUrTIyKPpnXK1eAqdf5x/dKP9QrYNPC1XT97Cn/y+7+N6saqfAaXS5s4sbyBWqOH11y/Gz/3I+/BTqps0imEqG5ihke7pfrwcBRdT8e3v/MwHn3hpACjvNeqtRpq7Y7kgvg89z1PZOHpaBSFFMNBo9is1XFhq4Rmr4t0No3RXA7T+Txuv/UAHNfC0y8exulz5zCWzyGXTWK1tI6Iq2PXju2isqw3quJfOj0xLjWK3esiKiHOPta2NmC5yipjLJVBVYuhiQiyhaLkrfQcqmmjuOut92BhZgKf+cQvoLV+BnfctBNBx0Q8FIERT6DZNqGHw0jnc3jhyIuIFafxoQ99SAgkPI94v0v5T7UlzzOez5aF7/zpV9F98Qym0yroudy3cMFsYLPfQ6iQxtyuRYQ0A8trm3CjEXhRDRbP47YD1/Jw/sw5lCsVOfdy6SRuuWE/ZiaLuLh8QfYv1m9Uo6VjEaTjMfTCCYxPT4jS6omnn8LZU6fhdC0JsLr1phtFJVgulTA7PSk+tX2ri0a1glq5gka9hrGxInQqiaAJWEky28NHl7D9puvxx//1c1i7fBLr65cxs7BdbJsOPvc8Tp08jTvverNky9gXzwG1NsaMpOAX/XQSmW1z+NOvfxf/et+j+NhHfhSf+Y1PIm4E0KhV0Ou0UauWURgZRSwSwZ/9j6/gwfsfEOsXYS/3XXTbHdi9HvLFAuYXFzA9mkDWiEqw6eRIAcXRUfHz3ao28N1Hn8bBI0fQsh185at/gRtufo2c7RwU/ODr6hX4AbD6bwCr79+eF09MHibxWBQLs7PiH5ni9IKBJgM5IAs6AkX0MWOaNM3yaVjPg75n91Gu1nDswiqimoeOp2Ot00cxpWM2xgE4wZHAQEo4aPRFBkxAd8CilEmJkhjwFLMcAoIeLNeH6fpo9zxJdo+Gg3IQ3njDXqEgJhJANsnEuAzqfWByfjsqa5eR1JlImUV+fh+OvHQQG+trwsKkr9bRU+dw5tyyMvj2PdmAeA1YqBDo4nYwG/eQZFLswPeVsjVOn3lzXW02B9NQTr8HqcVdMkd9gsOaBCux8BcvMU5NY0GMTk3gre9+F2Z37YLv6sikUmiV1nHq8HPoVjdg6OKciJ7I4nZgft/NcHSVYMfpnO10ALOBw49/B8/c/wBy0RgCwgrpo2dRkjKU9Klkej4zGTwq+45ANpsnxUYthTI4FrsOejSLjee/jT3zMUk7n0ok5bEisQjy2awAsWQlUK5f73ZwYW0LRy9V0QwF0KrbOLBzFJ//zPVYuXRJptw0m764dEFCIdLJOB558AyWLsWwtOFgbsc2TOQzsBtNpEJRGPG4sN3cAIO/HGyUS1jvdfD2u+/G33/tX1DeLCETDmEmm4Bnd9DoqRCZbDqKVMRDp0XD9QiMqALvmj0HpY4nQEe314fZcYnriLcKPYoI4t984wIMzcbcxDhMWgR0LWTjBmZG81J4lzodYUCZDBGLG4gmUriwehnnLmzg7XfcidNnlnDfU4fR13WMhDyMx3XoDKQZTLilIB0UhPSSU3Jf1qy+pHNzrTS6fB+OyHGYpBsLh9C0PKy0LHQ9DW+8aSd2TmRAl7KwpuNX7332Ve/nBFZ/+afvRLNKVnUC7Z6JaruNdG4avkv2RAflUhmdlgfb1sUTkBJpTmelYWAgxDDBm4ywPmBHAgjEYwgFgsiOFSQx2a80B+93KKlXICeviALKBhLMYfiBsDyUnHj4xYZJErcHhQVZ6yyN+fdkXVNOfm1yLJnXfG2UfhYKSZS36uK9RNaymFT4yi9JNRfDMKUBkETWNsFdyu7JevN1JHUgHWYoWxCxiIFMIgrfasp9fKnioNqy4Hg9dB3KjV1pAA0NSEeiKGZDmJ1naFsLkyNZ3HXDDcjoEZR6Gl66uIqpuVG89pZ9yGYn4fVZsKtQCQUE+wgwdKNnot8zEWq24dMXk1CgRvZYTxiVXqeOAL0/RUI/YKvQqzORgJ+dgpYswI0mhYlGFqunR6U5YKNET0IWN/KZ8jprBMgITLGpUz6ycpnYQXAo5HeFqd0zHfQ6HZidGjrNCqxyGeG2iawWRBxhRAJhWZsERm3XBHf5rB6HE43DDUdhRRhOFZCCPRxQv1gMh1wHhm0jQo5EXzFeg30Nfa0PGBEEMzl4qTS8RAKBuAGdvkdJyugj8AiUSrfDpsFFgN0Eg4XYsTsuNNMEquvw6yV1rXgNxFSW7FaVGg2RXBIQcpTvq92F125Bs6uKbU7GKhgyp6w8utDQpVTe09F1g2j5QVR6ngwSjzc3sUnvqbCOsZECJoJxjGkxjMBHXteQSyWQTOaQMHJy33gxAksEm4kZaRKgRRatfFZv+/CrvsenXj+D+GQAo7tSiCZD6NU8XD5aQvnZDZHyBqJB8RiTUAQB9JWKg6nlLgdz196DYnmrWnJhpQ5YTQJayL3M9TjwWKXNhAaMJMNIpxksEYLZ6uBNb74BizvjOHn+HC4tdVFa5bXmOu8jpMUQ0Gk10VfAyNA7cACeqnv6qnHHlX+nf7MEpigAeMhs4hom4DCU8sqa5mAxGsVTS6s4vVrGtFHE/n3ziC4kcPCZY1g+cRmGERJvVU0juKwYZ2TysYGUlHTmvYlc1pL97exKA/VaU1LvVXOpbDbisRR09DE9XcB1+xYxNppBLpeW/b7VsdDhwKlnobqyjo3VDYwWi9h747uF0W37wFNPPozHH3tIWGr0oRvuhsNrIOeIXC2mPfvS9O3ftxPJeAi23YJpMg23hFatJvfhXDaB2XQE+ZSObDqBSITeugSdVNo3X1fd8rFSaeDsRh2Xql00LQLRERm06gG2QayHXES9PqaTQVw/kcXkVB52IoW3/8ivYH7f7XC0IC6ceQFP/+VnJfzJsVzUak0JgyAwYenUKWliMUIGKlnxRjqDZCIl15ig28TUPA688S7kRmdQq7WFNaKCoxSgM/zi4GEY6jX05Vffw3qRe5AOtMjkt4VxF8um0Qyq84vedKybGFpB4CoWNlCpbOL0yZdw4fxxdDtVpJNRpZIapKQPz24uwyuMbgIGtFQSliHPRQ+VSgmJTBp79u5B3EjIWuH6JItHhQQpoHb4XviZ/tRP/tyrvr/5A48ffFE8yVkXCnPV6ou0tW/1JYSnXFlHp11Dt9cRFiHPTAWoc2BI+w117vF3slQJroaYmkxQb/D/7XoFX332b/BCdxl7c6/Hbn8Sze4yDpafQ4ND63NBBDbvQUzTxbaZxH9TjyHcrULXYrCjtBpJ49aZF/Azdz2B2ZCFg70bcPlYGbsnzmFz1UO3GkbSCMJyU1gqb+HCqo3RkTQ+/L7bVIiWsInVuX5FnSLrV4dD428ypHkvBGzxHNd4xnNAQP93/gxflMNzpY1eOA0zMQcvt4i/+uYDePbgi1hYmJcBMwceZqutWEwCjtrqMQZrb7ifSEp2mMMJTYau/DN/sU4RsInXLkhVV1IGPPw7fm/IIOFEAaP8d+69BEepEOF6Vmq6q+vj2j342vWiAP6rNdLLQESffvOq/yCQNiSvSsjgwBZlCOpfG4qnbARUgjuHZcPBwxBsvjZsVA3J1ZLla+awaSjXlz4pGkCp0cXxh+/H+2+awjOnVnDvo4eQDKdw/Y79SEQ1VKuXRCkyNVrEXDoKtpQPPvcijiy3xIs3ngjgp37256UPUK9T+erzuUmw4fWSe3nA4JdzgK9lEGwlQ/EACSQkx2iyT6pwGtXvMAOgXq3hwQcexLnzSzLUTukRFIpxvOmd78TMjltlICHDVk0NX13bQYBDf1q0MC2DxzVZrAzvC/rw7C5eeOgRbCwviyUSe9J01MDXnnj++7q///6b96HdquLMmWNSjxtGFrOzOxAZyWJtawuu7ePYkePoNEyMjhSQz2awfWEMuldG0G9Bo/5bsgioGlBqrmuBfrKluVecO3MOS0tLcEjuMeISuGckknjHhz6EyckptVajtNOjFD2IVCYja5o2AFz/V6wgOCQPMtBL3RPXrl8OrBvlLfzR7/8eHn7oQeklLq5exla9j2JSx0++9w686dbrMJLJoZgbQ7trI0imZlDH5bU1kWInkkm8ePQovvbgC1hvmLiwchl9Wjz5OsbG5xDNx+CTKFBrwGt0kOIQuzABExqOr16EEXZw+4H9WJwuYnZiHNlkmqwpbFUaeOq5Qzj44lFkRoromF1k4xpuO3AL9uzYidLGBvpk/YtXrC+EDRICqFRYWVtFbnREvE3D/TBMqkqSWaSTBZQabQTSKaxstbC4azcWF6bx51/8QxR0F6PxEM6ffUm8ShcW9uDi0kXUqlvYuW83/FAIjQ7wzvf8kNSA8XQcRjwiZzBZuazPuZ5DHQuP/vnX4JxexryRQYxO07oL07dxsd7BKdvDZT2C8xZ9WrPQaVkwOY21jRWsrV/C1OQ4isUpHD1+Bs1GE//hp/4DGhuX4fY2YLgMf+5jbWMDmtNDMplFKJ7H3J5diIQ0GZZ3WzVh4bOWyaZS2Ld7l9QV1fKWYtcS8+mawnJfXl/HoaMnMJofRRRRhDwNsaqFF2tlPL2+itfdcRs+/qH3oXr5NIxEFCPFIhzfw/rqqoRaz27bJoQWt7YFt9ZFyLIxvTANL5vB80tr+Np9B9FstvFbn/kNvOeH3gHX7qHZqmNra1P2WdZYrFfv//a38NWv/H/svXeUHOd17bururqrOueePJhBzgxgzpREkaJEilSyFa3gZ18t+S7b79lethyu73PQug6Sc5JlS7qKlkRTgWIScwIYwIAcBoOZweSZzqmquqve2ufrJiFd+w/yv+clSFgDAhjMdFfV951vn31++59w+uQJTI4MIpNIYOncPKKxGALRKGLZHJLBLjYMFZCNRRAJk0EcxmAqD598Zc/B9Oo6Hj14GO/9+C/iTbfeJo0p01SM9Z/+UO/AT4XV/0RYvWMyJw81k1JbbRdWMITNk2MYziYRZhozQeZtstfYsQz1khV9tNs1eaCCVgi6YeLM2Vkcm1tGLKChHQhh2fGRj2jYYDENutPjCPJgS8+SYnWyCKDIxEMFu5p9YZWbp91ld5tJx+wYaWi0XRktk3xcLYBbbnkLAr4LeC2kEkyMA2BZsGJJtOkuceswzTCqnglP91FaW5MNh6EIlaaLl4+eQrVSloOYLamvsvbKlCg/jsZ0sbQbPW4kzVUc6VFsP1Wk9sdMZKSGCy2DazyOeNuCS2i0VTCDOF49H2NbJ3DznbcjkskgmS/AJ5ifRVrQgNus4czxo+r71Hzkx8YxvHGbhBtVmg0MFvLCfK07NoKeC7dWxHOPPoaH738I4YAFk+FIHboKVVJxhJw/Wrm6nrABScGke42OEI6jR4IBnCEGILFP+Eu14/dj01AUl07k5NrTGMDrEY/E5PtnV79WJ/wZWCtVcXK5hsVWC6trDWwphPD5/3UVVleWETYtAZIvLy5hfX0dY+OjePG509i/fxmnZ3x4oSQmJoYQNQ3EwzEk4gk5tHAMo1Svo+042HzVpbj8kkuwuLiCRx59Bo/+6AmMMYHd9OA226g2ukglQohbOup1G75mIRpS48OVto/VZkdcGWCxTM4bBXGOlTFIzPVwwe4xbBhOYSiXRjSeVOnEjqsg6s0mbD+IeCwqzXtyV9gBnZqdRSKexsTkVtz74OM4OjUjgVMDMROxgBIOJE2+F14g40OiSvZi20Ww8ERYpWuLwmqNTQoZp4WI3eVWF7NVF21fw97NQ9gxnoOldxAPR/Cb33ljjtVf+aVbYTcMuC0N8yuLMKNRuB671ha6bgMrK+tYW2XyMUeJ+O0qUfT8HyqkjePRXXSYDJ9MKC5VPC7uPne10ptiVdxhPmf9or7/nvT/vf7789oB9jVnB7vjZPpQ65GRDZNBbq6kmPIa8ZDcL+L6LhUKsbQsRsyQjPQ4XV25sVh4i1GjP+LHw6ASE+XAy7WHuE0G1OkBhIMa4rEQPJujJw7yWQujeRZwHTSaJhyKToEOyrUGao22MAvpYLftDkodSm8etqei+MjN12L33gsxNL4HTquKhamzMNNJjOzYAiscg8c1rCfMyoGXKxpTrJsUVhswVtbRJWNU/qQLjwgAu4GA3Ra3Jwt+Jtj7Hu97T8bvURiHnhqBH81AC0e5+0uAlAqjkkkbcdBQEOb1UngT8irpWus3vNR4PZtgnU5T0q3tpoNWo4ZGrYR2qYLW+npPWA0irpk9sdQQzmTbrsPRushoEXSsKDqmhRaFHYpdvfAdEVcDBoKdBiKuB4uLTNeG12UYlwOdAU/CVE0CkTg8BhdYJnS+Hv6aDjNx4SoRmEIfP/pOW9JCeajWGjX46wvwK0URXQVFoOZjlXOHAgpddgK17cre5DcbcOsV2C0GDFE4UWulsMToPtMN2H5AggRaMFDTDKy0OzKlMVUvocTrE7Ewki1gOBBBzjcx4vpIaUA4HIIZSyNORELEgm/pPQxAAF5Ih8/gPMtCgMEJN9/5uuu1yz+5B/mRHFzYqBRr6FQ01BbaqB8vwq1yH3LExcn7nqGD6poHJAiAOADRMXsip4gU0oRQAivXKR5aKSQq+qlibSvBlS5RHZGAjkQ8iFwmhUa1jNGxCK6+bgs8PYLHHnoFC7M1cUIaDEUkdKiXSCVk1r6Q0XOq8rDOH+e7ZXmfioOZrrSeGNEXrPoiL/dfFtUy7sqDbjiCAzOrKK/XMJTJIZUModyx8dKZRXiNJjZuHEMmwymFtnDDJYiFzRY6NHmfgUgfutlccTycma+iWKzIf/O9E2ai3xV3P2OhNm0YwqX7diGTISLAQ6NeQ3GtKIdEOr/qK2sSOJTOZrHtsvfBTGXh6joOPPM4nn78IbSdlhKSzoNBvyqGgcFPdHJ7KHDsb2IUuUwcnW4LlUobHbsJu9WScA6GeW5ImMgnQ4hHTUmBpsbAfVyQCURzBA34DPawgeVaG1OrRUwvrWCxoqHpMFzKxVgqhL1jOWwezEqDSTM1tEwTyfELsOWiNyFZGMQz+x/C9//ur1Gt1CRpPkyUTjYn6dJmIqWcqWw4m3TlmbIOES/Dkdmx0W3YufMSROMZQQvR3cmDW/81S8Eu49p9d4haxVWTjGiTLgKOB6PrS4NPa7vw6WTitE/ERCcZVqF4aieCw/qTYieFMsEgGbI2nzl1CCdOvgzHafW4q2p/US61XigRUTS+Einp5JcgVn4nuoFW25F6hYFmxAOwaSshSr2nWEIIuZf2SoD//ku//rqfbxFWn31JHEziSOPm6HTEpdxpq+Zjo1nG+tqiILTU+DNf7mtuvb4gJ8IIR79Zg1DsoxuyJ6y26jV86amv4IXGGVw8fC02OQWsVk7hmYUDqMZN4EwHZvlOqdW4PLLetTmq6nfEtdYl2tEOINZu4a2XnsRF+wz8231NjONl7C50YZc5MZPBWqOB1bUWKpxE0SJSw93xtkuQS+dexR2IsNFRorCEylKwdloI9SZZiP6RvU2aIlzGydc14PoKe8N9jNNYyEwgNrId86UGTp6aktFhchpZu/RFZ+5Hsn6EFI5J3KPnYQJ4H/bF1f56xb8nq4awJnsudhH+VBNJoWpeW68o0HPdVTi0vgO05ybtB1v9BK6ovw52e93k/jV89WPfU31ecNb5f+c/ElX72AK5l6WGUPeLNHnZwvmJsDd1cO4z719DxcgaznsgpAnq69iTD+HmHXkcmV3BNx9+AZt27sX1F16JA8/ux9TqNHaNTaJ+bhUb8zoGsgkJPr7vlVNY7XgyVfauD34AhUK+1xBQzQhZCzgh8Krr9LzfF2dk72BPxzIDMZWWKv1KEYe5twQCaFTquKO2RzQAACAASURBVPs7d2F+bqHnsjQFQzQY0aFbFm5838cQHRlSTuje3qfWH5pueOZVdQIfYwb/sqG7MHMKx597Fh1xwDXFPDI5NIR//MEjb+j5/sVf/n0MFPIora8K2iSVyWB8YhNgAucWzgFdHYvzK6iVa8hnchgo5DBUiCLgryPo14SKL4afINFMrwmrgqIhiqKHluCzW6lUcObMtDCrmW0xPrERt733fcjl8vJMUFjl2s11gSIUG40UVvlReMzCmuS9oFAa5+M0+J7zFNYol/AHv/e7+OqXvyzPAicp624A24bj+Pl334zNI4PyfjKQKxVPCe7gyNEjKFbK8rWT6ZSEat3z6As4PDWDuZUVaWqNjW/A7osuR7m4jGQiLsi65556Gm6rjUBXg9PtSmjehbs2Y/vkAFJWEPl0WoRysnPDsYRMO75y5LjU8dyvzEAX4yPDGC4UsLK0IOPiRLCxOcapHpqKePaYmZkRMZ+M11w6Cz0chZnMIJTIoOJ00PaAlVITwxPj8LoOfvC1L+HK7ZPYNpKH06ogHDCwYXILaqUy6vUyBkaHsVKt4ZnDp3HTTW+RuiOVzcpr570n4ceStRYQ9Mu/fO5vcGr/y9g2Nops2MAmK4ZBz0DTMPFkrYy7p0+gpXko5LLIZ5LIZjI4dWYKpVodlhnG8MgkfD2E2+94J97+lnfirm98DWeO7UfB0oV7XKmUJRxMC1jIDE7g7R98P04dP4xz0yfQLK8IIpBr/srSopxVYzQcMYBYwr/ZDWFjOIijU6dhxOPYtm0XTh4+gWMvHkO04mLN8HCGjlIrjLfs2oFrL90LMx1BXfPhsjYJR0SYDVkhaQzF0RG3LUdp6vDx7LGTODy9hFMLZeRzeXz+H/8O42NDEkDXaFSFkctAXuHaN5uYPnUCzz3zFKZOnMBAPIzBbE5c5rx/HfKsdQ1jA1ns3rYF3XYL68U1ae4kzRjcRhMdzwUiURw8fhpDW3finR/4OSRzgzKt9NMfr70DPxVW/xNh9b2bB2TcoOF2kM4XsH3HZjn8hz0H8TAPK2SQtFBvsB/EaUxLiquW3YQR1KRr7/o6Xj58FLPrVUTI8AgEsd4hdxLYGCaH0pOFSvEAflxYlfR6ukw40seihkEZvo+2x04lBQbWgkEpvukKYEhMuebh0gt3Ytf2UdTLReQzA7IYcjyLIi8dHFGmb2sBrFRtWaxarSaq9ToqjRbMaBr3PfIk6nQm6r6MyfG1xUIaYsGAiJIxk25aurnYIVUeHjpWiACQooeFiLhR1XgkBWJFjlSOD7oObY/MNzXaMzA+gje/41YUxsdQbTnI5gvQoVI6OdLE/62tqc2uVCpieHwUkWRaYN7spmzaMCIiRIulQ9cWJy25gp/77F/j5ZdOIBmiAcpH1NAlXTFlaIhoniSJk4FLhwzdQsoo5SMaMnAovAulxIUoLk/BWn0WmwcS2DeRhWlpMubMWIN0IiXOBsKfmxxVDloiYE0t1XCmXEGp4mDjYBBf+MxVMiLHUwi79fVqDUuLi5jYtBErC1V8/67nMT2rodQ2kR8dE6ZMNh1GLBqTUVgWy3ang5179uDq229Do6G4hd/94Y9w7z33w7BbGAx3EWKh0HAlvCpmERfBw7GBqOnLBkFHzmrDlRH/aKCLMMcROKvIrjYF5o6HTC6BC3dvRiYRRTqTkfu5XKpIp5z3Z6PpIp1MIB6LoG3bWC4WcXZ+AQMDOdRcA/c89Awcu4VclMgISwm4dHD1uKAsULgZ9wvEHvX6VWGVwkS13RVhlQnudHkzlVQJqxRcgW2jKezeNIxwwJP384/uefF1r+d0rP7e//gEpk/NY321hpDFBE1IenwiHobbaqFUqmF1haEGGlweSujdpqPyvBEscbrw0Op7khhvFtJwyVGjKByJwF2p9MYeVWAX/x7FevmcV+H24l99rWjuhROoBoUKRlBjb12EQvRaq5A7juXy3qDTjvoYD8cKJ6Chw8KHYhvHw3l/ZLJo2T6KdSZHM+SC4ioPu+oAJAemkArbCXhkhCmESDQUkqTQTILupS7WSm0US3UMZ2IYy4cRD9Ml30E0HIWhGbDJ2Cw3sVq34bCsbdfg8pBt2xjJ5bB1dBTjk6O4bPdFaDcq0INNDG2cRDizFWDAVKdJlUHuS4rVukucQhNdu4XA4hKcmi12CwozHacOzW0h0hNEZfXxXXh0sZKraRnwB0cRyGyEHx+ARgcr+Swh8k3JW9XgSWJsX5YQX7Uq2sSJ2HOHiZmTIVBtCRLokvXWaqFRq6BaWUd3vYl2sYigOFZNxOlY0IlLYbOiLanUru4jr0fQDUfQCYbRMkPQ2HnndeXaw+Ycy69OFZGujrDjQ++QR9yCZnQQKOShZbNANA7IyDwXtYDgZ3x273mg5c9X9xIl5Osd5epFuwVUinBXZ4FGEwYDVjimqyvXlgjHxFm0VOCJYAg47lmtoFkto2HXpFCkA4giNEU38v8COrmuZAAaaGohrHsa5uttLFfrmGtX0OjY0rAYy+QxpIWR9YKYtANIUZiMmuJsiFpJCabwmMQe8NHlfUg0DFE78ZgSjK9/6+t+xu/4u7eiulbDwvFlVGersJdstIsuTE+JhSKm63ztNCMLuVauO513vMeEuddjRSoRSKWfynh9b+xfBUn12KcyCkkmuCHhZbx/gyEfg/mM7KWJhI+t2wsoFm2cOr4Ip00hi05ST41r97LK+jxVFQigBCmui+c3LeX3e64/1YRQwlL/91WgAMezgrIO8NfiYjUtnFypo1huYyDNwA7g8NklzK1VMbkhh0wmIQIoBUflgFJCCesZJQiG5JDJ94sjwtOLDLZYh83Eh16QHe8RsjW7nbYIq1dfQc6YgXJlHbVKWYJmrGhY0D+NpVV0Wi3hlW247L3IjE6iowdx8Pln8NhD90qTWtf6wV7/5y0g8zS+j3w+g5HhPKyQLonVZKpLc4FiX9dHzjLEsZqJGohYfE8MGfW3QmrSh0FiVoAMSjKH6XAKoOl2UWu2cGqpgdllBiJ52DKcw2ReNdZpimfYWiccxTNHZrDSMpAdGxeHiNH0kCerbGAQCY51msolz6kBcbaJ25BMX67fXYSTeQyNbcX4hp0wjDgch9MI5NByPFuhVvqCEi821wwRA3tCTt/NJ87WtoMuXaIBQxpjghAIBuDIGGVI1Yw9AU1N6/DG43OgIZvKShP1lVf244XnH4Ouq71K/i3TklqTz4mqBzqqzuuxNoV1ya/vG8JlJEeOdRv5i2QRclRQkBT9JkAPX0GR+Dd+7Y0xVh8/8KISxKXJHwC7fJXVEhwaHoRlR0f1iuBeKPwrkei14B4RKokNkJFz1sh0rJoIcPycwiqZfK02vvH01/H4wkHsGrkCk8EhrNVmsH/mOTiWAXOxDb34Xmkwkf1gdDlBElRTLr4BjxddW5Ogv4FcABMb65h/7i58/IYWSosm1ssGigzP6zJBnfcUcVCG5Bi87aaLsGPLzledlIoLrsRPOolVoIgKFvS63Pd9tBq28I19NvWYISD3XQgdNhSjWeRHJpGd2AY9moYn6w6NB3TcK16x3bYV07sndfKane8U7z+FvI59J+35TybvTbq/ZmbOivOVbL/x8TFJ9m606K5TwnZfeFX39Wtu7L4po/9vilAo4Vc//kOafD+BaFHCnwrK6n+d/sef/Lvn/znF1B8XVxlQq/ZFJbSqf1P+32uu9bEnEqTV47UTk8TajGvM0loRR59+GDfvGMHMehXfeewFdH0Tb33bOzA0OornDj6HveEchk6VcKR9HJECgzZDePjkGawRgeVquO1978LWbVtV0PCrrmWxLcvGo5Ad5yOjANv1etMKvRqAtaHYVIlvotCo/vzAM/vxo/sfhBWypMnlBzSENWBfPi1fq3Dl9Zi46kpZF6xQuOeU9YQb3XXYVCEWhs1fiLCvO22cPfEyzp08jG6LdZIjk5DD6TS+9ugbc6x+8Bd+W9jJ6ysMy20jP5BBJp8FwcJEO2iegZnpORnzTyWT2LJpE5LxAOz6HEythoDUKxSi6TFQwiqvc5/La9usz/gaaABRDOjl5RUcPXJMzqF3vv9DSKXSMpFpBHt4kGAIkfOEVTpXeR2417Km55lNDEXniau893i+YLPvdz/9W/jbv/5bBHrOS+4zF20awh1vugKG30W10hRn5VCuIJNG07MziMVj8jrWi0VEY1FB952ZX5Lpp07AwMDYpASjHn/pRVywdxcKhSzu/ve7UKvVxYFLF3o2FsZV+3bDaxSlHhwbHkYymsDp6VPiwL1g3z402y4efOwJpLJ5qWUq5aI0XYgmyGZTYiJiXWmxDnBdpOMp5NIZQUAcPnQEbTiIRRPwwmFkt2xBKJ3FymoJCwtrEgY2deYkHv/h93DhhmFcfeF2CQKvFznxQtOTgWjMlGb6zPI6HnzxGG695WYJ+RoeHkaUtSC53b0AUeYk0FD2j//0z7jn+w9g8+QE6KNOGDoyInSHcHzuHObKZWyYHMFFe7ZiOEeGcBdTMws4cXYRiytllOouBscm8Cd/9lls3bQXTz/2OO793leR0Ww5dzWITwyZsKIZXHjZtbj95z8Ot1VHq7qGJx+8B/d855uYGCzAsRtwHRvDgwNIJeLiFlV1MuumKE6dm0NhcgLvff8HBDE0c3oa9959H558+knEbAfX5Iex1YogmjLRTcew5HsohwJAWE1Ic55ZN4BCJIuqr+PpYydw6OxZMcOxZF1ZK+JXf/VX8Nuf/g1Z/2emT0ngaDKdQcPu4oH77xeecMQMIuB3sLq8hM76kuShpMIRpOJxdDlVEA5jYuMGZOJxzM/M4PDxYyLORkIWhnMFZIm7CwYwtbCEouPhTbe9B1fdcBOSyeTrrtH/K3/CT4XVn7i6dYeQeuD2zWlYsRguvvIqXHz5JbKxv3jwIBpLSwiT7RMypXhzm7bii/GA6zOBvSN2aY6eLhcrOH7qDEqNNmKGjkYwhLWOjrTRwaawBpNeQo75vcrFA2xxrCrmJx2rZK2ye0yTAhdX1+fYOw8yXekyc5xNxFUEsF5yRWx65+3Xo1YsIRlJIpXgCIMhHK96tSruUSsSRbnelvRJblgUB1dKFTQ7Oh56fL86RPY6tVZQQ4KBR4YGk91OHgTlQMkgK/5CF2G1w7HSHnyH3480a9jx5kJId0MAaHm+CKuOHoILA9mhDD700Y9gdOOkJO5pCCKVSMOMRWRMrdlmF+0EfnDvgyhXm6jXa7jisn14xx23Y/7cLKKWgT07NkP32BmjaOXK4ZxA8fsffAL/9M9fgscxFcLHdQ1xHUgYHnLhkIisHYoeHU+6LeI2YrESNPB8/Go48a2YO/EMBjsnsWs4hYs2ZJHgGDTHRp2udJFozScCgCE0DPDiIXlmpYVXZhdRrDm4el8O/+vXLpCDvEsRrKPSShfnFzE4PIyIFcH+J47jocfOodhM45LrrsPzzz2JlGUK0Nswo+gGDGzZswtvvvlm6OEUqtUKVstl/OXffwGzM/PQWk0EvJZsymHXRyFuImEBbQZr6Tp4/ZhoXrJ9rNVsREI6UjS48eAtXD9eSY5F8941sHfvDmHeZtNJuW+qtaakGCtyIyeSTcQiYQm9YNevVKthfHID7n/qRbx87CwKsQCyZm/MUkKqVBEtCa4yqq1EACnWe2YkfgcWXRE9x2qdBzgRVn1xXPYdq00fuOmai+UahnVfNr4//N6zr3t9Xqqv4dc//QmcPHoGzVpLCpeG3UQsmRbWTLPeRnG9IuPpxFXwtZMfzMOKSqLtHW5kbJ+uMZXyGBnMi4ucoUGRRALdUkM4Pcrp6oMMMjoe1chbT9SSP+PhVYl5yp2kHGp0CVLgUUUbn3dNOtR8vDjuycOkTXcdD7vCdSJLEWg2mvIex1IxtEoNxMwIYskYZpfnoQdMhMj2FIeZLkWjuPCIGwkAlk+Fy4GhdZBNJDGW52GbrLEaik1geb0BK+hj00gKKQqVHQ/RsIkE74twWBiki8UKvICJ8UwcToDJvF2cWyjh0MkZaWjccO1OvPu9/xcSVhid1gqsxCi0yDB0o4sAWWAc2eQaxzAquyWFoLe6jPpaDV67q3iCno0Am1wu2zAcUeJVciQogkn2HEH3BgYQyG9EJzkCcGw+bEIzKUZymoAOSXJFXxsppOP1/HFbFRChAjF84Usq16rdrIEjopVSEd2VKuxKBUE2HXRDxunCekhCElyH45RMCfZR0Exxq3ZCIbR5eGfxJ2njKqSLL1t3q4h4BizXh85RzE4TZi6MwOgokMxAM6MAQ2cYpiFj8jxUGWrhEvOpYrPKJCTvTbcFza6h26ihW1qHV16C4XaEl8l9h2Nt0tAjxqHTRaAbUlzTjo9uo45qaR2NegUNvy57AsdN3a4jjmAm0fPQw0OAZ5ioegEstj2cqztYa9godmtoM/AvGsFIMoc8uVudADZ7FrKWhSjdF3Q2WDERwQnP9in6EwcQj0JLJYBIDH4wBO2Sq1/3M37FL+zE+kwFxekqmis2ui3utXTXkG1H4UQJXORUcQ+QEcGem77PN1U9FIqbdFkppjjHWJX4SZ6hul9kFJ8YCU5n8O9QVGESubg3DUlZD1ucNKkr1xxCsIJR+RzuGbIe0AV0nlNV1kn52mJD/rHR6f4aqoQEBbw737UqAZO9EA1hDfa+d4pxS6U6jszQhWDK3n9mroiBgRTyIxlhM4u7tecAJAaA4iWZreJqJHeYsSsM9aOwOl/GGpN0yZOmc74ngAjWoNPG+HAWl1y8C0G9q0KEGOAQSyJfKGB9fhELJ05Cc2zZs8cvvR3jO/ahG4zg5IljeOCeb6NWW5cU2h8Ltz5vHJ5IFsPQMDxcENcqHTGvjvESsyTMew0JAxiOGUgGafQOSCgjR/wpxHLtoiuPYaNc47n08kvwPSQWyPUNWbcZNOV0AyK+UVglMqXF5ocZxcx6G0s1H+nBcSSzWaSTcVgWGXht+KwFQdYkf/a1UPV+su6jY3pi86XYuvNymNEwmgy26HhoN4kC4TqnRB5e3z7ugb/mnnC+SNUXCXm0pzulwfdV2GdBGGETLvcnKAFfGlMUdbnviHufTQMDiUgKtdIaHn/8XiwvT8mkgmWZsCIJHDlyHC+9/JK4V7K5jLjDKJZR0BCcRq+h7ttMXXfQ6XrCvOTdzgCNSrmKWlsFEKr7RD1TfC1/+bl/et3PNz/hsQMHlUOzL1hTDF8rw27SQ0/UUw2nTx3FuflZBENWz12mxtX73PNXnZWmJdeCgiqRJCKkcDLN7uIHB7+Hu47cj0JuKwYjAyi1lzGzMg2z08R4R8fc9O1w9AS0Duswvhc6fMMBtIigKByngq6uIT/QRHPxSQzUFvB/f8zA4owNR9MxkAnAinqIUMAKGHh6fx2VShBbtk5gMDssAglDaBiU23fasW9ALnyxq2OlxpR7FynTxHguh1zYQFi3JRDQjMUV7mFgA5JbL0UgHBMHq/JB8FooXADXfb4nrE+5D4pLkYJb3yV5Hq6oP13Txyn0Lx7/m0LVgw/8CM888wwajZo0obZs3Yo3v/nN2M3QN8cW00UfJ0HruO7/OBriVdGTd9V5+KjzbxJlkO4BjXpibf/PlRCshFH5VW/SSDml/0/RVTWxXxPd+Myp8XvWdurP+muboKt0or4qmJ+fR6lYkcAgNppooKCrLGyE0Ow4cItLeN/Vl+DU/BKeOjSFVtfHjm07cdNbb8J9P7of21a7eFdiEveeO4jVQR1tK4AXTs3CISrEAd75nndi67ZtUhuyYcf3jMF1PAcyPKvRaMnXLJXKMgZ82WWXC1aB0wRsWDz5xBOyB+UyWSQTUXG/cg9k4+Huu+7GwsysjPKzEUhhNR7UcUkqLuPBL7U6WBOkjIVUgo7BNAaGB+VnKJ6S7AN+X0RC0by6fOo4Xt7/KEorM/DaHUFR8USRNk08cGj6DT3fH/zEr8BudbG6tCrrJ9FlYxPDiKbi4vY/fuw05ueWMDk+KSnql1yyD8ODacydeQG6syZGGWkckfzUVZ7d84VVmlgorvbd3CqUL4jlxWUEgiYuu/ZGJJIpxQj26GehycGSsxmdlBQt+bGPA6DAyLq+b4bo4wDkqCMOTxe/8+lPC3OWzSY2e+yOg62DKVy1ezNiZhBuN4CFpWWEA0GM5gZkDRIWtuOgMDiAHdu2YX52GrNLy8hPbMaJ+VU4IU4tWYiFgti+bSvsdgtf/NcvYGF+QTi3tWIRE0N5XHPxLni1InTXxobhUVx4wUU4duww0tkMxic3YmpuDg889iTqtotkLIFqtSxIkOHhIYQjFhq8r3QdyXAEXdtBLGRhtDCMay+7BscOH8MPnv6RTMk6gQDsZAzju/ei1XQxP7sMIxzF1NkpnHzpBeweyePibaPIJWNylmZGSSoZRTKVQMPXcW69hicOzeE977kT+XwK+WwS+VxcAt+6Gp3zISnNdd3Ev3//Pvzzl76GsbEJFVwX9BGyDLSqVSxNT2P35Bb8zJ23YiBjQXMZykYtIoKjU/O47/ED8pH5Mu/6mQ/hIz/33+G5Ph578N/x0sM/RFDrIhlnsJaHaGYYV93wVuy67hrk2SwayeL0KwfxF5/5H2iXVjBUSKPVrMsZKGyZkr/LZ5T3lxWhKSKM5OgQtu+9QDJuBrIFdAImXnj0MRSfPQjr2BSSxYqEZTaCAZQSURzrtDDftoX/S2csvTh+yMBctYqj51YQZvgrLHhNV5r3n//CP2DPnl1oN2t45KEHsLa0iNENkzh6Ykq0KzbMKGDPzU4LN3dHIYPi8hIyloUrLt0nTngJuEzEkYon0K43ceCF5/HK4UNyXpwcGxd3MgVYIxaHG4xIvs3b73gPrrjm2jf0jP9X/aSfCqv/ibD6s5dP4rY734XdF12IgMlNzcXc9Bkcff5FGaOIkDEkSLuubEw8GFF64nB1022j6Xaw3mjh5aMzCJEVGfRQgYE1V0fG6GJLTJdxD3FMnSescjyLmzPH/yhg0nVAMZQHWRYLTpduTleKCnGDUqSio84ModLsoFTp4Ja3XQ/T8BHq+sgnEwgEw3Dpdm3b4kZlJ77tuBgfzApndHFtRb7fE2fmcOj4HFLhAMKmCs7hhh4O6eKu1QWiHVQjs3LYU5xIHk45Eqy4s8oF0D8MiGuCPCAjiDWy2To+Gq6Hpu3i45/8CG592y3i0iyursEyLMQicWExERFQb7l4ev9BfP6LX8F6qQrLtPCOd9yCd7/3Xfjql76EN994NfZdtBOtWlXGHeiq4gLDhffk6Vn82ef+DqvltozHsMQPeC6Mrot4KIACOSa6C73rIEARgkID2YqhCJ6PXgvXKuDcyWcxhLPYNxLBvom8iEccH2CRS6cGO20cno2lUlKs1OplnF5s4NDsPGrtNn7mHRvx8+/bJCI8/7xVb4rASri1FYljcvM4ZuYr+Id/eQ4nzgbw3z71cayuHMbUwVmEYzGY8RRGN2/Gm95xG0LRGGrFNrq6i8OnT+KPP/tXKFWb8JoMEXCEbRnudiVQI27qCHUcEb7C0sHXhRdDsZfXkqFS4UBX3Cy8b3kwaXfJYQ1g247tGB8ZQCSo0Ah0vQbCcRHOfbchnWge2tm5bHe7WCuX0QnE8cjTz8BpuxiIBRHVWIhwDE2NLEpqKhGY4kbsBTn1QohUef/jKAAKq7wWFFb5PVTaHubqHVx0zRX42Pveifvv+iZMjY7VEP7n3W9MWP3wx+7A6tIK+xNSJFoEg3scl/BQXG2guF5DPB6TZ43mCB5A7WajN/KoFg0ZI+fINMGI/HdG8ghGwvCqLZjxGJxSTbrh7LISmE+OGZ9X5ZDoPycqYII/+04L/lrGh/im9ecloZycPGxbQRNRi8EkOprNOmyOn8kooxKyOaLVareFC1tIDaJWqsHVHASjIXiuwIpFNGcRyfuY14Vp8BRQyGtKhDRM5LNIR2LiwHf8NqJBYL0nmvHAPVHIIIygjJwylD5mBRGhK5wsJE8JSpdPDKPSsaX43lAYRaPm4sjpWay0F7Dnymuw6bKbYcSy6BZX4LfqMEIReZ9lFSEbtE23JZPpbXjr66itVuA0lVufCc3kgEaZpcaVUUKEKKySxdqUrqrPZM38BnipQSBKYTUsrhA/SE5TQPh8TFyVUcZ+DoMcKNWhjUEWSqz0oUtKsQvXqaFVW0WluIbKehHdtSrcWgum00FSCyJJXiodHBqdQBRiuUL4yPlBdEIGvJCBLrEOpgVd2HIUYSnaMwfNQbDrI2R3gFYdHd1FbCIPc2wjEEkBQUuERp/fO58t4eby3uHNROeSIw4DNbPrwG/X4TfKcGs1dGsNWE4DBr9Qj5tIMYU8BL5tcPm6uafx5NVFq1ZDmeNEThMOE7E1BneRGUt4Ckd+6dTk2h6EiwCqHR9LbRfLbRdVsq25PrJhEo1gMJVFXreQRghbjCjyVhTxdAqBWBKBYBRkfni0y7C7H7OAGJmrFkCcA51kOy993fXX0O4M1uZKMFoBhMBngyiMjggKfFbCdP365IMr1xexN+LH4+uXVI7+dkbhsisCAZ0+HN9XjD1FYGdQlThY+04mOlaDnDChuMPANwcBje5ehZYIBdUILdcEiph9bqv6N3oYgN7X5tosAgH33p7T7yfdY/1791W3ak9I7Qe4iCNdDshqRJEDakePz+FMrYxavYWthRHEB5NYrddgUlDqNRll7I/3vSRjq4AWOlHZ6KEQzWDFucUyiuWaHJ7osuwLvuKG7tpIxULYs2MS8UgQIVMXRhzdIdwDDzz2BNy1dWRjFuq1EsYvvgnjuy6HH86L6/OH3/smFhbOSAhlf0y4LySLGCZrqINMNomhoYK4xCgmyCHY9WA7bWk4U8yMaD4GwhqiuivvO8f4GUrBJmOMIQ3EavDPjRAiPBHx2dVlxhWeoyHGWkrT0fYMcX+g04TLQ3Q4DhsBBOM5xPIbEIgk0SC/vN0SjAGxrvC0WgAAIABJREFUCfKY0qHN9ZwNk94YLw/hbOyQT5hKjiOTG0XTaaCje8ikc4hZacTjSYXm6O2hqsGmaixejz57tf9wCAamlxZfbtbEsStIAL4OXUM0aMnnyOopwqra1ygikidNN/b01DE8u/8RBPQWTDY8tBCOHTuNe354P86dm5cGYjRmIWpFBG2UyWWQyaQxUBhAYaCAQiou+yYPaWSAi7OPUzE0BchSqvYbNpz638uv/spvvu7nm5/w6P6D0HsoAGkgdIHqehnthnKsrq7N4W//5i8wdeaU3LOxWBRbt27BjTfeiGw2K4JYXxykoMqgNqIAuC/0A6zoQH302MP40nPfgh7LIBSIoNWpQ/NtjJUXcUE0ggdeuRV2N4eAV4MRTEAP0CnH/Zt7NJEUXaRzMeTSRZw9+AJCziI+/t4Qbt6zjnCwi0TaheYw+KeDlqPhmRdMHDsTwHqlgdoakEoFpXkQCtFtrZiOkWgWJxYrePrkHFZdNq47CHdtZEwd775pH7YPxVGjczkUFAeTnh5D8sLbRFTl+s9aQTUeFA5CxFIR7mzlnpem0WuXRTV8X3PKS9uHfO0e/5ffU7lcxnfv/i6ePfCcCLTqfqWLtiEC6cc//lFcd911gjuTZ1hCMhU/9PxnnP91vgD6H90cbHj3zxr9v9//e/+RW7W/jv5Hwmr/vKLc+HSKqwBDqpCSBSFIAMVs5Wu2W2088IP7cGZ6+rwGB4dGgpKJECAXneHEdg1XTm7E3Oo6zjLJOxBErOOiUBiBlwgj3nIwUXbgO8Cz+jraSROrqxUV3OmRAR5BKpWU/YIft23bionJcWkAnjl7Fo8+8hgqlbo4juk6/PCHP4pqvSbP5czMNH7w/e+Li47Tlb5v48ILL8Qtt94qbNUv/+sXRRzjpJEwwg1D3H6bmKgei+F0w8Oi48hoOPd3vh+hoI59l1yMgY2bxdgTjkZhxpMi3EbbTZx64Wns3/8EDE2Nwmt+B0PJGB54eeoNPd+XX/cW0OavHLI+IrEILHK0eZ4zLUxPzSEUjMjaQ7FqcmISGzYMC2PVrc7Dkk2ZZ2YHpm6p8MFemJpagxy4HVv2I55jpWzyFDM6k8tjYstupNIZuf4tp9fg0gIwe+P/fBbZVBJWMBuuIqqq1953sfL3ea+HzIjUk5/5zB/jD//gDwUjQFclo9E2FxJ400U7EDY0LC4uy7Xct/dC5JKcKG3LnsF6nq5ArrWV1SXMLSyiY0ax1jXhJ7NI5HKIRiKIxcKwm3V8/h//EaeOnpTslHqlimwqghsv2YOtI3kxSXFv2LZtO9aXl8RV2e50ML2whEcOHMTcWgm7JibF3clnNUwUle9JzgNNDBabgq6LsKYjpll49y13YsPgBB478SJOnz2N544cQlXXsfPSK1G3uzg5vQibtWbQwOL0aYTbFVyybQxWoCscXO7TDJXkVIQdjOLY3DqKdgJ7LroAO/bswOTEIKKGjViIuocKcmXgsu4bePzJ5/HXf/+vyA4NSwORhhOaRGbnTkPvtPCz73w7Ltgwina9LFgzIqgMi/dRCgdeOY6v//u9OL20im0XXIpP/85nEY1kcPrEQTx299dRWphCMhZGueVjYHInrr7+Fmzas1Oexy0bN2AgG8EPv/NV/O2f/5FMAnO6mCiABH+m4lJfVmo15PMjiBZyGNu5TepZNva2TGzE2IZNMrXrra/h9AMP4cBXvonkWg1Jy8SSpeFUOoZZtmVd6kEe1svLMLda2DC5EcX1No68MIPFM2sIuDquuOpi/NXf/ZWEk/FGfvn55/Hdb38Ljt3BzPw8ysUKgnoQkVgU07NnsbyyiPe+9UaUlxbRLK7jjttvk2BzhoeyVk6YMQwVhlCu1vDKsSPIxBMYHhzE17/zbRyZOoObbrsDsfwgDh87ib0XXYxf+a03NnXyhhaG/x980k+F1Z+4SH3H6tc/9z8wuWmjpIRakRA8pw2t42J26iyOHT6KRqUixbLW5egcu1Hia0PLbcu4RNVxsWHbTjx54HksnppFxAyg2NWw7geQDXnYHg3AZDI6f8o4iUpbpEDIIlSlBJMHqsloHt0k4nrzeLBhcjNH7jgyRPefh6AZED7Tet1HemAUm8bzGE1HkYmkoDN4ggduGR1lui8PQm3ENB7QNayWi+ImYGdjZm4NQ6kITK2LlkNeoa9YZOLQ4QgGxRQeClUEDkecKTDaHfVrcSTw0MNDGUHu3Nwoqro+FloeGloAtucjkUrir//8DyQMzG5RHGTYkodoIqH4dTqt/j7K1Ra++LVv4NHHnpLRuk9+6pNo1mv4589/Hn/w/35aFjg6IhjC5LotBAMsGkMol5v4zB//OU7PLkoSvSRacqDbU8EsSQOYtDQkdR+mZyvXZigKjwt76i2okBG5Oot8dwaXj3i4aIhQ8awUiNVaHRq5JYJhaCObycqGU25UcOxcHSeXFqEHHNz5lhze+bZtCIej6Dgd5Txok0/XQBdB6NEBPHlwFV+++xAW1h38/u/8Ki7eNYnF0+dw8OVXZAP4mQ99FIl8QcIvmpUKNNPHgWMv4wt3/7uMCWi+i6kXTqC1UEEQvD6Qe4cBQgXTxHCI7Egf9WYL5UZXxh+jIR2m0UGQqctsCOg+6h0fy5UuoskErrhkj4yKEtotYxrxLDQG//BAyeRfQ5cuLQPUyKt55PkZ2K0mCnEduYgJXRwPbg9EReFHHdIFBdBzDCimoJpypKTIgz9vlbrtoUJRLRAQVyqxEw3O2WfT+MQv/xJ2T47jvn/7BirLS+Ke/a1vPf26l9nF+iquuf4i6S4mmOrJYiHG12Njfb2N1aWWhPNwZNTp1OV59GCgbfP3lcghYjHDrBxHzQJ3fJjDOYQTcbSW1mGlk/BbNtqNprw2svI4PsNfs8HBe125d5Q7Sg42r7K81LPTDytQI9iqWcGiginLDCdJxEzpiJZatnwLsWhUxlr53ZKJxETqXCYt68pysQQrGoXFgzRFArsjGzaFc2IOfF4vepYNC0lTx2gujVjQQrvVFiehEdZQbHqotZmY7WM8l0DciIprj8ZVNjVikSCy0RDyMXI1U8hFg8Kadhwm0weRiMYRjAYEPeJ0DISzKQQzdC6OwwhbCNKFrEVEYPKZHN6sA80mAkykL1fRXquj2+b7T5cVx3wZ7sRALg062T8cTbMb6Nh1lSKSHwIKo+hmstBYyPJaBynWKWFShSPJnLW6hxRPoDd6qwRqEbd5oOow8ZjCO0ea51FeW0Z5rQR3rQm/5cByIcJqQicbmGOvHCHsikudFy3ns4VtIhAOqXQvCZyiS8oSByOddV7bR6DrCN4DrQaMuInIxmEY+VH4wQTnihQGgN87MSz8ybFTXrtOE55dl8aHMOK6LWhtvn908FKkdhCiG6nbhEcOLUUYaiwO4NuATle6H6C+Ds/uyPhPqVmB7XfQDVAE6aBlU1ilOEm3MxsyXGyC0lhowUOl66DcddH02RSLiGuHo7qZRAoDVhx5K4bNRhQ5I4RwOIZgJCGufD8WRDduIBCLQ49SUDXFuepzjJ0ogO0Xv+5nvDCRlTGzDEOCtADaTltEYU5u0C1IfjfdpdRQbY62M9G61+Tsu5T6CxTXJ+61ryZO9ziNSlRVTFVhrOpqr6bAx0kS4bbK5EdXXFkUJmUugM0/5uHJWDj3egrU6t4T8UIqiV70ch8JcF7gT19glDHm85AAfQai4AN6I3NyqOu9VotCvm6iXa+g1uVIpI58LoXDi/NYJhPUslTitjTEOBqveH501ihRxZA9no7KUqmElSJRSG00GkwP59h6D2mi6ZJgm4oZ2Do5gqGBNEaGCiLC0bm3f/+zOPbcK9gxMoDNowOC76haI8hMXAgjPSaH2Hvv+TaOHX0R1Df5PvbFE3EIS9CNLi6XkVHijqSzIsJ3s9mSiYN2uyUhn27HR1jzMJI0kY9wv+sIPzpqkR8dQIysX5Mj4DoiZJkZSkA3JEiNr1k1zrlmcq2TppgIuwqPIMPlFKwZIBQIw0MIjkf2MNANhdHViR0x4fsK+8Dvk7UC3crkGHPKxooyGCMNRwvBC0SQyQ5ieGAEMXLchW2r0BQKhawmPbhGErFCAb3/g9dGaknDQN1uScCHYEko5gaIuei5eHv4CIaZ8fN9NlTQhevUcejlAzhz+hVprFN0PXRkCt+9+z6UynXEU0k1Vhvw4bZU85TiBJus5PBGoxSCEoKYInNv1+7dmJyclKAT7k1shEr4oIxMqyYrf7z/Zz/yup/vvrCqGcwaUM+S4WnyzDeqLdkHV9cW8Md/9PuYmZ3u9Up0RCIm3v72W3HZZZeJ269vAKATmZgECqp0phkhS3FwfRNPn3kKX37+m2jJVFpQ9hk2dq/VVrFN1/C/D9+JWjkLw6/AM+Oy/xqaCd8LoavXiTrHhlEHtfIx1JqDsKsvYWLgavzCzS/ixi1HULdDEihoeI5gMh583MP+Q7YgVnZNTmBwoCCir3KKclrKxJmig3sOHMf8elUEfg4Dad0O3GYd+ybTuPPaXYI14BoV8tuww3mE990hGByeW9jZVTWIatBxzeAZQRyryuepgq+EaUgOf+dV1ioD/ogAymZzcg1Z11FM+v73v4/7fniv4rv26r0+05b/NhFSn/zUp7D3gr0q8JYNIwa0dnv4sN79cL5A+pM3Rr+x1Iud+zE0U2/37jVFe9zwV12tvf34PMdqX1Dtf1RimytnBDUJwPe752ZlldRrSnAi6J67vofVtTVxQavXqu5l3+B5woSje2jWisj4Jprw0NIdZDvApkQW6cFRGIODWC6vYuHoIRS8EGZgo+S74iBlacOJEouNRTCIOCpnvI0bJ3HtdVfLvfnwI4/jwBNP4crrbsDAwBCOHj2Gq66+Gg8+/COkk0ksLy+hWq4IssfvsnnYEGfiRz78YSydW8C3/+1bCGpcD9km7cIyQ4hBRy7Uled4tWrAyWXhhUJwAgaIOagVV7B54waMjI/BaTWRzKTRNYnA6yJHNMD6Kp566knh6wsHtutgLJ3E4yfm3tDz/fb3/BxcCb8LIBqJS93N0fiF1XMyGr5z+x4MDo4gmUiLqD89fRajwwPYPBZFynKkPpR5D81DgPVXDwOiAmgpshJfQuQSazyeH7km0YDkIpPNYXL7XqRTGRFNmRGiGLwsLVWTUomnij8uAqo0mhW6i3/Oj7KnBvnfKpfli1/+V3zqU7+EEB3xARMt18VlW8dx65UXYCjNbAbFxeWZhAIv2bIDAwPicOW9xtfTsdviSm4HogiNbEHDiMqElnCR2UALm/jC5/8JTz/1DJKJJFrNFpxmFbs2DIm4mgkHUVxbFdfvSG5AnTsMHWeW1/DNex9B3Qtg10AGg/mcBPtySonbTzaVVucHagHdDkzPx3h6GHfceBsGkgPQxvOoOE08vP8JPP/KITlLN7QgmtEswvlB2BqwMnsWZ1/aj5ThIG0B2UhQWNwU90vVBppaDA09joqeQyRdwMDYBlx62QXIWS70xjLi7RXoNE/wydACOLuwhi985VuAodi3wUAIdreDc/NnsGPDAK6/YDfOnDwijm66mi3ThNt15VmKJLK46wc/wsunzwKxHH7rdz6HN7/5NvzbN/4FbnkezvocyiuL0ON5jO+8DKncCCY3jsvUCoP5tm4cgmeX8Vd/9vs49tKzyCfjGOSEn2WiVqtiaWlBXKuTFFBTcQxsnkQwGlONgHgSiQxDvhIwI1Exrs08tR9H/v6rCJ5bRSUexfGRAkq5ArqeqlsYujV6SQHDqQimXzyE6VfOIuArRMVV112ND3/so4Kgi0RjaJdr+JvP/iVK68zQAUrFqty7nKjhtFzdbmIkFkan0UDQc7Bj2xbhp9ZaLZiBDuKhMKJmXBzajVYLMctCJpXEowf24/DMPK6+6VYJzH3uuWeFp/yFb//wDT3j/1U/6afC6n8irD5177fQcdpIJSMiIpL9JyMjHRcri0sirpZWVhEQl4AHx7bF1UcPY8N1EM8UcMV1N+D02bP43le/hlZHR9kLSkJfSrOxIxmEyUOrsHzoHlSjwAyRUp1RFTBDF4EphzXlqqKAKXZsfg4LfhbWXR9GSEez08FSuYO1lo/NG4dx5d5tGIzFhU3SbDZkrJm/JmeHB2S6DqKRMIrVMl45ehxnZhbErUNh1eg68jq47QorlUKvJE5S9KSoy0MH3zwetDqw6cagy4W/0xupZHHQNUIiqtLNxHFRsl7JT732hmvx27/8Mbi2jRYP/yzt2RW1wooLpunChaw2bHzj376Dx554SgqDD7z//Xj80cdwZmoKn/2zP8AQXbc2x644bt9EgAehYBDtto+/+It/wLMvHRZXlxQ+PSGP7zdH4QshHeNhH0mPskAQnWAUZXMQC/krsbiyjCgPyKVTuGEzsD0ewACZtLaLRqst4S98L9qtBlKJBOIRCwtrqzh+bg1lu4FwuI3rLojjbbdsRzAUgeYF4bZb0hFab+l49uU6Hn7+LKYrDs6tN1FIZvHrn/xv2LNlK145fBjf/cF9WCvVsXPXHrz//e/D1q2b5X6sd5v44YtP4v6jL8DKpOGXWjj8w6fRXCj10AyKuUSGHB22w5Egwgz7qVdhN8iN4dijgYi4e5UAwIOAiyAWq4Sp+7j04t24bNdmdBpFcVzJwY+ic6chaZYscBjGVW/bWC4X8cq5Bk6/chgjMR3pMF04HQRN8sWEXCibsoxhCbNKPXBCkdBUcIF0wyl2aT4anQ4aDot1XSDsPDRTbLnhznfhTXe8W0S2mWPHMXXoJTRWl/Bb33j8da/NFFYvvWILxsc2ikuzWmlgZLggToSZs+uo11oIWRY6XkcESjou2V3m9WNTgqOu7DTySNskCoLBVl0dicIAYtkMVuZmZNQ0LqydBnyuHR0PHnlovbTtfsiA4py+xsniYaf/Q/AiIrDyQSMQne8jD7Ic3/Olgyw8SPIK/a64gzZms4gYXIVUUXl6qSqbORPqGy1yWiNIJyxh7dKx1mywqSCPsRSeUgyaBmJWSASFIJ3zgSA8A6jWG4IeYEc2HYtKsiUD4ehIY5EasQLIR00Mxk3kE1FkkxFp3AjTkk5by5KRWzZB0GHARxe2W0WDa0w0g2R6BJHMGKKDBQS0EFCzFWeVrt9qDe76Otyyi4BuwdU5KttBoN2BQaIrGzk8WNpldDj+HjCBzAC0wjD8dEFEO4PCKvmmQbrwlGNV1Hx1JHpNYO3PHvNaCVvUhucWYbeZOL6GWnkZlfVVVIsV+AtNapownCAiuokoc1D0DoIBdtZ9xazVDIwYQZjJIIKREMcX4JNDqZEFFZbGAy9C09YQbHkIMcnbd6FnozDHBqElc/ApCBtmT1glJ1a5mtkU0boN+E4JXqMOn8EtXYWnADnVXbryO8KIhdNSzFW3xXlAEVuZLuA7HF3nT35eQA4W1UZVii82T1yNz2QTdbcu7lseCCydiekhSZIPhkPQgxQ4fLgSckVEioZyC1hwPJSCdMGEMRFNYMLMisuBjbNwIoowWZ9x8lTj7AxAo/BMMUm4sbw+AWhbX7+wOjDEcAbeq1F0O47i1FHsEm53D/sSCso9yX2Hjaem3XMq9ZAcr7pDyaXjYcog40sheig+kDEu+A0KrByP4simoX6P+6PipKrnirRLrssqII1iYb+hooRDHogEnSfuMXVHyufLbakaLa9iKnooAt6yysmq1g819t/7t/j1+d8M0jGC4sok2mh5tYTK+orw0TK5QZTdFg7Pzsr0AUPx+Brle+FrEncu1+pew1QEVgjfuVyuoFxz0WzZqDc5rUHBXr02suaIICpko7jk4p2YnBhGOp1A23Vw7NgpPPv4M4K72Ld9A0byCViWgYV6C4hvQnT4AujhJB555D48/+xjcj9RzaMwTTemwiIA8ZiF8fEBEfLIhqTgRCZ4s94UkZcuZDLzZL1mwFU6gclUCGGiFyg2BYhTUcnVdGKFuS+Sncr1j/cFJ3PEacQJGLUOs7FM0ZwBTbyOXDrUAa83KkxOJUMLGfpI9nDAQpucTQqrPHBLE92FKWsEnzvlaibuyTejyG+/AmN7b0RXV4dh1cCmsM1GUhcOhXSfE0OeuP0EudRD6yhkBI3+HXH+sEZZXFiE1nON8rl1e4FTNOGzRkom44gwmAMhxOMmFuancPCFx9GoFcUBzFmAQ4dO44knnkG93pTJJNaO3MO4X/NCcBqH7z2FbBH+2FyplhFLJvDhj34CN7zlZuFys2GzPDuDgOFibKygmlYdCmo+PvDBNyasPvLMcwrR0xvP5t3erNRRK9VFsLObVXz2Tz+DFw8pFiuneoh92Lt7Ny679DJk83lWRtI44LglnbvSeKEzlMF5ZA2HLCxOHcB9h76Igw0NbjglzagcKvjYQBXB2Q6+dfoWnKlvAfwSukFLHItklrsax0/5/DBwsgStVUNAT6LWPoNQ/Hpsyazg41c/jr0jPCC3pFlKB+7TL+h46mAHoZSFoUwWGwY2oevbyuHpMhg3jEePruCRQ2cVqoh1FJMYNSWsxwNt/NxN+7B3nGFwfHYceIEourtuQcCKytrFNUO4ndIgVuIpm20UnSTQsBfsSP6moII4iu64eOihh3Ho5ZdlhHnn7l245S1vRiqZwlKxhD/9089idX5R8WVlceJX8qX2oejjdBxcf8ONuPjii3H8xHGp/ThmvGnjRoyOjApCgl9fnNx0wvLze+zpVxESPedsj0yv6srehIlKeFArp6orFQNYifn8b9XYl7H/XjiVYAl4rmFtStwP3wN0UbfbwiKW/i05nL0wOToMydx/5MGHsL66JtNxyupI+o4HP6DWegn5cW0EWxxfVuFFZsdDSjMQjsQRyRUQTsawVl5DZbkEL0Suc0saFbzvuL/zmd80uRGX7N0rTWfuN4lUAku1Fp5+6QjmTp3GjW++BZfuuxRPPv4ULr30Mhw6eRyLy0tYXltCrVkVfjnreyLq4tEo9m7diXPHT2Hq0HHE6aJksGWAhgtTpnJMTjlls6iWbWy/7Crsvv56CaUkMunc3BReeGm/7PVd10E0EkVHalMHF8aiGNEDeOqll3FupSzNTN2zMZxJ4ump5dddo/MT/p/f/SxK5TV4dGNbCSwvrUqQ1fGpI4hEI/jQBz4sDS6emVk3c49PM1Sws4JslJNi6h6Q5jm1U56bBeVFLEs/qIx7B+8JGpaUyNpuM3ivgE3bLhQUgKDMegK9sK25YvbEU4padK6Sg8m9V85UbM5JHU1Hq/pJHAdvTuJUPvSBD2Bulm7bIBpNB5duG8ft11yIjMVaOizorDMzc3JbxSIRbJqcRDwRFa5sm5kDNH1EEyg5wEzZRs0PyPi+y4kkIyjP4/PPPYuXXnpJ7v02sVJ2G6bXxVuv3IfJQgbV4orsccP5vDRMianY/8IhnDw+h8mRCewZHxJW6Om5WSy3KhIAZTK4y6QrVEPENNCtNXH9nstx+1U3o7lShTaSRWJ8EE5Qx2qpguVyDSt0MjeB2UoHnhUVFun82ROYO/IC9MoC0pYnAdNRCStNw0+MwTbzCA+NIxwbxMp6BYlETKZrdbeIYawiHajD0toyddbWLHznh4/i8NGTyKUy0Htr+MLsaVyzZwtuunwPps+dw+zsEuLJDMqVKopryxgayKAwOIKTs8t48qXDKNvAz37wF/Frv/4/cfDFl1BZnkMyEsLy4jxC0QQyA2Po+joyuRRi0STazTby+ThGBsM4+spjuOsb/xtzU2eQSTDg2sHqygqi8Qiuvf56jIyPoOV2odOtGo8hFosgaOjIjw5ipDAGzbBkTU+YIUzd8yM89/mvSajhQ3YXz+k0w8UREUyNjlDIRdCtI+q3sSEbxyUXbcGmTYOCMKKhjEYoTrrMzyzgoft/JCiPkBWHZyYRiqfRaLdQadTh+l24q8vSuBjOZbBz6yZ03Sba7TpCsGHxmXd9aVqw9plfmJfwq0yhAMTzCCTz0EImysUVTE+dwF995Ttv6Bn/r/pJPxVW/xNh9aHvfQ1mUEM6FhY2is9wD4p3UpxqcOpNTJ88ibmp02hXSyJyNNp0eTaQKOQxsW0XhjZsQNNp4vHvfR8PPvkiGn5IRIWs4WJjRBNHnhJL1AgX/112nllsBgwFkKdTgoW/4ACgwSZ3i7oED80sbMnaYuESCqDedrFW87Fme8gVMrhiz1Zs4YKkBUX8ZFonFyOOP7IzwfHyWMzC4vIKnjrwApZWS8LZySUINPfQsNtSPPPAxlE4Fe6iRk955hW+JGuKbheibYqwyoO+8od2NA1lGJhtdFHleyc8H0OSrj/xCx/F+95+jThM2OHkxkQnDAt+doT4Xs8vrOOBhx/FgedfRKlckddM1+rZqWlsGBvCn3zm92TD4UGP45cMi9HpriPjxQ3g8//8ZTz4yNM9YVUdQqSw4vsNTQLFNlhdDAQ40GfAMRJYim/Damwr1tbWMJDPY/Xks7h2Qxd7UkCcmwkLOyOEWCwth4pyuYggC094KNVtzJdWocdaCJtFXLwxgevfcrkKFHJsGEYUU+c6+Mr3X8Yjz67BjYcxcfkOnDx1CjsGJ/DJn/0QIpqOR554Fnd9715UW11k81l8+jd+FVs2jiMRi2KlVcHXn74PJ9wiUpkc1l48g2P37Ydfc34sAIkbO+/JVCyKVFCDVyrCr1ckrZrjEGEKNzKK6Iowr4ciWG92sFhzkMrEcOdN10B3auIYjYRTsKw4XLcuThge3qJmRNIbM+NjyG3eg3/4kz9DsFZEzKQwwK4rr4d6ZtSQO93ZLHSU24cHSwqUwjcSYVUlZFcpXEsWCp18Hnyjg9vedwcuvv5GDGzcJeLs6uIiQm4bs8dewc/85l+87rWZwuoNN+7Flq07sbCyKu9HIhJDvdzA7OyyHPjMiCmHh2bbEe4RnVxug/eqK+N1LJYoQNRrFRG3eO9mB4eQHhrC0sIc7EpZXDoUosWl6yphVRWKDsH9AAAgAElEQVT5CgGi+I0ULdRhgIdyMgJ/cvRVxvYpFPKu1clYVeIVn2sJuOLzJ4xHA4OhELYO5+mRQDDo48x6E3OlNoJhNks42qMOVRRD4/GUsAPpwKYoJs53ikcGmzlKROKqw+9Rxmp74H8C0GPkANN5SN4gmzsaBbcuMjFT3M7ZeAQDMU3EGslOIB5A56hMTIVDURwJhgSpaTsN1Oh4cynGm+jEExjasAlDQ2OKScl/v+bDXZ6Gu1qH5rErTX6hBoO4Et1BiN9rx0PHrkgDokPnWCwBvVCAlsojEI3DiEag8z4LkbEakPVK2KQ9p6pC2wqsVLFK6cLggdZrodMpwXbKaLfW0aqto07+aK0OY6mJZqUDvx5CGGGQsBcIOMJnonObYhsdBBtjYQRjZIky8d6ET7FFo5uNLkbyFn20WkEEal0YDRehkIZgIYHAYA5aMg0EwyLGcpSIiy/daXSKatybnAq81rq4UzWbkwVBCcoRN5a4nF0RVAWRIAJrUxyxfrMFPmxeS3LmlGvfozPbBSc3Gg7Tvekgr6NFXiyRHWZQRgVz4QiSkbBMHFAslveTh1e6QYhN8HTUbBdzdhPTbAj5kGTRTdHtsKiyoIJkJoXU4AjMRBKIJeCHo9B5v1jENZD1S0dxANiy9/9j772jJDnL89GnQndVdQ6T487sziZpJa20CqtVDkigBNiAACOCCcY/2z8nbO7PNlwcwNgIfG1MNsk2JggMAgQIJKG8Shu0OcyGmZ08nVNVh+p7nvfrXgn7+J4r/clhDnvEjjQ93VX1fd/7Pu8TXvIad0Km+EMmomEZ3jEBl5+wzl/NHYmDiEAAIQYp6ZowVss1rq2O/UbnrBAws9mQJHkClOSDS+q1hAh1QE1N+Y6T7UgJvcj8xZf1Rf69nfQVOce7oVQCYCqWp4Cxsi5eCGWR78uQUdmFdEcAXZDhxYFVZz1WxTdTRUELC08zENQDCNJXNBnDkZkZLM8vSRMyMDqG+WwWJ5cWOqxZ7nOKDap8oJXnKgcEahKm2JHcA2kFUK625JoVK64kGKtgQu4vAQkBHB/pwTVXXYqh4TS8Rg0nTs1iz3MHkZmZw7reNDZP9iMRoXTSRKFaQsFPIj5+KWJD67DzmSfw6MP3yf4q3nW0rBGppho89fWnMNQfF/BCAEU+qzXlgU01SRcU5/CF95QA+njYQMIhmErQlB+JQKkuLBwyjcly5NCR/56DMdYUjkOAjX7Cig0k1gq8Lhx0i5VDZyal6KTCFud3/baOOu2i6VcsJHgFlgQCfCZaAsRzOMntviE/00bAiiG2aQcSm6+GafehXfWgcTDF38X6icBAvSk2VJLV3WEFdp8z9ZlVAB0Bn507n8Ls7BnEIhygh2AGIxI4p6ozXk9eK9pPW7IPL6+cwvLSaQFw6DXPTYTlQaFYFMbPajaP5eUVFAolLGdWpHbr3hN6TIr3q6ljamodtm67EOdfdDHi6QFkclXMz8xhdf4MptaPYO06phYXxa+eIPyv/frrX/L65g88+MRTajjWAZcFWC1XUM6V5froTQ+f/PjH8OjTjyk/a1+pr+gfSCuAcCwiqiyeA2vHJzCxbgr9AyPCxDeCBhzWAIaF9sw+LC19BvefKWNPfQhmwMG1kaO4ZaiF/F4DC49P4YfGuZgxQyKDpq94MEh1k4Mg9xuGqnE98dxunoRfzSISm0CjVsDm/mlcsXEa28YNTA240PwSdu0P4OCJEJo8GwINXLThcnjNojCRg6JP0PDD5xbw0N5ZxTqV5qHjx0wPXa2KN115EXacM4KyD4R5DupB1Ie3wYrElQxfIwOvKVJo1mpyznf2K7HT6IQlmVQxdKxyvva1r+Hhh34uz3yDljKGhgs2b8a73/VuFP0m/vIDfwW3UJZtgnsrX5teu+IH7wOhWORskCkZ7xw4s45KJuNiz3DdjTcI05HyY6mOOsOCrg2BnHmskVTpJICbVE4C6Hf87sWK7AUf1Rf7o7Lu73qpngVYWdNw0iCWSC0Z6B2aPYnnDh9A1VfWOiOpPgzEUypIMGig5Faw7+B+NOotyXMgqD0wMIRzztkCG1F5Lb6fuuvBIyu61ZKg3VAwIKF9vBZkxBOUdFsN8WN84slHcfzEYUyuHZezltLvZHIYk6PjiAUtVItFpFMJVNwKVqs5BCMh5LJZ2E4E52+5AEeOHMXw8CjGJ9aj5tVw9MRR0C5//5GDWM1lZM+yYIK0FaNaR7tcR3FpBeViQX4/eya3WhaFJJV5DEC1+3ux7oodaERi0jPWamUcPn0YBTRgE2ys1+kejXirgSsiUQRXsljy2pjOl1Ep1xAygaip4+BC/mWt73f+/l8jFA6gr68PfT3DKOfLyKwu4PDxA8LmHRkckj2KGR9k9vf0pJGwmSVyGo5RFRakYvgzrFV5CHcZ1ioAjt9vyrCC+3WL9V6rjprLwL0k1m24EOmeHlXD8txr0ISgw45nQK1N3+aQsoNgr26qwRzrdduxEbQ4NFcKFv43/CIj/Pf+1+/gq1/9qnhUN+o+RuI23nL7NRhLOuhJxNHydczOLcveyoGuW6siFg8jmY7LRLbh2zh8cgbPT89guexJcF7FI0DsytqQ98Gz3zRRKuaxtLwkgD0twSb6krjsvE1Ihy1wdhY1AgK+1apN1Gp1bBqZwvmjGzBkGNh3+CAe2vccDpVW4IaCqBNDaLcRizuiJBuNpfCuN7wNY5E+LB8/A2dyEAFK0UM2AkEHZiSEphXAQkPHA3tO4rG9h6DHwwiQcLIwg9k9j8NdPQHTzSEZshDuHYPRvwmxkS1IjK2BV9dQrOSxuLiAACxMjo9gNNlEsrWK3lYGERIYwnHsO7mAr379O3CbGqx4TM7cpVMn8Mrt5+G2a7ehwqF5rYE1k+sxNzePhdkZIcw1NROHZhbx/QcfQ67awKWXX4f3//nfwgzGUWUwLS0gqjUB8SV8mhYQIdplBXBq+jTiCQvjoxEsLezD3InjuOcb38TsqdOy3smovvb663DTK2+C164jk1Fe9LRzoBJo7dpJpEcHsTizhFy+AtOyMdLfj37LwaFvfx+H7nscP5xZwQO1JvRATM79RrOG/riJsYE++G4BEbOGKy/diMmxFEIhpUhRQYAm5s4sShBbueCi0gwgOX4OWnYYM7OzyOazqLgegm5VlFis20cH+7BmsEd8woO6J/sAQ8BtArNBC8vZjLBfx8bGYKWG4BoOrGgMsVgIhUwG7/2zv3xZa/yX9Yd+Baz+D8DqT77zZSlIk2FbADv6RRGOo+SLkgGLEkC/hcUzp3D88EHUax48V0O0J4p1526E2w6gShZI2MLqiRP4zvfux4GjZ8QXtd/RMUbikq4mbao6UH55DVp4sRhhSm1H8sVmTPxUuTG32qA7Fn9OmjuCkPTSEomWhTO5GrL1tkhAdly4CRM9KUkx5AbPBouTfB5Ebq2GZpDgVQur2SyeeGYvqqUS4o6JuB0U+WKp6sqUXNg6wvJR7BzxlpNiXyViEnSm9Rj/WzZhNNYnTb9KCbLnY7FuoE7glHK4NlMFgQ/933+OrZtHpDgXz2n6EzUVO0Sm6JqBY9Mz+MhH7xbAl5MeerEyZKXdaGLrBVvwgf/zhzACLCgDMMy2hMWwoWWR2Gwb+NY99+Jb/3mfYgF3AK4uuCpMnLaPHrONNY6PsOajEujBQuoirDRsuQ/heAqr089iayqPrX0G+sMhaTAoow6FIvI+3aYnjXQ0EkamUMfJpWlsuiCOVKKIjT0aLth+HZpuSZhX+4838dFPPoV90xU0zDYSE30499qt2H/oIC6a3Iy33/IaJIOUEdTxd//wKew9eBx//Md/hJtuuBrZ5TMiqT1VXcG3dj+ERm8Ujm5h1z0P4szThxHsyO27TUZXrkKZRSxoo1XIQitlEdMaiAQUqOw1W7CCuvJ+04PIVZs4U/MxODGMG3ZcCL+cQ0g3JFAskejBamFVbBfoc8P7W2hqOPfyK7H2vK341he/iGfu/xGIHTWbLhjJQ2kMGdJdMJvAIZtvtqKmyWZSeeLx0Apa9CeinQVQqLfgaiaaeguXXbENr7/rjYj2DMK06XfURqGQRyJkwzE0bLr0lS95byawevurr5MJYCHvYXJqGKtLWdRKDSwvrcBiyn3AEKllsVIT+aw0CpWqeBPTVzJIc35DQ6VMLzsVqBTpSWFgzSgKuTzyC8tyDXhwCVQi3nJKftRlU7wArHacFtko+2TG/+JHUpYACsQhEMD/mq/FKTtldC2tIeCcQ2ZVy8OanjQG4yEs5vLoiVuYL9Zwqqhkd5TFahoZ3Z5MOCkPJnvda9BOQAX0EByRIB7eOwLBbP5bZMCRBNmQvShEUMoKiN8r77NJ79BWXYKt4iEGxAQxnqCtaVhAVV4Hsl8dO4REOEa9OUzTR5ghALYjslwJm2iaKBZLcr37+nvlGnOw1A5GEfRsaFUdzWoVmnzmUOdCufDJUqsyEbuIer2GOruKeBpGXxKBNKW2ERgE7uilR9Yq2XhkO6m+XIHb7HgUnK8+twjcyfR34TdK0tw2Gzk03Bzq5Zx4WZm5Cmq5Flo5DWY1CLNOOT+ZqgTWACcMRBMWJuJR6PTf5WApQFA1gBbXLP8IAOOjWbXh5z1oZVdCdpyBJIz+NLQIgdWQeJCK9L4DrMoBQFl/NYd2JSNhXxobYQJLgunxQSLrpimyOAkCqzPQqoY2VQIVAqseWkySrpERR4a2Brfho9LyUPAaKLotFBpUFOgI2xGkEwn0p8JIxyw4Fq0VGKil5KTKSLkBiSlt6AADrFplLNeqOFFtImuGMBhaCwsM9KlioCeNnsERGJEIEImjHUoqYJU+uPTp7EjPsX7LS17jHBwQ+IxFowogJxNKPFUVyMUBBoEEkfEFGOLWQoWsj4byzz7LDuW5J/5yBN/o/8tmTLFNqSaR85DS/k4wFplqYg1AW5YXyfQ7eKkMSAUwlYGlAmhfAFb/O5hAyIOv/wKsqliqXUCh63soIKjsER2GO0FA04RlBmHQhsCxMLxuLSKjA+L13Wy0ML+0gmf37UemVIQtShQFqPK6yXs7y4bl9VAAi/IWb4oUkcAqk4SzxTKqVVdYyFzrfAbZCI4N9eHibecgmQyjWMzhyNFpHD1wChFDxzkT/RjptRG2+B4tAWtmi3WYvZvQP7Udh0+cxE8f/DZyCwvCfhKv484Aio3TQH8aU+uGJSCHMlDlJWvKUJoWPfL0dwCOrgVNzGgjGiSbNqzSccnQ1xnwZEqoHpk4HCjxTCRrn2A6B9HibUkwVhjBismrvFMV25jXS2WM8T2y9gqJtzJtVASg6gxrGgRvORzpsPBCNpsWE9miK81fbzIEKxRFOz6K9OZrEBregLZvQSf7nXeI9DlQqm0LWNAFh168OJQFRCdgp1TC7t3PYGl5XoY7fD5EYdTwxbuPf8gGWrNmEoeP7Jd9bqAvJY2hZL7wrNGojAoIOMymnQxJntnFko9sNif1G0GymZkZ+f72HVdI0MkDD/xUrt25555PTi6OHD2CyXUjuOstb5ZAylw2I2oYeo/fcuvtL3l98wceeGKnPOPdmodexrTeKWVLAqyafgNf+vSncN9DP4FGZjLZZKxLOuuHNTRBPN5U1q2Ta9fixptehTVrJ+UMoKejDgeVuRPQSx9Hzi3haydjolr6g4vyiFttVA8GkLzXxuP1cXwjuRl1LYUagVVT2SZYehQ+Waz6Kqz2ItqNZZiNVaBFFn0T1VoOnGyNhFq4YksAr7nBR6vawO49JpYrQKlWwSuvuQ1t1h8wYXAf03X8bO8yvv3gHmXNIF6lJE4o1nxbs/He19yG615xHZK9bLp70aQdV72Kw0ePyh5HBirDYmRQ0fG97e5X0lt09i4mWPN5f+yxx/CZT39apLSSLSEu5z5atSpuu/02vPK1t+P9f/x+VLNF8fPtWprwYST4zT/xcASFQkGCnvg67FsE5O2Eqb3zPe/G5TsuR7VWk+E1wUlKnGhj0SWlSi4j31/HdoTgqoR3dqyZuoOX7tp4sacqGagvBlS7/5+vxcExHaeqehs/ffYJHJg5iTRByzXrsHF8EjFa9vhtzM3NCNs23RPD+k3nIBRNIZMvodE2sO2Sy+DbTJFvKKudNus1Ew3XRTa3Kuo2+Wr5AtJRDcXnTAs08NRTT+DMwilMrV+HAgNqV1dx4YXnIrOyAr/OO89zuS7nesRy0J/ulWd3JZsTa5LTs3NyjaKBuLCtGRpJCW+1XpP7vCY9goHefiScCPS6j3KugJX5Rbn3rElpr8bU+vzqCgqrKzKoXmx7aMbD8MN25z750CzWsxoCBKS1pnhkXpLsw0SrjlOnTmPz1bcg4/n44Xf+E7FAE1G9ieczavj1Ur/+z0e+gmKpgMHBYaxZsxa1chknjh/E6FgPxkdHZH8POWH53M/u2iND37ZLwD4DW/dUgCfXBq0AqMZh3dyxrjhrA9Fi0j0VIexP1aCBdXU4ksDEui2IRmMI0qbKDMjAmfc2zKR28WRWlgD0e1V7CoNmlfyfwK/FoRw9bMUy0BP1BGvPv/vox/CBD3xQgqUabhsDCRtv+7VXYKIvAo7MpqdPIpcpwA6EZJ2QbxxLJtA72CdWgY/tncbB4yfF51uzHBRJTuKaZh1GfKDRgmM50pOy5qm5NayurKJcKuLCc8/BxrVjqGaWJW9kKpbCxMg4psbXYsOaKVgtHd6ZZXin50R5+cDJg/jevqeRYY1jK/VuwjIwZARxxyU7cO7oOrilOkJhkhhSiPYkpa/ktYok49AdG1aqF81wH/7uy/+Kn+7dj+ELdyCR7IFfWkWtMI9GdgGtah41P4i8Fkfv1FaMj42i3GCfXESGGQxVG1PDm5BIGki1s+jLTSPmZVGplbFYqeHHjz6F/adWYSeiAhQvnZrGtVs34lVXb0OrWpSzKxrj2myilM/JANBK9uDZg9P49k8fhtsOYnh8Pf7ig3djzdQWFDPLyGazstf09vbKnkV2crWYwdGTp8Fgz6m1o0jHgFPHn0PEMvCTH/0YDz3wgJBNLr9iBy64aKsMSKwIVbrsGw2xEEgmepCIp/DIs0/hZ/c/hFrZQzgclV5n/fgY1pkOGscW4Ww6D97EWhQKLuoeweE8UnETyWgY1VwG8yePAF4BtXIGGzePyrCQfSKfycxqrhN2GcDJ+SJqwSRml4sSjMbhFcMc9U4Ic24lI6SLydF+JKI2olYLEebJ6PSYV1gR9ysOIugPO7Z2CudcuA1lr45soSR7+5vf88cvdXn/Uv/3vwJW/8vt7Xqs/uib/4J0Ko6YExT/T4KdEvdDcCIUkoUmnlZ+G/v278Pi/CImxyYwMj4kko7Ts8uoeh7Wb5rCmZlpLC5k8Z3v3IdCNoeegI4R20CEjFVhntKflH55nEapUBwOoYXeTbCjC6xSXkIWAU3WiV6CjQCZBW2RIPI95usaVtwW1m1ch03jQzKVCDqOLDabcic2Px0vpUKD01IaY9exsJrDgX37EWPIBFkVmoYyU8zbZC90JMHCmlFSPPFOJSuLHq8+4DbJTuSRy8KHbFUT+VYb856PIjh970iO2g1pID7x9x9GTzwo8g0CVWyKCBKxgRPpBQycOj2Pv/7I32M5k1Ppr6pbktTwK6+4BH/4++8VhgbRkaDFgCAGhSjmCNMDf/7zx/DZL35dPt+LgdVuU8qftdo+RhwN/VYbJWsIi6lLMbe0jOTgkEguvNxJXD7awMZYExGCgPTKdBuwGbAlsnVXisCgE8FSpoRTC6cwNB7CWL+PyyYTMBIEn0zU9QH81Sd34qlDHvQgUzjrsNIhrLtsE07OzuK6i7bj7TfdgTAZyXoQ93z3PnzlP+7BRz/6t9iyaQoNtygygyfnj+D7R56GZxuINS08/m8/QG0uL8yk7uc6WxSbJnoY4EM/PbLrqnn0GA3EKf3hZIuBLm2mUrNo8FHTDPRPbcLr3vJGMeN+5AffR0w3hKEWcGyRGVRLeZGVu7qJyNAabL70CkTTSRx//nl85ytfRn5pXmTmZpNecorBo/IS+P870laJ55ZJggDllOLxGrJTXanrWK66cHVg05b1+O3feqf4vkbjvYBmSyO1srKCEP1RIyFsveT6l7xBL5ZX8ebfuAPziysirbKdAHKZLGpFD7lcRczjWaTUah4KpYqwRS3bQqNaFbYWwWJhK5k6vHpN5NfEy1h0Dq1dI4VNcSkDvamYCnxOPJcHE8F/8v5eCIcgKMnDUMYVHZbkC99TdiDSOHXsQQh48HvS+6poX7QN+rMxFIvvQ0eY4VM9PfB8A6FWEbFwAKezHuaqbFTqCFkhtNpBkQgRCKGnHP11uLBNioclZbkjeSa4KgzbQCd0qyngK4EJAq/S1HZ82ljE2QFfAtSSsTBiQVekyA4DQci08eqIReKIhyIwSeXRXQHrIqaNqG0gHFaFqq0FJVBgJZ8XJiHB30g0gKjVi4HkJBwzDq9YFqsGhjz4zRqalSp8Mg6bRbheBW7DgB9Ow+yLwk7HJB2Za1QPOjAYPCgeqx1gVZAIYgkt+PSaY69OA1K9CqCMdpv+z/x9FbRbBfiNPJpuAU2vAqOUR7NEFagGLa9DLwNG3RTf1wAD4MjajQUxFk1Ao4zUcGQowZ1SQIo2GWsqnb5dNlHP1eAXqrCYXj6QhN3fBy3M4CpLWQGQHUFgVbwveaPqaFeKaFfzEi5IyR5lx+LILRMuAoEEOuvw6QdMOwCX16oGvexC52CrUoPvKpYMGaqUleXrLrL1BooeUNOCiIYYQpXEQCqBdCyCUIh+r0yjpUUBDUOVJ63Gz8F9skxbgiJ0StdqdUy7Hg4TFAgy7CGMZDiGod6UBG3QBsKI9UCLJKDRS5AhXWSqEljls7Xp3Je8xjeP96FQKkMnW4rNbcMVwIhWJEololhNagAVlGffbdB7nIFjvwiKcpBAxrqwS8VLnT9H300CpDIzk+Ga/CErUcA2Bc6eBWg7gVgCrBKs7YRKvcBYVQFHv8jSUk6CAnB27Am6QGr3v+v+XSwJxDaEIVhdrwENDr2xCfRbFi6+cgdqYVN820qlKk6ePoPjJ0/BrTdhUsYvIK8a4HTZqvL+BChRexTrHQIz4mVa8wVkWs2XBGwlsCphbU0IYJdKRDDQn4Bj8TVbyGVLmDm5jKQTwKbJHgwmA0hFbERDcdlvFitlVAP9SI9ejpVSHT/86bcxOz2t2LqGf9YCxaekNhbB+RdsQDjsSC2mPjf3bBe5QkFCeAimU57b/TJlfzKVnJH3jA23DJE0OAKWstYiYZrAKuslgnEq6KfLMiaTk3uUYahQQqpCCI4qUFr5ktIvmg04Ge18lnh+iKWLgKFkQGtyRmi6j2QiCitgY/rMKor1JjaMpuGYbdTsJMKT29Azda2sGcOgMkAFkdFmQA5TCTZ7YQignglVk/IhJxPN8yqYPnEYi4tnEGS6E+0wWrSuqktwKcGJeCKOJr01xSaBz7EahipVlPICFzsGDnWo1hJZtN2xqeHBx5mOJ0BqwA4jm11FqZCXtcEzYd+efdh/aB92XLMdl1x8qQooDQTFc5zerK++47UveX3zB372+E4VkNkJVRLVkeuisFIQVRdBim985cu45/vfUR6EHOTK9eJ1ZC2vrC1YbxNQ4bW44qqrcOvtt0Fn+I5JP3oHxflFNDN3I2ZmcLioYyXv4eoNAWh6C62jbVj3mchnorjXGcXO2EXw/QAszUbd8mE4ITjeLFB5CsF2VoHsVFe1GgJwM5DQDvfAb9Tgey1ccX4G128wsXKqjcUS64sqLjh/O8Y27EAzmJRnNhKN4bs/eQz/8e3vw+WQ21RSZWEfAUhoLfzub7wdN975FnmmG24ATx0+iPsf+T6OHTsq15r73uDQEM477zxMTqxBmEnWQVr6dCyzOtJnntscLHz+s5/Hz+6/X0AjATY7RAqCV+Pjo/jg33wIzz3+BL76uX9BgUPaTiijVCgMtexLy5ndZTZzRiCgl98WCw7WPlPr1+Pt73yHpK27DU95UHM4wnsk76ezP5JA3xk+C1gmg5Qu018NHPj1Xz1UCQy8+HtdBiN/B3+iqWt45uA+7Ny/G3Wuf+hI0ie5xqEtCSA+KtWyvO9zJqakXmXoDwkD+UJZ1Iy6bUgfIuuSVkC6+nu1ptiEvBZSv5HowdpXQlw5ZOPewf+vhrsCOPtU5SgfbdZYwqwlgCwqM3VG8ZyU84pKP/ZidWV/wFDlnnQfrrvhFRgbGYPpcdDZsUWgn68w7ylPV3UnK5JiPoujBw/g9PGj6EmmcO1tt2LX0f344QM/El9lkou4rjiooyWVE2jjkqkprLHDyC1Mo+QDG6+8DZNr1mP/Aw8iWF3G+tEEfv+L33tZ6/vuL/wYx49Ni91MMhFHxKEdTxu33nQtRkcGlA1Jm0qfGn5w330oFXJiiWSZrvhEUjnZtWoRt3MhLigbCNbT8vcmh9F8Dg2xBSFrFRwMxtLoG1ojvp2GyPxJprAQiUQQjcTE85RAG59R2yHgyKGimOMKO5T7q+SMcM8WdiuVYCpr4l//9d/xR3/8PukFDMNG2PRx9baNuPicCVHzlHJ56G0DoWBYwojY/zAM+cwylaXPYu+ZPKLxBFK9fcI8pGqSln4EbUW10VC5LzyxxelKBm0mdmzfjpGxYVgBHfn5M6iurGKLHceN269EImCjniugkcmhQT/OpoucW0U2ADx+8hjuf34XGmFHBo+bE0lc1DeKEVjQ3Yb0yqMbN6JBglE8jlq9LrY1oURMzkL2JLTlOl2o4uPfuBfZyAjs3mHqb+GRIclnnzYmmomC25CwtH72zckoysijUMrCr1gYjA6gpyeO8ZiG1T0P4OTuxyW8N191kSnVMJutIBi2kUr1YOboMVx+7hRefeN22PWaDDmpzOvrH0CbADqHFKEYvvuzh7F/ZlGCJy0nhff/+UfRP7wWfoMAO4kwCkxkPcF7V23KarUAACAASURBVC+sYs/BwzjngvMx2BOHVs8gszqNgwf2YvrYMZTyRQlvvPTSS8TWZTW7KixXqkKEnNNoS5jhgf1H8dSuPaiUq9KP8VxgD0Y7iqimYdv4enzkM5+HPToOypjrLVcCw2WqRZC23cAjP/kBHvzxvZg/cwLnbBxHJOwIWzoaiyCby0nNMjI2idNLFTx5cAYLmapk5LCfisWTQhzi78+u0P4uh1AAiIWDSAaa6I/HMNw/gGQkKkNQ2ou4daobNFx6ycV4xU03wrBDODm3iIWVLO787T95WWv8l/WHfgWs/n8Aq309SfESoT+JAJ58+Os19KTTcJstzC4s46cPPYrn9h6QAv7cTVO4/hXXSBN09PBxkbdv3Xo+js8chh0M44lHn8ZP7n9QWH39VhApyrxAD7DWWas/JbkVuEIxUnUW+4YAmSx6m5Q+8DDnwQAIsMoFz0Q6MjNX3AZGNm3GLbfdilOH9qGZzykwtTOFpkxADhJKVfga9FrSTYSSvfjJ/ffDK2SQchgkpKNab8iEL0grAIJfIh1TjSHxXFoCiDNcW0ONF6gLrLbJRzKx4LWwWPfRNCPc4mU622pWcc76cdz94Q9xBiv+qFzo4h8uoQqcuDMY08bBw9P4u7v/EdkCjZdZdChglQDBa15zM9759jcLS8I0yDripI4sNsVUIcDw/P4D+PtPfBb5QuVsI332drPR4VtvtRA3NIxEAqhH12DO2YTs4ioGJ9dKwzkQa+P6LVFsShk49OTD0BsuIpxK0vZA01Cq11DjVMdt4+TMHPJuWSbVTCHe0mOhFa1jdNMonp8Fvvqjk6hoSszFa2fGgxg5bxIL+VVsP3cb3v3KV6PPtNAyA/j8V/4DP/jJg+Ipe/stN8IOaAjHwvj6Mw/i6cwpVBseEhUDj339PgQ9JdkW6W+HaSAsKMNELJEWUI+G53qtiF5LQ9rSEPJ1uGQK6LRapK+ViatvvgGXX3sDeoeGofl17HrwAWSPn5BiHgEVQkVmD4GK+MgYAr3DGFl/LgxbRzWbx56dO/HN//gmWs2aJEbSdsAgv7orteYAgA2A+NIpxbWEf+gBeAyYafnI+AZKZNJGQvid3347rrrsEpTLNSRTgzBMSxpWShPZwNIf7pLLb3jJezOB1df+2k3I5apI90dRqbpyfTg5LBY9RGKcHuqo1urCJCKz1rFtkUqRWcjrSnYf5Vychjc6z5cRNJEaHpD31uA1r1QQD4cFsVhZySrGD4tTAl4SHMF/RdN7xUBThT8BCjZ8IgJWwKUwNpQ0nV6l4uMkpbBiuBG8ZhABC++GRh9VA4M0RjcDWMnm0RsChhNhzORqOJ2rodYALDssIQVsFDiNlFAaepnytTt7jQgEJWCH/scEblsCgHAHED9JGZYQICVISEDCgK2TNaGhN86ClP6naijD1yI4JWwvWoIE2wiFDAELjEYLgwTs4rawBrgXsLg6vZzF8bkl1DUdO8ZHEYoEEY+EMTV2EaKBAZQpZ68wUbmKdrUK362h2SrCrZfgNQKoB2MwE7YAqyyQbYYl2Yr5qRF1kAFHx/CXflzMaA0AfpBm/kx0orVIDQbIFCkLowt+BfBL8L2SNMOo5oAqoJd0BEomjIoJzTURoJ90QINmadBtCyOhFGDFiL6rSpfAhc89mMF//NNEqwLUVspoFasI2wGkBmj63wvNiShgNWhJ+KBYAQjwqMHX64BXhV7n+2p19nNdgF0CnQpcVQMhMv0FWGUIW9VDu+JCJwO9UobvMljPg+e1JE16tVbGKhmrLRPNYBrpeBTjPQkpuOgxpQdsgMAqZfvCbBMukWKs0me1WYZfrMIsuNCq9P0uYV9+AcfrDVgpB2unhjDeM4yQnoDl9COYTMOIRhR4Y9oCPkPYHjq0LRe85DV+7dY1wqTMVzxRH/B16DvLZ7wrFeU/hekoKgld2CAq2EKBcV3JPaXhXTmsAFodywxaYEjIJHFlntUcOHIIKd9Xr9396jJWJbSoK/3vWAkIcCo/r4ADpYBV4ED3FbrAalfy331/CgBVbNPuvxOQj3UBJd2mJft/rdXEFTdcCy0VxvJKBpWqh2PHTuLMmQUB+bi/KD/XF96DOksUAHI2NbnTnHoE4mu+WAGs5ng+8+xmk89UcV5THZGQjWQijN5URMI7+WydPL0sZ+jG8TTG+kPojYaQCEVJxEbdaKOCKKzYOrhtB0888ziefnYXCkx5F5ROhTZxs6Gn+Zbz1iEej4mShYB4raI8sEVK3PFQZC1AMCiVSmFwYBCJeBxEfjMry8isLqNaKkiDqwt7jpiXLjWfY9OmxEQ0oDzmZfhNVTctApgALZYOHUCdgCLZwZYlDW4iwhCrlvja0+uVbCjWPyYtSwJkP1F6WUOxXEQ4ZKOvj/JP4NRsFsVyDalEFBEOY5vA2I1vwcjG7ahQXkg5OyxhXxKw7H51gSTeO2JMDEkTyWuTzESCBnUcP34YmaUZBaIw8KmlPNblomotsanh2aqecym0BExVtgFiAiXvUQgGVGho1DB1PDA7z4zYR5jKt5jD1xPHj6JaLotFRk9fD8YmxuVlKxXuo1wfJLd7eNtbf/Mlr28BVh97UixIuqn2lOETrM3Rs5IOsVoLP/z2PfjqN/9N9igKEpTBlkwr5MxjXat8NhkuWcfw0BDe+va3I9nXqwZU3OdyWTQWPw4L8zLEbHmc8TL8DNBOa7C+qyFXsHEcbTwUuxJHrAEE9RiaDA6l9UTuCbiFZzv1mSaqN9uKIppIwY4m0TLaiFtxCTU1vBym0k2MxGoIGy54IPX0T+Cq2/4Q7dgEDL0JK+jg+/d+G5/77D9gtVyGKc+bGr7QW/+SwRDuuuu9SG/cikQ0hkP7juAfvvIFLOdXlB9uva6smpoMoEpjYnxMhuEbNm7E+VsvkNRzstwoa6bKjODe3R+7G/t378bg8Agu3rYNx/YdxMz8GVk7gwP9+OBffRC27+OfPvy3OHDiGFypUWjhwXmgCTPuwC3WOhZGag3zS2zGaM2j6xJ49q73vBsDQ4OybrqPoUi2xe+Z8nOlPqBKTnzuTVOYn113VQmb7AwcXiz7l9O9IwX/r6zV7m6bKxZxz73fwzLVXQ69OlmIKAs1WVt8qkxV66CuPLGFbiOWaOqfHJTKGusMpIW5SgKOeM6KjfnZOl1UCGJtwM+mVDJdWyi+ut9U4LIarCswVs59MnT5mhKMyWGf8uCWAGWqIJs+4qEoXv2a12FoYFS8cRmMKbJ0sarh8FzVYgFDAbIE+j1mCNRqEoI2MjSIiQ3notqo4stf+xK+e+9/IujQwohzoTocv4GtPb3Ytn4KLRI1Wi7sgIPJq27G1HnbETUc1PPLaOQWcfmdb3pZ6/uP/vwfhTF6cnoap08cxvqJUUyMjuHWO27Hmok1AuCxPuXz8MQTT+D4sUMwUIBtNmTta75iOtNOpd2xjVDqOZ52aiiFNpUsJOUwjJM+1A04dhRDQxOwYymEwlFhGZLhpwjU9HJtYXl5WZQSosKj/UaziVqlimqpgnyhIFY5rC/IHOZzPTwyIBYpExPjWFyYx4c/8jd49OFHYNkheJUCUiEdt157CaZG+6VGC+g2HDssNSKDpYtuA7sPHMGufYfgR/vkNRm253pV2bd60ymUSxUJSCbIa1uOnME8p3gRmB/x7ne+GxvOP0fq+4meXjhuA8FDJxBvG3CXVtEql9B2XQSaPgr1Cg5PH0M4nsTg5CR2z5zEI0cPwLID2BRJYCgQQr/pYLB/EMFUGsFUUoZarPMJ2LXtIILxsJAYqGSrByzExybx6NE53PPsMWR1A8loEymniVC8D8FQXCy6sitzWJw/hSp7qf4x6GELK5kV5BaLmBgawPqRQYymw8jMHsKXv/QvODEzBycUEdUbw/oYtkXsoJzJY6wnjtfdeh2sckE84Xm/xb4hHEI0EcNCoYxv/OB+lLUAoukByTu47Y43Y3JqiwRdMSODe06R97NcEozHQVNs16yQA90rIRFqolxbxIMPPyDn5PXXXotDBw4gGo9KPyc+sF5FQHnu20ePTOOZp/di5vQ8auxdGNJs2wjbKqiuWvdQqpSQDkVx9z9/Etfc9Aq1z3AALB0Ka4A2Mosz+OZXPoMTR/ZKcG2I+5LfkoCzVCohwwY+k8Pj63B61cXOg/TRD4hiUBS9HK5KLQyUS2XxnTW1JiyzDadeQkjX0ZdKyx+qEUlwWV5ZRqvuYcO6CVx68YUYHh2D19Yxu7iCN/3Bn72sNf7L+kO/Alb/B2D1vm9+HgN9PSJRpT9mjSemzom4ShKlCfBipoBvfef72LX3AGwrjKuuvBTXXrsDISeEB3/2EEZHRnHZ9ksxd+aYNG/VWhOf/9KXsHBmEdGghZTFBGnKhWgtIPE0Io8RFl9bAalqsqhYqwQzmgwX6UhIlPSAYBcPTUpmNNQDYbz1d/8X+gYGsP/pJ5GdmYWjs0BqQWOSIZmBLaiwLZrFc+JrhQQgy1Uq2P34w8jNTIPtP31beDDRX4yeG5pIK5QUmcCqmOB3QKFqg4e9OmTabQP5tonZWgMZ1jmGOPvI5lBvVnDdVZfig+/7Q6G2s4l1bAcNhvsQm5U0Ttb0ARw6PI2PfeKTWM0XRb7J/4m/U62Kd7zjjbj9VTeInNk06JPXkgNWNb7UsRk4NTODv/7bf8LScvYssNptltkNmyxmaJKPIPpDQZi9GzDnxaDpNiKJmDD5xnqD+K07d2AqFcShXU9jz84nUcusIuGERP69XMiJMTVaQawWsmgZQH+qFw6ldodnoJst+ENp7FwqY66mCiOaxIvUrC+M2ESPSLS2bboAv/fqN2A4EMLM0hL+8sP/gHLNxWWXb8dvvu1NiIctFJsuPv3AdzBDebLXgHdkCUce2QNHsztGkS8wnhSTieFnlAWrwqnd8BDSfESDhkxzKX0qeR4G+3vw1rvehIsuv0Sm0kzJZjjIyuFjOPbE4zB5mDCxNmghqAfhxBOIjk+iErAxOrEejXYdLY9gSguf+szn8MSTTyJIxh594xgAJuxHMkjaCJMRpANhuXqA52uosBxqayi1+Hf25QYuvWwr3ve/3wsTLdQZDJUcEJiBhUI2syrewvyMV1x360vem2kFcMONV6FcoUwqDCscRLlQRK3YEDCdE2g+RqVKVaQj/L2SJunVxDeWbDWyDK0o2Y8G8ksrElLBUB8nmYBm6whFbHjFPAI+kEimsLREKRinoCzO+Jqd+AUmiXaBVZmmKysAJQ8mU0r5IvNesoHg5JRJjRIIRdmteKUxuTqgpCourQvIGIthrDcuRWBhaR4TyRBS8TCWSj5OZsoo0peK7CtLhckxPZsWJyr5m+v6hcaHjYSw2QR0NaSpoS8VdwK+Bu8XX4OLk0ywcAACxPntBpyAJbYBbNxFTk1QkyEwUliFoPtVRC0da4dHUfN88e1dLefV8MawMLuawUq1ig2JfmEXV6qzmOzrwY3bX4eoMwp3NYNWNYdWsYRmxUWjkUej7aHRDsLjECnE5zWCSDQOh+mbjo02iwt68wUNyWwS4J+f16yjbfloOU34Fv0N64y0U4MFo6aKcIaCtWtAswI0aUHQgOE1oVfbsGomAq4FzeUeqxgSPn3ygjaGQwmR7El/xSQwzUfTd+FRqsWivNFAJVuHl3OBsoeoHUC6N4lQPAUjHIFOAJMheCKT7wKr3L9ojloXSwDuz3LXZPgVgA/eEybS86Fro12nVN9Du+7CZ8gVPVarJbQrebRrJZjVurCoKvUaMtUSFt06ig0DrVAKfYk0RpO9SIWTYpUBXkcCjryOAcX4lYOlWUebjJ16GX7Jg1asw/Ba8GplzK3M477lZeSsKtZvHcWW8Q3oDfQjGuqH5kTVfRHQ24bG66Zz6GBCu2jbS17jt2wfQbWhYTFbQa5IgFyxuVhssqiUZlqJG9Sggs81ST2UhIrNRoepRzCN4E03WKrDeiK7KETPQzIlGVgl3qs8dghuEGhTgGT3vOkOSZSP6gtWAEq6zbXesdoRkKrT9AnjRD1HL/ZYlWZbfFoJyHZCq/g+COh27ACU/DaovHurNQmn2nbldsTG+0UBspLJYf/+I8iuZKH7urInoZdrhy31iwCrYqzyv+kmI5ORU3ObEoC3WiipIEIZjhJgkPGmMCHDTgCjgymE6VkZi+L0fAazx6cxlo5gw2gSg3EHyXAEsbABOxyCHY3DCEYA0xbm6eO79uPAsVnMrVZQ10Lwmpo0rfGohfO2rJXhWrFYAIFetb+2BWwjy6Qn3SNA2cjIiACr9NLmVst9rtloigdiZnVVFBCUtRdyOZQKBfEOZEvOz5EImfJs8P4I09gwELItqefkWaLHq5QburBXI46DkURE2PcSfMX7SpCEGA3BB8tGPJ6QPT2fL6JYKMO2dPSkIxI6cXomh5MnV4UlGImZSE1uwtab7kLd6ZMAoLDjCLNO4JUOW/XFwKp6pvneGXZIkIU2AhykmZg+8hxmz5xijBWCtAAS0EcFHwl7i7XQi30tZSBPH3Yy6hmYyiEfQWV+n8NkAj9kciumtMhiAwEcO3YMDz74IA7s2yug0J1vfB1uvumVaHnK6oZnnzBE26qevPMNv/GS1zd/4KePPSH3hgAp3zdDAgk25ZfzQj6g5dQjP/kxPvuVz8sAi6iXnLoEpRROLzYT/Cd3TtbQPckkXnfnGzC+bgo+GaDBsJwtrYW/QdRcETBH83xYCYM3FOaKDeOeJmq5OOZRw7zZgx9Gt6IQGoJv+qLGaGWeQqX8jLxXs8Xnp4lwNI62Hkad54luoVYrol5piv1Aw9MxweC3qQZ6gh4CoTi23fgnAAcO5QUkIzEUcyv42te+iMeffhLkePGZTEXCMvS/eft2XHTDazG47gIMDw3jL/6v9+E/H7gPXlsx8pkaTXYbAXje80JuFQ2GlgQC2HrxxXjdna9H/+AgKrSLsRy41RpOnjgh62XNmjXCLF06PYO55UWpUXPZHLbvuBTRVhv3fOZzePq5J7FIdYRuwWzRDiiItmOgUub5yXmf2n+7+xh/L58bAh53ve1tmFy3VsAZdaJQzafqrWI+jzIDI70GMsWC/Pu1U+vQ198vYIQAj9w7u772HVWCsFT51P0PHqvCNNQ0TJ86hR/8+MfQQxaqrqeGSp0nUwZz9Dhm6CvtnURarlQuJIZ4Xk32atpGKZ/uFwZzqp7j5+js692CqoMcKzsEhrt2f07tpTxHZDDDQY5kY5BNSR98tfeI4qLjO8vhj5xZ7RYzK/HqO16D88+9ANlMQQg+rTrJO4o9GQ1HJJCU14n7ET1wGUrKq8R7QbYjQ5OYJZFMJVCq5vG2d78d5XoZmtmGVS/iyokJXDTQL8oaM2ojpelImA60kTWYvOZW2Olxec5Qr2Ptur6Xtb7f9ua3Y93EWpQKyzhz4gA2TIwjYoZx7WvegjXnbBELKzJ1eQ0e+On9OHp4H2LRBgJ6Ewa9ttsqREzsnmgZ0WEyy9BNdiHlP0+gqdUiY5WWcS1EoglEY73wGD7H8YAdEmbf8eMnceToccwt5rC4sIhypSLPMAE09j6s19Wuwro4ILWuaVlyRtFqaKi/FyPDfeLtveu5nTh8YJ+oMBjeONgTw2XnbcCGkX40Snk0Gj6KVRflShmGbaPstfHUnkNg7HKT1jmajmQyIc9di3YPEb7HGkqVmvQu0jMYBiyHbMkQ8iuruO3W2/CnH/oALIfYQxj1E3OoPfIk9GINGvc4tyrDeJKGeG2WlunBWxYGbIjPgUWQsAqrWEVfOomB/n54pDCHorAiMQkLbNJmyK0jEAsjEAnJvtzgfQqFEe7rQzWUwr89vgv7szPoj1Zx8XAITiQB24kJ2Ok1CExnsdQ0UaqZAv4xcIrHxrqJQYwkwtC9ipzjjz63Fwdm5tE7PCq2UolwBD97+Od46JEnEEAQzUoJ1115Ca7fuh4zp07JoJMsZydCS7AAdh86gd2HT8JO9yHdNyQ5IhNrzsXr7rwLlhM5ixmw3iDTXs77YgFpkmf0NuqZBVh6CVaqjVMLZ+BV69i27UI8v3sPvLorv4dPGq3JrGAYbT+Ae771PezZvV8NtjwdTYN1F0QxE6ZFmEG1r44Gw7FG+vCpz3wKOy7dDhc+bOmGNRh+Ew/ffy8ef+AHsJm5UaMSoCRrTNZ3NCYAu9gYDI3j+FIZJ5arqDSIZdE3WgW0qXBSRdAp5LPwagWxQYobTXilEuoVV+rjJAOR4zFRdbJ3iIcsrBkfFi/fodExjE2sxV3v+4uXtcZ/WX/oV8Dq/wCs/vDrn8XQQJ8Es1DKUSPoQMac74unFFkRPD9zhRI+85kvolbx8IY3/BouuOhckVR+9nNfwvXXXYftOy7G0twJ6dvp2/Ljh36O/7z3h3BMBp0QbPJhE4wIagiRMSFG6sokmts0D0wBVjtSwxanS5TbdRgtnFpRnsiikIvuljvfiIuvux4ruSzKK0uoLK2gMLckJv1Mc2SIAb+qlZpIm8kGiw6Po29qkxTskYCBvT//KQ4++wyy+YIsTnrJSUKtTERFzCQGzGw2ZOrabsOlB6OE1BAwM5Bp6ZjxfAHM2AbooiEx0dI8/Podr8Tv/ObbUCpnpPgPO2GRWEu9wSKZjFpdx6HDJ/DRj/0/yBVLArSKzxrl1F4Vv/Xut6AnGcK6dRvQ1z8ioRDcNLpFGxvLpaUlfOBvPoG5OZVK2W2W5WAly4e7NdkKWgjRQACxoU2YyzeR6k0gX8jIoaU1Mnjv227CG151HUJGGMtn5nFs1y4cP7APbqWMfK2Kiudhy0WXIVup4uldOxFzNAyEIgjOVYCVVeyv2ThEI+xASwUocM6tt+H0RmH0h1CzdEyNTeJ3bn89NiR6sWfPXnzkY59Grd7A1ddejT/43fciFg1i55F9+MYzD8JNWjA8H8d+8gxKp1dg646Ys/MQe7E5O6+8TWmtyTAvshSIs/B+SvIKao06hob78XvvfQ92XLINK7kl2WhbtH+wTQRKFUw/+SRW505DD7YRNAIIGCGkxiaw0tLg9PZhcu0UGn5dDmCmLn7vvh/hU5/9vDQ5BM+6XzR3CPhNhLW2eKOOBphTqqPcaqPgGyjqAbi6JQEPfN7/7M/eh6svvwjLDFYJx+FE0yJDpDcOkxpDIo/UsePa217y3kxg9Yod21F2S0ike9HTa8shsrJYkoaMnkms/dmoswnnNWWICYNSGp6yv+D6I2AXDAWRXV5Es9qWxOZkby/awTYMx4DuuSjni9LcVMuuNO/yeqrS7jAruungiv3TYhiRFIAEW9i0GuIBSaaBBLS4ngwi+NnZJJGGw5kPZbBKKcIGWbFh+4f6halayRVQyhYwEHMQdQKYqzSxSLP6uisAAaVOtHnge5OKRVKDVQPKZ4pgu46maqg70n+SILl8CABIU2DQToBMjRasQFvYalSHhy1b/JnJGCADjKwAsmrCVhh6s4mxvgjWrumTBndhKSfA6kqZXqY+woEoanUf+WYLAQ5gKHcy8gg1PVy99Qbs2HYtNE9HLb8AP5+HX6nDbRAMJ2DZhku6DNNZo1HxMLLDDkzbghYKQ6PmN2CiJR5cLQWuBmpAuIFWpA5YBJ4bsDpp7brpquaoTRlOXTxLJfGpqsFotmHUmjCqgOEGgaZFAzrZx0C2WsDGkBUG0XexeWkyeIqqAw9eq4kKLUW8JrILZJI2odcaCJsa4rGwSL6sWAwGJ+SWLa8lwGrHS1EGQ2ILU1fBOSLbJeufQCGfM7JgGHIl6QtiCaD+dFLJXdJki2izqC6WoZGxWfeQrZQwT5lQU0M7kUJvrBfDsWHEnQR0x4HvmGgz8YbgKhmrvNlsTRoMivIQZEp82UW7VAWYquy5KGbzuD+/iMPFLOKjfdi8dgwTiTR6I73QrQR8JwmDCboBC4bpSOMvoOdl21/yGn/1FUOotwNYzrtYztLC44Xkaw4klMm/ApcEXCV7lNYQlHsReGsqD1YFYKp2Sf2dYLaSy/LZYBNiWabsqQSwefkJllL+3pXVn0VxRQmqJPt8TcVcVbJPxX5UQKm0fJ0mkM16F0SVlq0jexYgSZjtHdm++KJyzyVzVaWLQw9IkivXZ7KvD+dvvxQFwxNvrGMnTmP3c/vglVxhuwtA1WGnCvtV/F+VCqIjwpWah40+w/249zSaGvLFCgrlKgyTnogquZrAQjwWw+BgPyrlPNJxB+PDvRhbO4mDp87g6Yd2Ih3UceHGQUwNJzGQTCNmG4hGQujvT8HX6qqBs8Nw/SBOLRZwYqGGjGvhwPQCntmzFyHbwIYNIwJe05OZ21/IDqMn2YuJ9WvR10sfMwZM0ueOQyNP9jvWLPRHU1/KnohAulenLK4s4GqRHtnZnPipV8tFYX9QBteid50TEoYetIDI7dxaWdijashMdquOVDiIgd4Ixgbj6E86CHWC3WouA1PokUmP2AGkkj2YPnEap2dX0BdPYE1PVMLUZosV7Du1KL9jIm1j8OKbcM51b0G94cMJCPxxltWsQJkOu1nOW7LY1GcSb1Ra8rD5p9+/ruPIkX2YXzgF06RMVdULvk9fYWVToEB+db7Ry5b3mOcJIXdaBvE3MbWaLHgVqkgAmYxcDXNzZ7Dz8cfx/PPPy/NBYG50Yhy33XaLSFsnRqcQDnOQV0U4wmG4si147Wte95LXN3/g/kcfF9CpywyntJlrs7CSh+vVEQpoePrRR/HJz30SVQK5TIYVByIFrPD5ppqCa48KtFDAxOjwIHZcfRW2XLQNNb+NiB1DrlSHkfsHpLwDKMkAlWdyC1rYQDBjoPZvdbSWElgSq7AinrInsStyGYpGBLFgE25pJxqF5+UsIIssHonCazVkmGb4ivlacV2gHUE7QH9xWikFsG7UwmVrXBiBADZf9tsY3ngVsguHYLFhTqWxksngq//+JWhaHVNjQ1jTn0Y5k0Uw0Y/zbroTYxObxO76zW+8HYdnp2GazWRl1wAAIABJREFUtgrWsR1hIPMZqVQ4IKzDkDBRQ9jf5110Id75W+9GMpUCaGUgIT2OKLHI3qIHKBndhm0JQMx9LpfJAKUSnr73Xjzz2IM4ns2iQsVXvFdsNbJuGQVevA7YyX9KUG2H1U9Ar6e3B7/x1reid6BPhl8yJOCz2wF5po8cRSWbR9RysJhZlWesd6Afa9euRf/ggOx59AtlYKMMFVitCCNUAZpq3++Eh76Ivarsmdp4atdzePrZZ0Q5IcpBPvXCvFXWGmq4RQBU7fNsR/j8kSUvzLwmv69Y390vKQFURSVLU/bzzncERpXtXg3IX1BFiLO2YlmSDStqppaQFFRIF89/Wqe1pOaSea2o1TQwMW/duim8/tfvRKXC/AeyuJUlEKf6AYNp9RYsMyDheVbAkkDhlsx8lTUDgVvxENeAeDSGRCqBT37hU/jWd/8DAaeN69YM47yRfrRbFbR0egLXELdspGNx2OFB9G29Cpu3vwItDkmDGtaPvTxg9R//4o9UmGLbxWh/RF4/e6aIoYtvxvC5W+WaktjAj/3Iww/hyKF9cKyKMO/YP2u+UhUKGN5ByLt7pfSDYlXCHpAKTgO+TvsU2tn42LdvGs/sPyFp7bRh4ABRwG6uHT0k95u18wt9pY5wNNqppRsCXLOeIHhFMK/pkelahAmeM6s4sPsp+C0PGzdP4VU3vwLjg72YPrAbhltGo5hDzaujSgCMAF04jtMLWTx/cBpt0xF7PlqhCWjpVYXM0N+bEpstnm3EJFbJsm/7Qqjhvad9XTqVxj9/8QvoGezHoOlgYedupE6dgSF1WkVCX4NOUA2KmbsRDAhzfX52Tshcg1NrpX+0ah6C3L8Z/BmOAnYUWtBBpbCEZrYE1DwEHAfBsCMhaLSy0Xgdww6C/cN45MwZ/GjfwxjuBwbaNdl3JaSbXvuhEHJV2hvkkcm6YpEVioThWFFYjo7hmI1kmNYLQXiGg5yvocFMGK5Lz8euffvxjW/fC7faQst1YWoNvOPVV6M3lRI/dto4zi8vYXE1i5NzBSwVXJihGIbH1mBifB1KpQbe+OZ3SEYLbYW61iUEp/nsDPakhak/3J9GY+Ek5mafx8YrN6HmN5FfLSgLNUMXJSDJJgx5tINBxCJpsUH693//FpaXMsK2JyGsFaSyqA2fhBn2t7aFgBlEyLAxn13Cdddchb/7+7/HyNq18u+pkMwuz+IbX/oMKiuzsNm7NFw40bDUI6IININYZFZI0EbTCOHIXAErVQ0kvzXqnliJBGlxUqf0goNJGf1idWVe+rfeuCOq0rqnSEW8l0bQkiDRsNS2VHHXsLy4gHXrN+KCCy/Ah/7pX17WGf7L+kO/Alb/B2D1Z9/6AtLplGKnCVOMknNqf0zkCqtySMvBaFr46N2fxNz8Ml7/a7fjwovPx6OPPoWf/fQxvPWuN+Oii6dAc2BK5MLhCErlKu7++D8jR5kkg0tY4BBE1VqI6j7SgTbC3OAZEqOIl6IztJn0Rz8cTvt9H574x6jEWB4+DNjacMH5eMO73oN2MCgNzxM7d+Gyy66Emc9gZvoosvMzsAKc7OuS4tto6ggPDqFv8xbUWTiZlvzOpGNj7uRRHN2/HycP7kduYQ600GbjqLxfpXuU9yZ/9yklM+CKzx5ZdwbO1IEZWvpRDMxDW4JWdEllfe+73oKbb7wS9QobMoZEBDvMwBdNeTUDz+w6iE/806dFqq2O/U5wT8vFB9//v9GTiCKeTqMZCKA3kTjrH8bfw0ni6moWf/XRj+P4iRmZJvKeKdkYwVsWIwQ32jDYaGlBRGIplKsegq2yTJl4GJN1l0jE8bZ33IWbrrkGBj9rrYrZIwdxcNczWJg5JaD1eVdcg9mSi69++ZugJDwSNXDZxFpEah52HjqB09U6apQfs5gnq4cweNSCM9EHLcaN1MBbbr4DOzadj5999178y9e+jXKlhV+/4za8451vQtOo4e7v/TtKIR1OKoX6bBbP3fMAnCaDPxQAoAo6ylq6YCDlBQqAazaZVMuGTLFTeJ+SsRDe8667cP21O8SrhoW2xeRgwxaGakBrorq4gFO7nkNtdYWTAfRPboQWTeOJ3XvxqltuQiLmoFyhf1RTZBZHjh/Hn77/r+AJuKe86eR3crV05F/8+0azDk83kam34Jm28uClJKeSxSuuvxrv/9M/knueyawiFu+BYTFNnonNGo4dOUwUDINDg7j0ipduBUBg9fIdl6BMj7dQCOODKWiNEhYXSsKYZVFLMLFZV150XGlseKv0i2y0pDhlsR+0gwLW1coFlIuehLZR8miHaBHQRkALoJDJSWMSskPIknFRrigbj1/wxlMghsJa+YwKfNlpoNU6I9BNnyAW8fQg45pxvZpMRlmsk3RBKao0CQLQkh0NpBJxJGwHJuWxLn16WvA0DYWmjyr9uNhMM1CFB6nI79gxKBsJFgn8YpOh/KI6adIs9Am2MoxOwnjUXqSMQVpg/lCEBRpMhAKWGKALAzVIlm0djhVG03WRCttYO9ILQ2ug4pYlkZ7MgUKVLLhix4uU4Ify46VrVG8qJEEOCUPDzTuuwYYNN6JUWYGxcAytYg0VNs9NF2W/imLLFa9nKxwWe4do2JZQGjMYliGTT3aJDHsaAqw2IxUg6aEd8REI+ggF6rCEechik4MJgljKNxBkj7RaMCmxY2CVq8HwaDbIAB3q5QIqSEruq46hIDna6ouiwlabPlSeeLRR5sVkdXe5Bd+rw2CKsAEBwRn840Sj0CQoihNtnkFKHijPkFDXuLZUAa28uvl7JeoXvthItKG3yLRieJVir/L9izUA5YRN+r350AqL1OlCq1ZRKlWwUKmhSL/r1CBSkTTS4SSiNn2zInLGtC0bmgCrKsCJBg7CiOW1KRbQLrvQ8iVobkUagIV8AfuLHk5UyqhFQkgPJDAaDWEimkIy2Q/EepUHboCe4I5YRpBZb9780n2U77pxHcpeCyv5GpbyVZSr9MJTzEOeA2ye5F50hlFsrNmw8twgqMoBy1mvu85alb2s0xarn6UVj6bYmAGGPKr9jtebDH0WuWfdADqemIJ7d9QEBEbZwHKWwZNNgaJKYtoVLQsAK4ndSoHQlet3g6YEHhTWrAKYhD0oFiW6YsDRUzQC9E2OI9I3hnrLk0HFvsPTOLz/KNoeG3Y+5C/4OSugtwM8y/pXvqoCptY5UFZARbOloVhioJ+0NQLsR0JB+DxrmwyDIqMXWD81gi3nrEMkFce+w6fw8A+fRCoQwE1XrMHUeAQBzRZ/x5F0FAPplAxpl7N5scOIO0EEnQDMoI1qQ8fpuTxOzi6gXG+g3PBQqLQRjA1jaLIf/T196E+Ooh02YNLnulpFrlxDsFlTzKrUqKQuc7+eP31SQG0J0RFglEOJDnPXV6xWAoiFYhaZXAOVehCW04epDRsRjhp48smn8cADD8nAiSxV8V41PfjtCqA1EdabGE85WNObgK1r4usatkKot6solisSJDox3iehJKdmyzh0ehEh28fanhBxLpxYdXFqaRXjCUoXY7j+vX+C8XN2oJKrdDwaCRDxPrwQYiVD1bYKZCI7TfaHrqkE5aANX+wACpk5BE0O8NR9E2SCkm+eOQxEbBJUVWcDzxJZI9wf5RxQVgCOGRS/QT578/PzOHz4ME6cOIHn9+6WUJZNmzdjYHAIF27bJkoKvnqykwqvWK4K2OMZf9ttLy+86sePPKaefSmS1TrgZy4u51FzPTkjD+7Zg3/6x08gX8qizrAd1iS+rupWkV6rc5IHaK8TwsToMCbP3YwtV1wJF6Z4qzcpUJj/DuL1+1Gn9U9bQ8Q3EEi1EW7rWPpUC9pCBPMEaLUmEr6P3c4aPBrfilo0Aav4LNzsHkBvSkMbCIQkW6DZ4mCTkgkyi18IrusmiNPH8YZzTPQZTWy+6nW44Mq301gHi4f3YNePv4G506ehWy0MrelHPEXfWrLkwii2E9h8zc2YHFsnHnzv/+sPwmtxgMrzlfsgnxM1gO3ugQIfUvlCCwq/gdvf8Fq8+3d+W7y2CVbz3xHUk7qZl4tBs6wRuN9xP2jSwsfH4vQB7Pr+19Eq5ZGvV5B2UphfKOFIrYIsy3h5DWWHonzC6VncRtKwsHHjBtx852ugMeSxqYIdG60GFhazWF3JYGl+Ac1yAfRK5vv3+H4NC/3JNPoGB9E/MYqG2UK41oRn+PCMNgIN0W3Im6b9xYuJB92gqzp7Od/Hjx76GU6dnhHGqi4/94v+xcrS6ixkejZk9AWWtxps/7cv1nNKFnN2TaoBmvoiWPJi1vlZlQPJKKr0UX6qzRYSkahcfwmT4RlFwJff4e8lcKoFccsdr8HUhs2olGrqWhNg85XNE4f1Clx1EAlHOsYYyraG54AQZzprnjkDYScCx4li9969+PBf/iHWr4nhxvVr5TW9BlUCFWjNhvQvDr2pEz2Ib7wCl77yDbCjKQFxzj1n+L9fk/8f33n8Cx8UZSW9n9dvWo9QogePP7kP6Ylt2HLxVahwzTBE1TFw+MAzePKxB2D6tRf1QmIK0QkL/O/WKfIWhMPAvZK4d0tsfVhpPvrELuw6Mg8rkoJuWGpYHHAQiqUREDZj1zZHKcrEekQ3JdCT21qpWhUrFmWiQpaxhpGhXkyM9iIW0bG6eAqRcBD/L3vvHS1ZVaaNP5VO5Xxz6Htv59xNapLQ5CgKEhQlmJ0ZHXVUBrOjo9+MWcaEGFAUBUEySKbphoYmdc755li56tSpU6fObz3vPtW0rnH9PvjTz+vqBdK34jl77/d93iecduoqpFJx5DOTWP/0U9i3bRs64ykZ2JX1iigFqODYsX8Y2/YchicQgenyCkuVNmvxiIa+7g4Jc0yQMCA5LbZY9NAGbHB4BOVKTaw0aH3zPzf9BGdcdD6SuQry9z2JpF4Qli5VLVzLJF7x7JZQZtsNPy0orAaKtJVJxeScq2WKKniO5JZEFIGedniSYVQGx2CNz8DKF+AJ+WExkNZsiMTfw+/MH4IvHkXOpePBl59EvkFv9ooMMFiOVUxLmLmVqgV3OCykDapQRalXq0ndFoZf7MDmzpuFaMiPbC6PadbOLsA06mL799LLWzCTLwk4Tb/Ra89dhe5UCBMTk5jK5iUzxtIi2LR/TPzhyawOhWI4/rgTMTmVQVtHN+YtPR6pdDuSiTZV74gVm4lkVytq2QqqhQlMP3IPjPIhLL7urYi2dmJidBLjIyPo7u6SQcjw2Aimc1m5A1rjbVj7xHPY/Np25bNK6x1RBTaHm2pYwyE9Q4jDgRAi9EGtW/jCl7+MS972VpHkcw/Y+PxjuOc3P4a3XoXbzfA7F9LJNGpUonFvdLkxOJqDFkxhOGNivNgQlQ9xLBm+OD+yN8hwU3lPSyBpqYR01IdQiASHACLxlNR5Eq5r1aDBQJJBmDVDVFpU4Pb09eOm2+/6v1jR/+/8yj+A1b+61s3wqmfuv1VMiClfZcgLGZU8kGjKbhhVTGdm4AsEsGPPAdz8i9sEcL3yindg0dL5+OEPfwpDt/HB91+HRYt7UchlpfklwOLx+HHHXffimWfXS1HAzksAWtuC364j7gGCLiDmqjP7FR42zT42cBo0yn9Z4NKPjwVS3VKyZRsIJuO4/LprMHflMdKs60YdP/v5bZg9fzHeeu5q8W3Jjoxg9OAB5GZyAhqlenvQt2ghSrYb2aqBWDwB26ohGPBD83mg57LQp6fx0rPPYNtLL0njqLEpt1WCri25oCoow1WzxXuEP0wQJ7A6UndJWqYUsNxkLZW6+7F/ei/OOetkGOWKNAkE5JryGeUbKcY4eH7DRtz041skfEqAQ7dbwJ/2zjT+80ufR1d7C3KFLA6ODGPJnAEHxCDDiL5BXhSLeXz9mzdh2869KjHY8aWVBFHiVyIPUiwvsgK8ZCSb5Nvy9fgeGhLGwc2IUsIPvf96nHfWWTDKRfFznBwaxAtrnxWWS8/chQi0tOKmH/0MOb0kxVKrL4jTTzgGG7fvwYHRKQF5WPz4pXNuoB5yo3XJAMyQC42agVMWLMN1l1yO+395B+5/4hkUClW8/5p346rrL8MLu17CneufRMeSefCFIhh/dQ92/vkFhBoET4X+pMzRmdpMczZAvldS/p3yzfET5ESWEsYy3nf9e/Ced10uU1tuvPRfYWBXIMgBQEkYOJSzb17/HBKhIOYtXYpwqg133PsAegfm4OSTT4DmaaBIr0ZaVXi9yBWL+NKXv449B4bk+2xWnwo0VFIbbuJdXgumy40qGbIevwoNIlAFE//9ja/h5JOOQ6lUEJlmuqUTtpssNvreAVu3bMHkRAYrjz0Op591wRverQmsnnfJagwNT0tyZk97EgGvBzPTBRQqbI6pYGIz4aw1eteEgmoKSQk9w0j4ffsZWsY87RqyMyUY1Tpa2tKIJyMw5BDyQi9WUC6XEJdESgszTJoUBsXrUmN+AGG3CajJUBMF33BAwZbfx4I14BMpHvchsqbIWuU0Op+fUVIvNrvBiLw/kYk5smeylRhMEQloCLMBNU1UrToKloWKwUNYrRdpnh2mhwKUFEikbMDI+lAMOwHuJG1bBc0pYJUNugrY4j0T9KtwKzbpBC8YNiNWprQ74b5R9yDgMrCwvxMGPXMrBuoGGzMTDbdX7Bj4hwwqNqKyWsgOsWtIxRPQyLAoZ7Gkvx2XnPsBBCIDqAztAHLD0A1LiKQ5o4QZi0mjDXgCXmFKxaM+xEI+pDxheL0MXVKyeg5/TLcNPVWEu6UKb9SE39dA0G8iKPhkSNiTzaR0gc7YCZMVVrXATBhv1QU3vY7p1VWnFQDTv5uMbTe6/fSZZh3PJsoQAMSo11Cu1VCqVFAqV2DnXBIiFHZ5xGPRr7kQDPvgoSyPMnkyxojCyXVR4Ba9Ick4Y1tALzEp1DiQ4zcu2mXlWU2mgV23lW8cpe6UxjFAhwMQPoD2M8VJoFICmCZc1jFl1FCm/2iqH9FwArFABEEtDG8grPxVyVSTeHS+LIFmAqtVBdZWyrBLOpDPw6XnoetFjORy2Fmwsb9YQt7vQywdRVcshFnxFFqTLQgmU9ACMbh8Ubgpw7PccNVtJN558Rte49efO1cGB7mKiel8FTN5+m86LD2eXGTsOoWlsJlkPSoGKNcPk+UV41QNreTaSSCJI/ZzmKyUetP/mtYNPB9V0AjXlPLWUwClEo0290AJ23HA1aY3qtgIOAxWpwV3wqRUsMORtHdHqi8yWgcY5r5LYFWsACTk0YVyrob2liSWLU5LoNtMuYpcjR68UVT9QRwcz2JsdBr0pZRT22kU1VpT7HWy1xhwxD/iqylAnWLI8jthw8FBpAzWGg1EYyEkomE5r8nyJIueAaDz5s3CvLmzhNU8PJ7Hc89vhVYt4e2nDqA3HURmmkBeEQtmd2Cgr0OsMQr5MsKBAKJJMoM08ai36gaMahFeaGJzUK7WUCz5YCa64UnNhkFRtJDLTJStACyYSHsNhCLdiMTSqFRrGDy4FxteXIvBQ3uQSsXQ3z8LbW3twiL0BMjsUmegyzaEuRVL9qG1dTZcniDGpg5jy/YX8dqrr2Hbll2YmpyU1PigP4FYvBWxaAJtra2AuwyjPA53rYj2JBAPmIgGgkhqIQS8ZEV5MJ3VRXK7oCeOjq4UDubqeHn7YcRhIxbwwhUJQndZqEwVoE9VcfLFV2H2mRdCtz3S5CtljhPO4gCsBFoNyy0e2gyv4TUgM4b3Gv+9rBdhGUUkoz4EvQSlSNr3oCphiGpNCFNQjCCdfaZpn+EAqmQyR6gA0AKiCHr11VclMZ6gO4HA8clxOaeWLl2Kq69+F+bOm4vxsTHx86Y/7dE/TWDrisvf+YbXNx/wt4DV4lRelB28T0cOHcL3vvNNjE+Nik2T6K3oKcmEbnojNxrobGsRoM5Xt9DX3Y1ISxorTzsNibYu8WZlcnd97AFEjcdEuWMSTCzWEUy7JNxz4mYLjdEwxl0u1AjQeyzE4MYW33ysTZ8GvT4OK/s0Go0iIpGo7N9kQokCSywnGBD5uv3HERanpuGMRXEMhF3oWfYWnPSOT6G9YxY2PXQ/nvzVdxDVgGAqikBbAu5UHIHWNvjjzIVIQGvrRTQUw8YXnsdNP/kRqjVlP8J1rPY7da6robcUwuKZzj2KoEAgGsINX7gR849bIfcOhz4ETmkLJr9uKcY8ZaWsOQiY8p4sTY9jw313okE1mq+ORsnCyFAOh+sN8exWdhNqkMRhMtl8sYiGDrOBWX29OO2ad8IdSgj7s+6hItDAyOgE8rkcipkMpkeGUC3k0dLaBrf4Fgbk7IjFY0h1t8EX9cNXrQloISI5CYPlMM0Bf5lmTxDYsQvgZ2EXU65U8NDjfxYwyhMOirqDj28OwAXYdDAJBYI2QenXVVnN8+Hom1l+t5lF0fT3dYDl5u+RdNDEY5seq/w7sXsS72d60XvlrE7FEjCrVcxMz6hgvqaFgPzTxuwlS3H5le8S1RkJFn6fJjZM/Lwq4I9EFy9i4ZgMRhRb8/VQL2EUE2ih6iAdlTqTQTevvbIBP/3OV3DKsl4JHGTN4GW+BQFbjw1NY/BpXYJ3g7NPwllXfBj+cEqYbytWvDlgdd2PbxTlGK9DMBZGwxvEk2tewZwVp+GKaz6ICq3jqYoKejA5dgBPPfoALDN/5HwStYVzj5P8c+T7/gvwm7/jBDOKcqkBvz+CjZv3YfOBGbi0iAQzW0ZN7jWPFhaLBDXEVKQRDo5kGFutyqAg4I+I7JyMVDQqmDu7GyeuWo5lSxYImcXrqsFF1RPJKx438vkcatUKCpkMbr/1N8hOzIgFAgdDUs+5fXjhlS3Yuf8QAuG4sPGZL93T2YpZXW2Ihng+uqWHkbBPr1cFQRXK2LZrF8YnZmD7/CjlcvjXf/0k/vVTn4J/dAqTf3gYiQbl/6pvJ2tcFDtVQ7yEiTm4HXVKlUpC7uFeH1w1WodZYttUpb2f141URxsFMtCHx2FMZ+DxKSYkySVev4YGyRuBELyRMBoJDa+N7sR4NYOiUUC2VMa+w0NS387q60MymUaIgXYkgBRKGBodx/iksmGpW15MZzJIp6I4dsVi2Y9GZ2aQNwyxE5g7d6EMAjZv3Ya9e/dh1aoTcExvAkO7NmFmegpG3UY6lcTOwQlsOTCBhkeFkvEraGlpE5WLUavj7Vdcg5UrV0Hzx8TCkYN2soddFmQoEQ01sPEnP8DI/g1YeM0F6Jg/HzNTWWzdtBkLFswTG6S9B/ZhMjONmpDVEti4/lWkI0mx3mBOCL1jJXiT9wx9yalU9rjE1sWn+WUtjUzlcMW7r8WH//kj0oNWZqbx0B9/gWcf+SPCVP5FwxIcGwpFBDhl3WrYLkzlajDqGg5PlWGAaktT/r6pKpba9yi7Et6/HPYVCgXYtTLi0YiwVKPxJILhsAQ5C6lH8yAR8cNbryHi9yIaCmJWdw++9ovfvakz/O/1Qf8AVv/qyhYZAgJg7cO/RyDAot4rcjoJdvFqIovnFn14cEgazDvvuhcvb9ws5tbnnH0OfH4v/nj3Pejr7seHP3w9envTKOfzAphwGkyj5a3bd+Pmm29FjRpeFjsiMVEgqo+SLVjo9AERhsgwAc7HvdIjwCoPQlLMOT2gnJ3+fcxfP/HM03H6hRcinErJ4qJn6Y9/diu27jqAG7/waczp6UbE64VVqeHQ/sPIFyvI1MpoaW+DRwtIYRyJMumQMlW3TJnc9F6kGbZVw4N/uhtrn16PzlhIwreCLrq92KqR8bhkMkVwgu+vWndhqAZMWiSYSzY8O30BM2mt8ImPvh9nrj4RtbKaLkp4lVPoKN8vVkQanln7An7ys1+hWnMSMBt1CTs45ZQTcMMnPy6+s7pRwtDEGLo7OjA9PYNwMIS21g4pDHgAfeNbP8TGTduOsBp4hPCakpXBAoJFj4eTbYftIIASA70oBZIJvvIz4vsKhDR88uP/ivPOPgc1Q0c+m8F/ffXr4snG8K5oa0om54899aRMGlGh7E8Bx5WKKV41TGmlPwsLonrAhZ5jF6IaIDNSR2c4jo9d8wE88ss/4dFn18GsNfCxf/4QTr7wFNy59h5sGzuMOStXCNi07ZEXMLR2CyKesEoYpV0EbSEYh8ZCVz4nUwiVt5Aw7Rz2KH06ly+djW9/6xsIBbwo5nICYoUCUehVUxgyhw4Nymb8zFNP4pmnn8SypUvxn//1dWzfsQu/vu23+OIXPgdXw5Sgj1KlBo/P8Q7U/Pjvb34fDz/+NIIBTsRfT8dWMiyCOpys14SRQEkNT2QxPa9WsHTRHPzkRzdJKiUPAtputLR2waC3KWXdfjd27dyNNWuex9vffhnOvfCNs11Gi5N429XnYO+uMSSjUfR2tcAHn/gZzWSL4h0obB36zVICatWRSCYEfKY9QFNK6qWcI6AhGvYglymjUqwgnoyitT0lQThs4iwGAU1l4Nf8CARCmMlkpYmjR93RkrHmNiSMEEbuUpxBjyjbjVDIh2DIh2rFkNcn85j3FPeTfCGrpscCdqg/nO4KKGQrSWeTLZwIBtEei1M0joxekWvN21SxkpQcuuEUmUdX+uIvJmwLB4wSkLzpJ0XvMHGrko9A5iJTPpk8yk9Bhi+lMGRX0MbBTzadUUFnOi4+XpkCvX+Yd0S2tFdYEGwIJLhIwFyGNHCNuuRe83tj8AcbcNVLiIcMnHfcWVh+zPtQZprp5A7xg6OFRq5UwnQ9I77EJpFPVw3hAJCMBNASDSGsJZQ1AS0VbD9MTx1mu45Au4lI3BZmdMRnI6S54XcHoblC8v2oEA12n5Y0lV6TVgAuPj28NQ9cpgfsCO26AlabhX23FnZ0f2SrViRQiTKnCkPTqrpIn31lNwK2FzEPGeyUSdqwfQ24aF+gBaSgV+icCHUV85RAiHjAEmtVza1YENQL6rWlWZZELsCmFzMHG2SVEkylAoGSOTZSdbhLGaBagc3T2YQfAAAgAElEQVT3VDNQYOPiD8Id6xc5WkgLCWuDzFlJG6Jft8TOKvuaI/6q9ZoEFNl6DS564bGALmcxUshjd86FAwUdWZ8HoWQYrbEwOqMJpKNxkY/7Iwn4fBHYlPGRhFu30feRa99w/UXGKoto7svZkoGJDAccTOpV6gmeRdzfmyAG16SCTJVlTP0odn2TQXREcu2QkqSxQgN+rxvhgCZFJweSBEI5YOClIiChgFV5ZpUK77jzNWXXAoiKx6oj+xdZufJdFXbrETarel7xXhYqLD3zCKYypV6BqrQM4dk2M1YQf/gl8yLoaNGg1y1M0GZjxkTO5UPW1gRsaUgYJu0fTDVwI6jssFN5TogfLYFdeoPLa77ux8nXK4gVgC4y/uXLFiMU8OHQgX1y74WCEUQiQbS1JdHRmUSD/n+eCGruNOrjo5irTWJBVwIHDuZx8NAE5sxpwaLFnfAFVUgewT2GcjJ0zvZTggkUc3mUp4syOJAgvZoLU0Yd+sBxqCXa4C/pCAXc+MPhGaRa5uK9S+ZgfHoCTz33DLavfRqD+/aLpL2lvQsaveHCcaTbutE1axZaIi60JzVEk1UUa37s3JHCsae8DS2dQ7jrzv/Bkw88hZnRjKh6Zs+bg1hLKzK5Anpm9WJweAzZmSoCoTa0pOcjGoyhbkzBLA0i5isiFiqhI9RARyqNnq4UbLcPu3aNwdWooK83joXzF+DFreNY88p+LOtPobPFjaLbD9t0Q8970D93EVpXnQSXPyUBoGzI+dOsU5qD6WKF97xb9tvMdMaxDKEvbQGBkIV0MopULCj3KUPZyArPVHQZWKtgRBVqIx6SMlBTg1C5nqGQBLmwVtyw/gU88cQT2L9vn0jIKRWvlMsIRMK49NJLceEF5zmgQVb2f7KOOHhrnnlHlDMArrv2zYVX/fnZdUcYq01LDH4nlUxJEqA5VMyMj+P73/0WZvLTyJULYtHScOTVmtsW8sLcnh7kzRr0QgmpZFLS3f2JBJYfuwrHrDpB1Ez5/fcgVXsUHn9dBnFW2USoBYh7vZi6BagPBjApwCoVOG6ETR1RBLE1vBKPta5EozYNq/waAp4CLKss6hMO/wloM0xMBQ2qfeLoumBZTwjH9sbRNXshVl/9FbR0zsXE1i1Y85vvwW0VEZrbjejCAdQDIfj8ETX09QC67UU0EEZmdAw/+N73MTmZU2epA6wKYNMMqqPcnmcZ7T+E4GejZtUwf8EC3PBfX1GMdud9iR887wvxAFVy9AbrY9NSSeiGju0vvIBNmzdi/9gggrYHSV8I45kZZPh7jg0S97Qwh2uRCDpTMaSmM+iY1YHl774GpidG+hkMv43hsTKGhoYwOjSKOsEqQ0dhZlqCZZLpNmFH8/5jiF2yJYlYOiw1J/dz4f5z/5JgQh5mVCqQlKJAtiawT4R9bGwcjzz6MHTWUuEAGnpN3SdNYE4KJEft5ezlr18rR2PA3qUJnjqDOPXFOSG/R/3d696tapD119deDbrJBlbhwQyj1HNF2DV6vpNVTuM3uYryEs3T6/IPfghz581DPleCjzZg/J9jJk7gld8JAfFUIi3AHa1SCBjKPUcg0gFZZW9xbEUYcLbl1Zfw+J2/xIqeOMZmhqU2S0djiNBXOuAVtioXl+GLYf7p78D8E8+HT4uIj35/f/wNn998wAs//RyMmg1vOIKCaWLD5h1Yt34rzr30Knzyxi+iXFXBnz6PjXolg0cf/hOq+swR797/G2BV+ZkrSxhb6lj2fGFs2roXmw8V4IukJTCI6h6xleE5ZKnAyuaZznORZ6Wul2WPDPkjyExPo68niYvPPxVz5zC4qkeUSpnpSTTq9LlUvy9kAocxyEHI1o3b8R9f+T8wKxa621ugBYOS7bL/0KAMBnkvM19joK8X/d3tEgrpsesCtLL25rUU31mNlgE29h88iP2HxjCWzSPo03DZWy/FjZ//AkKjUyje9wx89bzs53wPomgk0cnvFxsDfi7W4mQN874ge196Z96boowJSP1M8L9S0eEOu+DTa6hlckIg8LLnoR8sQUJaFwWjUssi4cf+8jgOlyZgBVw4PDaJw2PjOP/8C7BgzgCKuRnUZqYEh3D5gijqNRwYHsW+g4exfyyHCVrwmBXM7ulGf28PcqWCnMWXXnk9Vq5cKZ9jy6ZN2L93H/oH+rBj3RPYt+l59R15vOIvv3ski6GcKWx2nl0EFTlITqdbsHjxIqTTnUi39GDlMadCC8YxNjGDXKGE0nQWkXgEy5cMYOSxB5Af34HOM5ehJIGhGkYGh4TtmUglkS/mMUXvUtuFylQOtWwRi/pmi/8v2aXVqi61ViwcRyQchlGpoFotSzaCXjcxVa7hwFge6a4BnHHuhejs7EG4NoZnH78P00N7JPeGKkVapzCAumqaYgtX0C1M5WuYyFQxni3B5QsJlsXXanozq7pS1Q9NMgEHaPydYmYGiXhM/IHZ86RbW6WnzGRySEbjaG1NwDbLCIDh3hHMn9WHL/7i929qjf+9PugfwOpfXdkmsLr+sT9JSmozYbLp90YPCjYvDz/2JMYmc9i4eRtmsjlhUw4MzEUmm8HQ8DBWLFuGD37gGqSSYeilIiyRYtOkPYhy1cT3fvAjHB4cFRqXzA6cg00mgbDQSlsABmQwH9tL70IGAFFG7kKt0WAoJW3vka3WMGfRQlx46aXo6utXi4FsOp8PP//l7bj34Sfw7ne/U3xcWhNxHDhwGL++7XbsOziIol7Exz72UQz09QkLghtCOBqUCTTTCimVZ1KkZRoCet3ys59hePchtIT8iLuBFEExORjqkkhel+Rcj/hQHa5BAqxsm0xRS2Q/LCI5Vfv4v7wPZ65eJcAqf8jAaxbvqpAhrqLh0Seexc9/9Vsn1Vl5uJpmFZdcfD4+eP01kl5Jre62vbvR2ZJELltAIBhEV2eXUNcJsvz3d36MTVu2H2mgCRKRMcLmUxG6CJgrUILvgcUlgW4pumyyMH3OlJ84qSHA+vuuvw6nnHEaZrIZPHTvfXhp7Ysoy3fmw6rTTsSe3XsxNTwFl8FCm3JivxSiklhKPxXUQQjU9AJtS/rQiHrh8tkIurw475TV2PjAi3j51Y1yT3zg4x9CYiCFtTvXI2NU0NE/gHS0Fa/e8zTGX9yNiBaBIYEQKvGQDAClVFaAqkj6HB+mZiPG5ui/vn4Djjt2hRxilIFwSlgpK7AzFI5h3XMvolAsQwsEcPPPbpbPesONN2D/nj1IJ2K4+p2Xw6gUBZyixJDNAQ/iQDiCX916O37681/DH6APEEEDlWTaZKvyfZlWTRpcgpTs17nJ65UyrrvmKnziY/+CYiEjTLxsNoeOzlnCjGLgguZz4fChIfzgBz/FOeddgM9+/o2bZhNYvfK6t2J0MIs6fcA6WxAJRVGrFJDNlgSAIaDJw4RsdV6xJA/KfAGVclUOMzIgtIAfgRCL0ooYkdNH1e1uoKurTbw8BTw3yGbNomaYiMdTYmtRIpvvKCuAo7cgxVQl4MO7U3kHBTmR9vtQLlZkashrzAKHLCBK6wv0QmaQgfgkqpADRZRg88QwF5+EhpDdmGICN5/LMFQSPQFkFtwiXaZUn6/7epq5em8CjzuSWWd9sntrgkQsTh02B5/H54BCKhVTpc6ymJSGwKqhI+5CPN2F0UkdZo1MOBY44rgv1NSGJPEqaTSPfz4+6Cc7kynDQfiCFQTDDSRCGro0H85Z/XGEE4uRmRiBXp5C0ciiVMwgX5tGxdJhusnaNlSwlsai0YLmiiDgc4ssiLbwpl2Fu8dAusdGOgFE/H7E/D6EOQxz++Hn52MgEJkjbu5rDPNzwWVpDhPUBa9FVgkBQcr2PHAxGcvxwu7WQo6/HENgKiLX4vdPNmDdqApIGzI90OBDgEFkKp5GeUcRwKMfnUoMFH9DApl2w0QNZdTZuHmJrdrwmBbcnHbVeeawaOL7DcANNpxBeTwfR7uUpievPFfdgIv3JeVEBBlqDegcnQUicId7EAxH5ExgSnaTOUvvZnmbwlaqwWYBztAR+pHbVaBqwkUwQ88gp2cxTt9WM4Qxw0KOgyy/FxHNixaCqsEYQvRVpaqDTAnaUYjPuI15n/rMG66/3nvBfPFKpSVJoWxiYrqMXNFQw0yR37qP7JECGDLgT6TJjvRZGm8V6NMEX6WBdVgwyhaAFj4KOA044GqYVhP0I3ek+1zHgj03k6rl+1fSzSYYxGGbPIanp/plxV6l3Y4UwEqypUBa9buKMaNAMGGsSiK7kkUTFNPLVRQzZSR8Xixb1IpA1Ea+Ukc2X8bBgo6Jmltkd2SbclhJYIQDL8q95b01mbdO+KDEczmsVgm9Y+CM5sfI6Lh4unW2t2PenD7UqmVMZbMC6IudiV1Hd3crenvb4dO8KNTccPt7EK9Z6Krtx4qBCLL5KqYnSmjvjCDR4kMo7IHtC8Ef6YTVcMMyy/DadXhtD0rFKrLFjFJIwAU9Wxa7h9Zlb0HLvJNRqMxgJJPBT17dhRltNk6KaJh56T4c3LcNtVwZc+bMxbKVxyPd2Qe94cdUgT7HLtR5r+pVRDwezOr3IdGWxLp1U3jm2QZaWquIRfIwSiPQ3BnAfQinnHoOLrr4asyZu0jOgZGJEdz/wD34+c9/Dqtoo7VjAP5gAsV8FZWSjnQyjNmdLgn2m90GLO9Lwqp6sW90QqSQac2Fcg14+RA9NoFFnRFUykWEUm1wJXrhjUSRGpgDnxWAWdcF9GiG8QhgIvccA0t4A1uKwdy8hpT58kkbEIWFDAbdXjVYIzPQGfALI1908Q6oKkNQAgpK9s+aYueOHVi3bh02vPiigLes3ajgoj3Nscceg0ve/nYsWbIIerkkHvUMS5XgRQ4ojxpWNIEk3uuXv+Ndb3h98wGPrFnrBHCoALfm4LiaqyCbzUu9Xcpm8d1v/TdGJoagWwYs+tyKDbUb7kYdMc2HRDiEyQqbyrr4xfJ75HCOYMAJJ5+Et771chgjzyJeeQgebwWuSAh6roR4OxBxeTFzqwfmAQ2TVGtxL25oiLpo5aV8btdGVmBt23HwmYcAfTv08ogAK2gwYNCx+HBYi7LXOL6cHJgnIw2sXtKOga4unHPZV9DWd4zUkHff+UN43QYWnHQcxqsFFTRrNuCqUTVCW6aw1F9GvoBf/PBnODw4It8/n5M/JBCI+Ycc/Aol4vUU+xJlQCtZEZ/+6mexdMVyCaCRsBNKz505kQDv3OtZU5PpTxsiEhoqOkbHx2Hays4s7vHhpefX44k1T0sOhATHut1IhYJIRyOY256Ee2gEnYvnY86ll8NoROEydVQ1C0OjJRzYf0AktjaDnMicFvaViWgkKp+TWQH0Ppzd24NEwg8r7EONahkZbCqJLRVEdk3ZWDT38OY/PQENu3btxpPPPIEG65WgAlYZetQcBhxh9v7VnapA8P9/YJUFEnuP5g/BTnW//iWw2jx/BOyQeSkHtw0ZUjZ0Q3pAxYJtesVyCMUcEBPdPT1476duEMIHX4/BVNzPBXTlc8h5qlQVkrVBFRBrGWGoM7hKDY1ZX5J9zgeSVNDd040tr76MDY/di4iRwc59u2B5PEh1dKIlnUTI40La70UsGoG/dRZSc1ZgxgAqegWlQhY/+P5/van1/di3P4VgNIWK7cb6TZuxcdcBTE4buOSKq/Dvn/8sKjVl3UIVQLU0hUcfuhvZ7JgauDWtUBzrHQlEcX6O3nuUkoTAKoFketrSYzaEVzfvwit7phFN9SCSaFN2F1wjLrIwleqPZ5v0trYleyD7ZI3M0FIFllHCu668ANe+6wLkcyPCRgyFQzB0XfoxkkYIWHq9vCebPZqGSDSF++55CP/zg5uhFxlZpGy2qDwgo5QMx7ZoFH293YhFGGfEkD63kIz4nJo/ICGtVGCyticRoKib2LXvkPjfL5y9CJ+68Ua0ZiuoPbQWHpfyEaWnKQNvU2laHyhCgNgjOOom5jvQl5fkFnrn0i6DIUv8nkNaEKZeRWZqWNisZJSz6InEYggw6JRWAHLm+GBTidUWx/7yJDYc2IZ8Q8fw2DhmzZmDM1afJntmZnwMPqMIH+0qkmlYbi+mckWMTkxjx+AE9o6MYXR6SkIhO9taRVl8zfvfj9PPukjKYyoEx0aGZdCXTqWw7uG7MLztJbTEw9ANE3rNwpZDM3hp12HxLQ8ESTpoYNnSxRgeGkRXVxcWzF+ErTv2IpXqxnGrTsesvvmiAp6ZmUI5n0FvZwKtLgPJGICED8MCBHNYqWHDhhexb/8+nHjqyQhEQsjlSziwfResXAlz2jrgos0CS2chQ3AYr4m6RwVwltFw1VE2a5gsmxgvWJgu1ZHJV9DZ1o3j5wXgaZThR11UfgS0U20taPgUszxTrGDnvkFkyxZGp0vI5kuyP8Tj8SM2KCprRtW36l5UuR4E2MUT2LFn5HZF31YyZQk+E+ciWSgUpF2BjZaIH7NSMfR1tONrt93/ptb43+uD/gGs/g1gdc0Df5BJI4szmdwwAVRYRJaATb/53V14/Ol1YiRNfzCRVrJAtxrifXjWmafh3VddhmDAg6pMAgyZBAnQ4NHwi1//Fs89/wrcpKM2fTYcaSIXWdCuopUHlqcOzU3vFze8nDZ6vKhYQMF2Y8YwULKAq6+9CieedBICTjAVC0YGQt3y69/j/keewtzZs/EvH/4Q+mb1YGxyEn+670Gsff4lnHTCcfjQhz+IbGYaeqWEdDKGQIg2APw8jmTH40aFi91u4ODBg/jxj34OS9cR87jREtAQd9nws8G3TSma2IDlasDBWgNlhizQN5Hee5JeSRzUg49+5HqcfaZirHJBszg/utgReZQWxAMPP4Ff33aHHBASoSE0IwPXXHUpLj7rLcIy1VIpbB8cRMDrBSerbAx4nbhp6OUKvvmdH2L7zj2vA6sOs4/NiEfYqi4Hz6GJuYignfeq0t/JtOBhyYmWTLBNxabpXzofK1edgLNPOw2P3vsQnnriGbh8bsw/dhn27tqD8lgGqLElVpJS/mFzYYuWlDxeFwxXHdH+FmgdMXjD9GRsoCPZgrFXD2P80LAY959z7aVwJT0Ynx5G3Wsj2dmFhDeJDXc8jsqeCZElkHFE0JKbnwQTNChlVwnyzUCKpjk+N9ETTjgBN333yzCqZejlghihE+QsV/j7HsSTbXj44cewbeduvOPyK3Dbb3+Lp558Et39s+D3AJ//93/DnP5e8fVl06XrdRWw5PWK2ftjj6/BV7/xTfEmYpOipO0KUFAsAXoEm2LSLXeMFJwKTPzS5z+Ds884DXVTl8aMni8MJ8vkS4hGw7BtEzMzOXz2s1+VQ3L7jt1veG8msHrJpeeLYf3UTB6ecABtrTHEfEBusoSZTFE8RumDI6ElXE9RlbpJwEJZeAC+oF8SNu1GWaw/DAFk6xiYMwt+JnmWsnJNaRFASwCvPyCFbCablybnf2eskoPA9c5mxyfrjnLwcNAvgwNhdsrwhOxPMlc1VEpFlCq68shyqSRZYZU40mZZW02wxvG9ldCWZoMk0jzVnCtZ1P8GrCpwSNh3jjcQD1lh4ClbVrmuqslyfLpYPFA6RHCIYVKVEoKaD709SWQKBsYzTN7lcMaAx2uLDxgLDRJ4GCpCIJbPzcKAknwNfsHxGp4agmEXIpofvloVpyw/DQPHvg/jegCF4hDK5Uno+gysRgY+TxWatwrNVZfBhd+jQTcJhFPqTN8xskCVL5UvXUZHZw3daSBOYDVIcNWLoMcHL5mj/CyUNHn4maTlgW2r9cYvwM1xCZmW1DAyzE/0lqo07vKRLar8vjgwMLlnWjWYEijF4DM3wmSWSuvD5laFkcnjhTV4lFexhGfRN9lAsVFAuVFF3UO2Gf1eG/DwDwETeii6PMJiYFiYn89vMe9MUGLnn3yNGux6DXaVrHoy1+qSvm66Q3AHEvBGWuAPR+EN0lOVNhheJRWWVCfuybQVMCWkCkZVmEGwyiKndOn8Zw4ls4TpWhUZd0AGbnlaPlD6RO/FUAxBfwRuW0naAz6/sC1DHjcCHg9aP/5vb3iNv+/CBTIYZSgbmS0zeUNCaIqVmmN/wWRzJQsVtrd4q6rhmpJ9Km8x/j0/pzTBTlBj880o/qZqjhmQFNa8CAdYmFJG10xLV02rXExnTTaZ33J7E0ClnNBNdqsKDlKAqwO2kgkhQIj6u7/441EAp4CqBMUcVqms94YLRsVGzO3FQG8IHp+Oom6J7cb+fAXDZUuYDRbVDRwqOjZ9QsxyUt4VC169NvctflqefWy8ufcUywYODY5Ar1TR0dkmgwrTKMGEF5WqKYGG/D4WLhzA7NndEmg3OZXD+GQOA4lWLOvwYlYL1TF+hDQGJrJxAyqGDX96EToWngnLn0Z+YjfyB15EYXAHSpmc7KO+UFQaAC7HXNmAcbCAgTlnYva178S+vI6b77gXjw6WEAz6MefwGkRNA8G2WTjp9NUIhaOYzhfh9odEOl8oVVEp1FHMmihM+qDnJ2DVdyCdqiCRXIZQMC5WF5YVxbZNNQwNZ9AzK4f3vm81VhwzR0m5bS+++71v4/FHH4bHYjBkSUj9/f0DOHX1mThmxel48plprHniNrRqo1g1O4ZVixdgeCyD/SNjYm1AG4XJQgn7pwroSSWxMOlDMBpHoHs2CuEwAqEwWkMxeNmI+ZvWD7QwcoB1XicZbnMfJqvqdbsIuactWjMBVashzSVBa4ZesqaUe9uRPquEcsWkJAOLe9bevXvx/HPP4bVXXkWGQUUuWtawyQoKs/Gss87CihUrEKXneIUBglRAReR9iGTZsZpRAwa1glhf8V6/+KJL3/D65gMefubZI8Bq019Y2GN5HZlsTtZKXdfx/W9/E9t2bUVHXyfyMxnJOeB74Hv3e9ww9ArEDZFsMH6HZGN6NfEZ5Lo67+LLcMr8JBpDv0UkWoQd1GCZOiIpjqrcyP1GQ+2gF5Osb2QQVkfY8oAkPouqHNvCptix2BBuQ6m2H7p+AG6b4Yc+OYMZrqMGNGpgIidtU8bstnHy/AiW9sSx+pLPYfYxZyNrFLBlcBNqtZIM5EwOs+SUUQBNgN7nHFD6PCLd/eOvbse2bbscpYzjNenUBrKvOa95JBBXhjU+FAsFXHD5xbj0incwsUu9Nyr3nGFSicnRIktWLH0qwFgvF0t58eBz25b8/6AWxMTQBO6/604UjZqoAQistkfD6E4mcOysNpi5IpIrViB8zAkwTB/cdRN1LzA9VRQw/+CBg0L4kMRzvh49yENRqdPITk0EAljY3YPWuIZGZxwVckctx/fdNiUk0jaVNPxodZwMsQIEQzbghZc3wCshOwFYZYOmmVL7HanTHEuYo2/W12s4FT56RJxwNIgnnvliovI3gdXmNW8Cq/yuRSXJx9HCRa9J8C2BbQnhknA5R8lH64ZgAJdedhlmH3MypifHEeDgiwo2j0/JtusNCa6hl3oTPG/aA/C8JwjFWpsgG+tLAlLJeEKG9e0dXdj46it49E9/QMylK+KJz49Fx58o/u97tm9FaWoMlmHAdGso0ye/TNssSuMJuCsCzRv9efA7n4XR8OGFLduxe3iEo3GMjJdw5tln49Of+RSrZLWWzSKM4iT27tqIcjn7F1YAzWGLMJf/N2BVfOm5f5NPWj9iBbBl236seXUfwsketHXMlqAv1gGkWnlsL3S9AkMvC8OQeRzspWjRwNcpFLJYuWwePvT+KxHyM1PAQpVMTjIiW1rQ0tYu9hokQJAYIQMwCdD0oSaB2CX84pbf4rl1L0tYFmvLCq9NqSD9c09LCqlkHEEqZNxU/0kMo9SnJC9V2KsCCEdjwuwWEpHbC7NSRjFTwidu+AwWuILA4y/A5bVR0XVZ66l0WgB1ZQes1jM9PclIJwjM/sJDWb9PgxYNS5gqJfLCdud6K+ZRyGdRmMmIOi3Z0gZ/OASTQLdHWfqQxeSKhzFYL+CZHa9isDQlPcWKFUuRikWkDqpVdATd7HvCCEVjYjfIcD+SUkZmipgoV7B+41ZMTOUlsOuMs1bj0/9+I/zBqJC8ZjLTyGWzSCZSwkDdtPYR7H35acQ0nok+6HUP7nhsPV7ZeVhqGb1awbw5s/HBD7xfbBDvuOMODPT3CU7z0sub0dbei8uveDd6evuxb89WxCJBDPR3oSMRRiTswfDkMLbs2iFna19vD7Zt24bbfncbzr/oAvT0zpLz5PCuvZg4cAhdSdrOqaBLKj5dJFHQMo+2eNUqKnpJZfrULYwVKoKlSE7ARBannXwqehIFUeSQ7e+BX7CRycwUwu196O4dQEU3sWnbHmzZdRCjU1mUyroonwiaq7Pl9f2vuX9wzTdZ/Kwl21tbZO8gsWhyakqA17a2NhlS5bIZuQ9baOHVnkRXKiLqw2/f8eQbXd5/17//D2D1bwCr6x66DVPTE3IzdnR2SAFKZikXhD8cwy2/uh2PPrFWAp/InhA/TvEFJPOlhuuvvxoXn3+mbL5Ml6OXJw8pMkmZ9vr4k2tw932PiJGxSDWarvCS6MyNso42VwMdWoPLRxoaJmfTzyRTrWOyaiNXbwjY9e+f+SRiCZqauxAg66uuS1DCT3/1Ozz8xDoBXy656EK88x2XiTw+ky3iJz/9GVafvhpnnrUaoxMjGBsfwUB/LwJ+TQpOFhQEiYSXQ3N3mfQC3//RL7Ft23ZhbgbqBnrDPqS8XKw0l+aO7EXGsHHIbKCCgJIjc7InRbsLmtuFf/rANTj37JNlyiX+sMHgkUKyeTkIrN5z/5/x29vvkjAWTgbDPhfmtoVxxqpl6IjS2NpCavZcadI9kTbxSmPxQtk1z1Ey+b713Zuwb/9h1SxLAI+j4aDXKS+FyMKaXmWqB2YzwM2EDBs2lcLIrbOYIXSipqRm2INlJx2Pt593Ppb3z8fvfvk7PLP+OZxw0dl46YUNKA5NwEOvNocF1LQU4HfJ24XvxfDUEelrQagnBQdTdLEAACAASURBVCuggOMQk/zGK5jYeQj9ixag7eTFyNsl8T60vBbae/rgygMv3vEEgjkyYL0iVycllk0QPZGIXXKT5h/VEPP1nMm2aeLKK6/Ex//pPSiX8/C6G9D8PvFUJO3N7aaMoQ1/uOtPeOSxJ/Bvn/wU7r7jj3ju2bXCkj5uxWL8xxdvEOCjDrK3NdSqljTFEqDi9eLV17bjk5/5rNznlLtxQ1ZEDGXUrfz6CKz6JASBTRcB6GQqgf/++lewaP4cCROhpynZtLQCyBaKCIeDYu49MTGDz3/hP7F77wHkcoU3vEETWD391FMRSUZRMIBCzUQ4XMf87jYYWRPDw+PCqmBTwPAEAdcpYbeAElPOGy74mdKuKU+yeCKAQraCcl6HZRlYsHCO+PYwZVFj+hGB7irZiXXxRJ6ezpLU978Dq3J/qYKZBQVBtVgyjFg0LB4+9I4TiZc0YUAkGhLJZS6XF/Yj1y79cIStLAWbur8FBOV9xyRVNlNUb0sVzwAJ5QEp+XLCsnTop6+3AY4JY7NzcBoFeW5HHiz3NBk6iqHMp5RgC2lG2FwrD87+nm7xW6KVSq1RR4PgutsHF6XwfH2XTz6PApqY1K6am5g3JCBNyN+AWdcEnKQVidfnwqyYieUXfAnT4aXIF4dR0bOw6yVEfXUkgwaiyMJvFBFoECQNwvTmkad/b4ZAG1AnAxQawlodPa06ZqUsJIMa4iEfEkGCum7YNEbm3uowNuU902POHVSNqTB4+YfTby/cBFVN7pmWrOsub0DJ9vid8a/sKsyGAYs2J3UP/LZfJH+y19GZzKa/KOAiC6np10DAwzJhNxgoQssEAxm9jkythGy9jAoB44oBTx0IuX2o81jS3IjGgmiJhxD3A1rNDZ8ZgNtFVijbNp4/Nblv61WGqFAuSYsXDbYvDi2UhhblP8NAkCm/BFZVgJYgLtTr89oyfppSNTb53CtrOdKE4KpWBGQ1YaBgN5B3u5GHGwUXgQs2ynX43Sy6A5L0yn0yFooiRtYMGQD04fvnj7zhNS7AKuWkTNc1LOTLtAQwUajURfHBfYk/TWY/9y2VEK9sVAi0Nhmryn/VAVcdUKgppRJpK089Mn08BFc9CNNjOMAhClmlaq+XYDExcFAsKhlSHHku6eHhI3jqsFTFw9kBUvncys/NSSQn8OHYARzNVhVGmQBZ9Ctm0F8A7XEbYR+/Bx25cgXZmg+HiwZm6l6YDYLrHDDyfHacXR1ApylP5PskAEYAg8/dtAngeZgrmZiczogctzWdFIDeZZsICRhMpmkNvd1t4pva1hIRb3GfVYNlFpAOR9AW9yMUIBjoFyYLverU2ggh0v8WeLpPEn85jdK46SHMDL6GqX2vIDtyQGx1/OEkgskwNJcH2XWbEYjH8JavfRWNzhPxvVt+jbtf24NI7wKcYO5GYXAvSqYLi5Yuw8I588SmwK4r65NSzY2hoheTgxkM7T2AWnEY/b1+XPq2t+AtbzkD23ZuxHPPPwe3O4q9B6p4cX0erUk/PvTh05FqqSMWDqOmm3js8Tvx7DP3AboXs/r6ceb55+KEUy+CbqXx5JrXcM/v16NS2oRYOAOfS0fMZ0Fj4IZRQ8GwEaLHncuGFk8g7NfQHfZiaUc72jpnw5o7F7F0AprXgleLqqFT02bHYR46cabKN9GR70vADVnOrBPq9K8myGQJcCasa/HaVIAegTky1Hi9yQLiNd9/4BCeXbMGr7zyCjJT03Iv8x6gE8jcuXNx3nnn4fjjj5cajoNceizznvf76XGrbJeag2WupyOoqvN3XDsXXXTJG17ffMBDT6/5C8Yq/xsbQ8r0aQsldjhWHT+66ftY/9JzWHHCCkm+nhibRCQcQ0dHJ0bGRjE8OgSt7pbamh7W4pnNfdoLGLaBcKIDH3vXJfBP3QO/NglPnOSIGkJxl2QOlH4fhElglcwzuwHdbYPukt6GD36XzpsejZa5WKcN4DWzgGJhOxr1Alw2WWW03rLUIM0JKWruS7wmViOMZe01HD8ngGPe9gm0LToJg4f3oEro0E0FF6+lBx4GrlUI8Bgy+PPxnAh6YNQsvPj4Ojz/4ovOALD5VUvkkQKhmn6eTpAZh6EEUQj8zJrfgw985MOIphLCdiWIqrk9omCjxzDvBVoCcDLDoBl+v6yXmdDNMBkGYcXCAWhVA48/+CCm8gUJ3mWIbXsohIHWFI7pTMATjiN2wskoJlLQKybsGoNRvChksti6daswSmk7whA7svKo2ojTIsQZGrdGIljZ049WejvMa0dBbA9YQ9FOjUGRPKdUD6CUXMreS/Z1nwdPPvUUtu3aLvkFvmgIJv3BGXB5lDensuFp1m2vDwia4Kpq4/66dlJWAEJwOKqu+mvGqqrRX7eCkPqPvqgEUw0G5hKoVuQEPpaglwJfLYQjISxctBCXvO1tyLmCKOazcp4QJKPyj7ZwRr6C8bFhTI5zaGQJkKZ8QOswa1WRIXP9MhSLx5NYz3mUpzZZwb2z+jEzMQKXkVXKy1AUuunC2DRtfkqA23TeF4kUVBbVJWkcHj/0cv5Nre8ffuoD2HVwBJv2HkQo3QJ/rAVjE0W0pNM4++xzpX4gaBT21+E289A8JPBI+uxf/Mg3/zeAVVUdsyZzyTrkkEPzRbBz92GsfWUXEGhBPMmhIBngATTI5vMGUa2UBUAlI7dWqwjT0Cix1rEkTOvCC07DNe+5BNXSOEyjLOqO6elpqcHnL1wkNSO/65rRkH7QT1wAHBKWZD/eu38Uv/zVHTh0eFiIQolIBLVKCQf27MXcWZ1IpxIyyGUXxkqGw1zWzrl8Hrl8UYD2eDIla5iqueVLF4lKcnRwDFddfTVmN7zo3D4syocqCVrlMhLJpOPRrnoDDlBYxzKAjOAjGQ8ERz0MuWbYNZndJJ1ZioEb4mDFqCI7OQG7WkNrSyt8/gDMgCagr+b1iz2BHQ1i3G3gT+ufxoHKDBYvHBALuLqoY1kfWEJY4f1LpUQgoAImy+UKRiemMJgp4NWdh7Bt7xA83gBOWLUKX/361xCNxiTMN5ubkV60va1TQMuZoa3Y9NT9cFULUttu33sYdz3zGsbzKtC5kM9j0fz5eP/73odzzj4bW7duwSOPPCDnw+DQKMyajSVLVqCnpx/+ag79S+YiV8qiUanSJAKmr4EdB/eJqqsllZS+e2hkCJF4VPbM6lQembFJNEplIQuEQxyGsgcjKG3D62dgqyZKxkKpgEaNA6m6qJHH82UMjU5i5fJjsHThQmTHX0NbSxzRcBh104OJqQxGJ8bQt+xUdPf2way7sHvvITz8xBrkmO8hHq4QxipryOZgScn/FXufeyHXftMapaU1KdeOg5apqQzy+bwoWtPpOAy9iKnxMbTHo+hsiSEZ8SGVCOOn9z7/ptb43+uD/gGs/g1gdcOjd2DrlucwMzmGU086B8FEGwxLl4aMHpQ/vuU2PPXsejn8m7JestC4yTVMHV/9jxuxdMlCVCoGCsXckWm0SC38fmzZsg0//cXt0KtNeYqa6ouHiXjhuBCsV9Ed9iDqNuFn0egNYr/pxUyhCMujoWzoeM97rsQVl12kfBIJXNKDDQ14fAHc/PNb8ecnn4FXCwnodsNnPoOB2QOywX/3u99FsrVFPENnJsaxY+smnHn2mSiXSogmVFpks7liqAFBFxpFr1nzHG79/Z2o2i7y6ZCwTfTEQohaOjx2A2bDgxHDxijj1SmBp5yMMBnZEU7gx3uuvhyXvf0i1Ep5+W/CupFUeFXoMDHb74/hjrsfxh/uvhdWrYjukAurl8/Dwp5WeMWI3hKZc7XRQMGooPukM9A9MA/ZiolUuguuhhsz45P49ne+j8GREVC2qpwgmdhMdg+bWPrVqYaV7CROfyjPpWm3nIAie6Kc2SXsMuFVOqAUN/q+4xZjwXFLcOW5F6F2uIQvff1rGFi+FIVqGVte2wi/zkKfbGdTTdlZLBGAUBcL5YaBxLx2BLrjqGvqdeh7RuNoy+tDKBGXg4aT33qjLtP0WLodxuE8tt+/DlGL3jVekXJK405ZRigkzQU3Rb6uUP7VMSn3LkNVrrvmClxz9VtRrxmIBuqYGdkpMvaW3uNh+2ISTnHrbXfitt/9EWedfTZeeOF5CQ9g2MO7rrwM17znCvGEpSUGZbsGg4caDcTlILFx4NAI/vmj/yYyi2ZDLj6wzWaPbGgGSTC4itN0IfKZ6J3Vg+9/6xtoSSdkilkulyU8LBZLQTeq4gtHXygW2J/7wpexY/d+TM8U3/DeLMDqW04VmV4tEIYdiaGSzSIdD2D+rA7s3rYdekkXT1SClZTJ0F/X7/GJB6tMhmGLXyj5hYEI71838pks9LKOjq5WtHW0ih8g0Vi74Ua1UhU/TRfpmG4XCvmKA3j/VYqsNFqSt6jAq7qBcDyMns4OTE1OITuTE0m2SrmlH5QHqWRE1h4DDQiUcn5cq6uSUQYaTbmaDGzUc8urig+kCp9qStadWAnSQtX3SmYSZWcS/Ob4uDp2BbyzuH4UW4XgomqiVfNigeofk9NyAjJ6Ca2JKDpSceyZyAqpUZoJ/kvTm0yAWDV9J+MiHKD8mfYcEJCNAWqUO9dsyqI88DWqmNEBq3gIb7vwWtQWfgRjVhHFso6glkdPJIe0p4BQ2YRWrcLTqAhQy4bWSx/KwhQ2HhxFzqwi4Aki7vahOxFEX9KDjqCJtqALMc0r9hN2wAUXlQn0sCQAwoGazy9hW8IUpKyH798ZLomOTxKQVQpyF1nO8r24YHvYaAksIg01LQW4J9j1kJJZyt4j0cuKnUIPV/p6NRg2Ral9lUi9SPYpi2YBlSnq4nXMSTdZ58zOsrw2dLeJqteEPxVEtCWMtCeApEmLGe5/EQHSXRzAmGUUG1546kFp5jRPFB5fGoFoEDFfCG5Gy8eisIPccxQTjonoBMtZCDMZ2MX9hinSZg1gOEu1BHe1omSIbjeqbjem3V6wzarQx5rgPkMYyRfzEpj0ir1M2q8h4vMLi56MW++HP/GG1/i7rrpA7A2sWhmlQgaFXEl85wqmhap407JPYOgb9yg4vsQKXG3+8F8luM2R8TebarnOlFU6PlVH2wN46V3p8SAdCiAW8QMNicIWL1ParKi9WJ03MmpyGnEWvwwSImuVZyZ9iqkcEQsgMpEFpFVhWLSyoVpDNWM86/0KKKfUjg6QBB0CfiRTYdTrJfF7K+erMvjMu4PIGVXMVA1ULNoKAQbZzbIgX2/9m98Ck8Sp0CHIywAPAif05BW2aK2IRDiIvq40upNhBBnaE/KhJRpAKMTUaQ7CNFlzytqECeweGahRgs6hHxtMNmsWLUs8YVR8GpJzL4QrNgc6vUS5HzbcUs8w+8g0Mji4+xUMbl4D78QWmI0gwq75MKsj8PXsxokX/hOKfZ/E7379G/z2uRcx55iTccMZpyDuyuGFLeuwYcMLKGSnsWThYixfeBL8WhTjU0PYum8fbMuHBXPnY+WK5Zg9QF/vMp569A7s3r0LfX19WLp0mVy7oaFRkQQuXnwiZvUtQbVRgMsP7N1Txp23/xkfunYFLnj7ZRieTOL3v9+AR/98K/TKAZx9/AA6u1No2DUcODSMgwdHsHLlcejt6camTRsxOHgQbekUEokIghzk1WtojUcxq78frV2d0IIhmBy6ETiDJrYwwi51HK6b4Kj49tPxgsMKWk/RAiKbl/qCIDhZOmz+uK+TRUXlBu973luU87a3tWJ0dBQPPfgg1qx5FmNjo/AHeW81hKnFpvDd77kOZ591BpKpGEqFgtQaVCswLEfJI2hN4ZWzTNYNVUgCHqk6RXxcpamz8Pa3veMNr28+gMBqc100mZcCrFZNZEenlb+014Pbb/0FHvnzfeif1494IowWgjQcEMGNV1/bhNHRCfh9AVERiABDTUOEyEDgwTRsXHTxW7AqPAa7sQv+Vo7hAvDHawjaXgzdZyK0KyFgARUXRbeJVN0lAwE7GoV5zZVILF+E8cEhPPnQE9izZ9dfMFOVZYZa402Arbn+KAxIBV04/fSTsOr8C6F7NYRpX1MzhMHFz02J7rTDLCIYwSFYLELrF8Bdb+C1V17C/fc+iFKRoJl6HRnAOLYA8pmFuapY9hzc8lryv0Vjflz/0Y+gc3avnNUkRrBmmxgdERYb/13gS95vUMw6DrR4AxKyZW0QDAcluPfFR+7HzMSUBCjGA0EkwmGkYjF0p5IItLZj3tnnYMrtxfBMTuTW/noN2U0bsXn9Joyngth5eAg+O4iwxoDDLFy+GKKWG7VyCYtXLMFZ/f1wmUVU5nUjZzPJvYGG24Kfcz8ObHhGOeAo37sKh7JQ9Tbw5z8/ipFDgxKuE4xFoRsVuV9FMeKE9omqwQFjeS40yRpOJeN4uzp+9zJMVh7magEoFYQ8l0jwFfqngkDVmcA1qAIyuR5pKVGHm+dGra7CJ0Utx+BdVTzxvKQXevesPrT29uEd77xKfJUpwecZ0ppukRrk0IEDeOKhB1AqFZWfpkOSER9rZ3UqRYZTBYpyT9IaYNKz17Jx8UmrUBk5hGhAw55aDZVaHYcPD8Pj4TBMWRE1e9Aj56R8bDfKpdybWt/nn3Yy5g/0YmRoDI1wGlYgimq5gnA4hs7ufqk349EgktEGgu4M/F6GtiqA8nUmsfMJnevePKuPvCFh+PNAVi610ilpfmzatgsbdkzC7U/IHhrU/MqD1KcJa5QDmEKxKGox26yiWmQAVR1+ytfDblxxxVk484yV8BHoVYwG6WdGRobR2zsLra2t8v+ZXM/3Slsv1tK1hlLu0Tpv6PAMvvedn+OVV17CJz7xfiQScXzuhi8hHY5jVnc3CmTlu2wkUymEud5dwMTUNMYmJpBMJpGOx+HX3OhIx9Hd1iZnfKlu4Pp3vRuhyRKKr+3CYncEFauGqUIewUhYPHN9LF1Z17POdfo2MuNZtDfI6ueZLj6uPrA+kH2ENT6H+q4GCplpVHI5pJMpRBmoGw6g7mLuALsPDdHONpRjHnzv7t9gqKFjxbLFMGsFBDUvIqGg1EB1y0A+X5JE+rZ0G/q62hEKeDA6OYO9w2PYPjSBzfuHRIHU1t6Kz3/+c1h91hmYGJ+S8y2RSMnwlANqozCBFx5/EKWpw5jKTOOx5zdi2/5pFMocVlC1RsunOj7+8Y/i9NWnyyBh++Zt2Lx5o9wme3ftQDwWRVdnO8LeOjo7u2FUTJR1Hf6ghqJeQtbQ0TGrD4mY8tdl/03fee4zQ7v3oZIvyfoemRhHMhZHV0sbUiRTMTi8pGO8WBSvepgN9LalxMc0R2B1alrIXEvmzYZZKiAQs9De3i577M69uzExXUQi2Ytjz7hUMn8Ms45XNm7GU2vXCajOUDQOwwLhmLJnYm0pPMA66g0G3Jli80JWO61feI97A24sWbIM8WgcL7/4ErK5rLDY41E/ls3txYnHrsD46DAOHjos/sbpaAg/e3D9m1rjf68P+gew+ldXtumx+tLjd6FanRbJTzzG9GoPGh41saVJ/I9u+RWeWfeiUNxFoi6HJgdmTG4M4itfuVEWolE1USgpYJVTFP6TReWhQ4fx45tvw+RM8fUCh8UnmTMMICEEYhlo0Sy0a0zsdKNaB/bqLG894m9CmdKnP/0xrDp2qSP/dQuwqkyaNfz0ll/jsaeehtcflsJ3zpw5+PwXvoDdu3bh5ptvhm4a+PIXvgivq4FnnnoC111/DbLZDGJxshVU6yzgKkECx1+N7/umn9yCsem8JFUG7ToSATfafRZ8DMGwIOEYYyQwEVzxkPlniQ+nKhgsXH7pxbj22qthFJngSGBVFXIEb5waBG53EH/44324+54/Ie5348zl8zC3NYYQlbjCHmZxQf9IL6azGVTdYcTbOxHt6Eb/ouWYLOoYn8rhV7fcirHxcTH9ViwjypCUx5MEgXiYEFuTAoBnq6Qquh3je/qg1inVoO+lk3zK6y8JqRa07iSOP+dUzO3tx6lzjsN/fuVrmJiZwfxjlmPL1q2wMiX4Cd5JmJBjfE8vTBZ0DQsG6gj1JRHsicPSbGhBLxLRmARBhVvS8tnoYVUpFyQBPhxLIZFuw+jG/Rh9djs8hmpXeCiwuOG1InOExRfp/apwVvI0Btgov8oG3nvdVXjnZecrKZ/WQDEzJJ5o0fQ8wBtDMBTCj27+JW67/U5EInFhYPPQZvrkv370I1h92onOfyM44xMAlY1aIh6VzXtodBr//NFPirWA8vJSIP3RMiyi1LS8EPNsATBqWLRoAb75jf9APMYiwZbDidO0WCwpRTH7DvrR0MPoi1/+Grbu2P2mgdUzV58Ku+FBxReEFYqjXi7B56pi5aK5qBQKGDp0WEnevF6Mj4+LtUbIH8D45DRzf1XEPcEVtxvxdESAhuwM/WqVLDbdlkKlWHD8yFwoF1QgUJ3M4kgYhTytDijhO6rIdkKk2KrIiIYWCQ1TGOcdbUnxoJ2amoHX7Zc1Q2kcrwuZnPzuCbTlSyVUDVsAExZ/qqZTzNEmc8hBVQVYVQW+YqxKoS/eXx7F0G9KmMm4cKb6SvpMlqtKO+c2oVjIygaEQLoAuuInrGwfOEzgyyTjMWGz5HWmryq2lMjc5T51JNN8TxSqe1wC0jAUQXJsoCEe0BAhzZx+wj4XWmMBCRw4cGgMPZ3z0XfeDRhJ0J+tjlZPCb3hMkL1CgKVAnz0s2JqPT2qbULPFip2Aa8d2I+dh7ICrHZpAfTFQpgb86EvaKMlAAS5mWoe2GQnk5kT0EjHAjS+NhmslDkRDVY+s9I8SaOs2Kos1bk2u8UKgIAk/0crgaavNrFrhkY414AGgJL65ZbhkOxJQnqx4SL7zNSFFdqgLysZ1fkiinoFhUrl/2PvvaPsOstz8WeffXY5vcyZqtGo92LJcpHBxgU7NsUYAyY4gUAuJcEkhJIEQklMEpL8Um5CEkIaScgKixBCxzhYxrZsyUW2Vaxm9dH0mTOnt33KPvu3nvfbZyw73HuX/WcWwxKWRppT9tnf973v8z4FlWZTQtMIYta0Jho0stc8TNdrmCgV0aBkMmVgNBVGfygiLIcW15njolbh3k2vxwSGzCT69QT67DTS0STseBR6NAo9HgNoNdJjOSkzZ7EOYLOstZriHwV6NjkM2miIFYAmCcsaGkFdvFWrAR112QMJmglPDp7myrVOWyb6KA1n6AGBT4JqH/jQy66/PvqJ/wWHgxmnIfcTC8NyuYSJqXkJIsjOLwrznAMvoeiwMfC9MXrMIQFVuTf9H4BVxfFUxhm94aqcZ3pAvE2TcabHMkCwKY9DYJMDMnUWyEmn1piAufR2o3RXl7UivGWmOFPlQj9RWgH5Un/1PcpvlS8yWSEcFvCxgnoHg4kwYkYAjUYJjUZVmvuQHRbbGMvS0XBd1JgC63pw6InWbKMq874XM6YIgCobAJ4ySsjKpidiW4iEQhhIGOL9HIvYCFnKwoP3lFI+KAsYGcjw+nJioBGYUGxgJuGSmeObkEidUKFcf3Ab+te+AQ0vJKAwg9a47kw76ttEUDXSRCE7jbNHHsXMsafhTeQRDk/CXptCePQ30T9wMw4+fwjfO3kSVmoQP3/ZVViTSKBt11B0zuH58wdw4vkTyBeyMAK0Uwhh7aZ1eM1110sq8PTUBJ47chAnTxyXeoMyuFWrVqkUbT/wgdYhy0bXiWKpqztodQJ48tECvvLlJ3Dda16HcFzH3kf2ot1+Dje8JoVdWzchkxmEprclJDEWz2B0+XosG12BWDSC2dlZkVGSwc3/5hezkhZt6F2EI2RLcT2QIa9qRDkzOWjh6+H+K8xUdaYKsEpvdc2UIVzQYMCpJgP+Qr4o2y3T6Xm/xOORpWBLWh6VSxUcfPYQHnxgD06fOS1sO6W2ccXKiuygN73pDoytGBbGfLXK4Es2p+pelbODwClD3HgjS/qw+EkoKxUB9F58n73+FQRQ8nP4ScCqgF3tLopzWTmPeH5/7xv/jq99/SvoHx7A2IplEnTE98LX8ewzh5HPEfgRfp388t1tZF0ymLHb8nDDDbuxu78CXTuKUJoqMh1GBAjnLIz/oI5IPoN8ty6+0AWtg0zAQNcKwr7lWtSv3IEa2ZzFGp7e/5Qovi5lDknN6YNBvTrxBWDVgwUPt7/pFuy6idYYITi1ClzH8QOMNORyOQEuaYUVj8XlKGczXMjnRTFXmMvi4FMHcGEyK4PvS4FV2X94Fgugp4BVsptl/QrTuYu3vOtuXL77ShmCcagyn51HfmHBt/tW3yPRgR6rwsKnxUqrLTU2B/1U6UWiUTz54P1YmJ1F2DSRCEXQn04jHokipAcwsm4d1u5+NRbaLmZyeXXtKeGfHUfp6SNYbDg4UW6gXGzJcLV/IIl8pYW0aWDt2DJcuWMXBkpVzDULWBwbQN1TPt3CBm530SKbWA5W2azlFBbmta5jrpTH9+67D1UGnoVthKMx8Sklq1tqFJ8hyutEj3W5Zv69vTSQVr4uwqSVs90PjBKA0gfqe77aivnKQYYKBeQwVnoTqcXU73t7PZnTVIA4lRoqpbKynRHbGvqiuwiYBlKZfoyt34g7334XsnPzwlLjc6aTKcxNTeL+738fi7NTL6gufgLI+CLWrU/5pJybZ0MiEsHbb70Zx558Am2vi74tl2FiZgYnjx1TrHeuaf8M7P35UnCz/goZq29+3c9gZKgPId3EVLaKQN8wum0PmXQfglZY1AbpZBSZuIeuMwUr2JY6sfdeLgVXX3h/LyYysPr4ScDqcydO4enjWejhFAIM/+Ewk8OYoCm5EmT+E1htOQTDHFQK82iLci+EeCyIj/zauyWMkcPdWCwplmCU/88vzCMSjqAv0ye1Dy28FLAakn1Wcg6obOk2YZlR3PfdvXj00b14+9tuR1+6D1//2nfxo/vvR386IyAZ7e7IWqYHKy36xOLE98MOWUGsX7MafbEQkmELlUodRiqBt9518dpZ0gAAIABJREFUFzYNLMP4E4eQOEbv5Q4WFufl+QmGcv8Qew967qoyRd2nrFOFEEzbhICQNviL55HcrwwodNuoFgvILS4gnk4hEovBYL6AYSNgR9EJWihqLiY7ZfzH3v9CIBXCxvWrkZ2dEH/25cNDUlssLsxLwHY4mhDg1LYNRCMGQoaNhXwJTxw7hyeOnkKh5iCdTuE973433v3e90poYSyeQCyeknUooWTdOk4+uQ8XTh7G7MIc/uO+PZiYrwghiDXi2OgI+jMp9GXS+MX3vh+pVBrNWg2P7duH06dOIZ/LCpjOQSeHyEP9w1InJOMJtLsdzGVnUOHAIqj67rAdFqUjWbwMQ1yYnkElWxC7jfMXL4qCuS+ewNgAFSgWphcLmC2VpWeL22Es74ujPx2FFYmKLV271UDXaSAasjC2pl8G7lR0dgIeKq0AYqkVWLFlt7B3FxYX8cij+2RgyFaCftf8bBiuziEn612D+IYMZHVlTwhPelGGaTGnpVIt4o1vuF3A6ft+wH2xIrVdMmLg9huvwWtvvA7nzp3H/qeekbOoLxHBP93/5Muu0f8n/8BPgdX/A7D65J7/hGEykZFsM6YPklLiS/7MMP7ib/4ejz3xjLCWVFPMo4WhJW1s3bQWv/XJj0iTwXq3Uiv5zAweyso4niy4L/7tV3D63OSSBEQku6TP+OxTRpNEvSZWhEyRfmUbLWQJkNEvpdNFOpXE7//eb2OwL66CtjzAovk2m8WAgb/5uy9jz8OPyiHEYoDg15vuuEOK8Ef27pUN+f3ve680bQ/+13347d/+NAqFHEIRS5gHPCQ5oSUjqRdcQbr6X3+JdgCnYQQp9W8jqLkYMDrIWExPbGH9FbswvHUbFqtlAexqVUc8Urix16t1XHXlZXjD626WCZ/AMWSR+Qc0Fz43K9uK4Gtf+ya+981vYtf6lbh20ypoDidYqhgyQ6YvQlbBXgulGurNJqxYEgOrNyDraNiz/1mcOT8hPjA98EicEcVDjuAV/fMUMKQmtMrXkMwO+hsRmOLmyAJR2mvK+Mkikmk8UDG7uOb2m2DFw9i5aise/96DeHzvE1i/aztq7SbmxicQ9SwBwHp+fiKN871am2jDGo0jvDyJdtBFkknpoZAAP4Mrxvwk0zZqlZI0pkxVHOhfhukDp3DxkecQYuhOW9k0sJbjfwkg8Dm4wfeafZGW66ZI2YO6h198zzvw1ttvgsmUb1NHyymi1ajDMFPQyHIxLXzyU/di3+NPw7RCSzLxkcEUPvvpT2DF2LBiH7EANCw0Gi0xDGfDQsBvfrEswCq9RMUc32/YewxoaR78dGsWFwTX3K6Da161G/d++hMI2QQJXJnosvhl6BMPd5dAfSCIaq2Oez/3eRw5ehKL+VfGWL3hhleh3dLQCsXRCNposahGA5vWLUfUtjA7OYV6uYKQZYlsitO/VDwtID4P/KARUswBzUM0bkux1KjVJOCqL8MU7H449JkiSwIGGlUHbc9DpVoVBgflJTzICGb1mCqqGCWrTYETlIWz0TaCGvr7IsKc5ESWdpYROyrXhgA9W8L+dAqZvjTKFUrci6g128L2E8jGZ6gQ2FhyHJHnUGztJWCV35LhBo0DesxTVlKKrUq2JfeunlePKkrZ4ftSKvFn9R+X97hGL1BK8Fzx26NErFypqzAFgrPC2FDek75tq7wmkUbRoylmwzZV8FWzayJqGuiL2LB0DzFLw9hIP1YPRnDy9AKOzuVw2c0fhbftVcLMWJlyMBpswmq2oDfmoNWKCLoMvAmIDQONj1pWFYcnjuCpZ+eBdgj9YQOrkjHsSEWxLmKi32RogIeAHRRmKiWDmmXAY2gfgT8yF2g6zPdKEJlNeEBJBOlxSjmc4ot7WGaqdFdeA0+LKt9Ov+HyOBhhkyQJy5TR83rQxoGfH8EIPgyZq23xMPWcJrxWSxquQKMl3l61BgHWGpodFXiQDeoCntW8DkpuB9l6HaW6g0rXQVtzYdP7T/dQ7rQwlW9gfpHBThquXrYcNy3fhI3JJAZTNuLJBOxwGoFQBFo0Co0yTDmjPCWv89UDclHbLWhkK/F1OkUJS/CcBrRWS7zJHENHUQuiEQyiEdBFBivAkKdYq/TZ7DNtpIKWBIZplIgTHHn/L7/sGuyvv3wvGvTerFMG34Ru6Kg5VSxMZzE/u4jxCxPIzi76QwSuAAWiXqojJNBIIKLnPXjpi5BGbQkg8sFv/x8QfIwGdRl4pOJhWKbybyUA1stwfiGs0WdEcT2Q9UXGWJDDBE3OfPEAF4sAgq6qgVEhQ/QgZoAeQ6QIrAZlnaUSJkb7bIS0ttggcAgYjoQQCVvyuDyreViQYK683Sn1Y/CkkgbLlZAaRQ1QPN7P9CL3Q3a4NqlcIVOeGKo8loBRvJ8J6nGYsxSZ7G8HPrjAvxdQgAwRoW0pP3Da7nTbqOkhDKx/E8JD29DodGFTwRHSxcOeUrmWBGnw+6a8dqdRRH7qJE7v24P89FMYGd2BZOZtMKx1oBl4oa3DcXXEjC4C3Ta6dR1GqIWRLUG0rBzOXngeZ06dwuTFixJgSN+67MIcKpWSAL0DA/0YSPeLJFEFeymbCA5KM0PLsXbdLnhdG/OLF/HcsQOYnipgeqqBMxca0Lsa1q2PYtuWBIb74zA0U5Q4bdeRuuKyHddg/fqd0ljzWgjETGCSFkFi49MQtovTrMgZQrsf1iLyfQ4wND9NmgNVCT9Rg2Zho8nvlaydnwmBLQ68GDyXWyyKFc3GjZtx4sQJ7N//GNL0SRsaknv0wFNP4/ixk2g21SDTpeWKYWLbtm248YabsHXbdqkxOg5fF0MBFcNK9nFCqLx3feBfVrd4iSsPY3rGq5rkBcYk19Htb7zzZa9v/sD3f/zwf2OsCrDa6aI8n1PnlRHE4w8/hL//27/EwPJBjK0YkzUVDtkimz9y8IiEQraFO6AGkPzF2ldA9A5ZrDq2bliN25KAZp9CZL2HMGXS1QCMYwbyR1wYbhx5z4Gr+z6gDNVZsw7GO26DEzal8V44N42D+w9gcnJKarSeFL3ng9+7CD15uzw/XISCGrbv2IqrbngNGhK+7sIKBBCNREV+T0AkFolK/cdhdKNaRzSVkPOJvoqdcg0nDx7Gw08eEkZTL+irF+TEs0j5M/vED7H9UJ9jt93Ea994G3Zf9yo8uf8xOPU6xtaslMDFFlUg4s+uod2khJd+zR5M2ncYhgz5GXwStEwYloWzx4/K/Z1KqjqXwARD78iEd9pdpEaXwzUsTM7Rgo0AcFAsgpxnn8Tk0SMIjI0BZA7qHqJWAtlcEUkzgG3bN2N0zUYsnj2Ps/UmSumUMOR4PikAATJwFMVI1xPFHuW//CJjK5tbxOkL52RAyfM9HkuIP2Mm0SfsN3o99mxhImGqPFxheZHQwPpLoeK9k8P3zveBVfE6JglG/I9V3SP2Ynxt3Es5vGL34SsSFDsW8pnKfeh5uHD6LI4ePrJUKynrMk8k3twbQ/EEXn3Tzdh93bXIZRelbmaPR2LP8cPP4YH7fohux1H1Vo9B6//+0j/72/8SuMv1zz2B6ovrd+3EhYsXEUz348rrfwbf/c63MX72hNSmwrbWWLOrYftLAc1Xyli96TXXwQgFsGvDRniuhYmqCy0YlXqX/qH9AyOIhg2YgQo8Zwq2AKtqeNMDdnt95Uvf5wuv0QdapYdXQ1SeNc+fPo/9R6ahh1LSP5O9btqmWFFwQElgNZ/PS8Cg1mmgXSuKpzjVF2vXjuJjH3svMhlbvOupLAiR2UhWYqkirEAO65gtQqsznisMjqb9guzhDI1uN9By2pgYzyG3uIhkPIxEPImZqSz+4i//WmoFg36h1ZqEDPNmGoiFkIgn5H3wfOaJTl/zdJQhcRHUWy7W7LgM2191DdatWI0Agyv3HUP15Fm05+bheC2kBgdg6qZ4M7Mn5j4l18UfyDBIldYEBJnZ17Ya9JVVBAnX42C9I4QSenMmBjMIpZJohGw0ggZmaw1MFEuYrBTQDAewWM4hGQmi06qjUS4Ik3LH1q3Yummz2H9MTs0opaJlIp6MYGxsBMsHBlBzOthz4Aj2PntM/NWTqTSuuuJKfPBXfg1r1q2DFQ7L2SfZCZ0OGmRMN+qo5bP4l3/7Cr59/49kEMq8DH5+A5k0br7xBszMTmP9hk1461vfgkjIxIXxSXz729/G9OQklg0Pimf0soE+ufbpRBKFQkFsZFasWo5uQMf0fFbAdmbdxPtSMkwSS49mA7WFAhrlKuazWcxkF2TNrxmlL72NqbksKqwPWWO5XfRHTAym4+jvH8T09LzCZCyGStsww4aA9bQDSGTSMFMjGBjbDs1OYmJqRixwjhw9jpPPPy9EAdZWPPupkuYdrnzNFf7RJlDuubJXUInCuoJrnnaS9NuNJhKYuDiBUm4R6WgYu7asx5WbV8I2dZw4fQ7TCwWxx4iGTPzbA0+8ojP8f+oP/RRYfckn22OsPv7gt6AHFOOSnj/CUNN9xqNh4X//1d/hiacPy0bb5abss17cVhO33nQ9PvjB96DZrImkttqo+AWgL7miv4rj4O++/DU8e1hNrwVs8oFVLjo+XIMyFreJUVNNTrPttjSlnHCyKFuzciX+8PO/K5INYXt2XdjEf8msQhB//Xf/hAcffhQ6GS2XHDacIhN44/T1zjvvxJnTp3Dh3Gn8yR9/XnxV9UAX0XBYChumorPIVhPVgCTQf/1r38KDD9Bf1haAzKWvmtvEcNREwgzgznfejW3XXSPhJGRakQLARUywktJ2Noi2RcsDvk/lb6oCQMh0MCQwiHK3PQ88iAOPPIbNI/0YCrHI4mtpyRRMWlSvi7BtCfiVr1dkstJyPdjxfqy54np87+En8dCTT/kNHEFcslUV0OcFuwhnLMRScRghW4DBerku3lCcijr1lkh06WIjihkxvVegLtUdBGdrXhOjV2zAqsu3IDszj/KpGYwfH0dmeBB9Y8M4e/oUrCp5EwEwVVGKTstCm8VYx0Wz24K5LIbk6gHUtSaGR4bQdOqwk3EMjI0qKr+8rpKEihmxPgRdHQsHz2P+wGmEdEoN1GSM7OVL5WTKBkAxo4TjTPl6h8mfGj7wvnfi9TdfCzsUE2CUh3i7WYel0y/YRKvr4UO/+jGcOT+lfO/kUPWw+4rt+PjHPoxIiOFgLNAZcmCi3mjK9aNUhVP+QtnBPb/6UczOZpcYqz3PKE7aFbBKRpahJO0MYOg08Po33IaPf/geKdb4+D1T7VgsIa+fU0DaB1SrNXzuc5/Hc8efl4ney/2iFcB111+FUtFBN5pBy4rDdWqwAvQFimEo0yeH4ezEBMKSgG0it5BDLBpHx2vj/MQsjGBIrBXYLIdDTE0mK7wjoF4obKE/kxYJeyGfQzyWRi5XQof7BBOHnaYwfXkt2DSrwBzFVlAWAJSXW4otR3sRyi3SlkiLFxbyqFWbiITjUtR3mjw41b7EhExOmeezOQkPoD+hPJ5IcZXM2edEvCihlvfHUiHq72MKYFUhOPIl/jwKWBWGgjQpyldLLAsIBCtV/9JeAb0lrEoy8WLxJKp1Rxoojfe/z05X7BEFbMlwQ1LPAySJKk9Vm36SQKfLSKcuMrGISE9oXcsByGUj/Vjbn8S/HzqKYOZ1GL7u51HSgdWZKpaTrVJ1EKxNQGsuwhCGJH1KA3B1A027hqNT+/HkU1NwG1FEQwGsTEZxZaYPW5MRDFh8LR1oBE8pA6OxoLBXDWhkoHJNMaFE5KN833zzktcthvV8j57Oz9zDiBkVz2GN0jqNzG5fCsjrQGCVADmTfxkixf1Phj28rgQxNcUWICuULGUOiijNIjjFhpFyHqciHlwMUiAYUm57EnbXIHM10IHLIA6qBxjWU28jW6qgWHdRrrnIVxuy1iJaFbtHxnDd0FaMMLQqAmjhCALRPoCAaiQMhMg+IJta7d18ywQy+B40huW1GF7VgtYoSuiBRrY7fYrRRT3goRCIwjGCaFApIPcA2fZttL2WSBv77RAyeghhjencNMAJAh/44Mtd4vjnf/u8YPq0ReB7a7QclCp5TE1MY2E2J17JM5Pz0ugoOb7PHu0lZbOZoFRZBmzq6S+VEfZYSD3xvAwY/HOc9zD3Dd7DibApbHIuDgIZ9CPzH02pDITR2QObZJwhFgPCUO35qr4IWCW4qnySyW4lsEqfa3qZW4EuxoaTGEwHoHssktkgmcIeDASUZ7qn01/XN/wQMMBv+ANquPjSL4b58L7p7U7CSOr9o4AKblsa3vjqBMoTle2FAhJ6DC0+Gx/J4UBIhlL+IIbAR6OAQGonlu+8C91UWKyDonYEUTushpKUpfqeZMKMp1Sbr9mOwqmVUJg4DS/XgVcvIxgcQCjdj0YzimLRk/VrBiy4RRu5ShbLtgcxsMFEV9dkiDE7cwGz0xOYn59C120Keyhk0fdXBQ/x8xGp+yVS7VA8hcGRNTSCwcTUGcwvXIBlGiIjdJy2rFfmPvHs8MBG3EGw05BaibK8XVfcgGRyFPWmSuRV9Z+/1fqfhDBuwKGsUNiFMUiGFO/ndof+9MofTflFuooZLTe9GnpSHcHvi28t/41GwIt+9hrC4Qimpqawf/8+HDtyDFPTE6iWK2g0GXahFDX8pNet24DXve5WbNu+FaapBiF8bipxCENwrxEvSD/cTGHrBHRZg/KsIEjH/YLvUV3LnoqF9wCv6Ztuf2VWAN978KEXLDLE5/oFdmB5Pi/nUcDQcezZZ/Cnf/T7SA2nsXrtWmE/8bx1Wy2cOn4SraqDapvXjyCqstygLZSijhsItlvYuGoIN1gxYPI4BnZ0EdpooXqig+4hA17DEl/rEjpoBpvire+aQQR370b09TdCN13UOy6ee/wQntl/QBpyeQ7//SuWb+886I031L3A04R7AlUwa7dsQDiVQDQcxfDAIGrVCgqLOSFMMESKIbkEVndccTlGV62QQbRTqcKrNjB95hy+/+A+yViQsDv/+UXVdAmwyuckuYGfkbDUOh0MjY7AsA2cff4EhkaHcMsbXwfXaQhjmcxUHvocAtCXV/INpGH3EItGxW7MDoeE9KCTYOC6MpgQZqwWkBTyvmRKBo7cgSrVmijcBoYyMqsLdIDiqcM4ct930DecQXj5MKIWbQSCMAJhhA0TdrIPgcwauAEbE5UCxuemoZsKWBK2J31/gybK+SoOHDiAiQsXhDBCljVftzCoTRVe1vK62HX5lbj99W9Cp6XsSpi6TV9XAvGxaEwsAuj/z3XXErWYH1rmKUWjrMtWW4AKvlfaJXBALt6ofniMIs+oPbKn1GNtIgO33gmhKbn/c4cO4dGHH5JelOtS9ENiSUarJw3pwUG87ed/AaF4VBhq5XJZrJJGh4bxxGP78fCeB6VH/H+CqnLISSV4yTHgIR7UJExvsVbHpmtvxPCy1fj6V/8VTiUragrWLkE9JCx5+vX3wMxez1gp51/2+c0fuPqKy+GZGtYOD2PH2m2YKjQxnXXks1q1bq08p8FA35gLvT0rijMJF73ECqDHzv5vALL/iuS1SvuuhlsMQuMw5tz4JB566ixgxhGJpqQmJcuddmyU+9N2iYAnQWO3UcK6FcOyHsfHJ/CGN96Cn7v7dhiGROIhnyOI30U6ncZiLofp6VlZG/T/rFTLGB4exOo1q0X9Ua9TcVYX/9vZ6XnkcmVZVxyksd9iyOehZ0/iyLOHkJ1bEDsARbHXkIma2LJ5k5zz9D+emrwomQuDA31iy9PoADuufQ0ue/WrkerLYCDTD3N6HvMP7MfsQ/tRLeaRGR0SXIBrWJSq9NtvtoRwFIqGBUgLmiR9cGjFgDQGVCuWOxcsg64XSgXk3Abia1ZAzyRRtE00jSAWaw3UpR8Jot6soVnMYU0mKgHKubkZ9KeS2LJhI1KxhGQwTE9Py/vgybh2zUoMDGYQNAOoNF38cN/TeFSA1RaSyRTGRkfx1rvuxu1vugM6PVlJzgiFZb9rVkvwmi1MX5zAH//5n+HQ8WOIhMKolEj6KmFkIIN7fun9SMSj+MY3voHbbrsVN732RjitLvY8+BC+8+1vYaQ/g5mJcaxasRxNp4FGtYq+dArLly8TNezk3BxKtbrYKdiRMCwGIwpbPwibZ2mtjUapgnyphHyZvaCLzatHEAqauHBxCmXHEUYp8Yy+aBhhy0S75aJcYnA4A1Y9NMlcDeqwqVJiaFkkjC1X34Dkso04dfYiLoyPwzRtnL9wEafPnJN9lJZL3HOoKGKGhUHrBtmvVL2hmOaA02YPX5ezO8qcl66LSDyOSqkI16ljw4oV2LJ6FAmzg067hfMTMyjUW4gnkkhEw/i3B37qsXrpJvdTYPUlW34PWN3/4H/6nmeUcvuHr8h2WaxZ+N9/8Td46tBx8TeT4kQOJE/SkX/h59+ON99xq0i4OclrM3XZ9+0XEIWsjVYL//zVb2H/488sWQH00od54HOi6XAh0C/NDzuqkQDuswM818XOyy7D5+79jFDoRRbmdRASmR2bRAN/8/f/jD0P74URUoxVPi+nEywIODUjaDYyvBwTE+NCQvqjP7gX/Sky4RzZeEzbQtNpoSaePZTNBwWkeeihR/EvX/4qupRdcKFyTuh2YHsONqwYwHs+8IvoX7VCkuK5ObNI44Gl8BmCQD7DgYw630y+d/Cpgq9DLqlALU6ugOce3Yfc+HkkohE54AhM0fOzf6Bfpsk0AQ8wwd1poOo4CGWGcPUb78SPnzmKr//7N2Sq3zN753tgaI4W6mL5zmXoX7EMmWWDEhZDGY3e0WB5CZw/cRpzZycR9lSgSrPpoOM6ItulebtiK3bRTgTxqp99Pc5ePAejEcCJRw8jZcawbfcOHDl1HJ3phiREu05LDmZS7etOQxVeZPuORNG/fhmaelsCyIrFAsY2rkN8ICP1TWVxEZViThgWRmIQ3UoLc0+dRudiQXJjuDMSUGYDQcCc11ESJ6URlDxplTLPgq+rIRY1cc8H34PrrrlcksJ1msu322h1mggFFYg4MTOHD97zETTabILIkKalYx2/+At34e6fvQsBJiRLmrYuMkqyMHntUyl6o5IZ1sGvfuQ3cOHC5JLHak/i1guHuRRY5b3sdpt4+9vvwvve8/MCSHKSxvfB9xMKRQQAJuOLX2SFfvZ3fldMunMi43t5XwRWb7ntWszNllA3E+iEkgh2XVhmS7xKhwb7MZSMIzs1jlatJl6GZFezWY6lLJwbn0K9rq4NvWEZ+MbURQKrBEp58CQTUfQPpDA3N4tkIoNysY5iuSb3a62u3heviRTewlr1GTLyfYZjMPFRFbosXpMJA+FwEIV8BfWaA5sMQo/sqSYSSXpP1WStUa7aaLVRdcgMVV5QwrQk8OnvUwocVY/dW39Lgxep+HlrK8BH/sh7R5ITFLyifhFE9JtAGZAI58qX9vZag4Zi4QW511ioNci0YjAT16OSsXI/6K39XkEu/pFkFVkBmdTSx4dDAd5zqXAIywdTCJkGFoslxMMW3vmqdTiXa2DvRB8yr/kFFAwdq+I1bIrZsBo16KUpBAjcECTh/4IeXDOCmtHE4XMH8OyBc+g6YaRsA8uiIWzPJHFZJoGxGNkxHAQQICWSy04nCE0Yq/QkCcINUaKr0tMJoHoafb4ImPGg4LVTwW0EVjXYIm/3dMrVekcGmZ++HJyyMjJOW3UBI8V7lXulS1q9ktUKCCia1R4crbxNwbXSpBSLIYJtQG+IR2VHc2VwFGDD2yFTxgLtr+edgoQZ8awJR/l2mgg3G0gYUcT1PuhdpuDa0KwouuEMPMOCRq9V05aCWkkhiRcqv1IBe+n7yvdAYLhZA9e1APQEptBBFR3MdYKoGwE0yYQQu5k2mu262NLw/hoOhbA8kkRStyX8hcoL/NKvvLwFDuAf/un3ENQol+caUGB/qVbCyVPP4+Azh1GvsdE1hAHO4pVrXD4T3/KmNzwgsNprZC8FVqVpfAkQ6Y9F5HGkEQsGkKDXKCXBthpGCQjmM7ZFws3gBwG/qI7h/stQIdrFaFJ/8PcCtpLJyr+nrEvO+ABsgrdUsxim+BvGbR0rhyNIJfhzPV9tHQGDjFeFb9IflzxoCcYSdqmSBkuIzkuuslqPHNj5ihKOCHvsd/nklG+2MK74e2GFKVuPrrDYuR78cEiG67RaaFKaRuatQRBSJS0XikXkG03suOEejO54LXLNBWG1EhQPcYAlz6vsBChbVPUW5W18n5RpxhELd9B2GpibnYSWrYh9itax0WrRCdhErWYjV3AQGehg2fokTZvhtGty3QIaWUiWgBGOUxafyIDWlvDSifETS/ZNck/0fML9xoQ+28I8I0jT6iqJLq+pF0MAeRm6e90QPK0kRG5e42gyjct33QDdTIodQm/fUwxG5XvYA93avKYELoWlrD4hnjEcqgho69dPKiRK7dGiDPHUvcXH5s8yoKSrNWGaBEBcjI+P4+LERQwMZBAPJ+TP+x/fh8ceexSnT59Eur8fd97xZtz82ptlcFgqL8oQxDDIpOfnzPuZ+6k/lBMbABotKqCO/uUcjstAz7+v9EAvkViFJvUYm3e86a0ve33zB77zwINLIKGA3kuqpwDKc3m0mh1hmU2cPoXPfurXKefC6IoVWLlqTK4VWZ/nTz6PUjYPz7R9ax4ODTXUmo7Yl0APwW42cP1t12BT3UZ730H0xUuIbDDhTgbgTlto6xqqXkN8PN1AG7anoRAKIfi6GxG5YhuKjQLmj5zB84dOYHJhXg1Lg8Gl4DwC3QJiXsom9Ac5BMrJSDesIEZXjmDNhjXIZIZw8thJHHz6afk58fD39yIO2H/uve9COBaFw/3cDqOWy+PQ40/h0Inz6PjPzevVC3ASQJp7jU864N8RKBcA1qMHs5L4tpsN7LxqJ66+4Vp0nLowVqkGKJeK8uxbtmxBKt0naz6fo2WRjsxAP5xWS1ihbalRCDKwXaxnAAAgAElEQVSqwFrFbKaNUUoYfAJUtlrC5GMt2+q0icHAcl088c0fwKu10H/lFUgPr0FYt2CSGBAKwopGEYoOIxpLoGO08Oie72M2NyH1STgQRLPbFubbj+9/CBfOnJEAUQHRe762JEoYBIs8OO0W3nj7nbjrHe/E9OSMvJ5oMoVYMi7s1qhND0h1zWWo4QOdVIUR9KQihu9Lwrz49wzjIXGAvuOEyYVdrlR2/OLjSOcoxA21XtUa78hMleDzMweexAP336/CdHu+qFTFgNkPLsZWr8Zd73y3EFmYm0BmpBBAOh7u+853MTc1BT340t39J9R+S0WJeg3cN0hkidP6qFXH0NhK7HjtLdA9HQ/c9wPkFmdFlUmmMm2RyL5Ve5U6J2SfDwYxPTX+itb3irFRRBIx8Ru/Zdc1GIovw/n5CpyIjS07L8f0DK36alg+FBJg1QpwmPiCx6rsq75tUe8FXHqGy3X3lSKiwOP6ZdCuEcDU7ALu33scjmci1TcogW1k6gcsW8Kb+KtYqCC/OItWbRGvumKzDL2efOoAfuVDv4QrrtwM160jlUiKsnNqZg7PPHMQFy5cwMzUrEjWOSAj63/5shHs3LkD1167G+vXr8bi/IIMvRgoxeKRfTjvP/qWj4yO4uLJafzT3/+jBESlYwl0222cP38eIbODbVs2IhWPChjH85Z7GX1dmR3i2TEU2l2s3noZVq7fiIGhYexatwr9dReH//27OPvIPsRMXcDLuG5hMJVBIhqH47RkMCeJhZ2OBIpqiRgqAeD0wiyminmkBjIYHVgOM2JJnbfoNjHXaWKqUhSZuxa00GqxFg0hE49Dq9eQDgJXb18Jywyi1aghYtmIELgOWuJxvDA7L/dTOhGX/Yxrsea5mC1Vha16doa2bEHBOzhAXrtmPV57880YXDaMoZERDI+o8KpmLivevD/aswd/8tdfQNNVgakcSJVLefQno7j7rXdgOJPGvn2PIp/PYWzNGqxYtQHRVD+++q9fxdzkBTjlIvrTCaxcuRyrV63EylWrJDfjmUOHcW5yUiwcaLeYSiWkz6NSiDhPP8kJzY6EP5arNdmDWTENpS2EDVsCourcB4wgQgROTVNA0fmFnPiqDw8PoVYpiq2TnUygP5kWtVDDbcNMDiNfpy2kgXS6D3Ykgvt+9ACeO35CzhkCy/Rr37xmFCv6U6ICEixA07FYKCC7mMfUwiIK1TpazNUIGpLzwjqUqgM+b9y2xKc3ZgURDxliHZktlMWjlp7tiZiNr+75qRXAT4HV/8s2v8RY3fMNBSTKZJvNsgIZuIjZpP7pX3wJzxw+IeE9pPJLC8yN3O3i4792D66+ejuqlZIqMNlI+ibVPcN4khC++vXv4seP7FsCWfwHUaboLpmgqiEKuC0pyF1h8bDhoKdWCzfeeAM+8uFfQb1REUYMS1gGZzDp19MMfOkf/wV7fvyY+Abxi69PZON+g0BJQ88An8/zqU9+DJdtXScMEFoB0LuNk926AHUd8asilfzEidP40z/7KzhNV5iEih2hw2xXsHPbarz/Q+8X1qXF5ptTLwnk4jRTeeqx2WXB1iPDKXaL/4sgrQa0xcjbw+z5CUydPINOoyFhLgyzIXctm82if3gZNm3fhqn5ObSKRdQrFUzPzmPlps3YevW1uO+Rx/Ct//w2KLWVQ5R4BPEOelIOJ9C3OQ09EUZkQHnBVIsV2JqJcHgI5w8ex9nHjyCJEGJ2SBiAzWZVGhpONPkZGN0uSloTu+/6GbTClBvpMMoaTjz0BDZv3oDpag4LJ+ZgEmRpthGzQlIwlmtVYRe00EFqwzCMwSjMBIE0xdLccs1VMKNhaVpq+RxKiwvC4jTSowhUOph/8hS82YqE2nAuT7YopUnKC00l/Elxp6AreVwplDQDfX1RfPTXfglbtqxBKsTpewCtroYmE191WkiaYh/xmd/5A1ghesopEI5s3U98/B78zM03wnNbPouGQWxhVCq8Nk1hZlE667Q1fORjn8Cp0+ckHZhfS0EJfgHZA1bFW5eSZr2Ld73r5/COt92hGMJQvq38YjNIeY7gjN0uisWyhFeNX5zG4isEVu94y8/g4sUFlL0Q3EifHFSRkAppY6Ey2p+E6bVRz+fQdtpSYNRqZaQHo8iXqjh/fkFSZ21Lg21YsCJhub8pj2FCqG3pWLdupXgquW0y0EKYW8j5zAwFiPaKaQWyqk2Jh7NKXFegkgImNUTC/B7B5qZMMgnuswmnh1rfYBIhM4x8tiDr1BWghMCoAvcCXKMcbnANij2YKup7n8kSWNoLViAII6CJatQJltOrrDccEp9QIZupwBOCKNzPuvQQXbIX4MutCbhLawneRy7ZLTIrJVSlGHI9wJ2fLfc9Ph7lywzJoMyLvr70Lesw4bfblcJvzVACqVgE8/kS8o0KNg+F8epNl+HBGR3TmV2Y6dSRibWwta+LIb2FaM2Byam71hY2KV93xfMwVS7gxOkc5qZKYN9hB4PiI7QiamF90sL6VBijMQtJKwiT7FeCqvRcZYFJIE434Ibovaqra657aJGxSnZBlzI+7nldkWwvC4YVWIkgPL2tglXEQ1ecj9Xm1GTh2hSpD4FKrcP9UnlbscCUayvxiIrpJ/cNpcWtNrpMg+bnxcUjTEf6PjroBNXrJnDWbmuot7ood5podJuIhQwMZvoQT6fhWQSK+ZmRRU7JHYHUKBCyAD1MFA1eW5A5tafzFwOP6EvK52WAFcFRpyHyUY3pwj4jkvd2J9BBPeAi67rIOg0UWpT/q3Og1Wmh7nJw1caAYWBDegBDoRgs+uQRrLnnoy+7MfvSP/yB+PTyvORWyLOca2Iht4hnnz2CUyfOwjCiyGULmJqYkRRsApnC6vaZb4qxKnfMi756Q5EX5zyrf7LEO9QAO6AhZpmIhcylJFhhKPnMdUKmPM34UxxmMrCBfyITW43EOFQhG4RALaX3BFdVaBVfbw9YpT0NhXsDcRNj/bTxYaK2kvIp0F8oqvLaekzbJW88BtMRCCbY39Oz+hKS3r/h92XvJWjn+83yWgqY4w9rOChRgKf8sPI289kQBBMoSaPffLOpfMDFDofNgQQmWFh+9R3YcPVt6EYyKOTr8Nr0QGvIuSaNkxESIJbNO/14JSiF3rMeG14bukUFBRuCMDp1+lkWoNUV+9uh71szhLalI97P5pj7LwEOte8qz0IV3kXPR8vWMDV5BhcunEKnXhEPORkA+coa/jvupQRHxM6DPsC0BfGacN0mGPZJoIXgrwD7/uCMoAjBrlA8je07rkM03i/DMw5pOTBR15ZTCv/CcUtoUnKs5MayP1KezevcpSevOu+5eVAJQyBEWNEtspsUkq7UEByqeqA9dS80jQyYfGERZ8+eRqWyIM1bKs0kYAdHj52QQRi955qNEpqNBgIM+vQ5LgQl6X3M90jpv8iWPdaWvEBsvAjMMdG8I2EmATKNdQOepVLcex6rPWugt77lZ1/2+uYPfPtHe+R99qTtPcYqP6tqtgin4YjnYWF2Bp/5rY9JqKgdiWHd+lUYGOhDkPvBxCQWpmbhyefH7dOQra3coLVUCx2eR56G0U1rka520Jiaha21ETU1hN0A1rTCWK4F8ByKsLv0JvVgdpqYHF2G/tuuRwltLJaqmD92HjPT06j4Nc2lQI9Y7/hA29L3/fOZ17zr0cZBQyYTw6q1Y9iy9XKcOX0ehw4eFMaqyHVZ27fbSCaTuOH1N4p6jcMZepk2ikU89+whPD+9KAz8HuDFe0XuH4Lv9FP0mbMquEq9pmBAKYW0blsIHK+97WYMrVshPooEVvnFPYryfgbohEMMT6V9WgPtButQFdqkrA8I/HHw7MKmj3Y4qnzsdV0sAwgg0R+SfYkEPMnfUZqtY/zUDMLxlehbvRElpwVLi8M0bGjBDkxLkwEMBVCRRBTFc2fw5LHH4KAFrU6SRgd77v8hzpw4ocglEvrJ/VGFRxFcY/3H86LutHD9zbfiPR/4IGamZ4RQEbBNxBIJFSjMWo9qo5YrYWfcB3nbi8+850InE9b3QBYGKtcjQVgOhHx1gqxlX6fD19Ib1kgJKEoQMsHpkdyGbZjY/+he7PnhD2HYykaMZBdu2mSssl68/OrduO7mW4WBT3CPj1dczGFuZhaNUhnPPXtQlDQ9tuz/jb2pNAw+sOpp6OgBjC4bQXFuGolkEgjFUa+WpMYlS1o88gkEi5+8Yn/y61IAs1Evv6L1PTiQQlC30YSLjelB3HXVTehG05i1LQysWI1SuYFapYDBZADhYB4Bry777aWMWXVJL6kzLxleyOsUxmrvdavPkHtatlDCf+09ioVCE4nUAGwziBDJLXZEAH2SH6rVBorZObjNPF591WZUSgUJpb733s+gfyAGp1mCU28iO1/Ew3sfl1wVWtwtzGelL6DaMBINicSbNWIiEcWGNauxZu1q8fxkYGCU1zxoIhxPix3V0ePH8W//+C+oFYvYNLZSQO9iNotysYDNG0Zx2ZZNcDuqV+ZHkUik0HQ6mJzOYrbewCMHj6LQ6mLVpi0waWvhtrCubwSpgIns+FlcOTCENd0ANtlhhOnbykwC1ieGjqauoUPlYMDAxVIOB86dxqGJ82jaBlZt3IBwJCqMeVok5AolVB1+cjoCwpodQDqVQalWRj47h0QA2L1pLdYNhVGrlNFiKCbrrbYrqtL+dFzWKfGFvoF+eIaBfKWCk+cncX5mEQu1NloBE6FwVCyySAThvRuKhIXksmLlSuzatQvXXHMNFo4ew9HjR3Hy/BnsffopdGHAKdUFYK3WSljWl8CqkTSuvmwr4iETZ86dRa7RFhshM5TA3PQsUmEba8dGkU6HZH3z9RZKRWSLFWGc0ts0RMuM665D2DLQadeRThJU19FxWmhWaliYXxDmPu+3UCCIZWsYCNjBwsyC4AtGxIYmtmBdCU0uOW3svOoq8Zw9e+o48tkFZMtUTqaQTGaE4WqE4khkRtHXP4B0XwaVRgPf/P73ceb8uJTqVEbHTA237N6JnWuWwey2RCnKroNkt2qriwtzOTzy1GFMLJbk8YwwQ5khdi2Mae7Qpx8d2LR2sSykojZa7Raq9aYMXeO2ga/vPfKK1vj/1B/6KWP1JZ/sEmP1gf9UwCrlIVwMvnxOgNWgjT/9whfxzBEe1PSuVGAljyNO1+799G9i9aplqFQrwibhtJngZA98lcO8q+Hr3/wB7n/gYdWQ+dO13hRVik8BNXhoc5NUAIeyCZfSHne97U7cfffPyuYg3mcssFlPi0TEwN/+w1fw4737RL7QO0xfzBBVvmjiH9Rp4T2/8A685U23ibxBfEUFMPVA1oRMWlVrIROWP/6TL4iHZq8YI7AacOu48YYr8K73/JxcN5MsGwmDIuuFh5ZKw6ZPpkjrfX9TFhwCLwgYyBrAhRcMimTw3KlzcEo1AR4ISkpIT8cVpuKy5ctFBtOhF16LjVtNfC4tOyKG2UeOH8N9D/wIM1NT6LQ6aHCCZ2kYXrsCieEErGQAWsRCbDADKx6VzYyXd36+isqFeeSOnke0qQsg6nTaqNXLEialEowD0F0XDbeD9a/ZhuT2MUzMLuDKnVfh6AOPo5EtwoiFMTc+D7fcgNWmgiWISCQGp1EXbx3CPNGVaXh9NuKDCRTpMxMJ4bJXXyPMYN4v1cIi8vNzMAIa0ivWI3dhDtP7jiMwXxdZvCIYapJq3WtUeveQ8l5ls6U8MiktXbasDx//6D1YuWIZkvSAkf5PF+8tMoDI3P3LL/4Dvvnt74lVgBR65Ly6bfz+5z6BV+++WmwDxH+3o9ik9HSiZUQsFhEfPPoR/8ZvfAYnT51ByFYhEYpt6jfovD/pl8oCVIpS/l7De9/3Hrz5DbeKzJUfBGXNrNQk3ThoKz8/r4tcroDf/ORnMDObxeLiy5cZkbF6x9tvwfRsEYtlDYHIgBRTmaGoSNezE5Po74tiOB2H3umgMK8sDSjxTyRDMo189pnjKBYdCRYhG40rI5mMC0OB7FEylLfuWoVqpYnpi3Poz2QwPbsok2NNpzSUCb0ECHpp3Iqd2BUPRFOBq/QYI4DBzCTLQLvZRLspBqFLa4XPF4tZGBnpQzFP/7yqrH1eWLLWNeq5DQ1akInyXQk9EomprEFKuH22vS/fVWDni5mk8rmJ5lsB9YpVIaMeX+bLppSLWX1XSeI5/qffJwdLBFbF80Gl2yrIRRXgl/w/n0d8yHTuG0DECiIVsRE2DObGw2m0EQkCm1dmsHIggUa1jKwTQL6UxY7RdYiMLMfexTb2zU4iGGgjaVaQtDQkgxYiBI6kyenKPlBzmsiX6qgWAgh2g7RkRJs+xjoQNjykGFoTNjAQs5EO6xhIuohHTYQjlqgU6F/H4KpSwoFLJp0JdIMsP3ohdSqUi7nSHFgMmTosMncRhOXpcHV+1srNlvYelDxaDTXh7jY78FoMBKFUWUOgHYDVDiBE77ugIUAPpdAEgx2nLgBC03UR0gxEiBoFNWhtD3U4qHVrcJjU2iXTHyjVNBRqNMJvY9fmYWxdswJROwO3ozxgQZYoG22iMPSFNS0J7iIbUKPUTxhHHnTHhVapChDMpFiN+3/DBZwaXL2JQNsTb1+GehFcdoMaGgENVcNDsVXHbL6IfKUBpxWQX/U2m/Q6BsMW1iXTGIukkAqEobtB4GO/+bLrry/9/ecFoJSBFFk1PcuZgIZyuYKTx09hcbGIi+MzOHHstCTPM3RKGKsCSKp7nMCe3NvShPksbz+FXZ3DPuNw6RWqO5pLhMuAA4J0PIJ4SNla8JIIM8Cwxbst0z+ElWPrxKrg8PFnMDNzHnGCDiLvJyhGz0Kux66wKw3xLzSFicd1YRL0D2qI2QYGk2H0RbmGCBb4rPRek9uTR0ogl+8pTtagH7hm+r6SlzL/ZOjhWyLwZ9Q+3pOv0gZCMVYVnipGRj5wpqiZlBPyjGi2umInRBYGvyf1AFGQRh2xdD9uuvu9GNl6M+qei1ypBq9twAhQYk42s6PYZV2Cq5aobMjc4YCXZzAl57RnIeOO64sASTBEtmpXUsGFyU/AX7PkHmSzwY2K667rEnDkn5oImLrI/wkeHTz4BE6fOoqBgRSG+wdedO+JzJdgFOsYgnESQkPQiKrjprB2OYDwdIkgEc8/ntMBDmY0ep55SGVGsXnrlTDtmAAuUufJvkFAVjTCvRsN7aYaaCmrH3VjKWabAsl7yhQ1aFNMVwnl8YNSZSDuqwJowUQlFD9DhqSQBTw/O43jJ/fB5vBStxGPJYV1WKvWsJCdhR7oCFNavLz5ONy/RUrIda1CDOWKil1QUPYmec+ehqCziIRXFAZMvu6i1g0glOoXn0THcdHh+zaCeOubX5kVwHd+tOdFHqu9wDRel3qhhHpVgfaNYh6f/q1fx0JhEQGDDLQEVo4tF/CRihSyqJOZfsQYtBI0xbe+2qhjcmYGMwtzCJCJrAdh+QQJkQvTo1prYWfXxN3BfuzvzsFiKJirCfAwvn0lzNFBkQsXCjUszhZQa9b9wcMLYXeqLlfM8Eu/lpjIJHZ4CsSOx2xs3roBO3dejlAkhqPPHcUDP/qx3yfw33Wwbu0a7Lh8K0rFvFjuGF0N9WIJF89ewHipJkA+BzEc1PA5hBlN/2ZKfDkw7GH6vfAln4zBc4n379vf8TYkB9MYv3ABC9kFxBNxbNu2BZZtYmFhHu2GIx6L7JlkoMBRIJn1pgnbDsl/uebIVA3Z9GBVclkO1Qh62wxb0wMIWxZioRhcAru03Akm0NRTcDtk0iomp6FZUlHy3jdosSOe6EFEXBeVdgmO68L2Avj+d/8D//qVv5E9lPcwwV7h2PtkD9677FXYfXAwPrZ2Az76m7+FcrWKerMhKpVoPCGDLgKdIdOWYTsBZwFW/V/yeD5wTTWAkpi7Mpwj+YZWJmoRv/D5c0CiQgNddLoO6k4JDaci+16jWRb7j7mZCibG52AYTSGUzF5YEMsyDnaCoRBueeMbsGHzdqmPqe7JZbPY++OH5PO96vIr8PCPHxKfRtUs+BN8/zWoe04x6JRUSfl3sx/juq+1HMQSEbiNukig6UXMg00F0/nnoigTFDFGhBJ+h9r7nUPizyv4etXOtbh4cR7UFehVB2/dfQN2XPEaTNJrf2yFkIcW5+YQt5oIB3MIajVhWr9ooOif0T3P5N61X3o5/rrr6X+olmQRyvrwgb3P4eJ0HqFYauleZZiSboZQrTXlTGo1KjC9Mq7esVas/86PX8SvfOgeTEyN4/jx5zAzPeurzJTtSa3WwNzcghBRuF9xKEClH72cGU4bjYQxMjKMzRtX4zU3Xov44DAOHj+Dcxfnkc2VcPzYCUxfOINk2EbI62KQQdOdpii8dm5di2TUxuLCLOLRsPhkcu5N5ZNlxjBVbOD7jx3AGTIh40msWLVabH6o0jSjUQQjJnYPjWK3mcR2x0G8q6wMyEx9YvIijhbmMdt0kHOaWCgWgJANzzJknQlOUqsvEbe4l0TDKnOjWK3K/ZRKplBrVFEuLghxZeuKYQwGXVTyBfT1JWGGIygWSnCbHRkiMZV+PpdH0zCw6DiYzeZQa7KGZVCUyjngoIg9EtclCRm8B2m7Q4XG8PCweINnuk1RC544fw4T2Tl0uhrchocWB67lPC5bP4q1Q2mMDqaxcvkIFrKLODW5CM1OoNzoYn56Ads2rsFAXxRBzxHAlEzjhtNC2WnjxJlzsjbWr16JseWj6JI0I/ZeXbF0KDdaMvBokaDWaoqSipYpBFJb9TrqNfa5al/uMqQZmoDS1XYHb3772yXz4/D+fcjPz6JcLymLFFpeBOl1G4YdTiplqGmi2ung0PNnsFhm3kJXWMum18S129fj+u3rEAl0JXScNYAsebKDPQM/eOQp7GcdHEpANzQZhg6lYhhKxBEKArViTrJFWLcSg6H9XL3hSF9KRut/7j/8Clb4/9wf+Smw+pLPtgesPrHnOzLNIpzIYCgelGK5JH5EFv7kC1/EwSMnVVK0b9BPgGioP4nPfeaTiEVtufF46BohUxUw9JnisuEksO3hG9/+IX74owf9RuyFqZpI8/wD6lKZrGrYlF6RflcfeP//wk03Xo9avUIelIARQVKAWO5rtAL4Fzzy6P6l8KreW12aJtJEXZojpsi2cdMNr8KHfum9aLfrAo7QOzOfL8okitNknv/07KAP0p//xRcxOzMnANCSlM118I533IE33n6Ln7Hqp2D7NaMKOPCBGz/ZsleUy/dlYwSaTCpuNGCZ6ho6jaZ4u9DPwydvyJRbMU5UgUjLhUCQQJVqhDlRJnuE8s+52XlcPHcRpy+cx8X8DDJrRtHyWuiUy2KtEO/vQ//oKKJ9SeimicnJGSycuojC81MIltsyXaeBNosjAqLqOfzE866H9MpBrLh1By5MTWD1pk3Qik0cf/RpZJID4jfTnC/CrJERaio5SbsrGz/R8KrZgr0ijdRQGjOzU8KMWLtti9ghMOm1sLiA7Mw0IpaFgVXrUJkp4iQT+KbJpDEk1IJFKhkjPXkTr6mwnv00ZgJslMUxSXD71rW454PvxdiyoSU5FvdXZQ8RxNxCCZ+99w/Fo4WJwtJQex0pdv/4jz6LLZs3Kj9FkbG74inXcppotR2YYQv1OlOcQ/j0p38PR557TppP2cGFORUQ4FUKME73fcmU67YEnPzwh+/Bzde/GkE2LQEP4+OnUSjnsX3bLgTImuN7AjA1PYtPfPLT4j+UXWTB+PK+CKy+6Y2vh6MDF+YKaBsx8RUaHMjIWTMzfg7RkI6+mI24aaBVayCXW0Q8mUQ6HcfGjevw7DNHcOr0ODyySQJAOBZBLBaWvSDQdVEtlbFm4wiSiTiOHz4pE9tsroxilQU5r6mfmC2p8dwXFINRhhcEHehNJ58hLRdcmMKSaMt9reS4bLaUvwiBu2WjCWlyJy/m0XZJ0eM1saGZKQlWChgOKdXwGNCgB9El24ODDqa4++FtUvL7/nwvLUCl/hRkSX2eIjsV9id3G7WnLe0vYuRBAI60EzIeyahRoCpxYxV7/2JItfez0rxzjwUQDgaRjtBPLQLHbRHDE3n1qqEI1g0nMBCNCJCxWO2g1Kph65bd+Paps3jmxBx02pDwjqfHJxuajocOvQ+bnCQolgK95Ag2kOTJa9ESIIkjKwIiytdQ8G2C+zrZbDZiIRXcw7+lD2TBy8HVu3CNLjyiOh454L6s3AefJUO11YFl0DqDU3AbXUO9TwqzjU4AGverAG0h6KXKQDdO1Mhk1WB2TTDXOx3uIsbk9Q4ZiRrq9PSrROC2PHhGAIMhsiO7iEQ0tIIh6gzRbDBttCv3RMfRUSkHUGYhZ5awdWsCr75iDNtXL8dgPIMw1wHl/yyn9a6wHnUjjGCL/rkdoFoHCKZqQfHdqhUqsOpdhLpk7IYQaFMI6aLtVYRJSD+oAEHeoAuXQSos4siC0DkpL8n0PVeuiKyoUKoi0A1gNNmHsUgSQ3oEKc2EQQXaZ37v5S1wAF/+5z/014liVl/6Rfl2sZjH1NQMTp26gMOHTqCYr6Ij94YaHCjwn6vRhcf15Dsw/LfGzD+TlfdoD1RV96+s8W4XUctEJmYhHQvBsE20YKCt2/CCBpKJPly25SqkB5bhqeeexIM//ha0hoOUFZbAKcvWEeaggXU0fcMCpqhSgkEPEbJhI7bIs/qTEcTInu42fTaoL8H37TyWWEp+gIsAvz0wxx8ac/9QQxN/LcvaVn7KlLOKHYfYFih/XQ7LeCaq/BYOYVVCvVgos1YgK5mhT7RI4drXbRhk+1hhNLsaqpUctl15Pd7w7k+h0a3JIJpyP5HKcnApPrNBeW6R2IsHXlcGrGzYJERDLBx8b80lVqcKf+n9HZtY/lLSZ8VS7RGXOOwkKKubGrLzUzh08EkU8vMSaBGPU7GhrsWlA2lhgcqRpp63B1D1mKW9lO/ezyg5Pq6fTqgAACAASURBVEHYJjwthNGxDVi5erPYJKvP4YVrfinTSz4z30//Uqm41DtBZSPD9yVesJcEQ6n3qM5/xVhVr5EDBoae8u/ptUablcXsPE4cewy2FQY8VpGUSLd8xqIKU1EsUx9Q9ZnzwhwWD25/bfkhPQSPDD0kShijNo0hPYdEJIlSw8PEqZMoOToSa7bCS/ejQ/C36+Gtd979stc3f+A7//XAS8KrFNjOwWytXBUPPQadMffgd+/9FM6Pn4dOMICAxOAAVq9ejbEVy5HpzyAe71PKK2EAq8+EINaJo0fxzNMH0KiziWSyckDqYmWF0kGf18UvG8vwvFVAXXcwUO2i2Ung7KYU9GgUhVIN09NktXmS4swwop/89d+BVfXv1GfJ3oLKlQ0b10n9YYdNUcsdPXICB589rtiQWgdXXrULq1ctR6mQQzGfg6XpKC4WUMwVUKUtGS3GyDTsesIulbXD+8cwl9LmSRRhc0/gjqzx3lruuC1s27IJ77j77QjH4jh2/JjYBDCss1ItCWuOdgE9GyHZR/16T9YjzxOGqOm0RgkjTIZrJCL+9GKBwrpEWI8K+IxE4wiEEtCsBLrBGLoaPzvWGgTwfKk5z1Na8/jSde6RHMjwmoWshIQ8/van7sGBp/bIUFT5YL9AZBEwlPWArGm1nqnU+sAHP4TM0DBK9RpCsZgE0vCzYB8YDYWFyEF5NAdvwlZlp8hwW98uRTofn43OPUuGdJ0W2v46Uh6zah+l4qfVzuPMxYMo1dlTKYYrgVvanBnaCFqOjXL1HEqLeUyfz6NTdaQ+CCcSuPXNb8Gq1esRCUVw7sRhPPrIXlw4w3DhIPr6+uW8pies+Mv7ysBej9Db24QNL+Flvr+u/D4gZBJaoPHeI8FHQvEuAYcvfTzBbX/C/d2oV1/R+v6H3/0wnn3uFH70+CHMz+VwxYaNuPXmu9BI92HNtq2ytibOnsdgMghLI/mkIn2gWr8v9KX8M4H4pfrUf40v7Lu+9+0lKi4CT3sePYjTZ+dgRdPim8msh0g4ATMcRq5I1SG98JsYSurYsrofQUNDuVbH5i1b8F8/2oO5uayoU7hPtzvKOilfyKNYKCuLlqAuSfcc6ND2jGrFRCIhdl7MELj8ip2IDi3H40dOIFdqiGd8bj4Lt1GRQLvC3CSGExEMp6KIh01ctWMz0rEo6gxr6nZECUQGI5ndETuOvpH1+NaP9+Pg+BTcoCHnhh2Lww5HyFoSoG4gEsXKaAq7dA1bQxa29fXhdCWHf3z2CZxtNFAgwC52PgaWL18uDNVcLifXOxoNi6qE5yDXJM8mhnS3CGZouij7SFxJxW2sWTEMNCsYCeuoLuSFuZsc6IdBy7dGB+GELYDwhek5nM3lMVepg5wSg2x2UQYqS0UqYbj3icKWZzkHUV1XrmVvCLl2IIGNm7bh9PkLOHn6uDA9OaCpM4fCKeOu19+AbauGUcjOoi8zICqiZ05OoG3FMbWosleSMRPJlI21fUkZynHgwfaGSoznTp4Wi6I1K1fIPcHPkkxR9uPEL6qs7TsNDKTiCHEQxAApes4u5sQjl0zoocEBUTEyTIvqoUbbRSMQwK1vuF0CrcZPHIcle0VTmKaSccGhVYADP1MxtW0bk6UKHnn2MKZyZXQDZHtQElbH1uX9uPVVO5GyA7BksOTr3nQD1baG7+99CvtPnkfHjiNsMPSwgqu2b8KWlcuQpEd/y8HCYh5nZ+dRrFRgxqLS97HGZS320KFjr2iN/0/9oZ8Cqy/5ZHvA6sPf/7rIU9ghcWOUg1sKd00Msv+/P/8rHDl2eglYlQXttnHt7ivwqx98n5hQE/Qiq5MbC72sbDbUrKYljAT42je+iz0P7V06qHoFMDeOHgukd/D1mgfFUqBhcxS//vGPYuO6NWh3mmBgBI8USq9E6o8gvvh3/4R9+w9At1mQKCuD3uOJnExsBZQ/Ig/NVaMj+J17PwlLGD4qlODM+QtIpTPi4WHRULnZRqlUw1/+1RexkCWo1WOwcQrt4iMf/WVcfvkWCalSh7Sfgun7Y7IYIWhK5onFQBhpAFQD1/Nv42ZEo3i+Lk60KX3hv2l1mJ4YE1aECr/QZVNVU0rSepTnEX1DKeFhAjLlOnwunSxBt4Xj55/HY4efwvNHj6F8YVGwIjKuDLJh+/uQ6e9HIKyjMl9AcXIB3WpTpZyGTClEa0xZ7bSWgoc4jbZSNja8/iqczc1Kkb5qYDnOHn4eZs1FTffQXCjDmSvD1gzxIzKlOFHBCtlOGfGNQ4imo5icncSV11+LWH9afNQS8TiKi1nMT08hFYsjEIkj6oVx/IdPoH0xLz4/DTLE2mQdqGvSs3roNQcBYb6SUUPw3ME1V+/A+37xnRge6ltqPuUgNAz52WcPn8Dv/cGfoVFvieE/gfSu1hW5yl/+yaexZvUqmbrVGg3MzmexbPlK8ZViMW6YBhrNFnL5Mr7whS/hyJFjL0gtyeTxwTc1OGgrs3tpHDzxJP3oxz6Ma6/eKcUmvaIOHNgnLN433/mz6HYVK5SStRPHT+FTn/1t1GptZLP0fnt5XwRWP/CBd+H8TA4z1TK8YBztTggmmRVkIeazsLQW4nYAEZNm4bpMnltND+lUFJs2r5XD5KkDB1EsVaXYt2wL8UQMnU4TiRiZq44Ustu2jWJyfFJAwY4XwMXJknjevtCwE2TlHxVgKf6bZA76KbFkoWjdljDSCbhJOJRvOq6CZ9S17+uzMTwygLNnZ9BodKARuDPi0HRlKRHQHElpR6OFgBWGZ4QAz4HXcRTK4JGtzF9qr1sCYnpgkQxsVIp3795SgST8xz3mAv+GL/AFf9aAbqshCH1VGT5GsFDQ1Z/QYPohPrLTSjiNjkQohHgkJLJ2Jp+HTBPxkIfhmIl1y4cwOqAjGUih0vz/2XvvKEnO8lz86a7qrq7O05PzbN7VapN2hVY5EmxkkmWZaGzAGK4xGPC14QLGxiYa2xj7ArYJBgMiGYRAgBJCWiGUVto4m8Pk3DlVdXX17zzvVzUzWvA9Z3V+f/kwx+sVMzsz3VX1fd/7Pu8TltDfux2fOXUWD/ziacQQQRBMErcF/KHkRsnWAZ3+jwoOFjaZCK+bKgBMvXkRTcsfec9s9wINmLohfpmUWhNEsiwNhRrjRSj/V6ESDBHShM1EphqBIBVAYufoe8rbqgS1ZNyRaUPAnI2k23BRbizJsEWGb55EUskKHTjBGsLRFjJBAyG7hUrAxWKzJkxVAY4DTYSbrrBCoyETQTOEGIFk7sNhHRGxggAs73XWyegLlhHNNNDRbyLVbiKZ0SSUjV6fAQLhDKcLRRCP6ai4dcQsB6laS/zqmjULmVYSezMbcXNmCAafJ40hLi00QrSlIdgbRpDMV84etSBcw4QbiQoo7LTqqNkFlKwsytW8yOqsCu1kQki2IsjARDKoi/dx+H0fvbgFDuCL//Ex70H15N4MYxGpv2L7UcrFELxcroDDR07gyKHjWJgriPSagJ2cj8LmUs+8D7M+e22sMI+ECSUdu/qcMHoooHKaoiRJxULobksi3p6RkBWSewVYD2rYuPZSrFu/E9lKEXf96Fs4d2IUIRcwwpqEgURCGiIRhrVoaI9FsWmgA33pMEzuT9GopLQaYTKuHAk/U8qAlUGHD4qtfu2r5ZG+RZCsazWRUWChJ11VzFP6BZJVRS9BMt0IJCg1hCgiKAWXS8ZBrS6hKpTYkrdZcxoypGvr7IMea5f6pVgso2hV8KLffg227/lNWJVFacTEL5I+siEGeVTldbDZ5DqgKsP3oeeAkyEitBVgM+eDK1JDiae4Al4EsPH8PC2LnnZN1KqW3M9kMiYsxGJpCWdOncDk5BjCYU0xMqSeU2CJrwRZ3vdWtBfLz+WKWoQvUV1D/8Ov3QK0UwkY2Lh5Nzq7h1GrN5TXIu0YVvkrrv5eFQiofAt9EIPvhyooKkVYm/rJzQrYVR5qfuq8Xw/wexlcSWDVD5Ak0JRbXMDZ40/I95E5SOcNy64Ko1SXoD3e35W6Qn43PccZpOfXMWT7+cCunkBat2HYBWiNRSRQQUQ3EI6kUMsX8Mh9jyHc24ehvXvk/RgVC9e9/l0Xvb75Df9194+X/RyVHQCl48pOhmnV+aWCNNt0b/nHT34UT+1/Ci4B4VYLe6/ei9tuv03Obe5nlWJJrId8YNWXi5PFfOjAIfz47h+hbqkQ21RbBnmmytv0pW/ht5tpuIkmzsQrGHR12AtBPGbYMDLtKJQVW4ogF88cKg1+1YdPEFg5d33AXa0tUZEEW9iwcR3Wrx8RH8RQKAIzksD99/0MY2NjSLclce0N12NpcVb2nEalLPUm1TEDQ0OoOpoMosfHJqCHw8JoE7VRnb7cCoQXUFUsABRzkcxm2piR6cy6l6zP22+/DZc/b68EnZWqJUnGrtcInnGvUj67/oDEZ4gIsErVERgqExEJL9nEoujT+bcGm/AkPaD1OCLhdrS39yIcS6AViqDJPAcBToJidcZhKK8Vn3OSEPzhBYH6UNgL2mwZEt71rre/BrMzJ2R4z/vqX2P/WWZ/QTUXfUlJ5iDP9oabbsa1N96EMpVYmYzq86S8cZHia2o2ZT8isCrXzgNWeY7zWeQZKvpCDp+8EDnJjuCe6gH37Fr8dU8yy0M/vxeaUUcwXIfjltBsqSRvrZVBs6GhVDqDkNDSI7DKNp7Zf1RkwC+97VVYt2EjfnzXD/DwvXdL70XputgzyfWISA/k91f+/i4DfRn6KBCV+4b6o1ifvLaF4pLsB3wO5ExcVRuuHjapL/z/C6ze9Q9/AcNM4+5HnsB37robG9euwd5rXwa9ewT9a0aQy1cwOzGBwa4odHcaWqsAbTm86r8HVp+9/mQEqoZHAsqr/pnn51MHz+Dpg6eEYW/EY0im2hCPp8X3cilfktrBCDhY25fC+qE0TDOEfJmDlBlMjE8hny+JdRfvge/rS6CxWq151zmIZIJgpCFgHPcfgqyxWAwNAq31KtK9/Wiaccwu5mX4xd6oVsgKo7AwN4Owa6Gvow1xI4SBjgRGBvuRiiofzMnpSck14BCjYblI967HI0dOY4Zsawbk8p6HdBi6eua1uCkBaBxcdsVCuNKM40ajDU/mJ/BAdQ6LU1lkl3IC9hNYvfHGG7F582bce++9GB+fRHd3p7wHAq0cSnEdtLe3C/7B2oAgc6NeRypqYN1QP1y7gCu3r0NpfgG53CL2XnU1hoeG4VRtnDx/FmfGJjB6fhIzPK/1KOLRlGAd/PCHmH4dQ1yBw1t+kI3PZ53KFpZh+flp9Pf0IpNKoOFUMDUzj2LZQblQQjoawFte93JsGemRYdQkfXsDYRyeyuLEVBazuYYw1EuFeSBgoS8SxPXXXCsDFgKMtIuZW8qLdRZzQMh0Fu/WUkkIeSrgtSnWAGv6unDFpZtRK+ZFoUQrOZ43HHiaJlEBWiZZkp3C17BkWTg1zQAzBkjZGOrtQX9/P2JRSvRbaFTLYjelc0imR9A0wpir1nFofBw5yxWVn22TTFLFuq44XnrDXnTGaBul1Ccxw4RmRDGdq+Cbd/8UB8dnoZGdzfBVrYWrdm/DtbsuRXcsDDtfQLVexmKtjLNT0zg1PoPFSt3rV0M4cGrsOZ3h/1O/6dfA6gV31gdW9/3kv1TRpgdloZBmLvIO+ksFdHzk7/8Jo8fPSqElYUycmoSDeP2rfxe33Hgt8sWsbKjzS1lJqu/t6VFhHiwMWnzgHXzpK3fg8f1Pqw1uVSiEsD+W04NXQA4FUqpwp3XrhvHud74DmXQKTQFeOE1lD+sVvNDw6c99Eb944mmEDLJNFfPAPwDVfyuJuAJryIIN4C/f9xdYt2YQtl0VMHVsYkJkhaUqU9/boCOE6Zk5fPaz/4ZSSaXIKQmag86OFN73/nejp5uSncYyQOD7R/F30hKBxZySG3teTsLAUd6B3DAJpqrmVBVC/pSUmwQn6wS1mLAuh6HHpuA0XM2NleyTjMhGnd4+BAgNNIJhNFrATHYJd99zF06PHkdrvq4KFwYJsGEEk3yjaAQbIiOkNSmBILaoyURcGKTiFdfgpqgkd5wy6WYIa2/agalATVjDXe1d0jAvHjqHQDIKK1tGeSoH09HRqjUkqZQFJQGbxVYZqU090GIhVOplXH791XAEsApIiiQZq3NT0+hIpzFfqmIg2YNT9+2HO12SaREnZZQCszC6EFiVZsObRPN2s/h94S3X4XWvvh1dnRlEKJn0gQBNl6br63f8F772je8qb0MP9ObvIHvns5/+K5G0c1KYzecxs7iEnr4BWCWVNEvflWPHT+KrX70D4+NT0HXFchagX2TvajDBIl1Yv8T2xXe3IZ5Cf/7n78KlW9Z5UiQXhfyC+Gu1ZbrRalEeH0DICOPRnz+GD334owwff86M1Te9/ZVif3B+soKFHNl0EZnC2aUSmrUyNKeMlKkhGg7CjISxMJ9FKVeDaeoi39m9e5cwtw8dPoJalQdVEKmOjMie49EIImGGoeWw9ZIBJBIBnDg+DtPM4OTpcbgug7goT/WWo6CT4q4oTQQLWwni4BNCf+UmXY5WWFYyjFBorOfT2USUrLXudszMshB2oNFXM0JfME1JuOn/Z1UQcFrQImm4bICcKlqu8jYi85YMiADNNC8onuUTovFSDZ6/jaxYAvjWAF5CH1eVTFQpW2e4E59TJY8RNor8rF8FrMovktesYNyAyFYMTteZi0CoVNPEIiATCaCvPYlkIoj+uI7u9iT6IymcXncJvh8tIV+nv2tNPKI5/KA0kTYKfPaCNjsOepjyD71B6aOt9kBhHEsacQu6Qw9HsllI5HWoagcl02Q/cJhBeXOrwZTNpsgwhaEr3qoB6MQ6PYafvIaSYtzJXtZUnm5kLylWMplSLpyqovrJWpEGUHlWyj2hL5MblRTcpmlDjwQx2NaLbtNEnGEajoN8oYLTlQrms2VUmAZNqbIEeAQRIbisU8lQFzZZAClZP2yWxWom0EI1VEewpfyVKAEWthrzhHXF0ON96NBNAWmFbR8s4pL1KfyfK2/C7mSH2GlIinokiBaDNujRzOGZUC3DgBFFgNRLCWBkoc10+BrsRkmsaOyajWq2gEahgkgjhEQwBlOLIvzev7zo+ovAqpyXGoEmNYAQ2TLPBrLagiTfFlGvk1VRxOjoCRx85hSmp+dEfq2cb1eC1fzTcjXwcSH7Rzw3Vy1UX4LN9RXRAkhFafnShUg0hXrTFVY1D9++7iFs2XQ5Iqk0fv7kPvx8308lKIFAirCdvCAoXoRUKICbd63FFeu7wOwn5e0pD6jHxFLDUrJLlxtoj3Uo7KhlZrkatPqrUM5ZWbNqffMMZQ0ibFMO1/yzViT+yhqI3r/q5ymvWGG2NlsSlEILoWpDeXiVaG2hhRHv6EYi1S7PVj6/hKHOfrz2dW+FObgGdTYiEuTCa67ODB8c9K85936GXilPVHqvKnYS6zMCq2xIqQghGM1774eo+HUTU+n52unzKg1qvYipyVNYXJyBa9ekwSWTU923gKxv3QNw/Adw+Z57cv3VOJn/NcVXXvH2W1b0tFjbtGHL1j2ImBk0ZA9Xe6H/rKxmg/FnuN599NmUbPwJJPPZUXJSNdj21Sp8PQRKfL/11QxMgiNs9ggGsY6lhxql6iePPCTXjQotu2kLCB6NUr3BoQ/BKzVU58/1wRiC5iKpJhNMGM+q1qCdQPn8k2jMH4VrlxDRWoiGDGiRmAz4s0tFYYpzqN7b2SEWLLve8JGLXt/8hu/88EcX3GP6XXNtB8XXLreYFw9nM6zjS1/4HO69/z6EojHUbQvDa0bwO6+6HSEjJPt3hHYOEvilgEUBkcTfnLslcOL4Sdx//wOYnZvDZXsvx1VXX4PRIycwdvggNs9V0dZqYDRTkwFKuBrDL3JLwsyuWqpGZV3ICvMC8vyq970iq/afHfW3AscUy9IVxuratUOImIasNbYJ83NLePLJ/QIkbN16CZayC3BqFWm4TdNA7/CweIIvzOeQyxYkLI4gAH8oMxaWvVa9cS+BCV5D9WxxLWly3lGVRFuHLZdsxItffCviiYTUrEdGD4tPIv2BxR/f6zVYL5NN5T//VHhwL6YdFmt8+t+q9RqCG9BhpjqQaOuFEctA15mEzkApFayniiUq09QfOcNYD4q/L1+jqjGVoJ/1dQhaK4zzJ0/iPX/2Rjj2vPjCc08TVpx3vpI1KkMF+ihzaCBesC3s2fM8vPC3XoJa00WiPS0+9dzvpBeIxmVdqF5AgdL05pR1zPM/SMsWFWClPFyZsM6hlAJWfYDS/zccvpZLVWEA79qzDeXKLGbnz2OhNCXBsFGjDbnFHFrNRQT5ut2Q1CuHnjqB3sGNeOXr3oCH9+3Dzx98EISnCRD7zFEJlKMyJ8IhiSo4/f1Q/hbyiwKNub7VnunnKjgoFPKo1VeA1dVn3q8GVtUzu3pfrFWfmxXAHX/7VgEFg9E0Hnzk56Ki27b3VuSQFsDdMGOSvdHXHkbQmUYkxHhntX9zULF6D2ZNtqIOWFl2SrWhekmJ4vMGDOwJpxeqeGjf08iXHUTTafEETrV1QjMiMggu5HLQXAub13ajr12RXM6OjQuoWqnU5Q9Z5fQ5pa0ZLYjY+0pvK4MgDYmEGgxyLye4ykEhzzLmutDGhf1AtC0tg9hq3ZJ1k5udlZ4g2HRglfPM5BM/1E39HVg72ItWo4wIPZnbOxBLpIWkxJ7ASPfj+/uewDwVTlpYfJCpxKTyUSoegz1QDMEwh5o17E234bU96/D9w/twOFBDhxZTKl5DRzyewK5du4S1+u1vfxv79v0cV199JRYXFzE+Pi7nM3tpeS/0Cqd6hbW26yIWCmH98CCs0hJ2bRpEOm5S3oJkjKoJZS9XcAN4+Mn9mMiVUG1xqOoiFo7DbtRQqyk2qthsNJSakmuf65g1QJz2bEZE1iWfXbL09YaF3Zesx67tGzC/uIDDo+dw/NgZ7N2xCa966U1IRojfmJhZKOPYmWnMWjqePDaBuaIKhLVqeW6haNObWDM8jImJSakVac0le1RAhy11Eq3bdCEPkDnLjxBxDaeGtmgIt+y9HJFAE7kcMzq4BzMvh3WPg3SK9UsYTauJkJEQ9umDTx6E1eIQLSzDGjNCi4UoMm1pJE0DJvEn1mNWEyRLlJpNzBVKqFBhRCUZzzS7jI4I8OLrLsdgJoZQwEHMYEhVHJFkGnNFC9+8+36cm8shlMhAqNFOHe3REDYNdmN9TwcCdQL/tAJgvkQYs4UCxqbnkC2UZJjx1Pm553SG/0/9pl8DqxfcWR9YfeCH35RNhwvEZRHvTUK4ObMv/5uP/z1OnZ0QXzoCrqSGDwx0421v+UMM9HSiWqvIBCybL8JqNJFMJpDLZtHR3o6wJAoW8Nl//w+cOjsmB+GzpV5KUre6mPcPRP9w3L17O/7XW/8IUfqCNWoKVBUJrTKtb7hBfPozn8f+A4ehS3iM+nj2wegxTZqqMHHsGt74B6/D82+6VtkBBHUsZLMolKvC1DSjMegI49y5cfznV78mk245xMSHtoZdu7bine98q4QkqOAL5QEq7bnfADhsplUBKwCbJymUzwnVXTUa7BWTiZQwEnmYRCNRCdMiFCwNlyd9J1NTGCEBTXyaqKDl1LqUm8Ps1CnY9TLauvuQ7h1BU4tg9NgJ3Pnd7yA7O8PgbFVoiLerkjnyIGAYRrlS9RpGJenJZNLL74FgqhjBM9GZTYoWQOfOYZQzukiEDPq2ZtpQOj0Ndr9VAqvTORhlFxHmu1Sq4gPL5MNiyEJyUy9gBhBLxjC0ca0YwXPC3NnRjiwZqzOzaEukMLOYx4buERy/5wkE5+sCVDKtnQekLQ3wioxNFUqelM9LsHacOm590fPx8pfdit6uDvHnk1skVZCOYqmGj3zsH/DMwVFVaAZcYUAZRhC7L9uJP/njNwlDig3U3OIinjpwSKZ/s9NZObwLhYIUD1NT09KMccNl302vLRboK/fW91xVwQc8uAYH+gRYXbduSGh+TICn3FUa3SCZ4yzQW8J2+P6dP8A//ctn4LoMMXtujNW9112Njds2wApqODWRg9WKwmmG4JRLcMpFRIINxBgC02ogGo+gmC+hnOUz4SAeiyCVTiDZ1oYC3+/4nGJcCzu4iXRbDD3dGcxMzKOjLY3tlw3hxImzqNeCkvRYLBAnU+wrWZO8CSJdonlYTKwF+EHZhxizSxCKB4IQdGDRrr5RFY8iDQ0q1gdBDB62LJbYAPDak9HcpI1AUVLptUhG5CStZhWgdFgKSyU7F/bjr/jwG2oFsCrY0zed9GXT8lqWQVUuRNMr0llwKAavMOIEBPpVwKrvNajAGiWvZjNGHE/lT/N1M0AiE6OJugrtCRlNrO9KYjhiYsOmvUjc/lo83etiCg3xBCM24fucsXCzBSyhnQcLPT90wZNBBxhKF4DGBoxluqTvcsDC+8D0ZQ7GlK82QemQhHapQEHpJthIeUA2AUsyhoSxQK9b7nW0OiFIJSb1/BoHDpRRcy8sKLkyVQ0sqlkwOfwZNho2h3EhWM0yIq6Nzacd3LDUjva+KGIe4LFUK+F0dgb7Z87g0c4WGt0pOFoL4bqFYMsR/16X7CMCqjyc+BpsCwH6pTY0OefEK5Vy7yZtCcjWAzRO1gm88ZqI/1oLRpX+VDW0DaXw/ptuwW2ZPhgMytJsNHQLem8vtEQ7XJ49ZGaapjQJDECUZ0fS0gm0E9hl4JUD1B3YtRyq2UVYeQuBmgEjmET7B//qouuvL335416TqPwp/Q82swq0CwojhMMgXvPp6VkcOnIaRw8fx6ykDZMxrTwpxT9OpP2y6LxzVJ1rAgL6dgCelF5WpZc4LXurBDa6ogqIp1IShkGjQJ3AKppIJTLYsmkXugaGcW56HPfe8wNMj51RKfASPMShh1r3LbuCKzd04YZL+pGM8Sz0mO5e06zAlZLd0QAAIABJREFUTd/31KPaeue+GkL6Pteen6cPpvpSb/EFVGCOWJZ45zJBHD9yTr1vtQfwmshZ3FReqhx+NhhawfPI9oCkFkHqIBLhENZ2tKGvPY1yrY61N/wmtt96O2q6hnq5hFrdkt/Hs4N+jKuBVb/OYEMlIVZsNMS7GSJHZFPKs5vhPVQG+TdG1QYe+Cese8Xo5OXKZudx7uwx5HMLEoop17KlGKoq8MlTfHvDW79++u/Ypf4z5tdoUlt4mzmvF5vn4TWbsXHLLtiNoIDP9CoTia56qp4FSMhnPMaqNP4e206BoIoV6Hup+l/jbeH181Pn/dRx+XdB3iP6XqvwQyNkYG56BkcO3I8wm+qQKVt6b98gNqzfgWaTdZa3T3uhOnwdAmZ5vq3eo65ASLLv63mMPfl9NLOnZGhDFneM8vsAfTYjYrVEYG9ubhodXW2iBLritZ+86PXNb/j2D+5+FkgkMnPaOpB8YDWwtJBFoNmSMJHv/dc38K3vfBsGZa+ejzdZq4MjQwKoc5/n/RfxxjL4pcAY3xf0yJHD2PfII0AYeMXtt6F/aCNq84uYOTyK/P5DONVYgJmkLD2K8WIBrRaTsFsyiCMIQm/+5cDWX3rHz7YCkLNUrjHzG9gfUKlWR/9ALzZtWodUOinvncqiYqmCU6dOY25uXoAZ7m307oubBoZHhhGJx5UPogPksnmVTC3rVbEtZS17YI/U6RJwqcBGGWcGNRne837GTANr1g5j5/Yd2LBxI7RwEIcOH5T7SZ0cT2zW0fzeKEEiz7eV76fhcu2aEoJEUJUABNdxQwuju28dOjrXo6Un0GjyJ7EO4e8mU1Vge/W/CVxwWCaSbw4kFcOdf3iW0iub3tqiCAmE8eQjj+CvP/DHiEYsea8W9yT6pJpxNAgUSOirpyDTNGX34Di45pqr8fzfehmyZfpAp8VXX/yKW0CCAV20tfKBVZ7Twnrk61P3jRZDMpCV/VXVsxx+yv4sHtesaThYk4JO/GpHR4/ixhtvkvfBM6lkzwnrkQDOyeNHUa8sSH/B/oa/Z+LsDHoG1mJozVocPHRA/G05JBDbHpEWkb3PYLKw9LL+XuTvT6oX9BQ6q+Tx6iihNRv3wpYC+OTfKqDI//hVwKoEcXof/pDouYZXvfUle7BucACdXT3ItGcwOT2P2Woc58omjERakuLrpYIwVmN6DsFWHhrlz7/CCkCumdeDrt6fVXCcp9DwgFXlO0zv/gYeeGg/skVbPEjjiRTSPLtDXNcNFLNZBJwatm2kr2YWp8+cwfTMPEqlijzX7J/5nHHtkpFJsJJnsz9o4D6eTqfkdVGdwb2aYCTPF6tKwgP7Ox2gf7ZhwuHzQuVGkf7RZQQ50KeXsdNAxAhj53A31o/0IB5mwVuTvisaTwvJp87A20wfHjp0EudyZVmLlF2xJmnwMQwptjatDlhzNwIhrIubuNaM454nf4axVg1x2kRFGIQLCSxev349LrvsMjzwwAPC3m1rS6FYLHqEI1VXCfmJNXpIFyYpexkCq4M9PVicmUJX0sQVe3YgE4+AfHbmj3Ao8sTYLB47fBR1jXZ3tAALS5/jDxOldgwEJMiT15S4R1QPwKC9iZdFQNyFa75gNRBxHTz/yl140Q2Xo1op4MSp8zIYu/p5O3HJul7osEXlW6oHMTZbQNf6Pfi3r/0QY/O0N2EI2RLCIQ3JCLHFMHK5ogCpPHNUwClfg6oJNQl05HkXQltbBgbxnmIOHakYLtu4AU61gFI5B1puc0+VgFLZs+gRrcl9qdkuetZtxrHxWex7Yr/0PkLxcqmaUPk3PG/j0RiSsQSSCeVnSzyqVKmhUrVE6Ws5JJQUYTTruOWqndgy3AvNpZqXdqltsAMa5oo1HD0zIQPwRLodNbuGhblpNOslGHCEmBGW0Tlfp7JsodqWzzV7FVaUdz1z6jmd4f9Tv+nXwOoFd9YHVv/rG5+X6cPi4jw2rFuPaMSQB17CJxzggx/+BM5PzMiDTJNvHvB7dm7DW978RiVBJw08EECuXJJCsoMg2dIiurt6JWmTk+/Pfu4/JCnc3/BXF+yqWV9hmfqbMQsIskP37NmJN7/pDYhFyaJUC0UknCDLIgDbCeCfPvPvOHjkuExo/e/3mwMp1F1K7FWaq6RlNmzceMPV+P3X3g6ORAl05oolZAsFxJJMObRRKdRx4sQp3PWDu4V16/mdS3DUb9/2Erzy9peh4VQR4WTD843kduO/N/+9qoLD9/DiBkODdzaxZIQpkIMbZqVck6KpVCypZPOWi2SSLF1u7kW0d3bK94a58YYIrtLLsYnFqVPIz58RSUTBBvo37UBTT+DRR36B+3/4Y0nfU+/bA7c8vzhJTPWALr4/22mIubg68MiS4b1eAZ/kdQZayGztRaMzjqXcPJKdabrcI1ixEdFNVIpVLJ2dRXOqiFDZkeIoYsZhNSwUwxYSG3uhxTR0D/Qiko6JOT8Loa6ubhRyWUn3jEVMZHNlbOrbgCM/+jm0RQJzmmzoZOPx0GajtcLOUdeQP4teTU6DDGIXL3nxi/Dyl96Kvu4eYRbxECCoQzPs/fsP4eOf/GcUSjUEA00EXRudbSY62mO47torcf1NvynPnkg6nKakIX7vrh/i4OHTUhyyK+NzK4wRgjRksvigdcORcCd+jQUEJ7cyPGi5Esq0adNavOc9/xuDg/1wG024jiv+gnxOjEhSJc4HmyLd+9zn/h1fveOb0IKR58xYXbd5LyKpOPo2daHkusgW4tL8uaVFOKUsUmYIumvBtsrCkiWzrZYvC9jFqSiLaMohmZ7ckAbFa42bdcRiIaxfP4CF6SXaXGLn7ksAzcb5c1NYmq8jn7eAkLe+xbiZbAmB8dDSKP9ig+BAIWCWAiK9Inm5aPQKWAH0BKQkE5Im8ix8CJiH4cok2IJm09uU9go5BI0YgibDipREhLoTMmGUZ/AyevRL5528Njnevd8niLnyjVKfI1tkFejE5kyPe4U72Zp19TrFI23lx68Ilr1iftnDS4EhBGDFc5VgY4isOJYXIUR1DYkIEItoqFsa4tEm2tqjSNQ1vOwV70DqtbdgAU3UbAcW37sAQCpxm2xpYXJw/xFmtmL+hjwQlTicQNe8NVKkszlWTTY/FONTsThrJIR4hF3fKVGGRRobaTKF1fekEl0eQVnJvyXZXMIzuAsqoFxxXnwEXcVJCBuHDST/blqI8VrQ8/jAWZS+8QBC5Zz4NkU1hhiFgLKD81EXp97ze0iQQQ0XFaeOMhqwCKxwz+f74U9v1mE1quL/5QbCMJp5aG5IGreWU1MSx5aGRqOAGq0lao4AEMWAjYkHHsXkVx5AptbC26+7Fq8eWI94hABtHq2Yg0jviAJWjTgRFwQZgkUGu678Z+VSyjNO1m9d1rxmEfgtCgujmi2huFBBo+Ji49/9y0XXXwRW1f6ngqj8c4fbvbJaUB7HZBqxkWU6/djkNA4fGMXJ42cxN70k4Kq606vj1tRLUefXqmGH9wrFKkjRVmXY6SegCw9b0wXsIGuTAA99Pfm6yJRYO7IZQ2s2wQ4AjzxyP55+4hFYtaqwScQ2hlYVmoG6XcH6zhhu2T6CgXb6A8si8UBf9YAqWZxndOo9U9LgePdT3rvvt8evr/LeE9K1eKUqEFYkwAQOuFXLe2PglWLyVlyGJjoih6vWVEos5dKtekt8vOgFS3/YuK4haUYwkDCxJR5GO33NU+0Yee0foXjpLhTtElpFdaaShcpzjGevaSqZpH+mcaEJ+49sNLLqPI9VAl+SvO3wexQg63+sBjbl3ohCQq07DhY5OMwuLWB6ehxLS3NwHctjxRG8Uddz+VqtAh981tnqn/+rfudqBipf35p1mzE4sgVBjSAmAV4FXijHs1XPll/7eR6r/u/jvxDAmd7/Yrfk+bd6wCtrIcUwVSolsnl9WTuBfDIMG/Q0N8IwQhHkF7M4c+YA0skMBgbWYG5uBvPz09h7xTWIRNtQJ7vJe98+s5H1mAK9FdAirC/ZX1vA7FHMjv4MwUYWEjhP4MoIoRWJCJPf5AC85aLcrEmdGgkEsfP3Pn7R65vf8K27fvhsxirZdvzD++a4yC7kBODnmvvZAz/B57/wb7KeyPIeHB7CwGA/enp7RInkr49feiGS50ObDw3VWhXHTx7BQn4Gm7ZuQnfvJsSZEh6NYfRnj+KxJx+Ta9sgC5Bno4S/ev6OjaY45qzQJVb/pl8Or+JXFXOWHusMPY2iXq9I433ppZvR19+rLBksB7lcXuTHp8+clZpZWPnBAIYGe7F9+zYsZXPCEiW7a2ZmDotU0dEKhkMzzytXfNY9BqgvYZehkthqEBAJiI8q+42tWzcjapjYsWMbBoaHMDE1jpMnj6Fh1wVAFGVRKCSsZMXiV//b1cgqJ0CVVGC1V+cn+i5BV886OM2IkFZ0htDpZJWzadcU69VjdbPXkvqSpY6uoZDPSYDWMkO70RJ1C2smQ4vgsYd/ho/+9TtgmhYaTVpoRJHu6EFvXz9yc7OYGDsLLaBeM9mFiWhc3sfm9etw++vfgKVqDclMG+Ip2js1hEFOKwAODAissj+Q/ZGA5ipglWE6MseRG8l9VIE83APqDVuGmMxG4P7ttKpYXMgJg+76a69XPtbiVe5C16IYPXYM6ZQpTLL8EplzKkjtq1/+MpJtKTiujekJKqJMIRtIQjrPNaGv087HUBog7wzwbR98pqYKSvZeqxdiKnVHCMIeFEUNJ9SipFsp3v5fwKq/Z/DeE8h6Lh9vetnV2DLYK1Zc7A+C4SgeP1XC4Vmge2AE7Z3tAs4lIw46EnWgmZUaWu1Jz7YC8IHVZytD5V8uq/b8oYcMqdDCwlIND+7bj0LFhR6NIdXWjmSqQ3w1uTaosgg2axjpS2Fy/BhOnzyHcsVGPBGXfYhAF/sG9kzFYt4jlihFBvdPyv6pSuRQkP0QP8d7yD2bIcwuQxtlww9Bo68vbZqoqKyVUMwX0JSeTooMube7hzuwaV0f2uIMZKWknCxp7oea5Kw8fXwcB6YW0ExkZLAepf80z03aipgGInpECACtYAhOKIauuI6hQAP7n34cZQ7jNAOlSlHOTAl8C4cxNDQk65u2SkUyRlb51PrnJq+V1GEMPSPxJBbDxpERlPIFjJ8fx+bNa3Hz1VcgQ5DXqqJs1fClHz+KxWoVLn2ZXSAdM6Uf4tCjq6MLsZgpgVGGroOe+QnTRJpWHwEdS8UKTk5MYJHKp1gCbjQivvVk9P7Ob16HjmQY1UoFDYdDt7AAjbRbsltBnJqYR6ZnDTIjz8PffPILmC+WUMiOAc0iQlTLRYm/QOodbnWisDUj6OpMoa0tjngsjrXDQxIi2NXVKUSk7GIOtYYlORu/eOCnODF6CPF4BLUSA1uJmytvWNbDvGa02lvI5XDb6/4AXcPr8fG//xRqkjVTQbHAUCpl00WLtWXyGrN8ZGAUk7opFk2o569WQT67CLuUxZ5tG7Fn60YEHQ7J6sjXg/L+crUGquzp7aawfQMhRZ7gHkKPbKtaxfzcgnjrhjRVUxMHo3qQoX9hLYh9J8efyxL/H/s9vwZWL7i1PrD69f/8jGwYh48exg3XXgvT4FRbyXNrVhMf/PDHMDY1L3J5SU11HNx0/TX4/de9SpifnPJR0s3JRtkqijdGPptFKpmSYeLkxDT+9fP/iWzOk0mw2WmqSa9vurzaG02YF568jQX1rl3b8Na3vFnCK0jRZhNHMJMBRfRHqjst/PP//XccGj0pwCqLI04Y1ManGFb0PVRptkq+Ql/LrVs24I//8A8QEcxBw1KhgKnZOXR0d2Exm4Nda+HQ4cO47z6mToqeVX4WF+rb/+QtuPGGq1Ct5qUYEghCAnkYAMYCkVMWP2GWU2JCMWxelfTXkuaIkx/FoJX0UErmKUfTKP9XgDWvBROGC8WCgK2cHvI9hk1DJnDJqIGFsaM4f/xxCQCpB00Mbb0CBSuI73/7h5g8cUakS44nd+JGwWKG0yOa6fM1i3SeyY+tALp6O0VyLywz8ZEji0Axcnm41Bo1tG3uR3SkAyfPn0Cyux1aIoIIJU4VTpg15MYXUDk9h+a0ujZMFueZSGA1tr4bWjyE/uF+BCQcRzXhvX29KBeLmJmcES9GJlGu6xrG4bsfhZHnoelK0iiLPDJsOc3zPeX85p7geSbThptuukGeS7JQX3DzzRjsG5TGkmEVZAHqIRNf/srX8ZWvfRcBnbKDJuKGi2uu2IZWg2brNm57zdvR1dklqbmkXkSicZw8fQ7/+/1/K2mXbIrJFCCjVwLfZANWzQEPmN+9/Xdw6datYuJfLpVlsksJsCo6bFy593LEY0mxyuDrj0bDElqGVlhMy4NaE3o4hI997O/ww7vvQShsYmkpd9GbMz1WR7ZdB7gVBI0kmnoawbYU9HQnkJ9FIzuFSMARLxoyGwnWiz9WpSZAi0xIxSuTABkZAWwyVUI2J7JB2Ni0YUianvm5PPqH12D95j5MTk3hxOiCFAQM8FHhTpQvKjBUWQBwfdCPlKFSNNvhtfY8WUW2pIJ0FLfTC6iRdk0x1/gz6FNGZmorFpbJtWa3hLXqNAsIxjLQzDQcq44WGRtkxAR9YJWMC7LQVphuqkhVoUzKO9VjLUjF57NWWXQ7ClhdTgcnxhtXjL8WbQ/YvPDnqibt2W2lKnB9Wq4CPdkfctDCa0Rf1CBcjdAuYc2wFNtJk8UhwdIECmjAYPlnO9i2aQtu/eAHkd6wFhU2PrIHqb2GbC0FYyhLFnreaWSi8r0J4MnPK6dJNkYKYFWeW7RLkCsesBQMwuAyCc5TnrDSjHgMtUCT7F8FmLJgz8Q7lRWtF/ot3+I1KYKN0QNZ2EnKm1JCg3zcmqCF7iKGJsx6CPlgC9O1c/jeP38cEz89iKgbRVqPYSCewbqwCfPKQTTe/lZsDrSjzW2hrgeQpdw/qMGQKxiAzSFIkOCwJ6sUzJtfU9JXBfMSyCIHuwVHnoEATIJ8LeBYdR53fvGfcO5LX8KfXX8zXrF1F0yjhZhTRFUvwwhloCUy0GJpBCMmJ0VAOKIUBWy2BaP3ACWGdXFvsovUjMGtVFAt5pGdnZfie+tHv3DRa/w/vvIJpWQgPu8xw+WWSYik6kXk6xykkU1B647cEs6cPIdjR87gyIHjKOaKwoyiKmEZRF31SlSCuz+YU1RP/5xmE8p9mWucewWvHffZmK7BjCaRoK2Oocnkn762vV1D2LB5G+IdnTh+/CDu/8n3kFtYlIELOCxtBtDSw6g3G0hqDm6+dC0u6TdFjaICGygpo9yO5zoZFM9mF3F/Uo29kvguD215W8UigGebAi4JBkl4mmc1Ij7BLgd0TTmjK/W6gArTNZ7HVG1wTejQwkwWZ/o3PWHDEvJCn3AmzWfSbUinUiLLdq0cUm1JXHnTa6EZPXCtJdSCjjShXJnhUFjuD5sJvlYONtlw1jhArFVlyEnmGwd8Ip+MmpI4rIbOykNxNeDJ/+1LL7mPK7Bd3dGwFpYm2A3YKBUWMTV1DotzUzKsZNCGDAz9PXCZReglYHug5upm0h9g+9d3dQ3Hx6AmGYI6UukuZDo7xGbGMBjGxWunAEvleeih9tw0+Lx61lDChguTP/Jsr0hhOVls4lWD5XvO+r6hZPkGQwFRydQ5LAyFkIjFxVuaiqloJCmhGoXiAvbtewD9/d1Yv2kHXEQlaNMHJAh6872F5cxQwUr+dSdzOHfwR7DnTiJiUPFiQOO5Sb9mMyb1KSEeOU81MuFsGEENO1//4Yte3/yGXwJW5SxVnDnu4QRWG3UbqbiJJx57BP/8z59SjFYtgO2XXoqRNWvQ3p4RxjPX+GqCgx8IZjPNnT51YmPkolhdwvTiGCanJtAeX4P+ngGEowk06g4OHDyEbCEnQ4EE61w4sIMMDaWHNlmEylbqV33Iub1KpbZCQFCqgVQqKb7QtC/ZunUDhkeGhJ3N7yEoR/CUNkw2g6nI+g5r2LFzuwyzswtZdLZ3Sg0+PTsjnn2s8ZoiW6f3dgvNBp8ddf4I61LeL4fuDfFCZUlAxiz7jO07tsqglnZIa9atQ76Uw8GDT2NhbkZ89slo4vUjY4u9ke91bMRTwlRlTS/Pp/QzOjrWXC8hVRyOSI8jwU4aGvWGfC+bfb4m5fnKIGAF+vHfTk9Po7OzUxEfWo7UXFxnZJc1LVeA1U994n9DC1bEt3DP3muwedsuAXRadh2njo1iYea8BEoSrE3FEypYFU286g1vhhXQ0NXfh0xHu9Qj9UoN7ak2CY3h9VTAqsp2YB9EAI9DDRIhHMsW8gf9eOk5yWvR29+HSDwmgD//Lc/Cpksl0wTOnjmGa665Fo5NKxcG3HC/I4HhPDZuWiuD01CAFmIkd7j427/6P0h1xNDZl8HM1BiK2TzqBdqdsCfgAAzo6urBxs2X4PFHHl4exKwGPf0+wR8aC+NVvLVdxFNxRIwYLIuSa9aJPDdXSCW/DKwqdZ+cs56Ug/fsuQKrb37J9TCaNezYsgGX7b4UdiCM+w5O43wxjkS6G6lMEvVSHqFWEWmzilCghEDAG9x6VgDL9dgFjNUV1qoCVkXN4aHLKr+jhXzRxv0PPomFvIVoOoN4sk0GgjBM1MsVySzgYD9pNHH44C8kAFPTlfydyfQkW3GPYzL8siZBiCc6EsmkrF/uvcWCYnlyj+bzLn6r/B7HFmuKOokmugEtlkSTQxZDQyGXFwBWrVO1d+wcSGDHlhEkDRfBZh1GMIS67YqHsRY28fTJSTwzuYCyZkAPm4iGwqgWSwhGQtKfJSNxWK6GMrGEZCf60yYC+Rkc2f8EqhULmc5OJKImanZFagb+fr7mvr4+GewQWJXwQG+Yoq6jsvOiopVcq43rhnH5zu0Y7uvFiROn8f0f/wz5Yh6veOG12LNxAxJmGLlqCZ/5zoPIiwrFwJruLqwb6EE8FSGlFaloHF2dnQJAMoCRKmBW2lQbEvReKNfw4BPP4OT4FAKsOSUwuoFMCHj+Vduwc9Og1JtCaCFrnjksegj5qo3j4zO48voXYKwcwyf/5WuwSeAqnEfLzglKwYEGLe7yRaoXdVyyZTNe8YqX45Zbrsb6dUMwDfJuJbUOpaUlTI6PY35mBlt27IAZS+I973w3Dj79FNrak2jWiVsQGKa/akDuO73BLbuGWDqJd7/3A9h9zQ048MwBwR5KuTzu/sk+7D/wDGbm51CpKOyIiggjaioffBmE09e5BTMRRzqekgwUq5TF5rWD2L1tC5x6BXatglNzeeSqFvRYHDUPQKUiLdWWQsmzZuKwqaO9B3XLwZmzJ5HPzyzXQ9y/hGzotrDEwubXH8tX4NfA6gUPgw+sfvHLn8LSwoL46mzfslWKfcoIuRGWq3V84EMfwexiUVgT5LQQFH3+jTfg1a9+ORyZ3DIxLoixqTHx5lszMqKkoI5ieBw4eATf+NadQtn2Gx2/KbvwwFrdKIjkpdnEtu1b8JY/eiNMekQx+VqmwqTbK4iC05h//dyXcPTYKWlsWUiz0BE4RtiglBE0xHe0ylAbEvYbNQx3ZvCKm65GqFFFS6e5tQFXN7HYaCJP4Nc1sP+ZA3jmwEFhjQhc0XLFd/JDH/pLrBnpk+AeBf2odM9lL0mP+cD3KwBp0DP0F2meZxvQaqFczwswHQ4R5CTQRGBLGWaTWemzOwiqktlIn6N6zQYDLdicdLS3wXaqmJw8DytfRHtvH8xMJ3KLBXznju+IbIrABTcRHkjhiFRpMtHn5hYyKIswpUnlIRgWbwMCKOrQYAPjN2vSdAUDSAx3InFpH06MnRKgrK23m2RmNEt1lGazCDV1LJwcR3i+DjMclXtOAVFJd5BY0wWtI4a2gQ7oDMehPRMCGBgclHTbpfl5kSzNL1rYlO7HmX1PQ68qKwIWviw0+bqVhFE1gmLq7zjYtmUD3vxHr8OOnRuFfTk3M4dyoYZosg0zSzmMrBlGggBro4V3/tnf4NCJs4iFXfTHWrh+5zr0pKPSeE7NLWDj9bdh195rULMommBDGEK9Wcd73/dBHD58ZLmZ4+9noSBedwy1cNm4aXjXn/4vbN66FS6YzqokXKubGfkemZh7YJ5XoEmzSnBNUz6yDz30EI4fPy7ymXvu2XfR27kAq5deAa2lg/ApwlEEhnugpdPA1ALc7AKCVl6GFGSOisepyMyWx/oCT1Gmw3vNhsulTw4LUgY06QH09FNeomN+voBgJIrOoUFUbQuLC1mRiguVVVhl9H4kRVKTQYYKlOLXGjItlMNLPWQC4op3g8f08EHOoEtmL+nXDHDj6woBXCdGBAGGwAVq0GpkCLcQaOtHMKzBrRbQqtdEWsefzXAhFgoMyhKmCJtmuRVqAKICp/ylvJIM61/8oHiz+qFUKgyBjCzf/kEhaaxXCT4rEFgYExdYAvh4gg8dL28efCUMkCCzNAjEQrqkofMZtOpl8XvTAwaySwXUdeDlf/oWXP67r0SNrF9eF5Hc8Y6SrabYoCr8SwnmFI9RxVWJTM8Drgk8qpeoprhyXbwuRNhiHramfqJinHoGDc9qojsSnQqIkN+50l77TY5876rPLz/UHHq0gqi3gBAn/k0DOdfCk/ZB/Pt73w/rew0JiQo5LmJ6DNGoi+5tYcT/7lV46cCt2OLoMGm0r9fAGCUmi/q4ts+wXakGVOPvvxP/Vao710SsSWDUkYTvGd3Ftx//Vzz+iU/gH677TVw9uFdCxvRWXuwGaDIbZMEYjUpD0IokAQm4Cj0LjBTZIuVxHCTYFaDWQKBShl3Jo1BYwMzcFHa8/ysXvcZ9xqq/v7DZlvNV3aRlAJTXn2ARwaNsLodypSjBSqOjpzB69AwqZQauqbRwn9WtZKcedOmxN1ffR143kf/67FVvDXNvI4MvGo0hkUzBjMdVsGSQIRZpbN20Ez1dI1iqZHHvQ3fj2JFnoDV45hDwF92HFOxkJPV2duLPCVetAAAgAElEQVTFW9ol1EoIg543L33B+ZyLY7jvi7os3WcAnnr+1R31WPPSCHhBawKiUvHCdHMHltNE1W6iXHdRb7RQaxIuaiIQDiIaSiIeM5BOmIhGImhLZZCMpRFNJ5FIxORzYT2KiGYibLgIh7nf8eysYWBkB9p6tqFqc+tzpCHl9eVZb9ctkXQyzZhbhQqGoVRfl0Eb/5vMTFr2+LUM3w8bWtY5vjxe9htvr/QfoJWGeuWM4dcIRMgwF0wUpsooh6WlBVRyY6hXbDRDjIIII9ikVJFec2GgyQGLYr1bgRqcoINonYzMhjTmHMo2HE38UKm2oKyZQDufNwWAqtdKRlk4HFVyfDaBQXrIeoMNGVYSnOJeFxHGH4EbMud8lqWy/FEhq3x/bHb5b3ie+rWKsHx11no1VBt1UcRw8MtAPj0Y9wLImuK7Xq0WceToYfR0d6K3rweOQwsSVcspeyD+3LrUQuEwixzWHQHkckuYefxbaBVnYAY5DKVuUlk/GaEYwoZikS0zkNkMOw52ve5vL3p98xu+9YO7lEek5yW//LO5IIIBlLJ5WEVLwLyF6XP4yAfeh5LrYH06jqsu241gXxdyjQZMy0bTu4arX4gEm8rA3VtLHDCJt76DI0eOYm4ui7Vrh2HG6c1roF53MXrslFKJCJsoIKw0WiQJkCbP17M/VkCuFfUWCRBia0Dlma3CWshYJTNqbm5OAmHWbxhBMhUTlpF4eDuuSJFnZ+YRDmrClhoe6RNgj3Jjgu12o4XZmQXxfqTiSNZRUwVTcYMRVqlvDeBZSVGu7/cfTLpmmbBrx3as27BWPCd7e/vkfR45cggnT40imYwKq9YPQmJoD30yxWIryvWZQITDoACveQxaYhh6tAexeFKFSXIQz73WC+nk9fMZ6CRXKDCfYS+GWKwtLOYk0yCWSmBybgZ1q4qhzi7EQyFJ6KZ39kc/9A6gMSn1Tf/6jbjs6msxOzOLM4ePID8zI+u1FXZhBOLSP2QCNXRlujG443JEkims37QR3b09wrQmkBqL0vubI0qgatVk2ETgjDUPAyTHx87j6OGDOHH0iBA4rHpVyCxt6Qz6+gaxZeulGNmwAbFUSqlxAkFMTk/j/JkzuPma62R4xHqMlgX5XB7TU1PYtHGDYrX5A1wN+Oxn/i/yhXls3bkeusnBVBHZySIW53Oo1Bw49Qa6+zZg87ar8PBPvo4QVQUMQuQzHCTbkUxgDkDUBFkLEhTWZSgmLOFQWJiIpVJdAoGV0RPrYCoe1JOsVDUr8nbpXT1etgRiBTSUCxdv18Wf/btXbMBQfw+uft5lGBoawEK1hSfOLGB00kbYzKCnpwuhYAOmVkZUKyNMlZCnMBJrPYb+0adXyrum9Mdcy6vVBmQMC2AcUEN1ntEERHnOsm/5xVOHcPjEJMxEJ8xEG9raaaGWQKFio1IuoD+joZafxKGnDwpYyR9Gv33uj1RvNB0O5D2Fk+dZzOvVlk4hmUxioVQUwhYBKhKieP24ni2PFSqUABluB9Gk7D2oWMQERGvVOjQyLlm/1yxsW9eGHev7kDbYK3FArwm4z3qB/exSPYD7D57FYjMEPcrBZA1WzRabPVoWEJCzGYSUSCDd1i5KzEohi6mjBxFxLIhHssGhCBUTyiqIrHQOcggI0ipQVHMe+YLrhZOYltVA2LHwe7e9CL/9GzfAqVUxO7uAxw4cxfce2o+FQk0k5zddth437N0p9+hfvvsQCvkSNg324Heefw3WdHcgqJuyHzIgmGQW6Qm51bsu6tWq2NzItWs2cX52CRPzOSyWqjg9V5L3lo5FcMXmYVy+aViwDlcLIB6PwghpMhw+P7WIejCK37jttfj2fQfwtTu+KX2ZZH3AhsY4KLsm+0CqvR2vfNUr8YdvehMG+rrhknzUtFAv5lAq5GUIHTaiqJHtOb+IqVmGtNI3F/jJj3+E8fPnJew86FjS77OXZBhoe1sc4YiOF774Vtz+mt9D1W2JSqBRKSAaCUGLpwXEHp+YwrlTZ3H08DEcPXIUJ86cl3BvcvyV/2xLSCYxw8BIbw82bFyLvv4+lGpVTC8sil0A2ceq51Yetb7HMvElXmeG8/lBl8lEQoZmc3MMGssvW9eRZCW2Skuzz+kM/5/6Tb8GVi+4sz6w+rFPv1/k55TX93V0oTvTiTR9LII6iuUa3vfXH8ZirrIMrPJBfv6N1+P2239LmA6Swh5UwCrZrpm2Nli1mhQV1bqNB376EO69/2Fhh/gfz2KSeJ9kEeEDZitsCBc7d16K17/+tbAqJWHbJFmY0DSdfh0Md2gCX/zSf+Lw4WMIm6ZIqBPJhPh9sEVj0qddr6FEU2KrLuENsYCLHevW4NLhHkTQgEZAke+jGUCOYQCWhf3n5nF+YgqWwyKTh7GyJhge6cDffOgDiBhsOhm2w8NEeVb5acz8vVzEBFWZHMhijwcgX5tixakJut2oCJARClN+DzRY+LqWNB5kViqMxDvcJcFbHfIEWVXYFT+jPBTJrOF94Huo5Cu44ytfxZlzZxFJmGiR7RYMyPWRSTgn0vU6StkyDDZ2AR3VEg2+Q4glYgLs8f2KD6KX1Kv69BbM/jZ0XDaC83MqiTHV0wk9FEDIAWbPTMJwQ8idmUZHPSQpjGJW7tgoaTaSI10wBzKIdaagRYIIB9V16h8YEMkHJ1WUbExMFbEp3YeJx0cRorJafjeZKmR9clqrQHO/wWDR8LY/+gO86DduQqtVhRkKoDi/iPOnTiNbqaFlRLDz8iuEDXT65Hm8410fhNOw0Z3QcMOujdjQk0JMZ+Gh46mDR9F3xQvxwpe8HOW6gzDTyTldder48Ec/gaf3P71cAPuFi0pTV9IJFtx//hd/iqGhQZm4E2C7sPHl6149RODX/TUhV1lkcQpcVc21g5e97FUXvTcrYPUqAc+aLKjCMQSGBhBMpoHJWTRzs0A1J2nsBBnJHKXHp7w2eY1s9leAVeH0eQUFgVV67orPnxsByb0OG+hoCi5TlgV8JW2JsjLlnaroSZLmhmCwBjj8mgJeWfMK5MemzAdWl5lTHpApGiaPpSXAKovikAxEAvW6ABmBellYZYHOAZkwutU8WlZNgYXyPays2SSTLUs2xWp/Rqle1P2SpaauwcqH8jgSqEYaHwLOLBR8/14voEWtUgmwWobv/p/AqmIuyx/+XPFSCyIcCCIW0dGeNJEIG6g16TPlIGWkRNJyfnEaz7v1Rbjpz94JPR4RNgKLU75kEvHkt3vzHt5PAU95lQX49OX/EvulXq/HWpOvi++rD6Oqok4aCB/E8fzp5PKsAmE74p2/8jldDfT8tw8yn7eAA5NMFVdH1q3hQO0U/u0THwE+X4MbriBQbQBhTq0JwJZQe9sW3Panf4FbY5vQyfFBQBNvV9EGXADg+rfAB3zV0+g3Tr4U3kG0FZZiO28DE8E6vv6zT+P4f3wen7z+ZdjTsQOJaAxNvUiEB2E4yk/ViCDI0KpwDGAqNJn6MgDwYFs2MLJIGmjZVQSsMqmKsCqUls1hbuE8tr374oHVr3z1k8v7oFxjD9gni9QfLvJ6cw/hXswzsFQpi/qD+8vszBKeeWYUJ0+eh2urhn91Ei3Xm/gUX8Bi9PcIcpvJ3vD3NFnHwg4mQKiClmKJFMJRU9YqG5R1w5uxZvgStIwQnjryOB588B7UC0WEJRhKca3FT9l1kYzHcMPWHsTIEGPbxc+LrY0XoEXXP4LoHngq7Fr+ny/bFk9x5cdKsMii+oG+i1ZTFDl1iw1mCw3KWMOasCrIcEzG00gnMpKO3N6uI8LAqHhMUr7J4hIGKNphFTkjouyviu6OPBKmjVDLQZODnkgvMuuuQiPaKYEuIdTh6nFZmK4ET+nildhkF+kNQlbXSCL39kIZfQDLtwLg5wni8I8fSLOiMPFtGvx9adUATxihynuXigE2Pfy+WnUBZ0ePojo2KmqWcCqNOleHrqEaCSNguQhZFuhUTVVAuOWg4rriC9/XP4JQKK5ALCpDGIrnMTwJfPIPXye9yPmeKcsWSybP21hAY595TLWUp7ARz1hv/xXpoM/08wB/AmT88P1V/ZBNXiuraaPCdUaPNQYGhSKImQl5DlinEVThdRsbO4fs0pz4acYSGVRqCnzjvsA6yLJqIo0OkXHteX43GhYmH/02CpMnEdFU4IZmqJ/LoRcbxtWgt39Pt7/6ry/6DOc3fPOu7yslFifYnt2HPBdcA6Egios5VHMqG6C4NIN/+vBfI2lqwoxiUOUCKRHhCAxRJKySOLOq8gAs/2+yEvkvyJLmtZqiN+2R4xI+MzgyKI1sNJbCseOnUcguCBGD15tSX5UEXvU875/9Vn1gdaXOUc8knwv+zXvH5yGRiAu7lsEw3DsGh3oF4KhUqsK6SqXSaiB0dBSRkIGtl24WmwmCOOqa06O7JYAGgVV68guIyudLyNsKWPU/+Lv99SO+oJQliyVRC8+74nJcccXzZL34w3Gy1R59dB8iJv2RyRoMqBC0GENfY/KaGWIYIIuZtUyrARsRxDs3Qjc7RflHwJJgGBt7vh5hvXJvlGEDiQIqWIzXJkJfygCwmC+ht7MXJ8fP4Y57f4CWY+OWK6/D1Tu2S411+ugJ/P2H/xwNaxIO+yPdQDwalz3fohUSecWtANqNmKy/dBgw60W87A/egt5tu3Hy7FlE43F0dneJpQ3vYyKeQEIzPYsYetUqv3z+fd/dd+Kpxx9DdnFRQB9KZw2uq3AYXZ3dwsDLFUpo6+zC3muuweDIsPSD0wvzmJqcwK5LLhVQw24RMFfn08LcHAb6+0UyzOeFLEiSZL77vTuxtDCLwTW9mJ4+j2TGRF9XStZDuVJGzW5AD7VhcHgbDv7iPgnULGtAnEBKi2xgDvX4vKnXz/vPBHQyDFm8FStNTE8toFBgqFJMjYxFtaTsUVQ/p4KbVS0vCJFHOhE/Bvl6IatYbhf78fW/ehsiYR0xk3ujhmLLwMnFOuarJmKpLk9FWEU6BhjBMgIOGdWKbs3nhKxnpX5iuBCJKASMbCwuLkkAEgdVne08y2IISv/Hdc8ANpJsOBzRMXpqHD9/4ihC0Q7Eku1oa6fySEehXEe5mMNITwT13AQOPX1IrCaE0s29VwYw7EeVKofPvBqAqb6FwGecg9UAFX4MWNaEFcyzWHpbYQ2T3aqUPQRWGRpEwF1AOMuRta9xiEFiUwu4ZvsghjvjCMMGw5zJdOV6pReryeFGsgv7RsdxfK4MRw+hWimKqoaDOO5rHFTEkkl09/UjFMtIn20V5jF58DHSNqV2o62W71/Od8bhJ68X+x8tzHuuGJNSIXvWPXYhh5e+4Fq88ZUvhVVawPjYWcwu5TCbLePRQ6cxNpOF3mzgN67aimv37sb41By+89BhuLaF6/dsxy2Xb0OSVlSsXl2GxlnqLJS4Bg76HFHg0SqAgcSkeBAGtRDC2fEp3P/MKbhBHVFDx9bBTjxvwyAMDqw0lqcMcVLBU/PEc+LteN71L8Ad9zyGBx/aJ5/PZhcQoOKuaYvCjTkfb3jj7+Pt7/oTmIEmqsUs6rWSrFsZnFrKS5cgPDM4vvqVr+GnDz0iz8x1192M4cFhPP7Y48LwD6MBx2LAFpkTYWzbugm7d1+Gqm1jen5R7Kk2b9qAK/bswq4dlyLT3SsWdOzJ6YlbqdmYmpzEgw//Al/+yn/izJlzsi+nokns3nUZNqxZi0Q8Ci0UQDafxbmJcRTrdelLOSjjM8bzheeMYDGGIWxVDgM5HPDXMPdcrhP+G4a91moK41IsDXpE/9oKYPX+9mtg9YLd3gdWX/nmW5GIJqC7AezZsUvA1bgZE2A1V6rg/X/1YWQLNeVnKM13AM+/+Ub89stfJE0igTzbdTExMylpnfFYVJKao2ZUUmm//s1v4dCR414bvxJyoIod1eivAKleQ+9Jz7gIdl+2A2960+8jnU4I+FOvESRReAW9QDhJePqZgwKCkjnR1taGRDwuhQoXUyFfwNTUGGbn51EqZNGslrFjZAi7N65Bq16SpHZOaxyLHlUxWG4T2UoZT0zM48joKTQpkRQpUUhCJ2665Qq8653vgG2zWPEYJvSiEVme8spcLXVigSJenTLJV0Wt37hyik5qvhmJL3vMsQBiod6iab0HdBAElaGYSLEJgikzdv4Rn6KWq4JiZGAZwPzsLL74pS+iWC1heNsIor0RNAiQMnkxkVZNblDD4XuewMzZCeh2AKGWJg1lRCZ8lBGq9yKpxN5/8xA0uhPovmIDZnILWMjlEe9oQzxhioQzNzkPt+KgMVNAp2WgabN5tVGxKqhoDuJDHcis6wOSIYSiDORRPqW9vT0i+bBqlkwEz56bx/pkLxYPnkHYVgwStttsoDlZ5jX1JYB8jbGoife8663YsWMrUlEDc2MnMfrUE7ALeczkcxjcuAWXXXcjIukufOGLX8PXvv5ddEZ1XLGxDzs3DCGhuyIXMaJJnDo/CX39Tlx7ywsZjyaTYDHYr1fxqX/8NPbv37/s6+bfaxYLlNG5VhNdfZ147/v/Au2dGfHyNY2YV4x5/DgftLrA1241o1UBxkqKzw8W3i98wa0XW6/BB1b52DUl7jyKwJq10JMdcMcm0MxOA9W85wGp/Krom8yV6bX6yh+YDZ2AkSoRXtiYglKpdMgATEA30WLYQawdbpAgiArsAdN4hZWknn1psDiECFYE2CQLXZh8HvPbFX2j/L9lsEZoZn5okhfg5pL9zQZdAkYiAA97hlTVq+Jzp3cOo0UT/WoBaJCxKjHS8j4ClJgy/IpyL6IAZMeJLH15yfkJPsoGRL1y5Tcq71l5QjHllxISMr5V0S1Cel/bugKseqFAzzqQliE91mUqaZrAMgsa8UGjd2NEl4TNdMxAezQFh5LLGqfeBkLROBaLWSQ2rcVV730XOgf6JLiDQLFcYwnCULCuYlQojE+sbr0gIrkPAsByD1ZBEcIS9liuq5mePtiqCeigmK4XfvArZKz+0ucvADhX2EvP/hm8ugG3CqMVhq2FUHCrmHJLuPuB7+DYn9yPYC2KajSLYKmOQDCBZiWAevc5dH73L/HHl7wcl6EJoxlBJeCIU64P5sr7WAWQE3zlh+/2qK6RApdpGWLy9wdaKDoazqGAL/zow5h/5B586srbcWlkI8x4FNAqsF0bUV5zno3ifR1GgKAqATOyjgg4eiwzYeBIB2kjQOm1+KwWYNXmUSouYmF+Hlvf9tmLXuNfu+Mfl/cXKR5pryF+tZ703ZPd8v0pcEAxV3i/SwLqVjA1NYeHfvYIDh8Yl+eOjDHfZ1KYVWx+lq+Rtxq8iQOfAzZTqyXpXAch756zgGWyLlmrHOzxd/d09GHThl2ItXVhtjCHH//kTpw7PuqxopWcnUDNQF8vBvr60NcRQX52BtnZaQSaSlZG/1OV1bTCaCSAqphEzAdTgZEiF5NBJNctUJfhDINfQoiYMSRTafmTSiYkqC+eTCARjyEaCyMa1YW9EApGAVDZEYFd4hDRQD1fw8GDiwhpNjZvcrD9EqAzHoBuOQg0qpihhG7NNei+5EbU6twbGnD0JvSlIFohAl0Sowsj5oGMDMSqK3CJ14xWMGQU0f7H96STe7GKacf36lvi+OCQlEar1ptfWy37p9LOYFW6OBts/vN6REfp9Bj0n92JvmeehqUZmO1vQyuVRJG+l+k4qmTwNAyEEUI1zKFYQIbYl19+HRKpLlSqjrCYyCT01QYCmkqAJ+sU2kCpzYe1DBk7SunDf2OJtNzfG3ymGFks/PAtAPymyB/Ciyqooa4Rfw9DRciq5MbWEG99F26DLCmqcxRTkbUYmbFkCbJhGhs7jYZdwdoNm2UYStDdNwklA1fsEhj4ST/BcAiVcgmz++9FbuIIwrTECWoIGS35+dx1dQ6NBUj2rFO8Vb3zNc+NsfqN798pIJIKI1MhqgKseozVSr6ISrak7KTsCu784ufQpdfR096NGfpVBnToEXoKajAl3EuddX7QkDovVPgdax2CJBzUN2xbGubDh46h4dTRP9gPI0ziQgoLi3mcP3NarCpUDUZv1Ppy6MqFz+F/B6zyWeeH+r1NsQLo7+8TpQ6vYX9/j0jf1X0Ny1rl58+cPiPW1Xv27ECNw1SRdqtAM1p+TU3OCgDL/kDAXLHnUWWEP6Tw9yzxLaX3tbef8ObzmWKuwabNm9Dd3S2vj6SRjq52jI6O4tTJ40gmFUipQujIWFVhcyRQ0NuRgDztkGCksfV5twBaQvYi9igEehiESksDDif4+wgaSx1CX0dDAf/hVgDVFjBfreDp0yfx08cfRa5WlsFV2AliY28PXv3S30JfPIP3/+lbMX7+Seh0H1Bpe8IeJlTOoVaj1UKyqaMzFcXlw92IRcO46jVvRqJ3GEcOH5KBFoFVDlboj0pyTMZMyj7EbINsjn7CTTy872Hc98PvirUMfQcZmpaIMcBLk32fg8doLCEWAnOLWbHXSXe0o2Q7iCY5gHGEZc3agwG2rA7bMxlhKxcLBWGR0lO2Tm9Jw8DSYkHk2fSEPX/2DAKBhuzPA0M9GBzuRsNlCFMK7R0bcPzgvTDNECwB4ZRyoy6Bt0HiRfJcy9nIgT6fDT4PiRgKBRv5XFVIFBozLITJ+WxF2YpzsDe0pZUSswJkPwVyi1MXfX7zG+78m7fJtSSTVo+EkGsE8cAzp+EYKWzetl1UEXaDNnj0jHbRtKoIyHpRdgXsISl5qJSrOHN6SiT5AgwVCsIkZIhaX3e3DDVJBKDVDPNKMqkEbKuOdHsKYzM5PPyLwzDj3Uiku5BuVx6rM9PzCLg1bF3bhigq+Ol9D4qnp9TRAoxS5UKgVJW9ioVO6zjuV0FhMXNdbOjrR7lew8zSIuqi8tMVu90jFBCA5fcLAYvvhxYjrK2thrwHqi3tSgkjPZ14wWXrYQRsCWUjqFqu2oiaESTYUxJQb+vG6FQJT52ZRbkZQKFcRsxUKg+CtDyCEuk00nzmMsPS9xhWHq2Z0yhPj6FYt1End5MDV9Y+3G/p0cyhDZ8bhqSK/zfrCF3ClWgv2Blt4QPv/hN0x3UszYyhUMyjaFnIVxt49JljOPb/sffmUXac9ZnwU3Xr1t2Xvr2rF7X2fbPlTZYxxhsmJjGECQRIIF8YhkxCViYwk5nJ5CRhvszMdzL5zmRhgLBnyGIwYAzBeJexLNmyJcvaWlK3Wr13332tqnurvvP83qrulic5Z+T/Pg59jiy5l9t1q97l9z6/Z7k4iwfedhve9857RK3y6OPP4vFjZ0X+f99tN2A4E0FUd0VmT7s5ytxV01qxpUVdJoSVhjQtxJrIMOGZUczOL+K7L15Ag7aCpo4N3UnctWszklzHGRwVZj5DVFQNGokJoRji2V4sFFvIF0qoVuqiNGTTkMBpsicntoj3PXAP1m8YRml5Buk4cYmQ5NHQ2o4gM/NouO8s54s4duw4qrUG5haXMDO3jNtuPYyBwWEc+eEPUS0sIBbRsFQsYNuu3bjn3rfhxaMv4OixlzG6YYOso2SLvuuhd2Lvrp1wXUcaOGY0Bt2IyDmP65KjxfGjI8/jj//w0ygsFnD/3fdj/+49Ej4+tzCHmblZLBXyaDNagUxkqwWnYV8Tmi5zJhwWYJX7CgF/oW4Jm9VvrqcT0jyh12urQa9oZUO3WHxzc/xNLQz/P/ihnwCrb3hIAbD667/9fmG033rwZuRSGbSbbWGsRmMxLFeq+L3f/yMUKzzIGsqnEBruvecuPPTO+2QRI+OCg3dqZhrZXAaZZBL1KpkCIZSKVXz281/AQr4gUI2wpcRrx/cHW+PrFRwagmKHRRaLi717duGTn/yELNS1WlUOeYFUnbUSJWVMg+QBlv5m9MbktftYCOq1ivhEsdO8ODeD+cmLaC/OI9Gx0KjV0WLh4XsgJZJx1FtN1O0m6u0Grl6dxyLDRWqWgKqcaD/7vvfi3vvuhsOwHWHDKNN9yncCkDjw4greywqzkUBlx/a9LF0purhg0tejw9YKJ7ypijSxsw8Z6r3wQMJCSfxYVQHKAxep+vweFpQC9UhIZgfjE5fwzce/A7M7ib6xXjgmvW9olWgKsBpJpsWrZOn4BE4+dwztfB090Swi4ZiwEMW7yPePCYBVvgfee7MngcFbt2G2vISlQgnRXBr9A71olqpoV5po5uvAcgNdNR1Ww5KuU82qoxV2ERlIY92ujWiEO4imYzDFE05Df08O5VJJigMWwxMX5zAa7Ubj4hxibYFIxAqAJzIekOnjpLr7il2VzaTxyU/8CnZs2gCntIRXnnsauiT9dVBp1FHzNOy/6z4MbNmLT3zq93Hp/EXsGcrhLXs2ojsZgUE2UTgCLxQT/5mhQ/eib2QUdctBnGmX9JnSgM9/9vP4zre/I4UCn30glRUGFaVToRA2b9mEj/7mx6FHwpKYGiZ70y8eRFbrd2pZNAdyr+DgyK8HDIogaVJYMCED997zjuteZgmsrt91SKTfLg950QT0DRugp3LoTEzAW54DWmW1WUshTs8qJvqqNFeBLUSSvwqsChApktJAukpgSYcXSkJL9MLI5tChp3HbVumODSZg03+NQJeckJXnqldVnQFxRlcAsgJxVQiCsAICIHYFWFXMYAGu+DdDEUyODwOeZUlIEawmvO4sQpkheMUa3FZRJIvCTGX1y7AFk2Ao0ea2PDeVLKtk8iuhBUFI1xrKqkoDJjDB2UZgJywMADJyFZilwGZ161bDmdR7u/ZDCfL5Kiyc+EeBXgaBd+n6G0jGTaRiNFpw0J3sQjYalSA++gRlE/St0qBtHMb2j30EXesG0KTtiLppyhPXB1YVu8lnrEponvIP5YcPYfts1lVjAvX0FXNrheUqEvMV4xMfCr/2fXUne1cg13+OpfrPAatthBB2bYTaIbQNAw3NQdXzcLZ6Hkf+7C9w6bNXEbUiCBltWIYGr+BgfvMsBv7m9/A7Ox7CXv67CYIAACAASURBVK2DqBtFkwymNUhqMJYDGFcxdn0AOfDa0zxpLrlaE1EvDIu+0O0wxt15/NV3/hOwdAZ/uf292Ij10CkDbTfQCtkI02BfQA+1B0kTQphhZEerdFsVbKfChNhMoGRMJxjv1NBpFdCqF4UtsP4X//N1z/Gv+oxVARSlK08/cR9c9wGpgNkfgHCqv6AOQOI12gGmp6fxnUeewutnzovPmIQC+T7bMjt8ZknwWsHvE2aprkuTM/iQcBNZI1SAGYEGygFjyYSAQpl0Dru334hUrh+2Drz0yvM4fvQZZKJxbNqwASMjIwJmZDIZWWsJuk1dHseFUydRWJiXPZSiVFH2Bo1ZmY9KCSL3m/7ZtAWKUp4fEQCISpBUslsO8JkMgdSkHFpjcVMChkI6Q1TIRKL3XxhOy0TbNtCo9aKZ76AyXUWjNI/R9R5cYxrTk5ex70AWN924DqlIAoW5JVTyRdCypOpGkNp/J3JjO0QCGdbCKNUcOFeKSPcPAPE4KlQIRHTEUwSfM9KgodWN7LlhSlWVBQAbicG+wGfIf/N7xE/UBxYDhluw1wRzL3hOQT0k0jlXAZ1rpeot7peRMJxiGVe/8ueIXHwGyb03ojVVxsi5OTSH+3Dqjr1o9a1DSAsLiy7EZqKn4caDh9Hbt0lYJWSG0XUzqOeCPY3XuxYYFvaQ2EwoJgl9oAOJP69Z2QiQgaQAyuB98O9g7+drBg3WYF8lQBVYdatuCucC1ywqiJSXrQrl1IVhSBVLu93ExfEzyGZzEvbTJMDtstYiW6ijAEg2Q/wAD1onTJ84gvrSeZhuE4ZG/zgNUZN7tQ6NYZkS6hJeAfF4//d/4M15rP6vR76p7KjYwPEtBoKxzo3YqjZQXS7LHhPRXTz38Ndg5icQzfRjLqShGWK4kgmX88HPL5Bx44e/BeNAQHCGbDKsiPVluy2MnjOvX5D6OZaIYHBwEGEykCNRnD9zXj3DTkd8NdcSCmT/+CcaasEY4NfF8oJ2D75vLr+f8n8Ge548eVLu3fqxEZHEsuZLsm6N0I4gjOXlZQHj9u3bjQsXzq3YZrBO5ntdWFhGrd6SulmxDZXlhNprlWIomCt8zVZDBeNm00ly0dC02hhYt07C/shuZqNn//79cn08jD/77DNip8IwHoKOBOulPhXlWUvqd2Gkuhp2HjyM93/kN2F3lBcr17XlpWVZn2iXQiIKm8T8vLo2Lg8JeU8JM4G8Z+Mbzz+NZ0++JP7RlETzHOBankh2B+MRfPTnPwS3VsEf/rt/jTDDO7kNsZYX4IsYK1mGLiKdELYPpPH+O2/B4P4DMHfcDKfp4MXnn8Hi4iIyuawElQZOnHNXpjEzMyPPmM+rUChgauKyWlvDYSQSUfR2ZcULnmnfET/khU0iMg4JQBXKFRQrFey/7XaEUwnUGjWMDY9Ko4IAplBsPOZ0FNHdlRPfWDYz6C2ZSKTx6skzmFvIo14uY2pqUionNtH27d+Je+6/E3a7iaZjwrbjOHn8GWRTEQxmszh19qwwBqWxZgPJWEr2Dq7zWpskjhpirAVTJqymAavlwYjwfKrGjevRli2Yx35QWTQi4CGfE5mazbolrDbuO5XCm7MC+Nyv/QvEEjG5l1kGVbVc/I+vfhOXF5dw8NYbcfDgAfQN9MB1LbQ7LZGkh3UCumr9Y/hkfrmEM6+fx7lTF2XccF3j/OGfRDKJjq2CmEh/5JglU7W3h37gSey/YQ+uzBbxw+deRjjajVzvOnT19KJUb4t1UDLiYeugib4U8Owzz+PCxIwEIEn4o9+wlPVZ6ntN5iil55ynDBXitWzu75N9+OrSIiZmZtHu0MdT2bhwF6eCQp2nhHsKl/M0loBDGz+bjS0LEdfGrXu2Y8e6FJxGHS3bQZ4WdC0HEUPHUF8WEZ0hS0lU3ChevDCHmYolxCiDia0ureQIitLX15D6LJLoQ29PBgPhNrandESbRcwuzGO52kShQCzAQr3TRs3toGOE4IVCYv9C9jdBXdvuQKMKybFwz2278Msf/BdAvYzK8jwa9OKu1lFtWnjt4gQ279yF9777p1FZmMHk1SU89vQxnDg3idsP7MDhfVvRZXrIUW0bpt6KxDDlXS8yddZYwrT3xIKQhCUvRF9aB7YPcB45PYvxmTk4XhvruxK4b992dOs8/jgSTMxnEovGEEtl4IXCaDhtxMIRxGMJAbQZ/Ec2rjSmzRAyvd2oWS0sFBbF5qe3O4vuXI88n2q5iHq1KsAybeKqtRrCJgPGbVwYv4SFpQJsR8Pw+k0IdUJ47olHUchfxS2HbsNvfOITeOnoUXzxi1/A+97/Aezbf0CUvWSKSm5Oqw4zpMGk1U8sJo0+CZ5mLR3JINXVg5eOvIDvPfqPGB4YxuzsPCauXsV8fhnzy3k5Expc08mQJdZkqz2KY5TzhfdT1VmB8lcRDcQ2Uta5kCgSkvEUXNuBXW/JukTg94cv/ui6a/Qf5x/4CbD6hqcbAKs/+PYXRLYRNkw47NTzWOyRNm+iWCWwqhirlLAIsKppeOCB+/DgA28DezaU0THJuVKrIJ5SEhf6nbgdTZiqf/e3D6PpFx3XsCc4PdcAq28sdlThA+zcvR3/7t9+SgY+J4OY8oPGyio1M9vVpcyMXRdj6zeIVYCwv5RqWAGxwv5riz9Js7iMh//6c7CXZ5VEJJlG/+aNCMeiAnSw0CewNNwVQyrTBavDwKQm5mbnZBMgG4+G3OJPQwmAD8AIs4Xs03hMpD5yMHA7KhEzELP7TD/KW9gdkVRtLootUv4p9QoJu4+SuqZtr3TbA+CFMkV2nPizdtsSCId+jGTliIzJdtCybZybuYRjl07DixHwcpBI6DDMKHFXROMpmPGkSLircyWcPnIClfF5JNsmvLaHcJSdPfoRKYYT3wcXdLUwuQh1RTF0aAdmSotYKpURTiUxsn4IpaVloN5GY6kCLNXRVQ+JFSV9dqvNKtpk6OTi2HBwO5bbVSRyGYTbjhSz9FshyG0YMSwuFbAwU0JPJ4r21YLIcklNWgusUnIWeNHxmWzbthW/+isfxmAqhgvHnoO9PCedP7LDeE/KTgexoTEM7LgRv/O7/x4DmTju3LsFg0kCV/TOYZKtAc+Ig+Le7K6bkejO0cwO8WgC1VoT2Z4efPfbj+LLX/ryNVIyOfShjfW9WewbGUBfbw/u+pl3QaPcnvYAK76DqpgPPgKGKv8/kDmK7QLHtaEOfwTX2D1k8fKzD733utdnBazeJodKlyyeaAyhDaNAMgH30iQ8SpdaNZ/lKFRqCTdy5UCqQD+p0AXINKCxqPN9SZUTJ79XwYZeOAUt0Y9QulvCLDy3BZ2e7k1Lmg/0fpJvFa9JHjiaQSy3SmdXYp4A6bsWWJVDUXBNBHrDvqRfh2aGJBDJtSyRSLHI0YYH0TFz0AoVeK0SQC9kn8UpwCpBo44hnrK0BKAVggJXV6XUohy8BlRV8mS+D2HHEGLUw3Ig8mR9C2TlgedJwFwNvhLAemthvuDfPmNVQE/lBcs1K2qGxV+VES7xaAT96STClH5aLZi6iVwsjuFDN2HwAx9AKB1Hk8C4rN+KeSrS/wAMlf9X6ngF86kP9W//e9d4/gZsVeUgTWXc6kFULa0KmHxjTAkZq34Mzpr87/+zocsREhHWqpKf22RQWR3MhCxMLp7E8a9/B4uPvA5riZ6YEegxD+c+NowHP/Qr+Gh8D/ol2EsXTyyHfUD/1669xv/tffnPje+GK7WLhgJWoaHmGjjjTOEvHv2PGA4t4i9zP4tsZARaIg693aA5iXruIsXjH9/4Wx4B5w0Ps8ouQv7NwwfBQAn0YBOgJSk/7WYJleIsun/u3/+f3ag13/WFL/znaxQfytJB2erwYy1oIoxVf2OU9ZMsGQLUfsFp2R6OPP8C/vF7z+DKlTnq1VUglexzgf3FtQoTYUURqKck0fe9FvY22ZQ82Mm400UOmMqkoZGNqYewdeNmrN+wHeF4Ai27DqtVRndXFj25biRpteB6KFerUrC3Ow4cq4n56Skszs+JxxhBpsBzUgXImHJw4x/uV/x9bMwKEMO92QzDEAkoD9Zk+4VFjSA2PmLpGkXbioBClFZVQ70I1AoemP3Qccqw2Lo0GYY0jeGeAjYNOBhel0M8koXnquYKw4EYtMD7QCtdspa1RFSSjtPRAUTdNBLJDhAbRKhrM7x4Pxq0aGByfMJEIq18RUW+KzJYdf1r16HAnicIHQok5wJO+o1GxaBSB1VZnX0ZXFBTKTCM3qe+RzRlt3YVHc+E02riO0/8KQaHDGTHbsPMDx7Hbd8/BrPg4Ox9t8M7eEACv0Sy7Npo2W1s3rwHW7YfFG867gnBuhOwEAOATRrNHh00LERjKtQykOeZYSqceIBWTS7ZM6jC8T1ag9cQEM+XTYu0VCezPyq1YQC6NgRQC7yCff0FJddhguZK4qu8a5VnKOuq5cU5zM1NY+PGMcTjKbQcBgrSyofMNaVIoFqA96xer2Hi1eOozp+GbhcRDRHE12EaBAu4PykmVuCFG8jI9/78H173/OYPfP0b31BsVfEjVaCO+lsXr3raiRTnilJPxiMaXnr0YXTmxlGNZrDA7cSk1NwUEFw8TX2LiYCFLqwrw2+yiGWIrUDXNpmiVVwavyyAGptVw8NDMOlNGY3CajgCxvHeCyjrKPB87cdagD8AW4PxzCAmPkslV1cZDAxo4jN47bXX5HMbNqyXMXXlyhUJxI0LEG7LQXzX7t3o7c1hcvKyJETzvVHRVMhXUC5XfZBGrYWBT3twBgmAeF4TryMdz6JZK6OvJyvjb3JmFl29/X5TA9i8eSP27NmNrq4cotEEjh17ES8cPSJML18XsuI6zvWFNZSMNTeMn/65D+Pw/Q+h2eogGomiWqmgUW/IOYEgKWv2VCa7AvaSuUrmK8d1wXLxrZeO4Oi5U8Jw1cWXlc0zFighGAzVrRTQncihJ5vDpQuvwJm9CMOzxF+RORg69yKPIBvhmg7u2b0Zhw7sQdeNt8PtGRHW9cyVS1jO54Uhx7WBzDzOL44FWrx157ql/vnmN76JKxMTQv6Ix6NCakjHo2K9w+ZUhNYYwjNgkC9DWKNyPpyemxdgdXDDCBbySzh0860SjMTzHD0gayRUTFzGju07VHOfwGbbEWn+K6+dw/HjJ4R8sTQ7LfWjq2u488478MBP3QO7Y6HaoL2ZiePHn0O4WsaQq+Opc6cxW68pb2QAfQPd0kRLpSJIJ6OgoptM2040gZMvX8LSYhGpXBSJVEgCl3LdBDtjMj7CpgraU0oOJppzzWTjoY7F+SLmZ4soLlx/wCzH37f+6F+LpJ7zItOdxXLdwZ9/9RGcvXIF3X1d2LhpFDt3b0U8EZUGBz1/U0mym5U+ampyGgtzi5idWUCtaPnB0CoIkHs8/5bnGKPlnAvLtgS87u5KY/v2LeJjPLdcxbMvnITVMdE7MIRkJoMWEogQ/NdbGM25yEQsXLxwGS+8/DoqdUv8WpkNwia+Os/yPSgAkI1Lrn+NelXmcUprY8u2bQJGXpy8IvkVUjvzLGtz7isWodJCsQ7T4PAsRO1b20arXsb2sT7s2TAMo1lSGS4dDUvVNuq2B7tRxZbRfuSYAezYMFLduJi3cW6uhJaEBKuztvgDk1HOuUmikhlHNptEn97BwYEUxmIsyyoStNZuQql6WhYKjTqKzYZYCpY7JiwXsNr0PK3DcGx0RUy8/2fuxs37d0swYrVSFgCb3q6NVhOOpuGetz8AAzZOHHsRC4U2TlxcxuXpadx7yx4c3DYMEx1pQMdjqhEmzXhRw4nET2qipmOjWG2KrQZBQ+6WtKshw7vpJnBxeh4Ly8vY2JfB/TfslCArYjQMRU4mY74axhQGKBmxVAjK75DQs7A0zPgwal4bQ2NjiHVlcGV2VgJneaCnvQjJc45loVgoCIuUFiK0BaQdCs9Hi4sLKPMabR35YgPrBscwM3EW2VQI9z74dmFMf/1LX8b27Vvxlre8Re5TLBoVpVQhXxD7CqpQuQaxdiS4yv1L6gUohS+92h95+Ft46pnnUa235BqXymVZb0Jk54taoIFWU5H8gnN2UBurOkrVRmo/DeyTlL+4WDRqLga6snjogfuwc8tmtFtNvP8Tv/em9vAf1x/6CbD6hicbAKt/+z//i0jiSOBi8m5HY6EaQzIaQbW2agVAyatIYXUdDz74AO67+zAMyjg6kGCoWqOKrp4cLl+6JN5H6XQO3/72Y3ji6edkwkqQSpAs7LNrgkJrbcEVFGYyATwXu/fsxG/95m+IiTsnFgc9vVVJv2dRQiBTbE4MA0PrxmRCMpxJDg1igk78xkO92cLC/BwSpoYnv/VNlKYmYNltmD09GN29C+FYXAEMNKFGG6aEZNG4XXnIUTLBTUC8TuRgouQg4ukW0L/kgMoublImNv2qRA5RbyIS5UKpDgxRMkMkJER17ZU0jcAqQ7covYRaNH3vIcqZRBLITY4+YR6jadrwRLbNjcdFR3OlU87u1cmpcZyYPIeOwY0VyGYTiCVSUsBFYnFEaPUQMWG1HJw/8gqWTk0gbUckAZXgBruHXGh47SyuJJ3XZyYgZWD0jj2YLS1gvliCkYxhZHQIlWIJoZaL4swywkUb2SrZdyHp+JXqVbgRwE2b2Hr7PkzXC0h1pxGihE/roCsZl6KRJtgzs0twGkC86sLxgVUVyqdSW1l0stB59dVXV/xHD9xwAO95zzuR9SxMvvQsciGVdsoNIuK4qLkuSnocBS2Kbz/6fbz91v0ilSCjlemHBKYJoLsMIMl2Y8Mtd6PGZxcx8dLxV/D4D5/Czv37MX35Co4fOyYFQHBYVffGxlhXFHdtH5Vk18Gd+zG67xYYcbIfVsHUYPzzXpIJoYLWOC6UbFc2UIJhItVVrCQyRvgMPvwLH73utTlgrNLr0wtHgVgcxuYhIBmHe2kCLo24mxUVYi8BoWRDMEKF3XoekAn4sbMblnFGMEkgNb/pIZuVHNz5+nEg2Q09PQiNRYFXg2tXobcI+tvK6J8AJtmrXDSCECyydAnOsIigD6ykmyv5urK74H8UsCr3j4n1LOZou0HmAIFVevs5lFhbCHlt6JvWw3ZT0JZK8OwSiI4I05QgkQCrZBxH4NLDiD7JDGGR+89TqP+8fMlscNOVnJxf9w9pElplqsRNzuU1FgCrlgCrj0y5mq4V1wecScXkV80gAj6+dJHzkLI600DcDCEVJ+tORyYRk3lca1lIGQZuefsDGPrwh9ChVIqHOVJmeD+l8RR4qapGUwCsSvKwz9BlyaECrHyAzOebyveusQQICe5MBrMfIOS/Y+UiGwDEQE+qz2fuQ4UVrGEurX7fGsNt/xYpGJpjgSCkjRAPd3oU0baHYshAqdPCVGMBF2eex/mTryDkZpHash0/2tbGnYnb8QteHwZlveYYUKEDa69rLXsqWK6VBUAQwiXOk3DRFI9XFuN1N4TTrQn8xff/I25NNfHfjHdCz4xIUJVLphpVCwIkEJxU3sAaJxMZMVANIbIKCIiI56cP4jIoUuOG22rI/POaNTSKRSTe8/HrnuN//defvgbMUCTZVY9HruHXNgiU4b8AM/KQOyK15f0Jx3Q4lovTr43j+SMv48zrk8gvF9Va4LN0AqAuACiEge4Xp9yXFXCr9kj6tgvY6kLYkNmuLDK9g+jt68VIfw/WDY0iluySAyPHNocLG2G8PxwPPPw4Ek5goy1BGWSGMXSOh/iwePuRuSXNAqkJaMmgfEl5uJe1VGoDn0FO71eXwL0J14mh3YyhVQ2jUXXRquholDqoN6twvBr0SBOxFL3YDCT6IognQkhEbSRQQrxTREqj1xmZlEqWTdBJHJjbyvPTbTVg5ZeUTUI0i3hyGMl4P9z6ZbT0Iazf8w5Ee7ZK84As6XmrgGgqLgcradb5fZiVe0u2xgpwHbCT1WE8YHAGzWnWCrxPfAbBHsPvk8Zd6FrQPQBhW/WazJiJiVN45LFP4/bbD2EseQNKj/0QkVOvI1+vonLbfqRvoGd3CO0wPbIh/oZduSEcvOmtMCIJOYCx3gs+CNKwqc3fQ589No8blIdScWKoa1HBEWwi8ppVUrVABlxrfDHBNfPX92AN3q9SkECk6Bz7rGtEJisJZ5yibA6oeaoYtKqZyfWe9ycaicvYuTJBBqaF0bExuGIBpSyLpZHkdWA1CCDyoOpgbnwc05eeh1dfQDISF49JHpqjrJ1CvM+Uwyr5aQCGHvjgp697fvMHAmA1eB+rwKoGnfVLy0JpriTSyWwqjPPPPIG5sydwxTNgGVGETY5RIGnG4JmKIRq8BhUxsoL7JAGOXbLUJOiu1UKz2cLVK9MS5MEx2dOTQyqdFM9g+skS4OTBWIBVgvuyFqrxufaZreyj/v7BrxG84n2SdHB6EnuehFHt3LkD58+fF1bq4GC/7AtXr06L3zLremUJZmHvgb1yLiDYJPPfiMj1zs4uoFgoC7lDjSRejyKFXEPu8K+TlhAj/aOoV4vwqGRr1FGo1YREodb2DnK5DPYf2I9dO/fAtl08+cQPMTF5SVl8sW7x2bC+qwJcrSPsUnoP//a//WNkhjZKaAvtFRbnF8QOoFGtCRAskuRU2rdCyCASiQnLj4DUX/3oCC5enZRnwhBOg6FDTtMH/NnY9RCi5ZJD8gGlyR1opWWkrArSVhlOZVkaUSQO0O5t40AOd24fRc/Gjdj81nej5uqw3YZ4t5M9ymaUgJq+PZLsoZROx+J47tnn8NUvf1mecTKTRCrBca9LM4G2VyRJxGmHwaaopRi8YhAZMtBotWAmM9h320FRG9xy40HYjZbsLfS0ZJ176dJF7Ni+Tc53si559IaM4sSp13H06DEUl5akuUYvTYItd99zLw6/5Q60PRuFMkN9DJw89RLyr76C0bKFV5tFzJk6tI6LTBzYc2grRkbXCVjK4DHJE+C5xgthZqounrzZbgNmjNYCNPVQoydgsnEcqERyHiq5f7Lxw4aCiQvn53HulUtvan4//me/i1K1JgBjJpvB1aUy/uY7T2Cu3BI7hGwuho0bRxBLEDUEevr6BHDknOF6Nz+7KJJ9ypahK5UDr5PzMtgzaC0jVixij+MgYhrIpGLYummDeFO2XANz+TqajoZkNifgVN1NotNqoTsJ7F4fR8QtI79UwNGT53B1Lo+OR09VU87e3OSplnEcsk8NpNMEVsNi3yChdo0i1o+OIJXM4PLktNisWbTbpCWMQ3UCvS8NyXIhWMuxU/c6iBoROddGTBe3H9iO7rCHWmFR5OcL5RamixZqAqxWsHvDEIbThhApIqkuLLsxvDq5iGpb3Q/abtC6hqSiht0S9YybZOBcBN0hYIvpYRh18UJnE06AXhG6kcWpi6VEw3Hw6lwDV2bnxKuVDNPhdBJD2RRu2jyGgXU9sMMeCo0SSpUqHKsNq9nA2OgQhkZHUSkuwmnZODtRwgtn59F0Wrj35h04sGUIbocetBFaHIulDJuX9PUm2apQLmN+eQmFah0LZUvmM+dALB4VAPHK5CX0dQ2i1Opgbn4RB7aO4VaeRzUGZkYRInkuEpb7zTlOdRUbH2SuSj3MsE826mil4nqwEhFs3rkd8XRKmkSFYh5NhkC1bLFNYd3XqFXFxqSnr19eK5XJiZUW1bzie2ukYTm0xaIfbgPtVh5nzr2OC+fHsW3TRhw+fLtkFHM9p9qYc43rN/cDu0N/XqVoIGFNlHX+Gi94kmbgpROv4e+/9SjOXZrE5MwMHE9DJJaURgIb3XaTwHZdNQAC33ba9pA4putotgILAFeAer4+6zVOb4LRmtNCXzqKD777QezZskGaOr/86b94U3P8x/WHfgKs/jPA6md/4+eQG9mAzPAmNBkagpB0KOltRS+N//AHf4xq3RawhJCLaeh417t/Cm+9/VboIgtmV6KExUIJG0b6cHV6RoIeotEkPv+FL+L0mXMwjbAKp6Efjfg7eQjrngxmZbqtwEtKZ8SsmQCDSRlBC3v37cWnPvVvxHepWCqIb5F0L/zDPCcfAcx0Ko10Kifm3/R3JeNWFeaeAMTcoGgnQG+d10+9grOnT2EpvyybyKYtm2VRV7gvmQ0s3tRCEyRBrsj5SUiQ1gkXLHqrumLAHrDx+D75+/n/LKy4IjSqdQFWeaihj1ulUkKpVAT9ChMp+twwAVDJ+vmHwKfrqfsSHGSlWOUhxC9c+Szka/w9fsow/dJqnoWnXj+OC7NXkSUD9PK0LKpcAOUAapC9o1JHk6EIZiavYnl6AaarI0bwnACT7y3E72fhKGwkQ7FXvaiGTYf34UpzCfOlPKIMrxgcRpNUn0YblSsLCBVtJFoh6LZKnqw3miBe0ki52Hr3Dbi8OIv+/kF47YbYAcQlCMxDLJbCxPgkkul+RJZbqF9aEO9WeqVI8mXHFoCJZuyTU1Oo078WHnbu3IW3vfUuhGpLiDbysvmy8HC9kAR6kTlFX6CnXz4lxvx33rAPEc8TUJ5sRQb+WK6GihfC5v03oH/nfmHMsah78okn8bnPf151sTqahL5EIwYGB/qlYChX63BaLeweG8be4UGEbAs9o5uw5633onvjVtgdsmf8Z+UfNjim2JkTIE3MyRXrJvD+4n3nveZY4Fhko+AdD/z0da/N4rG67XbFKI0koWUGEBobAPQGPB4ii0UlS/Z9UzncKM5UvndKDMausqZHhO2i27UVGIxzeAWgIjM3FAOyAwhlB5THKtM16zXoZFd0HEj7t0MQk+CqA80mEMWBFsi2iZL4yd8raauKG6mCJ8hwZ6lL0IH+wz6DRxgWGrRODbpVFfaBNrIVGtmApQW49DizyRDkUmXIwVKj7YMRhSYyEUusAoRRKwd6BQqJ76qc7VcZqARW/fgC+f1iR+AHnazyI9f6rAZcyQBcVxxPxW2lW6tiO6r+vP+HmDSXDY8MQNU8YpppPMEDgoFs/zXslAAAIABJREFUMoZExPaZdBqGxkZw8Nc/ht79W5B3bNg6I4DaiHXIBFHsMb6GCsRVUCOZJUGsloJ1A3CU91gBjSsBT/6lm5Ro0TaF7g7wUIWLmuwIirUapsoBOgbSAzB8sm4rCFiAhwg0cFXk3+QJrv7OVfZs4LmtBtmamBXKrjoaGlQtSAhHB2EvjAgMvNqcxj+Er2K7OYiPhoZBIwIGX4XdDqxQRyw8wmRReBpseklqAOMpgvetVnz1/sM+aVmCCTQD823gdesy/uqxX8P7k3347ci9MLvXw4tTJt+GLinJlLKp57XywXmk0+eRc1tiiBXrU8BqmWSKYU0GklWH16ihXa8g/FP/8rrn+Be/8Ccr6cRB+jqliqsd+GtfcuW+S/CFAhoU6EZASzU0yJ4pliuYnV3E0RdfxAvPv4ZK2YJpch9QHoCytXH88+f8wDmR/qv8eHgEl8na00PyvGmBMDI8hJsPHcbmHdsl+CWQgNIqQMLyXF9O7Cn2k2rG6pIQzPWXh3deJ9crbnwE8bjncaUyOMYD8wruW+GmWGXwkB7WYoAbg2OF0FkYRDMfQilfkcNCvemgjSqMRAXpPg3JrhByfXEkMkkYkSQS8S549hRC9Tzi1jISsORaxUPRplSUQWvKToGKn3qlgVq5CddWjCseYMlM02wXtUIZpVoIWx94N7bfej9CXkykwzxIdkIOlupFpAe6lIevgD7K9zIAqLgn8ICopJZJeW4KjFQN74DFGjxTHqwD/1EJwiHooQN1jw1HNombcExN/IHrsxWEjBa+8epfY/zSC/gV8wbseGkaMwtLONasYm59D3K33Yx4z6AC5sgw4krjNhEyYtiz/w70DmyExcaZrBmUw/N5KjCCHzzwEFBlgBprPLKI+VrStPX/5vWqxqXyQpU6ypchB+BdAI7xPqx9fwH7lb9LBQDxkBSEkLBmU0xqVVYplhU/KH0m88ZrWxgffw2ZriT6B8fQbHGs2ytNPtarHXq2OS1MTc6iMnsGrfkzSJiu1EEcD7ScIc5ASwAye0hgJRDE5uCNH1F+yNf78TffeOQa5rnMCzKS/Qasa7soLOYlNDYRCeP86RM49sw/wgnH0AlHEY5GxaOQ771et6A7LaxLp9GXzch91mMxlGtVzBWLiHX1CQDYbjTRaNZRLOcxPTMvWQVUYHV1ZcSblnWvZTsCako4JbvfQdiqb0XzT71P1Rz1FHucnsuUVAszkt7QDP9MoaenR/zvKA2PRXjwV2xwMpq4HsSTlJPXsXXzJqQzGczNzWE5XxKPXgmrEva2so0KxopYUfCsQeayqVLfOV64+zJk1aB0WtdRrZSkZpVd3CeCcJRQ6n7rvt0Y6OnC5YUFnLowjk6LIIIP3vuKBfHF5/7q2QJ0bt53CB/51U+i0WzDNCK4eJG+tCay6SzGxy+iN9eHrp5uWB4JFyroLRlNopNM4qtPfR+vz06Lz6Rnt5RtkjC5/dBN2VDU/VQ1heJ4sCnJ95dwLQzaZYw6RQyF20jGDQyk4zAGh5C++W3IbdiDltuUplCr2oRHogl9OLne+onnJkElnfM2js995vN44emnkcsmhalK4Ew82n02oLI+6IgiQRq8bC+ykS0+3XxNA4MbRjG0foOA1LVWhbs1PD0qtfyFCxewYwfDyPwsDrGYMDExNY3njxzFzNQVLMzNIKxr6B3qx60334Kbb75JlHiL+QosN4Szp45janwc4ZaDiekrUv+LHD5t4La7bkRvN8NVLbR1CxHDExswL0SF4TA6nSaS0WXxv2xJ3apUeqoJo+onBbKyflApBAKBaSlcPL+IV4+dud6pLd//Xz/8LmghT5okA6Pr8Nr4RZw8O45Iuh/LhbLsuTyrsFlGkg3PcNDDssaZsYhYyNAqg82PSCIJz6VNgS1+onwGJAgpiytlUSLvwXVkrvX39qLNIEtK+GMJYevz9Tkfndgw4rEI0lEHW4fC6Il1UFguolCx8eSRY1iqNGWPJFAZ0ulr30GlqsKXaeFARm+j2ZSznWVXZFz0dvegWCiKhN1MMM+DmII6j/IczPktnrH8MBgQ6cGxati9ZRQ7NwygVVyCVa/BMeMYX6xiaq6MTluDbbewd/MItg0k5RxAxqxtpnB8cgmz1Y6sX5zPMa7zJBNQ0k8yVTwjCsF42IW9OItOfgmZeFzsIqImz44aYlHaupEdHhIp/eVSB+NXJ4Xgs3HdANJOCzuTWfR6IVRbdQxsWw+kTeRbNcwvL8pasmnDGAZ6elEpFlEmw3KhjLOTc+jv68fu7RuRTUZFCVGqNVBvWFKzk8zAmqdarWB2MQ9H5PsdIYF193VjsL9PckqYG8NzzpZNw8gXq5iYnsXG4X6EygUM9vaip7dfajWqW9noEFWkMEAZEKZURYpUQ/9uflqDl+tGs2MjnmXIV7+An9VCUVQbisluoUTrjt5e9PX3S53SleuRcdfkmYsraziGXHcfKqUmnnjiezh39pREdRw+fBi7du5Qal42emn7SMVR2JTXZSBdtdqQ+8tVjfUA/80mfbPRxNWrs6hbHhzNxFe+/g84O34R+RLXf8r4GYbIBjfte5RnLIPAJXhMCEwCbsjw6jA8mfNbGKpB6JqqbeX/uQ65Ng7s2IJ7Dt+MlKnhI3/w/76pOf7j+kM/AVbf8GQDxur//NiD0GJZdI1uweCmHXB8tgQnF43r/+CP/m8UKqRTK6CPB4UP//x7sH//Pun4kT1JX9JCuSTFZa1aEyP7pYVlfOVLXxVfCp4t55cWYbcJJtCPlMClYonR2FxtXL6Xn2/MT28gFkW7d+/CJz/1b0R2QhZCf2+f8t9xVGI6N212f6UY70CKPh7Ugg/FfFVJieUKJRvTmF+Yg8MFgoUyuWt+MmnALAheN5ALrbBzhEVD77g2nEYZpcKSbGTZnj5Y/AKZOWEDqbg69ATAKic5u4RMOyVJKM/NoWVJQBgXddtSnlbs+vBwGI0nJdmCi0AAgkoHl9J8v1iU11cIqDAJSJvnBrxcL+HJky9iemke9mIF02cuwW3Y8j3y/nig8D01mRxO/1Ctw05zBOlYQnyTyOAUCMBPa5XDBz/PhcgExm7dhRmniPlyXvy2+voG4bEwaLRRvDwLncCqHYZusQhpo1FvktyDRhbYevcBjM9NY93gEDp2HUanLUUrNz16vVw6fxndvWMIL1RRvjCLEB8Q5UVGGHfccgMG+7uF+VJrMmFQddkzmS4MDQyhOn0R7YVJZHTl2aYZEblfYV1Hud5Ei//Pe1arImGEwNRDLuwEVttaGGbfOvRu2QI31iUbL8FOFvizs7NKkkk7Cbshh1MWJfPzCzh56hTOn3odm7pzOLBpFGg10bdhE+782fcju3ELioW8HBDokxcwyXgYzC8t+6nITKnmJuAo1liY80wdJgMmEp/b+977C9e9NguwuuOwYujE09DS/QgN98L1asDlC3Dpa0vgXA6YyleVUJn06n3mqgTyaARWdehkf/ofKirNJ2uTrUJ/3uwg9EyfvJLGA06rIc0XglA8tIpUn8AqDwcWbQR48KHkUkod33rgWssEdVpTQIpyDeVJlYWlpG3IIUCwHQK3dhVuIgtt3RagUQNK8/BoAyDSawWskrEKrhVGSh1FmALM6yJAJpYACsSVxsraMCpZn4J3zQONAlYFovQPIerWBAxI4bqv3C31DwWs+tCl3GlhDhHkEok+vXD90AnfezXk6TDDEaSibEZFhLEaTQCWE0a+7Ahrd9/bb8ddv/YRaIkYSp4F0xe1i52Hb7ki//YxBWHRrfFXDfimAvfKtfifke9XICiBSZ7jGBrUJKjquqi7bTTZIFM5PGAoVG+6X4A03tqGzyZk8RenHBw6ogR12FAQ+4EAClu9O+ouXZteLd/LR6WxH64gbB6IycAxWsDfYwLfDk9hf3gEH8Qo+uUxSESFFKh89ITfOLNMeuDpcudXnkjwHg0emITF6cGGgYUO8Gr9LD7z2Mfxod4N+K3QWxHuGoEXozzbgS7rpB+YJIdb5Y8r1x9iggjBfwWqirpBXtoHVm0fWLWb8BpVOI0azAf+r+ue41/60n9VU8EH1gKG6hulr2uVIPLeZe6tAqtcb/ghQJek/Uq0O5y2i9dOncf3H3sKF85fVWNBfGP9ItW32+Fex69RrcLn36EcWopTgqsKbM1ls7jt9kPYd+ONMKLUC5AtpAp62b/9RqZipxM4YpNVEyCVibgMYVB+xgxpo4xNlz+B/QGZrlR9EEyNs+npxOBUk6gsG1ietlFatlBpsgB3EIqWkehpoGc4jeyAga4eE4lkBkYsCS1kisRPs5toNxuIty7DdFuIuS2R3rY7OpptDVbDFm9GCS7k55ptSSSnR23HctFp2VSFC0BYLlXkfh968Odx2/0/A72nT9QcHMMdW0M0HMZirQSjK4p4OrFik6T7tjzB8wu8R/msxO7AVzzwQBKAjME+I6Bvuy3MQwFgO23EohFplLF74+mOgDlW2RLftvn2FF58+cs46PXgtqdnMPPqyziqA4t9OSRvvQGxDWPS2OI8Z9uDCifXa8FyXGzaegM2bt4Lh00ukUGrjkzQVOS/2RTnnhYwwIJEeILmik2r2IsBi1aAVD/UiO8/8FoNgOaAhSJ+/H4Nx58P/FsJLPPzgeQ9AHgD4Dmo7/g64hcZjaFYmMPC0jSGRzcikegRcJErEgEz3kfdJUBmoFWv48ql87h67hiSWg3diZAEhEodyyRyHtzpsUqpdttGPBrFTR99c8Dq1x7+5hrGjQ+0iyewmvee7Uk9YTUaiIUNTJw/hZNPfUdUKnVXR4tNpY4rEsyIHsKmoQFs6u9lJ0Bqzk07dsKIRvE3j3wT56YXEY1l0CYzqW2hbtVgWZRNKj86Yb7S1iOVQq3WkLpGqT3WhLYqKcA/uZYF9z54ditMaoa1iDyTwLSqgZSChwffthyqGQ7GphHXiobFuaisSvic2filP6Oy1CJDXo2zoJZXZwy1L5GNxjVD6mGPzD9byCAcK82GakbIdfo7NhV5HEXD3RmYegfJwUFMzC+gkq+sNAbEy9Xfz8X6pWODsO27P/SrOHjoHrQaDq5ensL4hXHs278XV6euClgwMrJR9hszZsqaGI3FRbn1xKlTePzMSbRdCx4JDQxYYd0kFgBKlbIqhlprv+AndPlNwqRhYZ1mYczQcG83waQ6QuvWI3vwfrRiaUTDUQHRms263G8C3jJvJaldNSRZOJhmDF/47Jfwo6efQi4dk/FMT1UGXHG+857Js6RnpvjNK9sJesoq9jYVN2m0DGDP4QPYM7oFrLraXCC9kPjUEljdunWrz6ZWpBiCLXOzS3jhhRcxMT4uwCrtOfbeuF8swMhuZhK6MFbbwLnTL6FaLuMth27HU4//UEK5eF3DG0exffc2VPIL6O5LIZImi62NsN4RKwJd2wTXqyMWnoPX4b7CPYgKQlV1Bq1xlnqiSJCGEZtanEYGzp+dw/lTk9e9f/MHPv3BhxAKE1hljeNicnYOHYZeRrswdXVONd9CIbHGaTRa0hZmsBIbVAL4ShAgFR2WfE2AbD+kj/ODLFCGAXFKBiGH0qwK67L+O5RL+4GO6jnFkUqlEevdqiz2hlLYOBBGbxzILxVRKDXx+oXLOHH6AjoMlEtloGuurHXcE3muplybditV+geLbY9aGyOU/3ueKPZCzKEg8B5kULAhsMbCiExLnh16cykc3L0FujCwlwQ8K7R1nJ5axPRiTfZ8rhHb1vdhYy6GmNvAodtuQt0z8aNz03j6xFk0HE8sAEisiZgxUT5yfNv0x05EYWptLF6+iOLUFOIM3mJTVvYcEhwgZ/WIwUA5E2W7JXVHIpFAKmkiadVxa7oX60JRlOtV1GCjfyvB1TBmCkvI5LqQSaWFgMPXyFeauDg1h6m5JfT29mPHjq0oFZZRqVVRqTexxCBCIyRsSwadDvb1S/O20fZgS2MojFiCgXcW+rrS6E5GkY1FsHlsHVzXwKWpKTlrZTouurJZDA6vF8xFlgQ/BJGMZAXQ0wqJSgNfvUUGeiyKTbfchImpK7h4ZUIavcNDg+jtyqFW4RhsyF5IMJ/e01QepGgJkE7J16Q5akah09vbMPHaq6/j9OlTGBruw/4De5DLdUkNxpA6zix+v4zZNv1xY0JYmrgyJXXmAL15TQW48vfNTk+jVrXQ0aO4MDGNJ4+8AIvWX23aXdBKSJ0fRTEs4epUS64quOR84e9Nyrt31eIqIDYpe0eFS5GN35eO4fDN+7B5dB1+44///E3N8R/XH/oJsPqGJxsAq//jlx6Q5Hs3nMDAxi0Y3bEbtkGZg45KtY4//PSfYClfUh0O5n+bYXzsFz6AbTt2sOcr1G+33ZIOT6negtOy5JAwdfkypicmkIzGpQtXtx189/GnMb1QVgw4ViuUVQniEZjJK8aMAgDVxw03HsDHPvZR8cESg2tJRlXfk05nMDA4IIszJxMBCHZOlBSJRSe74Q5KtYqkTS7Mz6JYzMuG2NvTLQv63MKidMxZ5AQF+VqGiPJ9UUUef6ftUr05j8L0OTQqy5IC3Te8FYncoBSvmVQSuUxWigthOfpyRW5w3T3dyC/n5aAldHUa0HMz8ZPAyVrl7sdFiV3I4BDF1wmkVVwMxTCafmp+oIgw+bml6kzdW8a3fvA9TExNwcqXgaol6ZjsbgojLJCA8mcIsPCQRC+ekIF4NCaLGRdxXkfgsSr3ViTvHXR0F+tu3Ip8qI6Z4pJIjnt7B2AwkbHlYeHcJIySg6RjImQruR39pJhK38pp2HzXPpyfvoKhdSNwrDpCji3G46zYGSYxfmYcPf1jiC43URmfhWcpL5xcLotP/s6vY8smHu5UoSOJpx3K1j0JkChNXMALjz6MpNaRQw29ncSDlodOV8fwjl3i93v+xHGkoqozz877wuIyouke7LvrXiSGhqUTJoA85axBui8bqBLy66JJMASueD5Nz8xgcXIKk6+8jH5TQzYWRrWjYXDvzbjzofcKoB0cSoJAKiny/edOQIJMkOAQwL8pCQoOgcG4e+/PffC612YBVncfVof0ZBeQ6Ic2RBP8CtxLZ4FyWVgQCiBSf9TxwAdWib+wA6hHRfKqWfkVIClApQJ4yo3EoWcHoKV7pfutMTWSgVIMDOF46lgK5KT5INmgDr2MyRIlsKrmPWNPFPi4hq0oT9pnjbpkz3KsKGsRjy1FnpXaHkJOCy49JLr6oPdsRKdSACoL8vtpPSBZUiLNpnyOSZo5ZXtJ4Fekdbw2dXhRoIAPlPlaVMX0I7AYHLd4jwghiUnRNc/G55mvMM4VaK1gWqXxpXSYAKs6EHEdImCj2B88XCpgSUJXRMZiIB0xkDJ5oGECNdAJRbFU7WCpVMPgUDce+k+/iw233IBypwpNQldoxaHAWgn780OnJFTItwhQQVTqI3h/BF3lmvyTxAroKJ0Zddjk0t3yOrA9Dy1drJRF/scfVVYA6mBWE/azB9MDYmQaEVglQ8hvmvG6hJ2ystoHHP1rx4BiwCm5egD1EprlKOFrFxzgm/ZFfDs6i5tD6/GL3igGNJ8pKcYuSpbKHcxwXNiiEw+4w6sAKxmrEgyCDhqejiVNw8uFk/jMP/4m/uX63fi4ezvM1DoFrNKyQZiTvneqcudWHX8ZZxEFrPKa/UJORjHfO7VG3BvI0LAawljtNOsw7v/F657jX/vqn4okMQAq5FAsh5NVj9VgP1t9zgQg1GUFX1N7pi+dZyiCbUnzil5/LPJnZ5bw9JMv4ugLr6JWZXNJ6aQ1TyXAB4oTYawKC189Q2Hw6ZpI2viZHZu34I4734K+kWF4NLljQU1GOZk1prL7WRl//vUJZ10YjZwbPrCgcc3nnFEyX7HkYfiYp6FcqKN6ejsqlRaqZLd4VZixFpJZwFxXRyrDBOk00hn6GMal0UgQienxzQYbTQ6SoRbCnUWE3TJiZD3ofG2gyRTipiPBhs1KG9VSFW6LOh8Tnm4imsyi2XBQXCzAarZRq7agh5PYtHsPDh6+A8P79sB0DVQ7NsKpmEymtqMh4RkoNsrwkiYS3SklOectJpDEBqykLTOoz39O0NCQ56OYfwIgrmGw8t8Bg5n3k/sKvd5oL5I0YrBD9MXWELI8dKoOiskyJiaeQO/Fc7jxeA2NV17DcdTxaiqF9N5d6Nm9Ax0zAr0NRESrqMk6oIXoEe+gt38j9u4/BIQicqC5Zsz5DVoJm/IDnQKLIY5b8S0kOBoOKzYMmZ8+k1oxd5UcV8m9VYBTAMixZgsOZhJC1FIKEd4PshxlzPvzj7WjOkip2jCw0BYbB8oIDVPSo6emLsKym9iyZQucji7AIg+ibIaTQaRLM6AjqcwXz5zC1dMvoj/uoCsdRdNqSj3DdVQFOFIaq4IJD3/sz657fvMHvvr39FjlHFOSRmmICJtbpXCTsldYXkazWpcmdf7qRcy88Bg6ugE3FEUknUEi0wWDrCCqBwjk0U7KcSjCgZlMIZ7MYGJ+CZ/7+iNYrDVU49Bfz7hmBfWnqgVVsBr9A4OGjFKTKhubgJX6T7/Zay3BVp4P97o1VhdBzc39VizyHAfpeBzJREzAGtovsaZTASQEBCkfD6IWPT9gVCl/+CFMPbHXIgCkWJ4EYZkdQdmqyeBI+R6VVxDYJXDSc/fmzMtFQkjEw4j0dGOhUkO1oBKllQWiAoMVmzskdX33ulH8+u/+PpptNntMnDr+igCNDgMom01s2roVdqstoVxZnhliEQFulqpV/MOzT2LBaQmbUJiqVPfJ2ufbDl3jphPs3srJSFQ3ci/VIk/yQDQewZZ2AzeOhbBrz250b72JyyVSbCKSWWhbQjqQswU3B3E4UzUE6zTW5o/8w7fxvW89giRrEB944jzjuUyNA7L02/IeqVKUhgSZ42QKxmKIJxkeBdxxaCdGd25FyYqK7JakCs5bAqvbtm1b2ctYm1GafOXKDF469jImx8dRzC9KIvnA8DBuvuUg9h7YJyBjtUEvyw7On30VxeUlvOO++zF+5iy+99h3hdyxZdcepLLdOPvyS9iwYR1GNq9DyPQQNpg/UEc8uhnF0lWE9HmEQzHJaxVbCxEdrpJ/CBbKmHOVVzRDUJsND1MTBSxcLbyp+f2pd78NXV1pRGIG8pUCWi69VnuwWHJw8fKU2AQ0LUfGKdcc23HEWiFg6ItftqgRaDXBbAZl78E6Mmi0yp4q9m6r80+a+iynJUSYIGtM9oxUKiPjsejERBGyZeMgdoylsGEgg/mZPJ559iiSZFxfuYrZpQLC0QS6ct0SLk35NfNaOBboda38rNvQSd3nZ33PbK4VJAPRWzNiMhDMZ9LyrMubK9em7Ae3bRjB7s3DaOWn4VSXYcS7MF21cGpyDvmqI78vEg1j83AfxrImsmEXt990I5xQFEfPTuJrj/wAZu8wzFhUBe9JcKJiHxuJCCKJOCJ6GGGrA7daQ9tuomnV0GrWlKWMKPp4/gvLeKS1GStqNiH0KJBqN3FXsgfrdBMtq4kSQ5OiPFxGkRnqxaadWzE1OYkrk9MImzE0rDZabQK9MZy9MC7kMa7ni8t5mNEkFvNlLCzz7OJg49AAHrzvXtQqFRw99jI8KgjFR1QX/9p1vTkMD3SjJ5tCLhGF22aYuIVZMmrtNkbHNiDb06tUwFTv0GueqlUBVrmqqZpX6mo+A/mEjtjIOuR6e9Cgf2ulJDY48VhUWOqCPXQ6qBJkrdfFF7unu1vqC66dYoFjsmHTRrGoAv54fqedCms1rsNcL+Ni20gWNhvTVHHmpWHHcXn85ROiXFg/Ogqr1cLy8pKAtulkBolUDt/49vfxvcefQanRhEn5v+eqULa2qhXUWZv4A/M9VjEc7l9BqBttKoK6V80PhSupwxDHB2AamvhSrx/oxq037sN/+ezX39Qc/3H9oZ8Aq294sgGw+ucffQi1ch2GGYOezGDzjTcj1t8nvnAsTP/kv/13LOWL0t0g44C+Ov/qlz6ETRs3cdsU4CI/MwnXrqNZ56Jky2bVqtVQqxTlAGkhhK7BEURzA/jS334HUwt5eLpirKijul+Q+J0rGfj+ZnbroVvwy7/8S1J0U0LDwoOdjVx3tzBN2eGlqT0tAIKCOyikKaFm0NH80pxI74VxSYmZ3VJpiuyQ09jc96Fjt44f9FjiR1DEr70+eptY1XnMjh9D1CC0HEZby2Bk217YroZENIIuGtH7BRqTOdnNU2b0MRSLZWE/cKGTgCJZpBSgxRlNWwMuXMrnSHl/BEWeLBhMPfWBVVGV+kWg46nDxMVLl/ClL38FpXwRMRZ7BHFlMeNrdcQPR3yq/MOFnLB52Ncp21Eptgr8UcBqAPhJij27oFobvbvH0Eh6uJqfh2cY6B8cQjhmIGx5mH39EvSig4wbQZjaW3io1+rokOnTZ2LDW3bj9OQljAyvh23VRbLNBEB65sRjSZx/7Rx6+tcjKlYA8+iIVNPD4MAAPvE7v4bhkUF1iJa1b9U/kMwDVEt48uG/RVRYiipYhmEH1VIJbS2E3OhGJHPdeO3oEWQiYSTTCfT09uDipUk4egw33Pt29G3dLsVLsMgSEJfDrBQplDaSJat8ZDqOJd3x/Ow0Lrx0DHqlgKxpoFR3kB7Zgne89xeBbGr18EGw3X+ecv2BXYRf+EsAmaQnq00/OMzwe++95x3XvTaLx+qe2+W6kSCwOgB9qBeeW0Xn4hmgXKDGVjyofJNVNRYEXFIpn2T96iEWWAY0e1GBjhLCtno57AjSBF7LDUFPdSuZO6X4TH5x69D5Owi02pZ4mHFz1dsqJE6jFYDsZQGwqoAq9RHINv3mywqw6vsn0z6EABILJIthcRa0vmHo6WG0i0tAfV7GAcEdxYGknJ3AqgGYvQK6SwBXuwHNaUAj65WskMAZNzD4WwEeec0+o9K3JeDFyzq45mPl1sgN9AFaNWJX4Dz5t2+qzs8S7BRmhABBWJGpAAAgAElEQVRF0jVQqlUJCAghrMeRiBqI6R1EzA6iyQgajo6F5Tp0LYZb3vcO3P2pj0kgXMVtCRhDIZXix5J14bNUedDy5f5kCgZXxcsU0HXt+/AZpcIaDIKt1sgjfV67gsKF0Qt0p3plfPBrnP4rgK0Pmwe2ARxAqzCpf5tWcrfewFqmtBuuH2ugrsUnH8n9TDk2ym0Dn/PO4++Ny3jI2IkPYD0GNEOgerIuaNIvQKIvY155GjLe1Zvm94Y8zvcOqq6O5ZCG4wvH8Jnv/xY+vv0W/IpzC8ICrDIIxlH3lj6bct3KjFEAS4I2PBSQ1hmMZD7MQC7LQaTMOAGrCY8+UK0GQvd+4Lrn+Ne+9qfKwiIAovwDVMCxUU2CVXCJ38dCWurHNYcs9T0+64wsX4LnrZZ4fQvwb5jClnnx6Ak8+eSPcPXqgjwEKi7kOa4JPgteX8aNv7OZtOzgvh1P4rbbbsGeW25GNJNWHnxcCygNjKvDoRz+hJClxpTYfwiLXEn/BTQmk00agDL4fLYVQT0PVyZmcOWEjlQuhGwf023DSGXjiCWTMncIplD6plNeazNkwUPboFe7h+LUOfRHHAxmKHR3RB2js4Xs6ahZHuotR4BEpt92bF0SY52ajU5bR6XmCNNZAF6rg0RPH0ZGt2LD6HYMD21EIpNDvU/4vBISFSGjw0zIz5otJhwXoGVj4j8uzTax+YHyqpV9m4ei1WR4ATcJjvmgI4HF4OuKsaGaEStgpD/OTTZteaA2DfHnJKAyXjwK89UjuPHEEtwXz+KEU8HZdALYsxt9u3ZBZzCpp8m1MFGahzCCkcRYCTSEI0nsu+F2JFJ9cOif7X8EDcqgqchLWAuGBgFbyvpG1XBkngTBV0Fjm++HXw+CNNcyH4M6hfUPxw/HbcBu5WFMxqOvhGJNGLAiA2aXNKjFrgKIRvgaHqaujCMa0zE8skW89NhYlHqM95uAim9P4zkOpi+ex9XzLyOhVdCV4DOiRYYNEiMJDLBe42+481/99+ue3/yBr/3dw6oh7r+HFXBV1htdGjzFfAH1ckXYxM3lWVx55hEZo5yDiVRSrKA4DsT3U6TqihlKtlurTXlxBL1DG/D4i6/gkaeeRztsynPk72Q4pPIrDvx5lY8i562A3r4/t9h8+cz1tcD6tXvj2h1GfSX43uDvoN5dYY1yubSa6M1lkUnF0WjUUGMojkuQgzWV2n8DH2s+78AWI5gf/H+uHayvlTWO2hC4BtIuQqfHIIOUuE/6wAFrc2U5Qr9wD91cnzQHI7t2otS0Mf46PXmDprDaA1dqtlAMd97/Ttx59ztQJoPd1XDu5Fm5rgsXzmHL9m2IMPwpm8PgwDBibEzHIjDjMTzz4vP4wQvPomPSaoOSHFc1h9kUCCzAVmqkNYWYv6Oq+B/uQTo6ZKoZESASg8HE9FAI6/qyOLhtBHfu2YZclCzDukoZZ4NO1ISq9NIl8EoTIJjemEeeeh7/60tfhKl1xMpNscjJIFZBwmxaMNSGcumEBCWxaUQLBk2YkV7YQEKL4G29cWx64HZMh3slOZxBVJzz58+fE8bqaugex2gY4xcu4fSrpzF16RLyi3NiokSl4P0/db8fiNSWMKR6w8HU1AWxDHjr4TuwPDuLx777qEh+t+7ej0S6BxdOnMC6wV5s3D4GMx4ScKfWqcLUenD+wnGEow0Yekwa3GRLygZDIoQfQss9rNNhLgP3SFUBOZaGQr6F5bmFNzW//+zjH0AiGcXC0hxqraaAqnbHw+XpIpaLVRQrNeRLFdTIIif73ObarhoG4uHsN5xEiUjVRigkc0KRM5SNgQpAVvYnBAuDfYFEGjIzJZTWD8VLJVPIZDJwwvT7jWJstA9b1qcw2BVHpWzju999XM5jZJ2ePH0GtqcjkemVa66Xl+TZ57q6hAWdXy6odZO7KIF7ni/9sCDF/PWQSCaE1BPYwqyQkjyOKyATC2PH2CCyZgeaVYUdTuPychkXFkuoWeRDtJFKJrB94zr89FtuYuoketIJJDLdeOLoSTz61PPoZAcRSSSghVXgbMti809HPBtFiHMDcfQm+pAJUy3K+0SSWAH1RglWs4JatYh6rYw2mZbROEyymUk+a9cwGtXxztw6pFq2WKo02w6WWxXUIx5uve8OpHoyuHjpMuYWC2i0XMwtLGH9yAj27t2N+cW82JqQ5Xtp8gp6+4cQDkexuLSEhBnCYDaFe+44JF63x469JEGYoURaqU7RRjIRQV93GplkTLIeWjUL8XQaM1cuo7qwjLHNWzFfWBZwkngJwVHWCTzrEyTlXkxgm/UdlbKhSETsEorEW2IR9A8MCO7CutlqtuS8JSkcDCyvVARcHRkZWcEoCNwyQJTM2EbDQq3WRCym9kS1P6v1SjVJFVtWml8esDA/v6K6KZTKAtjy+lSTRtkKRmIpzM4t4y8/+0UcO3FaSIHxVFrWIAL7rM0C9Y6yv+ACver5HqijeQ08ywer50rzlTWIHzBBlSbnC9c6hmHv3LIR33362Jua4z+uP/QTYPUNTzYAVj/9wXdIMUagj9Ihk9T0W28V9iWZA1/66t+gWmsouYFNf1Md73zwQQz09CAWAuxiAYXpK7AERG36HQiVOsgEa4sAi5lEzTYwtms/Xhq/gocf+4EsxizODeIicnhb9ZsUUM/vfN/51rcIsMruAyf4QP+AHOgUK4dMxm7lT8lJ6jNVhe3htCXJdHpmGgsLMyuda9LnOfm5uLML0pXtkkWGHywU6LUl0u16E5kMDeVVN48dV/Hb0ek/VcDUhZdQXJxBJJ7ByObdyPQMCYODBUQunVFJsrxCg4UH5QdRFQDgY0a8/Gq5KIu0YiXyfpkCskqnd4U5pyR06qBEP0rVcRRlMwsbAUk9MePmAvnikaN49FuPwmrSp0XKTZFQSkeZXXmRp6lDgpLIKTkVWaGSrsx7QTtRJnr6kqxATiUer14byU39CPUnMLk8BzdsiCl3yKSZrIP5MxNAvoUuxBDp8JCp5CBkRuhDcay/YxdOXjyP9aMbJBCs3agKW4A2Esl4GmdOnsHw6GaE5mqoXZyBXbdhtR309HTjd37749iylSEASsYqTGef3ccDerhj47UXjuC1559DxgxJEUnwqM1QL4QwuHUHtu3ejcce/juE223ZOJqtmhwqKpaHzTcfwoG33S2hZivdK2E2qLHJ8yJrbQKrDBBYmJ1Erbgs9/nSmXO4cvZ17BjbJHJIW4/gp9/zPiTG1svYC/zx+BxYDAULelDE06uLnxeZrb/5CMuo0ZBn98Db35zH6vq9t6twhWgGWmodQkMMg2jAvXQGXjEvXVEJkxLTRAXqBQcaYZwZlHTE4SIM3VlQTCGCEivvgKV+WOY4ugahp3tVYdJkuAk9niippadqS2QtlCQpYJXSaBZ+KqxL/Ud12leBVR+x8YtDnWFRBCNpX8ExK6pqES7DaFgyxrR1I9CjfXBLc/Bqi9B4YPBtDhTESXl2CIj1Qud8k8WiBc2qQ6dPcIdpp4q5J2FWcvLz/eO4vgRS7xVglQDhWsbqGv6lD6xee/Qh64hBO0qiLuCQ+KZ1ZKxynCroNuSHJCgfL+j0GPIQ1jpIxEPI5iIwwlGUKy7sVgQj+0bw4F/+B4yE08ijjrir7hHv0CpbVYGrAuIGaKIPqArk6/87OOyqxq1ab+j3FBQfgXRLvs8Pdwm+1pPqEXBYAagMbVLsY2kA+U20FbzZ92ddAWYV3eZ/swIQ+xJyBMhqesM+JtBxpw42sGrNKD7TeR0/jC7i7tAY3qUPYxci0DseyrpaO+MCyioGgqz5azoEAjbQJVTTUPQ0LGjAC1efxRe//wn87r678BHnJuipAXTitGmxYUgqqwK6Arm/gKpyYF/1yBaU0pcJk+oijFXRELZV86HVRNtqwLjv+lnpX/nK/6NyefyP4HmpA9UqqLraKKInnO8Pt7Y5IgCFAreUgoLsPiV/JjNbNTnoPQiMX7iKxx57FidfOStrI+2BfDvdldAlronSIBUAXXGzuawZroex0REcuvOtWL95IwwW4fIM6KW6Coj4S6C8K2GJiBSZth28BsUioV2Q2g/VeFb2mZqEkOiegXjERMTg+G9BY0BLpwmTQTth+vq1YHi2rB81rff/Y+89o+Q6zzPB54aqWzl37gbQyEQkCJIiRUoMkikq2rJlWbZsazyjkdOud+1d79jHu/tjd8/uzPGcneO1x5LHYyvZkijLli1ZlKhAUaSYARIkMhpohEbnylW34g17nve7t7tJeX6QP3XUEg+A7q7uWzd83/s+7xPQtHYikSsg0b6AbO86ol4fPSeKRo91zwCDoY9Oz0GvS69XrplDxWOTSziE3R7gxmIZnYGG8bEp7L3lIPYfvwNT4zsQqbvoLLeE8dI7Ngon5kHrDpDRUvC0GJzeUIL3yt06EmM5xLOqJiDQMxjy9ykWEhsi1jphIBJPKD8fAoShwiVksYaszhBkZWAlPbsjvB91U86no3Ww3LyJ6gtfwVtersF8+RJOry3iedJl7z6GybvvQiTJwEwFpPBCKhYhPZ+D20KjNJWpz8ewfftBCZ4I7z1hUYUgbzCAEVudYCAcvhfF/FOAXbhXbmVbbZXtb7UX4M+mJDP8OpVHrFtp/ST2RUy4JyjL4+Cxy2BQbTPh+kY2MgnYHCJQVppMEkBYx5X5c5iamhWPup6E8bAuUvdenzWrOxBQiuDD4rUreOXJR2E6dezcPo2kxbDH7gbDkGvx/b/15oDVv3nkK5v1SACuhiCI/AkP9UoVrWpdLJDcdg3nHvsShr2OSNfTcTJxLWGHGXEmQysAWg3wCMI4ok7TokmkRmfxN9/6Lk5duQaNLGgCenQBl3pxE3yReoj7erD2hdebz6P4T4az0det1/8twDUEx3+EtSpBdSYjWmEaHkZG85jaPoHz58+h1QxCyNRKLvuLgM5BDSNA8habCcV8V7kQwpzjs8OdRYaC9CTXZcggfvJShwRzG/ZGzlCA1UjEx8zBg8gUR3HymRNoMqAmsA5QYL8a1E3uPIAPfOhXxGeQntW9oYfzL1/ElcvzeNvb70UylcDE1AQmJqakvqAVB2vYqtvDlx/5Ai6fOw2MkMVaVMCqqJyCB+5HTm44vlRMK7m35fx70BlaGompP2NJ0ZAYRk/e35FDt+Ojt89gzHLQ6vZV3kCw/4qJEME4KlK8gTD7L525jL/+1CfBdFmqBXiCpGYNAohUjTwUxir/C9djMoEF1EmmZQ+/P27g9juOYGHPPiwPeW19AUMuXCCwumcjHJbXiyz9q/PXcf70OVy5cAGVlUUYvof82Dg+/NGPoDBaEtCO6gS73cfc1fMoryzhnfc9gKHdxqf/6r/KOrf7lkNIZUs4/9JJ7Ng+g8PHD8EgG432IzBEfXDu3POIpxnExWkR2WzKWkLAYbmn1XFGYwnpC8uVNfH2NFkjaxaqa8tvCj/589//GJqthgwLUrk8au0uVioNLK420OwM0B86wlZt2z3xNR6Ip7GLeDIuNngJenjTDo52DNIPKaCax6Z6S0XeoVJS2cL0pccIw/V4DngHURpNH2P2sARW86M7hYQwMZ7FzEQcI3kGJen43GcfwdToKKKGh0sXL6HVcxHLjYjHbbtZkfuVwOv42Ahu3rypbM90JrU7pEeqgYasE+xzlTorFiPYp4J8ebwSQij2Fz78QRfFdAz7t40gE9VQcyKYW6titcPnSkOn0UIqYWHnZBH3HN4Dr13FsFVDNJ5Ec2jg0vVlXKx3kMxmQWszerfS7JPXN5amv3IKcNmvpmE6lniG855OGC5iFte8DjS3hXZzHfXauvg5c+DB3r1pV7A7buIjU7MwOfAZ9NAc9LHYqKIwO4G3Pvx2VO0q1tYqWCy3cX2pgsXFJRzavwcTpYyElYnfbIxhdbTk4BAjg1QyI/Wl267jEOskHbh0+QrswQDJUkn2fbkX2efGWY/SbtCB4So1SdduoZTMoG9E8MMTJ2HbLRVkKV6xqmYSawhiMBpBT7Jgo3Ictxw6hKP3PyAhxRxKdNpt6aEZzEybxUgsKqD6Wnld8ATW87R8JJYi1oSBUpR7Jkn2RoTMc9bJDOJSKlZlV6TL7+f6yT63Wq7I/cm/W7EksrmM2vfEJjAhQxBPj+Lb3/s+/unr38YrZy7BsJKwaL3o0U6Pez3vc4WXhIxVruehRdeGGkHqSpLI1CO7dSgmgCyfJzaUQSZFzNCk97q6VH5Tz/iP64t+Aqy+7sqGwOrvfeB+TBSLIoklB8fIFnHf+35aioxqvYpHH/sOukwfNJii1oXdbuE973oYmZiJQb2Cfr0KbeAgaVkoN6rYuXMWzXoNS4sL4inCBTySSsF2NaRHptFydDz1wknZDJeWl+VBZFqfTP6YLBkkGnNawJv9ve99D371X/2yPID0KU3Gk0glU/J99NakcXb4Qdk/H3SyTAialisVYax22nXliSMP31CaE276jUZdLVBkSwTsIqYGEuRtNJoKTAum4XwfBEEKYwVhjjl2C5XyinhT5YrjMklkEZeMx4WxSgaOsnXkphGXBaPf5/tjCJQqSLts8sR/houHasQlFEgYQ8o0PWyawgdfzPkJcJLRSJCEi4Omod1ryYL89a98Dc/98FnxIOx7KtlVSheCROynIgoIENN9AgxsD+kdEzERs2Jqg5Wp7KbXVciI4UkbUMI4lUVqRwnX1pfhWSamduwUj6BhvYPy3AK8NRsFLYmEZkkBIMAqJXHb0ph+6368dOk8ZrfvEuZLr1kXA+5EOoVMKofTL5/BxOQORFc76C9UMGz3BTRm8/Q//0+/g1sO7JH7IsIpPBfEgBk8pAl6RBfm11OPfg3N69dhdGyRl9L3lqbf0wcO4a0PPICvf/kLsNcr0mwxjIoTdi2exOH73omxPXtAoYcU+EEDxsZe/iG1pA+728SgU8OlMyfQra4ilkjD1ZI4/cpp/PIvfwz54igGBNlTKZFGhuApz+mGp8sW/7lwsZdJIqVVgZ0FG0zeo7xeD7/rzQGrOw7fo6RpkRTM3DZgYhSuZ8NYuAC3XgvCm8iGoKdi+JY3PS41FuUGDd9N6IP1wINRTQI3EoBpDmWlYZQmgASTIXV4nSY0j891D363C43MLzLGCY7wtZz4E8GnHYCw51gchEjPlq4skPoqBjWvgwqv4nNDv0+5r/U+InYPDuVGkzOAngGaK9DaZWj9kOURsJJ41HzW4zloVkJS2+lfpvXaAq5qHpnOBHsD37gAgQtZea9lrCq5ncZU3g3IbwvkvBECFwBcBO3YdHCIoUyNpChhWct7N0pfX0lQYmOkixSPFFky6ZNWDH2ng7rdF68l1xzAtBIYDlICfKd3jOLd/9dv4+jsLlS9LtKuAYfgR3CdVHCVMmQPatuNxlEOhWuDmNirwlygrqD4lWI3uCQbQKswORRIGTZyvGtoBRCym3ThgIauChs/QFi/6j1uMlo3vnED7Nu0g5DjFpln+BGcI7JRtSGi4Ho+hOmbaPUMfNq9iGejNdwVHceHtGlsc00MNVeYMQy1CimqyuN1k21JkM3kwE8Dqr6GZc3Ds1cfxxcf+0P8b8ffhY8ObhOfYiduQvOGMDnoClK1xauK95W6mZXxg5gbK6Yqm2KfYBVDr9ggcwNiozHsw+t3hOFtPvyxN1x/fe6z/1Hu1fC6bAIu6myFLMANlls4uKAFRwC8bsqhAkZJUGgS+2XxTsY7f9qQbPPAqmZ5uYxHH/2OBFv1Ol2xCFIAuLqolJzL4C+we5BwBENdx5gVwZGDh3DHHXegND4KLaqC6Bhex31emGKBIQjvEddjAMZQhd5JOBKBca5ZrFjUUELCMAlAkqHJwQkHk3yWHbbNlPIrS4IoUoBJEG+AKHu8eBzeyK243CyIvPPAyBDNa8/D69UlIXm92RfxAyWfAxKMOwPxTyUkwweIz2a73cfKah2dHrB/31EcPno7tu27BXouDccewq10RHlRGB9DNeYKQCTnMZJE1DGgN9toe33Ypo/EWEb8yMnSUEPTwFIxGCaGcnjWP/RZk8I/qJn497BJ4fcRZFTe6Mp/jzc2JdMRUatE0UUPqzfP4PpLT+Btl84i/soazi+v4Gy3ieaBAxh9+B2IZjLCgorR6zViKtBUGuNwO1SMNbtjo1jahmPH7lMBVsHAItz7WIeI92LglapAKCUbVEyqzXonlPJJnUJWd/ARAqohoy18HffN8HuFFUM2rUi+dQWsDsjcVA2arDsbyfVB6JcekbrG0x2RFfo+mYkMhFlCrbwmipxkOrcB0vFGGfS78tyxDut2Okgn4lhbuIFnH38UZn8dB/dsh6UReG0IM4Z1yE/9j28uUfjzX/q7LQoaXaSa6jlXFgPkWTZqVTQqdfhDH/rAxivf/FsM7CbiER2ZpCWASTyRRK6QEA99LkvcT9lUs9nleyiXGzCzk6hHUvj2iZewtLqGXrsDLyA9CKjMmjF4PplmTzskgjmivCLrbUOjsHWcuLmshffFVoA1XLuUh2to5RXuQ5TVk1HrS/p7caKA295yGCvlVVw9sSgNvii/IgpElSGgDI42h4LhmqjYhp70NtLcuw7Spok909OoDhwsrq3A4T0jWxq9nZVlCqFY7tk5iwG7XcwePYKub+DquSuBFYBi+ot1j/hJa3jog7+MW269B3arJfJgWohdOXMa5185hbvuul1Z4Og6KpWKyH67rSoatQ46Y3lEElkM6zbM8SK4u4XAKpU5r1cgvGbDCHzFJa1eliflEyogEtnePMZkEW5Uk+AgZ6DjyOw0HrptFuPpCNIGB1+OrKMccknQjQSRcb/S0Kv38F/+7E9RXllAwlIBc1HpJyDWBurZCux0pNZVahmCquzZSvkReWbet3cnDo4UsDAzjit+XL6HYB+BVVoBkEkXWiqwVmvWWjj5/It45fnn0GW42LCHfYeO4oMf/jkkc2kwpLzR6KDZ6OLqwhzmL8/hpx9+WI7xW//8dcxduoC9B48ISeDsqVPYuXsWBw7dIrYZlmHA1uNAjxe9KWvv8mIDg3YdSa59via5IeJl7QMrq2vSL/C9nzv/qvgnx1NJ2SMbFVplvfGPTzx0GIlkArlSCZ4RxfzNNSwsl1Fp9ISB1wn2YIKQBOnZ8yRTKQE/2ReREU9QjWslbR1IBJIANgGw1OCN9z37T14nrsVkrfJrEpisGRKuzF6NvRJ99iOmgantR8Q3c2q6gGIOKGaYJp/EX3zqb+TZef9Db8fq4k3cXC7j1MUbqNlDsY0gC5F2G9tmppBOxiWjwlYYqewfBP5EWh/I09lvbuxjAfuWrMdQncBeemjXsH28gB2TIyj3fVxaWkfLZ4CXgX6zjSQDhQsJzJbSiGOATn0dTI9PjkxAT6Tx9Jkrck9rlgV6aZlWXK1/sbSEO8uAvB8RLoiPuPQwUYaldivw+xVMjiYxzp8d03H+7EXMr6whmcrA8obY5vTwMxPT4sPecoZY7diwDRd3vvNeJEtJVJoVNO0+rizW8MyJswJW3n54H3IJE4VcAulsTkKsabdRXluHP3SQyZTQbjYQ1zwc3LtTzs96uYL1el2ejySHnUHv2+t30Ol1ZHCYMOJi41Qq5XHvnffgh6+cwRce/bawnWMRDrqBCH1jpTfg0EoNDAiu89IQT3jwp96J42+5A5fn5rC2uCSgar/XRUwYr3GMTY5jdtdOGFZUPGXpdz29bUZsH2WQJbUvcQ4PrZaNiEUAOA7TtGDoyrKIEv143BIyGO/beq2ONtfKXg9t8UZPoFDMy74l6zrDb+NxVNttfPv7T+LcuTnMX1vBwsq6DD0FExmyD1P3e9hP8PdILHBAbAhJWRKWZUY2/N7DQa+AwgEhzZHgbPqvm4iZOoZdG+v15ht/wH+MX/ETYPV1FzcEVv/oQ+9GPBZVKeSJJKL5Edx+3/3QrSjqjRqef+GEmGSL16Skstm448gxGN4QlcUb8Ptd8R9iYNXAsDA1NYVapYLq2poCvRhexDTR8Qm0eg7W6y2cPT8nwF6PzAKRf9FeiHJjH7lcXh6MEydPiU/bB3/mZ/CrH/uVwOOTlP8MJicmZQEQizuCj1IocXNvC0hKMIqsUy4Gwn4YcnKnGkmFjSkfJQnR8lUirZJ66yJJ58SORStNlJUknxIiFc6RzMbhMvxClLyq6ONgQ77P9YRqn8ukVeMcJL5z4qmk3ZuWBwKaSlFLaaKSR4nHaoDm8fikLw+CAfh1Frb8nXwfkpIcJtxRKstGXzfx+b/6PC6duyTgVd/rCxgdj9Bo3kSfviMSEkFAsY+hO1TTKjOGiKarsCRDl+/j7w0Zq2HBy6WYKfcoJpDbN4n59SXGpWJ65y7x3OvXbNTnlzBYamDEzCBBMbLGrChbUk+jO7KYuHMPXr50Hju27xRpVrtclUCIVDaNQraIsy+fQdxMI2X7MGt9ON2++AlxYvW7v/vfYf+BPXKuJHQrAEZ4HsiwZtMoct5+B/OnX8X5EyfhtKqwNANDX8fo3j24553vwDPfexz15RUx3ue9MsLpayaLXceOIc6UTDluTlPVgh5KKRWLmH6dQ1TXFrA4fxpJo49Gx8XQLGJhqYwP/cJHEU0kpQAiUJMw6EtDf1oV/hBK/Hkz8O8E/sUTTu45xW4WBpauJnmhRPJdD705YJVWAGyEfCsNszANvViEy2u4egNebR0+AUUpwtT9tuFnys2RsmgzJkwWkdB31wNz+U15uzT+nAIn0jDz40AyJ8+E121DF4YZvVY70Hpd9XvknHLirsBbMhqlUQt8fqQZCGX7cqXVvwW8E0A1IkF6noRHBcCq34HZ7cKJJ4GZcUaCw6jVgU5V5NaK1Rqg5AoylPNhJNPw6LdK5KTbgt5rA75q5BUnXI5wA4gLj4ZFAy0A1FkQfvkWif+WhXbjpUFIk/ilkq3K5oO+xroUsgmmqMaY2m1iMkNJqi/MI8puuTanEjyuvisAACAASURBVDGUkpYwVRna1+g7WKg3cXmtjbmbbWiRLMZ37sAD/+7juO34QdTYMPqO2F8IoCXcOnUMijmogBEFoiovNXWeg2Y0YJKqqLvw7YegBF+vMnEV0hlcQ7lEPkqZ0Y0TIA05S1Q2nGHWRgAm85tCsHajIwvO6BZsVfGiA3ZZeL7DBo5fYxEn78034Woeoq6Gm4Me/t5fxMloHXcbk/gFbwqj8DGgBHboMYlLvW+R/gchJUHIFb0HHU1H1dOwpGt44uo/4Bvf+ff4D4cfxrv14zBSJXhRAndkLCpFQmi2ILJ2AVYVU1hksQFbVSMIy/ufPr4OLTFcKaDpb+zTi3rownzPG7cC+Nxn/3gDyBZQQRiMqsHfBFmDMjPEtgPpbkg6D4FVNlSKsR7arCiPQr5Mhn1UlygakuzNlWoN33rsGTz/7Ak0Ki0F4koCNGNbuEYrr0kW8uF9JOYAjoepkQLuOLwPe3dNIp6MQiPgRysPCXNT96O6uj4sAqQyGAx+bsB+leGOHLMCTck4DrlbhsHj5rlQ7BQB+3UGl1HYz8EOwLAyjlHW/RzOrXi4uVjGnpEktjHYZGjLQLkz8KTQV3519Oum/QPTgsn6I5A/QLXVg2XlcGD/bThy5A6kMkUZavQMJdylIogJnl7MRGSgw3SHTPkSn7W47UhzVo948FNklRnokQUloSMMWGQDyGZXAWmqVlEAOCV7ijGmQn2UxFJNx8hekmczYDBtNNieKwFj/UEfK61lzD/xNeROvojb5tdwtVvDmXIPtdEkxn76vdCntolHM4+fgLWyFFI3iLCIxauZwyJdWCYc8Nx55/2wkgVp7KmU4fUgqNiljJCJ4QHDVsAwCbXZZE9KOKAMINzAgz6Un6tQOKknw2EBa74QyGEzzuEp9wDXEQYXn+1Bt4dBh5YLBOsNxAmUBTd4eIfxyWDtMPBd+JwDGyY0I4YIA0xMTQKqur0BprdtC+5NKkoMuAOGZ3oY8ue5A1hy/k1hjp566luIdlYxkeHvY0AUbWo8vP8P//pNtVif++KXfwRYledbPPLVsKxNS6K1MryBi6g3wKnHvoB2ZUVYqtlMCplkDIlkCokkj5+DY1ZKirmp9gUy4hzMr9SQnZiBF8/gn77zNK7cXMXs7r3Yd+AQKrUaKutLqNtVNDM13D79Frx64iQa5boaBAZsScWEDd7qBpit/h3uMSFAKJ/bEqIXAu7h5wMDdgH3XG2I2QPbceT2g7ixdB21Sy0M+0MsL64EcLnasXmNOcCU0B+NwF5EZMiSZ+AJ71aGuknfxfHZaTz41tvwnVfn8cKpc/AsLm6sCTwZQPAep1d/OpUSrz3X6WHnwVugRSzJA+A9xvpdbDvo9z9kAEsCP/PRf4PS+CyqDBXrd9Ed9HH59HOYu3BGBkTi3cieROoeF1EGrvgW/EOHoPkWtK4Dr1SQZ0E1DmFY4CbdOtyRX0MO5p4udgyU2DN1hwOaiPQGQy0icnwBgPn8xhOyVkwmfewYSePY3j3Yv21UwBzKih3dE2scDq/ED9NM4ouf+xxOPP0U8lyrZF9WCdz0qA73EVEb8niDECv2RAwLSsbzIH73kXtvx0REx8pYCdd0+i6qsJlz584JsCq2DeyPZGhJ4A949cVTOPfis4h6DAKsYt9d9+DQ0cMwrQgGQ0/UBARWl1au4trVq7jj2DGkYzEsX7uM6toisqNTWG8Ncf70aezYMYN9+/cgRZakrqNNW7p2B5m0gc7AwdpaE2SoWfEI7C49JpsSvEh7pbn5eQF7uKWsNZYRszQkrDjqNRuXz1x9U8/3r9y/F4VSCWNT05hfWMHFq3zGHNgdKrx8AVbFXoXhyNGYMOoLpULgSa76Z0lBp09u0N8pAEkNCNT/VQCf8mUl4aYrf8r+ABPxBBc/gq8dAVX53KTSo8jli9h/YBbbt6eQz8WQzIzi83/9d+iUy/j4Rz6IyuoCBi4wv7iOC3PX0eqp8EGu71yLM5mUAF+15lAxwgUAVgxgWvJslSDxeEOCE1+bSiQCCxMDHpU9wy4mR4ro6HEskjDl0o7GgMM1Xvz9o9g7mUdGd+D12xJoZJCIlSvixnobXXpeRywJ5uxDQ7OnQYuUVIA2B020HoBirIoaxnPQtyvwBuso5S3xFqbn5urNKharFcQzaeQ1H3fE4/ipUgluz0a138XyoI3Jg3swuX8WVbsioKfdcXDmyiJOnJmTICv6wRaTxEtKEv7F/o8DQN6PUU2T+5kWejPjY5iemhRSW6PdRr3ZEBshBmRTXcvnpjtQlk0DnYGZtCvqS4bM8aO34xvPPo9/+uEL0r/Jyic1VNCPiH0K3zd7BKUyI7nqvvsfAHptNJt1jJUKiJH8xn6O+yzJSN2ekIb0mIVUIYe3PfCA1B+NWkX2FqpPlR88Q+l6cLy25N8QyOb9yxpRgaoKd2q3bbSa9KseolFvCLg6MzUBWlJw4CKDOw6PuY4bETz97At44snnsV5t49LVGyjX6oKHSE9CMDQI9VYWJZqs37L+05KOewKHkVGua2rtUv7QYUWg6AFCgEJE9njaA7Fuz6TiuLaw9Kae8R/XF/0EWH3dlQ2B1T/84MNKVhuJYO+xY8iOTyKaTQe+SWQ2DqU55M3HaVfX7iCfTAso0O+0xPtoSODE89C0e8KS4H0tKcGaJg/Hwto65q4tYN/+W9DudDA3fwUvvfSyklhHorj7rruwe/de3Fi4KYtJtVbF6dPnEIka+KVf+iX8/M//vDywnM6NjY6K9EpJdVVJwYKJx7a6tigPJYFg+qQK6BkYGPMBChd8BRqqDSmcZLBYVkCdamiKpRJ63S5spp4GcnBJLCSTLZh+bC0OxR/TdWXyyACr0MdGSfsVQKq8MxmUoaTmbM74efFYDZliAugR7A1YbgGbQ36XTI/V+2aDG8r7ha1BaZqv4c//3z/HysoKugMbrukiVUwhlkkI6MjXsBljU8RJf7tio1tvwyKQyH7fpR8rz5MCLkO208aUXBgxfWg05T40g7n1BRiUYNyyF8N+D8N6F+3ra2hfXcNkooiYqxhIvKYdrw9rNo/R47vwytwF8Vj1TaC+XIE37CNXzGC8OILzJ8/DrbsoGXGYtiPAKlNbKUP4rd/+dUkVDKdLIZuX758eVpQhEcinzy2n7pVyGe3rF3DmhZckIGDbkYPYf/txLF1dwMqNBUlbfObZZ3Hg8BHsPLAfQ4L1nNh6THjuyvtnAm4IbhIol2LW7WNg1zF/8SWsLc0hksggNbJD5NrHbrtb0uK5U0uoDMGtLeydkJkjn/N9rK2tbvwubpKU6REMj9AHiGzjgI30cz/7S294bQ49Vikp9eMpAT7NbBEO2Tnra/Dqa4BdERaY8jPku1MehgJ6UcptWvBpV2FGoXfqEk7AjWeTW6rBpzdxKgMtPQI9lRbQyOu0lYckN61BW4BLDJWkLZTOyx0u48EgOV3Yg6pxEDg1BPwC70oyVTmFZrEtM+6gkYPfhtHpwsuWoM2U4LUHMNf78HpVwGOKapj0EPwuodSl5FghXst9gAxbAVbV9FyYcBsfCupVbFUFU4YfQfhu8M9wUvqaZInNtODA7oBvmeEn/G6mTiaiUZFTc8ihGKvKA46AVCzKxlDHeFLDoZ0T2DVRxGg2CS0ax2qjj2dfuYrHL66jHkvigT/8Hdz+1jvRHvQx1GxENIuBvrC41shZDUzqA7G9gF8BMKmCs5TfmQKnNr9bwNhgPVLnRrXIQoqRe3uTnVRKjwT3ewDAvQZA9eQcClAX9t2hFCeQjIfM2X/pZldH9i98BPeMCkBTa/ryYIC/c5bwjLWGnzW34z2YRJYhGp4u7FUypaW4D+45DhHIVkp6PXR1AzVXx01dxzfm/go/fOov8Kf73oV7rNthJooCKtLGgh52wrTk2RJmpmIwh96gYTAhPRBpgyHs1GEP7rAjzxGbZoNBYz49rAzo7/rQG37GP/vZ/7ABoCrAZBNQVY+IOmfh/iLXL0gTV1/bZK5utUUI2YBqGLSZQL11z+P7rPdsnD97GU8+cQLnz18SVwtKvEI2shoiKGsfCY0hlcpXIX8Hp9M4vjuP6bG0DErJaFXHr87i1oCtTUZuEN4TDNXkvQVjgfCOFewsCFqT9yGBT8prjg0TGU7cJ6QZ9U1cr/VwbqmFsg2MJ2PYM56Bha6w+PpDH8O+8q1TQxE2F0rWWGsM4FlxjMzsxPbpfdg+sQfxVF48fXXDhxmPwicAKAFetEtQ9DfumW5/AK3aRtyy0I3rqEcG4rkYDuBCT1LuPyF4yn1b7Xlq6Mn9nH+GSodwv+bwNTyPZBOHrE+RjIpveh8du4Hl2nX0X3wapa8/jsbiMlYiOhZzaeTvugPFA3sFHBYATtbhzXvo9fcUv8yhcK/r4Najt2Fq9hi63Q76g44ArJlMDv2e8rcP7z3ur6ENAC2QZHkhwNnpyKAkZjC4RFmQsLGiBQvXDtY5MrCOGGIRxPMkafGBjymHsFQxcS216zXEoCNOsJSAQ7DWCPgsqe+KacihuXhLsvGHB8dgMCJtlgwJP52fvywzk507d8L3dLRaHWSyeUkpZnMbssDGxsawvFrGwG7h7A/+AbHOTcyMJGFEOJB28d7f/4s3/HzzBZ/7wiPqeobhGgFjNXw+OBTvtDtYX1lRdl1w8ep3/h6N5XmRw2ZSCRSShoCDZNcpr1rFFFYOUconnNJHplJ7dhd6NInP/+BlJPbejl/5td/C1PZJYUJ5todvzX8Np+wX8XbnbVi6dh2N9SrqlQrK5RU0m1UhHgwDFpFaEzdrWcWifG2ATnhvhSfnNeBqsIbJ7aFRAp7GgaO70aN6o9xHzEzg/KkLwtRVdbpqjKkg4/Azovko5NKokelItjxJBtGIhLLMWBG88+AM9u3I4qUVH9/54TlU3Ca0aEoN1Gn1wiZcgCYFR7DOp4RcGm/W9ANHiBUc2nGdjFLxYFnYuWe/YqCtV4ShRuBh2GvCk6RqJ7B4Uvcv3xuPc8hh8ewtcMk6JghQmpAANFUHbf147b/lfG39ssyE1fmQfZoAA0EJDshlceWiTJseDhE4JGZqYxS5RAJ7J9M4MD2C+/bvBPwWx1ownL4CWRHB5SuX8ZX/8pdw2hVoBgNidSXZhockAceI8r2lb7943dLmK2oim8oinSjCSuj42XsOI15ro7pnL9ZiWXgMZOr3cfr0aRw4cEDWBamT+Vy6QLNdxdrNKnrLF5F0h1gsVzF2570BAUaX/A8GV7U6rNkdYQEXswWxwOhVl7Bw4VVYuTHU3ASWby5gcrSEyfERyQKhvLgFC067LteAXtprlYoccy6ZQaVZFw/MsUJJGJYX5y+jNJZDtmTCyNAWq4d+o4tauYcXvnv+TT3fv/bwbZjZsQOZQgHPv3QaF64siUVML5DzEygLg/+y6Swy6RTMeARWjHtDTAA52n6ISpIzxI1wv63PnWKthgNL+i93ex10O11hrIfnnP2d6jnUHrJtaha3HTuIyZkENNNBOjuOx7/xBK6fPYPf+Ve/iHRcQ2mkgIgZQ7/joN5tYeB4aLZaaPVtLK818fRzr+D6Sp1m4aIyG/YGco9rsQRMKypgH4Ex2qAJCSTohzmkoId7IhmHGWGd5CNqmmg5EbgknnD9FqCPyhQXeUvH/sk0RuKasPUpC+e+kE2lYFo5NHtt2YcNd4h6f4CrdRO1QTawc+JQmH61irghAkWf7O0avGEZhXwU0YhSwyxcWxEg0Iv4yPsu/vWBwzhsGRLSvGI3YU2PYPTwbrS1IRp2A/3eAPXGAC+fn8ON1TKKuTzG8xkkDQ179++Rc02QkftTKhZDjPdz10azzYEuxPqBex/vQxJ7pkolZDNJRHiuaKNB2TvPK493AHRcAtcmMukRPHdjCXOrVSFSeXCCQEWFqHJNcjWG4vFZJUOfhB4NY6MjKLjAtt07kMsmEBn24do2dIs6WGDQG2KlWsNqvYFbjh7Bez/wAeSLOVTXV2WPoEI3ErEkzJAAK8F1Jc33BR/iM8eliVaN169fw82bS/J3Bq9xjc1mMiglTXTtHrod+qUrW7NIzEJxfFru+8cefxI/fOElLKyWsVIuy7CM1TzVuUOeNOa2aLp404LBhpGo4AMxLSL3kjwnUgeqYcPWvWejouQgSlSHxGw62LlrG06duvCmnvEf1xf9BFh93ZUNgdXf/chPY3R0HHo0it0HDyKZL6DN6VjQaIs8nBOLXh/Xrl1FuVxGLBHDnp27kCUAS/+qcCIWsptEvqc8WvlaAoj1Zlsx2cgcGgzx8qunUSerdDDE297+NkxOTkrBurCwgNOnz+DFF19CJpvCxz72Mbz//e9HPBEX2jinnwky0wLZGzeBarUsQOFw2BNJWgiICvOPDE/CxJyiiZdHV5iIZKWKL03g7SXeZRJepXhaZLOScs+fG0rQVCGqTMPDDwE5+b6E3k6JRhKZDMEl1bCqoKqAwBo0uSGQKhJLH3Ke+DOEGRnIKSXhNACOQ7CADZpIKYLCNExhla9T6tHu4ZN/8mdYZ4Ke1kdp1zhKuyeQ25GX6W+j1UYuX4IZZXruAM2r67h28SoGtQ76VRsWm/vAn4oFMc9B2KhL8UspyrAPPxNF9tA0rtVWJVVxz+FDYu7ttfqwb5RRubCAmeSIGNWzWe/aXbTdLuK7iigdm8XJC2exbWo7zEQE5YVVOP0uSmMFjBdGcPGVi2gvNDGRzMHq+ui1bfGeoZToN36TjLyjG9LBsICQRo+hDZ2OhDjQd0aSlEWKOsTl0+dkYm5k0zApnSFpLYCDzpw5g8mpGeRGRjDUAHvQQ9ZKSHHGY8/mchsAJ9mkZAwmE3HEYwba9VUsL1yRQDDdSiOdH8PMNlocKEYRGa4hsBqexw3JY1D8KJBY3Z8CYoiZN2WTKjyGEk4Cg7/4C7/2htdmAVaP3COFtWclA2A1L5Ntv1qGV1+H1qkKk1QJ5XmjEnRSMn8CAS4ZX/GEDF6MXgcun2mydjfaJbI/48JYRbYALZEScNTvkaXaU8y8fksmoODGKbWeer38uoCpKr6bgRR9K7Aagj8qEIi2H3wln+kAlBVcrwvN7kErTECbKsCtdqCXbfj9GjnW8vyrj01g1dcT0JNpaAxZIJPQrgO91gbo+6PAKkm2avDC/+R5UHzWLXDfa4HVjWGJAG9BaIfI9cL5qJoSK7heaX4d8T9ikUcwQJ0rVgCxqIeZ0Ry2FxLYlo3iyI4xHNk1g0Q0g6vrDr5y5Ro6734It77tIVQGNQX/ahEpvizdlyk4iw5hJQTXOg4gRTAROnhmeRxO8BakjRTPVcV4UPym4Cxu6eLC0L3wPRWz5IYGzCTiF2yyAq9aAVXlZ22agoYtYmhHsLGuvq6X3BqO9N9+EAJ/P0CYq9f7Lj6ln8dctI6f0w7g3VoRdJmzXN7XZAupe15ScT0GfRiIuX30aIPj6rihAX//6p/g9EtfwicPvA936EegxfLSWPv0bOUwjteJV0/+rkBDtW4HwXqURfM/CdTrwRkw6ZlSvKGcG0OLImLGocMC7n/fG37GCayGgOqG3H8LA0yuS/Bv9aea2G9+bhPoEIbtlu/dZNkr5uPr9yOxqyFob0bRsrv43nd/gO8/8TTWVurCihT7HIdDIlM1TfT75brn+eKrva0Qw/HdJRzbM4FMOi4J8wocDNnTATAcLBZhAEf4LAugGihOiLfJ0yINUcB05NpKv/BgXVX2Oj4cSQRWnq2ub2Kl6eJSpYd630ACPkaTOrIxTdY6BpVw2GjqUcRjKWE02T1HQjByxWnsP3IME9tneWkRQxxRMyF1Du/nWJJyxqgKPvEYcjIQAJ0gh9Xpw+t00M1ZsBMazCQHas7GEG/rvsvrICETgVWMEqpoknAceqzyPfPvUsdYyqtO7u2AxcphmiSXe4DdrWFteQHNYR3pfhuLX/1nXH/8SQzHi8jcfgwTt98Gl4M0Jwj23AKEhbWI+jNQ1QTSv1azg23bduD2u98tYGN/QMUQG62krHJkvIZ7XchYFYayeOpFYDc7pBQjGYuLTQMZQ3GHK6Aa0hDAYkgnl1Cp6wKrEsd30R8OYDBkg422Q+aPiYFtIxtPCDFAmH8Buzz0MA8ZdvzxBIG4PkmunOYr0JaD8lRSVC3nzp/F1OSU1GiPP/4k7rnv7ZibmxNfQPrOnXr5FI4cPYq5ixflGlyfO4/q1Zfw1n0j2D5REKD2Pb/3n9/w880XfPZvv/QaYJUgs7o/1Hnhe+11OlhbXpE6nev9+Se+jrWrZwVYTcQt5JOmAKvJdCzw6VXAtZJNKjmo49CP3kW3UoOeymAtM4pD7/0w/PiogAyFXBEv3ngB3zn7DTy4/yG8ZeweeT/9gQ2fYS/DNlaXr+Ezn/oULp0+t+GFvwHEB0OvTammOh1bhz7h94brlgQhBgAhU71jCROl8RwtgtWw1zNw6ewcfK7pVHzJ2haFTmaW5yAT83Hs0AG8cmEOtfYA8VhCauG+M8CubApvmclhesREtjiCp08t4/m5y1i2CeRT6s5am/9XzzNPtwC2BP2jZLcxulat+WQu80vsKzgQpeyaxxMOY0RFQLA+CIQVRl8g16a6iR7h9D4eWBm4vGcdE/74tmD/D5IXQ5A5WN+24q1bz5t4gwZjcvFwD7U1VhJgqrgki0fl/HHorhsWtGhCcgOi8JFPxvHz7ziOt04m4Q089FwFtmlUe2gOXvnqP+L8S8/AMU2sMFTJUeFEBJ3iQb/IuiFuRRFnboNpSP0+WZpEMpfF/cf2we53sZ4toEV2hU9fbFv8Ordv3y7gi4S80irHbmHuyjkMtAyi9g20luah5Saw++53otNuCcPRiFjigV1r2YjHNQHaMqk0EqaOdmUJc6dPwkjk0fZiYplRzKSRiCk1XSqbApIFuO2mKKxcmFivVsSqaTRfRN1uwe52kCdxgFYA5TVk8jnki2mYae6XNgbduvScj3359Jt6vv/dx94ttgNr1SZeOnsJy+t16JEkPIYM0jeSABWtX+LsO5T6kP6qFi0JPL7frrCgrUgEcYuXOCJgNf9HggZ7XDIgu30V7CM1mGkKaarVailwdcNmQoUgE+yjDd54aRy33XYIO/eMYHr7KCK0Cfnat1Gev4L/4/f/e0yOZGSI2LX7iBNc9Yawuz207Dq67hCNDvAPX/0OvvHky9Do85xMwCJbeujCHnD/DYtJ1hjBUF+Y+FSPWrJnMEyQ7EMGZ3NP7jHElhJyrtVkYru+DJQScHDLeAqTWQuDdk2YzKwZSFrI5gvoOUPxQ0/oOhp9DwvNCFYHOfiaGjLJAEOsoGTyLEDksFcGnBoKeQumobziV25W0ey2Mei3cTSbxSeO34FCt42VdhW9mIEddxxGK+Kh3u+g224LrrFcsfHKhctwNQNjpVEkTA3o2Thy5KDgDOxVEzFLhoq0Vex5LrpDR0KvllbWpIfjL4/HLBzcuROjxQK6raaAo6wPWGf0GMzd7wvLXtdpeVDCydUOqj1DPI8Jw7aba2JnEo/xmatLv0nQucHgzV4P2YQOw+1g/2gKMzu2I8UhJcMbaQcZMWWf7fS6qDRb8CJRTG7fhsnpSdx2/DZMTUyKApMDR1rs8ZmWuiRiolQqYXx8XO5hKoGvXbuGy5cvY3FxUYay3EdZJ0mOjOdiJGogZsWltiRQK8Cx66FBm4BYCqWJGXz10W/jiR8+B4dWJPRp0tRQh9/r+g5i9LrOFdC2G1hptBBJJGUoLvcZawEWhz9ih6X4OlyvaZGo7OmodOhjz95deO75l97UM/7j+qKfAKuvu7IhsPrIZz4ldHumzdOMmWmLlL4JnTrw2VSyaA/nz51Dl4FDzgA7duzA+PiE0O0pHZAimwkAwSREFcyKrSehKGyyAnN5PmzpdFqM269dvy5FuPKL4tSni0e+8mU898wJRCwDH//4x/G+974vmHQkJFyJGwGL2VqtCrvdVpIyy0KlsqZke5zYyFRf+RgNGSKgKriNpFxJrpPpC6eBrrxemiDx2OBiTbN8xUzj4hM2lSqNUdkGhMxJCfno9yQpdqw0gUKhIO+JU1guRCx8RSIZeKZyKiSMVEEg1KSbDaLI+QJJkbBWJdWRw2V1HHx9w1aLKRersPgUuaERw81rN/An/+k/oef1kZkpIr9rHHrGRKoUR75Q4lAPvT6nXzrW6DHqOqgslTGodNC8WUFqQB9NBfaEaBHfJ4uX8P2yGHTjGrIHZ7DQLguwuu+2W1GvrMFtdDFYaWHl9BVMxArIW2ryb9sd2MMO4ntHUDq6Ay+efRXT09ukqFm5tohBx8boRAlj+RLmXp1D80YdY/EMkkMDfbsjPi0stn7zN/8t7n7rnRvnYpPZoMAMFrPra2ty/DyVBKwZRpCOJyU5suPQR02D5ngoFcncdNCo1YWVSgB9IGwYDXmRIAzkXgntENS5Vub1IyNjwgBW0lQX3Z6NWqOJiclppLOU2gc+Uypj9jVgRdjMiawxkO2E95GkOIvkUd1vCjBWAP0D973nDa/NAqwevUeAX99KQsuOIpIrKGuMagVeowy9U1PAaljg/AiwSj/SuEz8TE6ayaAgUCRHoysGRDROjwzo+QJ8CXlzYVAS1O0x6Qt+vwm/Z9OkUUmjxbMrmKwHLEMBVoOfqmDGMAgiNFrX4etWIFinn2WIaHJxIeO0D6M0A20kB2e9Ab1qw3fqdG4OGKsht1QxLOmjhHgaRiKtWNrtmgJWNWUF8CPAKh/XQD4ZRiiFcUyhJG8TYlXNjArNCluckNm56V8bwI8BI0VROXWdEnMCxyqhWDGISZRPiNSUnnnJqI/xjIED20o4MDOK2ybH4aYTOL3/AHpH344bZgfRviEMnwilkLoPS9dgiZzbhR0AaBnTRMEwkddNxMiCC6xSVBMZ2AZIk0aJrLr9Nt+Ful4KjA8nasAIPVblG3n/KllmsPgqAJJFvYQOhczVLTzUTWLkoirAcQAAIABJREFUxr2u7out4PVrH4NN8Fr1jwK+CbNIHdONoYO/8S5jMdrC+7ALD/oFFDjbJiCnuXAExNPlmMiCiHkDdHQDFVfDoubi88/937h5+Zv45L7341YcBOJ5Ifz49MlkpSsMh4C/qzT0Sk4fAqxcU7hnDLrw+gT7B/DIciJ1kUxOMqgiCegcGtz10Bt+xkNgdSsgGu4L4Q/j1yRIKrAJUIcZgqvq+oSDR653Eq4XKCUUc1JdOLHQCQDWMBRG+TU6IsmkLO/M2Uv45jcfx8XTV+UJUMNCJdWnj5fc1awFXB+5mIn9kxncsXcct8xOwIwRwAwZbiELWNkqhO9JINeAjMUahf9x/xblR6CUUb7b6j2FjETlb60gf/q3c/8lc4yMq7Lt4Wqtj2oHSEVjiJPN7Ntg4rtYwpE2Rc9ix0C2OIFt+w+I/c2OXfsQT2fQpdSxTD80C6lIXOTYZIKRSSkscFJk+TuHDkzPgNUbitS2ZjmwswaS2ZSwOdnA84PnP9x31PlXAE3oJcq9UK6lGRUVDxvhkBEiQZ5UXQShD+pZUKE3ZOvY3TaWV6+hsbIEPWoiYmloLt7Ei1/6IsxiCZOHboFPyXgihbgZVUB3EJgUns+wCQ8BMgr0WTvVa00kkxk8+PAvSKMuDT0tAihvpEdhMFSXGivwQQv3cL7fZo2hOHFkYml4VBHARYrBQRJUqixhQvYxN3gOwkUZxNpKB7rDPhzfw0CnZDYKpzdAPGoiZtCLT/lGcp8LvcFlXSWrJaizpB4MPAB5jF1pUj0JiFlauonz589jeXkZ165dF/B2anoa169fl6CWGzduiO8hGcg3ri2IdcDF0y+goDXw4PE9GM8n8YE/+Ms3/HzzBZ/5my/+i4xV5frAIYUhic3rK6vid8wc0fnnv4eF8yelrrWsCArJCFLpDPJFet2p5Pew5hZGtEEwht6MHoatNto9B97oDGbvfhD+2EGkvCSefeUpfHPhn/Deuz+EO7a9FXbTVnscU5OjZAhX8cjnP4sffPdRDDhI3dwWAua8UqJsZTxvrlGqXlfrpxriyBiUwAGHII6HfIFBPTE4LlVpXeRGi6iuU6pL6yoG9rCOUbsFPeNHMxYeuOugBCJ9+ov/jEqbzGRDgAE/omEqYuDte7j25FHMppEuzWC5bePMpXVcXbqGgVdGvWUiaSVQSMWk+S83u5hfqaLGwLkIgV0OICmtJwtUWQfoAwUG80iYBUBgSNZLN2CaS4BWIJXXdTA3QcAz+lMy1DOahJsbg75jF7x6K/Rm2QhcVAWB2mvk54Qbc7BDh/WJqh9VwJ98Dx8j5gWQQELGMoNnhL1N0CYidZ7IyHQDh3em8L88eBwRqv/giDVCwojC9drQL1xG9fJJdDUdJ69cweXlNXSGXItpGUILI6psKJ2OIWFZSERJhrGwc9sOTEztxK7ZGVzqNlBxVW0cZoSStEPgRYYmMnTUYXaauHb9PK5XNRi1CzBba9DGd6O4+6jU4imqJ82ohIPVGi34fg8du400rakYCtZrobqyANNKo9EFauV1xQqMRQWsIwkmkh+TrAQGuVIV1ZQeciBDGbLfCAIXMzmxZmrYbeRGRuE4Puavn8PoaBL5Am0ROvjqZ599U8/3f/5fP4GXz1zA2cvX0OwMJeiJewptLrj+k6mXoRVBVPmPKwsV5WnO+oo7LEHsTCqJYtJELpcLiB0qKKhWraHc6KDdGaJpt5UlHPtO8bZVwUGi9CQRIvC9FvCWoWSOh4MH9+DXf+NXsGv3FBLJLJ781neQ8hzcfWQf7PoqHIaZGVHEdEt0Xq12C0O/j1anjXJjgBdOXMSXv/cyOu4QqWxW7glCBbTH6A0HohigAkSUGAxZI5GLzHsB1NTwjsou+rXyvXLP5ipOW58h+wcjKiAqug0cnMxgezGBQbuJXsCA5A1GFqQRt+D0OB1x0eT1qzIsLiXnQZiJQWg29wSxc+Ie0F6B7rdQzHP4TQKVh8a6jXKniZjTxU/v34d3TEzAq1fQTRkY2TuLQdLAereFLkHgdgftZg/zy3XMX7+JbK4gjFDD5deamJoYxe7duyTkm5Jz1kcsXliLZvJ51Js2FhYXUa01BA8ZKRYxms/K+eh12oKtkJnJZ75Hq6O+unc9zUR0dD+eutzAleUBcskSIoaGOP2VI0NoelesABGdQKowhYFDu4UWkn4dw8YirM5lzExNo8j7jhMFqq2cvliCNNo2FtfWMDO7E9t27RJ1yo7ZHdi+fVaIbwwi69gt8d/udDtIZTISMs5nfWlxEfNXFUGPA2gSl9LprChSSZgjtkOcSWvW5XOxKBUGtKFU61K720a52oQRzyCeK+Br33oMc9cXUK01hXHM7smlMMgdYnuhgA/c/wAi6OGxp57FtbUyjDjZs4qIJs5dgQI49F7dGFjKsFjZDZIUQELdrl078NzzJ9/UM/7j+qKfAKuvu7IhsPrVf/hSEISkNmkCngSoVNIlU+NUIjAXnZsLCyKx5w4/PTmDeCoVeI/SL0UBIPxQ4QKqmVP+nJpMZwlguVxIKYWXEAxLGmz6jCr2A4ujAb70yCN45ocvIpfP4rd/+7dw7733ivyfMmlOhG0uKJqSa3Nz5XQilUihWisLpbzZ5EOm3jA3IPr/8Bh4dGKETzlf0BATaJAFnXRzAR7I/KDsimxSNUGhp45MAcUCQDUpIdAaFoEu/cfgo9VQm8zU5DSy2YzIG/u9PvqBYTiLWPrL8hyIR2rAKlGFFn+yAmO2soPCIoyfswcd1SQTzJaEdvqtOpJs/+xzz+Efv/XPyE8WkRkvoOnZiKQiiGejsnjliiXYXYrddCyvraFfb6LTaKNbaaO1UIXV9pFwVRIsN2ReD56XUGLI4xDvtKiH1L5JrPQb0BIR7LvtKFr1KrrlJsyGg4VTFzFqpFFK5OS9kCXcHthI7htD8dbteOHVU5ia3o5sIYPlq4vothoYmyhhtDCCuVcvoXWtjolUHomhhj7ZrmwWIlF84hO/hvvuu3ej8H79YiUNX6B2CYt3l9fdcSXZU6ZzbPSDxk7qTJHX0etWNbBhejnPddjIhqByWAFyCMH/sXEkA5BMafpo7dy1R6ZqLLrEI0+K1nAoptiNYcPLQoJDAU4BQ8BdeUsFQFrgH+oytAU+3vHA+9/w2hwCq0z2hJWEnykgmisoGWylDL9egd59HbAaWgHwwD1dPOcUYzUKg88aN+MgnVYgMT5oZgI+E19LRfiUszpD6Aysoq9e3xFgVROPJAIMAVMwYFWIvF4K/014UrWLG8hp4PlIKSjZ8wT5TWl4lcSfjV0ffncIvTQLP5eCX2lAbxBYbYgfrmKshsyNkC0Zg2+loMezinnaqQE8TihGegisqudQMaJVOnroPKqe1VD2/Vr4L/xdWy0ItkKSAUggjdEGD1Q1hGTJBO89PCf8fBRReKRsGZawECLwkI1HMJWPYduogb3bxjAyswP9ow9h9dZ9WNeYgs4hEdmqBFZ1CeDg27GDNSypmchTKmWYYAwOl2/lm8iQIRWqpUq2oGEMWHBB66rWemF8Br6tUMBq0B9vSkAVX035u7IQ5L8CZlh4UyuwQ/1L+sEA2A17xteJHYNvDBbNANgU4JbyTKmWeL0kBxoXnQH+wb+Bit7FO82duBcZ5H2CqJ7YAkgYT3CNLW+ANkNFXGBJd/GX3/8jtJafwZ/veh8O4yD8RF6ABBgssnVoQYhe0NMGPyc4agJ5IvkfAAKqdgWsk9pZQtt08erTzQQ0MgzueOcbfsY/85l//xpp7cb5fI3HqtqLQ69oeWY2WK1qiCN7W+DdGX7fVqXG6xn34X41HLjCTOz2uyIDJVOi0bTxzJMv4qmnn0O5XFe+mgwx4UBQ7FEUa5X3wUTWwm2zI7hlxwi2T2cRo3wew020wKeFzaa1Rqhw5TFzPed6K6CpMFeVQkQBf0q2K76wG9/D/ZKsVkP5Y0ot4qHW9bHe19DxGRKXQqNSRrOxijiHZ66Ppt1CIT+On3ro/Th6+73IjIygR494hmUxACMSRatpw+sNUYokECHvi2u/BGip50klq/vw7B7M/hAtbYBewUIym5QhXctuSx3G6xJaBW3uP+FzoauGM6oA1XgyLX/n94Wy+hBMIXit7kJlQcTrz/3q5tJV8SG0GFSixyTwwo/psBeuY2lpWVnDG6b8fEqmuT9F2NgEwDx/pgLV1c+V6+BzX42IVxq3r3e+5xcFmOXvI2uFtSQ91Vhfcd/ja8JgktDOh0BovdqBP2RKsSXMJMuiaogeomo9YjvN4Q8Z5rJvRE0Z/lMyxTuECh4BVy0F7HDVIQsnHiWz11RDPsGkyKRWbBUB+QO2Ic+dhHoGNSxXjwZDQdMqnfjcubNYWlrA/PwVnHrlFUxPz8i9NTU1iZWVVfE+pBXUyvJNkRKfO38ONy6fx/HdY3jozv341f/z82/4+eYLPv35LyiCQmDxQFBZWQPIUygeuGQqra2swm625DlbOvM85k/9EFGLjHgD2aSFRDqN0QJltRG0mm2pbXnvUJVGJidpoL6hwe0N0Gl0MPAjSE/vRuneD+PKqxfwyNc/i5/79d/A0b3H0XEBRlpySBuNAJfOvoIvfe4zOPfyy+KHGkYPbig6QuuOAAxU6/ymFzQZ/zLED/IGwvpXDYUYTc+gM3r0MXCE/o2uBE/arSYcCfdR3sKs5SaKPrZPz+COQwexZ8eY2I998nPfwGpTgfAEB8ism45H8Z5ju3Bk3yhy2W2IJXxEY7xrknCcG8gVW7i+PAaDXHRTHWvfNXF+fglf/e7TuLDaEM8/w4hKxoTjDdEbdqG5rBPUGit73obNmFKvhcOqcMAgtSlZnzENGmW3DN+85SgwPgl9uaqUflJ3BQMGhThv1EwbkpnQcoq1Cu9pAV9Df2slFyFzmqnoPgFW1oV8rjlcYCMWT4gFhB9NYLRg4H948Dh2xiHMQ0r7TVeDZgzgXZyDdvUk3IiJa5UKLi4t49ryOroidNTEEiCbTgvgHzV0pBNJpNNJHNyzH7O7DiFdGsGLjSqq9hARg761im0fqgc3eyoPeq+FmwuXMbfYhbtyFmm3g3Y0D604KXtKJp0RSwLdtESC7ruSPoRkIilKSnfYhdPvCGBarrbhDBjiE5FAGsrMY1yXkgUMmjUJ0eV5sPt9UZZkYnEMfRe1ZgOTI7wPNPFxThSymL96Da+++KL0YeNToxgbK+KFp94c6PKnf/QJPPb4U7h0fQUO6zsrLuC/Q2CQiqMYg+dU/8t1ksMbk3UagalkXLxirUgUoyMjmCpkpM9WQ6y+/EcQa73Vhd13xC6h2emJbV+bakyxxmG4oRqCsadWNtQa4pGIsNzHJ4v48Ic/gAcfoP1CFItzFxEfdGHSbm5Ab+3A6sbRsdq0RYnKzI1sMYvF5QpOn5nHy9dbOHvlCjyTTMQYErR/gS9MQ0rd+wOCvQZ0AmkW++2oBAcRIOPzn00lJWyMNiNet4MBMQSGUJtR9OmVTgyh08D+sQxmRzNwuzZ6HGKzV/McWGYC0RQl6gkBMZuujovrQGeYkH1JlfmqF5TME37C6aHbXoWJDrIM7hJPdw3lclO8ZCeiOv71fW/B/mJSPHr1YgZ6Oo41u4qO76Btd9Fr0pbQxYXra6iUq2KNOD5SRJy2CMx2IJYyPQUrTmamBUPICCR6JRCJxtFud2VgKXYPLlUUA/HD5flNpeJI0SfZIWPXQU985D04fRs91kRjO7HUS2H+xhBrKy1RI/DeIaCox3Rs270PkcJheb8R3UVSbyONOtz2MnprF5CNJ5FPkxw1gNNvIsoBs+ei0+1hrVbD+MQkpmamRcGZy+eEmUuco1gqIpvLyDPPzBwrERcmK9XItCnk8817NJ1R92oipuxp7HYHa+vruHrlCjqrSxIuZUViwlzV6A1NklabDPI+lutNJHMjeP7UqxJoxbqiWq6h3qVtCa1bfBRiURyYmsZ9dx5A19XxlW99F6udvvLQdrmfql4jzD5RyhmFdylcSOEzYpPhONi1aydeOHHiTe3hP64v+gmw+rorGwKrf//3X5YiSLxIhflIs3DFqiJgxwk4gxAoQSByL5uf58rN1usPVSohGS4Bn0CKVgmGMpDJZGWxdiiJDrxTWGBTJs8HlA+YeGYFqaOcPLI4/+IjX8KLz51CsZjHH/zhH+DQwUNy85OlygeBkn4W+zRXlmOXsCVXgawEtlgICGDLnZ5pwYMtDFMFnComSwi4qNZHGjB5mDg0Uo0JFzQyFjj5l2IvCMt4vc9qkIWHuUvXMDd3TXzFCvkcbtm3B9GYhdWVVVlceL4y2YwkOpr0AWGxTK8TMRVXvm8CZG8tOgPEgZ8bsOkM0AcBiintpQzOMPDVbz+K5U4VjmXA8QZwul2kUgmkSsrDLlssyuZF2VJ/6GDl8g20W020ai30y2345R6SblQKOGHQBgEaIbtEPOq4CesDWLtGUfU7QCKCXUcPoW+30FypIjUwcOPkBRSQwEgyL2ANza6b/TYyByZROLoNz516CZNT21AYyWNpfgHteg2j40VMjo5j7pU5NOarmMkUYQ2AbttGL2gmP/axj+IdD96nisagQVINvkJkQoAylEJJgx2U+PzasM90aXXNxeqAoEZQjMoiGgSckQkUNpL8GRtes2QW835iQ89ACg4NOAwQ0NyTpEROYZ2hK82O3C6s7oKP8GcpFpcuAwAeC43JQz9X3sM8X6x/B5wSsiiwInjfez7yhtfm0AqAm5IWT8FL52GmssK0dZhgSmC1V38NY5VzbAKGUo57BjwazMeT8CMx6IN20JAyeEGdc5G4G3H48QzM8RKQsqTR0WwbjMkm4IlhW0mhKdVjSAitBujfGjAYZe0IroOcLQ4Y2DWGZMcQfGWCbJBk6mnkSTF9moWTDa3vwhjfCzeVUMBquw1/2JDk8BCADTmSctx+BF6UVgAZ9Uz3GtB7TQXqBMDq5nCDBxB4km0AvoqRugmsbsrb1YViY6WeoxAofY1T/5aruQmg8pNRheNuAPLqG4XHFzAyKY8xxIM1IoysRExDJh/DgVQau/Ydh/GRD6K/bwKNQU+C4VisEehXTGCVcsz1nlcgphtISGGlQBICfsL41ujLSiuNgLEqoWPhsWzxyFOZm/Iasj4JrPI16hoGSxX3Fb4zHjP9E6kI0HwMNE/4xPL+BHBV/6nfrRLkBcYWj8XwZtg8cWp4ErAZBZTefNYIzFOsCb8H1zNx0enjH/VruBpx8UFM4rCWxXZEYHLAxW+Tm4Jg6xAt3cC642FZd/Bn3/w9eI2X8Wfb34fD2iEgVVAscoP7VwCsBudo4wilOFaMdDakGgcwTGUfdGVoJWxQAR80aXANg6BGBNqdb5yx+ulP/z8bDLDwzIQARbiHqOd0E8TYCqxyfQmB1XAtDNf7rRYDoeR8KzNWDSrDIZMj7ASur0otYuLUmfN49NHHcfH8VbGkiAe+bfScFem15yMR0SVwYtd4Ckd3jWF0LA+DbGAORAj0kyy6xRZHMWZDn3HlV85jEI9zYa0qZiotAbgmi0wwTAPn38lwhYH+0BX/TFq7tAY+Gq6OtmOg2/VQKVMK6kiASc9uY8eew/jor/4b3H7322D3PHQkzIrSSsqfmW5LNrmBDov9no98JI0oTAx6XQFSYvGEMGq6/QGa6AKWAS0TQyyXFgCxQRkqi3pDBRaGMvmQYay82VXAQuiNSWYX3xsZqmxOWFeETGP+UmEl8r1SMRMAo/NX5nDq5NOIp0yMjZRgelGRPPoJE3ECo40Gqmur4h9HRmBEvEtV8NOmz6tiw4Yccgn29LgOqxqm2+njrre/H1NTM5JQTd85/izuYWxaQ8azSFGHw43j5OC80+oLu0f3IuLnyKALR+8rOwNy+MlcIoNWfIFZn7B+Un6+8u9IBI12Cy7ljAZ9Avk71P3B92CJd7WiOxPMkmRq8fVTiiyxWJIgVBWoyD/rfbJwU/L+eB2WlhfwjW98DZcuvYRCIStDLiqUGs2G/Mk1yNRMtFptnDl3HstLi2iu3sD9d92K/+8L337Dezhf8Nef+9vXAKvcA2XNpBes78EyTJHC0gqgWW/IWl6bP4vLLz1J3EzOUSoeQSyZxkQhhVQ6Ld6fNxYWJBQ0ny8iGY8jmSFUqgZfA5ve5Bpcw4K57TY4I7OwchMozU7BZF3txxDzBzI0+sETj+Grf/e3uH71srISIkBLVUDQqIZhRLzeYWDz5noUsBa3MFlDhj3vOT67HIAIuMi8BzWrlrWVTK0De3fh0C17YDK4xXHkOTg820YyXoSBnNxvF67ewJ9++lG0XRIqdEQSMfTJaErF8PCtO3H80DRi2TwskjnhwdLI8l1FJDJErVHibEzCCqUO1GNwNQvPvTqPzzz6FMoDB8lCSVjq7DcGZFqLpJkKND637EX4e2lNxePeDLGVsYc4ACmfX4+WUk4Pg9I0tAN3SC1gNhtSc3u0bwoCrwJqr9pgN6eYwb0V2A5xPxcFXMBf5YWVfU58NOCTWEJwNbCy8TggpIdznAPnhIAlb903iV86OC4SedlZ6ffI81AtQz/xLaxXKrCpYKL1xVoZ5YYtA6tkPIFiIS9ekdwH08kk8rkc9u3ag5mZvdCzebywVsdqvQff6Ipv8cZwb0stz3Np6YDdaeDcpVVk/Aa666vo6ARDc8q7mufMiCBiEdjWENEGAtypYGJal3H/Z3YE+5ChWBVEhVgT3Eiaj8ZQR0xzkSBD04XIjdkrlDIZSTxfLa9hemxC9iwVBBvDiROncP3CJQyHXaTyKcQTESxff3PBNn/6v/8mnj95FqfOzaNi92Uox4EF2c7ZXFYGClwDCYqlEwnkM2kU0pSNuyil4wI4ci0rlUYwOTIqzx2VlVx3aRPQbDXR7A3R7A5QbbbR7lOi38darY5Wp6fsVdiSe76sWyTC8MP0fKQzCdxx12342Q++H3fefhjRiI7q1Tn01lZgOLTJo5zfhdMnVjDAq9dXsbq0itGREsbHyDBPoFpr4+lXruPpl19CiyoQcWUxxFPccXX0BhyI0R/WQm5sHPmxcRgkXQkzlTJxE6V8Du6gj/lLlxDttmT95mNpxsiS1dChbU+nhdlCErsncuKjytBBrh+iLNQs+CIvT0it2XI1LLQtdDtkI6r3TpsPenkSqOfw3HM6sJsrMGAjlSAhh8+0iWqrg16nh+PTo/j4z9yHsdEYhq0hmr0e6nYT/WFPgrnJmGXZt7rWwNUbZQH1k9EYSvkMUknuRj7aPea42JiZ3Yax8ZKAwGR3dzp9lNdr8BwflmmJPQ7XP7vTgmNykKkjkY4L8C15HrQaggsxdaNSU/ewbJpIju3CXbc/hE7LwQ++/ywuXLwJz0hibPs+JPMTaPlFRNBAXK+hEOui31rB/KUzqC8tYzxXxMG9+4T01O3WYAw7SJlUaZJhr1jzvI4E2znw4h5O5SffOxU7sURcbDOKpYIa4MVUkLP8aUXl7/z+SrmG1ZUVGU7WqnWpPyLDLtJUzsQSiEZj0g/Snsdu1FFv2ai0eqh1B1hYr2C92cT2mSl4/T6u31jDWssG+8OsFUUuGsHbb53FocPH8cTzL+N7J16mR5PKyaCl3ZYMm7DGlcEd97jgg5+nLcfu3bvx4skX39Qe/uP6op8Aq6+7shvA6lf+TooVQgRk2EmBKgnJCvDsdNryb25SnHTzJqPsnSxMMQOOxcVKQKXAcaJD6f1ANn1+nsV2yB6UyehwgH6ni7W1FZm+zezaIcFCzSZlHD4ajRY++RefwsK1VezaNYs//o9/jJHSiDBRObFjYcKHUczgOfERFiUXsL6CPFgc675iHkg4FZfdEARS3i3ceGy7LaAIGxR+bLKlgmJEPJYUM5V+MyErRgEeBGADe4DghfT5EpNpx8TM1E6cPXsB9QaP2cT3v/99rK2tSyPBYpFAGieqY6N5SfybnZ3FxISyEODxsGgc0FqAAGfAFhZGDneAqJLzhpIqCY5g+JDn4pN/+9fopSPoR0ndd1G7fANOvQsryibMRTQRF383yuYYujDQKEnl76LfmwO33IHedhHVVApx2JBvSrdUQdtFD9HZEpp6H17C/P/Ze+8wS867TPStOqdOVZ0cO4fJowmSRpJtoWTZsmzLcpCNwWCTMReWBcx9Fniey8IS7mXZy14WvMsuwdhcDAYbR2E5yEmSZQXb8iiOJsfuno4n51PnVNV93t9X1d0a7y6M9j+u+3laM5qZ7j6nqr7v+/3e3xuw49pDGDFFcKWKrGvi4tETyPu2AKvi/doboOG0kD00jfx1c3jymaOYnJpFYSyP5XOLaFQrKE3kMT81q6wAzlcwGc/CGmoCrJKxygP6J378PbgrAFa3gwbSQIo8Xd3bTX9DaOj12uI5x7fDqT/BbLKDup0BEsk06JtK828+ywShLSbcM/5BWDlbTCkFhkYEtB+6jjBUKc0hG5YT93ZvgLGxMVgJS7HWxJBfJdKH12/TCkKaQwXEEYTgVDk00BbWjMNGgqwMZTvB1/jmN/3QVe/Nm+FVLMySaXjxDCLxpDwrbrUCNGv/Q2BV7Nv8KLyIJcAqKNEZNORrKaMOw2A47fS1OHwriehUEVrKxqjfA1od+J0+0GcqWge6S8ZqEPwmUlvuF8qXTNrmTWBVIXICrAotSfnICavVp4G+auzpcUmIRIKEHILDERhT+zGKWwKsau0m/GEdmgA/0hkFsGLgceozqCwJWBn1/Z0mNFoW+IohTNnPdwOrAvep/SJgyyqGeQCqhv4EtDpQO9O2n/lSEb3yctoCAkPOLm3nZd2FbNzNiCVOjgk4jhCjARgvixFDTLcRpXdhDCjaWZSmYzjynu9H6Y1vwtqopZiBJKkI+Bd4RxFIUJW0YrPxegaDBWFCaARCdWlc+Ulws0+GZchYlXAh9doFiKWXta/J1xTSJZFryaAqePdMHY1p9HGNIOZrSGgU57gZ4InTAAAgAElEQVTowQUt9flaWOzGCbqCqag6KIpiKEuUeAcB3yuA1a1rt5UEr5DcrdfFhs1yY3B1F52Ij+O+i8+Pzsp1uNMYx6uQQVa51wQgvy7AalOLYH3k4rI+xJ989hcR7Z7An8zei8ORa6El88LIUmbUyp5C4UyBLFMZ4wI+vVU9+CMfGlmqA4ZXkeHOwQJr4aF4RhKA1CMcGJjQb37jVa/xv/qr33+JtDYEVbcDodubVuWvuv3HbIVXSZpzAMCG3ycER8LrvX0vIxhFqSSLfytmy5nhOGSKdNDqt5HMFrGwWMXf/90n8dxTLyJj0WaAd5YgPOsLJne7GMvEcHC2gD25GPbsnUc8wQs0FLapAHEhA0vO463ASSX/DxirQQq1WAAwSdlj+rAaVjLEQpG9VNCDo0VFOkp/eO7J3ZEm0sB6z0V3oAs42GrWEPGHeOWRI/i3v/OHmJjficX1mgxcI64nCeFaVMOw10e704Vh2zA8Hc5qHdG+JyAWmYLiN63r0sAynVabsmHYbO6jssLL/Rbcbh9x+kWytgrkmGq/U0wugjPhfRDPxiDESiwlmcIbgKth0FVoBSBfx4bctsXL7AufvR+VxdM4dMMhjM3MIEW2Ps+5COu2GMx4TJrCpcsLaFYrcBgGQ1pHUFdtD8ria1CvbSTAqrK1iUrYxP5rb8f+/QdBNnOv1xerHJ5h/BoFJoXqpIE0V6rGYuOqoVZpCkPQ0OgxqEGLMdiEyb1DRM2oMHukvhwOkRE/yyg8Ds6pgDIMCRsdJtRzzOeHYZ0cVJI5yxArcchm8xyEior3rxR14b7BRHkOpj0ZfHomVVxpYQqr96/j3PnTuHTheWmA2xzgBTUgm8chhwvOEGY6D/q3L5w9hbX1dZw6v4jT5xaven3zCz704Y9srkuxhdoWXsVzmAAWrY7WVlaUx3xER+fyOZw9+oj4hBKAJkPKTKRRTJoiy7TtBJ5//jlcurgIhm6VSgVkUnHkqbLyVbhVvd+CbhmwYlPIv/Ie2NfdDne1hoHRR9Ttw+u38Ln778enPv4PSGeySOXysFIZmMIs4xBb7S2se+lZzxqemPBLhjMBW57gY1hvh8+HgGYa6yNHWPGs5YWYyjXlenj1/hn86Lt/AJl4BL7bFxYf97esfQqVGkW1UxjCxJnL63j/hz6DpsMwVV3sX6JWDJlRH6+/bgfe8rqbhLVtRdKIemTVDxBLbMDpU32TDvoDnnM6YoaFXneIcsPF5799Co+fPY0RrZCGZPqyZle1W4R+jFTVCAnFVAzvTQWfslzgWiDww/dEf0S9yxArD+1Dh6FNHIBe4/C+Hkya1Xkt3iRCDtiyAtj+UIk/JIfAnOgEwaCyp3PfDAeIQXiVRv/8IEfBZS1Eua3lQbM4bE5ifDqFX3lFCZO2jY4E/xCcisLv9TD68t9g4cJFWYszO+bRdn00yKqjmCMSRT6bQZrJ4Z4H26BiLo1SYQzjY3Pw0lk8c7mGy/U+huZAhtyhvUiYQSDgOndIZp9qLhYWN2DrA6RMS5iyOhRLWyS90RickY9KvYlSnqAJ6xNFnlF+cD6q1boMdsbztOpSyimx0oxEcHGjgZwVQ8Li/hTBRr0uyetzE+MinV9avozZyWkkLVt8OiudFo69eByNlTV0Wi3YmaT8vMsLF1/W+v6jX//fsLLRwsNPPoelMslCrD0JAieF+cd9lr69uVQKU2Ml7JydwVjWEmATgy50n4zMmCgkc+nxIFzNQ6fTQr1eQ7fXRo9nIs+4Vg/17gD1Th9L6xVUGw102Cv7GmIxE81mWwhAXI+ZGEHLAeZ2zOA3/92v4+abrsdw0MTy8efhNypwaakBDwPPRb/dx+rKOr509CS6zT4O7N2LWNTD5GRRSETPHLuELz3+ONbbXbEMYr3Js9uh37kfQzybxfiOHaK6ijAQUHppReTp9TrCzOVQ7RhDr6uryKZTyvYvogsjsktCS7eD6aSJPVME9ckupqe9K/sfwWP26NR6ZU0LraGLXnRSbAWIFTgcbFCRpkUx8Hz0+/SK7aLdWEPcHGEsn5a9g/eiOnAwqLfxlpuuw72vO4iGW8ag5mDQJu7hotdpS45Fb+Ch70Vw4dIazp1bQcIw5DMVp5rChTPso+UMxe9z155dGJssiULDisVQqdUxGLgYz4+BY0ZvMITDYEGOhZMMcopiEEjzbcMSxjLJVI2BI7W4E3Fx0Wthauc+/NyP/TR2ze5Cu6PhhRdX8a3nFvHkMwsot+j+MYmsWUMmsoqIX8azzz2FY8dPie9sOmIjY6Vx4NBBHDq0D2lDQ1prIeIy1I4YSkf1p9GIfJJ8xk/6wZJFzDOUHRBbaiqhS6WS2FSwlw9rifWNMk6fOoNarSbPIJUkVDDHtCESVFFIvaeoPp1+T0hY9WYXa7U2Lq2VUe876DAgM27i4J5d8FwT337uRazXqrANDUUynUcN3HHzzdLvfexLX0FPgHNDMJJQicX9ZvsAkGcNwWvuGSSysJen/eUzz33PY/Ul542/1SW/rM3vX9oXhcDqX//1B6XQUYbVygtUIIEgxS1karIA5QbEqTCnDWEhy+RCFhzCXgmYS9JWb7KVgvCTGB/OAfxRD8vnXkBkyBRGF5qdxeT8QRjZcZnwbKxX8IE/+yDW1srYf2A/3v9H/0mA0l63I5NHsgMVe0AVzyLHJrOUXjRRlXxIEDL8oJRalK/0eOPf8/8Dlk7IdpJjWOQ6KvmTgUMycZek56BhDkBWHnrK52uLJSmNKyVqERPf/OZTWFpcQaEwBmfgoFAoYOXyokxsFhcXsLFRDmwWCPr10Gw25KXygCewOjszgxl+zk5KwcuNiNdbiiMC0zx0NQVGSGkmUjamMLbxf/3JH6G4d1agmcF6HZeOHkd0SLdGFbCi2AQa+pQbacoQnNBfxDSFdaP7EZCwx0JIWGfb2KBS7AZWAD0MEZnKoZ0AvJSOa+jt6PRQW1pF3s7gzHdeQLFrYCxeUAy5bh81p4XUjbMYOzCHJ779HUxMz2ByxzTOHj+NQbmG4lhGfFfPPXcW9XNlTNEKwI+gKxNUys1iePePvAv3vvkeYRqFHnTS0BHMp69ukJob3hsp1gJwWgpqKXjVM8PnhBM2BcQq2YxqUm2ZXIbFfSjLFIlaIA8Q9muwPvg8kKGqLCNsuYd8dvj1fKZCY6ztTYMAUmJ/oUKu2BDz+9HUO2xiBWAVhodaj294/ZuvegsisLrz2juAZApePCkAKaUwlOd7jXWg31AyfTaqIwVAEtBTd57NJ/1004Cdh7gjOn343lD8yyRSRLz/uE4ScMkgmM4hktDgNxz49T50twu/25G0UgiTgwsxBDhfsj0ryE6eOSUeVEuYTX0QrsHfRy3FGJDK2YcWIdtuiEh/pMJW5uZFAhypNsVvaTTsQB8xqmn7h3qOhS0YodeYCoDRuLdR1uRxWKN2s60PAr1MNFUJ8Dqfj01rge9mUoZfp8BRuaOBQ+CVtzB8bwEuJ9SrALhVFMot8X0Q7GWbhvimCluVa9bV0RWQivuXDS0RxSve/Sbc/OPvwgZ3C2cgP51hQTTx59R9IEWtAkMJpgnDQfZE2Ymk6aC3PgsL/ioBIoEtgMhyQ19c2VgVw1TdKQ15WgEE8lr1t8qOwKAVrzRLGnJkDALoMtFUGmvlrWlrOmyf/47ssggMvr7NgySwyJAWBvLaxdLjJSDh1vVVgL2HiKuAFIYGNL0haqM+/h4r0qzdYkzgNj+NPAGxCKf+TDHuogsT646Pi9E+PvCX70U8W8UfjL0We6IHkKAnL/+tDPD4ptmMhfdKvd9NQzuR17M78KDRBoMyaJc/h+cHGZkMwOKFNhGJ0WP16n2U/+wvfneTUR8Wh7JnBMx8tSfy2VADSEkG5gCA4IIMKUI2q9Kc8M/COiBkjnGtOCPKwZzNM6vZqKPdbKHfVh7l9McaGx/HWGlc9rOu10erVZdzj/5Xn/rHL+Lo06dlYJHQDZgwMSQKGiVDuo89k+OYSxuYKKUxP52HbdIHkteIUmA1GmWQQDhgVENHRXkPwdVQ8k9JeJ8N24g+n0pqyP2XXuYjz1R2Np4Dh/JaPQLHBdo9F2YyI36n5Uodl9cauPX2e/Brv/pbAoSur6ygyybaNOHqivlqaJSTEhiHeMXR41GnBN33JbSF11HJfreuK5sO7us8+9mYhHWMBKjJsDhgzAf7Pt+bHjU2fVT592xMwiEdr3X4/dm8CBtEgioILHqIJSzUGxV84VOfwgtPPy32O5OTOcztnEdxfFZk/wSAlHCI9kzKbqm8sYrLiwvodxnopx5pqTnowWeTJZtSNlEEKALpPJ8XBmROz+/EkVfcCdcz4TtD9NoNldJrWFITiZWJoWwBeH34jAjz0oxj6Hhot7pweEZxrYwS8qxaJoFcDvyHAlyxVqOCSYLkOMQg+31En8Au0oWsvBdeY/GcpX+opLi7EojDwSVfuzDqAkdrTzMwohR9xBCbKOr9IYamg3yyEAS3eVI3UCFBVtfJ44+j16HiRH2EqhaCvMPRQIgCZE+urKxh8dICzp+7gC9/4+XJCP/irz8EQ4tJ8AZtcDRDg0crEp0sXgNRUu69ITbWV1BZq8JwgUF9Ccee/Bps3VFArADkPjJxA3E7iVxpHIaVxmNPPoVypYa5qTGkknEYcXoOGuhzrZATp+uo9gfYWGtibNcu3PfT/wb9QQTLZ5/E4pc/iqdOnMN614Gdzihf+z59iVkTUYaryADKE5I1rEpsDskWYW3D5yZcJ6FSKPS8k7Ae7t+i6BqKbz5rPZ4nv3HfK7Fjns8OE8IpcSVPXMPU7BJqNRsjdw6O76PcbuLTXz6Kp04sImab6HVYB+uIRYeYzyTxw2+6Ebum8khZOlLJCibmz2I4yGLtwkE4bgGu1oLvmlKTDGnr1W7DcXv41vkGPvnUOXiWLRY+Phm1g7awnuUkDawNZBAc+sYGDCnZv4iVEpqSM3kIzYnA8ZPADdfBo/y10RX22dbxEtYDityhfDu2eqFN1ZWAiUEIT8CyZN3EzkUGsmGtxdfJwbhhwzdVLSTIN++VmYadyOBt107i1VOGBJDGfBsDnbLvCLSNC1h58ik4rTWUSrZ42Tv6ECZVQDCQTGaQpIe9sMrVWZ22M8gUphEbn8Pz61UsNtvQeX6SfOEMEDG5F9Mn1xMGXuiFHD4nBKtU4BfPT6WM5HNDcHgw9LC6uoHZiZzqdiRglaAdLTgtLK8sI2aYmCgWN5lqtKLj2fjsyXPydYVcWkIoLy+voVmt4dDhwwLePvfMM9i/d5/U9p/7/Odp4IyNahWL504LsJvJ5OV5XFy4cGWB98/6/1uu3Y/ucIg+zyvPk2ENK6V8IS/kJLLCS+kE5ktZHNozi7nxMRk8d9t1ATd5jYURaNvI5meE8MF+rN1tobq2KiFfDJlkdd8b+WgNXHSGvjD9FpbXcLnWFkCc4OyoN1IJ7b6LeMKWMDNbG+Hdb38T3nzXrdD8Hpwu+wbW80MZBHb6LsrNAZ47fhYPP3sa0YglnqZWTINtRWGbNiZmxnH69Dl8++gLiMYzGGgxNIYjxHNF5MYmkC+OIUoPVJ7noiaMIRmPS19MD2L+HEWI6qB6+SJiQwd+o4lhow4rGYej+WIRGMMQ1+yYQsrwhcHIM5/XcsCedcTnzBVbtHTchjUaoOUP5HywoiYsIy7Pikd7Ng5fpX5w5JxhWBh/drlcERJXPBbB7pkJ7JgqImmQiMAag/XdCK1GE86AnbqBVtfF8ZMXsLRSlb9XNlWeAOWieo0YmJiagGHq2LFrFraUkyMYiSQsw0JtvYw6SVkOA+QiyGayEgSnRxkKRWIDwxx5throtwjmOnDMKNbcAXoacN+9b8Ubbn81sskkrHgKhp1Cb6Dh9NkFPP7ki/jqE4uIelWMZTxcunAcTz11FJ7PoMMECoWU9NorK00cOPwq3HHX3bCiHoaOj56bBtkcVDGm9TpMNCUw0Ij5MGMOYpERTOJKOusLDnC4zDnkdsR7lltX3LRgkSUeqIyUQZran9hTC2GKQGuQR9Jut9CsNVBp97FYbePkpSW4moZ43ITljnDtrmlcc+0efO7L38Cl5aa8h3zaQMbvYu++fWiPdHzukaPogbYzipymeiyqclQdJ0NiEtXohx2JSZ9F9q2njWBaOpYWVv5Za/r/L//oe4zVK+50CKz+2Z/9SQACbbFVxPCc0waClbGYgKks2lnYrK+vY4zmy+LzRGmXClZgEblR2ZCDm2CgJAzTH4Y2ATzU2azzASUj4twxuJ0KzIgnU4T8+C6M79gn08BzZy/iQx/4K9TrLYxPjON3f/e3kKVkjgE7ZMsFBQN/FRl84K+k2IUK5CALRiT1sm58KdRVyiCbDbGqDjw0wpAgxfoQ5hx7PYO+VLQdUGDPdkyezbBAq0GhFF5WphuysPv0p+7HP3z0k+KREkoWc5mkSK5YPAjgRqmrYciGHU7lmc5IFq2k4lH+EItIA0UbgvGJCUxPTQlIW5oYQyqTQjyZVNYIvA8RHRfOX8Af/ul/wdzhvZJ82VhcQ2+tLiAQiycWKkznZCNKjxmJbGGRx99FeRAPpNlIxhOwYwHrMgBWQ5BRgNWhgw4cRCey6KR0uKkIDhw4iP6wj+rCMsbTRZx66jmkGhom7YJ8f7c3QNVpIXPTHKau3SXAaq5YwuTOGVw4cQa9clUkoFMzc7jw/Fk0zpTFYzWpGwKsMryK4MgPv+cH8fZ33Cf39iX3Ru3GmwxT/h2vJxknnP4xXIWFfZjCGjIpLCtkVAfSsoAN2eko6whVGCvJKn+fzqQCpmYQRiAhKSFYwQ0+LqCCAlaDcILACiB8vXxeZM2E8GXgmyaS1s1AK9WIsDEMAdzXvubqZcIKWL0TSCTgJROAGVfeRf0hQBuNfhMgU/NKYDVIyNTJFIpnAEvifuANO8pflaxOSVRk08+DMwk3kQMIrNoa3GoPaJKh2oXW74g/jQT48GuF0fdSMFIBquHndmCVqE8IPpJ2SWCVJuaKhQCdRbYDvTeCH7MQmZ2TQkqvNoBeEy6ZsizEN/c+gWcCoIBsQ/qMBcbo/lA8j3R3C1gNn3sBRl82sKrel/rJV35sAavyugTTDBir8r4DXzS1WmVizvAq24wgZVlIxZOgzSAHJa2ugcbQhptJ4Ib33ovXvPONWBRrEcr41PNLJpOwP9lsGBHxLSSWS7kvgWIWUSwyxMswYLKqx9cXpqkAqAKsqsGZeFgKe1X5FvL1ppPFwCCBz7lKrhbsUIBV5clq8WeRVM/hQRjywck2wT5+Br6tQlbm9+XXSeiMkqlaDOQSsTBgbo9G3nZ5henPn+3Tb0mNCwjNEsg96XbxDXcVZWOEu7Vx3OylkdOiGAne2EUbJlY8H2f8Gj745z+HyfEBfi9/G3ZErxGZowCr5MyI16oKEdx6xAJ1hHh7Ecxhk0gwlV05ffIoMeO+MVChadxjYnFECazecvU+yn/657/zkqn7ph82z6cgpCxs7FUSdeiPqWTQBM9D/9UYnwmxplF+h/zg+cpGjwEYlUpZZFr0hu51lB/bgCE3AVsxEU+iVKLf3AQmpicQT5iiKuFu1+wO8KWvPYonHn8aXtdBOqZAXY+2CZ4PO2JgV8lCMRvHRCmJfNpCwgrCJANJq2KjBkNFWv6EJC75vQq4keGvWPqo55N+1/TE5lMqclAyTRn241BhQsarJlJEBnp4moZkOoPxyXm88uY78Krvew2MWBLtjZqcj3zoY3FLzlxRrHRc5S9qRuVTMyKSiMwH1o4ZQfq68mbndeV+QjkbrykbttBTUOosspICeXx4Vsh5QCCTXnIBiMDhXQis8u9DiX7ox8o6xjANYZrzDClXN/Dggw/gxDNPo5BIwiezxIpgbHwCs/O7Ja3XZ2AfgQqeSxFdgFVuDGQurSwvgiC6vKbAX5W1nkXf+RhPBe5LUbn2/JWJ3Jl0HkduuROaSU99F10yP11dmlOyatTQUQEnyoOfrCEPNgEqCZNSPuUcxI/6KrxIDb1lpKKGqqLUoXJJQyJpC1PQ9Rxhxpo2PWcJYDvio8gthICcN3IEsKWVA6WkPI/E359DWY/DBx0jYwDH55qwEImO4HRbYmfV7XVU3RSwiHWfbKjBZh0iwCDvV8Cw4trhvaIdwsULF7C4sIT/96P/+LL6rQ998IMq7d7gM2LA42C478j7jCZTGNGOx/NQXbmM5cVlGLqBUbeCpx7+IqK+khYTYOJg2ekzoEdDJGYjnkpjaXkNG5V6cAbI9gSHahvuUYGShEM4Xc4lB4fv+hFY6Rl0T38V6f5lXNhoYLXdlwZXtupAtSGjxIAFFD6bvNfKlzgcHiqCguxPQe3D50LJRW3pF6hqU0FoymtR1FyBpcDbXzGOvdNxFBNpyc90fQNWsosD+4+jXjPRrO5Gp5lBpdXGixfX8KVvnsNqRwVNMaQsOuxj1gZu3jOB+95axPzOEdLZZSQs7hVprC3MYHn5MDydrOwhhn1P7vmg05ZwoaOXanjwxRVAlHkOhn3F5KU38XZCRgiyigWaqP/UPqVsABQrj+8xoScwNDLo7tmFPu9powXN5WBYDevYR4VkD1o0qSA/xeLnbzdtrQJ4IkjkUeuGN0cue1BziOqHNk4R6ARWI/SrVAFcOoOtLIb9JHHb3iLeeqAI0+tBH0XFNofneRw6aueOoXXiKOLRrtiLDCnFl5rEFN9EAplyREotoYnPZSpVQHJ8DpeHwMlKA10J9RvK3qdUQLR2Ixiv7rXUJ+xfpCfl2UUSA6+dCuWTa6hF0en2sHR5DbvnJ6VWkIFmYClFy4OFxSV5lqbGS7JWpLaTYYOO4+cXMDuWRSpBmwcd9XobjWoVu3bulJ+1vLQkQc20fnnokYeRKRSxtrGB86eOC8icyxVlgL22svSy1veN1+xGpV6X68/1J4pMTSWpJ+KWKMSmCjnsmMhh99QYitkUYp6PQb8toCuH0uwFSRSxkwWxcOn1eT53xIO4327L2cfQYmYmDPWohI2tVKq4tLyKhfWmsFZZW0c8HeVKRXpxI2rBhodDc5O47/W3Y/dsEabJeo6BnDzHelID1Fp9VBp9nFtcwxPPncJgqIDRPtUrvQ5SiQxmJwrSE5Mlu1xtAYk0osk0kmPjiNpJRPjMcYDC/Wc0wpAWIM5A2K7pTEYGgCrkWodl6HDqNSweO4ZBrSL9CNccz1aG5s2O5TBVSAEyCOPZxJUygOd46FA8FIlhbnIM87kEWBFwP+TQz0ME/ZEUxwKwGomUPI+tZgvlShmNVkPY2KxzTIOBpy5iuoeUGUEiTpuGmHiAK99n1gZR1LpDnDx7ERvVppzVtAcsFvKCixAoXF6tIJ1No9mo4MYjhzBdymJ9bVH2XsOwEKFdkmmJwpXqPN5bLcKahlYHfRkosJZpt7sY9juIWBZaER99K4Kd+/bj7W96K3ZMTsrQS6zEoiTQ2YhZCeb94iuPPo9HvvYwli5ewulTx6UmLZbyiMeSylolbqM0MQ4zMwEjOQNHL8GLFjFEEhHdhEWrHmcV/dolmA7XmItcKoJc3EcmRn6wD4vqLPZXxE54XwWbUd7O3BdCGgv/TqlHR6pnFMIZVU5UNnlSj9RrHTQHQ5xdLuPCahlWMoGxUkGUZjfum8fEdB7f+NazOHl2GelUCvt3TmLXeAYzs3N46PHv4AuPPYcI7fBEScprovZDqXfFb3UoALBY+sggk/UwAVeeoz7qZUV++t6HugLfA1aveBJCYPVjH/uIukDbAMSwiFfgofIiZdHLQrXfp29nQtgGLHbka3VdJlTr5Q1hCKoEWPU9OUkRGRsTGJMp8ftrVVexunAG7qiHXHEKUzv2w4/aIim4ePYi/uqDfyMH5ezsDH7rd35TmFYECHjYKs9CNQ1WUr+BbMgiZQ3YS/RjkoR11hJRFm2qgCe7UGSuBBJEWq8mInyfNAeXUBxOuERWZqr3cIX3E+XZYS+/nbVKAIwphh//2Kdw/6cfEOPp0F6APjSb03mBOVSgRTjRpsWBkkwp1iU3c/4cFXDF10wJEj1JDJgJykMyyBcLmJqexOT0FKanp7Fw8QI+/ulPIDtRxMblFUQcyjOUdyfBD+5eZB3yfblDVZzyOqiiVsm1CHrxOpB9JOnawXR9U8LOa+4M0PEH0Isp9DJRuJkorjlwCAN3gPL5RcyUJnHqqRdgrvUxmSzJ93B7DiqDBrI3zWH2hn34xpPfgp1MYW7vDlw4dQ6d1Q0xSJ+ancPFY+fROrWBiWQO6SjZBV3U6gwVAn7wXd+Pd/3QDwQMEnWfpEAK/BxDsJvvmc0QAQGCH7z33JyVIbVivklgWdSQSSivP58LJbGkFD94XoImSvy8olGkmN4cFGXhGuFBJMFr0AVUZWMb5NkGjaq6z8JqDqwFhH0cMIpCye7mVD5gLHENsfEOGUx33H7XVe/lBFZ3HLoTfiIOJOOAFReGlT8Ywm814fdaAqwS9GSttMlYlevKEaMDJHLwE0VJ8fSHTRWg4AWSZjZFAbA6SmShzRbpCw630kGkzeCqFsDAnkC6KV5AnLAq6HnLhHPbOxMLgE1pZuC9KocfiwKCGgZ8rmkyVunxRnkgvVxTGUSmZuEyLKvegEa/1GH3CmA19OPke6WFARkbgWcg7w+N8sV+QYVivRRY5RRbhfL98xmrW29sC1gNfNH4V4p6G/yj/z6wumlRIkCeBisKZBMmcokYsgyJSNODCOj0o3hhKYLB/ARe9+vvwt5rr8VCpyGgRBhGoNJO6S4kLbM0BfS+FLlNwEajb6PsS9w7BUxRXRtZp/x6/hnXCL+I14dyfX7K9ybQGc9JiAwZEiH7Vi6z8FjUr9GIiN0k0VVIi2RF6FEkdB+mPBvq+wvjKbCB4DUnq89kMIUekbRwgr32FZYK26+4HAeBjQ2vNQs5vs6G62PBbeOL+irWoyO82Z/ATcggw7PBHfplElwAACAASURBVIkVwILv4nn3Mv7qP/9rHN5r4XdTt2La2CsBA4iw4VPNovgybn9+gxums0CnzFoYfcpzFQxeCNhczqgnoYtkCMWsJEw7Af3Wd171Gn//f/m3Cgy9IvhFJN7BfhPuPaG9CRkcBKQIqJMFoT6jIm0O9yHede4/DL5YubyMSrksfpk8K/jJoptAPBkSoYcp/5wgCr3VS/kCZuemMTU9IeoIPg+Ndhff+OYzeOirj0LvD+U5Vux0xWTOmkAhY4vMsZC2kUly8Ehfw9CDOQikEh91Ft88J9U5TvCHMn0BX6WJpK8eGY7Ko5X+e3y2mUxMb/h+n97W9AdVzFcCbwxf2Lf/IH72Z9+HAwevR7PdQafTRcI3odNv1GRTE4WhR4T1iI7Kqe8NOxhoI2TH8ojaMfTJauvRV9QUEDRkpfL6S2q948jQj/9P8E3CEwIfcdkWtrHbJKQnWAP8uhBYDdOzQ0UFf0ZoBUDJbyadRLvewB/98f+DLz/4OeyaHMeeuXnYmZysqYhuYMf8LuzYOYtsMSMNTzjcEcCWTbpti1ffwsJFCS6lN6EEpzAxmixThlkIU55BmkE6OlVEWgyv+L7XIpkqiA1Gp1GRhslKUG4cnNmSmE4ZfqDWJYuV9YiokVTgj/jj9wmqEWRVlg6iWvVUDUXWdzSqrJ/4z22b3ui6SF+pBKrVyiiX11GtlsX/t9cjk2ig7h3P9gCo4lHH5GE7FkfMjtJ5Wbz4vKgrjFupM3hiBOA475EkOAd7XsjM5FlNHzyCu7wfaljqC5B79sxZ/OF//eurXt/8gj//wIdhWRpGvQq65cvwW3XYHmAkx2HO7ISbL8gz31peweKlS3B9HaNBG1+6/xNot2oCFimvYa4bNeCjNZR4qAYE+017kIBMwH2ToL58SC1A6xkNycIkMskkcpEm7F4PF8oNrPccGc5zv9M1I9gTwzrakOclZJzyvJX6JxjcbJIWhIWs/jxcNyFjntc3ZLRuDdQ9JCNd7CylcGBqFtOTOnLJEXbsqmI8fwZ2gsnUFjqNCJrtIc4txPDRB2v45tkIzIwBz3cwbvn4vj1DzJjAXXdHsWsvbTNcuANL2Jp9J4qTx65Du1UQpRuZc0OHoUJtOIMonrvcxCPnqqAg2pXU7BFiGq0r1LBAseS3lD3cp6iG44fkO/D84F41cgWQjkcSGMUyqE2Mo08LNdZlDF4SoDAYCocLhmobDvWEABAEP25T0QmoKpRYfm9V90hdKl8TfJKxbZBuR1BVfT+NZxuf81gSmpXEobkS3v3KOWR0WhDQf1INDCN6At6ggtrRxzCsLiCdicLivUumETFMCQemNyRrDO7C3MNiURtpO41kZgxOuogXyg1UWNuJ/ZzyCZU+ThSIJDcof/Vw/1Q1B61nRlLBEKgRVn7MRrc3wKlT57Bn94yEZqn3rzot1m0XLl0Ucsv0xJiyVAh1SZ6GF06fx/xEHqmECTpIkiBD9rH6R+qcb/d60t+uV8qyN1K+3CivolarI5nOIm7GcPHMqZe1vm9/1RGsrK1LPgNDpAgmMbAnnaLHpAkromMyn8JkLoGpfAbZZBxx1sC8RvQENijDJhnIgB9LbBtUuOi22+i2O9KXy0DdNKGZFtqOI8nuiyvrWNjootp3JE+BYUEEVhvtBnSYSHpD3HxgN975htsxO5VDlNYsDNQduWIJ2Op0sFFto1zvQTfi+Pq3nsXSchVGKo1qoybMfTMWRylpiUoxWRrDqaUVeCTw5IvQyMzWjU1PdLHbiMWk32226kKQoW0dQ5BC79d4JoWo62Ll9EmsnT0Nw3cksI9hbJTvxw0IuEoWsTx9Lge3BPYMVAY+1rsD7N85g4MzeSToaey5aPL8d1wk0wUkufZ5H2i67AO1Rk36RGIZPM8jZPY6PEdoP+hLDU0iFJ0kkuwzSYjpDTBwgVq3j8W1DXQHSplx7eGD2LcvqCPh4/ljZ3D82Avibb5rehx33XYTWtV1bFRr4oGcy+aRy+bkOedriFlkf6pBU6VSQ7NN5QsVMA7SGRODiIaaO8D4rnm85jWvwU0HrkXStqWOIr4g9hf0t2WAWCIBRBM4fXYFH/+HB3H/Zx8U1XEyQY9iB/lMATNT04hnS+hpRdT6RbhGEa4ek7PYjmkYtJZx8eSTqK2fhzEoIxHXMVawMJY2sXOihB1TkzBGraCfUpNwtTRVj031QRg4KgO0ERUPZPYqsJPXjJ8kpVUqVVTrPXRGGk5cWka53UV+bAxHrj+MOEbYMZZCvbyCRquLC4vr0v/vmZ/CjYd3I5HI4rMPPoxHnzsntni0fBCbyDCwLFR1cU/hWSSBvIETnfyGwjID6ytrL2uN/0v9ou8Bq1fc2U2P1U9/XJ0fge+VsCSkKXNlI+HvwyKBTAsyV+WIlpAqNu2BF5gekWRgHqQK1FTyHn69BGPRXLtQkObYIFXKo6yjL/J5j+m0rgbTNvDM0efxNx/+e/FHuf766/Dbv/Pv4DhK4sXCmx88cEOZnZhTS9iUCluSIkTSSiWiUlYGmwiZhMoUU/Q3Ariqqj6QbQcLObwWIYMjLPzC6zOir6v41AWfwbSdAVL0rfq7j3wUD3z2i4gZ9G5locjXtOXXSKA0LCr5s0LGhsj8A9BP2ScFzKegbRfggyCJTFG4nYdefb6wipkMOaCUmawj11e+LNzEBAxRkiMFomrSXPB1UQ5JZi7lOJx2c3JMMkjMtOVwDxuJULpFRgqB7C6B1Vwc/ZyJUTaKg4cOo+8OsHLmInZOzOLs0ReByy1MJ0rCfvJomj5oCGN1/qZr8PXHnxRz8j0H9+Hi6fNoLq9icqaImZ27sPDiRVSfW8JkMotU1JTmvVpvSGHwjnfeh/e8e8trNGxAw2sXAq0hEKxYNmy8uXkroD3kDcrGTSZVSwWKSfJfAJpCs4LnLAhWCAtWSqsDwCJspoR1FngBcroqssZA+q2ArC3LiHBdKD85NRzgR/i6Q/aRMJsGLLLUJ3/W6+++epmwMFYP3wXPtoBUAiDLiCxzSpKb/xNgVXzwSCcbqrCeZBESCElgVdJkaKcRSLPF7D0ON5GHNluCHvXgVjuINgms1gXcpA8tZdDCcN0s8rdk8mp8EdaxSjYvjA/xWg03LjJN4vD5gIoPLgt8MgCHKiirUERkfBJuZwi/3QS6TWhkzPK1bpbR4ZqSXUQJ9UUqp2SSkoq+zeZAPSsBa50H8f8ysBr6ooUN60uBVdVZhJ6GirG6HVjlqrdMHaVMAlnLQMaMYCKXRSZtw0wmcWHZQ/ngLtz2sz+MRK6Amhv4/wnYFECkHBrxseSwgIWLyGRV+B8ZE/RGkrCYYO3IJaI0Jwy1CvxT6cHNJ8AiMEqGl+xJBFazAh5RQjqil1YQNEcmqgRc8b+6C4duUfKaNMZ1SYDWpM64EfW91J7uCwjEV0DBOL1aDUqINB1xCcNSDFa1iLY/RS897PgMCcFZksUpWoxiBB+XRm08EFlDQx/hTm0Sr/ItTMAUP7LzGOFb7in86X/8edx1wzR+y7oFY+YOKWx1TQGrbDLlOl1hmyIvh1ImGdrxmSfI6sGlb7aAbh10HaZuD2DELCTSWSQSaeivfs9V11//+U9+4yXehCGIyr1NQNDN5l41+dJbM5RQQuBUWjzBKBbeZMeo0CNfBm8E/+jNWS2XJcSSEzreG8q0CB4K69L1hEnCQl9kmRIIFJNE2WwujdnZacztnIWdSoj3lqPp+MrXvo7PffqrSOgxZOMM7uJZ5sLUDKSsKAppE9m4gaQVlSJfZxMZ1CgEqggKSSgR2egCVjBEjIwXFZpDdkNX0r/pzzaQ5qPVYw3hoEffawmE574VlcCeWEwXGf+hAzfiZ977C5if2yee6Or6kLkQkwGSmEsMR4iONDnT4DDQzodneBhGRnD0ETLjRcX4DbzfQ7AoBIlIHeGeLqGegUqBv9Lbm/eCfxcyiMU73nFAz9RQzcCmk79ng5dO0yNc+RPy31Kqyg8raUoy94f+4gP4D//h99BqVZGIaLj+4CHM7zuAVn+Ieq0u1z6Xz+LON7wOBw4eQK/blgG2sAZNG/FkColUQqTt506dxsryEuJsdOjTPuAQmGw3JozzeYri+IvHsLy0gNfefiuuvelOjM3uFZK20+/AcVXNQTYlB5lkI3IbD6yexXO42+1g0CM7tI0mvf86LXGVZnscvn+px2RTVLZPfG5Tcg9V8FeluoGzp09LsKnDRHAO5AkIkmVrGXJv6EdH9pqEwvD8ohUISTSajoRuw8/YGMFBsjFAg57WMvimOops5K1zm0hFWBurNG0GjdAegqogZS3EP6cPLO/3z/3yb171+uYXfPAD/w2dtSW0lhgacwljKRPFAuW0BYzGdiK2Yw90M47W6gYunD2P9nDIsSH+8eMfxerauoQY+QTTZMjDsRr3gWDAH+y1PJfFNlqOPOWzraolX6wvlG99TELOrtk1h1Z5Demoj+VmH2sMupJSh8Aqn1X1taGPHn+/XeofDnzCgZAAuAFzNQTR+FxLzR1cb9VvbFlwyfePJTHqtGBpPvbP2LjrJuDOm9aQSHVFttnvGBLMGU9G8OwLwEcfBB58MYaRIbMx7M6P8J57XMynPWSywPQOIJO14Iz6sM0JaBEb66sZXDwxi343Dl8nuN+D53YxGup4brGNR85uoM0AJ6kb1NUdOIpIEe7F2wkYPC8E7JMhc6iI48yN3oxDjOJ5YG4OLuslskTpSy/AqiTsBGddiIYTJQlCCTlYEwYqBxuBKieot6T/YG3jqJ9Hlj5ZelrMhEEiAMkWtDmiGjC0OiMFOF7A7t078NOv3o/xGNUlyvdU9R605vDh1su48Ngj0EdlzBdtxBmyY9jiS0gJeIz3McijIGiXSWRhmyloqQKWHOBSdwDLYrAXg8qAWq2JqElf9MDmR9jq6nXzHBVLG+53AjRTqUCQ1xC7sLNnzmP37nlZg8RCVO/JMjKCcxfOSyL75FgxsMlR7Gx+36dfOI3p8QwycRO9oYsIB/hkHnY6Uu3weSVIIz6dzKQYesJinSzmsLq2JgNDKhSOPvH4y1rft9/2SiwtLsHpO2oIwXtlxJBJpaSvS5lRjGVs5BMxlFIJpBNxAQ9JGmEtZ8XI6uP9oHUHiQLKI5kDL6WOYJ0ckEm4d9ODedBDvdlApdHBmeUOzqytozXSkUyk0Go0sLaxCjtGn00PN+6axlteczPmZvKIWqT1MXl+iO5ggEazg9VyA2cvLOOaQ9fj6LMM4TqHaCqLRr+Ly6vr8N0odM+BbpkYm9+J4s6diKYzICwsMvHAF502f/TDJsGBCo5UKike3QRv2VcxRJB7cF+LIp9KIuL0cP6FZ9AtrwmzlsMx7nD9bh1jmSTScUuCnUStqg2Fmd3V47hYq2NqLIvvu2YOWddFvd1GczRCn1CynUIilkC9WkXfaW+eqTIUoS0BQ6kCO0KuIa5zGY5S7eEOkTSjAq6SLVtrtiSxvjt0YTG0Op1GLp+RejsWjWJ6egrp7Dgq62U8/53v4MwLz+Ktr78DpbSFereLJsFZDuug6hOe81SvRDUqTGm1xGA7pdyxrATMdAKrrTpcK4rrbzqCe+66G7YWFQZ5NpdXKln6lMdi8iv/n0xdGEmMPBsf+8QX8bcf+QzOnFlANNbD1BQ9UfMYelkMo/PwrWnoJtXIjgzBe/VLePGpL2P54rPQvS6iBnEe2u/RHhIYz6Vw3aGDuOXIXvijgRDzfGIMWkRUKQy5Yng59zeubTlrODB3ieXogmvwvlNFw/OTVnnNgYZq28GJi5fR9TSxn3rD61+LiNPBdN7GhePHZBjMXq3RqMOIaDi0fxdajR6ePnYax5fWUO27QIQD72BfIf4hKgplS6Y8mMma15RFnJBTIjIYXtv4nhXA9k3ue8DqFVv+FrD6DwpQCqT7YUHAaYxidRJM2mKJshiVhRBIpRXopsAAHoji7/VdnkJbIIySeahpQNQIpT1BGp/u46lvHcUnPv4Z8Qx969vegl/+5V9CtboR+GpxyhFOtoMUa2GqeLJZKLBrKyxIVYnctVWRw9+TTaDYGcF03Kb8TCW7E6QViaswEAPmyBUCXm4c2z1Ww6aakx4rZuFv/+aj+MxnHpDAKJGyiP/sFpg6ZKEfBEIQ7CBYKa9bmKnq/+X32+7Xdk4U5Ry8vopNoL5OGnl+jbCQNNgM3iKjSJSqnEIamJmaELZwMm7Kpt+u11Fr1zH06XAXhcswnyDAJgRVxUMtsFbgayDDhNd/QGp/NoZhgdJjAweuv05A9aVTZ7Fzch4Lz5+Ge6mGyXhRNkgyVhujDjI3zWLupv34+mNPiuH83sP7cenMedQWlzE2U8DuvfuweHIRG9++gPFkBilO5X1fDijKA97ylnvw4z/xo5swXFi48meILDmQvoaAa/h+BAyQVGUV1kMQSRjQwnoeBv7CaiDABtHlZD4EPYP7EDb221m80iywYhEZpS8HJ4sbgnXSdNITqNveBGxZNMlhxiY9aMpesklR4syJMp9H+hH7NFFn8vQQr7vrnqsu2gis7rr+bnhmDGB6pMVoIB0eu8huC35fMVa/22OV64XAqgM/XYCeKKml5DSFLeDTmzBgBEiKZpTNaBHaZAnQR/CqHeiNjgCr2qgvASlSNfM9fxewGqBim08810vgXxmSOtUTDl1niBYZFqYKHHId9doJrI6XEClMKGCVvoCdBuB0oNGn8QohvuJDBisskJrLHiFJqGTyUGq25bEqa1isAP4XGasBwykE96Ub3YKUVVcbAKtb1gjqdQp45NMnNYJCJoGcbSBnGpjMZ5BLElhlU2Oge/0rMHPPvdBsH71gPbAHEXJM8JYkbCrwO2UDHrLy+TSLY2IAgoZ7kJreKkltQH5XzV4QYsXBjWKs+mIFIKuC9beEIKqmWTkZMTFb2Y84auUo6xX4iGsRFH0dKZHgqMAs1dare8XvqWBoxXwlwCqSv20bZbgXB4jAFhc4sCAQ/oqABxF4ZKa7Hi75PTyEdXR14BYtg+u1POIjYAlDPOE9i/f/+5/HO+44iN/QbkHGmodh64rxy+Y0olhsW/dQnRnytDJkRLyaPBWUQ4kTA4y6HfFGq3cb4qvH4IVsrohMKo/I3T911Wv8P/3xrwfeqer8CH++XL/QF3wbW17AksDzUylBFbDKfZHKEAkTov9ttytea2SsMkBQAvVGao9lKBFZBbTdYGGswiMdCX0iq0RCGiMG0qkExooFzMxRVTGJTCGLRDYpUusHPv8QHvriN0B3PpOScjaKPv2DPeQSFrIp+lsBphmR0AphBochdkHQjVqXHOBSuuyi5wzR7TEN2cFGR0nOKCkUn9bApzSZsEXKl0ynJOyDTzwl7Xv3HsRr77wXpeIUGtWWvH6eEbRHcC1DGFWMwvX7LrSBL3toxKXE2oUeZ1K0hsaghUyxIAF7m0PebfdAwp7gBn6TykOb+ztZOWxWxY5oG0ivzhcSzLYAVzn7PU+GgbxXPC840AtZgQRcTVPD1x78Ih792iNodlpYLS+j224iZSeQzI5hobyBZnUDutOX/eYHf/yn8brX3y02TfS9t8VTjkASCzXFLGWjsXJ5CcuLi6KmsYSVps46vs6kFcHypbPoNqq4+5q90DPjsCfn0dNjSBQngFhK/Ap9h8GnfZFB8n3XqlUBMCqVVZGuUsLKZ29App7UQdHAUiEq9aKSiZvCKCWgQiWUyfsTnOsMBuVWxHrQZkhYjECnqv9GAxWqJ9ZUUteqwQftCuiRaSbp6RdHgsEjlWVU+l3YYzuDuoJHmEqGV+DHUA0pA7/1UNXC/S30klM2PgT++Ryb+OGf+OWrXt/8gt//uTfCbXWgdbuora4hEjcwMTeDXHYcw0QRsblDiJemJVH51ImTwl6KWSY+/5lP4PylizSZFC9hMUSRJGQFInN/EN6qnDu8x6FBUYDfBVkJDJuht60xGsBIFXHgwDXI9csSOHJho46KM5KBvgw5ZZdXpIUwt4HPB69FOGQIB9gSyhMo2mg/sZ3lKQCgKI1Uv8HfS7hIsJ7EhkxjJgRrpR5S0RHuPOTjB17vYO98D+22B29oyjArndZx5qKPTz6s4YGnDQx8Hfoggr2FPn7i7SMcmrdhpfpIZ02ksvRsVUzsiM64RRsXThSwtljAyDWF0UVyBcGqF5ba+OrxZbGQYblI9jyZjhQrbIGmChiV2jS4+7LG5fprAhpwjbe7A3Q6I3ilSfjFEvR2F/A7EJeOoC4P710IRPDbEYRQ/sGBGifwYhdrADlHt85sDjuFZU1eiwSH6mJrQnapAOI8m4eO+Hz68Qy07Dh2HzmCf/WGI5gwdHRZPfJc43mhSSyNgFmts6dx7OufxVTGR6lAO6gkEsGnDB5lDdCKzIAdTyKdLHAEi6GZxPlKBS+8cBQr5RqufcUtmN9/CMvlspILB+9P3oOo54I4TNpayJ8pko1cA7G6UH7uYr0j90lVDazbTp89I4rJYj4rbEPVc1ElpOPUpWUUUjHErSg6/aEM6NhPieLB86WnJXGGV9iwYqKgW7i4gIN7d0odwTwQkn8e+tznXtb6vu6GQ+h3euh3aFmnzgVuGoV8AUnLQNY2MJayRKWUsW0kbBJpYrDIVI1qYvEU+qJzPasgKht2IgXdtNDpD0SNQW9oWrnRO5W+lOzlyPRdbQJPnjiFc2sVJOJpCQhaX1uVIefBHTO47YZrcP3+OZQKcSXndphHMEK710eZwOy5BZy/tIp3vPMH8eS3nsFXH/+2yK05cKBfudP3ZY0kSyXM7tuPzNg4HI12HLTWCMgWoT2DqAqV9zbrXZ6JHC46Q0fJ4Tkw1VRQEq9Na30F555/FtFBR+pGPsu0SCCbMpeIiwWVePUShDaYQZDFIsH7iIsje2aQiUbRY/ihZQkoTWUEA0f7nRYM3UU2X1DAOu3oIlHE4wn0Bl1Z/6w92CfxfGZtTZUK7WZyKQsp25TzrdXpwrRtzM1OY8+e3bDjtqgpqtUKarWqDIRvPPIKlNI5PPnIQ3A7VZQycamfCfLX2m3UWx0hPIjCYKj8h1Xvz2eVKiFbwuHO16oYwMX8vl2489bbcOuNN8pAgENxqogKhZKA0wQMTfEs597KMERPect6CTz09efwkY88gIsrdSHJDJwRPD2DvpuEkSKLPSWK5bjXwIVjj6J2+QSSJgfqfC20fYyogGzPR71SlbP+4FwBB/btRjppYdjvIsp1J1wDDkiUhY70CAp0kYqfZ3t4fhDf6ZIFPBqi5xu4sLSGCytleBETpbES3nj3a7G2dA4TGQuZaATdZlUCpsm8554TiXpo13qoNrqoOUOcXFxBhXZ1Ehiqwv7ULqms/ThU4YnHZ4d7lxGhLU0CppXGicVjL2uN/0v9ou8Bq/8zYDVg4UkQQwCK8iFjc9ATBoFKhxUZZNCYsdAxOT0J0tI31bth8x6kigiwRtZrhGESASArSeIBy1SqDYY8cMoLPPHYk/jkx+9HZ9DHffe9Db/6a7+CWrWMTru1KRvbbB7pdUaPLN9DqViUgjz0pFQTYTV9Z2OlmDQRMQPvy78bCfOFkoOQ9REyeOTQDQ72K4Ev2dC2Tc6VxUAA2kYNfOiDH8bnP/egMD7Chlsy7YLrSgnjlgyKIAKLRXXR+HN5nZV8NPAXDK63NOvyhnhMbA/PUUb2MvGhPDpKaa6mpN2ajr47lMbrV375lzCVS2FQL6O5fBnV5WXUy+tY7zt4cXkdKwwhEeaZYtsIa0WmnprILjdBX3eEIWWW6RgcAqtZA4dvOCIp0IvHz2DHxBxWTl7A8HwFY3ZeDju/P0LT6yJz4yxmjuzFo098UwGrh/bh4pkLqC1eRmk6j70HDmKJwOo3z2E8kUGS00wNqLfaGPQHuOdNr8fPvPen5PqFLNpNmVRQtYbMlpDpSSsBFdKi0pVjQQhGp92UZiwEIzgwULJ7DQYT7qPRIKxCTaxlWhg0suG9EvaqBGew0OSENaXAeSY301s4AKlCZlIYzCD3nwOBkIHAMjOQPIQNXwj4hmykm191+1XvzcJYve4uePTMTacAym747FCjQn/VQfN/EF6lgFVOJkFgNTUmQBKclhQOApRuyql0aAQ6c0VgnAWzC63WBcgydhrAqK/S0TmAESP5UIa1DbhUT3swwhBHUGWtGqxfJQEjWy4l7AqYilFMKRSlpjqD7SZL0LJFeG3K5/pAuw6NVgSE8LaBpAqiVUWK+r0aW7CpUMBq4J+8mWmvmtCXA6yqYkH9HGExb+otQ8bqPwWs8isDVjOviUzII0jbljBW83ELk5k4pnNJWFkLeVtHf+chTL39HUjnomgN2AOxcQuYleIJoN41n0EKB8SegR5oAoLSZUrBmWJVoqjzATDKfUFdK5ktc18N/k9eV1ATFdMluZZUKQSP+Uu+n7T3bIIIvLIp4mvzXPFNtWgrIInxhFPYkIUvN2AryaUIgGb5+2Bwtm1lbF3v4D1skoNV2J9cUX5/Pt9k7QO44HXwdb8s7JfbtGnMD3W0dBdPeN/G+//9L+JHXv8K/Jp7C5L2DGIWgVVX2UGwJvsuj1V1fXQpGFmkj1RwFYMUugOMOh30WlVsNCvojnowEwnk8iVk03lYb/6Fq17jv/9//xs1Yd/GpJPzMRgOht9wE/ANWBbhGRSCqyK/lkBD5Q/YbLWwsbGhUupdT1QOTEaVxoOKDxkOsmklfqwatE67g3anK9JnSif5L3KpNCbHxzA9NYHieAHZXBbZyQn0NA2f/fQDOProUdj0/ZL9ksF4Huyojlw6AcukLNOXZ4MFsLxm8dpTDLjOyEfbceVndx16Y8kNEZTDplzSjiObychnJp0SxhLlbxJGYaukbrJYJyZmsHvPQcTJuhdoSMeoP4ShqwCqvuHJ86INfbgDyn55TkcRYVgVpwpkb3gD9PwhssWS+KCF59N2sFsUCKPB5l4fgi9kwTBdmsMJTQrgpgAAIABJREFUYf0GYUhyztFTMpClhiBTGHgYBjjS054fPEP4b77x1S/gC5+5HzvndmB65w55Xe1OE51mG5qRwPnVRVw8dxyd9VXYdg6vvfcHMbtjB6bGctg1MwY7xv1X+XISOFehZkp5U95Yw8rKUgCeK2sQ9PuIuz0k3C4yBmu8EvqtKkb9OmLxGOKz+7DkpVDu9tHtMO1YsZ2pKuIZSBBU2fAoqyfWDJZFRqlqfFiLKMsmDgK4D6p4cwWoKMYLv45N5qa1TjDEUoNydX4HJpNbaqqATMB9wIhHoQ9dLDx2AkvPfBv5HWnMvvpmWPEZBVwFAyIF7ikvSO6HfB/84HWXfT5QezEMU233SgHG9/Cj7/3Vq17f/IL3/9j3oSoABQcFI5i0a8okkUnZMBJjiE1di/jMHrRGLk4cO4Fei56XcXz5c/fj5OlT8FlH0Y5FPJ1VzSOqHgFOFVAvtjiK9h+cWepMln2FDwLf3pB+vyauPbQHzkZZhpbn1+uoO2qoz3RyYl+01JKzNBgkhzWN2FIF52sIRPOZlbpI5LSqFg/XjAoL26q/ZL0EobX8PYc9rE1FkgUPHJPcdesAP/HWviSKEx/lKMOIxHD+ooG//XwfXz2mwcyYiLSHuGnnCD/0Ng+7ZmIw7SHiCb4GDr5NRHTW1HEZsPT7Bs6+WEBllZYLUbQ4aBo6uFBz8PCpFbQdyoRpd2ZhNOiLR23IvA1B4fDGS40v1i2sR1UOBRnNne4Qjf4I2vQcHCsOu9bCcFBTw+2A+CJvSsDxcEAYQrWhskbxSKS+UQ1EUO2oGoD3XmBv8UkPeiO55crKinunDHtYryWziBRncc0td+Dn33gDcu4Q3YgpHpKyzbJ+JVjKVPZhB9/89D9g1NvA/gO7YNKqJ5lGKpEKuC3KeohghWYmUMhNwdTIAtfRcvp4/PGH8Oh3nsGdb/sB3H7v29B2aJcylLVFH8nw+en3usrGQ/l2qTUfhDKKXVrMFmUjVQV8TzyX+FwPRh5OnDwh50Ahm1YDnsAmgD3vixcWMJFPIpmIiWSbr5REAO58ZNYpL8gggAw+KvUmKuUKJopZuaZkALsjB5/+iLLVu9qPA9deIwPnXqsjr42B0DxD8sUikqaBUsrCeMZGzo4hYZIJTDVHTOwHCKzSDz983tiPcNAYicQwgo5Ku4vFtXWsblRl+JmwTYwX8sLczWcZLhbB0I/h6YuX8NjTL8rQNG3b2LNjFr1aE4WchTtedS2mSinETTIn+8Ks5c+otdoCrH776RdQrrTxr3/hfXj+2An85d99ElWm0ycsOA6VOzqKe65BaWoKvhFDjxRLXYXZsUZQikIyMgMlXJDDIAFmQlBRMnZ+MKCLVhO8SzJgiwDLZ09h7fxpGBzEsIYkVqh5iDH0kINRxxGv9GI+DzNFa7M0YmYEXruOvtOQSp9BsBJmDNrdDeEOHSRpoSa2HbSboAWOGmRS+cABcrVWF7sgUc/I5h+VgSCtuTIZW/rwfqsr9VMhnxbLPg5zU+mkgNudXgcLlxZlz9w9vweTpRKWzp9AeeUSYrIfq5DXSruDWouYRUjAUv05P7gPMiuE3uZnujXkxgu48cgRvPOeNyEbt7GyvoZEMoa4bSGRyCCXI/kl2A+EmMBQRLK+OcRKw0Ua33jyefzeH38MldoAZrwIXzdhBBZArubCMkYY1C+ifOl5mNoAMYM5LxxgxmS9SW9BW4oRPb37KK+vii/u/Mw4Spmk+Jb7tD0UKS0HQ8p6TQHjaq1FowydVIQ91j9ikcEhmhbD8bMXUOk4krnBvJ9X33Gr1DPGqIsjO3ciG4+g0ab90AiaF4FOX+BhVIIxHUPDequHYy9ewuVyVXoynZ66gUKX9SZ/ajwaQS5Lr/8sirlpaEig2/bwia9/7GqX97/of/89YPWK2xsyVj/4oT8XuYaiXAfm+CI7px+HjxF94VjsRunhEpNCn+AJDy0aVIvUI5SsivyCvmcjKZbDAomyQ5lai0WAKqAoBxMPUVcFanDDjts2vvqVh/HAA19AfzDC97/jPrzvfb+AVruJdqsZTIGVpF8YiMo8UAqTeCIuxQH/nK9NBQ4FAxDV9stCZeFGE2QiNxLcEQQUsTSRYIBQDh4AnQKOhMXcppBcTaE3ZSks7lhIRnR8+K8/jPs/8yXZqCUwhZTyTUBFgclh86+gC7XJvfQj4GmFhdEmgBDAQNtZWoFkVmTW3NRkAs1CNWRM9uR6/eRP/iTuvOVmHH/0S4hWLyPN19frY7HewuOnL+BSz0Pfj8qBwg2O14kSOJH/0/dEGAOhKb+HYUpHr2jBy5nYf/gQBv0eLp4+h5nSBFqX1lA7eRkzVl6kumxE2xggf/0MJo/sxmPfekpYY7sO78PyhQWULy5ibGoMe689iJXzC1h+5DTG4mmk6HUEoNnqCLj/mtfegV/8hZ/fZC8o6r4CoXn4SRMQ3KtQetZq0nBchbLIvQ2+hkUqk4bDZFGR0dBbjl5vBCC3JdWGBxgPeGEdBdJLZYmhJMusZBkuJuzuwJ9WNQIK+FYprsrfRt1/FmSKNcO7Kg0GzeuFpRQkEDOoh4xqADceufmqN2gCq/PX3iOAaiSZgmabIrt1nTb0Tle8gDSnAwwp81VycB52vEZRl9djAD+ZQyQ7JUUmJJiF7FOCq5yqBy/JiAPZIqI5Nh4juI0K0KhLw617DPwgEBtOJjnrUPCc8jINwbFA+s7SXyaIypcrtFKQn8QYzEhS2E9yT7wuNL8PnzLl8TFEc2MYtRyg24HWa8Pv18WHNfRLVY2iYn5CGBdbHyErXLWbbFwUm0nqJbmfbBbVQb/JON2EgrdA4u0rWcC3YOIkQ2ahWCigMlzyEi53xSt5KVtVrXk/SoCYISUmbJHURZFNRZC0NVxTTOHQxBTSmTQu+y003nEvjhx4DezuCGvRISwmXLLBJ0hBSb2EOilgILBuV7dSWIHqz8N3Kj9bpPQvBaLVDeDXq6Yp/Cilx7beTVD8yT8Ng6jk92rH284wVXhv6OiqvsWVV0YJUrceie3fM1yjcndC/4Rt1/UlzFbu9Szag0CHnu6hOurja/oaRo6OfauTyEUtPGk8gg994H342Te9Av97/zYkjFkYZkTsIlx6O/KMFFuKrfcijCqCLmwSuO45aGER2e/D63bgdTro1qtYb1ZQY9KyZaKUTGMylYX+nt++4ln4p//3t//PX9oEJkLlg+wzQaCYAu/Uawou+qZtQ3gsbXq0MvFZfC81CaiqVqqKxc9BqICZKpFZPLpiMWH3K+9qFSLZarextr6OtbU1XF7tottmqrWLsUIeO+cmUCpmkS8VkCkWMTk3gWqngb/7yOdx5vlzKKRM2SvZsDNZl6wc+oQaUTZXTI4luwEKuB0weZ1yVFXAJ1IppFNp5LJZCXskmzObzyBuxZFKphVAF4So+bGoDHjIpKB1z/TcXsTTRcnWM2EgziGRQ6sBFzqZ/lTgGCOww3E7PiI0MFUVEDz6MQtbTcNQH8GJ+EiPFZRfMb8hh3Qi0VQbpfISU3UQ91rKNRPxeCDPVU0TPemE8cvukAMK/tuAYRyCMvyVTB6+76TJEKmYMDSmxkp46jvfwv0f/hgqy2uw0kkcvumI/Eqgbc++vZjbsVMsgBYuXsSJF49JLVQYm5Qk4NnpMYzNpXBm7RTSySQOFK+B5UbQITPZVwMF1jiNXh2XV89Dq9RRaK1B11lj9BDt9cV2YeRGkLWycCobwg7OjY9j2R2iUZxFHzEJ9YhFCFZH4cdSMKIdeK7yW1V11Ta2tYAbWyGj6ixVZ6pI2wPgVKlVeLvIvFS7hwxZBXBV1192P7GSGAmDign10YQFm1Lo5QpOfuVxPPbQo+Id/8YfeTuuP3KDyDiDrWlTEcMag3YYznAgoEuYKaBqEda/fDZ4lgZsQfEIHeLH3vsr//SC/u/8i//jzYfVMSjHpa+YPLGoNMR81u3SPIzJfdDyMzh26hya1bpIeh9++Ct49tmnEQlAX0V/3vKmV9cpHNypH6wuXXAaKgqR2j9Ejk4ZaQQHds/C9DQJXFmutVAXlp8KPWRKtTq4WW8rhY5Isl0q1bhXcD0rIFp53Kq9k4MKI5A0s57nOuH1lR4isDThOlKqMlU7EZgnyUF8lQWGiCGX9fHee+u4cT89xF1ohgdjZGNtbYQHvjHCpx/TMDILyOsVvOt1wF13Kl/VuBGDZRM8YzAnwSqIBQh0G6Y1RGtjDKefLWGjHMPiRhk9x0UincO59QqeXypjoBkwY8oh3Ol3pZciU5reyfS2dbes1DeJFfJcyxBFR2vgoxUrIJ5OoNdYh99ss5sJbnrgWhacbap6DE/HwK5K4/4xUtd7c5gY/LtgyMBnX2U7BFY/2yzNxBeWQNBgKMNG+qt6VhJH7roHP3nf65A3+AzTU1JJ6/VRBCPdE2BvUC3jzHPPYnLPNCbHC+gsr4giKsdQP4LtXLNSpDPslLLkEtLJnPSKVBpsuC6qrR5yE1NIFcfg6TGRwgt4tK3/IqhKBQUHfkPoQpLguJQgd1j3C8jFQQDXofSXXKdDCZDjfsEzQoYykslBqxcd5y6vyyAvblP1SCuAmAxtuqxftwU5CyOZZJVeXxLQmTrOvVlUbqMh/uYv/vJlre891+yEFY1IUj1Zj5VKnXJOsQJIWwZmiylM55NIEUy1LfHSTpmGqC/ZW8oAV9i6vDsM//HAbWtxeQ0nzy+gORjIfk71CGtE7uFklxOczWXSiCfTWO308Y+PPIHLq2XcfsONuGZqHOdPn8TBA3uwf988EnHFSB/0u+LTzAFrtdnCYrmDrz7+HQHJ3/evfh6jQRf/9W8/iieeP4N4vohMcRLpwhi0bEaeSwLlMjARb3wmrwf7fjiml/WsFKVhKpsMVAMPTAHAzLgKZNZ9pOK29Bnnjx1DmyBihASOLqbGihjL5WUQWN5YBfSEgJn0x73jdXcjX8jj6FPfQZeqPdpKxWJIJWyxUOHAiH0gFU2NdlsYjZlcQRieZKGyRiJZiUSujQ3l303gj/2x9JiegwRVN5m04CjtZgPuoAeb9UgijVwmg2KuIFYHbJ1oe0gbHHq1ZpIWKquXYTuKscuOy9Gj2Kg30O0rlaUWeINyUUUtC13fxaW1FcQnSxgrFXHnrbfitbfdgrXly2h1WmLnQUsaVvVkrYY+9LyWDPGj7YItJLmY6MEINH72oWP4j3/43zAc0ouV3rpqP9NGLXh9hmIP5V6323VQJcL9LmrGRb4vBxXxFfbLge1UZX0VnVYd0xMlzEyOo7KxhmGvC5NrjbaTAqbSfjCwsKJFIfcMl88ys2boABdDY+hjYWlJVAGsQ8fHx3DjjTdgYeEsuvUaSnEbrzy8H5mEgV6vLh7rnkf7HwK1BrRYFFY8hVanj6PHTqHebAopSpi2EV3yZSwzilTCQDadFCuIVCKHlctVnDhxDg+feOFlrfF/qV/0PWD1ijsbAqt/8Ae/pxaFSPgVwMMPaQZkg1OnNEFUFhpS+OoKHJTCyTTlIBN/KU58gsN6+4/b7iWpCmDlkcriiJtoCKzGYha++MUH8ZUvfw39/ghvffOb8DM/81MY0DA+YE1KYR2wAFSxpvxkZDrOiUmQnhs2u6oZUQwSboaZzP/H3nuHSXaWV+LnVs5d1TnHmZ6eqBmNwkgiSEgYIZFNtInO6dnFYffB2NgYBxabXWANGFh7bWzAIBCsSCbIgISEhMJocuyZnp7OuXLVrXDvPuf9vq+6piXZHu3vnx8PpaefaXVXVd/67hfe97znPSeJhYV5SQQJrPLvq6q4K5tp8+u2JuiK+aDYpxwfHmxMWOUwJwPAA3zxni/gn//5y/D7CKx64FiUQ9+ECK4AUdlGYAwQmgBXAzY12FdNQEEDlG1qGTQRsar0qMRYKvpV5RzIqhB1YF7/s69Fu5NFMDOL1lhCKPlzG2kcn13BkzMryLla0JmsMbZOsiJKF3kJYmvS8iD3klpDUQulrgjc1hC275xA1a7g4oUL6G/rgr24jpUT0+gNpuCrK6ZyATbarulH5zUjeOjRx8WFd2TfBBanprE2PYuuvl6M79uJxekZzNx/Gh3hOBI+uiE7yOZVe+BNt9yI3/vd326A3w3tVAFWVbvYJhtY6wBLlX+zNasB5jg1SYoY2vI1mxqrnOvKhdnoqZrXG7DWMGDYsmIeTHTb2zsVUCqJnGrLNWxlORDNzxg8aJ1ivt4kzPzeaMEyGOfrTavcjdfdctV7swJWX6IYnqEIEA7A8pE9WoanUIZTyKt2ebJKuRa5xqS905U2V8ex4URa4Ev2oU7GUoFMAAZxRBmoNaxZ4aEWWIkOeGItqNfLcHNrQD4Lj81W/YKWmLh6YFU+sCHScI1Kv3BMNIHk4RSAekkBuH3d8ERTqBdqcCkNUCoII9fjsuarGE1XAqsqYTaPTWBV6fJyZhhGsTLUItjbDKxugomGhcv3agZWFWwpmYgykJMWQJlNpuLTACybr+SZgFXHy3SH9nMBBAkmhfxIRD2IhQPYnkpgb08KfSMd8NpZnEx1Yv2VL8O++CjJdMK+cHyaBc8ARQBWBVCKGRX1QnUyLeL2YvRk9PbU9V4BjDZYowJfKCBa70ftcWVYpz/2ZhGpaWBMjtkMrJo19myT3Nw9g7Vr6eLG2v73FscV+DWBKmNCRr0ni+mIgzkHOGmtYGFtAbm0H4XHHsP3jn0A/+WNr8AvFa6FP9wLKwwEyGyn+L7XlXajLfZVgn+QhStC/WJCwvbxIly2dxZLEgAuZ1axUthAzbWRDAQxkEwh/isf+vc+xtN+T2DVFDBNUVDalaXtU4PhGkwxY2ykUsy/5j4Qy+NeKKy8ak00VpkE8fxUrH/15/l8k8gyOTLt0bzFdE5m8nHmwiwmz0xjbnoZNbuGoYEObNvWg1SK7NFW9PT1oW/bAE6ev4h/+NTnkF3OobM9LiCMaleti7QFgRwmFGzFpLad6/WKWUhbRxd6e3sksCaYSkYqDZVY6FVmV9qhXDzE6tI2J9fv8wngS03bocFtaGntQiZXpq0jwp4AaiVbWt99QbYGUlewjqjohDsopW14atT+8qNSsyXZ4BfFgcg+9sSDCCdj2mCFhhIlGSu254vEgpZQ4n3i2cwzjePITge6GnN/4O/IEmYLH88b8zqOsWGzUnKG542PDMYIr9WH7cMDOHXyND7w7vcg4Yti9zX74QuHpADQNdCHfQf2o6+vXwqQBPz4vjQSpDlXpVLGyswSstV1HM8dx7dmHoA/EMTP9N+CW3oPodXfjnI1j5rPhuUG4NgW/EELl556GPXTD2BwpBX5ag2F1TUUKjZqRQfVkhdPHj6F68a34fnXXoP1QB3z/jByUZ4lQXhpvGKFlOmYp6KkFkwxu+lfA7Qatq4ZM3Weqkczy1exeJW+vzH9Moumyr9VocyLOttpAsqYcOHEOTz0hfvw8GOPonvvOG5/46sxMr5NAHiu3+YWdd4H3lO2hhIIFE11acfWnQ5N5qqmoEr5HN7vt/7S71z1+uYLXjtBSY0ORKlfybiFrB6RJKBDNmua3UBqAP7uHZjL2JhfJFCUxI8eeQgPP/ygim10i3BDjcZciTaGbL6w5n1ZlWQIUpIhKJkuetuTCFIWwefHUjaLXJVgqjIfqguXTJ01hshg4iWRsairuJmt/4opCZn/qtunJmCpyJJZSgbJ6NKbGMkUyQ3rmdm3NNDorhb+jTv2ZfFzL7OQCNki1xJwvMhlfDh52cH//qqL03NebEvaeOsrgecdCiHZXoadF6xGuc2zkMj7zHF2EohFAtwdsDgTwonjHnzr/gvIlnzYvXc7ksk4Hjw6iaUsPSD8cKwgoS2iskqvmgA8ZUpYUKlUhfQg+yuZ6BUWSxUbPF3zoBDtQ8RTh706DZcsO61bLmepkZgx3g6Nf1noZxccOyiMVJoCW7fmDz5d8BeJAE1AMO/N/aBE3Wey+Am2tKREAz3VOYbXveFVuOWacTi2iuV4vnGvtJnbWC7yy8vCpOzbOSYEiPL6OpzcGoJ1OrGrLkJhmQsw6UU01oLW1nZhpcmciifF/IzzifJBLKAp7w4lc8AH5zBzGP597qunL0xJDseflypK31gx21XhhX+TXyZmL1MDmdI8YhKsCoTms88tb4hRVDjE1mgFrPI57LohOCSkfHacEC8iuzifR8ADKWps/t0q/v7jn3xO6/vVd70QO3fskPH//vd/gHS+iJrlR2s8gajPxXB3CmO9HSIBFWYrt4+gUUWBnJWijH0yGlUaxyRDcb7ZNcwub2A1kxdj6EQsIkAR1w/3exAkr1cR8vvR1d2FUKoV9z9+BCfOXsbeHeMIlAuYPPEUXvrSn8ENN1yjDGtdapaX1Hwu2Uhnizh5aRnfeuAJJJNtePub3oj2RAhfvP/7uOfbDyLZO4ChiX1AJKK0QnXnAIuFlGOQrlAtk2H2eTNvzZ7LXErWIuezlhn0BaKyRn1BZb4aCwaRXVnF5dOn4OTXELQqGOzpwbahbThy/CiyBWqRkg1PDdkoJnZNSIywtLokxRClBU0piAB8loNkPCx77dTlWcwtryLRkkSqrVPAYwWmrjRMJDkHqf0pAL7EStwHlT5nW1tKzohcLitdssQYxBPGtVTxN5lEazKIrq4u2d8JNM5MnYenVkPY4RiXEG1thRUOYz1XQCFflnGjnBp1Ssn3pW7t5fQqCqijY6APY0NDePGtL5RrWF6Yw9jYmBRceF2tqTa5b5VKDe3t7bJ22EFD3xXOdxaaqfXOsQ8m+vG/PvWP+Oxn7gXHm4XsfDmHeimjugD8BPZZNFYyRWTw2jUW0Ng5xM9PyoUisjjVOnp6OqkggrnZyzIPCfKLxFSxLAxgrlOOn3nfqhiOU49VSzJ6eI8iWMrkUWThSvYvYHh4CLt378aFi5OoV2xMnTmF/eOjOHRgN8J+SjisyzgKcZDM5xpxoJQUGDiepWJJ7gvvH4vpUnskrkUSkqU6dcOBKOp1L8rFKt7/mS89pzX+k/qinwKrW+6sAVY///l/uqI9hxNJqpfUwatyo7B0yxYnH3NFtkQrswIGsARXFbBIZ1ZjLqV1wCIR2UBMImaMF0ybnASjygpSjCaY7t977//BD3/4I6nw3/6iW/GOX3ybBHPKUEUFDCYBUVqkyoBDFpoGMkxVm6wPqW7XVfInWnLcCNjeKJQpxSRsiBhTs6mp9YhD1ty+pNyH65J4KeFnRUlgJZVjwLH65je/jr/723+Exworl2IP22ufDVjlZ9KiyU3NyVcLrJoggQmpSd4EWNVMU/51YVXW6rht1yBu2d6DBMWu/T5k8jksZEp4+OxlzGRLKEpioMZSmMVa/oHAqjHtYrJRjVio9cWBjhjGdmwXyv/UhYvoa+2As57H4tGL6AkkEaA+V91Fzi2jdW8/OvYN46FHH4PH9WJk7w7MX7yEjcvz6Bnow/a9O7E8M4dL3z7RAFY533IFOh8WcPD6A/iDd7+robulwDJtZqF19wxYsBmMmoTHIDvGGElrP+r5JPNKXKVZgdamO1u0CSWobCRQm0ZWqqgQQCrVqkjUQlXhumHAK43XKogj80Lja0qGTJsJ6OSNm79JutULNgPqQ89RCmD02heL26dLOYBwCB4/50gFbp5Mzzxga8aqsEo125bz3mGSb8MJJoSx6tDkIM/1Rq1UHsZkk6gWQASTFFCCFYvJa5BdBQoZWLYtBlJKA0xprMpKaDBWm1mrijvZUNI0dLqmcXKtEFxvGFYgqvSNCKrWCKwW4R8ZQJ1ar+W6AKueckk0ZC0CwIqnrHdAMla3MGGb9kbef2G3EXI3+ohXAKtmHjUDq+oNtvLODeAm/AnzeSTb33z20xmrDdixwSZSJl6KnS8MKZ8H4YBPJAGiQT8GkiGMtSXQ3dOC3a0J0ZD61zsmsO/mt2K05gMd6B2SbzTzXQykGqvciIuoWSoFMwFb1WdS5OrNtnwDZzQKPNJ7+MyM1SaifuMpBsBV730lJ3UrQ/WZkn3zp5qB1Wd6r62BzBWMVUMYFjBZzQeOK/e+Rbg4WZ/FD+e+hplfvBfTExv44G+/Bm9Y3I9AuAsIsZhiix6hE+A4KcaF4dcKDCFi/IIOqS8G03ZJtIBdakVlNrC6voiV7CLK5SxicDAQTyLxe/941fHXH7zn1/RNMvdLnYdMOJR2rsbzhVmpz08NXDUXDmWuG8kXLQnExIdnmylYGWDVFBzUuamSXvkK+AVo5sOu1zE7s4Qzpybx1JOnsb6ewdBgN8ZH+tFJcLUliaFto2gfascPH34cn//M1xF0yYAik42GQjyXXTHmIOOJcUQ82SrOwh3d3Wjr6BQwhgAjwVRpuRYgW+nFa5UK3SLO+MAVp+lyuY5YvBXDozuQaGlHLpNHtVJDMpqAU1XGWN4QC1DqbCdLw5uvw87ZcG2ahdAggyxIiAs2WeBlq4aSZSPellByPARkWLSr1+Xc4r+8TtP2bOIhJhMM+kVmJhRCKBxqnG1MMoycjYphFMCgWB1eBdb6g6JN292RQnppGR94/wewNrss869/eAgHb74ZXf19GBobk7OJcZDCEzQDUbfR8zOGw3S+LmIhv4ypwjSm1ieR3lhGe6gde9p3oj/RLWwPOGFYDjtZqsif/BHsiw+jvTOKdL6C7Noa1tIrKK4DF5Zy+N7j5/GSHYN49Q37UE9GUPBb2GjfhlqqC3WbKsse2Z+9gZi0XvO6TeHdtP/y/wW81AVzUzgV/WCdqHN8TEFZSTOxU2RTb9ic22QgET1j8hiLszhnYfpfH8UjX/kXnF6dwfAt1+JnXvMKSToJENW9lnTNmDPfxBRMQsmiJrCpmJxMIU3LukpieT2Mv2jEQtd3vubtv/LcpAB+bl+HxGoh6sYSSdV7Lj0N/KhLe3Mo1QMnNYI1tGBhvSDsq2PHn8J3v/ttxTiXY2fTTLOx0WhgdetebH5vgFUvuyV4LviGS+iLAAAgAElEQVSAnjYai5KZWcEyzVkcIbOp813k41U3mQFWTYFaijZesu7CEvNz3UbCQURCIQGLRLdQ6Mhq/Qp4alfE6EU6fLSMlhrbmhRbCH6xLVlAGx0v9UbqeNvr69i3LQ8/u47JlCsGkK7U8MBTXnz9+34cHC/jFS/woq/TQShSR7FqibYik3+erSzoUCqq6nhRLjPRBqo+P546FcU9X1rBwirfvxcvOjCBqalZhMIxrKyt4dLCKtLwi4EUi0DU7+V2VGb8Q1NZrzIHNHEex50Ehg3Xj1KkF1Ytj9rqZXjFdOeZT0QVN6rOKTFY4VzXmv3SUdjERDX3UV6jDbPMOdBMeOFe5PNawtKsMwaIRFD3BhHtGMWLb3seXnPni1At5dS1U3aEgHU8Ioa3UY9fALqCW4NNIgvnZ70M1CtwCaBp9h1Z9WytJwEmGqPxXkjyH+kcFAai8ibg/qnOdJWHNMg4wgJWcnXL62lcuHBRClxyTaIOQPkugrhs52a7utLqZBcfWXlcp9xXmwFXvvfk9ALaWpNilEhAn2OrugoUiYa3QWRLhCjjEV3ooFcVzBT5gUB5HZ/6yEev+vzmC77yqfejp6cbJ0+dxcc++b+xki3DCiYQDgUQD3gw2pvCzpFetETDWFldx8z8InJFJTXEzo7B7nZ0JhOI+Fl8U2siX65gaT2H9UIFFVdpkrJ1vlIqIbO+Kvtud2sLBvu70E+Jno5uXF7J4v4fHZazq6+jDbX1eeycGMfB664BXMYBFdQqNZSrddFX3ciW8PjJS7j/4SNoa+/B29/6Flx/7T6cX1nBez/0UVhsPe/pR9quwC+m2EpiT5lOakNnYajyzDZnktJ/EsKRZisTY+B5LHNDSDAhYapT75ZPiwRDosO+ND2NlUsXYFXyCLouIuEYSpyHQQshXxwJgpnRKCp2Scyf/NxLHVcXPv3w+xRRoas1JTIAly7P4uLMrOgCU2s1EIgIgEhsguAqHwT7Oae4FlkIUmeFwk8oZxOJhBHweRHU3SelYkFwFeq60uQ1GvDKeyRbUhjo64PPdbC+siQFs+0TO7CRpznYKjyWH4V8CZS2Y4gl3FJfCJlKCVV293R1iDTVHbfeht6uDizOzQh7lXkp2bDd3T1aUxzo6emVPalQyMPj13uJxl9IqOJajEVSWFhYw7ve/T4cP3FWtMxrTkWz4vnXVZxHMhzvj5DjSgVZCz6fkviirATXEqUbWltTwuDd2FAsUp7psRClU2hqVUVvX49INZFZzoK+EN7Y9SDAKo3NwwJ8LqVzqjtCp0mjo8MYHx/H1NQlKUxMnjuNVCyEW2/cj7aIHy1h3mMyXkkcYuTGXD0omrQBj7r3JARy72C+TlNWHSJJMV7OHNHnj4hG79vf9/HntMZ/Ul/0U2B1y501wOqX7v38FQluI1AkwMiKgZ8t1IqaXyyUBYQMhZXBTuOAF3kAdbib4JMHGjVYVdKjACKjmWES4c2AVVUZyV74zD99Fk8+8ZRUUl502634pV96uyRF3Hwl4RL9RR3Qbqnisp2Ij2bmjgFHVGXF6GGpw5ksWAWsKh0vbhaGGWKSTlM5k2q7DuSNdpQinqlKFQ90CoI/+OAD+PCHPga4QQFWqUnCSnFzoNp8K65grG5pft1acTbj1vxvM5Ao3TYit6AYRSowIBtZAYW8n9f2JXH7nhEko3F1bytlZAs2js2s4rGpBWzwHpIazzYDVvJCKqmR4Ea3sYvAfRCo9yeArpiwO2qVCi5OXkBPqg3+fBVzh8+j0xsXYJUVsTzKaN3Th3YNrDJQH9m3E7OTF5CeWUBPfx+279uJtbkFXPzWcbQFo0h4g9KeXygpBs81B/bij97zBw0Wj5guaMCSJ2wDCGuqRl8x7XULsowfx4ri9tJ6qF5L92VhGQgrWrXdNe6bblFUc0t9SRIn7BcyUipap4drQ7WoMplWwbHWhdM6osocgQmBCvwkqPX5xPyK941ahQzsGMxJOuTx4Pm33HrVe7OYV117G+oEeoNheKJRCTJ5/5xiGV4yCehwW8wq8McMjBgD8ePbcDwReFr6xPzKLXBMyNazBVyls4KYLwRa4Ebb4aFBFmy42XUgtw6XRiJSEeU4EVhVbuoN1KMhAyBIZxOwap6jQT2NDnk8EThsESGwSn3Omi2Vd2q/hkaHUKFpW0kBqwR1USYbt7QFWFUg4RUSA00jq67k32KsbgVWzbVfeXvUTxWq1ZhFDXRPoFY93FvBRWOG1DQGkhUroIeO9AEvEPb7EQtHEPH60R7zoLczit5kBBP9PfAUqzgx2Im2t/0W+qjTZBfABh2CPnTb9ZMpL6CbBlPN9wq7lUKQKQaprUuPmf5MBoBVvzFCqOrzN0sBmPUpz9uCOj8NVDXXshWd1sPaAHL/A+/TDBg21u+WHFWVZJTMAlskAyKRYCHj1rBQd3C8/AS+++534cz2Ffzti96COzL7YcW6YPmrwtyjLARlM8h0lBvTAFd18URl+QISiBwAi3nFAlDOwckvI59eQya9CLecRcguI0VDhj/+6lWv8d/9L29vsNo5RqawJuZkGkiV5FC3rDezlbYCrWJYqQtHhrnK/Uv2OSkqaVMJDWSRacVA2hQ2jdSFJOzCcqVWaxZTUzN44omTOH9uAclgALu2d6G9jayBLozv3Y5wawL3fe1+PPydB2XeBamjLEUYF+FwAAO9XWjv7EIi1SqgaigcgY96otRk1O1jZuB0F7kGEUQPQc4Qu1KW/b4t1Y2+wW2IpzpRLFaR28ggIYkZWX0eWKEAaLWsIxphNvsyDipl6q4p4NdsYZ5aXTTM7YALXyIIX9iHWkVJGvn8SjuS4BATLlNMZhLVGFsdx4iuIUEibdbD56hzSANGJgltYgvz80biMfR1pDC/OIM/fNe7MHfqEl5w863oGhlEe18Xdl2zH32DQ9JGmc8rRh01I1V8oCUipMjAorgS9fA5FoI8z5DHsruGmY1ZRP1hdFUcVKcvwwrE4O/sQb64CnfpMELFVTHzWcvlUcqWsDC7hsX5DB6dyWKlFsCw38FtXTHs2DOM1u5OrIZasN42CHhpRKKWjZ8SRCzSbZHfMexQE3eZGNLEqOZ8NvFOIxbSWVejgE9QlmNYqiLSloQ3HoU9s4zzX/0+fvjQQ1iPAtffeRtuv+sl8Fte0RakVr0b8os+cjMQLkAN9UD9IdFXN0UGMq1FgkPLn/A5IhlEQEakoly8+RfeedXrmy+4ayyJeCQkBTXRD+S4ES30epGMhsV9ubWjG/VoL+ZrCSwXXQHrLk6dx333fUWBQ9SmZTIs+oXNB54Bsf6NspZmfwubxwe0J6JoFxOWHNZo2OILibEdu5YkcBCyhOoEks407eHA72PRmKwPgsTRcEgAFoItfC6LDJwRXNd8DbutyPblmmMybMzeVCGbzFAVQ1XZaq+L1lLPKll4/rVFvPHlRXQECADXBSCt1y0cPu/B338ZeOEhC4d2OUgl6qhWvMICY5jkeqjJ6UE+72IjXcXlNRfzc0C17kfZdbGe82IpDTF4Goj58Y47boS/VEJHSwtW1tdx5vICLpZcrDFmFQkEdTxQj9Qj5mC6k6mpaM+9bMMNoBTpBspp1Ncuq2EUIsnm/bmiEKYJJWzPF31C7kvS3a7Z+rIR6pBOd8qoeMQYUSpAVq6Hc5YsM7I5y2XlwN7Sgn3XH8LAtTegv6MVu7cPo1ZRDHzmFNRV5BgQhKMGL0Fbm8ZGuiDG3IpAnEwFMsEoEUdpBykOEVyPSCeEdEtqWbZGLV0X7MTcSzPZJYaQs0gV0GLJFC5duoSZuVkl1cb9i+ucbeY6jzKSXWb9ci9WRREV75vizZkLl9Hd2QEaG5LEI2V1Y6YkhB59Bgqb1sXS4iKiApptAqsc7I/+1f94Tuv7c3/xW8KKTOdK+MEjT+D4uVksZcpS1KOR48RQJ4a6U3K2ZLJZiZP93qAUAVkroY5oxOdDyOdBgOaD0TAyhYKY/MyupGEFYxge24alpUWcO3MafZ0dGOxuw8TIIIYHe+F1qREcgO0G8YNHj+L81DQG+3uxu68V3T2d6OvrFMknI61QLFdQooTDRh7fe/gYHj0yie7BEbzrD38ft931Utz/48fw4U/+Hewa2d8+mRfMNRQjvSLdMIIpaNMimdcyNZXEh8ERZHYKO98HD7tIfApYDZDpzDlL2Tt2elCTmwz4ah0Xjx9HcX0eIcnr69i5fxw9w10orBdQzpdRzBZRLtjwh3g+0+tCyR8xh2dhgbJF7a1s10+ILMbJs2eFQR2LJ8UkiozoSkWd6cxJzdxSjEfDyuVnrUo8Sc1mSi70x2NIkthCiSDKnDhV0Q7lOqEGMDtpKE0TaYliZGwU1xzYh23j47j/Bz/Ak4ePIhlPwbFryOdycJ0qIt4AStUqFvIZdI0Oo3dwAOOjwxgZGkIukxb2LYvRc3Mz6OrullZ/5qMsaPO619c3pJAbDAdkbSbicUSjcek24hoLBSKIRFtw75e/gf/2gQ/JfVD0FO7rPrUuXa4T43/B+LkuezolF0S7t1oTXX7KZXHPoGRCPJFER0eH7O2cC9l0Rnx8gqEAto2OSQfS/d+9H4V8GsEA4xV1/2OJFpEEXE0r6QbuFVzHfX292LFjHKur61heWsbkhfNIJEK4Yd8E2oI+tEcjMhZFmniVSroQ7xUMob0tirb2VvleCHSUHajVJKL3MB6jzAgNGS0v/ASQfQG85t1/85zW+E/qi34KrG65s83AKoNC005lqv8E/MQzVOQAlLt9qVjW2pus0HEvMK3ziqrP/dG0bDUS2i1t7FsBS8Mm4MFEmvbf/e3f4+SJ06i5Nbz0Z16Mt7zt5+H1brZ5K03STbafAsbU4ScqWg3zLcU2Nb83B6mp0qqAmLIG2hlZqmHKzZcgLs06mgMZAySb6qkCiZUejAR31RoSLTEcP3oUf/5nH0A+T0FrHgzGZEWNyFY91asFVk2AYZJoeU89BioRMwCZcsvkpsQ2SWF0uC4mUn4cGulEa7wFgVAA3mpJnJTPLGbw/VNTWCcQSmBV5ADoxKvaluS9yADmSc6Km9+B098C9MQxOD4mAuFTFy6gM5FCvOrFpcdOosOKCbDKDTjvlpHc04Ou/aN4+MdPiBTA2P5duHzuPNan5wRY3bF/N9bnFzHzr2cQtwKIM9mlIyNNL4pF7N67E+9973sQCqpWfX5W2WBZBCCIvSUBNWOzFWiRsXNcqXDxQOWBQx2yTRmFLbmHYS4aEwv1xo2/xypxOr0hWjM8aOZm5zE/v6D0WeIRuNR4CUWRTLWJeHmEum7hEMKhsASxqn1RQ3GaaUwQQLWKQUD7F9/+M1e9N4sUwIFbYAXCQDgKkLUqzq8OUCrBx2pcvYxaPq00UxuQp27vBiuUIVjxXriJFlgVBiIKWBU5ANTh9XuAQAsQawUiUWGyOmSsZo3GKh1YCaqqth8FrJq/ZDRWzUdjwGt+rdazGReVgvMzBIR5S8BENMPIWCllERjuRY3JBaUAikWgQMA1L59PrToja3Kl8/HWQX1GYFXYf9RY3SyQGFa5+rf555qQK2/c9PMre9H/w8CqYTtT+0gkGnwugj4LkUAAEV8YoZAPyRjQHvehr70dI8kOJPxezFgepH7jnYjRhd3OI0a2mtdFlWYH1JAz7fzC2txsG+SuZrj/AmZqwNCIIKg7p+6h+lfLQeiBNMCqgoWb9KT/A4AosYJnS++f7a41A7TN329d883DL3uHouKqwgXbMSmH4LHFyCFTqWDJCuP+x/8WTyx/Eh8ZvxM3ZK5FPtWLMJUyRPtOAdCu7nLQtFUNpLvSRixabmIkRVGysrBVyaawSuuoFXOw8xvwlgvwZbLw58vAH3/hqtf4O3/7rdr4RyedbBMTN1TVoWFaZ03xUNg7fpWwm04NdptwL+VeK2eZXZHvlQN7SABapZOoEge+l3RsCItks2NEzlgtC+GCmmOUBmLyHEQuX8aJE6dx4vAx2KU1tLXH0ZboxcDAMIYnRlD1OPjiP34Zp0+dRZia0LQ60fpfQ/1s+e9GS2sKqfYOBCNh0RUVFigNFskulYSdpoGqaEptQ0l2NGuUhYmenn4MDGwXja0yTa+KFdRLFSS4P3Lc2F4fCsjcMIAA3ZqDJSbtBG+0iUXAOJXbAqxWA4AvEUa+SHO/GmJkqQRUImPafg1LigkZ7wnBU9F+1eA3GTj5Qr7RDtf8ewOW819zXlFnry0Vx+zsNP7yfe9DMZ0V7cJwIIaXvOqVuOaG6xCOhVGy1X0lW5Vgtbh0C2CjYigD4FbFiZcapLQ359Zegy/A17oIxryYf/g7WPn2lxDtjMI71g3LU0G9sgqrXEWpWMdaZgPp9QJWZqs4NXkRhxfL6JqYQM0uYadVxJvvvEkSvNViBrPRbripYZGrqJNyWypSoF7uoQFDBbwMBASYbo5vlMGkMuUT/UN9YFwRl7Fork3AeP8N+BmKRkXaaOWJ0zj85W/j0TPHkNy/HXf87MulPZTMUrtURlDkJDwos7VT6+/xungtvC7eV4J5wstpamUlyC8FeynYKgBTNNO1YdEb3vLrV72++YJdcS/ikSCS0SAiAS/8ZAvKGraEWcXCA5PVohvCYi2GghWBLxLD0vICvvCFf5a5K91kBPZMK4K5kibG6tZil4Q5OomlkYwUG7xALOhBV0sC+Vwe6yWy69iGTACzrIBbUYsycmGKWclx4lyL0HAmGEI0HJakmQw6Hvpsi2Xim+fZ7XqEzcV7SIYn77WRRJJWZIIglDcQXIRAm5KfNdqBDoJoDxTxq28qY6KngkyWsYcyWnr0tIu/uw9IRnzYM1xFIuFFqeyVFlu7aiFd8CDD8KHiSghRcqKoVMvCZOSmIB3tckL60Rt28esvvRmJagUBMgVrNayXqji+VsJ8Lo+VUlkAXYInNfFa8IlrucSrGrgTqQ+vF3NlC+VwBzzlDTgbs3K2WJbKr+Q+6BjfADm8ELtaxr69uwSwvHjhohwzMvjCujTEl80TlazO5p83ipViRAh4KjYqpSIGevvw1ne8HdfdcguKkSDcmg2LetKaVMDncv6Lo7ajumi4p5Gh7eVcIwgnpns0qNMEARoXazCE95SEDRkL5lxiWKY+p3QmsmguRr7K5d3MHwWsqnXY3tElZ+vpc+cEbOR7kKlp9n1Zh1pj1eyfRh7A5IimEHPy7BR6e7qE5c1Y1TCfRSfXMFZJPKCTfbWG2bk5tCXjsofzenju8Pz867/8789pff/x21+ixqkO+CMJeCIt+PFTp3DuwiV0pBLYNz6I1qhPGIFk7lH6xrErWE1nsZEvIpfNIuzzozURx3hvG8a2jyKdS+PIiVO4OLeCUDSFbRO7pIV68swZ9Hd34rp9u7F7+yicahkb6SUpAHG3O35uBo8+cRROtYqX3nIttm0fEcIQySPcDdhZapeqKNq26Cv/6MencXJyAWWvD7e//G707DmAR44exfzSGnzk0/N9CU4xduBeKfshgXbFIBQpAEOQ0p2VspfrzYfgvyoMkVFKvXMCrH6VixJoFTar+lnQF0RmaQmXzhyFZecRsKrYuWsAd959K9bnFnDm7BQWV7Lw+2JSGKPMA1v/ydLmnkIpoXgsjFg4hDbpqmnB6ckLyOWLiMRakE7npAMlFovKfsTvea3CdtTnjZEEULq/9H/hHHLRFg1ge2cnOoJeBEUqgMAD9UTrIrmRJlMyEsatd9+J4Z3bRW6BQOITTz2FI08dQzQUQWEjJ7JevGav68FyPovlagkjO8Zx6y3Pw9hgn8RuVbuErs5OTM9cFnxiZGQY0Yi65oWFBSlgMZ4i6Muclb/r7u7F7OwsNjY2hD0bikQRDMexuprDH7znT/Hwj36MaCwu+zpBUnXusVuDZ7DOBNyKsPyDQb8AuTQNJJktVyhq2UfFEB0cGhLZAQLUuXxO9n1eE8dieHhYcunl+TkprPOcIGjuDQaRyeSRK5LQozqlOL40BBsf34Z8Nif7wtTMNNZWV3HDgT1oj0Xgd2oIOIplXCrkEY2E0BKn8WMME6P9EqsxrhNtZW2QKvOCMa/lkflertDonPJNNbzjzz/9nNb4T+qLfgqsbrmzBli9557PyqTmpDRtFmSZchKxGsp2A4KPArJ5qVPiQ4kaF1JlVG5qFISmRquihJN2rQ5Fw1BtPsxNQCEAjw6+THBKGvYnPvEpTJ5ni0cVb3j9a/G6171ai1nrJmGtO2TecxOoVYxTOfQ1E1E5yKqNmV+S3GizIAFYKZ7t0y521JbUWoMmEDeBvjmIm0FZ9dmUOQIf/NzccC9NXcSf/en7MTOzKkCtkASamY9bGob/vwJWeQ3GGGuzBZlUei86OzqkilmzKxiLWbhhqA0ROhxGYvDXS8LmObe4gQfPzWPZFmcBxR8UIyylhcuDn1UrqVbxcPXXUOtrgdXXgqEd24TSf3FyEu2xFrR5wrjwyHF0IHoFsNqyuxu9B7fjkccPw626wlidOX8B65dm0N3fh4kDe5BeXMHig5MIVl3EPARWXeSLauPduXsH3ve+98qmbYBVMVQhIKB1fpUW4BagywCjVzCcmfSoKiqrUZzXwppu0lRrDmolsNXt5KbSreae2pRZdZOkz7Jw5OgxPPDAAxgcGBbW58z0ArK5slQ+qzUb/qAPLbGEmF0xsGZlkSAsD3K2IfLnbHOls6phL914/aGr3psJrA4ffJ5orFrBiEgCWOQu1ly4ZWqQFmHRuMouKkdfXTkWbWWCeKCuVBhutBdItsBDK3epNFfgEFhlgOD3wgongGgLHBqi1cpAbgNWJgvXLguwKYGU6NGyRdowOBUot/nV3AKvk4kGMKlkAoAQBUJZohfqjEgmwouqnYHV1QY3EoGHUgClCpxsXtiBNM9SCmwGWFVA4tZHA4iT9jMlBWD2gU2N1SYHCpXu6K8mRnrzWxumugQemyDA5us2QUpzPWoP0yxnDfzJqzUbn1M75PchFgyIcU0gSE0oBz3RGMLxFgwFW9HXFcIymRmvfivad4/I+qYNnACBohtHdorOmCWZ2YQtDWNVpWiK/cI5rZox1WNzBNVINo/nJmOVe88mO6rRwq8zqK1JvOzTzwKs8m94NTLKf7aSWp8JEHja/W26L0zAGq8REwWleeugDL8bx7pTwYzj4rFjX8Xpe76Ll/5sBK/17kbSMwIvzzppM6Y8TV2MNqRFVjvWm0HSx4ICI/j3yFSo2FKUku+p4WZTrqIEK1cQh3m8/feveo3/p//8livkawxLTKr9BBoFYFWtybI3egmmaWBcA1ObxU11jkm7pNYD5P5DoypVuNw0CDRsQo6DSfp5/jCh5kOcZr0hwKFwqx/RWAj0+VrfWMfR42cwNT0Nv8OEoxWDw8PoHujG9MwCvvmNb2NteR0R7lfUIq1UkAqH0EtN1qFBdPb0IN7SIoUV6oASWOX+yYSLG0Ljs4iTrA2yaxiXdPcMYWBwDF5fTLEXUUeB417zIE7NNk4+glYev4Di9bIjsiIE2zxCRnThC/oRCAfEDIVzqOSWFbvVy84UstqU9AvPI7LsmESY1n0DoDIZM6xHA7yaVm3GX/wdW+H4IHhqumPMfeXP+XwCaUvpafzym9+BucOnceiaGzDx/Btx+6tfjm1jO0QTmgmjKSgzoVVno5JvknhBg+RSvHRKCDpANBiXAlyOLZvVDKyaF/GWBGYe+hpyj30DPYMR1JMufJUCqmUP8oUCCjkHy+sZTE/NY/VyAVNrGWTLDsIjI/B3dSCWW8NbDu3GaH8nak4Ry/Ah074TdW9CjELKmt0je4to9yujSfNlJKTMuEnsJ9uvMqh5WnFFgyoyf+p1uQ8caxpOXfzaA3jsG9/F0fU5jN99K372Da9DdyKJbDaDqlNHSLPQ+J5k9sSj1FdTxXOOJZNTGTs5fRwBDvhzBZIroy1+qdhWL2e9Jt741t+46vXNF7ztlXfh+OEnkV1ZQSriRWuCwCSN1rwIhCMIJ1Io5HJI5/OIdQyhfXQnrHgn8oUcPve5fxJ2lbSHS7fXlkvYIgXwTHspY3kC8yQ+8OAI+1wMdfL981gvlGGzDCLGig68PmV+SV0/M1fNOUpgJOBXMlrUoOaZwM4LKeAECaC5KNt0gi+haNPAjUzVkE56ldyXAS54PyQGF3Yj/eaN8ooDx++Fp1zFK26u4EXXF1Gh7mbFg4gfeHTKh499uQK/2wW/mxHQR3YDyv9QMknOGYKGZGJx/ZPdpM5f0f3jZsCilOvDro4Ifu75+2DlsmjhurfLIilwZGYFGY8XC6UKijUHdrkihnEBH5lcuvAjgJwywSnV6zi7UYId7oBVWIaVXRLQh9GNgC8aVDVFMgExqw76+/rw+7//O1hbXZZOv8uX5mUtsOW+eU9v3HExCnoGwJVSabKm6igWsrjrlS/Df/6930W2UFTvRUkxmtoaYzg59FWrNu8JY0A+CGpSwoWgEnMNyQXZach9x2fBSyRcG3eKdIycSTQQDunAgg7d2oyLQDzjEi3vYHI4xtrM74JkPkciWFxewoWpaaXR6vdLHmI+u2EQmnXbTB7iGWceTx0/K8BqSywqbdb8bHKOacIO17HosjIirlRxeeYyejrb5e8rXU12B9bxPz/wwee0vj/wzjcrJq/HQqq1HZ1d/XjosSfw1W//ANFwENfvHUeU5mHVEiKxONKZnABeq7kc5hdXZE21RqPYPtSHG8ZHMDrSD7taxGp6A+WahZJtyd7Ae8F27MHeXgz1dCLi96GQyyJfysGuFISRPTmzisnzl4W5v2+8D51d/JzK64KMSu5ttVJNGIfz6Sym59I4N72KY1MXYSVj6Jq4CRAgLAw7X5T5QOYf2bbsmJT9kfm5FLxU7NA8V5vxAaO7rWRMVNGUBRXLz45AsgjDAqyyyComk9TvDfpx4dRRpBfmEKzaCFtlHDq4C4PtSZy4cBkbVcAXjotGadDyiOkyW8u2bF0AACAASURBVPODIeqg+8V4zudxhcHc292D2aVFLC6vidQHuz5onsacs3GmaPBeCoFk0TOnpOF3U3crvUmcehljbS0Yb08ioo3mqpRD4Th4fCg5wPPvuhsvfs2rMLuxggzv8doaZmZnMTs7j1I2j+NPHhGd4qHudtiUY/BZWKzkcfDa6/C6l9yNajknjNb2tlZZe0eOHcXOXTuF1cmYZH5eecsMDg4imUoKWYldLARVZ2ZmcOzYCbS3tSOVbEUgysJ5GH5/HPfd9x28+w/+BImWNgWmck3rM7q5eMHCjeqooDkai3/Ei0KoUK6gqvSk+fye3i7RlaVuMU1JKd/EMypOk80w93sH2dV1ZNJpATgZ31EbPpMviGkgCx4qx3c0sDqOQj6D1mQCwXAE9331qxgeHMRAX5fMPye7IkV6As7dba04eOAajI0OI0zJAgHE1Wcy53WpUkG2WEY6W0Imm8fyWhbL6+vYSGfxzR+fek5r/Cf1RT8FVrfc2WZglZOayYJx6OOkVZudcjY2FVAuFB7MXJDq0FHGUcK6YwXZYe6onDzDYWpXaLMr1TPfYBcYtqWIHFPIXTRWHOTzBXz045/A9KVZWYBvfMPr8YJbnydAR5BuzKKjo8wpRI9H3NxUsCXtAgx4xDFUJXc8vA3rSvQ1uHi0gzwPSh6IbJmSVF2y9U3mlnqtYupwIXNhqjYvpUGrYCFFjpfvXUcAv8uXL+ODf/URnD07Je3gdEltZlttZaw29DefprFqWolNR7puMd3C1lX5hapQi+Zsky6ThNIelYSFw0H4XQfDMQ8m2sJoYZu6zw8fdXNqVcxnS3hiZg2TqyVYITIbVZLDjZcVd2pdSaWIgRTvs7eKel8CnsEUhiaUxurFc+fRGo2jM5zA+YeOotONwifxtQcFt4L4zk4M3DCBR594ErVyHdv27xYpgLWLl9E9OICJa/civbSClYcvwl+qIUzXYJDJU5KNd+euHfiT9/6RuIEa4JeAr2jR6TEIBIJyzQ1NFYNwbJn/cl8120pVrtU4q/liuHhNpgFyv5V2mDFO4FNVe4rcBWmhoNYM2wsZ6G4bG0U85sf05UXUagwAgnKIB4I+JBMpJJMtkkTzSw6oWl0OlmiU7oqcf175LPFEHF+658tXvTcrYPUFcCUYCQL8ogJWzYXFCimZQtU8LIctW3RTNYATk1XVDl93gnDjXUAyRS1vEUV3q2SskrnqwMPrjETYlyrMFQqIU1+V5lXUPmWrPoFVArIsMGyC/ubjNCiqV3w+ASI1xMlxkPviZZuuDy6ZqcRJ6zQX4PrPw+2gxitZtQ48VRdOdgNufk20vpgwqNWjNV6faST1ZRBSpcaqos7qPUs0VpkUKK26pz82P4P6vXnSJlhsgAA1U55JCkCDXQKsNpRM5e+qliif0o5kG6TfiwR1mWJhBPwuwv46OqNBtCTD6I+nMNKVQs12sfSCu9H/vOtFY5UyHj4a7og8CeDTVV+1520aVQmjzbTS0QyCw6wNrZQEgOr2FGZJE0BtPnFHvFMB6DIMalyaPo1qvW+GjjUpVrFktTbplgEm5nXFHtp0D+Ran/GebAKwBozdKuJAipPMSJFrcBF0QWgVq/UKpq0cjj75GUz+/jnUXl7Dr9/Zg5cvXgsrGkY9Rt0mrhUyJoQyr1iAurdZvSuTdD0XNGuVJlZySJKpwUIQwRq7BlSq0iaKO1521Wv8N3/r53TnhDrDDIgapGt4A1DlOW0MqLiHm3WuTzHTMirghDKTlBZmzcaQdnsplG4WKc08NgkE91NhpJDVxPtb55olWMG6jooDpPUsEoTlC2NhaQNLsxexMb+MSDiB7t4eBOJRHH7yCH74g4fhsegcr9uIy2W0t7VhZHQEg8ND6OjpkbOLUkOMPWhAwdZt/m2ezWSOWQTDRL7Gh97+YXR2DcBxvag4ZFvU4fdayK6tIx6MIeKLStLosAjKbmZu8zZbBXjOe+H6HNXdQZkADw26qNFmox4mfulFzakJIBQMhSWmoGu0tDnrQh4TA46/kn1RDCd1VrAtVbWl0eVduO9Nbezy/HoNUQEGKQ9AeZmAaAGeOHEGf/Fn70Jto4SD+6+D5QvgZa98BXbdeBA11w+7yA9CoJwxgWKqcv8gkGGkb5gkmQJ3EDHUPUW4/joqpZoAZf5QGB5vBeXCMjKTPwLWTyMa9sKmbt96FuVyCaVyHum1MlbyNSxu5HHhxDRqVR9iHheXHBet+/fAW69il2Xj1mu3ob0jgXSxgMXECNzYIDw1G0V+LgLlYmiqdBDFxMznQzgUhG2XVQuv6OQrEMewzdiCLPNOzha1L/FeSpznuMJADnl8yEzN48w938GjZ09gPeXHC15+J1784hdLC3OukJd1zGSZa7RuK7O0YCwqwKl4DujivGmpUE70poggQuAKfNFkAVFIMXusBiTe+LbnBqz+/Sf+BgszlzF56gQmT55AeWMVLRELiWgYhbJKTslC27VzBwKxFFaqXuT87dKK/dnPfUbkOMQARlX5r9xjtOa3KZHJjqVjSDFEMvIGrop7CZN4nCq6U0kpJGQ5VmQvUhSFwJ2ujinnee6Jlu7+oquzXxWZ4IpuaoAmKT5lSsTrssuK3EF2UDaTEx1FxnPC/JL8Qo232AUwIVay+MogRX6hi5eUcahWsbezjLtvtRGNWqjl63CqHtx/CvjmExY8wSh8ThF1xg8OzToZG1XgWjQ94x7G8VJxpsiSyDFTFxkGukwTBN492IpX3zABe20NSb8Xcb8PC8tpnJpbgq+tA0vlKtYKnLt10UiXtn4aQzJ+4X5IXf6WFmTLNk6tV1AOpeDkFuHNrwrwwy4sj85hFBCpjflcF21t7bjr7pfiuuuvwbkzp3Ds8DGcPHlerXePK2MuwIU2CFIUAB1j6K4+09HnISLiUi7Fxqte/xrc+cqXwgrpNn1bzWkCWQQp1IHuEZDOsEvl3JMcThUgbLb/Us5Y4iZXtB/lTHQ8uvBQExBRQFRYwsZj7mkEweW5Hjp5+yRO4T5l1rxhrAcEcOeB58HU9AyKFRteGu1WyBRUbFVTDDGFD9M1YPJbA/RcmJoVwJFsNoKUvA4pvkmRRwHb8l7wwK7UMXVpCgM9nXKeScwsGrd1/Pc//29XfX7zBZ/+0B8hvbqM7NoqqmToW16UKw42ijWsrCyjKxlGS4QakLYw6C7PryDZOQTX48XhI0fR05ZCdyoupnLjna0YHuojt1QKQx4WLSItwvjkfaJpT5wFP7jIrK6gWCjAdsjIs1FyaphZWkcpX0EvpUUqG0LwaE0lhUHOPU3GtVxDsWxjKZNFW9sASjUfJpcXsF6r4MySiyIJKl6/5Ixk2RJHYPt/QxpJx7HS0aPZgrpfT8XGGnzn7BCrajnHlfwK56HjVX4ulC8gqcvjI7CqHOi5ptxqGfPnJ1FeXkGgnEdHPIiD+yZwfm4Oea6pUBAt8YQqbrPgyOJOMCz3sGIX0RKLiE4p1+vy6hoyuYIAmXa1JoAnCz/M98n0VNiA9mrxUSIjIOtFzVMVk1G2gPFTR8CLnd3taAnwDK7JuvDXHTDUiLR14PW/+MtwoiFslPISIywuLGBheRUrK6uYPH0O546fQTISwQiNeiMh5IIW8lYdN99wCHsHx+DWCAp7pYhImQziHfuvPSBrbn5+TubxwMCAdE0q/xyfsFOJWZw9e07MLaPhqMQh4Qj3KJLnIjh3bha/83vvwdw8AeaIMNEl99M65gaUrOnCI4l5lVJZ9JQ5toxZZH+xywKoM/+lJAxlHHiN0i3luggHQyIXQBZqb1uHELUou9HR0Yl82UYmV1R7mMYm+Lr+gX6MT+xAMbchGsTjEztx/PhJbGTSiMdioi/rI2mBJCDXQSQcQndnu5xDBPo5r8iwFZmrelVij3yxgBy7ZG12IkPOtzoPGo8XTxw//ZzW+E/qi34KrG65swZY/exn/6HRlmJYFeqpm2265gBUmqQ8yxSjQLW0qUqP+n+/HOZ8mLYoUyE1LD+pcBrNTxFah1R4uEg3NjL46499QqpwfssSdgoTJzpvHrpuP1pbYtL6xEOYVyedBJYXx0+ckEQlGlOuh7wW/n2y/0LhsLjymbYOSTxZMfdQCJ0t2tysVRLKazWMRzH/0FVZfj5ZmF4yuIzmkarMGFYs++fYQnbp0iw+8cl/wBNPPKUqaU0PA6o2wCWN0hig2QS1/H0z+1TgWx3UKGKUBgO2aIA+7f1FO82H9s5OxAM+RNwKhtvi6I74kQpTx6oCSwAqFzYczBTreGxyGXlWsFn1l3ZRpUXLQ5KbEK9LabbWUe2KwjPWjqGdY5JMTp89h4jPj8Gefpz4/uPoqUXhLSvn7CJqiO/swtChCTz+1GHkM0VMXHsNZs9fwOrkNHpGBwVozaytY+1HUwjkbATZSuI6oo3DgGLnrnH80R++G0Fx71QyB2J4JLqwui2PpAqdfEnS7ygmplTRNKtXAnOttcR5IkGnZsio1yqwSbF9DEtLMRmEEcD2Fmo5yXzxKiDfclBhAO26eOLxJ/Hxj34S42PD6Ex5cezkNDZyZEaomIEtEvybfjlgLWE3iVFYMIhEIopojPpTXu0q7RHJgO9851+vem8WYPWGO6TVjIEVg3Th3bLXqVQBymVYThGo0zG1qtv0eWVMnlQCVLeCQLIDbjIFVF14GHBWy3BrSv/VYktONAwrFIFFTVxWo8mGLWdglfKwpHqrACXpptPJ6JVt9VeuEoOUibkJTcmY5PD2BbzwBMJwCFpVyAKss2EYNeTh7RmCG2mBY1fhJbM2uw43t6gMrgyoKmeyKaL8+8NpgJFmdqNqIdesCp2oCODeoAKp4ovKBEwDvZ5D+k9uLa6o56rXiXuu5oQK6KHfi0xxHv4i6O7xIx4OoSURBGOWiN+DjlgUnYkQkmE/Rtvb0BaM4NSBmzB8x22oVwtw6n4EfGX46hZ455i4SY6kEF/1vRRi1HUw16paHpS9QFUK0HI3BBQl69jos5mxVWCphbZ4R2NUlEaa4hrLqDW9h0lbSZ70ueTmMDVXULrsg02eWJKrNzGtNrHrzULY1rspWKYZbxKtm+zLpHVJgwfN9zhAWRf4sW7XcN63in/5xodx/G/OYGx/HHveYOO3nFvQXx2D0xKGZcWEjWl5K6LLJwC4CJkqlq/APAJa6FFroLuOgH7SVllzlCyH3mN8193y70/KLc/49d98/RUsJAMAEbjgOW2YquZckxYqEr10CzrHwbxGieyovZD7G7sEmEiRsUpdRO5RRvpBNKbJHiKLSwOxZCmJOYU4R2s2k2YXmNZuAgR8H/VeEEfd9fV1KY6GqeMML+7/zgM4f3ZSnHmZKFAKxUtNw74e7NmzC8PbtnPzREDaSTUjV9hYqshqXJ+rdRep1k6MjO6A1x+RhJ+u03yw8zyztgbYDnpau1G3XbhVMhjYV0wXdOVyLgXZFDUrg1Keke4e6TpgkccrmmSmo8W09vPvM7kxY2nugWJeqq4I7u8GbJWE360JsGeAcXPGM8HnYRSPRCXxD4f9Ykj053/xp/CtlTE4NIqbbrsVb/qFdyDV2Y5CqSJAmzm3zDVI3EVARLcsGiasab33Wn5ULWXQwuSHbMhyKQN75jEUF87CrW0gEmQrp41iroB8tgS7VER+rYS52RWs1IAXvObNePLYJXznox/DQGcKq3YJmVQ7dt50CLXZabx4zwAO7hpAtpjHxXQFvt5dcKIdokdruYrNJDGmnOcqzuGcNCwm0ZHkWuZZInFeXZhxZLZJgivt44bRYsFHA55cCZd++CRO3f8wHlucxOD+Xbj91XdjbPt2uLbSx6d+H+e4YUMaZqDMpVpFAC3+rNGSLB1KSqvRrCNTYBBNbYmRjHGqlmaqO3j9W371qtc3X/DhD39U5hv3ZjuXxtknf4yjjzyIXK4In6+GXYOt2N3XgbZ4HDV/GOsIYyXUL+DU5++5R5hPjJVM8fmKi1BaSnL2m64KE58rfVQWWdVWpu6N0uKMEwwVp2V1Fpr4STHQIEY5ZEFyfVIz3iazz0+ZhKruflPammTWs92TIC0L1nIOeTwNQxgDRsqZwL1VYii1fxPqktOrKY5WazuAah3oj+Zx8448RruDCHmqWNoA/uWIg6dm6koD2fIJSMPiK4suz/TYLAOq35pzg6DeYEsIr7p+O6L1ChKU/bCAp46dRsGtI9nVg7Rdx0I6jwqBX46TQ4CecVhAxpudJ92pGNbzZfzwcgZ2NAm3tA5fIa3OWHE+V5rMNHzig/NVWF8dbXjhS25F51APlqamcfihx7C4moZDgzN9thk2mflcbN83a4f3UklQSf1FmHsskr/zXf8Vu/fsRKnIlmmCRmr+yjTRe7qKS/R46GKGkRRh/GdMsszZ2tDM1B1hvGtm31Z5o9LpZmuweGl41XxiXEygR8nLqXi8IOY9CsSngRCBwly5jHV2KHn9qNqUbVAAu/n8Zj2bn5nx4P9LIctxhbjB/zf5o8T+Ir2kTG1ELgdkf9YxdWESIwPdDW1x0xXwwb94bsDqf3rzSwTCFxC55og8TjSRxGOHj2BjdQUdqSgiIXaRVkE2XblcE2ZrNBZFemNdWJrUWva5LkYHeoXJzAJANruB1dUVxBNR9PeMIBJNwK7aqNUrKBcLKGYzoklbRQ2MLHNlG8tr6xLDj2/bBp+nihp1xdlqIrEpWeu8BhvraxkUsgWMDo8hEI0g2ppEzevF984s4YdPnsJCvgZQh5r5QqUEpguMX8VrgbOnUXRWSZFhrkrnkPGuqKl8ink6z06ZdwqAUBJHLBaTHctuAc5ljxf+YFhY8Lm1FcyfPQNvIYOYz0JHX7dIGXG/iZOZrIubzFvVzOY26IrkCs35ero7UCgWsby4jJJdRbFcxXqW7N4ySlVVfOa+w7hIFeaVgWFzl67qbGIspOLPYL2Kid4u7BnoRtxbh8+pSMdM3rLQt28vdt18M3LMJQI+VEslrK1vYD1XwKVLM0gvreOR7z+Mbf2DuOHQAXgSYRw+fwq79u7Gvp274KlTAEW1x/N6FhcX0d/fJySd5ZVVGTeyRNkZaTo/2BFDFitB2O7ubgHRub5YzIpGEljfWBFsx65Y+MsPfhLf+MZD8AaCSu5FDAq18bfUVSjtoIhdiUSLjE+R3ViWR6SdWPzm+maXg3TfsHNBCivs4iS4rTtj63WMjI7i0M7duHTpAmbmZ3Ht9TfisSMnML+8Ab+HHQD0+lFyIpQOuObgNShm03DKZbR1dEghcXpmBoViQRUDRT1IFfP4N5U8j7p/xG8Yx3JukEwkhSAhjrCgovYRE6vxuh89fPw5neE/qS/6KbC65c4aYPWLX/rnp91zU2k3h9mm8KHKkHnImkUkDEGjwymEKhPsGGaWYhGYh0nkNsFB1drBoGl5ZQ0f/eu/wdpaWg5XcXHlgvD78fNvegN2bB9FSzQii9rjC0pFjsnTZz77GVycmhJnXT54KHMR0AyIBz51PhQIp3QxudhZPSeoKq0FZGGJW6dmILCa7uXnUpRzv89CKOgTvcxIWLXT8T18Hh9YOWUSFY6EJACnrtx9X/02fvjQIwKsKjxUV9oNaGCgh2dJ8J8NWFVjtqmfZMZaBZd63LUli9pKVJWcFR/qcwWdOrqifoSqJWwf7EO9koPf8ksSuVEu4+xqHudXy8jZVWGFckORILdaEeCUyQvfkwmaAVa92wisbhO3xMtnziFgWRjpG8KZHx1BZzkEq6gSnRKFrXd0YOyWPXjy2FGkV9PYce01mJu8iNULl9E3NoSRvRPIb6QVY1WAVZUMEFgtlIrYMTGO9733j5BMxRsuyUrQS5ry5N5zwxUDFn5+GXwFuJpgS7XobbZlN1evGwBa03zdBLS5Iat2BjPHDGtGVdgtFEsqODt18jQ+8qG/xk03XI/RgSS+/+CTuDS7Kq2G4mxJR3EpKmxqCZlrNKwwUynn52FQMTMze9V7s5hX3fgyuMKq80obuDCwyNQrUgbABuoEVllJJGvOQGwOPDw4hcUVgtXaBbelDRAQqCaMVTq+SsBNncVIGE4gyGZZJXRGB/RiBhbNoyhW//8ArCrNMDJhACsUlHVPOJXAKq2ICfQ6vjoCAyOoB/yol6vwlAEnnYZVXAJcAqtqDZoAaKvM3LMN7NOAVW1rpYJMBmNqXzMxYhOFRr+lalcxj00hgS2sIXmTZmBVQ6tkzDeBtMIWkgTHJy6o8SiDRD/ikQAibCMLB9GRiGOgtQ1t4Tgu3HIAO2+/VeQYSi6NDcgIVVrLyhxD84KN9poGQI1hRo3yKZaLmmWhYtV1sucBcWvbIrvTlcIHEwJqtvpdC/FEuxZe4N+g8IQlRbIQ2UcCoCqDEI5ewPUgRFa8q55D4NWcFFuBVS0D94xn1TPePwmKRAJOgTFNwKoKgc2900AuLIRrOeS8CSxVvFj1zuOvP/QrSBQs/E5pHGfaLmPo7f145aWb4fO3wgnFUKP/sxsWZgv114R1If9acNlXrVlKwu01rGteEAsbnBdSGWzSGd5+01Wv8V/99dduAqMa5BBwjs6pugDXAE61SSPbdQ2Ad8XvNIjFM5KJJkFEJnMBX0Da0qNM3kQLU7VOEbzj+SvadSIfoJiGsr/wYzaScm2Upq/PAI1kqhFM5PPYBbOezogWNbXMvn7fN2AXyxKU8/3IRAoH/Nizdzf2X3s9fOGgnK8NXSzvJvjF7htqGhaLNuxyHZ2dvRgbmxAn6irvD+c/50StiuW5ZcRDMUQ8YVhVBT4SAFIsXXVO2GFXTAzISvWwDVHHOyW7LONkkj4WxvhZCARwTAgU8fPxYcBUaovx9+ZsNYU6smCZKJj7YkAPYemA4+9DOGnh81+4Fx/5wP9A0Cngnb/2HgyOjSDamsL43j1yvpBRxWKiaZFvgCcEI2jS0aRZaq5Bro8dCh7uDQ5CsSA21maQO/191DMXRVM4FvSLvluRWmalirxPKZPF9MKamJhU8hb6R/bhhte+CZ/+5Kdw7P5vob8tiQ1vAMHhEXS2t2NPbxx3HhxFdmUaj0+tIDZxCwKpHnhZ0Niij26ASoJzm23AyjxD9nEmtnWlHSqt58KmRENjl+YkudkVnPvaAzj648cxF6ziurtehFte9EIk29uQT2fg2HXRbyNoznvFL2NkYUAZf0AVJwRU1VrzJiZogEk6oTRxhZkDHFfTfsxC0mt//peven3zBR/60EekoM9YNREJYvnSBdz3xS8gPXMRfR1xtMZ9aAt60ZlMIdLSgno4iVV/F2rhKL503zexOL8gIGfNw64RBSCaOFxORjlT2Kmx2XbOnxuAlfuYmPmAYFVFtM0j4aBo0DXHVXIPRIdTFdQI0LMgwHVKkIL7jlkHop/Jz+T1iQyAsORFQoGMS/7caO4qk1BVvJYr1/rQHrCVVo7OJmBVkmDGCHUXPdE8rhvNoi3sIhnzoFQL4is/KuPkIhmYPJks0Wm1xIhzU8+0+SY9K7DqAiGrhpcdHMfujjCcYkmKGksLC6j7A4gkUqh4fFjJFVHWhQCfdJd7pfOG1xkN0tG9S3Rq//nxsyiGkvDVCsKycyo1pe8ZUNIB7M4TRr5uPabL+L6bDqBvfBjrl2dx7vHjKJAFT2arlscwYLcAGUIgUPE89yyuGxZgJJerVYQtvH3PTrzlF96BNrYSV4qS1wlkpLuNlKa2imJM3GxAda4jmT9kcOp8RNawLrqJxJZyDW10RShiTgiBgDpXmAeSYWZiNR6okVBE8jjurfzsBWpeB4Myt2ZnZxCORBGOx7G6kRWT1s3WXgWsmnjfXK8BlczvOC7MLwn8N38uvo7Md44BZXHE7wBeAdkuXpwUAFPAfS0Rwud/5K+em8bqz77oAIb6BxBh54U2yrl4eUa0JikdNNjbLoCfj/roAZ57lDwoyX7OtUPt4AC7i2wbO4d2IJKIwR8KIJ1Oq326UEAwEEKyrVXmHd3dySSlURk7ySo0YHbq2MgVkOE8LpQxMDCIFLtLpEikWILMxWzKnuXymLt8Wdih1HNlR10wQtaoH8VqC45cmMP/eehJTGfL8EQTwgoP1jk3eC5VxPRPgFR27bBwo9vmxfCM94wMUJnrSseXebrZS3n9JHPIOcnzn19+fvlh0ZwxGFakLqeOlelJZGan0dUSEwd4FnvYPcJ/uddwHZSLeQHqaKaXiIbQ1ZrEyEAP2ltbFBCYo+45QcIKltc2sLi2ivUSpd9slMoVBEJhMdsTSUAyNsVMU5G0lIyqYtOT7eqtVdEVC+CmnSMYSIQRAfdjP3IeC2OHDqF12yhKVCQKhZBPb8icnJqdw6kz59HV2oWYPyI52sSecZyYPIOnTh3DXXe9BL2traiX2SmsJBKUDnG5oVvNc4365qLNq7ERxnMEXwmqdnZ2ivwcOycZ05ENX6+5mF+YU1qpgSi+8rXv4uN/82nUHZq2kkxEBrKwsmSvFwKThLM8G2Kyt3I9mw5izl3mHZSXpGmVejL3EbWvsYjB66ekX6Ilirtufb5IA8gO7w/h2997EIurGVQqOezadw0OHrgeXe2d2Dm+XebMfV+5Vz4LiX2MJVlAEBIRiydy5imyHYtFvCaSDjyegJw/lMfitmZkITk/CbSqM8lIEqnz6dLlq8/Dn9Oh//+TF/0UWN1yowyweu+XlWFGM9hkvlcmB6ZFVb0BqwumKsLfmcqjQfYbVUANcErgphezqfobHUsVPGl2i9ePC5MX8T8//FEUc3lpnTHVQ57+b3rjG3HDjTcizKo3k6xoTFxJi6US/vHT/4Tjp0+pANipi+B5g2LONh4ChPqziOsg9XsIwJn/hNHIzUKDc8JqYZJFwX/SwG0E/RY6O1uRiqtgUFgqjkqYeTDzwCPIdPNNL8SRY6fx9W9+R1oUWOk0kp/PxFg149sM4ii4Q7PICK4IXV4BQ88GrKoAU30i83q5F5YXHW3taIlHkAgE0Bb1I7c0j4HuHsvFaQAAIABJREFUDpTTi+jt6JQK5apdw48nZ1ENpYTVw83SXBurlNKmxSRGXMOVsZndFYZvWycGJ0ZRLpbFiIpA12j/MC48fgptBR+sggqUbY+DyHg7tj1/L46ePoXVxVVs378XCxcvaWB1GCN7d6CQzmL5oUn4MtSFVFIPBFaz+RxGxobxF3/+Pqm6cePjpkwWCzdwbvDqoZIDMx483Mh4MqC5CZ5MsG4Mq9QaIONJabY1QFP9XnK/tZ6qKQqYwNUEvEqj2IfDTx7Ghz74YbzqFS/HwX0j+Nznv4ajpy6KnpdUNKUFRkkLSHKr9TfVeKsWYwO0ms+zsbF21VutMFave4W0yQiSwMCXc4jJj12SNkyLbI0qhcOr0lC3SYKmtqCDujcIb3svnGSrtMkyEHMrZZEOkFZIAhHUYPIFlJEPwdlyEQ51Vu0SrBo1r57OWN1q+GQ+XDPkqGA2raPGtSisWCZAXmktoqGCMGdZ/RwYQt3Hm12DU3SAjTys8jJcFJUEgW6BlBVCVsSz9Y83jfK/D6yqRE9d59Z+dNVm3fxQKYkpgGy5nc8ArMp7y5zgfFTFDM4NcjtZXGVbbjxOVocfEa8HMUoERILojLWgK9GCyJvfgr6DE6LNVaW2Jtl4bO+R96Txl2aiNJlayCfSoCv/dt0UGTQqzPbEkgVkLAcZt4YK6AxsgXZDZF1E462okNkg4wxEPV60wIsELCTgQdBV7V3cowSMpS6TrACC+Zuj+G8Bq40CyKbawNPWhrknIgIhDFKlsivn0TMAq2rnqKLgBLHqAKvuCt7/X1+KV3V14zdXbsDJwhJO/UYab4wcQO/0COpBC75oDvUag0ihUynwVNpttdGZyiPV77Q2eIM9beaLsF2FQgrseuFVr/Ff+43XXcGcM3uTtOU2vVszQ9WAkc3gngAtBFC0nqRhRskZQtA5FBINcYJ/LDhyWhDssCsKxGPLtGEWsrjCVmoDjm0tAJpEX5IPr1fARwb61OtcXFpBa1snnnryCB55+McIUf+aDrMVmiVVMTQ0hJtvuQVtXR2yrwlTRYNAKl7QOrFsP6wBR48cQ8Wu4+DBG7FzYhcSbZ2qW0UzXOlmnl7bgFV14XO8kkR6/OxqIctfSfzYupOF2ti8dhb5GLwbJpQ5U4zuI88Ujh+fQxDAxDHmsxoGhJEqknumXa0NUGEYpTzfCC6EgxbuufeLeN+f/iG6o0m86tbXoHtiDHe+/G509vViPZMToIvPt+2SsIOMvqtpi5UisQaszNQw4GDOziFgJRCJBVDNTmPp+L2wCgsIRagLqfQRy/kCysWiJEaU/slv5DGXLiCXq8HdsHH63CJGn/dC3Hjb7fj0+/8EE91J+Ftb8Y0jp7Dr5luRCntwx55uhEqLOD6fQ/Ka2+GNJBGCjYqjxtacpRwHGR8tL6FYwVwq2pSGIDfPa7+K27h3SDzJ86juYvnUBZz40ndxcfYySkMp3PHaV+K65x2SNk46EbMNPRqOy/okEE8tXcPqFmkhbd7G7hgDZnEdEDA3oKQBVlTssFmsZZFVdbQqJpasIRd43Zt/5arXN1/wV3/5VyIjRAAhT03EjXWU8zmcfeDr8JTIJPagJRxAMhqR9kdqrqatJEqJFL72vUcwdeGy3MOql/Y05DWpRyP2ZFu2rHId6zcVZERmQRsUkqWrTChVRxpZpoahvql7Z2pFivlNwILrmwmvJcCqaquXRJvrX5ukyr6sgUN+bwBusx8ZQoTpaZDx1mZIBFZNfGyAVeIcfS1FXDdWgL9WQcDrCmv0G0+4uLDBNnTGKuzMIFzG00rtI1sfzwasSrt4rYaJzhhefd0w6sUCCgRc0iyge+CPREXTvkivCgHo/Aj7AtIeX6kpia5ELIrR4UEUXC8+8q2HsOKGYdUKaPd7UCmWVbHAq9aBYVHx+kQDm5JMlGqjOUuQ5AjqlQZRrRCoUswxs7b5Gn4fDERkzLgvUcaDDLUDBw7ArpTEg+GmF7wAPQP9ojfM+I6mO2zjJYhp9jg1zszNlMyaFDc0cKvOEAWom3lhOgjE/IgFCF1cM+cLX9vS0iayWAS8qBGZzeXUGtPvr7oWWxsFKwFCiyUsr6wI+NQ/MoqFlTW4zPv4d/Se0czY3UqgMPqrnGck2bAjz+SpJq6viPmvVwgVlUpNdP0z2Rz+L3vvGSbXdV2Jrkq3cuqIbjS60Y2ciUxSDBIFMUmiwihrxpKebMvjqPH4eebZb5xGTrLosa0wDpJtaaSRREtUoGgFkgpMIgGCAIhAAA2gAXTOXTndune+tc85VYUWKD7Afn/8sfjxA9Bd4da5J+y99tprXbp0ERuGBmRMzH7Av9//x396Xev7LXfciO7ODunc9PksjE5MIJpqw/qhAUxcHAaVh7rScUQjQblnvJdkJZMRCVeBV7WyKnalYu2wvR7kKmVcHBslzRyDfQNytrMwGo2FZU+tN/xTlDRUuVrDQi6PfKWO+aU8CuUqNvV3oT2VQISddVo/nQDhzPQcSqUy1q5fg+7ebskD2DnAQjqluKpWHEfHF/HgEwRXK3DDCQQooyXdJDSKUhIVcu5RQoIO7LbqNGllvpszQM4v6l8T5ONa8BBUDUihiXsitc99gaDk4F4rJN1VkWAI1ewCZi8NI+LWEPWyBT0s0kDyftUyatUKksGAmEBSUzUespBOhDGwsgepeETmEoHCcqmKQqmMucVFTM3MYmSugLmFDBYyeVRdrxgrcT1yfpNlbYqZHHPukx5vQGlGe+pSONk+sAL7NqxGioXbegCT1QI23nYLujeshdeKoFwoo1TMCXD8gyefQqlEUygL2zZsxZYtWzC1MIXvPvpdpDvSuGXfHtRLBbgEVkNR6bygpAfXl2Up42kySNva0g0jTeo6T09PY2RkBD09PSIVSNMqjkssFkcqlcbszLx0EnHMmXOdPHMef/lXn8Dk7KzIkvEQ4PwTyT0ppjEIo/+AX6QCuS/4KefkDaBGOQj21DuUYGLLfwCxcBhJ6iSHowJ+8v7yPFnKZKQ4f/vN+9DR3YmJmVk8+vjTmJjJSn4+tGUN7nvzW1jjRSgUFbDz8ccfx/nz55vyHzzbmPg3OlGlzUUXfJSMo+ihs6Kou1NFV1tiDEWIEGKClkwxkl48x2dmpq5rjf9bfdErwOqyO2uA1Qe/9sAVUgDmaUpbSU00VnQEjKQequPKQdRamWkyCszk1PRp3V7F9h8TjPJ9TEuV0uggOMNAJ4AXnj+C//33/4CAMmCUyohUIEpl3PXG+3Dr7XeIHgbPEy7mJbInylV87etfw7Fjx5TGDoNs3e4nbqgCTDYF26VSpn/eek1mEZoAWVqnGKAIQEAw2Ub/QB9WptmSoCUY6Yink3RWVgg13XX3fThxahhfefAheKkJqRqqZVivF1g116yC4aszVuX9NbDavIcEVr1Ip6jnmUDYR8FuB+XMPFZ0dmB+4iI29vdLRTbjenFo+CL88TYJ0ESs3Fb3TYIjCtOLWyc3HQUyVrsjsNZ3C2O1VChibPgcPDUbQwNDAqwmsh4E6HHERNvrILy2DWtv244Xh4cxOT6FtTu2YvbyGGbOjqBv7SCGtm9EIZPF1OPD8GdK8Duqxa9arErS3TewEn/8xx9BZ2eHCqAEAFZtHNSVknESrK/ZN1xn24Y4WjZbTsyGqdo5dEVeJ3Lc5Hm9jXus25/kPQk8sKKqkyVTrVagnYKLCM+8eOo0PvrHH8Nb7ns9XrV/C/76b7+A46dHBNBROq0SpqLuKKDVAKv6IjW7WjHuTPKzsDB3zXszgdWBXQZYVdpYClMjsEpjqRo8NoFVGkxVNLBqGHyUA3Bhey342nvgtnXAtT3wsJpcq0jwzuIH9YO8FhXLfXCF8QS4xRLcQg7eWhmoFa8TWG0xueJ107wpGJeqNNMxBoYEbVGvwLWi8K/ohU0mXt2Fk6vDzRXgLc/BdfMKRNRyAArkeWkhgtZBvjqwaqQATOO0NOe3vOwqbFT9W/MKtRcsezSAVdM4r1irKhzQ4Kq8hMFoQOoI4aAX8biFKNn0IQYrfoQsL9oiEXTHU1j9lp/Bips3o+T3oOwUEXIISmuzF6Ojp+UADCCnPsGIEegeQN3uJ3uk60HZ4yIHB1nUBUQlsBoUH3cP4vF2AVu53m0Cqx4vUvChDX4kyVAVgFhBm4rRqYIcuScvA6y2Aqpm9F6KfazuuAJxZXV6lCKi4ocuB8HVuxGwpkHLDOqYdEfxp//p/UiP5PEfN96G+pKDpzxHsffuBF4d2yHsAac+h4ATU3syVQCEicvzgYUMAqy6MMnvR8COexXXiIfMFN5nFo5UMYZ/hre985rX+C//6rsbe4Q6H9RZZxirrYXOJvhz5ewzr2GSrsBQrXtF7UEyQ2hQqdlFbD9ksq0AQGpjKXaJYauZxMiYCRpgxLT3mXOWfxpg0gCNZLAygeHsKOZLeOx738fs9DzCFo2HbFTLFdFj3LNnN7Zt3670ljULlzOWYIXZ+6kJxzm2ML+E5w49LzN637792L59D5KpNkSicfkcv9+S9mSeE2prJntCtaN6WagRPWIalDFvsiWRJ1OV31M5dyvgQ8VGKhEXVpBtN6QUGgmhbiszOoHS6RImW4ttjGqHMoxVk+RHYhEsFhfx4ANfxhf/4q9x07qt+Nlf+zB6d+2Vdt10R4c4RbOAIGtKZDrUmWbuicxt0UHUpSrNqDFzQ+4l56FTRW7iIhbPfwfB8iUEQzFl6kUmXLWGWrEkUgC2TbNTMppdLBRqmLk0h6AviEvTizgzPIbVQ+vRFXaxtr8NyZ4VeOAHTyPvT6N/aB0G0j4k7UW4yR7E190o+t907XW8NLmoNswjTcGTybiJ04TRqHWvZT55vKh5WSByESELsOYIo3bk2aM49eRBzBULiG8bwk13vRZDQ0PSbUFWl+X1IxAOoua4KIknAMQEjeNjZCRE0zJAaSu2M6q1y3li5m1DFqDFbEvYcLJe1HnQChIQUHvbe372mtc3X/Cxj/6ZFBB49jH2YDsj99wfP/gPmDt/EulIGNGgT7R307GYGD5V/VGUY534/tGzeP7EWdVG72M8q/SOzV4h80LYROo7mkdjr2D8x1VBkEGDIbbqrRSgxBjeGgBZ5pqwK+siAcPvzXZZvgfjSVM64/pqdCdwDTWcppsdRkYuhGQOSd4bZpZKFkDYSBLrNWMlKR542R7sQ0cog60rM0iHArACNrIlF9877OJynqwyxaDieeCj3uE1AqscQY5mGBXcvWM1+tNRlPJF2LklOUOoT8zzj2cbQWSCgQR7WCiSIim8iMcS6O3pQc0K4a/++XG8MFMQQ8Quzs0KW75Lws5TEiLci5XWNTsJyjVFdODXV/rJDLy0XromiCwv/Ph9PHc8WLduDaLxqJzDPT0r0LeqF8n2NiTa27GUUwY4ZEJSyz0YUHNCFYeYB1Rlfpv9RLwtNCPfFIoYI0u3giE4sI2e5JoW80Mju6HATxfpVEqk29gBSaYlJVYajWMcR3boxOOIkAHt82Fhdkbu++T0NDZv3YGlQhl5yltJLK5yASFPaCZ8EyRRc9/sjXLNfsoQKIkFM+8VkE/JOEpnaYYlz5OlDEYvXxJNYxaxmmBsHX/2kT+6rvV9++4tstewGFqu2Ziez8CKxTDY3Ymoz0XCcrGyKymkIoLPLFakrAj8AY/oRlLyI58rYW5uASMTk4i1pVGu1zB8bhgLc4vYvnETbtm/Bx1tCVSlC0WZUkubOvN75nd1BzmCs/BjbHoJlydnsHPbEPr7ehH0s0OsBJeM4mwWC/NzWLWqF/2r+9U5QzPcugcOmZ3FBeRtF7aVxJnpLL5/+DSmslVUA2GJK9j9qDpbFDHDy2vgz6hPre9VYy8R82KFKVD2p1GI1EbZ/iAZqwEBIEXag/eSklleyg0FEKIZ2+w4ctNjSPpVo1C5XIVTrUmsTE3OLWtWYcv6NejqSCMAejaQcUmAUDZwmcNkp/Lcp7v93OICxhfLmJiZx8TsEibmM2Dm5LUog1aV/a5xna5iPBPbKFfr0vnqVPJYmYxgz8YhJJjblm10rh3A9jtugScRExA2O5eBx+9iYWkJx06chM8fEhbo2v412LV7Nx558jGcOnkct9/6KnSmksgtzAmpwWNRSog6wBXZOxhfsKjV1p6W8eBy5L9ZOKFZFVmqnR2dje4krnFhq9aV0VU2k4dlhWTVzizO4p+/9y2MjJ2Tjh5Gy3aNuTLjCuU/4WHXj8NONGUMVisUUcjk4C9VpMMuErJEv7YtkUAyHkU8HERISGkBxOJxYeoyV5d4lPtdIIBsqYLRiSnki+wW9WH1+n54Q1GE2zpwaWYBX/3WtwXsFkkIzX41566Je6j1qs47g8Eo60njl6GA4WZXMc9CysQYDKCpSe9gcYH7ziuPRpzgttImXhkXGGD1G9/4SsN0YvmwmICSQTSr+FyoRo+0UZVp0ZmShC4QaOh4SfsGGTA6IG0N2sxk5oRmAELtk8NPPYUfPfwwOkJhJOIxxOIxLGYyyBQr6BoYwuD6TZhbymAxu4TFhUXMzs0hHqcWyAKGh8/KJtDKVpTgTzOnjF6oqbCIELy0cGqBaR0IazKXMiLRNXxqkXJTvPW2W7Bjwyr5fjycpBWSCR+F4mlm4brYt+9mPHPoGL7+zW/D4yPQy+Cv2aYvC7wZUjYCzasxVqVh1Tg364V/LcCq+ay2dJu4ADKcsytl1MtFxGl8kFnAzjVrpOo5Xajg8PBFcXNkYM4Hk1m2YvDa+Hdei2gzSV+ug0pXGKGNPVi9ZT2K2TwuD5Ox6mDjug0YPngS4bkaglVW5VyRAggMJrHh1TdgeGQE46PjWHfDdgFWp89cQN+6QQxt24hSvoDx77+IQLYiepCsPBFYZTLb2d2BD3zgfejpVXo5ZKJyUxcTKh5aWufXHMaKpaUqlILjtAIqOihXARgTYtUuxU1U2LqaRarae1VgybGQQJmaa7otStq1BCBikKJYAmdOn8Uf/N4f4s1vvBd3vmYf/vLjf48jJ4ZFAF65iSv9FrYcyOtbrkuMRrQDvBHt57gvLFwfY3Vg95vE2EXMfxsmJjZcasQSOGflmuAk9XZF/0gDj2RHcg6wdTzdDU9nNxyONdt3BFjVTe68fjK7RG6A0UsdYPW0VISXAVwtf41SAGqXIFNE2+Cowgv19QIU4ScIpYHVOoHbMrwU5+/olkq9z3ZRJ2O1WICnNAvUVWuZek/FVpUD9yehzZ84Fa4OrKpXGykAdZ1yTDfhUskYCWIolpX68CuNmV4aWG0CqdI2d8V+oUFB14KnriRK4lG/MFYZpIRDBFYDiAWC6E21Y/3aLWi/dx8CGzegZOfgcSz4vGRvKw0hxRjQ99uwlFrmopFwMQxW9a3YNuyiSg1WYYOq+SuhlseDVLxTXGB57ygZYLlMPgHaJYTZ8m8WlB4T9XEKPmZQ+nJSAMvBVZpxXe2hQFT1OwnhNWOZe7TRyV7+uoBbRdkJ47LtwbjvOXzqlz6E0W/b2LOpF2m/hdpcGdW2i7hhTS+2JFcJyyYqyTOTG9USJQEmk3Q/nbgdLRMgX05pGXqZKHAvVcYupjLOveqGd33qmiOTX/k1mlc1HwYkNWNpQCm5d4bJw+BV9h3V3ifGUwwuNTPJPJd/CnNSJ/RMEshapW4XGZ1mzptESEBZtktznxOQT5lhCVCruy54FphFYaQCDLOKxdpgOIQy9a89ARw/dgrPPn1Q9Hc5Xiyi2lUbfX29eNWrbkKqo4MOlQKo8iHtXcJEVVJFBHICVkgMJ549dEiYUHs278Krbrkdnb19CIQi8nzFVlDaxjIbZQ9WoKqMS42tfwQTlbkOzwF+OYIfXD7SmqrlZvgcsm+NLEChUFCJoS4ym1ZoM2Ym+eE0ZsujuV98Dd8nMz+HL3/+c/jKNx7EbTfswttf907k6h50buvD9h07pUVRzDS594lbueoBEtZkS9eQfB6TVA0Emt+ZgrnHLWF+7BzKl5+CVZmhRbVIAFDrkUzFarmEelkl5dLOyRbSOlCoOKjla+hasQK268WpY2fQ09WLgb5OJGMWrEgEpy5N4oFvP4F4/wZJqIK1PLbseRUCHQOwmcw6ZXmtmQ+thXq1P6kHz0NKj/BRJwPf44VVY++kX+bU9PFhnPvRQZy5cA61VBhb7rgF2/bvEUCL0gE0Vgx6aZwRFU35bLEkumvcM0VHXuum897xPvDfInskTsgKHJK5que52Yta2XBy7YwTtN6vYXHzWt/67g9e8/rmCz76px9V8Yawn1RbOIHV8wcfw+HvfxsdIR9SsSDCEUu0T2NkZtGN2ZfEwZFpPHLsJBwWR0Qjv0kyUPGRRxVHOXc0cGkAd4mjCKjJvkbzIbWmlGEfUCtVrgBpzXiINp1mNHHspDVXmOU0DNEMXomvm2emAKsNzVRV3GbCzXVJR2hlEKMrb0b7X+vcGs1z831C/ghcn4PuWBHruzKI+ryIRBxkCw5++IIHowUWs9R5zO/mkxPi2hmr3JNqdgUDbRHsX9OLOGqolYoSH7E9mPOZ8yvGsznoFw8GsqxkfsGHUCSORCINbySGrx46ha8dPCV7DjUhBXhknBVQOrZqP4jL/GHLLofKor6j3wu7VBbd7qpdk70rpAEGs3+bYpMVCMq6XT04gPe//2dwYeQcDh58FolUClt33oBVqwexmMshl8lKVBPweBGLBxuse+4BDYIN9e01U5V7HqeItGzLelVtvnIWqamj7p0GfPlzw2RlbM78kvF1MpkS9hylHMiWKxYI7FA2xY/5+QUZAzLskokEzp05jUQyKeZCa9ZthC8YxWK2IMZjrWedWX/NPUR1/5nYTgBXstf0GWjmsPyb+YfE6goops8DuwKymQwCen9tLSje/5E/vK71feMNG4WxyTWYpYanw9jKi4TXgy2D/eiIBdCdCiEeotSWLedxMhhGMhGFTxzmqRHr4OzwCA6ePo32jjY5o9mJSE+Sro527N2xDW3JuLSYF/I5lCgFwH1clIk88t3KJCUEojh9aQovnL4AfyyKdRs3I93ZgUiQXVEuSguzaA95sXnNKjkfyDaVLniHnRxVZMoZVHhWVusoORbOji/h2JlRjHmU2ZjqmGfOVRP2KmUoWLAxbNVG/Mdond1yulAp8jmUpmh0UGmNVYKqQQKrOg6g1BpBZ3Z6eByUZkaRnx6D5WV7vNrjw34v1vatwNr+XuzeOChGZH6vkjlTt1XluczFuNeTzUzwv2LXkM3nsZSvYHYhh9GZJZwZm8JstgjXIrNb7VtG6og5BvNKBiQcY54BdqWIoBdYP9iP7nQKyVgMr3vTvYj1tCFnk6lahkND06AXE9PTeOGFE+jqWIHe7j709/Zj5ao+fPFrX0Q+m8E9d94p15xbXEQiERc9XI4XGen5fE4AVYKnLKJIgZhdBrWaSACwSEFDUDJLKanINZFKpcQzh2uNwCuBU5HW87rIVRZx/uIpjM6eRZ2Rv2vBrvhQq3hRKXmwOL+EymIBKzo6EGesnM2ilsvLrtoRjYvsSTQSRpheIn5VfCR4zTEi+5j+OCKFxO5D5no1Je5HczLmlT5JMpkz11D0eLDoePHl7/4Ah04OC9DKNSCEIV08VjKAygvCmDLr5j+NCWlyR4upujF2lGxGCCDNs4rbF9f60uIrwOoV+cYrwOqVe74BVh966EEdNFJHSbmzKW02BSjFY3EJrnjIcaIFqGei3XpNkmCqgZLcCFNHUTplkktg2tQZbMW3JSB1HVTr1LoK4OD3H8PRH/4A3ZEwOuIJWOEQxqdnaVGHssePE+dGMJcroawrkVw0dJJrMgdVK5m0rBMMNNUPxWlsASkZFDQdZg0QJ+/DWrI2IVELjISNGiyfD297+1tx4NYbJZhiO4NIInghGq6VckGuo7OrFw89/Ci++TClAKg7yQBSMSaXM1Zb26H/tYHVVjmBNIHVVErYOdVyEaU8HX0Lwki8YWgAhaUlZBwPLi/mJDEmO6mRrIqmHuRwMfeZCRxBwVJnEOGNvRjaugG5TA6XzpyRytn2Ldtw5pnj8E+WEKoqPUOaV6Evgk137MLI6ChGRy5jw56dmLk0iqnT57Fq3RAGtq6HXarg8qMnYOWq4s7MuVQpKDdM6ttFwpY2r1IHdChIc7I81qwdkCo3k/ilpYxU5pi0lioOcvm83BsGaRRil3lOVoFmJfP+CdNBWCqKlS0HuE6mJGn1sdWKz/HLGggG2eIW1dqDISQSEcQTSQl+52bn8dm//xze9MZ7cc9rb8LHP/VZHDlOYJW8DQKWBIH53VQ1tslY5UGmgjmVdGgtVkCq+Nf6EMbq3jerqjtdyrzK65ZuiAxmQF0pslbZUkbNVLeqOJLiws5AjzrHXrjpDni7euCSaUfwha+VIElpt3p9LlzxEaMRAMQUy83nATIunKszVn86Z1TNGUno+NCMdjeQEmCVTDK7ShmDEmCX4CWTtb1XBPglWar54KvkxWHXU8tLZVxJZDRBnesDVg1YtxxYVYzLBg9Vs8rV4dwI6a90tl9+MxuM1VZgtdm2rvSStXGHS+dRuqBy/kPYqhEmIAQarBBCniBWd/bgrZtXY3pnD2KvOQCEPahUqD+nWEN+18i8KMaX7N2SCKlBVwGsWgfi76EdfFv5nlJI47eSqapeR/MqA14LuKcBJwXiqi9tkyQls1umpCRxnJdXaHEvM6/iHGteV3PwqM96tQfDJlUaaAKrZo81BkbLX8c5n63VseT4cLl+Fn/1vrche6gbqwd70Bn2IlxcwmKhhp5EFOs2xNEf60ePxXOkDl/AAQv5AphS3KCqABiuebaCqq4jxVmnyQSTEngYyKuWS7aN7fqdv77WJY5f/OV3XsFYNUl46700ibWAQ8ZMYRnLlL+jKU3r+dxgY4okjhr/SCQkQXmYmm9+fnfFaDLsIOp8mkcTeKJki9LSojkHi3QquVLtf+a+yjzztU5DAAAgAElEQVT0e0S3nNWahbkc/vmh7yAzNw9qk7Ids0rHabeOfXt3Y8OWLbAYnwjYRPBBJV4Sb7DbhAUlzjK/TzQenzv8PM4dOYnt23bi3je9FauG1opGGoFIadkTMFjtu4q9x3Yxdm5U5Wzh9Sv9VBZVKeMSkHPGSADwuzCpMW38bLnj3/kzPvidBawT9q8yveBr+J5suZfWRiYcfj/4Wn7mX3/yk3j4c1/Abet348P/9bfRvnsNim4FCcRQjwVF20yKgbowQXYpi2gsIBiQvRFbNKBjBRibe0agJzN2AlPnvo+UlUeYbdMlmlX6UHNsMTqpFvKSxBEYq9VYMGDuQSOiCHzRKAJsn3M8SHf2wPH4xUTGqrsI+4Io21586eFHMJx10N63GlHLwi2vfh1qXguZfAYBn7oWYffQYEszl+Qc1BJIkpTrlkE5q8mKpJ4mWzYX8jj/g2dx9LEnJGkM7BzE3W95I9Zv3CwGFuq8dUDdEYKsBMRL9RqscARBHmeVCmgtaZjT8jna5EsVG1Q8zM8VVhu7t2jioduyZe/ULGATKxDYb7wHn/8vAVY/+jH1+WRRG6DBb2Fp9CweeeDziNbyaE8EEEtEEQtFpM2Sn+fxJHF6sYx/OnwEBccLP1vQRU+uabola1fHvBKJaODCFDtETw8uUomk6LCzc6hjRSe8QT/OHjsh79UEVLX+rS7SaYMB1dPl9SAQVAmz3IsGu16fMbrLyCSzsh9xTHVx0hQuVLHVGGbpuJpsW/2d+GfIF4Hrd9GbKmMgsYiAW0c0BuSLwHPngriY4/10JP6l3A0lYK4VWJXtnIapPktkibZ2BbF9RQLZXBEhtvz6RbAHIcuPdDyCWMgSCRWCBnTWJouNjPBILIlQPI2jU3l84huPYjGfEzNKtly7LoFSvo5xqSXxLPcLro9gLAbYDtxqDQWSJXi2MEamuZhmTMv5TGNeFgOoca73a4LjO27YhmQqIUWSXKmEHXv2YGBoDeYXMyjmC3Kv65UK2juSst9zWhTzdCtn/BsQuTZqn5J9yOIR9xCRb9AO6GZeGBBT9nZH52ASh6miG2U4KmVKE9B0you29nb0rxqQ7zk9PSXnC7Uhp6dnMDc3L8Brf38/zp46oToD6i56+1cj1bECC5mCaGEbxqrZc3kNrYCpYqM2C08EVluBVj5fAX06/6PklOOIcRTXvTB3y6prwZxj/PNPfvf3rvn85gt2bVmjyR9eMUaqeAPwR2KwymVs6O3Bmr42xHx1hHxkgWuwnozMIB3gLcnrShUXFy6OYXQxC7dWEz3yof5+bFi/Vq15AWRJUilIGzyB1VK1LOdbnUUt6oC6QNUTxsWZLJ55/gRm6kn0b9yEUEcnvJYP7TE/Yt4ahlIh9Kei8FYLYnxLYhEN2bKFIqrFIuqlHBySsWwgZ1t48eIUnp7MSQcnjeVk36wVUS4VlN6mdMhosFu8qbQ5VTAq+IFhgDbiP6VTJy3qNPVTOquqoMr9ymPFEApFEHJqmDt3Cp7SksxzkqDYbdmVimP3pjXYtWkdVncnECIph/JmAlKrmJsFPMnFGKkJq9qROK5CA7FcUSQTJhYLGJ6cw/DoFBYKRSHxEMQza46hEWNaVWgGPHUlnUiiWW9fL9LpBIZ6e/HWd74VRaeIklOWdRWLxmH7XQyPXMDwmfPYvmUH+nv6kU60IZfP4qHvfVNkkV5/z12y/mSdk61bU2ufhRcWgvv6+pBIxqQQFgqHZI+kBAD3Ea4jjnOeXb+UkEildMyRx4ULI1LYiEWTAkbX6hVUkMVifhwz2RG4gTo8dgT5LNv6u1Gr+PHsU4cQLxTR19WFQL0Gf7WKRMCPCIvlkZCsYxaZmDdSB5nxFQtnBFVpMC5GpCykaWknmSXS4UXCk6XMlCUEraJuRfDDY6fxwKNPIO+EUOY65b0yBtS6O0d1K6suHSWSqPcB6V5TfhOKc6ORGZOsqc29gRepvUHtEQvzr0gBtG5yr0gBLNvyDbD6rW99TTYDtvhxc+MBxweBIx4gDPDF0dPjk81GiX6rMqRyRlW6OorNqDUjtVaWObwkGLDrCEfCDVdQA7pyAjMZi4SCeOxbD+HE0z9GTzyBoGMj1dmBS5cuIxKJI9Xdi4ee/BHmykxIVaDAhWNAVIJlhgreODR1O6DRHZWkq0UKgJuwyqVUcNcIAgRgUK3fov6nA8E33vcG3HfPHahUFYOXgYQRQxd3eQJ9oTC+/MDX8a1vfxc+A6x6VAB4BWNSftJsvTKHv6nyymc3ND40SN3ojblS08sEEOYWt7qO8zOpu0VdUoKKhUJeWgEU64LmygpsNO2Lot/Etgwd2FriRkvav27HYuBE1kPdRinpQ3DrSqzesRELc/OYPDMiG+D2XTtw8fhZ2MOLSNj0bfeizKO73cL6A7txeWYCY2dHsGHvTkxdmsDk8Dms2tCH1Vs2iTvz+cdOIDCbR7DuEWYK9VsJhIoWiw4sW9kt6r6qCpVXA8FyP8mOMiCXHhyTbJqxlXtuAj7tqMiAuBXoNgd60CJg36x2N1tYg8K45oNzopjPScXv3e9+F/bu3oZ//OwXcPzUOTjSIqfcJw0LhtfTep9NgmDuqbmO6wZW979WDnwCcQ3tVo6VXZMADA4ByqrcT2mMEx1P1SIn+kdMboMp+DtWoR4PqnZZUpUYiUkV1gPHp4xDfMJYdeGWqnDp8FspwItFONJ6xBq8Ns9qeL//ZByq/DXNzdLrg0ki11cgDi+tdwnF1VxJJFArwI2l4Ut1qGDIQ/adD55qBcgtwK3mAKcAql4S/TUNaSJPpdlPDYOp5axSzeZsXKXougmioLRKNFdTOYKqAkRTG1kanTQedSWMrJ7TBATVvmD+v3psrhuPW55nwCS2hTKYI7MlJC2PMY8P24ZW42dv6YATbMf0a+6Dd12P6FFbdLL3UOJDM1YbCa66nqbAge6q06wTadOXapv61mafUletvgHvbkess/lNWto91Xvr76xd0gybRTiv2gHcfL4ZXWHLaiDW7KGtUGqDwbBs2Bq6SBo4EGhdv5AAvDA1zd4vuDCb+B3MOwEsVjy4lP8W/uLdfwj7vBcbhlaiLx5HrZjBfP4yogkPtq7qx4b2fqSDFqxADcGAi6DXguWj2ZAPdc5DKe4RWGVCpM4YdVaqNlkprAiRVenWbfnwX1z95v+Un/7HX3zXFUkh9w9JrOXsU2eIOTaaoKli6BgAq7nXNXUh+Tqj0SkrUrfk8WcMzJlsE8BREiwmETUJLFkbZJDoBEmDQQJYEVzUbf2m/U/OPhaz9H3h8gqGo3K/nnr6aRz+3iHEUknQs55tbh7bRW+6C/tuvgnpFV3S1u2lq6zNdaB09lh8kTNAn+28bp7Zjx/+MQ4/+QzW9A7hXe/5Gdyw92ZY3iBsyvroPZwggMhTGNCIzJdSSQDSBrOG7csC/JgAXCViHFMW6ti2zrOATrwmTuB7GODQAJsEZiX+8FsIxcjqCCFpRVHI5HH/Jz+GL/zTF3DvjbfiN372wzj27AwCHWG8+WfvQtXnh11pgqeNs19r4l6t3EA2l7huuxHUAjT+cxFAFXMLi1h65n4BzckoIThTJzOV7f6FEsrlijAVxbBMM5LVOUrWkAJa2Imh4p8QEm2d8PtCqJXKCNH8sljGE88+j8ePX8DgntuRd8NYO7ROmEIcB5rkBfxeGVvGUwRp+HPGIlwgqg25Ccbx30ENrNpLJZz6/LfxzDNPYTRaxdDNO/G2d74bK7q6MTc3p7tQ1D1iu3+5VJJ7RGCb94LxLrXdmJhSZkr0ITWwK/eoZsv3M2CLWRcSR+prkk4ucTVvmltecT80IPuO91yfedWf/MmfNMFQkQ5Ra5P7xxMPfgGFc0fQnQojEAmjLZlClIygoB+BmoM8IvjnU5dwYnRGmXiQ2SXOyNyXVIFDimV+xiEeRK0QYmFlKEct4bJdQziZQpDfoVqUboTu/rXwhdvx4jNPyvMMe11iciFSECshuKiNstTBKO8vUijME3ThmvqOjkgBqLPexOgGYDX7u4nbWuMi8bPSDOzWuC7g4Z7sw1Agh5vXxVEIVTFXnoVj+/HcRQcTuSRqxTJ8ri1yEAT0CZzwMzmupiWcn0WAVIohfmVIY65Riu8Uj+FeW7elsLB7+2Z47CqiMxNIRH2IhuuIhX1IxxOSF7h+jwJWyVoNRGH5IwiHY6BBXc1j4ZGjL+CJ4QuYypWxlM2rzjDNKBZNaNFRDQirrFopC1jUOg/lXnLf10UrwyhVkgE0r6R6igK2giELqRQBqCBC6QTufON90kVFEkKpWBRjP3KIOzpTiIWjomlarhRl36cOIrWHOU8WZtUaY0s2YyPuH9wXTV5mcis1dk2wwqwxBVrZykiIMjD1ujiU9/R2o1isoVSqoburHbMzU5gcH5fYedOmTRgdm8TU1Cg62jvQs2od0p19mM/RfEcVNEwuZ/IYzj3mq2bNSpHPEH6EFa3WPR/m5yYuN2el/FznkNwXTO5oiD1/8P/81jWf33zBts1rRDeUOxwNkQgkhYMc20m0RUJ42+sPoFKcR8Bnw1O1EaVJk+tFOORDMhaVvLpSd5T5VNlBtVRGOplEPByV+869m+ZUbM6gJwHb3Qm0cg7xXK+KJnoZDs9Ix8KlmRxODo/i2GQFm299FSK9K1FhZ4DjkT0jGgohnUgIO5i5DsHa7OIinGoFezauRKJegT01Ck+1JJ4s2UoVp0dnMZbNwg3H4dY8sEs2imJkVAYzJ2M0RD8Ufn92KvqDETXGel9o5EZs1RYWPLXQ/dIyLvsCz4VoDKFwAp5gAM7SPPIXh1ErzSOou258Th3b1w1i/+a1WNfXJSxg6Zpt6bZRe4w6z6UoTYKEMdiigaNdEzPNbL6A6cU8To/O48zoLBZ5tmhZDq5TKdbquMnobsv+hroUZClPs2fvNuzafYNEqTSwpLwawWTOx0NnTspn3L59r6wr2+eIPMDTzxxET3sb7jxwByamJtGWSMIu1WBbHoT8FqYnpuV6V60eEKJFMOgTXdNMJiPjRPmPgOUXAlKukBdNVRpc00flwrkLkrum2QUYJkibQ63ioMrOxqU5VJzLiHREEPCswMxUVWIQy2dj7OI5tBcqUtATw0kxqmWOIoLammTHApve56WrwyN5M/1yWDjiGuB9FSCd+aJ0DZEgQcBckfAsB1hCGJ956Ps4cXlCtISZV7OLw5wNZo82i/Gl8nkT95qzpnXxtp5DSkJJ4UCLS7PXtcb/rb7oFWB12Z01wOoj33lY2vt6V/bJxJmempSDKZlKS7JJ7YtioYDZuVmEgiHEEwkUKyUU8nmtvak0qJgYURxeBdmq4i/tb8JSoS6lI60ijcNL6zMJa8WxZYE9//RTOPXMQURpdMLExu9FqVzB4mIW/Ws34IkXjuH8zJy4gvNh2vsNWEpg9YrF0mLktLytXl7704BVWahN13aOzV133Yk3veGAJBEMtlrF4Q3bipWyLz/wIP75e4+J8yj1lMhM+klQVb5B4660AquNduyWKv7yhWkWfmsA3/j7sjZnml9Qw4hjQ6Yt/xc9MbouMkgPUNhetV3wvlEHx7Re8XcCmhNYFSMv1vYJrrooJ/0Ibe1D/44NEmBNnh0RKYAtN2zF+aMvwne5iGTdjyqlAGgmkvJh0137MLk0h5FTw8JYnb48ganhcxjYNIDBbZtQKzoYfuQFBBeL0uZXowN5qSIJjgl6WoMiE1ArwFOJVpufiWeSqzUl9eCY35lk7WrAKufy8nGVwLABxOnWJlXY0vqKCjhSjFcHmWwG733ve/Hqm3fhM//4eRw9fkaANraUEEgxLTE/DVg1BwXv23UDq/teJ4GBgKsaHBN5Bxp61SvSSg+bLo2KCaYqe4qlQ/0jaeuzkvCne+Ekw9LN5eGcJgbL9iWCZ8RTBYi1qB0AMGCrFhWw6mSk3UfeX/5jAHl1lqEciA1gVVPmBcnzSiXTDSREbUDqOhWCMVW4tRIQa9fAqkBmAiJ7qeeWz8CpZgE7KzuGR4BVgqO6itkATvX9fhlgVYCaBrCqdIYMM/xfD1j9CZEANe9Vs7z83cCYAprJHkJZE5or1BDyRDGQCmP/plV4/Q09sKoeXFxzA0J334OKtwIP2/aEfWomb9OsSnUpqM+XZwibVIOp+rKkm8FchYCh6mEA1i4BVtVrzB9qrzavMs/X4Kx5X/Me8lIC0Ro0MnO2Cbe32KzoT77KdKJOknonxciSevUyYJU/N9cuFXQA844XcxXg3OxX8an3/AkwERJgtT8Zh13KYjYzgkDIwYbeAWzsHEJ7hK3ENkIEVgmOeQmskgGigVWCVDrZJZtHFcMVQ5WgpMwiSgkA2PzhP1++zb/svz/0C+9o7HdmL1F7nGqbNUIjCscwc0slDMvPEMO4bk2GJbnUs6+VUUxgisAqA3T1PiopNddg3t+08kmQLNIDSuuMCbQkrBpMExaRdJBqNgEDbCuIy6Oj+PoXHpLXkdlAdgzZGhErjJ27d2Fo/XrFdLD4fOpkqu4CvpmKC7S+nwZ5K3YVx46fwDM/PgS/48fdr70b977hTejp60fNdlFllwvbrjVoygSFoQC/F4E/gqMNwxIBV9TvWIQW7WAxteHf1XibtnLGQnQk5oNMVGNsRVCOz2H7azyahCfowfjcRXzuH/4GD372S7hly37851/6DWx61V4Upb/Wh1giiapbFdZbK9jTAMhbtIpbJ5CS8aDZHIfHhSfohV1YxNjxb8G/8KICRMR8piagKls6y0XGCxqQ0EC1OLTrh+pQUpISTER5/jFOdD0BBHgw1GxkMzkcP3Mez52fhZNciZInhGQyjbtfd4cANNxTqeOrxlHdNwOOMHleDqxyLnEtT7xwBoe/+h2MXBxFoL8DO++5DTe+9jbEfVEZY/NgZwqZQrx3Bvzl78xnELxl3Kpcjk2rKgGamhiHqXblivxO6V02NYXF/IaJoL52A7IY1iDntQEE3vqOD7zser7aE/7oj/6ohZGp5C6kaBHw49LRZ3D0O19BZyyAeCKCVCyKGOcTr4umNE4AJ2YKeOLUCOZLnDOqOMzvIIwhDRiyKEoyBbcN6jAKaGEFpP3VJnOIxjpk2Ft+JLtWIZrqw5mDT8paEABVt82q61dyCGJaKeeuYvuyQCbSMdLtwmhIyRAo9VQNYrQMQGtx+0qATj3JAKtmz5FP5riwTRrATlTwmi0DOF8v44cj50QuanzRRjHQB5capsV5Ae7tujKHUeyyK0kMHCcl3WTkQpQpo9rrOO8dpNvacNfdB/DaO27DkecP4fg3v4K+dAhD7XHERGqbrHnVDSXAgRWCLxRFgAArwS8rAttKoegLYHh6Hl/6xkOYmJoRYEbJKnDZ+2EJKzQoIDAN6jiGDXDQdMwQBNB7D7+PKY5xjMQokiQKBlEeF7FYEKl0EgMb1uGGfftknRdLXO9liTS4D3R0tYkhz/z0tBA0+CDg3tu7AvOzc2JaJGtC2nYtkTvw6gEy897s/dwoDLO7FVjlOpM1Vq5Irsnf9a5cgY6OLjFzCrPNf2Ee42OXUasW0daeQjrdjVMnj6GzqwtdPUPo6l2N6YWFFjMddZMMO5WMOaM7bYAUUwig87d5niHKyPzS8ULreudNl39rPVaTi/DP3/3N/3Jd63vzxjVyvvHsYVcGwe9qxUalkMGq9gTees8Bmat1u4QY8zQWA8BCkRfRkIVoLI66x4dSpY6lUl3WL/XIHW0sSVCP753NZeDz1tHX24X2NBnotgB4lRplDqqoOC6yVWAyU8Xl6SVcqoYR7+2BlWxDOJIApSSW8llZC5SpoVSfT3eP5ZaWUMjlMTi0Hp3xILyFGZSmL6E0NYZqZgnjJQ+m5hdQrFLD3CudJwJ6GwKH1sQnSMq9i4V/6n4b6R1zr6RIQJNQ0WdTpqCm+OanDivXlRUCrACcxTkULp9HvZpBPBSVzqjOZAx7t67Dxv5udCcjsLhvGZkk0ZxV65/nhQHT2JnC56h5QhCW+xo7b2pYKJRxbmIBp0bGcW5yFmW2sFNb1U92rpJLkn2uxQya8zASCUub/pbNQzhw4DViQFexy9rk1EUml8PjRw+hWKzglm27RIvUH7VEJmlmZg4bVq9GilKJ+SwSsQScSg2hRFSMr2anp6Ubs6dvpXRQRmMhFAo5wSzIVOVnk2DFM5Ks87a2DtnHh4eHMTs1K3tGd7oLBbuEifEJ0YHlMGcuncfCxaPCqA+Hu1C3QygVygLc0pSKTFXJ8KQ7zSOMWEW8Y2FUExv4Ox2L+S2/MFUJ/qr9LSQxH8ea76E8bvQaFpCbxKkgnjs/jv/18A8xW6qiSsKVxJ8q5VA5ruzODY1Uvpc5P8wCbT1bzJm/fPE2invyBFVweQVYvXKUXgFWl80aA6y+8PxzMmHZ1qwANGqfKNMiatgUC0WhlpdFZ7WK9o52JNvTotNCd1VhMZAhImxBVTkiw1Uo7/W6Eq7XLR+iBUbdPbo6aqd2Hqp01CNF/9KZs5i+cAET585iTWcXpmdnEAyFMT0zD4SiWKxUcPzCJRSNS6XWWnopYLWxiIzFlKk2anarBJkmuX4JxmqjfbVu49Wvvh3vfvt9sqmywmqAVQFFdYLFCvTnv/gAHvv+j6T1QbZVtmFf9fH/P7DKsYmG6RYbF8BUDjPdtktRbqMdykq60c1lcEEZBdH9EV1RxXCQIIJjSR0Zdnwn/YhsW4VV29djbnoG08OXRGNz5/5dGD5yCs75DFJ1uscCpXoVtYQHW+7Zj4VSHqePHMeGPbsxw8rz2WEMbhnE4LbNKOdrGH7kGMILJQRq1HJ0UClVhbEq8Ah11jSjxAypMb9hECotARrEIXjpCAOzhR2oKf4mWZO5Q7BQMwNMkaAJQjQBCQVkadhbZc46nNW2ODrg5k9ZDX7Pe96Du++4EZ/+zGdx+OgpqawpYPXlGautFTMBanW18VoiN0oBDO69RzMNqUuqEx0mOII61wDqeInGqnJtFMRXWpbZykZtMw8cfwzeRDeceEizNAKS4DuUEGAyY/lEf9Vljzfx71oJnkoOqBbgrRc0sEqZAQUOmuaMq30XPkPASwH2FKgqbutsJfbH4GN2QEYG9XV5zbUikOyEP9GhmIEuOTUBkSvwFJfglnMCrJJ968PVgNUmSPATOqjLGKtqHol/fYvGqk58/tUYqy3X0zJARiW2CZWZFkyWOSjaXxLUqiuexp7BNmzr68Cetd0I5AsYrlnwvuODiKxfiXJxUcaUHQiNddFgoZqgRCfDDRC1lcnaBEhlrTRgXnWxnfGuxl5oll2rRqskvy3sVbO/KsBWg4H67/wk1ZBt+L1KTkDHTQr8bwFcW9e5oqfqDgXNejB7PeF3JcrRBFaNPuW842K2Cpwc+QL+7r33w8omsXGwG/2pBNxqAZMLI6h7SljbvRqbutehI05R/joiFhD2WQj5glK1504pjFUpRtWFRaTMjhRjXXSh9Z9is+UBNv7an13L8pbn/vyH3n4FsGoKR8qHRrNk9T1SwLmSGmk8TzO+hGFE8QRBYBVjQxJII+yvso+G7A7BwHgkikhUOfUq4LbZctkauBrmqiTa1KcWXVMFbNnaNMSArLxnXMf8OAbaBC4eeOBhnHnxPDrTSXhdrzjSkzkz2L8a+/fvR1tXl3S9sJ1eBcPNa5HP1AVDfje61uZtGydefBHHDx/Fwvg0tm/bjje9+W24+abb4YuEMJfLiKwAi43UGHW0bp8JwHndjJF4HbxQBaIp5q4CEdTcM+xWvs4YXBlDHr6GfyfYJ0lqNC6tmpNTE/jU330KDz74T9i3aSN+99d/C049hYxdwYF33Iaqw/Y9JtVNM5/GeacBjcYaWTabGItIU6Kbgz8QB+wixk8+BHvqCKIBJaHAIjjvCRNzMtSYVDGh5LhSx4xdILxXBkgVAEK3ypmxtmhcV2d/gk+YbrliBacujKIQaMe52SIuTswJOPyWN78RK3u7ZH3QnIPjIaCpBi7lDNTacGY+NUEaF88/+jge+8bD6NyyHgfecA8G+/th83ywFXNYxp0gJOWEKhV5XxYEDPtUEmgBuvwKkGkxT1F5u1dLHyi5ChPvmffmz1qv2QDCAmJpgkErsPqWt7//mtc3X/CRj3zkilZ3BawqjUEUl/C9L34ayM6iKxVBMmIhQRmkYJRYHk3BkalZeOrsKI6Mz4hMgxSh2U4esgQ049wlsM/bWClTH7EsiX4gFACNqtiOyTZO7leU6ggnupHqHMSFw0z82QKr1hvHR2IzYZ4rm0AZM+0cb3ZcJtpqqmrZLT2HlATZT1bJTIJr7r15jpFsMkUcA7AS1Oj1erDDU8WNG1exNoaHTxwDjd0ns4AvvQ4hnx8z0xfFnE3iMR2iC0CuW3c5H6xQFFu3bBWm/IXzF1Aql9Hb24tEIibjFE8m8aZ/9xbs2b8btkNjnjIuH30OtaV5BGngSTkkxo00/BWTQp8Y3QQiUYTiSYSicXiCFmxvENFEG46eeBH/4y8/gUwuK/IJFNvh+qJkiQCYYrDG/YfSTaZQpljH5mGIAUZP2TBWaXSkCBRqvw6G/Ojp6cb2G/cg3dUl65sMQ4mVvB5USgV0dKSFZJFdXEBXRydmZmeQbkvLDre0sCR5npE2IbAqOoc6V5D9lszChlyEAlZbpQp4b+W7iNxYRVirjHVZdOzq6sTg6jWIx9oxPzOP8YlRZDKz0nGzZmgLxsZHxFV85cB6xFLdWCB7sqp0f80cae1sE2Yi5d5awHPJbQiWsT1ZWK1a/1x0MVtAN13w4SgbYNWcBwZc/W+/8X9f1/oeXN0nubK0H+tcKxlPYs+2Ddg8sArRgIux0XNSgCXzkvJHJGcE/V4ESYoJRVBzvMjmy5iZzaNEXW/KUPgDSKXT6O5ZIR0ds3PTyGbnxPQ0HCbATgNddoE4KFPSoWpjtmRjqepF3vZiKdopDHPb9SAYiiKRaiyS5M4AACAASURBVEOBZtLlkgD84XhMtJy4TlhcsfxqDtPcKGR5EKgWkLl8AdPnh3F59BLK2aLoMtfJAud+we49LcchA0dpFysIf4DnAGVoaGCk5o/EjaYDhgZVYjynUTSvR0lRiJyO0uSkVIm7NI/i2EW49QJiwQiCXheb16wUYHVFMoRYUMlYid+AlizkeMg+oqWr5MykVILMBVXyF5kgMfBzkK9UMT6fwYnhC3hueByZYk2AVRYvZO5LDKb02s2D80Vk6awAXn37Prz2wGtEJoQxDUkP3H/oLfOdp36IXL6IDSv60Z5KI9nTjum5OaRjSWxeswYL87PwhYOYm19AIhqXs40gYmZxSTCWVf39QoSjLmmpWBBJDTLOc8LstqXQy/8LhaJ0Bk9PTYu5Hp8XDkQwl53H5ZFLKOZKMl88i3PInzmFsBiOs/PBUuQ0YXRyr9e5kMSZKsYU4pbcr0YQL78TAJ17WjgsGE8gGESIe2IkCp8/IGZqvEZKHdTJzGdMSJJCKIHPff27ePTQCVQ9CmPinqpSB1VEN7GtWZ/NmKF5D1rze7NXmJzbPKvxHB378t8Lr2isXrHHvQKsLtvyDbCaWVyUygVZBqxgM1ghuGrTddvjolavY2Z6Wm101QoK5QrSbe1IxBOYmhqXqj6ZDVxgpJPzYGRCwUMxm8sjlUxK9Vt0aWrKBZ3mSGTAcoHb9RoqNRrnAJeGh2E5Dp589BH0JhMo5Uvi2sq6xVLFxrlLY1gsl8FjWAGEqsXFAKutrqZmUbTqmpqFY2QDDLDaDNSajqRSdRdnQO0w6dSxf98+fOB975BWw1KxJExP854maQ2HYvj7f/xfeOKpZ+CVthsCGNcGrCrgoBkctAYCjeBJg8Q/sQm0tCObjYWsCwq+E1jlgaFaFlkdVcBp68YiiZK0x6sESirMWgBaJVEMygmsuiglfIjtGBDG6sz4JOYujsOp1XDjbTdh5MQwcscnkahSp84j4Hk16mDT3fuRrZfxwsHnsWn/XsyNTWH8xdMY2rZOGKu5xQIu/vAUrNk8LHZ6e11hzcjmzWCHJhTGbOUKHTktVq3NtiRA/v8gBWCAVRkrDcpKp3JTHLMZsOoxb70fcv81y4pMNYVLOKiUFbB674Eb8Xef/kc8+9wLgC8gSSoTFKMZZw6f1uTBBJ7mZ/8SYHVgx+u0bo0BBWlsQracknMQxqeIyFdE68iAWxLn8F9s6wvE4Ym0w6V4Ptcc23wbTCWlXSczwuZ7ElwtAeWsYqzaJdF0hUNgVWDYl3RlN7EHEzmFaaqWe9H7pSGDNwx/UDFZyZQAA3K7ALR1wR/vknXJpKAu2jkOPMUc3JJirLK1hE6PNHcwZ7ySAmiyVSV4ayGMqjnQkrAYYFWASAJRhrGq/q1SRfV8JmuEcs17NG2ZFHuyNdK6UgrgpwGrsjFoDV5dlBFxWyH3I2ZFsXF1AltXJLGhsw1bVqZFv3qKa2zvveh84xvg+DKSVPN6eX/lHVsSWl63XH+Tlyp/azJOW4DVxrdQrTIcgY5El9JCkk7qFiBUf47Mqwbjp6m7alr+heUqwS7vRXMPFLjKsF5bX98CrLYecWRV8zsY8FQ0IfWaNsCqsBP05zHJIEVlwa1j2nZx9IXP4LPv/wSi1S6sHUhiIJmEr17F5PxlFGtZ9HX0YHPPOvSkQtLyGQ15EfH6BVgV7F+DuQQJFatIGQepDnOluaj+rszv+Njwqx9ddkq//D9/7uffdsX9M/sJ17h5CGhszMm0XrQJQFtBT5dmRS1MVukm0YVWgiOyV+rWNjIt2RIYjmjGpW4HN59pmIcmyTUJNRMyJk/8HGHLVCryPxlAiiFPgyL1LnwOWVrPnTyHf/rfX0EsQOAoKtdUtssIW0HctG8/tu+8AWXKgugWacM6EhDTFFO1rh5b/vme/JzjJ0/g8MHnkJ1bQNgfwj2vfzM++AsfQjAWx8zCgrROE4jgWdn6UMl1vRHrqDOT55J6ntKgV8m6YWgZDUICqUxuOH68V0xsZH4EmMAW8bE//Qi++aUH0Rdfgd//7d/DrXceQDUagQhMWF4UCF6TFcaZ7ag9Z/njpYFVJd/CBRgOBzB29BEULj6MJE0/aSDFbpVKTYrGZI8pWSB+L8YCrm4fJ1tLgcjiFi965NrogTU5ngssdnksZWBSKCBXqmFkag7r9x3AYtmLrz/8HWGebN2+FQdec4uYJvoCQRkT/s+HOfsI1ijww6wj9W3JriX4dHlmEmsGBtEdiqNi28j4XQRs9XqCm0F/QIgB/HuELdTagdpIDijZAWUUZDRRLcZ13DvqdZFB4H0yAGorc7W13dnMdzNvTeHWJHV877e96/rMq/77H/y+Mq3SvgD8U7pOPD4xLTzy+Hfx4tOPoSvkQTpuIRVPIBqKIBDkHk/SsB/nMlU8dmoYkxm27rMnWMmQ+AMKXDCgEytZVojttV5pfyf4ZoXIZPbBIljBdeuGEEusxMzwRdG0NTGPAKviU6DiILIE+b3JvCQ4R7kH+oyVK7Yw7CjBJCZSZCVpXfuXAlbNHP+JIoJO3s2+x/GOeoPocW1sj7rYtqEDwUEvzswOI18L4elTNoYnfQgFgqhSI5JsNDLMtIyHtOxq47LVa4bw7971Htxy662iI/riiy/KXF+7Zo1IErE9tr2jW1qx8/mMMAipVe/zBFGr5FEr54WxLW37bNUVDWnKOIS0AWpA3MypBc1CHD0Fjj1/HJ/4+CexlMvAw3tTV870wXBYroukFdlTxazl6sCq2XNVrK/kCuRPDyTPU0YvLkMqDKxehV3790jrNAE6AcgpDunYKOQz6O3tEW1VrqNykflYCd0rVmB2ekZY5lyfIv9BvVWa/FAyRIOQ5owxny+FUN3V2Pon900pdrDIVlOyAAuLc+JlsWb1Guy8YT+yS0Ux28rlF5DJzqKzfaV06fD5K/s3oGvlIJYKBRSKTaa6nCWGhGM6JjTb3sQCJvaRM6iFsCFnXYtkldmPWhmr5j0MsPr//uffePkD+yrPWL9mQHUD0h/E70dbMokPfuD/wr7t63D84DOiWerz2rg0OioanBE5kyrSHm5xH4AXpaqD8el5zM/m0LtihRQde1asQGdHh8yZ0fFxLGbmUbPzgIemv9zHub/VUKzSiNBBoeZiMldBxrXgj6XgdPahmM2JoRJ1BNJd3bLn8EygrIqHBSkdzYpJWyyGQJxsU7L/uYfKsQbXrmDq1BGcPnQYxbl5eAMe2B4HFrkdhnFII08f9VLJUiXwr/Y3XaW/orDEM0zuLTMJancSlAuF4LUCytyWFArmKtlFlCZGAbeMoMePjngQt+zejK1DvQj7HAQDZEYqEFd8KFg41CxwIdBQT7wO1CiRSANLml/ZdeSzBVQrLCg58JIk5jgYm5zB8xemsZCriLQMF5dii+sYWLMqW/MJ/v7973s79uzZKecPfTAkb4WLQqmEp144jLn5JXQFoli7bi2ciA+HjxzBni03YH3/ALLZRThWAE8/9xw62zuRjkTR1dmFUkHhOWvXroXf4v2qiGEj5QeU3rsj65VnHzshJyamMD8/L7FIOpGWawh4ghidHsPpk6dQyleQTiURqxZQPndeOorZkUXPE+6XIgfDMeS+ohhmKoBXoIj2EOHEFwqBxEcEUq1oHJFkEolECuFYTEBWZiYsXiEUkVyOoL0ApnVbinsjcwX89z//n7g4nxUjOQXRqGL6cmC1ic1cWaxrPUOW7wNmeV6R/2tglb+bX5i+rjX+b/VFrwCry+6sAVYLZaVxw81XNlAAYRE6VvRvtvyPjFyUw1kdUlwsAamULS0tqhY4fShy4RqHXNLcqelHkJaMgHg8JpujtNJRdyWrqibiLi8CzMDZF0+jt70Nx488L7IAHck0SuUaxhcWkKlUUciXpT2AIJ0kMBpYlaBWV7/NYvqXAquyHSiZVc3QcLBt6xb80i+8X66bTF4C0WaRimYj2zOCYfwtgbSDhyVZeClgVV1nc8G3VloMsGpA438JsMpxikViAnCbhIVtRKwOUwrAJMuy7WnWrkmueU0NnT0DbAqrpS56TYW4F4mdgxjcuQljFy5ifnRKRN333LQXs5cmsXhkFPEa2a7U8amjFnWx+Z79KHjrOPbMc9h84z7Mjc1g9ORJrNuxHv1bNmBuagGTT55DYD4vBy+dxdneIAkLA/Wacug0QVATFFJoDkH8RsBzDcCqvMbICGgwvTWYN5/TCLCWrSczjqadulat4X3vex/ufu0+/N1nPounnz0ildQawWy6hWt3zKsBq63ghnnf62Wsrt5xQBifwiBRPaCip0aZCoKPTjkPt1oSJ1s5GAUcVCC1iGGQsRVKwsPqtU8yZwW7KWV2er9LMs2ARvRjmfhXanBKRVIQ4K0X4VByQIBVxYQl47M1wFBHrlkLbA+UnkFZH8JWpTMlAVkCupZK2uoVTg4Cq0Ug3SGM1XqN7cRs+aarM+ApZuEQWK0uqeSdny0gFr+fau+7dmBVBwhaY9VwOa8OrCp2kGkHahzay6Q6rgVYVcZmisspc5IyDwDiVggru6MY6omh0x/EjqFurGqPIM8AemoeZwZ2IfneDyJslVC3y/CKoEfLyOv2cWElNRiO6hlKGVc9NK9Ua4Q22aSGXUrzqtb2c7OvyDs14i79ySI1oB4Nw0RTLNHPNUCvYcaquK25b7YC4a0/N0zYZctU/imFOSMRoD9P2oUcHxacKiZcFwef+hS+9MG/Qcq/EkOrIliViCPo+DA1P45MdQEr0kms6x3AymQ7opE64iEP4nSiJWNVDZrMMjLm1d6umBEcX2ri8lrVEiLoqTjca3/1Y1e73J/6MzJWzRibJzYZQhws9VnsCBFmRgNgbeqf8nW8Rumg12NrQFWlgSeaKvL2BiAVxiWNCegWrM99w9rkntV6dslwaMBW2Ao+vi4oSaRizJDpVQUZVeos53UrsI6MqMUq8Om/+UfMjs2hI5WQmF2cmms1DPSuwo233aI0WOuOaqsn81GfZTRH4cMwp2h4RKYMgfSaFzh68jiOPXsYublFzC/lsHfPfvzmf/ktrFm/AQuLGdl3DFOxde83zEqCAAqArDQ6fXiUMFnjuAiztVptgIYE+AjScZyNNifHslgq4P6/vB9f+uJnsWvNGvzXX/h1tCfW4NCLw7j35+5F14pelHIeWJxP3gpsJmzXCKwyUYHPQSAUxPzwYUwffwDJQB1hFvxqRRUD0pW6WJYCumLmEiBm0l8X12F+N+7zdGov18hmZZeDV1jGAkySrW3XUKq5As7yHi3li6j4gth9xxvQsXIIf/+Zz2J6KY9EKo3X3nYz1g32IVcsCuOGyTnH28xDtgrKmq1WG2wUAWVsShlY8KYiqBfLKGWLsCIxMcMRMzyfDyErKPEr7xvfl3OL94t/yjwRIzLKHIi+jWIcy7pUsS7BFrZOy9bVoqnKfxsGsmHAmbVngHTzfAO+8vrf+d6fv+b1zRf8/u/9jgYWlAyAAap4PgajEWRnxvCjr3wevswk2pNRJNMxxIN0og8h4lfF3JwniGeGL+HJ8/PaBEsZOAmQQeAu5Fe6rCFlDsp1x2OYa9zjVW3wBEoZeRfKBDySmL80jvmZGYm5VPLLbhGOI/dSBRLIuaBZeGuHViPhcXHm0iVUXJqP+ZUwkDBEmwV+M0itye1ywNWAh617iwERQ/4atoWD2BWJoWdFBNagB2fnhjGddXB4BBieojY8GXsOHJrpiBQ/JQ38iuQBYO9NN+JXP/xhdPcpbXLeZwVKatM3sssCnOu6+8euKfMoembXXLgBD0q1orif22U6n7tSJ6akUdAfhOULyP8EJ7kfslXb73owfGYY99//55iemZMuHU+dLD5laicyJSzYMsaiL0Czf6oxR83YSVypgVWz9/pp9hsOy5omiETQh8Dq2o1rEI5HxcBGmJPUeyzkpNOIBjiM6XmHx8fGsHLVKhkj7hGUdqPjOKUQeN6yFVyZ6Knz2RQb5Kwjc1mf3WaNmNyCzD251y6l/1XHZKlcwPzcDLJLWezdezPWr92C8xfOYWZmAotLcwiHKPexIC3XW3fsR+fKQWQKBWSyiw3GqipoNs+01uJH617O6+Naby2E8XUEwg0BorFwdaGO12ne3/z5W//p169rfd93zwEUi3kBlKgNvG/3Ltx2y63Izoxi9OxJpGNRdHa1IZMv4PzZC6gUy5JDRIIBMamquQ6y+QrGJqeRTnVjzeAgkpGY7L+ZzBIWFxeRpfkiaoglgkim1B6by5awlMkLoEpW6lLFwaXFPPLeEEJtnQi1daOYySqAjMzRcAQhKyLMVClOMg4X7XrleB+Nx6SrLQA/woGwGBhW7CJCsRDSJFONXMDhxx7FzOWLiEZD0lWmunoYL1Av1ZL1wb/Le/rJ0Fa6to2CsZBrdGeMT8mhUCJIdLBFboQxFvVZffDkcyhNjqJeLyEZjqK/M4479m3DUE9K2tk5d6QLg8AccyFhSTJeo7kxu3NoWFbD3FIelyenMT41i3ypDNf1C/6RSEQRT1AL3ovZ+XlcmM1jqVAR+RSuIoKNoj/dws8woashLX3g/W/Hnr27RX6DgLPETR6gVK1gKr8k5lVWuY6bXnUTzs2M4dDh5/DG2w8gFY5IB3HRU8fpixdlLa5MtiEVT2JuegrJZAIbNq6TsaPMYjSqtdw97E4OCyGOhDoCq5QAoQa0YDfyvW1xmJ1amMbR54+gVq6ju7sL0Uoe5eHziIjhmS3KZIo8oe4/F38DO9AhusI5VPgoUS4ltwIhkSgIxhOIt7cjlW5DMBKBLxQSDdmLly5hcn5R5kFUTKjDMl/b2tL4wbMn8Ldf/CdUvEEBsKXnWHenMak2a7E1hzZ7QOt5shxbuSJmbinsyrmj9ya+zyvA6pVb3CvA6rIt3wCrn/z055DPU9eG7Aq/LEBKALSlUwJ+kl1KtiP1liSIpDg4qyt1B6lkQlrGWeGPReiKHmkAJNzoZmdn5TXlMllrrGQzCFE6nQzCZJ0pQj+KxRIuDA9jZVc7irkcnv3xM8jML2JsbBwXZ2ZgcxO0IcFInXqdBP20LtfyqkPrgapaktRDaSWxpU0ZXb0UY1UFa0yPVaAtbfCug4GBfvz6r31Ivi8Zq1ewPU3lzgrjf/7NZ3Dk6PGGedVyxmqzYnJ1YFVtBP96jNVgIIgEnZzFiZim7QwUyUxRSScfDSB6mTN0s9qsNk05hOw6Aq6LXBRI7h7C4M7NGBu5iOnzo6hVKti0YxNqmRJmn7ukpAAqNgqVEuwYsOONt6BsAc8/cxib9+3B/PgMLp88iQ03bMSqzeswcXkaU0+fQ2SpooFVV3RcyJiSNokWN+PWjZJBokBAAvbp7ySafc32VLPBtoKZUqHUhGLDWDVi163zSJgnNP/Q1fgrAn3dTqKABbaWeaSA8B9+5j/g9XfeLFIATz7zvDCYK5WauIC/HLBq7on5jtersTq444AGKthWqfQCeSCK2y7dy0RjlYYw1FxV2kGqFVjNQVaNPZE2eMTtXbX5GXBNAENWpAWwldqhcoGv1OEWqX9ag9ehFADbsyqS8Mrnyt9YiWzO/8Z4MimT1g4DrDLJ9kvw4vq97EBRiRsTa5t02hLcZBzeWBucGq+dCBY1e7zwlopwCa5W5iVxUukfv5MCjhvmVQ0Ujk6RzWtSY99khahrVP9LNV2+gWpGf2lgVVKMFjXlJqu1kQQ1mt353j+dsUqg2VwDWyoFwPEHsCLlR19nHFG/he5EAGt7OwFfSRhC4TxwfnAHIv/+fWizAqjbxUa7vqwJlfFo0E2BfKo13yRvYhfW8i/Dt2Ug2OTekolKYNWMYCvjVBWLlumztjBQzciq1ikC9E24uQmuqhFrnTcGZtaHSeP3L8Xa4xNqmmUuDCI9mgzGyXResIu47Nbx48f+Al/5uX9AZ2wAQyuDWJVMIFgPYWZpBovlGbQlLQx1d2NVuh/RsI1EyIOEFUDMFxIjE2OWJful1ozlHuKX9n+lua1AHN125vFg7a/cv+yUfvl/Go1Vs18Y4NSsJ/lTSw4okzA1fgZobJyN0jKv9i8DChn2hjogWjnWumNECokB0VozZkCapKDGtQUAl3NXjEVUcdaYYJG5IOw77hsaxFVFsyYhywnF8NA3v4MfPvoE4mE6bAcFwHCqNVh+C7v27cXQxvXSSsi2MiYIxuRQznLddi/vy/+pjShFQ2qneXHs9Em8eOo08osZLEzNY0VnD97z3vfh1XfeBW9AGSnx3hn2oQF1+P1EzoBMz6rq1FHsSrUjEFjlcwiqkSlCIJUFZz44XmZMxsbG8KV/+DS+/fVvYm3XKvziL/wyXv2WN6AeDWKpWEJXZ5vsu15fSO3NMr+UVEvr2d3YT15CY1UR/2uYnziJ8Re+iTZ3AREfr6MOW/QNiyiQlVauSmxAB+QaTY60IUyN+njsaKorA7JCVf2OBS0moTQAIXpEBg/bS3mvaVxYrFQxsGkr1u66CamuXhw59Dy++vBjCEYS6E7H8ZZ7D8CKhmScOWYEQY2BldmODfPMzCmvsB29os/PVWzF46hXHAQqLiq+ioCqwmwulxssWFMk4Nzj5xigVcUIBEvZutmUcFBFBKWZbgBUk4C1Jm6tzDyZby3sOHOPed3Xy1j9nf/2242ChrSSa0KB7NNkarl1HHr4q5g+eRDpeAiRZFS0n6P+GMJs9fexmOTDbLaGb5wdQ7FcFFaqFbYQioYQitCR2aeAQtmvlAMzdfvE5MrWEhAueUpslY8hFOxCOmahu6sbHZ3tso/lcnlp4y7lCsJULtL8irIdtRo6Ozpxy437MHbkCH506DkQgqv7aKrJ5JhxhZKmUYm42oNaH+Z35mdmDZoijonpZF+x63hVWwxbwxbaemKo99h4/vIw5nLAixMuxnIx5RPgrYOFFoKllImV++zUcde99+DnPvTzCEdpElVQ+tH6jJTTXEt/8bOpicn9ix1KtXIRdrUiZAABVcj8ol4z7wH3D5FWUv9LV4Yxd5HOII+YyJ47fx5/8Zcfx8zsnNLSdZXOpOhkMk7THXpGA93EJ81x051bcrY0wWpeK/MWkfsiwiv7iQfpVAKrBlZi9dBqaRvnPSsVc8gszTUMWRk3kUyRTtM5PIF8sYBgMCIyCLFkQq6N7uL8TpZoYDa1VM05oDqcmvfWECPUvqqez3zOFMTIVmUn5OTEJCYnp3HgwJ3o7x/EyKWLkldWitSIXEBvz0oMrNks5lXcd9jubvbE1vOrdU2a35s5xs9Uhr3qXBOwyENmdlOjuzEXTeFRn1WtOcJv/sqvvvyBfZVnfOr+P0bdsaWdfnJiDFMTY+hItyEecBD1ukjHI0ikk/CHIjjy3DFkl3KSNwe8LkJklgcCKFZtVNgN5wugRrPBCsF81XHCPZqt4em2JCIxtmVz3wbyZKdmisjIXu5gKlPEXNWFm+hAkLqbVaY8dcQSMdRDtDn0IORl8SsBKxoWEJQyLtz/OdeCVgiBaFSRW8SzSPVEMfdn5xSLPrPnzuDgww+jujgvTG3mXHzwujnPuU4Y66v9VXVLyubckqMy5uY89gctRW4SKR7mIXydkiwRQLOQRWlqHLVaEd3pFNauaMOdN+3AYFcKsSglYTxYyuVRLhWlHV5JGvhl7YosStXG3FIWZy5cxsT8EmrMOxhzB2OwyDyX80HFLgTFpzJ5ZApl0UGlBBTXKuV9JF+SHJFrjt27lKNQUkhvvu8AXv/6u1XPIwtdAbUf5UtFXJybwoVzI+hLdmDbju14/NhBLGWzuOfGW+ElicTjwVQ+g8lsBuV6HWtTHUglkpgcH0NnRzu2btssuI3F4hnBZn43MeerIV/IiaQIL4THNtcfSUt2VXmS+GwfZjJzOHjwEOxqHW3tbYg7FeDyZYQIHBv5HxErUbkUm+dE9kTPcUOCEGap4C0sIvGeEViNIZhIIpxMIhqPwwpH4An4hRGcLRQwPTqJIk2raehWYv6oula+/MgPcPLiBKpiOEdfEFvyRYK7xrTPnMFmT1Tdx4rC0RpHNH9/Zdee2hdau5cVbsXnz8+/Yl51xbnsLj+pr2sL/LfzIgOsbty6s0WXQk1Atu6wDYhBNYNNtu+ptEqBfawwsl0kGo3JZhGNRcXJcUXPCu1WyRaDsryEYCYZsO1taQFkpcTbaL9VFXF+ZqFYkDaSrvY2JVxct4Vyf+LUi/jWdx8hL07a0fzCvlMOtARHZUNt0VBdHphJWmtYUBpYMdUiHuStTbkS0MnzuUE0ARappNZttLe14Td//ZeRTieQzWRkbIzLHVvn+bCCYXz8k3+NE6fOiNOvSmO1tmWr0Mr/Ye/No+U6qyvxXfdW3apbc9WbJz3NlmVJtiRbso2NjTFTjCFgRofJDAmGhARCOglpenVndXfSnQ7pQBJCYhII4JAAIUACxuABPM+SNc960pvnmueq39rn+76q+56FASf9+yPLtdbzk+vVcIdvOGefffb2sL+kNVgfiJe5Z9pvDTis2GoXBl7awKi+tt7hzrYnth8ymeMxiwQDJRwqKhHkNVOtjAQOVVJrHBHV300gptiCxKXIDMwHG0juXIeRy7di4sw5zJ44h0algs2XXYxaoYqZR0+iq+mgxFZ+ugNHWtj48stgp1w8/uCjuGjXTklkz+0/gEt2X4L+LRtw/vh5LD5+Fk6hJlIArFyyLaJZUy1shq1qApoVG66u0Mv19ARx3gTfBOgiGyGVNE9V2giMq962dmbfAWK1uLl2B+X9kbuuXQPVOFQtCZVKEe9972247trL8cW/+3s89MiT8FmOksMgm00HbdJCrYNlkyR07ola3Pl4ocDq6KU3dlARZe2uNj8yKBjgyybPVv2aOIYacFQ1slNo3oad7EeTUgDSo6u4fgzs1DWyxNCCAYGYVGnt03q5BLCyTOCTTAsyPGQeeNvXVMAhDyUK2QEujbqm6B+pY25Z1E/SwGRTppvpMAAAIABJREFUKwYyII66sNy4CoybtJBXQRoDy1a5glY5o2QJoNhMRNKbsnao8/HOFeNKb1b6leCqeVYxaVUToy2asDJvPUDSCvhUO7SbFUVGCR2apTN3ZQLZ0Qz1rD/6SDX/R4EsPrYaBcStudv1o7fLRSik4N2UG0FvPI2Ir4ZIAvDl/Mjufi1i7/4FJHwlVBtK71Z0kORYKJ2nEVIalGjTKgXEUWNSGdZ17o76N1+nfdHVuG8xCehW7FbTDqTvaPvKMWiTxO65rf3Kiovnpgw4vCzVFg2etJGV5y60jTJUZbkD/kk8rvcF+a62EZdi3dG9lZCMyOOLkzrvfAvTTR8mfEu45xu/j7t/7W70xrqxZiSOgVgUkaYfc9kFzBbmEYs42DQ8LO708VANKaeFFAPGQBABi2UDNneqh5il8bx5z0QGQAE54p6qwWYWMTb++p+aU/uZf682r2q/UY8rA2grHWoNyZvxqvfFNmiombNmvTNBsgT9sj+YH1Vg4icyVqCOOjW8CVbRXZ0JohRO9BCWFju+V5gg7HhQLBS+LhyJqFa+YFASCjL9CcRwfWZCyICWCeW+w0fxla98E9V8GVE/YxJlwlMrV7Fl42bs3HO56KM6oZBK6KQVWbXj6VusirkspAk7URkycr9uWj6cGTuD/c88g8xiBrlsQbTGbnjZy/GWW96M9OBacVaW5IAAfIMu6iqBIEjCB8+NjE/uq7x+0k5fqSCdTsMNum2zKn/Uh3gwikaNjLYWzo2fxRfu+Czuu+du9Kai+J3bfwsj/RdjbG4KN7/ttege6MFygRInSkBEXIdlnvD7O7GAdw2j07qjiflktsJXgb8VgGPVsTj2OMYO34tgcxpJGmyQDUqH6FxZHICLZbKHqbnHLqaa/BAgZawgrZC1pjDeKnyOrLlmE6V6Fb4GtXFV+2yFIIHtoFrjLPAh2TeIjdsvgxtPS0KWTqVxxxf+HmfPT0kL445LtuDqqy6Va8ZYky2J1PznuGTcxQstjGq5rwrMblg2Qv4Q3JqNitvE2fwEGKVGKxb8kSiazPKqVcTCUcAmyFpGqZlBoBlEwI0q6RsfwRRqgwM+asxLHFZHrVEToyM+mg0+6zUpU4Uf0V+V9vXOamSMoPi8mm+KCcdj5jh8oRqrn/y935OEXIAy3dZNgFW6C4IhYR6effIhHLzve4gHfQjHQkhHQog6rjDaCHrKvWlZeHIyi/3TU2g4IYSoo+qyLdOGr0m9RQgLSIgElLKgYan81oQEGtzUG7ho+w68/FU3YcPIkAKt9f3hGFQyYtKOo2TFWLBtNSRX4Lz98R134AePPYWFlg8Ni/FcTUkT6T1h9cJnYnfvftF+Dbd63j9qThLAtFoI+HzoD/qwO+pi1LaQWtuLM805nJubRNO2cHjSh7NLYdhOAw6TdUIaARuhBsdaDd0Dvfj9//M/kEwlUSkUyFtstwerxZzEDLUXGY19gu9Kk5rrW0MYhBJ7cL1pKEaf7E9ax1dYoezuIbuOoADZ68EQIkEXJ48cxl/+zRcwNj2PAFttQSkABUpyjWkXzCTmVECgFyBo5xIa4DcxqgJWlY+CNGexc4C6mI6DgaFubN6yEfF4AtlMFpnlJSwvLYrOrkN5g2ZLXOa7e7rlHEm86RsYlPea7kPqTZMhLd+hdVTNfFUApyrSK0YqzeDKQj4oVyrI5anrW0FVpATqcn2rlJ0rlpDJZDFxbhI0ePrQhz6IZCKN8fEpnDz5DBKJJKLRNAaG1iGaSMNxQ5iYntYGVh3pEC8oz7XDFELMmBKSg85tOfaNg7uR8VGkNZ1HGoDmAl4PH7v9Qz/zvu194Wc/9fvSpcX7cezwQUyNjWG4rxejfWm0KkWkEzFp3a7U6jhy7ATmFhfl7SGyn7XespCVmg0UyuyQoNFeUwDCIPdYJ4h0KiWgeL1RQSafEy3Q6YU85pfyyFYrWMqXMJeviIal2zsAnxtBpVRHKBSEG43AH2bsbaNZqSMUiwsgRvKUMPurRGBVtMYcTVSVWIxkodNxBUyjFinluOJ2C8cefQQnnngUAfbiC6hKhqkyiJJ8usW9neCBkaKjbIgiYPEzLRrNcb12+F3KcE4MkwhiyvUgRmGjnllCfmYcvloZfckUtq4fwGuu2YXBdBz5fAmz88uYmJkXNq8USCwfhnrT6O9OgOzuSh2YWVzGmYlp5KrsurSQLZBZSoJMBXNzCzIuIi67HyzRqC1W6ihxzRQ9+iZCIXWOQhQwoLyexxz71165C2992y2IxVyRX+F+x3PPlPJ46sgBLC0sY+dF2xBJxfHg049gtH8Ye7ZsF/MpElpKaOLYxHkcP3sW24c3YO3wEBYmJrF2zQguvWxHW5JKwGIabtHTpq66NIQopSWeTEcIMRFZ5uotTE9O49FHHpX9P5VKoNsNwjc5DjufEwKL13CSsZXFmEjjBVzz2kxjxhlcFwKOkkBxHJFPoXGf41JrOoaAG4JPcCf+OHCsgHS+cP0q0AsmEMEzBw7jk5/5LBbzRZGuEDBXz1uuL51k0uQWOr9kaqPzA44jk4MShG8XV0wx1OQMmv3qxQ44ABcXZ1/QHP+P+qYXGaur7qwBVtevv0glXKvaN9SQ7TxWgA+rKvJ8FVumOLYNCCjsDV2hYTI50NeDZq2EUEDBA9J2QeFtccsMyKJ/5ZVXYc3oiKoCsYrid3Dk2En89ec/LwG/tBprcwNZkDWwKq0xkqR2nI69QKP5d3th09qhZhExZ9l+j9beM3Rx/p2LUSQcwcc/cjtGR0ewtLTQBlZl09XqzIGgiz/99J/hyPGTAqwqqOAnAKsenVSvFqxhwrXviWbdKqbgSjMmc+xyDQwjz1Pt53Nkb7DNJ0imD1v483l5GxkpEsho/TLvGDDBiEqyFUtCAg5xQvZJ0Fh0mkjvWoeRK7fh3MkzWDh+Hq16HVuu2I5KroSJB48iVSdjtYGgG0bBqWD02ksQG+nCg/f8COu3bcPS3BLGnz2EbZdvQ/fGUZw5eBqVZ6akndxfU1eiWCmjVWf7ngrkTHDkvW8mwGxT/NtJ/Uox6w6wqlo0+D5l0KLZa8bEykP/7wCrHTaX+RzvvDDAqCRn1RI+8IH345qrd+NLX/5HPPDQYyKhwY1N9DefB1j1aqwaAPmFAqvrdr5SMU0FDTcApg80kRcd0mad26206gslXIBHpQlpS9upDTs9iEakm1m9OCe3mtTq1cEmrVNtFVCRodpimZuaWdWKtPhRb5VjgpVv49Hu7Y1Rl112PrUOSbu+Ar1VRKLdhAW4DGlnYX55TemMMXGLx2EHI5IkM3kkrZVBKseMnFO1iGY5A1+tJEw3AhKEjdWjc+/VkawEOtVrjBNwGwVWyYzAEgRWVwKF8g6pzujXa3H31cCqtPWtWpdVs6Xhb3rW3zZTUxc5CHj7Awj5LaTJTmI7HSpybrFQGD2xJAbiEVihCqrLdSSveB1GPvxLaPqLol1GYFgAfG0QJf+Se2DB4jqriM2aHUfg1bA71frdbvfzUEN5RQisCjBLIJFDbhUYyjPyGwd5MecgGKxBDK1NaqQEFNCqv7flMdsyLFv53WGkm6smc5PHIJG6cp+Wn/atbaFBsEH73cvaATJUGphu2Ri35/C9L34CD3z8IQymejA4FEN/NAq3aWF2aRZT+XmE3QA2Dg9juKsP6XATXS6Q9gcRdRz4KfWhazPm/iqzKku0/PyWlrLRmqvqKjSx6aOfWTUafvr/ehmr3n3csPC8SaX30xSA3WmxM+PcsBpMUmzmiAJPGtI2xjVM1iUNftMgiBpeRjtU2vyphawfJilVwAvXD2Vqo8BVxVIygbcBpcx7+H1kQs/mcvjCl/4RJw+dRMJxEeCa4wZRzhWQDsdw1TUvQay/R+RJ2EkjRU+TyKzS51SHxWKNLcmPFA/QwtTMjDheE+QYO30Wk2Nj2H7xVtx66wcxvGUTMsUirEZTdHSF9cqEjgyUVhNVMT+xVBsrZVDQEqCQ16In3aMYIfU6YrEeabNt+GiGcwx//ad/iZNPHUXAKuKXP3Q7PvK7v4OFYgmLuQJ6e/vkGGni4X2sCPY9TJ729ZZ7yyJTXYAjshEjFnD+0GOYPnIX7OYSuqI2fNLGzzigivxiRlg7ZKtWay0BUcnYKRSrIsdUqpDBWket3kK1rnRwOYcszWgt2gIBgc3dlNmW1lqfhd6BNdi6ay+afsVIJRBPptvBw8fx9W98C9FYF7q7uvHqV+yVGIUJHoFV16WsFFs1CXR0GCdGp7/lb8HfspEKp3Bs/jSOLR5EKFBED40yfH5YgSSiVhTpSD/8wR74ak1UW3UknDAoLFQpUBKgiqZVRSRoo8Y8vqbkMsi8VfNXuUAbtos3JhJXe4+0RmfudeIIJqSMrRjf8jN+8U3v/ukT+gKv+L3f/URHK1MARMZiXA+b4jbPvXf22LN4+q5/RtiiKUkIyXBY1ijXr1pjeew8lumijfvOnsNCFXAoeWBRD7AFuxlAq6FeIzr60lWmjeB8jOHoddDAZbsvw+vf9EaMblgn0jpmLBrmtnT0CPBsS9JOAE3MbQmIVKs4d9f38a/3PIBT5SJqNIiDHw16EPwEG4LnA1aVVJcyMOH6wU6BWMCPPX1dCE5OYW3KRWprP876F1CozcANBbDviIUDZ/xoUIi3biEQtFAF1xhX4p53vu+deO1bXo9MZgn+el00aM31kFjRxMrSUaGuF5836ybvszFKa1BflcWWCqVCaiJ3ovIUJTdBkEFpTgdkvNfzBRx78jF8+657cXh8RrSQfZqxqlj2Kv9R25pSAPXGn6uHjolbzfMEPAmEEzDn+OW45E93XxIbN2+QeTc3O4f5uXksLi7KvVszMojh4REpgjFHGxoeku43upaTnUwgMhJmUddFQGsA8/uUlAylRUqiT0vWWb5I8JSmeDSpKiFPVnOxiFyebfgKcPUSJiiFQA3aRqWK/PI83nHrm3Hbe27DQw8+gvMTh9E3MIJEkoSeNQiFwkIcmVyY13INBKg6c9e7B5kx1QFYtUa0vr+yHwgYrIyuzP+b+F4KXDquMeOBf3uhwOof/NePtnOQ82fPIr84j3UDA1jTl0a9kkdSzA1dLGdzOH12DNMLi0JECPlplMmSt/IDoZksuwn8NLUKhRB2gwgFHLh+W9reOQdpUrWQy2F6IYeJ+QyW82UslwrIlCootWxYsS6EUt1oBYLCSiYrVAwn/UoehRqvzAm6evsQioTlOVmfNeOYBJhiPiMkC5F0sYOwAyFY4QiazOPKRQSbNYwdOSQ/BFdVJwU/QxerWmwXD2hZEVWskyKEMB75OuoS87M7TFZKHYlOvpYoo7FXNbuIwtw07GoJA+k09mzfjJdesQ2L0xM4Qem65RJypTrKJIPYfrhBPy5aO4hNw70IOarQlMlXML2cxfmZJUwtZECN9r17r8C585N44smnkEqmkUxFUCnn4fMHkS1VsJgtgDx85teUVWHnFglh0s2iNVw5nwlIb920Fu9+960YGOiBG3ZEdpExT6QrgYOnj6OYL2Hj8FrkaiVMz05h7/adSLsxFCslhBMx1P0+PPDUkzh25ixuuPwqRJ0AMnPzuOryyzEyMoIiQXapy6icXc0JRSYQNKHelGKaWdvkOvu53ldx9vgZPP3EUyJBMtzfhzjPZXoaIeq0GjM3MQvWgLcwepXgG38IpHJtcxzqQ0sbnBQGuV+JWVUoAjcSgxOJIBBWDGiOI2X2xUKwMGXgYz4XTuGLf/81/MXX/lnuV3veeRa9lWuhmtPy4JjQJBpj7MenO/hOBzdiOiv7+irpH1O8WnoRWF0Zi77IWF257Rpgdd26ze0/mCBJgirNBPW+awX45AHvTHBhACFxGxR3UFW56k66YlLA5L9Bo5yGAscIrLJ1hHpdDDK2btuOeDIhjBA+Ry2Oc+OT+Ms77kAmQ9FtBbgw2FbzRYEj/17AKj/LbMCSmWjAWRJCaiDZfnzo/e/Grl07RLdGSFl0UzYgHOn2gaACVk+cEtaGgjtXtj1fKLpeYbKl4Y5/H2AVoBQABeeZbOZzFCMvyOJGjRZzvmaRMe0z3uSNlR1udJJc1+m8ru4rgdXeyzdgzZU7cPr4ScwdGxOoaftLdqOYKeDcjw4h1fCjlCsJu68YqGDjjTvRv2UU9971Q6y9eAuWF5YxceAIduzZgeToEI4+cRjNw/NwGj7Y1KpiK0ClLMZKlKXgvWaQahZWc49MkPSzAKvC0BKNzRcGrP6kYFYCL0nmmVBVcPsHP4irrtyJO+/8Gu69/yE0WwxO6iuAVWVo0wnsDHvMLORGeuCFaqyu2/UKpR+3AkCkwZQGVtlKQcoOXS6FTW6A1YbSPGRrTXoAjVgvbDhoNito1spKqoL6qzIVG2rzZhWR40OYG/zMBnz1gjynGKuK7arcwxW4oa6lAVYJ7vGDtHkV/9022dYsT+W0oT6bAB0Z1oku2A5bewwcqIM0AX6asOoVNEoZtCp5BfAadyW1ejwvY1XN1dUJjG5ZlNGugWDD6PQUS1SRVB2vDgH11JdGcPXJq9qcFG+yA2KqN3jZq+qCKA1otiNZcCwgwBvAoMkGYq4fXdTlSoQRCAPl5TK2XLQHOz7yEeRGYqg3KcugcFTFPDbMKwVzKsaqliORr1ctvoK9GthXXJ/0Z+j4hUtmmsCqEXjR91i+x4MN+VcVfjqsL3VuigWr+MASAAlQZP5vJezcBl5XMGq1Lqw5Li0voEBexTQiy1jYSsagoqWq/7N1C+P2FP7pz38TT/2XpzHaN4j+Phdd0TD89RZmF+Ywm5tHKGRjdGAAIz2D6IlZ6Alb6Ar6ESOwyoCfIL8wI9X9JLjB7gyajPlFCkC3hplr42tiy8f+/EJbw/M+98Hb39qWJzFroQBAnVrFipZ882FiNqAZ/uZ9piXT7OPmeZtMBF1IMW3R7eKWaPXZYmZBPSyyVslkCrh2W4fSWyjSXHe5B8Is1XsJ2UpsFSPwxoSM94dxBPfderkMn+Pie3fdi3/957sRCdjCtqdxVoN6gcUydl5xObbtoolVVdrMQiGuVc/V3KJ5kcP2/rZBoRpXwXAEQyOjAqSUikUszC3g8Ucfxbatl+Dpg6exvn8Yb7v1VjTDDnL5AqIIoBVg8lRVbdrC/lYP7lE0eZFr1GiKXAFBZ7rtZhYKKPiyeOKZB/F//+CPUJnJYrCnD2+9+bXYc+WrcGZuHnteuRejmzcim2fhsybsjdUPb6y2+m+BpoUSzSUcJZcSchxMn3gYE/u/DaeVQyxkgZ8oLNNaA9l8DsVMTsAPAqjCutFgaq7URKFEsLgi7ZwEFCQ+JHPXx1iAuq9+FHx1tZYJaB5Cmdc5FsO6i7aid2AYlkUmsV/053js0VgCX/vGt3Dq9Hn09fVjw2gfrrjiciWbYlmip8ZknsUj1b5IvdeaANViktSgXqWNcmMJD+7/Pmr2Mvz+JuJ0FQ4Q6A4h2LTg+Fy4oSQSDk2N0oiE+lD3JyQxpAYggS3H8qNYLcp+ogpO1LwEAo6LWiO/wsXcjOV6VZ2HAU078UiHQUhQ1ujF8rUvGFj9xO8oJ2W6XVN3U7OzuPbVLQICDuZPHsJTBFZ9NYQjIcTcEMJkq/rYLky2K9mCDRQtF4+Oz+Do1BJgOajQWFIY+7J9KBaQ/DZ7s9qfnbCDm9/4BrzyNa8QcIOAmdpHFTPVAGIKhFa7BMG7arUs4BuvA9lzmWcP4K5vfg/PzE4jT6Yaze1FiuHCRmzesb26oCB7hBVQQLjVRNxv4eLBQVyRiCF/7jwSqQRGrr0c/VftwGxmGpNnD+Guf3kah04WYUdC0gUn97NVB0OHNcND+K3//LtiEke2lMsioDZoMV1EBmRXeboC4AyT38Slwp7VcZ2JleU12nleWa5oVp9ueaZM1Mzpkzj9+MOgSe+jx8+jYAqcPEaRuOoAABJ46X10dTxqrpO3ECBxpWbG8n0EfEUn23HQ05fGho3rBHA9d24cs7NzAorymJOphMw53m+y7ykVR21GakrzvQRqyVIl6YLdBmXKiFQoJVKWH35OGzAVJmKn7dY0hnFcG8kxBaCxxdoWJ3sp/JRKWJydwE2veTl+6dZbcedX/gHpNJm2oxhZfxGi8RRSiS4JXRfI5NN5nGgn69jNtAB79yIDmnKsm73C5BHqmirdZXOvDLDKgpoxWPTuMb/xKx/8ufdvvuG/f/LX5PpyD8wuzAsAOdCVQm/SBRplJGMRhINBZPNFTE7NY3puQYhGNIkieGV6r9j+HrAaCFP7lmbUSjRdrofocVYqYnI1nytgdimDHIHuegOZah3LhTIqVgBuuhdusgtOJCH7Mdd0m+323Isp61cgqKZMCu1QEOFoRPJK7n/sUJuZnESxWJC5T4kCP48j5CLa0ysSPvVyERG/H6loFE8+/BDmJicQZG4pjWSmI4bFHg5+ZXQkPwTjAtQaVh2u/BvvjFp3GxIjquKskm5x/D7U8xnUs4uI+n3oicexebQfu7asw9zMJPLFGjKFGuaLFTGm4hoWDTkY7klgw0AXEi7HXg15erzMLuHUuWnMLxeQ6urB9ddfi4WlDJ7Zf0CKEaLVXC+jq7cfY5Nz2H/0BCotSzTfqZnLOEZiatHNUsUYPjgHB3qTeP8HbsOWizdIHvbII49IC/zoRRtwZmYClVIVPbEUMuU80j1p7Ny0FZVcUXwyRKqEmtVnz8IKOtjcN4TDBw+iVWvg+muvQSKd0mAmNVC5njeE5KLMa1UuL0Z27EIOKc17FnEpa1AqVHDq6DE8u2+/gKPJGIuULpylBTj5fNuIVVZvbRRJ81eVrmignXurExSAvKGLdfwufg918APBMEICrNK4KiTznYxjxqbsSJFeEeaSPj9yNQt/8CefwQP7j0rXy/MDq51OSJnHAqzyQam3TiLS2U9U956AyzpWl+ujNZpNHMzfiwsvmlet2JNfBFZXrvkdYHWTB1iQrFMFzjKazHuUNlsbhJPsVFU9BPjRACQbADnJDHNSquTNBvp70vjwh34ZQ709qNIps200xY/gYspFpqZ0CyXQoaMrNwUb84sZ/PUdn8f4FN1HFYhpAon/V8CqbK56MnqrlTyX97z9LbjhhpcKY1U2Wq3vohJ/MnCC+PRn/gyHjp4U8yoly38hFpxegwxT2MNKNYGpARPaUgAvgLHKb+FCNTgwKAESxcxZiTZGUN5KrgkSzULSCcyoz6KMuqTipQOREoHV3RsweuV2nDx2ArNHzyJgWdh53ZXCJDp1z7NI1mwUsgWBS8rBKta89BKM7rwI93//Xoxs2oTFuUUBVrfv3YHkyBAOPbIPzcMLcH1++HXsSCFvJtJkEhGkEN0g3dLjDSpNhV7O6XkYqyrIVKxoWUwvyFhVAIy5Fm3A9gL6X2aW8LNUiyDb32r41Q9/GLt2bsU//dN38P2772NzjgQBwpjUjFVlXmOSGBV0muDde29eKLA6ustIARiGg0oIUDOtE9RbEHtODawaoxoNkNJgIT2AZrwfli8gRlRso2TbnQCrBL+ll5KRkQgHKSYpJ7W0xOWpoyHMUVPL7ACr5hJ32JKc8zSrkhI8WzVkqVFQo9Xk5sfjox4s22MltEIrOQiLRYwGASXqtrUUu1riGAKrVTQrBfkBE0kCbe0NdqUGr3eudsbWTwJWCQJz1esofV4oslYgtNnatQaaTpLa7eIa4GSA2AFWPWBie4xodqyBOOX6+GA1qQ9IaZIWXKeJVMTBYCICOxJEs1LF5UMj2PaW9yB37WXwOWz3Nyz6pmafEhAgqKoKKLw+oneqAVijrSvzQZ+LrAf6uNVE0RqrsiG0hOBsGLHttn7dht/ZWRRMzIfdokyA+j+dmncYrx30Vb3aHINuBTLblcJy+TnE+tVR84qZc+GfldGggrAbbEmV8eVDFk0slIHz/nF87f98FEf+11GMDA6gtyuIZDgoAevC0gIWc4vwOz4M9PZgtG8APREHvREbPRECqwqoMbU2k6CJQYwwR8hcpSSFklvpwAktbP34X1xo+Dzvc+//wC0qZPS09csaQnMjE+d6rp15HfcEo8FnAkyykrzrqUlweRNk3Wrr8Ha0RYUZrJNhJkhuyFXAKjUcgw6CBJo140Vax8hK0fpivAbKBKQlYCaLMexI4LWLJeNtQEvaCv1BnD47gS/+7Z1Ymp1HmG7a2q29UixhsH8A17/8BrjxqOiTkeFj1m6vTrgq9irzIdF7tSzRiUx29yDkRkTK6Pz4OVlDKuUqutLd+PRffRFTJ8/ixmuuw23vvQ2jWzZhqZCTv1MXUSRV9JgU6QKyx8VlWLna0uiC10S0Vltl3HP/Xfjy5/4OpbEShtIpvOP9r8WtH/p1LC9XMTE+hQ2bNsp5SEuxIF7ewsqKsPaCY4MFLkoVVH11uJaF7PhRnHjsqwi3phFl6zalDGR+02W8gmwug9xCGcViBYVyFflyHflSFfliGbkimasN0Z7kHBFglUur1pLlMfLsnbpPDLUCPgu5Zgvx7m70r1mDnoEhBEMRMOmS5IWJC4F4N4xzYxP4yp3/ICyrgb403va2t4rMFDX0e3q6EY1So5ZMX5VwCzhH/VzuMS0HpUYZDx64BzPzx5CM+eWc/fEIXBaQS3VYzQqCTgtuoIneQA12zUauGkYz2I9IuAeuP4pErAv+RkjYmj6HTHdq9zKxd8RciVJ9xrzMjCeJGWpKi04KzuxoqimgVWJe6fzg+xRT1YA1LxRY/e3/9HENNpHRwx9t0kLdzSY7kgKYP3UI+37wbbioIxpzEaF5FdlCNiQmIzBCBmqJBklLFTx2chIFMo9FtkDJanjjnY5JYkvMZ19980245e1vEpM1Al1M0A0TqiMZomImpXen1jd+rpihiI6pjebyMh79l3vw8MOPYx4NiNo3QdyfsMo9B0z1rGVk/zcoBUATG18dQ1EXN+68DOviAYlVpgtVrHvpSzG4a5f75KAUAAAgAElEQVQwsIvLc3jswUfw5S9+G+VaFlaQ73MREVZdFTe88kbc9IabsZzPyLrMJJxaior9rnWgVTWyrZVqYmbv+ksWmEhq6TZbs5/VqhVdBFOXWu2taoeilvPS+Dmcf/JBKWLcf+gsposswqvxJ3mILAOaiXUBYNWs3d5rxn+bdZwFS/5brX2quMf1OZVOIhgOYWpyWtqipauKTHl5jWLs6vYumYeq+K9avfmQHFBiaJ6QKozLHqQ7Fg0oTa18VfTTe7yOw9nB5SUUyFnybwJQW8gsLqJRLeCWN74aqWQSRw4fx5qhHvQPr0H/yCi6ugcQj3cp0z2aFerlUsXPHUkAc32810ldKzVHvbml7Dnk8eg40fxd5UAMb1cW7XjMt7/vfT/3/s03fPI//TKWFhZRKRaFzOD4WkhQHzgRQiRkKx1VtkQXq1jOlAXgm8sWZY0jqG2z96ZRR5CsXaeOcDCEkO1IHM51u0Jz6koNuWIZmVINyyUFJnI9Z949X66hUK2hGQgjmEjDH4kjnEjJ3sZCGOV1CIRJcaBWR5BjyB9AoVqBTY31cASZhUVMj08Ik5RmZqGwK/8m21UY7GTtM0duNEHZiL7uLnnf2eOnUFzMwGVHQ5kgfFk6qkrVIkrVXHvdV3roKuxTtRt6MShwVbV36zhSMw7j4SCq2SU0ixn0p+JIhF30p8LYvW0zCtkMJqcXMZ8ty/men5rG2TNjiLshDCTDuGhNHy69eB1GBruwuJzHkRNnMD41L9fbZwfQ1ZUSCaFKrSFzxLFb6O/vRldfHw4eP4Mf/Pgx5BvURKb2rJI7VPJ6nc4BHi+vZywcwHvf907s3LUdMzOT2L//WZl7A2uHMbE0h8xyDvFgWMzltm+/BEknjFKuKNrYjhvEQmYZMwsLcMMRJJ0Ajh07gWAghOtfeo345Ega1SIgXkB+OYPs8rKwjivlIkr5Akq1OkJRxRpN9w2ge2AATshFdjGDY4cO4+jhQxLLxSmFZfuxfOI4GktLcINBAY2psc/9SEw5LSUD4roRkX4hEYp7A6V1PCG7Yq2KRq4rhpNuNIYA4xIxj1a5uUi1iacHYAUjeObYWfzPP/kMzs9llA648QLwSKGYlK7z28tYVVOT5srmsXJvUas011iTM5jv8L7uRWB15RL3ohTAqiXfAKujo+vbCYh5iQSOmmljgsn223VAbgabqb7IoF0V/xtQ0gk5+OCvvB8b161Fo1aSKoQ0/bKVTCuFcW3khBE9IcuGYzGR80tl7vNf+CIOHj4qAtfC/9FCwgRWBQT+d5ICaAcJnKweYNWcI+UA3njTq/HGN94srTIMGkVwW5sXMRmjFMCnP/PnOHjkOPxtbdoL66J6r60XPL0QsGoCN9HA9ASX5r60AW2txdbWG5GNxoeenh4BJtmCU28opiorzOacjTmDN7GWxVDuiakWigefVCdFCiDQRM+u9VizZxtOHj2B6WNn4FgWLr/halRY8bpnPyKlJurlOtxACDmriJ4963HR1Zfhh9/7AUY3bMLc7DzG9x/C9qsuQ2p4EAce2ofWkXm4sGETj2sCFWq4AQi7ytnQsFe84KpJan5mxipBeuo+eYBV8xmyuKqyd3tumATJXJOfFEGJ5g91w3wN/PpHPoKLt6zD3Xffh3/+9nfRQkBVVwk6mYKEbsn1BntmA/YGey8YWN39cn0eyixOxlzTh5YAq6ppQ5WLa2iRtWoSLI5tFj0ItqUG0EoOKKCTAGyDjEcCnDSRktKnsD5Ec4yttfw3kwqCMY2KgKrUbzXfpaxX1LVVl1gzVeUZPzMJ+GzVuiTBk0byWMSWiiu1XAW81izY9FrFb5RKuh8tbuTGT4tfUC8D1TJQI0AvFJm2PMfq+aTA2tUPD7Cq2ZsKJCBy618BrKrA26SJkmm0QcJVW5I6f03nlPfotVUBqwaK1PpfHs6rd5lV0KcyuaB6PIHVcJAAZxAxJj+hsDjBXtWfxsW7rkL55lejSs1cuV1K21mSIM1QtaxaeyGX5FK30UOzLGWdF70odd/E6EGOgWxtMlZ75D3ywZpKoXjEKtnmX+p2Vb23fZadczVJqHyPukL6sil3bj1aPJdSz9H2dVZ/UsfegYPbIHH7c9V94gyg2Qjv+hKaWCq2cNo+jX/4n7+J8382ht7BHjEGi4QcMeHLLC8iU8jA8vvQ1Z3EaG83eqgxHg2gJ+xHnAGn5SpNTDkZBbqRqRpkpd5uwW9xfVDXRGnBKrrYtt/+3AXG3vM/9Z7bXt8GdExyqtYPdbFXJ9ly/bSLr/lbBzDtsIm8xR1qmsvxan3H9hqr5QBMAMrnqbNHvVRqVDJ4pn6qOLDr1n9TOODaK+2FZLXp9nm2n9HJmNeDGlzCJiQbimAbHXtbNr729W/hR/c/iu5oTIo3BDF5qmwFvHLPXly0bSsypYIkNMb5fcV+SeafrbS62V3S298n4KkdcIRVUSzkBFgl6Ldx0xYcP3EG//r178KOucgsL2Mo2YV33vpLeMmrbkAoGBbDJ3P9VGGNhSGxx0XIJWMjgKrsuUo+4ctf+jK+/o2vwSrVEG/48ebX3oJdu6/Aku3DK95wA1K93cjmuHySAVoVkMqw2p87EjqFl9V/Y4cAE59SfhKnHv4HWMtH4bpBWCLlo8YHu4doViO6iostZHMF5EpV5Mo1ZIq6dZdsHimg+8SQgyCoIrlY8DX8qNo1VEI0ZfMjmbeQbIVwxFfAlm3bsG7jJrQsMpDpOKhaj4UVQ51xJlaBIO695348/fQ+XHTRZtx002sE1HHDQWH3ilav3qONg7gymWkhFHRw9NxhPHjwR4i6lgDILb8PvoQryVOprJjh8YQfbP4f8BWlc2KqbiHToMZmCk4rCJetsqEgoqEY/KE+9ESGYZfJiKnCFyTTR4FBpiur3T7IWE+DqgJSaQCLoCrvswLDVOeWmUsvVGOVwKr5fKUxqAoU1AGstSxJbmePHcCBe78L16qJFADBFQKrlIox6yDHJBmqS9UgHjg+gfPsApOxwGPlCFq59wlrFS1s2b4Z73nfbeIAT/1GFgpYROnog+tFTG1bqsaqW+YNa5XmTgJW1RuYOzGGo/c/ioPnxzDepDQSO7t+MvnAO7a9c5ndGk3qq1o2aK2zbbgHr7tqD/q7klgoVnAqk8XuV98IKx5BsUDzSgv1ahNf/NxXcXDfE4hHfQISBQM+OEEWOG5D18gAKjTnZWGF5+pXnQZGGsXEZhIX6wPjkcv40DGdMqgiQ5UFgbrSlRZmq+rUkzFBWRhbAe+8+GSAV5aWMb3/YTTKZTxw5DxOzOVlIxPGHqUVWsr4V3IBvZd6wcD2/ugtQupxKUAGAYsmdR9DEsPzGDmGaU7Ec52ampK1Rsz3DHlG66zLXkmjMd2hp7uJ9dqncjeJI8T0txOhmD3J7OTq/9Uur16vaDiy32vJj/Y1FpUpC3PTUxgaSOO6a3djYXEBfiuIgYFedHf1ordvACPrNknrdZmGefJRHVO/DiCq2dgeYoSJ1YzWosmx1LmquNgURQwzVeUBiqW9elx+8L3v/bn3b77htz/ybszPzIo/RSIcUo71viZSiTCS8TBqlYKSVai2UKz4MDNfwOn5LMotP1zHj4S/jmalhAyZjAEgEgoj5roi9cGODxJpyBou1+rIUzebobsA501hwS6WaeLmhxWKirYqY8ZInAbWaSlSEhxlkZSFQRYLWKiRYioLXaEgMkvLYjIWi0bRv3aNaGcSVFXawhwbLFY1UCqRva7WSrLnB/r7YdXr2P/oI6gtZ4VVykKW7fgl7q/XuT+V2qksW+d5HqJ/LZ4LzA+MHIkac2Sshug9YPtQyS6hVcoiEQlKkX3TSB8u374ZsxMTOHV2AvH0AC5/ybV4at9+/Oj+HyMcDKAv7mJtXwLXXbULV+/dicXFDA4dPYHxyRlkc0Vk8wWUKWkAyi1EEI3F0NeTwtBQH2wniIMnzuCf7v4xshUfKg3lU8EYRugUmjRj9gueGIvst/7SW3HZzktw9uwpTExMiDlY3/AgprMLGDs3jrA/iDVrR3Hlnt1AsYbZmTlk8lns2LlDJAoJmnMWLczO4Nz5cXSnu3HVnivQFQtjaXYKc+fPI7+8LB0aQnjR3Ro0G5zPZjGfyWFsahbL5Tq6h0ZwyY6duP6l12JmcgJPPvkoLI7HgIW0G8WZ/QewNDmJaIjSKbyXjOMUGSjEdZjyZCEXYZqIOqpLJeCwmMP9XkmPMC4j05ds1XCUIH4coXBEYjliPCz6V2WOKdOzUKIbn/3SP+Lzd34dJXYoeZj67UxL84RWF09k3fEAU8aVx6w3Zg1Q72OXmUZfVm1HZp1dXnrRvGrFuvciY3Xlmm+A1eHh0RUsORmIHrq0ScQ0ZVU+xAwy+a3Zp9z0jeaUYrHqpJYbdauBt7/tzXjJVXtRymdlI2XQrPQ0CEQpV1mln6Lc66Rl1/KLpsmdX/0qHnjwUZmYUqnyAKv8XrP5GSF4b7AhR+gByHj8DGyMC6U5HxOwtTdiqZ4YBoLSUeImde2eXXjf+24TDSYGStxwGIBKh3KzhVA4ik//2Z/j2YNH4HdCWiXwuQJS5rq1r6fHaOWFAasKinlOoCXAKkS/TPTD6jQHUW0+5jp4K2leoNzcR8unGDfGvZkmLFycS/46endvxJort+HogcOYPX5OEtwrXn41aqUaTt67H7FiE3VqrNpB5Fo5pC4fxbaX7cEP/vVurNuwGTMEVp89iO17dyK9ZhCHHtyP+qEZhKghqcmTZKzyXsSjMfnNDd6wVk3CY8bp8wGrXvBV1Bt10iZmAoY9oJkBLxRYlXHUomwE8LGPfRTr1w7g4UeexFf+/msCrPL6M+lXrRHqnnnNq0wCZcaFaUd4wRqrV7xCNihhpUo4oCUQiCZJcqBYn2gRrFRtNcLmZBLUqqPBKnOiH0gNMOIRRg/BSR/BUgafZPoIQKfb8pk0iIsuE8yGYouSXSosI1YglSyBMWkSkXq5+GbL84v5FCvDFpM3BrLUYJM2Dlt0XAmQGiBY3pbarK4lsbwAgzaK97NooFpT+XofAVUBVhWbiAqb6rGyUPH8wKrWqdU1TToZK2BVsZa8SZ9aczrayl5OjtrM9bd7dFhls28zVtV1Mex/1Yrvqcx7lnPOT7vliLMye47CDpCKBOGGGIS4iEZs7OqP4KXr16PwqtdgYvs2VAla8N5pIxxRLNCkJflOModFp9QSFqnJe6UYZoBYamtLSqNasTj0U9GedrLFlnieBbVWRc9TG0jZnNiaCdtm7eggnNdJQFhFOG5Xj7WcljrrtlQB2/kZvK6s6KmzUomv9zMMmK9V6szdl2SVGotLrSbyRQsHG/tx53/7OBb/bhHJ/iT6YoptSoYiTQtL1NOygXg6gaGuMIbT3RiMh5EOthDxu3B8qj1MMSs4vpSpCj/D8QMBm4wgY9Sl2MEch5f+7h2eu/qz/fNd7765vX8b4FPGoW7TNcG8d3zKcx7WsVkXeWENgGCSS6WhphzTV+qudtzPyWIx65QE1m5IDB28STXXa67bFSJerZa4SSfSaQQjYQEyqKPdrFVlHAW49gsLTemm0VyK5jYBfwhP7j+EL/zdnQjVA5LgNS0N2DVaWL9mLa645mpYkSDKhbxo7jGIN/NSgRjcAwkosJV0CMlkWq0d0slYxez0NPL5PHI0yUr04c6//zqys0twaczl2JjLLCE3v4ArLtmOd7znvdh5xRVy7pSrYcskGYBMGoiqsyWb44UAWKGYx//+3/8Lj//wPvS4vXAc4JZ3vhq/8rGP4cjxDGbPjeOq6/YgGE8iV1XrpMMxIrWPlXIlnZHxXGBVwAEyBZsNhHwlnNn3XSyfuh/JAFm/ZA3x8hNUqaJSyaNE06rlChaWK1hcpqlJBRkyo9gmWmsp1qxoCqqZafuDsjZz3Xb8LurhBprdAYRydaROV1GsWTjmZLB+/SaMDK8RDTpet0AooJgmTQjYzHtCtg/B6ZmZGQGjGaMw9uNvSifQoIMxB81PTTGV19rIEv346XtxfukwElEHzUoTTTsMOxaWFsJSmXFkHeFYE0l/ERvsIupNC6eqLpbqYQSiEYT9TdTyFcClAWsIswtAX3AtLh3aBqtBHWauLR2ZHrM3y/zRun8GcDGsVh4nY1s+CFB548o3v/39P9ukXvWq3/zYb7TnkjL34A8LCi20bCaqAUwdegZHfnw3In5lmMLihqw3RnZQZLPofl5GDXE8Pr6AA5Nz2sCEIIXew2Xt7bScB4IOXvPGX8C1116LaqmIiOsKG17iV+6iunNIdtK2eZVaDzgWCSoIM5q6muUiqiUFzDZmF3HizFk8ceIUpifmpWvgZ3mY6yl7KNcl0eJjUt/A9Zdtxg07tsAJuNh3ehzh0VFs3L0D5ybG0azaiMXjcMI+LC0U8eD3foCpU/skFm65LWza+hLc9JZbUG0pLX+GB8v5LCgVrYzJV3YScbwaxr9sSV4WFY2rzP+zIESQWWuxspCkGNf8XC3rwCIHd6xKA8XTB1BYnMOjx8dx4PwcCJkoHWpVZJDPkr1RxW8XAlYNkG/WdWPiZ4BVxvKOreQ1+NmxeFTm2szcnCoKsaGJbH4NfvJetlvodUzj1/IkPB8+2C4skgzUJNZgrheEVow9dQ0791BJzChvro65Txt0JYjbbGFhZgY7d2zE4EBSYsmu7j4k011IRGJYMzCMZFcfWm5UWtlNN53RRzWEEYU1d2Q6DIiq9kWlH8qHaGbrc6KxmnndamBV9gxdRDf55wsFVn/1vbegmMsh7A8gHQkL2EavgnjERTQcRLmSk+JjoeZDoWbj6KkpHFsqAcEYaoUlrIlaGEzFMD01j5NzGWEhR6NBxLn/MY+ljwJBfikkNwSQZEEmU6jIT9kKosnxHKJJVRShREpYhK7jIMu274Bf9j/OYfG/9Su98EQkinwmh7m5OXT19WBgeAilegNVehtoeQcyhiV24zyQQoPhnaqx0NuVxOzpY3jmwfvh1MsI8PoTMPX5EQvT+ErFHUbTnPlLgJJwbKVn7q/BfLO3W0RmKT1G8kWlCFTy8PvqAvRtv2gUOzaOiPxAqdRAPN2PwcFhzC0s4dSZsyjlM4j4G9g41INrrrwcl126DQuLi5iYnMTychaFIveQBpaXC9LFQXyChm7JeBR+u4lKo4ET47P4x+/ei/kiyWlK9CPgWKgJiKrWjLbWMudCo4xffOPN2Lt3F8bOncb09AzisQSG149iMjOP/QcOIRWNY8eO7diyaSMKM4tYyuQxuziLtetHRYKJn1sulDAxO4PMchbDg4O4/uqrUZgdx7kjB2HVqnIvnSAL+yx8tKQzp1wqi1bycrGKseklPHboOA6emkS9ZeOm174cr77xBhw7dhDFakGKtN2xJCZOnsPU2Dgi4aAUMEluUUtGCzYJRaLSxk5FMdyR7MK21frBe0vgmwVz7k9uJCrAKuUfo8kEYvGknDvlpCKxuKzDwWgMhZaND/32f8HDzxxCo2m6qoz+t04JPJqoHfxK5QVeX0Tt39xeC7z7s2BRIjfZ6TA0e5L5zBeB1ZW79IuM1VVRy2rGqkm8VoKmGuLTSa8CA1QGbjZvSbw4ICUAVzRu2fM9FT0mLDfe+DK88eabUS1Rn0M5AbI9gE7jqj1at0YSdeKclE2Lu64f3/r2d/C9u++RYFJ9vw50WHX9NwCrXiDWbOxSWSYgpEFfBfwSoCBbo45LNq7HRz/2ERTyWQHJWLFTJyy2L7JYkLH69P6DIgWgWqpWMQFMhVbrBq4Gsk3F18gLGPF8tQhcmLFqmH/qs4zZjjo0tpFEYxERqhYumRawVviZCgLNAsN/e8FKNWwU1V9au8S4RjFWq4Em+q7YjNErd+DZp/dh7uR5WTw7wOo+xEs+1Ct1RINh5H1FBC/qwaWvuhr3330vBofXYnZuARMHDuLSq3YjNTKIQw88g+qBaQFWqR7EfZhC3RxPCZoU2bYk6Pwx4LAJhEzwK9fABD2azWzur3mNQC9tKQClscOEVCQCDE6jx7B6XrlPyvDTBQXTwqxkMjoTjHBPKOjHb/3Wx7FmuAdPPX0An//bL6EhzrNKY1WgFC2b8f8SWF2/50YlWq4oippS4oOvoZw2lW0LwVT+nSxT9ZsgqwCrBOvi3fAl+9HyszWzAdSrit1aI4DKwE1pnipwlZspN1gmV3VYdZpg0NBK6awqzSrDlNVzXFHr9AVkFZrgqi3mb/wtrEy9BlFqoFUti24q5RYEpU6TdS89s7KuNBhU8Ri1pg6LNK1aGS0KuZN9J7dRVXk1fbXNjOxIBHQ27A5r0tjOG+hOtb01EVSftYqxLxIJHu6pcbA0a5ispupgPO3/6h3qseoDn/Os+jslAAIgGM32OQJ4lrTDOg6BqiBiUT8u6UvgdRsGUb30cnx/xMVsNaP1t1T7De8zgWtKKlgB5WAvTCAGyGxnYquO1nXl3zhmRaMNIWGpUCetYfvgJtLaGRT8izo6agPy2ARpZACmWDrKpEr9l8cQkN88E5pl0ZSBkCmvuY1giyxpxfBUIK66eyJJoa+UFCkkYVWjgT/Cn2kPe2WoRd1BCbDY0qd51EyrsjWgXPZhX/1xfOmTH8fCPy0i0deNbhouWtSOK6KcKaHWKMPvkLGQwMBIC3vWjqI/kKSSGRyyFKwknADZi/y3Eh1gi5RU6/108yWwarUZq4JptJrY9Z//ZtUu/dP/913vuVnWLJOwqjZLBUxzezH7sSl6qiGlFX6N5qxu25T3aKaS2Ufan7si8dWjU75DmdwYWSDR6wo4iMfCwlLlGsdEQjTVyWh1XcRiUSAcwmIxh7mFRZw6dxYsng2NDEjC3xtJYP3AsG7HL0sswFZBxgNzSzn89R1fwNy5WTFpq3NNYQt6E+jv6sbV178U3cMDyBHQ1Fpeyq1dgZBk6ZBFOzg0JO7WTPR4Sar1ChYWZ8RcbG5uEf5AFNOzWXzlq99AMhpD0Ga3gdKFZ1IyOzODkN/FG255I970lrcg3d2FWrOhNGZDIbhBF3NzMwKKnh87g0996o9x6MAhDEe7EM4Gcf2ua/Gm996KwLoYei8egRsLophlM0AT/oByFLYCrrTFcwzJWrGq4G0KsOq30QNUK3o86ce5/Q9jat83EW5lESQbpFVF3deAHw7q9QqKhbzSfM00MZfNYzFTEHfo+VwJxVoT/lAUoWgCjhuWBJeFYicUQavpR6lcQbnVQCacBaLAmmezqI+XcNDfQjVSRyKaQMyNiczC6PpRWET4pKvJFiYvH9QVjEZjwnAplouSuCfiKbmGNGcSxrOjgA4yJQXI0Jq+hVoBjzzzABYLkwhQwoK5fNCG5SomeKMVRDjsh+PWkPYVsL5VQBk2TjV9WK5Hka/Yog3rb9VRdXyw3QBqaKC+VMFlfVuxaWgbSiWuSApcabdTaxNPzl4WC/jgvObaTlkLzj/KfvBc/H5HChI8T8Yqt77r9p8+oS/wiv/8yd/TAGZDQFUZyxaN8CwxTAk6Ns4/+yROPnwf4iGfAK0OTWFtrocEorVusbRs19BoRnFgoYDHzkyoMieLrErGUzneay8Dnnd3Xw9u/cA70N9FGa+SyHX4uYiJNKmSPpI4UlqjNYGgzXZU2zqPRWmZ0iOzhprNomwDiUgC+/cdwbe+8R0s5/KdEGDVNdDLt9oRdaumxOVs029aoEDUmt44XnvN5djYl0Ku2MDDh46h++KL4aTDUgRLxLsRCaWkxTgYdXHm2UN4/L7v4aJLdmHo4s0YHFkDuAHRCHV83D+DyJdKyC7Oo0EjXpvMYKXvKwUjHa94gUIDJnN/lBhaSwEQVOVFYtFFddyZKqbZudhNRFNDB/bCOObPncZjh89i39lplAnOkHUsZmDEjNRnmZjTFMDUtdHFWI9kiykG8DhpLiXjlcC8dgTn+ZAhXibjMZMTzWidQcg+znklHdyyr1FSQuU6ylZSdRhKkURLxXi1pk3Mba4R417zUH/TAL5HCsB762leTDBubnoSWzYMYs1QCol4DIlkGrFUl3Qt9MbTiKR64fQPomIHYLNZSutuck81uYwBVgUCkpxRzWnpMBNbAUXQMTGKjC8ttyAyGvrvCkxVobQ3V+Zx/8ptt72g+f2uW24ESZi9iaQYBNVLedRrZSSicZH5qDVKYjq1XG5iZrmCJ4+cRjbUBSscw/z5U7goYWPnpg2YnlvCM+PL0pHIHCTi+JFyAwiTrcxz9alYn3ehUGliLldGjqGyP4gm1+VYArHuHrjxuMRFjMByhYLk6dFYVGQDZNwb7et6S5i2kVgU3UMDKNWpCd5Q3Wac8xwvXE/09TbrqBQXtGQDtWAHkjEcfPTHOHPgKTlWCiXVGIs2SnLcIufvU/sB83IyRZlFlMm85D3jfRcdYksIK81aDWHGWzQnFF+FqrTK79yyDtdfsR2tUkG6X7Jkf07MtEku1DMf6I5h89oB7LhkC0ZHRzEzO4vFxQVh2nKOMJbw+yNi4ki2PI3CKpUSioUMCpUqxuez+Or37sdMri7aoNRqZvxcF/NSZVrH3FW6mIRAVsHLb7wOr3rVDZiYOoexs+cQjcSw+ZItGF+ewyOPP4E1fYO48qorEQ+FcPjpZzE5NYtEOoEGzRijMSTjcRSyeYwvLKJarmDTurXYsWEdFsdOIdKqIhEhQK0KhMJ6bzRQKhcEWC3mCsgUa5jOVnB+roCDpydxanwKxXIJb37DK7F+wxos5xdEPz8VSWBqfAaPPPio7Llh7SdAHWrueWGb4LEGUEn2EDIF9xfmXR7jZz2XyLYlOV50wzk+xUCMXT4u4vG4FN97h4axVG3hs1/+GuaK7KhUwLDKxY3kn+4+M3IeEix11kPTFSjxhzdPF9KD7ovTsZXpVm17YKyIuVpYXpp/QXP8P+qbXgRWV91ZA6yOjKxVAa8kvZ3gXRYoBpS6Ms8s1CReJmDwvt5YrpjN1Gw6/JK6M3oAACAASURBVFzSuXfu2IEPvO/dqJdLSmtRtHiYsGpGqQbDvJVLAV9tPx5++FF8/m//Dk4oqlwIteuomj+dqi1p5+ZcBCD0gIZe8NBsoAZY9V4a8z6TiPL4zebMRSmWiOMTv/NboqtC8EYxVpWYt2qZD+Ev/vJzePLp/cLuUAGPTow87U4dUE5XVWThMVVbFdp4maSGAexlAptEywuKGn3GFtu0NWDKRY8VIgmyxFVWtQJWK6o1if82TE8VHDLQWMn0ZfIgphHcKAmwNmqo200M7t2Kwb3bcOjxZzB/elJes+vGK4WZMPaj/UgW/aiWq8I2rtFNfiSOq978Ktz1w+9jZGQd5mYXMPnUs9j1sr2IDPfh2P3PoPzUhGIaEYJrKLMqPpiUi1skN1Sts2rA1RVMBo/uCsexd0y1gVUdhK4Gkr3grKlEm7mxYrx7FlzFFFYVWPm+Vl2qmB//2EfR35/CiROn8Zk//xwqFWqRGlax0uAz45X3wNwv1U6l5uK/mbG6+wYlKij3VbFIpPbRVKCHfK/q3dOgI2++kgWgCRVZtogkYCe70QgkBFj1tWoidyDagqKnynOWA1bmZmSLEoBlqz49sRjo0SRLtFHJhOXZMQkz2qTaDl6YknoEiz5TEC3LQYv9TZLQarmBUhF2rYhWsyqMHaSHJBFXOpAWaLrOBI7Vcr9fMRfrlSKa1aoWL+fxKofezj29EGNm5XOrK6FmU27S5oKAvIdAJnip0SZrZxPq8wgWPgfAveDOaxIv9R7zbgOnGmCF6qoCJpoWLa6blg/RYBOJoIVwNIR13f14xWgMIxs24kjoIoxNMVhvoNaoigZShetxrYU6SvDZVfiou6BbRMnu9QXZ8kyQW90z0UkUQ4GGmH3UbQITTLRpZNNA1W6h5HJ8BeAju4qGQ1Qr8DVQDDNJU6wrsm3lh2Oe7CO2nfkaqFQt5GINVPpKwpgtk4mg10fbp/S6OOfo/E2Qg4ANnVcJ4nIfCPpcBK2QgJuRZhSxVkxaL5la9iGAZNOB2/ArNiSTiHoL2WoD4VYGj534Dv76E/8X2SMlOFEX0bofFV8e9WoWVkkBF81WDctOAO+4dQDv7LsU2Tk/juWWMDa9CL8dRVeQAKpKHMnYCzoWwtS/DdAZXbmjU56fpgJGV3b3J//2546/fuldN7VBH7Pn8jvFodnjpt5eZ3TrqfkivkcZrXD9Us8+N0HvMLbMHFDrCN/De6z2SNFSFAY+WVBky/hFZoEtiWSuRSNRxNNRZBoVfOfAY3jm1EnYFWAms4R6LAi7i0F5ADcPbMdr1u+SdYktkD4rKPsHmTaFYgn/8q1/xSMPPgbHComsCY0cqGtNk6Zr9l6Fy3Zsx2wup1rPQoo5q9pzW/C7YfT09kiruQrQacxUEpaqSKPYPpw/P4N0agj3/PA+HD9+FNFQUrXDa9YZrw8BjmxmAaVyCXv27MHb3vJW7N27V/a/ufkZPPn4E+ghWzMZwac+9YeYOn5e2swnm7N480034Nfe82s4/PQ8Cr4qbnj9tXDiCQF9f65Hi7r0YkMlrY4s5HA8B8N+ZM/ux9jDd8Jfm4ETCisH92ZJOhB4m6vUU80VkcsRUMljcqGE+eUSJpeKKMOPvjUbkO5bI0kkgaAGDQBbvMeUDCijXCyjEipgIbWMvlkbQ08XMRau44S/jHQ4Ih0uAtq4rlxrShFRey8SjQgII0C7Ll6rTVAx83ht2apMcFVMzOo8M+7hLHhT3iAEAi7jU6fw5IH7UPPnEQhTC5Ct+S5sH2UeqBtdRzDuwB9vYkMzj8FWATNNC6ebcWRzIRQLbNEPwm7VULbJ/KTJZwO5QgX9oQhetu2lCPlGUKoVO+uquJ4brXmzN6v9VDpRWGgKOGJCw/nhOCGJU4xR0FtufWEajP/tj/9QHNidgB893d2S0FPJx1+pYmlhVroGJg7sw+ShZ5GKBsXpPmj5ZbxyXjMJZts8H2zLZVQ/mavix8ensFDVnWZifMh2c1M8ZMLrx8tedh12X7FD7gs7tMiG43EwNqe+iZjWSLFdGWQpiL/ZLk4TTBQZDx3rsK2eQJVA1o06ZuYXcN8/fxf7j51RrcOmnKgPg4muomyo9Uk6IESGB2jYLMLVMRTz45VXXIJL1o7K+Nh/Zg5js9O45Kq9SA0NIJJMCEBYK5dRyGXl/QSJyNLrHhpCtdVC0HGlmw6ULGKcH42K4Q/N7hgmsG3WaOfK2qe7dEzMpooAjjLU9ZATJFdisbkNyClgVYA6g9DpqMCyqnDyc8iPncGzRyfwxNlFZJtKp5HocLmh5ADYBSSxgAcUMOvySkaoNufSsaTZDwi0C0lCm6txjtJoajmbacec6ngVL3n1Q+Jpg1AovZvn7BlmH/HG3hrXVQXTVYW61TG67EFCoqgjtzyHiwdTWN8XRywSQjSeQHckhu6Yi56uHoTXX4J67whqDZoEdfJBsx96j8XE0+2QTJNVvHmAtK+LIZLuqPSAqmoOqVK7d7/l8b7vne/8uZZv8+KPvON1ooWcjrnC+iuSKe0EEI7ElNFztYpCpY75CvDkqQmcX8ghkhpEvllFuJzB3v4uxEMuDpyfxlTNQdMPFLJLCJaLWNOVQMSl+ROnKxnFLTANWSg1MVVsoNDkuqt8AqLJLqR6e+EL+KnaCrtpoVgsSiGSjGSTGwb8lOjxY2l5CQE3hFRPD1okPbGzUbddKykQBXApORRFTDHeByJ9p6UgCJZb1RKe+P5dKE1NijSHyLo0FJDvBbBlnLd8cKNRVghQY/zWXpcVKYbdMq4F5GdnhYVab9bEzGvX5rV4x+teiYjVQKFcwtTCIuamlpDLLiMccjDU14PB/h50dyWxfuNG9AwOI7e4iPGxMyjkMiiWC1Kkioe7EArRALMhMgulchHZXJZd+pjLl/G1ux/E8Yl5WNRhrZTlHBqM83QhgaAy555o0fsb2Lp1M97whpskFqFGaqtpYe81e3FiagwPPfIwdm66BC+77nq5jvnFLB58+HGJ73dcug00LONY5TpFgDToayFqtVBfWkDcbqE3ERMZKlmjtYwH9yQW/nhvM9ReLVQxu5jHufkiDp6dxvl5ug0UMNDfgxuufwl8liro9fQNIJOr4Stf+brc22DI1XqnPBc/nAb3dHYcsUjkk8IeO1hdGgC2n1O5ifFwUKQC5csh3YJS/FNyjxR6q9pBjC3kMJmroAxHEYFW6SFLEYTjbBWD36wpqzvaOrFvp1P1Qjm+dzKbolk2s/SC5vh/1De9CKyuurOrpQBMMsWXCaCjqwLPAVb5dw/opjZfAxx2Wjq8m06t0cCmjRvx6x/+oGgtciKJXqosrh22pPcQJXCT4NTBsWMn8Ud/8mkBWgj4CYiggwqjTcrvez5gtVON7LhxPh+wKlwqnZiaaqWcp8+H3/zYRzA81IsWWQlM+Bl8SOWeZlYO/uqvPo+n9x0Q3TYm/KwStifzKnjEe85eYFXapTUTSYBdLRXw8wKrkrMQWNWJDqn4PG9eXmqqqYCs0+qjWrs8jFedaBtg1WyI1M2sWQ0MXbUVvbsvxqHH92HxzJRsPDtvvBI0FBn70QGky47o5vEYqo0qrOEYrnnbTbj3gfvQ1zuIpcUszj+1DzuuuRzp9SM4et/TKDw+JsmVIkcrEJXHyed4HByrfM64sK4OoDoLpxrHJrAyv73B58qASkNW+l6uBla9oMKKwEwTEJRWFtlwDXSlEgKsptMRkTv44099GqVSTRJy9TmdFkM1ztS4VMDuvx+wunY3GavamEonA4pcqQsbDKBZyaYuqTDHGdCQWVpTv+l+HU7ATnShGYopbVQm8ARWBUQlHksWrmr1ZhDIDZLt4Qw8iLESUCUYy8/na7l+eNkLRk1TTCzEEIm0Q7puEFB14LNDaDEosQj4toAygVWymA2wOqxYrRLJ+aRKLpIBBIupASQsEQr8q6RJVdGp8+llgf3/AKzKAOSRdoDVn9wA6WWraqkR/ZRRJ5XjFz1RBqyK1SIAmab4pJIOesOKObCldw129DvYONyH0PpX4GSxC8W8D061jpLobpVg+8rwUw8LFZWAC6uZ40QZkkhRQLq6uDbR2IMLcUPaTUu819UG4sUQcgTS2Z4U0Aml4OYN8sEIcSPjlBR7ST5MsdC49tX8TTR8NVSLRWS755G+tIqtayJw+VmtDGrNuswfJttcEblOzfkVB6MmesBNNKwGmmRRtoIoB32oRZoIl5IojtuYy+fg9FpYF3MxVImhpxKDG0sB4YB8b7w4iEh2Ft/5yrfww2+eA1oRWBaZzi1k6f7e9CHi2nCtAHyhLLa+fgB/sPMXsXEygLn4FD576FkcOl7GSLgPYdRhBUKIRiMI2mXEAhV0hRw4fibxvHbUkgoIK4SgF+fRnv/6pZ87/nrne5QUgHcNVG1XipVkgkuVDK8snpr3SMK9qhvCvK/NNvK0ca78TDWCzR5pzFFcFuH8FsI8Nyk62vBFghjLLeLZyTPYf/4UMpmstPGWrSbqCbrE2lifGsDr1u3GttSQBOVMLEFgnv/W6+bTT+3DN7/xbRSzFWFUc0xIm2mrhU0bNuDaq69Gk+283OT0NeAYY5tZvKsLIdfV6yzdksuYX5iTcR6PJrCUWUSp0sDcYh7f/MbXUayW4LSUvm+7tVUtHKCkBd9PUKIr3YWLtlwka+Dk5JRICgwP9WHLpTtw4PGDqE+X4dT8uPKarfjlj92OoYsvQ80hK5WGDxEBfWXaevQRf9pgsAhmU/faasFmSx7tER0XxbnjOPzgP8CXOYFUOCS6ezTts1u2sDJrlRoa1ToK+TIymSIWl7OYXqhjbGYGFTuC9VuuQFffqLBaaNBRpUlHuSxjrFiisUhd5BumfOMIdYex6ck8mrkGjiRqKPtsxMNKgoF7tSl89vb2Ynh0DRJJuk0rwEISPd2ey+dMAVtaASMRZRrVZMsyQUvAZqFC+oZtHDr+FI6OPQE37kMwEkKtznXEJ4ypCkLoDhTQjIbRCAM7rGX0+woYqzs4XY2imAuhUiC4yzWNRSDuezyWAHKlOuKo4zWXX47BrlEUq0rXvV2Q1XZzRnaD7ujsQlF/19IqPiVnVeN106ZWHDtvetsLY7T98m/cjr7+fnR394gOHSt4NJOpT43h6JOPoprLY/rcWWSXFtAdiyEWceEnWKwLnYylA4LOtURvjoWPxYoPPz52HuezJcUOZnGkqQzC2O7K167fuAHXv+w6hCNsLY4is7So2jOD1NEjezmkWH8y/5XMg2IRKfY076fSRSRri0zlEPyOIyZjrh1Q+o/VKp594BHcfc9DKJQrKsplkVTiZm4SynxVTBJ1p5vsPxYN0xoY6Eniiq1rsXvTGsQCflSqLdx94Ci279mD9Vu3oCrxjU8MyWiQR03hRpWdZiFE4kk0AzweAvo2yvmc6A7nM8sCYAtIXq8Ke4rrWy6bRb5QUDqpjEl1DKrAOhbcHBWjahIDxyILzd74U+6JBuragJFshOzkqMDJzaIydR5Hzs7g8EwRC/migFjFehOZCu+fLQw8hUt1QE8zRs13tcert3gsfgkcm5x/CiFkfkXmfr6QB+WmTIyrfCtU8XL146cBq95j6BTpFA4s/88uJw+w6l3zOq9XzFCSMsqFZWwbSmNzfwLRoC3GOKlYBD3pLsQH1iC8fivqkRSqWlrL5Ibt/U2vN9490nu9VAHcFMLV2UosroMzby6rl34Vp+p7aa71u9/+9p+2ZF/w73/8iQ8jn1lEyAZK2SU0alX09XTLNeKYq5DlbQVxZHIRz5yeBCJJBNwEcoUsen0VvGTdEBYzORyYWkAtmESxWsTS/CzsYhFD6RiSiQiiLo3sfCLXkCvXMV+sY6nOgjj3tpbk1vFUGlbIFTM47pFMWwm+8d/MG5WsAhBywgJiVVo1pLpT0p2RXVhGrVgRs1QZl5K72tLhIWCqdASqygjZ37y+orUZDoshXjTkYO70SRx44AGEyJfttBm1r5nCGhT+wLXH74akUFjXBQB+X9ANCUiKSgmlhQU0ayXZq1jc3bZuEL/6zjchYlGDu4jlfFFiCEa1fT1puU6UK+vpSmF07ShC8YSsreNnz2JuZgZLmSXRIo7HexCOhEUShdfEgKuVpoXFUg3f+MFDOHxuBj4nJEU1Xt+GkX4i+YY5tsgRBRAKtDA03I/Xv/4XkO5NYXx8AjPTc7hs906cnpvAw488giu37cR1175U9NzjkRiePXAYZ86exs5dl6p1tlmTOR2oQ7Rlc7PTKC/OYagrhe54pFP0kHhKrck8LsYtuWIJhVIdMwt5nJnL4si5GUwsZGDZNQwP92PP7ktFQoD3rH9oBIVCE5/7qy8gky0gHI6puI57iuQCigEumt5C9FBFe/qlcMEioMpxwK4H7udhx4+ALpZRNky6LFis4xrFXNC2Uar7cHpmATPZMqogocJ0XnYKGyoP0kZmFzCXNkx97/w3810dZ0eexDtBVxdh+Dd6LLz46FyBF4HVVaPh3wqsqoGpq4OrgFXzVWbz4sI32NeHX/+12+ESGNNsNWlFlnbFldo78tlkwmjH0vnFZfyPP/wjCfLFOEEIDqoVxQt2MXjzVh5UVViBVV5gVQBQDVoapqYJBkzQsyKR8lRCytUK3v2uW3Hl3t3Skky9MAEFpDLdlPb/O+74Gzyz/yAstjJLNbcDn6zmnXlvy4WAVXPsRsP25wVWJYABk3nFICFjVc7Nx6RSGWoopl9HX0haaTwmPrxW0lZJtqhgXqI8hppVx+Cei5HcsQGHH9uHpbFpqW7ufPleCWLPP3AQXWUHpUJJkuIqTYQGo7j+1tfioScfQyrVg2y2gLOPPfn/sfcu0HVV573vf6+99vuhtyxZlh+ywQLEQ4CFg5PGpNi9mNyYnDhtzEjsEvcW5zS0cc6g9CR0xDkBRiknpTckrWnrcnEopsXcEecWU3BanBIT4gTEwzU2tmWwbEmW9dza77X3Wnd831xra2tbsrcwGGx/20NDlrSevzXnXHP+5zf/H67+rUWYsXAB3t75K4y+coQ7qHTlyn+XXugqWYQTCaNeaBk7glk93+LOklM+zySsFndynTLglAmnbDmdQOdn59jOs3NsBRxhlZaeN9TX4Jvf+BMEAuTpZ+LBhx7mJaZOlAGVCycq2BFWneN/sMLq7/BkBmcrYi9VEhvJ94gM1dXydWUrk+Os5/yKooEViaGOsOqPQquohumjlzSJbDRgUJl+6XVGS6vZb5UiYnNKpC1kyuaQE9vDlUQSFpbHPVbHy//4IIGvi9PhepSvq05RqzT4ofsArFQK7hyZ2mdhUR2rbFK/d5ZukShoOC9gO/qbE3TRfREHCxrZE0zwX55sqW2x7DlxsmE8SoMIUMSqylJaKBOFTvmp/srKCmEqSXWK5f+U/di2BigeiKhoHrWEjQakLIBSp8QCGmv8aAzTrLgHMwKVaKxy4YqZUcy58kbs15twckBHgKyo8hRpnYbuSyKYJ8uPHHfAjSwlF6JBmBs6RcBTB5GXdVEkFJUhGpC4kSM/UVoK6/MirNchkrCg01JiyrZMM9gUNeymdpjamTzyHqPgt6h6yipFFtky6VkT8dwQ6i5N4vpZM1GXnc2+eLwkl3yhOUqPp/24HJFATnnJc1YehivH10L/KOA266FISgPuk0PY33MQh0+8hxmWH3qwAj1pF3pjtEw1Cj+NaOiaPC6ErDH0nTiM7iMGfn0gi4PxMeTMUYRNum4THjdFAVei4dIgvnrrXKwcWoyx0DB2nXwL3/u3N1GVrcU19VE01EWQ1VxIZnOIuL2YEQogGKSkO+T5SBGsHhVhS5FeJD5awJIHtky7z0bCqjMQpO8FPz1KRlGyJLTQJtrRY4WIeV6iRoNoZetT+kXCTOnvCpmqKdqgaB+njabIFdKtgpYGSkpl6C7sHTqOf//1r9E/OgJvTYQCXNBYVYVQJIh+K4nGSDU+NeNSXBluREj3I+fVkHWb8FA4IS/jpyVlNCgDntvxPF779RvUTKm2nyJvNA3hgB/XX3895ixYwKIqJVyiwR29w+rrZqCxeTa/N2hg5Vh8JBIJZDO0jD+CQ13voGlWC/qHEth/6CD8YT9HxTnvP45K42WVykKDEjMlEwlOOjEwOMgRyN5wCDXz5uLT17UjdWA/frjpMfRn4rj1t6/BNz77dfzny8cRbK7A739zLUbzQCpvwEtCSSGybeJk4FSFgtphfldBQ8owEAnqyI71Y/+uHyN94g3UR2kSUueBMtm2kHyfJm/VVJpXq8RiSYyMpjA4MoZ3TyQxkjYw/8rFqG64FPGxDHKZGCc7Ir9F01ArWeLJJNJWDgNjJ3HccwxXmg2Y/2YS++pNHMsn4NUjiIb9qq9hR8jQe41+jlZVqmRhNTU8qKbmjEQyKjMUBaXESBXhWVlZwRYB9Kw5QQZZvJBDoJ0M6tV9v0DP6DuIVlJEshs5w8X3ZOSyMDhiPAN3NAAtkMdVrmFUahn0mFEcSHqQGPMjm84jk6T7yiKnk1BFUaABJE0LtZ48ll9zGeY01iNnXcb41fJiardVH5PujfogWSPNPzsiMvvs+3y8PS0rV0KWzvt+cfX7S26z8cHvMjMSMyj6n47lcQGjb+7GsddfBcXh9w0N492+fvh1P2bV1MLnU/YjVKfZFsWeVOG6AA1JS8eed09g7/FBJXTbhYzfLZrF0eX/x2dX8HuKtNxoRZQtPcjGIRgMcCJRmnwjv2Kn3SlEZOUpW7aa+KbBclVVJUcuE5NsPoexZAJWhp5zGkY6ieEjR/Gb1/bhxMAAxpJZpGnultoc3QuT7Abs9om8GmnpLfezYWLhjEpctvAStMyoRk3AjXAwjHd7+jEYrUT7jZ9AOpdlv0eqV9kUeQqm+D1B3ymCPRCMIFRVA28gxO+1FAmr2TT6e4+jYcYMFvBIiCW/XxJXndVS3H4kkyyuOuWCRYqxMT52KBzmdy77Q05YFTM+AeXsp9pg9WZ3Z9PwjPQic6Ib7/YN4sgI2c+QdYkXg/E0esbSLLCxxRCtEiqKFC30O4omZkoFA2Wdo5JHqT6Yig5vaGzEif4TnJCX3xGqZ1QQQUvbn3KFVWcM5exfGrHq9LdLg3qc7XM0xZvNwkwl0DqzCpfUhlDp0xEJhzCjMoqaqpkILrgM4ZaFyLu8yNjRjM57rli85f5ZUddqwt/YxkL1J/hZ2AzJO9zZzhlfKH60PF0dzLHCo+2+/Lu/O+33N+1w34bfR1U4iL7jRzHY14OWuXO4vMVGhkHvJkv3oTeWxq/ePoKTSQ2B6jqkqR+dTmBB2Icrm6pxpH8IRyj1gEvD4OAgYkND8OSyCOoaKiMB1EaC7MdJ4nPMMBHLWUhSn9pDFjskcgY5wpKs97zBENtDZNMGt3H+YEC9fw0S8GgVSBDZvImqqgpOatR9qAv9x3tQGamAvyrKAUU0uUCTKNzesFcueWurdydNlFEELLUJY6NjGI3FUFNTgYDmwpu7X0Ls2FGEOLcCm/OrMumMwXlCQE0S6/6AimrMW+wDS+MmsgaiPr6fxrNZWnuhrP3y2Qwum12PDV+9HQFXBhr1b/NgUTgYCHBix/jYKMZGh9DSMg8N9fXsa5tNk+1PPw+d6L108OBBpE3wCgzy/qYyRatWKAo1YwIjmTz+v5/vwVtdPXD7AuwjznYrHKWp+mc04UJ9Wfq/322hoiqMz9z8W2hvvxrDsVGcPDmAYCSC47FBdL7xOpZevxjtV1/DZYEsSg4e7sLB/fvRcf21nMg3E4+zaFkb8nNkrpEYgzuXRW1FhC3BaGUABbcRQ35n2cIqRe2PJdKIZwycGErgUO8g3uk+gf4xEk11LFrUjvraShZBdY8XDU2zEI+b+MEj/4DBoRFencsLHOxAJK+u8rColUxUlGhSnazJgtzm0DVS2831ivyxOQeDSvBHEaz0d+rD0fvey3qED3mXByMJsqzIs0e6BjVuc8pEoWwUCavFlZAncIss1Yr1Ih7LTmJxVVzenDbKOaYIqxObOBFWS5r8qZJXOQXPsQLgThlHi6lXLhVEEk2cj5pFmhixWvp2IWG1rroaf3LXf0dFKAia5Sehjfw4nSWsjoeVsy8Pj+0ZMloi9/Bf/xDv9fRyZ8URRrnBsqP86HfvV1gtfhFPJqzS350XK81YLV9+Mz6/8haYRoaXWJFPW85OVEAZER/d9PfssUpZb9XyB5XISxGcKKg4v1fXMLUVgCMQc0Uv8V50OgITnkWRFQCdlSJWncFMzqAIQ8egnjoHyvvSMah3BOliLtRRVMKqixtP6uSSkNG0+ApErpiDfa90InbsJHyBAK7+zCKk4kl07/4vVKc8/H+OPDWzyNZ68akv3oLOfW+gsmoG4skUDv/yN2hf2oGGS+dj73O/xPArh/il6/hAORGrThmhFzTda3HEaqmwWhCkTxOx6rysnWfucCzmMFXnzxEllHCtfMa4nFBjbebQ1EgTCV+Hz0/JJML4m7/5e7z62uvw+YN2Ebc9b2xfJ3oRfWjCKqkPJGqyvyjH+vHyaxbl+A1oi5K8Df2fvhucwdeiVCA+W1i1k45wVArbC6iZZY52I4GeIkLZFsDiyFTKhsuRsXw8imRVHQq2AyiK4nZelAqMEhBZpGSfVUqWQsIqtUHKFN1Kp+HOp9V1UnRIRRPPANPPxJ7ukyNbC82ULeRSxKztNes2JwqrE6+h0LoVNWV2O1fonY8vfzNd5D86UVjlGXqO+Bhv0cYPNl1hlcRs22vW9pkrXKFj0VLwFFIe1XQ9jREP5tRX8bLQypAffq+BeTUBLL7qWsSqLsGhniwyYxkkTJ39mnzeDM8u02w1RS1lMrRkkma5XUiZARWhweejZ073QOXJRIYmrqrrkInWwe2qRiQ9Au9ID6qzlJxGh89LS82pfaHBPj1HVfaVOE3RkipmU6c6Td6L+RTmNKRxTXMl6r0NgA/IU+QoTbTxpBivp5LlbwAAIABJREFUo+Dnq2yQ2SKfHVXJb1a5sGrQvH46GHKjvehLdOHkYB+qE15UuqtxyNLRldEBPYiQzw3dTzYdYdSa/TC1Yzhw4DCefa0bv4q9i/l1PrS4Q0iYSYymfEgkPNCjLjTXuHB1OIpDVgL7jx5HZaAKgWgY9d4w5ociqKkOIYMcunoGMTRqIuyNosrvRtif4/bY6/ZyJAV70MKFz35/+sLql9d+ttA5dKLoWNQqimaa8K4usjBx2j9ONsLCy0TbFGfFhpqwGreaKBZSuU2mKANbfFX2PSqizp0zkaHIccrGnk/iX996BUeP9SHv1lHt8aFmRg2qAj6svPx6xGp86I4PY75WiSrTy0nTqINOyWVo8ESdcJo4oWuKVlSiv38Qu3a9hH3/dQCaqcOg9Y0cRepCfX0dbli8BHUN9ZxogzzieLn/WBK+YBAzmxo5QRLdB4s9NHi3lyy/8frruPXWz6OxaQEy1DZ7NPb5TCVTPGAlocWJUCJvNxa5yHqCJwKJkRsVkQhqa6rRc/Ad/P29f4l9Rw7gU6uX4hv3/CHC/itw6O1BBMNuzJrdSEHeMNhVTrkNO+9c55kViw6n9KtcOfg5gSCtY6cIowEcfGUbEof/E1V+ssSgFRSUhdwL9c4nnzg1sKIs6SNjaQwOx3FicARdAynMnt+OhnlXYIyixJIJ+DUve1JSW+AyNfZVHcsmMZodw/FYD6rqPLjmbR9G02l0VsThM1wIRKoR8qtkfsSWE+V4vSpq0evBrNnNaGpqUhFQtkhKIl4kQjYzLsRiMY6koXJFUavcD3CWMOYNHqyl0yn88s1/R8I8gVDYh0w6h3xOlRedlpGSHYCuIRp1oz44hgWuFPy6heP5KP5rVEMqpsNMW0glc8iQQObOIZ/RYOo+ZNwZzIwEceOChWiorIQ33KasJJzlwBTZyn1eNeFLf/N6lM8+iyx2tI6yL1Lex46o+YXf+/3SR1jWz3/72I8wOjSqkjn6dPjJLy+eQP+rP4Nxoodfr2M5C0cHhjAyFIfHtNBQHWY7BbIcYSGOvafZ8JT96w2XB2/1jWLP4eO8JJ76+HT9LBCbOVx66SW4+rprEKPl4fkM15fGmTMQIkGVkrWllCcufRzrBocB8aFnXlER5Wsg78KxsRgS8TjisRivkLDIhsZIQ6dVBieHMNB3Ev1DI4glUzzQT1ISHFoOSjkYlCER33dlMISaaBR+nwcLmioxo7aWl1BXkMih6RjJuuCaNx953Y1EKsmZyEeHhtDTfZxtKOob6uH3url8k3dwuLIOtQ0z2WKEfodcGn3HjyEaDSMUiqi+iO2jSwwoclclxJtol0WAeWltLIbRgeGCfRUJBep9rESGgkDEuRxUIiv6Tu2vh+rd8YPIDR/HWDKNd/tjyuPc50N/PIOuoSTG8jSNSmLx+Ko9p49a/L04yKBgEVSIzLLzWljgOrbgkgU4eOgQt29Uh2jMooILCm7cE8ppucJqsWjh7MPtmR2xWny9xSfgfoZJ744MC0J+3Y2WmjAW1IYR1YFwMITGugrUNF6Cytar4a6bwf0jsm6n8YnTZk5oO1UGsgkrO5xzUkTbeF6J8bEttcYcdWyPMZ22mVcJ0SoK+/3hvA9Wf+ELZdXn0o3uWbcK1ZURDPX3cn2ojJL3dx7JuLJuGcvn8ebBo9jf3Q94K2C6vUjnDfawb62LorW5Hgd6enE85yaTbgz3DyIdG4NOs7X5HPyU0d3v5wmfjNuLFMjaSEOO+gicRFpHIBQFNA8njgrSxICXAmKUDQoJ+yQyUmmg9ti02/QgXDj89j6MDA6yF2ZtwwyehCNbPGrrqc9uZ37j1aTqeShvW5/Hg+GhYQwODaO6phahcBDhoB89hw7gwCu/RA29M8x04ZkV2LN/PkXXWzyWcvtU1CpZgpGASsJqwOdlK4DMyDDMbEoFBOQMzK2rwJ/c8buoD+lw5Q34fAGEAxFexk4TJT3HjyGXNzB/fguvvIyNjPL1DQ+PcBLGcCCErsNdSCOPigoSlZW3q2GoOkx+r2OGiedefh1vHj7GEas8TnTROi2VEIm25+RO9rvP73ahoiKEWc0zcfPNn0Yw6OcJmoyZx5GBPvT09uBzv70cNZVVPImXpGRhJ06iv6cHrfPmIkLRxZT4MRxGMOJVqxPZok3l8qBJJeqDZXklqnpnOcmflbCaxXAijROxlJrMOTGAuJHD5ZdditmzG9kCiNpaWvZf39iEwaEUfvQ3jyEWi8Pvj/A7nJ4rCcgUtKpeNM5oyg5rcimPbw4k0N3w+8h7XK1CUpE99koHWnXG+UBUzg9KWGpZJAxTYjCyl+Hwi4L6USySKu/kiVGszsSSow2Mj6/td7J9eqdNdtojvo2iHEHF9VWE1YmtlwirJa35ZBGrLJo6JsO2FcApwion/XGWTjiC6umFVeqcUEN1x1dWo7mpCT6viiBRnj/KxNmJgHFeqpQogioEDxI9Pjzx5D/j3198SS0lssVe7rzbpumlwqpTiZzIy9NFrDqNdkGMs+/PEdicQQJ9z+YNXHPllfjq798OjaPfVK4fdq6iAaUviEcf/Xt0vvFf0L00u0xth5pdVs3OqZFqKqaUWgUnJN2OsrM7Qk4EaaHD8D6FVVqKxYJklpZmkU+cmqllYZWj6CZGyxVHBCthlTKPq2slmSer5TBnydUIXdaMfS+/irHeIQRCQVx10yLEx+JKWE16kE2meQafhLGxsIn2//PTeHPfXlTVzEDKyKHrlV/j2s98AnXz5uCtHS9jdE+XGlBRYiBOXKE8y5wOYsGWwLYJUPcwvuTK6VTSd5ogKO14FpZ02h244oaVu8A29wniaVEkgFNGxxviicIqdWbmzm7C1//71+D15RGNVuPZZ1/Avzz9DJdfFaFAA55xW4oPy2N1bscyfom7aJKCIzadCAm1RI48BblUOkkRuDzT+n0Dbs5u64ZJEavRKlh+JVpxEeYkVVT+aaafxFNqFzIATTZQh4oGDVlK5kHLQEhMzahl+BztSomxnA6sKuvjH5V2iIRVi54DL9Xz8vJP2o4iWEDZSfOUvCrPHStEG3j5FCW24khb9nijSqnenFxi2ceHaqliQPsXT0iUJ6yqJX8q9GFyYVUNHJSPmlqqp9pUJw7EOY8TsXpqnXNIOEzs6DXqZNgd0/Faai8ftgd/nNSJmNmHqAu7MbOmGtWBECqjJs+OV/rcWHTp5Zh1STu6RlPoGxnhqEp6/D5K7EQRqBaZ+1Nn0Q0jRz6HLsRzXhVlSk+HkqJQSChFZZk5JC03knUzkQk3AvkodKsPwcH3MHOEJhUoYpYm49QyMm5TOdJVrVLgpApsYaASHZDnoUEeUcijLpxCTa3B/or0PB1BlzqMlNCHf2a7FUqQZfGghJYWUVST160h6PLCa/l46TN1jqlY11U2AGNVeCOWQFea/LgqUB/yIeQHQi4PZmAYRnYQhwcP4mdv/gaWGcb1s5oR0fMYGE3hN4fHsK93BDmK2vNkkB8y0NBkYs0n5uD6xhaYpAP7s/ChErl+QE8HkNA1vNZ7FG8eOUEWfgj5wJ6jNGj2umg5lErscs+WndMemFHEqhNB50w8cftldzILA5KSJVLFZV+VZiq2p0asqraQW7oicZW8JulLReOxoMu5I1RbwgNN8oizNKRhIuW2sKfnEHbtfRW64ULaMnF1oB7XXX8tXj9+CG2+GphVAfxi4DAu9dfixoZLgYSBNEUnU7nRdPjYj5cis5WgQYO/gZEYXnrpZRzYewhuy6PEZE35pF5x6RW4uv0aBCsiHH1NZYy8HjlazrL4/dLY2IiKaCUvSaYl1rQc9sWdz+OSuQvxqU/+NkLRKKBT26giZkmcddp8NSGVV/0P7o+4eHCVIR/HkVEcP7gPu158EQf3DeAziz6Fz978O4C/HnXtzbjiuvnI5N1IG3GeHPBYQc6K7szZOH0XpzBMJa5SLaH3sJfqVD6Og795DsOH/xNhVwx+L02EqMkPiuY08jQRmUQuYyJNAmk8g5F4Fn0Do+gfjCEdmYOFl1+HHLxI08R3Pod81k5mSC09RTmlEhjOjKA33oesK402VKH6kIFXK+IYyafQ4K+FO+TldrYg5tC12R9KRtE8ZzZ73CrrEo1FORJWyY+U7pvEqeHhYf4/iT5kpUGT6TxEc1kcMXm0+wh+s+8/YQWSIM/OdFJ5ges0oA5RUjk3MlT/vSZmBmKYn4/D0jUcd1XgnZiO5DBgjGVBrwzqH5J0n4nRK8aHnJcipytxVdNlqApHEKmeW6hfLLBSAiEapLKdlZszHNODUyIr+d3leDJA+ceO3zvt+99+d+206zft8Gf/638i4PLCFwqwXUrYoyHZ3Y2B138J3UixNQMJ9EnDQiyRRCqeQIiSiwT8KsO9vSqJ2wKvGxFaAaJ5cXA4hV8ePIoUJXCjyHmKJssbCIYCmDNnNkeSh0JB5LIpjk5raGjggTH1x1LJBJf1IIvfQfbgIzGVhFQSHYLBEEemDfSf4C/KOk9saJKP/BiD/hAvMaZoutGu99B7YB+S6TTIZpjKKvULU5ks0iTokF+434dwwIeqUAiVkTBbiHi9JiqiFRy0QUl+si4P3j42gDcHYkjncrxsn7yTx2JjMHh1mQ+1dVW4bGELKiuC/C7zhSsw79JWZLMupBNjQD6LoYET/Eale9e96t7o40wSsNe/HX1XHJXtlPlcKsPnpfbCpFV2tnWaaSpvZopu42g4jpxPc1RmOpOBlUjAnxlB1BVHPp1BbIzEhSwn7+sbM3B4OI2TSXpJK5s01Wqrz2RthNMPLrwfHLsyTtikJrgpGvfShQux/8B+jIyOFLxwVcAAt2ynlNn3J6yOL9ZyrIxKr7l4/MljHhKdSezXvbhsdgMua6pFcqify3Vz8ww0LbwWNfMvR97nVdP0puo3Ou9Bpx1V7yc1MV0Qtu1EPvxcbRuSQs+L+qucWNbOcG5PRhbEak42Mh617girv/f5z7+v+r1h7W1s40FJhha0zEV8NIbeE30YieeRhoYTsRgO955AkiYN4OW+Wp5WCbk8qA34MKsugp6RYWSDlTBTg0gNxZEZSyhxXDM5+i/Iy7W9yHipDfHDon61bRPn8vk5QlJz+znild6F5E+eTqa4XHF+DNtDmuo6LcOn+vHe/gMYHRjEvEsWIFxbiyStDuKVZdS3s6N6bcsXu0Ni2/VZGBw8yccPV1aipm4Ge7+SRpAdG8ZbL/0c5sgQ/DxJppAWRDRCb+cA8XgD8JMPre5BlvrbnNjKB79XhyubQmLgJMws2YuQ4ArUBFy4478txw1XLECGfVWDCPgDHIlP7xxKVEUCL7VfA4PDcGkeDI2M4MCBA/wOqqmq4nNf3d7Gfc7Y2BhH7Dse0tSrHcuZePHVfXjj8DFebcfe0i56UysLA+rv8viAgks0DT43UFkRRTgYwPy5s3D1VVfwhCgFnx0fOcn9i6WLbrDHFHlkyRqEyrOZR8jn4edK4qybxvWWspqj62Ex0aUmKOhnmlh1bHkcGz2ymIgnDU5YeXyEkl+NIGlZCFZUYMaMGbwqzaODI8QpNKVp1mwMjqTxt5sew8DAKAKBEKhNo/tWK0nsMZ3zzNST45AHXn1KK9I0dyFXCo3pNLLVYscmFbzn2FLR5B6NKbMZ5QdLNmB0PxRY4bR3kwmrxQFWhfaYReXxFa2F1TS2T7Qzznfqtwir5TdjIqyWz0q2FAJCQAgIASEgBISAEBACQkAICAEhIASEgBAQAkJACCiB2yoNAxAwQkAICAEhIASEgBAQAkJACAgBISAEhIAQEAJCQAgIASFwWgIirEoBEQJCQAgIASEgBISAEBACQkAICAEhIASEgBAQAkJACEyTgAir0wQmmwsBISAEhIAQEAJCQAgIASEgBISAEBACQkAICAEhIAREWJUyIASEgBAQAkJACAgBISAEhIAQEAJCQAgIASEgBISAEJgmARFWpwlMNhcCQkAICAEhIASEgBAQAkJACAgBISAEhIAQEAJCQAiIsCplQAgIASEgBISAEBACQkAICAEhIASEgBAQAkJACAgBITBNAiKsThOYbC4EhIAQEAJCQAgIASEgBISAEBACQkAICAEhIASEgBAQYVXKgBAQAkJACAgBISAEhIAQEAJCQAgIASEgBISAEBACQmCaBERYnSYw2VwICAEhIASEgBAQAkJACAgBISAEhIAQEAJCQAgIASEgwqqUASEgBISAEBACQkAICAEhIASEgBAQAkJACAgBISAEhMA0CYiwOk1gsrkQEAJCQAgIASEgBISAEBACQkAICAEhIASEgBAQAkJAhFUpA0JACAgBISAEhIAQEAJCQAgIASEgBISAEBACQkAICIFpEhBhdZrAZHMhIASEgBAQAkJACAgBISAEhIAQEAJCQAgIASEgBISACKtSBoSAEBACQkAICAEhIASEgBAQAkJACAgBISAEhIAQEALTJCDC6jSByeZCQAgIASEgBISAEBACQkAICAEhIASEgBAQAkJACAgBEValDAgBISAEhIAQEAJCQAgIASEgBISAEBACQkAICAEhIASmSUCE1WkCk82FgBAQAkJACAgBISAEhIAQEAJCQAgIASEgBISAEBACIqxKGRACQkAICAEhIASEgBAQAkJACAgBISAEhIAQEAJCQAhMk4AIq9MEJpsLASEgBISAEBACQkAICAEhIASEgBAQAkJACAgBISAERFiVMiAEhIAQEAJCQAgIASEgBISAEBACQkAICAEhIASEgBCYJgERVqcJTDYXAkJACAgBISAEhIAQEAJCQAgIASEgBISAEBACQkAIiLAqZUAICAEhIASEgBAQAkJACAgBISAEhIAQEAJCQAgIASEwTQIirE4TmGw+TQLDe7Dpr19A49p7sbJlGvt2bsKdm/qw8rsbsaJhGvt9VJv27cDG72xHw/pHsb79o7oIOa8QuHAJdP3kPmzpX45v/mEHoufoNj+Kc56jW5PTCIGPAYFe7PjORmxvWo9H/5BenKU/fwwuUS5BCAgBISAEhIAQEAJCQAicgYAIq1JEpk2g8+/uxKZXi3fzIDinDctuWYVl7bXwFP/p0Dbc/f1dmP/Vh7F+0YS/nP68IqxO+7nIDkLgQyEQ24+dT23Djje7kTQA+KJovu6LWH97B2qnUaXP7tpi2P3X38KWwWW493sr0Xx2Bytz74/inGVemmwmBD4SArbw2XeGk1/nCKVnukgRVs9ESP4uBD56Akl0v7QNj/90D7pj1AlQff4VX7gdyxaeq2nOj56CXIEQ+HgTkHr68X4+cnUXAwERVi+Gp/wB36MSVluw9A9uwnw+toGBzp3Y8WovAovX47t3tCN4tucUYfVsCcr+QuDsCST34JE/3Yy9gVYs+9wSzPYDGD2MF57bhW60Y/331qP9rCv72V+mHEEICIFzQcBA795OdKecc43itWe2obNqKdZ9RvUG+FPTio6WcgQXEVbPxVOTcwiB908gic6/+zY2vWqg8caVWHF5BXUCcHjnDux6D2hffz/WSyfg/eOVPYXAB0JA6ukHglEOIgTOkoAIq2cJ8GLcXQmr7Vj/6HoUr3qPvbIJ33msEy1rH8ZdN56l2iLC6sVYtOSeP2YEup6+Gw/+rAKr/uJeLKsqurjhnbjvz7Yhtfxe3P+FcxM/+jFDI5cjBITAWS/dF2FVCpEQ+DgTMF55BF9/rAvtf3A/1i8q7tfbdTe+FPd8fzWm4/T1cb5fuTYhcD4SkHp6Pj41ueYLkYAIqxfiU/2Q72kqYRWIYecDd2NbZiU2fncFGuk6Sr1HWTAdwLK116L3X3dg76ABeKJou+VrWHdry3ik62TCqjGAPU9uwtZfqyXJnnAzOr64HqsXF9kP2PutuGMpep/fhs4e2jCI5hvX4Ztfmo2up36AzS/b+9e0YcVX12HFgqLOYrILOzZvxo59AzBMwDPZNuQE99ImPPp0J3ozgKeqDSturcWeJ3aVeKwaGHhlKzY9vQfdcfs6Fq0+dQl1sgs7n9iC7Z299jlbsOTz67B6Ue2H/CTl8ELg9AT2PnYnHnmlHev+dj06tOJtY+h85mm8Vrsc6z5tC6ul9XNmO1Z9dR2WNjt+AZ3YdOcm9N2yDkv7d2Abl3daUrgE676xGrMPbcUPHt+t6oqvFm2/s25Cm8DtznGnbXEEmTW4p+k1bH5+Lwbsurjyj9ZjWeGcdM1JdD27ubDNqce2j9W4CusCu7Hl5V7Ufm4jNt7aiInntO8/th87Hv/xxDZi7VqsKF4SaQ5gz1Ob8fTLXaCVk9RWtd1yO9bcXNTGSeETAuc9gTN4og7uwZZHt2LPe0kYvHy4A6vvXIOOGufGyxNWYwd24PHHx/sLLTetxdc+34ao3Sb1PrsRG3/agFV/EMTux3ejt2a8D3KmfSF19bwvhXIDHxaBGHY9dDe2Di7DPX+x6hTx1Hj5EXz98aNYds9DWNUCOPVwYtCF/d6336mA/fNNa9DR9xNsfzuGdic3QVl94fL61clDO7Hln7arMYDmQW3LEqz86uqitufDYibHFQLnmsD06ilfXRn9WKc+r7l7Nl77x6Lx+m1/jPU3N4/b/pkx7C0eW89cgjWfr8COH3Wiw8mTYo/Nl365A30/3Y79saLgrAnX4kF0wVKsvXMV2ooWvQz8eis2P7MbXcP2WPqqFbj9y8vQUjzXU8Y90a2Xdaxz/QjlfBcMARFWL5hHee5uZGphFej96bex8dkGrPnBXVjim0pY7QTCzVh6y21obwK6X9mKba8MoPlzG3HvrSzHAqXCqtmLHQ9sxPa+Riz5vTVYsRA48NwWbH25Fw2n7EfHb8Wy25ahrXb8+NFoELnGJVh1SxtqBvbiuZ/sxH5zCe76/hq00QDN3I8tdz+M3cEOrLljJa70dOPZH2/Gru4GrPzOvYUkWsmXH8GGx/eidvEqrLyuEcHR/dhJx4rTsqjx5FW9z96HjT/tQ+ONq7HmFrrgHdjyz7vR27ASG7+1Ao08KOzFjvs2YvtwK5Z9eRWW1ybwi2c3Y3tnDh1/9JdYd9U5M7E8dwVIznT+EHh7Czb89W5g4UrceccytFZNUR6d+knl+EsrsbRhFLue3oKdBxuw+oF7sJSjXdWAqhNBtC5fhWWX1wDHd2PrM3swEI4iaM7EkttuQVvtIPY+tw07DwBL7noYa9rsJmEyYbUfiF6yDLfd3IoKpx5iYgTN/ic24OHdQXTcvg4rr/age8fj2PxiNxpu24h7b6H2Ztw30tPQhiUdrZjdcgOWXBY9VVhNdmLTn29Cp9aKZbdTfR3AC888iZ1v54qWRBrY+9if4pE99jkXAl3/8SS2TDjn+VME5EqFwNQETiOsDu/Cg9/air5LlmHNF5ej2fgVtv3tNnSaHbjrgXVoo/7BKRGvpx4v2bkJ397UieDiVfjKze3wvrsdm5/cg+SSDXj4y618aWoA2At4GtF2Ywda57bghhtboZ9xX6mrUrqFwNQE9mLz1x7BnvbyPJOnI6x2Aoi2tOOG6+Zj/iXL0D6nvL5wWf3qvh2477vbMWi3PbXxX+DZf9xe0vbIcxcCFwqB6dVTlNWPLXqvRskKbBlaK0ax/2eqb7707oexeoHix33sl5RVyKr2RiT7f4Xt1K83G8cTUPOYvhPQomi5+gZcu2A+Wm9uR7NzLcEOrLp9Odp9R7H9sS3Yk1yCDQ+tQasGGG9uxp/+aA+Ci9dg3a0Lgfd24snHd6GbxtL32kFcZd5TWce6UIqF3MdHQkCE1Y8E+/l90tMKqzzAwXhjOmnE6mEsvfuhQqNMEWW7H9mALfvasf5H69FOgmOJsKqWOfRh2T3388y48+l6+tt48D9qsfrBDVhKs1u8X+nxu7Dtzx7EThJcHliNFify7tebcOc/HC7MtmPvVtz9xFEs/8Y9WNZgn8Fe8ozb7se9t1AEaTe2fes+7Gxcg4fvWjIeYXtoK+5+aBfmO8JqZg8e+cZm9H3mHtz/xeIL3oZvP7gTtbc/hA2fjgK03R9vxmBhNl8JvNu+uxmdl63D/V9SA0f5CIGPisDAr7fghxQFZkdeLrzxJtz6mQ60FImszjKkYiEU5l5s+R+PoPM6RwBRwurhm+7BQ18arxPKboA6akVtgrkHm762GYdvvgcP2fVn0ohVrMDG76y0JykAFUEzON7+YC+2/tnjOPqZb+Ke5fakjRNZb67E/feuQK0j7pQci3iXRqx2P/Nt3PezBqz5/l1YUpgpt9uvdx1B124j5hYPRmPY9cj38CxuxT13LYXEon9UpVnO+8ESmFpYHXjxYTz4fA3WPmBPXNKJ927Bhkd2o+2PHsW6q1gSxY7vbMT2JqeulP5s16XwKjz0rWVwAlhiP7sPdz/tweqH7uH3vhJ0gBXf2YiVM507LGdfqasfbHmQo11YBOzJ0DKT0U1HWD3Qvg73r+8Y70OX0xcus1+t+iPF/QAAb2/Dxsc7sXDt/Vh92YX1lORuLnYC06un5fVjp3ivZnbjkT/eMj5mje3Cg3dvRd+Nd+HhtXYUBK0Te+lhbHhitERYPXCKpQhfywuBiXZj9rjb86WHcM9NUahtmifYD8Z+/gi+9xxw6913YWkN1DZn7Jvb253hWBd7aZL7PzsCIqyeHb+Lcu+zF1b7ioQPGyGLnEW/LxFW+ZxdkyxH6tmOb393B5odQXNSb9YpBn/2DFpxlOmpD7RkGVP/Dtz359vhNPiF7acQkJ0lUuPH7cX2P9+IHc1FA0mKWO1rRPstK7B8URua64PjSywuyhImN/2xI2DE0PX6L/Dirt3o7CKbDA8aP70ef3p7Gw+MuH6+vQQbHl6D4qmAPZvuxOYBR8AsXRKo7vJ0g7HOogHd5FYAJZE0ZXozl3WsU4RVux2pXYMf3rVkYh2d0H45UXA6Wj61HCs/tQTzm4LwTLBS+Ng9YbkgIfA+CJzBCqD0iKXvyTMJq/b2AXuAVTic/d7/LHzSAAAgAElEQVRvsQXaSduQsvaVuvo+HrrsctEQmJ5gMx1hta84mED1BNTqrdP1he3AiTP2q+2I1b76dqz47HJ0XNGM2qCs/rpoiu1Fd6PTqafl9mPLtPbgOnkAS77xMNYUT1iU9sVPNzYPr8ZDdy8tTJxSW8Dj5Ja78OgdbYWIVb1lKZZ/7pNY0tKMIK94cT7l35MTsTr1sS66wiM3/AETEGH1AwZ6MRzu7K0AJhFWudHtxrJv3Y9Vc0ojVg3seeTrLNAUvFsd0PbgCU4n7SyF1diBnXjymRewtzvGfqfOp9E5/ikDQ3uLkt9POmPudB4pQgdF90LelE9vxo5Xu9HLXqzkObsOa29pLXjIXQzlSu7xPCFgxLD/Jz/Awz/rRgsLHjp2/dUGbD0wxfXTch32XP6IhNXYfux8ahte2NuNWKboGgvXNbU4NFGAnSy6zT5e6SSNGcP+/3gS257fi24yWdU8aFy8Bl+/vQO1Mr47Twq6XOaZCZxOWCUvxG3Y/NwedPeRx+r4Z3wy8wwRq4e2YsNDu5Cc4kKc40wq6JS5L6SunvkxyxYXKYHpLTE+O2EVwBn6wtPpVxv9e7Dt8R3Y816vyslAuRDuKPFCv0ifqtz2hUZgOvW0/H5sWfV5qmCGsoTVLmz9Hw9iV3yK51EUWFE6NveQj+vXVqOjnjrU5d8Tnen0x7rQyobcz7kmIMLquSZ+AZzv7JNXfUwjVtlPshOzl6/BqmXzUROIIuiZPGK1Yu0PcdeNRQrJ+45YLSkQmQF0vbQVjzy9F0HJuH4B1Jbz+Ra6seuxF3C4pShBVeF2bHuNGjXTfJgiVruXYcPdy1FYietsqwUQDVNd+QiEVds3ubNJ+TzOrwkgGvSULPEvV1gtf1Z8wlM3kujeux2P/90udLetww//qEMi0s/naiHXXkRg6roTe/FB3P0vMdvbuAEV4SA8/Tuw8Tvbi5I8nkFYtd+rNV9+CGuvPhW8zu/oKSJrytxX6qoUaCEwFYHpJcUpS4iZoh9wyhVM1hcuN2K15GDGYBd2PfUItr0ZxLJ778cqO9+mPHchcGEQmE49Lb8fW1Z9fnMz7vzR3rOLWK1fg4e+cuVkL3jur0/8GEh278X2xzdh1/E2rPvru9DhK/+eznysC6NEyF18dAREWP3o2J+3Z55KWI29sgnfeawTLWsfxl032gaE0/FY7SpKJHVWHqulwm15VgBdT27Agz9fOMHHBcndeHjDFowWli19wB6rk3YUp7m88rwtSXLhH28CMex84G5siy/DPfetGvcmpou2/VN3L1yHR9d3QHkeYqJPEm0XiyEWjtqR1x+BsGpHrS0sSirHns5/tQFbRp1I2nKF1TJ9nBxBp2TypdSv9eP97OXqhEA5BKaqO0kVxV6oY/axSr3Iz2QF4Pg0XzPRvw0wEBs2EK1S/YxJB4Dl7Ct1tZyHLNtcxAQc//T2P7gf6xdNSMFd6B/c+8AqkFY58Nx9+PZPxr2PGdspfejJ+wFOfoSJy/xL2pcyPVYntQ6barXZRfxs5dYvHALTqafl+pGWJaxOUScn91g9Nahq7+Mb8Mjr7eNJpO1HYgzHYFRFEXT6CKUWXCUaQXn3NIUAW6aF2IVTWuROPkwCIqx+mHQv0GMrYbUNax5aiysxip4DR9HVuRM7Xu1FYPF6fPeO9nFD+kmF1U4gbGcPnwMceHYztrwygOZClu5Tk1ehNOv4HKDrpe3Y+sJ+1HxuI+691U5McxZWAOrFtBe1i1dhZVsFMHoYLz6/C10xoGAFQP3Elx/Bhsft7a5rRNDJRh4Hiv1aVfbSQbQuX42Vn2oB3tuF7U/txP6qldj4rRUq4Y4dUbdba8fKr96KT9YY2G/fV0Opr9wFWp7ktj7GBHp24L7vbUc31dfPLUFbbRSxeDf2/+t27O4PYOkfP6QSQZTWz4UeDOx5EU/9ZDcSizfggS+3wvNRRKzanb69tR1Y9bkrUYFRHP6PF7CLKvW0rQCo8ndi059vQqedwfSGcAK/+tmPse2VJNrX34/17TTwtKMH3mvG0rW3YxmzeAE/fmZiJvOP8VOXSxMCZRKYelJCJZxIonX5KiyZ7YHR/xp2PtfJSfDKtgLgKrcJ397UieDiVfjKzTeg1tiPXT99GjsP1GLVffdgWc1UXnDl7Ct1tcwHLZtdtASS6Py7b2NTp47Wm2/DsstrgHg33tq5A7veo7rsvPdoRe42fPu+nUguXIZVN7eiYvQofvHCdnT2F/ehpxBWy+wLl9Wv5tVnu6G3r8S6Wz+p2oyfbMXOgw1Y/cA9WFp10T5MufELlsA06mlZ/dgyPVYB7H9iAx5+CfyuX3ZJBZL9v8L2Z/ZgwGwsSV41yWrV0muxx8BP/2w/ar9wP+65uRa8+uWpbjTftAa3f6YVnsFf4YUnt2FPcgk2PLQGrTSWLvOeyjrWBVtG5MbOBQERVs8F5QvsHEpYLbopzYNocxtuumUVlrXXTlzmOqmw2oelX+7AwHM7sHfQ8RT9Gtbd2jIuyE4mkJL/0pObsPXX3cozKdyMji+ux+rFRec8C2GVItm6nt2Mzc/vxUCGPJlasPT2m5B8bDOcyDznrjlT+o93o5e3a8OKP7gWRx/aAkyIjCOPua3Y9PQedLN3ahDNi1ZjfanPYmw/djz+FHYesL2gws1ou+V2rLm5iMcFVobkds4jAqUepZoHtS1LsHLtKtvfyJliPrV+TizHH0HEKvW3Du3A5n8cb2tablqLm+KbsfnlhVj3t+vRoZUfscp3yvX1x9ixj5J4AZ6aNqxYW+LdZrdVT79q+7r6atGyeCXWfakDtZLE6jwq/HKppydwmtUV5gD2/LjofT2zHas+Pxu/+tF2xG7diPs/R5OhZ7ACsE8eO7ADjz9u12Gn/fnqanTUqA0mj6xRfzvTvuzr+OQmSF2Vsi4EpiDg+BA/t1f1ZbnP34HbvrIKS5qLo1iBCX1j6svediXwxA6MJ6uaQlgtvFvP1Bcur1/N9f7JnTjA/s4eBOe0YcXvrsGyBROvV565ELhgCEyjnpbTjy0rYpXgmTHsfeoH2PyyPTYn/9NPJLH5makTUk9gfkqfugVLPr8OqxfVOoMLNZZ+Zk8hZwGPQYr6AGX3zWG3H2c61gVTKORGzjUBEVbPNfGL/XwScn+xlwC5fyEgBISAEBACQkAICAEhIASEgBA4nwlQoueSgAFlD1ZiC3I+36NcuxAok4AIq2WCks0+IAIirH5AIOUwQkAICAEhIASEgBAQAkJACAgBISAEzjWBAex6aCOeNZdg+ec+iRuagB7H+qrjLvzlHW2SrPVcPxI530dKQITVjxT/RXhyEVYvwocutywEhIAQEAJCQAgIASEgBISAEBACFwwB2y5sx5vKCgC+WrT9zlew9pZWO3HtBXOnciNC4IwERFg9IyLZQAgIASEgBISAEBACQkAICAEhIASEgBAQAkJACAgBITCRgAirUiKEgBAQAkJACAgBISAEhIAQEAJCQAgIASEgBISAEBAC0yQgwuo0gcnmQkAICAEhIASEgBAQAkJACAgBISAEhIAQEAJCQAgIARFWpQwIASEgBISAEBACQkAICAEhIASEgBAQAkJACAgBISAEpklAhNVpApPNhYAQEAJCQAgIASEgBISAEBACQkAICAEhIASEgBAQAiKsShkQAkJACAgBISAEhIAQEAJCQAgIASEgBISAEBACQkAITJOACKvTBCabCwEhIASEgBAQAkJACAgBISAEhIAQEAJCQAgIASEgBERYlTIgBISAEBACQkAICAEhIASEgBAQAkJACAgBISAEhIAQmCYBEVanCUw2FwJCQAgIASEgBISAEBACQkAICAEhIASEgBAQAkJACIiwKmVACAgBISAEhIAQEAJCQAgIASEgBISAEBACQkAICAEhME0CIqxOE5hsLgSEgBAQAkJACAgBISAEhIAQEAJCQAgIASEgBISAEBBhVcqAEBACQkAICAEhIASEgBAQAkJACAgBISAEhIAQEAJCYJoERFidJjDZXAgIASEgBISAEBACQkAICAEhIASEgBAQAkJACAgBISDCqpQBISAEhIAQEAJCQAgIASEgBISAEBACQkAICAEhIASEwDQJiLA6TWCyuRAQAkJACAgBISAEhIAQEAJCQAgIASEgBISAEBACQkCEVSkDQkAICAEhIASEgBAQAkJACAgBISAEhIAQEAJCQAgIgWkSEGF1msBkcyEgBISAEBACQkAICAEhIASEgBAQAkJACAgBISAEhIAIq1IGhIAQEAJCQAgIASEgBISAEBACQkAICAEhIASEgBAQAtMkIMLqNIHJ5kJACAgBISAEhIAQEAJCQAgIASEgBISAEBACQkAICAERVqUMCAEhIASEgBAQAkJACAgBISAEhIAQEAJCQAgIASEgBKZJQITVaQKTzYWAEBACQkAICAEhIASEgBAQAkJACAgBISAEhIAQEAIirE5RBrY+/zw0DTBzFrwIYN6suQh4NOSMNGB5YJouuLQ8dF3Du0eOo7amAcHg5Acz3Bo8uSxyeQ1NzZX4z2d/jsf/3x0YcZnwu4GhY0dgmiaq6poRqZ6B2GgMDXVRLFl8A6695irUVkahufLI5wykcxZ03QNYJgALLpcLlkn/p5+gfrbo94DbrfFx6XcTP/Z+tAPtZ1nQNLUt/5+2P2Ufte2px5peJfqw9lf37EImk8Hw8DCy2SyqqqoQikagu90wszm4LAv0UPPEjm6R/rnUF+3vcKDv5Xwm3kt5+5RzXLjU83Q+Luc5lT7Gsg4GeH0+ZhEIBmDxc7XgmeL5lnnI972ZQ2n6t0J7TmSsnrn7fV1L11gMHt0LXXdDszQuC7Bc8Oou+NyAF4BWOLKFTN7EaCaHbC6PrAkYAHL0ZVrQcjnkTRO5fA5W3gKyORx79z2cPDnA2+dNg8ubx6tD13WuW/Sdyo8JS9Vb+tK0Qjl0yqNTJ8GFQNVProd8fepZmhqgud1waW4EgyFEQxGMDo8gnUiN3wGxslRd5yNx+zHeXjj1n7dRjUKhbaD/uKE4Wxa1J+NtAT+VicV1vNxOUcYsbYqnz9c4+cHULhPrqTqRqrdut87t12gshngqyX/RXR7obh265obmsmCZBkzTgGX54Ha7oMHiZ+ymZ2FpGEkMwshlUFlZCb+u4dA7e9Hb8x7qaqqAXBbBSCWCwTkIRP0IRmrg9gTgC0Thc7mhu/JIZkZg5g0E3D54XPRQ8rA0E9CCMOGH5s7DRAY5lw6fFuB3i+7WkHflYLlycOVdME2Ln41mAdSsUxnRdC/crhy8bhcMeGFaVH/VfXOx5caM/6MKBnFyadymq2dmwU3XQ//XqK23+Vsa/55249+VsHfaN7c6aKG8OOXGaTudn4u/T7Y9/51ubJJjFX5pl0nn3HTti69vLf6z/F8ICAEhIASEgBAQAkJACAgBIfCxIiDC6hSPwxFWkQcCegRzmmbDgzwPnC2TBvEWDxJdLgtH3+vDzMZZ8HhIajn1k3O54KV9TTcaGiPY8vf/hJ/87GVEGmqQjg3jwBu/QThSCU+oGo2z5yMaiSCTjiOZiKMqEkbbFa1ov+oKzJ07B9FQEEbOQC6Xs2UVGoFbLKyQuMMDcRZJ8wUhqlg8pPE3CRAkPGqaG14vSUjqUxBtTiO6fVjCaLm1opzz0zbJZBIjIyMwXWCe4UCIBVYSofMuem5aQTxyxGc3CbC2SF3O9ZwPwipdI5ULes6RSASBcAhejw79XAmrBbGnHKJn2OYDPNad//MvUFNTjfqGev5eXVONquoq1ERCCPs8CHq98HnccFMxgYls3kLCAgwSUKkMkbiazyGXN7nMGPk88vkc8vk8dGjo7+1F73s9yKQzLOSTnEnile7RQeWM6qhlKmGMBFUuS5YSSZVYSedQQqqql2oihT4swir5TNVbzQWX200HQjQSRcAXYGE1nx1vj/gYdD77AMUStVP+6Ttf1yQTCxo1J+ps9sSNI7Y5V1P+86U6OdmH7ocnPyb7OIKyXW65mhI+Fgo1pNNpFlW5XfPo8Og6vB4vdJebn4mVzwMWPSODhXRN16D7dOSRRyKTRiabg09zw+PWkc/lkEkmEBsdQN7IwOvV0Nf7HmbU1SPoq4dpJWCSmJ7Lw8inYRpp5HIGXLqG0aFeJIaOoboyhAWtl2Mo5kJF7SWomTEf/mAlafc8MWbm81weVBtC391w69R+a3BrGnJ0vSQOU7tOQjzdbC4Nl+6FS/ez6kq83JrbbvO5IPH+/A6wJ4z46PY7gZ9e3uTj0zMw8+p8XDodQb1o8qxUWHV+Lm73Sn93ur9x0SPlnnVgVQjOtD1tI8Jq+XVLthQCQkAICAEhIASEgBAQAkLg3BMQYXUK5k+98Lwa5FsaKoJVmN3QDCubZpGFolUpcosG9NlMFn19g5g7Zy4sazxCrPiwOYsivnLQ3QFUV3nxwH3/G28c6oEn6EV9dRhvv/4ahkbHMGv+FZg5Z746btbgiNl8Jo3Y2Aj8Hg+aZ83Ekuuvxvz581BXW6uClPI5GIbBUUyaW+d9SUigv9HA3RFLODrOiWy1TKRSKR7gk+BWLKY4kZ9TFcVyhM3TFeMPe39HJKKIQOIQi48hFouxQEGiUzAYZGGLhQs7ypUFhxLhppyqeD4Iq859cPnQNATDIVRWVbJw+KF/WCEsEso4EvrszmprkXwQjrR7n8eb2XoLAuEwQiS6V0RRU1+HuoYZaGhsQFVVBepqalBTGUEo6ON6lMtnYCHD9YpEO7/PB7/Xq8R6CgbUSMAm4U4JYrHRYXQfPIqxkRiMXA4chUwCl1tTXySAadSOsFTJ+3DdtSMRqTxSWabnxmXTjhRV0csUo2iLrBRtzeGrbp5cochkj+ZFbHiYI3Cdss312o5YddipJzEulBZfS7G4ysIcgZ9U85xaWFXR0ZN8pnxm4/dVuhdF5/I92HdP10L1mNrjRDyO4ZERFlWp3nu8Hv6u6y7SUpUmzSK1+gr6/SzwJZMxDAz08USDz+cDdKD/5EkMDw/Bz+IsL1mArukYHRni9sPjroHbl7fbWjdc7iB03QR0D/yhSmQSJ3HgjX+Dlh9DXe08ALUwXT6EoxHU1NRiRv0s5KwAUpk0cnYEslujiFkqWCoiOJvNIGNkuNyRWJ/MZOBxe5GJDyEeiyFcMwvegJ+fiWHkMDQ4jNGxGD//UDAEv98Pn9fPZTTgD8Dr9bDITJHrfp8XHr43D3xejxLw83n46D3g1hl7qeip29GuU7Xd5YikhW3siNWpBNXSc9DPIqyeXZspewsBISAEhIAQEAJCQAgIASHw4RIQYXUKvv/8wvM86KQFo3UVDZhZ04BcRi0xVWIHRf7oiMUSiMeTmN08C7mc+nupSEfHMKw0wr4KwEzgT//8e0jkAoiNDWLOzDq48lm803UUlfXNqJ7RyAILRVA5x9HdpAvkkUolkR7oRXPzLFx37TXouP56zJrZyNeSyaaVwGqa9jJjtQ/9TAIEXzf/TUXLUcSripQajxxyhNfTiZ8ftjB6puI+1fmLl/E7y6dZEHJTJJibxdXR0VF4PB5URitYSCEOxMzZ13l25d7j+SCsOqI5XSuJyRQdWVldhdrKirO2dTjTs7J1u/HNigQ1ipJzPrwM3/6cuuB/4lmcoEtVD0347OXOZV1L0UaNl98Cjy8A3ReC2x9GMFyNcEU1AtVR+CN+RCIhhPw+eD0kzmWRpbo3OoBEbBTpRBwel4lQwMciXW1NmJePV1REOPI1Eo0gGAoiNjiK2PAoslQvWVi1HTbIssJU9Zu/CpGLgF60VD9P4qplckQh6VEFSwgWGMctPqg9ImFV93hQXV3DbVZybIyFVeccXFZteEpgHOfPgqq9DJyi2J2/FbdjhSX6tljLRgRniHqeMjJ1yv2mfvq0HN25Hk1TAiAJgqNjYxgbiyFvGCwYOh9q8ti2gP6RbQsL4hqL4oaRxqFD+9D97n4Y2REEfC5URsPIWx5kjTzCwTCi4UqEAhFURqsQ8EdwrL8XtfV1iETmIIc0LLeH65Pb9CBvpWHAjXjKRMhnof+9X2BkeAhtV34GgUA90ukUBoe60XP8CHSXjsbG2WhsaoHuDSOZTgGuHDTNRCydRSadRo5WG7gsJNIpWFaeLTw0Vxj9PfuRHhlApKEVg+kETrzbiwNH3kMikeJ2TE2skRibh+bxKSHf5YLbtp7wsHhKgjRpyC64cnlUh6P4xKJFWPqp30LA7xmvk0XPiNjTs+Z6WiKKTyaQ0kF4+6JjTCWsFm/jWBcU2gV7/08sumy61Vu2FwJCQAgIASEgBISAEBACQkAInDMCIqxOgfpfXniBhUnN5UZT3WxUBqOwyF8VbpgcBkWDYS8GTo5w5GdtTSVyOfr7uLDqDDA104W0K4OaSB0P5v/X//6/EaqZh6yRRHfXQUSDPoQqa5G13IhEKxDwemFQmCsNTinqlIUQcHSpx8wgFhvF6Mgwqqsq0HHdtehYdB2amxrg9+octUVfFF7mLDUtFkqcsS4NYnkZqOOrWuTveD4Kqyy0FVkhOI+VhSnLxMDwkLJPoOXcmQwi4QgikSgLrMUMJveknbyQnBfCKktw5MurF5aWV9HS9woSVs9ZO6OWtxed7hQnTcfTs7AdxSKqvTh607JYyFL/V8Ig/a4uGH1fN1E9//Pw+Hxwe/1wk8AaCCAYisAT9sMb8CAQ8iEY9MKna7CMDIx0Fql4BplEHInYMNJjw0jFR5BNp5CKD8JLHqcAPB43/AEvwpEw6mpqEQoG4Qt4+TtFLZLoSkKZLxyAz+8DiV3Oh+okRSGaFF1uWRwBS3YDeV4ib2tati3AhOX6HAmswev3o6KiApZhIZvJFDxJC0IV+3aaHEVMkb7F9WWy5f/OfqdEsbNg6widSrSc7DOVl+rpJkdUeOkkH162ru6Ton1JSByLxxFPpDhqlfykSUCkSF4uOVQ+cmrShH7v8+jssRpPjOLIwf9Cb99xzGtpQVVNLfyBELy+ABJDw4BBfrh5XtqfMzLI5UykknGkk72Ikl+zVgV/gNiRP6obukZhpuSd6kbOIi/XDHLxXmieABpnXw7NUwW3J4K8C8hbOQwODKC/511kM0Bd7Uw0Nc9G1mVgNDmKZMqCPxjgemqYeXhoyb/mQjqTQC4fQnK4C+bYSRw4YWJ/bw/ysSxML22j8eQZvYfYVgKAYavwVKY4spdsC2gSycwi4HWjsboW17RdgcXXXIvZDTOh834Fv4dJRVHnfeZ8p1OwH7f9KY1cnTSStSRitVR8nSxi9caOy99XHZedhIAQEAJCQAgIASEgBISAEBAC54KACKtTUP7n55/niCev7sPsxnnwuTxAjpYCe1hYpWXBbpcPPT1DqK2tht+vw8yToHmqsOrJa0h5sqgN12P3z3fih09sRW1TK/x+H+KjQ4gPD3IElC8URUVFFPksJcgiUVXjIDPyaCQPPudn3e2C7rKQomXuo8OorqxE28K5uObKy9Da2opQKMTLSQ1DXY8zWKUBNiV3ymTSHLnp8YzbADjbnO9WAKX8ydOyu/c43nnnHRbmWhcuRENdPQZPDnJkVzgcZu9RYqMsFMpXG8+1sPp+1r2zvmKvl+dnq2mor69HOBT40NsX5QxqC6N2vVACngWaNyDd1ImeVJGVQN6VVxHhtAy++Mui5FAqApuFcJDwaOLyJlpuPf3Pum8+i0QqhdF4HGOJJFJGTvmnkhDPihFFd7vgpQg/i/w0ydc4BTOXgWkkYGUTMDJxGJkk8kYWuWwW+XQaRibN7QMt4XZZBidI4nBTuKB7x5ephyNBRKNRhMNKaI1Eo+wFHKmq5AkUXyAAr98HnZdue9g+QEUBFkWa8vJ8i4VXOr43EEAoEIRB0e5GngW3CYKpaXEZN0mszRlIJlN8nY7nK4lwOiWpYk9O2/tTSdtsd0ATMSRqUlQrfXGbxNc0Of+phNWpRdypI1apbLBAaIHbMPJQJqHQaRfZn5VKG90fCZ1UTnImewl7vG4kxkZwtPsw+nqPIeRXHGY3z0F9XSN0+HjCjO6J4oMpwRW1nSTTmjkX+nqO4b13f4O6GTOxYMFi6H6yf/Ahb7qQt+Jw5VR5zOSyHGkadPugsy1EGok0XSeJngHobvLNzXACwuGTPXjvyEHA40P97AWYOe9SjjilMu3zB5G3NBi5PJLpLEZG+nG8L4PM6GFEkcKbx0zENAsByw9DI0saunY7QtT2bNV0nZ8VcaBn7Pf50dTUhMtmz8JV8+di3ty5iAYDcJOdTC6nVjdQEreiFQyTtYXFkah2yrdTrAOmEljVu2iix2rx+2kygZbKyqc+ceX0K7jsIQSEgBAQAkJACAgBISAEhIAQOEcERFidUlj9N/ZSDfsjmD+zGZZBiWlMFjgsk+SSHIs/fX2jmNXUBMuV4CiuU4RVGkxSuJIOVIWD+KcnnsJPf/EGGmbNhmUZvDSVhA5KgkMJaCgCiMSBPGUX54EoKRrj0X60uJV+ogExRWnRviyippIsAjU1NuK6a69CW1sr6mqr4NZcyCaShSzgjndjJpvlyM1wKATdozJNu+wltqWZv4sRnUl4narc0mC71CLhXJRxXdfw9jv7kcxmkEglOTnNjYs6OHs7WTiQRQBFspLASkIXiVhKsDn1eovFZ4fDmYXYKZLxnPbmi5bJlyP0OknBp0j8o5bxKgsLt8eDuvo6XuY+1cc5jHNq52pK76T4Z2WnarGtp8qTRALVuMhFghEtcVa+oSYLV+zvyBHFyr+T9udETxytaQurtphKy+IN2pbqBsUk2h6kN7d1vK9idHIUyBo5pNMG0pkc0ikDyVQG/fEEYmMaRmM5jIyNYGQkgeGTSYyNDGNoJIaxeAyJeAzp1DCSyROwkIDLysI0cnAZ9J0iHpU4Z5kkrqp7puhTOy0VA6Il3hyRzpVc+avyl0fj6GKKpCY7gVA4gnA4hGg0hAh5wobpO/78T+IAACAASURBVP0uzBMoFPUKvw8+fwChUBAe3cvlmTLOU5uiMsTb9iW2nyaxI2/OeDxeKOvs28peqmpbksSd+E96NmyK4nazR6/X5yUjAOhuj50kafJHQM+5+DNeV0pLkmNHohKFkchJ2ZVIhOMv5KG7PMznZP9Jvm5iTFYsbo+XxUw3edPmwd7UBk+AmUAuD8o+Fk8MIplI4LXXO5HKxnBJUxMCvgq48mkEvBZCoWq4AxXw5OKIEytKXHXsdXhcgC8cxGgugpM9R9Dc0IBI9Wz4gmG4w1XQkILuDsHt0eFyazwJp8ELy6X8Snm1gcuAS/NBc4VU+jEzjqGegzi4by/M3ChymoVw/VxUz7oE8ITgoghYeDAWT+P4iZPoPnYcgwMnYWWymBM4jrk1QXT2eHHCXQXLIMHdgFvXWUSnc5L9Avv85rMIeLxoqKnGwpZ5uLp1IZpnNqEiGISHkxtSGVXJzRxdnCwWikXvyZbzF//OSYzlPOPSZf1UjDjIuKgNIztiPqcdWcvvS+ca7ARujmWGs9+nl1z9vuq47CQEhIAQEAJCQAgIASEgBISAEDgXBERYnYLyU8/vQD6noyZSjXkzyF81hTw4bAsui7z8aGllBkODKY4EylsjsKxxf8Liw2pQ2cWDuoUfProFvzk0iPrGGuSyaRYznWz0Bc/FQibwUy/OsTh0ItfUkn6KYCXBN6dEn2QMNVVRLF68CDd0XI/5s2aygDJCS11JhODoTAOJ2Bgvh9e9XhaFNd1NOV44wklFrE0cFL9fYbRYkCw95oddyMlX8dCRwxiOx5DN5+DTPbhy4eXQyWzQRfdrckbx4eFhFiTIK7Ouro7tFIiZE83HmcVtxdFhzqLAGZNevR9hdZzKmYXb8SiwSSMBHfHO8dj1elE7ox4hHz1zW+SYIuJQyWJOaiUq8erDCdxsYZMjJkmMc4RQ+j1tQQKoSZMRBnKUYC2Xg8G/U0IjLbPmJc8cYajEVCWo2hnK7eNz5KodzZojYdA2FHCSOv3eJ5d9YEWInzEnj9JZBMvklL8phY3T0u+4QWK8hYGTBo4dHcC7h49g6xP/hL7RQyziWbT0nJef55A3ye+YWgxHXLRpWnlbyCoWHW2v1UIyNbWc3WHKzM08J9NzlnbTBEAgEICfolSrKthioK62jqORa2rqeJIgUlXBvqs0cULLxKl+U3QjfSgjfNbIcplXky30dF1I8WWNC/GmlWMhWKf2gfyKaUk93ROJ9Ox7ak/+TPoUxu9xQjkuyjg2WdQ3+7zyaU2eQPL6PLByGt5443UMDg7C53Gz5YLP54fL42fedEiXi6I0dRj5NEyKODUyiCV7EQxWw+fx49CRt6DpGqqDKdQ2tGGQPHBHToIcXLzBCtRVzUCkoQFaMoFXd22DMTaMlkub0XjNLThw4C3UcqKzBowOnkS4sgYeKwUjb8CTt2Bl88jAQNqIw5UZhZmNIWtkkMlayOZcMKwk4PLBMqPoHTiG2GAM8xbMhkbief0czJh7OUx3CEODo+ju7sO7R3vQe/Ikx+F6daDBm8A8dzcaqsJ464QHva5aZCw/eU/wPdHH8dimcnHV3Dlov6oNV11+OSrDQViZNCc6JG9cy05G5Twy5xlwBGrJRM5k4mrxoy5dyu/8rTghYnEEq5vfU+P13ZlQcNpSbm85aFpNbFEd+O1PX/eB1XE5kBAQAkJACAgBISAEhIAQEAJC4IMmIMLqFESf+rcdME0PZlTVo6m6GtlkAi63VyWSgcpGnUqlkIzn0DhzBoxcDBanBz/14wZlqAayiTH81Q/+AX1pHdHqCA/+6WjF4pwTrceD0SKBtSBOFkQwiuZS51KDUPIZVF6CtDQ5PhZDNp2G3+vB4uvb0XH9tWie1QgPiacU0UZLld0q0QlHxdLAPJcvCImn81wsHZAXR3dOdv8frbDq5iQw+w++g9jYGObMno05TbM4YpXEOYoOpME9CakUvTo2NsZRq9XV1QgGgxz9R1804C9d4locvTsVr3ICTk9Xqc9WWHWEEbV8HuzDWVVbzRnBlX/pxLOzKGoLH040KZUtEhbJSZK+kwhH0dtOcjQSrNWSYxJOVUQqCXc5k8RU+2+5vIpY5ShKikx1FUTW4uzx6noLJcwu4ErqI79jjqq0ozspSnD5Fdd+sG0iRYq7XJxwyuPlFD+cXEjlq1dL0WlygoIxhwdj+Nr/9cd48fUj0HhGguqVob5MkoApYtWpp0o8VaG5Tqr6iRF99Hf2AS5U7KI6zi2Fimx1WPNzsu0ACALx4eX8uoftBPwV5O9KNgOViFbQVwVCoQh7hZIXK0W8BkMB+HxeLt8U+ZjXVH3gmFU7ypYnWUg8pMRIfF/2deTyLNQSm+l+JmszOFJeUxM7NPFBkz3UdlJk+f/z43/Gu+8e4eX+9Fx0zYLXq0NzexEMB3kiyO2myFANXq+F6sogzAwlHQOq68LQ/RSlS1GuPgSNk3CHW4AARajnYKUTSIwOIZYYQDZ1ErmRk9DyCSxsnomBgV4EZ9+Iy65bxtYthw68hcHufaieMQOa7uPrNQxVJ7xalhRr5E0dltsLl1tHzowhlRlF3vAgNpLFif5jMOPDFIOLeQuuRN3secj7KjGcdOGdQ8fRe6IPI7G4mnDj++NYc8wMjGGuP4N581rxdvcwDp7MIuXxgOuOmYdPc6Gxrg5tra24qu0KXDFzFl8TrWZguwfOgKjavOLHNbF9UVHTxR+eRMqrJ1wqonJ0ur1xcduo2kUluE9s+zn0mf9WqMO2Ky7bTdhtj5EzkElnkEqnkMlm8LU7fm+6xUu2FwJCQAgIASEgBISAEBACQkAInDMCIqxOgfqpf3uOZCg01TWhJhhANpmE20uJjnjVJX9GR+P/P3vvASVZepZpvteFz4z0mZXlvVP7biELomVGixG7iMUcgZBtCSExCBYkQMycZWf27O45mtmdQYAGDSCEDIjBSLSEXEst205tqn1Xl+sunzYy/LV73u///4gb0Zmt6upWizlz45w8lRlx7febqPv87/d+QOxggoWrolYqqXLwoHbsolC2cObkk/j//vAvEVenkMu7Ajj5ZD6seiSckvT/dcBqH0goSNN7oJVrkuo0Co5aFiJCwSCE36yhXCpi985tuO7qK7F/3x6MVMriRUg1IbcT1attKwWbsSC4hG5owN3TgdhhiHIpsPASTn1JmxAuMK261qzLwzr9VL1e5fO+dQMBK1+i7F1dFdDK/QigCFolukalqc9sIMTT3/slXeaGG11SrCRletDb1xxwoH3YxsU8CuUSYlpZGFWo6WfCPZRqlHDUpOMblakf+T3o2vM6jRMEMeGpKSqlr6NX3f6pt8ZrCpngrT1tXUeptmmz4UiKsPL4ZLqw8vQkVOVyhnlPKevYx6/ecnkeqxsFnCr0c2dDRHaM+c1FeOK9mSCMIX6dBKqWrbS7C2dW8PY3vRvffOw8wLR/QkeJRagL3EWwNUwVbKR/twQgqjR9vlTbKYUqX4xlb1uBV4kcR6kylUrU7MdYOUzMZ3w0/BcvVNsWH1vH8cT+gQCS81cuV4RXyEuxJgJV9vFioSCWAoV8Hq4TSkEtflYsFkQVy7GRK5cEztEGgL7FhJuEz6Lgt5QKdvi14bgYXm3QfUXuSdLElRcw/ayP3PcI/umzn8fZhZqCg+B85SOJWJwrocOKgG7pS7YjFhfTE3mJf60ZY7TgYHpyHGv1Gjr1OuYmRzA34+D4mQBd0EagKynzjmshiGxYcQc7pnNAZwEjJRuFUgml0VnMb74Oo5VRNJZPY+H8KRy/2MLZ9gjgjMLxYrg5Fs9S6mAvb2GibCNo17G22hQv7pGyhyCsYWnpIhxEcFg0D1W0AgfnVmpYWPHRpGWM5cAp0EpAHF5FjVu0QuybCnDN9h3Yc/CFuP+RR3HHkUcRjuTh5Sexd8cO7NmxHbs2z2OiMgLPYsGrlvpuEJcNzg927/e0KW56fhFInlLgm89s+n3LAoNu4R5NHfzKG5irxAtY2dakLQFSpa6UT7LY3qjCWh2/q4sv0h88EMU7x8LvvfdXnt0kmu2dRSCLQBaBLAJZBLIIZBHIIpBFIItAFoHvYwQysLpBcD/5+c/Dc0rYumkLKraLoNuG4+aVj6oVCOxZvNiQVNyRkQLCiL6cTz2YgK3ARnHUxt133Iu/+PjNKG/epPztQnpS9uFeWt2j9IXrwwoFy1JFbARMKCWgKIy4mwjvVFET+u2xWI3vt6Xo1aa5WRw+dBA3XHcNxsfGkHMddNtNAb2maE1aRfh0/e9SwN8PEqzy3JKS7ShIJ5XlBT4rP0H+qKI4g78TrNZqNbEJoHLV+K9KaDfwMl0vTs+HYlVKxqcg+/B1sEewP1HhmbiOqEgbfkOl4GuIJ/ev/Q4pgjQFpAS+ymcKnPYNEZWXqrwhEExhMcJO1QcV/FSqNVv8JpkGbPqLVEmPIgGpnuvJv2yHnMN0bg1Q+R6PJYCVdhcs4KaOY84zmb+8IlxptXE6XgsXlvGR/3IvXvQjV+GlLx9FjsGwObps2PD0qCStCnDh9Are+ZbfxLePPikFgOiNrAwTxAVW+ZSKfywBmRnRSnlqIJWo97TiXABTSGBoXv0xTg0pq9vLrqk0af7NvmzAqipkZEvFehsFUa86Xh5eroRCaQSFMn9GUR4dw9hYVawv6NdKkJqjijkO0Om0RblNRT4Vjx2qB7s18YUNoy4qo2W88EXXwyt4oPetyDbXeemr7X3SGwupQZEeS4LhYtZzyoG1t77ytW/i1m/cjnY7QOxyUUuBa15jEgWi/HW0p21EFXACFO0Qc2M2quUY2zdXMTU2gvMX66iHquiWE8UoFXycvmChFdGP1kcYOehQwQ6I5+6ubVVMuy3MzI5hdvdVcKMWpqa2oOiWUF88gycWFnDf8UXcfTJAkHPg0nsbVMOGqJQ9lHL0keiiWWvDsRNUq6703XqthfpaDY7nY25+AmefbKDWihA6gFeYQlyqwOICj8ujUQEL5D0bO4pd7K12sW12O7ZuPyxz2OPHH4czXsSuK38CFRY6sy24BPZxLBC+7eqhSiAvY9GWaUKN8tQXVY+Xql/UMFZjVzyQI94XF+q0Yl+x0n62RG/BoN8vpcFTVjLpNqbunQpan2piX/1IVkDEvhXr9lD2FMaf9X//7V//Pv4XKDt0FoEsAlkEsghkEcgikEUgi0AWgSwCWQSeXQQysLpB/D71uc8jXxjBtrltyLOwVBggthwklovEaknhlPNn11Adq6BQVN6kadhpAIiAj8BDbjTA5z57C774lbtR3b4ZfqfFEuhSbMRAPaOAlBTfjSptax/Gp56rX0ld1Hy6IriyCFCqWO5DtVmz2YDf7WKiVMR1V1+Bl7zoxdixdYuo7lqNNQFvLKR1KdDUhO/ptl0PrG4Etp5dd37q3n3lH1OFFUA1qdQEUnyZazHXqWBsLEpVViBfXFwUCEi4SshqFKxSJEanRf8grQCeDqxqzC79iWDVR4yl1VUstVee4hmr1KGElqbauyp8ZPoT9zf+sul/6dtIOEgAoyAM/TgJIulHrPYXcKqBKP/2mWaeJMh7OVFKqn25DY+m4A6PYyCPKBnliKliOxtqxC+/Fz18ZBG/8/7P4PW/9Cq87ie2oFqwwYpOsc0boT8q1ctMvw5w/ollvONNv4U7jj8hsIiwT41Ljl9CaAW5lGqPE4QCpWZNhB8Zz1T2Hx6DyveeX61WsAp8FUCmFOq99jCLMlLoSRW9MnOItI9dAAsScUHIy5dRrFRRqoyiVKmKNcDY2DgmJsa1LUBR+napOKqO79gol8qojJThea7cb722gkZzBX/7d3+NPQd3Yu/h3Wi2Oz0rkfWivt68sOHCRJygkCsgiG38+cc/jbuPPAinVEFIKE0lp0B1S6xOEnraMt6hUot2ul3YSYiK08E1uyewayqH0e4qXnDFDtx65CS+dm8M365i0+YAe0bP49RSBatxGU6piEIuD8cjzwzhwkE3bqMatXFoxyyS0QMojhaxbesOlPNVHD/6AE6tnMbiuaM4e/YiVmoVBCjBch14aKHoFbHaUMcbrQZSVGt5IcDS0gICf0X68FihgH37p3D/PafQjvNwx8uIc1NwcgUkri3HkgWEJELRsXDtljy2TZQwPjGHwwevgt+JcfyJBzA3M4nq7NWy8GGLat1SVhLypaPmNmVboTxNhX9rwLpeu5j3eAzOe/zh7/Th5lxp+pb0j17f68+BaRsB1d/VJXCe5HFEldppye98L93Ppbgdx4v2DOe1ilLdtvFv3/trlz+gsz2zCGQRyCKQRSCLQBaBLAJZBLIIZBHIIvB9jkAGVjcI8Cdu/jxGyuPYOrMFThjAlurlfDD1EFttgScXzrYwNT0GzyM4IQRKq0z7XpF25MHNd/GpT34Gd93/BEbmpxB02rBiR8CqSQFWD7Y6pXrd6zIpwurYaTWk/C2QUFdZTzkfsgRPL20dgOs6kuZtd9potxoo5fO48vBBvOTFLxTAShBLnzuTqj18KX1lbV+9aYpdbQRXBpRpWnH3TMDt5Y8DBRxod6D8KQkY+MCuClcNQ1X+bfz/+LmJGyuRU8FKeEXAyhRpvriNabcBJZi+YJOif7n3emn7Kd/Ep3iTSqka1Veke1KZHIc4v7SIVsQ+rMAe74k/plAXAacCc0oxKkWLBHgouNL7EQDniB+mUZBKyr6AF5XCLypVrV4V+KppC5WOVMCy6JpRYgoP2rChlWo2rZZTm66vlry0/sLjGZkeU/Ft3HPvadz34Bpe8dpDmJ8G8hGBdIhQ3D7pgWpBMtKR4PSxs3j329+P246dRhwEoqaUavSiNySE1erUXrq/bidBs5QUqr7G8ajSokN0unVtJaD9U7VGVoHVvgWCAay8Eoup2uJbSSDOwyrQGhKmEba6TP2voDwyjsroGCrlUVRHxjA+XhWoSsUqf+i5mndzMjdwHOTyeQGr+UIBjl1ATsBtgI99/CPYf9UeTG+eQlcUowbfp6OupY3D/qtDvpySpm6kkhFw+tQ5/P0/3IyjZy4gVx5FzLlK0XnlVyvp/zaigLEGHNtD1w8EZDtJiMl8jL2zDqL2RUyMllAutrBQ83CuVhaLgfFSF3snVnH3CQsXoil07SLcyIaTdBBbediRjSAXYTwf4kUvmIQ9thO5Sgk37NyNcmEKCwvncG7tPJYf+QJOH7kD51tFWFaEeuihFpQwumkX3EoBQeKg2bSwVmtLtgBfIQtI+W2MxnUc2j+OY0cXsRqWEFaKsEc3Ie/m9b2qRbqCY2NmvIrrt5dwYOcOFKgyLo8glxvBau00KoSwpa0QL2T2SC4IiY2GjRwFvXyfsaMLgM1eSWWtBab2yyuV2t/P7lc+ulSSmoUj2knIPGTsRrS6XTx/NexXVh790RtQCRwEYhcRBPSp5vcJv5voP6x8mI14lu3PluX+oriW7AI1T7Mf/957MiuAS5vPsq2yCGQRyCKQRSCLQBaBLAJZBLIIZBH4QUQgA6sbRP1jN38RW8ZnMFedFqVN4iSwmYYKVRxmZfUs1lZszG+ZVio1K0AiarbBl0A9O0a+G+JP/uyvcaJWh1f0YIX0SjTwwaRRMoVYPeIOqLpSqb+miEhaPSTPyHyolgdeFqNSFZXNSwHC4RR283kskMLvdlDIu9i9cyeuPLgPB3bvxOTkpHi28kG7V0iLD7v6wJYU61Kwi9XUzXUM4JWhaxn+7Pvd6Z9J2r65luECLuZ9gq9WqwVCVoJI+rUWCqxKru5dgVvlk2l+N/8aELbe9Xwvte+lxCh9jIHjaSAl/NGzETlA0+8IdFHKsz5YFa9TA1M1QFV+vcpGIddL7zdp/sp7kd6j//29lHVGkhBG8vcArYaL+x+uYc+hcVTLCRzhoKyiblTNKl3ckbR+B+ePnsDb3/JvcM+p06rieuwjYZq6NgLgQouKjDqGaRdlj9CH0fT35IvjkFXlRbkaBpJ6z/HMthLBrB7novxl++j2UB6WfVgm9azEwtUR5aJDf1WvIFYAY2MTGBkZR3WUalX+XkG5WEKpVJa+TBhOWEooKyjX8eDlCyjm8ih7eeTcEJ/5p0/gR/6nlyJfLaMbcqunwm0D4tKLDeYSub1Z0OB4YZ8jJT1+8gy+/NXbUFteBvI5SFE0sYyIxXJA/J9NITWCOhZUY/+Gi8DvKLgfRpgtdpDzfFxsEqZyn5wUqRpzm7h2zzh2b9uEY2caeOSJBXTtAmCVpP2J95LYlljTqqVUyeHA4d2YqhaxZ9MWlPJVNBsraMUOTt33GTzy3dsQemWU3QhNbxZ130KSm8e5FtDsukrlDAJ3ip0tJGzTTgOT1gVctd3FxZUYD5x34U1MAUUWRsyjVMhhojqCnVs2Yf/O7dgyO4PO0pOYqORg2zmUKyMolfK4cP60FFHMVbelFndSc7x8Jw1/Gam52rjM9BfI1IKdeOVKZ+oro+V9sbMwi3qplH+qYbUVgFGf8rtS1Kl+RwC9Klj3VPsUsziTVl/z/P3CVgoQ8/W+d73tv7/pJbviLAJZBLIIZBHIIpBFIItAFoEsAlkE/oeJQAZWN2jqv7r5y9gxswmT5THxGWSOMlWrfEguFHI4f+EM/E4ec3PjCqNYhCB9xU4abjo5C62FFfzRRz6FVcuFl3cQBVTsmOIe6kHW+KTykoYBnEBTSfnUqEZ7UpqUf6UCogpQKTONvYA6FiGaulEDNAhtwGIlhK4CJwguAsRBKOBoaryKgwf245qrrsSW+U1wbZUeH8esem488PppyaLmXef1XEDDZzMaLwesbnTN5qGfgIfqVQJWwiiq/liFne+bVNY0YDXXMGz5kL6vjc/5vaHl8L7pv1nJXfSEVqwKFFXKsD16OKq+JMWPNDg1Kb6qF6c8F79H1fdnoxl9Nm377Pbl+GOnpVqUWr4QixcCPHz0Iq574XaU8/SrVP6wBE1G6SxIVYauhXOPncDb3vT7OHL6rKSlJwaschwao2NdOEhpLdU4V+n/Oa0CplJP24FEMbphU3lO0npEIK2CifTCVbYCypNVLBd6cFW1gPLBVcWCRBBIBavNyvKeqFYLhRJGRsc0WKUVwIT03ZFypVekqtlJUG800KS/apggEmhrI+faKNOH1Y1x5KFv4eff9NNICg5CTiNJ3zs3bcJLxfPwS7idwyJ5BmxTdUrdY4Jmq4MgUffmS0E9W2xJxCYhVKnjhM7qX/pxhqC3qh+EaLabCDk/+Q6ilTOw7RZ8dwqttg/HLuPC+ePwV45j77yHg7uuhuWN4+t3fBfLrQBueQrNbgdB3JV5OYo5ZiJUR1y89MVXoWB1MZEvodmOEVBR7JRw+smH8N0jR1HwKhhxQ6zZU6i3umj5NsJCEUg4inwFViOqbXnMWOB7NVnFdVtjnDrfwWMLRbjTM8gXHVyz7yAO7NstWQPVkbJsG/s+ls+fxHilhHyRCzlFWEmEldUFpSYvTSv1p9L99py5zQJdL/49/wnjkdpffOvNkSn7VUnl12p3RemNwlVWGVSbxKrwlEnzT6f4K59hs5uyNpCCZFKATi3oiAi2V6BO2YmYQlfmu4rn+b1fe+ezG+rZ3lkEsghkEcgikEUgi0AWgSwCWQSyCGQR+D5GIAOrGwT3E5+7BXvnt2EkVxCvOQGrhCNxjFI5j1Mnn4DnVjE5WUZCtSrVm0NFXAxIGxkp4vEHH8aHP/rfYI3NwLYixCQS9GzV1cCVwqtfhKgPQNVDrHyilUO8ZCoJTeo23xfYwBRerVg1YNdcA1W15gFa1K18KCZAkBRvpaxTKiLJb2f1IjTqa5TR4dorD+PGV/wI9uzZDTemVx4LvoQCnAmAeLx8odxTzZlrNw/HzwYaPtu+/9yCVVayp2oZ4rPKmK+srGBtbU3A1PT0tChZxedwSKn7dIpVYRYbqD6fDkyb2DwdWI2ZLiz9xcL4KNO+2U5MC14/iV6p0zaIuj2ohN7o/M+2zZ6v/dWCg3R4sfk4caKOWq2BF1w1D8+OYBGOiREqh4SqVM9Ua4fjzLZw5qFjeOubfx8PnT2PJPLFh5RKR0LamGRVFIupYlNG8Svp/zl42reypzKPYwRhR8aUH3TlWLzGiICVY1KrB9neSlmsvHCZPs2XsbZQcJX+uPzchuN6cMVntYhyeQSVchWlUkU8VUdGqijRAiCfF6uHpdUOGs0W2n4XZJ8CwzgvxIkUxIqiOlYbZ/Du33gbujavz4LF2Az1X/4dJf0q8+k27el4tcJb7ofH1nGV+UMDZDI9ZggY5bdRRprxlKd/dERhrgMnX4CX2HjsnltgWW3sv/7HBZbSM/jBI3fijq99Adtmytg6NYMkzuH0hbNwKiO49qWvRdey0Q4TdAMbUchWjtCtX0Swdhb1CyfhNNbQ9GPMTJZRKo1gsR2g5W1DwwoQri2j42xSEDh2sBq0kHQChH4LUeLTulrUyJHfRs61sH16BPunQ4TJKP7xm4/iBT90Pa65/nrsHqO/bYJOq4Uo6MJ1aTtho7FyGmF7DZZD5W0OlbKCq/XGGryx3QNWMuvOd2mLmqEVsOHtB1Wsyj/VzGUm9oSpqtAaPYG5CKDgd3oec0SEbDySTT9VAN4sPg1mXSSIoxBRqL7LqHw16tf/+AcfeL6mhOw8WQSyCGQRyCKQRSCLQBaBLAJZBLIIZBF4xhHIwOoGIfubz9+KfVu3Iw8bfugjIVxIlLrKywHHHz+L8fFpVCo5JFYHSZzvgRRzSAM1pydGccuXvoK/+adbUZjajCRqI2FBLMftFfDYCKzyWAJOddEqgSu6gM2AMtGAV0lrVq8+VJW/hh7AJalZUnCl2jYrbGtQo1KVqVeKpdp5c20Vec/Fzh3b8ZIbrsOuXTsxMTYqkJH+gfxxXKaqauWc9o401/BMe+WlwMRLPeZzCVYZJwIgvvjwT4jKayV4X11dFV9Cwip6sPIzs136GoyaeKPrfzpIein7/VQdOwAAIABJREFUDO8vxXAsC57nYGp8AoU8K78nA8XRetzF+CiucyIRYBLKrAeAv7eo9lKb63neTqvGWUwrTPDAA6uYnMxhy9ayKFBZjkgos01QTodVItg+WH3ywaOiWH347AUkiapUL/8mkbbl0BauPcguEj2l2HOo/lT9h2pivtgOQdQF/SkJlUSxmhBiKV9Koxyk6k/S3vUPwalRERrFKkdvImpbQktP4Krn5mQBhMrVnFeAl8vBy+Xlh8tGrMre9rngoj07xbdThcC1CIIdtLs1FEdivPu9b8dqpwmHlgYDVgR9qxC6oa770vOMeHayL2qIymtnNXkZI0rQqlSMUYxOzIUcXz7joobETeSNMZLIhWt5CHwf8Ndwxy1/jjCq48offjsCK8FoqYqou4Kls6fEymC8Oiemo+cunkHXSjC77QrY5VF4YDE1D3FC398E3foS7vn2LahWcohCG/l8AWsrZ1GwbUzt2Isdh1+BRuNJ1C+cwfSu69WiShCha/nw4ImyP4wDuLYLSn+PP/4Qzj15FDNugMbiCbzoxa9GMwCW6jVMbT+EiC6+VCZzWlZJ9mi3Wjj9wLeQNBYwTssAXQCutrKA6tgEJg+/qjfXp2Pdm3N6yunel4L2KU4ZrPYU6fTW5Y8a5qKAZip/quCfgaoKsmpdrG5/9mulciX412pULsboYnjSx03RK31Mpc5WxaxE/cqiVvJ7LICb5/izD/7753leyE6XRSCLQBaBLAJZBLIIZBHIIpBFIItAFoFLj0AGVjeI1T9++Tbs2bIF8H2E9Drkw2ECgSFR3MbJY0uY37wJuTyVaR0kkVKuph8ezaFnxsr46F9+At+45yiK45tgxR3Ekorv9Ss2D1kBmKJIohZKXaPxWRwGhrKNAFdlCWAem9XvSgn7lCJZ2gZACWGVIo8vghUCDlE6SlEcIPQJe3yJwbYt81Ls6vD+fZidmhDoSuihlLBM01UA8nIB6eXut15TPpdgVXly9sG2aSPeK99vNpvyw/dpEcBiQAawDiu6nm6Ipu//UmLxtNs79Mm0xb5ifGwMOf6tSFb/EkSkqvqM6UfGOzd9nb3z6O3NZ5dyjZc+JT0/W5IR2wSayvwU9XaIO+5YxP59Y5ibLSDwmX5vI08LTouqbBabAmJCI1phODZO3f8o3vrLH8CjFy6Kspv+qkioWFXFeQQUMrJW31NUwJMUBMuJAlQWSbSylccPwq7yWI1Y7EcrYAVuUT1Iv0sVH5VUrUBVuo/JIoyahdTAFSU6fVZZeMoVuOp5eYGttiyGuEqJmygv0/58w+P0+7rDsmO2jU6ngS27pnDTr74Fa60mbMtVHpwGmom9hLHyXN8kwqIFiYZ3qu8YSxSlmidcVH6bFuKI/tAW1tpNOQfVq2a88f3QimElBNRUmgbII8Jdt3wCfrCM/S/+BdiFMYxVptBaOYtuewGW00UhLiOXK6PWWEbiOpiY3Y2AdgY24x8IuKUxqBWHqC0tYmxyAvBKcC0XzfYa0O3Aq5QQBzZOHfkaLj7xOK790Z9GqVJGFNiIPUrCCc/VnEtoTWB7+tQjOHP6BCbLBeSSNrZvP4wz58+h1lzB5n03wHY9ZSci/YX7KV/ZC6eOolrIoTI6IYs4rWYdCxfPYd++vUjKMxKX/iKatpyQAA+PJeWVqiww1p0t9T6c5wg11VxOJS4BJ/u0UhObQlaq6JRRoaa9qamQNy9RT+vFKAGoQzBVgKr4scYKTHe7aDbbWFuro9Vs47tf+LvnZ1LIzpJFIItAFoEsAlkEsghkEcgikEUgi0AWgcuIQAZWNwja5279LnbPz8NvNoW9RJKpb6PgeWi2lnHmiSZ27NgC26XytI04qCCxFVjtQQadXj9ZyuE//KcP4eEzNRSqc3CTroASwtqB9Hy+p/3sDLSTh1Wt8jEqreF0WGMVQIDGVFIDUM0Dt1K5akuB3kM1SYryMSRAUc/hSt1IWMFiVPLArNM5uQHhDJmrVLcOOhgvl3D1oQO44bprsWP7FgEeBKxGWXa5wO1y91sXFWwIETYeLRudX1LoCUq0YrgXX30oAi5+bgArVYcsEETIytiYVO3vNU6fK7AqyjEqbC0LxUoR42NVqeKtOmivpw7yl42Yy8A+3+sO/uV/HooKsw9Wl2pdfP3rZ3HDDZtRKcdotxMsL9exadMIqtW8eGQyZGmweuK+RwSsHl24KIWJaAUAhBJh8Z/UMJQYVBwrTb/hv/RYFWW4UqzKv3EiCkeBT2IrQF9RQq1QzRd6bpBC71q5qGweFIQU30tZQOHY7c8btApwCFcFsNKb1QUIiiUVn9CL2zoq/T69jJMuuGUT9AF+2MWhq/bgTW//JdSbLfFwTc9h5h4H7UBkpEinEBtP+o3SI1au0bzJy+nDOKrnWZyKLy70qHmobyKqxpKqLM85MkRXFLdjxUkcu/dOWFYDmw5eh9VOF6VCGXFzUVLxOY+P5MuAVcDF5fMIkxibtx6AH6rCgbwGKo/VnEsAnkc3CuAhom0oAqp/kSBI2oiWzuHYQ3fjwXtuw6t/9iZUxsZRyFXRDGO4nFcT1RcIWckZ66vnEEVtgdsFfxlzc3txvlbDytoSJma2IUo85aNtAsXCXo6DIGzD9ZSfrSieQTVnV3xvw1ipgtNgVYaqhvqDI1G1oRQbHJoXGU8/UEXtVAq++i4Ty5l8rncY075qjuKVKniefl8tsPHeVV+MoqSnSk2rU40/a6fTQb3VwkptDav8Wa2h1eig6ys/786pB//lTyjZFWYRyCKQRSCLQBaBLAJZBLIIZBHIIvA/bAQysLpB0995xyOoVCoCCSkTMxW48zkHTzyxiCgC5rdOyYOfKihF700+cmsvRl0dvlgqId9Zw/v+rw+hGdpSSb7LAi2ugzjwBWia9HLzsMuHz3TKuHjS2RqYplKxzfbyMJ5+X+Vt92wGyGbTD9JaR9dTv8nW+noVEDFP9io4aZCYToFvt9vKfxbAy66/Ci+87npcceig+Ai21mpSeCW2FZRmOq9J4e0XeSLY0So5nRpqYvFMR6SBkemYqGM8HSm89LNcCuzlvfD6CVh5jwQGCwsL8vfY2BjK5YqckO0r6kMN2tJgKl0AK311BpyZ9hj+bPhv2V6oGwsl2RgbGcHoSFmpAblxWrF66WF45lsOhz8NdIZsBcRHNHVdT4n5ek15mTYEAvgEVFE5HuPkuRif+cwZvPZVm1HIt/Gnf/QwktHNeOOb5rBvOofQTuBwWyobExuRHeHEXY/hzTf9Hk5cWEDMNpV2pXeyaFZ1Kr+yXZAxp6+V0DNJ8j1/YwGr4otKlasCWuKBTKUg4ZyMDaVYNS/TdwgnmWpuwNoAMGM+tn4Nqgq5oDP4mSq21S9ElR7zMoosB3krQsdv4uCLrserfvp16LbXUBCPWqO8VX6+sj0v1eNnVDTqOUQrHWF5PXX8IKjTwFU0kRo2a2joEASnUsnp6yrXCwuBFyHq+rj/O19G2Svh/IVjyMHBxMRWnLx4HDe+9sdQ8EZRW3gSTuTDyZfhOhSlRmh1Q2zdfQj1bgKXFgValWnOZeIqCmSZqwAnYcr/RSB0sLh0BsdOLuLwlYfg2QmqxSl0xA5XpbdD1OyEvwmajSV02i0US2UgaWFs5iBOHH0IncYZbN/5AkSRAu2qvfvzYnrQDbczi6gN9wnZP1Fe0MNjSOHQQa9k0/ZRQH9fdd2cu3gN9I52C1WiXDhU4LJdxA6FENiCy+8yjguCZKqNrTyixEKQtCS+ojhmEbQgROwHaESBFEar1dawvFLDwuIyFhcW0Wipom3K/NmG5XpyHiqXw6N3PPN5J9sji0AWgSwCWQSyCGQRyCKQRSCLQBaBLALPUwQysLpBoO+955gUdPGZ/q7rSvEh1XNtHD9+Dvl8CXPz4wI/VGokAQhVSoOFXKrVUVw88Rj+j//8UeTKY8gXCuiSHxEgiSKNSlClXDUqr7SyUakOVWVy9cA8WBBnIMVcfyZVolPFqtTTav9lwKrk/+rXoMpVAYT0A7v53QBfVeiK1b0jUTg1VhYxUi5j357deOF11+DQ/n1S2Vo8WKWyt4JFAlL0wcSkYKjoiUBiPqCvozR9OriZBo/mWtUxnj+wmo6xAUaqwNUqOp02iiUWDyohl8uJOphxUxXilZp1PbVfug2GY7Ve+xiYkgarrmurwlXlotpFqOL3Z4bZ6Bp7bdJvHGVdMdQve/e0zuU9h1xVVNo2SSdVpg5wYQX41F8/htmJcYxVY3z075t49U9uxetvLKBa7CKOchR1SrtRgRjbEY7d9SjectMHcPLCkipqRjAkytIIMQvUiWJRpU+nwaqgLYtg1dS7Y4q/2o5KVb6UWpUqSv5rvC/74zgNVqlENTYVah5RwaOCPT1uDVyV1Gydnm3GlBxZ1JKqRZSSVteapwIRQNEBukEXY9u3Yf7AXthxAE+K36lUfCkgRSWqwwrvLK5lihVpYKr/Zjq/8nFWfqqycKSrxasq8Tw/3yeUVQX1mCaf3r7nL0ubkthC0cvhyRN3YXG5hZmJEoq2g5V2AT5qOHjgAOpLdSyceRx5qpTzI7DpKW0x9R/Y+4JrYOUqkoou895QR1N/qkJnMhVHDpaWHkHYsRDVFxFZJYyMj+LCxdPYu+9KeKWqVnwq2wdR1SJEu7mCdqeJgldA7K+hWN2MtbVVdNpLmNm0V4psiW+p/g5RMJ0x6GcbpBeOJL1+CLb3h435HjI2C7p4oVHEGq9TWcjQdyi+qbEAUS6YcW6n2j4SuwiH3R6e50pb5bwcnJyHkGBd+h+hKhA5CToI4YUOWi1aozSkuN/S0hJqy8tYuriMRr2Beq2OdpsqY96j6gtqztIeu72ZwUL0+F3fn8kqO2oWgSwCWQSyCGQRyCKQRSCLQBaBLAJZBJ6DCGRgdYMgPvzQaXnAlar3AkEVACU4eeyxJzEzPYfx6ZKqAC9SNPWIaxJeDTAaHx/HbV/9Kv74U5/F9OZtUhSFZXEU1DSFQpQ3KV8GKhrQasCDFGnRgEbAh6IfAkMMzJWr4IOxBqvm1gh60opOVRZFqUj72/Rpgko5fmqlb3N96WvsK9sS+N0O/E4Hrg3Mz83i6itfgMP792Pr3Iw8oAdBFyGVS1Isi0VaNihuoy8qDVINbHi6Pr8ejP1BgFVzrSo2Cm51ui00m4QJDaUgHZtGsVCWdhFlm277jRSr6ft+igptnYrsabDq0UdyfBzFAlN6xSBVO3SuE83nELgOY+1+Mrg+r+5yugSOvrSUKjOFXZXqs4/kzZXndHyf6VyoUrQZBypWE6w2bXz2sydw58NrWFgLUEgm8JP/ahyv+eEqimUbXQQogfHjXAABq0fvfARvvekDOHFhBQl9V5lCbmCqJOVLYr5aENF2G9yd92HbBIVqCEuROD3mTF9QHpf6GOsoVtXwN2ByMB3cxML0E7OdWXwgVDXyWaOi5T7G11P219BbAVYCrwS0k+6EAcLKKLoe/VlJ0kJFh9NF9TRAdbR9QlqVasaEIHWBqLpKvOyjrWE10OW8K6fnZ7QwIGSlApvwVu9LFWXeq8IJAkxuSoDiDPZvncO2iRGcXghx7uLjOHv2LPyuJ8pkKfQVtGHHEV6wfx+CMMbiWhNJrtybu3lN6ty6iJ9YovA6HDF1yLl5rK0eR2vNx87pEeRHprFYW0arVcPc/C4kbkF5VCfqemmv4CAQhW8cdFFxLbRrFzE1tx1hHGFtrQZvZA6JwwJj2mfVsXvF8dRilLqmdNsquwf1Tn8eNipVtUDVf/WVw5JVId7d+ntAt52ML81Z+b2nshM8WDkPXrEMJ1cQ8Jt3HBzauxsToxUsrjZwfGFFLBJor7G8toKl+grOHD2LhYsXcPHcOaytLksRLsJa3q/0MxmAGuPLwgHjyzcVZO+vq1mIHrv9mQ7vbPssAlkEsghkEcgikEUgi0AWgSwCWQSyCDxvEcjA6gahfvzx8710SAGJEdO8bak8fezxs9i+YyeKFYLXCDZBqUIo6mFWg0PHtVGtVvGpj30K//j1u7B5+w4gYnp8XkPNfrpnWunHh17jo6rAKh+CB1ND0+rG9L59iKNgnQK06d9N1Zh++r/ZrvfQborurKMaNQ/raXgoMJDFcRylQAxDXyAr4fF4pYSDe/fghdddi717dqOQz8HvdBGG3QF1VhoCrad6XB+aprBBr/L6cIM+d4rVja4hDTrTAFtZAyjfVcdVhcVarQZqayughWG5NIIqC0p5HoIwVLYSVC8T+KV8XIfv6FLAquwjcMgSldnExLgUsFJtTc/K9QsLyefPcPrpgVGzn1ZfR1Rg6irjSlGpimTxpYr6mMUBdVbpbr20cVOMzcAkXeV+6Noq7tPD+Y1uRU4lXpOhcMGF5Qjf+PpJbN47g9sfaeOeu2IRoF5zZRWvf3UFc3NAXg7WB6uP3v4Q3nrTv8GTS2uIaYDJAlaiWFUFrBKm+EshK8ZBYyx10+pIQhK5iCG54z3VqWkjZQ2grACM+jo9JPuKzsG2TPfTNFQ184rxUzZtLVdmFPMEzfql+qC6Ts5tLmIEtGYenUAnV9SFjPoRHh4fBKDpuWX4c+kJ+oZ6fa7HDnUJLqNoX09iTXWn5cOJKihaFvZdWcXIzF4c2DqDvfMzePR0F2fPPoRvf+vb6DRY+YpGDZyjbMyMjeKmt7wJd95xB770pVuAyljPAsWsUwwIu6UtHZDLunAxNQls37wL+/Zuw659V+Eb3/o6mrUlnDh2Ho1OAC+f02rVSFSuecdCzolhJzEKdoQcQoQxxEfUK5TRiD3Br4V8XhZaaB9SKBQFplL5Kz65VATT81RU7vTLtcVeRT4jeBborLb18ixWptTA8p62KHFcVx9HbSf7MOWe/ty2K+flj6iIaTNBzwT+cBHMziGOEpTyHg7s3gkriPDQ8VP49qnHcPbcChaeXMbZWgtN10Wr5MAKI+TDEDlaWnS46NZC2GkiZgZDQE9iGnZHYhOQaKsL+V4xCz+60Fb4yG3PcEbKNs8ikEUgi0AWgSwCWQSyCGQRyCKQRSCLwPMXgQysbhBrglUWITJgIolCeeBcq9Vx/lwNu/fsguV2pGCKi7wCIFqBxm0JikrFvECtD37wT3D/k4uY2TwniiUWRFE8hWq5vqfeoMKIVboj/YCrCtwMp8hvpOhUFcmVKlSxC/V7H9Ao6GbSz7lN2gpA1GcatqTDY2CfuQ7jBcu4sPI506H5wwd1prszBn67hW6zIQ/LB/btwY0/+gocPnhQAGurttzzE0xDF+OzOnx/TzcshmGj2dYU/Hm2Q8qo/TY6zkbnF02kAFOFsSSt2bbQaLTQaChfQcL30dFRVTiMgC4lI0wD9DTwGm6Xdf/WCjcDVovFfM8UYiOs+nTmCYOGEimgpn81/UuqiceqCI6vi+AMpDBru4c09DNHS4+BtNJRPl9HmVv1+oV1nkkbG2gm6jkLaDRinD3bhF0YwSNHmxjdXUKj5ePxR4Gzp0K8580jmK+qvZhNHtkJHrntfrz1pt/HudWuqFVjAqIeWKWSU4FJppjLQskAsjZ2HQqsqmR71UfMv4NWAGlFuS4sp5WhBH7DL6U01XBSq0LVXDB4HPMe4a98llK3pxc7BPAhhp9YCEfH0SmOSsEupXzsvwbG7HrqZ12kq3efA54jQ20sqn5eExWOqhhX38NVAzg75loVCrCwe3cBUzM7UbK7GHGB5VYOXiHGPUcewdJqjNihPlktVE2XSnj7m38RD913BJ+5+XNICIo95VXbu6eerQvVopyuY9hOjNiPsXVLAbu270F+tADbHsHCwgW4SYDHHjiBWoOLZ7q1uahFcS4iuFQ6C3B3UfJsdFiULKJHiqPS7aO26gG0TNF2KGbxQbXbYEDV+NF2CWK/oNW/tCzwtKrXQFUCWccVEMv5QLygczmZpz0vJ99t+WJRPufvAnC5WGZbsLkoBFfGM2NA5X29voYLa2tYWK6judwGRsZhX3MVxl/5w5i++gXYbnmwmy0kKzWEFxfQuHAOjeUlhI0aOs0mGqs1dJt1xB0fSegj4sISf7jgEtOSIoEVqXHjP/itZzK0s22zCGQRyCKQRSCLQBaBLAJZBLIIZBHIIvC8RiADqxuE++jRcwJWlepHpc3zYXPx4hIajQi7d++EH9cko99FARGLhYhqMpZ0UaoTi4UC2s0G/s0f/L9oumWMTU0gCTsinWKCKCsnmwfo3gO9ebDXoKNX2EqKhygvTvNKg480NBkGq8ZjtVegKpUCao41CFaNgm4wOGloohRNg4VWeu8p7V2virl4sQahKJZYz2bXzp245uorcc2+3VLMi/fONFFVsXzQX/VSLAB4lYSXpjp6+qp/EGA1reYlOE1XbVefUSVmIYpD1Ot1UUbzxUIxIyOj4rXYUxAOwURu9xTFagrHDShdNVilsm10dAQlFq/SleWfkpbf61SCNNYdFYNgcHCTNLQX1XQci3+i8QTuKVJ7u2lIaVKZBeX30dFw317vvvneREH7xj7DaVOpJZXlheo/Ns6fa+M7334CC3XgJ39uL0bsBMcvBHjwjIdDe4Fr5hyJjBVbCqx+53685R2/j7PLVGdTscoFFR4zktR5ZQNhSfozf4x/phodVLdSmqevQRR7TIfuA1a2lfFYHRif+l7NeGNBrXR8DJymgtx4r5rPVVxVtXY5vq4Qr8AqAa9pFwWFTYtQMe9aELAaT0yjU6yo9G0J4xByH/JNVvNimov38b1SDpveKKsO6l5UA+nmoTJVq3zVRKcFvgrA0XvECX0c3lHFpuk5oLuEqFmHm6siLjg48tg5nF+xBJzK8aM29s7P4q2/8HNori7j0eMncP/jx/Hok+cRE1Ib9XvvBlVNNeX4Eog379ysi/mZLZidGUG766AbdmFFPh5+8ASW15qA7ck8HyPUvq0sfqbGtWQ2xCyAxu8MR4o7JQ7hq7KNMK+NlfvpbTbo+NJRVdW0QfQ9hGdTYFzaIT3/8jOCTtpcCKePkFDGzb7NcVcZQVKeAOZ3w33xD2HqR38I+w/vwpaSB2c1AeptWEsrwOICmgsX0FxewvLSCur1Gpqrq/AbTQTtJrqNBoJuB0kYyfloq2EnCTzbgmc7WL79C89wdGebZxHIIpBFIItAFoEsAlkEsghkEcgikEXg+YtABlY3iPWjj56W4hpMZ5Xn0ziQtMjTTy7BdQuY3zKNrl8XTzibD9BamWTxXwFaFip5DycfexC/+8GPYXbbDhSKRcSRr6pE8zGaIIMPshpMpGESFX9SgZopmnyeJ7AVmwGlLOPvyks1nVas0o0V5FJqHwF5GrDJ+xpMKM9H7duaVrNq8CLpmD2wYh7kVeqyeLqKT6Q6t+EP6jyqGr2cK1X0i+movM8wUOok2iRsmRrH/n37cOWhQ9i6eR45x0Xgd+H7HVXQi/gp8OUcjL28J5W71fGV8yCtB0IEURf5XB5MdSWj6gPZZ5rYfnmDb2PFrFEN9z0PFWRSyjiyNyrBCFgJl6kYq5RHRUmWBunS3rHuA/oSewBXUbPehfeuxSj8HAvFSgmFEtO3xVg0tbmOom53ieowzDWFboaBmTkjVxcUw1HQK3V9vej33tewTIonmRR3s0O63QbbwfiRyrv6vnjsyWLpshpM2WMkCGOC7zwatRj33X0KX//8g/Cmx/ATr38JSsU26g1gcTlArW7jxS8cxeRoAkcqrrt48Nv34i03/d84dsFDLt9F5EfKEoA4Laaak2BZKVNjFqWylGdqLke7B6oa6VHK+SJQ9g8EsnYHDopA0pWAxkkgoFv1aUK6fjubdG3VLKrdTOo+/1aLMjJY1HUYqxLjxayLYullEAVbNUqVXqFtANTRuVUEn9LryVl08wqsyoX1jT5VW2gomu5GaWAox9Ido89uzdyh57PUBrwWVqXvd7L+FRHAEWJztpio5ODxvu1A2iFIbGHOrU6MdkAEq5YGrKiFK/fswhtf/z8jbDex2mjhtnvuwdfveRihRSA6/NLFxQSUx3DCEDs2lbF/xzbMly2srLVh5XNo+iHuffAEFutdRFZOVPw8pwRS5niu0Cl1MqvdU73Kl0MlKz200wsaaRKtx6zq+rr99XhSi1sm6H0duukLaqzoOUh2pfLX7VluKOyqPlcg3tjHqEaS7yj2Cw2O7YAKXBtJtQprYhbxlr3AdTeg/JIfwuaD27B33MM0lxbaQFxrIb64CCwvoru8iNbqChZWW6jXaqgvLqCzuoyk2YAdBsglCSqei5FyCaOVCqqlEkYqFVSKBfzxB957WWM82ymLQBaBLAJZBLIIZBHIIpBFIItAFoEsAs9HBDKwukGU77//uKRpig+deJ5SqRPiySdqmJiYwNh4EX5ApaEqcGLUX47AET6suhjJO7jz1i/h3330izhw4IBWeKqHaaVW00BMUl5Tvpo8nzyAEyiqh+VecSvCFg3YBKy5SgVFyKkqiSsvVrOPnEfbDZjH7975Wb1cPzwPKA6fknTavzZjKzBwvakYGqAqqi+Fe3oP9io9ue8fa4U+H/Pl4Xnfzp244ZprsHvXThTzDrqdjhS7SgQkK89B+gSGUQI3rWxNIAWxOkFDFJ+uSx9AdUFKMfgvA6xuNJhZsMWodH3fR6fTReCHyOfzcj/8lzE1RY3McdbzujWfpeGb9ATPQa5cgJvzlNpMgL3xv2Qb6SIyl6COfbpJiddIn1iaSirkreD3wMuknFssBKfHTbr/pNtLDSz9qVI59u9NAaHZ8sjlzZO66JuoEC0bzVqI44+fw5G7lnD64iK2796KV752DyaqFtYaEW6++TjGZydx48smUc4HQOTiyDfvwS+++UN49c/8MvYfGEe3FaO20kCz0cZao4F2q4HlpToa9S6ajSYazTU0WgtoNpcRxTV0gwCFQoRWu418rgxYPqzIUwpmtwXXs5FzgNDvSl/m4o3MA0wt14XRBKxJu/WBuImRo310CfFlkUXm6hGUAAAgAElEQVT7pxqluVmASS+wGFWyaG1NpXZZxCABBNp8b2wagVMEPCrv+3pIA09Nk1GBuf5LUXjDA3sLODypKbjU85WVkSzXrvrSIPgXsCpzpXo/EgJNSKiU7735UKtQ5QhhF/PjVbzjjW9Aq7aCO+6+B40gxJFjp9Hy+/YJfbsCtRDCNHh6ethhF5NFC2MFBx2/iyAOYXsek/3RCGy0OuZa+4sqA2B5aKHC9HHJjBiya+iN6dS4kPjq7w8uzPVfKj49xa0U3NKf8jtAg3LqfKVtZaHK1s4j/LBgJk5D0uVvV6w9fCTdFqwOwaoLTE0AO3bBOnAFcocPo3RgD6Y3T2DruIdJJ0Z3yUJcW0N8cQXxwjI6S4to19YQrlwEgi5ycYSK62CylMfkSAXVYgGFnAvps/Qo9gNEtBGJI/z+u952eWM82yuLQBaBLAJZBLIIZBHIIpBFIItAFoEsAs9DBDKwukGQ7733cfXwSewk1aETUVKePbuG+flNyBepNKSakmndVBPSx5TPtJGokfhEW3IdfPbTn8RfffUB7N27dwB8rpfmKexCA0lRhVqWFD0StNDjsPThVMo1AaqeKo7E86fBkwEKBAxUvxpwmn5wty2lGEzDVaNyTYclnV7OOKwHCQZgjQDUDZBKqiiTR4sA3gsSdJp1gUV7du/Ey37oehzctw+VcgntRlNiQpDodzq9AmEErX1Im6DrN+B5eVXFmgnCOuX+cqwANlKfPpfjsRcvAqNedXdeN+B3lYKVoLJcLqNUKglYprI1DVR5jxKHodfA9RPCeS7cUg6u50lBJelnPYClYUxaDaePNxyH9LnTp6TykkCLYJh9k9dkxg7Tn5UyV0tatSoyNKBoAKABLPs0jMKVOrlXQ7wHV/n+9urYZTULRYCSBu8A5JhhN0Sn7ePRBxawUrNw7NQSXvdT+7FzRwm2E2JhKcGjR1u49ooKSmUqGF3c/pW78YY3/hf84UffjxtfvQMsam7YtBbxynW32xSmJuIUcOrkOfzKO/83FEpz+JGXXo2//Oh/w46dszh67DiCqIC8VcB1N+xAFK7iviPfFShLRWbs0H+yDwr7bUHIOuiYy1jLe+Ifq8YifTvVYs4g7FTKdgVszaKIzCvphR49L1FVGdgWNh26Er5TQNf3xReTsZQ5RENNUceK2lYX3mIL6fdUGr8G5lp5bgp39ZLWzTUbgDgMG3uiTQXvey8z70gf0+RWF3Drw0hLFKLj+RzeddPb8MTJ4/iLP/9zTO/YCR8u6vQF1X6mSlmr9JwC4NkPuagjCDVCGHQQOWOiNBb7hziC5+YQcEFOfHP7hcAGOqmoU/Xx9GITD9+3zVBb9xbITGGx9VTp5hpNHzDbsNgUq2bxbzF25r98T6g8V1ZgeTkkbk4Vp5JCVu7AQoi6ngSOT9uKGHEYIGn7QJTAmp6GtXMvkr1XoLBrN4o7tmJ0uoKxio08QpSX68DKKkbrDcyHMWYcGxOeh0lPZme47A+Bj26jjmZjTRYXmt228rHlOenpy3nRsvCbb3njZY3xbKcsAlkEsghkEcgikEUgi0AWgSwCWQSyCDwfEcjA6gZRJlglvAgJsyxbUrPpubq42MS2bVuQWB0FU2MNVplazGd5PrPSl5XPr1GC//rhD+Ou03Vs2bJFQKwpSKVA6KD6SuCRBqasIs7zu25PT6iqc6chqVasilIrUl5+/bTQvmpVKIl+AO8VqRG4ptSvBqgoQNv3+eun0/eDJKqqlA9gT9U2pMJNQ4l0iNNAmZ5+BhCRRTM2nXYbRTvG/OwcrnrBFTi4by8mqmNwWd1aFIupo+n7kutOop6Kr+cLmbrOZzKYng+w2odBg6BLQVZXbBM63a7EgzfNauHFYmkAKhr4Mny9A38TsnkOLFYJp/pZx68Py/tglccTJaQpnjUEx9dN7aZimLaVUSRQle0pKts4RqvbRSDexBwPqrhOT8G6jpek7qQ9qGRUiERbcpUiuesDJ97Dlmr1mTRtb9uERYMcJnYrXXVtKcK5M8u49UtH4EdFrLVs/MzPHcbBfaMqWdqmv2gI6hKlfRIXt33lbrzxzX+BD/3pb+FVr9mi7R04fjhIjFpa233w2pXYFJ/+9K0Yn5vGtulJ3Hn7Mdzwom1465v/AC/9kRvx+p99CQ7smMajd9yND37w3+P0Uh2PnFmGTysB7aWqmKFWAzMeWp3ZU4oasKrtRLgqk1anpr1l1ftaCSuJ7lo9rxd2eupXwvPIx+z2rXjDO38VIzPziAIWHgrFZ1pU1TIfanWsVlkb1Sg/k7klThAIjFUFzgjSBOz2fHnVFfDznk9vFCEIlYUKtzf7EfZFkZiaSP8jeGYfNX1RLkz7L6vPtc9tCORdBz/1Y6/F+XNn8cVbvoJidVSAb7vVkeMrAKx/RDWv59BYweJYrFgSJBEnUdo18N4i8SHllwCbm8YPyuZF7d/ztJWuoT5TPVsvcKV6soLgakKnIjltEyDD0mQlaO8GBdBtsZahujkiOKUqndCUwJQ/rofEyyNh8UT6zcq/HhLXU/CVheCGVetJAid2lNVN2EXSaHFFEc70JArbtiG3cyeq2zdjZtssdo+P4EApjzkAu5IIBcdG2Y7hBm2060001mpYqTXQarXRajcRdH35TpRFQA3mCerDMBBP7lCrVv/d+37rssZ4tlMWgSwCWQSyCGQRyCKQRSCLQBaBLAJZBJ6PCGRgdYMoG7Aa+L5AIcKilZVVtNsxtmzdBD9oaA6koJGk2QpYVVA151ior9bxnz/0J1hGSSq/S1XlmKDJpPorhaI8Jw+BDD60q5R3/Tn/SYCAhT1UiXnll8mHZw01CLAMSDDAMmDl7pSgLQ1We4pVSS9W0IoAwgDVfmpvXxWWVqwaOCfAl/hJ34NUqhbLAiIPps8qQmdABX9PV3/XGb4qDrwOPmwHvtz/eLWKHVu34PDBQ9ixdTOqxaIC3hFBk4aS4iOrVKrD1345g+jpwKphjunjqkI7z+zVg9ZDCsL0uQ1IVxYBHdiWK/2QP+n4PS1YZV8jtCZcs6m4U52BfYjKRoXtdfto6wZj4DBwj1wwSIHWNFyPxUJS+b+WikUUc3mEUYxas4GG35XxIYsNpoq9ZYkXpnmlPXoluVzgqfnXbKcTwVOKZ+5P5eFlvdg/qY+1uMDhIGhbWF7s4Oj95+HHDh56bBWv+bFdOLh/BJYUkSK8530o6Tj3Ilh985s/hT/6yK/hxldvF5UiEuI0qnSpWo8Q0e7CUaCcMVdepxZiwrKuUvrSMuCP//Bm/PArX4SXXLsLt339m3CjBJ/9p7/GvY88hqNPrGGp0UVsuQKvlQq774Gq+Fs/7byngO4VQ9KLJ/rvhLYmvc/6ReYEGGrINzwfuY6FbreJPQf3412//X645VEkflf6hCS+91SkaqJKr2mYxZ7+NaoWW29+Mf655oCyjRxALwpokKgkpH1/0N7YZ8q7hruSEi+LLkpBy10JVzlbs0DS0sWL8BwXlfEqOkw75zzC4lxazqwALwFoAtAGQIp+xWB/jxILdA1gwSoDlWVulssViXDv3D0YLGBZXY9ZxOr9myQIpPhZf540MFzUzr04pMYNPYJTrrh6ApWxE3Js88tDoCoVqy59ZWA7OcDJaRsADVVpCWDZ6HAs9YqZ6UU2AeGq3/Je48YaCq6FnQf24tDe7di7aQpbpiewaaSCCnt+0ELUaWG5S6/sAO1WF92ODz8I0e5Q4eyLjzYtTzrdDlqtFjqdtk77D8VDnO3ARRjaldDj/AO//q8va4hnO2URyCKQRSCLQBaBLAJZBLIIZBHIIpBF4PmIQAZWN4jyffceB/0vpSoyLORyBZw/twDL9jA7NyWFqwRoJcrjlNvKg7flwU4iFB0LJ0+exh99+C+Qm90iUInQUooWiR8qj6uqhg+45KX898RXNFXgR/wVmbKZgoh83Cd463Y78HKu+HKaQkfGl5OFXwzEWA+spiFZpAta9aHXIDU0fo3mcwP4CFcIMojpJM3cqL2Mh0EKGPTVkn1FGfcVMKyFWlFIgKysEVjwynMcbJ3fhBdedQUO7N+HibEq4iBAl4pO+gB6Oe1DexmU81JH2tNZHFzmaYd9L3kpaWCdvjRCCrY1X7QH4I9RBA4DWbNf7CQIkxidkMWSEvFZZVxNxXoFUftV5QVVa3VpH9SolNyi9mU112jOodRyFnKuh1K+AFo8MBytwEc79OUMbEdlCaD8XC3SqfTLFNqSDw3q7VtKqNGVeukU7Yl1rBAupTkV7LLQaicIQwv33f0APv+5f8bWmU142Y0vQcvfitnNDrZv4yIJrT50sbQYiJhLboX41hfuwE1v+wz+5M/eh5ffOCnrB+I4KqpzZQ0iKfnigsC5hDFQFh+y4CBI0hPVZaPZQbGQh5c4OP/EBVQnRvC3f/sP+K9/9lfoRi5OX1hCkES9xRkDnhWgV3c8vHDh2kaBTrBqlOgEVwRYJk1dF7wT4JcoAC/SUGUj0FOscr0jauHQVVfine99L5xcCTa9RXtlpQgkDQRV9+vQi7M3kehr7JVK6hc5S28zUDzNqDZTENZYTKj+qyBmr++nthf1rO4xSv2pejoBIWMf+SESP5TxZLk2iuWSANT+olUfVCuLFeUHIK0m8E9n14cRZM6kQpQ+uJy3pIBfpNW/Rq2aslAxxf1Etap6tvDinl+q7vemSJ8sgOj5tTeO9GIIxxMX4LTvtBT5sx04uTxs15VieA69S11XrEA8V//k+G9e3iPAJDin60x/icV44CrFbBTEAtGlUGDQEZuWkmcj7DbQ9NsIOSRsHrMAO+F8QesSH2v1OhYWz2Hx4kXUaqvoNDti/yLFGCW7w4FLqxJXe5WLWFjrc/V3yPt+9VcvZUhn22QRyCKQRSCLQBaBLAJZBLIIZBHIIpBF4AcSgQysbhB2glXxI9QPeZ5XwJnT51EqjWB8chR+UJeUYKbnqhRUDShsT4BD0bVx5MjD+NO//DRmdu+VB3g+MPLZ2SiWBEMSYvEazANzCpB4BKsp/iTqJmIwpv5KIRUq3oBuHKG2uoTaygoK+QImJqfkwVf59nEfBVa5vyifCAr0fUnibUpeJn6sQy6XBrwqgKEAjPFzNQgsDVZVyncKpGj7gDT4UVBapdU6DmF0X/VIuGNokVgESjGvCN1mHW4UYvvWrbjh6mtw5eGDGB8dlRRcFrVKFzpKF/F6zkbWcwhWezDbGgRYKTYkl50GpvlcUZSrjUZD+hPtKUZGKuIrm4bj6X2oVu1GvsCPxFWKUimIxqrkoqDT+lTt7UvlmkUwwwJU0t7K35Yq67xWSiuOqlqY/3r0USUiJMgRD0rVFFQHhtKftDpRGUvKtuKs+xSrhgShtmJVn7HPKiAVESpSTS2AUlUr5/UfnJq9rOZNEKC2HOPWW09iaRm49ZZb8OUv/jM6tQacUgeHrnot3v9v34gXv3gapVxOwBPQgZUUEMVMs47xzc99B+98xz/iTz7xK3jpy7YJUAtZjb4boVDMA06g/X4Za6qEVREm8d9MPAQES4y/wzFF3SzvP4SbuAhaXfzme/5PfOxvPo+4mFd2ConydDbQVsFCFVNTsKhXyIkelbbyPY0jjjPlwSxtJrYlxpNZKd9lbuCPLOToeS8FVtllwriD3Qf24Wfe8IvSfg6PyxR7lc2eshswWexGqW6aSJ3fLAz1ZghDzE06u74rUVTrayCAM39zf1u8e224fL+ncNbbCwNlcAcL2KnMAmXX0l5rIu/mEPohvvClf8bLXvYyTM2ovmQAp+rjCsrGAqlZ8MlT83UcwuGcKj6mjA1jGsuikkOoLgkMylt4eN6jXYCZj/UgUuMptXCRVuMqWG8gvVYqm5bXQFWKLDIujoKoLALluI4spLDvUP3vuLYCqa4nPsg5x5X3Xe7D+9CWHWoBpG/bQUDPS3DcPBqdDs4vLYELXzmvgEqpgolSHmUXaNVrWFxawOLqCi5cuICV2iq6oY9CqYhypYJ8jn6uBTV+I6q5Q1Gv8l/JuqDlQ6A8e1U/5VgH3vfud13WGM92yiKQRSCLQBaBLAJZBLIIZBHIIpBFIIvA8xGBDKxuEOX77zuhU26ZwkvllY0nn7iAmdlx5Ar0WNTKM/0vyQiL+PCZsEgYZCf4yle+hX/4+newadOWntLQKFcFMFAJZypXa6WngQ5EVVT+CVCgYiiJBVKBCqmCA68LxLkQLT+P8suvx2te/UIcvesenLr3EZx57CS6tbrsX66U4HB7x5PrYwVregK6fIi1tdrWVIumolZ7+qWVrQYMUNmklHaDFcPFR1CT1LTKrYdTNEBLAz8DztYLvxZADqT2K1Uk1WKxpI/aSYwts5tw9eHD2Ld7N+Y2jaOaK8GKIvhJhDCJBHyISo0n0b+ba+jrxPRDfEoprDSVT309nUXAetubPqJOn7ZTSKfBa9iV8jZU6uf+K31etgH/JlhlwRcqyPKe8l99aiErVbhmLVhDPerCdvOoFIooeBZCyxP1I9WSBH4qbVp5Q4r6jRBK1ICJFFCj8s21PAF1vHqBhEZZZnEBgJFOkPMc5KWAGNDqdtDwffj0TRSFKaEdwUkkcLLve2kKKEXwI70AIH6YAaI4FPASRvReDNU+EakVQUyMt73mdZc1T/pJB63FCJ/+0jksONtw4v67cM9td2JhsYX6Uhuzsx4+9IdvwvXXzqDoeHAJmgWzRbAiVlOPcetnb8dNv/pP+Mgn34cffmlF4rFwJsCX/v5b+OFXXYG5/VPCyizQg5Px8kSpa1n0Q2b6teSaSx8VEE0Yqvtqt+Xj45/8B/w//+EjuLAUgCsPKoW9iCBq6EUaF1HchWN7GnRrZapKeodNwwVZHGK8qBxWFgDGYzWK6B+t/InNPKSC2VdXsl2VshBo+G28+EdfgZ//pV8UrS0BGdtEVKBpT1L9exQoVaz5zMwpbFcFb9XCTw886rWRNIjsWaXQ21THJu0DOug+ml4j4nU7SKJArl0wJ31RpagXGSaVnTZyXh4XCQGXl1Gvr8miA8fR6OioLFwQCOY8D0GXliq6YKBYWuh5Qw/VNFw2wFssBVQVMMQhFZqqqBiLeplxVJHj51WBROJqs8DGffS8rHqFKkCVttNQ2xKm8kcpVaVwHMevx8URqkEJUglO1WfD/5r35H1t1WHOYeZ5xontxeNw3llcXEQonsoBgm4H7U5H5hJeD2PGH69QlDmjUChIQa9u4Mu8zRhzccgXqwBV7E76EFcIuXAY9rMrTN95/7sysHpZk1y2UxaBLAJZBLIIZBHIIpBFIItAFoEsAs9LBDKwukGYCVZFnRlHYgPQ6fg4d3YJc/NT8HLKz9O8lPpSlZOJHQueVuD87d/djDuPPYHRkTF5eDQPzZLSr55aNWzSnnJaEciPyNY8PihrkCZglemTQYxujvDWRWz7WOq6mPrp12DbK6/HWtjFPguYPXsRq4+dxp133IvHHn0ca0srcPN5jFUqGGUBJM9Bx46kCIkUaxdvQT74qwdoAtx0pra53rTSLA1QZf8hGDgc1jRk7H+WSo/VbxpVrNnGQBZzvh4QJZCJQthJgoLrYe+O7bjq4CHs3rUTY5NjsAi3O11ROlKl29tfoI8CwSbtuAdbNRCi2mu91zMBq4Mq3+cGrPL8SvWs/EoJNwg0CH0IGQViEIBS6UyIRAWiDVxYO4/VTgNuLo+cm4PH6u7sq1KoTEFSKkOl33l5OF4BDn1BJUhUMmpfT53ardqEhYMUEImSLihq82wPMxPTmKqOI2c5aAQ+Hj/3BI6fPKHaQGCfAqsdXcBIiuJwcUGnkVtMU++lrWvoJ4WMCFr7acKCOS3gd990eYVtwgRYPdvBJz9/AueTWTSXLyDs0BOyjZxdQOIv4B1vuw6H91aQE2U6aZzyUlZgNcFXP/MdvOM9N+PPPvk7ePlLSjKWOw3g5k9+F0cfP4Y3vPVfYX7PhNSccqXLxbKfqBF12jhBnty6ng+oZmVbsFTbY4+exRvf/F48+OgZVXgotrFl8z5s2TqBditAFHqoN2pi80A/y5AFf8IIvt9F1+8iiRsKojLGopKkwjSEa3fhugSFvGJd8V0XizIqTTNeBaILWE3Q9Dt4zU/+BH7uF38JPhWauj0UMk/VPVK3iJgq8pTqWsYEgSEhmrlnDdyNSN7EQqXI919MrOerN+/qc3AhSH1gEur1PuzXAq2VNyrz2Kli9aMYZdtFMV9QcD4M0WzUUautIZfz8MD9D2J2bhbbt23H8soyHnnkEcxvnsfcls3ih9tT/eqxKAWoDFTWQJp93UliAZU+fbXZVXnreiGC6lZRc/tdUXGWi0U4xhNVX76M354yXGU2EAyLfzVhqlbzileyQ0W5AqkctwJWUxCVvw8A1PRnUiBRzRe06+gVE0wp0mWxTeZ4C41mU9SofPHapaheuQQCYno/s+G5+MFFFYJT/nCO6nRpV0O/1bbEhGBVLewo5ap4z7KQWWgsKnSzJgkysLrBf1Kyt7MIZBHIIpBFIItAFoEsAlkEsghkEfgXEYEMrG7QDGmwWiyWsbS0gtWVJua3zMJ2BoGgAquKvSRUD0UBYj/Ah//847jYVT5yprgPt1VAS5n0CSjT6dYDykSW1OmlugqSkTRdJ0yw5gawIxeuHaERF3HFTW9A4fAsFkMLHRbNido4XMhhXxCiuNbEY197CF/79tdx/333Ad0Ak1MzmJydQ26igKDdRtIhZmPV8wgRC0Tzr0BVeU8rqAzY60EXra6Se1D1tAbSXg1USUPowXCvD1apklz3WIyT8gYQBS/pM1PPiadbK3UgCrF1y2Zce/WVuPaKqzA/OSWqR0Im403KdFjNwRXAEpg8CMmHoai55ksFqxsdL33vaZhr4tT7XNsDDJ/3KXDaFHixHNTrDYEUBCNUjNFrl4q5duzj4RP3Y7GxBNvxpDiMgxgBQbr2dBRIS8juOChXp1CpTqJQKAkkEZ/EtRWxH6BFA+GNVGsPA3TabXQ7TI/vCtSrlsdw9RXXYffWPSh4BTSiDu568G7cdfd3Ra0W+h0U8zaKBVdUhIyBAkTqTvl30VUKSQORBPxLZ1Bp3SoNXAEg/rzlde++rImUoK65EuCbd1/AYlTGaJHgEqitNhB1bIyWE7z0RdOYm9RWHZKrT8W2BqtOgq/8w7fwK//68/j43/86rr96QmCzbUforrq477sXcPTIMezaP4sXvWY/LJeWD4TIrqSU06LBiRRwCzh+zLhLpBSUQNS1NR+33/UIbvnq7Th5cgVf+dIdeMtbfxm//ts3CqimwtgPWghbOXS6IbptH10pdNZFp93FylqCTreLVqMpSsH6Wl3a8cTRI7j9tlsQJlTSUhUcKC9pvbCSdrNVKkv2mQSNbgev/PEfw6t//McRcPEoVbCup1jXwFvadh1PXrblgPdqqvWGx0S6YYlIzas3vtj/hywlzBwl8xY4vqXsGLxCHvVuB+cXFnBo01ZRPVNZrQrtJeIP/PBDD+O2227Hz/7cz2J6ehp+18d9R+6ThaZdB/crP1Zta2LmcVfP4crwQnVU4cdUeNIfmhBVjq8tMsTORUHoVmMNrfoaPNeGR0W0SzDZHwtJzwpBgdS+YpUgVVl1iIJdrDp4LwquioLVy/XUqaJaFR9Tpv4ruw7xXNXerFJYTlsCpOciMz8QEPPFY7PA1urqqlLO6vk4V1DF9Ph9wRhxHmq0mwL5lSo9ln7ZFbjakbmGkFUKsYkCPVXMKwOrlzWfZTtlEcgikEUgi0AWgSwCWQSyCGQRyCLwg4tABlY3iH3aCoCQ6cyZcwgDG5vmp6SaePplFKuigLKZwm+hvrCC//SRjyIuT8hDvFEamgfy4dMaUKT8KbXCkkWZpBq2SgslW/CSBD6ru/sEHjEW7QoOv+0XkN8/DrfgoQkbD9caWKx1MOm6uHrzGK61YkwFFpYeOIpvfPlruOueh3DuwjLyToT5uTmMj1VFfUgFEdOTqabqF7uRR+0eNDAP22nIJxBDK1aHIWoaxqYf2tV2fYCa/mwQrCpYoZkFiLksx4KUhmF2rAYjrsNK9D7WVpZhRxG2z83h2quvwvVXXS2Frug3yAd63qf4TQrXVmn1cgatykpfh2mjSwGq6W2ea7Dau6ZEQeAe7KaCUkv8qBxj+y0sLMh7TGUeGR3FxcYCvnXnLbiwck68FZmS7FjswaF4oqoUYlabjwScjE3MoDo+i0K+KKAtCAlWV0UZaTkJPI89Ui0OEKYSWudE5RyhWBjFgQNXYNv23fC8ImrNNTx+4lGcv3ABq6srWF5aQKWYw8T4KGZHyn0QJACJ96VgKZVxyjOStgS646sSWOpzgazKT/PG6y/PCiCBL/AyiB0EtoUcgVmUSBGees0CxXflMkEp/VAJc9V5WZTIipVi9Qt/9w285ze/hL/8m9/Ai66viiezwNUoJ8T0/ntP4osf+wa2z2/GK/7X6zCxeRSWa4laPNex0Dy7JGnS+c1VmTdc9ml9b6Y/il0ILPht4A//418jjjz8xu/8L3Bd2gJwLKhK9k95ibXAOgWiAHz2776KX3/P72K5vozYCmTxwYzytBcr3zNWAFza6fgd/NTP/zxe/spXokuwqv1vzc5qSGv1KrTvqJk5eqpOXeBryB7DjBmjnDbzRm8MpgSsMgbEC5VQVPk5p8cF91H1pTi+E/hRF5XxcVheDheXV7B7YgaNel1UvDPTU/A7HVw8dw6rqzXMz89jbm5OICTvpFgoCpx+/MQxgYZGtc9pQ3ycGePUwow6rwa6iVGYK0uCs2dOYdPcrPhBS9o9i8lZCQqFnIBX2LleM8r9a7Bqxj+Vqb3vCb2wwPHLcSMevLZK9adi1dFgta9kpYrVUT7I2mPVfKY8lB0VS+1Xa87J+dXcs8z9loXaWk2gqABZkma9DeNB5TQV022/rRWpKj5U1xv1KufhgDYAARXvCryaxca0FYDpA5li9QVTVhAAACAASURBVAf3H8TszFkEsghkEcgikEUgi0AWgSwCWQSyCHzvCGRgdYMYHWHxKqYuE3i4OZw4cQrl4hgmZ8YQxaoye1odJeCUnoO2JYVrTj7wKD78yU8jNz4vD9XrgdX0/iYVswf5pHgH668ogMSHbPG/pMclH8KRQxB1ETqTePnrfhrRSA6N0QK6kx5QsbFkAydbAXw4mHSbuKZSwf/P3ntHSXZV9/7fmyt3ztPdkzRBGkkzklAWCCGSBAJZFiIJGWyCEBhjeELYD4MjwSbJgIEHD/ww2AJMNBZggQIopxnNSDOaGU3qmekcK9/4W3ufe6puVVcLuddb+r0/bs2a1d1VN+57zql1Pue7v3uzpqDN9zF3chb7ntqPo/c8juNjxzAzN8dFTrLZNJJmAlRZmifDoaelhFjiHuoBkwWiomBVXn8zjGytWm1M95VHlts278NKWkobVwKolELNFcx9Vl75AUG3AG6piNLMHMrFPDKdWawZHMGGtetx+rbTMDI0iLRlsZqMiq+I1F7xkvBAAJqVrABW7lDPprZrtdfvUqzK9hXdV4JFCd0ItPB21BpME2NjY5iYmEBXZyd6e3uRzmZwYu4E7n/oDiyWZthvUSr5qBgVFb0iBRsXQwsC/puKs5mJFPt2ivxuagc2+3AmTLMGduR5qY9oDLDImiBAMp1FKtfO6li7Wub/pPgrFivI5xdhGTpymRQ6U6nasSRIp2P6YQOrt59I1fewL/BNh0D5vNMu+92jXIstuGo8K5aFalbQObI98KAoBEZpJ1J0kjJQVLen/k3eqgRWCVr+/Pt34303/wr/9oMPY8cZKYZ5quZBdRUEXJBKgZNX8Ytv3oMTT03ixW8+F+svHIDm6pjacwgTe56BAxWnXXERrO40dFKrsu8xaRrrvsW8ghAo+F9f+hEKS8D7b7kyLIKVINwJRU1Elj7qN0vLD+IV5s0L/wv8xw/vxntu+nPk7SXYfpXHETI5IIW8Tx7MZAIhU8EZrlK/V1Cxbbz1phvxwstfwqndAiyqrHatgdHQ0kHATy671Oi/Kp9dbVElvD72Ww1l//w46jYp3NbCImi1AnVS5hy6qtTboyznRQXvpP2CKAyVyOSQ7WiHV7JRLBSQX1hAcWkBlmkgZZnIZjKs9rUsE4lEkmElKS7pXqZnZ/k+o/bL4jmFEQ5l1bStsFERizekTiZIOzcziR99/zZc/pJLkUlmkUiGXqRmWDiKBan1hZ4oWBXjL0F0ATJ5MUkqt0PFqlCrimOxFQAtTOjSHqDuryq2if4tfmdgG/av2rOXhcOEvJxBKt0mWSSwepf6Du0TqmcpVgRWSeVeceqp/uTVTN7Y7KfqkGWFsK0gCwCpaOW40TP26m0pBqurGtrineIIxBGIIxBHII5AHIE4AnEE4gjEEXieIxCD1RUCLsGqSLnUcPDAIfT0DKKtIw3HrTZ4dvIE0CfABNiKwkDr8bt+i2//7BdIdA4xWOVJKBcBqSucoqosriYdfs6AQZQrEUq5sEqzzxNdn/0aoVjIV/Lo6N6Ea696g4BCnoJ84GI+o2KmA5jNeHDbNCRUFd2Giu7wmHO+hvEA6CvMAeOzKO45hGMPPoH9e57CUrmIRDaFru4uVj3SxJfSNqWVgYQuciJcm/STZ2vTq1lFVocQoWdf6O8qoUwU4LZSfRKvINBMRX4CSpcPoRGl8pJi1a6UEFBBp4UlTEyfRG6oB+3dA+zbl7ESWD8yjDO2bMGmjRvQ2d4O1xepq1HLA3GNUZhXv6lIfall99qssPtd/Xg1YJUAG0ERenF8QkUb+TNSaj6pVSlNl2wARkZGYJgmxudO4ODRJxCopTB1mCChUMwxzNcZ3fM9C9AqiuAQEKLtRKo+Fa6hZPBE+J4s3iP8XsW9CHhCL/LWpLZMCwOkqCNnVZusJaiPUIEb8oGVBYBqYssQxLENhASBMoqs466pEsMA8FbnbX3x7wp1y8+JiVE6u6YRUAR8RRfFpEiNHrBOnMEqAoqPJkAutVdWsGpsi3D79+7Cn9xyJ77LYNVg+EwLILonCsWRFYNTcqD7Ku69/Qnc/187cerp63DFNRfjkZ/fjtl9Y1BSKbzgLa9Cx4Ze6AR1yQtUGK7W4iAVqbd+5t9h6b14x3sv4vT2wCNlYhVAFKxyHrrYl/wGRF2ysKeIuH7/Oz/Hhz74N8g7eRSdPCsnVfa4JKjcqCQXTzYQSvbAwzs/8H5ceOmLYId+rsK1QzybaJ/lvk9AOKJMlV6sAhTL/aL+w3KhRSg9o+OFT0W4wjT7+gOlewx7LN+kSMPn6BGopGsiewxdhU1SZEWHRmnrXCyKnmqAMpFq8mpmO2GC4XVYSinq1O7Jv5hVqGERJ1LKsjI3VKdy+5eielrsoRR5agvcDwwGnvOzk/jal7+I69/4OqStJKyExXYmvEjGBa186JHCVRKsinupe6zK7xHZ71ixyn25DlH5b43gq7BjaASpBFbrcFWqVcX3jxhbmsGqzv60YvGJXvPz8zVrlVqwqeeEVgD0s+KIcVX6c5OtrgSrBFRpTJafy7bTCqzS8T90442r6uPxTnEE4gjEEYgjEEcgjkAcgTgCcQTiCMQReD4iEIPVFaL8xK5jQOCw/1216uPwkWNYu24UlimqmfPEV1ADMRGlmWcQwDEcdGXb8b1//iHueGIvMp3dCByCH1IVKbwM5UsCOfLq49+pSjspCP26akxWk6bPuaiQV2WoNltwcPqZF+PyF74UAaVyq4Clkg9egKLrouDZyMPBxJAFv1dDe0ZDW6DjqB/gznIZDhLIKj7O1IFtvgfn6DiOPfAoHvzVnXhiz9OoKAY2bVyLwaEO2L4PswAU2RvSg8Npxi50uk5Dg++RoklMzOVkmiAaw6iIZ2p04i7C1+xXyxnV4UsUu5GpvlxVnFPG66ngvD88VtsRXCxOT6A6cZIrVXefshltA8NwaBJP6adOlYtaDQ4MYPupp+KFO7ajr68P1WoJxWKRARId21HIb5OOKXxu6ZnwMxaku3bN7PcaFrFpbkatFbp1aNG8fbPCN9o+mn+X55Xv098ERMfGjrNqdWh4DYaHh6Hq1EaOI1+YgKYRWNJE6m6ojBR2mIK6kfZMUDhZVE0cvcY9+Rf5l0zPl4+pORW9Driiz7uOzVp3Om7/rbLamZbVvVije5+7ZXVglYicUFWGFI7ljWS5IYB9RAgp4hBQhAiC0QICFV9Scdttv8JH/vzX+MFPPoKtpyYFjOUQshEnjw/lkg9PcWCZAQ4+PI7P/89vYnSgD4Z1Ar/+6f24/ua34rXvfz0S5N/KBeSM2nXVYH0I/b7wsZ8hs6EHb3nTBXhm3xwKThJn7EhA5xRuuh96mmEA+TqF8pwWISiwpEkk2Petb/4Yf/GXn8FCOQ/XLUELyEsZwnOVvValRYeIEcN16mWBj3f8yftwyUtfimKlKoAz9f8GuMq9WjwiSoWveY+KtxmuRqCpGANat4cGuBqaWDdsGu64Yl+TFbLE0CyuJVI0q35WcVRhQxABukLyWh+Lovci320AwPV754gFjigspeqYn57G1/7p87jhTdcinczAtMwQVotFCEGCZV8UbTIKOBlqyoJVpFpltTot1uk1z2H2Wg0XTIJQvSqAq1CxSsBaK1bFylaxWFOzA5BwN2K3wYs5ivRkDjA/PycW26jIHAu9hTWI8F6mAmouF6higCoXWyibwyPFqkj9l1BVWgDIhTqWGTfFNrYCaN0/4nfjCMQRiCMQRyCOQByBOAJxBOIIxBH4fyMCMVhd4TkwWIUDQ6XCQGWcnJjEhlPWiWIoErRFvP1kIZdAd5FLZvDVf/w/2HVyCun2DvgE9MIJa135KU4soCxNrsOJNBUXCgsEyUtjsCoLXBG89G0EqoqFkodLXnQlzjn9LJ6w0rUZii7UseTlSCohBAxBpvUq5jM+3HYLWlcCFU3FfrWKYtVBJyyYmo5F2DhNNbF1toCZvfvw2N0PYu9DO3FyfgZd/X3obu9E1tBRVCmN2ofpEYT0UVY8WAEn6gulooSNlNoZAQQCotSBsSSoy0GLnFzXt61vU4cfNRhJMIyqaHsu5o6PYf7YYaRTGfRv3gI928H+fgwjqWhTVVSpJh/cvo42nLltG3accQb6u7qg0eSfgECoTuNJPz0j8rlk31mhWmulPI42o5VAj9ymFUT9b4HVqB9DiDsJaucLeSzl82hvb+cq3YapY7Z4DMXiNFRNgDdKN6bq8FyFJ3yJNij+Ftq81q/6NYYWBDUp5HIaGlUhP5ehrqbgbQFWW+0vt3/B5kufy+GXbfOzH/ySFwKSiQRSSVIQJlhJa1qGaMPSz5KgVOj7SgsIARWUIzVgoOBHP70Xf/e39+CnP/0INm1NsgJShESAVVKVEnwsVRykEgHg6jixewn/9Omv4f47H8VCYRLnbdqK19/0Lpxz1VakshoUsx6Aegy55+CTH7gNa87dhjdcsw2/vfMwfn3PMdz0gUvQ0y69d4Wyt97PQg9eYQ7L0NWzPXz9q9/D337yi1zYLPCrgFuFR+ptj2CpOJdQf9bTsjUl4MJFb3vPe3DZlVegVCU7FA0qC0nr55TnFtceHm0ZSJV9ePnnrfpOs3r1ufa1cOmrBchdDu/kMVcei5pRe1RpK/ZuUNkzcHRoZYbB6sLMLL76xc/gLW+8Bpl0jq07xFpcXfVNaufad0KTcrQBrIZjLI/zcryXnqs1sCrsAIT3auih2mQBID1WxYJd6F8c9umoLYCmi+sSilUBViuVCqiFe2SP0QRWaeGRxlhpoyChKf3teSLlX1oArARWo7GMweqqhrh4pzgCcQTiCMQRiCMQRyCOQByBOAJxBJ6nCMRgdYVAP7HrCPvkGZqOyYlZFEtlbDhlLftN1tWkYQXoMBWaJ8W6B91T8alPfQmzgQY9meRU02iaexSiifdp/h1Oqil9uskygNNWQ0sAdgEIPPbxKzkaXnP1mzHaPwzPpYRrmsSLKt4EyFRS1wYBDPrECVAJPIwHNvJpHbapotQeIJ9UoSc1zPoO9joFtKtJrDcsLmiTqVbRf3IeMw/twTO7nsKBZ55BqbSIZDqNnJmAYSXhJwyubh6oVP2a0qTrkKH5PqPwgT+rS1MbnkIjRG16QJFU5ZqKkasZcfSRn5lGfuI4Ojo6ke4bgKeSApBiJlKk6bxCXeXBJksHL0B3LofNa9dj26bNGF0zjLZMktV5pGCj9GeKpfQ0fC7A8LmA1QbAHN7i7wKu8nOZkisjI0SmkZzvsIJ3ImVhfO4AypU5rlbv+4znQ8Vq4/asPpRI7XfATbLGiL6E2rXx1er+atcbUfkuu+cQLsltG+NdvzDRXRScs+mFqxoq29s2MUClQj4GWROEldItBmEadM2ASW3cTMIwLai6CTOVg2aasDQTlm5hbHIeh4904Y5f3oyNm01OPZdgVShFqWNosKsuDCP0o4SGpWkbt9/2AL73L/8Cx61gx0XX4qpXbceZ5w1AaxdFk+TihIiPkFl+9D3/grNeeQFec8UopiYc/OIXh/Gy12xGbydFIlSLk0qS2wNZPiwHq3bJxhdv/RY++8VvwmdXCAeBU4HtVlD1bShhhXah2a2n+BNYrTo23vSOd+BVv38NSlUqeCXsHoTKMATyoVJXSESXp/TzwwofYyh0rQtcJZxcQcLaCnpG7TmawaYQubZYJmhS0EfHpeZ2F45mrY/D17scuPIt8rk9QCOXXp2L6n351n/Am15/NXLZNlhUHS1Uv9cWFZqKVclrqdltSMVqBKxyq+L3o4WthKesKARXV6QKW4C6FUBUrSoXjOiczQXi2FaArQBEWyQrgGq1zNYfBFbFeEoWIAKYSrBaU6HSN2mtSJXIaGgoWBV69PKzihZECwMQg9VVDXHxTnEE4gjEEYgjEEcgjkAcgTgCcQTiCDxPEYjB6gqB3rXzMBRVFOYZOzoBwzKxZrQfdrUSzRatpWuyYpUqPFsa5k/M4uOf+zK0zl5R2TlUJbWCchK4irIgIvVcTrSjxaFkEStXCaAHAaquB8Vowxvf+EfIJtKR9GGf7Qto0qsYpLQMuNgOiY3IboCqwju0v++hqHiY1T3MZVUsdVmoZgHVC2CoKg6VqxjTFFwQ6HiFomKxvIADExMInjyG3Q8/hqeeIj/WEjqzbRjq7AWSOp+Tr5lJRYgkQrDRDNAYvKlio+hnDKRCVesyaMHwsDFdVxzA54JWmmrCt6tApcTKQ0814cnccvYkjVgLSPpB6mNSFzouUokkVwnftnkjNm/ciIHeXp7o02fkP0mHEhBDkCH5fJpB+Ep9dyUo2xybVkA6GqdlYDXizUjbERQ2TQtmQsfxqafg2ItQyAM3ELCN/HibWWgNrIb2Da3uoVmxKrdpBVZrn0XJ1wqBaXj+EajbGBdhP9Acq7NPuXhVQ6WV2VAzH62BaY6OBGXU43S2TyBIKZqxUKyaisWwrBooaGu/CHf/6qNYt0HjAlChtk+AOE7B1+A5pPz0oZuAx/FQ4RUquPMbP8bE/iM4mT4TF5+5AWdu70Db5h4BKcVFhZ2ICmYpuOVd38Kl152Pl102ysXrDuyfRtHWsH1bZxgX0lqTXygBVaFcF7izrlgtF8r49N9/DV/9+m3wTWoLDuCRH2YVTuAicJ0wTZusBKRyleAggdUqrnnL9bj2+utRsV0uzhVdSOFuH02NjzDHhvcjVgFin8axomXba6l65V7Y+vmHxc1+lwI2PDP/4LEnagXQAsouh7vLvaXl0ELPn2wYVBgoLi3iS5/7JN5w7WtZUU5gVSjhQ5sROv+zKFa53Ydjj/zOaP5Z811loCoKUnFhqaZ0f7XJJkDsJ8Bs/ftItD9a1GNPWV6sEYrVublZVKsV/m7hMZ9gPI2hDFbFdwBZAciYNoJUAdulUjWqWG0Gq3JxIQarqxri4p3iCMQRiCMQRyCOQByBOAJxBOIIxBF4niIQg9UVAr1z50FRbd4JcOTwCfQN9qOtIwG7SumyTWnUIRzw1AAd6TQe+83D+MptP0Db4DCnlROck/CtFUSj96JgVaaHykk8++aFyMbXqDCKj0rFRVffOvz+71/Pto/FwiKqdgW9PT3sOUo+eqQS4uIrhgevAi6qo+s0sfWhG4DnK1AcoOB4mPFtzCcCTHXrUAcslAPgMHmvVjxcrKn4FUp43NNxnhXg7IoGjM3jt3ffjXvuugOHDx9CZ3s3BgcHkc1mubAJ+ZIy9oiAAwYOUU/SULFaU2wtAxlNhb54Wk8gognEkBUAi6l0fjaaRt5+ZFcg4JKYvPvExWrQVjgUCozCVgE6eRiqfO1epYTerm7sOPU0nHPGdgz19nFFeJvUyqE3p7wXfq5c9GalBPrW0Oi/C1Pl+ehnM1iV79H7VJCJYEo6nYbr2Rif3QvfL0JliK1zyj/dN6WpR48prQAYpa2gWJXQZRmVjezQSnUb7WLRZ91y2ybFan1focqTL7nvWRsvWtVQmUiPht6hAh5xTMMidOKA1CPZVFfYJBBg0kx48KAGSZhKAtUgQDp3Lh6461MYXSf2qO3LVgAiUgSbKqUqV4L3fR3TU0UM9ltY3LMbt97yT9htnoFb3nc90vP7cMoV26ElLfZ6ZRsNVj8G8Ksebn73d3DVH16Ci88fhe9ryC8Ucft/zeDq1w4jmaICSARVCZ6Ll0zrp2dNIwg92MJSAR//6y/h//zrT+FqBMEcqIED33fhqz5UXxQVov+kuJTgS4WHsmPjVdf+Pq5/+9thc0q3VKu2buOtgCmPaYIa805ijJPPtdGbN/pgCXi3UqxGt2n4nM/TOn1/JUV5DUKHB3025bn8rHmbWptmGwWy3CDYrqNSKOIfP/NxvO73rkR3d/eKitXm9i37qASr0b/luRqAaAhHVc0QljDkj0pZDE3K1Wa1Km/boIQNlasRKxfpQDI/T2CVChoGNZBah6fiPRpTowBVLphRm6n/Lp5pQywjHquyfcRgdVVDXLxTHIE4AnEE4gjEEYgjEEcgjkAcgTgCz1MEYrC6QqAlWK2UbFasnrJ5I1Td5YIckYomNQUdZ8SqAdoTKfz4W/+O/3x0JzoG1sDxqco4qX2o0rooANKs0BSpl0K5RIrVqFKVLk96rNLnLpkaEqipuDh123l42SuuhFN0cfiZfYABBqnd3V3obO9k7zuyGAhQhUJqTkVDfsnB3PwicpksDFNBIkkV2gGDUjkdBXO2i0m9jELWxFKvgR7VxUBCw6OaihMuqSHLbDUwoOrYblpIzxVwYOcu3PfLu3H4mUPsvUeKrEQiAV0V6aj1yXNTAaKIFUBriNEEK7n4dl1FJyGDgBdUAVxndZanuKL4FHR+XqKyPVV+pwJOVK1dbM8xJxSra0JxRV63usbVuSulMryKjfZsBtu2bsUZW0/DQE8nUglrmQduMzxu1aRa3d/vUqbW7k+CMul/2OyxGkIR9i4MfPYLJY/VfGERE3N7qYQSK5a5gbDXpigC1gBxZAX30Ge11T3UgW5j6v+zKVZbgaJnHdsiYLWVYjUaE/p8x4YLVzVUWumRmhKPnSQYYgp1uaD0wiqBryEQkNXnDkYq9gRULwlX0ZHruAAP3P1xDI8KVad4hSn4vJAgvEptWthQVRzeN48f//sjaB/owoZUgHvuexR+9xZceuYozGP3o//lZ2P91lMQaFRIi6tWcR+u5Iu4+abv4Ib3X4sd29r4USq2iu/+6CjOf0Enhtem+FodW4HrBEikBDCmFy9GiCpyWJpbwkc/8hnc9sP/AkwVnltB4FbgUQErXWGfYcbuXGDIrvlkwndR8Ry89NWvxltvfBePJeTZKxdQ+DxNiwuiGFT9Vfs8bGviE1roabFN01Ml+5NW51gRfrYAq/8tMNusvl1BGbsyWKXn7rJiVSE7iHIZn//U3+D3r74Cvb29PD4S8IyO9WTvslKf5wWpsGif3OZZlatq6LUdeq5SZUOZ7t9gDxDxZq0vnIjvnMbji8VBUgjPzc3BtiVYJfguFtAoFjLln9bVoun+tTj59eJ/8nuhBlp5TF7eFmKwuqohLt4pjkAcgTgCcQTiCMQRiCMQRyCOQByB5ykCMVhdIdC7dj4DXVexNF/G1NQctp66EbZbDH0Dl0+AuVSLpsBCgFs/91Ucmi+irasbFceGzj54BFtCsBpWX+c5pKxwT3YBIViVk9CGtMxwwumHXpmlsocXXfJyXHD++SgVHezdtxuJdALTk1PYseNM5LIZVq/5nrAocEld5PrQNWCpuAQHCZSrRViajpRuwEqYMBIGdM8BZY1XfQ2LrgdX91FK+xjvUFFNmVhIqij4HrIa0KdoyMJHUgU6Sh6WTkzi8O7d2L9rD44ePopSqQJDM5C0Elyshfz9WBWoEKClQlukiuPICZgVCsx8eCH0itoCSNsAxis1GCNiRKJg4WdJadAeSXhJKUuT+LCgEJ+HCZqAXrQ9ixRDuCMhmriegL11tQBwCCB4Psdz7dAQNoyOYP3oKDrb2xkckzKWr4d/Rm0ChN/ms+tYG20QJEhcGbiKVFzZLmQ70TXy5RQgjJBxKpNBti2L2flJTM3ug0pwhwp7s2Q39OyMqlIjCkJ+PisNPrV9GhcHogsNYZMOFx8EBq9Vqo8et+H8cq2C2kF9o2cDq3xMBqsXrGqoNDLDjVYAbNkhst/ZH5P+FgQrVKiLayNQpqtJqIEF29HR23sB7rvvsxjsk3fJSyyifZINAB/Dh+qoXDiqVNKx87FjOHDkBBIF8qNcxM5H96KaX8RgsoCX/N6Lcf6rXgy0Jdl2QFQ48lFcqOD97/4GPvCxN2PTpmwIbDXs2TOH4xNlXPbCPiQMHY89Po9SoOCcM9qRtOgiSDNP10ZtFVicXsSHbv4EfvTzu6BbOny/Ap9sAFxb2FzwAo/wDvV8gmaisrtHbUtTcfFll+Ht730PApWUsQqLQpcBS4FAxWe1xRABqykuWqDVAJooDyePwcsd4fWS0l94NnMcQAta4rjCv7Xm6lr3HZFb8MJJuG3t2FFiVztSw77imdW3i94Xt+ToZzU7g4Z1tlpbFL2IUuVJRQw4FQef/9Tf4rVXXY6BgUG26qB48yKPHMPkaCT9tpuU4yIlPxyxROMUvqeRBZe68pQsLML0fnquBFbJZiZamI2gqlSq0vt0RPmzBnHJc5j6uygQSDFYmJ9DlbISfC+0fyH1shirua3wfwlWo883jHuoUuX4hgtatdBKGxg+ntg+BqurGuLineIIxBGIIxBHII5AHIE4AnEE4gjEEXieIhCD1RUC/cTOQ1T/AzPTeVQrLjacMohiqcCAolUKM03lTU1FtbSEj3z8VijJDiTTKVR8FxalX4cp8FKxShNQqhjNvnnhhJ6UaTT55SlzNAUzUoTFD2z4mgXH0fHqV1yNU9ZtQNXzsO/AXuzdtxfrR9bhogvPYo+7ZDKBw0emsFQsoLunG0ePnMDouhHk2ix4HnnnAaWiDadUQTppob0tDdf14JA+T9FgBgp8L0AZHhYUDwUlwFSbBydtAGkDlqWAC0aHMNJSVSQcD5lCCf7UFA7s3oNdj+/G4X1HORW2ra0dmVxOFAuChqpClcVpAh76FNKkmr1QI/aSTSq4lunjjI88tkuQLCKqhpKPuHHfkKBJGBP1AlUD6IpK4kSh+GUwLdKiTUVHVy6HrRs34vStp6Gvr5u9BxVXVMFm5dYKvqIS1EjlZxTcRJ+3fP7Rpik+r4PV+j2Biy1RDF2XlKkmMm1tsDImJqePYWHxSE2p1tzURTyEkrHx1doLoC40rLdR2i+6END6HMs7mURfzedtDJ28DgmTIj/DPrV9w3mrGirNzJrafiu1qdr7fOOh1yRTR1okUOHaFnraz8Tt930R67rIh9VFKSArCuKiJjmy8lqBF2gwffBCg2KpUHWy4FDgVVU4dgmP3/8kPvzBz2B6agKvPLUX7/3jt2PtledBz2ZR9hQk1L2tEAAAIABJREFUFGB+vIwPfOAb+Nt/eCP6htqhBQo8BSgsuvjXHy3hokssjA4kcetXTmBgbQLXvaINmYQBRaBdBIrGkG9hcgnve99f4vY774NuqNAUStl24LhkB0BAuO6tyopDUl0GAWy7jFxnB7bt2IF3vvePoZmJUIne2Fa430nlZUCesqESXCWIK2BZAEu0OV4QIfoqLUKY0sIntSX1Z4cKcZFFRxJKUAqfl1BGyjEzWgBvJfWqeL9uC/BsKtcaHo+kqMuxexloZQQcKRAW7QsMtEnVazOU9KsBPvepj+PKKy7B0NCw8FgNvxMY4vPvje283seb1OXhBxKiSiVrVGFKi2r8N8FTGp+kApWVq6It1xSs7OtNz6D+3UZK6/rCHqlV64tGi/MLoceqsFghlTyrl9lnVcBVl4GpKAAYHV9o0Sw6ZtR/F0DdJ+/wcJFNVcnnGPjgO9+5qj4e7xRHII5AHIE4AnEE4gjEEYgjEEcgjkAcgecjAjFYXSHKu3cd5sn4+Mk5pJIZ9A+2oVQuPgtYBSvGTh4bw0f/4YvoGdnAk1HHD2BFvCEboBqrjcQFEFBkL9UmH0lRbymaPkngU4Nh5XDta16P9kwbHIJ+uo3AdZGwsrAMSm13oRsGjoyN46m9+/HCF76AU8H37h1jJVk6p8K0MujubEcyQZhTnJ95L892fbhsoijsCRTXh6Xr8Cs+xnUHJxMOllIqnDYLJF/t0QHHA8oqYCsBLN/FSKBgratg7vAU/uvue/DAffdhauwEkqkk2no6kct0s/cnAR/XrYTFdjyipKwSpRd5xUpIKgpHLX9gPKEnRZWoU16buMv96oCiSSYZyTtlP8wwxV5ldSfFQeWiVcR2NF2ACl3R4FZtFBcXYekGtm/fjvPOPgvrBwZ5f9upwHUdVhRymi+lkYeV0glwEERhMBS5Vn7+EZAu/47eqWwDZCkhPxcCMqFHJK9Mz3NgGEmkcznA9DB28jAce6rBO3F59EQKfLPqtFW3oFRlARsbrQBax5evsrVadZmPa/14dZeDRngrHupyn9Uz15+7qnFyZbAaylbDe6zDVXHf9Ix9UlyS8tlLoj2zBf/4nY8i68+jYpeh5HoxMDSEzrY02lJAh6mJonGcJg1MjE+jq7MbqSR5X4o2UsxX8flPfQ9f+Pw30GbnccX69XjrR2/E6a95EZDQ4QXA4lgRH/jwt/DXn7wOQ8Pt3M4JrPqOhx/fs4gnd07jums24hv//DQue+kgLr2wHcRILY2U3AS5NGiqgvGxKbzzHX+Oux54GKalQVNICSrVqQTChD8xexRzuxU/HbeEdRtOwcDoKP7wxhuRzLSJwnihAlxCx9CoQzwThpP02BQo5PXsuDA1HSVSM4bqburntIjDcSZARypIGgN9D6rnAqoBx9eQJguU8Jjil9AjmH1U6z6dYpNWmmthydD8aljceBZLggaoKo8v5LTispqtAthflRY8BFgNHAWf++Tf4RUvvxDDw6N1sBr2hdWAVTovW63IrIdwDOHFu3ABkMfMaFEqgqy0oBfuG/VV5dGTj1EPBHuxhn/z+MiK1Xk4jl1L9SewKhyGFXihcpUWmaSCVcRc9OfmJyPjKjyqxcIitzsqKki2La6LD91006r6eLxTHIE4AnEE4gjEEYgjEEcgjkAcgTgCcQSejwjEYHWFKBNYJchw8vgM+vuHkMoosG2Cf/XiMM27WrqGRx56FLd+43tYd+ppcJ0qfEWHGU78pcKotl+YxSknlxKsMiyjCS5B1RC6ydRXuiY7UNHeMYBrX3stkmYa8/lFTM4cRV9PNxTfQldXJ6ssVUODyxNUFWPHplCuFFAqu6hWFKxd14/9B/djdM0Qhtf0w9BUlCpVkEooqanQA8Cm9HJiHOTzGPpPUoo82ca6rs9K2VnTw1xCwWJOh5nRoFkKF8GhK7dVFUbgo1sB+gj+zVVxYPcuPPbAw3j6qX1QSw4r/1KpJAzLYi2TR4V2Qr9ZCbVY3ctpqiyPbQh7bWK+SrBaO0cUblLqdlgRmx0ECERIywKCvaykUlAuFlGtVJFKJLBp3Xqcse00rB8ZRto0KPGan53niWcp7A+ExyvdgSiLFAG9UlEW3l2zilKCVakyEzBJwAf6T1DV9xxYiTSy7e2o+iUcPb4fgb8YUabVz7fs+HxFrZWqHHs6R8RDNLp/87HkA3pWYFsjqKFKL+ppKmNQA75SycdXEsJ1AYFOX3vWqsZJMzPYsF/re2iCuyHYVRWT61l5joV1a87Hg499BQcPHUKFFlFSaYyu6ceJ+RJVi8PmrixMJUDR97CwUMDJA+Po6OzGwEg3TNODofrQfAuz44v4sz/9JH750x/gpVtOwxVXvgQ7LnshfnPnI3D7BtDhGfj67Y/gm7d9EB1ZAaxdxWNP1Nl5H//yoyk8OdYF3ysiUEp45Sv68OIzNLSnaXmAVIBUuMzHiUOTeNvbbsa9j+9CIkkp+Q4r1xkN+j4cGrNqYJUS9UXfs+0izj7vPCRyWbzlD/+IbU7Iw3mZR2rogiw6LI1hCtt++BqQsixsGR1Fe9YUTY39NsVYIbLCCQDTfYliforvY26pjL0HjocLLWHfjwBSsf/y9P3wyppgqgSwK7Tz0GJANoxmQMuxCKEqnzEKcNlLNzo20WhGkNABVRdUXBWf/eTf4fLLzsW6dRtE8arwyiUYXUmxKuw/6s11Wd8TXxINnqg1L+8obG0qUNUIVcn+IrQDkOcKLQpCDis8e4MAi4sLXOSPXtxmCIDTNwRbkqhcvIqoPtuw8FYS2Ar4Wu/D9YUykbQhFvdKxRIXieSxDsDN7373qvp4vFMcgTgCcQTiCMQRiCMQRyCOQByBOAJxBJ6PCMRgdYUo7951iFU5kxPzWDu6AV5QCIvACMVg84vmnIaq4D9+8gv89O5HMbRxHexqCQFMBiuySEm0ortIv6xzgZpqkfxWI357Qs0VKsAU8j8FRtdtwSsvfyUs1cKhY0dw4PATDE7OPesiDA72oFTxoJk6e2sSfBg7usi+oqmMhdmZPKePWwkDnlvF2tF+9sXbv/8wg7m2jgwDz672NFsbBi556Xlc2ImUsKCiVFBhuAECN2BF3TSlJes+llI+ChkFblqHlqA0VCHqoqglggCd9LPkYGliChO79+HJJ/bgyMEjWFpYhKaZSKQzyGREqrVUPNVTzRvZX1TJKxWrzcVPGhRpDXJXYQXQDFaZB5FMOISJpBAlNbFnO2Lir2nQTDP0oyRw6rHtAoGGhG5gTW8vTtuwAZvWrkNfVyc002C1IlVZJ7Da/PxlO5LXwfA9VClH21j0cxkboYxVoBNAdyuchptIZtHW0YFCdQGHx/ZCRbEGVpsLpy2DiQwOl6tX5XYSrFLKcKtra74XYTMg3l12LoLTtedBSrjm7eqpx8ICof45/S12VXDayJmrGieN9EDDNa0Eh+vq3BBcMQRUuS84VR2b1r8Qjz72FaiqA5vaiW9AVwKcXMhDT1toNy0QbprJ25ifXcLCxAxGhgdg6i57+Ha0tcOxHTi+jrvvvh/7HjmIx351B86+8Axcc/El+Ldv/Rte9eYb8ORDT+JL9+3Dz+7+BNpox5CDK6T2dgI8ebSMgzNZTC6WMTdXgaukcOkpSzjvzD6kTBGiwHdw9MBJvPnNf4Kd+w7CsGiUcVg1LphZwGOe5wnVKvcdUlvS+3YRL3nFy1Hxfbzxhj9AV18/qyKFKryuEufzhMei9kKmHwTsqoGDXMrCuVtPwWAuWQey5D9KXs7Udk1yo2aHWh4UCR5PL1bw24f3oBRQ4bXQd5NTz4UbazgwivuLgE2+IkE/62rSlkrWiJWF5LYtfFbrbhmNylcx3tA5GuGuwkCa1M2kWPWg+jqD1RddsgMbN26qgVXaWyrBnw2sSm/lVuMFn7lJtRpdxIsqVhveD0Gr7J+1759aXxMre6IIWt1DeGlpEY5D46EockaAXbcSMCzyBdYYrNICoHgm8kGEilVhj1tTu8qiV/TsqDXmclnk80soFQq8P+0VK1ZXNcTFO8URiCMQRyCOQByBOAJxBOIIxBGII/A8RSAGqysEes8TR1AuFzA3W8S6tRtRseehsnKxdRo0C/BcF//8ze9i/2QRic4sfKcCBBYMlfwvXYZyUYDDqsUQLhFMqE16Q24iL61B2agqWCrbOPucC3HJ+S+Coeg4PnEC99x7BxTfw9vedgP7p5LIc6FQxf79RzC6bgD5pTIy6TYuUEUqqsDXUCpWYVeLDDK7e9owMZHHwcMnYBkGhgZ62HOVVJnZdBqppMnWBr7nwgt9YXVKdSdVJqkZVYerXweuhrIHzBo+prI+SlTlKq3DMhUYSgDdD0CaXyq01KVoUAsllKcXcGDnHux65FEcfPpplMiPNZdDd3e3qJ7N29NEXUz0a4peWfWcgItKxXIox7gOS5+rFYBQlEbUnIJsCmsGAgqui77uHobD07MzKFYr0CwLumaINPsQjlDaqlutQvF89HR1Y2TNGpy343T+PZ1Kwa7acGxbIHOyBAhhTBRoPBtYlW2H2ppQF1LqvwGqCUYemKRKTKVyyHW0Yy4/iYOHnoBpuHyN1PaiCjWR7tuYWi/4TKNyNdpe61YAjfB1mfq1Fsu6FUArsFq3CogqaWX/ioLVmoQu9IKUSlIVW9dsW9VQSWBVAqUorHpW5SoDYlLkgf1JnYqOtSMX4IEH/jc6c6RGpuZnID9n4/CJIwwUnz7wNE7ZugnZdDuOHjqBpJnD8bHjmJo+gnUDa5HQFYzPTaJn9DSs2zaMxWN5vOetf4TzzzgVH77+DRg/8Ax0xcSB6SV8/rcHcNvPPoa+hAI3xIqUpq15AarVAONLVaBNxYH7K5hZKOPsCzvQ224hZwbQuXhegAO7j+ANb/4T7D18MPRYdaGwwlyAQWpTUrHKSnFFKFYJrL7ujW/AiZkZXPvGN2FgeCQsiCXaUSsrALIq0D0VvkrqdQ8ZS8MFW07BYBsV3wIXOHIAzMwvoOw4GOzuQrpWjMnjQnMzeQd3P7ibwWr9HKRmrUNV7kk1gCeepthWwk4BQ+X+0RG82QpgmUpVKlQjitEGlSxfB3u5NCpWyYeB09rpDl3ogclg9aILT8emTVsawCrZg4hrlsrsZkVt/V5a9bWap22TapW3bfGeHG+iP2VfEOJXHtFq/UMuYEmLgKWlJbjkfxsK+blQVaDCV1Q4XsCQ3As8RrE8BtfWw2hMlUW1pMcrjUth+/F9dLS3Y25+hr8D6H1qt7FidVVDXLxTHIE4AnEE4gjEEYgjEEcgjkAcgTgCz1MEYrC6QqCf2nMMS0vzWFq0sW7tBpSrc1xFPnQgXbYXTTKrhTy+8pVvo6h3wNbJCdVF4CcYrBKwkGCV1TkE5FilE4IAmn4SyJN+eBFAKFWYPBHWNBSqLl582ctx+pbt8KoOjKSBik2FtXxkkxlO2bYSOsYnS/j5L+7BZZedjbYOC0/vnYCmJ2ElFRiGBsvIoS1noVIpI53J4MjR4zhyfBanbhmBlUjgzt/ci/Ub1uK0TRuRNVWWyvqqCo8gJl0757QHcDUFhqtCJeCk+dA1FXACkJnirOLhcMLGYgYodZlQMjpSqooUgIUgQNJ10OMBa0wTSbuKI/sP4K6f34PHHn0czzzzDHK5HNatW4dsNstw1fWEcrQGAkL/WaKe7IcaiRttI20E5Pa1B8fsIuK5GMadAUcIk3RNY4+/NiuJV7/8lVg/Oox9Bw/ikV2P48jYGCqOg0wiDcs0RQEurr6ts+dtoVREuVJBjwqcse10nHPWWVi3ZgSWYaJcLsOm+wj5yXMFq3S9UvFKsaB7SyQsTjWuVsvQdRPpdAey7W0Ynz2Kpw8+hqQJbnfkVSvBPatc9SjAbFwsiMKb6O+kRhOvZgVp69RqxqqsLo2C0xAiMV5vVLIKZWrztnXAWt+ejiyOu2XNqasaKluBVb6zuslr5LgCnrP1AoN0g2Pu2jo2jFyMe+74EhJtJi8wqEUXc0eP4vDcEu79ze24875f4y8+8TkYJQWPPLwLN7z9dXhq31E8dnge3WYKB3ffjqPHJvCiK69C25pObN+wFVdd8jJs2b4Vt/7Fn2Psl3dBdXVMVYBP3L8f//LTj6Az8OBR2/RJJS+sOvQS8Nudc5hecrD/iI8lv4JzNyewaW0Sp67vhBLQwg7w1OOH8LrX34hnTowzWDU0WtIRixYUT+5jXIhNKA6jYPXtN74LTx48iN+77vUYWb9B9EP2EF5Bsaqr0CljXNNg6z6Smo/zN23EmrYMFJ3SwlUGq8enp9nPeaSvj8pasSWIQHsBZksBfvPo06hUQgVkqFINReXsydrKCkAqWeugtA5WuUBe5FUbTyJFAuXHNZj7HMAqjx3y2M1gFSY++4m/wwXnb8OWLVtXDVaXjWPijZpitbkN89gS8VjlolQhyF0GVsOCcOLe6zYjoqBZ/ZUnsBoudLGumMYFKjimm9DNBHTTkktGYcG9sCnRApxL34nkN+zxf1byewRhyWJFRXtbDtPTUyiXCmJBSFFixeqqRrh4pzgCcQTiCMQRiCMQRyCOQByBOAJxBJ6vCMRgdYVIP/XEUczOLPCktLM7B49S4InesfxGgMUoECMx69TRk/jit76PxMAA3KUiHMUHuW1CIw9Mn705pUKV58Oy+BAzVQFVRYprk/9m5BoVU4VbsXDVq6/G8JpBWKaKu+66C1u2DkPX29Df3wu7Kqpp64YD2/Exsehi4sQs1oy2sfp0754xDA51YWp8CX0DaaxZ04NSMcDU1BQ6OzuwsOTi+MlplEpLGBrsxdBAF5+Hi8vIdFnPh0ZwjhRJVLBEURlTlqsuyhUHmaSFdEqD5qpQHBdFz8WipmHG8rGYU2HnNOimgkAnT1bWvSITAG2KigE3QGlqhlWsjz/wMPbt24d8qYRkMoVsrg16MoG0p6KkeDA9HwUTMFy3NolnACaTVxt8E0X6f/OrDhjEZ1Rkip42PXsqCNaXzuDNV1+NtZ09cDUNxWIBY8cOYdehg3jy5DgK+TJ0lWwCwkrc7BEpwN9iuQinWkUulcLGkWGcvmUL1o+OIpdIsW+tS2nXFNcwa16qzCiu4rpCgM0puaLyPBX7EnBU5/fIX9Vxq7CSWaTSOaSySYxPH8DhsafgsC2kx+pby9AZepMSzOSq4eIeWdUWFsFRyQ6gZglQByKMWmrFqzhK/CGr2cKACoDaCoTWK47XIGsN4kQhbQtgG8JcyWYlqJXH2dS/eVVjZTNYbaVUbXxPqtXrXpbi/lV0Z/sYXtPCCKmmq1UbVbsK26lCN3R0dXYyQCLLiHQ6zbYRfgjJFxcX+frJc5O2GR3oxfj4JLef7s5eeGTD4frIV01sv/BS/Nt3PwSfHpknKrXrigIr8FF1gekJBTsfP4pHdj2DbM8I+oeSaE8HePGL1sAgHKx52PnbfXjdG2/E2Pw0dIPGMQ9K6NUrCnNR8TUB7aOqT1Ks/vHHPozH73sEr3rN1RjZvBkaWQGIQSzcVqZ7ixZB4wF5TOuk5FXp/AZesGUYw51JqAEZJABlP8BCvoDutgx0zmcn3BrADVTeb7Hk49ePHUQ+9PSUfJP7eASE1oFmEHZxofJkC5ZaC6nD1Zp6tWk4aFas0q7CEkEcr/FzoZBv3EacLPBdBseq6iHwbFhaCp//zN/j9NPX4sxtZ8I0Q38G2jYEnc+tITcW4Gq1aMHvcaG/ugK29l3Ffb6xX8vtGjIjot85TLHrgSos5Wvtg96teC4XQgycAMefeRqevYBKlexjqEsYApzSd6DvwSVfXVKy0ndGeEz6PJnOYetp2zE42I+Z6WmQ3QCNb/T6s/e857mFJt4qjkAcgTgCcQTiCMQRiCMQRyCOQByBOAL/P0QgBqsrBJ3A6sTEDDLZDNKZBDwq8lIrXFVXTMp0c0NVceDJ/fjnH/4nUn2DcIsluPBgagYXb6GXKHoUmdSGgJYmtFKpKoGt3FIeX05+A4OqjOdwzWuvQUdHO0OXxx57AI5Twfq1G3Datg1YXBLqWDomqVNnFh1MT+WRzgSolhVWqPb25nDk8DS2njYCXddw8sQcCoU8BgcHUXVsGKbB3nkzU5NsC0D2AATnhK+emBITUyC/T5qouzap+RQ4foBioYpisQTirgSSDFNDyjKJy6Ia+CjBQYWqS6d8VFIaKhkVgaWxik0lu4DAh6EoSPlAeqmK0vFxPLP7SRzY9zQOP3MICwsLyGgmzM4sMskkvIQOteKywo0hBZ3IFQW36t6IjDvYb7EGR5aBB+kpqCLg+1LhlMvYODCI6668EtlEAqriQ1MMaIqFgl3AyflJHD0+joNjxzE+NYliqcQerJqhhwRD5Mu6lSpDWgLO/T292Lh2FBvXrkV/Xz9Xa3cdlwxba6Cy9rxDmEmxp4B7ns2Qh6EqV+kmn0sCFg5MK8VgNZmxGKyOTx3ktudUbfbQ5UR/gnG6zpBVU4RFgEwXJugv/tWhaRTccK2iWvutq0ujACcstybaucgr5j0EEI2oV0OwGlWpSi/V+vHEORj+hhC3vpgh+syGng2rGjaNdH/tmPLYYc9c4XiiwJK0L2i4F5eUvFJ+LO65fg/Ch1e+6HdRyT3gCujiIkJuxU3Fhabr3PdIKEjbaKoB103hyqvfgO98+/0M/TUf8FQfRkBPi4wBVMxPKbjvnn14Yt9x2Fo3/vQDO6D5LpIkAw10aFqAu/7zcdzw1j/FVGkCKnm1Mv6sK+cJrMrrFSnvIVgMbNz8ib/EvXfcg5e87BXYvGMHiXZrYFVs16hcpvHBUzX2mCWlO6WBE1gd7cqB3AcIthZsG4ulPHra2xmsEtgnsCqBbdEB7nhkP/K2UDXy+BhJ+2f7jyZ/VVath8rWKHCVBd8aHnDEdiWqbo9uI9LZ63YJURXsSmBVFG+i9u4KsKqn8I+f/TRO3TqM7Wds/78GVqNtt2EhoAVY5W0jovDGftu45tRwLCoMKC1YAqBQKIhMAHq+gcfewolkDktzS9j96AOo5KfhOD40w+JCbaRg1XRDwF4jkpWhCmsAiqdppTE0tAG9PV2Yn59nsErXQOPTh2+6aVV9PN4pjkAcgTgCcQTiCMQRiCMQRyCOQByBOALPRwRisLpClJ/cdRTHx06ib2CAlV00gVRVoaCJFhKhSSFNMg1NwwO/eRC/uO8xqOkcPKfKykcq8+SGRYso1ZEmoxKeChYjinZECwtFFatRhRRtU/Qc9HatxWuueg0y6SSqZRcPPHgPnEoFl1xyATq7ulF1XK7UvPepMQwN98LzFfZTHV3fgdnpKtrbE5yOrmsm8sUZZDLteGLXAXR1dUE3TMxMz2BkZAClUhndnW1oy6YRSDjEle1J2UbKTg35UhX5QhHZZBLz8wvo7e/ldPhysQpTA0pVB8VSGRZZrRo60ukkVFJ2ahqqrgMHPpZ0H3MpoJjR4Sd0uEkVlkp+rIDLCjYfWcdHplhF+fg4Duzeiyceegi79+2F63lo6+nG2r5BTsGv+iK1VJNxFSEOi+yEyisC2pJlNcBVAVZ18kbUhR9upVDAeaduw1WXvQRJ6DAShH0IQigo2lUBvgIVM9UiTkxOYP+hgzhw9CjmC3mougbDSAjIHVYp8x1Ks/ZBRYc6cllsXL8Bp285FWuHh2EpKqrVqvCKlbBIluQmMK+o7E1LMIyKJ1F7VBW6U8I+HnTdQiqd5WucnDmAxcI4qxFtUkvapF4mFZlQ3ZEVAAF1QzcY+FPbFH6x0pdRwNAGwNRURKoGUSMxZHgjrQIawKq0BQghKWFv3q8OTQX4lZ+HvSD03KRt5WcqVUQLlbHrutauapw00n2833LFn1DdylctTZzNfQUkl8pc6gcCIIdgNYRP0gdYVIWn7QkqqjWVHz27usqz0TPYpQrydFyV9KACnJMq2S4beNP178TXvvJHcOj5BQoc1YUJncEWRa0wX8HPf7wT+45M4alnCnjfTa/Ahee3Q1VsIDB4Yej2H96JG956M/LeYuitSv2ZOwivRwDVmn2GuHZhp2HoAT5266fwyx//HOdfdAl2XHQRfNsHyPZD+oyG9ytjx4pVVYdGxyaltKLhnM1DWNvdzjYi9PlcuUxnRC6Zglv1kKE2SdSVq955KHsq7nh0P+bLpDwV11kXnYcKUvYNiChHRecJ3wsVnrX0/+WKdbZu5s09Xpypq6pDTSV/LuJUswbg49UVq2KYiahJQ7DKLrK+g4SRxhc+/xmcsqEfZ+84uwGsNirBWzfnBpgb2aSVYpU/bkr3l21ddFUxzom+HjlYJDStwKpMVyjkBVhlD1UFsAMflpVBpVDBgSd3wS7N8nhjWSnkOrqh6gmousGxpUJpvIATWrjIn7qZQt/ACPr6ejAzM418ngosUptRcEusWF3VGBfvFEcgjkAcgTgCcQTiCMQRiCMQRyCOwPMTgRisrhDnPTsP49ixkxgZGQFUUkOSaoc0kApPwKNejDTJJDj1Hz/5OXYdPA5XT3AFbvY/BKVA+kJhKIgLT85ZKRhWkyblYGO1eFEZXvCBMD2dFUgqJhbyOPfsi3H55S8R6eeqjtnZadjlMoZHBuC5Cheoml9axD13PY7h0UEsLZbgeA7O3L4FJ45PY2i4E5WKg+HBLkxOTyKb7cSJsUVU7CqshIWpiTlYuoXh4QF4ThmD/e3w6X50FY4rQBEn2CoKTk7O4OT4JLaftgkz82UsLC3xvZJSNWEYaEsnoHgKKtUKSpUlJFIJJJJJnmQbzE80Vk4GboClwMG85mI2pSGf1RC06UhpCqhIVpGUXyrQCQ39UGEsVjCxcx/uvee3eOTRx3Fk4jgGBgYwONAP0zTgEvQMhEJWKIaFZ6AEDFK9VldACjUXbULPkvYhBa5dKOHlF12Ey8+7AKZn4a4D09g3Po+LTx3C5sEkqpUCDE/EHLqGiudjfGYKT+7fh70H9mN2Mc+FscxEgmEyHVOYPfiBfr+6AAAgAElEQVSwyyXY5QrbAqwbHcFZp5+JzZtOYbWuLE5FwEd4ItbbAVXcJjWhphnsq8pwXlWgagbHPYCNidn9sL15aIEoDEMFZSqOiypVoHdc2G5V2AloGqdom4bBiwPRIlcyVnWfSQkd6+nw9JkEnfXYhsCSzh2pVi4+D5WrEbAqQWUUnlLF+WhKM+0nziOOzceBgtHO4VWNlCuD1cZ+FwWrBNPFKwqDibdK71kBtGqp1dSOQhWy7MvUz1m1GoLhqKUIp98rwhOXuaBHij1Simuoli2888b34x8//SZ4tNjgK/AUDxpVYedr8uDbCqaPBii4Pn525x4oahp/+PZNXNyK1ON0zh//6w/x9hs/gpJSYZ9YXiYIgaFQg9Y9jCVYJWuAbNbCX3/hM/jZ93+C07efhQsvvxxO2YHK6loJFJdbAQSqAZWgJC0EQMVZmwisphkae4GGyXwFBY9U1AbKSyWM9CSRpVUYbu+0UKLi148fxnSeMgZCNWvEBqC2RMIrJRG4yrcl/w4Vw/Lv8Ck26muFZUazFQDHgB/ecsUqK3pr9/7sYDVpZvClWz+L0ZEunHvOuS3BaisbguWNu9EKIPp5w/gWsReIjnFiUbDxqHWI2vrYPC5GFqeKxWJNsUrBcRQgkcjBLlVx8KknUC3O8Al0I4FMthOqbkHlInsa/NrCRH1BgRd6jAR6+9egu7sLMzNTKBWLDFbp9eH3vndVfTzeKY5AHIE4AnEE4gjEEYgjEEcgjkAcgTgCz0cEYrC6QpQfeWAfZmcXsGbNGgQKFRqi1EcBxqhQUc0PVRZP8gJ8+9vfw7HZIgI9AdJimjTp1jRWVXLxoHDyLye6DNkIkDWBVVYOhspCurzoxHhyrohXvOzVOO/cs+AHLtTAQCJB2/hw7YCFW7qps7ouXyghlUpgfHoWC4uLGBkdxeT4EvoH02wD0N+dw8BQG2zbxdycjarjIdeewsmxOaStDHzfhmUCPd05aFSZinOTTVZcimRbUutSRXIbswtlOI6H+cUlpDNphrCB52Lj2kEYSoBiyWXFGtkCsDWr54RAiAgIAThCacI7shT4KPouFkwP+ZyOcsaAllDZH9RVfOjwQEXYNyom5m0PY/N5LDy6C48/9DAO7d8P33OhpwzoSROGZtVSrhvBSd03sAb0qLBLBKxyCnDFxnVXXIFztmzFfN7H9x45iR8/MoUNHVnc8OI+7NhgwbFdqK4oLMYWApqKimMjX8hj35HDOHqcbAKmUbRtAaLYj5Osd4Wi0XdseLbLhaiGBgZw+qbNGBwYQGdbDkaoiiSISH6sougU2TGQslGoVilVnhgEQdZMJoNKNY/p+QOAmkfgCVpM2xMHIqhHauZCpcq/+/wsBcwzDAOmSipWShsXYDP6v45dBNiUrzqYEan+jWq3+rYNEJtcP3nbRlhKbaTBRzVcUCCoWlOzckzEuYbbB1c1TpoZYQXQfA/RwkaNoCtUrNb3qKlmfbFkwi8p+osWJhNvinYuFK9CiUcgVUDUumczwW3XEarVgK1HVF58sCsm/uQDf45P/NU1UFSh2vQUn1PnFRptXA3lYoD/+MEDePCxJzGX19G7vgMf+uBrsfO+w8imszjvgj5895s/wdvf9SE4loOAe6DH9hts78EwkspJ1RXeBOypAvzAQBc+dus/4Eff+T7WbtyMl7zqSnhVTyhWa4tAjUpf6tOkWFVpHAzB6o5TBrC+t42vm+I2sVTBsfkKyrbwVN00nEGHpbJ9AFkc2IGGe3aPYXyhEoJVurpGb9Na/Jh/hhfDdq1C4SruR4BR8UzDhYom8WorsMrjLytlo/vLBS8fARmJ1hpRxIM1VKwGZCETOEhZWXz5C7dicDCLC869gPuahOpSsUpjfquX9F8Wn7WGn7UsCKnCfhawGvVLld8vz3Zs8VTr91YsFBkos9qUijZ6HhKpNjgVB4ef3gO3ssBt27KSyGY7YJoJOFzsCvBJrR2q98WTCL8DjST6B9ehs7MdszMzqJRL4nmraly8qmWriN+MIxBHII5AHIE4AnEE4gjEEYgjEEfg/5UIxGB1hSfx27t2wrY9VkH6oGIzpGYSKd1UPIiACKdDhvIfp2Lj6//721iwVUrKhqt7SBDIUlBTrEZT/HlCGyoRCZJIkCUnus1gVV7m7EIFb3z99TjllLUMPCj9myp+K5oL+ORlR/BM+DcahvBDnc1TGriDhcUiqhVgeG07jh9bwHBfG3p6U5iYXMLYsRms37wWxdIiw0hSbS7MzaKnuwOZlMVqLt8lkCKKrpBKjf1Vw2zSo+N5TvH3Ah+Vqg1d4ykz+rqzbAlwfHwBnq/BShhoz1lIhMWwQkQGH1TsJSyGxB6JVOAEKAcB8hpQNFVUEgoKOQV+WkMiCDAcaNivODgUONikAMmiA//ENKb2HsSBPXtw6NBBLBZKMEyLlZykZJUFbQSIqBcgY8gXKlYZk9HzJSDu+viDa67BpoEhzBZ9OJUifrWvin+9fwov3pbDe17WDz1w4BB3DuGDSOUW6k5SFS4VSzgxNYXDJ07g6MlxzOfzbA9BBWzIT1NAC8D2HPZZTasaejq7sG54GJvWrcdATw9MTefK6SLduA5XqDgMA0dFFEDKZLMoFGcxM38QmlGG5wm3Xiqmw22Lf6cUawWO46Bq2wxsSVVNajJD1ZAge4AQrnJl7hCyEiiLQtQolGmGq+JkdYVws3+qqpg1KwCpWOUCbhGwygsM/F9AVeEpKy0FxLUM5RoB6XMdWK3sQOtNIzAuugFDR2lxIL0+ZbEuqa6VhbzYk1O0ZYopvSQUlipQ2VaERYSMEx1Y3h+p+4S/LMHzatnAn33kb/GxP7tCqK8DBWQboJLHLnwsVIDHHi3grl/twve+ezvGZ5bwltdtx6c/8zY8eu9BeF4aF1+2Bl//4m14///4CDyTroDUqeRdKqCZAKukhq5DNAlWN2wYwUc//yl895vfQc/AEF55zTWAK1ojp5S38FilXkxglWwvwAtLCrZv7MeGPtKdE1hVMFtxMF72UHHF6JjVffSmNLQlNGi+B0/R8Js9J3FivijiKM4kQGekeJU4P70RUa6SLp7GktDSoO4ZWwfA0Vp20kc1ev88LtDBuRhV3aJDAFoBeGsAPmIVQMA6CGjhxOaYphM5Bqv9fWlceP6F/9fAahT+yz7I70WU09F+Ggaooe3/TsVqSM6lerdUKNbvmXyoyRObFuIcH0f3P4VyYZoXA+gRLS7keaGAQKwolCa8cmVxNPrJiujuQbzgxa/E4OAAZibJq7pQU8/f/O53P9duHW8XRyCOQByBOAJxBOIIxBGIIxBHII5AHIHnPQIxWF0h5L/42YPIZNLo7G7nqutiQiom5OSdySm+9C8ATF3H8eMT+OZ3fgyXABjBVFaTCRBAQIH8LOWrBiLCNFxSLhLIlEIqVgLVlFYC0FCBI7taRVVtw9ve/Gb003VRdXgCc+QpSl6cDL7qN0R+diSCYjijqbCrNsNiqmqfzxdZE9bb18MekZNTS+jo7ETVrmBqcp5B3EBvB/p6ckSGa16RpHJTFA9+QLYAGo4dm0RbWw7lqgdFNWAmXaQsC9WKj4q9xJYC7R1ZnDw5jxMnxjE0PMSAijz4hvosJJNJhhNcc4qL1lBMfXgegQxRiZ1S3CmVnVKgl+CgTMA4oUNvS+CE6WLCpEJVKiqkcAp8DPg6hgol2ONzOPH4Ljzx8EPYeWAvqMZQT7YTuWQbfFPlgk+KS6I7DZqhcjEgx/NhkodDqNTrTqTwB9dch85MGrbrsbp0etHBZD5AV9bCmi6di+4Uyz50y0MyZaJaFeCLvBUJcFMaLFkxsFK0XMKRo0ex5/BBjC/Mcnq+aSWE7ywBdvJMJXU0PTjX51iuHRnGli1bsHnNGpi6Ac91+T89U3q2PgFi6EgmUshmTCwUxrCweJT9DEVBoaiSTlTjZujlU5x9VpPZjs3tg+6fbBDougnUWqYJXSMFK5cU4p8CEoo2yuCJVZOCsMu2zbCGVJfcqMO2yenvjHnY75Pgc60IFD1nsjNQSckqASv9LYp0CZ9aqaKlz4WlQF+2e1WDppkbEosCdVGjuDay0pSgMWR44gRkDUE8rzmBnLqdSN0XAEv+DKufh3FqgFssXG1Uvcs+X4sPjRwhZCbYartZ/OVf/xU+9P4roDFUVOBRoSuNvFFVnFzw8YvfTGGhoKG4NAt7qYwzNwZ49VXnYP9T40gYOWzcksWn//7r+Iu/+iQCy2UVM1946BPNak+6Lo0WNUJPUwqJ52D7uWfiQ3/5F/jut2+DZaZw3R/cgHLFFu016kkbPmuOGB1XIY9VD76i8f/T1/dj60AXNIWXqlAKApyYy6NgB+ihMa1Shev46Mql0U4VunwFD+ydxL4lBzmlDE3TUQ0MGFxELuBro7bAfs2k9KXCYGQzQD7G5N1qqTwmLBXJ85oK8nlQpYqb700U3eMFl0i6v2xUEiaSMpXHU88NfWdpcFcBr9rQ/njc5kZFCxUCJsL3kE2l8PWvfJkXqS695HwYllBsC5OC+gJE7WAhnJdtTy6+SLWpOE/Y4JobH9sXyIbY6KUq1acrdRqGx01NXJWLDaHiulQq1T1WqXAhFZ9KkK+4j/EjB7EwexyqZsGtlPDQ/ffCcyizIoBG3tA8xss2IyCr6wQY3LAVr7rhnejr7cfU1AQKxUWGz5QlcstN71pVH493iiMQRyCOQByBOAJxBOIIxBGIIxBHII7A8xGBGKyuEOWf/uhe9Pf3IJNJMsCMplpKsEpqs8D10ZbN4uGHd+J7P/k11KQFhyb8Chis0uSZCs1E06Nr6rXQ95O85AisSpga3VbOmelc5VIJ6Z61uOG665BLmXAJjOgqV9gOWZeYpjOwqhdhkdWu6bxsSSAEmZidL7G3XbFYxvTsIqxEmj1b5+YWGbAM9HWgrytT81DkSs8MgMmzU0Ggeti374iAs6qOUklAhnLBhmXp6O42kWS1q4HJyRlW0pJ69MjRY+jp6cX6NTlWbUarpst7J+BBnnzEOubm5pHO5mDpOnRFQwUuKp6Dqu5jMamgnNFRTBjIG0DBd2AGClKmhqriIReoGHQ1FPYdxH13/BcefuBBFMpFZHI5ZLJpGIbFKcjEQijGBLkpdp6qwLNtrO/rx5tefTWSrHb1cfCZI5hdLGJgaAQWx76CXDaHgycW4DgB2rIZdOQs5NI6PK8qACjDHpHWSgpiqpBtBy4OHz+GnfuexMmpaZRdVxQs0nROrxVg04RnV1EtlWFoOtaNDOG0LVuxbngEGSvBimVOJafUcMVEMpFGKhlgMX8MhdIE34dgInXvyejvDL9C9Ripxug/FT6r2C6rWRnoaxo/I7oWsmKoKUdDRSb/Tea3TYWgxLEFXG2tZg3hqCqLWIn4q6oVglXhqUr/yWeUfuoMWaNwVUN3un1V42SirVGxKtOwo2pFVkTKYkZc3KiuUJfgkClUQEXEhLo0qhqMpnA32CPwFYeJ0E2Gl6EhRt0mgVWPARw7gS995Qt46w2XcGo9+ZUKsObBDTSMzdm4+5FJpNu60ZnTobgeTl+nI5dSMHFyHgaSGBhK4W8+8gl88rNfhm/Vi2mJywmLmhHwZNsIoY6mBR0qxHfhSy7Be//HB/H9734fcFW86R1/hFK5Al2hpP0oiRO2HhIIUhk5AsESrJ66rg/bBrpB60C0AJW3PRybmMPsko2hgV4MdRiYWShwkbU17SkG+Q8dmEbB8XDuKX3cT10qvEZt2gsQmCqrxefmSigUi2yHQcB2bn4BCcvAhjUDbIny9KHjKJScmlKSFk5k5j0rKanteULd2vyi+3OZYxIoJUgoFJfcOnxhnSBfrcGqj2wqiW987atI6Douu/R8GKbJz89vUCxL5W/zNdCzqavUGywq2E5GbB9te3Vzivq1ic/rFigtO47wq2nwmmWwKp9oEKBSqdQ8VqmNk6kEWQF4to+JY4ewMDMGVSGf6woefOA+9PZ2I5k0oRK011NshcJewrQcpGhcjK2jbwjnXvJydLR3Y2Z2EsXiEqte6Ti3vPudq+rj8U5xBOIIxBGIIxBHII5AHIE4AnEE4gjEEXg+IhCD1RWi/MPv340NG9ZC02niKoqa1OAI+6z6DL9818VgXz/+9d/+HXc99CSS2QxDP/LZ5GlyAE6vjr7kcVjTFsIrqvjOm9cmsXISzFNmhjZUKXnLGefj6itfCZ3MCXwPvgoYpP7jSvcytV0UYopOtuXvUTUszW5VXUGl4qJSdfhnoVhmZRcdm7L1Byhtl5VaMk2fJvjk/wj4GqmygIW5MqamKugdyKJULMEydAaKVBipb6AN+UIZ5XIVuWwG+UIFrh+gXK5gqDvFqkgZ2xogoLsLU2xpSl8qF2E7wn6BADQBTUpXJ9hga0BF9VHQfOSTOvJJDXZCQ9VQMK/YOGnbMEwdI4qBEceHMjmLQ7ufwIHdT+LIgQOoVEowDB0JK4GEabFbJsEcAqtupYLzt52BK154GaclUwGzhUIJD+/eg1Kliu6OdvS35zA6MoJ9JxdxYmwJpF9dN9qJzjYFSYv8Vkl1J1SxIpVcqDupQBU904JTwfGpCRw6MYbj4+NYKhRYxRZQG1MVGDqp8zRUiyVMzU0goRk4d8fZeOmLLkXSMAUQ42MZyCTTUPQKlvJjsN15BsGyOTUDVQnbayA7VC2S0o9iTcXGyCaAvRH5OnRYhskqsqhNAAOpmsdoo2Kaa9U32AdE/FbD9Hmp0JQFsKjtsa8op8ALCwCC/ZpKRZzMUDFLfwt/2a5UblXjZCI3ED6JRiBFz0rA6DDVXHTKsDPVFblS1idS/ht9kBv6cBM4ZaGhEPA2eKuy8pesA8hzNlyQEX01VAYji1tuuQWveuVZCFzhl0vg8/9j783j5DrLO9/f2ZdaunqVWntLsmTkRfJuwMbgGLBZkgBeABNIhpAJCTC5k89NQkJIcjPDnZs7ZJlkJivE4ASzBgIBs3mVjGVZtixb1mbtUu9L7VVnP/fzPO85VdUttRNr5nr+OfX5NG511zl16jnv+zb1fX/P78egPo7Q9iKUqwFyeRpzwlJCa5Gq3MX4+DxkzUT/Cgv3feEBPPijRxFqAVtdpO3zKVBmYJu0uZOQkzaVSKX5tvfcjg//6kfxja9+HdVyAx/5xMfRIOAva68IrF66bhhXrCawKvEca0cxpsoOZhbqKJoGtowWWHHqRRFyGin/Jew5NgW/7eB121bDUKj1XAFlzCMO2GqA/Z5Z5B2zipscS+qNJlRNhU5K/1DGCycmMD5XZ/sBAtG09rLVhyrCxHgNSr1we2wFxL1kfXc3pIusDUiJypYMvWt28v15itUIhZyF+z//OVbj3/am10EzhBUGnWWpTUYvOE1ff5FS9RWM+AsD/WW8XFO1bccpOBn2SUBX+rej3W53xg3hdwLkBFaJMU+fFWCV7ocXhti37xlcf91VGBoq8d8nsq4ISREtUXghbcpICJQYaq4fa9ZegWKhn8Fqq1Xn9ZHmfAZWX8ENz56aVSCrQFaBrAJZBbIKZBXIKpBVIKvAq16BDKy+DFi99NJLELIiKW2FT9RBiUootQJYOTyMz/7pX+DweAW5QgGO5yZgVbTUktLyQmpUdhWUqc2/B00xTCExlmiPFx6M9G8ZtUYTt7317XjjjdezmpI+nJKHK4NVehJJqbhleXFraQfk9kCe7gd28XqKKjM8DQJqhye7ABe6IqOQNxnapqCTg264XVSFR7auER0To1L1kS8CDYI7tgXfc7kt3rJlHD8+AdO0oGsGH2uYNtdjsEDKWaHiTB90rZ4HNBotVioGYcTn4ZZ3UqrS+/Z9mLIKTZFgWlbygT2CKwNtKUZLllC3ZdRtBVVNQUWLEKgRAygp9LFCUrGyHaF15gxOvnQEB57Zj+NHjsG2bAyv6Efo+gysQ9/HO97wRtx4+XbEHgWYxYgVFaemp3H0+HEEroPXbBzD5rGNqLViVCoN1FsO388odLBy5QADOtKrkhWEqWt8T4k6pOo4AqgE4f04xHxlATPzczh+bhzTC/OoO20OxCKo6TQdTJ46jkq5gltvfgPef889MHQBpal6BCEL+QLCuIF64yzCmAJmwo56cJESM1GpLgb5CZhKWtfJtsDxfB7LZBNAgJUgCEFVguG9gJU2BZaOMYYwqWqVW/8TS4COsq4n6Iq9RAVwFmFWAqzS9wKuEETVoMpGxxaAxoaqaBgpDF7UopnrWyOOSxw+xG0RCt9UvSk422IIlWgDO+3bvGHB/DiZcz2mIULTKGBzL+ASGy5iEyTdVBBqZlJ2CosD4V1MIyd5hBaGB1eyP7FPE4QAFatKY0gdQBqwgjKOPISRS7FUDEVdj1cwyFoIxwd88kaN3Q5Y7QBFev/wEupLKk5xHI2jez70frz35z+Eb3/z2zhz8hx+7bd/i9cjXdHYC7b7WEaxKlPknIQtqwexfe0gNFWBCwVVN8D0QgMtn0CqirGhHEyWkBN0I+2phOdOzWK6HuLmbaMwZApLAixVKEhZmZ/S6sTWoQOkCV6HAXxJw/7j0zg2PoeQLRR06KQiDz3IZLuRwE2yGqHVLR2r6XJJK4+KAO2WxxYofFcjT/gWJzdoEQxl6CvuDdnIkOIzn7PwpS9+Ab7Txltvu/mCYHXpQO6ec7Fidem8fWUTYHnFakdtuxSsJlYAaWAjgdXUX5zBahzDsPvJVhYz506iunCO120/lLDnqSdxy2uvRV8pD5c28miuU7YiqaEjsrGhNTWEXihh7di1KPUNYHaOPFZrrN7PFKuv7O5mz84qkFUgq0BWgawCWQWyCmQVyCqQVeDVr0AGVpep+fe+sxsbN26AH1AadbeVmlVliTKUQIyp6eyx+p/+y3/FXCA8Q6mNuhP4Q4A0VY8mPpTpSxJCIgjHqr9elRqDVGpLJ+0WoUhKmY/hBhHef+/7sW3jBgRESEjcRlCU26NTsNoLcXrhjfCwTD+sL04kTwlTcmWJNybFKjHsSX0ICVQEBCY8KKqOw0dmEQYKPN9BLMnYvHkFPM+BYZA3ngzXcaHpGqrVFodnBX6AZruNgcFBbi9fPSySsXuhBNWi1nRw9swE8oV+aKqJVruFXN7k4KucZbDa0/c9BFEAkyCfpKAu+zAhwSAPhiCGE8VwJaBpxJgxgbk+Db6tcNsq3Y4chT1FPmyqe6WJnd9+DCf2PQNbdhkseVEAXVFw99vfiSs3XgK30RBtxFQDTcN8pQLPaWO4VISpmuzVGus+t7XWqhHm5mushnP9iD1oK5V55HMmBvoLME0ChKLpm+FnQDCMLAIkbn9tRiEmZ2fw0smTODc9yerYyakpzLx0HI7Txrvf9W7cc/fdXDeyg2DVs6yiWCzADypotCbJkIE9NNMG4t46c70jQhvd2ncgXzJG6TkE7igwy/VcOOTv6zjsXUlYhMa3YZhsEWBqZgJCu5YXS5Vy/G8ChknbOIcesaxaAFeh2KRTp89LAaOAjLJENgDCl5LtAQi2Kio2rth8UatmfmC1GHdJOBFPUSpLCsWScUkqyEWt152pkkxqPkyoD3vVv+xb2uOT2TlHp22bcR7tSojrJ28OthZJQr0SP8s0qIw2NMh3mFXPpBJlrxGyCYhA0nKG0LHDsJGgq6zQZgipvHVW+5K3qGGQtQZBbGrFTseNLKweKEiNfH5ZQU9rBWBqGnRDR6vVwBtvfwPe8Obb8OhDj+DA/kP4jd//NGqNFoPVf4sVQCyrCGIJm0b7cPWGVXztkxUX4/N1TM5UaBFDf9HC5WODGLBIUaowkIwiCYdOzeBUM8Trt66EpcY4cXYKfTkLQ4P9Yo1MA6Z6GDht1oiuARrDMsYrbRw5PY1Guw0viDA6PIBVw/1Q2DOalKMSb9SQ9YEYb90wOxqWXhDjxcNnMDFVEVYd8IHY7+TILRojBGhpXhN0DDxebwq2ia898CU0qlXc8dZbuK70Qr2K1d6BvFi1KuZc+lg6Hpdu2qWw/sIA9pWD1V4rADrnYrAKeFIM0yyBGPXsxGnUy1O83kPS8NSux3Hz9Ttg9fejqebRhAqDwDmpjSWTA77ycJHTNawduwyDA8OYmZ1isKqqwmP1k5nH6kWtcdlBWQWyCmQVyCqQVSCrQFaBrAJZBbIKvDoVyMDqMnXe+egBDA8PMjRM/Uq5/Z+VkwmwjCIUcwXMzczg//2TP4ebG2F1IUEVAk/MzaKIg6XSD7u9KrXlwCoJOMl7jyI+BFhV0HRDKKaNf/+RD2NFXw6B47HKj/iKQvFJnPPU9drrDdFJlUZpEnN6bawHSwAOsWMGDGRjQNYFnGNDr89RPsJfkoALp5ALVez4RFW03dYdtJ0KNmzYxOAvCgj4BFi9Ns/KtEo1QL3eQqFgY2aujL5SEa1WG+tW5LkuQp0oasRf5OsYAbWqi2rN4Xb4ICSVno/BvgIGSzk4pKxFyNYAJqOLCH5EsDUUreuKDjmS4AYO5ABoSRJmDQmVggqfIKsOBq/kw9qo+Di3+xBqz+1DePYgJF2BR1YIqoJbrrkO127ZBptad5OwG2JZhmmyUrHlNtmXlTr+G04TqqFB0Uy0Wz6cpoupSouhFYEegqYESEdWjGBoMA9LV2CrBMRCxKFIaOf7mUBLurNkE3Do9Ens3v8snnniCeQtCx/6wAfxlp+6DU6bbBuISVG4lIpczkYQVNByZ4BYtOsy3umBgx0Ik1gt0O8XAZ0k2koMXnFvaNzQZkGb1I+uyx6L1D6dhkrZWlfBmnqwpqBRwMauB2sHPvb8TLy+AKgCtCZq1kXHJRAx+ZmARhKuuuS1F7VS6nkRXtVJkU+BZxJgJC6FwsGSvn0OoUt8UdOfcelIoUn2BQTTkkAhopJ0rCJ8dTvhW8n3bAWh0j1TWPmbjn16HtlRMDymuUaqTQ7uknkOKJKBWDIASWefXlVXEcUhg6qY1wAXqq5AAXmTBlCsADLDK4GaS0AAACAASURBVMC0qMUfMHWTX1PXVeTyefQVi+wRXMjnGbC6NCkInPMmTIhqtYyQrAf0JvqGB/H07j3Y/cQe/Nb/9QesaKZX6/iO8J3oVaySiJE8VkOkYHXDSAHXbF6DIJRx9FwFC+0QDYfU4EDRVLBj0wD6DfbCYAhPSPGlc2Ucmq7gtu0bYCoxZhaaaDXr0Ewbg/157gggawEa27wJRPVThTetEgd8fXSlLR88X148MYFSTsPGVcMcbEWAn15H4dCn8x90m51Iwp59R3DiXBmKZiRQ1e14n/7rYNXCN776ZVTmZvG2298EwzRYjS3mXxfSi3G9ZE72hGotBq4XbulfbkKIY5cHq/zaXInF513qsdoFqzKv1V4MWHYfh9jNT55BszLDftv0d+TJJx7FDdddAWXFKpTtFWjoFEqmIApcNBUTsaxhNHAw6LtYv34Mpb5B4bGaKFYplC8Dqxe1xGUHZRXIKpBVIKtAVoGsAlkFsgpkFcgq8CpVIAOryxT6maePw7ZN+IGXKFbZFFG06cYRAkWCFEQYKBZxYP8B/NX9X4EysJJBpGjxl4ViLYqgarKALj0PBiYsVBMAhSBWCqPoOFIykXsgZ7FLKhpuiP7hVfiVj3wAOgFQT6RT0wdbJQmyYbFfqvzrJLD3tCn3tB6naj26JHo9gkakouz13iSDAvIhFB+4E+bF3oLU/htBIRNWCZidrqJep+vRYOcl+G6MSrmKK69ch/mFFqZnaxgdHYHn+azirDdqsG0LA3nRyp4+0vZS0uXpmspQ1adP7ZBBSdSaLsE2NFiGgbnKArw4hG2aMCQVmiHD0skSQUBgVmpG9MEf0Im1BhLcKIKDCAt6iKoBeLaOek7BmZqPAzv3ovX80+ivTyOSqeaA73rIqxrGRldjbN06rFk5iqG+fg6Oiqn9mtS8slCNEmxvtQNW60oIGJUYWg5NPxbWELKGlufjpZdOwrDzMDQFBdtAf8FGIadDlkJEpIAj70EGPDJ0RQd0A9PNOr776EPYd3A/BvMF/Mxb78CVr7kMUeBDePMSiNNZ0esGM3C8OSDyhFqPOVnS4t7jHZl6QwpnXvFgAMsGn+kPxNhhbB1RoBdYieZ5ngCsrouAr0GFrmmJRQBBv0RRmqqxRa+8mBkpPE1MgBe1yCfvpav+FLNJqF3FoUmnvqh9HOOaLbdc1FL5if/jMzy7CErzORk0k28ygTYBtxfZHaji3x2DVB5pAuYFURu+F6DhtBAGMqrlaaiVCgYUFT7VR9UQOg5iy4a/bjX7c7JXsKEjZ+e45q7rCUW0GmBAqkCqHYQbEOyjMaHA0EK2xgiH3gBfzYswNPK8pU0EWWdVeyh5kFUVlmJjfP4svrXwFJwFB87MAuTAw0ChhA/cfjcG9D7IscoBSjx+Er9XnuKSCK3izY44wuzcDPL5Auy8DScIsf/Z5/Dwjx7BJ//gD0TwEgfzpWBQqI+7zgBUI3Eeeg+0cqwe7sO1m1dzHafKLQTQ2VeWaqDLMVYVNZgyGTor7N9M/sHHzs7g0Ewbb7p8DQq6zK9LqtP5Sh2tZpM3bwb7+mCQknx+AWEc8aYYeTGLu0RK8+RaJBnHJptA6GDdyn603QBFW2OvVAbcPaOpMw2kGH4E7H7uGI6fLUMmf2fa6EHqtZrC0OToRLFKo5UUq3TWgm3jW9/4OqYmzuGdb7uVrVEInv9rYLUXhl4sVOVNvfR9pXP8ArNG/E24AHzlv13d7ofOxgoBaeoekARYpfV2YWocbmMO9VoDkqph966HcfW1l0FZvQFTxbVoGzqKc7NoVqrwSv1w+vqxMvSxxXUxtmEz+oolzM3Pot1uJEF1pFj96EXN8eygrAJZBbIKZBXIKpBVIKtAVoGsAlkFsgq8GhXIwOoyVX7xxdNC8ReKVtHOI1agRxGaegQjVDCYt/Gdb3wP39r9HAqDgwwiheJMSZKTYw6IIkqQqlYJWtAneEUGe1Zyw2qihmXVaNJyTgoqboeFglo7wKWX78CH73kHHEdAGHp0LAcEFemo/noveTG8upAma0kRErZ2Xgt0AtjSn1O7LH3kphpRavbsbA2aZsFpOwwURlcNwPGAmdkmVq7oQ7PhwvMasC0Ng0N9rGRLgV4KZ+jc5yYqrEY0LWqLJuBLEIq8Jcm/FNAMA7VaA81mC7puwHFc9BcNFIt57qhmOMgsQKgg0+tleEYt8GHIqeOOFKNhSjg+28JTe57A3OnnYccthpGsTuU0dvKrjFjN158rYNXwCLau34ANo6sx1NfHAV0EF91AJI4T5Gm3WtyGTyCO7A8My2QVbRDLDHKqjRaqVcbHcJ0GbFPG0GAfKw8VJUIuRyYMEmQWj0mYazXxg5/swunKHAZ1E3fcdDP7upKKlOA3tYmrug0oIWrOabhehZV4UejCT4OY+FwCnArQslgl1wtWO8LR7qDn7zisLVG/uj6FnZFS2YHnCfUq1SiFkTSuVYVCplQe4+kj4XiJl2p33HUVrknAV+LJ2vtzGiME/9OfUd2v3XrrRa2T//1P/xKRpCGXLwGyzlA1Cn2Efhs+WVvQxoYqlODCfkAoUCUleV+6AVU3oJBa0tSgxgo8KYCqlbD7x/8M/Z8fxPa2i3owg1J7lDSPUDdtgve7vwa9ICEKBKjitSCBx3QNDSnC9ngncOjPMNuQoHoLCCINOVNmFfbU2l9Hq/86nm+hZECjJnZq4ZcjbrWnTZiCpOJ4cwqfGv8aasfOIT61IGCxauC3f/rf4+rhLeylTPeK5m6aAi/WJ6H07F0zGB5TUJwb4MiBg/iX73wPn/q934ekC9/UDlhl/9Hex+J/0zkHBgZw45Y1UCQx92mMMIzl16QvFp+zmpMdKyRgcnoGe8+0cMsVa1AyyCZArGFuHKLpBahUHTQaDudJVasVmIaGzZvWos9WOXmezy1TQBXdTAXHx6twoxDrRoo4dG4eW1YPoGiobMfCoXzc6k+MUaj16WekzN994DSOnp7hOQ5WmJPtgngfooYUjSW+p/lP22Nk30DPKeby+O63v40Tx1/Cz77zNraMobWb51MHTCdn6tlsEmrz5a0ALrRGX2hCJM0ML3uu9DgBWMXfly7YTcBzTJsAbvJ3kbb9JARSBJPmUahgYWoCQbvK1ifQTezd+Sh2bN8Cc9V6nC2tR81rQHvyKVQrVagrViC4cjs028BNnocN6y9BqVTCzMwMry1pJ8Nvf+xXL2qOZwdlFcgqkFUgq0BWgawCWQWyCmQVyCqQVeDVqEAGVpep8pEj46zMEx9suy32BOvUOICjSTBjDUVDw1/+xefw3MQCCv39HRBLH5rTY2NSwSWKqPTDIv2bOopJ3ZeqB1NglKpJCY6RMo/UjtWWh5tuuRXvesvr0aIQlQTE0uUznGGxWBeapmDk5aFq6sC5uAhJjNDS3J6eD9pLE81FoAtBTbLWI5Upffgm2BNCw/RcA4VcrgNc+/py6O+zoalRp170ngmgEuiZmqkKRZ6ssFI1l8vx+YqFHEp9FkOfal20oxNkJrBazCnsMUo+pQLOCKXrIosBAiyc+i78L0nXSu/1xPF5PL7nMZxZOAyYFEojYIyATqK+9D2FOIV+wOrMFUPDuGT9Brxm8yVYM7wCfYaJIBRqTnoeHUNqxbbTZk/VMAhg6CZMw0YUSqi3XFbBERyenyvDtHIcAmaZBkr9NjQtQtEiMCnhxNQEHn7qKcx7TQxbObzjjW/CqhUrGazS9ctyBM3Mseduoz0OP2jw+w/DNlwvYMjDIWwcckRBbPS1+J53xiqrC+l3FxgbHDIlakrjzwsCBEESKMbnE63YAW8uAKpM3p0Wv3+6LwIQpaJPMT96H0IxmNgG9PgRk3+ozF8C+hGUonbkubk53PvTv3xR6+SnP/lpqEYOK1augWHleCOEAJjnVOC4TfYnTedqOgbIFoB8XUmxqJK/rGlzS7ec74epkWqadjoszL64H8N/8zVYlX04tWoag0+NIu+riHN5VP/s01DW94EFj6lKOLHDEF7GKraGn0N45GuouBridhWIKTBMhURq776rUBn8NbQ1g/18Sa1O3rPU4s6hVJICW1YwbbbxyQNfRPX4BKTxMgNp2ky4a8db8Z5r3wLKqKLNCjEWeu0izl9DeL7IpET3cOzQS/jG17+F3/7dT8EsFDj5neapeDNLW9oFBE/PT/UkcHbjpetgkoqf1sAkaC9xWRDjI7mjHOIHsDL1qZfm8MbLV6Nkke+mQKuBFLP3KVQZjbaPc1M1TE3OAH6I9atXYsPqEmz2aw2S8U7q5Bhnp+tY8CNcvrYfp6bKrDJf1Z+DykQ3UXCTaJZ3AWQOraO5+tSBMzhyanoRWBVmBbSmiHm1GKwGYg1JwOqD3/0XHDt6BO/66Tdz7Tt/I9L6dd63mBedDaGLAKtL51YKVlMAfKFJ03uM6JlIH2J8pOtgutnEEB4SW7KY+X5IkYLy1AT8dhW1ahmRZmDvzkew/crNMFdtwJm+dZg7+CKulCI4coR628M5JYfha7ZhW7uJTeu2ZmD1olaz7KCsAlkFsgpkFcgqkFUgq0BWgawCWQX+d1YgA6vLVP/o0QlWzaTqrfSDJcO6yGdVo6EaUD0ff/iZz6Jh9nPSc9rOvhSsclNzT8ANqT3JF5BhTUex1QURaaiOxL6NBA48/My77sTrr3kNg9Xu9SSt/gmgYDCRJpR3QGuadN19synwWKTGTX79cppW5m6c4E7t4cJDlj+Qx0K1yCE6iS0l/ZwUmm03hu+HaLfaHDYVBh5GVgxw+3uqVqOXJghBXqHU1u+4MaamFvj3YUDHB+jvL6CvqMJ1I7RaDnTT6qr9giZ7jHLQWALsSKF2PlgVPpl83XKEWNHwwuHTePSphzBVPQlZjyEHAiIQNExDvlhJTMeRipW8Rh2H09gH80WsGVmBbWMbsWHdOgwNDnGgDgHcwKeoLFKt+fA9X7TKKxo1oAuoq8hQNAuNpodaw8HUzAIMM49apQ5N93D51nXQ1BiHT5/Co3v3ohY4WD8whHfceiv68gXxHmh8yJTKTVCZPF9nuEWZQmFEOjxBeHENYUjfU1BW2EmE7x3+VH/y1RQ+iynYSb/vlPW8GUOp8FQXqpfrOgyLW60mSKynGxYKhVwnsCv1byQY1xk7PWOWw8FIMpiOxWQMUwATw1UKQQoCNOpNmKaJ97z1Qxe1fv6X//QZyJqJkZE1UA0B62kMO84ctyGT0rDr/St8OFnlS7CNlLiaymCVgLiSK0HJa6A8Il2xUD99DoW/+kfY8UMYv6KF0okcBp8YARoSyh97F9o/czOZdvJ1k8UC1YQ3FaIQ/ZqCte1Pwzm2F21YcJuO8FrWVSg6QUVgeuQ30cjtgC+1EcFg1SexuSii6yNFbYQTWhV/uPd+OJNVRBNVtuDwowDbhy/Bx95yL0pKXrynpL7iOhY/0t/xJgOpNj0fp4+dwpf+8QH8+m/8JoZGR9H2aBNhebC69JwExTetGmGVdQpcyRaZVbFRJNT6aXBYJFF3OZotB61Axc2XrUK/LcAqB41JIlSK5huJSGnaL9QDHDk2hRga1o8WMThI9iEqECXHKRHGZxqYaIW4akMRIWScm6ljqJhHgTxD2LJAgkpzWCx2tB+BUJKw58WzOHxyalmwKoyphcKU/ZIpoImUq1GIvnweP/r+D3Do4AG852ffyupu8TeCePT5HquLIOe/0WP15dSrvYrVdINj6b3518BqZ0PFSzb2yMKBLFNAitUuWA2cGuq1CkJNx97HHsHll4/BXDWGM8U1aD7zDN6yZT20Ug6T49N45OApjNx6A3aoKsZWbWawOj09zRtpmWL1opa27KCsAlkFsgpkFcgqkFUgq0BWgawCWQVe5QpkYHWZgh88eEYoApeqQAkigdq4JQYr5TPn8Jn/9pewVmxkoJWC1UXAMoGnKaziFmBJhkqAcglY7RIlbhAWH7w5Ql3G+953L7aMrWaVJj3SUKpUscrI8DyoSj/rQpNF15Xwq6UgVfw7dbRcCtR6U9KFOpQhL4FHTjjvBnUJlRyp8ASQolZi8qIkTVg+byUKL4Kc4l3TtdEHaj8k/0w9gVsE4Ki1Nkbgk2rVYHBHoJUCrjg5WpJQzGlsHUBKQzohAd5U+yZAR3JdiSUDPYdsBZxYwk/2vYifPPsYas4kNF3tqFUXww0BZDnIK21TJxjlB6wqJkVhqVDA2pWjWL9qDcPWwVI/TFXlawpIMZr43hJkDlyHwSBr3CjhXjdQazThOiFmp9tQFA+bN66EKsfYd/Qwnti/H63AweVjG3HHG26BodF1JvdGlmFYeXh+HW3nHFtPKIotADjDa5LpRnwdBFgp8AhUp8RRMhWOMujkK+qq8ITCTdyf7n/TH3QnD9clioSC1XFQr9cZfgdRzC31BJVJuaobmrC/IADfo0oVI06MuY6VQ4+/qixRHYUnar3egKYaGB+fxC++7xMXtWR+9o/+H8SSjuHhVdCtXDLiYzQb83CcBr8P8j8W41n4rrIkmK9ZRkQ1N0xYuRzsQhGyqcHMmZA0E43JCop/9wVI+rcwv6WJgVIOxS+uAI6paN54Kep/+EuQ21RrYVkhFOpiY2FDvoHhmd9B/cwEXCWHZtuBTpsWmgTZsGA5DmYH3oy54r1wNQVBrEJXyVNEYsUggcJYi/C0fxp/88w3gVoAlxSrmoxQjTCqlfBLN9+Fy4Y28pyi+cObBiGF7CX2JT3rSLpm0awlsDp5ZhxfuO9+fPRjH8fYlkv4+pYFq+TRzHOxu8EhNjpSoJyscTwOE39Tmgtcc7E7Q9CRgGvOMHHTZaswWBBzRqVz8NiU4Hou9+7T5kQQKVgouyhXmqyK7yvEWLWiBI0CxvhlIpybbWCSwOr6Ih8/W23DDyKMDORQdyK4joeRfgu6RBsNdLupzsDTL57DwROTDFalSEDTLiBOFaspMBYqcYbEUcBg9eEf/Rgv7N+H97zr9q5ild0+hBK799FVqwrw3gtDz1+XLjwFep/3/x9Y7VoBSJHKilUCq81mDaGiYc9jD+OybRtgrd6IU4XVcJ9/Bq9fswJGjoIMZ7Hr6BnYN12H15kFbFyzCX19fR0rgNTmJrMCuKglLjsoq0BWgawCWQWyCmQVyCqQVSCrQFaBV6kCGVhdptD79x/vwL5edSe3p0ohtFiGaedw4Mk9+OuvfxOllZsRRV0laQoU+CQ9YDUFiKxY5ZRwSeSF9DzOe70gRn+pH+9/310YKPUz9FmkfiU/QkGmOo8uYGU0cj4gZlZ7vkotPY2Auuf/PlWT9QJa9nsVVDd5fWFWyGpfspMlSRq5HcoExwi00JMF7BT1oJAsshKQsbBQZuuAoaFhBnR0Sgr5oQd5JxqaBM8PUC5XGeg4rsc+qwMlG6apI0p7rJN0eXFBKexIGWMCtaiF2Anw6JNP49mDT6IVzkPVTEis7Oy2wqffEwij+5YCb9EqnMDWOERIQUWQkDMsDBT7sHJkBFvXjmHlyiEU8zmBZUNSiwoAqWkqWx1QnUzLEvngsgzPI4AXwDJEvZ7Y/xz2vnQEXtDG667cgTdedwPbSERUxwCQNY3V0gvlE1ioHOCwNEUtQVWtRMEokuUFtxT3lGwCeu9vZ8xxc6+oGf9vJ0mcbmnaqN+9zcK3teu/yFg0ElYQbfpyHAG+yEJDpYArk6GSZWgiuC1RO3bHc9pOndQ5eSm6HRSORm3vlBR+6tRZfP/BH+K+v/zKRS2Vf/rZz7KqcWBwJaxckQPPCD63WwusWCX/1u4YT4Ll0o0Onm8SFE2Hbeeg9RXQR8pVAuU5HY3pKnJf+Tzs4oOo9Zdh9uvIPVmE/nAJXn4E9f/8S/CHhjo2GKlyl2q9ffQw8ic+i8pkC65iou470P0AkhpD0UzYfoSWuQLjpV9E09qGCB77vNIuAYEtavcPzRgPtQ/jq3sfhNQCnMkyZAp9MgArkHH3tp/CHdtu4s0HUgDz/EsAqLjt9O66aWF0T6ntPnADzE5O4fOf/wJ+7kO/gCuvuRr1ZgsKb2LwQrfoXoTdFKvOz3n9SALDEv+STp1Fd4CA18IaQCihyWOENihufM0KDBZJpS5D656ROv/RDoFy3eHxrUjg9WFissretGNrV2JkMAedgCiAibKDiUoDV64vsUKeNmlOzzQgGRZqrRih62Hr+iKKGktpu2D14DkcOjEFlYO9umCVLoWVqTyGUsUqbQ4lYDUMUMzn8djDD2PfM0/jznffwXOANhgYmy4Bq4uhqrAZSOdjd04mK1tHnd9dqy+0bnPnQ2ct7K5ty63xy3mssgVIolhVZFKsymwFYKWK1elJhG6d55AvqXjq0R/jNZeuQ37dZpwqrIHz3B5cMzoEy7YxPTuNvccmoN18A262S9i0diwDqxe1mmUHZRXIKpBVIKtAVoGsAlkFsgpkFcgq8L+zAhlYXab6+/a91PHAW6xaleHLIYwQ0KwcHv/Og/jmrp+gMLwRUuQK38DEgzKFRdQqqXDwjviiB33AT60ALgRWBQwUKi4Kulm7Zg3ed8/PQFPtRSqwjhqM09zTD89CSXoh9Sq/dqpqfVmwemHomsLQ3g/44nyiPZcVqvzaApZ22/LFzxieUPZLSIrAHp/NJGiKPrg32zHqjTa3k5PKsd1uoVgswrY12IaOar0O28ohDGP2V6WvgT4LhkkhRKTEFC/LnbwJ+BRAWGSyCOsCoaSdqzv40c6f4ODxvQiiCgwlB1/zGB6QgjC9ZwKuCugox4l9A0EFppCcD89BVuK1yX9UgLl8pGJ0xTA2rlmDbZdsxmj/IDRZgReF8OMIgefxxZJKz3Vc5GxSPQqFbhwprN59dO8zOHD2JIKgjTff+HrccOWVrMol2BX7MXRTh6pGODfxDCamn0TESrs+yEoBkHLQVPI6FZ6OQgVGgVdiEyB9dMYEk56ee5+0bPPz5LAzxDobA6RvJdFt4r3KauxkjPuhD8dz0Wq1+R75noDpBFgLOQGWWL2azAs6llLuhaI7USyS3QR5fEaAYRVg6DaazTb+5TsPQlUN/OdP/fFFrZ9/9sd/gihWURoYQb5Q4tcg9WGrOcdquyB0F52X51kKkclzl8aApjFYlfv6UdAt6PkcVEtGbaGMaN8DWCk9iGawwAFjBaMA9b6VwLiG+q/cjeZNOzobJPRCqWfyVau/j9zBL6K8APikfpUcmC7BRS4ENDmGFFg40f9uVI2fQayUISs5ugFQoENSFDiGjwebL+Lbe34ANAF3pg7ZJLAaQ3ZD3LbiKtxz3e2wzByPBVWleSM2H2idWvrgNn05hu/6KM/M4fOfuw/vufu9uP51r0XtZcBqkMy/dK1Ix0ZnoyKBp3yvO8OO1pFkg4aUoqQK1WjDJMY1WwbRl6dNFhU5VeWNCfLGpblDalrqMKANBrJqaPohjp5cwOTpaeTNGFs3jaBUFD7GC+0Y1VYbl28YYjCoKyHm2jKOTrqoN2LEgYdNq0ys7ZfZRoDGLG0NPX1oHAePT3bAqvBUTa0LhGL15cDqzkcfxd6nd+Oud7+to1jl902AsmfOvRxYvZCy9V9TsHJHQaqMXqJ+7b3Xi85zAY/VpVYApB6PKZQvsQKQIwWVmSlWrLpuGy4kPPXIj7F161oU12/Bmb61wIH96AtbvBkQtluYKPto33g1bsr3YfPaDbzOU3gVbcxkitWLWtqyg7IKZBXIKpBVIKtAVoGsAlkFsgpkFXiVK5CB1WUKvv+5E4tUnunTFHjwQF6ZKiwEuO+Br+PoZA2RrEOmFmuZ2leptdaHLotgKgJgBA+o/b8XdhLESDWei9plWeQq2oPpg3+r4ePG667H29/2RoSBAE8dIJbAUQEQLwBTGXqJZ3dfbbE9wNISiDOdD90upG5KjyWfzfQhntcFNMt98GfQeZ6hKwEeWXiytgma+ghCUo2pyNkGDF1FuVxn0CJUXwp7ixasrsK29/XoutJwsF5PT1J8hlBx8lwZP979QxwfP8DwSlVihEl4Va9qlc7pBzK34NMYCEMHsaTAjzVW1CmyUFqSlpHOTRBOlRW4FEhEMDmM0V8sYnRkJTZtHMPG4RGUbAqpUhEGIQddEZjRCDQmST7UBl31PPxg106cmZ1GHLVx1+3vwKXrxhj6UrI5PSgQC7GHsxM/RK16GK7noeW4qFZ1NCMdBvmclkocAkbeoJqhQJNCVkzzWEq9f1MOTiCJ7Bgi8UXen6RCVckGI/XApOqR2pQOJ0+GWOFgJ0qaJz9PUqOqCkFWcCt3u+2xgpXgKumFCazTKCHAQm395B9KIEWNSfNL/qY+DFLekn9orEBTC7Bzg/w+9uzZiz1PP421a9fh//zlT13UkvkX/+NvYOg6bCsPi6wAYuF32XJqaNTKCMJ2Zw5wjVJlYPpqDIAVtnMwiv3QcjmYtgndLCJoVOCc/ioGoi/DLVdhBRqUjTq0QzqizxWhXPPTOPvhW+FSAJ1CYWkOpCCHnOXgzf2fxcThU3CqDpCz4JI6HiG3/BuRDUmbhR7IqMmX4gXrl+FpCvRIh6Ll4Wh5aHEVjh3ivtldeGH/S/BabURzVUi6ikiVeRwOFvrxiZvvxCXaCGKdxqAOl2LmElVj7/rSO6dpg2h6Zg5f+Lsv4M0/dRve8s53oFyrQ2GLBLHC9D7CRYr3ZEMp2YTpzFFeN6SEpdJcPd9fl85Ja+olY2ugqxFkVYFqm+QDgmGdgLKEctOF4/rIWwZslWxWgEo7xLGT46gs1NBfKKBoqDCVCJMNGXZexvZLVsNSIvZPlWMZc06AWiih4gCNmoPVgyZWFxUY5DssyXjuyDj2HZ6EYsi0xwApanTaBMS8SPymeeQk/qqJFUDetrD3qafw+CMP4e47385zUrdMeJ4PRdWSzZ5elXg3vIq9XhcFjKUbRqkdwvJq1Veifu3dZ1u01vNGTffaXF6rYqgSeUWzaB52fhBSJGFhehyhW0XboY2rELt37cTGNSUUN23HVPfJYQAAIABJREFU6eIoStVx6GfnIMkeCrKE066L+sZt2F7IYcs6YQUwOzubdCvQ+iHhdz7+8Yua49lBWQWyCmQVyCqQVSCrQFaBrAJZBbIKZBV4NSqQgdVlqkxglR5LIYMU+wgVgz9Uot3A397/FYw3IqiagTj0WTFGjyD0BLgi1SYBjQSipucjyCrayhfDUFZ0sppVtF5LioZWw8Obb70VN990HQc5da6JGUQSTLXUC/YCytQUrPZ6rl7o7TNrS9rne9//y4HVVMna+YjP6r5eJVr3lZY/TwJ0OV1ctFtTazMFP3kBgUChim02Wqw8EzcohmXqGOgz+Z+p8i59Nc7+StRa/DvxJH5/fqTi8IkpPLr3xzgx8SJ7k1IIDsHY3vN0vqewlsiDFrWwfdtmBoGnz06g2nTRDqltmUChxkpY8gSlV4lUASVUgjcE0ijV3jAwUihh5eAwVo2u4P8WLJsVzDRmSE2rkCJSVnFuYQ4/3P0EpupV5DXgzjveiQ0jo9y+TKCL3gupOMOojvHJh9BsnkDgh2i0HMyXY5R9icFhX2kAuXyO1a3kI0vBawQ/U7VxagVAfrFkV+AHAYdvefTlefx96Abso0u/i1iRK+rte6RNk1kZaxoWbEv4qRI01lQNmq6B8ut9Asi+8CF2XKE0pp/RPdE08l81oMtkOUuAO2LrB1O3YJlF5O0BWPYAzFwOjz32OObn5/k+/eav/M5FrZNfvP8Bvn+aZjLYZTeLCHDcOur1Cny/JXwjknnUY3IhxhkrcxOwWiglYNWAZhQRtutwz/wzBsP7EVXLCDwJhbVFtrGIH5NRfW4r5n71w0CuD4FHfrohwljDCquBGwp/gvGDpxGSSjVnoc1glU1JocY0xn3o8OEoAziq3okF/Wr+GQHoQMnBkiOUrQCfO/cwjh0+Aa/lIJqvQCI1N4PVCIZi4P1X/hTeuvUG+J4ETTcQUCYXqc2TOXshuOqGPubnK7j/7+/H9dddj5+9+25U6nUOY0sm4yI/ksVgNVG1d7x0e7ZuaL7xYOLCLtlsEf+WJRfbr9iKkYEi35VKq4Va0yGNLizLxtx8jcdD5HuQI4qfihEpJmTNwPzcAmI/wOhgiVWSCw5gF2TsILAqR2LnKZbhxMBktYHZRoRGy8dIn43RgozBnIYIMvYfmcCzh8YhazFk8vuFsNPofnWDt2jbhryMRcBcgLxt49m9e/DIj36Ie+56J1ti0GZCGrCXTKbOGpauZfwDfj9d0NqBnMJQpTP+l9/AWmrrsRjgpifo+rAuPqdEIX8JWKX3Q2CVHrQxSM8kx3ErPwgq5cL0BCKvhlY7ZLD65K5dWLs6j9Km7ThXXIlVzgJWtcml3GOf6ZfKZUwMr8cNK4bwmjUb0ddXxOzsDK8N/PdRlvCpDKxe1BqXHZRVIKtAVoGsAlkFsgpkFcgqkFUgq8CrU4EMrC5T5xSspmAlfRq1fkayBsJm9fk5/N0/fAO1JJmbfPYIqtGHUAouIXhKtI0UVr2KVFJYpa3T550/ha2seiJFmwbHCXD3e34Wl2/bgsBPwaoghl3Ier7SS/yu+zwWwfYGWZ3f9StA0gW8VTvv/8IOAYs+4Hc8EtMm+SXHLAUAvdfEYJnBqoBX6YMAAnubkp9i22VA57mUeh+yarC/aCyCEmnoEoPVHiiRAgsqg+PL2HfwOJ7Y9wjOzL4EhRWSIjinF5h0LkJSuM21qLTxwbvfidGhfkzNzOHEmUkcODnJoToLlRZafsh+mBRKFcshdE0TqlWCYwxxEgUzBSBpKgbyfVgxOIQ1o6NYObICBcuEGgKGbuLomVP40dNPYrJZxYZSCe+54x0YzBXhBQFCQYzZY9bzZjE98zhcdwJBEKFab2N2vo2Jmg5dN5Ev9CFfLMK0CP5psHVdtOwnalVu8w1DBEEIz/XhOKJ9n/5Lrfye6yJ0Aoas5H1LFgYEPQj4uX4TgRcyqCUvyb6+HAo5GxYDVvJUtaDR6ymqaO+VJXhOwP6rdG6XYBhDSguGTlYBLEaErpJKuYThwVUY6F8NyypC1XQ8uftJTE5N8fGf/NjvXtRK+aUHvsbvX5E1hroR+RnEQNttoF5dgOs1F8+V5FU6QzlRrLJfbLEEzc7DsHVoRgGx56J95vsoBX8Lu11HzXFRWmHCyCsIKhJa+4o4u+Uj0Edfg9gPIas+nFjBpaVxbI3+EqcOn4GmmICdQwsBNLrOkHyVgcjTocsOoMWYxNU4Lt8Ll+oqB4hlHUXNxmnLwd8eexBTJyfhOy7ChSpk24CkqYja1GKt4caVW/Grb30/gnrI44egK6XBiTXiPBm5CJbzPVSqdTxw/wMYG9uID/3iL6K8CKzy6pF4pCZy9HQzQ6wsApymtUxU9mI9EPVf5ELRE8QnRSHWrl6JYt6CF3io1ptsQ0DH0NiuNx0eG57jAqEvQtok8h62eKMh9DwYKkXY+4hUA0NDNq7dug62ErEalsBqhBCzDQcvnSuj7QMbVg9htKjC1kiZKeGFIxN45sUz0EyqFR3TZo3uhcBqDNpQ6QGrloX9zz2LH3zvu7j7zneif2CAgXaj0ehYYVwIjPLPEurf2fxIYC6VkYZt72OpQjVd77r/XdyN0Pv7C4FVcduSYK7E4iZVrAqwSvryrmK1PDOBmEP0aLxGeGLXLqxaZaN/0w5M5IexrjyJoixz4FrcbOO5dh0zw2O4MZfHtrFNKBYLHSsAYR0h4Xc/fnEBdRe1MGQHZRXIKpBVIKtAVoGsAlkFsgpkFcgqkFXgFVYgA6vLFGw5sErkIYICU5Zw5vgx/MO3fghPLwBxwECOP2xyC3XA6lUKxUm9BRmmRgKG9npS8mdXTstOQ3ISu1SZWqZjyIqBn/+5e7Bm1QqEJC1bEjzFxzIw7YLW3sT1jv1Aci3p66Xp7+eVgBWr58MVet5y7aK9H/AXAQJCDxfwD+z9QN99ffoAL3xQGfRxAHsCWUkBxqpChdv/qe2WVKu+71GMEAz1/EAWug7W4PWA3RSC0PtrujF2P/sidu9/DFO1U6yspA/y/Do98KKj1ooV+I0yxgZV/Lt73gEdAkqVaw2cnp7F6NoNGJ+ex/Ezkzh28gwcL4AvCW9TtgmQFaiaiN2h4DB6LYbwBEkDAsQ6hgb6sW3dGFYPr8LK4WEcOHoEu/Y/iwW/je1r1+KdP/UWmIrG/pyhQknwMQxNR6N9EvMLexAGc1yXatXDzHwZp2d01BstuH4A07SRL+Rh5ywYhsqKsDSZnq6JzkngtN0mmNpKvFHb/G9qWZYDCSErWF320iV1LVkS+B55oEZs02BbOixbRT5vCuWqbcKyLOQtG7qhs4qV7p8sGfzeXd9Bo9VkRayiacjbeehkVaApbDXQVxjC2PrXYOWKdcjnBmDaFp7euwc7d+3EmrVr8cv3fuwVLnni6V96gEKvaCzp0BOwSnYHnt9CrVaG49QZrPbOSR6z6asRjIPMdhRmoQg9V4BpG1ANG1IItE49ipL/5zC9eVTaAYZXkn2IgmYow1BUjNffi0bhBiiSCi9qIJINXLdyL0bnv4YzJ2ZhF/OIdQtOJIC1FsQIyTagLUOVfBhGjEbcj0PhvZjTt0KWSTcYo2Dksd+axxeP/gD1UzVWe8fVBiRbh6xr8GsNqIaBIcnGJ+/8ZQyHeUo/4/ArEfzU3W1J1w2qAamp3TBAvd7CV7/0FRQKRXzsP/46Fuq1HiuATnGSugmf6PMeycYJ/VzEyKXKdlHv7qPrFR1T8hZD2iQ0igOwCG4SmFbg+1GyESNBV2QResXhV7SWie6AKAj4fQRhiNWjJdywbR1sNbF0JY9nhHAg48i5CuaqbRRzBi4fG4TM4VEyDh2bwp7njkOzKLxKhRRTWJZYd5azAhA/D3j8H3xhP/75m/+EO9/zTuQLBRFelawzukqq2GVa+lM59RJFPt0foffuqlnT2i0LaRObl8V1Fkd1A67Ev9Pn9CpWxZylDS3aJFL4bKFE1grCCqAyO8mKVdcjm5IQu3btwuhqG4Mbt2PaKGHF+GkYpgSd/KclDbsbZVSGxnBTaQCXrB9DoZBnKwDyWBWbkcCnP/EfLmqOZwdlFcgqkFUgq0BWgawCWQWyCmQVyCqQVeDVqEAGVpepci9Y5Q+diXoqjTAqmTp+smsXvvPYXkh2PxCQS6EElUKbgpChjKQqhAOZxnBAT4Ire0Fr77nTD7Pcss9t5TJqjQZWja7DBz9wF4p5UtZ11a+LLl3QyM6POjC187Nuorv4EaHFLozsPVd6na9oACb0sidEXkADhnddcNJ7zk4SOf+wp+26k6ydQhc6BymByc6UwKeor3gtgqwEOkR7ai8Q5bP2KuR6fAJJTbxQc7Frz3N46sBjqLpTbOfAQJdgiDjZ4oAnWUN9dhI3XDqKe97+RkyfPYl8YYC9Qyv1BVy67XLEsoa2F+LZ5w/AMG0cmyhjZn4B9VYboaRy26yiGSAkwQ3UDI8JsBIopt9KMGJgoFTCyqER1FoNTM7PwwkD3HzZZbjlta/ndm4CKvRFyJbSzivNg6jV9gNhHdSpW2+GKNdmcXbSwezcAsqVOsMhK2fDtEyYZg6U6s3wQhb+vxwSFTockhXRayTeqrQ5wONR0thrlZStIlAqYAA7ca6BaqXBalcC4QROCRJrugydbAcIPpo6TJ3UoSqHfOmakqhYZWE3EJJqVYapCbsCgqvU3j40sApXXH4dNqy7BAW7n2F7tVrGg99/kIOL/uNHfuMVDdP0yV964KtcfPKE1TUrUSlLDFar5Xm0e8AqHdMJWEo3QXhI0/vTYebz0HN9sGwNsmFCik20Tu/GoPtfoUfjqDd1lAYsRFaLbQFKsoEF9Y04GbwJqkTq4zZsS8H1I9+BdWoXpuaaKPSXELKHL23MRFAjhcGq7IWQwxgahSopEs461+Kw8g62J6ERUTAt7LLO4hsHd8I700JASteWA1BNbROtuTJkU4Pkhvilm9+DW9btQBgrwsJEIe9QAeqWqlYJt9K1EKT/5te+ycrQ3/q930OlUWeFOVmdpI/zoV3XBiCdo2Kypsr0BFjTS1No2wVC1aI09K8TlCdgPqvjI1I4awL2J4F4HX9kVp/zG+LxRaFwdK0rhnO48dK1yGnkM0BTXbS1l50Ap2aamKu3EfttXHfZBlTnp1EolDA5W8ceCjXUSUVKGxMe22bwOrPUY5U22kgDGwYMfwmsHjl8EN/46lfx/vfdhfHxs3xvduzYwWpaWtPYLLrn0akDjYElaxGvc0usABbVNjnPUgUrB2z1ANze10vB6nn3b6nHqu/x/BcQXkIgSQxWyaeWwCorVsk7No6xc9cTGF5lYHTsSsyqRQzNngVaTQ4Sg6bg2XMTqBXW4nWbx7Bl4yWLwKoIwYszsHpRK1x2UFaBrAJZBbIKZBXIKpBVIKtAVoGsAq9WBTKwukyll4LVFDZQ0AmpC1cUbPzTN7+Fx/efgJYfAAIHESVsJ2CVPxOqMoJYKHsYLSSCpDQFXXisLlZ0pR9qCcMquoLZuVns2HEt7rnzZ6FSYgrEh+8u+CBQwI3vLwNWhWo2fX3BJkQS/YUeKQrtVawtfk1x1IVUT+n5EiFX8uE/sSRY5sN++kGfW7Mp9Ig+yEcxKFWceAP5GwrP1cTRj1qikxcgz1lZolZ7ATiWgoRexeqi640lTM3VsGvPPjz14mNw4gqnjzNuvlBQDEPHEM3yBN5y/Tbc/fY3ol5egKrncezkKQ69It/EVtvBipWjGD83gS1bt8KXdJwdn8Lzh46gFUmYq7dQbTrwo5jBIXmv0pihL5LKEuSMuCtb2AZQTagWBETeesMNuPqKHQhcFxGlcUchdJnawGOUG8+j1ToEKW4i9CU4noqWN4t2M4LrBnDcUIRLsWpUtL8TWKV6E4wiNa0A7pEI3xJGu8JJIt1UCAkHE9BK7k/goV6r4eSpszhzegLT0zXUGj5c6saOhZqVfHEJhmsqtf9SCJUMhQLHyDuUVKlsEcBpXwngpbAtDZopwqxWjKzBddfehC2bL0d/cRh+6HPQ14mTJ3Do8CH8xkcvzmP1K1/9Oo8VWdbYcoHAGo0xP2ijsjCHVrvWUaxSVc4HqwIWUi2NfA6GXYJpq5BNEwpyaJ3dh2L7j1CUJlCveyjmbPiKh0DxUPQ1tPsuxQnvbgTeEAO4wUIdV/V/DcHxg6g0AxQG++GHdN+ppZy8mynCCjAIIgYhAjWGpgNtZwC74nvhSsP8+5yl40facXz3wD7IU034UQDVDRBZKnKFAmozc5A0mT1Hbxh4DT5223sRg8aDjpB9VrsrQqqip5+Q0tOPYzSaLXz3W/+C6alp/P5n/m/U26IdX4DVC2+giDMuA14TuMqKd5p3CdjtqCXTjSFar0ghyWsoKbW73tI0ztjSgn8lg07BSvdk3gi/Y3Y6YBgfQsbKoRxee+la5HWh9qdwKtoYGy+32Qqg3HCQt1S8fvs6zE/NwrRtzFdd7Nl7GLJOCxNJXd0O8BQbOiLsjWcRdzCEDFZpPaXwqmNHjuArX/4S7rrrXaiWK7xxtmH9OoazrJSnboclNiysmE48oXvXYHrPDHNZOb28YvV85epiK4BFEDsJLzv/fLSFI7ohUsVqClZTj1W7MAQFMiozAqw2fYp4lLFr5xMYGNGwetMVqCp9KM2fgVutYOVQP7zYw+lyE6daBl5/xaXYsu1KVtSnitUMrL5a/zcwe52sAlkFsgpkFcgqkFUgq0BWgawCWQX+ZyqQgdVlqpeC1aXqKUlS4YcN9rn8/Oe/jBem5gDDhBUoiGSCUpSongQtcStqzAq+tLk+bS1O28MZrSbwYNFrMc3QMbuwgNtvvxV33PYmRH7AClABELpItkeUmvw8MRbtog6GZqk9QCJYXbbdv6sxvbDf4r9lwPXyAQEd0qO63xMwIKvCSI6hBBE0WUJY0FE2KaUbGCRo6scIvQixF8CJAoSs7pRA2fEUIMPKTVKckXqToBMxFgqx4aZhei1KCJeI9DElZDBIkFRS8dLpSex8+gk8d2QPZINAjSK8FhOFVqp+TfV2PgGa1jxW5WS84bXX4dIN69Df14dnn9+PlSMFrjFbE8gqqtUGVq9eC9eXYBg6Tp0+iTVr13Ab8rFjx7Hv+DgaQYg2BUNR4rtVBNwQhiIjZreA1C5CWAUQwLvrDbdi3drVCHxPAGtSQksaZNRRbTwHxz8NShAnkRyBWfIJBUMzE7puQ9ctVuWqCgVKGZAlAqoyA00G791blNwvoR7ktmqqHIGqFOKQwjb0UKtVMTF+EpMTE5ibL6O8UMPCQou/ylUP9VYM1yX4rULXdChqEkYkOwxOqR1a1dTEZ1Jch0KhV7rGv+srlXD9Da/F9dfcgNHBUVb5latltiw4NzGJD9/9K/+W4Xjecx742jdYvagZJkzNgk9K0Jg2QlxUK/Not2ocOsTWH7GY1+QPKsSPCXQm9bGiwOLwqjx0S4Oq21AUE87UAVjVP0dJOQSnHcI2FISBxKpETW5DKQxjKroT47UrWKi4IX8Kl/Z9GQuHZhCpClsBuCEpA31GkjSmSJ/MAktWVJMNhQKEKva334DT8dXk/szq+e8oJ/CTF59CPNXieUXD3zUV5HQTrUZDBOlFEfIe8Jt3/Dus7lsPSdMEUO8B6b2qdxobNNfqjSYe+v6PcejAIfzRn/0JGo7L40KsR4vV6YvXtW5QX6+qPfVj7i4PBO57VavdVnc+H4e6JRtVfB8E7OsZuh2FqvhZ6t8qlKsEXMM4xMqhPly7bQPyhkKnZMsQ8goleNriTQhSVUvoy+moVpus6q3WW3juuQPEbhkUk2KbzQxofUsgLm/K8PcB+7wSbGWLBtvG6RMn8Y/3fwH3vvfdHNRGGwyk3hYhcInNbK8TQnLtId9rDQp7PHv8nkjV3XSabBXD95PqQOSYH+wEfkFIu3gi9K7LZAUgNqc6tUzrSt0QyYPeD4XXib9j5EsLBHGMfJEUqwoqs1MIvQbPT0NTsPPxx1DotzC2ZRtc6LBm59FuTqAaAsM5A40YODgP3HTVDmy5bAfy+Txm52bYCkDY5SDzWL2oFS47KKtAVoGsAlkFsgpkFcgqkFUgq0BWgVerAhlYXabSS8FqVyGqQFYdKIGEv/7rL+NMu41Y12D5OiSieklbqPCHE6hKKG/EIwWrBI0EsDsfrKaQy48VlGtVfOD978Zrr78KXpupYedci9r9WdWUorFEzZU8U06O6W3vXdrq2wtBlipW/6cGY08gzVI1KYFVsowNFUDzAoaKTsnAo0aIquTBimJskAxsihX0B4DsRPDckELQ0aIP+KQGDiPY5GmpqwIsJIoxgqRUKcIQDH0oRKzHYiCEiuePnsbOpx/BiydegJETZovk1xrEfJS4VwlcYIsAKNDdCoZyErexttsNDI2M8LnvuGYbxjZvgmFZOHj4GBwvRi5fgtOqwc6ZmJ2dxuaNGxmk0CmPHj0BK5/HfK2OQ2dmMFV3WFVKEJjAYmoXQZYHvu8zcPjgW25HqVRCEHiJ5QG18GuIwhnUm8/Diyb5+qOA2vg9+H7I4NAyc7CtPmiaAKsU2KSqZHsggExnfKat2dxm3FUAi/smlKppXQgo+YGLer2CuelzmJ+fQb1R4zCees1BeaGJiekaJmeaWFiowXNF63dMkEYmr14RTEPzgEAZfc9txVHAwEkmJa4qc/jVlTu249ZbbsGWTVsRBD4qlQrmFhbQbLbw8V/4rYsanv/wla/DsC30FftZtVor1xD5NL9C1KrzaDVriAKPDX8ZWDL9SvyNeyw3CMCZ+X7oeRu6ScA6z1YP7dnDyM3/FfLKXgbLhkaJ9TFUyYKqu9AsAw28CYcat0PSPFxeeAar9e9h8lAdub4iFJNsI3y2FaFtGWaXBPuoNjwuI66hpsg4216H5/2fRpC3UIGJb/nP4sXjRyFNuZCbHuKcjiBnQDUNhNUGFALyiBD4Dj541dtxy6bXQlJ05GIZPvtTdDdU0nVBKFYjNFttPP7Qo9jz5NP44//+53DYHzhRxLPtR9Lev0R5mS5bYiz1puaJ+967NvSC0lQB2lHy85gV47b3OsW45P8VYzQJzusODgFleX0mf0/LwLrVK6DS/Y0DnitRJMNxqC2flKdCbUozod12ECSBdnUK60q8hcXrCIApjkkgK8NV8oIV4JVuXs62cO70adx/3334+Q/cBTufW+Srnf5dSO1ROps6kgRNVlmJu2fPHux64gnohoYbr78WN7z2ejSdNofVEWpOz0H1JAua89Wq3WosVcZyLXvA6qLf94BVuj6yLOmAVUmA1VxhgMFqdW4agddA4AbQDRU7dz6CYl8OY2NjYl0qNwB3BhNujDUlG04Y48WyjBuu2oFLt+1ALpfD3PwMg9n0b+inP5GFV13UIpcdlFUgq0BWgawCWQWyCmQVyCqQVSCrwKtSgQysLlPmC1kB0FPDKMZAv4Vzx8/gb+/7J9RJ6aUb0HwZktIFqzKFwYiP/hzywx/okw/epHLj9msCBMu8Pv2OvDopKORXfvUXcMnYGrjNsMMklkLS3oAm1l/1Jmr3/JuvaJnUbwYFDGhJCfm/bvwtBaodSBJJCBQCHTE0P4Cmq6j3aXhBBapSjAXJRR+17UKFDqAUyciTv6QnIReQOpXgnodW5MFwNfhSjEASSJDhEwuthHciafyopkRf1FiCGwBPPX8EO/c+gpMTxzpgleBLkPi1cq0SKRnVzGnU0S838ZGfexdKwyN48fAhHDl6GgeOnsBQwcboyDA2blgDz2lj9cqV2LBuHfuONpp1zM3Poq+vD7NzcxgcHEFtYRKXb9kIWbVweq6Fh556AWfmFojCM1RM7SIYrHoeRkZG8KHb38bq5xRssAIPCnzvHFreIYTxHP+bFK4EdcgmQTct2HYBtlVksKqoBFZ1fo0UXNAxS1XTKdgRieCpgrD3+xCe76Jam8fMxFkGrK7nsGLXaXtoNBxW7S5UaqhUWnDaAYKQIJbwx41g8nukuZEGufEcIe9GUi6T0i8JIRoeHsaVV1yNK7ZdDdvKsUqvXK6AINcvvv/XL2qgfuPB76PYV0JfsQTPDTA9McOKcFmKGKw2G9UErDKiEvXhNDWxEdIZw+Qnaxehkc8qe8PaUDQT3sJJGDN/hby8G74XcSu9CIfSIck+2yDI2jocan8Udfh43dofoFh+GuOnW+gf7kekUIt6xEF4JEGmOpHaUicQnYBVar0ma9SGn8Nj5bvw7KSB/itNfLP+NM4enYY05/KaI/N1GfD6LWCuxipKWCokz8X2wS348I63IacXkFMt+Ek6Xe/GEMN3SYIXBnBdH0/ufAIP/fBhfPYv/hti8pH2F4PVC0I73mBJx1EvWBU2AjSWO76oPXdUqKQFuGQEK4nxwrYDdBCprXtW0Qu9tgjQ6m5IBbKJMPChkpA98oVKXSamztJVfggLBrIfoGtjXSb/nJTjNP+6Lf9ikyMFq6S2Fb8LOdiK72FIimUTE2fP4v77/h4f+rm7eaOkM45400b4Jac1Sv/LvsO6jSd2/gRf//pXEIekiI8ZZr7vfe/DNTdcB9/1O9cj5rEAq+nj5QBruubzWrdEsdo5PtlkSZ+brj8Ee4V2Gsjl+yFDZbAa+k14tKmja3js0YcwWLSxdcNqSH4b42emMGgAbdVG0VTQano43FZx5bXX4NKt22HbdgesputCBlYvaonLDsoqkFUgq0BWgawCWQWyCmQVyCqQVeBVqkAGVpcp9HJg1Q8jbFg1jF2PPoF/+NaPgHwRMqlPfUBSuy2s4gO5ADJa8n36YbwLVkVI1SK6SgCCPmRLMhotF1bBwic+8UvoL+TIxhXUrd776ADUhBsIZir+0fndvwpWU+iQKGzTTuf/RYPwQh/sBcCltnvyNyTfyACKoaJcVPAYtcLHQD6SoJJNgARY5IwQAw4p7SQJehyjGAH9gYxCDBRa5IFKKryQv6jdl96ss36qAAAgAElEQVQV2QOQ2o+CfmJSsSaBN812gCeePYCdex/FbHUCqkkBWERaKIyF3BYXiYO5Eu12Eyv0Nv7Dz9+JnG2yYnBuroZnDx2HPVzEAikpZ2cxPj6BUqkfW7ZswZZ1G9Bo1GDqClaNDqNercJ1XCw0pzE0UIAcqJDMEXzvsWcwUW5AMTQBtgk4qnS9AUIvwKaxMbz3tjezejVtlU4VpJ57Gn70EiLUBSQKqIU8QBQq0AwCq3lYZgGaakJOwCqpVjtgtccfM4UnqUqVAU8SwMaIi0GzSDr3/DbKlTnMTJ5Gq9WA77us8vM8H47jwmm7aLfb8Dy6CQJw08YEgSG6H6kVgPB4TYEZDXDRfk+FCOmeRhJy9gDWr78cwwNDsKwcByYFno/b3/TBixqlDz+9F6ZBFgkG2i0XMxPTiP0IshyhXl1AvVbmOpKhRGeXIepaAaRzm+CvmctBtftgGjqDbAqw8iuT0Kf+BjYeF8rHUIaqEGDVIUnkjUvjK4dpfBAnvEuwtrQLG1sPolZtoDjYl3h+0uYAfZG1CPmcghXPtB1D/JNhqySh5RfxPx7fjIPzfdj87kvwnfKzqB+agV9uQjI1wNSglwrsDS2R5YHrwQ5ihI4Lc2QYH9l+OzYPjkExch0t6XlgNQmv8rwAe3fvwT//07cZrOq2zfMtWXAWqVEF8OQFbYn3ceoL2uPfy5NUPLf30QWNIqgqBYed63uZHSAeq+kpe87L60DnpWhdEGOT5n8KOxmmJjYYhD1lUqBykJjEmyWksCbLlxipwlUoVtPNsxSq0nuhjQ7bMDAzMYkv/P3f4YP33o1CgaxDBFBN7QzYnztR3Kfvm+ZGw/Pwxb//PLyZaawf6oeqSJgqlwFdx8999OM8hknhSTYxHIbHoFqA1aVr74XAc/JEVkGnj8XPE3ORHqliVdzv5cGq65Fa/v9j702g5DrP88zn7rX13uhu7GisJAiSEAlSXESRNElRMiVZkrV4iWxZkeRknJkkXpLMmTnxmThKYkuW5UTxKsuS5ZFs2Va0WpRIcQOJhSBAkFiJxr51o/fa6+5zvv/W7S6AgO3BeGjnnFtHze6urqp766v//6H7/O/3vjbbn32avqLFltGleOVpanMVhgs5aoEuW0AQGZwObFbcegsbb9ymwOrU9CW1zmVg9bqWtuxJWQWyCmQVyCqQVSCrQFaBrAJZBbIKvMEVyMDqNQq+/+UTr1N2ysWmIITRkSV87at/xfd2vorT06cuOqXrU1LQ0wvjJIFaQI2uvENTVZMcLgWr6tq0Q1maXkwrsBZpzFWrrL9hHR//xM9iiHJLqWKvIA/t809tBdqXv5edu1y+X02lKsFFiyqy5JkKWFzBetMSJaq9qx+/3WV71Wpe62JesQsBq6IEkwCXosWlEhw3RLEoQT0ak3pAS4tZLl6hQEPa+8MYX1pQ9aQlWmJ9BgWyxhaDoU6XG6G1IqVAFAgivpyiWlMwRRRuhsFspcVTO/eyY9926r4EV4lkTvUJq3PqMIVtc4eYerXM1tF+fva9jzAxfo5CIU+t2eLSXJU3b70ZzXCYr7bY8eJL1F2f+UoFt9Gi2aixeuUId27byuplSzl/7hyeW6evlMdrRdTiIo/vfpUZCRnSQPLdVUK7yBGjgNgPedOWW3jHW+5RUDbx+kyDjSLc1nEiThEjfpcS+NVS4DOOHJx8UVkB5HJFTCMBq6ZhJ4FfbfVlZ/BQ+gEm4zgJ5JFbp5IuUbFKIJa0+V9iauIMrVZTqVXFV1KgiIAe35MWa1H6iZeqAOO2MlaAoCWqbVMpcBVYTeEqAr0kxKsdUKaZeF5IueKhmyVGhpawdHgIS7dxjAL33f2T17Vk7jh4OLFB0HQCN2R64hKB6ymGWq3MUy3PEIrHaRSgCZRXveWvl3ErL85iDivXi+M4SrWq5/KE1Vns8S9i+o+jaRGmJiFdHlEQkxOFuwaNsg+lbexufpyjYzXes+a3GCmexXTyyl9ZPoIErAZqHDjKZ1Owqmw4mGqTwLTyPPeKxovHNXIrH2Jq2xq+d/oF6q+eU5sWTk9JBeg53UVagU8u1Fh5bI6BiSYTXRrnbhrgnRvfzGPr78WwuhZCuq5stRfFrVjEuq7HgX2v8NU//TM+9V8/S1dfH57rLyqe22i2c63oVKyn/tDJfVfYALTh6pXrxevXj8SnV3kid4hfk6W0/Rml6tj2RlUyiNsbRwLLxa9UfheYKuNRAKiC+YkSViBqMuaTTZYkCKsN/NVrySaB2AckatHOr4XNiPZGhGyAiGJ19tIEX/j8H/Lhn/qAsvQQqLrg2Xvl/lr7/GVuzJTn+eof/SH3r1/LaDGPHvrUwoA9x8a444MfZnDJkJpzsrYlx5b30JFCdhXA2jlp0vrq1wCrkSb/frT/ZYniZKNAbRomYXbKY1WsADCpzEwqxWqzFZDLO2x/7imKtsbWTaPUpsexPJ+8rjNXbWBpMV2lHiZii+7RjazfcpeyAsjA6nUtadmTsgpkFcgqkFUgq0BWgawCWQWyCmQV+AeqQAZWr1F4AatXu0nIy/LuEr/927/Hy+emKfQMoIW+Spq2rASmKmDTCVY7bADSv6l21gWFUargaitN5SI7hPlalQcefoD3ve9h3FqIJmakV4DVKxWr7cvf11kBXPlekvN4PShKlKSXi2gVrkgB8NW5aqK8usbt2iopAYQJADAk2bvLZrwUcVSFSxnkRZkq3qgRCkQFukaZkHnx4dRMSu0QG0F3EzToxWIIk/5YozeEnIRZycu7EXorIGr6yh5Awq4uTs3z/R0vsXv/C4SGi6YHC4pVJQfs8MNVoCWK8JpzPLR1HR94x4PMlyvElsbBsaO4scm6oWEFEpcMDHL65Ak2rh/FcQyOnptj1+5dTM1MKRgxODiIadrcsn4tt910I5ppsfe1s/z1zpdpihbRkHOWhCJRQEvbd4g4TNx3193cdfNNCVhNaZLyOhCweoQoPkOMT6zEg9KeLNRaQF8CVh1HwKqDLlBVt5TPaqIAXPSrvBpsSeBSClm1xGdVBichzVaF6ZlLzE6eUWEzSi0ciGJV/F0FsEqAT5woU8UyQz4vTWCqiSbK2XZ4lQpya88ZCehRYFsLVQCXWBaEgcHMfIOZ+RpdxUT5W7K7WDmygW23vf+6ls6dr7bBqszTIGZ2YhK30VSlFRuAynwCVuVLVKkqoElA3BU2GmL5YeVtjFwveTuHlTfR8yXiWhXr4p+ge9/CMEK0WIC2R+BH5ATAmiatWRe7p8h3qp/mz763gg+u/xw/c+8PcT1RcVtoup3s2PieUilahqkUvAKDbVPguEbLc/jiDyLu3tJkPHwzXx9ex55je2ieukTXYB8r6zr2eAXdtji2sYQeRNzx7CWGJlyOvGmA/estbu5exse3vZdeewjsRVuITri6AFZbHsePHuMPfvcP+U+/+SmGli1TYDW5SX06SGd7Eyad/+lqc/lKsQhXVdt/h2LzsvGotrQWfVLlb6oroGMJu3zzSF6rraRte+MuvF7kESvfUjMBhNK+H7hKuSqfr97uCuj0O5XApvR3eZ10A00C3F4HVRcsD9qPiyMKuRyzU1N84Q9/nw//5Afo6etV41udcxosmFaxbTUh5ybvsVapsuP732Ndr0OuNo8VhcxX68S5AssefQ9dpW4C8YRtr8HKj3dBXb5YxSvVq6/7N+EaVgChmu/JvwHyXpVStx1eJfenHqtGG6xGQQNRrOZzJk8//QPyts6bbr1ZWaTYnk+g60rV7ohPsGkyF0FpaA3rNr3pMo/VVMWeWQFc1xKXPSmrQFaBrAJZBbIKZBXIKpBVIKtAVoE3qAIZWL1GoV/ed/xy1Wf7ojJXKlACfv1Tn+N0NaDU1UMc+IQCiZSFZ9L+L7AoVawqtWnSD9v2CGy3tHaAzc6LXpVAHkLd83j/B9/F/W+5lcpcgIlF3AFWOxVanR6ropBLoFmKO9oekVe8VzmOSoTvdCBsQ4FO5NoJLC73cl18wb8JrKaPuhKwqtZb8ejTYky5WO+2OVOImJacew2m4hYDmsmIaFLbsED0YxUiau0TdKKYAgYFEZxK2ZT/YKD8CuX99UgbufJmlYAs0ANUC/TYiXG+//wuXj68G2zxrg3b6kABe4sqTXkNAYvSft+sjnPnxmX82I/cT2/PgLp/90t76B0apLfHplptUCx0MT5+kZWrlmOaOiWnj1cPH6S7r08p5I6fPMuxE6cx9YANa1cxNLKM8dkGh05cwNdEudm2JJD3p9q+Y3KawcNveYDNa1cpaCk3UeAmPr0urdZhwuhc4naoRHeSRi5q3pxSrDpOQX1JWr1AVRUMpUt41WJrdfoZpa3QiVo1QWDy3tPf5T0nMDyg0ZxnanqcmamzBJ5AQwGroYImCrQKLJeAJdtUYFWosYBcgbqW47TVqmbyntvemclYS4CxBLXFsUkQGZQrAXPlGjotBvuKjK7YyPoVN7Nm7QPXtVQugFWVpq4xe2kSt56A1UajwvzsNGEo1gYyaNqWHVcBq6J2FLBqOmIF4GA5JkahSNxqoV/4GoXwf9D0m5yYNVjVF9NnR1i6oTZh9JpGnG/xpfHP8uUfruPW6Dk++7H/G0ObIfRlo6ag1IGa3yJn2spvWdifbeSUvYhpOzx3QON8ucRP3DXHzhMBv9P1CPuOHyKu+Qx393Dn0xN0X2owu6qLPfcsoWyGbHlxhg2nXQ7ft5IDAy2WeBYfv/N9bBjZpBTNCehrq9fbP5uaIVFaCpidPXGGz/32Z/nVT/5HVq9dT8tNxqQalx1hfJ3q9k6o2qmSFzuQZDwna6QaXx3BVwpoy/2i3FUvIots+2CKsy6uVMlPlx0pPaPLLApiTZSmiTWIrMlqGZY6K2GqbEikFq6JHYAoWSM1BhKFqcBfgaKRGt+pcjWZL53nL7+LqlXWzEI+x/z0DH/4+7/LT3/ovfT29S2+jUR+m1jGJiu3AsayiaFsH9A4dfQg44f3M39+jOG+HpqVOstXb2DZQ48pKwBZ+0SZLOclryJK/rRMqp6pQLj9HhYnTftRsr5eoXJNHxMJsl1QrCZgVVW6DdGDOPFYlU2RyuwUod8g8CIKBYunfvh9bEdn65u2Ko9lO9ZoiacFkJPwQmJqQUypZ4Q1azZTLBRUEJ5szKSK8n//r7Lwquta5LInZRXIKpBVIKtAVoGsAlkFsgpkFcgq8IZUIAOr1yizgNXk4rHdPtpOgu7tzTN7fpbP/N6fUjYMSk5ehYdoBRuj3RK6GDyUgCtRRKXwQK4pBYip318vGFX3q6AYPyS2c/wv//QnuGHdUuYqoVJpSixJeruyvX/hdy1SF+PXelx6v8DH5GGvB68pIFY1uLYYdeEY11Sl/g3DWA5txjoNzScXBbi9ecZycEFZciaKs25Np6sdOiXIwEdjUvw9dWn9N5Qi1TU0+q44TtsZVF24G7GG2Q7kysfQ24DD24/zzPPPMXZuP7GdKGd1aRGWNK02IJd2WsW4wwSOaH6VJQNFCo5OV6FAT7FEeW6SN9+xlc3rNyp2cfz4cZqtFl09PczPz7FqcJgjp8bYsGkjJcfBbXjsf21MpcK7YcjF6QrT8y71VkBoWipExxLVXBtQCdTpyRV45/0PM7JkCWEsXoo+hBa2XiRmCs9/lTiaWQQpaUiaaeLkunHsPI5dxDASFWSiWBWvz/b4TOFUR9t0Z/t2OnaTQJ+k0FHsUavPMD1zkbk5aaN3CcV6wfNwfR9XvreSZG/TkjZ4CeQSoGslSlWBraLIVWpVI1E66gKLE2gsHqpiYSGRRUFgMV/3qDaa+LUaN6wb5a6tb6V5yWXz3Y9e10L5wv6DiwFhsc7c5LRSBoqK23dbzExP4PvNpNVbxoYag4nHanJL1L5yzlJfO5/HzOXQLYt8Pq98NVvnf8hI/HlenfH476eX8vDIPD+xoqaUeqKyNkODyIVf3/uv+cHhmzCCJh/Z9hI/ft83KXjzaEaBIHbJ6WKLkcMNmvi6R9HspWBrXJwf5tPfgJ964Dx3rclz5mzIb88X+PZ4jri3m2IrYO2JOpteq3Fxcz8v3zeCO1Nh2cEp3vJKjaOrLV65uQuzBQ+uvo0P3PcYtsTF6cr9WLWTK/dRsdsIPFxTJ9C6uHBmgt/8rU/yy7/0K9x86zZqbnNhfbvyw1hQq3YA0ET9KxBy8dGL60cCL9Wa1BF4pdbQdCMg7fZXKLbtj9qpsl9wGVgMGes8rzSMLH39xfG9eEKXjX+BngneXVBsClSVoLW2mFutHwvq7kWXA0IBt4Bj2tQrVX73c/+V97/v7fT19an5kG6+yXuT9c1WdiuizlcOGphBhGUYnD5+jEu799ATevT0FtA8n4lGnYNBjoHhQYaWDrFi5UqKXd1KtS6he+m/Lwu1bW8SXU3NmtZn4bHtD6e9tZJsDMpaKLB4AawmCmU/gmKxV6mqq/MzxIFH4IXkchbbn3uaZrPK1ls2o+sxluEoKxbZkBCFsMxveW27NMjS1Vso5R3mZqYJxdpAoLJu8qv/+l9c1xzPnpRVIKtAVoGsAlkFsgpkFcgqkFUgq0BWgTeiAhlYvUaVUyuAtP0xhZb9PXle3XuIz3/lO4SlLnKOpSCK6ThobbCatjWn4Eo6y1MloGCANJQjvf7uPIX0OC3PpzSwhF/8hY/Q32VTqS+C1SuBqsI8nS3Kf0ewqjreX9/dvIiO/pb2/87zvh6wKs+XtndXC3C0iPkemyNWhK8L4tRwicijUVBwNyTSdBro0vBOTrWgwgw+ZS1iayxKu0WYnMIZ9RZjTUGQSI/IRRqlmZgjzx1k+67tnJ44hOYI4AjRNZGzti0alLpY+E+iYAt8n6FCi7c/dDeWY3Hm7Dhnz04wdvwYS5cOc8Oa9axauZxGtcySgV7WrF6J22owOzvP+UsXWDu6htiXd2Vw4vw51oyuor9/kMlyk+/teonTk3PYuoMjWlsV5GRKDhV+4LK8v5d33n8/XaUlKpQKTcKQLGwjTxSP4/uHEJOEK1t9xdfUdko4Th7bErAqgFO8VRfBqnwGScr6lQFDnSnuCehKwrLafsGxR7U+zczMONXKjPJXjcRbVUKrXI96w6XelHRw8XoVrG2BLiDVVMnqhtn2VVU+jYmgTtSHmibWAVY7Id1TXrMtV6faCJmemWHtkkHe9/YfI5hvUT4/wVs+9AvXtU6mYFXNVQzK07MqWEx+Dzw3AategzDylM2FgNUkXT69JWBV7so5BaxcLgGrtkk+V1BrQjT+AiXvd/jD12Ke5AaWWDP8b/3jbBvW8DxXjfkLxwv8+93/hjPVPiy7hOV5/Nx9T/HOzd8min2KAskNjUigtOersWdJOWObv355C6N9J3nz+jot8oyfizlJjV89NkytZ4j6xfP0+Sb37asxt7Kblx5aRvdEneGLdW4cqxCNFDm+rkBomWw0h3jHbfdih61ELSzzRYVu+YkNgnx1D2AO3cC5qRa/8en/zCc+8c+4954HaDTF+fjK8XJ5cFK6PiVWI1fbUWqrKttepqnKUq2hSh/dtklRT03U+Avjpr35kyLZ9DmJyjU51mXrk560tF+5YdSppE1/TpS0yS6YUq6LEjT1VFXwMrVUSaCrsgiQzbN2N4D8bugGedvGa7b4zKd+g7c9ch8jIyOJsrQNi2V9ksdpQYxlysabh4VHa3qCs2enef7AIdyZS6y2HfpMk2I+z0m3xjPHJpTi1nEsVqxcwTvf/Rj9AwNKOS7nLZsYC++rA6z+bWt3Z70i5S+SgG2ZCylYVV0ZsjaGUCj1Ypk6lblpZV/Scl11jjuee4axw4dY0tuDbejYXXmsnKXU3blcHjvn4Dg2pcHlrNr8ZmzbZmZ2WgURylog2PXX/tUvX9ccz56UVSCrQFaBrAJZBbIKZBXIKpBVIKtAVoE3ogIZWL1GlQWspp56ndByoCvPd77zJN98cgfFoaWJujEMMQ1LBd10qlXTi1NJe1Y4QEGc5GL/ahf8nfc3XJdVG9bzS//iJwga0PRidbF+rRDsy9r1JWzk76BYbVuJXmaL2FmO9DUvBxCXh6Kkj782WL2aY2vyrJAIK9IV8HQsjfPdOgdVG7uOJZ61Aq2k1VpUp0FES9c4L228mkFJKimqKk1TkFXsGRT/6HgDiZ5NVV7pfEV7KGDVvuhy8Ol9PP/iM4zPnsLO5ZRHoYBVaQtXbbnK31M+28QH0XNdtgzrfODdD9Hd3YMfGpw8Nc7xkyewCg6np2eZnBhndvIio6uWcde221i/dg1nz09haiHrVq0kaPnMVcpcnBpn1epRDCNPE4PvPL+T01NlHKcLQ1S4wiAFLZomodtk06plPHr3XQqOKmUcYltgYRk2YXyWMDiGrtWvSF4Hy7KxnW7VKmxbeWUFoAncFDuAy8KrOoB0Zxt2h1dkAmcWwWoQthRYnZubpFEv4/stpTKTcKNW02euXGdmvsr0TIW52SaeSIxFcW3oid+qllgRqHHQ9myUz8m0ZONBtNQSYBWimQZ+YKg69nc7/Nuf/xgrCss4deQI3VbE3T99fdBFwGo630QJXp2dpzI3n6jyfI/ZmUu4rdoCWFXt2R2p8Z2KVduS8CqnDVYtcraMSAhn9nDi9B/zmQs21YE+4jjHjfWTfHxoklu6I1pEPLd7hN879n/SDAJyRoHQNLFx+Vdv/RMe23CAqXqDkgQEGRY+AYOWg4/HicllnJjS+cBdFwl8G8/LMVutUuoa4YuvdTMRDNMbVuizHFaWwegqML+iix5PozfQyLsBue68shZpEtKDg1dpUCdRnxpKjCs2CaGqkzj7Rt1Lya1/C6crOp/+9f/CT37oQzz86Dup1WpXXUWvtn5euSl0+bqR9punbfXJ93RzK53vyWZQG5im877tDZ2us+ruKzxe05NULfxtT1+1JreVsWr9aI//zvX58nOME/uU9vFFeS3heOItLO9Xvge++A0HCk43PVdtNsjZuvUGf/Fnf8Zdd9/GunXrlP+w/HthmInXq0hUZd6LdUxrdpLymcM4zTkuTDd58rUxkcwzWijSHUSU8kVOhQ1ePltR6nbbtPD8Fm+57x4eetuDhGECQRe6I9prpQqGu4Yf9pUq9YUPtW2NokIaBXIHordO11v5MEzyxR50LaZRnUcLfDwV2OXw2sGDHDlwgMBr4bdctU4kcF3Gl8Bk+TctZvUNt/Loh36OXKHE5MwsXtCSGDu1DvzaL/2bq46v7M6sAlkFsgpkFcgqkFUgq0BWgawCWQWyCvxjqEAGVq/xKQhY7bzITlWo3bbJH//pn7N93zH6ly7HQ5SkYMeSMh1eBlbTl04BpoKuHW33qYo1vaBPjyHHbbkBt927jX/6Tx6lOuMTxAKjxHNvEdIuXNy24UP6e6L0WbxdTeEqf1VWAHK7Rq//3x9YvXqRRZEpnqeSKGXnDE50aYzpMYnhQaiAR6+EWKHRIKYlnnwippMwoTimLME+ukYPJj1tBZscqdPvVfkGRhqhWDlosUpFj07W2f/ULl7Y9zSV+jiWXUi8EEWxqpRp0v2cqKVEpWmqsBWP29f18MF3PcTJk8fJOUXqNY/JyQk23bCO7r5epmbm2PnSXppuSMOVtHCNZqPC+qVDPHDHHRTMPBcnLlJtzdLX04Vu2mA4HD16mkvzTS61fFqmQST+mbGJLr6WQcCtN2ziwTffpQBE8v6kRdvG0qVOJwmDkxiauxCok45bAatOrgfbziHwTxdf1bbH6rXAajoWO8fWInBZBKt+0KBam2a+PEWzUUtgUuApf9V6PWB6psbZ8XlOnJzi4tlxojDGNB1iPVYBXcpCtS2ZlnFmCGBSIVcR+ZyEbCUJbl4gY2OA0dWbuXX9eu69cR1zZy7hNaoUiwb3/fT1QZcUrMr7NHWLRrnK3MxMou4LQ+ZmL9FolJUVgBKqKviWALWkHotWAJbpKGsHUa3rto0j39GZuHiYrx36AnvMHKGpzB3QGhFv8i/w0ZUVVuY0vvDc3Xx77L2YtiiRxZ6hgR+WWFOa4d88+BesX3IA4Vg5PcZ1bJxAJw4LvHB8FZvXnGX1YAMvsDl3TqNVFli7nMLAGnAGKMaesg8OHF0pAC0vRLxSXWKaprR1BxQijZaooMMQ1wArziebCm0lZhrSRBTS0rtxNr2VC36e3/n0p3nbjzzMY+//ENVGfVGtueDNmngAp/C6cw1K1ajJ2rPoiirzdrFtXS0LC96reodaWL1We74ngWhtS4vLLEvESiAmCGQeplYs4g+a2nvIzwFhO3BN4L76PRSPYBnH7QA2CVuSQDbXxVc2Fy3lHyx/F1VyvVJRfqAtt0Wr1VR/U8Ftoa/mrlh5yHeBvNLSnzdNHnnHIwwPDyuwKnYYqgyyi2O4RJpF4MLcxUt8/8+/yvLeIv2DQzy3/xWWdFuMLunHDHxKVo6xqQnOViP82EDyw+RYvX1d/ORPfYCBJSP4YbAAVpODJKrbxL/g9bcrFe8Lj2iDVTlHOUaqWFVe4OJ67IeUuvuVfYTXrEPgKRuXXD6PZdvUW7JW1FVtGpU6rXqDWrVCs16j0ajRqNUZWb2eh9/zIQqFIpPTk/iB1w5XjPlPv/iL/xj+v1J2DlkFsgpkFcgqkFUgq0BWgawCWQWyCmQVuGoFMrB6jYGxa+chcrncglpKHiZtiqbr8t8+/0UOnp5mYHgZrhGoMBoBdqKITNuqU0iqLvrbF/ZKnaTay9O21muYrIoqKNJ49D1v4x0P3kZ1Rnw1HXTdQ4sTf9ZrwdLkIj3xJ0xv/7Bg9dozTwCw6ncXZVXe4Ggh5Ky0tSospSmFrqiWLBXgAnUJrSImrxnKo7IRR+Q1ne7LommS46VvX4JXEr/OJBDG9qF2ZJaXnnye3QefwQvK6FqiMBRFmGp1V+nk8goCZRMIIVYAD24b5dEH7+TcuVPKK3BqcloFvqxYuRTbKCqw8tprxxgaGqaQy1MuV3hq1076tQym6DgAACAASURBVIh7bthMf6GP+fIctcYEpt5SSuF8oUjk62hWkbpmMllvUPECydJSytxaqLH+xlu59dY7FOQTkKRa02ML0xCvzjHi8AxSkc72ZfnMlVJVKVZzWKaAVfFXlXFkKNXqAjhvg6krVcdXtkarRLW2Utj161SrU1SqM7RaLQK/he+7eL5PrR5wcbzM8VOznDh1idr8NAPdebq7CwqqagIZtVCp1QxRsBomtiUWAeIJq6EsDGxbwbOWB/2D63nkkQ/gBCaHnn0CozZPT6mEmXd4+8f+j+ta2p9/+UCSKh8L8LJwqw1mpqbb4UUR8zOT1OpzhKHf4bnbkXifglVNlMGJWtV0LHSlDrbVezp/4ST/7cjXOK9Jq3yA5caELRujGHJXfJF3F1y+vOPHeHXuHkyzhhYlIM7ScwQtj/U9U/zLt32N9SOT6G6Abms0jRzTk/1MNTS2rrtI6BUYP2ZxdipCr+nQ08PaDZtUYFgcmvg6mIaxkEAvmxZioSGw0QpRYE8gmOaFhI7UQ9rd06C9ZH1SPqCGQSsqEI9uY84e5POf/Rxbb9nK+3/2o9Sa9cRL10xsHpR3rp60uV+5Vim1YpS0zXeOV/V7JKFSifJTfQnsDEK16RGJf28QJNBSQKcvwNPHcz3V9i73y89isSBqUbGmaLlNBURdUY0KKE0hqUDRUILW2krTsB2YpeZ6unIs+g/L21BewGq8GmrMipWFGr/KuqMdFNj2z7ZMqYGu1NmGldRCYLtj2XSVSuQLoh6XdTzZTFA2AKplP/EjrszOcvHIUfTqPHh1Dpw8w0SjxpYVS1k+IKudjx1B2W9h2wX2HDnNiUvzGPkicRRwz5tv50fe9qhS4afQWdVdb28KXA2sXuFLczlkFYVvYlKtLFXaa6KMK/FHlu2+XL5Lbfx49aoCrPJZGjIWcg6+fJbqcfKOkzkn408AvqyrbrOFZjmMrFhDyTFVAJYnPq1iOG1Y/FoWXnVda1z2pKwCWQWyCmQVyCqQVSCrQFaBrAJZBd6YCmRg9Rp1/sIf/QWrV6+mv79/ARAIaG1MTPJbn/8iZ2dbDA4vxzVDyRihEICn/CETBVUnUEiVoaliNb1oTSFs+tj0fuXLZzl88Gffz+1bRqnPuMQCxAwXTflVpondVw9n6QSrfxOAfWMUq9ceyIYmTe2i4Y0wCxZHCxFToBSqdWBOk9TtkG4sSppOM8m9pz/UqGlQ0WMFswUgrGm3tnceTViBT5gEV0VJArjpasy8cpEXn9zO3uPbieMmWmwnQDUFq2ECUwUUpH6Kgefz4JZlvO3+bTg5i2bL5/CR1+jv70OljAva9HzmZmcZ7O+n1WyqgJoDBw/R1ayyvtSD5VtKoeW6E4RmA0fS5CVgqtSDme/C1HJKqRrELXxRxWkW05pNz+gWlqzaKMYJSeCNSjK3MPWIUDtCHJ5H4daO1n0ZW6kVgCWt6mIFoGCqwFVT+Zh2jqMrP6XOtuCrKVZdr0alOk21Jv6q0v4s7f4tWq5PtRZw9twMR09McG58ii7H54bRIQaHupUPo2HLuct41rEEPqXfBcwZuvIzFcuCMNbp7llKobiKVw5fwG1E1I4doBTMsXJkJV09Q7zvl37tulZKAasL7dyGhVdrMjM1pQCkwHyxAqjVOsCqCly6eniVWBuYtihWbQzbUSo9yzCZnbzAp/Z9hTNWA8vTKPgOXmMSP2+SC3SWT00xPvGz+H4/QdRA97vwnCaO6iKP8b2IDQMT/O+PfpfVxXEFo/zuYZ49sJyV+WPkChHHDmhI13mPIbMmz0SlTH5wObfdcoOyx2jmDIwYDD/CF28NNHJhTKBptIIQ23EUmJSdGOUFHck8SOBZ8jkkfqRG7BLEORpLt1DvW82XPvd5Vq/ZyM/9r/9SqZVTACuAU5SJSp3YaCRqzlaLZrOpvuRnt15XwFN+Tr/cVjLmQ1cAva+C0FL4qdSkUZJ436lolZ9NM1lv1Xg3DAW1LTsNSLMwBdiblrpPNhossVqQDTJdHmslINiSIDVLwX2BhQk8Tb7UJoTshomTRTtoSc2bdpiTBDelStfEizT57KSdX523PE78W+S+VPHc9nMRkKr+vWgHI+ZiC80S+wWXHU88wS3rRxk7eZwfbH8JvVBgac7m1nUryecMHENH63JY11PiuUMnePLlY/hmXm0ErV42wkf+6UcJ2gA1VVmr79LNkAZTdaaHdcyiKzdYlHQ4WSzUpo6CtJpGo15nbOwEFycmlcfq3W++g6GBPvyWfO6emgeyqdMKVFxYElqVlCJxaVAMO5lTsjaFrsvk2WO05qeV3Upsl4iNHL/9m79+XXM8e1JWgawCWQWyCmQVyCqQVSCrQFaBrAJZBd6ICmRg9RpV/q+f/QK2nefGzTcquCpqvGIhx5GDp/jCl/8UVy7iiz3YVgHDMPF8F8tMFHhpwE+qiBOAKRejSrHaDhNRV5Yqar6tPlUqseRnPwxxBvv4+Y+/n/X5ESpyOWuEmJJYfy2Rq1wwq+v/zgcshrcoUPg3jKhOAPt6Z4CFq+BrvsK1XlvpPq9xAS8X7J4eU5QU7B6HF82QaVGsRjp5SVuX9yMp1FFIaBjMxx7zxCzXVMQT80T0CE5qA4SkNVUu1BcDawSWethK4SXkyJ6LmXzuJE/vfoaj5/YkCuM05KYNJkWlKABCQli02MIX39XWBFrcoKu3l/Vr1rBiaAnN2SluvmEN3cUCfmwxcWkGLWhih03On77I0mXrOX9xL3Z5hoGcAQIU80W6dFu1utZadaWaKxQKlETJlpeQKRtDF7iahMJEmoblFMgXC4Sr7kDLF2hRJNAcbHMeJziMxkwCcBTUSWogEENgUc7pQcCqaTnomrx2AmcFGCWsZNEvsk1PFuBQConSD13a+eUziwlouWUq1TkFisVvNXClrdqj6TaZrjQ5c67CwdcuMDczxdrhAps3raZ/qF+BPKetalSt/211Y6pwDGMBYC6hr6tgGzfuYa7cx/GxC5x6bQw7qhBfuqRaqletGuZXfvNL17VObt+zH90yVd3UPHUD5idn1fsQ+Ds9M069NkezVVcqQoGPMrwElimVZxsuqXktUFUgnZPDFKjX/r02P8MXd3+Fvc0z3NR/DzfGy6k0z7Bn+kXKBZPguIl+6VGlwPYiUY9Cw8hjN2cxtDxeTiNq9XDHqr38/EPPs9py2dPayvmD09y47DiXLkQ0Z226CiZu2M3J6UlOXfAYGuzhQ++9LwnRChN7EpmCC2tDLNBUbCZkgpmyNYGme0SxKOJziKxYC321POlyUr6HQ42W3UOjtIaofz1f/sYP2L1nP+vWjRIpCwiPRrWmQKmn4KiXvEbapi/q8zasFLAp98tGlfwsXwI4ZR7kpHamSVdXF4ahqfvksVYhp/4mYFRtRjiOgqNOLq/UpAkEldC3RCl75aZVOpaVWrJjJbwMIsah2kiRm4RUpeJVWb9ESfw6he3CeiE2AqK2FaVtohxPVZ3qvoXgrcstC+ScgyBaaNcXL24rpzNVbnLo6e/zvttWsOvoOb727D667G5u3XgzpZzG7OxZZLdoxdAIa3pyWDY88eJ+XjlTVV68xZLOx/7ZL1AoFtvKYAmxMlVdlJe0YSh4LTVP/Y3VubT9VxP7E1E5+2rMiMJY1Lepx6r4QM/PzvHED57g+ImTKkWw23BYMlLkwcceY9XGO5TSW2w/IvH71mNCz0ePYnQjR4wnQlQMUbEGMboZE3lN9v7wGSbOnMHRNXK2SU+ugNZ0+ereA9c1x7MnZRXIKpBVIKtAVoGsAlkFsgpkFcgqkFXgjahABlavUeVf+aX/i3XrNjK6bpRly5YreODYJjuff4k/+9bjBNLOGXmYvgd2HqPQS07SzqXttg0z0ov7NBwlvfBvX7kreCdX7+pxCWNNgpLCkIE1K/jYR97NUNxHU5STRoDZVqte9ZTbYFWx2rZiNiUD6e//UGD1dQqo9hsQAZ0oSuX9z/VZHNBDpVIUQCpN+Xoc0IuBg4avoXxWw7a5ovitNrWAQfFglRbatlIsya8WYJSG20jkj6VUe2I9YE6GnHr6CM+/+CwnJvYrNZu0HCs1V5pIHgWJX27kE4UabhAy3BXy0JvWqPbjMxcucXFyjqnpWdasXsWKpUOMjCxhttakFPisNXW6fBPXN5kovwLNeQrS2W476KVecsUSRdtWYU+i4hPIIQBG4Jzj5BQQE8WmUocJ32m3WXvd/Thdg1jda7C6homtCoF2BC2eR49SoJ5ANAGrolhVYNV0lAL67wOsKkgSSZt1mUpllpbbUEBOgKS09TbcJjPzDU6cKXNk7AK1yjwblpW4YcNKegZ6cXI58uJBmnqqmqKeTaCY3HQjT0xd4niUR22o99MKhjl05BQvPLNThY/lDB937gIlPeZL333hutbJ7S/uR7MMsd9Nju0FzAlYbQUqMKfemGdmepxQWtMVKEvGTydQlQMrj0xp/RZYLLBP1JBtsNqsVfnSC3/K3vpJblt2H+u8IabKY+y8uJtKlwMnA5z59yr/WWHWlq7jintuHCi4HooPqmtQajV52x3HeNPtJl97vMEqXmHLUIg776Hl+pmu15mablJ2PSKtQFdO5z3v2MZg3+CC3YGChUEChZWVhK4TeE1spV42cL1AhaUpKwAZc+LPaZr4saZ8SWVulEML+tdQWn4DF+bqHBs7QRQEKjhJWr9T6GwbyWs6tozBtnq0wyYgsalI4Gr6JY+Tm6ElcFRZNCjwl8wN+ZySQLnk77IhYYgtRtvvtnMTIF3vrrbuyH1h26+1U5Wtnq+imS4PzrpSuZ1C0xSyprYFqapWWvHlnORcJTyvs3V+oZOhvUZLG30KgtXfZAzYGnOVFkee/yGP3riEQ2cn+fOn9rJu8y3cv/Vudr+4ixNTp7hp5Si181OsXaIzPNBNZOZ5/NUxpoKIXBzxvp/+KYaGlrQ3BBLYrMau+FMvqE477ldq1OQm41zGikwLWVUSS+QkKFDWlXq5xjf+6utcOHdRjSdbrDCCgJGCjp7L8eAHf47i8qWJElp5iqevqyNeuYahBpha22whrJHPxTNjHN3zIkGtjtdq0NNVZHTpUroNm0998/vXNcezJ2UVyCqQVSCrQFaBrAJZBbIKZBXIKpBV4I2oQAZWr1Hlf/dvP8nKlau58abNDPT1I23r0hr+nW/9gO9vf1GlbAvc8eYmaEUmheFRli1fp9pKxcsvafFMrihFdZkChAUPViVQFVqzCEJTpah40q3behMf+YlHMRsWkW4Q6wFGbF4zaCqFqEphtKBCXARB6jz+hhH1/5ditRN4XHl4QSnSRB87Bud6DA7jYoRm4lkI5OKYnEAWdWGvKU/VpqjRxC4gFvQmoWHgEWGrYLCkvVRBmPbBRI0n8i6lY5Vyn3c59MTL7Nj3DBdmXlPKN4Eicjzxc0xYd4wX+8ReU0FKCabZtLLAP3n0HhzbIrZynL80y8GDB+kpFTl//gKXyi0mZmYIpmf50O3ruXV4BL8RMeVNQFTDiD0MLHLFXnK9PTjFIrphKiAnh5TWaVH7Sbu3BEzZAhxV4JGcV9IWnS92EVs2vlEi1zdC98o+vJIELFUx2vYFolhV6kQBq7aDY0v7/f97sJp+bpd5LQp50aQlu0WjWaZancP1JEU+IAySRPRGs8nkbJ0TZ2Y5MnYRt15mw4puNq5bpgK+UrCaqhcFzFxmn6FbRFETTXOIybHhhnuxnRX84OntfPkLf06j3GLJSB+WN0vj0ln++rn917VOPrf7ZTTLVKo6pd71QspTc3gtUW3GNFtl5ucmlRJd00VZKJBoMbhHDqpa5EV1K8Bc2s0dJ7E5ELBq2/jNFn+246s8d3EfNy2/i1FrKdPVM+w6swcvZ+KMt9BnP4ArvsmiEgwNYs3CsMS2wiQSj0ltmsgzGB40WLO2xoU9X+ejDzSZG3eYmTeZbcX4oSSoA5ZHtWpiahHveORN3Lhh84KSUkZSEtAkmxex2jgQn9I4FC9TjcCNadZdAq9BHLjKJiAS/0/dJjAdtOIAS5aPMrBmE3qxj0iAmEBYAXCiPAw93JarXi/RTMsYTABpAusWlfSyBqabT50fnvjSVsoVzpw5reaCdAqsWrWS7u5u6s36gmI0Ba/JGF1UXC8EbS3M/WQuX5ZpJfNJKHZ7I6bTPkOB878DWO1Uroo9weVw1U/OU6wAlG9s8prqf2q/R1M2ETLuVZCW+lxkTonna0QhZzExPcvhHU/x6I3LOTNT4a+e3UsYO7ztHe9k6YoV7Nm3h1vygywdm+NQ6yiFoQKabfPUsZNMy0aTr/GuD76PjZs2qjouqpaVbFl9OLLutbfyFtS1rh8pewQFVtXmYFvlLB63sViuJH/fvXMXT37/CXJ2TtkbxIZGXoPbl/SpYw3dfT9r7rmbWDZB7HxbKRvhiYewFxLH4m3rypBXYF/3Wpx+7RXOHztI2GwReh45x2RZXx+rBpfwX/7ye9c1x7MnZRXIKpBVIKtAVoGsAlkFsgpkFcgqkFXgjahABlavUeVPfvK/sXT5Cm655RakRVPAauR7fOlPv8FL+1+ht8fCLU/RqszR8gLM3iH6V29V7dxKTdVW4am2VMGC7fbUTtXSYrJ1mwSqzJgYP47Y9sDdfOCxtxLUJOTHUj6eEpWiAp+uckuVdJ1gVdRn6f3ylH9sYFWCn1RKdZfNxaLOcUI8Uayq9tlQtYT2aCZWrNHQYhqinJO2aQm00sEWL9Y4Yp6AAXRMgRboKuxKFKyCcgKlcU2UbaYPwYka+57azc59zzBTO6PakcXPUSnRQlFRxRBGtKSl12+o3z2/yT03L+PRu7cyduw4A8NDSnFXmZnkrjfdwvzMLBdn6uzesY+xIwfpjWvcsGSYrjiPJtBTrA+1QLXV9vX1k+/NYRa7sKyCAquGlaj3AgW+khRxBWBMg9BzE4AlQTShSaGvC1eCeqKIvrUrKK4fIFKEWoCFgPQ2WJV2aQlSsrsxTWmvFm9VW3mz/l2sAK4KVpXSLyQIm9Tq89Tr8/hBKwGOQQIdBaxOzNY5fmaOY8cvELoVNq7oYe2aEbp7E7CaE1VnG6imgHVRZShtyxoSpN7ds4YbN72Vi1NVXnpxP7t37mP7rp04usWqkSXU5s7x3cefva518tnd+xKFpuTjSJCQH1Kdnsdt+ArCu16V42OHOX/hLJadU/PacZJ2dQFp6XxWykonhyGqVdvBcES96mA5Nrgh39n3Lb5+6PsMDW5kpDDMXOsSZyZP4QQNVgU65069G0/vVhYSZiwwWSc2PdAK2DLWvTKhrrFkuEFj/HmGqxf5xZ8zGT8jHrw6w/0GuWJEQQCWYbJjV41y2WLDxjWMDCyjWq0p799avZak23ueiAXxNJPZUGeyKin3Pr2Ow6rBQQbzJnndJbbzOKUuZW2QH15Nz8Y7MPIlpWBNxNEyzhK7ALXCRZF6ba0dAKXJOExVku2NnrRuSp3dtlNIPzz5XcDsEz94kp07d1KvV5Xf6YaNG3nooYfYsmWzCqGSeSzvQwFb8eOVYLo2tO0Engpnto9/5QBRexBt4NoJVtMxr1SrCojKwxIdZ7qWXnaMthVAClblvKR9PgnmShTwCyFdScmUQrU6X+bChQvMzZap1+vKi1aU62I3kDdtGoGHPzvBB+/dxtiFCV44cIJmGHPjps088rZHePzJ77NpKuR93aN87/w+pkZ0WjmDvWNn8Zw8hgc/9v4fY+OmTYl/sWWqmrmuHCNW4Vn1euJ5Ozc3T6VS484736xsFWq1mvKtfX67+E+HDPYP0NNdVOpXmf6y8fCNr3+Di2fOqlZ+CW4UsNpl6Wzr7aK/u5v9zYBpQ8e2cvR2D9DT18fwshH1ZXf1ks876rwkoFHEq5fGjvLKrmeYmzxD1ApwHBudkD7HYePy5Xzu8eeva45nT8oqkFUgq0BWgawCWQWyCmQVyCqQVSCrwBtRgQysXqPKv/cHX2Xz5i309vaqRGqhEa1qld//4l8yNnYMPZojqM8RSYK7laPQN0JhxRYF6lTwS4ffnyZt5W3vv8vaQSWluX18US4pbCVefYbOw+95lEfufBNN18URbaYWECtn0f/ZwKrAvrTJ9Ipi65pS8/oli9NWxDk9oKGZCpJabWWqoVp3oaFDOQ5xNcHUASUM+jAQrCea1ED+K4qqWFrFDQVdBfKIjaQlfpKif2xC9cA0u7fvZPe+p2gEM0o9ppRuEo7T9knUw4BmEKBFHp7AEr/Fu++/ibfespaxsTGWrh6lUq0SNBqIY6Dlh6wqDGGSY746w5PPf5O58fM4rkEYtwik7b1QVJYCPcUc61f20tvXh5MrkBN4ZTlKFRlGsYKrSS+/hChBo15DF79Zx6bVapDv6kcLLVqNJoXhPIO3rcTo61YgMgWrUmUBfbaTwzJLlylWdU38VQWuJpj9Wh6ri5Aped30JrDFDxoJWG3MJ16KAsjDZOzWmk3GZ6qMnZ7jxKmL6GGVjSv7WbtqmFJPtzonUeMKmE7tADrnhuQEiQdmEMHqVW9mxcib2PfqK7y8c7+SIh88cYRDew/R1dtHEFV4/NuPX9c6+cyufehtKwAFd0OozMzTqieK1anpc/z3z32WEyfH8IOIUqnIxo0bePDBBxkYGFBALIWDAlTFdkGsAMS3NQ2wEgXqM0ee4kt7/gK91I9tFGgGNbTYZeX8OLcWC/zg1R/FDQcxoiqm1Y1uRKpVPYrymEYDtxnSN1hisG+W0/v2YnvjfPQDNo/ePEPeCunu89E8Cf4JaHoaO/c6HDlpMFOuU52G3l6LZctkIyCxmZBzLhQHeG28zI5j55jyRT0akA9d+h2dH3/kdm5Y2kW15Sr1rShY9b6V9Gx9l4KqKgBO6ibwMAyS9nBpI1fgTjYBRFQv4HnxY1nY9GmvgUoHqSUKWvku5zQ/P883v/FNXty9RwFasQGQTaRmva4A6Uc/+hHe+ta34gV+YhXQDtVKhublxtOd8PNqgyNqWwGkCtfLx/flVgDJ85M17FpQVdkLhKGy9AhCL5kvbQsFVae2Z6u8V7fZ4gffeZyTp06p95i8JontgR5jBBqBERO7Ve4eXcu5qRlOz5XJGZayGRkaWk7Unaer6bFm3iP24EV9hlaPw9RUGTEv1SOTYneB3t4eNc/k+6ZNG1kzuoogijl5+jTPPP0s5XJNKY5lw+PDH/4IlVqVvt5ezpw5xXe+/W18z1V2C3HssnXrVt7+oz+qvFX/5I+/SOh6mJqJ+rfNNOk2ddbldHpKJY7XI8Y9j/lqHV+i4OIY29K5fdttDK9drzZn8sUiTlePArfFVoOxvTvYtWs7ppYEimlxwNKeEmsGB/mDH+6+rjmePSmrQFaBrAJZBbIKZBXIKpBVIKtAVoGsAm9EBTKweo0q79l7jFyuoGCBeKSW8g4nx8b4wlf/iqlqjYnxE8SVCWzfx+5ZypLRLZQGViaQoa1oU0o4ueyPw4V25wVfQbnaFrCatsqK7iuFDbbFj//M+7h97WqacYjly+uEIq1LWtWvcutUrHYgjeT4bcrxD6NYvXbwlShzc5pOrcfkkOVR1nScWPxQRa0qcLStLGt7rlaU16KmQlbEn1Z0TXKfhKn0C6QVu4a0DVnVPVJQU/LSpWG9UIep3WfZuXsnu/f+EHRp9U+irlK1qrTda6GHJ8BDoKGECukRb3vzOh7Ytgk7l1NhRQcPHqLHsTlz6BBW0+futdsEsVJtTjM5exTXn8fULcrNOpV6wEQdTkyV6S6arOvSGXQ0SqUC+XwBO5fHzhewLFEsikA1aScWiC6QSdp5BdiLZ6VmFzG0nEqx17pNBrauJb+0V7XqLoJVDcNKUtBtq4RpLFoB/H8Dq6LAkxbyBvWGBDtVFJQTf01p+5VxX2k0uDBV4djJWU6evUhOa3HT6CCrVw6RL5VwnPxCeFUnWE3HaRx5GGZewdUb1j9MzlnNzt3Pceb4Wdx5l5YfcezMaY4ef42hkX7+8stfvq51UsCqZupKfana+SON2myFeqWJbRkqvOqT//FXOXP2VJJgjk6h4PDYYz/KnXfeqdR+Um+1gdL2WBWgakiyvJ1TilUrdthx8gX+5KU/p2kKLLIgcHG0iPu0KTbpGl8++F6q8wOYcZnI6VL2IKbYIEQ2oV5DC2H1Co/q/BGqjRHcyn7WDN/LJx59mQc3HKLm2mh+iBl55Ip5nnguYtcBF183uWl0DSPDQwr6JutSiGM5nJz1+O7uo1yYqaDnuxTE1sIAv1Hj9tE+3nvfTcrWwBRVeNzCzS8hf/t70ET5LGuJbEKoNc5QMni1brXVsMnGjyTPy/2JBYqoJVOv1Uqlgu8HDAwMqvEiQFL+9u1vf5vH//p7ib9rG1Smnrby2l2lAv/8F36BW269RSm6ZQ0QqwFp64/EzqAdOpUOhk5YeuV9ySqxuGGQPlZ9zKJcV2C0DVhTtaqM8fS+djiVUrkrdWqiohWwKorVxC9V6p38XdCqvE+5NeoNvvv1bzE1Pa1U0Ml7batizRgncvD0iEZ1lv7YoUFEU/cYCGBd9wB9IyswR0a4ND/FxcMHGIpszuAyF/tKQSp2J7Gmkyvk1ecgGwIChdeuHeW+t96rxuZTTz/H7u0vcPdbH2B4eCmHDx/hnnvv5YmnnqSvp4dLlyaozJexbJM4lPlep2+gn5/58IeZOH+Rv/zaX2DJBo1S/YbkHJsSOoN2SLFYYKpi4g0OENk2nmEqm4Pq7CTr165m+aqVeM0GPf19hE5OrbuDYg0wM8ULLzyP6waJD2zosbKvh8Gcw9dfOX5dczx7UlaBrAJZBbIKZBXIKpBVIKtAVoGsAlkF3ogKZGD1GlXe+/IJpVzTYp1Aixgo5tixfRdf+ea3cImVYtGvl9WFbL53iIGR1eSc0kIidKrEku9GOyxGlIcKIKUKK2lVbadWGXKxH2lKYWkX83zsn32QlX19BGGMGUljJMS6jzTpGQAAIABJREFUgXEFQFiABskrLSR/JyxV1GSLeq7LdV2X+x6qR18D2ibHSP949QddG9peG6wKwLANjdkukz2WR12T4B4NI9YxRaUpMFQ18ktwFZSjAE/UmEqVqmPGGi0BLGj0yv3tsJXEkzV53yqoR1qVYyjMhRx/4QQ79m7n5X1PkrOToDFRYQqcSUBJElolBgK+as2HOKiztOizdGkvy5avZPnQcuq1GW5cNcT8qROcf+VVbh5ZiVPoxg086q1ZdDtCt3TVbh5FJmVf4+RMmdxgL2HgMnnqNHGjRYGQAcdgaKCHUn8feiFPFAaYQYwlYN42aXoufsslX3DImzl0R9Svom6N6N+wlO6Ny8DRlbJaATSxQlA2ADksq4hhSOu9oywlNAEiSrXahv4LfrzpSHq9+m8RTIlLgiTA16k3Zmm26qpeEtgjw0P40HytyYXJKoeOX+L8ufP0F+CG9SOsWj6UQGRHfF9NLM2WpCJ0M/EiVq31aqyGhL5OV2kpo6P3Mjsds3/vi1SnZ9E9qNRcdh0+xNiFM/QNDPLdr37putbJp3fuUcdWvpeiKMagUa5RnaspYOc2K3zmN/4zLx9IvFgl/EzA9i1btnDnHXcysGSJ8gcWpbFj55TqOJLgJVGG5sQaQCe2c4yf2M3jB77IvrqGn+8VQ2AGKfNzwxWsswF/cfztnKxtgHiO0MopxaJlG/haDs0XOOljO3NozSqG3kO1dRK763429E/y0Xuf45blpzHiptqIEAXujr06L+wLsHtzLO0fYPXwOsLYTRSefoSVy/PM4UmePnAaUW5GmqE8VhEleBjRZbT42Udu55ZVA/jymrFHZBQJb3o7Rq6oYL+sY8q3UzxYxRNYBb9FCiwKkJQ1R8CrzFOBruI7LXYEP/zhUxx45RU1RzZvuYm3P/wQvT29TMzO8alPfYapC+OJv6wMJqXmj4mDCAnD8gKP+x94kNtuu42jrx1V8HPZsqWsW7uWFctX4PqeOr4m9hmihFWbVouBgCkUTeZHsgYnKtQEpipVant1VuFTyn4juV++yxqRgtQ0nErZEog6V/xUvUB5kMrKUXNbBGLdEUHYctW8VDYfhPhhxNNP/JCZqWllz6GOLYJ5WX8MUanLmNTwfVdt2ITqfEOcIKJXM8kXuigMDpHvKTE9P0350hyRbdDwJQRPNiVkzdGVdcy60bVsu+UWLFHCGhrdvd1MVJvs2H+Ic2PHefCht3PH7Xfw/HMvcMcdd3Lg2FHGL01waXqCaqOCmbcV6A8J6CoWuWXjZs4fHePEgaN0OQVljaMZITnxGPYDHCNiaGCAyrzLDXfew5b7H6CqiT+4zvlzJ9i7f5daE0Pfo1goEsiCjcfWUpHlusEL+1/h/OS86jDQI5dl/T2s6O3ja3uPXtccz56UVSCrQFaBrAJZBbIKZBXIKpBVIKtAVoE3ogIZWL1GlV/ad1zcDjEig6YRsiRv8+3/8TjfeXa78lG07TwqPzw2VOK6wBUJcUnTl5X3YpqInV6yt5WjC3YA6qI5CRQxYwl60XFj6B0Z5Bd+/sfpsnPgi4LNIFCehQI6EuXTlbe0I1Z5HqrjJMBDbteCnp2BMn87WE2PePW2/usBq44f0yzqTJUMxgwBFNIiDPOqhT/GFo8/DHKYlOXyXkOFWXkBWAJktUjdbwUR6wVSXHFLQIkYBySt3rnJFgd2vMYLu57i6JHt5O2cUlwKHEx9EpVSVCVWJ36u9VaD4b48WzcMUStPMX5xikY9otqqs27tCD2Skn36LOutiJVLl9DXXUSEfK04JDAFumlKmWaYNq5m0NQMZj2PYxdmeO3sDJW6y7AWsMovM9ylMbR2JYVSF474+hqaCrkSG4PyXBnDjCjoNkauRJzrInID8oN5+m4dxegtJmBVfZDiz5pT3qBGG6xaymPVbINVSSMXF9q/2QpA/n55m7SmgqvEf1T8VVtuI4FTAlbFjiGMmC23uDBZ49Wxi0xevMDSXptNG5ezfGQwAau2zB3xZpTApzZUFbWxMhyOhJoT+RYD/RsYHLqJs2dmOfryy1w8cRw7MugbHObJ3Xt4+cQYrSDg6K7t17VOPrVjt2rbV/MjBau1OrW5mtrE0AOXz33m02x/8Xl0x8aIYmxTWp27lRVAsbukgLdA13WrRxldv4HhkRXJ5odtKAjuGg7x2QNcuvR7/OB8jf3eMkwrz4OlYzy2LGT+FYPxFzbwXWMLZ82CaoP2DA/bHiDW8thSVlvHF7/m0CcMThE1Zil1j+I3y2wePsFbbjjBttUGG0Zays9330GLwycLBOKna/ncvuke3KCiAL+NWGJofHfvOE+/ci5RnYocvw1AZSkKtAY/dd/t3HvTCmoRFEvdypvXW74Np9STtOFrorIM8ANXAXr59FJrCeUzqoKPZOMjWQ9lTH7lK1/h2aefUT/7caCg+tbNm/nExz9BJQr4D//+12iVa2ruyLopry3jyZZxG0Ghu6SUxTIe5+bmiAPx4szR19ej7Bl+5JGHldJRrAJk3nf6rqpzkPMWBan6o4DMZMwq0KrON9HaJhA1+er0RxVFeOcaseCrKmNWLDwk3MyyOHLuFHuPHqIRecoeYUX/ECM9/Qowy7iQdePA4YP4XkguX1RQe2RkGTfddDM5utRryfl4LRdXVNFhSCGfo2Bb6L5s+oDpWApKtkIfw4QdO7dz/ORR1q5bTdNr0Wy16OtbztqVq+m2HRqVCgP9vdRbdaYbc9ilAnOzs+TyJW69eSuvvXaM5ctXsnp0I023ybGTx4htOPjaYabnZjB1HQeTvKyjDY+45lG5NEWtImsSygu31ahhaxoj/QMErkdueAnr33IvfqkbPwhpNmscPXOUMr5awyWgSvyve0Kft5S6sKdmueTGnJivUa81KZjQZepsXjHKX+55+brmePakrAJZBbIKZBXIKpBVIKtAVoGsAlkFsgq8ERXIwOo1qrz35ZPKV1WPdAIT+iyNz//RV3nl9DiFrm7V/puq/pIwlSTEJbUCUL5ytq1ggHWlVLQDaAlYlWRyAasSuVTxPG64eTMf+/Bj6EIBgkgpDCUMRdrg9Wv4lbZtA5Mwmf9JwKqousycyURO51VHWmZNpe4VlaqoVU2Bw0qtGit/VXn/osZsxj5LkURqaInCN4SCgNkOY8cFICityFJZPyY+W+XgriM8+ey3uDR+hJxlqxbeFKCk3wUVeb6nlIvVyiy33ricn3rX/XQ7OvVawLGTF9m9fz9+5DE3OcXFk+eU+nRlb56tq4ZYO9JFMSdqPp+c+IpaSWJ8TnxWI015rc54LY5OlDk46VMJbEr1MkOVC6zsgU1rl1Hq78YUZacoTS2HuudTr05TkHZsp4BT6kfTdAIrpP/mUQrLBxP1bRRjio2C5WCo5xaVMs40/h7AqijwBKz6VWq1eVxPDBbaEFq1Q0fMlJucHa/y6th5ytNTrBwqsGnjCpYODZAXywNbPBQlMcpqh8JJ6JhIjRN1oxsHmHqJgSWbmZ63mLlU4+LJYxzd9yK4EaXuAXqHl/Hsnl0cGTvK4b0vXdc6+cMdu5Q35AJY1Uxa9QbV2aoCq2bk88e/+zv89dPfR7NNbFFvygxve9MKlBSIJzJpUbavXbeORx79UdasW6s2SwqlAmJCUb9wEr36GeZaVb5yqpum6/Ovb5+nx4lpHLbo+1aOF7zV/HnfZjytn6aAVbNHAUZH7yISFas+jRNPEPuTmP40hGIPEdBozkHUZEUh5C03W7z34Yiw4fPyfpPJOlSbdd7xwLuIBVTK3BJFp67z5CuT/NVT+9UxRNkZRQGGKEulBVvL8c/f+y5+5G0/Qt+SfgqFJQSmxbTX4OixY0oVKgrUnt7upP2+3Qaf+uRKXdKfjUhX/qnPP/88v/e7v0vOcdT6JFszgSghmw3e9e538Y73vZt/98v/jsZshShVL8vMlzFhmeqrp1iiXC6roCd5nThMjiNKUpnDH/v5T3DPvfeo8DTxhhU4KRLqWN5TW5Qqx1X+10rJL0BVfKtFzZl4xnZ6ri5A1TZklbVqQbHabv9PX0vUqLLp09BjnnhpB4fOnmJAoOWa9dywei3dZk6pWi9cOKvUtgOD3Wy88SYKXf3MzFfxY4Ntd95FlOvDFzAs5xgn3rN+q8Xs3DStZj0Z52Gk1LmyPsk40yyf3bt3cH78NBs2rqdcKSubgdtu28LM1BSRJ5+8Rsv3VFBbyckzPLBEjd2p2TkiXefMuQuqRl1Wj1Jb54sF6s0mDa+pPuc1AysYWTJMb76E/v+w9x7Qlp3lmeaz8z753BwrR+WMJUASGWwQRmCw7MYB201PO/T0co89didW97jbdLdtcMN4GhwAdztgExVBEhIox6qSVJJKpcrh5nTy2XnW9+9zqq5kFQ3VPRrPmn20irq3Ttrn2///H/bzv9/7+jHN1RqLM3Pq3AtgbzcbhF6btaVFNedtXWcu8QgrBeKC2ztPMZqTruiW2jgL0UKfNwyMsiXyOXbsOBfe+F6WvZg7vvZ1ylZISQ+5eONG/nLvy+c1x7MnZRXIKpBVIKtAVoGsAlkFsgpkFcgqkFXg9ahABlbPUeW9e45K46ZSrFoFB63d4g//zy9wshXj5IpnWl6V0qkHGPpqVXlJ+TkNYNEUWO17q8p9fT9U9Xj5T6wKY9F8Gqy0W7zt3W/jlve9Ca8ToscCAQQOyH+agjiveRPBX6+d/38crJ67ff9cg/J8FKu6+HWWbY7ZcEo+vZG27AtczWkpXJWbBFQJVpD3sBLoCBCRVOlewJVcqFf7yeDrEsLVkwU+kuB40D60wrOPP8ud3/4yfmcJQ5RTygqgp04TVCE/h2LLILA8oNutce1lW7jpxksJPY9ydZSlJYEXM4wNF/HbDY4cOs7t9z5JZ61OxTYZy9tsHCkxULCpFkwGBqu4rrTmC1QUv0tD+Vq2ux1mV9rsb1sciQ2MhRm2Npe4YCpHZWqEXF58Og1st0CSc2mtLCsbAdOyKZSGMN0CnaBDdec0Azs3Ekm4vSj5dBPHyqn2dN3KYwjE/D5gtT9e02p/HysAUebFHl2vrhSrfiBgVeCaiE1j/EDAapsjJ1fYd+A4nWad7VMVdu/ewOjQAK6dglXbMSRdS0E2USSKN6QElElbfcHMk8Q5cuXNPPr0cRy7wqmDzzF39CXCrocf6oxPbmJ60zQvvvQsv/PvP3le6+S9Dz+GYQpZTGGpgYnf7VJbrCGd8TYRX/7SF/nKbV8jscXvV1TjogLXlUJPkz+9lndRVwrQfvMNN/C+99+ELvPeNCjYOeozc4TLv0/ZXOZAXWdxzePGXRaaHhEdTHDuNFlbLnFrbgOPla8iji0c8dC1Y4x8npx3ElqPYycrytICyyCMAsIgBsvFLQwTBx1iL+LNly3z9l0mi8cS5ho6nt/m8suuY+OuNxHaA5haTLFU5hvffoi/+uptdJOQxNRVUrwp5wOoahG/9tGP8c5bfgbT0Ai6Fo8feIG7H7hNhfbJTYDfxOQkl156KVu3bKbgOgpmKq9QlW/VtyUx1Pn+48/9MffefffZYD+x1xDfhzhi06YNfOLf/RuefvgR/vzzf0ot8NBlrIr6X72ZTnl0CK/eVFBVQdtYVMaph6mEuolqesfOnXzsl36BfL5AN/AULFXqTzlH6nhSmKoaBHpLqPyrCovrdRT0A6rkbV+92RL1FKvr4Woaepd+1lDXePKF53hs/158x8JFZ8DOEXU8/HZHvV6rnQbRXbRlh3wApbiWwLq1WpNALEhcg8BPw69knZfgKPm93emmSltp8xezDAG7YRr8JbYBomw3TPk5NTlQwDnuqjkpa5zUUiwLxKM7ls2AnqI4MQyltJXxqst3jJ/aH8RBxPDQKG97x7vYOL0R09OliKktgvj5ihpZt5TSWWom63V9bYWDLzzP8UMHGR4Y5K03vY89B5/jju98C82QOidqXonNS5L45KyEN+zYwWa3wOrsYRox7L7+JrZu3sn+79yH3V5g54YqW8YG+PHf/eJ5zfHsSVkFsgpkFcgqkFUgq0BWgawCWQWyCmQVeD0qkIHVc1R579PHCDVfKUmL5RLzR4/ymT/9S+p6EVv85eTiVIWzpCAh9fc8G1wl8EH+yAW16HTkQr+v5HpFsIpcHBsJWiy+hVDzPH76536Kt1+1hU5bVJiiiOt5sa73Z33Vca+3Akjv+h+xAnh9wKqZxLRLFs+4EScU+NCxiKkmGjnNUGBV4IqA1WYibnwSWJUCVk9LyMvjEmjpMSVhOspQNm3p7d8kYT3SAoodk6X9Czz92BN8+94vY2ppgrmA1VSpJm3CKViNxNsS8YzsEAYt3ve2q3jDBeOcOH6MTdt2M7ewROi1KOVE9Rao0KkHHniU9lqDbr1Dtx3QbHsMjIxy+WBCqZCjmLcpFSSAysaWFvTApCuR3kSsdWKeq/scXvYpdyN2OcsMjlYYqubV2FF+qaUKBBHL9UXkAIv5AfKDo3S6HvnxKhOX7SIpO3R9H0czccxc2sJurgerAlDEDkCU1WmbtkKpr/BZ/X4eq6JK7dLu1pRaMgzl+CXkS+aAgNWIhZUmLx2ZY8+LxyAMuHDrELt3bWB4oIrr9BWrZs+uIIXMBha2IWpGHRbbzMyukh/ZwsuzbcYnNrPnoe+ideoEUcippTqDg2Ncd9UVLMwc4hf+6T87r3Xy3oceVVYE/VR7acOPgoBV8ayUDnwt4vavfoU//5v/puCjtGCLWlrdBO7pulKxpj6bofKNnJqc5Oc+9jEGRkdIDFFaurC6QjD3BzjMkBgRkQeaa5CzQDuu4XxDY7XmcoiE+8vX85Izjq2XCe0EM6fhrj5Ct/ZULyhLI9RNXKdEqTqIWxogMhIqToVms4XhrbJjKGS63KFgdCGyGB7bwg03/TpJeQuGHuLYOW679at8/nOfZqnZxCymQWGC7GxD5w0TeX72Z/8xQ7uvoFoq8+JzL/HpL/0JC2uLyjJDxpco9UUlKpYIWzZtJOeY7Nq9m8uuuBwnl6PT7Si1figQLY75/d/7ffbv3cvE1DTXXH01Lz/3AidmThH4ARPjY3zi//gEbhzzmX//SZ4/8jJdpQ62FAA1HROzklPzSlkMqPCsdIbLmirvI+tquVLhH/6jjzM+OYEvXq+pGwoCRMUGQca88kENApIowbItDNNUys++u6p8PjWeexstZ60AEgUz18PW/s/pSgur9TpfufWbLNRW0HIumlgDBKIETrsYxI8XU6xjxFZUehtkPEUYygs2/TtUmVkCQ43UiqSn/u3bxQgkPhOYpvwMZM2Sz9bbduv7asvqFaZwWSmSZQ0U2wcVpijfVXJ/lI79OEmhas8WIgpjKvkSH7j5w0yOb1DeuHE3fYwolUUNLzYi8t1mGSmQFdDvdTv4nY4KQZuenGDLrotpB22++Jdf4Bu3fh075yjFrHyn5uKAK4ZHuHrnDiLxaI26uFaOrTe8hx2XXkfJyOGvLRCszmF12lzzsV86rzmePSmrQFaBrAJZBbIKZBXIKpBVIKtAVoGsAq9HBTKwei6w+tQxQkMUqxoDA1X2PvQIX/jKnSSlYRUCJBfhctGaBlLF6UWsujBOL/rlYl8Uq8prtadYfS2wKr6AEmoil9q+H+MbBv/kn/4yF044dIUo9h1SlVpO3uC1taHrrQDSj/T6glVpJX6tW1qP1/ZlNfSEZtnmBSuhoSwPRdIkQCFgAJu8ptHSEpa0BC/RcTQoyqMEQBsxZpIwkDb2KhC63gqg/44CwyTyqtQ0OPnULI898j0efPBr5FwJuUlTySWgZb2vopASCWaJkxBdi7n53W/k6p1jtJtruKUqLxx8mXLeoVtfVW25AyPjvHToZZZPnGDh2AnK5QqLy3VGJqbZMV0lbDQw/A5V22RksEy+kCP2urRFWedYSp3bCkz21nReXm2zubPIVCXH1HAew4zUKS8US7hOhTVvlVZthZxZoDw+RRIbxCZMXrELZ8MwXhgoP0RTQKWbS60EDFuNWV39EWXi3wWr/XOX1vDsuVy/CSAwKQw7tDo1ul5NtQGrUB8FVhM8P2B2scbzB0+x5/njuLbG5bvH2bVzI4OVsgKrMicsy1AKSfEUtjSHvJYjXO2yfHyWxvEZjs/OUt2yE3t8M4ZdUnPPFh9c22WhI6rLQS7aOMXKyRf51d/53fNaJ+956BEVviSAVD6zqZkKNq0trOGHIa4JD3z7W3zuS3+MLx8wlFEiqlpdqSClQhKyI3/LCJJxMjwwwIdv+Uk2bd9BLApQu0BUbxDN/jtK5iId30fzYpyqSIsjzEUX4yshndUKM3SYMYe5o3QFtfwksRlTNF2i5cdpNZ9Ux2pGBnk3pFCqkOgFfDw03aHTqeO3QmU/EHg6W4YKXL0jYNj2sPIVrn7nb0J5O93mLAPFMvXVRf7yL/+Mh594lICAvOswWCxQtGzec911XPWODzKx/XKmJqf4V7/9G3z9O3fiJQG+75MvFLGc1FpC5k5tdYmg21R2F1dccw0fvuUjjE1M0Gq3wMnRbXc4euSI8gzdvHmzUpbOHz/B6YU5mp0uqyurXPemH6EUJXzlv3yeJ55+lDnfB93BjCAnAUo5g1ZT3GHFnSWd2Wq91bTUZsOyVPv6z/78z7N1+za6nqceI+dFVNBBHFNfW6O5UiPxApbrNXX/th3bGR0bo9FqpOBRAGWvzf8VPquygp3DY1Vtymgah48d4/ZvfQs979DuemrDrb9Sq46DJCaS9UTGfZxu/iREuG4Oz+soKwZdd1RN1UooG0TKhkB+ls+RAl9FZtV3TkqOUzsEWTP7z5MwMrANQwFmsbsQZbYo2cXD2DItBcXltUR5qqxDelYI4i0t1rMf+PGbueziy1lZrmFbNpEfKUAsMLVUKGIalqqT67hKce75qS2BnAvbtCjm82imrZT6jfYaP//xj9H0m2hmguPXuX7LFq4aH8NxDMySy6CmUzVzaNOb2fqW9+EObVLjDN+nEOmM7xo+rzmePSmrQFaBrAJZBbIKZBXIKpBVIKtAVoGsAq9HBTKweo4q73nqKLERKWw3PFDh7m/eyd/e/RDO4Li6yIykddPoefX1VECiLE0VrD3wIi2WAljXMcdXBEbJ1bWhctCVWq8rycrlAX7zt36ZcSvE91NP0bTXWmCtXPifo+l+nRXA3y+wmqpBX+smrckroli1I9a0NHm9rIm3KjjixacyoyXMKqEeJwo+FIxUhSZBKQ46rqjaBHwIfFj3TtL+myaAC1j1KK3pHH70BA88eDd79n6LnCNgqKdC64NVpQCLlQpVgmcEmgRei0t2THLljgkmx0dwCmWOHTvGxECBoh5iOyYLq6ssri1z8MWXeWbvASYnp+i0mlTLRarTk4wWS6weOUQ+8hirligX88TinxqGFB0TXI2i7VJL4JmVOvOHG4zpIVtHChSqFrGWjoJydZzETWgszyvlY2lsmrxbpNVuM3zBJqoXbEJcDGyppeFg5vIqeCgFq+YPBFaV7voMJE/BTv8m9fD9llKsSoCVeHPKA1T7cBTT9XxOL6yx/8BJ9jx/jFLB4soLp9i1c4NSPwqIUVBVFIQShmMXsEKD5qkV1g6dxl9o4NWWWO40KWzayNDOi5lfarJw/BSubtNKbI6stNmybQfNk8cIVk7zu//1v57XOnn3gw8r6NT3TJXWZoF2tUUJ5fLJWzpPPPgAn/38Z2lLq794N4hIsKdvFKWepUmbNXTDiLxlsmFqgjfdeAOXXHU1nTih6JZZbfgYq59m0HueRiCd/AamFaEVDOxlg85/84nmq8wj9gJ1Hne3sqd4rVLGl52QbuMxgtqzoNmYKjyrhBcFdILUpkSUry3ZgUmKJFYDS1SFocX2DQ7Xbu5iWBYXXvvLTO2+gZXZF3HimJHBIRaXl/nzv/gCmuazY+Mkm8eGaC6vYFfHuPTdt7BxywX4AfyDn3o/B04exjRdDMNUIFBmmrSQt1otCH0MPVbg1/c9Lr3qSn7pf/k4A4ODkMuTE8/OXE55htZrNeUBmnMlgM1RgFig4+ryMjQaPHHrrTz50H0cWlmh5YeMV0ZwHYuVbpOaFK/ndyp/C0ztnzsBesMjw3z0536OkfFRFXol41Za3QWuzi8scvilg7RW1ig5OeaWlxQkHhkfY9u2bYxNjKNbstESost4FtW6YHS1HqRAU9b7V9sAyO+iupUx8fiep3niqScxSkVlLyDPF2WvcnjtqUJVVKECuGlOm4w/3w8wbBtRimpa8Eqf6B7ATwTRRvJVIVtI6SqnMKra0xNLgHStU18zEhiGRiKEtBfIFSURlinAVUK6TDTdVAA3VIrYvgpWAz9m+/YdfOQnbqHV8lS7fxTIronUIsYybOVv65gWOcfFsRwseS15DdWtkShwK4pY+c6rlMpUB6t89k/+iL/9xl9h5RLetnmKS6fHSKIWkS6ewB0qjstQuYJbmGD0ihu48Lp3Edk2mq0RtTpccMGm85rj2ZOyCmQVyCqQVSCrQFaBrAJZBbIKZBXIKvB6VCADq+eo8uN7DuJGLlE+ZtA0+bPPfZnvHTxKZWhIARi5kJULe6VcFcCqfpagqZSiSsukUlWh4UqASo9Q9duulY+eqFSl9VMLiUOTFb/NxRddxW/82k2S2KSUVuJFmHrupd6AiQT9rLutf91zDZhzqUnPPj7VT8l7nO9NFKM/7E2zYuZKFsfFo08z8LUIR0FOjQImeR0k47shSkmB1z2wIJ6qjm7QVN2wCWOxrnz8VDiNgJF+Krj8rEn+l051ocPzD7/MN+/7GnMn92DjEiTB2eRvUYKdCaUJ8COdJPSpuh6bJyr4XV86e9EMk0a7zZbJITZNDjA4WGWtVkvz1r1FFk+fZG7BZ3GpTc51iA2NTVu20GzWKRgB3twM426JkWIeq2RiOjpF8V4V0Oo6+L7Oc6ebLB4/zEjBZtP0KLZr0g665FyLSqWigPBavYlu5xluUjgoAAAgAElEQVQYHFXKTwlY23D5DqzxKqEpPqCuApeGnlNATJe2XYEqCgaK2k/agtPbK2D/9zmJAmN8v0m7K/6q7VQlJ6FqosYT2NeNODHfYN+BE7x86CiDZZvLL5hg+6ZNlErDmLkY19JwkiK2O4ix0qZzbI7GydP43RadoEG91qAZ2+RGNjG1aRvzs7Osra2ii/pRy7HYzDExPMQzj9xNlBh84ba//WGHnXr8tx54SM1P5cXZU0DKXKovrCl7BbFseGHfPj7znz/FWmMFX8J2NEN5Ics8FM2hJsBbni6wMpdny4Yptl58IZe8+Xq6mDiuQ9iBcOZrVPy78bWYINEoim/zYEIh0Zn/owhttsiMAFotpBrH7M1t5sHKFXRKVZz6U3RX9oFAfFsUv3m63S5h1MUUKwOBfjIue+uOAEe5FQoF3nGRyagRcuENH+by6z+mLBfmDuxjz7e+zOnjx9GdiMnNY1QGSwpU2naBelLlwre8h60bt3Pft27lt37nE3iRhWEJjBNPUFFeSmhROt/lfRU+jCIFdf044P0/+UE+/qu/zJrfVWul3CdQTwnupVxh6ukq81na8hPZxIhi5g4/z57b/pqoscaa32IoN8jMbIOXOi1WRL2vXkPUwRqi9BdAaFkJA4bD7t27eM8tN6Plc2otTTSTIAqYnVthaXGZ+ZlZwmYNsR+R4/fkeA2HsYEhRicmGNuygcCMKHRCPCPGMxKsQNaddLdGgq5kfZc5cNY+RFhkpGpy1/33cuz4CaVY1dXzznYMpF6or1i1z2xY9M+b2ox7Lf9s8U1VT+59D0gPw7ruANl0ec3vFjE0VRsBafeEeLJWiyVVf1HZR6JgFeCrNu3Stc/SbN774zezY9eFtBqdtNZJrACs+j6Teiu4mqNYKPZ07alq1pLNEvFz7YUnmrZBIVcklyux95ln+Pf/9tfZubnMO3duU6/pBV0VyKWFAXnDIGfruNVhKrvfzI/86E/ilgaVH6xYJFxwweR5zfHsSVkFsgpkFcgqkFUgq0BWgawCWQWyCmQVeD0qkIHVc1T5yX0vY/gmRtHA6nT51Ke/wJFml2K5onz6+p6pypdPWGfPp7J//SyqVrngFMWrY55pCj2jaE2DUkStKte/kqxuUg+6vOMd7+IXb3kTrVUBACJrSi+QRQ2rXqXXIvrDDI7XBaz2FKOvPq5X+Mm+6k7L1jlaNDgqfqYqGT6hIlpGLcFSKTjCl2PWtIhuouHHMXaiMWhaSjcoarQcOnmVNJ7KhJXCrAdgldJM4FdkYJ1o8uxDz3HrfV+htnwQM5F4olSx2k83Vwo1BU98BWOjoMOl24f4wLvepOBDu9XlxOlZnnvxJRVu1WrWVQhTvd5holJmesSiVNA5cXqZ1VoLx9YxVShNDqdUYGSwyPKhI7jdhFHbYnAgT77sKP9VUd1qtgVugW5oc+LIYZZnZ9gwNcrgcFXZEkhAjaj/crk84h272uiQy5eoVodYazdxpgeYvmSHUsO6ThFDszDNwt8BqzKSBLL2bz84WA3xBKx21giEGIoNQCxgNVXz1Ztdjs032P/yaY6fnGGs5HD5rgm2bBwnX6xi2AJQXAp6BW2xw+qxEwSLKyStJp7v4cUB9XaLjpbDrE4wNDrF7OlTysvVyhXp6gXa1jBxs8GhJx/EcvJ87rav/jBT4cxjzwVWG4s1ul1Pzd3Tx47xB7/3H5hbnFHBYCo8Sjwl/UAypDDimInRYQXqrDBi09QUxeEhLr/+eqqjk8qbNegmhLO3UvK+jW4nBDJ/GyG5IY2ybjD/XyLimQJzmoZPiGZElNF51trJA0PX0wnniFbvI44bFIslNf8lxEnWj9QvU/w4e23iPYgmH1K8R99yQYUtBY3pS97MtR/8dcbGN7Lv9m9y75/9HiUbcoMl3NEq+mAFd2QUpzJA3qlij26glC+z99GH+cM/+ixdX1MQtB/0JjlGMs/S8D21m4Gl98K8kgi3lOc3/sX/zs6rLqPT6aiWcwGnlpGOuTjSFKgT64VQdivEjiOKaS7N8fg3vkzcXCa2QuJmxOmTaxwPY5a8QL1/2mKvKW9P23YoF23Gg5iNmzZw/Ud/Ej1fVerP0IDVmsfpmXlqa2s0VlZYOn2Sbr3G8MgouigvbZeRgWHKlTKDU6NYJQdLNlC0XtBSGCs1pgRMKfirrDDSv/vrWoiEUrW5/e67WFxZwyjkhFyqoCa1IdbbgOuD1fXWKOs3N/qbZ6/Ar4q2ilpdfcGkd/XAcv9xahXsbYilvDV9nNRH4LeoZh2xpYhiBstVgm6X5aVldT5EiZpujsjfCVsvupgPffgWtbYEfohj2cRBuvmkNiFECa+blAtlikUJcBSP6bPes0pRLOtpFFEZKpFzc5QrA+x56nH+r9/7BG+8ZAODRVf5upphiCnA1kiwbdGvh0S6TW7rtbztJz6OUxhUa6JYGlxw8fh5zfHsSVkFsgpkFcgqkFUgq0BWgawCWQWyCmQVeD0qkIHVc1T5sacP4iQ2Vkln7fgs/+kzX6SbK6tka7nA73v89RWr6oK5346pnFFTRav87dpnIVZ6bZyCELmYjRQoFSWWQSeBj/3sT/LuN++gtppGqsgF+Xol6Xor0+8HLdd/rNcDrBrfR+56zuPMmTzthDw5O0spn2egUmHMtKiI4lcEaqLik3CqRFSnqb2sK++jaczHPloYMqE5FC0DyadXtRXgesYGQDpoY/KhQfelVZ564EnuvP9vCfwlkcIq+4AzATUCS1QLsbT9egTy5kGLG67YxHvfdg21lRUGy2VWVtdYqbeYnJrA9wJOza3y2N5nWFheImyv0W22abY8cpZNteSQL1RVi+zgQInpDQN0Og0a9QYsrHBRdZhq3sAua+TzEtWFgqJ5u4CuWbx8+AjdbpvJiVEcW1RvqY+h6+ZxCyW6XkS97SmwKhE8TTdk13VXYBUKWKaLY7jQa+Fer1h9NVhVOOYcHrnrx5EKqfEbdLprBIEnzb8idFMeugLJluttTiy02PfSCRYWltgwWOKS7WNs3ix+ii45p0JJL9FZ7NB54TCa30YPunidJs1OBy+OaXserdjBHd6AU6iytDCjwJybL+M7A2gjG6kdP8Lc/r2qZf+zd9x+XuvkXd978IxitQ+/5IXaK03qjaYCfyvzc3zq9/8jy7Ul1lp1RL4Y99qrbT3BBbZPT1MLfDr1JoMDAyrd3alWufTKN3DFG65RLfy1w19j0P8WhiNuvyZRKyA/DBXTZPHzEJ5wWVBgNcIzdQpBhxI5nitczrdHLif2l4hae3CNOlHUotvpqhCyKEowZNOmB7ZffR4vmc5z5YYKk1t3c+NPfYLhie3MP/cs3/3SH6BHDfLbpyjt3kLo5rGcolJwigK3k5iU3AIrM7N8+g8+xcLCmgJ1AszSuawR9zeSpN0+jDCNVK0o88+PfHbu2sVv/O4nlJKxf1yy2aSsI5QHaNqOriw3ggjf84m9Ds8/+ij7ntnL4dkT5BKDASvP3MoyK/K43hora2rBsSgXi0wMlhlcWmF84ziX/vRHCYwyBB6ek3BqtsXJkyeZOTlD2G6p168vL1EqlxgYGlVeyGJhUKmUGRgeoDxUUEpktX6o9vsYSSX0RRIcRAqq9j1Q08A7Mdo1mJ2d485v3UFHQGbBJe746TjprUNqbvV+T590Vu3bd2JV3Q6v5W38arB61nVbQWb5/nl114KyQJHAwyhWYNJMNDprDRI/xBRAHoqntzqLvTUzxbEf+qV/yPYdO6itNbEsW3VbKBVt77tKaiLzYrA6lIbw2RLG56ZrhzymB1nlRcUMQb64JODs2aef4O4v/ymXTVeYXT6lvs+GSmWKtk3RFUsQAcchnlVm5w0fZOePvBvLLjJQyisIu2lr9bzmePakrAJZBbIKZBXIKpBVIKtAVoGsAlkFsgq8HhXIwOo5qvzEU4eUh2K+ZPHCk8/yh3/2VfJjEyroQy5k09CQXgu9IReyvdCqPnBQnqi68mO1Rd4mF57r36t3wRpIM6YKRkkwnDK//k9/los2DbBakwRseX7Pt7XfCvqqjKgfBK7+vw1WzzmQyya3z5zg3/3+Z/GWV5i+fAdj01NsnJxidHCIydFR1dIcWBYty8LXUw/WUQw8EpxEUx6ra7r8nHoQGv1U7x6UFnQw4OvM71vg0Qcf5r4Hv0ZEMw0jOhNUkyq2hBLKeUhEOxjqaGGT97/1Mt5w6UZeev4FlWq+tFLHMCxKeZucbWPkShx46TCDVfHo9JlfWuKJfS8xP9OgveYR6L7ylywVC4xPDpIfKNEOoDU3x0Vuni0Fg1wVilWbnISdKRBvYLtFsTxkcXEJXUsoF3NEsa9aqCUAxxb/ykKVekvawkHLOcRVm+3XXIxVLGBoDo6AMiuXej2uswJ4dXjVq4Hcuc6XKEe7PbAaht3U7VFZUUaqlsu1NgdOLPLok8+pNt7d26bZtXWC6QlRQuYZsCfonmyzfOgkldCDqIvfbdD1WnSjkLbv02p2aSUuY1svJIw1FuZn0OOYXEmUlRvJTWzk9HNPES0tEAUB//yL/+281sk7v/tA6vUqY6YXhCQ/d9farK7WsG2L5uoqv/8fP8np+ZN0Io+oGynYr1qe45CybVEt5FlodwgC8dsVL1uDji+KRY1rrruW973vQ3inv0elfTuG2UYr5umsNamMQVEzWf6CQXDEZgEIBKLFNiUtwFJJ8RYPFC/jgdGrsIJj0HmeTuu0SnwntpR/sITnKcV7b71R6nYBW3HMQDHmxovG2DI5yTtu/gSjm65AjIy/8uXPYOoeu669irlunZbnkwQxmi9WJiGuW8CRUKVanT/5zOc4fuK0Um3Ka8pNxtMZL16xI5D3EwWieNbKIqdrdLpd/tm/+S0uvuxSgii9TyXQ9xZB5VcaSDhcusap9PkoUmFXM3NzyqbDSqBiWDzx8CPc8937VMQfuqFA+2A+x1CpyPaxAfSTp5m4cCfbPvAhvLiEFnTo2hEnZ5ocOXyEudOnSSTISWwAgoAgCChJGJxboBP4ylpi64ZpqlWHqGDhxxpGIut86ofqRT6J3wu662+K9f42XJsDB17i3vvvITYt9FwKVhMzDbw6Y/3yGqM03cxIuxm+H1iV3TWx8OjfBHamr/tKsNqfx3KfbESJEY0RxiQCejsepgrRUp4DPaV+ukEoPrFT09P8/K//BrXVFbWbJ37I4hWrMLq8RpJgyH+6TiGfV2xYVO+iWJfBZ1vpXBIVsazZ8kSxjpianuLZp5/k8W9/naK3wouHDhAZBoPjEwwPDZA3NIYck3KpiDOykcFtl7HsQbvTpllfVV7Vn/v8Z85rjmdPyiqQVSCrQFaBrAJZBbIKZBXIKpBVIKvA61GBDKyeo8pPPX1EJc3ncjrfue0+/vyuhxjdsBGtlwIt0DRtTU3QJRhEQkkkYbzXjpsKKzUFWvow9tXKoiQOCRNdta5Hoc/QyGb++W/9NMOOSTPQ0IVjrPMyVDYA61RNcuj/Xwar7arBfZ0W+57eT3TkKPP1BZbnV2msNYmMBKPoUCqXGR4dZWR6msHRYcYHBiiVyrRKNkU7T0UzaEhraRSQNy1cab3tQW6xB5C23uEOHHr0NA89+F2efOq21C9T0rd7Sd+pergXViOwNRZ1GuSdmA+95xou3zlBbWUZzS3zwktHGBkeottYwdI1zFyJ0zOzTFdMvK5PqVrh5WOHibsd2ssrnFjpMDu3TFccI2wbqzBAEOYIwoAhM+aCosGmqkalCAMDJUzl15soeJrLFwnihHa7m6qfEzGaVPgEzbCx8yU006HZCfBNGN29ifFdm9BcV6kPxTPRsNxzgtU+iDkDbP47qlVRqXa9Bh1vjThKk8+l1ALcBEyfnl/h6RcO8dTe/YwPVrjkwm1s2TzJcLVMMVfCrJVZfXGJXLuBY3RoNxt43TaB36bjtWm3WzQ6AXpplMntl9Dq+syfPqF8IMtDI8SVjdjFKrMHnoROGytJ+Cd/9IXzWifvuP97Z8Cqqm3vj1frKFWybIiE3Q6f+k//gf0HnmN80wS15RUaTWnDh3wuh2PoeJ02anPE0JVKURc1pmnTDT10Q+dd772ZN+4cID75XymWGiQ5W1lMFAc1ZWOx9iUb/6jJgthQiKGFHlKIDETEF6lAt4h95St5vDBK0z9Mp3MEPREobcnegEqal2Ndr7rtK+JlHF23s8jF0xVuvOm32XrF21n16jx7Yp/yyhWVceB5PZ132tLtJrqyOIgtQyW8/82f/QX79x9QKs4zKk3l0ZuGnMmap8Bgb9tIAKppWjTqdd7zoffygZ/4oFJ1qqCpKFZwT9bMZqOhVKpiISDHL/PPD3wazRqG76Enkfo9Z+eYPznPN//2yzQ8sehI0+zHSgWmBqpcuXGUYK3BwGWXUbjiGrzAQg8D5Tm8tNjgxRde4OiRo8pyQDYBZD0WW91SvqQsMuRzVV2X3VPTjFRs4okKbdGORmnwnZ4EeFFIEqRdBv3NmH4tBKw+/vjjPPrk45huTilWo5YHlgQcii9vbyfsNebWWZW4qFtf2ZlwZm0Xj1WlHT03WF3/PdAfBxLgJRFxmh8psGrEiQLbKoSLRIWPpZuDEW7O5QM338zWK65jaWEO17KU565mWASibg1jAj8NcOvD8749gAD1dqtFs9lUFhWO4zA0OMhApaq+98bGJ9n79FN866t/RVnrEIny2XK44OofIVcqcfD552guzhJ5sgll04oMaq0mYdBF0zXEdiIJ+v0I5zXVsydlFcgqkFUgq0BWgawCWQWyCmQVyCqQVeD/0QpkYPVcYPWpIxiGhHv4/M0Xv8K3nz3C5KbNxL6HJgrAV4FVgUv9ZGa5r98ZL76CZ9WtZ3331MVwHBCI4sewiMIum7deyr/8zQ/ghhqtRMdWMCJVeQlQEHgRx+kF9g8CVPsf7X+mYvVcLePnE17VKhvcb8mnMtgQhdS9Jt22R6fWYqVVY27uNEunTrM8M8fy2hrdICJvuhSrA+SmxpicmmZqYgprZICRgYpKly7pBrYqUNqW3NFiRmsRzz54jO89eC/7n7ubrhZh9ltcz9gypFYACpgIWBUfSHzeePkGLt42yujwkAIxL7x4kG3btqCLetQ0ODqzRK3ZohQ3VaDUxMZNHD15jFatRlhrKYi7NLtCMVfELRaJc2WOLjRYqGlolsaEXueavMamikluwMUu5ZQqzBRoa+q4uYIK4un4EVbS7nk8Cni1CQSC2TnlTRjYOpuu2EVpegTNdTA1C9fKo+v2DwxWXw1aXz01fAmc8URhWiMWKwalDu55UCYwM7/EC4dOcPzkaTaNDbFlwyijo8PKE7bglll4yaN7tMGY4dPtLuB3BNZEak51Ow267Rq1MCbOD5EbnsYWv9lmDU1SzYtlosomHNOlfnI/ESG65/GPP/Wn57VA3n7fd1+hWJUXEfWetOkvLS2nIV9RyGf/8FM88sRDXHbNZYR+l/nZBYqFMuPjE5yeneHUzEnsUMc3ZYNEx4hQrdeiWPQSj0J1nF+95Sacxa/h2AsYFQvd8MlXNOwoofmXOQIBqzL2kpiOniDukkYsmwQdsCLi4e08aG9hT1CnUX+eOKyjJRaRbMroEXqSqkYVvJSm6jBM16e4wCVjPldvc7ni/f8roxdcy4njB+kKOpRguCBSY9iIIWh38LqeWousKCDJGXh+xGN3P8jDjz2moORZyb2KPFLvoTaSxM9T/kXXMExLtf8HYcjGndP84j/6OKXBqoLvAlFt3VD2FosLC0o5KpYA4tEqvtVS3zgOSbyYwAtVEFa54GJ3Pe6+7TYWa3W8KME2dcbyebaMDHLFRBWjUKF8zXU0qoN02gGJn6iQufrKKs8995xSlNbrLUzbxXZcSEIq+XJqxwKMFItcPr2ZEfF22DFGXdkeyIqmYUS+Og4xW+0D677PqlrvLYN7v/Md9h94HitfxCrlCZpy3tJgwzO3HlhN18903qyfbylYfVU7gnpA6sUt//Vvr1asrv8+6INVBT4FpnqRUqsqmwb5vbeJJOdOFKmFYp7dF+zmpve/nzUtR6O2KoeuVKeaaROEMV6tzdzsKRbm5pWNgEBz2QSRQK/A7+K123iep0KxZJzImLIN2QLUlCp4w8bNLM+fRvNWlRLcypfoBBqzSys0Wk3Qg95xGWi6hZ6EalMTwyHUHYKG6LmzW1aBrAJZBbIKZBXIKpBVIKtAVoGsAlkF/n5WIAOr5zgvjz/5EradJ2ku8MlPf4FTQY6JQk61tUorrLT+S7iUqNLURa9qET7rVZnaAeqpwsfUziid+mBStX5K+7mW0DJidM/grW+8nl/4xTdyT9fmORIucwx2W2m7uxtFOEaC0zLxvQ5G3iLX0YkTn64hbeiGAoO+nmCJp55qj9dw0NOEalErybFGMYGtYQQxhVAnMjXVgixtr6ImU4os8RkUBZ7YGAgoEgWbHhIYMVbsKN9XUXoJSBGfUvH+tKQd/Ry1XO812AfCArFOVBOOJiF53VIwec1IFVUToojToZYkrIR+6hcYhCwvznHy2BFOHT/B7PHjrC0sk/iB8vsrjIwyMT3N9JbNDE1MMDgxQaFUJK+ZTM13efrBl7jrgW9w/OVHVHu8AuGq9V/aqOXnfnusqC999UnEy9LrdlSb68DAAJWyiW2EXHrBDjZMjFAtFjh8+BCupVPUuzQIMTohtcVlZtZqnJqZox6EaCHqPIjya2R6G8fXuiw2Q2zNITZihp2AK7WALVUdczJPVfwLTUk8tzAtA0v9btGOTBUe1ek0FRySMJkwSNCLFbTKMKO7tzK0uYppOyq0yrQked1R41WgsITlyJjsWwGcATWvgD6K5rziTKZASRSFDbrdFgJYExlVirYJ5E+T0uv1Ossrq3hel0K+QDmfo1gqEhgW5cIwc88c5+RDzzPkW+iFRMFWxxJVXBOvXVOKt5XlVdqYuCOTDE1totvq4GgJgVsgHtqME/kEtePYklbuBXz0d86vTVjAal+l2ldeKrDaDVidWVKbJ5pp8Bdf+BPuvOsbbN6xmUq1wPDQMI7tqBo+vWcfMzPzOJZLEAepH7IQSwmz0gzlMxl4CT/23jfzhsIsSXwAZwRsXJyKTy4xOfmNgPyBKnO6p3yWG3rAYKhhS31LJYKPfpjqpRcwd+Ik995+DwcPHjgDUNO5lAK/PlTtw0J1XnQYzGnccMO1vOHdP0rHtClYhgLZrXZXbQQ5psXS4qKCnALTbDlvRfEaBT2M2fPUE3zz67fRbAg0S99HeXj2bAHUZ1bK1XQDSbw5BbTKv5XKDj/3K/+Iia0bSIIIWxSIYcT8zGl8z1M/K3yZiKeyRrvZVN69ajNJoKamkyvkyLkuj935TZbnF9HCiIqbo1ooKM/jqcEB3JExdrz9HSzqJqeW17A0Eyf0Wd23l2ce2cfcYI4Xj5/ESnIU7DKatYpmlSlFOn6ryYWXXcTbNm9GCxq0d0yxljhEvqx5EU4IfoJSmPfXbjn2NBwqomvG3HXXtzh97ARmsUCuXFLqa4W6e1YjCosaBmFv802+O9ZvtgloTb1dJWwq/T6RUKi+8l4WQ+lqUOuoasFP56ecDxVCpd4qwRCfW/luUmtbiB7ryldV1nypv4xvsVuQmwDtju8xtXETIxs28cGf/AgrSyuqBV/WxJGhYRUqduzIEe65/VaazQa+7/d8dmUTYn0gY4p9FStWGYIyOwICsSKJEt577Rtonz5GybU56Pu0/ZDjx09hGHa69qZs/QxY7m9QpmpojVZz9e/n/3vKjiqrQFaBrAJZBbIKZBXIKpBVIKtAVoGsAnLVkvww0sf/H5XsiadewrJc6rNH+eRn/wK/OE5FAmZETWOaZ5Lk1cWfggvpVWW/RTYtVQpWRS4kra6p/WAvNkSSmJVvXaKUQ2Fi8aH338QtN1/G9wKdGboUCbjAKrJmSLAN5BJo1poM6RZHXEkVt9muiUIO8h64sUY7iTClZVN8I4OYlsKqFpZob/WEnA9dU0CfhifRTupwxJs0Tfc2REAby0W8TiAKNOGncpeeEOoxtvLUS9FbOnRE15W+xn/vJrXpQ1a5yH++EnNEfTKTgmYiuE5eZZOo94COoeEliYIuJURBqhEI0NETPD9gcXWZmblZVmqrnDw5Q21+meZyTQEA8jlKo8Pc/IEPcHEywOPffZY7vvsVFk4/C4arLugTFcbzKqiaSFK5tLmnfe7iPyhqLKVSE+uAMKAgnoAFl2q5qMbBwECRC7fk2VHNU5TOavKqaN3GIi8vrnDk9Ayn5uept7sMTmxhsanTim0FtWJDw7JCpqI2F+ZCNk2VGBgs4zoCR+WsiDpVUwnd5AoK5jSbdZr1GmEYKD9EpzqEOTSpwOpwH6zqeQzLxDTECsDs+Yj+IGD1757H9WBVoG4QypkSQNMLYeuFJwmc69dKxr0E5yh7DNsl55bQ1gIe+uo9LB04xs4tO5ga26B8ZYPOCu3mivpMJ06cxtddxnZeiFEZIG1pjvANF2dkC0bQJWrNqhCz2A/58L/+g//esHvN+18LrCrYFcSszS0K1kMzTW7927/mr778JUYmRtm4aUoFHcm5EZD19FP7WFleU/NcxqsSdfY8TmUuaXpM7Ce85S3Xcu1IA0N7jtxgjIOBVYD8ssOx29sUVoZZidsYScKqFjKsW8SOifvON9O+5nJaouZca/Hkw4+zf//zZ1rS07UmVaue8fJc5+WcyOYKCTe9/51c9ba3Ejk5uq0GUbfbCzDSWF5eVuBSQobKpbKa26trq6yurOB1WqzOLbLn8Sc4enJR+ayuB6upX6dAQwF6KVhVHsACpTUN04j54M/8FFdee41SN8pGxvziPCsLC+n6Eab/Jqpl8VhVKv84Vj9Lu38+n8e0LArFIo/dexcLs7PkbZtKrsDI4CDlQpGcoTO5Ywfbr30TC0HEzPKKWsc0aeGfPUbtyWdY6nR5od6hvlwq1ogAACAASURBVOYr25aR0SorDZ9B22L7ximuufwqRmtN5rxVljaO0k5s5Yus1MBBjK/Wo576VAVbaQpEyxo7V1vh1jvuoCmBZ3mXfLGkfErFDkE+zxmbEbEoMcx0zRQw2vPn7p28dP1MxDogBfPyRwHKHqhXv8tjeopX5U0rft9xasmQwtb0ZzkudS5kMIYR3UaLRq2unirPkbVMaq7bFgPDI2zcuZubP/JhFufmabVFzawzWB1g7tRJ7rrtNpZmT521fuit8331bn/sqW+/HlSVny1Tp+sFVAoFPvLud7D/sUcJkpihiy7jxMwML+7fr74LFaTvfZf0f1//mnJ/qylzLLtlFcgqkFUgq0BWgawCWQWyCmQVyCqQVeDvZwUysHqO8/L4UwdxLZvD+/fx6S98ncr0DrROm1A8VXsBVmcuiuWSVkJk1oWVyH19oKUcCHst5+tb6QV5Crg0g5C27fIrv/TT3HjtVu7wAkxLZ9LQaCQBBS1VicoV6OpylzHb5BnTU8rEaSGheoIt7cPynl5IqZ3QzekKnpY0HUf8PaM0fEb8GwUGRsrDURJzUuWmHL/SqsrLKf2UtPemMlwBq6JKTaFR/6JfaeVSyCr//opkru8/2JX3rGHwbDGmJlzaAzOCrqMTGzCiQQA0iZVHqoQXFRONnEibtJ7LrNS6BxIkPKkpbdTNFu1Gi9VanVOL86w26lx/5Y8w3Szy8Hef4M77/5p2/SSRtE6r1thItaCKQktqciZhW+CqgFRRg/XOm9wvdgzyPL/bIYrSEBwBnVVb45bLNnDD7l0MVkroErQlXpxBh1rQZa7RYO/hQxxdWqRrVjm6FIBZwHVNYcrKczAXB+zS61w94jA0UVXhOpZlEEpbtrTCS4t1IacUgZ4XsrCwQL2+hmFp5KtjOCPTjOzayujWQSzXxdTzCiL9zwSrnr9Gt9shiDrqmFKYIvULz5zw/jjvAyUF4gwTU3co2QUac6s8+O37OPjwi1RzVS7evoPRogNejebaCiePz7PS8Zm8+FJyYxNotoV4Ecemi12ZJCdA1VtEk7bjIOKD/+L3zmtlve079/8dxaoCq2FMfX5ZtV/rlskj99/H5//Lf2Z0wxgbN23EMDTyOVe1zT+z5xlajbZMoVRzKBsHArl68CkKRcVqcPGurbynCpr7EoWdCXlpk27qWPstVp6JsKIyK0mXyOj5gCYJ7rYdWLe8h27epuH7LBw+zZ6Hn+DkyVNqs0apEtVGRQqn+rf1ilVRzOZMjUsvv5g3vOUGOip8PcLRdYqFomq/F1V0qVDsAfsmnWab4kBFqXWDdouw3uLFPfu4/7G9eEF4JuhLxn0fEsp6KGtdCvXk7xT6xYHH29/3Hq69/o089vCDdNttNm7bTOhJaFlXbeLIWhN4PlEQpiFIuoVtWeRyOXL5HKZjYzkOh55/Ts3VgWqFYi5HtVxhYmyMyPPpBjED0xuILIeTc/Po4lEsx+O16T79GCefewZ940awHdWiXnQqLC6vUbV1Lrn0Qqa37Wbp0BEOtT1qgwOEouyOREmbbob5yo9ZNscSlpaWqNdqqtyy6bK4vMTBo4dpdNpojkW5VGGgOshwZUgFOeUKBQXhpV6FvGzERKrrQYKdRJ2ffof0NeI9eNoDqzKOBKAKNBVuquwpZJ2WY9MEXsp2Wepz21fAykiQc6rGYZJw9OAhntv3TOohraB7+l/o+Ri2Ra5c4U1vewfXXv9mlheXaLVaKohscmKM5/c9y9133EncD6rr+xf05v3f2ZNV3wF90CuWFBFDeZcbr7qCo8ePYw6OcM2N7+Kb3/g6xw69gGWmG226ZvXGce/z9wZz39agUV85rzmePSmrQFaBrAJZBbIKZBXIKpBVIKtAVoGsAq9HBTKweo4qP/bUQfKmyaPfvZ8v3vYw05t3KOWMtMevb7tVV7w9xZioT/u3FB5aqapoHYRa/3bK01PaMnWNoFzht3/lI4xvHuMLjRqRnWNXLo+mR+QSnbyuYwhAPe0zWrFYymssJzCUMkK8RMPTwG4HOIHOi8VA/ftEYjFigIVGTtSmQUQp0Kg5UA0N8hIGIyk4ki0ukEzCSnrwNHVQ7F0s9y6YBSzLo9X/KvFqSlZNUU79ECNW6jOria+khrfcUoDKGCyhFR0FHPS8Q9uBlgi4dMjp4CTSRp0eT+o4mypl5RgEzCbiG6igbKJ8Uv0goBjqtJ5v8tDDj/Cd7/01obdCoLwT0/b2vhpTgSJlCyDBLgIzU5AiMOJMYE0UKGgmKkp5vMARSYOfsHV+7dId7JycJiladGOPdq2ObtpYRodI2viTmOdPnOLb+w7y4nJEoTyImzNUq79plJUqdcJY45JCwNbRItVqWfkRKmipSeq2RSJWDE4BQ7ep1essrUjLeoRbGcYd3sDwzi1MbB/GyYlPawFdQoM08Vj9YRSrPeXZOliXfv6Yrr+G53UIIwnROrtZ8Mqf+7D1bCK6pNsr6KablAplBSUf/Ov7eeieR7C7ETsnRtg0XCbptFmZWeXE0grm8AgbLrqY4elpDFsAtE2g5dBlbMRrwqOVfcNNv/HJH2LUnX3orffedwasqvmsVH+pWrA+v4JMWanf/qef4vc++TsMTAyydft2XNdScCvyfV56/kX8ZpdmECnILh6ryttU7U6k3slm4LN7yzhvcUpw8nlGL4/J7XZovhAS77VIOg5GCDVCPNPDiHQi28S89lqKP/ZWDDuiHUY8+8hennr4CVZXV8/4O6fq0VQdKrc+6OqvQgJWZfNjfGKU7RftIj9QoZgvMjE6RqvZYHVpmW63q0Kkup2OCiC6/Oormd6yiSgRpWOTpNnh9MuHue3eh+gKjOupIWX8KzsAgX49sCrHIOFQqfWEoRSp49OTWK7FoQMvMD49zjvf96NEAud9TylTRaEqrfUlSYW3HSI1LxNKxSIDI8O4+Rxtz8MIZKMjUmp0pcbUdAaHBhmqDihfTtlmaTTFpiJidHwY4bR6CGsv7eOZO77B0MQw+Q0TFB2xETCx9Dx5y8atDqEPbyPSXU40Vjk2dxrDNtJNI1F7hl01j+srTZ544glOHD2qWvpN3VDHLdBUksYkvMxPYq668hpu+rH3E/rS1m+qwD3xdZUxL5slsvnVajfVxo0voViyvqi5lHrQqvXHD/B9T31WsUuQjQXljao8thXFT3+XZa5vx6E2hvoRYqlyWtr9n927lwfuvw9LbC5kA6nfVSE2AprG4NgYP/EPfpZcuUi33VF2HrZlMD0+waMPPsz999yr2vrXQ9T1atVXTL4eWD37bwllU2N6cIClVpsL3vxWJqa28uW/+HOl5pegPllzTSNHFMrm3tmOjz5UlXG0trp4XnM8e1JWgawCWQWyCmQVyCqQVSCrQFaBrAJZBV6PCmRg9RxVFrCa02Ju/eo3uefZ04wPj1DrNNAkqVtX6PEVNwkcSpuBzwZUmaadKrd6ir5+K3z/MWYkTpUaoRFTGp/mX//KT9AYKfCV1hrisjjkOliiUu0EdPSYquvwY90At1TkuTji4eVlrhkaYqPt0NYjpWJy64GCcPM5nUIiwBVyJPhJpNr4W6KAjXQO2l1KfsyUXaKqmQpYmjHkPHB0MOXCXLhHIDYFAgBScKpHosqTa/veZ+15LIrC9Ye5ycW5qVv4QcjqaoPaWoNcIa/UeKvLNUpDg0SlPCteG18HN2ejuwZaTldqW8NM/xaIKkemoLZ4M2piFxARi+IuiRlsRZx4ZJEHn/gujz76FZKwQ2CA6feBRq+dXVSRPU9E+RwKnIY9pVoPrkp9RM0lHFq10wro8bqULY13bRvjqvFhBW5801GehI3aHLl8zMjwsIIqkWXz5Qef5LY9h9HcMvlqSSnzXPJohkbR6bDJ6HDFsEm1UsF2DBVgJX9yrkUkXqMij9QN0Awa7QZ+6GPlKhTGNjKwfROTO0ZwXBfdKCjFqqGLx+oPDlbXidJ6ish+u39Mp7uK57eJ4jRJXsZ7mvUlLczrcEo/EKz3T9I6Ly3LloAzUSVaDmPuCE/ev4cHbrsXbbXOZCFH0mpSX1xjdmUVrVLh8utvYGhySgUjGY5NgKmUdnFUw5JxF8NP/MtP/zDD7sxjv3H3vWcgYR+sqs0QXac+t4LvhdiuzYmDL/Gv/vn/pibF9KZNbN6yUaXai+rzyIsHqC2ukNiuskAQ4C8bBS2vS6T6rnO4Xocb33MdF7Rdgof2MFSuUdhlE53UiU47BIZGM+koH89ID3ATjdVcDvNH30Lh6ktZ66wy/8zLHNj7AicX5hXIkzmixp+qc6r+fgX46iuJowDLdrEck+nNk2zbtY3h4XFe3P8ie558Uj1PgLDR2xIRv+if/sWfIV8q0vU6VNw8reUV9j7yOHtfOKIU28ozWjYwRNEtJ1+AtJkqVvter0ZvvElgkiceyaLu9jpc8YYr+JG3vJmw21aKValZvSZrHVx00UUMDA4ppeXK8rICl8OjI3R9X6lCg1ZLbfoIR5Q5I8cu6thqZYDR0dEUVPq+CkoTCwE/DBAXFieKePSrt5O0fEauuZrBiW3kDQc7V8LMmTjFIrniBMVShdDyeeCe25hdPqE2M/K6iRcHdLwu37nrPo6+/DJuLp9C9L6vrWQsWaZS9HcDn/fddDMfvuWjnD45o45HgvZK1bJStxbdnPpc8nw53rAHOkVxL9DTJFX6qjAvuT9IwWoQiF2KbOSk8DT9rpHwMdH1v3IjQ36X54pDhMDnp554jLvvugvLNpUfePoE1DkXJe7GrVv58Ed/jm4cEvoejUYjtRIIE+74xjeZO3UKQ7xmXnV7dQdGap0iD0oXAvFg9TyfsuOA32Z842Yuf/s7MRKDu++4neWlWWxTU0rlRDeV+lYWkz64l3Emf5QX9/HD5zXHsydlFcgqkFUgq0BWgawCWQWyCmQVyCqQVeD1qEAGVs9R5Sf2HIFOnb/40l/zwppB0dTpxOK9afUs8s4GkEgYSR+s9oNdlKrKFLWghJykwSevVpYJeBDFmRd32XXRVfzmx2/ieMXi+TDEjRLVBj3X6bDoCzQ1GNRMfizxoVTgcS/ge8vLlEs2w26BjabJNDr2Wpeo4PCyFTBp2PgSJKOCqdIL3lwzomSYHHVjOlqXAc0hn6RhM4QhhXbEoqWxZmtsxGJUYK3YAooCLBC/U/EvRFkYqHZZpeoUwCIawrOqufU/r//cfbWvCu/S5Pmi9EpVoBJ0Iq2yopySYBPpxF+tN/GiSAU46aauAFsn8jHKYlJp4knwlgmBK0eWBrsoWwNRFZJQXW5x4HtL3Pf4XTyz73YMYnwtwg40QnlEzydWWmVfDVYVyOlBVQU0RE0mMDVIvVmRIDPxqQ18HD1mc9Vld3WAITdPFLbxm0sMlnWGh4coVyQYKMeyb3Df3mPcv/8EnpWnVKliOxamHVMxYTQOuLjUZGiwSr7g4Lo2hqkpz0JByH7gK5jqSIuxZtD1QjAd8iNTDO3YxOTOsVSxqsCqqJx/OI/Vc4FVlVjfXcH3Owqspha0oloUZe/Z9PP+5kFfCSznW4KzTMMhjhIMNScM8gWb9nzAvX9zD43js7jtLqunZlhYmKEbx2y84AIuufY63HKZONaU36zAewF4JALZAvxOl4/86/MLr/r6t+9R0Eb+9L0rVZiVptFcXFPBZY6bY3V2hn/5279OvdvCLZTYsXMLo6NDmEnMwomTLJyaJZFjkzmhW4Qx1Dst2p5PqGkqSG76gu0MNkM6p8QbNqBoa+QjnW1+ng2azrOs4cYCLBPs0OPk9BQj77mRGgFLtSbz+48wc/o0ja4ohc/e0rF7VkHfvye1Ko3VZkOcmOiWxvBwiS3bN3LRxVfy8sEj7N2zRylWlQe0JoAroFqt8pYfe6tSe8t6IV6mnbU1nn16LwdOL6V+tz3gJRsPAvCUP7PVD0ZLW9fTlnVdbZwEsvbFAX63xdvf8w7Gd2yiubaqwKrcTENX7f2FYoF8Lq+AnMz/oOOpnwW0ptYHAv4CwiDCtR3y+aIChxIKJZYBtuuQLxZxnVwa8KTuSzAsg2MvzZAvb2Zo625qXR9HK2NbLpoZYjsaOTMn4mIKlSJrh1/msf0P0sVHa4fIf/fcdScvv/CCUubK55ZWe+URK2NfAgqlLd/QaHd9bnzHu/n5j/9jZk7PqBA33bUpVSpq8ydn/d/svXmUZVd55bnvfO+b48UckZHzJGWmUkMihCQQNmAM2C6XwRhwu/HUlG3sGtwud9nV1WW7y+1e1e22a+GysQtM28VkRiEQg4QklJKQkJQi53keYp7e/O7ca3/nvcyQQFXV+Ye6/7hvrSBDEW+497vnnOD+zv72duAYFqIglrAzhlVx5og1SxrDoBLWNJU3K9ejWCmhI2769NT1rJnqJFD2Av01q+9zzdfR8iXRQrGyeWb/k3j061+H5ZqyLvrdADTWljBDpLjz9ffgjW99u3g90+KE77e6uITZ6Rl0anUcPvASF/rratkfaP/vDTq1xos5iwKrXNMNHesmJ7A6ew3lSgXwSmg3a+h2WqKSZscGH1HKLgla6ag3e6UittOuvxb/Xyj7jKwCWQWyCmQVyCqQVSCrQFaBrAJZBbIK3FQFMrD6KmV7/qUL6C7P4m8+9lksGWXxQQ2NhBij14bJcBqlAOKNIG9a++FVfTUTAZICq1T09VqN18BHAbIwkaQRNm/djnf86D741RKMUhF2yUHq2RIutZxEcGHB7IaY4M18zsI1PcHVKMIKImmD3Wg6GIOGUiPFopvimaiOsu6iYrlItRB+EqNgWtjd0NF0U1yyNYxpBhhwk4uBjgRVJai2Yyw7OuYtYCjR4QgQVonVuUBB1VU9RkWzUQZQSGgTmkIPASsCYgNw6EdKJR2PlQCSvfwMlCEMIITQdAnOoqrKYMt1qiGm3x4FotRmsaxBDDPWxU8wZIgUW4apIE1MUXARqFDl1SaEiWJ4o0W0gwCRbUEvukgKFiJLg3utgePfvYJHn/kqTp56ApZuKohBRap4KKp2//51FFgh6dtM3FZ+iLzOcmyJLzCDgInQNQ67MJIIYbcr7cFRmmAi52BT3sKYl2I4Z2CkYKFQZlq4A83UYbtl1Ns6Hjt8HgcuzqMWWagMlTBWNjFIJWS3g3VOFwMDZYGPnmdD0wihqYBUQWlBHIr3pEEFKPmubsGpjmJ4yyasu2UKXiEH3XBgUPGl8fWWBOcwF0fFlCkfzL7KtA++FRTt2Tv0WoYpT+Z4Zq273UWEDI8SBTavbR9Ms4TKGkD5RarUeP6MUJXt4QTl3BywDFsAq5430Jnp4OmvPI36tQXo7S6CWl1CsQzXxdDkJAbHJ2HlCqISJ4BjSjwhbhy1pJU86LTw/j/86E0tfA9+69GXeaxK4BLb2nUd7ZUa2s2ueGR2Vpfxr3/vdzC/sgjdsjEwWMbG9VPKaqLVgt/uoDI0jGKxCIt2BWGMZqeNK9PTmJ6fhR4kiAwTjqUUfFTs6lS9awHuSGy83xzGM8ksnAQoxBpC3cLF2zbCXjeKpcVFrKy0sDizgpbfftk4vaF+5/x8uVq8D6ZMbi6kOqiILBVd3Lp7B+644054+SKOHD6CR771mPSM873iNMK2rVtw+527UVtdhpbEsBiGt1rDpbMXcLHWoiAchmWJ6lLGRBwLbLTp6UvFYS/A6Hr4Et+X84Xt+1qK977vPaiMVnHxwgXML8yjVC5hz55dcFwb8/NzCDtdtBt1abEndCNANC0Ttm3DdT35l8sJlaqeSw9WhluZ4kNM6O26ORknOcdB0SvKvAhNC7FZhm8MII6ogFRKTkujA3UqdhsW0+ttKqpN5OMYjbCGbhzDTXV89Sufw9//3V/KJhDnIGFvf3xzXeDGgs3NAwLCMML6rTvwL37391BvNtH2O4BtolAqi56foNOzXYTdUICzgNXel3jm9sA1x7mCq1xr+BUh5Jxbs07JnOUaJT+LESVdtLs1dLoN+GEXHb8uSvLZ6QYuX5yFZflYWFjAzIV5pL5SvZqeh7f9xLuw49bbxEvbMlIsLSzgyccel+t795378MRjj2NlZUnJXF/h5dvDoD2Y2vPj5rGD72WiFXRRLOcRd9rwaf9Ajqrxs7krc+Nvp/h3y5rbn8prTWVSdDvNm5rj2YuyCmQVyCqQVSCrQFaBrAJZBbIKZBXIKvBaVCADq69S5QMvXcT0pVP467/9CpJyFVqYItITaUEWpVKvFXRtS6QETPUeon7rfUnLrKgpbwAQuZGkP6KuI6ASKwqkVZPwoFQpw60UUB4ooTpYwcDQEKpDIygWShgdLiOygY6dIrQ0gY5yz83AljDAcGCjVtBxGoGoTHMwUUt91LUEI4aNu1sGzngRpi1dQIOvx6gmGmItwngKbI4M1FwDJ6NAPFlNKq4SwNJTVBo+As/CBSNCVbORY3u3eASmyPsxQsNE3QgxDh0FzYQbqjqZkpKVwo0haiqGadX1CG6igrH4+kBPVYo1fQNNg0+8bi5AeMDbdfFflO5jBe6oXmPt2CJLONtpdwXoEkij4sKnR+t0B8cPncY3vv1FXJo+CJOALyIs7Io6dq3CktdIvFZ5/x8EkizeCTrS+m/CFQ9AQl22exP4Rt0AUbcDUtc0DhCmhniAjropdg472DrsoaJpcDwTOQY0mVQ5G7BMD4lm4ko9wVPHryKNQty5cQQl+GjUatL2T6WqZQGOzabdnl+pY4hyl96IBLkMGKLCLbVs2KVBDG/Ziqlbt8KruAqq6jYMjcDLFrAqFqIcc6A9AIGaoLDrUFm+6XnWynjtqc8kfCeJ0O3Oi/9sP+RLoHlfYdZLTb+haFPvK8CS2wc9pSqhC3/mOgVcO3oRB79zAH69Ddsw4BiE+wTINgzHgVssS8u2WBnweMU4g0DbR9gl1Gzi5//dx25qnXzwm4+8IrzKkPlnMIW83kSj1oRr2ogDH3/0B7+P8xfPw/BcgcWjoyPYvHkz1m+YwtDwEEqlQRlHouDs+S0TYh0/cgQvvvC8jEvXccUDuN3xe6nwEQbTBL9mTeKks4K20cVIM4EflXH2lgHohQJWay1cuzaL2Ofak0oY0Q9//CBYVc/jGkP4F8M0NezYuQ07d26Dm6MK2saRQ8fx0oFjSg2pRXjd3Xdh86Yp1FaWsLq8BEczsLq4gtWlFTQ1qk8T8Vnl+kd1qWwWcZxZyvJEBb7R11VZKtCPl4ccBRGiOMCeXbfgfe9/L3LFEo4eOyo2AYNDA2g0a6ivrohdAIP01NqoSXI9v6dC1BK/arazmwJQc1S45vMoFPLye/5c4uyovoeGfKEE3StDc8pIzCISjddObYpRJS/KW8uQ9ZYPAlMqT5OE3QU6PKeMNAjwv/z+b+D57z0q6nGejAT1cbNJoCoDrqj+VNCV67vjFfChX/8whsbGUWu34BWLcHM5uRYEpgUvhzgIEUaRbNqIWlUsNWIYUBtxnDEEq6wlwStfG0aBbC71/+5QUczrQDV3EC7jzKWXUGvPAppSuBLc+mEAS5tA0HVRb55DbXEZ184vI2p2gURHrlzG23/6Z7Bp83bkvTzOHT+I/d95EhfOnIZlmhgcHJZOBHrCUgm7Vkm61mdc/Z1TqmXx15XvdbTadfFj5thTdjj6DR/gvl1If0z3fGN/2PjutDOwelOLXPairAJZBbIKZBXIKpBVIKtAVoGsAlkFXpMKZGD1Vcp86OBFfP/FZ/GZLz4JY3AIRpSKnycDpKimWgtW+29BJtRX//Wh6tq3X5ve3QdSN36v2uAJ9ngDmkQmOt2WtH3TM5R6T9v2MFQpoFQdwPDkONZtWI/JqXUYYKt5MYeczZAroJ0HZiwg0uWdBGCukr10utjmGzifS3AZCeYiA5qtowodOUTY7gMbdQvHTA2P1GrQ9QQT5TK2QEdVA8q1LmoVBzWkKKds05WuUrGWpV/rqqNjTosxmKbI0bc1BopxAjsBLrohcqmFiUhHgWFbGuC1Y4GzoaYCtPREecEaKp8FiakjkjNXKlcCxoQ/6YEXUV/2WvWjgLaIGsJAeRFaHpOxExy92sDhE6fw4Ff/M1YbV5TqDCbiqPMyqNhPWee/VIdtGa1g4+gA4jTA9MIyrlxbQL3WgqbT35KgI0FMsNv1Bfbp9BrVTSRRBDtpY13ZwJbxCqZsHR6/rASua8CyTOi2hYrjQLfLmGnEOHvyJHJpgPVjY2i2ffhGDMclTCTIUenkAihtiGemaVviPUmtMlV7muXAyJcxsmUrNu7ZAXcgL4FPVKsKWKVilVRVYCoVh8p/tQ8BFSjtjWmhrT2lcQ/OESLHsY9usCxguQ9U+br+OKbS9JVjmm9FdaYcuyTF26Jmy9PGYE7HkWdfwJVTZ3vemJ6oEE3ZtNCRmibsXAGWgFWiJqqlQ3BE0AuSSeVJ5OO9//Zvbmqh/OLD37ju56jsANg6rqwAaDGwulQTdbOlA3/2f/4JXjzwIhKT6eUp7rnvHrznve+B4zriv9mqNyQEqg9W++3inmPj8MHD+MbDX0fXD8UbtzxQxSpT5QMfnpni3XEFSTHGuUILU4mJYEHHc04ApzqIWtPHar0lkIvKalpR/LAHgdYr26fVWsNrqgA6bQa2bd+CrVs3wrR1WJYLzy3i249+B5cuXUJloIQ3vvkBLC3OwiLIazXF/5LjbN369WhHBhYWl3D50hWYto3q4KAkyHe7gWo977WuKwsA1lF5A1OlK5sQ3DjSErz3ve/B6+6+Bx2/Ix7BV6ev9BSJKVzLVGFWQaD8W3ut4gJWTVdO3fFceLmCqIlNy4Zl8l8DAfGkZsAwC3DtQQwOjsPOF5FaLmLYMm9lTU64hqsuA8LVfjeBjIEkhWVz00WDnjoS3vXb//TnMTtzSkLLZNOldw34XjwuttZTGUxfUsd2we2gN//oW/DGH/lRNP0uitUqNEPZpPDcyjymOIYfBAJWpXY9sJqEymOUoVOyncLNI/qwyt8FejurNe6HMwAAIABJREFUcCoJguv9nt+HYRtPPvMIDKcL3aZ6voE4deS5RlpFHBpoNM7B4kCIXfjNAN8/cAzloXX4R+95P7Zs245vPPRV7H/kYcRhANc2KcgWNa549NKGRYLSboSk9ddgwm5l/aCgqgBWKo1NE7X6kngycxz0Nxf79euP1+sbMRlYval1LHtRVoGsAlkFsgpkFcgqkFUgq0BWgawC/99XIAOrr3INjhy8gEce+Qa++eRx2OUB8R+lOpStpJLY07vB7cMkUVj11Uy9G9C+qmctUH25R516H6ql2O7Jm+d+KEsaMcDEv/6e0kUJQ9re2YYeSiI1lYy6pJdbpRLKA4MYGaxiaLCKUrWMwcEqCpUi3KILrWzD1W2scxwsugZWGP5kxNB0A7GmfPkmWgmKroNLNnCKXqJxhJyhY4NhoeKHmIwtPOkQoSUo8nxFKJdiMNKwzU9xwklFRcnQLN5cE9AwzTuf6jjlRKJIHaSlAb0n4wgW3yBOUTcSDMESZSxVtm6oPAHEX5H+rrQDkKAXAkalSLvejivt65KrLSCg34JOs0t+3nPna3jpxGE8+JW/RZK2BNawxnHE4Jcbist+EA8hRhB18eNv2IM7t4+jXMwhMXM4fuocaktLCKMQK7UW5haWMT09IxC3vlJDFGnoBlT+mdDpaZuEGB4oYe+whUrOQU6PULQ1FPKWQF/PMqCbDlLDE5VqfXFZgKJp5wXmEqyaJiEQ1bEM7UmgWzpsx4FmGQhpU5AkcBl05LhILBdDm7dg25174A0V5Tr0FauabgswZD0Nw4NtlWEaxeudvRyTfUgKjfLnfjBSLP6KVIgGYQfdYEkUqzeUqmtUbPS67SWX95Pd+mCVbeKELozMoQfmynINF751AZ2VZehRF2EagfJcgThUA4shgAbToXdmToCkSmn3kSYh0tgHEno0+vjZP/jETa2iX/ja118WXiXwlopVBjN1A6wsroIeyJ5t4hMf/yge+fajsHJ5dAMfGzZtxM++/72wHEva7F2Ndh6Ez7GMz35yO31hOUVOnTyNb3/7MczOzeHOe16He++7H8ePnsKlI4ewc66NgTTE8WoH5bwFu53HsytL0Jwc2r5q9aZKPmZFXk2w2tN299eWG9YOCo4plWUiitXNm9fD9RxRf5Nbzs8t4YUXDiCX87Br161YWl5A1GkJ4PY8B+MbNsi1WZhfkeu2sroK03JE2dxqd1Wrf1+pS5MJUSwqtT4tRFhX2YAIu3BtC7fcuh3vetdPoFAsotVt4ujxI2g16mIrIdlKPSWj57pwLNpHKKuCiOp2XUM+X5TNBPrfOpwLuiXqb688hOLAOJx8Faap7CPof0orBBWoRAsG9cWrwvckGFUbZISYVNpyjMYwLQtGauPi6dP4V7/zK4iCebHRoAWIZbF2aiNC+VYriCigVbxgU+zbdzfe/pM/hU6coDhYgU4gT89sACVaW6QpglApSrnu0ppE1MUJVa8aLM4V8S6mhys7Etjqr8BqH1D2n0N7hmajLQrgO/btQbM1i9n5i1hoXEOj2UTOGcDK4grSeBG6rCMW4gA4/OIpjE9tx/t+4Zex/6mn8MwTT4B4moCYx6f+vpky9+hf+8oNQ+VHrECq+humgqbUJgrHXYRabRWd7g2wuhb+/3CwqtwGXrl/0Gk3bmqOZy/KKpBVIKtAVoGsAlkFsgpkFcgqkFUgq8BrUYEMrL5KlY8fPIe//9Rn8PzxBTjFgoQUxexmNKic63nCrfGceyVYfaU6de3H3AAg/fe5AQSltZsJ4ZIAvSZ9Wlp6AcO1BPhQXcXWUt5oMwGbafX8Wa8ZWW7GE9MUeMAwo1zZw0CugNHqCFyGxQwXMVweQLGQhzNQglXOoapZsHIGVq0UHUsXe4EgTmFrOnJ+hHWpiWecBB2iVV1DV1N+pOsCE7sSA087IXwtRZnoIiQkAEagoZwAl+wE+cREjjfOGkN6+N8aVvUUK0aCMn00Uw12nCCPFD4SdAi2YGAg1WETMMUpzK5S9NK3U8FAQapIQ+XvKUEvVGCGicCMZ06v4pnvP4lvP/pZUBBHtRghibxUu6Gy7AMLAbNxGz/7Y3fjji3DAgsS08PFq9MoWAoyGpYrytLpmRlUqwOYvjaLE6cv49q1OQEXjaaPMKQHJTDh+pikh2rBQcUBBoo2SkVPwqikbZbQkQAoTLFab0v7t+vocBhoZfEaK+Ua1YMGlYa0AiCEodpOPC9NOK4r3pzFyXXY8fo7URobAEwLpulAZ9Y4VWRiQ0FlXRGuU4VhjChrACHYvdAxEaQROIc9wMXRFCIIW+h0a+h25wT+/5fAan+jQcCMABcVVqWComy4Tg6PP/4EZh+ZxobRERQ8A+2og4AwBjpcg0CMGmA6ArgCsmTzgEcaURXahZEquBqHHXzgT/7hptbJz3/14etWAP2ALap4CQVjP8TSwrKEqeUcC1/+4mfxuS98Hk4urzxkDV1Uq1Mb18N1HYH/Eq4ldezDL6UU7fuCHj16BE89/TRdGfAz730PJtdvR2d+ETNHjmP1wGGcCRfgldiWnsPleg1p6iAIUvED1bnpQsC21nryZWf9ciuA/qYPYSXVrNy4oTfu5Lpx7NixBeVKSc690w5Qb7Rw5sxZzM3NwyOkN3UE7TYKnoMNGzfALRTEb5QLy8ryKurNFqI4hR8otaWsZbLhpNrYCX8J8SUUSzZCDAkCo2I17znYtHkDbr9tL7Zt3y7j+fCRQ5ibm1Z2F9R+i22BiZznwe75tsqoTDTxWWUIEqEqrS4sy0Zo2Bid2IKh4a1IzSLCmO/EccvPplJVtdbLf4vnLwO2aI9B64bweoCZrBmJLkFxvJa2ZuOFp5/GH/6bDyPn+nKuPkME6ZPqFRB22xJeZ3Gd5Dkb3DRwkUYR7r//PrztJ38ay802itUKvHweYRhJbYoM6NL0G2CV7f6iLObxKTWqzQArqvZ7GxVc22kdwLWW1gAyr2QR4wt08as9fvwYfuRHflTWPoLuRjCH1dUGpqfncPrkMXRbC2JBwL8R/Jwr52cwtm4z1m/ajEOHD4q/LTcJUv6RE/sBFZZHmwfbUYrV/rjqz3EBoD0P5v7v1J9EWiWoYDuet4KoNwLubrxe/f2TB2t43fzl5SGIWXjVTS1x2YuyCmQVyCqQVSCrQFaBrAJZBbIKZBV4jSqQgdVXKfTh54/hz/7ir3F+yYCX92BohJymqDvpqXcDXig/wD5YvXGDqSjIDwOsN1Sr6ia5789IlY+kQmu6pL3zXlZUXwahjSaeorZnSGutamFVKi6l7qRKMpWwFMKMhOCDvoGJBp836YkP+BF8+lXG/NwAvp2HA1PCjvLVEoYHBjA8UkGFateRYRSHB1HMF2Gx/dYyMWDomMkBoZEipIouAbpIMeRrGLA1nE5TTBsx9BhYDmOELvDW2IalJXjOCMBPK6QaKtBQ0IDBdop5m6o8Da6poUVoRQ/LiCrWVGwFCIZoO+AhQcnXYFypodX04bk5eC69IlNp03WpjCM0JaATRRnQ7nTx5NElfPOpL+L7B74lLbZaqnwL2ZLO0LC1Hqu8LoQSOd3HL/zjN2P3lmEsLddRb0VYWlnEaNWVwKRipYplBhy125icGEOj3sDpc1exNDcv4PDqtQW0feDqzALKroWibWC06KBsJhhwNAwUCBhd2JYlbbeEP7phodPpYmZ6FmGSoljIwXYYmqU8FgmdUi1WoFegoyOt/amuCVhN6UtaHcK2fXsxvGVS1J6GQbDa8z8UMEJVXQWeMwzNHOrxjD7cUJpoGW/Xxy0tKLrwA57rCjrtSzLubviyvlyxuhaY9PDKDW9VBleZNhwnh/379+PoPxzGumoVUxNjMB0DjdBHvdGAQ1sDpswTxNoODEOpCkVFF3UEporXauIjClv47/+Ph25qqfzcQ197uWKVYJBfHEBRguWFFYHZBIzfeeyb+NjH/0YguGEamNqwHuumJjE2PgYqK5Xi93ryzo3jkTwfDYZmoN1p4+Tpo1hYncGOXTswOr4DBTcPO5fH8e98F8+98BxC+vRSBaik7zwMAasIY5X/9kPP9AfDq/g0pZzlGmIin8+h223Bsg3s3r0TE5PjsuES+BFWVlZx7doMzp47L5s5EjKna1g/NY7bbtuDpeUVUYkymGlmZg6LS8sIaIPBTR4qMcUUWXkA8z37Lexco6g7FgVjqomPaj7nYteuncg5Hvbu3SNWJleuXcbp0ycQBl3ZHOJ5y2aQbQvk7r9vYtjI5wsoFEsKVvfW3OLErRgZ24Iodpl3J+PNNBMJfqLCX1SvvSA2BiqJIjnmsRuora5IgBY/j/M+ClPuRwhYdAwXz+3/Dv7kD/8ZPM9HGOuwnBwqQ2MYn5jEytwsrlw6D4MKbyrBTRvFXEHOY+fWLXjvB38ZS+2O2LYUyiVEYYgkSsUKgJslVKxyQ4zhVFSsrgWrDLki/JRHT7FOsMtj7NLjOYokwItq9ihtY3FhBSdPnMMDb3xAwDTrHlJRq+dw/OQJVMoeEIdYXVoVKxIGqX3y7/4OpYEyoiTA9JXLAtWThECXfyzUhhkM+tA6MHoBf7LB07N9UHYhqkugr1BXiVs9/3EL8Lx87+8WjbH5d/KG5PqHKVb7YHWt8prXv9Vcvak5nr0oq0BWgawCWQWyCmQVyCqQVSCrQFaBrAKvRQUysPoqVX72ie/h3//5X2E1HVKts1EHluFKgJUmPqgKiF73++xZAfTfrg9bXw2uKvDUS1BPVYjJDd/WRAXKUFYpUcl8JhPRUzipjZTWAVQ5EawRkrJllBA1AhJbQ2yosJDYBIxOCM024JjMNYnRtG1UdAdp1ELb8GF0U+ixhU6QoOlH0OhR2o0QuCYSz8Y4vTtHBzE0PoTRsRFMjaxDebCE4kABA5UcooqJkqZjQDNwyGL7P+RrKQZaRorNVJKmGi7amkDYq1qAiVTHDs2CEQEHTR9+mCBvebARYyzVMBHo6FgQX1ieeU48V1N4HaB1ZAHzc6sCjOjZSFXnunVjCNMO2q06yrkc8p4Hw3JEXffsqRU8+M2P4/K552GCITup+NbS+5Ngtf/o38yHYYixoolf/sCPY9NEGVevzqHtJ1hZXUAxZ2F5cQHjE1NYXFpCu92E51go5guo1RpYmp1GGgW4ePkqYli4OruM9Zt3wW/UUWCXcXMFhcTH5ACDdzxYjgHblCZ3UaJSLVZbrmG51kEu58DzVCgQlbf0NtWplpb+ekPS2XWL3psQRZnh5BHni5jauxMbdm+X0JwUBF03wCohtWUOwHNGkZql60BQnfuN9l/WRgX09AC8v4Jmax5+5+J/E1jtA1YqcXmdlBWAJR9RKJTQarXxzY88jNlzF7Fj4xaMTI6iE/moN+sQn0nbgkkPTfrQavS0pdqPqkmqVNtA6sPgDIi6+OCffu2m1skfAKs9KwDBz6kmYDXsBigXPDz/3NP4yEf+XHxpqXi8bfdubNy0Saw2ms2meGX2PSg5j7k5wutGK40w4IYMQWeCensJ04uXcPXaFQwWNmFybB3sXBFhN8LBQ4exXFtBEEQoGiZz3hHoDOvSkYSSTteLEvvB02WN14Ld/rFQJUhOVi6XEARdNJp17Nq1DRs2rkelUpHXEMoRnp44eRoBg6mYTG8b2Hv7bahUSlheWMbw4LAoJqdnZ7C0tAqNoV7Stm4gZrBZ6Pc2NehNKgxN6hEloXihUgBJxayhAbft3SVK4LvuugObtmzBamMFhw69hIW5GVi2CqFi/WybgVXqewGthbIoVemrKoFTVKIaJoY2PSAhVZy3ojymx6tmIOyG8tpCPi/HpDxfbbFA4FDkc6enpzE8PIxcLidrAUEzu/Bty0DsJwJW//zf/0sYeguxZmPfPfdj5547cPniZaRBF2dOHMfCzEXYniuwtlwoyjg1EOP9v/wh+JqBkckJVIcGZT3vtjoYLA/A1E2ppwKrkfioEqxyHae9Qd71EPkBGo26+PEyCI21GJ+cgFvIC/Dnc7khEyc65uav4Py5E7j//jciCjTE9M62fLQ6ES5euoTtOzaL+tfSbKTgfErw7/7g91EeymN4ooqZa5dQX15Ft6a8XKUTQgNGRsawfeet+N7T+2X96f+96/9NU5uGymqCD1G8ildzgkK5ANfJw/dj2RAUga0EWKnHD4JVFdjV/x0HO68Z51GjvnxTczx7UVaBrAJZBbIKZBXIKpBVIKtAVoGsAlkFXosKZGD1Var8rU9/FX/8ic/DKg/LjXCS8qZdqQfXitN4gy5wtQdJ5abTeHnQR/851Jz1Q5LEo47QJIkoDILfaYmXXRJTqUaMqNOSEhEDe5g4HacwEk0gKdVjol+jqi0OJc1cefIBjuOJAlSUhTpvcqnKVB6ADCYhpGCzrIRk9UJvCCB4HLz5p3KJ3n88U4bI8EvCVrq+gIxE8+Q98rkCBqv0cx0RcDM4OCQgplItolTxkC848AgHXRPswe9YJloW9Y9KJWrBFE/Vy7GPWapcDQvDqYnRGNL6fwwBVixgADbY/E5MOFhPUDu6gFaDsNYWL1BNb2Pz1jFcuLCK5aUlpKaLOGyh7KWojI/hwJmL+NRn/xJBsKT6/6kwk5ZjauuUlQAtFwh/GQkTRyk0o4PX7dmKzetHUMrnJShmZXYaY6MOrly9hG237MHs7AKa9SaWl+dx1513YXpmHs16QwD8zMxlNFa6WJzrYmpqHCtLi/BTE2cuz2O0kMPdk3kMO0wud2C7lP5SjUkFLb0XfTTaXblerute9+xU4F15ePJ6M7BH1KtUmFoWvHwBuuehMDKKqd23YnzHdsSmco3kdTYZYJWa0J0BGLlhRkj1PGn7gTwEqWyTVj6PHPPSRJ2GaHdnUGteQRjMrQEiN/xpVUvyjf++EfBjwDTY3q6CftQmhI5yuYzFsxG+8H99FOHMMnbuuRV2pSCBPhEiuJ4rMJbCTTXGI6SRDy1qI427SBMmlYUCsX/5zx+/qXXyc199SHlE0lOyp4xUvpEq5KuxvAq/7gvMW5i+gP/t3/xrNJIIWysF3HvnXdAnRrAShvD8ALEYL7/8IcFu0pat6kv9JtWJbI0+evQY5uaWsXnzBngFR+wOut0Ex0+cEXiswrQ0FItF1Go1BdK4ifLKz7juhcnPp1JQ+TVznvIaBoEvr6Bi1fNczM3NYXBwEFu3bUSpnJegt0iUkAnOnjuH2Zl52LqBkZFhbNg4IWCvUilLy30QppidWUCr1VU+z3xdrIKpeKF4ffubQ/xMsX4QWxN6mOrwu13xUL1j723Ysm0zcrkCxscn5DyPHj2M02eOo1TKiaq2H4Tkejm4bk5AqpOzYVlFuDZhO2ueh1HcADM3hnyhRNdUNVeiSNZBDh3WT1kSQMZhfxOM3rF+GGNhcQUjgyPIl4u4OjeDrt/G+uERFCwL3Y6P48dP4U/+6J8B4VW+Aya3bsed970RszOzOHfkKFZnZmR9Tu0EjlYQC4Gq1sFIdRRTe18Ht1TG1h3bMTo+Jv6oBKn5XB6e4cj62vY78KlkFTipiw3K5UsXcezIIZw6dlS8Z/1uW+bpQKWKiYkp3LJrNzZu24Z8uSwbaxyvV6encfHcObzl/jeJMjrh3x/LxurKKqavXcOO7dt6nQ09NakB/NVf/kes1uax6/atML0I3W4dy1frWJxfESAbdUOMTmzDzj33Yv83Pw2rE6BpGXA5hvWQUYqyXtKzlosMg/Ycx4Tr2kolbNloNltoNLqinOcVoZI2Tbjp19vEEcCq1M7XOwd6umzpxuh5uNZXZm9qjmcvyiqQVSCrQFaBrAJZBbIKZBXIKpBVIKvAa1GBDKy+SpX//j/83/joVx5DbmgUBlPKefeoKZ88hVHVo+89J9/z5pGtkJLCreBq/2ZePfuGMlCeL29DUMvgqgSmtD2rhG96W/J/2XppkkhEVEIBmkvvxaCXDs3fE7apf3lcBKsEJQJwhbcy9EbBjTiKYZmENoSwcjt/HXz01UZUTPFmX4Eh5XtIFRifT8AhKqtQ+fjxi+2tcnNsEgISsNjI5fLIFwooFmkvUMZgtYTy4ABKQyUUy0WUi0UUcnkUSw58Jms7QKgKK2pXL9FxVUvR1KjQVW5/VU1DeTnE7LFZBB3Wji3YAWwnwvqNIzh7cglhp4MIJrqdOoarHsyBCp46dAhfevBvEcc11U6usdaSly1QlbUQr1bxNAT8boSxaozRagFRIBgYrXaAsNXC+NigJNoTDDYbqxgmRM6ZmJgYx+Ur83BtG436Imori5i+PId2I8bQUAW1Rh21LnDgxGV40LBvQxU7h/MouoDnqCAuJIacvx/64mHJMdCHQjdCX3i87NClio/gimAV0EwdNlW6tovC0AiGNmzE+JYtGBwfRyIFZKI5g4UcWE4VmjMEDZ4ooPtJ5xyr130UeR3Zakzlahqg2ZlGo3UVUbjwXwWrfeWkvJ94bfY8UiUt3JDxQQuFy48v4+RzL2Lm7Bk4nomJ7etg5ggZLbFJEDVcT8LG8UgLAD1uK+Vqqnxgk8jH//CRJ29qnfyHh76ivF8ZvkNA1Qtc4maHZumoL66gvdKCl8ujvjSD//DHf4iSZ2Df9m2wiwUscHvCduFwjq9BnvyegFxgau9fAcMcbQyMihNcm57B0aMnUSx6mNo4Jdchly/jxMmzqC0vwLaUUrlarWJ1dVXqxf9+5eMGwFabO3yIR6etQp+o4uT1LRYLoq69fPmyjN+p9eOwbVOUw7ppolyuoF5v4vix43AtB7t274Sm9QKaetYk9HvlZgLBahD2FPbcmOj5bPK69R/87H6gk/iCcj0R+40Ud7/+dXj96+9WUXw9X9Z6vYbvfvcpuJ4lth58vePmkMsX4Ll5OWbNJHxzpP09TUMEcFEY3g7TG5ZNGQJLrlG0AeHiJapXKl2peta5YaI2JVgbV9fR1oDF1QbGh8dx+vIFfOaRrwqof+sb3oT79t4GBCHOHjuFP/3j30XoX0XEOWE6KOQK8H0fvt+WoKuIgXxOXmwRKjbgdev46V/6NYzvuQunz59HrlDA8OgIya5cx2KhiKJBYxOOFHrVBjL++O+jDz+IF7/3HJYXF2HqgGVocExD1pWR4VFR/67UGhgYHsE999+PqY0b0O4GmF6Yx7WrV3DHrbsFpgcpgTnzFiMszM1h3eQkbKrbU6V8pxr4S19+EEsLs5jaNI7p6YsoVT1MjJRlPjRbTXSCEKY1gKkNe3Do2UelG6JpAAWqWVOqgV2xp9A0dfy8/h7nA3cJkwT1Vozpawuo1TrKEkDMibk5pP6uKKWrCh5U45brnxrHtP/o/57jt1mbv6k5nr0oq0BWgawCWQWyCmQVyCqQVSCrQFaBrAKvRQUysPoqVf6j3/3f8fALx1EaGZNUesIpKm5UZPEP+qcKSFoDVl8GqnqAdW3bpNxMStANgaiyASA0aNRrKlRIgofo+UhlIoErw1jYzmqIPx9VizdUPrxtVSnptuX1bqqVHydJnPoMlTIt/oSEHWu8Mvk+cUIlKT0KTWltlkioJJH2Xb6OalZCCvHfk6RxwYHX4ZxF79UwUgqsmGpX1YacsreWvq6aLmnXnuuIkqxQLGBo3SSGygMYHRrCYGUAlYEBlMplVCo2opyF2GJmTgpfA0qErvNdXD4xD7/NllWmmvuoDLiYmBzCiRNzMAhMNRPtTgPjEwOoaRqe+O7TeOyJL7APH7okhMcKQifEtSqNW3l4KhBBn9Ofe/MWvOmN96LT7WK17eP7B4+gWVuGCROdToSZ+UUsrdZFCegwaMp10Ql8jI0MolRQnoTXLl6Fnjoo2V00uwGW2joOnLyKJEgwljdw94YKJksmSi5giepZtfXzOhOMK7/Yl6cVUWnM68gxYNqEq/RANEWhJhdPNzEwNoFSdQh2vojhiQlUt4zDrQwgEGGZA8cdgUGwqrlyfdeqDAXz99q4CeAJVpF20excQ715FWm88v8KrKqgILbF0wrAFtUgweq3H30CwVMdCehaWZzDxQunERgRpm7ZjOGBKlyOM3oyEnxzTyEkzO+KxyoVcikVxlStpiH+yV8+fVPr5Ge/8qBAJJVironKfK1itbVaR2u5Ia3nadDCg3/7UYyYXYwNjmKGfpUMW3PzMr49wkdeQ46uXtCQgE6KX2nbESmYz3kbBgFq9QaOHD6BMOpicmoSju2gWCpjYXEVF8+dlZAmvj6fozdqV0DeK8OD1LVSMPWGIl6BVZmnUOOZ44iK8snJCZw8eVLm/+TkmLS+1+t1uR6lckV+fu7sObBbe9++veh0m6KQ5kdQPRzFGq5dnRUAG4YKUtLXWew36bfaU9n2j1N8S8NYVKpKa5sI6B0cHsaOnTswOjoqx1cdGMDQyCCOHz+OM6dPolRSkJKfSbUqVds8Rsd1ECX0mQ7hdzuAU8Guu98KGEWZLwMDA+JdSmU9LQ28XE4+j9CY6kdZ+xz6r5qwUw3tFJhvt/DS2dN4/HvfxUqnCboX25GO7eNj+MA/+klMFKr4n//5r+PyxRdg0n2ASsueBy3XJc2yEKYpSrGJ4XIOr9swinzOxr0//yEUxzfg6JHD1GgKWM3l8+KPSsVt1StJcFa73cHyyrKomvc/tR+Pfu1LMp9tQ5fQtGKeAV4GLKqXc7QPKYqFwNziMiJNQ2VoEI0gQq5UkJ9TZc31OqKPNCAdBVyj6rWaqEjpKdvtct45WFqsoTo8LJ6wF8+fg6aFyOVtrFs/hqkNowi5YWeUMTi0DScPPQLPs+CnidSOq2g35Maajjgggw7lZ2kUih8wGzuMYh611QCrq21YtMawDGV5II0Wal1T47fvHCzJXQLFqXBVSmeg1Woi6NRuao5nL8oqkFUgq0BWgawCWQWyCmQVyCqQVSCrwGtRgQysvkqVf/UD/xxH5+soVAehUe3ElmZdwcm1wOs63BCFnkpOVtkzqr1xLfhQ6pwbr6f3H4Em70QDvwE9bWEc/xbMAAAgAElEQVTdOKOdYsyvBkjCGO0mE7U1mF4RuWJZwb92R0Anb0SlrZ5t1nEiEJYp5WwRTaIEYZSoABhd+TwSMLBVuB9CIh6uPZWbBGdZqm2WqlQBrWugTV8Jx/dVCk8FdcTHkUEptiMKPVG58u6eHe5iN9ADP2EsLc08/iChr2CE1GcYkAnD1GHaloTkEBJUqlUBrWMjoxgYHcHg2DA2lgcxpDmIQ7aIMtEb8P0OXI/nbODAsfOwJHxKQ7Oxgi3b12OmE+Dhx76OAwcegaH50oYqKjMef0rllTp/uYYJ6xUgjkN86KfuxK6dOwSWwXRx/MQRDOYJpKrwwwgnz17BlZklFIpVNNst8ak8dvoCgqAFPQ0lOEyLNbzuzn3QWtNoBMDVpQBHz80L/KTkdnvVxm2TZYzldZhIxDNVGIPA9pcrSfvXSFkZaGIDIFDVNhQol3wjejamGBwaRaFcRtcPkS8WMLprG6Z27YIzUEUCS8CqZVLlp+DFWrCqvmfgEpWcTB5nUFobzc5lNNvXkMaEbQpE95VmqnY3rAD6ilWlAFXBSlT6afTU1VV41be++S109y+KeplekkuLizh4/CiQd7Dvzt0YrJZ7QD9CEkc9D89AAVUC/7grylWGWP3GXz97U+vkZx78MgydbefKT1YU5qJcZV+zBr/RRmOxJkjQ0RM89cVPwV66ALc8ihlDQ4dhYbqNxLJgi98n30sXwMWW/74CVjYtUgUVgyCU8c/2/uPHToNKTS/vYHx8HJbjwHZcnDp+Ss3POBbV8CtDsV4J2/ut9v3nERwSnPG/CWT5fLb/T01N4tChQ3KcGzZOIYp88e6k5y2fzzVkcXFRYNzevbtx+vRJ1e4vbf/c9LExN7eIZqt7fWNFJb2ra7xWnd+Hu912F6YGVEoFJIjQ8SOMTUzIhgVbxqnIvf322+X4CHn3738SzVYdrVZLoCM3apRtBxD6XfCKiyI10XDrvvvxgV/95whi5cUq9hILi6JSpWK+1WhCMy35uTo2yM95Tnk7j6U0wJee+Q72H3pRugK48ZPSDsVPoQcdjOccfOj9H0TSrON//f3fgBWsyNTl2hYzSJB+1px4RgInNrBzrIQPPPB6jN9+B+xb7kbYCfG9Z57E/Pw8ytUKLHrNysYIMHPpKq5duybXmNdreXkZly+cl2PnVz7vYnigApcbKKYGh0pbQ0fQDZFyM4CvqdWxUq/j9jfcB6uYR7PdxMZ162EbCmDKFkyaYmVlBYMDVfGNDXwfYeAjny/h4KHjmJlbQqtWw+XLF6UrgH65e2+/FW99+wMIog46oY0gyOHQC0+iUnQwXqng8IkTmF1aUZs/AVDwimIJQZscLfIRdJrwbBtx0YbfMeF3U5gOvWDVuEnSQDaGJOjM6AWVuQypU2MoDBN0Wj46nUCFMCYpmqtLNzXHsxdlFcgqkFUgq0BWgawCWQWyCmQVyCqQVeC1qEAGVl+lyu982y+gbpdgei6sKITO1sde6z5BQv9x3TNVPOF6XnE9sNp/Th86kJz1rQEEkCSq3TsIm4jDVYwPWviNX303cg4TqzuIAl8AQye0cODIBXzv4CmUiyZ27dolysrVlRX4QQjfZ7u2jiDlnX+MTqcjykbRFmk6XFPZE4hyUNMF9EgrLmHC9bblGI5jK5UboWevvbn/e1HLMqxG2tR7KiMJXVGA1bAY4MIW4UiUbGSSAntEBUtAR+0WeSbBRCwqp5LpIUxj+EmoVLIEo3HKU5DYJambbcCiytXNoVocwNDgKIaGhjFYHRT/x6HBsgQ9FdOCtKEGsS4QZny0gpdOX8RnH/oMzpx/HroWApFq/4+lldxUUJs/IQymv2nQlXbkD/7EXSjlC2i0Omj7EbrtGjaMlRClAYrlASwtt1BfbWDDuvUo5DxpqT5x9jwoFKRtw8piAxfOn8eWLRtRm5tGN7Zx7Nw8Tl2YAQwXaRQhZ/jYO1nFjkG2k4ewHQsmPSKDQEASoQuPa63VhEk/VV6HnlpVXVOCVuVHyutqO44AJKr36JfrDI1iw747MXrrToRw4TpDsKwRFSbVe6xVkKWp0heKZyXfM6qj0VZgFUnnvwms9jcVeKyW2WvrT3k9CcFzaDWbeO4zT6A1v4oCLSQMC80gwOz8AgpFGwMDZXi2JV6qMe0Ywq6Mn0T8GpQnrpZGdCjGb37suZtaJz/7pS8ptar4kSqoo/7VYTom/FYLKzMrAnZyjoYXv/ZFxDNn0HDLmOOwttlqboufsXia9sCq6NklJZ7BS4Ya01Ekc1Sga0SlaAPnzpwXoJZqDF+bhE1vSteF3w4FxnEOC5QNVTDW2sfLFX83QvT4HAYxEVqpdnWldGVA0+bNG3HkyBH52aZNGwTyXbp0CeVSGTmP9iEBlpaWsGv3bgwPV3Hx4nl4Xk7OjV6Zy0t1CWhLEo4PquCV528f+suxrlFZ8zhKuQo6zRpGhioCxC9em8bA8Ki0xHP527p1M/bs2Y0BqpTdPJ5//nt49rmn0ai3rkf79W1XuEFEP2EJR0os/NR7fxH3v/2n0enGYh3RqNfRbrXFEoDrWjfgXK1cX2+pXKXylQrYZT/BV158Gs+dPCwKV118WUO1YZQaMLmBVl/GYL6KoUoV505/H+H0WZipDy3kutwFt0P4XIbhWYjx1t1bce8dezBw131IhqZgpzGuXTonIXdULdMCghtWtHHhWPAcR9Ywrjtf/tKXcenCBZkbuZyLSrmEUs4V5bupa3AMHRaVqCE3f2KYtosoTXF1ZlbA6vimKcwtLeDeu+9Bt9mSkLXE0MQD+sKF87hl5y0wxPIkRRKF0pr//SMn8cILL6G2uoqF6atccJDoGh544I14x7veiiCm13OCbtfGCy88BatRw2Si44mTRzHdanJHUFSqI2OD8HI2ikUHpYIL24IobWM3j0MHzmFhfgXFqot80ZDAtOqgh3zeU+PU5qaGWusIasMgRRhw46GF+dkVzE6voN0O4TeaNzXHsxdlFcgqkFUgq0BWgawCWQWyCmQVyCqQVeC1qEAGVl+lyvff+25YYxuQsrWWLbE6E5WVR+pahVYflPLGnwo4PhSAvfG4AVP7Kk+lJqKMihCk3VqFiTZet2cKH/y5tyEJGnDcEnQtkqAqMz+Kz33tu/jPn38U73nrZrzn3e+WG1GGTAV+KMquC1dX8eDXHkUUd7Bnzy3odDtottpodwI0fEtaipm4TdJJj0RRg61pyyS7yeVV+2wfrF4Hwn2/TxEn9sEq1bvKYkCAsq48HalSJMyV5wlYpXKR6eERiMZE1UulJAN5HFsAGZWYfF2a6gjoJWukMKjmFZhGMKXONZFwIZUWLQpaghKHwTwequUJDAyUUBgYxECpiGrewfFzszh89Hmsrp6HqcdATPCciEcg1WZ9lV8c0f8xgR+0UR0s4Xd+7g0oFkpYrnex1GhjdvYKtk4NYXlpEdWhccwt1LBUoxVAUYJ+VpeXEHY7KA948LwCksjEkaPHMD4xiObMHBq+jmdfOoXLV5ckp4o1YWL6+oKJO8eLGMyxFT1Bnq3KSSpWDgo2KKjWh9dWj68pla/y9qTPque6kpKuTHh7ITJsKTYt2LkRjNy2G9veeC9ipwDDGIRpDEobvLJzUNeuZ24hoWnE5vwoTU8Q+jXUmxfR7NDagMrn/7pitQ9WCeUM3ZV2cbZ288GxUCwU8OTDT+H0/ufhBYTnlqSdM5ytQThWyMGj12YcIiFUpZI4iRFL+BVtG6hdpHIxxm9+7OYUq32wKgrVl4FVDbqlI+r6WJ1ZFe/LStHCqScfw8yJl3ApNeGbLiyb4xoo2B5SqrUJ53twltdElJxUjif0tQzR9X2BapyH3BS5cukqVlZWZa0YGqqiWCqIitvUHAGcVG32YeV1ixE5/1csLirf6zpAJLyiKpVgttv15ecco7feegtOnTolqtTx8VEBq1euXEWpkBf1M+cyA5tuu+M2MNyJalq+Dz1yebzT03NYWa5JuJ54M4siUtlV9L/66md+Ju0+pkbXo9VYEYuSdruF5WYTiQB9zvUY1WoZt99xO3bdugdBkODxx76NCxfPydpECM/PkTZ+5aqARKONRwLLKuC3f++PUZ7cjCTRxV5hfnZO7ADajaaAYKre88VSzwqhLN7TEszn+/jod5/G2SsX5Zqk3Q64YRGFHRlXhLaayfUnAELOUx2GGUNbXUTRr6Pk1xDWF+EHXVGPmomGzWNVPLBzPYY2b8bWN/8MmomOIGnLBgrVo7QgEKiZsF68mrxgQNHL4an9T+GTf//3spFRKBdQzOdgGTocy5CwQSp+czaD51IEvlLwQlTVJtrdLuxCGXvfsI+Ow3j9XfsQtLuqm8FyRBl97txZ3LJzB0xDeXezS4IA/6XDx/Dcc89jZWEBs1cvQ09jOJ6Ht7z1bbj/TW+UTaTlWht+YOLQ4RexdPD7WF/zcbCzghlbhxYnKOeAPfdux9T6CYGlDB4jwOW6H6cGrl1uiSdvZdCE7bHrg+Y2avRwfVP+zj2/bi6MCVXjVKRzQ8HG6VOzOHviqszF7JFVIKtAVoGsAlkFsgpkFcgqkFUgq0BWgf+/ViADq69yZXbf8z5MbdwkUERydNaoO2+o25RySxRq4jEoKEDuffvtp6KwYqOlQBEVWNUHELpOsOqhvryIvN3AW960E+96y5uwsrCKUzOzGBmuYv3IoKiPPvapx/DMs8fwL37pR7DvnnskVInt9/S148330VPz+MhffBx33zGKD/78z6Lj02OxjbBLwzsTRy8s41Of/iq2Ttl44L59ovRaabQQNLuYq7dxeamDdpOttqvoBh10e6FVVsibXQuFgQEEnUDUgrFpw6Ray4zRiRpwNFellsdsGTYQxV1AjxBHqagR2THLFtCE0FRTdaJXoul4Ann5GsWZebPNeifibUkVq4oKY4s1W0NT2KaqOYEza+13mRCvIRZeqwK5+sn2mq78CukLq96nD4RUyztVV0nsy/H5kY40SlByI7zvx/ZhbHwCuUIeq6vLuHLpNPbs2qrMJGHg6PEzsOwcCqUKHM/B9PS0QBTP1eHkPLS7MS5fuIwtG9bDbyyh3rXw8KPfE/sAKpRp20Cwq8c+NlUd3DJZQsWMkdNS5F1HzoWBaYTPbMUOqZimIpLtssLmCVTpt0vow+ugi40D24ZpX2DZyktSeeq6GLrjNtz24+9ErBdgmwMwjCJ0TaV6K9Cj1KSiU2XAjMBLwnEffriARvsSWp1Z6D3rCKnzGsAuXrvXgauCf6oVnmDVgZnSY1FHzPdOdOSdMq5eWsATX3gInStzKNgWrLwHzbUQ+iEcy4RjiKZYgDfHCj2BxfNT5lhvgyNJ8Vsf++5Nra2f/tKDL2vXF7gsmyNq7tILd3l+CX6ng7xj4dTRl/D8k99CaHmILReW68J2LdkkaLV86GEXE6USRipl5Yfseag1G5hZWYE3MCIAMGp30O60sFJbwtVrs6it1gQYU6FLEEkgRgU6oSbnilgsiIWHpjYqfghU5ckLbOXmBwOEPE+1VIsyUlmAlEpFDA0NodFoSGu45xDUxWg2m/A8Kop1Geu0tdi+dYv4HM/MzGBxaRVBEKmwKrE3oCr1Roq7gH/x4eVapFLfCcsMuvmaLkwGquk6GvVV8RSVK9c7B85Itrrfs3c3xoYGcH5uDodPn0HcDUXZKxBe1gql9pSAsTQQ0Ll177341Q//T2h3Itimg7Nn6Utro1Kq4MyZsxiujmBgaBB+GolfL60OCm4BcaGATz7xTRybvoqYtQno28uNnYgGodC4ESRpcKqefXdYwkgj5toSI5/4GA9qWB+uYNKKUMiZGCvlYI5PonT3j6K6aQ+6VHZrKbqNDtIgUmFi9AruKXxt+nXriWwKfeyvP45nv/MdVCsFUaoyWIpOKvQSlo0lsT6IpVuA6waPiRtKnF8cHlFqYnzTekxu2CSQutmti0VGqrsC50+fOYNbbmEYWS9oUSwmbFy4fBXPPP0crl2+hLmZa7B0DcOTo7jn7tfj7rtfB16B+aU6/MTAicMv4PKZM7C6IS5cvYS4Z32RL5l4w4/cheHBMhLDR6T7cMwUJrsWjDyCYB3iuIOCu4ig66NLVbDA1L63M1dTpXRmJwSD45Qfig5DK+LsqXkcOXQOsZ+B1Zta5LIXZRXIKpBVIKtAVoGsAlkFsgpkFcgq8JpUIAOrr1Lm2x/4RUxMTFz3KXylUqyv0up7HPbBal9deKP9n/fC9IqjWvMVilUCMs1C0GnAM5fwU++4Ew+84S5cPHMZzx48hqGhQbz9zfej1vHxp3/1EK5MX8XvfOgf45Zde3Dw2HEsrdSwaf16TIyO4MnnTuBzn38Q7/6JO/GOH3sAQWjAsFNokYFC3sG3nz2Fv/yrT+LdP7kXP/2OtyAFw2A6sFIdHc3GJx/8Np7bfwDvfMd9GB2tYHpuBa12G37Dx/RCEzOrdbiOhthvokNb2EhHEHaRujaK3hDCxEfkhwJBTcdQsNJPJN07ijpKTCm95fTyY1N3Csuht6zfgy1K+UrvR9tw5faa4IZqLyZdx2LHYCLpAW6+H39PdZQK5Aqvh2zR84/1Jlyk/+IPavwUCCQwIVgNecOveYjbXRS9Lhy06G0ggTP0y3RMDTu2bcLEUA55x8PpsxewcdM2TExOwc3ncOrEcaRBB9VqAflCHmcuXEFtqYaxahWxFqHddfAPX34MMwvLCsKTiOiWpNoXjBBbRovYOJhHxdbgaRpci4CvFw5GeByE6IahtPcLtBSQT39CBVapFCOQ0RkWRehhskWdbbXKYmD0rttxxzvehdRi6ncRppWDDkcpfwWqmgLIZPOA+EvS0/h9iI4/j0brElrdeRg9oNoP/LruGfxqYFUUqzbs1OEUQKjFsE0PrlHAqQOncODJZxAt11HxXBi2iUBLpDWb7dGunoAKXQH5ApiIenr+vWJFG4vK77f+0zM3tVB+6otfvg5W+1YAhHcEq6ISDlMszS/Cb7fhWSYunDqMQ098FanlopXo6KYagjhBx/fh6Aa2TI5hy+gwzUClXXvLLbfCdF18+sEv4+TVebheGVE3kPHd8pvwfdpmKC9VUb4WCgJXm822tMqTmvU9cOUEOYj/C2C1vw71Fc4SPKdbMkf6c0GQvJjockMhEusJhyCPreZUzvtd+RlVvIRytDlg63/fc5eAcq1FhdogUupLU+TUyrqCUL7bDeDm8zI3O+1Wb4NKIXGeSpgC7AFYN1iGrccojI/jwuwc6kv166FqEpInsJ+KbhM09SS2/ZkPfhj77n0ruu0QV85fxpnTZ7D39ttw5fIVaTGfmtosym3bs2G6DlwvB9vJ4bHDh/Ho8UOIEh9pEMiXQFWxACBUVSBbPdbaL/QSuhTXRMH0MaH52GhqeNugAc9rwZjYgMq+t6PrleBarkDtTqcl9Sbw5oNzkqDZEg8Pbnp4+MR/+jt89ztPoFrykHNd2RxhwBU3n7ipJ2MgDAX0ymw11JrGvze27cB1S+iawJ7778Ce9dtkQyzSCIp5Dds4c+YMtm/f3tvsUGGDBLMz0wt49tnv4cKZMwJWqda97a7bsWPHdlE3Jzp9XNugSPbk0RfRqNXwpnvvwxOPfltCuXhc6zavx87dO1BfmsPgSBFOiT7DESw9ls1AXduCJG3Bs2aQxjoSnZsulmxwcf3ul5q8medKRS8tKci3Q9/EqRMzuHBuDkGrc1NzPHtRVoGsAlkFsgpkFcgqkFUgq0BWgawCWQVeiwpkYPVVqnzfOz8soIPtu2s9DtcC1v73ArN6itU+WO23/ysoYvQUUEppd923VBKeUkRBA0OVAO/9mfuwdf0wgpaPGDYoWpsaH8TZyyv4s49+HWauiX/1a78o3oEHjx7DxUtXsWn9RuzZvRuff+gxPLl/P379V34St+3egYNHzmC1XsMtO7ZjcnQYn37waTz01YfxG7/yTrz+9t1otCK4nglXN9GMDPzHT/wDlufm8Hu//U8wMpiT1lyCI8sy8PRL5/DJLzyEt7/lTmzfNIXVRhut5RpqjS4uLTVx8cI81o8x8d1Co+mj3enAjxI0uuSTjkp0p5JN1KxMrKb60oFpKyUcE8pZS/oGqqAchvawDZ5gR/k4JlTHEaxKG3EiUFTCZgimRFLcb5knrKJHbCwtzn2lsVyGvgduzxc2ZYGpntKpCjUQt5u4564NuOf2zajV21itt3Hi1Fl0Oy3xPvQDX7wbl5ZqqA6NoFIdhuN6aNVXMVywMbVuBNXBIZw8exFhN8Dk0BBKZRcLyzE++4VvYYVegUkEg2CZHoWGjjQOUbRSbJuoYmogB0+LUdTZzs8AqRSmYUkKe7PpI0kCGUcca4SqDKSRwBvHFMUqwSohDtWtHT+QkDOCppE9t2Lfu94Fa2BEzpOwU0AqVYD8l3CVQU6U1Wn04aUizpLP6/qLaLSvwveXld5XarfWDkC5YL5SsSrzQd7Tgg1HQFKiA55VQH2xjZe+8QxW5hclcMyi3YO0+scyPgj96FtpicJVwXOqOalY1c0eaOuhrw//9VM3tU5+8vP0WNWue6PK2JCwLfrWUl4ILC8uotNoibJy6cpZXHv264g5Ng0XTqmMfHkApm0LIHQI8tJIIFisAXahiFyhjAuzC/jYZx/EfLMt6wBb8EUcTC/bXms//7VtU/w//Q4D1Hqhatw8EJsMdc5KRfnDHjeC8tZu7PAz+mvX2nWJXqVyDPQ5zuVQyHtoNJpyvUMqaxlMFBMIUkmuWv/5vzw+Prgm8sFrTMWtgrjq+OSaGxa6YQxb16QFXTZS+sF2PW9pzmMTKaqOgXzOgjM0iLl6E43lurw/T5XrgMx9dgUwyChOMDixHv/0d/8tOpEF07Bx+IXvC2gMk0DsD7Zs346gG0koV6VcATwHpmljodHAF/Y/jrmwi6jbVkrViCpVrgE9T+l+QL1atHtfwmhFOU0rEgGuvY0NN+dgW9TGXRsN7NqzG4PbX0eeiaJGv+YI7cBHkCbityu+3NxPobqXGzpaDM/N48EvPIRvfOVBFFwDFucvg6pEcU6lrlLac+3jOdLaQ8K8GKbY81DOFRgeBbzx3lux/tbtWPVdsRuhMpi2E6dPn8aOHTuubyKkBOqmhUuXruHF5w/g4pkzWFmaRxwFGFu3Dne/fh9uu2OvBOE12oGo70+dOIiVxQW888fejjPHT+AbX39Y1thtu/agWBnEiQMvYtOmCUxtnZDNPMvUkVgt5NytWFm9AkOfhWV4oLhZbC0oQL7u00urF+WxSkGu2kRL0WmnuHxhGfXVEJ1G46bmePairAJZBbIKZBXIKpBVIKtAVoGsAlkFsgq8FhXIwOqrVPmt7/4duRml4osAoQ+O+nBuLajrJ6CvkTtd98VUytW+ZrLXwixt70qhSSVmp72MdWMufvG/exdGqy5MgWcm4tREuejg2RfP4i8+/i3s3FvG//jBXxBFXBDHaLU7cB0Ppm7hE596EBcunsXv/ObPY3RkEC8cPI4r07PYs2s7tm7Zjo/8zVdw9PiL+Je/9T6MVwfw4sGjaHVjvPneN2CxmeIjH/s0pkYK+PVf+jkE3Qbqja54YQ4MFvClb34PX3/kcfzeb38AU+PrEYQxDEI+3cbjL57Co4/vx2+97z6UK2UBq0HAlm0XX//O87g0fQ17d22nSA6NRl1UcUsNHwuLDOchoGO7O99Lh8/Qe9ORtvEoDMRrkC3E9BQkqCAopQNoX7zH2sVUtTKFmgpLgW9MMg9FlUfFap9HvfK6KWKjrBmC/4e99w6y5DzP/Z7O4eQzeXY272zexSIRIAKXAMEAkgApEmLWlSX5mpdUcJV0daWy/7Jd9h9W1b2yZZUYBZAgiEAiZ4IkACITWGAXm8PM5snp5M7tet+ve2Z2CVxT6yrU/aMPajAzZ07ofvvr72z/vud9nsglxgTVa+Fzn7ocu3cNY3aeQpscnDpzGpVqGTptUxBifqGOk6fOoKunjzYW9UYLJ0ZOQTNzMHRq2ZZxfnKGAUlvqYjerjym50PsPXAKjhew36RCMIqgCfunUjtsiM2r+7FpZRfU0IHitdlfV40DGNTqH0qQQgl+4PJ4pH2i+w2CcYbBakFWAOsKrFyOwU+z3WH/Xdu0UFqzClfc+nFU121A2yN6RApVIYAU2rEEVpKClaCrbLKSOox8uF6NVau+X0u8MX8XrKbAb/k5QucMefoSWFVjHZEcMYTUYgP7Xn8XM3tHBYjjgCyPgQollvOrRwGk0IMcB1Bo4CyCW6qZsN0g5R/5Tn7rO7+5pHnyngceZGWupJBCU3yJMUKMXoYcRZifnUOrVocmKejMjOH0i4/A8z0+b3OFPCzb5jHGvp/cqi7GnKKpcMj2QjXQs2ItnnvjHTzy/CsIyN4i8Pk9JW45F7YJwutXBNkhENCa3It57NIYIbCYtvy/x96KY3jhLV30Sb+nliU8HyXi19DtoKdaRqlgo91uotlqwI20JHArgbtJUB8FQvG+KYrwYU4S7SOG4XSchFKVNpoANfnhyuRdTEFKpDuVBSik40YbQPCP5rkum0C+j5XbtmKh4+H4waOsWEwDApePKSgWdn/yNuz+2KdRo8WnSMKRfYd5u44dO4LhzZtgUPhTuYqB/iFYhg3ZMqDbFl584xX84rXfINQVthOgN5EobIt9opfGmKjico27AKzUsk5fdDxCRUWkGgDPvSEsRcFgbxlXbVqJ3Ts2oWrGcNstXtyIZbJDIVsOIdGUOfBKYhBcyJfw8vOv4N4f3QVdCqHRY3mRjhTEpPYmH+gQvuvCMi3kLJsXnsgGhcYgnfuxpiInGbi5x8b6W6/HOa0Hni9xEJUAq0dZsUrHTZxHNEY1HD82ggN7D+DMyAhmp8Z5XjVyeXzyM5/E8KZNcPwAHTdCq+3jzJljbBnw0RtuxMzYGJ568gn+3Nq4fRdyxW4ce/ttDA70YN3mNdBtBbZtoRk2oH8OYT4AACAASURBVEvdOHrsTWhmG6ps8ZxG5zbXl9TOpBAmR5aArABkBKRqTYIVfVfC3KzDIY5+p35J53j2pKwCWQWyCmQVyCqQVSCrQFaBrAJZBbIKfBAVyMDq+1T501/+u8U2WlIcpan2DA6S8CR66qKajGGFuFC8wAaAL2aFoowuaqnNOf076Z9IhecHLWiKhyt2bUJPNYdizkKhYMPOlzHU34Mnn30BP3vsdVx3/Xr89X//p3CcNoM0uj41dBPT07P4p3+5C7Yl42++/cccIOJQynIgwbDo4ljCf/6nB+CHk/jbP/8ah6YQ/Juaq+GyrZtx/Fwd//zDn+Ij127E1z9/K9599xgOHB7Frh1bsHXbFnznRw9zqMzf//mXIMHGmfPj6O/NoVTuwYPPvY4jx/fj7/7kM7CplblNrdHkQVnB/33X/Wi0Z/A/fO2zKJhldJwWAinGyLk5/OT+p3HVznXo662iXl/AQquDRifCyKkJeIGLSqmARm2BFYx+qMAJySpWQxh0GHGQIisgVZ2qMYhSkmAlqi2pqVIV8fIgseVwlY4TtxrT4wljeQHysosvfuYK7Fw/jFqziXqzhWMnDmP9+tVoNmZQzufRrNUxMTmJVWvWoViucmr1kWOj6O5fwa3r5Aq67+AxSGEAU4rRCgIcH53F2FQHHqmT/UQtxwo+glcy+8Zu37gKG1f3MrCOySMx8KHELmTPgRZ6kIIABmk7AwrYidiH0dQVGJoOSRGKT/L8zOXzXBuCOqTwI6WbUa1g80eux/qrr4ZLqsmY2v/pvZdUeezdkIQFCdWqUA37fhNeUEcQthMf3PcGq8sVkYsKbvYsNaBJGoI4gk6KRwd47pFfQ5tqwbQs8R4BgW2fYTqBY4QBIq/NEFpV6NwRSma2QVATCMrOxRK+fYlg9Sf3/3wRqFL/f3oeL35HhIXZOTTmFiDHMsLmPA49ex98p82t6wVLR84yODhMsSwYhvC9FNacCu8HQXdJzyHfuxY/eeaX2DtyChLZVhDQg7AHIYS65EkrI/DIY1iYMS/WlPablJLvI1i92KYkndJYUcpWA6KtffH1Ikqbp0WKAKoSoae3ghWrB3D48CE06okHND9DAHvR3i/mNQbJpCqmMUgLTrQHDMtIfU3jTeFnEfTmfVRkVm2SrQAdr2TaQkwK88BnsKppMVZu24ZiVy/2vPoW6vXGonVAujBFJRlctxW33/FHUDQLfhjC8SMcfucoRk6M4saP3MChZwMrBjAwsIKhNSvlZQVzoYMH7v8pThzaD/SQirVLgFWqf6IK/d3iLjs3xApE4m8cQdZMQDPFdzPH57yiOLx/O7dfha9ftRJ9RoBGh2wtCILymZXMW7R4QfbOHkzTxrEDJ/Cv3/kXwG9ziBZtByn/CazS+cCLe77P5zF9sZMDqX0VWljRYecKUGIJH7UUXHX1Tpwd3oRxn45tzDY2R44cwcaNw/yaDKnJfkZRcXL0NA7vP4SRI0cwO3GebT4qff340te/gmpvN8hoo1530Gq6OH7yMGYmxnDL7pvgt5q484c/YC/sDVu2I1/qxuG392DN6pXYceV2DtWjMUDmL516gEOH3oBVoCAuBQgc8VlInQsEh3lMi+3UTZtV0jOzU/A8B6pqQpYMNOod+M7CB/Fvoew9sgpkFcgqkFUgq0BWgawCWQWyCmQVyCpwSRXIwOr7lO0zX/n7xZZXDgphVRkbhQqlG4PSpaAecWG+RD5S2CFgRvJ4SoVO3o+fS+ocKWKw57gduI7DreHU4h1K1PZsoq9UQtupY64OTidft3olcnkTlXIBxVKeE54dx8dDjz6FNUNl/NW//wY0AlHU0ixbsHMhTp6awj/853uxfoOJP/+TL3L6eqQYopXXb+OlN0dx90NP44+/8lHccv2VmBxvYa42j0rehJnrwT985x7YloT/9M0v4/TZCfz65Tew67L12Lx1F773o0eAuIZvff02nJucxPjkDLasG4ZplPG//fOd6OnW8cef2w0lJmsDD2o+j/3Hx/D9Ox/H3/77T2D9htWsWJUUCzO1ED+8+yFsXteD66+9CrPT0wxq55ouXnjtLQ6hqRZNNJpttNoeg4tm24NG3o+xz+2kVG5qJSX/QYJADKCT28VglVqlCdjJmgSn2URfDvjybZfDNgsoFMsMVg8ceBe7dm5BszHHrdDHT5zg1+zp60e1qw+TU/OYnZnDUG+VYZJh5Rm0UvAY+YTme4fwxNOv4o19J+BFlHbtcNp3FMaQ6CsOkTdVbNu0Gv29RfZYJHsBGkuGLmOwr4j+qomD+3+LaLQBTSYoyjIvbh02dZ0VcARMNLIEMA0eoz6PV+HnKlk2BrZvxfZbboJSLLP/IoEXsQiQwMDFIqUumGLMkz9uEDbZG5RFd+9hBUBFT6FdurAgVKUKVArJIkgrK+yX6867eOzex1F2ZFSrVZYN07ggEElA3HU6DMQit4XId7lNO91O9qclKwBWPUb/v8Dq3ff97AKPVYKrAnCSTyQjQdTm51CbXWC/VdlrYd/T98Br1WFpMoo5g4OfLDuHctVGwIFk1B6vQZUUhEGETruNmZka1NIgFrQ8fvHW2xibnILTbLNXMKs4CSRL1Oou4Cel2dcWFljNR4pFarUXbrvLQN9Fc9bF6tT0GIhFBgFWL1Dc096RelSNOf29a6CKK67ZgYmZSZx86zw6jiOU+pqAqFz3RLmankMpDBZqw4gBKqshwwAFVcXw0BDmvADnpyYQEBykqY6Uq+zZyk4LrPItGzKisIO1l+1EJ1Zw8tBIYgVAMF14uDKoh4RP/ME3sGXX9Wg1Gjxfkvh65MB+HN63F9dee9ViQNPs7CwmZybRacyhNt9Gu68CzS7BX2hB7e+CD30RrJJFyQX2CRd/HvCCA1kcCCsLobLWOBAwJksO2sZcF0Jdgp6zEHgydq4dwieuWIv+goYChbBFAUI/4NAnAr0KB5GRBYEEZ8HB9/6ff8LMxFnYBsHPCDpbmICtDfhYku0CnadUZ/adlRiq5nN5dFd6eNs+u3EdtvVUcXZlP0ZiSwT7uQ6OHj3KVgDkwZxaKhDYrM83sOeNN7HvjdfRoXAx38Gm7ZfhD770ReTKBfghUKu1Ua91cPLscYyeOI7PfepTvI3PPPE4jh87go3bdkJSTRzcuxfrNqzF1u1b2DbDUBS0ZAug4ESpjkgBxs/X4DUXkCsW+Zg2G03uNKBpaGJyihW5tO+HDr+LOPBg5XMcftdotBBRyFh2yyqQVSCrQFaBrAJZBbIKZBXIKpBVIKvAf6MVyMDq+xyYT3/577ltl25pyyIBF1JaLVeIXQjrknSTpNV2yWdV4NRUsSo6IQlgEVCJ4VEfOnvwparBGCHBUZJb+tTqTu2bOQSOg6bbYQ9KUjUSUOO2ZbINCGPYRoC1g70wNAVW3kLOLqFc1jE308Cvfr0H64fLuPXm61DI5SDrBvK6BctQ8NSvXsOrb+3FX37rK9i8bhXclgdFoeAoFeMTHfzjd36EHZcN48uf2Y2WS2FMLkxDgRca+MGd92HtqgK+cfsncPDYUczMzeOybTvgtA38r//ln/Cha9fhCx/fjX17jqDjNnHZtdfgV68ewEuvH8bf/dkNMMlzs15DT183To+7+Mn9j+Jzt+zAFbt2oeN0oGk65lsyvnPX3bjmyi245rJNnMLuBgEOnjiLV1/fgw9dsRWRbqDTarEv4JGTk5hb6LC3IvuBLkLEJEE9yZXnY0feiaTd63TQX1Fwyw1b0F3Ko1ypYm52FqdPjmLnto2oL0xxGM+hQ4fQN9CP/v5+OG6As2NT3HI/ONAPUzfR7HgYGT2Ngb4eSKGLQmUAP3v8eew9fBaqbiGicBZSZPohq09JxVUpmtixZQOKBYMcFKHppPg1IMkhtu1cixuu34nzYyN48YePw51roKibiH0fshLDMgkgJ+3xqkw0XbSPJ+COGoAV3YA9MIDNN+1GZc06xBRWxa3mCaxjRV3iUcvt6WIAE3wLAocV1UFEajOhMEuVb2l41eJ9SWs/ARGCquT1qpCxIrWqUxiYaWFubA4P3/sw+lBAV7UClQ1aCRiFcByyOugg8BxQm3rgdXihgT11eUFDtJmzAjNREF6qYvXH9z7wO2CVlZnsO0sgEWjWahxgFXkh9MjD3md/iubsBKtUS8U8ijkTdi4PO6cmr0X7KgAYQ0SEaLYCjE7MozSwEpFVxKPPvYKRc5NYu2EjNm3djtn5ecxOj2GhNYd6cR5XDV2Dd9/ag9rMArfWC//gxZB6MVslIVbpIk1qE3Ax3F6++HOx9yq9BsG9UPKxdutq7LxqG86Mncb8sQZ818f4+QmhYE7OIFLa8zzD9hkE9jSEdNxC0dJN+JeWiHJxiCvXDuHm667Ac++O4rd7DyEySIGrI/YjaOQvKhPQjdlqhLx0w8DBum1bIGkGjh86Dq/j8NghTTXNa3SuWJaNz3/9z9DdvxZz0zNw3Q46nosT+1/H8SMHgJDsCSi0KeKxT9pxnQLcYgPx9u2QKECtEyDqrorzjhYIIno4/S9ZTBClFpYXyz8XaFyzHQO12MuApkHRNFb9+pLG7fgMgFUNkWUzLBzMxVjTU8DlG4exeVUvLCmCHAQI5AgKL2wE8AIflprDvT/+Md565SVeyOJxTSOHHhu4i0CcIDu5YrCFDPUNWCZKpTJyVgWmDnzlhqswoMmY6OvGKbnEjyMVOM1XBFZ5kYkCFFWaEVQe3+++uReH3nwNehSgtjCHTddej+2X7YBqaPD8CG0nYLA6NnESp06exNWXX46CaWL81AnMTZ1HqXcFphs+Du/fjzVrVmLT5mHkTQO6LKMpGwibbRQLCtpegKmpOkyFOig0tDod1Op1VMtlaLKK46OjvEhB+WRTtXEOSbQNCwvzLZw+Mwa/7v43+s+nbLOyCmQVyCqQVSCrQFaBrAJZBbIKZBXIKkDdjcuvxrOKLFbg43f8rfiZWraJJqRt/wRX38Pv8HdVYxcqWBch1LKWXOot5aClNEwpUcBe/FoXKqpSJRdvnFAhcZgKtR/7cJyOaDFP/BtZ7cX+iASNaJsCEk1xq2neLsI0dMzOTKHTaeDD116NFQP9sHQZtqmh0t2N8+dmcP99P8ett+7GzTdfDdeVYCCAYeRwbqqB7//gu7jpI7tw6/VXcpq5H4Wwiznse2cW3/n+d/HFO67C7g/dgLNnJlHvLGDFmmE8+PiLODs1i7/8kxswOxHi6NEjuPq6nRg9E+CxZ5/CN7+8GyEszMxOore3C/NNGz+9/3589Q93o7/ajdgH8iUdr+8/jTd+uw/f+sYtHJKFgMJidPz4sZfw1oEzsPUcIJO+dMmiYbG2SS51JDlQ5Bwi34EmNTA0UOGaaJqBZqOOKHSxZdMaKJIPQ9Vx4sQIdu3cjmKxyBB5moKsKiWU8zloOm3zPBbm59BVLkLXKMWoirvufxKnJmrshSuRnywhKJ++KJ3cQV93CTu3DsM2ZQavErXT6gY0Q8JlH9qEq6/dCUVXsO/Xr+OVh59G2VOgk1+jLnFQDNknclK4qnCrPLeRk0+jrvHfDdWEmiuga9tWrP3QNVDyRQ7RWlRVE/pURdu4JAk3SdrGKPbheW34QYdbl6UkcEmMZRp9iQ9nCltjej61/1NbPHlJitAeSabvKizdwtzUHH52733ocYro7irD1IR6VpEk9tF1OvNcF2qDdjttYQtA1g6UMk5t5okfapoz9O1/efGSZq0f//R+0eKevF6qWOX8LgnQJBntZhvTExPcnq8jxLvPPYja+Ch0K4di3kY1pzAcJHWdCBQjdS6pROkQEP4iL2QJ9VYHUasDWc/h7hffgb3xKvzRn3wbK1YPwvFcRK0Iz4w+hr2tN/GR4EaMnTqN2vQcFmZnMTMzgXp9DqHnw3eD5HwXKkrBWJPQqCSYbfG+5fPMRfYkiyCW8KNELeAFbL1sA5ygjYUZF6Zq4/DeI6zUFYFUYgEioIWeWGZFfLVcwDwpHWMJpmZC1TW03Q5WGhpu2bYSm9aU8PZEjOdePoTZsA5Jz4sWdvIXJkUwjVUea+RLHHMLOc1bBGllL+AAMI+8WkMKBZMhGQbWDW/mwKeZ6Vn2+CQvUt+pIyKv5TDg+Yda1EltS9Wh7fTJ+mLtFoSkOg5CSN0DfI4t+V6nw2e5r2pi57J8ZAm59iKElckDleCynmPrDZ5UScVKYXB0QtI5ougo2zY2DhawdagHuzevA+IGadGhkF8yQVZoODFyAj//3vcRNGchKWSbIcPlgLAIOQKOmvC9lUKyAJGhyqRUV1HKl1Cwu2DYMr5w/Q5Y803MDW/ElFliRbznuti/fz+2bt3KVgD0WcGheSFQb85h6twcnPGjyIU+zs/Moe9DN7BvK39mqBoHVzXaHV5kIxVwV6nKFhjO3BjOHnkXRrkP86GN8XNnMdjbjcH+Hp5vyGO1QZ8SzQU+BuR/PTU7y9tczhUxW19As91CX7UbqiTj6OgJdPeVUepWoRRpQdGBW+tgfsbB+fEazh8cu6RzPHtSVoGsAlkFsgpkFcgqkFUgq0BWgawCWQU+iApkYPV9qpyCVVI00cX+ojKVDPOS2/J2/+Utskus+oKYafZTXQ5JKTSFYcL7gNX0fZY/J338cqWs2A4BaUWLLsFfSvYmUEGBMaK9mcAqQQcCsPQ6oWQgCiKYps4XxPUatSAH0EgBqSHxs9TQbrno7algxUAVpUIelWIOlVIV41N1/OblF7H7xivw4SuGRXK4ZaBcKeGZJ9/E0794Cn/x7Tuwa+NW9mEkRVKjBXz/X38Ku5zDv/vC9Wg2Ag6K6l01iBdeGsFv97+Fb3/1o1iouzhz9iT6e3owNhvhlddfxR2fvxnNWpuT01es6MbLbx/HfK2BL3/6Gpw8P4NqwYJhl/Hde5/GqYkGipbNrdTvBVYFl4oQKNSObwFeDbs2VbF93QpM1mpothycPj0Bx/Vg6wYC34UTeZicmMSqVUMM1EjBNztfQ19vLzYMDqJYKGJyahKFnI6uah66GmOubeCu+x7DdN3jFnHygmXAEUns70hgaM1gD7ZuXAMNPgMZUivTaxu2hBs/djW27tgASZWhBhIe+t6Pce7tQ+i2itBJner7oMwjnRR0qgi9ocfSl05qVlODKelQDQtSdw/WXfthVNesYZ1uCuHYo5b8MhNlJCnm6EYw1fPbrCKlIKvfD6ySBYD2O2CVWuS5oTsCfvi9HyA3I2P10AA02hKyGaDWdApG8uj9PIarZI1BAJgUoLxQwLBWwFVW1MYxLhWs/uie+y4Aq3GihGWfZOLhsgqn3cbU+AQ8h3yDYxx+4XFMnTzIYNW2DFRyKo+DXMFkmwgGq0lQE6fHx3S+SQjcEJ3Zecj5IqaKvdj+mS8htno5uK1a7sKbZ36L5w4+iZs3fwLX9F3PtXe9FuLIYY/byfFTuOs738Gx/YcWF1KWQ3FWIiZWAsvnjPezCGCFcKLS1C0Tpq2iu78MWQViVYccKTh28DjikJSTIuFNknTIMYXWBSiaMS7fvhX7jhzHfNODZdqshHQDD+tLeVyzsoyhHhWlrh68snccbxw/gfFWjFimVneyPuBsex5lVG4GtooOSVc5yI1GCg1Gn1vmwbCPguxc1+PtIWhPHqM0p8kKLSyIRYF0biPwTx6skiJBi2J4RhGhZUMKVMT9q1jNyh0CqfJ3ma3LxZ7MS/UULqk004pug+TLyAGqBom+yD9X1TmwS1YMSLqNwO9AR4xKzsIffuxKXDeYQ+RFcMg/mML1fBrbAfY9/AgOv/0qAlXFxEIdzYD0vzLvp2WYYl6HBMvQYakqdFVhK4DB7kHkyiV89PJNaLkdTJeqaMR0ICW0yCP62DGsXr0atm0Lz3A/AFoNHB85BE8qQm+dQWNsFFJ5ABs+fAvazQZ/XtBClefHmG+0YFkSnI6LYr4AW5XRnB3D8f17oNgVNCOTLTO6igXYps5+svlSHshVETbrkElJDBXTc7OgNZ/eShcWWg20Om1U8kU+/hMzUyhWyqh0FaAWaKGwBa+zAKfTQaPVwqtPjn4Q/xbK3iOrQFaBrAJZBbIKZBXIKpBVIKtAVoGsApdUgQys/lfAaupLKPxQRVAVXzkuu6XttimkWvoTtUwvKV3pfvF6STw0P5DUOcvBqrhvOSRJtyF9XYamF3lair+J12YImySpp2FaIomZLstFiFa6reTjSr8T1OL3ZEEWhb6E7EoQRBQCRepJHQ6lzHdchCGFR1Hjr4xcvsoKMcCFZikwTQu2rSOfz2F2usOK0+uv2YL1gyugKgEHcoWBhUefeAqbt6/CV2/dzcFFllWAbJi4867H0fBm8a2v3A5J0dFpN6ArGh579iWcOX8Wf/iFT8IPAnSaTdi2iWde2gM7Z+Pmq4bxwuvvYP3KIRiFbnz3vqcx35Zhahor7ZYDlCXFKrGVGB7752qI2+P48id2YveuzfCCJieHHzh0AuVKD6pdPWi3GjhyZhrHRk6jv68XrUYdtWYLp86cZfUipXq7XsAty7uvvxblooW8rePQyQbueehJdAKFx5AaB5wiTx6bFKATum3s3LwWG1b1c/o1HStiWaSztfMKPv0HN2H1un7GoPTaB17bg2fveQgFX0GO2uwDgukxgxZdlWHpKsNV2VAYrMqWBp10caoFT7fRs2Uz1l95JdRCntXFrEZM1I4C4ItwGfp5EayGHV4U4NbpxTH8fopVAVZZrcpAn74I9AhIZJs5PPbIoxh54QBW9fdCiyOGlhqltTNgFeCZAnsiAkE0vhhkUeu6CE9KA6aCKMJffPelS5r47vrJve+pWBWnQQxdVuB2HExPTPLY12Vg9I1f4ezhPdANA4ahoZrTkC8UUemyeLvo1Bb7S+pVDZqiIaK0cwqSazTRdAJEvSux9sM3I+7bhnyUw2v7XsLTZx/FZz58B65edR1a9RYvitDYpHCy1sIc7r/7R3jxl0/Bc5rJuSt2ObVyYNfN5Ly+0A6AbEuEdcCixyrNBAr5mkYMKSvVCp9LQeiwb2m5twtz07OIPFLHkk+nLyxJ6D2iAL1FAzddu40Dke689wnMNiNWEredDmJNwgpNwUeG+7FlbQVdpQIK3SsxTl7Fx6ZxcuwUvGgGCw0VOcNGNW9C13TM1DsYnZjDvOND0gjsSgzxuW1dEdYBsidgMG2JppKqkhaSQlZmcqAWz3FJq7wsw/MDHt+KRJYbEiI9h7DcB3nNekQLDTEn0Lhf3vPPKVOJbQsXOB1awthhseZso5DYBdCJqWqAbgAE1ikkisG/CsganbREq1nRumNdHv/p5iuhuQ7aFFDnR7AVHWHUhHzkBOZO7EFHkrFnZAQnxqfQJlV7THYaMnRqoyf7FtOEbRiwdZPh/rpVazCwYh3Wr12JY50aZsPUz1ts+8zMDCzLEgsntIBCitd2HadOH8bpOQnK/BGojSlI/RvQteEyDpLK5wpso0LhYLRwFccO2q0mCnaBA7YCp4G5ibNQjQJqHWB+Zpq3ixfoNBXFYgFapQ+duUkg8BFLGuqtFqLQQ8my2f+ZIHBXsQxdUVFrNVHu6UUQxBg9fQi9vTlUqmSLINTyT9yz95LO8exJWQWyCmQVyCqQVSCrQFaBrAJZBbIKZBX4ICqQgdX3qfItX/yPizCCfe2oZTjxebzYyzB9iQtdFZasAJZ7sorHLCWrp6FYKaBd9GWlQJtlQCSFBsl1/6LKdTFYi4Ow+FEJvE1a4NleQASepAE4QiBLylYCsRErlDjdm1RexGU5bCZixRcBC1KZqbJOfcOIZIKCZI9AKVERAyQ/8uF6FDQkI4w9VsnaVgFR7MLzPW7nVbWYLQZ0tYh6o4lqt46Vvf3I5VXkcyXkbAOvv7oXZk7CZz96HSSN2qwt2LqFnz74GF+033HbJ2DrFHoTotX0cNfPHsbmrcP4+FVbMdPoIGcaOH5qCv9y/y/gSDkYBBgTuL38GCwyE4IEikbd5rDjaXzt1ssw3FXAWG0OxXI3Q9ThTVtY3KZpCs6dn0Wr6WD71q2sqJybX8DRY8exYuUgyIlgenoe589PYdvmbVDkmIHrS3vP46lfvoRYMhBTS3vsIyR7CfJRpLRvOcLHbrwGa4b60KxNo9NssNeoF3golDR84aufRO9ABR5ZRhDsbnp49t7HcPKtQ+jWcxzqwypjBbBlGbamwjBVqIYK3dKh5SxQs72mGIBuQypVsP6Ky9G9bTOPQoJVQqmaeK6yP6VQQBP0JrARhBSiw7T3PcFqOoYJvrIFQGIFQD8TYKLxRW9CY5XC1mZmZvHzf/4JwmYLPXYOehwxRIxo7JBnJ20TK8WpdTlIxq4AidRCrpBEl/03Q/zF91+9pHnyzrt/KlSAqQJWEWFSIqMphiYp8F0XUxOTaNUbMBQZYwfewOjelzmES1MVlHIG7EIBvVULqqahUaeQr5BD1kzDZCUnyUBjOo8cD+1aG16soTC0Ad03fAkj7x7B/Y//CF/85n/AZRuvRDsEcuSe7DvQNeDYwX2478d34dA777Afaqq8TuPFGAwK2rdYA6FYT+AaQ16h6EznjxQOUhs9qM1e14RfahggIIW7ovKiQeC6i4stdBwHumKsHlqJq7dvw/CaPjTbbfzLj5/EZD3g+YL8Qt3Ix5Cl49OXr8fOTb0ol1bBtGPoJi/DIAjOoNzVwOnxPigwYaliW91QxeHRMTz8y1dwZLKGUCEwryNHKsvIh+N3IIV0zMWcSIeItokXBOhMkmh9geapJbBKqfMEjkNTguS7COUisOUyoH8Q8vgcLyYxtGebl8RXmOfBpJaLBrbiB7It4HHJ8JUWqVIbBmG7AZXUqhpYPs7ewjQXSoBlswVErNvorSr4H2++EussoBP63NqvhhIkxUN09Dikk3sQaipOzc7i6Ng4To1Po0P225DYEqBUKDDwJ6V6wc6hUMhh2/BmrF2/HYXuHrxZm8Ncy4emkG+tL0efkgAAIABJREFUUKF7HtkeJL7ItFhCfsVOA+fOnsDx8x2EEwdRCNto6hVIXYO8/EbKe7IkkFUDHgUChm3+yMrZOfZmDf0OArfNwHRmronA83gRi0K3KFyOuhakXBVefR4afa6QetZ12Tu5aFrw4xDz9RoGe2gcSGh3OrCrJYyePIV333yTz/H+Fb3o6+vCQH8PHv3ZM5d0jmdPyiqQVSCrQFaBrAJZBbIKZBXIKpBVIKvAB1GBDKy+T5Vv/sLfCBiReJimwGI5oOAL7iRx+71fJrUCSJKlk4v1VPW3XP23/HXTVv7loHbpZwHAFhVopDjlYBUBBwiiijRtAQzoP8FdFnGMeBwnaKVejXTxGwrlF8FVhKyQjOiiX6Xnh4gpwT6idvEIPgiUahzGQh6aHqWBs08mNb26glVw0nkAP1TgRQSlCd4IxR1BvijqoOWSGWUEKdYhKx0o5MVJwSzE4fSI/TdtzcbY7AxytomNK4dQzGsc8hIFCn71+m+xc9dmXLdlA2JdQcm28dbeI/j5s29Atssw+LUTFeYy+MRwKf0fKWObLQyUHfy72z+ELlXCxHwbplXAmbFJrFs/jNNnTqKnpwvjU1PcUrtyaICh6NzcHM6dH8fmzcMMqdudECdGTmP1mvX8vsVCDg8+9y7eeOcgZNUEyNsxchmsko+p67SRt03cfuvHMTTQA9dpwmnW0ZifRb1VQ1evhc996RPIFw14pComK0eoOLLnIJ6951EoTZ8DsygkifKBbElGXiflsALNVKDbBPhISadBkQig5eCrJipDQ+i/4VqUqxU+HoTgCbAKpTQ5ngo1qk9ep4HDwVXcPk32Be+hWBXjTYSxieAqYQUgvFUJ60pQZQKn1PItIV8q4sAbe/GLBx9DZ3wGXaaFomVCVYiMJecMbQ+rqdM2dzGOhf8jAVsx7v/yB69f0jz5rz++5wKwSu3bfD4rtI8RDEVlb1WyAqgv1DjBfn70IE68/Rv2tFUVGXlLg5krYKCaR75QYO/PM2fPwrZsVCpdyFkWckVCpRQXJMNrOQzuQsWAuuoKBD1rYZQH0L12BVQKyotNmASXAw8vvvgsHn7gHpw+eQIgtTABWgj4S+dpGkZEAUWpC8ASVE3A6kUKdeEDqzH89X0KUQvZn5S74rnFPWLPy60b12P7lmGoMqlaA+RyOexY20TO6oKCMrfCHzl5Bv9051NohtSWL0OzTbihj9V5E5/atQ5Xbh+CWarAIDEnIhgSqXwnoWk+5mvdJLQGIvJJpXFisi3J6++O4q6nXsKMFyBX7ebQMPJS9QKXxx5BVArsI5U8jSuVfIVZ+E2qf7H9rGzmYRQhCCNEpHAOHHjdQ5C2Xg3aGrVeY5AceS4vdvCYS4PcaIwmKt+lgUWKYGXRu1jESyVTKs1V9BspQhVhCUDHiuupGqxmlS0TsWEjZ1u4btMgvratn1vkeQ6KAI/qMDcD+a1nMD07ixbNE6aJ01MzmKm14IfktWpz2JtJlgNxxAGElXIZm9YPY+XKjZBLFfx2agGTCw5ipYM4EmF0S+emqA/V0pCBVruGQ8cmUYxr6ExPoi0TDC1z3VgVrmjQDALbEjTJ44UCqje9pu87vOBGQnKn47NVga6IcSBqF6Pmy7CkEJamgrLCaq0WfLeD7mIRbdfB5MwUhvoGGEATmI8NE2+9tRenjxyD73eQr+Rh2Ro2b1iP5391aar0S5oYsidlFcgqkFUgq0BWgawCWQWyCmQVyCqQVeDfWIEMrL5PwW76g7/mvywqky4KrEoVfhe34C7dL668xe8EbS4Os0pb95d8WFOvRAKrZBGQKgGXb2IUEUgRbalpcBX/wmBMPJLDq5LU90XbgCTtXWTdCG9XUhMK6wDxXLYlYC0lPZ1SpCk0hdrFCUCEUGUTUuwhYNWWCJmhbQkImpFHpmwhjDvcxh9JhF89yJFG7JQa2RFLLchkPxArgmXIBHBJ7aYhUusM5aLQQOxFCGSCKQHkQIGet9BszSP2YnhKCDnyoEs2OgwAXFQRABS2ZenodALMtADNzEEJW+zryTnayywQhNIttURQ0W7WMDyk4E++eCP67RwcI8T58SmcOz+NLVt3YmZ6CqZp4MTpCfT09qGQMxF6LqYmJ1FrNFnJB9dDxwlwbnwaw5s2cau4JEX414dew9GRM1A0ExLDLIeagBmo+E4H3dUKbvvsraiU8pDJF9frwK3PYnpuAn2DRdz6+RvJfpLhikJwVTHQmm/j0X99ACf2HEK1UuWamoiRg4RCAlZJsWrmdJjUnmyakGUNpmJBNfKIDAvmh3Ziw8aN7A3KAGZZ2zORNgFWyePTQRhTKnfAIP7fAlap/Zm9VWOJw6korZ3S4Om9ioUCjvz2Xfzipw9i7tR5VMibt5hnUEZAlW5kHUBjnOEbQ1UBVqmVnWFMHOOvfvjGv3HKEw//4Y9+kvgRE6gllaEYIwQZ6fwggBV6ASbHxzE/O8cqwdb5EZzY8wIruBVZgqUrMHJFdOcNVKtdsKwc3n13H06fOou+vj6G8aWCjWqpyEnw5MG64DQgk++tPojq1Z+CtfMGhBPzcDUHauggchp44pFH8OAD96NYKqNQqcIslGBQuJhHwXQCYhNQpUAhgvuCM19o6SDmhkRlmSgW6TEMzWgxxPPg8uvROZwokcMIH9k0hG989Q6UbAVx6EClNnxZQtk6itl5BREG4cPA8fNT+McfPoy6pzJQC6QYqqmjFDj4+M41+OzHrkRsyjCVItSIAs1c6LlpeA4tihSTKYsWC2TomolO28dMLcSTvz2KV04cQ6BbgE9KXwdhSOdNAEWhbSElc8jhcgR4SXFMi0E8D5GHBiQGx7RPDqkz2xRiFaG5bTuk/i2Q50lBvyDmY5qECMYSXOU5c8kKYPmgosUjnit5ZYPGphgrlAUYMVhlIs/hVRIp+xVhVxFqeYasMCNIZhGQ8uhbUcDfXNWDActCy2lClQ3Euoq400Hwix/jzMlT8AMPQ2tWoxnGqHkeKEOMrDWq5RKK5O0cRbA0HYVCET1dvejrXYWoWMY75+dxfsGBb7iQYlrIEjYzwtM5CTmkiScEPCnEmbPTsGQXBcNkpSzNlaTS5sUMVYcXxJhdqKOnSjML7TXZpiQQWo4xN7fACyh91S5+L6onlYqOyanpGqqmziGI5OcwvbDA892q/j7UW02cGzuPlQMrkDctOIGP2VYDBw4eQm18Eq1GAxbPhzKu3nUFHnnsoUs6x7MnZRXIKpBVIKtAVoGsAlkFsgpkFcgqkFXgg6hABlbfp8o33f5Xi2rUxTZpuvQm8pPcOPGcSYxQuZHSU3hB8pW28CVkLz7R2izgEN2XqKyotToSqtK0jT8hDsmFfszvF8YiDZzaLFNBnwCo4mJ5yVP1QiUr81GGKiK9nWnesrTwpQbi5UaDwkJAhNuI24XKWfFaF7fWL9ZEXmo7XdLILr7SBeFdBGPe6z0khhzpLWkNT5SSBHrT90+hAXstslqNAEQScJTA0/cK8OF9on2gY0HhOW4LpYKGjcMD6Okpoi+Xw/T0JMOcbVu2wLJ0+J6LI4ePY/uOLdB1Co2KcGpkFLoKDKzohx8pOH36HNqtNoZWrGZ/Smof/r8eeAnzC7OLATu8nQnoaDfr2LJxHT5x040cSkMqVoZerov52hjWbszhQ9duF0cu8lhgTPtsQMP+l/fgybsfhBnpsHSD76fE9bKpo2josBUCf6RC03gMaeQLmrMYzBJkNQq9GLhiB4pb1iLWdCgUYk6J9uS7yuMzEDYA5HsaU5t1qkpNx5Tw8uXxHXriHGC7DFXAVG5Hp/0RqtXlY0a0VEfQ9RxmJ+bx9itv4NDrb6I+MYGybMBSRDgPtdvT+UIEi7aNEI2kSlB1nU+vACH++s63lo2V3//H7971Q2gU6sXqWhWSJiFSKLGe3kuDGpK5p4/pqXHMTs5BCwF34RwOvPYrWLInQCzBNMQo2RpsK49KTx80s4iXX3sTM7PzWDXYi0LehmbnOZLJCWMEUBHKMuYcF9OTdfSuW4fP/elfw3EVjJ14DWd/cS/ePDyCqbYHq1hi0Ow6PsIgREBgnnx5k6AvXdd5/iHPSlaaJzYAaa1Fe7xoCaevdL6wTJMVxPQcArSUQO+HATQJ+J8/dzXWrKbxpDBAlRUdpL8cXHkO8/MWgnAVvDjGTLOOh36xB28ePgvdMtBpkaqWrD58rC7l8ZVbr8C6wSoKpoxCfhb9q0/Ad8uYPLkVXtiFUGogpkUUXmBw4Tab8MIO3hit4edvjiAyLUg07khR6zYX593U2iDtFEjnZlEXgq6pAjtiawLJU+DFeeDynbygINXaiD1PDJRF2bpYZmGVP817NI4TOwU+X2nsJ2RfQFYB9umLtf08fSc+t3TASL2qWYhZLU6qVQWgY2UUYeVKuH3HAD4yqCF2G9BjC64c8fGQpk9i/LU34TUm0dNjQYIPT/Zh6AXQ6M/nS8hbBYb6qkJzV4yiVUKpawX0vlV4d2oOZ+tNPr+pbcDzXPZa9si3mD6faE5iRe+SjzfNaxRmKD4nRCAcjRuCw64fYWJiGiv7KzwGSDlN+0kuMIpuYmx8DLpmoL+7W/yNzlGd5hcFe4+M8PO6KkXEsoLzY5Ooz81j2/btDG/3vfMONg1vRLVaxRNPPgkYOqbn5nB25BiD3VKpyuPxo9dfg7vvve/3P7GzR2YVyCqQVSCrQFaBrAJZBbIKZBXIKpBV4AOuQAZW36fgH73tLy+Ah4sgkU1Il/xKBVwVceopwCTFDl2kpkCSwJbwjBRK0kVPP/YEFA37Sxf67D+QqE4TJRoHVgnVEYOmZTehOF1SvaYK1VTV+l8Dq/zmizfxM+3D8mRscd9yALoEPX8Xrgr1a/qc9FnpFqdhXunfwyVGvfgc5h0JWBXvu+RHy89/DxibKn1TYJBaJVCv6nIl3wWFk4RimMAfKaN8zwFil9WfBCEZXskyyqUiNIIYkgTXaWDFYA/yOZOVoDOT0ygWyRqgj0HgqVOnWZW4ds1a6LqJhYUFfPeBl7ilnm4MLGiPKDgoDOG067hi5zZ85PpruNWcWuiF4WmEjjuLdZvy2LJtLYOGWCIYRM3QEXRFR318Ds/e+yjOHRhBTrMZtshhAJta1HUNtq7CMg0ohgJZlaFoGsy8DVU1OfFbNgrIDQ6gb/tW5FYMIFJIVUr6YTFuw8iH55Fa0CXXz0XricVjm4y7SwWrtI9+LHFIWOAFaM8t4MzxYzj8yhuYGxuHFSuwqLU6UayqqgSNYsUZ3mi8yEAQ6D/efWlg9Yc/+IFIu9cI4GqIPI99UA3LgJovICAYHEWYGz+PsbNj0GQNQXsWbz7/NNTYZYhMgCkIA3gOBfRIUHQLdqGIc2OTmJ5dYMsCGr30OC+M2a+SKkyPDUltyVYcHrbf/HWYxSG0j/0SRec8Tk7XMNF0ELIKlYZ8skiTqNBJdUo+rlR7Hkc+qTmXfFTT84A9apM5gyAshcuRCtjQdX6e51ErvlAheomlwOev6sPwChvduSJINBrGNG7a2LLpEBbmDdTn1qNVL2G20cTBU5N49vURTLRE0BT5AKu+g5UWcM2Gfnzutm6sXhugWB5DzqTjVcTkmSGMjW1HJFNImw/fiRB4LtxWEx03wJ7T83jm4Dhg26xU9R2h5FV1UoAnwVLJfMRwlXxHSGFN4yn1WSVRZhjwPubkHHythPaGdXDomNYakHhM88TLcJS9s8laQiFH0HQuF+A1VU/TchPfkXhZsxkAbQ+XXVhoEJAliEhgVSawqpiIkwAumZXjRShWHtcPd+O2Ld0wog7kQAUxfJrWbciYHzmAxuE9sNU2rLwKn1rx7Tx01eDgNwKZpJSl852+DNVGodCFfN8qnPeBI7M1tMnrmvybKVCNF9NiBvPpsaYpVKjAyZ+ZFqXCxKNWdErwZ5KkotXu4Nz5SaxfPQCFfY/JNoH+JrPlwZmz53gsDfb18LnCkJsXG2QcGj2Dlb0VFHIGQknGwkITtbk5rFu7lt9r7Nw59PcPoOM6+PULz6PU1Y3J6WmMHj3EkLlS6eaugBuuvRIPPvzoB/zPouztsgpkFcgqkFUgq0BWgawCWQWyCmQVyCrw+1cgA6vvU6vdt/35IjDlkJhFj84Ugwq4mqpWBcwTqp0U7FGrKrdQsn8jBfHQxSe1TCY2AKyGEu2lQskqQAqjxBQiJEpMBqSkUKWr6otu1La9XFV7MWCk9xSKzkThmqpdl73OUiiWCMlJ3+VCqCp8NFO4thysLr5/Anl5e5PXF2qw37VCoBCs5bdFEJ1YKIi/pWFcQlEmQMGFsPfieqRqNsHALwz2WVKwEgSgmlIvL+mxZIYx9PpB0upNx4kUfQQNSKhGWIx8DWRQK7gK3/FZvUot4SaF/rTaIIDV09vNXqzNZhMHj49zl3CqNBQdyEIp6Llt7L7uWlx1+TbEQQBV0RlqENCF7GDDlgKGVnXB93xADthSgZRnJGM0JA17fvUa3njiV9A8wOCWe/K6JX9QBTlDhBKRJYGqEVxVYNgWNPZK1KGYFnSriNyKVejZsQ1S1ebgMYsUdtTiHAuwSmnx6YJBCu0X658e68hj+MeKVVnj2vx/KVZVCWj7IRpeiI7roZTPoWhbaIxPYM9Lr+DAK7+F3CLNpMqghYC6pJD6Uvi10vlCYOl/emDf7z/bLXvkd773I5imhKAzi/bMecSNBVgRoOX7YAytRVjt4mPRGBvH2dOnEcYyAreJZx/5GZqNeYZFPilQA/LyFOesT63XiaKPMdyyACShLBcwWAxghVuySSmb7xpAKZ9HRanD6nRwcqaGqY4H9n1lb11NJNgnYJV8UlM/ZB6f1IK+TK26eM5S8FdyP4FYGpP0e6peTRWtS3NWhLzSxtqeArYMrsSKARmVfIA16+bQVz0OK2eg3TLRqimoN32MnNFx7zPzeP2EAqNEtiEe+swY127wMWQAN9+iYt2wBMsKEbomqzUdT8WRAzvRbHQJeO8H8L0OAq8Jz1Wx73wdL4zMoUMw0HcRBQF0KeRgrfS8Fi3uwnuXVKqkDKcbPYYJJY3fgCxHZNhKDoFewnx/HxxS9QYeJApe4vk0XeRKLAAo4E1RE8Wq8GpNF59S5aqQxNJrJ/MQzfD8nOSLPFA1jbxIEJPHKh0bhYIAFcR6HpKZx7ZVPfjq1atQksmCQOFxTXOCIucQubOY3/My/LkzKJZUmBT4li/yYoiqaDBUQ4x/ckaWAF0lf+Ii8qVeeMVu7J+pYZZAPIUSSgqvQ9HnBt3IYoA/ZwjqJ4rcdH6lOtPMllrQ6LqFdsfF0aMj2LB+iEOzeN95XpcQSQpOnj7FfsIr+nuFpUKyDEZq/f3HRrG6vyrAKinxaW4jH2F+kDh3m50OpmamMTU7w/PSsaPHUZuZwPz8AvLFMmxDx84tw3jssScu6RzPnpRVIKtAVoGsAlkFsgpkFcgqkFUgq0BWgQ+iAhlYfZ8q3/S5vxDXgAkIWVRLMdgTUkvxp2Up3ITlkrAdgmOLPp5yzG2ZnusQsYKmC/CUPibk9POQE5vZQ5FCWnSTAYjwDhSKQQ4AIq/LZLsWlZlSohZaBhEvVqy+F1ilHVgCjWkhIpEUn2DR9wKry+/jCiRhWvzz+1gBXAxW6bFCBXaxIpa2SdgJJFfhi161yxWr6d8vPj7p9vD39wCry7dXlEt4MlIYFz2BXo/azhf9bdl6gNEwglhBJNGx8hAFhCEokMlHHPqIA5kT1l2X2rUpKZ1UYXJi3SiOK90YCrFakGBkiE9/8mPYuG4Vq/a0BKxSK61pRRjeWkRXT44hbAwfKqmgybk2DoQi9uwUXvrZk5gdGYMpq9BkBSrBVQnsyUnel5apQ9cVVvwZ1AKuixAaydSQ04uI9QIq2zYht2EInuTDNCwYunEBWBVHiuhh6rGaKqwTmBJ6DKb/LWCV9qTlhWg6PgNKW1NRydsw8iYsWcWh1/fgmfsfRmt6HnmVFLmAH3kcrkTPJSUh7d//8vD+S5onf/C9f0Zr8hwa547DmTqN3oKB7q4SXKkLQe9a6Gs2QDZsNCamcfLEKJq+z269jz5wLyYmpzgJPiaYxhYghLOJkorjQypIuhHopnUQXj9IPI55vFM1eYGE6qnDUjVsXrcKjZlJFNUYY3UHkxR0RaLImMAq+R2L3UzVqvTz8lb/5VYYdO4zwE1avlOIRkCWF0CS0D1WaSb+q2kRVT2PoNWAKcXYNGTh5iuB3VdOIldowzBlOC0NUuDDzivYux+49xngmYM6Ag1sJ7G+GuBrnwqxuhihVAZWrAFKZRNe4MAy+iEpFqYmSjh1eCWcto2YAu78DqKwjcCXse9sEy+cmEaTg95orhPVdT3hLU3bf3EgE40Fhn3LFOq0+54fotPyEdhVYNUqhD6BzA5kP7ErIWV8WlgmkDyBJQtdotVfYQWqBI+OX2IXQMeVlf2kpvbEglhIwW4Ev3UDGvkWa6TUFJBWhAHGiEkCbHdh/fo1+NOPbEKfLrFqm2Z1XhyTNPaRDRdmcPLlFyAHM1jdbcE2LUSaBU3VYRkWdDqOHNgVw9BMlHJlWEYBUqEL5zzgdNuFaYoQORLJz8/XoRo6jzlueAjFAhtDd/4MEFA6YNAcIWDIq6HddnDi+CjWr18Ng715iSnT5xSxUQUjJ0dRyBcw0NudWNcIdTa97tv7j2FFXwkl20DHD6Go5M8do9Vq8eciHUNaePJj+kQjxXTEKtaB7gomyLu62Yala1g71I+fP/DgJZ3j2ZOyCmQVyCqQVSCrQFaBrAJZBbIKZBXIKvBBVCADq+9T5RSspr6EKYAMWZWaID9Kqk59VpmkUFO5CNhhfELenwRXggClUgldXVV0d3ehWimDfA51TWcVEoFUAm0L9RoH0tRqC5iYmWYFJF3sMhCRJG51lRNwecFmL7MCSO9PL5xToCoA5EWWAQlUEPuWgkzhsXqBScB7WAEsh6u/L1hlH9pl7bwpWE23eQmWivbVpMpL/p7L4BQDqoug0MXq1OVWAPT45X8Xv1MLsEBdJAcVPpWMrxK4LKA5HUN+Lz/x0ZUIyAhvXQp3klUmDSLAhcGaaLFl5XCsszIvVfSmCljHcZHPGfj8Zz6F/p4y+w6Swoz9PiUZ+YKCDVtKyBWS9mcQsJWgxiEncgeKBC2SsO+5l3HkN+8A7YDBqk7+i6RkI/AoydA0CaqmwrR0WLYFlcacqkO1TegUtCObULu7UNm0AepADzTbgGno7KvqkZKQ2qYJLtMYi5PwmsUjk9hCRJRoT8o92v7fT7FKdeoEMWoEEMMYRdNEwTKhmKTajVAwLEycPIOnf/4wzh4bhR6RSpdCz0RdFSlm6PW/P/ruJc2T/8c3P4mw0YLUbmN+YhKKraF/1RAq5T74uW7oq7bB7lmB+bkFHD18BJ2OB9008OTDP8Po6VNkMsmBRWTOQPCTBaki+YoQGS8OkBKaarbcvEN4cdL6CuE0H1rgQit0Y8uWzag4M5ifn8fJ6QXMUjCcRopVSo+n9xGt56SIJrhKUJXGUqpITWEjLcbQfEHj1jTI71LAyNSDlb6ngJV+ptdK4SoB/Yg8cWUJrttBQQ2we1uMOz7uYXh1B81mhMg3ELoOikUZx0/F+PnzEh5/W4Mby5BdBcNdDv748wG2rbZgFhwUywYKZfJspTGkQJFNKLBw8nAXJs92IQgNVoIHvsvWBPvPNfHLQ2MIRGc9AlL5Bz6CBNilc00KWJdEwUIRTOOQws1o9mi2XbRaAaKeAcTdPZCbbSBuQaLhmninpsdOnKtizqHFMWqPT5WePJey9UUSnra41AL2y6Vke5FHF4s2eUXmeZ2BOMFr34NHC2Z2CVK5D+t37cJ/+MQu9Gsy2mREQuFZClkSEEjW2EO4ceIYDrz4GAZLMXq6KmwhkEu+CCSTYpa+66oGy86jmO8CYMA38hidncX+/XswPjOPHVd9GKs3bcPYzAx/fqT7x+YSvICU2NOQrUWisubwRKoBW10QjI1Z5UpjPfBJ1S8Uq8dOHEcxX0B3tcwLQ6zKp8fJMo6eHkN3QYdlqmg5PiSa18h2gOeQGDp7uHr8iaSZOuYX6jhz6gy2Dq9FJEuYnJxhxfzq/h7c+YM7L+kcz56UVSCrQFaBrAJZBbIKZBXIKpBVIKtAVoEPogIZWH2fKn/09j+/ANylClACqwzPGJcs2QGwijVJFSdlFCnsqpUK+nt7sXH1apTKZeRy5HEpFHek/IlY+iNahuliPL3QJWjSaDYwPjmJ46OjGJuagusH4jHLkOeiWlNeUp6msHG5JcFS+/5yYCnAZIrtlkCpwJ3L0eqFCtWlMKnlEHf5tqTbsAhnL1CfJriUQCXbGS4h3OVgdcmPdcljVRRrSc26HLIwGEmUgvQO3E6fCisTmHuhdYEIr0r6fYWSS2wQ4iSUSSgKBSjjG4sSCeyRtQIdfQoAIu9T8h6kYyqgAh9XOqasUGV9YnJsBbwlqNHpdBiYfP62W1GwNAYTIHCq6gxkylUda4ZtaIYvQBgF2UQRTAo7i3y41PJvGJg5dgZ7nvgN5s9OQ4kjDn4iAGlyYBFBPAH5BFi1Wa1KATOqlWOfUnq/WNGh9Q2gtH0L8oM90FVS4FGbdifZv8TblsJtFlt+BajnYxb7wgf03wBWCVq1vABNRyi1y/kCcroGnXxmKeldDmEbJrz5Gp5/7EkceHUPlA6BefJ/FUCXFMH/8PilKVb/8Y+uxdzsAjyHQroCGLYJu5RHqWBBy/VCH9wBe2gDGkGIwwcOo9Mgz0sbv3jiERw5dhQxQ2lAoYClxMaD/UwTexAGnQTckoEgxl76Bcg0RiiNy48Z2O7YtgHe9AykyMfo1AIWvBCSQorCgFXPBNyp4gRCaTzQOEpDrFKoSt9TRSsHVlGYlK7z49NzhZXSiSI7ha0cxJQoGH3PY99YUmnS8S0ixs3Xufjj2xywxWZItqIhq6tHT2lCY/GeAAAgAElEQVS4+0kHvzwgwSgZUJo+rlwb4Mu3R1g3pMOwfNg5oeRWVQMK2WjENjRFg+NoOHGwC7MTZLmgotFswfc9nJz38PzRcTQ9B6omQ9VMBK7DHrWp8jYFxen8w8F+PPbofCTbDhkaWXO0fdScANKKVfBMG9Z8A747D0SkhiXPa2rrJ5xIcDwWCvdFg2mWr4qFFj6dxXyV+mvHNDfQf2RJQdibLBb47+JxQkNLnwkKA3CHAHG+DKV7JTZ/+EZ865OXoxL6aCsGVJo76KFRzCBWJ6sPv4XXH7ofQWcam7asgyEryOeLKOQKQgFNYBUxq10lI4euyiAMiRYlZDQ8B6+88mv85q13sPv2O3DDp29H06PFO7L38NBxyDtZjB+n0wYdc94v8mTlxS+hhqaFArIEcJw2Ivr8Ya/WgMe1G0Q4fOQwyrRgWC7ywhDP+zQrqioOnjyD/q488raOtkswVqEXpZkQYUA2BaJjQzwnxuxCHbMzs+jvLnNNSQEcBh4sFbjnrp98EP8Wyt4jq0BWgawCWQWyCmQVyCqQVSCrQFaBrAKXVIEMrL5P2W787Df5L6lXIgWc8O90ga8IdSLDCG7VJ6BBwUPiwrNaKmP71q1Ys2olSsUiTN1Au9NCvT6PiYnzOH/+LKZnJuE0WxwqUq50oVguwzBtlKvdGBhaia6eIRiSi9BxcXDkOPYf3ItGo8EX+wSCGJREEXxStLFHK/lQUlu7+BtbFEgyyGYgVqidmIJekot+AivMTcjrTkQiETEhWMBJ16kHLIPXNDFbtODKSgLTWCBGjxWp2NzZnKi6GLmRepP9HQWZELB1CcqKNuSLvVdFK3V6cb/0PNL00rYQJFxKp0/JKeFiVo1dZN2QYiwRQLNMNyiYyQXhNPRcdrHkC316xdQrN9HV0j5ChS8FiKIW1MBArIZw6aEh3Ue57xqndTu+izAiowDyYuT0IRFixIpW4bfaaTewaXgdPnXLzQxWSN3MajtS9SkKuvoUDK3NE2OEppu0h4ijOjnB8hgLQeplCX7Hwb5fvoGz7xxF1GzBknQYig7bUKGrBJiFNyJBDFKuUtiMaZAyVOPQJt0wEUs6PMNAedVq9G7dBq2ngk48zyn08GlchIgUH1JI4EUcSx5/qbcvw1ZSrBIsoXZmCsYhWEftw+piLS9QK8ch6p0QLTfgFvtSzoJtUVo9QWSx0EDjIGdacJpNvPzMr/DW079ELlb4nHFDag2X8F+eOnpJE9/ff2a7AFS81hALJahOfq4hcrkcrO5V0AY3QaoO4cDREdTnFpDPFfD8889h7963OQxscYJIFjYEZKZ7xVhMR5xwDEmMQRJSl9pdxBEdEwVb1q+EEUmo12YxNt/AAqv8yEuTYFvixUx4isC4pomWbApYU8gmgM4z8P10nOmUo1qT1y3ZjtD9BBrJQ9jz3WTuSGwvFJq/xFxGwDrwfT7/+dzkUaejUo7xZ59ewBWbyI4khKRF0AILk5MBHn8pwEMvSwiMLlTlWXzpY8DNu4Wvqq3pMC06juRTTN64gMpA2oJh+mhM9+LY3h5Mz+g4Oz2DjhciV6xgZGoW756bgSuRT7DB85LntEGhgLQYEHo+z7mL4Xd0biaLKjQ2eLsVGQ03RkPvgl3MoVObQlxvsj9yutDEC1qprUpy/ouDKkAzLbCQOpzrnaytCGiaqGPpkazkFPMcK0kXvbIl4QsrSXBcH+QuSv6qkZnHrps/hf/ucx9DVYsQBC6PFmqtlwMFgRzxwoY7N4Pj+/ZiYMMKDPR1oTU2DrQbqBgqVILtNJfSxpMliWqgXOlBMV/hRR0vCDEdhphrdFDpH0ShuxeRrEPRdDEfc8iU2EeCqjMzM5ienoYPGbqhsYKYIHcKsn2f4L5Y4KLPFw4+832cOnmS55ZKuSwUu7zaRB6+MkbOT6FSzMG2dJ4bFVVnFWzbcbgm9NlFr8WKZEmG03EgxyEK+RwrqAnOhoHPdhB3fz9TrF7SJJc9KatAVoGsAlkFsgpkFcgqkFUgq0BWgQ+kAhlYfZ8y33jbNy9QU6ZQiAAe/UzKH1KHEUshONVstGDrOnZs345rrr4ShZyNKPTRabVw5OgBvPLKb3DkyCHU6nN84UnqVVOXuW2VgAG1UDdabbikntNNXH3Fjbjxps9iaHUvLCVGY6GFhc4CQjeE67qsOvJ8jy9OO50W/CBEq9NhdRRd4NL99N31PDjczh0j8nyGsqJllb6Edyspg/g7hTQlba3UwsyqogTIUJlYKZe0tS/6ISQggQCtaAW9sN0/hXAMPqQlf0SuZ6KAZCCVBFmJFl/RspqSq8WQK4a4y8OrBHAVAGhJdZeq71L4vAi4lvkbcKD3YoCLeKdUjZkGDF1sHUBhN9S8qiqUfq6hEzXhRxosWcbK3kGUyyWolgnfjTA2fQKT56a43pRiL7izgFncxu21ccWuHdh9/XWISTHGrcm0D1RzGf0rdQyssMW+qWYS/lJLWrsTmwEOIFdw4s13ceDXL8ObmYMeyAwncwxQY04TF+pfap2XuD2cPBtlQ2F/Rk0zOWDHl1WoxQK6Nm5BYXgtQtOH47WgJMFdlOBOqtS0Rlwb8pulv6fUSSYorPIXHwNQSzqBVQH6UtUk/U6qyFonZDWbpUgokbeqaQKSKtrTl4W2maaJzkIdv7zv5zjy+h6UNBNeRLAnwv/5xKFLmijv2JxDb3cPg1sab1RzqiUpyk0NKHf3A5WV0Po34XzNxdgEgaIyXn3tZT6XGbb9v+y9d5RlV3ntO3c8OVSOXdU5J7VCKyeUJTIGG2OwjS84DMdrMB7vJj/z/GyME9cYG18emIzAYJCIygilljqp1S11qK7uqq6unE4+O74xv3V2d0kPjfFu/6G/9mE0XV11wt7fXmuV9m/Nb05JIiNMe80hUL37mser1NItsw2TKlShYz76O4tIeC4M08J0qYSyy/GgwocI0TnS+cyo1T8KQxOrCp+WD4ZcW6WUBHK5nPwReEWPXpmXIRqNxoXNl0jpKepWw5B1hesaySw5v8wtwn5dx207S3jvfRryySZCI4QdGCgvmzg6FuD/+V6IlycMrC828f63AtdfnUSxs4FmRcTH8h7cyOE6R2BuBHlRMlpIYWo8iZeO6PjRwyMo1U1s27EBxWIOPz18CtOlmsD/QEvAJRAVhbWJ0PUFHtZ9ziMXplw3NWZ4/JxjpmlgydNRzQwgrftozp2VeWZRJRmtLCv8s1euGZpG5avauBD1pISAXVxf+PJIXS+ev62AsIuBUOrnhPX1mrJzafgerEIbvFBDW/c6/MJ73obrdm1E0KzKcXOGpnQbTc0Xm4vKzAwyCRsDW9ahVq+jsbCAoDyPhN9E4NRaNhC0iiCYNJDJFtDe3gnTTKoxlStK+BnHE4PWPMmd4saRsjmI1vNUiuM/EAX9yyOjMgY4tutOXVmZ6Nys42YW5DP5J/L2bdTrCBn41wr5u9hxEGJiZhH5XBapJH19FVjla7kRR69wLh+NJjeguIliolqpwNYhmxoXP1dZqHzhM5+9pDkevyiuQFyBuAJxBeIKxBWIKxBXIK5AXIG4Am9EBWKw+jpVJlgVbiI/X9F+3lKi2XYCVPJISErTw0BvL6698ips2LAWjlPF9NQ4jhw+gGefexqnTx1FrliEZZnir5rNZUR9ypvLXC6L8fExAQiex5R5G7lMFpPnZxDYBey+8hbccdvtGOrvRiBGg+pmN/L/sxO2utEVeqX8HBmUJQ3oDCQhSKXCSVRHjvjWUbXGgBK37ouayvE9Ua2xndP3mvBCtq7yJtoRJZEoLcNQboR5gy5t77yZZspzq63YFeDaCtGKfCRb7bbiOSp0U1MBXa3mesNv9dmKulZ5IlxQjNKHUvw0V7bX8vQvmhSIurVFTSOb2SiQKgJZkR+uAoEXlavyshYEXqmkjKDJyu9dsDkgajISCAIHBtPgdQc97Wuwa/Mgeqk4thuAsQyvlsR0I4XTU7MYOXoY1RrVdgpKRkBMCx3ccN3V2LN7J5xKTakb6VNJwGkDaze0o7M3I2MihCktxbx+yqNT/aE6lIFUS2OjePaB/8Di6VEYzRBmaCBlWUiaVKAxKI0QW7WpJ1MJZFJp6KaFhGXDMCyVWE7lIqFXZxc6t2xFdrAXdVQBNMT7VdkbKDAuV/JVitUWqnotWBXFqkpsfy2kJhhbqhHe+shYOorZtGxQEGoR8nHcEpZFyvBCLoeZM2P47ue+iMb0Agw/lPH58e9emhXAe3d2IUHvWZs+kFSfqvNjyI8FX9qbk219CNrWYB4FTC5Ukcuk8OKRg3jooR/LMSr1otoweNWjBVZfe87Rc1TzcwgjVCpzsue+jiJyJpWZDmYqFdQCsVeVsDuKfpnWzskQgVXWRRTkVCJToZxKyTVmsFE6RXieFKjG9m+lpBXvCgVPmw5sUymJFUBUwJKbAPS95Bz1PHWtxa0kDNGf9vGBd/vYub4CK1AK9XrNxpLj4YmDBh58zMLlGxt4y40GBroDJNM+aq6G0CPQB1K2UuYS7ruBgUbDhJUCXNPCwWMZ3P+tWUzO8f37cetlmzE6eg7JVBaz8/M4MzmHJVgSIBXSJsJVVhwNbsD4oahx1YYMlZbKd5br4mJooZ7uh+ZV4M2NwQhU6NnPe6g5RaBKFbBSnnIjhbXhZhFhczTvotfLv1uBWRFUjZSz/JmMYUMTlabP+ZpOwzcSyHStxe23XI933HUr3HpZHTsdUgmsc2n4rouMbiFpWaiGHpq0OuD49BuA7yB0mvAdT9Twru9Iaz2DrTLZvGyUcM5xg0CU41QwE2TyIsg85Cqg1iIeI6E01aE87pmFJYyMnIbjtTbixB3AlDHE14lNBEE9vb4N2i1QRa9g9krgyvc+dXYSHR1FZNOc01S4G2pTrzVmxW6Am4A8Fk3H4sICEoaGdDot9eDvSrX+h/jXT336jfhvofgz4grEFYgrEFcgrkBcgbgCcQXiCsQViCtwSRWIwerrlO2G+37rwk8ipSG/oRvKH9UyE/AZZhSGGFq1CjfdcD162tuxsDiL5/c9hSd++hCmp8+hUMihs6sdqVRS/P8mJiawtLggrZS6zlbZFKqErMRnuoadO7YjkUrixOhJaEy1djQUetbhjjvfgquvuEJaweXGNvJulLtltsIqj0He4FKtpW5mVbu+rlkSsKPa/X1RjjEgZd+h/ShVKujo7EbDaSKbSmJpaQHZZAqe6yObTaOjowMBgYvTEAjEBHdRwjaaF1SxosAMCG154+1KqzpvxgltBO66jgAbx/XgMXiJ32eQCdt5Az5fQaLoj0ffyih5W0SB/EyVch6FxETI+yInUcAkChES+Eze1QIir7rMhFkKiSmguRK2iHq2BV8iiNtStoWSX50QlZathxheuwY7N+zEquJp5NMHoVlTsPwqgloHFhrrMFnfjJdOzeLYy8dEYcxHBIAsw8ddt9+KDWvXol6utKwMCOlMMDx809YBdPTk5bzZ6k31IBXQDIdRzci8rqaCkfUSXnjo+zj17NOwqk3onqa8VgWsKlDJ8cXzpd9lMsXgtJTANVpE6Calr0y5h1gCJPtXoXfzNujtNhy9KqU2Qio0W5CuNeaoaYwUqwIRxdeTkEaNRcKUnwdWWYOm62O55qLp+cjYBgqZNBJ2SsbmxUfL41JapTUUclm89MQzeOI734NeaUALAvzXbx64pIXvnnVF5BjgZeqwxDKBc4UnaqCYSaGnLYf2rl74mX6c9/KYqYUC606PnsR3v/sd1SYtnseEoxdD4dRFjiDWz4d4aqCSxyr1JMFqZz6DznQKpVIZ8/U6AjMpGylu02HxFbxt+QhHwDnyVM1msgJWCYkzqaTYSnAO8hipROSHWbYtc5HjkPOZoUf06BX/z0ZDxqX8mwFFnM8yN9Umhjgm1DXcsKeGX3xzDV02AbAvgNT3NRw4qePz3wZuulrD1VsDtOV9uI4BnTCfilWdnpw6KpUQi0suxuZDnJ+gy4SFRhhioWxgegniIbwqa+HXbtsLix7EhQJmFxbwytgkTtdDzNcbqIgFgqof/Uh1CQdrbci04CrLayYSWAxt1NO9QGMJ/vyYKuOKsMGVCmq5bLyaAvWbYhdAexfh0WIL0NocaDF0tVET2QJwmWkpWrne8Hi4mcEWeG5ANRpS20yhgJ1XXo1Ve67CYFc7tm1YDc+ptxSvBmxLlxqwU4AevIS2TQmrI0AP1brJzRWxNfbF2oWhXxxl9EpOp9KyUSLru0ZYHoXz8fdD5Ber7EaiB8+Dv5c4lrLFNpw5cwbjE+eUVQA3g6iwpy9vy9gi2qyLVLoE9RxDK0PS+JxXRsbQ292FbCYlimyuPmJL07IRIeDm82gDQEXv9NQUMkn7VWA12tD89Cf/7pLmePyiuAJxBeIKxBWIKxBXIK5AXIG4AnEF4gq8ERWIwerrVPn6e3/z/6Oyk5tvja3gFty6K6qhnTu24c7bboFhhjgzchwPPvgAXtj3NPLFHIaG+gU0TpybBFsur7jyClSrJezbtw+VSkVugD3fFQ9Wz3NgWwauv/ZauQHdd/AAauUauruKSCZzWKjouOWet+Nd99wn78k2TLlZbnFAcfqjusqnSoqwhwBVx/z8AspV2hbQ05Q3uAaSmRzsZBbnTh9HrVpFk+EkLQVTNp9HqbQs77N6aBBDQ8PyWmknj7KemLnj0jfxolKPN8qiZmTgDlVltCMIGFWi/EOVN58CqsqmgG3gdQVTfV/UhwSzBM71RlWeS49CuZH3VfuptKJGqqnWz/kZEkTTggMXW8gZFEV1rGpjjR7RlwJWVwDVlX6Yyt9TPXOlSi0MPfihCd33sWXTemzavBMdNjDc/mOcOfs0Dk/YMI2qAMAdq4F641acrW7D/gP7cXp09EK7Ms+jLZ/CfXffhp7OLjSqNQGSVG/R39HO6Ni4aQC5IkFJUlrrQ400SYVfSXs2oaXO5HFdfCNPH3wWh37yfQRzc9AaHhKajoRhIplQbdLi/6hRPci2cUvGnC2KVUPAKs/XsEx4VIkmM2hfvQFtG1bBz2nw6L7INuIorOoClXk1WGVLbwRVXw+sRnVtNH0sN1y4gY9cwkI+lZKgHI7hldBH5hyvBRVylgXb9fGtf/kc5k6eQVo38CdfeuaS1smtOQO5dALFTAJp24BFtaCl4Fg2k8aq/h50dXWhFiYx5WVR1dIw01lMz0ziG9/4mnhcCgQm2BOD4RWPFWD156lWBY2Lk4K4G1OMjGxCR08hj0q5goV6QwKJCF4dAnmCW2axteYor5kaB2x5N5FOJsQ3N5NKwTJ0OISpYYhisSjrRKVWk+P0RInqicIzGgcRfBVrE9obtCw9JNdJCWZl/nBDodOu4cO/1MDmPgfLJSZZqaClZ18O8bnvAsW0ie2rXeTzBuoNQwLZmq6GpaqO5RpQdUJUm0A9yMBxGzIeuYDx/BnpRuuI/lSI37r7WuRdB7ZHNaaHhbqLI/N1nC9XMFtvCNAlZPTYYk7rCMLE1voTteBT2TrR0NBIdUFvLCJYPCchU5rW8saNvFVb6m9lVWKg6Tawc8dWAZanR05LcJgKJlS+wq9VrdLi4NU2Aq0NHhJlvtJpwqnXsKp/AO//tV/FFdddh1o6gdBrQmPwncBGBeYJs7lmi/e1WIJQ5elKKJ1O4E11qOfA4wYV11+PClzlL8trmkgmVC10UzyAo+WNteHvCrF+EIWzCj+LICe/JiDt7OoRkPryiRNYLpXkPahepqethO6Jn7jaLFPt+voFe4AIrEabkEePj6K/r0dU3rTaiJTP4pMrFizMsqIPtyEbbucmJtBRzMnvSb4/Nwf5O4LHHIPVS1ri4hfFFYgrEFcgrkBcgbgCcQXiCsQViCvwBlUgBquvU+jr7/3tC2Bt5VMIJwnByktlXL77Mtx5282wTSYkH8bXvvoFHD9+HHv37kVHRztGR0dx+vRphIGOVDqB9evXSZvpiZOvoFxeljZtAkTeFPMGksCULZCpZBrNhouazzbsJDrasmBY+vSCjw998A9xzTXXqAAjV8V0K/Wqclfk+xAAZjJJTJyfwAsvPAcbywIYqQ40EmkYySJq9RBuaCKXNmEGDkC7AKoN7QycZlPayAlmiDyolGQIDuFnJl1EW6EoadABg2JavqF0OSWYoQ+ix+8RsNqWqApBFStbl9n66bfSrA2lqLr4UNYFcgMvAFeQqMCX6DMEtnoKsir7AvXvSEW18u+oPZUAR1qaW63NERiI4EDUmv+q9wjUcahaKoVuBGzrTQfbNq3HlZdTPZxDXpvEYMf9+Mz3l/DI2DqEiRLuuOajeMva57BcmUa5uR3nz5/H/oMHBF7wwWMb7GvHfXffgUySnqxUhLHZVxcFVypnYWh1H2zbhG4kBCiy95pt1AJxoLxvVduxjmqjipkzxzH69MOojp1GWKlD9zykTBtJSZE3YUm7L5V1KtTM1nVR0Rm2LYCQDp6EdJQYeoQ6hQIKG9Yjt3YVfJtWE40LSszomkmoFdV0Avc18Ur8/wtWqzUHyw1HtGxtmQRyKabFp5RKrmU3QLAkwMl1BQI7niftxU//8CG88MOHkPaBj33h6UtaKj/w1ntw5MB+lGZn0ZY20J4nmLSQtgzYqTRS+TZRki9VKsh2DaNz7RZouW5UqmV89atfEpWnqKEl8O01h/AaxerPg6uESz7tDAiXjBApM8RwN9+/goVqA00YyiqAMIwbG9Sat7yHWZeoRryuNq+vZUHnRkYIsYGgpUgyQYBGCw8mwddRa3J9oVI1qQKFxNuZx+G31Ob0mjVaKm+OCWX9K+PfMqA3XLzlWge3XlmDQ99NR0faAp4dNfHpbzuwwh5Y4TIcKqt5vLQtMeixKUl5ovan32bgGbBtbgSZcJn+rhOw6dBDE1u70njvDTuhlUsoECY3G2IpcGh8Fsu6gcm6g5pHxbwjKnnbTLVU0uo8OIYLhQLqvo/ji3U0U13QqjPQStPi7QnaarQ2TsROo+UvKxDTDTA4MIA//dM/wvzcDL78pa9g7Mx5FfLkO69aBy5c8chPuAVdo+/TOsOQueqjVi3hnrfeh9//4/+MUrWm3ovrlqt8ulVam7JyiVTJhqXGPqEm11CuvV5TteITdkr7vqnBIAlvKfklpMykRzFD5Bh4pwg+YW2kzhVP2Ja9A6+9ePTSFsb1kKDyOZ3G1Mw0RkbPKo9Wy4LXbF4498jDW7Xr075G+WHz/cWft/U4eOS4gNVCNiM+uzw3gmE5HqmVmtfc6Gs6LsbGx9DX3Smfz/eh5zGPi9c0BquXtMTFL4orEFcgrkBcgbgCcQXiCsQViCsQV+ANqkAMVl+n0NffSyuAlvoo+ruV+ry0VMbm9Ztw7523IZvW8dKR5/GNr38JlWoJ23fsRHtbJ2ZmZnDs6FHlQxoyqIPtti4834FlqYCiljGq3BgTGlFpykAqwimbKkXiCAuoux6K+QI68iamZnX81m//Z2zevFVMGMNW4I26Z1VKIM1UaqIDB55FszqLX7prE8hvqg0H1WaAU2NzOHBkBMdPn8Sbrt+DbesGEXgO6k0frpVFzc/h4UeehOcs4crLtiNlG6hRKeY2sVwK0TewBhs2bFI3yCHTxNUNs2/aOHduHAunXhGYGiZSsHgsto32oXVob2uDxhZ/8WwN0GhUsbQ8J+ozHrtFv0/LloAZBOp7BFCECGwFNywSV19UVZKYznNttb2qeG+lBOT36TsoqdJKEyiqTGmfZ2t9GGCxVEa1WhOWQXBBUODpIrhFs9YUwEfFrNgguMqHlmrZXKaI4YEOWMk0GpUEhvOjSCX+BZ/4QQYHa+ugmYu4Yff78N7hlzG3aGKx1iMBYvsPHMD0zLScD6H4+jX9uPOOW6Vll7CZisKQ4VAag5PyGBikeozn2gJdRJ9UCDK93qQKlco0wqQAs0tLmDl3CqUTz6MxNoJwuYKg7sAyNSQ1W6A428QtkzVTTb1G4MNKJmDZCamheLsSlLAFmeo2Jsz3DKBz6xZYXUmEVgNhyxNXzQpBfQI/BC9y7LXAqrID4FhU3rCRL6xq7VUK1KVKDcvVhnxWRyGHfDoNQ+OxqLbuSAEXQUmlmAWS+QzOHnsFP/nSV6GXa/ivX9x3SUvl5//5M5gcH8OpYy/h1NGX0FicQyGtIZ9JoUqbi8DHYG83tm7ZBDvbhlnXQNnqlFbsr3z1yyiVSyqMSawAXqtYXdEmvmLt4IFGFhXK91Ylx9NzWA9c9LYV4foeSk1aJHADgkpaUyliRZnYqrOuyeYHa8lgNM4pVofWDgLMTUuUfzwuWnZw/rh+gNJyGb6EKiXkvSSA60JIGBWEnlKlywWmRlIk+koxbOoIXRc7uhu49+YmMhkNXoWbJToePgb84AUNeiIDM6jBF1/SEIaf4DaCCsnTuE3CelmqIuJNKi6vYsMQiK1AiG1D7Xj7VZvRnJ9H0TKQs0xMzizh2MQ0zI4uTDdczFe5FrGNnO/BdVQTP1keZzJho61QQKnRxLEFB41kG4LyFIzKHEx6BVPtLWpOdf70thY/1TBER0cn7rn3blxx5S6ceOUYXjzwIo4ePSnKSl4D1lx8plmnlk2IihRTliui+qbvKMcvJ3LI8MAm3vbud+Cut94NLdlq02+qMDGDa1Kr/tz1IDCN1KWi3OZa2VL4N5sErFyflHqW7J4zUAu4nijrB1rJCESFhkwyDdPg/Is23dSaSV9hU9S9LffwVvAUz4G2IvJ9Q8fo2XHUnCYMy4bv8HeSUqtGwVWRMjjyVlWAtrWOeh5GRs+hWMgjQ7sNem3Qc1Za/wmzVa2UN7iOpuNj9MwoVvV1i00J10PlcavA6t//5V9f0hyPXxRXIK5AXIG4AnEF4grEFYgrEFcgrkBcgTeiAjFYfV2w+mF1w0wVYUCFjVL91GpV9HX34+33vQVtRQuHDz+Jb3zjywIN9t54C5oND+NnzqFer6JWWfk06nYAACAASURBVECjtgTeFLPVPwhdCY9iKArvjAnOTN5kthLpqTYS2CE+nypF26GKNWEL6Mvms8jbIZLZTXjv+z6MjkISGuGqbqv0eHlPD7B08ULd98yPsXE4iRt3rwetGsUzUAvx0sgEHnjkAKrLS/jge+7AlvV9AiADx0O6Yy3mmkV85CP/BetXufjtX/0FFLMWXNdAtVHBo88cRWiuQu/wBvFtJWyjaMrUA1T0JJ79wQO4+qmHsFu30AhslEwHD1FddcebsfOyK5Q9ABVX8HF+cgSVyjmYDA8KDTh1D6OzZZSXlrFudSdyyRycZh2+ZqHqJrFcXUQ+qUJXNDMBi36tRlrCmmAwQTzNvHkBiD2dQwIa+Fm2aQs0rTUbSPoQf9nT0+dRrTpIpBKo18vyXFuzUCim4ZWa6B8cQCKdguYFaDDQh2AJPpJhDn6whGpoImyksbXzSVSrX8af/2QAZ8M++GYKa61x/N4VHmrhO1F22fbs4qVjL+PkqZMqJd13sGfXFlx/3dUCkwjn6EfKy05Q2jfUie7eHrGLII4iuFZeph6y2ZwoTempyIvOtuC55QrOjZ3A0thBGDMTMOZK8Akt2d5OH1YGB1HFSAjNgCpNgQ3WUb1XS/Gom/DgK+9QzYZnJZEdHkT75g0w2vLwNVo3sDeaveG0dSDca4FVBlexBZlt5pGaVqcKlyFJCgiJYyfPMQgwVapI23vSsNHd0Slt7Dw2MeX8OQ/iIkIsI51AeXoGP/n8l+HNzOFjX3j2ktbJv//7f5R5RcDYLC/h+P7ncPiZn6JcrsE0PWwdase2gS505HLwrBQWkMJsclDg1Nfvvx9z8/NyngL5XxuI1KL7BOGR/2cE3JQ/KjcNFMDkpgIBEr04c4ShCUJPtdZESmmlmgaSyYSoILkBU61UBdgbli5t4Xxffp+gPmFbUk9C2kglzfekElCFgSkYqYCgAtZUlUrgUhTXF/28dW4MyHJ9YDBTwbWbKljbm0BSdzG9CPzwUICD4z5Mi8dnIqCZqd9QmwI/57HC3VgdQ+szCPWGCkm87coNyPgO8skkTA04+OLLqIY+ij19WGr6mFyqwCH4ZZ0Ctqhb0C1bNh6SlonetiwWKg08ObaMZqaIsL4As7okdhb8KDORUu3znEMtBTkhX19XB26682Z0D/dhevQsDvxsH6bmlhAw4Kx1jJHiPTottu/L3BRbFxW4JuMdQLNRF9X+H3zso9i2fQvqtZKsTbQ+UedNfK02EeR6t96UV4aAle/Fa8/OhCgkK7LSkN8hKtdPteZTi9tS30rLv8xDQ4IMuZHETgl+n966mVRGfs9EmxzcYJJQNMPE7Ows8oU8yo0GFkoVgLY3Tdo2KPgcnX+k9I2+F9Uj2hQhOI+8eyOFtZwL7UhMU9Yt8Y+GJht6oyOnsGZV7wUVtTy31cHwd38Vg9VLWuTiF8UViCsQVyCuQFyBuAJxBeIKxBWIK/CGVCAGq69T5uvu/Q3BqoRFkg6tWWg06kilM3jLPW/GxtWDOP7yfnz9/i9gYnISb3vne6AZGYxNnEe90US5tIDq8jQ0r4lGvYqFxTlUq0yADpCwbbiOugmP2jF5GBHsUoExSv3kBh6spC0KtFXDw+gqJHH0+BRuv+PduPGa6xD6dWi6LUo0CT1hSIgWoN6oYf++n+D6KwfR19GJw4ePoFJexOVX7IaR7MCn/vXbMK0Q77rvRnmPpdISOnJ5WKl2nJ728cUvfg3vuG8X7rjpGkyMnUW1qSORppoIWKrlkW7rluZ1/lvEWYaFSt3Fi//+b/jNl49iUPOQD9IYRx3fM1M4/663YvvOqwQyUrVkNZuozh3F8HA7PI1qTB0zkzN4+LkjmJ1fwvt/+U7kkwbm52fQv2YP9NRWfOp/fgLXbM2js7NLINHi/BwOj0yjUqrg9us3I5vrwPzyIsbPz2LNut3IFdoFSKSsJF44fhQvjo8IfKC/qB/6yMFEXwWwwypqgY6Gm0AlawJpoKujE0kGOdkJqV+S3oykPAHhAuBoJqwgwI7+h3H8+I/x54+tRzmZRlAzcfnqcXxobwEzpbeh5hGeBTh+8qSEWGkalYg+rt17GfZctltacDnGCFZVUFWIvuEOud7j586pEK+W6iydtNDX149CvihKO1Hl+r60q09PjaM0OYLamZeBmSmE1QbYjmxRoWgpxaqAVWkTVipS8egkUGm1jlO1KlDfUC3CTT6vWETbuvXoWrsOZldRPDeVCptqxSZTdESJHYGiV/lNrggOE6MKaXdWwGS65AkcTFkEq+1IJ9jSrawQfl7rPMEqEa6RslGfXcAjX/oqmlMz+MjnnrqkhfLv/u4f5LOo0s2nE5g5M4LvfvMbWBo/jYGuHNpzJjoSBrqLbUgXCvBTRcxZPfBSGXzruz/A1PlJgZyezo0CBRCjQB9+zTkhs3EFxBbg1lI0Sh2o8APHkyNK6nQqIQnpEcSKbCqUEpBqVZbdRy6dkc2Baq0mNgEqyV55V0pokXjrsk2bfsYtVbF4a7bay301bpTSXI5cYKt4Zrb8PlX7vjongW4M6/ND9GUquGJtCR2pEMWsjrqXwHeebuDoFBWYtowrbrRoQRNY4We68iK9LlgNgaTm4b7LN2JbVwpBrY5q3cH05CR8y0Y63wZHNzFbrqHRgpmmiOW5saL8gjMJG0O9PeJT+7Xnj6OWLML0qrAbFdk4En9PWmxIqJ+yVIhgYULTsPOayzCwcTUWxs7hxPNHUPUDeFS2eoThF2E3Xy/gE8pOgRBRPLO5ccRlwnNELbxh+xb8yq//mljDeE5NbDnErVg2mOiRq17PR6T6jD6H64+MHyo4VwTfUaFKmK5sU5SPAN+P15o1YFAi/Yr53lxfuBlIKwaZVyGQTqaRz+dlU4XnXq3W5WuOLXYc8HdcKpfD3GIJvm6Iaj8KklL+2Oq9ouOVMMWWojUKVLMtS8D/yvPiz9wgkBq4DjcZHalfveni9OlTWLuqX8F9KllbFiz8+1Of/NtLmuPxi+IKxBWIKxBXIK5AXIG4AnEF4grEFYgr8EZUIAarr1Pla+/5oLoRDZTSk0pC+nTecONNuOqyXWiUZvDNr30e+w8fwLU334ZiRw/On1+EkUwhU8hjaWEK9cUpzJ0/g5mZ8yiXS3CdpqRzExJlMhn5ZAlkct0LASjSmnvBL9Vns7UKG0qnsHPnTnhuHVMzs+jt24Jff//vQIMDU1chIzxYA5a0eE9NTuD4S4/hLffuQM7KY3pmBr5XQ2d3O+ZKOj712f/A6kEbv/SOO7FYXhTvv85cCoaRwqP7RvHYkwfw4V+7DTs2bMC+Z5/B+clldPb1YNv2XTg3BRjpPCwx66P2lO3+KYxPTmHxP76C94yM4rizDN3OY6EyDatnFRof/HVke4YRBLooa5vLC/CDMQyt6sK56UmcGR2FEWoYX/RQWpjAhz7wFliuhumpaVjFIQSZ9fjKVz+NX757O5KWheXSIqrlOn787HEeAv74A2/FiZFzyLYVsVxxUW2mkc4WRWlKOPrFH38PBxfGYeXS0JsezJqLzZMVvLfk4qbQw1LvBuh//If4+8d/iB8efgTZ3k4BFT16Cm+79hZ0ForSokq1aYAkAt1AKqhjx9D3cOTg0/irB/rhEArULNx3cxl37NmEc0s3SBo626JHz57FocOHxP82Yem47ZYbsGnjOvHSpbqMGE6pCTUMDHfC9TxRuPJ7/Jrjoq29gI0bN6K/tx/JZKrVkqyjUi9jYmICtcV5NCZPYe74AWC5DK/qI2VAwCpVjLSXsFtgleq0COQLOKNHJzcRODrFlzGAb+hoWgnYHb3oWbsB+a27YSaTcNjGTdsEqlV9jl0FXjj+VI68oEX1JyQk4ZhW3r9UZzabdSw2DTQbDQFhbYQ8li0emISd0WMlYOVQYxu3lbFRmZzF41+7H42pWfzx5352SevkX3/ir2HaCWl1rpRLqCwuoFEp4/gTD0KvLyKd0FFI2Shm0shls+K5uqQVUc+34YFHn8HoyJh43rqGAwNseVeP6JiZCk+wGqWpR8BZYBShUQs00yOY6l+WjYp1qkzZ1i3etS0PVL6vTG/+XxAKJKcXJdvSNQGrClpT8SsgNPLLbSnhIx9M2khEwVcRTCRQpWZaBWppImRVNgwKIq4Eq/z4gUINV6yrwmLYnhGKavT7L4QYWeSYMUU1GlCVCNpwKPXmax+vB1alXdzzsLk7i7dfsRp+rYpq3Ud9aQ5uoMNKZxAYFmoMbxJAZ4mPMDeUHI+gz0A+m8Ha1UOohgb+4Uc/w2xI1XkVnZYOp9ZQ3smGsgHgHgLBJR/iyUwFfsA2fQ92woJJewwzIZtgVMayFpGKlK/h1wk7LTWr1Wqy8ZbL5XDZZZeh6dSRyqRwzY03om/VoAQCaiHBbohk0lZ2KK+CqdxIUxYFBKkRuJW52ALq0biQNUHAqke5qtgQ8Hk8hwhyFgodKBYLonKulMsolctqXrfenyC1WGyXOigPYwvNWh0zs7MCRAfXrMXk7LxsmAX8nBboXKnYXdn+z/eO/Fc5zmhR4TSVL230PH7t+FTPGvA9hhV6gG5iuVTG2bNnsGnt8IXfidE84t+f/Iu/vKQ5Hr8orkBcgbgCcQXiCsQViCsQVyCuQFyBuAJvRAVisPo6Vb7m7l9vKXw0Cc6pVGoYHlqNu+64DT3tWfzggW/gh9//HgaH1+Gyq69D3WU7r42K42G5wpvoJsZOHsHIKy/CdRqiKqLqi0CEoIYKJyqJohvPqIU0gl303FNtlq6ooKhI6u3rQ7E9j7m5SWQzvfjl9/0u1q5fC69Wlw5qIhWqGKlmGx87g9LCCdx12yY4CxXxLu3ozKNSq+K5w2O4/4HncPOeXtx723XS6s5WWjg1pBMZ/Ou3H8dLp87hdz54F9b19aJRLcHzTdhpGxNzDSyWs0jm2xG4hEpUGYaAncapkeMwv/1v+M3JZSz6Hso2U82rODO0GrO/8svIFvtbYTg+GgvzsBPTGOjrweTsLA4f2o+B/gEcO7sI21vAe95yMwxHw+joGUws1TAy52KpMo73330dPDdEw63AgI3vPXEEhfY0+tpyePzxp9A10IObbr0TiUQ/Gk4AokJirM8++C2cNeoITA2icis1cOdEFX/a9JFdmkdlaDfSv/+7+L3HvoknJ47AKhYQNB0MJQp49013ot1KSW3F15QehwDSfg07190PZ+EAjpxhe6slaejr1+sI9VtwurQLblMTkDZ6dgwHDx1EELgo5NK4+443YaCvVxRlBELKBoB+kzp6BvLSwk3IwU+qNxqiEuW42bJlKwYGBiTgjMo1jpFGs4ZzE+cxv7iMvFbH+cNPY+7kK9DrDmwBdgYS9N9kyz+tAKjaNdkGT2lh5M3LFnP6TdKWgErtUABUg7rkZAaZjm6077gK+Z5+OFZSfDQp4GXEET0TFTgklFMZPCJOlSpRZxoKUA01ekG6otyer5akFrm0LS3w9NflBoG8wc+DcUL+DCSzKUweP4Wn//0/4C8s4Y8uEax+8hN/Dd00oZnKekPqoml45tufx9zIUbSlU8gkDGQzSbRlsxL45JgZNLJdePTQCRx46YRqozd4frbyIV2pWmVNRGX6alAsz6Mfsai9PYQtJaQXKNUvgZsEE7Xmf/S+Sl3JoDplq5BmejoYfsXXKXUp273VVwqSWjKuVPhatK4QevERwXqC9Ogh3rotf1u5eq1QMmmb1xl0ZqAzuYztA8toS1qwLQ+leoif7A8xVmHrOc9ZuRob9FX93wSr0WhJoYm7dq3GUFsG9UoNXnlJQr4sbiYQhuocq7rAwHQiiaSdFH9inksum0d/Xx9cO4lP/eCneHGmCl3z0Z1KSEgc4adm0R7DFnW4tMzrOur1Ohpus9WKrlrxlWWLGtcEq6rGhgr4akFR00hIrTdsWIdMLiObCH19vRhc1Y9CRzvyHR1YKpcFblJFnLDoc6pqrlrkffFupppY5qP4tJpyVbgeEHzy/SWsULypW96oom6n+l0ZCCi/5YshZITtbcUiOjs7xVN3aWkJZYGrravNOhqGgOA0FdCGgYXZGRlLk9PT2Lp9F5aqDVTqTstDWIUIRu35K32QozEaBf7JMZu0IVCgN1Jgq40jbuBoauzLWNGwsLSM8bGz4mnMTcyLMFZ5rP7t//1Xb8R/C8WfEVcgrkBcgbgCcQXiCsQViCsQVyCuQFyBS6pADFZfp2xX36XAqkE1KKGpYeGWW27Bnu0bcPb0S/j0P/2tKFiv2HsDPN1E/6oBpO0kzk/NiDfmmdPHceLYAbjNMtKprMDAnp4+dHdR2TqB5eUlucmW9OMwEHWP8l5kyrgKApKbV2nL1lCvKx+8zsFueM0aEJq4/a5fxB13vA3N8oI0SkNTatjQ1HDk6EuoLp3FvXfsROAzFCtAs15GR0cbfvDI0/jR4y/ivW+7Clfv3oRypaxasN06DDOBz3zlR2gECXz0996FsF5Do1aGZqRhJDWcn2rARQ+sVIGR1RIIQ1VtYCVw8NALWPPg/bh9oYSlUEcXW2gbLp7Ysgbzv/orKFrtCBwXgRFgcWYcqzsdeI6Dl0+cRmdXARvXrsNnv/Igtqzuxu237MTC1AzKlSXkuwfxjQeeQjob4u6rd2F6uoxETkch24Fv/eAZDA3ncfX2yzA5OYfJuSl0dA+is2szKjUfCVvH7PI8Pv/IA5hPBHDrNVipNBLVBt5/toIPOzoONamIy2Em24Z/Krg4N5yB5vkwnQDbB9bgzdfchLxHaO3Dp+2CXkfoG2gzJ7Bt7ddQ1MbFi5eg12FrPNI4ePatGKtsRuBRcerj1OlRvHjksMDE/t4u3HPn7Sjkchc8L3mtJfxG19HWaaNUKmFpmQnrCqgQNlDlvGvXLqwaXIVMOiOKWoIQr9nAuekpjM1MYbC9iOb4CI489iC8pWlYDoGXBstQgWgEiJIkb1qiuItaehUYVVCV4412AUQ4LtuMGZRFgLVqHdqG18Ho6IObSAlYpDconx+1kvN1asyy1VpBKcoxyYxs25LxWalWMDF7AoHfRCGXRDaZEB9cQ6MH8Ksn5AXlmgAuBVZffuZ5HPrxw7DqDfz+Z5+4pIXvE3/1CQkPErjaagsnWB3Z9wj2P/pDdCYMFHMJpFrgN8vztZJwjAL2jU7jocNHEbCeokBV/qQraymK1ZY1h1SgBSwjJSqtAgjJCOwIRxnaRZrm1ulbexHSXlDASnhXKF7ABH68hjx2qoJp+XDB21I5pkpNBKxe8Ewl3A5FSUiQT3sKUWC3/JxJw1U7t9tqTW8pl1tqyKSZRmgE6MnWsLF7GRlDRzodoFQN8PiLGsarhMEhmLPFczPErfV/X7HKceR6TQy3p7F3XT9ycGXOhq5S+3MucIMgm0oglVDewclkRlrZubGUTOeQz7dBT2fx788fw3f2HRPunG1ZJjhuE5qlfGz5h57FfHC+sVR2KgXN1OHVG9AIKj1XFLhJtsS3gqYiCxe+zrYSAkdXrxnGr/7q+3F69BT27XsO+WIR2y/bjVWr12CxXEZ5uSQQ1NJ0ZHMJOV7xQG3UlSWHacpaIXYOpikbKxwiiWSyBVOp/lbAvDV01LVrAV+Bry0lK2Fms9kQQFsoFNDV1SWbegsLC6hVKzIP+bP5+QWpQV9fHwr5PE4dfwX5QgEzc/NYt2EzjEQGi6WqBI9FY3il72808V77PdkU0NXxRKpnPlf+7au1gup1AcFUZ2s6SsvLsCjNjZ7X8pWmCvZTf/WJS5rj8YviCsQViCsQVyCuQFyBuAJxBeIKxBWIK/BGVCAGq69T5b13fFCpl+Smr4r169fjvvvejLRWwxe/8Gn89KlHsXnbbhTaejG/tIxcLoWO9gJsM4G5mXnse+ancJsl5NtScJoa+noHsWXzdjz77D6US0soFPJAoMKsqJbizTBvtqU1k5529ElMJi8EgFD4xiASk7DHtJDNZLBhy1V436/8ATRnQSCVoWckEEuzdYxNTOLw/idQyDto2kWxCDADF9mkhvGJaYxPV9HdU8CmoS7xA6SPZ9rQUPeAJ184isD1cNebtiNBAGGZCM0MzJSBsAbk2rbASGSBgN6QmkChhg4c/PHD2PTYA7izEaBk2Gj3G1h2HDxy85UovOeD0B0TOj8raGBsZgS7NxYxe34OR145ge3b1qOvpw+f+l/fwj037sHm9R2YmpiCYZlo6x7EP372W9izZw2u37kazz73MnLdGQz3rsLX/v0R3HbbduzdsQsvHTuBRD6H0M5iqZSCr2VgJQ0cHjmGbz73OIJCStS9qVwW1uICfvv0Mt5XN3HCXcYaM4UnzQD/rasdS8NZhL4HO9Cxd3gTbt9+JXQmcounqQnfrEPz0ujNH8DGwa8j5Vbhm4DFjlk9ROj24Nmxd2DGWcWodTiuh1eOn8DRl48KUFgzvAp33nartHRHwIJ/K5CvI5MLRK06PT2FucUFGRsEFN3dvdi7dy82bdyEYrGovDGpdHVDjE2PY2xhCkNdfejyfTzzwL9h8uR+2PWkQE2+Lz1W+YdQjv+WRPRWOrpSlVGaR3pDgEe/TEOgR2BCPHy1XAGZobUorN8Gq7MXIf1CBfzSCkCBQqGD4tmp5o7yVaXq20I+V5TWZI738clDcJwqChkLuUwSNpV/IdPDLwgwL8xMgYtCXAnOknj+ocdw4mdPIxOE+N3PPHpJ6+QnPvFJpbA12MKuVIgMM1oaP4GH7v8y0m4FnXkL2XwG2WQaWYZryfkU8MpiA9/cfxDVQIfJFnS+RwvURSBU7DFaYDX6XtRGzs/jz4v5AkLfRaVaRWdvF/SEiROHX7oQZhSNDdWir8CtSL5VhQVsWwkLoasClKIxpGkqUIvXOHqPC+DeoFEAwdZFT2faEvC68TUBbQlaYVbROfHvpJFGaIboLzYwnF+EFfrIZIFKDXjhVAJnyjy+QLxieaz6JVgBqKESIDRsWX+2dyewszePUrmGpOYrf2BoSNom2nJpZJM2LIvXzUIylYZuWEgks0hnC0jm2nBoqoJ//O7DWKyUkbZ0NF2qJAlK+ToLlmXLGqva6n0kslnACxA6tBJpiFe1Rv9Qhou1VKqskQSFtYKlbFNtjhGO79q9A4ViXjxzy/U6dl1xBYbXrhMlea1SlWvtN5vo6CyIUpSXs1apXAiPq5Ur4n1KBWu1WpXfB2LfIBsdCgSra9RSIAtYVeMiCoYj5KWPdbNBawKGTulo7+jA0KphOU+uKTzetrY2TE/PYG5uXsDr0NAQThx7Sc7T80P0D61GsbMXC8tVuD5V0QreR+PptcA0sjHhz+X4uAHQen5kBaCsAqjKJWTl74EAdap1bQWn3UbjwrlJIFcYyjH/zcf/r0ua4/GL4grEFYgrEFcgrkBcgbgCcQXiCsQViCvwRlQgBquvU+Vr7vowSNM81wfvK9929z3Ys3MT9j//MP7h7z+JRDqN9Rs2YG5hEfWmo1RHlilqxAMHn4dTr0vrNj0RQ60P73733Xj88R9ibGwC/b0DqFSXJCW63nCQbevCnfe+A5u37RAv12MvHsYLTz4iQK3Gm82QXqseXM9BAu3oXdMuuTDtuT78zoc+IsyJIVf6hRtZgjSJJ5LWXraFer4D322Cii16blLB2HQDsQZwAleSqqmoIlej0pCvK1XKUh1aEfDmmMcyPLRe7Ayi9s4ojCf0azh96iQmRkagOS6Smg6PLey2jTW792B49QYJ9YLFcBsNTz/zDOrlMfiaCa28gM7eTpxv1DH2yglsWN2NQkcvG6yRT9koNX0889wB7N2zGdu2DOLoiyPoHexCYGt47KH9uO2Wq7BpzQCqdcKIPBw3jVrNREiAkjHx2L6n8dih54BCCk23jmw+D3NiEn8w7uOOZgKvhFPYbPXha5km/rmzCaevH6HrIQsL91x+Pbb1r4ER8LhDMJMn6TTQ1/40VvU9gYyxTD4uMeBeoCGhMUgswHhpN45NvgmV0ITrBjh64EWcOjUCx/Zw+ZZNuO2GmwSG8NoFPoGJCcdtoK0thUxex9zcAmZnZjE1NSNtvPPz8/AMB3fecSeuv+5GdLR3wdLMVgAPcGZiBFNL0+jtHMCGvtV45bnH8dMffBX58jKTtqTNX6cNgs5jNCRNXnwcJQ3cVoq5QIUaCZQjNBUlqmpdJ8RjqFWQzKNteDP6tl8Ou2cAnp2C7qnUcNcP4RAeUQ3pefB8V4Xj1KrS4jswMChAh2D19NiL8Jpz6CwmkLZTSBopNe4EyBC+0JaAKmy2P+uidDMZsBM08Mz938X88dMwtBC/+y+Xplj9y7/8y4swVFet92LHoQV48ttfQfXUAfQU07DSKbQXisiYBsyECYtzBmn84NhZvDQ+A50Gv/SnNXRRNHuBanEmPaL/KdW8GTuJbCotta1SAe65SBWKsmnBQCMqvnuG1sNIdeDlZ38mzzMttptfVKLS39QPCBdbQVlCuFRbfMjwM1oICIBm8jp5G60AFFiN5moEVy+ogCNY21LUKtuAi4FVK1W4lmbDtgystcq4dkMO1aSDucYsAs/EC2cCnC8X4NYaMEIPLpWxlinjIFJjRi3hPB4CUraJUzG88ljYmi/Kb0JM3xMP58t3boXmOcjMnEc+YyCT8pFNGWjL5cVnmOp8AatUrVoZ2GYaqVQWtpWEq9l46NCLePLkaUyVG1gqVcTHVzysCSvpCSs+qhZSqTScZkOgaGSfEEFEetvS4iCy6uA4kU03blZotNpQGySJpI1iMSubB8m2PO5481tks6JcqaBeqyHwXAn86+wqIpvKiKcpbTwIWalOTyQtGScLs3MyFg2bCm4NKXqWtuD/ymuoatcCq63jU/YxarODYLVRZ4idj97eXvT196BWc1Gvu+jp7sDszBQmJyYkAGvLli0YPzeJqalxdHZ0om/VBrR1DWK+XJLzjjZ3VgJ6jj0qnCOoHylXpRiiilat/BFslW+3LC4i6qRv8gAAIABJREFUS4ELnuI8fteTjZXoHKLr8PH/47+8Ef8tFH9GXIG4AnEF4grEFYgrEFcgrkBcgbgCcQUuqQIxWH1dsPqf5CbPcXx0tnfhPW99G5Kmh69+5Z/w5E8fx9r162AlEjh3flJ8IQk9ErYNz21i6vy4ABDexBO23nbrL2Bq6gxeOnoQHe2dWF4uwXFqonIaWr0e7/7lD0C305iamUO93kR3Zwf2P/konn7ycZg2FXFUMebghxraCl1Yv64f42PjgJbHh377D9HV2Yam05B0crnZptJKFGkMnyGXUmn2/L7TpLJVlzCt85OTGB4exsT0JDo6O1BaXEQmmUIum5GbelEl8bUtYz5pDfcI6ZR3Y+TbKDBOV0oln2nxCOALYGKYloakTkRqCuzhzwmJH/z+Azh+5ijyTO3WPDQCB01fRy6dhNeso8mgIj2EGbqo+RqMRBppw4NJu4QgCc0MUWpWYYRZZBIudEuHYdIr08LVV92Egf5hUW5Z9AycmcYroyfRFDWecpVM+j7WLlaR85pwtAY69ByO2RpeMQK4lgnH85G1Eti77TIMtHcpuBDqMBwPfcUjGO57FGn9PNyaAztpIdTplwnoni7KvmWvG+cmr8Pp6lWoVMp47oXnMTUzCQd13HrNNbhmz+UK4gg80xEGVL010NffgXwhIa3J9OAtlcry9dzcHBbLc9i9ezcu27UHnV09AoTo48lwnXPT45hemEJv9yA2Da5DaWoUjz34dbijx6E7ATQ/FO9OAndbM5T6T2CNKWAqCrMi3Gr1HJOwy3VV118BO1gpIFtE+7qt6NuyC5neASTSWZVeHqr2XwEiYSBhbVRfE6Ty0d7eIVC+Xm/gzLkj8JwFdBRsAatMspfPkNZ0+q0moWl8L0fZY9DN12brdAWPfvEbqJ2dEpD4R5976pIWvr/4i7+4AFbZGs/gJUIfKqTPHnoWh370LXRlLeTyaRSzGWSpJifg0oBGYOGlmSqePDaK+bojileOdY5/ttpz7ivFqIlEwpa5yI0WnWuCbaFJ32TWy3HFi1S3TRS6VyFTHMTxfT8TlZ4AVHr5tpSoVJRyHaCyT2CpQFXahlDMq0PjBo54bipoSBUqvxbfzhWPlTYD0fyN4KYCYK1281bqewTDjEQKBQCXoYlbtg1jxG/g8dFTMEwNE4seatYgQnqY1uZl3HAjx9DtC5s00WdFkE2NF3oWRwBZHaSIckMGtbXjzrtuw5tuvREHDzyPI9/7FgbbkljbkUOWpeF5cdxapoxry07CSFKhnkEilZH11LOLqBkWTk7P4+vffUBsWqjW5jhVlr0mbFGFJgQCM1SNNYxAobJUkIW0tZ5ShawUq5w7ovYmWLWoKiWUD5HNJlBsK2B40wbsvuoqOI6LWr0pnQlypr4rAYK04pifnlabb4AA9/7+XszPzsFrOsoDltMtYYvdwcVNs5bNxoXrqjZBIiuACEqKNzctARpN1KpVmZf9A73o7OyGYdhIsc1/YR4T58bgOjW0dxTR1taDY0cPo6u7G919a9HdvxrTCwwZVC390di5uPmixmM056PfCcpS4uImTRSoJde+ZfURbeJEYFX+3fJjjQBt9PeffexPL2mOxy+KKxBXIK5AXIG4AnEF4grEFYgrEFcgrsAbUYEYrL5Ola+9+0MtxQ2we8cevPn2W3Hm1EH882c+iYWFOWzevAV1p4nxcxOqkZat1ZaJcmUZ1UpJtQFrGgYHhzDQO4yDh/Yjm6XXqidQky2vbd39+MBv/KYAu9n5JTRdX/4wFCioLuPg80/i1MkjSGXZ5pqAaWWwbdsV+MX7bsbjD38fP/rps3jfb30EN+y9ER4DsgSq8oQUZBF4QM86XamBUqkUZqam0WzUkUwlMHLqJIZWD4uiMJ3JoFlviJqVII+toTwnx3UutL1KSyc1VytaPCNQQjhIkKM+XSLMW5X1leJWgJ1KNao3l/Gd79yPcn0OKT0pqsRq00GzqSGXsRG6DjyCNvqV+h6qvoFUOo3Qq7InHQHhJW/ewxDpRBpBcxG+loLnN9BOIHPHfWgrdqLZrImnIeEjk74D1xUPSB4lFXOhZWCuvoCsZSIJCzAS0A0bBttSWwArnUqrGpI4hQYK9glsGHwQBesstJDPs+GFHsyAIV4EPp6kePP7CwvD2D/7q5gtL+LQk89gamFWlK1333E7Nm/eCN9ptupkwHUJFR2sXt2PTMYSj0Tfd9F0mqhWK5ibm0W9WhHl2aqhIfFwFG9QUT36Am0XSvMClId6h8T24fC+x3H+2YcRVCrQHU98ghmCZDI1nhBR2t+V3yKBk2ichSUFAkCiNv4oEcmT4mniu2q1daNvy2UY2r4bmYG1YIiPaRAiqnbykAnrrBv9gx2mg4cy/ghQG80GpmZPw3OXkElpYk/AuUI1cb0ZwDKzEqJmWjwURwG3UIeVSiDwmvj+P38OtbFxmScf+bd9l7ROfvzjH18BVgktCVap5LWA2hIe+trnEJZm0F1Mo5C2kU+nkWwdE61tl10bT50Yx8GJGQQaYV0gwVNULRKacfzT15L15HzjxgeT5q2kBQZVcfzSK5SqW55IKt+DYtcanN7/vCTMK/FpIHNPwBW9bilb5RYF4WArOT4UUwGyTBWAJhsHrcAsCaJaoUpdWaiVEEwBTTV3RTXagqqvUqyaNvp1Dbs0B1dvXoXzSeD7Lx0Gg90nS4DRtgFJw8TM9BlRdlMFGSoGrNrXWR++Pz1Skxls37ZdxvbpkdMSztbf3498Pit1yhUKeOs7344r9l4OL3Ak/G/s0Atwl+aRqJahM4CKUNm2YFGtSzBuJ2ClM0jmCkhmctASNjw9gUy+HYdeehl/9w//iGWuu6LkN0WRbydTCmBKy7kH13UuhENdgKqtohFc88F6RgFWAuLDAAmbfqm01aBq1URfXw92Xn0F2rq7Zd3j5oLGTSZdQ7NeRWdnm/jblhYX0N3ZhZnZGbS1t8k0W1pYko0rfgbnC8Eq52PoXfQrjTxeI8XqykCtSJ0s58J1rtkU1ery8jI0PUR3dxfWrF6HXLYD8zPzmDg/juXlWWiai3Vrt+HcxCjSqQwGhjciW+zBQqUsFjQrwXikQlXq00AA7sqNNhWkpb6vVK0t73DZWFOuv5EaVV7Xsg8gWJUR3Apci8Dqf//on1zSHI9fFFcgrkBcgbgCcQXiCsQViCsQVyCuQFyBN6ICMVh9nSpffedviHrLtFK480134vJta/Hoj76Jf/viZ9Hd0y3+dxNTkwJfxatSlJ0hSqVluUEnXEkkUujvH8S5M2ekbdWyEyiXlwU0NBwP9779F7Fx6065Cb32hhvw7L4X8OLRowIHLaeBo0eexQvPPSYJ2IadRaHYi3y+F7fv3YrREwew7+WT+KUPfwRXX34DfII4SiZfBUmUysjXAzRqDdSqTfT1dWN+dhpTU+fxzDNPSqAJb3zZjrph4yZs275dWuVrNRWqwvATFoJAgUiSKc4rPyMqX5SBQwApCIUtysLolMUA1bIe27k1DYsL45ieHsHOTavFixCNJs6OT+Opw0ewqiOHy7eth6NTwelgfmYRzx8ZkePYuXUYhhGg0XQwNVfGyOg4BnqK2LR6AG5oiHWBbqSxdfs1MMys4F0qZC1Th990pJ2W7b4EoAtLS8gWO1B3G8glEvAbjrT7FrN5eISChFiaUlBGsCIVlrB2+AH0Z/bDbITwrBCTCxrmFgmSTBRSOtqLPuyUBz9MolZN4PiBX4A/PofmuXmc1B3s02u48ebbsHlgLVyHSk5+jiU+rNA8rF4zgFRCpYUTTvLa1BtUri6jWS4hk80incuIepLnIf6Oji9WAY7XRE9PP7q6+gWOlBamcfLR76B8bhRmk2E8Bgw9AbMVMkQgQxgqnpErUskJ1/g/pX5W45oBPp60aitbCNe0kejsx6rNOzB01c0otndL7XVR7nHIME1czk4pBCXtXLWxU5HZcJcQ+FVooSst9I7vYGFpBkuLDbQX+9De1gXbJDj2FTyDBaomfaeGH372M5g7fkjUnh/78oFLWif//P/8sxaYVhBLqVYJxw3kUgkc/OmP8fLTj6A7qaEtZ6OYyyOTTMNKGKI8dD0Tp5YdPHLsJCaX2brPjQDOE64ZhPkKjPL6cT/BTppiv8D2d8I3O2nA0AzYCbO1SZBENj+AmZNnMDU1pcAqWmCV4Eo8UNX15nsShBPOcWzbJqeQB59wNaBKVamyCfUiOPraIkWbIyvn8ko1a+TnGfmsZvQE+kIPOzMhdmzqRGKNjuOzJ1Fxk3j6mIeTkwaSVkJ8c2FYcu4MI1JqdjWOCNhXr1uLd/7ie3H9DTeIj+jLL78siuT169aJVQXHcEdnD1LpFCqVZSQsHSHVr1oCbrMCt1Fh8VXbft2VzRWYtHFIioLbYCiblZAAKq5Ehg8cPnAE//g/P40lrr28Nr5Kpk+kUnJcTW6ySJCYUqeqx8UQsAj2CXBuQefICoCZY8lEUm0cSdggMLx6FfbsvQJagp6vaQXIDUr6PVQry+jv7xNv1YRpoVHjZkIdPb29mJ2ekY0HwlR6v4rfKkMNPVdtlLWAY2TVodTISpVMz9iVf9MKgGCSfq3czKMtwMLinASDrVu9Dpft3ovSUk3CtsqVBSyXZtHVMQBN8+T5A0Ob0D2wBkvVKqo1ZQkT1WElWOX3IoXvyvHDY2QAV6RmjV7L3x8XKtzqeuA1iBSr0XtEUJVj/X/8yccuaY7HL4orEFcgrkBcgbgCcQXiCsQViCsQVyCuwBtRgRisvk6Vr7vzP8EPmeDcjre/5W3ob0/g61/4W/zwx9/H5q3bRAE0NX1e3WzSBy+VkpbneqOmbnI1E/l8URSQ0xNnMTgwhFKlhIZTl1bMQr4Hv/Zbv498Rwd279iG8fPn8NOfPYVStSbqzKmzZ/DCzx5BZXFC2olDzYKdLmJgcBXmxkfgNGrYuOMqfOj3PgbaMbrNhhh9yo2pqNSYVi7aVZimhmqljoX5BeQyKfz4Jw/iySceRaO6KL6ZkjNNlZvvY+tll+Ht73oPFhZKkhTNxGjxfJTWXaKeiwno0c2yKFtpP0AYRCjnB9KmTbhENVhAF0nNp20iErqBmakTWLemgISZxP5jR7Bn6zaMnDqHbz38MG7buwNX79yEHz/xOLbv3IHA0fGN7zyKzRtX4xfefBPSpoem5+D5F8/gqWcOYc+uYezdtQOj4yNo7+rF9EwDRqIXgZZhDo2gYMIoKuWovFpcWkR7VxvOT5zHyOkRLFbLKCZT2LxlC9r7uuEuVpDqaIPJ4gUBPC0U6wSG2AzmjmLDmm/Dpl+i5uPUZIhXTprQjQw0s4ZswhGPxIRWRXslgY4lE5knN6Hb0ZHs6kSpsw0PdWhY3LAGiXSb1EZS3ZmhzkRw00dffycSFoGYauEWCwLfETBSLy2qFmixD6BSkXpFH6EXiiqN0CedyaO9ZxD5zl4k7STGnvo+zh99HlppAUGddgBsW6bFAv1ZV6rv+G+lOY7UZ1EauNBCje3d9PGEQCKfHoqWjVShHb27rsamXVeirW81PCOhxl/oKQR/QTGpgncuqNHYAq8zJdxHs+Gj0ijj3ORpzMzMo6d7CKv61yBNhSrDsZo+PBfiCezUKnjxR9/G5NEnYWkOPvaVg5e0Tv7Z//hvLcWqsgGIQBkhcCKTRmnmHJ741pdhLE+io5BBoS0rAD6VSCJtWtLqXNYSePbkWfxsZL4VgqUCnAxbWS4QoIova9IW/0wFryFKVU1XbfAcmxR2Vhvsby9g/uwE5mdmxDZAPJKZpC7Xm6pr5X/Luooq0POxfu1q5LUQx8+eRTM0EPBcxCu5ZQbQUqKuBGPR1ystAKK5HH1vJVhlbZKmix2pBPaks+jrTcNeo+HE3ElMlwLsHwVOTnHThGMrQGBQZUkeT0sDE03XkWO+8pqr8Xt/8AfoGexDrRXYp6CkahunfQjBJx07eK686BIeBV8U3aGloe7WRMntNRwZ97Tj1U0TCTMB27DkD+EkVdiO78EMNZw8fhJ/8zd/i+mZOWisq2+IZQPPi8+hjzAVtRqDoNQMuKC4fy2AjsBqVB96FnPtp48yNyQMQxOwun7zOqRyGQmZ47wBfNSrZQkKHBwclKAmXuGJc+cwsGqV1KheayCRTCKTy4gVAtfParkikFz8c6NgqNZmDy0QpCuhNY/5d2RTYNOfVRLKWEZXNjO4QTM/N4PSUglXXnktNq7fhpHTpzAzcx6LS3NIJTMolxfEM3b7rr3oGliD5WoVy6XFC4rVlSFpK48nGj8r4SrBKsFoZFXA5xCEy8bNBYCt1gixMJBwKxXCFv3N1/+3j3z0kuZ4/KK4AnEF4grEFYgrEFcgrkBcgbgCcQXiCrwRFYjB6utU+Ya7PoSmF6JvcC3e9da3A40ZfOGf/hyHX3oR6zcx6OOsqD2jG1i2lJbpZRf4ojai5142W8RyqYqkqdo6F0vz0K0QTiPE7p034aP//c/Q3d+NRq2Ep556EiNnRlFrOhL8QSDQKM1hcuQ4jh8/Cs2wEDBkBwmkcgwGcbFpw2X4nd/5qASgBExZlrbKllJUIBnhaoByaQm5TB7l5RL+9X99BmfPHIdGv1Kdf/iemnhLhroh9gZDazbjne98ryimqJRKJVOi5pQ055aScWXojNwUR1pWqrYkrb4VpMMbe81DaLgIPA2a62Nu6hVs3dSOb377R5icnsTQ0AA2btmDJ59+FjdfswXnRyfw3IuH0NPbgW2bduK5F17Gnss24e4bd0HzavDg48SZGn70yD5ce806TJ05g0MnTmL3niuwefMe6Bo9Z+k1SdRM/9sApmXBcx3MzEzj7MgIjrx4GJPT50RJmzL+X/beBEyq8kz/vuvUqX3r6n2h2aFBEASlRZGICyi4YBSNOIqjZCJZzMSZz3Emmgn5J3pN4jdx/mPmC2aGcXQSNSMZxYm44IILirig0GwCzdJ7d1UvtVedU1Xf9TznnKZB0B4mMkqeytWX0HSdOuf3vuftnPu9n/txIFxXgxkzZ2HcmPFcqqvqFJ+gQbMZDlwq7p5c8wyqgu/CUSjgYK+O1shEVITnobv7Fei5/UhnFBQO5lC+S8XkeBCj1BDCipezQfMhHxy+EAZ8IXw0bQT2lZaR9xNFhWIbjC7tdrWAkrAbDpW6kKtGbiKdB4vCOei5hCGoUq6hTk2iNCMDtahAy2rcwAiKCkcgjEDFKHgDYWjN29De9Ab0SBuKaVKaSc6hxkBUZ0+6OmUBG59FLy4jN51kdOUs4hrt2tnBTWIgi3vs7iTFR4FaPgIjp87AhMa58FWP4M+g7ElyABqRAuT0s4RVVlvZ0UwHLBQoAgCIJWNo6WpGd/QQqivqMKp2POcCR7t7EB9I858TmSTUIqAd3Ik9bz+LgpbED/6j6YTWyb/9wd2DJd1cSs5fhrCsuN0s5r37+9+ha/tmhANueEM+lHlV+FQ/PFTqbwdysKMnpmHtx61IZVLsSnV6nHD73HB7XVCddkMo5PvSyD0uZA2Hrq6TaEqOaJLGqVTeD7erEmG/E1WVVSivKGNxNh5P8CZOOp5EOplEippfZTIsQlWUV+C82Y1o3bIFr737HkiCy9tVjr2w851qjpUpXB0hZpmC3FBx1Sr3pv8OFVZJrHPrecwp9WOqx4nSGj/yNTo+OLQHkTiws72I1rifIybsJJbb7cY9ZzcEMmp+d8mihfiz274Bj4+aRCV5Hpuq4KCQZon6uZzO7uEsNb/LpKDnstBJ0Ke5Srmmqh0KjQFFYdDGBDVLy5uN9yiL1nTXk3vX6XBi7759+If/+yC6eyJG5EPRyGUlJy05ZGmzgq+ZOyexRMjnZG0EsHvd3FDiTRYrc5riBBzU/IrcyqZ71G5DuCSI+lF1GD12NErCYR6zdCqOgf4IXE5aSWj62FDQ8wiHSxAKBbmJoMvl5RgEfyjI55aIxXnOWFEZQwVKvqfIAT5kbC13qOEyNjZNSGTmpnDkXtWzyKbT6GjvQEdHFy6+eAFGjhyD/QcPoKenB9lUgoXV2po6jBp3GjevyhYK6Il08TkPLdHntcLMeR3qWB2MiaHIEE3jdc2YT8ZmHwurpvN28MY1eVIUAF3DUPGW3nvXd//8hO5xeZMQEAJCQAgIASEgBISAEBACQuBkEBBh9TiUz1mwnLucT540E4sXXYa+rm345f9difaOLlTX1uPQoYOcU0qOMyrDpofrjJYzyjG5SzQ51txIJlMoD1WwyzKVTsDhKCCRzOLSy76BKecshjPswaSGapR4bIhFWtC8dze2bt2JQtGBmafPQOu+D/Ev//RzuL0B5KmTu05CZZ7zCRcuugY3L7sN/f2U2UoiBrmv7CwysDWOH6gp46+A7s5DeOmF33OuKsVIxuJRdpfRg7chaBhygtF4CqirG43K2nosumwxAsESaBmNxdWirchCBD38WqXdhDBPmYrsUDWbnFhCHbuPNGSLOaiKA3oyjkRkP2ZMrcXB9l7kcwn0JgfQ3ptE8+59uHbRPARCYRxqPYBEMomOnjh27z2IBefPQOPU0chrRRQcNjS3p/Ffz72Gi79yGhyZLLoTSWRyQP3o0+HyViJDDje+MIVFbsr1pK7ce3bvxCvrX0CKcnDtNtjIXWtXkCvkWagaM34CJp9+GsbWjkfRRg/5Weh5N4L2dkyvfxKq/QB0RceO3R7UjP46ppx2Dp57/m5otjJgnw0lL29FTcSDKSUjEAz5UCxmWHPJ+7woej1wJ3U0jyrH+7OmIObxA0WV6+WpSVMgoMDnV6mG2+j0rpAjzcY5iZR/m82nOBOSGnSRI5HcuDTmmayGVDKBgpaDP+CD4vKhoPqhuvxwJPsR3/cucu17UUjrzI8sgSSssj+PBBqW4E23nimisvOYxntoOTm5EHleGdmp9F8qbVe8bjjLqjByxmxMnD0X3vJqkOHQzgNA2isJPSrfT9TMJ0+Com44/Gi+Ag7eKEhnU9Dyfew6dDu96Ghr5/Jot5NKtotIp2IIhcoR8Lmx+al/Q3p/E/726e0ntE7+4O67WZhiocyMQSCBlTNPXW52Hh54byOaXn0OQZcN3oAbpT43/E4PPOR2pOxIEo6LCt5rj+Gjzg7knW64KUfVQ+XcdtgKJOoDGrluKSOTcic13fyvIebl9Ryyeh4Np0/DRZdchnH1dbwxY8QpGPcSiajkkKUbjJhRYyISJn0+P/yqitf/5V+w/p33EaXmYQplspLgTg2XjmxcZYGyBFRLPDwCIG1GUDO1oo1dsxQr4LDZUO2y4Uy/B6PsCsKjK7G/0INDPe0o2BXsaLfhQJ8XdmceziJJ0nSP2uHOKzyu5TWV+D//770oCZcgm0ySb5GvbbBJFHGgRnlG+CavQ7SxYDQEy7MAqZk5o5RjSznLVCXAAif9O7u683wfce6pKf6TG9bn8mDvzh1Y9a//hoOdETgoCgBUNm+IkrQRNrhJRE5QU0C0RFVDZjUXR1NMJKHSygl1OqhZGZ0ruUqNqAe6R2vqyjFx0ngEgyHEBmIY6O9Df18v5+w6Kd6gUEQ4FEJ5RTlfYzAUQlVNLb+XMlkp5zqXybBDmj/DzF21xFWDH3Gwm45UnXOZqWoik80inqBc3yxyHCWgM19y7CdTaW6e2HaoHadNGodvfWsFSkKlaG3twN69WxAKlcDvL0VN3Rj4Q6Vwetxo6+w0G1gdKXpa3MhVyo0OzTWf2dF0NTfhaO5zHARtspmNsIwMYbMBoinQUpzC0OgAa17+xTe/dUL3uLxJCAgBISAEhIAQEAJCQAgIASFwMgiIsHocymcvWM4PftOmnoNLL7oI3W3v4hf/8CMuka8bMYqFj9GjR6KzswMffPABizT00EgvElbpvfTATa6d0lAV4mZOnYIsMrk8rr7+r7G9I4x93f0YN6Ea584Yh/mz6xFyJfDUU0/hUGcMDeMn48Cud/D0E4/A7fGj6FLgURRkNGqaZMctt67AeefNQypFZeAkYpCAY2aCkvhVKLCw6/WF8NabL+Cl9c+gsrQM0WgP0pk4O7+sFz0c00OtoZsVOf/Q5vDjiq9ei3PnzIPL6YaW0wyz4RDXFpfQDoq4BXYWUrk4vfjhn8SRIrnYSBQqIJvohZKNoHHmeOw92IL+nk6MGDUWu1p68OZrr+Jbf/JV9GfS2L19G6ZPn4kd+zvw0muv4ZbrrsCY6iCLcg6fGxvf34M33n4fl8+fCT3Si6LXC9gDcPproBW8KCpujgLgbt3FIro7O9HfG8EH729GR/shaBoJrYaoQmNED/rUfIzHzePGBecvxIxZZ6CopaHnfKgNbsOkyv+E29uLaKyInbu98IfnwukpoifyAWzqdChvpVD98rsYG6zA2Np6o6mOloFSyCPjcCHrsSOQyaGzNIj3LmpEb2k5kHewUARkUFPrg9MJ9PXHoeXJ6ukA9XkngSWdSoI6b4XDYZSXUv4oZWzmuZN5TzTCzatUpYDamkp4OSfWgTxU+OxAtn03Oj56G4VkHMgVkc9SebUpKhpePHbQkaPMEkNI+GFhz2xARM2RaFxJUDUEeEPcIvHN7XYgZ1fhqqnH5PMuwPgZs2H3BCkjwyh7t9l5HsZilBUbRyKRhJ4jIYbcfwqcLjdKQiXskM4XEuzI7evtQ1tLCwu+Pq8XOV2H027j/F9vZQ16d7yHtx77JX78nyeWsXr333zfEOFIVGUB0c7jRaX81DWLMlO7d2/FB88/Da+iw+dzo8TrhdfjgEdVWERjR3E+j86UHa8eOIRoDnAqduRp90Mpwl5woJg3fsbacCCXKm9i2FRolEGJPM448wwsXnI1Ro0bww7roYKVJVpxnq5ibJoYjc3I1WmHksvh0PMv4NmX38C+TAqaosIFFXkbCZDHXtw+TVglw7KtSI54yo11wGErIuBQ0VhVBld7B0aHPQifVo0DahRJrQsetwMf7lSwbb+KvIN2fRQ4XApy0GAzDppEAAAgAElEQVQvetiVfNPym3D5dYsxMNAHVdc5g9biweKy6VIklzv9zxLXOPtXpaZiCud1cg4n5auSezub4/uWMkSt7FN2X6sOOKmRldMBj8cLPZHE7vfewTPPv4IdrV2kGsNmOlaJqeHCpnlPDmsjAfRoZ+9QivxZphBI3yfBk4RwEszJ3U8xMPRVXlWC8RPHwefzoae7B5GeCFc40NiNrK/FiBH1UFU7u1XrRtQhGAhgIB5ndzIJkT7ahKFcbo6LMNZp4kL53SSe0vqcTmeRSJF4mmUxNZNO82YUNT+LJ6gMnyIADNHTelEUAmXQUuZ0oj+CG2+4Frf86S3Y+ObbaGnbgaqaes7yrq4ZCbfby5UW7dGIGddATaoowsIQ7AcjQyyB1HTGGvPX2Diwxpe+Z4jBRqMr6++WO9podGe4hK35YP3cHSu+eTL+v5B8hhAQAkJACAgBISAEhIAQEAJC4IQIiLB6XGH1Vn44PGvGXFw4dy7aD76Nf3xgJVKpHMoqKviBf9SoUWhpacHWrR8Z3bvJqVWgLtHuQQcPPYS6HW5kdA1Oh4sbzQzEElh68w/R1FWK9/ZFUcjk4bHruPm6M3HT1ZPx7w8/hLZoElMbJuPNV57Bpg3rEQyVIVfMw0UlyFoRgVAFvv3nf4mqqhGcz2koA+SAM8p4ySVHgieVDbe2teE/nngYDruGoq7zA77X5+JqbM5HzeX4yxAU6CG8ANXpRH90ABNPm4Gbbv06gsEwshlt8CGfy8HpAZqaVJnlndQ0XuEGR4aDlcvAySCZ08B5nbYC4vEo0ul2TD9jDLZ+1ARbtoiysnq837QHXZ0HcNPX5qM1GkMsGsH4UWPwzpbt2LpzF27+kyWoKqE8xhwcbg+ef/EtHGrvxIXnT0dfRycSeTsqKkfDH6pDIkVlsEZHdiO3L89CzI7tH2Hjxg30yI9EIgZ1iEBMIgeVq9JDfULTUFtWhUuvugJ1lTXIpuwYWfEWJlY/B4+SRGe3ih0HbEhl6dpz8Pj80HtGwP16CrXNrTh75ESUBUvYLUbOQoXFCCdSagHuXAa9Ph/eu+w8ROvqUdAMRcHpKmLixFrkC0ls37kHh1o7WVi1O93IZDTOUCWxpaK8HHW1dSywkohE19Hd24W+/iiCXgdG1lWz+011+Fmo8LmcKCSi+Ojl/0KseSfUHImxRSg0HGZep9FrzAbFdJiyQY/GNG+KqyR4kYNRsbGbjhp6UVwFjy85tKkxmcOJvkIRI6bOwNzLr0HV6AY+dzpOrL8ffb29iEaiiEQiLACpTg+LTn5fAGVl5fxnEp2y2SQ8HjciXd1IJhLw+/x8h5Lw6fd7odgLcPpK4bRRqf6v8c2/feiEFr67v//XLOqS8M55pma8Ac0NXVHhdjkR3bsd75OwatPg9bkR8LjhJbeqrQi3g4RpcgvmkVI82NTahV0dfYDiRDavGY2MuHmb0cTK+K9xrxg3qwKn14krrv4qFiycz65pEswo75PbVpnCtnHtRpk5b3mw8zDD4hutOS7VjoGt2/D8U89hS3cnEhTNQM3tKXqA3cCf/hoaBUA/ScKiQs5yEtWVAoKqgsm1tZgVCiBxqAWhcAj1c89C9TnT0D3QifYD2/H87z/A9r0p2H1uULIuC4FFHQUFGDmiDnfe8zewOyk7VYOHxEhyjSqGQHmEUMmXbjYyosxVFhLJ4Zw3xG8zUoLWGRZZ6WfMzvMUCkAv+r5xXBLMnehq3ovmzW9h78FWbPq4BUkSUtkRazcb7B3O/mWbtZn9eazYBOZjrnvWedM5kTOW3kdrKB2XXKcVVaUYN34MC66HDrWiu7uHRVE655JwiJsf0nhTo0Kfz4t4PA5Ny/J7Sagllyoxos2sTCbHDftoLacvOs6gYFqkXO2h52XMLprXVm6wtYHAf+cma+BIgN7uNly28CL8yQ034LHf/BalpeS0HYX6sQ3wB8MIh8r410E0mRh06NJaamQ8G4I4vSzhd9CByvEElpBqOJMPO4DpvYdzVC1hleIBeH/J2pAbIgZ/77YVnzWN5d+FgBAQAkJACAgBISAEhIAQEAL/awREWD2usLqchZczzzgPF5x3HjoObcKDD6xEOqPBFwigtbWVnVHsmtJy/KCsFYwsTBJWrYdMEj+8bjcyJC4WjQ7eyVQWX7vpbuyI+vHBgV4U3R4gpWHppWfi2zdOxe8eexiBqnrUVZTgvh/chdYD++D2+FCw2eFx2hBP5jDzrDm48eavw644zeYoppOoaJTpk6MwpxlC6EcfvoffrXkUfo+KBD3A5zS4vU5+eKd/JzcYXQe9OPvQVkCaylC9QXz79u9BdfpQXlFrPMCbAgYLD6aoSu+jvuXkrqLSeooMIMOlrhTZFUpF58U8NTFR0dbZjo2bX4bDR02XbFALgJ6z4VBHBF6fA7VVQeQdTu68ruTzaOuIgKrXqyrDcDspq5McsAraWvtQgI7qqgA//OeyOqqrR2HaGbOhOrzczIsiCMgxSJ23qTz6jdc2YM/H26HrGVBJMecPKgqLGSy+6kaznWQ6g4suvAhTzpwOF7zI5xSMqV2P0WWvwA8NHd0qPtxbJGMjvK4CBpJ26AfCCL2uYUwmg/PqJ7GTjZxkumKDg8qp83bk1CJsuTT6fH58sHgeovUjkM9RZX4e4RI3zpgxEYlUL2fNvrlxE3K6DWWVtfAHwvD5g+zsJNGF3MlUwuxwUjdwEqkAr9uJEZVlqKkoRcAfgJPmlJEayaX/uze/hh0vr0Wxvw+6Rp3RrUxJ06FHgjiJp5yPy8ZjYx6RuEoZlvx3Ej8MAUSnrNN8gf+u61kk83l4K6sxa/4laLxoEULVo9gx3BeJorO9A50dbcilUwgE/KiqqkRpeQ3fM+Sytpx2iTgJqR4W0Hp7qWFOAT6vj6+Z5Hq9mEcg4IJq98JTUg4k2nHWrEtOaPG866/+HzNjlZqP0RdxJKHVhlzBBrfTgci+7fhw/TPwQIc/4IGPmlc5qUES4CDxjiIx8kWkqUFSXxbv7G1HkjJxCyROkuBllO8fFuQsgbQIh1PFpVdchmuWLkEqnWShizY9aOKzeGfmvRqRn8bY0LiQuE3HJScr2S1pnhX6+7Hp9y/jrbc2I4I8UpwVerj7+tGAPiGmDmlw5aDNBYoCsJMrV0ed34OLZ5yBMUFqyOdAZzKHMV/5CmpnzkQ6qyPV34N33nwbv37kGWS0GBQXvc8Dn90FuyOHCxdcjMu+egX6EwPGPU25pCrNW3IyG65GPh+u6jfzUk3R1Po3o1GXEQtAjfH4+6bUrOUMJ6uR5WnKz7xhoEBxuNDXeggt773J7s4N2w+gM6XzhhLd5+ya5BvEOI9jCauWwDqUGf2Z1k3+MoVkcqnSmNDhXE4nwqUlcHnd6GjvRCwe57WF5gRtTFjZ16xwmgKlkYtaMHJTrSZV5nVRZjHd5JYzl53KpihtsxnXQSIsM6Hj2OjL2GAbWl3Af2eBWsFAL8WwJHHN1ZciXFKCnTs+xsi6ClSPGInq+lEoK69BMFjGDbWS9LvBrEIwfq8djgSw+AzlZDlWrSgL698M0dvYtBm8RnP86Vt5Gn9TULVcsSTefucb3zihe1zeJASEgBAQAkJACAgBISAEhIAQOBkERFg9rrBqOFanTTkbl1x0EaId77NjlfJMS8srsG/fPtOhZDzY8gOxAhYpyZlKD930UMgOJlWFzk/wKuw2DclMBldc/V302sbj7V090NwF2PM2XHXBdKy44TR07N+PulET8d4b6/CDO/8ShbwGh8sJu80Fp7OIdKaA625YjlmN54FMQ5SnSA+7xoO3aggNNqC7p4dL3De+vh6b3n6ZS8WzmSwLdIWiPigssvPLdB+xSmkrsuDlcnlQXz8WI8dMwKIrroZOIhupZYZSNFjOawhfRUPwIwcZZxAagl06lzGctHkdTtWLj/fuwbPPP428LcNZh3R+FKEQCAb52NlUCpqNflZFXid3m5NLkim6oEjOXBShFW0IeCtQzMehaxmQuJDPpDD5tGk4f958o0lKNgWbjfIsqQlODt1dXXj1pfWIRjqR01LcBIeEDhJEuPmMJSqTSJzXcfrU09EwfTpGVI7isvVxNc9jTNkb8KoaeiJ2bNlZgJ53IOCzIZHVkW0OwvtqGpOKdsypGscuVY1K9W1FeMxs3Dw188lm0FFZhu1XXoi+igp2rNL41laXYlbjFMQTvdjatA0ffdSEeEpDuKwGpVUjECqtgs3h4G7iPT1d2Lt3F2IDEVTXlBnNZupGYMKYkagIh+HzeJkbuUqp+zoxi3cfwttrH0P04x1QyEmrG+5Hoz8VlfyTIG4krZJySsI8/TOJHbopeGncAKcArQBk9QJSWQ3ZnIa0loO3NIivXLEY5156OcpHjoNWVNHXE0X7oRa0trSwE7OutgZjRo9CKbltnW709/dzMzHOkyS3n2pHWWk5SGClkmgam7KyMp7PVPocKAujuqYGLtUNxV8Cez6F8XXjT2idJGHVEsgMoUrlhlzU5V0rKnC5HOjevQ3bXlkHj6JxFIDX5WZh1a2SP5LEPbZ8s0O1L+fCGx+3oWUgYQjaLHixfHTE+bFrFUVMOn0i/nT5LdwBnrIvXQ4VLoeDM4zNG8wQs9iJznsdHP3A97bpWqXmTixW6Xn07DmIXRs2oanlIFoLGhSbk8dwOK+hoqFqpzJ9895ADlNHVODKcxpRXVaCaCqLfQMxnHnpxVCCPqSSGkcX0P3xyENPoOnDdxH02+Cy2+Fy2OB0hXHj129BWX0NshoJoEXO/XSptMFkOCot56flaLRSYbk0PE+N2szoCZ6D5FCltUrntcJwreosaLKr1aZw/jCLciyaKsj29aPzo7eQz2Twxs4W7OlJsHhNmzwcrVA0NgdYrDWFWWtTbCi7YwmrHFVgMzayuGEh/Tmf53nrD/r5Wjs6Ojgyg+4jY0IYX9b1Umk8cWDnptHvz3TF0uaGITrT3BxUNq2cV6scf/Dvh4/LjaLMsbfEVUtg5UgJm4Kezg7U1ZTi/LlnItobhaq4UFNTifKySlRW1aB+zARQC7RMrsCbKNY8Zie7mf1r5KQaQvdQYdVwoRqxKpY4br2PU7xNB6uVs0vnZji0j5yvFvMVt9LvYnkJASEgBISAEBACQkAICAEhIAS+mAREWD3OuJx10Z+yQNcwfgauvuIKxHq34cGfU/OqDtSOGIE9e/ZxKSeVY/ODJAmpRXI96pyxSg/X9LBPD4cOhbqI098pk09HMpNE45wlGDH5Ujz9cjN0Kncuarhq/iT8zZ9fhEhLHL3RHvzrP67Ey+v+C6HSMuiFNNx2LxLJPowcMwk33/It+PzlfI6qSiKnmV1H/cC5O7xRtk0lzb99/F/wzqZXYbfl2TVLogJ1LGd5yOoAP1h6aQgZqsOOvJZHOpXDpZdfjSuvvh7Rvn44uBO12cTIZNff14f93R1c+kvv5lLbog1jakcg4PdDL1BJvA6P04333nsPm95+FXYly+/O2+zIaAXu0q1QCTU1AFOp9NeDRLrAIrXP5+IO8OQPI+FpIEdCoAPloSJUqNBJsVSLmDx5OqadPgtZ+ndq5FUkwaXIx+7u6MSzv3+G81UV6JxvaAkc5FglMYIccYbIQc2CbLj48sU4Y8o0ZFMaRpevR0PlG9D0DNIasKcZ2N9qg8/ngD+go2uXD/ZX05iZVXB+5Tg4UUSqoEG32eBxkNtQYfdqMZvDvkkjseeSryDuDrBwltdyGDumDjNnTkEq1Yu+3m5EenoR6UuiqHrhDVbC6S1BkWIbsmnEY1F0tR1APNaF0rAX4bIqlJfWYGRtDcpLwvC4vezWI2EmTm5dPQ0VWex6703sev0lFHtaoWeUQeHKRqIGCT8ssoJzVal7N80NElWp7JjiJnIkjGXzSOs60rkC0jkdOXIkO4E5lyzEBV+9HqWjxkNxupGMxdFxqAVtrS2c/ziirg7l5eWc2Ujzk3Ig6f6hjFh229ls8Hrd8HoCnEeZTJG7lWICyji6gqbdmIYGBMtqodpt6O9PQs9kMGva9BNaWf/yL7436Oij+WF8UVOwIop2BwurHdu3YOfrL8JHEQ5uB9wuF5feO6nBk2LEE9AcorxeDUFsbo1iW3sPH5cE/SLVrHNIrZFfa4lptEmy8OpFmDt3Lrt4fR4PN1LjzQly5prNgFjOGmxeZWRl0piQ05x+jjZxMpkUcmlDmM1392LP/gN4d88+dLZFOI5jOC9LwOLzU8CNzZwUYaLkMe+Mibhw2iQ4HR582NwK76hRGH/mNBxqa0UhZ+cNEafXhr5oCm8+tx4d+z6EruVQ9BQx4bQ5uOy6a5ArFuByOcnWjv5EDC4jQeSIGAAW4NgxfDhj1lqbWJTTae0yG6qRU5pEZhJezcZX7BZlE70Z60CbOSQvZvNINW9DsrcHmz5uxbaWHmiwGdmt1OjPbJhE+17s77Y+w3RVWvwsB6UVBUDrxFBhldYQp13lsaPvB4J+JJMJdNHmltnwTeONIWOuD23+R2dKL2rux2uiuRZTTixHMuQLvFlllfZb84iLBoZEKtB7jXnGeyqDsQXGNZiN6mh9KxQR7erCjGnjUVtTgkJeR1l5FUpKyxDyBTCyZgRKyqpQ9PiRVRwcETI0H5Wu0RBM6bhmpvcQEdU4D/P3kBkVYDlRqXLAEluPFlYtUdkSYS3Wt91yy3CmsfyMEBACQkAICAEhIASEgBAQAkLgf4WACKvHwT77kj/jjtYjaibiuquXoJDdj1/94if4aOs2jBs/AZ1dnRgYiJtNPQpwOh3Iajl+0LTbDRckO3PoId7m5Lw/Kuks5tNQHDYEQ+Nw1S2345n1B9Ae83Am4gXnjcRN152FF57aCEVvw3NP/gp6Og2tSI1qdKhwYCAew7VfuxnnX7AI1EuKHrbJ9WS4Vsn1RJ3kDdelURYK/PY3q7DpndfgVI2mIkb+oFnyze6hw81IqAs4J61ymbEDWq6AK666Fl+5aCESaY3L2sn1ZBrpkEqn8OIrL+Oj3haoHhdrc1Ta7cwXsfC8C3DG+MmwUyfoYg7FvIZIVwuCPiDktcOmJRGJ5/Hu1r1oOXgAl188G+GgC8l4DIo7iB17O7Fr18dYcOEcNIyrRS6dQX88gbe27UBrSxeuu/J8zkDN63ZsbzkIRQ0hEKyBnjPKXclyqdPnksgZT+Cp/3wSrS0HoCrUpMtgQYKIkRFoZFuyeJNPwx+owuXXXouyUCk35BlV9gYaKl5C0ZZDJk8Nq4rYsc+OWCKP2ioFPS0eaG+mcUZXAReWjUVAcSCl5FCw2zmDlFyAOXIX2lXsPXca9pwzE6kCCWTgzvATJ4zC6ac3IJuJQdeSXIJL4mE8W0Q670KmoCKbzsBhV+CyF+CwZ+B3Az4P1TX7ULR7EPD6EfIF4XJ7oLqoeVcBmZyOfLofiqKjP9KJD154Gul9W5FLULd5o1s9CS1Uhs6OMdJXCyTUk8vYcN1SpASJQlmtgIxeRIpKwDMatEIRqtOFaTOn4PyFV6KqYTrUYDm3wurtakd3eysGYjGEwmGESkIs7lCWKLmmjQZFNPfAY0DCldfrQS6no6enh0ufKyor2MHXG42isroMlbX1cAdr2dWrZ3KkyuP82Y0ntHDe84O7TQEzz6Iq3wOUF0vCnuqCy6miZeu72PvWqwi6bSy0OlUHHHYb7EVqUmQ0VjIcpBryBT+2RZN4Z38bz7eCTtZAQ0Dkjvd0fDO7tryqAjf82Y2oLqtALpNGgcQ4l8o/X9SLLC4alelG+buhi1luR+OPdC5GlqmRYazZqXlSHiFfCB99uBNrf/dffK8MqfI/gpN1/1qH5rZRJPhRmX5BAXnQR1YGcfl5Z2F8VRjxVB5vbd+N8smT4Sz1cnV6KFgOnzuMdC4Fl9+D/Vu3Y/Orz6FhykzUTZ6I2vqRgMfBGaFOmwKPw4VEOo1YbwR5TeP4BYqDsBpUkXhIryOa45list0U6qwoABJVuYye5i79j+YuRy9YnMjKb4OqOGGPtiJyqBnv7DiADw90IlOkkngqk6dmYLRWGscyHJhmvrApbg4VnS2hb9DpzPPFKN13kDDPgnqBr8fjdSGTTfPvCPq9YK4uvCbTadJ0oPuLhWS2qhoxKyyucxM1G0fL8GeRWGqOnnUOg/m0Q8Rz499MAX9IFMDQgberTr7nezrbMWlcLUbWhREKBhAqKUUgXIZyfwCVwVL4wpVwVtcia3fArhvuYY5iIIevKWhbwion81KTQmpcyO5vEmLNKBEz89YSYHk+myK6JawaQvFh9kMdsPRncaye0BInbxICQkAICAEhIASEgBAQAkLgJBEQYfU4oGddvAIFJBEI1OLKK7+GERV5PPfb/w9PPf00Ro4eA72go7W1hYUnKgqmB2RqrETOPnowJnHV6LdOD7uGu4mzAthEprCoc/a8r2LaOYvx0lt70BHNcsfxaQ2VCHsS2PLSQ9i7dy93huYoAIcdifgAGqbOw8033wqv1288vLLoWuQMTPa7DXZfNtxtJBC98MzjWP/S8xwXYLcbbi3j50h8MJxN9KK/8x+L9ICsIJVKs5h18y23obJ6NDIZHS67grwpwCi6jq6eTjz+0jNoG+kmPykK8TSK6SyUlI6vnbcQ08c2IKfljJLhdAr5XBumT6mF1+GELZfCgY4+PPXih+iLtuF7t14Al6qiL5ZEQbHj1Xc7sHPvAdx63XxMGFmBZDqC6ICGZ1/fju6ubqy46QpUBJzIZPJojcTQE3OhqAZYoKDS6aJNQ44yL0mg0nW89MLzaNr6PlS7WXYLGwvig2Wy7LoCcsk0zjx3NubMu5iFarumIuDfhtNG/Bf8tn6k01QeD8QzdrR1FZDKUBmyDYV2Oyo2Amenw6hxVkArppBQbXDYbHAVCyxQdowbiX3z56K3shqFnG7UeBc1TJ48ASNH1kHXqfNQHgWdOn4n0NWfQn9aQSwDxAcicNkdqAr7URVWUR5yIOh2Iwcn0gWFO807VDe7qB0qOZlVaJR9Szmz2TT6BjpwYNu76N66BXpPF4uT3M2cHIBUYk1ONOpaz1mqNhZms5rO5f6aZgirfTnFuN5cFl63gsqRtZh5+XUYNW4C3IEAgqEw591Ge3rRG+mBXbWx69SYX4XBsmd2GJoRGiQ2kTOZzjceG0AiEWfBrSQcRk+0l4XXsooqhMqrWJjOUWREOsnZsQvmXnhCS+WP/v7vOG7A6VC5IRgJ35Tlq2Zz6It2wwEdbds+RPv2rQj7Xdzp3qWo7JKksXZQd3WyrbKrlNYAO9rjObz+cQeiOXIYKrBR0zLa+LDCP+nOV1VccMH5OHPWNLMDus6ZnHQedM9BpYxS47gkJlK5upEIYMR70IvERJrTlrORyuq5iRi5Z/M6uiJRvPr0Ony0ez+XoQ9KsmapO7kzDWc5lZkbReb0mVx+b3fwtdcFVCyYNQVTRo+C0+HGR/t7cLC7E1POORvhuhr4SkIsEFI0BW2E0PtzOQ0FRUF5XR1yvPZ4kE7EqIMcsyD3ejab4/WA1pl4PMGl/PQySvENh6/laKT5wBsfJF6aWaTGxgeJ2ZZT0uxObzb7YtaDblO6vhyciR4kDu7H1l1tePdAL2LkTOe4WzsyeSMOQNEN8ZMVzyEd73m1HuKitURV62do3ad/J6Gd828tYdXj4UZT/bEBoxHckAZOhqf/yBeLouRw5gMfLuvnU7IaBR7VPIvPzexPRpsZQ3/ueO8j6zdtXsT7ezC5NoyxVUEEfG74gyGU+wIoD3hQUVYB79gp0CvroeUVzsUd6h4eWvZv/b4ZejXG7xPj989QEZZ+vyjmeQ4VVY17yNzaGuJ8tZy5X1+27ITucXmTEBACQkAICAEhIASEgBAQAkLgZBAQYfU4lGct+DqK1IHeUYo5c+bjnLNG44PX12D1P/8SvqAfLrcLbe1thiCjk7tTZVcmCR5GSSMJIuTQMwTVw41EyI1m46Y3Rfgw7ayLMG32BSgobmjZGLpat2P7+2+iu3UXnC47Nz0h8S+dyiJcUoblK/4KNTU1MCL76Fgk3pBziz1BR2TdkXhFgs3HW9/BY4/9G5KZAdDpkFjIGXjUIZvdcWYncrNbM4mvJHikkmlcvPAKzL/kMsDmJvkFBTt9itGExwVgd/PHeOqtl9A9zodiVkORnIQAynIqrp19MUaW10LXsnDYncjEBuBU+nHaxCrYKCMRMSQ1O37z1AZkUr34s6+dh3Q6hWxcR1X9CPxufROa29rx9WsXoMytIqvHoSt+rHl+E9KpJJYtmc/5l1mtiCz8aO3OI5mzcal0kVxWILHEEHzojD/a8gHe2PAyd57n5jlmiSsxoBxXEs3IvVZfPxoLLr0I5RUjoOezUDQVqqsNU+vWoMzdYTBX7IingGgij4EB+owi7CSgtjow6rUQJmUD7O5N2zR4qJmR04NOfwh75s1Az+SJ0KlUnB2hOagOG8ZNGIfKynJoVCqbJ8EzjUwmjXgqi6RmQ1pXkEmnoEJBadCNylIHyoJOLtlOazYkKKu1qEC1u/jcPG43vG4X7E4H1KKCRDKB1s4D6Nq3A+m2Q8h37EW8fwBamvJWSXg2mlPRxgCLrIUitDyQ00lYzXPDs1ROQW9aZ/dqidPOzcYmTJ+CyRdeAbvbi0BJGAF/iBsFJeJJ9EWjcHucCIVCg8KMNd9obnLzHwfNQxtHZ5CQkkzEkUol4fP5uDR/IB7n94dKS1FWVcv3VzKZAjUtshV0XHrhwhNaJ7/xvW+iqroa5eUVUJ0OUA28w+mE3nEQu97bhFwigc6DBxDri6I8EEDA52FB3ipLJxGU3MPsclZoY0VFb9aG13e3oCVG8QZ2zt+kJmMkEFKOMP3s2PHjMO+C8+H1OeH3+zHQ18tl8uSI5W7wlNVJrj8WoknkNjY6KALDcgtmc9QVXmPB0e1xQ3U6YVMVeOwOdqrTv2994228+PJGJDNZIw2W3JnkmGeLK9ApUkQAACAASURBVOm3vA3CqipdC4m0JAw69TxqKkow67TROHPCSAQcKrK5Il7ctgunNzZi7GmTkCOHIW0k5HSkUyl2redzGlxuN3zBEhRo04Q3b+zIJOLIaxkkBvpZwHY6nMjpOQQpU7lQQDwWQyKZNHJSNQ1FbgaomU2MyCnsZC4Ol8sQonXadDBcvNaGkCVcDm2WxA5WkrvzWTjj3ch2tGDngS7s6EohmkjxupjSCxjI0vjZYaO4EnNNtSaUJfAOFSmHiqy8bnKeKG1ikLBpKIQkBgdDIb7nKEfYEiJJwDXWbMt/enjqfpawOvQcDrtoDR2Y/075yEcJsNbRh7pueeMok0Mm2Y+pdaWYWB2C32WHz+dHOOBDRWkZgjUj4R17GnRfGDkW4ym7+0jB2crHPdpdenhMjGxhbuBmvlhctrTjo6IDGCU7Vw+L0NZa8ac33HBC97i8SQgIASEgBISAEBACQkAICAEhcDIIiLB6HMpnLVjGmZ6ptIJxE6bjmisvRLxrO1b9099h796daJg0CdHeXvRG+2F3uvmBn9x5JArQF4mpg5l4phBpiKvcG9t0aCmcD5q3q3D5fFCKGrIDEbidNuTh5DxP1mXp0bbgxLVfuxGzZp/PwhU51KymS1x6OSSbj7MxTUcgueGysQgefmQVdux4Hw6nUQLvcwcGH2S5sQqMsmx60d/TyTQa58zFVVcvgapSVIEDCgk39iLnp+ZzOtyqHe9sew/PfPQmkiODFKDI5dR2txNjbUFc33gxAt4AcgWNs1lj0R6UBrMYNSLAzbrySh6ptA2//Lc1XJL6J1fNRVtHB9J9A5gwpQEP/cfLSBcKuPmqi+ChUnVbHlm48c+/WYsRddX46qXnAnoKRcWB/qQPbT1Unm6UzdqhomAjVx81uykg0tPD59C09UN8+NF70KhZkk2BPxBgjpT3Se6zyqoqfGXefFRVlyKfJTsvCZ2kPuUxrvJVeJQPkdejqKwwWCViHkQjGlrbdOQVBwLloxF/yYGzdicx003ilRt5ex4RtxO7zp+J+PQzuOs8uZAVcoTqGlS3EyNGjoTX74PGCmcW6WQcmVTcyMu1U2MlJ4o28iQCPrcdAS8Q8NjYTRZPFdCfzHJzMYfDxQ7D0pJS7vZNGbvkQu3p68XuvdvR3bofaioBd+9e4zMGksinNOgauVap2zx9kTtV51J/MhRmKV81l0c0XkBayyPgdSLoVOAPejC58UxUTDsPUJ2GSKk6DFciuVajEQT8Pni93kHHHotjZikx3Q8kntL4kBhF8zaVjPNYeH0+PhdyVpaWliIQDKGiugbpdAax/n6OT6Bs2isvv/aE1smVP/0RO2mpcZFNdfD5OWzAwNaNaP3wfThhR0dvHw50dsOtujGirBwuVxEqZ/CS887YlKAXicOUV5wqqth8oAtNbVF2qg4t34ZShN/nx6WXL+LGQqTlBkNBnoduj4tjELweL7tfiT8fl4Rns7SbBH9NN9YWigEIh0sG82pzeR3xVJI3NnK5DLRMCn37D+G9D3agKxJBPJVDhoQrO8UcOFGguAEqMSf+lCShUnl6gbZN0FBVgskNEzC2qhRlHjv8Xj8OtHcjGizBjHPPQUbPsWOYcnkpmoNiP/Rinv9LZfAebwC+cBmcHh/yxQLSJKzmMujuaEN1VRULeCTEUn4uiaskqBN7yoslkZbEVaPsvMCOz3g8zsf2+f1wcPwBNQA0yA4KlgWrkZXxPiPPk+RkwJ7LwNHfgWxXCw50RrG/P4dMtgCny4loIoP2eAaa4uIMaNqdsiIRhk4qSyyk7w0VVo2V2fgeu1VpwwU2FoKpyVpXdxfnA/O5GhL8oAh69KQdrrBqnYP1/qMdq3xOQwTWoZzozzoKLLwX0klMqg1jQrkPJS5y5PtQVRJEWbgW3vGT4R/bgLzNiayheA7yPuLYLLAfvpIj/o1jLGiT0RwLc8zymuFUt5yuHF9j/l4kYdX4/WNEIFjcb7zuuhO6x+VNQkAICAEhIASEgBAQAkJACAiBk0FAhNXjUJ5x0VIoUJHOFOHxVeLqxVdiXJ0P63//MH7z64dRXV3B4k9nVwThsgoE/AG0d7QhkTByDalpEosgZn6k9QTKTlYuvyeHkVEuWbDbuExcyRfhJpFHy7PYauSdkoNHwVfmLcSll1yJPHWXoUw/h9HJngRWq/u39UBqXRKJq93d3XDYKCczgbXP/BYtB5tZAKFmSj6/m7uxG12ZKWPTEHRcngBOmzIdF1wwnxua6Hkbd5m3HLIkrFLJLWUkvrjpNbze0gStyg+tIwrV7ULRrWKKvxpLZl0IKiym87MpOvoinaivc6CmygWbZoNddaGrM46HHv0Nzjt7OmZNHY3Onii7mkorg/jn376AujGjcc3884xO9nYb+hI5/PO//wfOnd2Ir5w1BXk9g6LThWivAz19eWgkLtpIwHCxSEmuPHJbDQzEuPlQIjaArq52dLS3sThEzshgMGQ2rlJRW1sLf1kVUEhDKVAubpbdwHbVi4AtAbfzDWRSryHg1OB1FlDQihgYsKMv7kFWHYW25Dhs29KCMZ0RnKu4EVZV9CpZNNd4MHbRIoQrx2AgFYNKogSVc9MIUyZjIICCYoPDpcJpLyKbSpgl1gW4nA54vB64A37Y4YQx4mn+OUPILCIWTyOdy7JwXxIKY8zocagsq4Lb6UIqk0ZLRxvefPt17P94O9SChkp7DB5FgT4Qgx5LQE9r0LIatHwBORLo9ILxpRWRyRpxAP3JAouIIR8Jq4C3NIyG2efAP3oq3B4fykrLeW6RsEriTX9/DMFAgIWmoXOTxWIWmShf8nBXdRJiyLFKDmN6D90o5AwnJ6TXT0JcCIlYP1KJBOf1ZtMp/Mmyb53QOvnLh/8JA70DUMjd7FLhtisoJpLofv8laF3t7OCN60UcivSivzcBR6GI6lI/i8SUp8lCHDdL4sBTuG12aDYHtnUOYPO+Ni6Jp3lH18qN7Ao6Jk6cgOlnnoEYlYfnsygpKUFNbRV8JKgWCoZbO2s0daPrp88i6c4SomktCYWC/P28riEejyGZSCARiyGd01AkZ7GWgUobCtT8rLMH3b39iKXSSGQ1pLgBGcVYcLAAKKyErrvE60NZMAi3y4HxdSWoKi9HacCDkMeNoqKiP2eDbcw45FU7kmlqOpbBQG8v2lva4PP7UFldCbfTjkwqCafHC39JBcqra5FMpfl70DPobGtFMOiHzxcwnPW8hjmYATl3KfqBULJLd7CUv8hNziindyDSZ25Ykdv2cKQKN/2yStULRjwCu19JKKYSfXJntu2B3teGeCqDA90xOBQVdpcL3YksmntTiOfpjiKxmMbzcJn+UKenJVBa37MqEA4326J1Os9rF60p4yeMx569exGNRjlDlddLMzvXcPwf+RqusPqJWADlsFh79PkO/QTLCZrVshxfQ5tiY8v8GF/uR1AF/F4faipCKKuZgJJJ02GvqIKtaEeeoqqLh0XOoSKz2YFskP/Qz6PsWWveGl3xjBdJp+w6NqMRLK40H7h5nLnxQv+1HKs3LFlyQve4vEkICAEhIASEgBAQAkJACAgBIXAyCIiwehzKZ158E5frUx5hKmvHzGlzMP/8s6D178bqX/0jdn28A1VVFZyZSPmQmVwOkWiUhRFDGDBEU3o5LFGSRQOrG7YhsJLEwaITOdyKJLZx4S5go/xTO4o2O2afcz4uuvAyeLxBzqKjslNyKnFpKeU+0nOr2aGZHu6tJiJUSn7w4AEoSgEVFWUY6O/Fxzt3YN/ej1nAUtQiu978fh+i0V54fW7U1tSgrKwS4ydOhtvlg+rwwOF0maXClBtphuEpNi7H/v2GF/Bh3yHoHhX53n4oTiccAS9mjZ+CC6c0wqHxozRdJVpaDyIcLqK8zIViloRVBa2HIlj/2gacfdYkjAiXIFMA8kU7Mrk4Xn9nF+pHj+KyZFtB4dzGvv4E3nz3A0ydNBGjqio46zZrVxBylyOPADv+nAp1uVdB/YOgUFftItwuDwao9F3LsvutveUQNyoiMYvGh8QqKjum/xapnJ4iD2g8bDolsXIptqOoweNIwqFsgWo7gEI2xu5SXS9BZ98I7G1VsG3fAPpjPVBUHSV6DAF4kVbyKBs3EpdeuhB+XwB6RmPXL7nHyOGbzGYQ6e9HT28vxo4bg5qqUi4xTsXjUJUCPC4FAb8b/lAQNpsTWk7nOAOKbPB4ArDbHEhlUkikkiw+VVRU47SGqSgLl8NucyOZTeFg2wG88eYrONi8GwoxKqZQ6nbBkYojG+lGLhaHlqH8S3KnGuX/3Kwql0cynUWWYh4UB5xOFX4HNR9zwV9Vi3HnfAXOSsrhdCHkDxjNlApFpDMZxOJxBPxB3lywHNQkqAx1pHETJZsNHq+PBRdyrNI9xF3WXS54KBLArrL4RvEU0e4OFHIZ6uzETbC++b0fnNA6+df/52/gsTnh8nmgqQX4HQpSLS2IfPg2VI1Eah25PJDSioglU0gnkvCpdng9bqPDPTsjjY2IotOOgOpEUXFiT18ab+85hDTdx5SRardzEzyvz4NRo0bCF/DC5/NCz6URDodQXV3N9zNtcFC8RTaT4Q0bj8fLTbWIA81JikPwesnFqyHS3cVf1HWeNkQo+7WoOuB1++D2eFAS8GCg+SA6du9AKpOBTlmo+SLSmo50NocMOeoVG/xuF/weF8I+H0oCfo6VcDoLCJE7uLQUbqcDOZsDO1sj2BqJIaPrXLZPm0dxmi+5DJxOF8orwpjcMBYlIS8Lpi5/CGMmTkIuZ0MmGQfyOfRGulhOpWtXnca10YvH2enkdYiiGNily65gsxmfmWGqU7xEIsFuZtp4sgRYarRGbl5d03hzKkfO10yGhf0MrcXJJNzZfgRtCeQzWcTiOmzFHAo2GzrjGvb1ZdCTop0TEmuHtvQ6HDVwtEBpiX58rmaUitGwKc+bJeTGndjQgF27d6F/oH8wC5dFUcPj+ok5e2LC6mAk7GA8yxHCp3lvWSzZCUyiM4n9qhOTR1Zjcl05Ur3dPK/r66tQ1zATZeNOQ97lBM9uym6mqIsh40Lf5moMGiczfsb6DPqdxONqN4RV60Uub45WoENyXI7xu3EwboF3G40qj8H8ZZPt9VdffUL3uLxJCAgBISAEhIAQEAJCQAgIASFwMgiIsHoyKMtnCAEhIASEgBAQAkJACAgBISAEhIAQEAJCQAgIASFwShEQYfWUGk65GCEgBISAEBACQkAICAEhIASEgBAQAkJACAgBISAETgYBEVZPBmX5DCEgBISAEBACQkAICAEhIASEgBAQAkJACAgBISAETikCIqyeUsMpFyMEhIAQEAJCQAgIASEgBISAEBACQkAICAEhIASEwMkgIMLqyaAsnyEEhIAQEAJCQAgIASEgBISAEBACQkAICAEhIASEwClFQITVU2o45WKEgBAQAkJACAgBISAEhIAQEAJCQAgIASEgBISAEDgZBERYPRmU5TOEgBAQAkJACAgBISAEhIAQEAJCQAgIASEgBISAEDilCIiwekoNp1yMEBACQkAICAEhIASEgBAQAkJACAgBISAEhIAQEAIng4AIqyeDsnyGEBACQkAICAEhIASEgBAQAkJACAgBISAEhIAQEAKnFAERVk+p4ZSLEQJCQAgIASEgBISAEBACQkAICAEhIASEgBAQAkLgZBAQYfVkUJbPEAJCQAgIASEgBISAEBACQkAICAEhIASEgBAQAkLglCIgwuopNZxyMUJACAgBISAEhIAQEAJCQAgIASEgBISAEBACQkAInAwCIqyeDMryGUJACAgBISAEhIAQEAJCQAgIASEgBISAEBACQkAInFIERFg9pYZTLkYICAEhIASEgBAQAkJACAgBISAEhIAQEAJCQAgIgZNBQITVk0FZPkMICAEhIASEgBAQAkJACAgBISAEhIAQEAJCQAgIgVOKgAirp9RwysUIASEgBISAEBACQkAICAEhIASEgBAQAkJACAgBIXAyCIiwejIoy2cIASEgBISAEBACQkAICAEhIASEgBAQAkJACAgBIXBKERBh9ZQaTrkYISAEhIAQEAJCQAgIASEgBISAEBACQkAICAEhIAROBgERVk8GZfkMISAEhIAQEAJCQAgIASEgBISAEBACQkAICAEhIAROKQIirJ5SwykXIwSEgBAQAkJACAgBISAEhIAQEAJCQAgIASEgBITAySAgwurJoCyfIQSEgBAQAkJACAgBISAEhIAQEAJCQAgIASEgBITAKUVAhNVTajjlYoSAEBACQkAICAEhIASEgBAQAkJACAgBISAEhIAQOBkERFg9GZTlM4SAEBACQkAICAEhIASEgBAQAkJACAgBISAEhIAQOKUIiLB6Sg2nXMwpS6BvM1b9w4uoufkeLB57yl6lXNgpSSCGzb/6OV6sXIZ7rvoyTt4v+/mfkpNKLkoICAEhIASEgBAQAkJACAgBIfCFICDC6hdiGIZ/Eh3PrsTKZzqOeoMD3uoGzLlmKZZMKx/+weQnP0Fgy69uw6r3PwNM9WKs/NEi1Az+WApNv74XD270YP73voslDcE/PNm9a3Dn32/AuFsfwIpZjj/88eWIQuBECGgRbH5yNdZuakYkC8DhRU3DfFx/8yJMGrwNmrHmzp9iw7jleGBFI758s/fLfv4nMrDyHiEgBISAEBACQkAICAEhIASEgBAYDgERVodD6Qv0M4aw6sG8r1+AcYPnNYB969dhw8EUxl5/P+664HMQ9r5ADD7PU4k1b8au6OFP2PfKamzom4El18xEyPq2px4zptYMCkSRTavwwNNpzP/uHZhX+3menRxbCHyBCBSaseaHP8X6vhrMuWoRJtENkonggxfXYkukHot/cA8Wyf3wBRowORUhIASEgBAQAkJACAgBISAEhIAQ+EMTEGH1D030cz6eIaxWY8VDKzDjiM+KYf19d2JNzxzc8cAyTPqcz+OP5fDsYG072qH6x3L1cp1C4PgEtLcexHceacac2x/AsqlDfq7QhEf/8kFsHL8cv/j2l9GhKqMuBISAEBACQkAICAEhIASEgBAQAkJgeAREWB0epy/MTx1fWAWMf1Ox+Mf3YFFlB9b9cCXW1izBcs9GPPpWB8qvXImVl1EBu4bIpsex6snNaEloXL5bP2spVtzQiPKhdbqxJjz+i9XYeDAFTXGgZvYyLAmvw4PvNw6Wwlvns+TrXmx8ZCM6yiwRMoXmZ1dj9QtNRomwqxxTL1mO5ZeNhdekab136bfL8c5jG9Dcpxk/99Xv4PbzdKxftQprd0SgFRzwjmrE0tuWobFsyFCkmrFu9Wqs458BHGVTsejW5Vg03voEAIUINj+xGk++1YwYXaq/HlMX3oBlFx8+j08b3E8VVqkM+rFVePzdFqTo2LUzsOTW5ZhXPxSihpbXVuORZ5oM1szhJty8cBKCCn2yOU51y3BX3QeDvBzhqVj87RWYbx2rcx1W/nAtqlc8hBWDivpnHZuOP7yxTu1dj0d/sxZb2jVAcaB87BwsvnXpkby/MHeBnMgXgUDkuZ/g7qfTWPTDe7H4KGdq86ur8erA2bj2qqkIDs7xFXjoGzR5rbVpKW6veAePvGrem2VTseQ7t2NOfj1W/XItmqJD1qabGlHO94u5zv2+Gktu9eKdJ8w1zFWDOTd9B8tmDY1CGd7cR6oZ63/9KNZu6TDXkbGY89XlWDp4LOsetc7fOI/Y7nV45JF1xnnSPXPaItx0RATCF2GU5ByEgBAQAkJACAgBISAEhIAQEAJC4PMkIMLq50n3czj2pwmrTY/cgQffasDyX65Ao2KKAZ2Ao3oq5jROwsixZ2PO5CA6nv0JVj7TiZpzl2LZwgZg9zo8+tuN6KDs0O8vQg0JGIVdePTOB7AxS2W+SzCzMoWO99dizaYIMCRjdDDz1VGDqec2YtLosTj73Elo//UdeGCjF403LMfi6Q60rHsEq19tQfVVK3HPQiOddPC9lY1YcuUc1PujaHpuDdbvBoJBDc7TFmPp7HqgbSMe/91mROqX4P7vzwcHHVjn523EslsW43RHC57999XY0FKNxT+8B4uqDVGx6eG/woObzfNoAJpfeQyPHnUenzZMxxVWCx1Yd99KrO2bhPnXL8a86gFsePJRrN9TjaX33YV5YUsEItZRTFqwFIvn1iC39UX8++82I9V4O352y1Q4LJGpGwhOmI+rLp6E0MAurH96PXZhHu76+6Xgdj/HEFaNcfy0YxPjYYx15zr85EdrEZ0wH8uuXYDyxJt49l/XYkuhEbfftxxTXZ/DRJZDfvkJ9G3AT7//OJrLG7H8m8vQWHu89NSjhcnDa1P57CVYPLsewUgTnuM5H0Qw68Skq5ZiTh3QsulxXnPqr70f91xsRJwcXjdmYPGCeRhbfnjdmLHiXqyYYWysDGvu0/33E/M+vnEJFpQn8eazq7F2i47Gb/8My6fRNX1SWE1tWYW7V22BOnk+brhmAcojL2LNY+uxqzADK368AuYpfPnHWK5ACAgBISAEhIAQEAJCQAgIASEgBD6VgAirX7IJckxhtaChY/Oj+MUjm5GasQI/+8aMw4IdFmHlDxcbYim9spvx4PdWo/PCu3DvtUM6dDevwd0/XY/yG+7HHecHEXv1p7jzic6jynxT2PjzO/DowOHSeON8gEU/XDnEtdaEx//6ERy68C9w1wKrxZMZVVBYjHvvWQTylRnvDWHZA3dgjmUyzW7Eg999FE0Ny/DAX8w57G595m6sfLYay/7xdswhoa/pcdz560NY8L27MJ9FVAB96/GTv14DXHUv7llIn9CCNd//CdaPHuo0i2HDgz/Gs7gMd90+j8/j017HE1a1TQ/iOw8fVQZtlkBvOfMOPHDjpOOyjr30E9z5pANL778L84KmaHPUOBll1lEs/tFKQyQ+Wlg9zjgecWzX8MbauJYhn0VAdq7Byke2oOHme7F08pfsJpHTPWkEUnvX4aGH1mJXzHClj50xBwsumY8ZR4isxxFWQ0fe48acb8KkGx/AHXMHfe1Y+4OVWFe5DL+4fQ7nGh9z3aC813t+ivUOc20a5jrH6+F3VyM66OY3Nm3W/Gg1tkxejnuvp1CVo8/fXFdqluGB2w+vUUhtxIN/+Sia596FB24YsraetNGQDxICQkAICAEhIASEgBAQAkJACAiBk01AhNWTTfx/+HmDbq1jHCc4eQm+++35MKrHj12+ii2rcNuqfZh/1/1YcsSzf4chYNQbIiQLijs/mdd6tND4aQ7ao09xeO/dglW3rULnUKFjUEzBYaHxmByPfq/lWFUxdu4CLJ47B+PqvHBYIvMwxuJ4wurx+GxedRtWR0zxeOtq3PZPuz7JWkshlgY8fjqXTxunzuMLq8M59kfDG2sSbcmx2lk5A4suX4DGKfUo9375ercPYzjlRz4PArSxs3sDNr70DjbuNmIxgpOX4i++O8/c0DmOsFp3ZGm9sTYNmfN8rtbGw9GbOZ/Mme7gzZd6I396mOscH58cq501mLFwERbMmor6Su9gYzoD11Hnb25ylN38C9x+7pH3Cd//HZLJ/HlMMzmmEBACQkAICAEhIASEgBAQAkLgi0hAhNUv4qh8yjkZQmYZlt1/M04f8nOqKwjvESXbxxbsjulOPIaA0Xmcpk3DE0cpgHAX1j+xBi82tSBGGavW6xMxAkcLJMMXVmO71+Ox372IppYYZyNar5oj3Gcx7HrlMax5oQktFLJqZsV+5+g82eMwP7awmsKGn9+Bx3cf503WNR5TKDr6PScorA7j2MMda07d7d6MNY+sw+aDHUZebHgqFt1yMxY1GOXX8hICwyJAIuvGVfjZr5uAuaZz+3gZq39oYdVcG5f/4+2YseUYLuxjrHPsp6es5CdXY937LejgzOkgpi5cfowcZFMIPrgGd9+3HvVH5B0bdHi9eH/GMZoLDoue/JAQEAJCQAgIASEgBISAEBACQkAIfMkIiLD6JRuw4TtE/2eO1aaHb8ODW0/QsWrmn26pMzI7x5V5EPQ6DNGh7bOcZ8MUVnc+ijv+YQtGLliGJfPHocwThNdx7PcODrGWQkvTWjzyqw1omTq8juWf6lhtmY877lyAo/r2AIoHQb8DOJ6r9Ig5d4LC6nCOPWzX3pE3gRZtxoYnHsSarV7Mv+deLKn/kt0kcrongUAMTU8/iXdgNaga+pEaNj74HTzabK0fX2TH6lGoshE0v/E4HnyyCd4F9+Dea2jyi2P1JEwo+QghIASEgBAQAkJACAgBISAEhMCXkoAIq1+yYfsfC6vDzB403I6dmH/XvUMiA46XsXqU63Tv47jj/g1oOMLRNcz3YnjCavNjd+CnrzUc6QxLbcQDdzyKAcuxepyS3eM2pDrGXDjezxpZpsCSv7sH881GVfz2WAwxfxBBihs4DuvUGw/gjl/njsxY/Sz33jAzVo849jAzVvkam+fjrr9bYjTKotcxmmV9yW4VOd3PmQA3y9s0Fsv+/vbDGcnGTYD1992JNelFWPnjxaj5XByrR2UzWxmrfrPB3TDXuWNHo3yWECwZq5/z1JLDCwEhIASEgBAQAkJACAgBISAEvjQERFj90gyVcaL/Y2F1sFu21U1+LHBwA9Y+sR67woux8vuLjFxE03W6EZMw/6r5mBRKoeP9tdyhG59Vzm+KGk3ljVhy5ekIYQD7XnkRG5pjn/3eYQqrhvDbBO4qPjUEDOzDqy9sAH3E4SiAGDbcfyceP1iPeTffgPkNDkQ2v4h//91mpOZYZcqfPgGOK8IWOrDuPrOb+PWLMY+P/SqeeHojkrPvwH03TjIb7fwEK58h1uSsrYf20VqsfmwzUo2342e3TD3cZOy/K6weMY7HO7bVGf0zxprdvxuhzliM5Zedh3JtFzY8/TjW76nG0vvuwryhwvGX7H6R0/0cCaS2YNUPVmFLtgZzrlqEmXVBIBHFro1PY/3Ok+pR5QAAEMNJREFUNCbdcB83wvtk3vMwXdrGiod1P1yJtTja6d4BVDZiyQ0LcLY/gheffBTrdwON3/4Zlk8zck87nrXuvaVYPPcz1jllBhbfehnOK9Ow6421ePzFXai+/n7cdcGxzh9IbVmFu1dtgXf2Etx08dnwJd7Bi4+twebUDKz48QrMsHpvfY745dBCQAgIASEgBISAEBACQkAICAEh8L9PQITV//0x+G+dwR9CWAU0RDY9jlVPbkYLZwp6UT9rKVYcnTsaa8Ljv1iNjQdT0Mxs0jnp1VgzpDnL8c6HuoWv/td1aIoamYVjL7gZFyRWY/VbDVj+yxVoVI4nEg/PsQqk0Pzsaqx+oQmRLGWCjsW8Gy5A6uHV2NiwHA+taDS4Un7iY6vw5Ptm1it1Lp+9GMuvb0T5MJpYfaq71Tz24+8aDXsc/npMXXgDll08Fod1FQ0tr63GI880Gaxd5Zh6yU3Hz2+0ZsPRGarHdJB+1rEZwLDGOrZ7HR55bD12d6agwQHvqKlYdN0yzB8vCtF/6wb9Y/vho/NJrblzDW1kWPm8n+UANaH9N5tXLfm6F+88Ya5hrhrMuek7WDarfMgIDG/uUx70ukeewPrdZr7wJ+7jYwvBfM88Yq5xigPlpy3CTTcvwiSJJf5juwvkeoWAEBACQkAICAEhIASEgBD4IyYgwuof8eB/5qVTQ6gjxEezxNexFPffOQ+iH3wmQfkBISAE/sAEhr+59P+3d7+hdZ7nHYB/GJ+FaEUhSAw7wf2grNgt6h8xpph6ZXGJXCKD1VEPFhNLLIJEpTFUK55LbYhCnLJgmAvuqDx2WuwWu1Ab4kE0YpVG/eCRuGyCIRYbWrNFJDbDJlgUQdAwQ7KOHMt26xA/mvLqOh/Fq/t57ut+P/14znPu8cLKESBAgAABAgQIECBAgACBRQKCVa/E7QWujOXlF15NNm5Jz5cezUN5N2/+/Mc58cb0TV+3xUeAAIGlFBCsLqW2tQgQIECAAAECBAgQIEDgdwkIVr0fdxSYOj+aYydHMjF7FUCSWkt7uvv60r3wFV94BAgQWFoBwerSeluNAAECBAgQIECAAAECBO4sIFj1dhAgQIAAAQIECBAgQIAAAQIECBAgQOBDCghWPySYxwkQIECAAAECBAgQIECAAAECBAgQICBY9Q4QIECAAAECBAgQIECAAAECBAgQIEDgQwoIVj8kmMcJECBAgAABAgQIECBAgAABAgQIECAgWPUOLGuB5fNDNRcz8vxQTj08kMPPdCxrM5sjQIAAAQIECBAgQIAAAQIECBAoLyBYLW+88la4NJKh508l24YytHXtR+pfsPqR+PwzAQIECBAgQIAAAQIECBAgQIBAIQHBaiHYFV1WsLqix695AgQIECBAgAABAgQIECBAgMBKEBCsroQpL3WPgtWlFrceAQIECBAgQIAAAQIECBAgQIDAEgsIVpcYfEUsd9fB6nQuvFpP/bWJXH4/yX2taf9Kf/q3tqVpHqpxFcCT32jNm8fGcuG9meS+ten4Wn/6/3xdah8AnTo/kiNHRjJxZSZZVUvrZ7qzs687G5obD41n+NnhXNrcm85Lr+TUW1PpGDicgdkrU6cvZKRez8h/Xs7MtaTW0p7up/vT/ccLO7ntHas3rVlrTtvmvnz9L9rTvOrGxi7/6njqJ89c33utKes+150dT3WlrVF6RbwUmiRAgAABAgQIECBAgAABAgQIVEtAsFqteS6Pbu4yWD33k8EcPNOUzh396fl8LZMjR1J/fTJrvjqUfU9cv5v1erB6MWnekK5tT6S99UomXnslo29Npb3vYHZ98Xo6OT0+nL3D41n96a7s+NqWtF4+nRPHRnPuWkcGXhxIx9xj14PV8STNbR159E8eySOf6krHunM5uvtgzjR1pveve/LZ2mRe/XE9Y5Nr0vP8vnSvmdvJLcFqY82mjduz8/GO/MF/nUr92NlMbxrMwac2zO1r5j/q+dt/OJumjb3p37o++e/RHDsylsk1PRna152PdgPt8hi3XRAgQIAAAQIECBAgQIAAAQIEVqKAYHUlTr10z3cVrE7k+LeP5O0v/032bGnEi1MZ/e7unLjWk5f2dad1IVhdne1/ty9dDzY2Pv/c+z0ZemE2nJzMie/sz+ja3hzctWnhtGumz+TQt47mwpf25OCOtoVg9XxHf14a6Lzx3MTx7P7J29nyzT3pmgtRk7w3mv3fPpF89aXse2JuJ4uC1fk1P7E9B77Tlcah2Kmf78/un9Xy5IE9eaw5mTy5N/tPr8vA4YHMHoyd/Uz98lBe/Jdk6+5deayl9DDUJ0CAAAECBAgQIECAAAECBAgQKCEgWC2hutJr3lWwenuk8X98NsPvNALTxonVNTcFk7P/2bgioP8HA+n8n5EMPX8qLX3fz64vfvBygOTs8LOpX2zUm78KYNtQhrb+vrOii59dFKzO93j/Xx3Ins0Ldw0k757K3hdG0vaNw+n/3I0Tq6vbHsuWbX+WTW3r0nTfSn9B9E+AAAECBAgQIECAAAECBAgQ+PgLCFY//jNcfh3cbbA6dS6jPz2R0xOTmZq9Y7Xxmf2a/NxJ1N8XrCY9Lwyl+/0T2fvd0axr3Jf6gVJzQe2/dcwHs3cOVqfOj+bYydOZmJyau2O18Vm7EMIuClZ/fTyDB8YyfQf9hbtbZ0+oLqpde2hTer/+ZDr/6OYQePkN0o4IECBAgAABAgQIECBAgAABAgTuJCBY9W7ce4G7CVavXb/XdPzhrvT+5ZY80nJ/mptq+X85sfrW0Qx+bzyf3NKb7V2PpOX+5jTV7u7EastTB9L3+VsJV8/VWPz3mUxPTuTUkeGMvdOe/u/tSqfTq/f+/VORAAECBAgQIECAAAECBAgQILAEAoLVJUBecUvcTbA6f+Jz/U2nTKdz5u8Hc/Tq4hOr8ydTG/ef5qPdsXpp0VUAF44N5uVfrr/5uoHpMzk4eDRX73Ri9dpEjn7rUMa/sCsH+9o/MOKZTL03k+YHZ38ta/6Ua2tvvr9rUxZy1vHhPDt86fpp24WeVtxbomECBAgQIECAAAECBAgQIECAwMdaQLD6sR7fMt38fLA68/hg9nzloUWbXJ37P9GU2szZHPpmPROtndm+7bN5IFfzm1+cztiFqeSWqwAuJs0b0rWtKxseuJpzv3glo2/9bzoGXspAx2yAmUyPD2fv8HiaNm7PzscfzR/+9s2cPnYiZ6c7MvDiQK4/dvurAGbeOJTnfjSR1o3b09P+QHL1N3n9tbHMbuWOVwHcZs3WmXMZ++efZfR8a7bv35OulmTq9Zez+6eTWbe5Nzu+vCG1K419bcrggd5sWLVMZ2hbBAgQIECAAAECBAgQIECAAAECv1NAsOoFufcC88HqxdtWXrtwUnP61yOp/3AkE1dmklpz2jb3ZfNv66n/6/rM/SjVqht3rPbu/mT+/Z9GMvHeTHLf2mza+Vx6/7T1phWmzo/kyJH5eqtqaf1Md3b2dWfDwm9L3emO1elceLWe+msTufx+UnuwLY/t2JzpH9VzZn1/Dg903jh9+vBADj/TsbDuLWu2bUrP00+ms6XxyEwuv3E8wyfPZnJqJpnd1y3P3PsRqEi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4P8AUTeUqaZKWwk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grpSp>
        <p:nvGrpSpPr>
          <p:cNvPr id="9" name="8 Grupo"/>
          <p:cNvGrpSpPr/>
          <p:nvPr/>
        </p:nvGrpSpPr>
        <p:grpSpPr>
          <a:xfrm flipH="1">
            <a:off x="4562475" y="1590261"/>
            <a:ext cx="1758950" cy="1678742"/>
            <a:chOff x="5729176" y="1775902"/>
            <a:chExt cx="1191284" cy="1140874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10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5874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82169"/>
            <a:ext cx="8386527" cy="40888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al icono «Cursos, simposios, seminarios, congresos y técnico laboral»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310187" y="3406902"/>
            <a:ext cx="2651189" cy="1543050"/>
          </a:xfrm>
          <a:prstGeom prst="roundRect">
            <a:avLst>
              <a:gd name="adj" fmla="val 4710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" name="AutoShape 2" descr="data:image/png;base64,iVBORw0KGgoAAAANSUhEUgAABVYAAAKaCAYAAADVtAJTAAAgAElEQVR4XuzdC3hU1aEv8P88E/KAGIgoVBEbrKRcg/LQKAoHOUaoxGqopCqoiAgH8eOiR6FeqMKtQI9SP8ADRUQFtUGN1tCCaOAQQaMUlHgx2JKKUAlgkFfIkMm87rfW3jOzZ7Ins5NMMgz8OR+nksx+/dZj7/2ftdc2jR8/3gf+CQhUV1efdxrZ2dnn3THzgClAAQpQgAIUoAAFKEABClCAAhSgAAUo0BYBE4PVUD4Gq22pTlyWAhSgAAUoQAEKUIACFKAABShAAQpQgALnhwCD1bByZrB6flR8HiUFKEABClCAAhSgAAUoQAEKUIACFKAABdoiwGCVwSo4FUBbmhCXpQAFKEABClCAAhSgAAUoQAEKUIACFDgfBRisMlhlsHo+tnweMwUoQAEKUIACFKAABShAAQpQgAIUoECbBBisMlhlsNqmJsSFKUABClCAAhSgAAUoQAEKUIACFKAABc5HAQarDFYZrJ6PLZ/HTAEKUIACFKAABShAAQpQgAIUoAAFKNAmAQarDFYZrLapCXFhClCAAhSgAAUoQAEKUIACFKAABShAgfNRgMEqg1UGq+djy+cxU4ACFKAABShAAQpQgAIUoAAFKEABCrRJgMEqg1UGq21qQlyYAhSgAAUoQAEKUIACFKAABShAAQpQ4HwUYLDKYJXB6vnY8nnMFKAABShAAQpQgAIUoAAFKEABClCAAm0SYLDKYJXBapuaEBemAAUoQAEKUIACFKAABShAAQpQgAIUOB8FGKwyWGWwej62fB4zBShAAQpQgAIUoAAFKEABClCAAhSgQJsEGKwyWGWw2qYmxIUpQAEKUIACFKAABShAAQpQgAIUoAAFzkcBBqsMVhmsno8tn8dMAQpQgAIUoAAFKEABClCAAhSgAAUo0CYBBqsMVhmstqkJcWEKUIACFKAABShAAQpQgAIUoAAFKECB81GAwSqDVQar52PL5zFTgAIUoAAFKEABClCAAhSgAAUSQCBv6nOYPDhL2dNDFVg4czmqUITZfxyJ7OS2HIALNVsWYdYrVW1ZSYct2+vqXODLSuw3vMUs5Fydhdovq1BreBl+sKUCDFbjEaxemYc8VKDiG+PFdcUNecAnFfiH8UUMfzI7O9vwZxPxgy3vfBLxKLnP0QTOqnrQOxe5qETlvmh7zd9HFLh6HOZOGoFeKUDNlvsw6xVaxUWAdTku7IY3GsfyOav6XMNgCfTB7jnIzaxF5R7eJrVbqcWx/bTbMZ0VK27NTX5rljkrDvYc3ImReHJZAfDnKVi48Rw8PB7SWSsQEqwe3YHljy1BhQhWV45Etq1tu137yUI8vsJYsJo7dgaKbsxBj3Rlo666GlRtLcaitZVt2wlDS4/Ak0uLYC+fiHlvG1oAwATMX5WDmhcfx5KdRpfh51oqwGA1TKy6utq44djF2DgBeDX/UfzJ+FIofGEjHkkpwb9NWmFwqUIsXv8Ikkr/DQ8vN7hICz4Wz2C1aN5rGIkyPD57TTt9g9KazqcFePwoMHE+Xsvei/tmroqpxsiZy3DT0SmYtTJ8teKC7ibUTpkF41s8u+rBiP9chqJOZZg4tySyWf6TWPZvtZjSVtdYrSempRthZd3zUPRAIYZekYUUi7hScaBmTzmKny9G6KVKFiYseA79a9fg+efLWvCNbUcchHYbRZi7aiSw+XHMeb0Dw49myzwXRXMexPWNZXh+QWmb7QzV5Y5mb7ftTcD81/pg730t6XvabWcMrTh+5dN8n5s1fBqe/FUPVL+2CMs/i33bEOePApRiyoINhpwS8kMPzMdr/Wqw5LEl2NHkAGLbzlvjM2HBaxh6sd6SNShPkDbUbPu5ugizH7gejZuex8L3jY8bao1lhy0jzh1398TelY9i0dbwrU7A/GVZ+HjKQrS9VbXmJr81y3SYXMw3pNd+RHiz491FWL459n1myw6AwWrLvPjpc0pA9JO/6onvtpSg+PVy7Ecv5N5WgHG/zEHtu3OwcH282+c5pZ1QB8NgNay4OiJYPdtqSNyC1e7jMHf2IGRY6rHr6VlYdeRsk2nd/kQOBFu3vrN+qYQIVs96xaY7GKtANFbraXfCXExYMA2DPDtQ+noJNuypRa8bx6HozqG47EgJ5izYoPnyRVzU34yTTz+O5THqN9qj3WbdOxdzB2QAzl2YM3NVO315pFMwzZR59r1z8Vjf77D8qVVhYXW7F/A5sIGzOVhtzRdO8SqSoZj2h0KkfDSv3W5AzotgtZniOxvauQiG+lTfp/PlaEvq3dlar7Mx7unHkPP9csxa2REjlFpi1obPymA1ByknK7Hq0UUoD1lVa4PV1i7XhuM4BxZt0n6652DoqCIU3ZiCqiWPY8mXsTjI1rYvBqux0Oc6ElNAXF+MbFiNR1+oCDkAcc0/v+93mPiU8WE/iSnAvY4kwGCVwWrc5liVoUOvHShuGIHRjuV4fJmx4fdne3Nuj4DmrD5mBqvtUzyxCkRjtZ72OcrAWuUFydW1cvRVyG1q90LMnjsU9a9rR9C09mYg8kHEvt1mYdy8ubhsRzHqbx4Nx4rHsXx3OyP6V58gZd5BGjHcDIPVGGK266rO92C1XXENrvzcDlYNIiTax8S545d2fHesF7JqluDxF7Vn49YGpK1dLtHwYru/kdpPwVMrMbKxGFP+qywGG2zttRSD1RjgcxUJKpAz9TnM6FqBWXNLQgdMdM/BwB712PGl/wmGLIyYNAOFg3sgRcwY0FCLqs1rsDAwXYDSN+7/exYGXpUF2w/luG/mZ5j8+2nI+mQK5r0fBJL3SD/bi1nyCV+99qdu67oeyhN/etsKf+Kq+whMfrQQAy9OgU0sU1eDiveXY/lHmicw1M/k/SRF2Rkxan79IizhqFzd2stgNcbB6q+XbMRtP6zAP66YhFsuT5NrP/1NCZ5+cBH832uIz9yPV5E/LTiBQN7UxXjsjgG4uBMAz2l899EKPD6vBIfkGn6NxRvvB1bl49G1/h2+GIWzn8Ok4ZchzR5c5pl5JS2ehzU+I1ZzZMfRZdMULHTMwOJfuuQ8KaHRai6KZo7DiCuylAbfcBLVW1/GvNf9F3rBDin3KvXR4br9KHt9CdYEHi1s2vnIAMXxKVxXjECvdAeq3lTmCMoaPhkz7hwYmC/FcbQK5a8vRHHgW2Fle5VbgIHDc5AlJsluqEXl+wuxSHYw4qZ7KHoE6lTo4265Y5/EuGE5yBJ9k8eBms9KsGhFWaBTVrafhx7pygoch3ag9A9LsCFGI/La7fxlIFiNbtt074xPBaBcGJ58ez96+f08DuzfvBxzAnUlrB7cPhvLbqjFkifEpOf+P0MxY3Eh8LY/wGvNCVH5llKWtb+OeFw4+c9yvPy7NYHAsOlNfxby7puG8UN7KSdEcXL72wnk9g2dCiC0DrlkHSlZvBxlgTpibD3tVhfasOKieSuRu38WZq1s+ghNyLfD/hE1/m05qlDsfzQx7CLBdbQKZdo2PHE+lnXbj71ZA5HbzYaarWI0VXPtVumDQqYm2B7abiMecr/JeG5yF2x6ZCEcjy3G6IblePzFsC+Pwi5Ymuyvvy4F+o02lPnVRXjy3qHI6aZcHDm+rwipO0q/WI4TvUYgp5sNkPW2DC+/6cBND4+UF15yuX1lWP50c3U5vP5H6uua62vbUJHadVGdYFXWqUqUY2DgXOU6WomS3y9S+m5RD6aKx2fnoTSwbyJ0n48+f58VmCKiTecH0QffGDzz4JC4OFf6Ir2AMffeuZg8XO1rHLWo/LIWfS5vaV8TrZybufD332So58HlKzTTeUTzNFi+TY872vlbahk4lwCIcjNS8NQy3HRsSeiXxTfOwOJfASXqKEBD50TZZtX2qNNmdafhCWvnsk95exWKQ66Jop0vw5CvnobnJmWE1WFxDTcDPXbOwpy1+o89Rg9WxVMKk9GnWjPqU2xrag9UvTgLqwZErteAsfNz5Os15Rhbfq5Wl9H0ybX/KEPJK8WoCJyHjdQ1gxW5oz8mg1Wg9MVa3DRdnY8v7Bo4ZCqAKG1BtMOivuoNuajDe4rV6Tn0vqRqeTBgpB1FK+OOJja6vYjtR/aRHwenOYkajij9muMTF3JEv+9Ur5maOW9EdzXQvzcJdqK3N6M2/BwF4irQfSSefKoQlzn24m/bPsCmv+i/RCrngfmYdlUtylaXoORLB3JGFWHCnb2wX8xzKvtV5f4j40A5iletQrn63g3/wLMpv/NfNYrpz+aiZ4U/bG3a/nImzseM/g6Ur12NNVv92+qDmtf897ThfW4OJvxuBgbB/5RgCobeOx5Fw7Ow95XgQBZxPTPS8imK16xB+b5eymeG2VA+cQ6K41oIZ+fGGayGlUtbpwIQoemkfk5898EKzF/4F9RdMwlPz78P9r/egAcWKxtrEqyKuVon98DOl+ZjyZs7kf6LGXhs6mjYP7gbDywW0WrTYHXAk2/gueHAltcWYUVgmUJcvHs+Cp74S4tqW1yCVXGzOSkF6+RNRh5mLP61JtBSdj9nynOY0Xu/vGDdsAdqh9QH+195FEs+CXZIqf8sQ4lo8I4cFN47GSOzD6IkMAeUfrBalF2PyvWrsOZd/9vxijD3jwNRu24NSkUH2T0HI8dOQGFWpfrtkLq9Vdcj43gVylauQcmeFAydMg0T+tZg+aPB4Fw3EMx/Eot/mYpda4uxbksVUm4ch/Fjrwc2z8G8d8VNSQFmLxsJfFKM1WK+lt5DMW5cEYaayzHx6bO864oarBqxbVplWxasFqKPqwafvv0yVokTyp2TMe02G8on+Dv+8HogQtSwUYTihuLmk4GwtbUnRBmkTM/G/ndXoXh9FdB3pJw3tM/3L+PRxcrXK01u+uV8PVmoUpeR9eNXI5DtCAYkuGEGFt+bgb+tLcYHW6pQK+rIfUUYVFeMR59XH9gzsp4W9Q4d9+EJC5Yh638ivAgh/EZCDUBC59kVFwnT0P9YGV5+twSVDrUN99ofHAUr6ur1Gdi/tRgvvyLmRQr+0atvedMXY3zG31C89gOUq1MTPHj3IJx4U2/+uVAr0X9NTlmnlI0ou7HBUEXt4TBhwQwMcpQrFyz+/c2uwRr/I5gxK/OReHJxAVK/LEbx+nJUpSj9y/Uowxz1G3d5A3yFC9Vlf8LyNyuA64ow7b4R6GF2oeYzxcvRtxATphYg6+uFgdDIUF0eOxS2T2dhzpuir2tdf9BxNbG5LekHq69dl4HaPWVY9XqJtJ08ZQJyaparj4n5Ry5rRh90n4D5T/dEhT9sjcn5QX/kkaHyiVVfE1LOOhf+D8zHjMHAjnVrULLefx4cgazqVXj0BbUPE220WU9jNUE3WI16/hb7HO1cYuBmRISoox1YrvniTuzPzSf9YauRNqDsS9aeEqxauyHQZofayjFrdrHyhWyTc+9IPLm0ED2/L0fJWk2fcpUDZU/NQbEM/owcY7ixEqJmfTYR895Vf9dvGp6bloGPH9Z+YRC6XPRgFcDVEzB/Uh/sXTELq77MxbTnp6HHbu2bmfXrtaHzc7TybvW5Oji3nkM9v+c6y4LlIl8SEv1a0VhN7uBP+YPVKQuxX7RXdQ5fZThD+MhTA21Bdzn/9XvofNUtDwYMtCMDZdzBwoY3F6n9DH1sMYrMpeqIVSNlINpQEfo4KrFB3rtovwjRa18GXHVGzEVtkwlcFoYLjR88jwR6YeivCnDz9Tno1cUGxw978emHq7AmMP9xHmb8oRCOl0OfVhOjXSfbStTrQ3GuuAxVs+ZgjXYQlZgqcW4fVD2s3sM2+YI+/PoqQo4yaT4mJH+AxxeL66uw61dxfzE+FWVh5/DcRxdjWnoZJqqhrhj0MrD2ZSxcXKEOBMtCzuAeqN+uHyafRxVA91AZrIaxxCJYDR+NKl5WNckSHKEaHqw+8ur/YEDl3XjgD8r4VPnngcUozfsOBZMW6QSrt+C50llIf+/f8LD2Tdg3PIvSZ7qiZMTDeK0FNTsewaoILH6NPwXmJ5EdTbIaQqj7Lj7zYManmPd0cSAA6XX1QKTW7ECV7ID0Hi8Sgdk4pG7x3wDoB6sjXZowKqJV+PpFB9gHexfNwqrAI71Nb7T1ApqiecvQZ0fosH7cORvLrt6LKbNFcFqEuSsHonblQizxjyxp8khBCwq1Iz8aNVjV25noj4a1LFgNfzupeHFKIbDOH9Q1rQfi4rTQE6yDoaOM2nBClCerDHy6YA6K1W8f0TsXA5NrsEO9oA2/6S+csxJ5Py4KHdF452ysHHwQE5t7eVXYI9+tXk9H1pcI24oWrIa+IE3nZkC43x4aZgA5mPb8ZNjefRSLxJcxoq72qtJ9WZ7RqQCMfU69yFmrbte/H3/WBLIRwtbJv5sA20ePY8mWCFCtKfO752JZ7x0Ifvst1l2I2ctysXeKcuEmRwWH9YviZ4X20JesZU16DnMzNwVGy4TXZXERlqMZiSmP4vYnsTi3Bo/OXROp9GP4UpT2rMwRgtXsvVg4c1Vw9Lt4qdDPgi/0Ux7hqsJE2dcrXxpOy/w4UB6xOT8YC1Z1+4hRT2LZTVFelBdW76KXs96F/4NI3TQx5PE2XD0NiydnBC/u1fNJc55GSlg/WI12/tYbhRV2LjF0M6I+/RBo/+KL05tQ+2Jz04GEnRPvnouVff2P/fmPuABPLs5FzaPzIFtS+LlXLNO/BotCnsTIQtHT8zHwyCL1yxADx6gDHPoYIiCu2aalB/sB3bO87surgk8J+ZfJnTgfk3vvRcn+HBResgNz/MGx/IBevTZ6fo5S3q04V8ubzBq/pXoE3Yswd+5A1Czxl6+xa0Uj9bjDP6MJVjdAGVGc8+1yPL5CRKthddRQW4h0rR7el7YiGNDF0dvH5q/HOtzY4AabBqvqaDHtiDJDZSDa0Ei4dL8QNjoVQPg1u07/Hi1EMtDeDNLwY+ezwNUFmDCoB8TDuvX7NmCN+th61vAiFGZntFjmRHUJitv6MjgxGGtUIUbe0AMHAy+vCn8aLrhrISP3I7wQsHDOMuR+O0c+1RQyUCNwXtTe907A/JWXobLZUaRhfe7E+VjZY0fTlyiHTyV29TjMfXAEeqW44Dheg+/+XomP3y/RPKHRYvJzegEGq2HFG4tg9bZD+bjnWc2Kf/MGNl78l8Cj/6HBaiEWr78PjYsL8PgHkepa+IjVWXij7DKUj3gYK0IWEZ+7DYfy78H8FlTbjg9WldGCrhWPY4k/oNQ8Nht422j3kZjxRCFyLwAcJ2tR830VKt5dgzJ/WKUbrCoBQfBt8hGmAtB527x49GXa6Fz0ygw+tgTtY8a622t6UdI0eFG+Lc7RrDZQPJpHNgOPZ3odqP3+O1R/9TFK3vV/Q9SCAu3ojxoIVqPbNt3plgWrNyF09CIQGtTp3EyKETeTbOqo6QLMXjoQ383zf2vYlhNiFkZOfxKFV2UBzpOyLKu2lwRO/vJWMeyN1bqhos48mbljZ6DoxpzAdBVSTVOHjK6no6uIke1FC1ZDHn3Tu9kOf6wtsFHNjXyTka/BPdOvb7koeqwIQ/uq8yOpH1emEGjmqMSItbDpTWSY1kUTRDwwHysvrwyEbZHWFosyD38cM7it4HQlesev9xi5CHO0ZRH6GRFCFcD1J3+grH9UrekPjNSh9v9MpKkANI9lip1o0naVEPu7p0X/Ikb/TUbKOn/IHqvzg7Fg1Wgf0Xy9M1LO4X3uBMz/Y0/seHgeSkIKKmy/9dpoK+YMjjQVQOgbzcPN9A1DzAzejIR8WSymnhn4HebIudGUP9HagHgbfYGr6csxQujCzr1yVGydmBczbMqREFMDx6jbkEQ4nIeD8kWj+iFY+GKGRqzKhZRRd0Mz96P06XkoCZn+SG9/W3t+Dl9XS8/VYvmb4RCPcYbNlx3arvS+ODYaYLV/L9bsFkKCVTGiWExpk43q5Y9j+Zdhx2WwLegPggjvS1sRDBhoR2LKiGjXY3EWj7h50X6GXhz6a1ddDaq2FmORf45GQ2XQXN3T/120/kn5wiMs2AmZCi2438EQKXHL4mytI+fjfoVczwbu0Qdi2h+mYWBmK0Q091DGlo48YjNr7FzMH1yLRXJqw+gDiPT7RnUvAtcNO1EkBohoB2botb9YBqs3n8ScJ5aHzB+b1Xcg8gbchIGDc9ALVTovNzSmd65/isFqWAknfrBaiB8fHINnvjdedTs8WBWhw8RcdGmyiy5Uvxs2mkV8pncuRgzMw4ABucjpVosNgUfa9DutVgWr/SZg/vRBwPYNKP6oFJUyvNUZsdrkmyWjwarRN5iLDjsPA24ciEF9ewG7NY9IGi/Sjv1ktGDVkG3TXZYj6HTeuth0BIuRG0W9UTqagCNLjB7W3vi28YQoD6cXcv9dnIgGIveKLNSW+R+FbmWwKh/zVx5BXPdRuTJqOyxwMBqadGwFMbY1w3OsytXplHkzoWlgD1oYrI78z2Uo7PEdyt9fp0y/oIbiwS9u9I9NjIaecFXTHg4N1SjxP3ZjJFiNUZnLwOXYHDy+Qn8uRCka8oWUclztEqy2sj8wVova+1OtDVYBMSJ+4P45mLOrSPOFjr8ux+L8EMNgNWq9i3Wwqjn+RA5WtTcjmumOumlGnsgaaqANnH3BqtIfyOkMvrpVTm3yJ80USHotz3iwqkwBkJtSi0/llADatUUIViOM8gku2ZJw0+i5Okqw+vEULFyvd+0Y4ZzV3t1Va9YfHqyKeWgnPYfJl1dh+UygSOveXKgXcmOuVxYxCFYNtKMgQeQybg1TRyxjqP0YKoMWBquGXHWC1aht0q+WeGXREeXNbRgTyBo+DhNuykGGzYXar0oCXzLk3j4NBWL+dmOrUT/lQM32Uix5P+SVuVHWIL5Y1Hn6Riwlnv651YXV8tyod98Zvurm7jXF1D43oXZtLfo3eQ+NzohxnSkVs341AxNSPsbC13boTwVwrw0bAlMnKvsWOhVAL+TekIETn2gf+1e3/e4ULPyoRdjnxYcZrIYVc8cHq4DuVAC/mIU/XleDh2eLh/rDR6yKqQAeg/0N7cusACTIVADijZYj6l8OTAPgLwI5p2pWhTosXQSMvYD9/sf+xaeyMPn3z6HXnvswS06B0PqpAJoEI3fPxWtXfRd44Yfcp+6T8dzTXbAp0OkYu1BvGlCISafno0/1IsxaGTaSxH/wvXORl3ECFYE3Caod9Cig5JGFiMW7P9utR4sWrBqybbp3WRPnY372XizSPmIrPiaC+XtTUR4Y+dTaYBUQ25jb7WOUpxagz5dTgvPHteGEKL7V64X9gcf+Zc2d9Bye61WF+57Sf6GMkcdz5XyfyRuCLyzwn8Q1j/AaWU+71YM2rlg+anp1bXA+VP/6uhdi9tyhqH9dO6+pTpnr3BA22aUWBavi4mk8bH8Nnfc1+lQABZj9xxGoXx0+ajNsnkLdqQCyUDh9AlK2LsSanUCsyjxiW9IAxSZYBXQfEb9xAmZfdRTzXiwFWtkftLF6xWjx1ger/i9Big/3x2iX9kVmsTo/GAtWjfQRRupd1HJu0ofqtye9qQBCR6frjQCOXpztNmJVznsc7WZEuV4RL5vI+p9ypP6yDyqnaEbqGmkDulMBDMWEp67C0d8tUV6EpjcVwFXfhZ0z9aYCiPaERwRfdST+hpo+uNmxPPTlXDqLGAqGAAydvhhFncuxoDoXM/vXyLlpg7e5evW6tTesoetqzbla+QIw7FpObyoAA1/CR6/FcfiE7nk0V46y77WnChicgsCob8NtwUiwqj8KutlgwEA7MlLGcVA2tElD7cdQGbQwWDXg2nTEavQ2mchlYajA+KHzRkDMJzzjBhuqNq5DydvifQ1ZyBk1GkWjhiJDM2e8mOZm2nU2VAbeuTEUt95+EzJ2zsMSGUo2P4hHzqfc24b6r8Nehqlzjyq+AJt21UnNy6sKMW50Lk782X8P05qXV+Vh2h8eRK996lzvR3oh91dFmJyfypdXRajtDFbDYOIRrF5892K8+lDoy6seeTgfXT/5De5ZuPMce3mVCB1uwoklTR+lgnihx+8uQ9VTyuPYRU+vxFCv+mKXfVnIGVaIcffmoFa8rS7w8qrrkbon+KIG+fKq3gdlGKlMKdD0ZK8bjIiLkwd6YO/aJVjy0X70unEciu4cipzkvcE3jrdgKoCRnhLM+6+y4GN/o57E3DE9UbO5RH05VS4KRhei75HVWLi2GrhhGhY/0At71c63tncuCsdOxsjU8qiPCsf9TBYtWDVkq3MUMlAbiax9avmKOjBKnCjykPp37Uje1gerEBOEz74eWajBhkdCX8LR6hPi2LlYeaNLPbntR1bfoSi8bxxyDge/TGhy06/30qmxI5B9WvPyKnGjfb0LZa8vR/Fn4mVuikWPk5rPGFlP3CtMpB0Q87lNwyCP/w2VtYF2eNnRDZjzuxLNYyl6Za4sf725MvjCu2G3YvRNGdg5d4ny5USUYDW83Yqb6KGuMqz+YzEqkIORt49DwQ09cKK5qQBun42VN51QHwUKPVYZcPaqUl+IJ25WpyH3tOblVWL9V51Aqb//ilWZizeYzi5Cz0NlKHlTebNn7m0FKOxXi9ULilEdsxGrQJbo6+4MfRFb0a+uR8aXSzDrlSrlRV5R+9qztZK2IViFmAKnCH3M9agUj9VqHiWWZm0+P4g2MRJ4ex4WauYLa6++Jmo5R3i5iZGXV0UNVm8sxLj0PVgjXg4Y4U+7BavqY+vR3qQro9V752LudVnAoQ2h8xsbaQOizT4d9vKqsYW4Pn0Xljylzufb6pdXtTJYhfhyaBoGptdjR7PzxSqFYigYEmHt3akol1MAZKFo3nwMPCymM/BHq/r1unXn57DzRqvP1QZeXnVOBatiSoBpeG5qLjJcezUvhzXy4iQ1PFjVB1XzZmGNdiqv10JfXtXiYMBIOzJQxmft2WbBa+hTHWXaIUP9UbRgNey8YcRVL9iJFiIlcFmcrXWE+xUvgSzk3T0OBddrpmZziYyQWbUAACAASURBVNGvJVi+okzzYtwsjJg0A4ViJK0NgMeBml0bsHxxqfqZKE9HirY4KQu7nhBT8GiPVe+LDHVb1/VAigVAQy2qNq/BQv+0IeEvrxKr6z4Ckx8txMCLU2ATy9TVoOL95Viuzlsrt3h1EZ68dyhyuqljgR21qPxgCRa9r339b7zK4ezbLoPVsyBYFbuQN3UxHrtjAC7uJBreaXz30Qo8Pq8Eyuuswkesip9djMLZz2HS8MuQJmZwVpd5Zl4J/tHCetaRUwHI+UcGhL9cwb/D4u3J89HH/+KT8AbvcmD/1tVY8pp/3lHRIV2Gmv0pyLkiS+lI6vaj7OU5WBN4lMxgsIqwDslxEtWf7UXK0B7YO2EWlHGGxkasIl+8ATwXXSwnsWPxo1gisnExvH7skxg3LAdZom/yuHDyn+X408o1gQmgQ34PwHG0EhuWLkJp4EK0hQXbUR+PNLdlYO4bI7YRdja8Q1dPXItWBENr/ZdbGJhjVd1k0bzXMLS+OHQkqPxda0+I4cu54DhQjtXLgmWt94h1YI5d/wnxawcu6/EdpgReXpWLopnjMOKKLHkCFHNtVX51AjlXhY5qjr6ejqoYrdhO9zwUPVCIof72LMp7TzmKny/WjGAS641wo6BzkbDjo+VY4r8AaG66AL12K+vfCOR0s8k26/ihEpUncpDrKVHfyBt+jOGjw8J+r77pc+8cdS5fdX/zfqJcsLiOVqHs9YUoDvRfMSzzsLbkOlaN8rXLsUZ9WV6sRqwG+rrhOchKVi8kPytBsM22oT9oRZWK7SJtCVaVEciTL9qFx2euCpm7Klbnh5FidIOYguLYDiz530sgHv6K2teIi+QvT6LP5Qdb3teIc1rEcm7mwl97k/FZ2I2IkakADEz70X7BqsGbEVnxijB31VDUrw0d9R44t/hvgHSvN/w3NGr/I64Jvq9AyeLlKPPfYOl9qRnezkWf8vYqFPtfihmh72x2jmtNI5JPX1xSqfsCwPC2pjdHpPIZdW5n+YVPAeyb52Deu+o0JWL05+9CX+SpV69bd34OP2+08lwddi1X+48y+WVeReDG1+C1Ymw7p9isrZknP3KnPocZ/Wo1gw2MtoUcTJg3A0MvtcG1bwMmPi1e4qfTl4Zfh0cNBoycS6KXcWzgYr8WQ19MiM1GDUeaC1aBpu3LiKvB/j0kRErcsoh96XKNFKDAuSjAYDWsVFs0YvUcqREdGazGlszIPJix3SLXRgEKUIACFDiXBJSR1NFfpHa2HLPyJcAczFoZec7gs2Vfz639CPvy+9w6OB4NBShAAQpQgAIUaLUAg1UGq2Cw2ur2wwUpQAEKUIACiSMwbBrm3wpUrC1F6Zdi2psJePDe64Hy4Mv1zu6DKcTs32djx/MLsSHk0bize6/Phb3rdfuTmHmrHRumhE6bcy4cG4+BAhSgAAUoQAEKtEWAwSqDVVx22WVtqUNxXPYh/P6lLGx56FnIF7HyDwUoQAEKUIACzQhk4d+n/CfuuranMueXy4GDn7+F/1r2UZPpCchIAUVgFH7z0j34edIJfP3W03j2LxwpzJpBAQpQgAIdL/Dzib/D9LyekJcvRz7BC795CV/j53jo2em4obv4aWv/uHCw4gU8tfLr1q7gvFzOarWel8cd6aAZrIbJcCoAtg8KUIACFKAABShAAQpQgAIUoAAFKHB2CIx4bDHGibnkxZ9jO7D8fy9BBUZgxuJxyFV/3No9PblzOR5dXNHaxbkcBcBglcFqAk8FwBZMAQpQgAIUoAAFKEABClCAAhSgAAUoQIH4CDBYZbDKYDU+bY9bpQAFKEABClCAAhSgAAUoQAEKUIACFEhgAQarDFYZrCZwA+auU4ACFKAABShAAQpQgAIUoAAFKEABCsRHgMEqg1UGq/Fpe9wqBShAAQpQgAIUoAAFKEABClCAAhSgQAILMFhlsMpgNYEbMHedAhSgAAUoQAEKUIACFKAABShAAQpQID4CDFYZrDJYjU/b41YpQAEKUIACFKAABShAAQpQgAIUoAAFEliAwSqDVQarCdyAuesUoAAFKEABClCAAhSgAAUoQAEKUIAC8RFgsMpglcFqfNoet0oBClCAAhSgAAUoQAEKUIACFKAABSiQwAIMVhmsMlhN4AbMXacABShAAQpQgAIUoAAFKEABClCAAhSIjwCDVQarDFbj0/a4VQpQgAIUoAAFKEABClCAAhSgAAUoQIEEFmCwymCVwWoCN2DuOgUoQAEKUIACFKAABShAAQpQgAIUoEB8BBisMlhlsBqftsetUoACFKAABShAAQpQgAIUoAAFKEABCiSwAINVBqsMVhO4AXPXKUABClCAAhSgAAUoQAEKUIACFKAABeIjwGCVwSqD1fi0PW6VAhSgAAUoQAEKUIACFKAABShAAQpQIIEFGKwyWGWwmsANmLtOAQpQgAIUoAAFKEABClCAAhSgAAUoEB8Bk8/n88Vn09wqBShAAQpQgAIUoAAFKEABClCAAhSgAAUoQIHEFGCwmpjlxr2mAAUoQAEKUIACFKAABShAAQpQgAIUoAAF4ijAYDWO+Nw0BShAAQpQgAIUoAAFKEABClCAAhSgAAUokJgCDFYTs9y41xSgAAUoQAEKUIACFKAABShAAQpQgAIUoEAcBRisxhGfm6YABShAAQpQgAIUoAAFKEABClCAAhSgAAUSU4DBamKWG/eaAhSgAAUoQAEKUIACFKAABShAAQpQgAIUiKMAg9U44nPTFKAABShAAQpQgAIUoAAFKEABClCAAhSgQGIKMFhNzHLjXlOAAhSgAAUoQAEKUIACFKAABShAAQpQgAJxFGCwGkd8bpoCFKAABShAAQpQgAIUoAAFKEABClCAAhRITAEGq4lZbtxrClCAAhSgAAUoQAEKUIACFKAABShAAQpQII4CDFbjiM9NU4ACFKAABShAAQpQgAIUoAAFKEABClCAAokpwGA1McuNe00BClCAAhSgAAUoQAEKUIACFKAABShAAQrEUYDBahzxuWkKUIACFKAABShAAQpQgAIUoAAFKEABClAgMQUYrCZmuXGvKUABClCAAhSgAAUoQAEKUIACFKAABShAgTgKMFiNIz43TQEKUIACFKAABShAAQpQgAIUoAAFKEABCiSmAIPVxCw37jUFKEABClCAAhSgAAUoQAEKUIACFKAABSgQRwEGq3HE56YpQAEKUIACFKAABShAAQpQgAIUoAAFKECBxBRgsJqY5ca9pgAFKEABClCAAhSgAAUoQAEKUIACFKAABeIowGA1jvjcNAUoQAEKUIACFKAABShAAQpQgAIUoAAFKJCYAgxWE7PcuNcUoAAFKEABClCAAhSgAAUoQAEKUIACFKBAHAUYrMYRn5umAAUoQAEKUIACFKAABShAAQpQgAIUoAAFElOAwWpilhv3mgIUoAAFKEABClCAAhSgAAUoQAEKUIACFIijAIPVOOJz0xSgAAUoQAEKUIACFKAABShAAQpQgAIUoEBiCjBYTcxy415TgAIUoAAFKEABClCAAhSgAAUoQAEKUIACcRRgsBpHfG6aAhSgAAUoQAEKUIACFKAABShAAQpQgAIUSEwBBquJWW7cawpQgAIUoAAFKEABClCAAhSgAAUoQAEKUCCOAgxW44jPTVOAAhSgAAUoQAEKUIACFKAABShAAQpQgAKJKcBgNTHLjXtNAQpQgAIUoAAFKEABClCAAhSgAAUoQAEKxFGAwWoc8blpClCAAhSgAAUoQAEKUIACFKAABShAAQpQIDEFGKwmZrlxrylAAQpQgAIUoAAFKEABClCAAhSgAAUoQIE4CjBYjSM+N00BClCAAhSgAAUoQAEKUIACFKAABShAAQokpgCD1cQsN+41BShAAQpQgAIUoAAFKEABClCAAhSgAAUoEEcBBqtxxOemKUABClCAAhSgAAUoQAEKUIACFKAABShAgcQUYLCamOXGvaYABShAAQpQgAIUoAAFKEABClCAAhSgAAXiKMBgNY743DQFKEABClCAAhSgAAUoQAEKUIACFKAABSiQmAIMVhOz3LjXFKAABShAAQpQgAIUoAAFKEABClCAAhSgQBwFGKzGEZ+bpgAFKEABClCAAhSgAAUoQAEKUIACFKAABRJTgMFqYpYb95oCFKAABShAAQpQgAIUoAAFKEABClCAAhSIowCD1Tjic9MUoAAFKEABClCAAhSgAAUoQAEKUIACFKBAYgowWNUtt1149oUnsNJImV76e3x7Z//onzxSigl/WootAIb1X41Vwy6KvkyifsJ7GBvfmYulx4Fbb/g9pvZLa/5IDpViwttLscULJGVMwof3jMEltkQ9+A7c70Ob8du/voovMATP/HoSrkntwG2366YO461V4zHzFIDOj+DzCQXIatftGVn5N1i3fCcuKLwHQ+K/M0Z2mJ+hAAUoQAEKUIACFKAABShAAQpQoJ0FGKwyWI19Ffv2VdxS+iaqxZqjBWP1u/Ds6iew0gl0znwE6+4twCXm2O/SubjG6g1FuOXvx+ShnVthPYPVc7G+8pgoQAEKUIACFKAABShAAQpQgALnmgCD1WjBatr9WHdXAS6JVPKWNHQ2MlLwvBqxWo01r07Hb08B+YNWYtkNkUbnnsbXW5Zi6Z7t+D7jEfz32OEMVTX1rHbLdFy7q0r+ZOKID/GbfmGV8Lt3cE/pClSgP14Y+3sUdD9XuqfzO1g9vus9/HlPFm4ZMwQ9OXL7XKnUPA4KUIACFKAABShAAQpQgAIUOAcFGKxGC1ajjbg0WinOp2DVqAk/16xA1GD1nPU7f4NVz/fb8M6nbuTdNgyXppyzBcwDowAFKEABClCAAhSgAAUoQAEKnBMCDFYZrJ4TFflcPAgGqwamkuiwguccq+1JfXTbG9iIfNwzpFt7bibB1n0U297YCNwSNq+vtw4Hv3fioku7wZJgR8TdpQAFKEABClCAAhSgAAUocK4JMFiNdbDqPY2vK1Zg6a7N2OhqBMyZyP/J/XisfyOeLdV7eVXzo/OihmunqlFatgIv1VTha3cjADuyM4dj4qD7cVffTP36Wrsdaza/gzVHdqHaC8Cchp9nDMFD109CQXaEF025DqOibCmWfrsLFeK4YEdWan881H8Sxg26FEnaLWlG5yLSy71qt2Plh6/irR+r1X3IRF7XW/HQTWMw7JKm+/DFu7dgzAGxkQK8M3UMnGVL8fw/d+ELcczC+LIZmDtyMLJa+uh0K/3ac9+1ZR5egNq5VJurG63yanZUtaaeijKY/giuCdu52l1vYulXpXj/2DGI904lWS/CsB5345ERt+LnnfWr4qnqD7D001fxllxGqbuPDClAw5b/aP7lVa2pw23qvTsmWD1YvhrrDl2JsUWDcUGb9jexFmawqldeEYLVI9uw+v3DyL1nDHKNTEOTWFWBe0sBClCAAhSgAAUoQAEKUCChBBisxjRYPY0v3p2IMQeUFwqF/DHbkeRthLPJi4baEKweKsWUt5diowhHm/yx45o+v8cbv8gJCT1rdy7APVs3Ky+W0llmWP+VWDUsbE7U+l14/vX/gxfPiEC16Z/s7jPxsnZ+1CjB6r8q5uLBz7dF3If8ASux7MbQfQgGhTkYllGNLSea7ktS15n4fNxwRMjwmu54K/w6Yt9jG6y2wKu1war3GLa88x+YUKNT74W6OQcLfvUC7ro4tAicu5didFmpTj2wI8ncCKeo1zpTcbSqDre5W+6IYPUgtqzegoMWD3oOG49hPdu80wmzgoQMVmu34Y0Pgfx7hqB9xtlGCFYTplS5oxSgAAUoQAEKUIACFKAABc59AQarumW8C8++8ARWRin/8DexO79YgP4fb5bhKZKG4Jmb7sftl9jxw99L8duKd1ChBqChy7UyWPVW4cU/TsfzYmPmbEzNm4HxP7sIOLYdq8sW4cXTInjMxGO/KMbUPuqBHNuM6a8vQKnYj6ThWHX7DIgMtfafpfjdhytQ6hLrGo43Hp6JvMAQ1GPYuGY8pvyorO+ufjMxdXA2upyuxvvlC/DbIyJMs6Pg2tV4IU8dIdtcsHroHUxYuwJbQowycfJfH+DFba/iLRneZmJq/mo81tceKIFgsKoc72N5M3DXzy5Cg1ju4xV4S6JfimcKV2JcxDeNaQq0NX4dvO/RRisbG7HaAq9WBqunKv4Prv18u6z32T1m4uVfDMcl1mP4+pNF+I+vtuNforr1mINddw0JhvzObfjtH+dijWwTwXqVfGw73tq8CM+fUoPz8GC1VXU4Fh15BwSr1Rvxyu6LMOayb1Fc2x8P/XvvWOx4QqyDwapeMTFYTYjKy52kAAUoQAEKUIACFKAABc5rAQarMQtWT2Pjmjsx5UexwhwsGBs2Qu/bVzG69E18HaMRq86dC9B36+amoabYfP02/PZlJbS6pM8LKP9FjnKUf38Vo7eIZYBbb1qNqX2DB/+vzf+BoV+Jcax2TM3/Cx7z/+7Amxj97qtyv7P7vIAP/esSi3oPYM3LE/HbegBdZ2KXf7RoxGC1ERVv3Yl7akRopmOkDc0yZ2DX+FsDo0+DwepF+E3Baky8PLjvQQtg4ogP8Zt+0dt0y/06ft9jE6y2wKuVweoXG8bjt3KahiF45qFJuMbs9z+Mt1aOx8zTItwtwDuPBqcPEGFs/8+3yw8Ou2o1Vg3XjFD2VmPlS/+BZ8/ojFhtTR2OXh0MfKK9g1UnKv/8Cg78bDJGX16J9948jH735aNPwFKzi+pIyesHOfFp+V7UeXpi2OTRuFJ7FHX7sG3TVuz5wQEPLEjvMQDD8q9Bz/CpMhwHsH1zBSprjsMjQm5LCrr3HYb8IZdC791Zjv3bsLF8D444PIDZgpQL++LGm4egd7oBQv9HjlRi3ebtOHhSrCMF3XOGYQC2YmuEOVbr9m1D2VZ1m5Z09Bw4DKOu7tmy+UWNeniPY/fGD1HxL9XDdgEuvfZm5PfTzmcqAs93sLtOc8w/GYbJt2lKIMJo1uYC5CO71qHsbwdR5wGQ0h39hg4Atm1tOscqRF3ciz7hZS52x3UQX2zchp1qeVpSuqHPdfkYdkVLCqgFZcmPUoACFKAABShAAQpQgAIUOM8FGKzqVgDNiNW0+7HurgLoDoJMSkPnwMhOzTLakDEQJpRiwp9iN8fqF6W3Ycy3IqAcjlVTZmJYyCSnjfjXnl34XgwhzMhG3mUR5lrVZjVbpuPaXVXyJ9pwsnbrdFy7U/z8Ijxz52qMuzQU7NR32/H1CTEk8VJc0/ciZURixGB1F55f/AReFAFOxiP4/P4CZIX5V5TcgnvEEMew49JOBbDg1y/gru6aBXcvxeVlpfIH4aOII7Xvlvt1/L7HJljNgWGvVgarkfvQyPOyBstzMJZN+L/ID5m/oflR3JG2F82rbX19OwerztAw9Zu/LMeeSx/AHVeFNGzlEERoV7oHnq4DkD/yGnQP/4jjG6xbWwF3/1EYldsdSZ467PukFBt/6IOxd2nnbj2O7W/9GQf7jEJ+v+5IsQGek/uwdf1GHMkei7GDwmZ5PbEda/98EH1GjsI1YqOuOuz7fCO2fNsNt4wfBkMzFzgq8d7rXwCD/PvmwIEv1mNr1XGgzx1NXl7l2LMOaz9zI3eUss1m9y9SARv2APZ99Ao+tQ1DwQ29kW4DnEd2Y9OH2+DM1SmL5qYCaGGw6tj1HlZ/CQz2H6fjAHZu2Cr71j4FYS+vihSseo9g29r3sP/ifIzK640LkjyoO7ATZZu+hvW6sRjdVy8qb1ur4NIUoAAFKEABClCAAhSgAAXOdwEGq7o1QBOS6szxqLvIj6WYsEYJTnVf2BQxtGrNVADa0bH6LxKKWLG9p1G9sxRr9nyAihOHlRdHhf3RBqtf//VOjN4rhhzqBHSRNhIpWD21GdNXLYCMQCO81CoYjoVuL7bBaiv84rDv0YJCY1MBdFCweuoAtmx/E2v/uQsVZ5SXV4X+0dbTYyh9tQjTRSCv+yKsKMFqC+twbDr59g1Wj3++Fu+cuAYP5avzdqjTAtz9y9zQF8MFgtV6DH5Af0SreAHWJt/NGB8ySetxbC9eB8eNBuZu/edGvLTzAhTdNRgh4xz3rMPy6t6YPFo7JPw4vtlSCQwYhisNDIoUIzbfqx8cPE61cA6UvYKtyaPDglUx5+wmYPh4DPuJphRFwFvqwBCDYa5xDzESdT0wYjyGaL+4ObAd62t7YtSAsOg4ZsGq2O57qL/2IeRna47TewCbVm9F0i+MBat1f1uLN76/EuPvyA0dbfz9Fqz+yINhD9yMsO/FYtM0uBYKUIACFKAABShAAQpQgALnsQCDVd3Cb0WwGi14OxuCVe9hvLV6ImaqL34Sb23P9j8a7DqGr93KvJbtFqyKeTWXzcWaRAxW47DvCROsHirFhLeXYosM6e3ISsrEheoj7D84D6NW/lwbrEYLtpsJVltRh2PTv7dnsCpCz3dwfNBDyP+purfevdj4yhe4oHAsBmeEHUGzL006joo//RnOGx8IDSPFQPKtq7El+Q6MHRQlAY20fuderH9zE45n9UPuVVfi8u7dkKIzoLY5793rlmNf9mSM1kxDIj6v+4j8sQq8UerEsPvDR8MewbY1W2D/5VgMjhrmtszj6Gdv4J1vrOjTdzD65XRHt/SUyFMOxCpY9e7GuhX7dB7tjzTHqv5UAGKU897ekzH65+ElILzKgFvDA9rYtAyuhQIUoAAFKEABClCAAhSgwPkswGA1VsEqNI+Kt3YqgLRJKJ84JmTagUjhWvOPsutX6eC8lmkYl/ffeOba4LyWkbYTbSoA3S0ZmQpAzwjA2TEVgN5RRSnfdtj3eAareVetxhvaeU8R6bF+TUhqG45ld81EfmB+h2amAghMZdGyqQBaU4dj08G3Y7B6UIwoBG4OCxD3ffQStnceg7HXhj2S32ywqjP/pwYgvd+Y0FGhrqPYXb4FX+w/Cod4eZ3/T3o/jNF7273rKPZ9sRu79u3D0VNOIL0nBtw0Ctf0tBhgjjAiNFKwKo6zZDe0U5lqdhD9Co0EhS30AFB3cDcqv/oG39YchcOTgm4/y0P+jX2QHj7fbayCVbGeD4AR44ZAO1AWaEmw2vyLrr75y2ocvtrAaGUDpciPUIACFKAABShAAQpQgAIUoEBQgMFqzILVsJdXhc8DGvHlVdrlms6XWr1hPG75+2G5l9qRpNqXL427sRjPDEgLHol44/2y6XjeBSRd/nvsKegvfxd8nH4IVj00B8NSg4sEX14V9gIozcurrvn5Srzz79qHSY+hdHURph8LmzO1tS+v0rx0CxFfXtWCR9ubaekt94vy8qp22PcOD1a1o64vnoM9Y4cEH0PXvlAqZPSpZnR395nY8+vhmkfXNS+vCnvkP+TlVf1XY9UwYy+valUdjkmP337B6sEtr2DdN2JCZJ0/KVdidPgj71GD1Y06LzzSW/lRVPzpPRzIuhHD8nqje6o6/LTZ9WvW43XiSOV6rP8iBUMiTEsQvtUWjVg1uh/Nlm/zgWO0qhGY0/XysS0LuFsyxypHrEYrBv6eAhSgAAUoQAEKUIACFKDAWSvAYDVasNrcy6vEspY0dFYDSufupbilrBTy3UtJQ/DMTffj9kvs+OHvpfhtxTuoUOczDX/B0r/KJmLobvladWT3mIH//rchuNB1AFt2LMWcb6sD81WGvPFehKd/nI7nRR5jzsbUvBkY/7OLkHS6Gu+XL8Bvj4i0MxOP/aIYU9VpG3W3g8P4uvJNPFu1DV+r+xeyHRzDxjXjMeVHMU1AJu7qNxNTB2eji/MwvqhYhCnfVsMJOwquXY0X8tSXZEUMVgEceBNj3n0VX4QYZcJ5bBte2rgUK88o25mavxqP9bUHSie2c6wCaIVfh++75qVc2T1m4uVbcwBXJi7pqrjEfI5VHMCalybit/Vi7ZkYN+j/4pH/dREajmxD6daleP6UMlVE6GP9+svgWBU+qFiKZ48chhIZhs0F7NyFZ1c+gZVylGSwXiUf2463Ni8KbitsjuPW1eFY9L/tFKzKR/4rkHSr3mhCMcfoejhv0EwRIAt+G974EMjXG1EKQMwpur3LGNzRP8rLiiKNlNy/Ca9sS8LosPUf3LkeB7NGYXDIRJ0tCy5bPMfqmu24oPAO5LbhvUuGPeq+wZadQO6wKxEyRljMLfvPPph825WhFSnaiNW/uptMYyBC9C3W8LlkYzfHavHhn+Oe0f1C51g9sg1vrHfiRs6xGouOgOugAAUoQAEKUIACFKAABSgQIsBgVbdCaEbhRaswIS9hOo0v3p2IMQdEqBn2JykT2c5jqNZ7c/2xzZj++gKU6rxIKjspE9VOZX2hgSeAkLktwzdox7B+/41lIy4NjiCs34VnVz+BlTqD45LMdji9SnA27sa/4JkBwVATzSwnPp/dYw7euWsIAi92by5YBfCvirl48PNt0qLpHzvyB6zEshs1IxhDRtvGZsSq3G5L/Tp638W8rn+cizWaeqEN5WMfrAJiJOm1n29Xw1Bt6WQiO+kYqmXdCQ1JxRcKo8tKdcrTjiRzI5xy/5uOxo68nGZb4S+Pa20djtaOo/6+fYJV51fv4ZWqnhhbNDg0zFP3p8lLrcTPo43kdHyDdW9VALmjcHO/7kiRb7f/BtvKdyP9ljHBOVvVUBc33IERV6bD4nXi+L6/YdPW3ThqazoVgPMf6/Hm58CgW25Gv+5JgH/E6q4UDLsvH73DH5XXMxX7trYC7v6jMCq3O5I8DhzZvRHrPz8Ce/g0BQAce9Zh7edA7q03I/eiFLmPR/6xDVu+TscthfpmTTZr1ANiBO86HLxkGPKv7Y10GxAYsZo9FmMHhU3J4KzEe699i16/vgPXNJnrVQnFj/+8AKOu7o4kOHGkahPKPj0A5IRNx+A/zs/cyB01Ctd0T4LHcQSVH67H9sN2nSkP9OdYhfcItq19D/svzseovN64IMkDx+FKbNxQ+XxG9AAAIABJREFUCet1YzG6bxvS6ajtgx+gAAUoQAEKUIACFKAABShwfgowWNUt99YGq2Jlp1H9yQo8v2szNroaAXMm8n9yPx7LvwhvvfQEVuoFq2KxH7fjxb8uxeoTyst+Otv6467+k/BI+gfov7lU7mWTYFX88FQ1SstW4KWaKuXlU+Y0/DxjCB66fhIKsjXTA/iPU/380u93odoLJFkvRf5PJ+Gp/ofx5Nql2ALgkuwXUH5bTqiM6zAqypZi6be7UCGOC3Zkp/XHXQMfwcT+oSEoogSrcsW127Hyw1fx1o/Vcj/Efl/TtQCP3DQGwy5put8xH7Ea5mHYr4P33fltKZ7dtAJr6pWyLRi0MjAyuD2CVXl4X63AnE8+wBbnaTkaOTtzOB65fhKyvroT98iB1WGjT2U1/ABLP30Vbx07hlPiBVap/fHQtTOQf2wuhu6qApCGx0a+i6k/C61Wzm8/wPPbgsvJbQ2ZhJ/suhNjxLbCg1VNnW9xHW5TH98ewaoDle+txrc/fQB3XBXhLVBqeHf5fXcg1/+RaMGqOM66fdi2aSv2/OCAxwtYUrqj79B8DOkVGq55Dm5H6aZKHHF4ALMFF/TIxeD/1YhP/6fpaEux2uNfb8Kmnd/iqPr5lMzLcc3wm9FPHaxuiPjYbqzfWIEDJ9VtXpKHa9Iqsd2UHzr/q7qyun3bULZ1T2AfUy7si2G3DMGlLckJDXrAcQDbN1egsua4dIPtAvTsl4ebr700dBSo3Dcn9m1+Bxv/UQd0ycXYX+eFhuNHtuO9jUFbud+9jmNrfZ7ucR7/ej3Wf3oAdR5lu5dedw0679quM61DhGBV7JLrIL7YuA071f23pHRDn+vyMeyKqG/5MlR0/BAFKEABClCAAhSgAAUoQAEKhAowWGWNoAAFKBBVoD2C1agb5QcoQAEKUIACFKAABShAAQpQgAIUOIsFGKyexYXDXaMABc4WAQarZ0tJcD8oQAEKUIACFKAABShAAQpQgAJniwCD1bOlJLgfFKDAWSzAYPUsLhzuGgUoQAEKUIACFKAABShAAQpQIC4CDFbjws6NUoACFKAABShAAQpQgAIUoAAFKEABClCAAokswGA1kUuP+04BClCAAhSgAAUoQAEKUIACFKAABShAAQrERYDBalzYuVEKUIACFKAABShAAQpQgAIUoAAFKEABClAgkQUYrCZy6XHfKUABClCAAhSgAAUoQAEKUIACFKAABShAgbgIMFiNCzs3SgEKUIACFKAABShAAQpQgAIUoAAFKEABCiSyAIPVRC497jsFKEABClCAAhSgAAUoQAEKUIACFKAABSgQFwEGq3Fh50YpQAEKUIACFKAABShAAQpQgAIUoAAFKECBRBZgsJrIpcd9pwAFKEABClCAAhSgAAUoQAEKUIACFKAABeIiwGA1LuzcKAUoQAEKUIACFKAABShAAQpQgAIUoAAFKJDIAgxWE7n0uO8UoAAFKEABClCAAhSgAAUoQAEKUIACFKBAXAQYrMaFnRulAAUoQAEKUIACFKAABShAAQpQgAIUoAAFElmAwWoilx73nQIUoAAFKEABClCAAhSgAAUoQAEKUIACFIiLAIPVuLBzoxSgAAUoQAEKUIACFKAABShAAQpQgAIUoEAiCzBYTeTS475TgAIUoAAFKEABClCAAhSgAAUoQAEKUIACcRFgsBoXdm6UAhSgAAUoQAEKUIACFKAABShAAQpQgAIUSGQBBquJXHrcdwpQgAIUoAAFKEABClCAAhSgAAUoQAEKUCAuAgxW48LOjVKAAhSgAAUoQAEKUIACFKAABShAAQpQgAKJLMBgNZFLj/tOAQpQgAIUoAAFKEABClCAAhSgAAUoQAEKxEWAwWpc2LlRClCAAhSgAAUoQAEKUIACFKAABShAAQpQIJEFGKwmculx3ylAAQpQgAIUoAAFKEABClCAAhSgAAUoQIG4CDBYjQs7N0oBClCAAhSgAAUoQAEKUIACFKAABShAAQoksgCD1UQuPe47BShAAQpQgAIUoAAFKEABClCAAhSgAAUoEBcBBqtxYedGKUABClCAAhSgAAUoQAEKUIACFKAABShAgUQWYLCayKXHfacABShAAQpQgAIUoAAFKEABClCAAhSgAAXiIsBgNS7s3CgFKEABClCAAhSgAAUoQAEKUIACFKAABSiQyAIMVhO59LjvFKAABShAAQpQgAIUoAAFKEABClCAAhSgQFwEGKzGhZ0bpQAFKEABClCAAhSgAAUoQAEKUIACFKAABRJZgMFqIpce950CFKAABShAAQpQgAIUoAAFKEABClCAAhSIiwCD1biwc6MUoAAFKEABClCAAhSgAAUoQAEKUIACFKBAIgswWE3k0uO+U4ACFKAABShAAQpQgAIUoAAFKEABClCAAnERYLAaF3ZulAIUoAAFKEABClCAAhSgAAUoQAEKUIACFEhkAQariVx63HcKUIACFKAABShAAQpQgAIUoAAFKEABClAgLgIMVuPCzo1SgAIUoAAFKEABClCAAhSgAAUoQAEKUIACiSzAYDWs9Ooa6+VPxv+0K7xeD5JsZtitAEwAfF6YTCZ4PT40es042eCFy2tCepIZnSxeJNtNsJmARrcPZ9yAxWKFGW6cavAhRXzGZobP48EZlw+NPjOSLT50spphM3thhg82mxVe+NDg8uDwKYgVoMcFyWg8U496F2BPSkJGJzMOHzuD040m+Exm2M0epKUAaTYzUm1W1DsacbLRhE6d7HLbxxweODxmWE0+2O0WwO2Fy+2FzWZD106A0+WCwwM0eExyv3w+IMVmQlZnC5LMHpgaAZvdApfHA4fLhHq30PHBInbPapIeHpcHHthw2uVCJ5sFne1mOFwunHYByRYLOieb0OByw+sFTCaFMq1TMrxeF9weL1wesV0zzGYTPF4PzCYLzPAgJckCq9mE0w1unDpjQnKyFV06+WDzie35pL1wSzYDndOS5XpOOtw4Wu+B2wekJZuRavEhxWaG1WZFXYMHR+vc8AHokmpDZqoZDU43Dp0GXF4fstLMsFk8MLnFEQI+saPycH2wmcW2AK8PcMKGM40e2CwmpCVb4XQ6cdqp7IPb1SjL2GQBkjxiUTOO1LlwptGH7hnJsJh9OHLSiQY30L1LJ6RZ3DjpcOF4owleE2C3+GA1meT20pOtcDeK/fXBA8DhFsdshtfrQ4oVyEi1w+Nx40eHB2fcys52TU9CstkDh8OF5JQkpFt9OHHGA4fTg26dxe/Uuubzod7twym3F40AkixmJJt8sIrSMVtQ1+CCx2eSZWK1eGG3mORnTpzxyTLJSgZSk61wNPrw/alGWRc9Hi/MJhMs8MFuNSEzxYI0mwV1Li9qT7vQIA5CrN5shtvtk9u1mHzobAXSkqyyfgBmHD/jxjGnOGoTUm1A12QfMlOt8DR64G70wWc34ZTLgtrTHmw5JVbasj81dT8A85/wF21gYZOo/D5lfaLcZIEE/og6Ktq/qAXi5yalkoj/kvstlhE/UJZR/kv5P6/XC6lutsJntcCclApX2oXwivqSkgxPcieYO3UCzFbY3XXwmFxw1B+HRbQnqxvW5EZYfY3wNbrgc52B5/BJNNaehjXdA9uFXeB2eVF/4AganMlosJ0B3G7Y7alo9LqRnmLHBRdeCLPbhPoz/0KSuyvMGZ1hNnlQf6wBjV47UtO7wWmyIsVrQaPZB7fbBpiSYDEp7UtpjYDVLI7RBYvKIvo3n9sLi8+juJjEUXvh9QkrHyzyZ2qDD2CJfktdgUnoqH/kf5hl/yNA5UfUn8lFBbu/Oaq/k12ySWzbXxCa8pKf98g2rKwruE2fxaful9J/BX5nFuUvCtMr27xX/LfYIa9PLWOvchpQfy53y6XWP3noovf2SiN4TDD7LGpH4kMPrziJqH88jfC6RecgaoU4Jyjt2yp+5nUpf0U9lB2Q3KKyH5o6J/8t/4bVffk5eehqfVTrqPy4+H+i3qrrFBVXUMifCTCn/IxJdHJepQzF/3pN4ph88Imfq2Ur6rQ4FTj9//YBHrGMVyziwxlRX+WeC0cT3F4zPF4TXF4XPF7A4xPHbJL9uMcjd1f2N7LuAHD7vPD4vPB6PLir4v+FHWT0f4655yEcOnRI9s3dumahc+dMmE12ZHTuAqvFCpPZDLNoi2alYlksFoieS/xb1AmLxRb4ndWk/Mz/O/Hf8q9Fqd+Bf6ufCX5OrFec1zTLm32Bdcm+w788xGeUfQnflln0Hup+hiyj1mlZh/3LiTqi1nfl50rnpP2MLGPNMuH/1upqPxdNPfBZyaL2g/76qNkHvfVYzBa4PY04eHA/vKKPsVjkX5/XJat554wuuCCzG6y2JFkXhUfg/OzvQvxtPPwX/n5D1sZgg1H6a+WP9r9D/23S/Z1sD7KvUJYVLV/Wd/lzpY9Q1qm2HbHPAA4dPIj01FQ0OOpx5OgRWKwWuBtd6JLeGRdddFHguP11RlwDhpeB/9+65aTpE/x1S9knpcz9f7XHra1b0co4+PtghxyyP7If0TOVHY3u6odeP9D4ZjWf/LbuFGxWO6yiHfvM8lwrKoW49kiyAPaQ04YPTo8XJ51uNLo9aPQCLtHPiL9eH8xuNzyiT/O4ZX+MRje+/24/amuPys97RJ9sEtfCVlitVtnuxf/K+wG17GWzE/VS9fb/r+grZV1Qz4/+uiY+L/Za9JJes7jsssBktiAlJRWdU9Nx8vgJNNSfCfEUq5DrldeiwbbtbxNiW/IzSsUMqdsWedWu1M3g6dCk1Fv1Gia8IPTqmlyHWXttpFlK1LMIK1MWUdqTf3/VmqJcL1jENaAXJ0+dwukzDvkrq8km+2ur2QKzSZxfXPK+wedLgsWiXJ+IGmcRZeEz40T9j3C5ncjIyECy1Yzqf+zGoZr9yOp6AeBuREp6BlJSeqFT52SkpHeFxdYJSZ06I8lkgdUkrpNPwOtxoZMlCTbRH5s98Jm9gDkFXiTDbPHACyfcJiuSzJ3gdftgtZjhMbnhM7lh8ojrPeXaQVxOKPc8JpitdlhMbnkd7YJdnuds4nhkvRDlpV6HBC4hlfs7f9sMXE9Je9H/qf4+s7zOktci4mdh9v7yE2c3/x9tf6LtDyL19U36H3Fg6p/mlvH/7toBP2tV+376Px+QbUzcq8r+UHO+Fh6ivXo84nrVHeijrXY7UjqlIiPjAnTrdiEyM7shLS0N6RdcgOSkFNm2kpJTYLElwWwWfatyblbag6ibyv/KKxefUzRotf9Vr5v8l7NKSwq2TXmeFa3Z38ZEf6vf3wX6R3ld5+8v9fpHcW3kQWODE2fOnEFDQwNcLhcaT9eh0eWS95rKlZNiIFqyct5RLmnleUlekwY65JBykH2Pem1nMokaotyrKNch/vOF/3iURUWLM6nXMHqF6q9P2msli9Umz2t2ux1JSUlITk5GUqdk2OzJMNtSYJLnOPE3KCr+rZRBoKapZdSAI4cO4B9/34tGpzPQw3vEvZF67+Z2e+RxCDuR4bhdTnkdKAzF9Zg4vk6dkpGelo6MLl3Q89JeuLjnJUhK7SzbnChDpVcXzUl4insaxdmk3hN63G64XW5x0SvtXW6XvG4ROyzKye1ulH1Ao7MRHpdXuQdU//q84nzigUcso54bNJciIdcb/r5e2otzTeDzat/hv64Kq2v+tie2I+AC21Y3JMrD6xZnQOUeI3BvoPwrcN4Iv14IPx/4/51/xz2tauPn6kIMVsNK1h+sjhPBqkcJVpPsogPyXzCY4fV44XSbcMrpg8sXDFaTbCJY9UHca5/xABazFRa4cdLpQ4rdjE5Wk2yoIcGqCP1MIoTwwipuJEyQweoPp0WXaUHPzCQ0nnHgtAw47bggxYwfTjTIYNVrMsFu9iI92YQ0uxkpNgvqzzTipNOETsl2mE1uHD/jQb07LFh1eeUFfbdUExpd7ibBaicrkJVuQZIIGRtNsNnN8kb3jMuMOnFFKsIWEf7ZRCxggujIXF4L6t1uGax2sZtR73bJfU4yW9ClkwlOcXHqEZ21kpGkdkqGz9sog9VGEQLICwMRGorwQqzX2yRYTUoSwaoHojjEhYnYFXFJ0cliQnpqEtwiWD3jwlGHV968pyaZkWLxIdVukcHqaacHtXUi4PWpwaoFTqcLNachl+2WbobV7IbZIy5qgp282SfCRHEB4xO5tBKsOt2wWc3onGKHs6FBhuciWPW4GmVnLs5NySInUYPVBpcSrFpNwOFTDTJ4794lGekWD07Wu3CsUeR4JiVYNYtyFcGqDS6nSwknAFlvnF7R5QOpFqBLinIhevyMVwbe4ri6pdmRbPHizBk3kjolId0WDFazuiQj2aQEOjY1qD3l8kJksjYRrJrVYNWkBqswyWMUgZrN4pPLHD/jk58VwaoIlR0uNVgV4Zu4QTGL05JXhs6ZnSxIs1tw2u3D0bpGeczCVZSzCPfFpYAImjvbgDS7FW63FyazFSf8wapP1GlvMFh1euBq9AFJIli1ti1YXfikejIJXh/Jm0+IGxNRGy3wBSqB+HnwRKbU4KbBqrzU0lxL+f9TXOuazDZ4zKJ9m+G12dDQuQvs6V3hSUqDOaUTbGk2ON31sDachLvhBGwmN8xWr7wYh+sUGo/+CJ/HgTNnGgGXCaniAjEjHe7kRrg8dniddbDYMtHgbIDvjFtk43B5G+XFRoopCS7XadTVHoG9cydkdMqUFyV1p8WFRhJSkrvAbk2D1WyHK6UT4E6G122RbVyEbiavGaInEzccJpMXZhEoibDRJyJ09dpGXpgqd3SBG0d/qKq9B5N3kxFuyvyBtLxwV77ECpz4Axd7mi885K+VCx7thb4MbsWFhvwrrivUK03/9aVyraj8ThNEqSmoGkb5y1s5Jn94HrhxkTcw6p2TkiCqxy6+CPHA5LVIN/UKBT28ovWI/l9cnLmV/xUO4qZI3X2TuKEXN/AeJ+B2Kl/QqGGm8iH/HbPqJ36nuWEKOZVpvm+Q9TokWA1+G6B8mSAS88jBqk9ZWG0vyv/Ki3afOP+JGxzlv0Wfq3yJIPopcQOq/Fx8yeUVwapP+eJMhBliGXG4MmCVf8X5TglWRaAqKWRgBdyx7csWX38V3j0RJ0+elH/T0zqjS5dusFpsyOgsbrCS5cWmCFZlSOK/ZRBf6InAVf61BkNWcUZSfy6ru/+/Zfk1H6yK/lB7kyHapfbf/gtmeYMnw9Xg+gKBbKAtaIJYk3L5Kz+vCS3Najir1Hv9YFXbVrSwkS6a/fsYrRC0wap/mZC+oJkViGMXNyaHDv8LbrczEDDKEMXrCwSr4maso4NVpV8PDWGjBauiHSidQjBYFW3tcE2NDFbPOE7jh6M/yPrnamwMBKvi36LcxY2P/NPiYDXYIwTCbfXEpBeChAZc0UpY+/tIwWqwb9eGe0o3Fdtg9eFZC9C1ayYuvOhC+b+ZXTNxQeYF6JqeirQkG1LEjbzNAnG6Ej1Jo8eHep84L3rhFjfeIlz1uOU1qCgvMXhAfFEtbsjFkIgfDh3Cof01cDY4ZZ8krsPkF802qywfGe6LPlh242oAI/osuT3lplyEP/7+UvmSQzHQnNmUU4RZfFFjkeeDzumd0SmpkwxWPY1yJIN6GlG+6PKvQKupBCLKDbTcL+2FiLq8OXBOCAbtgZVFOo9EqBIh3zlrPiN6JeX6SeeP+nN/PfQ3ERHUiH0WgYQIVRsbG2G2WWGzWmG32WE1WWSZiPOh+MLR43HJIN0srk2TrBDDLOqdDXA2uuX9hs1ihQg+nI56nDp5FB6XE3a7GYcP7Uf3rAuRknQhvL56eEWYLu5dPA3wukQY4oLJasbJY4dQf+x7ZGakIvvKHBw7ZUKXbn3QtftPkZySIa9hrVabvD8U9cF/nSLCIItVCaYsYvCA2F8RDlss8IggXpS9uwEmqx0ma7JMXYWX+FJJhq/q9YA/7BODFLT9eyBk9Xjl+kUZiHtR8XlZOzXfs4a3dX+wqtcHNAlO/al72Bdy/hJVrqdCv6wL/i74JZ//Z9cNvLIlHUvgsw/dfUsgWBXhqtVmg80u/oovU9Q2KNqhCOFUK2GuhGrKdY0IT8Vfi82K5E4pSE1LV64HMjLRpXMXpHXujNTUVKSmpSE5uZMMcUVI719OaVPKOVu9C5D3nEpvJuPwQNuUVyvqD0KucOWJWjMyQLZ/5RNKYKf9E9p2ZPmrP/K3aVeDE42uRjQ2OpXQsOGMvAdtlHXYLf8qAZxy3pJfdGi+BAzpitVwX72K0HzhEby2DFyfBkLm0D0OXjeI/s1//aK9lhFhbPDf8vxms8Jqs8OelCrDVntSMmxJdliEv/jiW3ypIK/jRV8WUIbX24AzjjqcrquHuNbxl71oi4FrUhk6u2SYWltbi/JNH+Lbf/5T/j49PR1dMrogo0sGxDcfory7ZXVHr8t/iksv7S2/vBXBu81mV8NpsQsypQ6eWLX9m7j2FeGlHHigXPuKMhF9iTiXiDLyOsU5RpSL+Jnov5S/ImAV+y2uicV5RPtFnFinvJYO+2LaXwcCX9YFGp5yrR38kkC5FhdGYv3yd+K62yPOSWLwmpJF+VcfHqwGz1lNm67edSKD1bA24dM7A7eqGzw3FvIHq/de3lVWfLsIVpPkuCIZuohQxe3ywOkGTjmVb73TRahp8coAVoxYdXtNcnShOGFa4JHBqgj3kqziusAjRyuKEasiROskw1iT/LZUnIBF6NDQ6MYPDjHKxyRHrLqdDtQ5lW9lxci9H+uCwaoNXqTJYNWCFKsZjoZGnJDBqk2GtWL032m3EgomiRGrYoSoCFb/P3tvHmtZdp33fWe+8333zTVX9aCeSLYoimSToiZKpEQNlhRDQSjJsiVFiAPbymA4kRgjgJMAiWMb+SP/BQIcwBYMR04U2xE8yJYpSxQsQuLUHLrZze6u8dWb37vzmYNvrb3vPffWe9XdZdlx6L5Esbreu8O55+yz99q/9a1veQ+CVcI/xm0Eq4SMdSq7BOgqWJ2mCsl4Q6rClovaMlj10Y2oWE0wELDqolt3kUhmRzPlXGIatQhOmYpagApfwhBZxBjtgsdboBlRteJiOElFsapgtUAkXIcKBGarqd500WqEEij3BazmoPirWXNRd/XcU2kwikvs9xP5zE7Dx1rTRZKW2BkBSZpjnYpVgtXSLJ38nIKKPIJFzZhTFRvDxyTWsdGuh5JRpHqZYLVIqcjKZB2tM3tdOqJYZVC/0a2L2m+3P8E4BbYJVn0Fq8cxRW6OAEyCzEjAaigZL9meCXAvRfXJf7cCAn1PzsNpUoqiOc8KrLUDgcljC1Z9Ba883s1uDSEzlBzXjipgqSZl6B76nkB6Uaw6LgaTTEFv6CPgAuQKasTRuJSs+3oFrN7lhXY8Abu8hhzzVNz26q4oUYeZI2N2LGBV8IGOB4fQtkCbilULVj0Pp5Mcx1OGKQ7qfoGNOtBrULHKDGAhitUBFauj4pEVq+X//MuyGM55oI1KVSlI9UMl1WujJzPJMcNXIe9GiS3BViXDKiIQCcxUmyLgiAFGGCBtd+F22vDaTUTNGvJsiOHRPsLkFK6fIIyY1IiRx1OkyVgSAM12D6WXIa+FiFZW4dWaKN0AzIyUQQ63u4lydITJndeRegHqUYD+ySmiVg/JdIQyydHhzTPMEZcFBsMTFMMpQjdCK+jCbTUF8BZxiHxSInRDMGZAGcB3Iw0ePFcVPvxyHDiM2WzcMxPLacZ/FnybRMgsXl+MMU3aYA6NlGLypM4z+pJJNm/A4MWqUKl5lBC3EujLRTJgVUWfVpFgL59RmtkgeHZgVrZjdW26KVbdsWbxdUzoBlk22kuqIFUL5XBKAjsFz/wZwSrvDwZQnF9gFBhUKVs1LtW/KAnSp0A2AZIYDrPKVFGZzLkErhyfdrmdKR4WpBSimJ0N4GpgbsatrmX24ukFYaJLgnh+p4pq1WqyLKC1kFWfRlWFBpR8CUECNyJT0aIqbBVoKmCV60gmINUCVwILfm2+XtSrAmEtWNUNySd+94/ednDxI//Bz8oYYWDNQH1tbRtRWEO72ZGkhGyUXCYHg9m4ch2FWgo055CVm9IF1WlFscoNg97mun7NX69jbhmsWogwUyTO4GhFTVh5L3nPitqw+lmcVuT3Zpt2lrpgWTVz1iZarqv5zOqJnoG5isJV57iznz+L8c39vRyAP/Qiyg2cY3fvLiaToW5wqaoQhVqBTqeL1bUNBBEVq1T32e3t/F1nn/fHqFit7qH4/nbD8ccBVvcPOTY9USF1W21cuHBhQbEq38yA1YfBj4VrZvZ/D4Pky9fhYdfpvN/NN7tzwLL8vm91a/GoitWLT38C9VYLzXYbrW4Ha5sb2NjewvaFbfR6XWysrWFtpY1mg+o0B1keM+Uj9yWhXY3qKUIaCho4Zk3FFDe9fPRPj3H7lVsYnPSRZplm13i/UYXOP1yTXFW52RWD93VuYIVVjNkKDq14s8JdxTT2fpYhSwjkeej1egjcEP3j49niasfdLEG2gKnnoLR6LNXzL/OEJOnOugst5n3wd7PqkgcGzXl38/x7LT+D85Sup6L9kmMRVToKjIZDHJ+cCFQVlWIYyN8+xSi8HLJcqXqMfxq1miRMx+M+Dg7uIwx8ATTwgb39fRwfH6EmcJZBfAbf9XF6ciTQOvDW4EU5XFYUEmp6Dfh+AfgBas0VxKN9vPzFfww3H2Bj/QaAdRROhFanjbW1dWxtXkZW1jGJp8hM4oQiGqn8CFQRTKASp7FW4eUZxnGMwAsRD48w7PfRWruMsF6Ta5KmGY4Oj3E66Mv15/okqr6wJmO0XqsjDAOBzKxarEWhVDcGfoAoDBTgUwQUhvKd7Jiq/s2qi+q/z5sDqvf7eXMO17Dl96o+d3nO+ND7n3nb6zdf8As/9TFR41qgbNdX3nP82Ry2ErQqEOU50aQHdzJ2vmYMookRxiYyp5v3ZWUKz6kiGIJlAAAgAElEQVSoWtsErl2s9HpoNttod9ZQr9cRRfwTzaCrqin1YasW9ITYDLv5XSXtrfGjfU3lJpRY14BaObA57LIkr3rPy8dIdY3Ou3rtmSCggjKWtYSQlVDR/slzVlGmUlkqanUjJlCFvz2WOdjTz5gfqy3c0hjBRhsPXtJ5rGGeZ2MKST4YsCqn3lHQahPYPhMSgZzfMIwEoNfrrdlaqK/Vz00yqlS1GliqjGxVnARDeiZl/Bm17p3bt/G//LX/EXfu3MHG5gZ6Kz1sbGzg8uXLiLMEk3iC8WgsVX/NRgsbVDmvrWH70gWsEL53u3L99Rjmex3VOZjKH5nTq1kNjfN1/mc5VqLXxyhbqXSVa5YmM8iqIFWfL4DWglV5n7nq2FbC2J/xc6RyYRb+c74h/8gwHo9lnBAyc1zI3txTMYEmfpdEMAtrw5IYxX6/yjZD7yMdB5/4iZ95pHv8m/VF7yhWl65sVbHKARoGDmoR9VpakM0JcgZWE4hqsh06ArNqkYJVbiBHCVWLHgKnEPDVDOZgNTal9wRW9ZDl/IwHWJ6v5fDTpBCwGmcFLvRqUsLSnxRwPB/rbR8no1hAK7mGV5ZoRQSrDpq+g3HCcidCVF9Ug8fTDMNUFaBU3zJAYZaWi1CvXiLNcgFetAKwYLXmAesdWgtArABY8k/90YRgNbUqrRKBrwscN9ZzxaqPFYLVLBVFryhWG66UUy2DVVoVUDlAsKrTvcmiVMAqy7yGkwT9sYMw8tFrEPjohn6aGbAauOg2AgE+LHs/GmeiGm5Fntgt0AqAgcgoLnAwSKXsv1P30Gs4cq12Ry4mSaJg1cngFabM0FUA4El5GTUM/J7AtHQxFSsAF+1mgHicoE+w2qyhyJkt1LKxuinb3x1k8plrnUiuyf3TWJSe250a2kGB/ijBUaKIiGOCsWDNddGqhUiZ8SKQc4A4KQxY1RJ5AnWuy7R+4HWh8mKDYNUHxpMUYa2GlsfzYcDqioJV5KnYDRDSjmgNId9PISd/ztWpPy5QsvyfpW+eKlwJhVWx6mA9mlsB3CdYdT0BJlo+TqVlKWCVqluqqw9G+p2lmMQlaKdyzRFYrVYAntgDcHNzOuEYJkymlUOBtXqJlYaHPCkFrBYBwaqLg3H5yGAVf/1X5go87mlsdtfuPEwZtt0ILBDEUvSrs1VFM8pmg2VKQfmTTEr2FNIyFVE4JdzQRdCIULbqcFdXkTZrCL0UyfHryE/uodFYQ1oMkOYjhAWQjRMkZYKw3oDntBGutJB4DialC4rtiqkLv1GHt76JoB4h2d3H9PgIre2LwMkATsOFEwU0Z8BkeBN+f4ww2gAaK8hPDzHd20M5TRD5deSdJsK8j0k/R5moEiAAS+7qyMtIlBZB1BDYSsjN+8SVOu5KHeFcijOrXpeNlJwu3Zg6QmWrwaSZhFkVIIGSgX6zudkGpZaEFqZKXoqX5vIf+3xzDHPGvbgRYKm+cBz7sbZsWeW2Nvw1TxC5sYC2OVSVkEThaqmZ8nkljvlwiUznx30h1w0QgYTr1OAEIRCGs3JyfmcqaGTzSFVLOoUzHQKJBaxa7qZQy9VNnERT89Kz6lImiQELwaoBvSQN+IMKWLXPRbpgA2ADeips9bvOr5koaQXGaqJNMKooUhkUlogJ0wWs6p+M6ubSQWKy8AJURZHKvzkP5zPgymSUwle9r77/ERSr3/sDP4neahf7e/tSAra1dRHtVheRXxNIR9WZzFem5Fw2DdDyc91AzMEqN6VnqUypeF1WYiwC1sWyftkgUvE9g7dzXYvdNMo3roBV/ptzUxV82v+2YLX6nOomVN9rcexbOLi8abafO7uFKqql6u+WYc1ZgfFMNHvOe5z1Gu4NXK/E/sEO+v1jKRu0YJXxSrvbEbAa1eqqihEF0SIl+jcJVquQ2ULV6v3wVqwAeG/v7uyoYnU0xP7RvlQOpUmKlYdYAVTP/1kAfOG+n5WXL57l8wDpm8Hvf5fB6oVnP4EgqsOPmvBqLTRaq2h1V1Ff7aDWrqHdbqJZiySGL/NEKr+mpwcY9U8xHQ0lNm/WWbFRw/paS8rHu922KF/bnTYazQb6h6foH59K6S0tUTRZqMm6mJUHtux/plwE/Eqpvs5jmniS+7iS5JLqGJss1GyBQIXV1TXZZ4wHA9nJz+d9yVCaed1aTeh1VnWarsOEhdWxOZtTbJn4LPEwT1aedU/KKrEgvZs/6/xxswiXqu9LHGSPi+CLD+6xTgcDDAZ95Gkqcbp9UGdiQRBLcBWIuwLF03SKV1/9Km6/8RLS5AT1yMFKp4W8DEQk0Wq00GmtoFlvS5VCvdbGnb0drG9uoN2+hgxTlF4gqlKvCJCXU6TgXoOCjhJ7N38PJ8dHeNe7P4p6fRPT6QSHR7dx7+7r8B0fFy5cxYVLj8EPWxhPJ6B/mOsW6E8TAVuZlOCWGE0nEiPUG3W4Tgt7917C9OQA7e2ncTgdYfeNHbz8+k2MRhOBHwp7FY64QaQgn0DEWE9QrcmqB54bQYdZjtVWBx96//vxPd/5XSKoOWsOl0JvWeOWErAVVepZa8CZoHUJrFafY9ef6jE8Klj9eYJVTxXIPAeybkpyS+E6z40ICSVmNJUgnq8QOqzNknN8HX8m348nz0R+M/WfSQ5TmMK4RNLoBLdRU9SsYkPTW8Xm5hZ6K6vorKyjTvVrsyFAUJehSuBr/jljUYxrFyre9OzoeTPWYwu/t3DVXLNKFZjEf5JwVJW9wDILn/l2Uvqv6mUBbFmGZDrGdDJCOp1iSrVrogCWlaYlE/dVhbJ175pn7mciAp1oOActKSPMxV6MNSoVDVJ+v1jZQxslBX063q1nF5XYomglYPUIywMRqIndi8BYAlUfXkh7CFUj2xhYYxv9OmQS/O/d3V387m//lsyr165dk8+Kohqu37guTIMiKJ6Lo4Mj7N3fw97uHk77pxhNB2IXsLG+hcuXr4pNz9raBnwCdl7zykPiEJn2dH5TFXv1GUrzZa9gqhhEcSqWBQpcOQ/RGoBAlN5YjkmWSDzN9cNUPlCtbxN2Mj+bcWA/jb/j9+GDogLOqzJ/eJ4kCeyYsevErILC7oGqmeQKeD0rmV6NBX/gx37qvCXk38ufvwNWly77TLH6xLpsdLmQ1yNCBp3MmaUmWE1yRxSZcVGi5avKkx6rhH4WrHJDHrol+ilEVUmFKic+C1ZZBk3FauSxTKQQBSRvSpbNE6zSl/NCl1nNVBSRVEBtdH1RZfZjbkRVzUJw2AohsG2alKL2IwwmLDuephgk3IjnqAUKB2TRdj2sNmjHyDJy9YSlCpfLSuRQXan2AgSrXLcKh96wPkb0uDQ1PD4Xd/osyneimpUeq3OwyvMTOo4oVgkW05R+iAro6lEkysa0yGdg1crTWT5PxSpLzQMBqylORqWC1SYrwbV8NM50weL379R94TuDaYHDMRWiDlqR8bGlT65YAShY5Ua/1fBBZg3Hx/0J/Sen2Gh5CFwGWhUrQilv57Xj4p6rFUDhiccqJ/tu3ZfybMLATjMSsFoSRDglagS0nNz7KZIKWKXHKr1JaQXQDegLm+BQQCLBfCFWABwTrShERrBqMnHTVEE+vzWVnJ2IATRwHBcYJqUAr/WOb8BqhrAeouWWc8XqSh0hl5MskXGW0leXHkUFy9t4znMBq/xfn8a7DC5oo+AVslkgSKb6lcenYNXDOAF26fngaDDvegQ3LKVzxA+YPrG0KTgYphiRSs/AqrECcEq0vBJtlnSZTcPJlCpvRxRlBKurNWBFFKsKVnO/RD/xcDj51wCrf+NTJsifZxoVkNnyHrMyampSQZQEFCbLW5VpmjnEJDFnmwdxPeIGghVgXESR0LoUUSsCqB5eXQEnj2R8jMn9N1AvYnitFRTpREp3htMUp+MY7XqENJugpPVCXMfBYR+1KEen1cD6Rhuti+8DemtId18GBj787hbK8gAuNxDeGMU0RRBtwC0PgHoL5bRAPh7D5+eMhigGfdaUIc1T9PdvodNZx2RcYHd3D2vdLTTDDorcQ7PZRZm5KKZMaBAKBgB9hiSlPc9+zjdPdhda2WyJZGexfH9hCpYF3tTey0bQvof971kIYWLZavbfgld9jhVzWmWQ/JAKo4KqpaUdowR3lSOZ1/4baK4Z60W4yu+sKgD+QkqX5EPVH01HkipMLxiPVZ45J1yBE9VQBjU5HqZUnJKbdGMRwMQMVavjIfJxH+5kBDdLFMyana4evwLAalA1/8fchqD6e1PFZ5RDVrFqFNisvxCLB3Mt5b/5DwUIM5g6swWQ2n/ZjGiQp/t+vmRK4CrYlL6qaolCO4BU/KoIWhXGqkqV70FfbKrFqWq176VWAN/3mS+97eDsO773x7C1tYnhcICjoyN0u6viuRa4kaiWagwyjY+YKlxEl/pQxWoVWspGgZuDsywCZnYBc7BqYWoVrNovtQxVNeitlM6ZcVndnOj4XhzDVWXt/L3nfqr82VlgVTcDS6WKZ5SDvtlFmN1TkiB5kMg8DOJxCFFsdXS0h8OjPVEIyfNLbjxytNptrG1sSjnn/xdgtXru3gysuvQKNjGSuifPN0BVsHpwfCAKtSxJxPt3a3tL4inZWEpZuNCC2bk8C4ZXx5AcY6Vicfl3512/h12Xf5fB6urjPyEKZi+swSNgrdfRaLYRtGoI6wHqzQiNRojId1FSzTVNMBnGiEdDjPrHmA6OMRmeIJlOMBkeIjRKMFZi1Rg7tVvYWFtHs9FAVA/lb6oWCV0JyqJWHVEtktJk+5D7XHypja2JrKuZzHOzazNTpi2tXdwv1GqikirZh0E8BBc9fvkeMrZ4z5JxGLgiCvylTXH1etuN8Xx90DlfX7MMAuavPM9L9fxxYWKlswablK1rRRT3UQQAg+EQw9FE1gpWp4n9kDG/EoCQKUjgz6OAe40Uw9EpXn/lK9i5fxc3HnsMvbV11OpNhFEdo6NjgGCBsTpBhZTlFmK9MR3voNNpw3d7YH6GCUCqlX1W/ZSMzzxJALpOjGy4Azeo48LVZ+EGPXhBW4pA8jLD4cEB9u69wYISbKxfxKUrV5E4jNVOMZ6UqDXqkmDk3iZgyT/FMvEIWd7E+Pg1FIN9vLxb4KWde8j7CYqQz9F7nspLSdaBjk86Pux8QBDDc8bKknro4cLqOr71Xc/hhW/9Nlzdvih2ZSrP0MdZULT6c1lPRMuwmOBbfs4D7/UQsHpW4uc7Pvjcmy0dZ/7+5z75/apeNmBVzoXsH3RPaj3JZZzIOJYmALNKKaso59cjpCNcs1YrTIqKd6uUnZtuCCam4t5S5njeuwZ6Me6iGKnT6WBz+5KoW1d7a6pqpKVAu4Mooncr31Ohn1SzGKsekQ6dsSba9UHZnE3WLyUMra+yTWzL5TLWERJfUuloqrhsYrZiTWIGgwRVTOKJktX4tcbjiXib044mE2inaknuB1Rpr2XulRlBLMDOelSrY/S7GpW0gah2HNnYSa7nTAWr11OqfAmOOV/SVk7gKWGq2jrQUo0DgInXIIwQsvLVtX74GntXT3OSMFlD8Rf36/NkjlrtzOdW+xom4fv9U+zt3cPNN97A7Tu3kcQZGo2GVBJcvnRVEnC0nGk2WzL/W+XsvP+GTXTpEv4AZF06eYSrtATgeReLAMb6nLtoVWJsAziXyHOML6tVnPJvQlmZL4wqlbETQTA/eH93VziFVEGEoXyng4MDOQL2CpJxbsYdf6bXfy6gmCUOK6KK5fmFz/n4n/jkI93j36wvegesLl1ZC1Z/+vENGcRUZQpYtb5/XLpYPl16GCSqmmz6bEIFRAGbD4lrDoZxJhMFq++pWGWTqmgJrFKtR19UNscKHC7CnEgIvErsTRzJnl7ohtIchmCVDXU2OwH6cYI+S6I5iRT0GHXRJOgKFDaeTCFKQ3q+UrHaj0lGc9QIStlIJNNmM2tNZkbnYJUwkqWYBJfrHfWORcwJjqW2pShWpzk3yKbxCsvDmTGi6rT0MZBmOx66NQ+TjEDXUbDaYPkwy2OWwSqVpep9JUouCQ658VbVowWro2mGk1Eh5fwrDapgteSU3qziseo7aNd9eY9BXOBoQruFAs1Am4rRUoCL6DApsN9naWGJdp3HSeWLj/tjF8PxBJttZkcLuDwJJlsvywM9T7kAM8OVl5gULiYpFas+VpoBJtNYjo9gVX1TKLsvUSNMKIH7p4nAhfV2KKB+t5+IspjNqzp+gf4kweHUkcCNYJVl9BxH9AljFt82r6L1QSrKL6Du5ujUA8lmEXaSbXKi3OhQsVpiPCVYraHp5vJ7KmzXOzVEBKs5xyb9xVS1KoCe6mOOQVGRuuhPMgEHPOfi/8vGVo4j6tdlxeruIBFvKvU04jVhiFqKJQStAKiuFLAas3DKqJwFrrgC13n/2OZVPPP9aS7NvFiGRouN1ajECsE5eVNCsEpFq4vDCR5dsfo3PiXXeGEzUmlIIoGLPmFm8K6E+4xsrcAu27xEg1RZkPxQAFuSEA7QyyOFVy8RdUNgW8uRj3fvY/fuLTm/a70VBIGWGrJJ2auv3UV3fQubW2vY2d/F/miIV27fw8XVDrbbdXQ7K7j8+OMY5z5arQ2Ug324eVPUsE7dQbB2DYOjW4ioaA3b8KImEvp3lr40aGOcURYTlIMj5KdHwP4xkukJ6t1VmUdG4wnczEM6yNFb68ItfIzvD+CmHBMRomaL2nKgGmiZIJffX9TPhkbOzrP8TEGcOVNGxmMDMUm7a+MpkwmWK+HOvebsi2VLWGmkIOfdlEfLHbxwqSyd4iERBqt9gLzGrAESXhvT/8Xf8OnGCsAct34fu4k03rzyIp5UKt51/KqyFLhYmiy3GwKtDTi1BuBF6tPF8n8O7nI6g/1iATAdIR+cwhmcwI0n0lRFIa5RnshJPGM8SmnS0kZb1FKqZFAPPOvcrEBZn6+ZbmlcZaCqHD0TRSqJMpl5G5Bpjab181KvVb16rBiwvm85qzzoDV04plmMKgVYMiueVISqzLxL8pKqV87vuhbxIz/6+28frH7gIz+Mzc11CcipWmDJ38WLl0WZzZIvKlHYDMNuBCXQlvnrzT1WZ5tHU9JWhaD2d/o+D4JV2/ihCjLPUsNWIWrVH6/6OqsmqwI3q0yaB79nQ04ZOkZFcpYawf7+rL/te9t7ennDeNaQXAqzHvgnrzMvwcnpAfb370sprM4RhAkZmu2WeKHVGy39udxfi28zO44/RiuAZbBl53beCNVyuqpilWB11rzKNn7jepdl2L+/i1azgfFwgMOTQ9mUsVRPwOrW1sy70yqny7cAVhcAioGr1TNjf/8AXLPz3hkb/je7XtXJ9eGQ7c3f6VGtAH7hv/xNjCYTnA6HGIzGmKSsDGJszrmExKiQUnLG4B4tSGSzOkGRxShSWuOMkMZDpPFYyjIJuHMCh3gq3ocs16RdlZhOyDrjwGclmClTb7UbAlpaLQWt7U4HnXYb7d6KNmqp12Xj70vpNoGLTZbMQYVtCMjVju8f1uto1htI2bSUk+gyMGUFADfYUv6bYjyeyHFaz1fOD6yvE6WjJF7UNka2zwZGiTehUXtp05i3D1bPh7jnK1b1Htf4lXCHpaoKA4zy39it0S6N51/UWJlWUTHBPxqc4Nbtb+D+zh00a3oerl65hs2NC/ARifCE34vpPFaNpWmiDXkyB/fv3cHNN/4QG1sX8cQTL8Cv0f4hMuvMEE6mdzDLg0kbG14EX0DHFKMpj5PQsy4ig7xg89kSx/v3cPP1V4AgwubVJ3DxxrcIqOPehD6NFNhIRSDt2U72cPd+jPj0G+hggi/dKdCnsKasIWVDWbke1WaajMkp5tC+E7zG9Aa/dOkSnrl6Ge95/DpuXL+ODmM7yT+xUo7nbTERc16Cy/68aiPzsDl/EdIueqxWXzdfd3Ry5us+8sK73nwSOOMZP/fTH1M7CCoWpUrHrKcCKXlPGsJagciLYHfuk699DuaxktwnBK1URdqqFbkGtPkwyS0+x6czru5ZuG/e3trGu9/3HsRM0oynILhjzMN9MMvYad/A6jI2yao3mwL8CbSCsDErw64e42IuxK4issrMbQaMxZo9RUxC69po48BZxv/M8ywqXXufm1fK+3MukbL0FGnGsnSqN9W7NRkPpVoyjqcK+8SiwDQ7PUPGrmuLET8srCuaHKw+ZJ9v4nSqbefrNkGrqQ4yjbH1XFXiMuOnyyaWhONsQsbrSk9Uz2d1grF2qlobGRsB7pVtYy7ZfYg/9nzumwFGEdg48v37/T5OTk5weKD2IsP+icQjhL71RgOd3grW19bQ7fXQoTK+XtfkSKXp2QKWrlTYz8MXay1mrE7Yp2WmKiYj0dJ+8QFP47lHq7E7kMZl9A5PklninGB1dX0dO3fvSPKI9gesEn315Zel7wDXI6uw1Q2AjjnpD3OeWGPJOqAai374oz/6SPf4N+uL3gGrS1d2DlbXpAs5QUc90qBfH+zizIHuiK/lJCtFXcjmVPSoJCQlWB0nhFcOIp+wj90tS9QCDXJY+i5l7FRu0mqATTQItdjl0uWmtMTBBBhMSvS6kcCl0Zi+iA622x4GcSal5ywvJsat8fMDvlcpkHI4oV2Qi1rNw3BMdavmgMNQt2gEnMwUrbfUFJ4l2lTR8g8BIMHeStNDj7SYRvL0jGLWNaOa1nQjNRlzLc1gsxJPOs8zq9xteJgmiZwfTpQEq25ZIE6pslVQ2aAJuUN/1UyOmRMcJ1mZPAxwa7CUnyX8SYpTglUqU2vqQyqb+JwTdiHAmGCO322SFDgcZaIIbdBj1SNwdhFGAUa0WOhzASnRqrvSXImP48TD0SBBr+1L6byWU6jOjZlywm5fohc2OKAVgF5fZoh77Rqm44k2KKtHCI2/EsWNLaqvCipW6evqYKMbSpn/Xj+W8vjNdoROWGIwTXEw0SYvhMZ0bOBmgGBZslSEFQ7tCnLxYeX5pndspx6Kcpc+umyexe+/3olQd+lFmoKdFyO3wMk4xzTOsbESwZdyBOrmClG/xiw3p1qI2XKP10BH+SgmZGFm0BMFKs905Ps4HWcyHlYbPhqhJ2VX9/upNl8Q7yOqqFXVSjDfCjyBhPujBMOEHVaJ4qhi00Y2fK96ADSNVxTBa3+S4zRRP1ZCVyqL6Q1KvkObjMwHBrGD03GJ3x5UytDf4ix9b7CH8q//N/LsarZO15Zq15+5H5o+2ULTCo3jzwtrDUCQrgELF7MkZIbRRxaXKKMxwgaTJ0DZDnEYZLjz0k3cv8uTf4Snr27DaQTYO8jx4sEEq3UXmA7xwvseRz8/xt//gzfw2tdzrG85eGKjxIWVNt7/3qfguWt4decNPHnhcdRzmmvUkNZKwE8RENTWuti58xKKdICmU0M26aP31AcQbTyGPOsD9BdLMqQ7XwWKEG7aRzEdw924inw4APbuiwaivnYJp4eHONw9wfRkjGIwwWprGxu9KwicGhAQjuUI2PmdNgVOHXDZgEkomaqZpeJHjC1mgeFckVo9p3NgafQ0RuU6o7Hm2lkFjNk6zsqeNexk91z7mLMW4zFlPFIZoMsm0frDmhdowDtHrhp5WDXzIvg1Ek8zPjgn+ygddo7WTSvfX5pXMYjzQ2Bli7JllD4b8eTip+pkY21Yxde5IVwmr8YnKIcHwOAImIxRMCFmToEA2wVj/wcHf9WiQpsXVD329LupItWMa2mqZb62KLeVbIoVgFE2VeGqBGImQKf+VMuW+DeTNSy1V69U8RbWYSAw1doD8OcM2TluqASSglnOR2IRQE9WhVcf/f2vvsU7e/60933w41hfX8NKr439g12MhhNc2L6ODr2NOW/3tJmVNIyhCYD5ew5WK+X/lYZV1mvLKiPEL2zmrcr5bw5rNa+w6LtKWx2JIpaAWRWkVkEp/5vlcbbEbWFTZprp2GPhc0QBIskxvQeWmdniBlmPfRmSPABKz/BflXdf6OI7P/eLm9vFS3de93Fu2ngNBoMT7OzeQlRjik+Pj5u+Rq2Oja0tNFrtuf2FURzbT5gDxLOHS9U6YPk7W2XGee9ln2//lnnemhFYhZNRfOi9UlGDmNJwNtHZvb+LTrOFweAUp0yaOEzUp1hd6WFzc1OSmToGdZOvGz8DXJZUaHoNFumydV+eQ+/5c+Z2JYvn5zwwOps7ze5/EdCeVw56tnJSD3NRiWXf/7s+9P63fX/zBfun9MbPMJ2mmMYZppMU40mMveEI/YGL036Kk8EpTk5GON4fY3ByjKOTPgbDPkbDPqaTY4zHuygxglMmKLhh5qZWFI8K51h9xPhH4JYajpt51Ki5jCLNliLLtWNDWl89P2knwIY5rVYTnU4TbXrCtvg3f6YJHqqeUIvE5oLlxYEfagOaTO2dtAJC7a+sn6Y0DkwzDIfDmVJJ1ifxUtXnav2ZiU0k4cWkrYdGi+rOUHYPnANVNXb2JRD/vspjPlaWr6UFaboqEHIyLuL6Kn/AaihVltGehcfNcywNfmmLIw18Swm/CKvSjFUlXAykCzCGo0OMRyN87gufxyTp48lLl1CPunDyKephiWZzFV69i4Be9TxXbFx15wtizRa1GjjN2ti/9zqubG+jvXoVUaMFr9WDiwl8rynNdHjvhX4k1Tilo36lnN8LJ4XjRnCdprqrF0Mc3XsFr3z1yyiyU2RuidbmdaxefhIImqqqQ4DBcIq7u/u4feeugJkyTnCtfhfX1xr4/L0Qu14PZUrgnooakps/fia5lfj85gnqQYjttVU89dgNPP/0U7hy8RK6jQYC0+iXajed6fVBdV91bluei6vrjH3d8ppgL7cKXazqbj5AZgZHRllr72xdcuaNfuz6993f8fwj3d+/8NMfk2SEqBiNDYCsh8YeQb/4fP2dmWBKLKeKR6taFQGQuVflHjEwVTvW08vXl8+wkFUaXklfDSMOIFhNU1y9eg0f+6GPSyTIpAAVreyxQQXoaDiWRBGbx94AACAASURBVMeEHqdseEc1Od/T9VGnujEMRfnIRlnSfDaqwQu72qxJLArmU6Q0DLXzpbnVZP2S08umtPbX9rpoLwAZAzMxAxvxMg6mn/wsPTsbLXLdbRNV81mi/pWO9Zq4SRLj1zqzEEgk8cTvzrGncYaudaye1Xhd1ad633PeUY9U7gUEjsteUcVRCk251hlQLNdTbVE0fllc/xTKarwm51b60vBvXse5/YO9pgI5jY2AOTI9RmuLsTQy52KOxQmRiSzawVD5TjB5sL8nXs4HhwcyL/m+K5UG6+vrYhnB6ij+OwzrIt6aBe7y4QrNbbPS6oXnz/OMST49x7IO0DZLmn/nyKQ5NuNkFTTYP1rtqdeB6xSV+UzU7ty5I9Wjq+tr4l99cHSoCleJK3XMyfUwsaJeO41h57OKjWMNI59dkzkU377y1CPd49+sL3oHrC5d2ZkVwJNryGPKx+mxSlCiGjZx9aTahv6UBKspGxs5aLD0HpmAVW6oZ2A1IKQinMrET5UPaYAk/qAQ2FpnVo5l2FxbuZEoCmkSdDoG2t0InaDEhLCwBC60fQFUhE9U/BFMEd6ymVE9VGg7mpTSE6VeDzAasYmUBlfMtvPmS2NaAbjYaHqSDZlkqv5kx3k2ISX8Ywn3atODm8XatsV15ZjZeMsqNTgZcpHjzTwtHUzY8IZgteVJRnoklUwEq+o1S7BKm00udoRyoeMizjl5FFJlze6fVF0yz0yVrgWr4yTFYFyI12un5sLzpZ00cgNWo8hDM/JlYid4OxylUqJer7lo+I7aMESelMuzO32Wl2jXXGmIxJ18P3VwMMjQaYZY8VWNKxo0qu5kYVS4SiDE8zQhRE4zyaSvduqYDsc4SUopH2OhYpxMUVBxmrNJU4l92g/AxdZKTVoYEe4Stm+0QwGrozjH/phKC4h1BME2G53xGqjUnwoM2g8YJUZZouYCnXok6owTqpKnuvpSldpwc6TTFGGDYLXEySjDZJpjq1fTkmOCP5RiT0C4SpsGBhpsYCXOdQ4wmqYy2UrDMzbwcuip62M40fOz1gwEaDMjv9tnJ3R6PJgkMs8b/WdDD63AFWXswTBBnwRXFBX0WiRET2VhptKbYJU3Fc/TkFYAiazAor5dqQOdkMI5F1OqxT0HQ4LVSYF/3n9UsPqXK3f+3K9Mod8skjGeaEu7DqnE0+cIzCCm5iLHbq2haH4lKKEnQ+om0oylWecXnaBfpnhtZ4iv3NrD0VEfnUYLz1zt4WgSI2oDv/GHd/HSnQLvvhzie56/jg8+cwNfufMG/td/+jJOjj1c3wjQ8sZ49sktfPzbnkPOhT4u8eSlbeRljLX1J7E/6mN45+t4/EPvRlb28Nnf+jRefPEVtGsRPvjeG7jyxBMIuhGyYQ6ndwORN0Z6cgd+uIZ0sA+fCv3ORWRZAL9/WxQZOaicbgkMuHfz65jujjHZi/HkhaewuXYVXiuUgKCg0tkJpHmTU2Ng6yOfEBqq8p0lenNvObt4G2MnAXn2ei5eV92snVFWY/y1JKiw5EClDUbMaa7TLA5lQEPVjDbH0vSJMb+b2UAsL/f2OG3wYhqZSIxUUafJTMm7hhM5/dFsMAtcKLh5dNRbtadgFb4q3JGPBayWKdUyoShpXKpYx0dA/z4wOEY5mUiwKxsF65MqXanP3hFrJ1j1nFLVnULZhceCNyxPvchMlb8yUDaBmkM1rfFQXYAzBnzKJt7RDtgEqzy3MZt1Sbk/lacEqyYZxufRGkPgKxWsJpAnWBXFq9oD8NNFxVoW+N7f/9rbjr/e98HvE0U31d6j8Qn2dg+xtnoZ6+sb8t16KxvalMBsuLixskF8Fa7qmJvDUQtEVaGhScKzfr8MSmfvafZPb6ZSrW52FfrqYxGyPdhESn5fKe9chmZVlUH1d8tqxrNg2wMQTyovH1TE2uc98B5VC+MHxiLBqo/heIC7995AGBmlisPk3RT1qIbNrS20Ol3ZJNrSybOggG2c/uCgsXP2g4Dv7YJV2wxF14BF/2FJllTUHXauyZMUu/fvo9Nsoz84ETUMpwwCvbXeqqhKCJFETWV83B4AIcsg9Zx/L8MVGTtLyqfqmHrYDbZ8jc9Tvur4VBjzwAz6bwCsnnXMoq6SjSvNtWhvpf6mBAicX+hFPxyWONhPcefWAd74xuv4O3/713D/9FWBeCzBlD9UuErjNEYki2vSfC6trlHz5i86Jo0VSsUDj/MrE1m2tJuqISqcaEvS7HXFYmBjfUMAO/38qIZt9+gHzTJmbdBDlZb4CkopZyHdweU720YpcDCRw1LMwvm04FrCmIyVSQRKLKmXxoWUgFR8Ks8cBPPvuHA/V2xIFu9zvfji8yofy9gRImygjdAXv/gFHB4eIgpYReYJXHICJhgV0jhsIOj4SPMpCipO0xj98Q4ajVVEQQ2vvv4iXN/FamOC9e134ZAeuCf7yKZA2Ohio7eF9vY23PEIf/Tpv4d0cIzHvuUKLnzrJ/Dyyy9iXRqdbeP0cB+tlTUE5UQskAJWgyQ5YqSYpkM48SmKpI+EXddpQZUxYTwGvZzKooOdgzvoH/Zx44mrcAnPN69h6/qzKLwmjg5Pcfv2fbxx6x529vclNubWazsc4YZ3G9u9Fl7cDbDjrCMumZTmdTV7QwFWhYyL91y/hve+5114z7PPYqXVQBlPUdKDkSvzcpd5Mw+IAvWMOeE8eGrXlLPmAgWrJgFr3lPBJuMOjZklTqjY4fDfAiSFY+re8Hu/871ve/3mC37xT318dq9YRbZ8vvTgsPBHk5S6DrtqzyPrtYpF7Ovs+v7Aes5130BU8VKfxZOVhJQBSdM0wZUrV/DRj32/3JPS2JifIWV62r1e/jAJQ2HRaITBYCDKbJaX09+Upea8X9X2IURTGmSxcVYbrWZblK5MyBAUMgnP7/PgQ+9JLSLSKiSdD9QL315rK5KR55gYRn5n4LeEbUsg/sF529oiaIM0gr0kniDmH6oqE/q2TsW2pExpGaWqS3vtVc5LQE1xlVZDEchKUtJAVT3mxfPNZItd+xbGoIlnDb3V5wh057UPZd5hHCFCLdpIBD58WgZQyEVVq4xNVSnPaecZkcJZi5iJv/Sc56IQtYrWo8N93L51Ezdv3pSkEasYbly/gWvXr+PSlStyXVmFI2OUPEE+/2yPa/Il671q40xtbFXoOTSrSzVPSQ5gn2vjUY75W6+/hnQ8wtaFbbRXugs9AUTBbb9ndc6YNbhdrOjUPZiuNdZGxl6bqLn+SPf4N+uL3gGrS1fWgtU//dSGwCnPWwarqlyk6nGUOpikzLRiBlZZfs/JimCVj5Bl2Qk7RuYGrDILbRsvUQXoos4MNzO6VAz67F5aiE/q8QhotQJ0IweTcYZRXgpYZTd3lkuzoz3vB8LZdkgvWLU8HBKseqWA1fGYYFVL7ININ7upKFYVrFItRFhFqEplIcvNGUgS6hE8EqyKWJNm/aJqVWN1PnhuFsFqIfBtpeXLpEu4ybJ+C1bZwCop1IydIJQtddjMRIybWUQrneVpK0CwWhiwGmCcJAJWCbkJRIXBseFVzq1/DoJVVayWEgQdjVLxglWwStUqG1950rzqcKjNq1o1eswqWKU68qCfod0K0QuYVeOGXoNSMY333JlilWB1WvoYp7S6V7AaD8c4ikvUGyGa0mRqKt3fOwUbguXYHWYoHQ/bvbqUvt8/mQhYXW9FosakAnl/rK3RqHpWsMrvyvJ3Knqp9PRAESkVX6LSdfj7UMDq6TTHgKpIo1htOJz0UylV4OcRrFKxutWri/qM55iZfIJVXm/+LSbxAo91+oxjblCo1mZZDJkp1QUuRvQOKAv06oFYTTBTtj+gPxUFCgyyVAVH6Mzjb4WejMn9YYw+xyvHjDSxYcCgilUGnY2AYFzh8nCqvsQCVoMSK1GJdsDAQe+33HMwmNIyoHxksIq/djZYnXejV2j2wEO6NC7+lIueLaniZieTjEkIpxbg3vFtFBjALTLsTvt47eQUt++e4mRUQ17P8MLjF/DMlRv47Rdfwigd4e5ghMMjQp4EP/PRx3B9Yxu7sYv/4Tc+j6PTKZolS8IifOe3X0THifBtlyNsbHZxctzHG4cn+NDzH0bkJhjt7+HC009K6fW//O1/iT/80mu4tLaC73jyutgq0Bs4C1twG7xfWJ56GXUEGOUDNLurcK4+i8BvofjKZ5HQe6lVR2NlFbnjYzo8xPGdm3jjc69jw7uMG9eeRthsCgwTG49UvYhdNv3zQnDg5nGsoNOAVRvUaBD41sGqBsb2/GsDA3kI+zSatBlg1Z/ZYFqxKPPntqxf7yXbzbUKIx4IMMUKgM81JVEGyLKpht1EW39VVayEkOyWUfVdLDRQZOfhsrMJJ6ozIydzjFskagVQTAEnECggKtHxMcrBLtA/QTlWKwB5j1nnbw3mlx8SYM0alTB4krDboOX5861nqgbpBmqbp83sAvheMt+bxll27PN8yDypXlyq8FK4yvdKuKIJGOUr6ZuqYIMzBf9bBDmiZuUfVYMJiJVGWKoNtg2svuczX37b8dcHPvwxUWNdvHQRQejg1q1biAJ2Xr8sgXej3pZmVmwIqeqVuV+tBR92g7KsYrXjaRmsViFYFZzaQFd+5hpVmSmPq37GIjStKIQqfqvV54gGbUlNKp810648qGg8D6xWT/BbgaoyxozVwYObsSUVZSVoP+sek00Yk1Kej/FkhDv3XuNtIkofbkQsWN3Y3ESzo9fsLLBqr8vDwOp59/ijglX7fvO/7fxgNyXWcoMCNAWr7WYL/f6JbLotWF1fXROwysoPBQLz7t7njQv7fR92c1Sb1TwqWK2+/zJoefCzz1ay6rGeQVwBPKpi9dzvbSqgqDCilZGeA03+EiWq+J7qT+D4sI//9Bd/Cf/iC6/DFVk9/e5S/cMOzWyxaZIodg7UwWdb1S8q+nh+pDRzti5VvA9lJlQQpOXdqoS1dgD8PmwYacE67QRqXfq70mZgBZ0u/3SlYzkVSVREUfHaaLJruUIDwoTc1VJmWd2MylZsAQgP2RhJvpc5jkz7LdhajLcz0c7gSeVFAlWoRstZ0aUNCz34GA7H+N//1t/FG2+8LolVXhffZRUd598QjVZD4JjnURnKSqkSqysNFDGbjgGrGy34Nap0GYdGaKT78FqPAfUOgiBDOR1hdHqE/ugAyWQf2QltkUZ46spFHBzsoHH1w3jmfR9DrRbh1ZdfxOHtr2J1awuuz1Ji+hNqgi90xVMLeeGj9Ai2fGRFH5P4FHkaoH+SYHfvDorhMXdsuPHEu7Fx9QbyaAXHYwdff/Uudnbv46Q/1EY78v1Ut3exPsD1WowbN57G124f45X9BJMgkDibnxm5Di5sbOBdTz+N97zrOTx38bIcU5Kw/DeTRncCpkyFjT3ti/O1JmaqD1l3GDsYMFR9nWEosxhpFiuZMT8vaZ7PZxIGmWZR8t5GFW01/FJ1mLE7fYzJdIKf/+kffzvDavbcP/cLP7IAVq09is/xXSkPr66v1kNVldKLCdHlNU7GrxA9VlipytyeSzlXS2s055NLVy7j+3/g45Lk4DWxVSFSqTKDfsYGylQcyIQjzYm4D1PgSpUjgeRJ/1jUiOwUL6DW9QXa1mqErF1RuBLIUWEeRjX4IRs68V6huvlBn9Dq+qYfm4uVG/msrHGGxlm1ZCmx6vxhv78VT0m8YvtKzAaOUFxJxNPSKTMK83gylms+HY9FWKWKy0TiPFZbcVSyklGjUdOoduHDTTpIeIOOKwXBMioVvhortvn8qpWSOiBt81GF7qJ2nnmWU5UcwOecWuN8SdhqEutnjM6H7QX0HuH/V9YzxrxJjOPjY9y6fRPfePVVaR5FK6p3P/eMVCcwacSqhJXeKtbW1hGEBK1n7DHl/q5Ul1WfchYItccv65o9rlLG1N7OPQxPj7G2sYHe6qok5uwwlQVQvOBNgtx4wVPoNtMW2WocUwEhsgfjIW9jJv7d27j6SPf4N+uL3gGrS1d2BlafXkcW5zIhRaF2QjcFBuqjWQDjzJWSc/FKDT1EDkvhtVMzPTj5oPJwnGo5dS3QBiiEsrQC4L0T+jRlN82rCJ08TzaX9FQ9GtEI3cFqI8R0nKGf5bjYDjBh46w4F99M3gC0E2hHVKzSn1XBKjtvE6xOJhmGqfqi0huK+fs5WKUqKEdMKwBpLEKwqmCRoHK16cPLVbFKYkamJlYApjGDNZsXGMouphOW+3hYaftSvkdFb55bsGrK/qtg1SnFY5XHIDoysQLgscwVq/UwwDhORaHL5klUrPoBoaqCVW7sa1axCmCaljgaZ2JLUIvUCqAROOK9Qih3OEpE1dusOeg1QoHGJ9MC+4MM7UaI1ZBHYtRVFbBKxSqBszQeoxVAmilY7TYQD0Y4jnmt2CzKQRJPBa51chdxUWBvkArOIdikJQTBKqHgRjsSaDikYnWiYNV6rNZ8wmdaNWRIpVbfl8ZkBKsMTGssta9RsZrjZJKJ3y/nvo12TawjkjiRkjO3zHE0SBEnObbZrUw2DIUEcWy8xj8JN7WOK+eXA4qwNEl1016r0YdIy/u5wRjz52DvJVd8g1mptjfU5gxUimgpKsEqG1d5aIe+qKAJVgf8HlwwRSmrQIqxAe8RglWnoApbG5ANWI3nemJx0Q0LtAhWM9pRlKpY/WMAq/PFs6o8UbI0C5Jm0GleGGHWmJl3GYuYqZZ26SNJxXndx0E6xcRJMYkn2Nm7g93RAW7tDzXR0Gvj5d0pblyu4fmLVzEep9g7PsTXdg4x9APcvBtja6OFn/rwOrLMQ6e5hl/97Vdx+yBBmk3Fv/bHv+sxfO3OHp5creGjH7iIe/cG+PzX+/jRDz6HCysuRlmG69vbuHewg3/0O3+IvcMxep0I260unrp+EVc6NYyKFDcHpzg6SFGrt7G1WmB7fQONTg/OhWuY7NyC3x+gub4BBDX4UUc62SflEJOjfSQ7IziHJVaCHpzEhVdvASsdsRCgXYoqV5lI8ZBNxurjKzyOc6NGC3PDdx0PCgA19FqM+OaqsHlWvgJWreqU72IEpnYjPwskZu9bBau2VbOWKT3sIeNFfKTmxzKDk9JVRCZKCaBYzs/GeJzweTwEq/KgQqC1BjcIUXo6LxO6c31gp8CSHsr8WgzaJycohvtwhkM4tNFg6ZRRGM3P3TyrbIM0BavmHNNzTcbwWUrsSkZaqDPXE0OCzRyvFWnawEDf15xc05xKPFaNckJtAPS6Me0kkFQSVApJxQKAEJUBvyhW9U8G3VRQBSiKVXMq9bUlHgWsftf3/TAmowSbW9vY2lrD7du3MJmkuLB9GY1GC74XSuMJKiNU1TJXgi0rVi0ktT+fA9S5YtVu4vS6LJb/6/JpSryNkmcZllWh7GxzVymDq/5+PkYXlR6zzz4HrJ4FYc8b78sB/5mw1WzWqu+xvKm3x1R9TnXTMntfaRLpYRqPcfvua3DZMJGqHQNWoyAEwWqruwLXdGIWf+IzNiZnQSL9zPNv8D8OsGo/w3Znt/OF/b4KVnfRajQFrI5GwwWwyjJCq1g9C6y+FeC93LzqzI3b0kV/K8+xL/n/A1ilD93OvQy5V+DiRaYLtUcCww8mfNVvUePz/bvH+MU/8+fxe1+/L17SjEGsYojzmSR/rbXDbN7XxBVj7Pk6pnPsvKnI3N9Rc2FaKqsMwFYSGCgrNRRaLmvhkfUVZDwkZa7i0RpKt2wCgaAWSbMmAlVCgnqtJpYCTLr6Xia+jvwdO1ur75+PULqYewJp/IBesb6Ut2o59dkNac4FDMv3nSkDlvtdoBT3IPxOAb70xZfw//zDf4R7+6cKB8Ey4wQl/d4ZK8qL1DOVMV+zFmFjNZLYnhZgnZqHjbUe+oNTTAcDbK+1sb3p4bW7KWImMJ1YSuYpSklzxpdTXN8Igek+2g0XtUYDjc4WLl56HzqtDoZHd7B//yZe2xvj3qQNeB14QQE/pBJS1cFB5GC16SKdDNA/GYmnfLsZIM1OcXi4J4IFL4pQoCv7u53jU+wfJxixUYLjwavRSkCr3KjGrTsZvmU9xXuvXccTz3wAL770Mj77pZeRtSME0RqevH4dT1y/hscuXcRqq43AYcOr8SyRqnOdJkm1JLySIK38t0DyisrU3tv0fa4mWWZToVnO7f29MBfI4m8SxxVLgMony7HMGuykKab050zUp5NgjeDtV/6zP/vwwOqc3/6lv/AfnqlYrYJVu6Y9mMicv+lZa5m9zxTYVb3VNV6SsyXjd57J5/e5ePEiPvqDPyj3XLWBkHyGsQGza8niequesOonrFUlWs6t5d70MqWiNZlMRZQUT3MRt7ABWyw+rpxvHIGDje663OeNZlMsBejjzE71kpQwTZ6MikFjNluVZW9OE3urzcM5iXljDyIym0ozI13P5yBOz7L132dCisecib2NfB9+rzgRhWtCr+JkKlWgrMplfxexv9CTbJLEes51lzm3TJp5SJu0sSapNc4SxSr3rvTipS/xzCtXE5SBxBFsNqoxnlULu1QEWwuGRxqhlZhC/pNwV+NlXs+dnXu4e/eOCrwaLdMEi17x2+LHTeXs2WD1/IOp2hk98NpZeKP7Il572g9NRn0ZK6xUEIsHNthmjLoATVUCLWN6ZnmnSRxtVm72EMY6bQ5V9Xuvbl15pDP4zfqid8Dq0pWdK1bXpEmVliqzDJoDVYojtQwCBKYuRrF6A9XZgd4pRE3JjfUMrAb0/WT5JqGrliwQrLKsnoOWilXC1QAKDunNyE0om1MdDUsEUYmNVg3TaYbTJMN200PCxlkCVnWzTAjXCmlH4IiXJ9WdBACNRiCvG6QssWewpSoINtPhxLvJ5lXifQpMWbbOsnCJNxfBKlWbAlbpccnjFm8UU9LE7qfMUBImTzJpZkOwmmcxRjnViiW6dU9K3MVPtdCFS6wAXJaEKlglVCSo5D1MxSo9BmkFIGBVrABYPuEK0KPv8hysZlKu3qz5MqcREh9WwGrDgzS3ikICaeBwGMsx1SMHvRpLBTwcTQocDDPxNGWjJAJEbcSiXpnqs6pNmQgE2bxqRI9Vx8Fat4GpAavsQNv2XEwIVtntnj1pAOwNMgGGWyt19Vg9nQo4ZzOrXlRKw63DCb1lHQRUrBJoeqrq5SRIhTPBKmGxmn4X0rCMYJXdAo+nbAylEGK9XUPTgtV2UzYKBKv0Qt0iWJUyNwtWFRRzkePixmZcAlZZYpbRUJ/nLRSwygCRE7GA1ZLl+R5qHsF8ib0hrQ40BlPLBFVxtyMqVgMB2QTaAzFBZ+Crfr4WrFJxTbDKrC7VbHOwSsWqi26YoxXQf0vHIMHqYMrnlfhnp49mBYC/+ikTpPI4CLXmTR4WJKmVtVNVfJbcmQCXP+NFtSXUtQh3pn18df+udIrNihQv3d/FGwcn6EY1PHl5EzsnJ9gfeXjh2iWM4oH4fDFwevVkjN/8WopGmeInX7iE91zr4h+/eBcvXL+I2wcF/sHn7or3zmojwPNPdHGYFnjx5h5+9APb+MjjV/F/fuZV/OCzT+LG9Q7uHe7jg0+/gC+/9AV8+aVXcGlzFUk6wit3h+ix6UavgT96+Z74Al9e6+BgdIzrVxv44LOPI4828PKXXkGUFnjy8avYfPwxBM1VinngEvazCZ7jw0sKlDsnSG8ewjlJ4Nc7cFa7KLIMZZKhmOYIHE/UaOxoq5utqs+nBrXzcyphupmRF6/r7GkVQDLzR5WNnGqtNdgw10ky3xWYYrO5EjiYCzvzsnr4OBKLCKt0krc072u6Mmvgwe9mSny8yChWNUC8UFCfrypshG24ARtXcZPP8tDMdPPlvemgzAo4bKIxPUU5OaF8XJqN6WM5ELab9Fm62iQG1COZE4Z9haiJ5Bj1J7MNmB3W0pTQJMu1zkw9VmUXYP7QT9hYCEjJs2k4JSWnpnSf34vfSGxM5GVa1s91TZxUBZ6qhyrvdyaHOP41iCNs5fPmjbC++/defNvx1w/+2J/E4cEAjXoH169fxungGAf7h1jprGO1ty7KEDYbqDWaRqmiXl9yho2H1/Jm7UFgyjVwbgVQhZ/nvZab//PAKT/bgsll0Fp9jT0ZVpj0ADCtdIY/63VnbTSXAcrsOUYMch7UqwJJe36qF+utQjt171B1KsFqCTYO1dI+AobQD7C5RbDaU7BqNvxvBlYXv9fZYHVZdWrHgEZCtlpuudyf43M+Z8zPw7zpiNZ+zF9HsLq3q2D19PRYlEus4KAVABWrBKtUFNrNnz2O6lhYvhEeuJaVa1/9Hm/2urdyg50JxB944b89xarMQ2eAgf3dI/zq//YFvPA9z+M7PtJBSDDg2loFMw8LDEixe+cYf/bn/yJ+/5Xb0gCICUGro9frZ+dM01hEZ04VG5iJVcJj2ciqCpX+oPPHfMxx9yCxtJljePwWzojPogGrFgww9nRRE5jCJi1sgFNrtFFr8k8Hzc4KVla60qWaiiiCVJa8oiDUmIgimqXHhFxShhyfSglrlsdodZr4wAvfjqAWyHx7ZhPEOTaefZ3Z6T5HhS4rK/s0RKHsJf75p38Pv/O7fyBJrcInjFJwzWMspWFjDs942kpTHmnMmmF7xUW3WeDapS7WV9q4vzfAINM52ssLNGoJ7uw6GOf0o6W9Fxvr6hWj5+5jV7vY8MfY3FrB1uPPw8/HWF+/jLrfwODgLm7t7+OLrx3gc2+kSEMPfk7pA5V9GVrNAA3mQWlndjqB55bodmnX5mFwOsagfwovSLB9cRX3bg9xOs6Recw9r6NotODQ083nu1EBy/2ji+v1GE92Y1zduoYr156TKr1XX3sVXq+Ox97zI2ix0RnBGddoKfktMVFhvtpHGACoQrbqWq8XyYyq+X/bxoQGYEl3dVs+b8Kfmai6miiuem4bdaEmAubjmDEa9yUUbyhETQSm8Tux2lKvh5YM8zP+u//6v3gr08sDwYOTggAAIABJREFUz/lv/6s/PUtSWjscWZup6jYBYXXtk+M0TdusYnWmKK1YJNh1qvo3nyc+rhXvc4mdRCapqkh+TzYF+tgP/7A0p7P37mweWgKQs4iNx8W4dhb62qZTIhE0UZ1tNqf7ThHP81ym9DlN5H4ej8YYx1MMR5OZ9ZjsucSOwENU72qSpd6UhrW1Gv2ba9JUixDRqthVIKYP1bU/+JjDYY17q+ubrIuS5J8tjib2tWXiNrWpJfMqRMkxGp7g5GjfJFeYBNFElIBtGZvzGExSVsZL11YQcY7kNVLfWrVfULiqKn+1dND3kNfSh9U2xpPyGrXq0ocqlZc63L7lcbq4Ftr7Ue8TsYox6wHn3iQeiQ0BmUUQ1SSu4bGeB7YfdhBKnhYfdjTpLVq5T+UHOZJ4LCpoC071cuh8txAfSTWmrklzcFr9PN0czOIldZORR2/z8ls+d/8+PPEdsLp0ledgdVWqM7VUuZQmVtLt2XQO53iaZBWwahSrZJcsAWEJOO9dNlpKctaup7LAMrBiKTphE3kZeRKbX7GRE5sWsZSesLMfqxVAEBTYZIMkNqxKcmw0XAGrfaNY5TQh6sYA0qyJ3ZSHY6oHczSboYBVNkqSkgABIo54rPKx0dJSVKpU6RUrkC1X8+hm6GGtFcDPY4FlLEWnGnSS2smQE7or2ScBq2zYNUllw0orgCKPRSnLMvBOnY29FsEq7Q/YqEkyV9LFlRkUVawug9VJkmEwyWQypWKVNoWcpMqMx09g7KBVC2Zg9WiSYzQlcHXR8vX8RFGASQYcjaj6K0Tdu1ILEEU+Dsc5DgYpGrQHCOkbS0WVAav0OxNzbF2OCMTVYzU1HqsNsQI4nhZiBdD2PLECSAinDVilx2pWOtisgFWCc17XblSIZ+7BSJtXcRywXCLyS1ENC5ygT5ij6mhJihmw2iJYzXOcxKlcP67ray0qVnPpWtlqN2VBY2MufuetXsP4hxUIqRYugGlBJYduUAhWVVFNsKo+vATSPB4uFgTJhLucvC1Y5RiegVVRoGpDNQWrVJxSFUHYnWDIzquiWFVLCU76HFu10NHmVQzOZmBVSzloBdANIU2sypyKVYgVQH9CpW+J33pUsPo/fWp+55su9RonWJJqlHuVgLIKVtXkXFcVqsCpKkFUE6Xq5+6+hvvlVMb2vf0j3Dqa4HQ8xnNPXYabTXFw0BcvsNVaHWk2xBOPd/DlW338q5fu4o27CR5bq+NT/9HzeGX3BH/7M7fx3c9tSxnpP3nxGMf9GJv0ZGsXeO7GY/g/Pv9FPLXawS987zP4h5/9KtYbPfzkx57Drbt38cz1C9i7s4tXbh5jPE1x+6iPm8MhLlFNUUR45XSKTzy/ibQ+QJEGeObqNdTWavj7v/sKDu8c4CPPPYvnr63ixrVNrD/zIcTje7Lxr289Jd81Gx7CG02R3j8G+gmC2EE2yeE1m0jKAuFpLHvUIua8oN7UnJeq/kZ6uu1mXD1Y9bEIOlWxYS+ZXewrz5Gkt/588XmlNIOYb8C5cbGdqqynq1GiWvB61spf8VGsxJPGt7ASpsp/sg21WgHo5zrSvIofq983gOfWBcKKYtWJAYebTJrSyeQDxGMgHgHJUP/N2c1sdHSMLgKMB8BYmah6djZMdVwrR56DVcudFQozoNIG2ApPjUrVXgvtoGIuj23eYoMwtQXh6xn8cS7T0n5tXiBzPJNmjsJjzof8nfWG4t/iW8mmdtyGiKqV8x7wKGD1xz/5SezvsuM3cP36FdoEY2dnB04ZYGtjG1HIzr1tKa9l+Ww1qK8C1HNL+uW66vibqSkqpYPV1/E5VrFqm1ctg1Mdt2c3KlrY7C08z473RV89HpnMwhXwVAVQbwZWF54r4PjsUNhuuGeAfun4q696GGDl661OiOv5nbuvI8nGshnhhitOJrI2UbHaXlkRyGQ3zMvjXieA+b3xZmB1ARhU53rzpe1sVAXI803HvIxu/j4GrJoGFfM1Ra0A9vb20KzVBazSe0/AapZjvbd6JlitXvvz4PbCea5ce/vzN4Pbb/b72ax7DshcHB3zc78MZP5tWQF87UsH+JVf/gf4k3/q+/EnfuSyJOPZ0amYeXwbMF+kuH/rCP/Jn/lL+Oxrt1TJk7NLvWw9pdEi58SZYtX4cssQs8koEaKp0pRjQBPh44XGInZNEsWqUVkvQh1+jCYZbSmznTMctyYNidjxOoiaqLe6aLQ6aLS6MnetrPSwutoztgB1KR1mMknBgiuKNsaB9BokzBycHmM4Osbf+7/+Lp545gaefO5xjCbTeYLzjFv9rPFx5n0ny3aJWlgTW7G/+Wu/js996SvwGi2d56nkZLm/NGxLJNkq5ztTteg0jsVbvOVN8d7HV/HYeohOfIJ3vfs6fudLb+DTXyiQuF1cuJTiic593Dxs4aRowiNECiMwBPPdDD48xMUE3XyCZ69voew8jXqnjqtXrqMZdfHaK1/GzeM7ONh5Bffu7eH4tIUUDWlyE2CMelDHyVDfr9NNRThztJ/i8HAfaXIsHvortRq+5al1vPj5m5gUEfxeE0W4Di+sofRdeS/xUqQFnOeIZdPV1QZ6q9t47pnnkUwLvHbry9jeXEN361vVEsiUr4uVhCwsKoRR2wrjoShsSNf1h80HqoJkV/dYoGe73ZmVRdu1RpWCtoJovkbN73cKdPRf4q+ZsWs8of1YVYnGykISqsYGiNd5tvYJ+3LwV/7if372AvImP/0rv/Lzs3WzClBp5WTTxQvrKOOjmW3OHAgJjD2nEZI9hBm8q8BV618v95LvCeCk//FHP/4DAjAtdLX7gOV7YuHfZo8x+5lhCd5sHjGJGwPmbIERP9c2aqJliHRtpzEbEzhpqv6t9HEldJ3Q+zQRhSv3HkzIEOQxzml1etJEj16unCNCHj9FXPliI025hQn2Z3YS80ZJsu4JjFOAKuNIqsmN/6e8xlilUSxF+wPTKIlcJEkGODrcEzsOxl/cd8YJ41SOZVWTqiqbvGEeC1UrhhbWNAO8dQxwVCigldhAGmQpKLfxwuw7LTRnOie4OWdsMvyViH7pZXPLFYW11ZhI1hI5XaZZqJ6lc+/hxdcuHoj1b7f38Py3uu4qqDYNwORzeG8aVYbE/rrX5/3LKuwZJOW1NaDbnqcHx7O1TeOcMfdZ5efWO+94rFav1DtgdekGqoLVguRJfFKBkNTTbFbEoBmEPI7ALoKk+gysMqAhWKWRsypdk5xqPAWrXMwIjyga5UY08Pj+rpSAM7sZ+HSzhCgaT0bqlbq1EiGJC5zGGdYbHliE3p+k0syIcxn9OGkX2mDn9JJgVYNCKihTQskZWNVMTsp6fgGrvuyTYzawompVupBqo6tm5GKtFSIoEi1fErBaCJxkNpIPHqtAt6JAXAKTKY9HwSqKWDq3ky93GmxUVUqjI6oy+aj5LmoexD9UNuRSHqEqJ4JjUayGHhoRFavLYJWebMIMjcWBBaulqG+PCVbjDCEtEghwWW4e+qLKPR7HArVrgSdek7XQw9E4l3L9euRhrablYoSL4rHquvo92S+j1OZV05yKVTZecrDebarH6jRHvRaiE7hq5k3FakrlFXAwYmc/PrcmoH3vJEE/KbBOT9c6fUtTaV5F4E61KscEj5mwWMGqWiWMCU/Fh6uUYK1FVUBR4CTO5LqQ9a22ItTdAuk0RqPdkIzosQGrm6tNbZDDcekU0kSNPaLEV9dVsCqKal4DWh3Qd5WN1cQ3NRfAzMZSPIqVGtXELPdVKwD1feJ41S0yy9VboS+Anirig1GMIWkLB6wAFUL0TNSwbIJVp/cLgzWozQWTAY7vSsKgy66vPssaHAHbqUu7AEgzsn92enbG9WEx273BHkCwOlsc5xtkfZ35hcAm/lszkrZL+iwzaNQDrkvv4hyx5+KV/iG+MTrEEYBBkuPmG4cYDlKkfooxUsTjGM9fu4L1Vo5xmeJyYxPdiy7+zqdfwUu3SrzrSiAdsX/pJz6EX/8Xf4hPf3GI91zlRqrATh/4yq0jeDkHY4oPPnsDrx7cxulpjA8/voFR5uPm/WP8hR96EoM4wStvnGB4MsTRNMHBKEXh1tGuR3hqu47JyQG+5eoq7p5OcP8wxgeeu4ood/DFmyP8zhu3cLET4b1XmpgGBS7UmvjZn/okIjZLGx4j6F1E6q/DjxI4+UiMnYs0BHb24dw9hdPqoqh34J6OkB4N4GalbBjLPJHMPQM6CxwVNCp81N3qshWAXl9tAKNSiwVwKuPOXG3j7D67rDM1qnpE6wsrYNUoklSmaUvlzTW3Q8AOpIpxY4W/qALUgnkpo9dyr5JWADOfRBcXy1CbqDCwyaQtHMqMajXe1BM4hKt2vPGmSqYCVZ0i1s0Cd3kGGJ034i3wka7wpSpW54GTWpwoEDA/N6fOfh9teFVRFM/K/yupaZt3kI0ev5GuBZzfpIrINEqQxlNGsSq/4+ZM1KmZlv9bGwBprkKQqhYBfD3/rWBWj+Ujn/nSw27nM3/3kz/zszg6HOLkZIzt7S1sbK5id3cHo8EY25uXxGM1ihpYXVuX0k9bDmgHE+dBDehN51mBo/OfifrD7H5mYNU2iDCNNGRIm+6ztrmGDonFbrdnQdZq4FxtXmV/Lp6JVjFpO9zafAGv/1LkvwxWq9DrLNA6O6lLitVqIP6w1z0M1tnvW4WVVrHKuOXezk1MpgPTqZl+7QpW1zfW0emtaRdxKd04506w90n1RtVZZGGsPHQjbAC2FlaYAjxbOmfmI3v9q99Dt0yL64l+Tok8NmC13sDJyTEmk7Hc0tzQbKytY3V11Xisqkem3KkVWP/WwCqxT8XiQweMsQNZ/P6z9zuPnEuUO99BVkH9+Tekmcsrqkw9hPPX6X89j1WjwJfD5Jzj4vNfuIMvfqWP7/nBZ3FxA4iocfBoOEK3T3qg0jdfx8Odb9zDn//FX8a/+sYdmYuZ/JNu9KI3ZDRi1KlmMy3XcnafUVKolVu+eNcpWJ3GA4ltmFgS/1Qz7hSsGoX7chJF1HHa9ElLbRUWcK9ABSS9QMOohWa7h1ZnBa1mB932Cnq9rkBVKlb5h56rkR/OvK4JUAhWqVzz3BpCKZVN8bd+7Vfx1PNPYOPSOmJRjGrctvjQ9faBKgmTc7ZzkUACe1Jy4M7NHfzG//2beOXuLsJmB4XvaW8Aaayn+yXWl7F/AL+r5wYCg3jve2WGtajAk1se8skeVjsNNOtj7J8G2DltSsVLrxHjydUTfO51B7v5OmK3Dj934ZVTFE4EN3eRhjl6UYYX3rUGd+UGwlYD77/xOJq1dezv72Cnfx9HL/0T3PnSZ3F/XIfj5BhkAU7TBjoXHoPfqiEtPYxGDvqnbBzJ9RTI2EAqmaBTDPDsUz1845UDnGQNZK063M4FRH5kvquOeVZ1bfa6+PZrDTx94zpqVBk32wjDNk5O76BFCNu4oolHCYWktaeMqZC5VhGdSIdUyT/zWbxSLO2Xh71oC5aM6qNLEDjvh2HKjk0Zt53TDAaaV2lUGiXSzk0Uk2mKNM2kLF33RWonJop9Mzw0OlaVoCgIqRwkKHYd/OVf+nNve/3mC/77T/3HGifaddd0vGdHkvkaOrfe4bmwNgn87IXnmASInfNsonO+nho7gEpZuib8dd7i/c2Ky42NdXzsh34EQcQmZjYu0vG/fKfo1sHMezKn2IQ25wX9ley2Z+uUzhVSeSVTkCnitxBTXk7bQNMg0FSSmglDEicC1BPC7wTDyRhDAtcxrQVUVczrx1ic/Tc4J3TXLwokFi/Xen1miyQ2CDzvFr4bkG9BnSTQK/7Quv0zalsCdzM2WJHFMexTYBb3BayKbQmFGezrwioBeW+zJ5BzzklBz5V6/JqhLo2f5qpTiSPEx1YbYlsls7UIIIeROE0UrhyT+u9F+7G3ClbNPmSuDdeIYnbtbMMuvUZ2nHGIyCcs9YmStdSskcs3h0YbD66XOs8u/WpmwaLsRI5H4nJ9F5/zC/vqmKZ49pglUcPeGbbSjPczOQPt+ORvrb4QOy8DyLm28fdy77N5uPytkP0DH/m+R7rHv1lf9A5YXbqyFqz+3FPryDNV57FEn/CTaioJoo0Kh55N0qmdXqmhj5qTSWk5ARQHZ5KwYRTbUlGMlAlkZQDD92CpNffPLDEn5OPbE3YRvnKFpWcmy8N5Y251WUKT4Xico133Efk+BqMpxuKdzY6T9BIlLNRyhlGcCsBsRiGQxziK2aW8EGUON2SczDibrTZUHh9nbGBF/1Sx6pdgsOYDvVYNNXpRFalMxrQQGBbM3GlZA7ua0jOU0I1QcMCm1q6HtaYnG3sqCsnhuo0AkaMl/1TE8pjZKKkZOYhT/kxLkSSMozVBLpovaerViEL5PmPzmSz5r4VUctJjld+DC4WHdo3d2Km0LKVL+mCaynnpRKoSpvKSG/Xj4VRgOBWshJqNkOerwJ0TbXTQa7pEHrLZEd4iYNV4Q0qTFSBJXQwSqu8KbHSamI4mOIoLKZsnBJxOYuSOhyYzvI6Hw6Fm5Vj6z2O6f5rgJC6kgdBmq4bJdIrDUYaYRv8ca24hvqNUcZIei8cqwXam34+LOK93txkiyUscT3Mp0ffKEl2CVdpWJDHqdZarAEcs1S8KgcAsMeb4owUFVanWY5XHF7KBFMeuZENzKdmI2InW4UKvYJXAmosY/VMJx6mYPRwxKFYvSQsSCIhboYsmlQiFi6PRFMOkQG7KL6SRTU77C5ZKeQJW2SRnSrA6zUSZyo6YLd9BJwIaouyhN3GBxHHFPmGclvinJ48GVou/+suzuHRhabWQzy6aRqFu1saZolUWLpP9c4KmqFTuTYb4Mhs7ORn2+hPsDwZoFBlWWiv4wt0+vnF3gI2OjyvbHi53A3TZ7Kx1FaP4GL/2ma/j/sDHt2/V8PjjNXzyhffh13/n8/ibf3CEpzZ7WGvqRu2V+wMMkwBFOsVzN3poRjn+6OYYFxo+Lqx20R/F+PbLHTx1oYWv3TnGV2/flXHJRntMXPaaPoowwv39UzSbEXoND5fWV6Vpx869+2BPpenEw8DNpVnYOHZwZaWJX/n578SVG88gPjmSUsKwtQGstOG7TZTjEzi1C8inR3CP95HdP4KbrcHtbaC8f4LidIhASnF0w0rVsprTmwwq/5IOedowbM5DGKxollTPtU7Ws1jVbKYtYLEjQYOaCiw1AalSDB2nmlkX3GfgoFETVT9AHdJ0nMhG1/qMVomkZB2sFBUlrU74/bwIpSnvtIrV/5e9N4+xLD+vw87d3r7U3lW9TE93z859EzeJkihSJiVQQGTAjuQo4iJSiixZmx1HFsnIhmFLIpP8kwhIIsCAAwlxgMTWFluQxEjczcUUZ4azT/fM9FZ71dvf3YPzfb/ffbdeV/WwW/5H0hTQqK6q9+67y2/5vvOd7xytXOdw+BoWp5hMhlM4rNpLlYiJvbaHKW8zQe5mklizC0JCNJGjMS2qJJAK3qyaXVYHVc/XXGMBVKs2cyFZIdiPAYJNwZDad8VcKDF02ZpoqLbmnikzSRmumk6kpiim8DQTu8Ro4xuglL9z1LjRGlSJiRW19dj2JsCrSSSNuQoBWcoIvOPz37jj+OtHfuxjGE+GuLHJQL6Ney9ewGh8iK0bN7HQWcLSwjJ8r4aVlQ002gtyTkzamUjYNsOCZWqSTWGuzLcLmuBY5GIkqdQELeexSm2F9r1WQscG9/PM1jLIai96dpxZwG1ZOPY1NpA/CdC0x9VkxTAnioTtVifp4obbesTc+24Hst3uHG5JIkrnoH/LsLOzhf7gAAEL0Z6yK3h/uwsLWF47Je6/CgyUjMBkvM9Yugrw35qy2MTipPMo//444NWCqErenuloWsYKJ17ZFK78eQRlaGhBzcv9/X3RYeOzZXJyHLCqz0nP6NbnO7u48rO93UQ5ybxK5M6P+ZLEb257vR1gXj7PO5mwdw+sWqkFJuX8f4zx0MdjT/Zw3yOL6DZzkBFGqFlqXkbWhK+kOSqNrDafvYKPfviT+MaL19RxPYuQcx228Lho2vNLjzF7DlpAk/WCiTtje65hcSKu8sJcFdkl3V+41whhtlgvDJBjWUxlBqJpDJC9gAwstsBSXzWoiRQAtaHb7UV0O2Sr8v8tNOtk4KvzNGN8gqVcXwXK9ZS5Vq9U0QyqqPgJfu8Pfgff/f53okpiQMJX3SrhINdq907zQO145OvtGqCmO2pAefmF6/iT/+/L6O3vk82AiMm46YISnW1JxJnX5AJWiu62AP++6C/K/UxSnKpPUQkibI8IpvI9FTGpWvBHeON9i7h0zwaevz7EUy/tIHRrgNOQ5y9AVaYO5MyZGq0KHnrVJax067hv4ywa1S5GwwOMMw8vfvP38NTXv4wkaKLppxgFp4SEkldO4+YYGIW+spyh+7JD0gmf6XSIZWcLrzvvY/sgw+ObPoKlFYDxNqpo1CpY6rZx4ewGHrxwHmdPrWG6dxVLLbZjM+Yja7CKrc1rIp1W6d5TMM2OrE/zgskywQyCavG6AviyMZIwQOR15XVeJYBK2vC2vV8MP2ctwNJ9KKZDiTwP7ovigSEy60cXg/JeONvHtDCgf9O58Y9/+ifuZDkoXvsvfuWjOm/NcSiMIbCaaemerXszSZ7y/lZeq8qFqtlePMeKFMajdnXqe/l/E/+5NE6Lsbi4iHf/4A+h0WqpbIiJ/SSa1YpIcf7l+1VeR4s9xMROs5sz64LT1p8y6Kqv0mPOWrjLnyFMXjMe7HcFzvTcyV4W46zxWMg/wj4mE8m04LPATIMs5vWNzgL8ahW1WkNMltg9ImsQDaGMydeR6xCTUzUhtWsfT4VzkKfsOmxJH+Bwfxu1oIJ6lYxVNcQuPydrlma7u+wYmj3X2fOZf446Bs3YE+MqBWIdlwZ1GpfL2DHGWEowKG1+9lnrjS6NWQOIS05xMhBb/ot9LpqJ6LGOtNgzdqFEmpG8knspa5eSxZJUixgypMz56JBQYFOUyWj2HKeiZ0td8Zh5BAsfzN9p/t1pY2N9Del0gr2Dfbz40ksiD8O5LeMiDgtgVfV+lWGsDPSjkgDlcy9PZrsH/Ow/+tW7muN/Xd/0CrA692TLwCrBUU4wgmECrFKs3gCrZNTwz5NIteAIrFIbKPBVJ1XAqYgtLr4k5wRpqaXKxYCTmYAU3894xAKrFdFo5caobDwCq0lCxioTiQyHE7I4HVmYhuMQ40RrGAR+G77qvNI0aDCNBFhtCDAX4SB0kcQZ/IDtKfy/0hsXGwxoPGGNEshigMUEmcEOGZOLzQpqHhMFA6zGiegcCdBHxmpA3SGK8lN7NAfxQwabNL1y80iugazebsNXYDVNEZKtxfZvn4xHMkyVqalVHhX0po4p6/8E7gisjsNENE25sFAHlexTWQgMsMqEtlOvSJsVgUZ2IA+nISq+J+AeMRsCq/yUg8FUQEhqUS3UyPr0MIpy3Owl0pa32KQJ2QxYZQVWzJtcNWfKMod4CPpk/To5VrsGWJ2moruzQGB1GimwSh2izBV9Ue67ZKhWfQ9bg1AMswisrjQp8xAaYFUDBDKXCZITGCcgT5CTwCqNsKiry6fG573YrguLeH+aiEQDGRHdZqAgZRKiXq0IWLE31Arz6kITIGNVTNU4BmkiRXkDla0geC5SFWQWW2A1YNuyPmMefxSxdZmSDARdCazSZC2SqmABrFKb1iWw6qFJBi+B1eEUIxYhqC0jurwWWKV5m4cGKSRJigmlAChzETOf8NA0wCrBYlbUyKqOHV8Mv0Zxhj86uFtg9ZeLmW+IjvpzsZOZIMYEMkVMa9hH9s2cT7GfYpql+FZvE9enI1zuDbF50INfbWK1GcBJa/j809uYRj08fLYrrJil1Tr29hI8eM8y9nYP8Pkn9rEzJVs6w/e8oYsfeffb8dt//HX8u6/t47UXN7CztymFmtivyr0hcL5Sz7CyUMWzWyE61RrOLNXRG2ZoOREurtbQCUIcZCku3xxhawKEWQVVj2zrCM2Kj3NdZZePyCjuhxhNU6y3fNzbDLA9nSB3ldEd5zk+8B3n8QNvv4hJVMGV3Ru4sH4RncYi3KU1CiXD7Q2BjfuR0/Dh+aeR3tiF07lP1jx3r49svy/Ou15G1pDoaqj+KeeaYXwq3llO8Gbg6FEgR9uNZC0lq6gc0RQ/KPCnBAQbEBnahyQTCk7O/tmsVwNaAUdKBxaejWmP11DH6LlaVoPVHhLGqgKroOOqYRNSCsAy2cDiUprAoSmBAVYJtObCBOFcE6hS9UsJrBLYKyr1tn1Hr43r0cnAKq9dmaVK4DDC9JacK/EjK9rm2oRfXwJoDVgrTFb9gwKrlr1rZXH0lundNExT1UvVoJ7/J1QhXHdhNVALXDVX5Z96b8s+oG1mlvFHCYG7A1b/3o//NwiTKba3dzCZpLj3wr0iGXPz+nX4ToDFhSXUq20sL59Cd2lNmT0CrJqmdJNcqUP7THu1nEyWQVCumwULRnOyY4FVxR9UF+w45uosgZjXYtX7X6w7jiN7ffnncjJ1HABmfzff6nUc0Do77owVVT6+Pc/jAuOi5e4OombOLU2McgFWDw534fuOxCxMAPlUugtdrJxaF704BZ1mGpvKrDya9BwHrM6DA/YUjwNR50+/nEgaSE8L7bY10q5jJXa7Tid9bvF0UgCrdA+mbp6A8FmGtZVVSdoJIlgztTsBVm/3PIrrkETt1sSQn3nc139uYPWke//d7/iOOxgp5Zfagg+jRXL5EuxuxXjy2W286TvOo1llQdgm07oWMfYUSFWWQgc3n7mCn/jgJ/DotRvK4LHAKtcpU4DTLglp4j8C5gvQYIonnM4yFtIMYTJSzcmE67mufMLul7VdxwIBRGFREYAy+plmhTWAvRLSKcHFohqNTshaJdDR7iwYYJVSAEvCWG03W4VJ1Yj688MhRtRXNZJjPH/mMIwpK36GR5/4Av6MaSq2AAAgAElEQVTLD/4w8hpzFS59M1CmzFK1zujluy57r+eq+Yxp/RWpH+QYjaeSe/DayPDj58aUWOA6XzChjFmh6HGygyGVDqnRZCT7QhZ5SA+uw3XHiPwVjCcRPLeJrc3LiA4u4/7TAR6++Ho4wSI++5WvY38cw2+uYBRSfikUbwxKorlI0W37eOfbX4eaE2Kp2sCIXgZkFHsNXLv6BL7+6LOoBS20/QR9dwUD5lWRi6SmUj0A42XqwWpHHXUJmVN180O86VyGFzeneGanDn91DdW6hzc88DAeeuAS7j13Fl2R4oqQRRH2N1/AYquBar0truQkoxwc7qiuZ2PV6DVbnf9itz06Lwr9CVM3LmmfFnNLUyndrXWRNI0+Zg+3QLkBWRUIm7X5l1v8teisX9JMb9qr1dhJC5CCvYsB0YzxqbGZPYcc/+Rnf/Ku5jeBVWmXFN1MnScqU2Q7R/RDhPUsxrvmXOdMH8tr40n7t+zJZE0atrDet1uB1U6ng+/5wQ+A3yVOtCxZvdMWBbMP0JyRCZBKd8E+L65Jsy8D4urDM5jt0fzG7jf2PeU11Wq+6vMqYYOG0amFEgV/hW1IAI/AXJJJSz69QUgKCmNKx3GOmsI97wlBV78qLNc6WfFVmuhVUBUzPRq+UYdD4ySek3S1GjmoPGKxKkE4pRTAFiqej1q1KQzS1Oih6huP7kMij8H90L6mhFvL2DOA+y3PlICqkULh63IxuNP4wMbxEt6r66phd2pMz+ehKZ+OJw2By7JvQiMvTJ1sTFCwOqUIoWxuro9iFkXmN/1lIoKlStaTAsZUJWP0vYqP8P9cC3m+LJJxraB2tnynWbXIzvliVsb9hBraBMp7B+yAmWDQ6wnASvbxe9/3/ahTLnAykZji0ccew/NXLps5IwmYdmSYNUH2KGOwKK3+5U4EM6mlU6pU6LXj8Mc+endyH3e1MPwVeNMrwOrcQ7LA6ocfXpFFR9qmySLUHFknG02eRJvSEaCLgUmVRkuuMaBi6wsnTkRdU9XJIZhJTQu2SHA+C/BKMxgRN/dACdeKl4vkADdwsvvE0CgmsKrCw71pKkxSVp7HkxAjFtjFO8dBk1IAdU+0ZIZhJC3rBCUdAqsMFMhoFN0fsmmVsbpQVwo9wUgBrKhvR6ORNBXd14VGgJqnbEVuXPz90AKrRjRbgFWwrZws2zlgNSSY46BDoyNW/BJW84kROqgHAaq+miRRa0V4mIqsChhJN3vLWB2HNGdSEexW3RdmpSxusnhzoSGDkt6v1ItVYHUcRvDJeJwHVodTASFZlVuoKrDKFvvNARczYKHJc6VBrG4MBFbJWBW2mhivuIhjB/15xqoFVqvQtgu4aLEtLM0FEGcQv9wMRPd1uxehF2Zo13wsNwKEcYKDUSKgIgPuAlglGJwSWCXAooEqtUl5mwisdhs1CZwPpglGZCSnZKwqsIokRIMLcUZglSxVMlZbAsjxOqk7S2A1zqmrSxahjiMJhAXM1fuq5lUMvFVUn2CmR8Zq1RVglYHwwSgW1oEUbbkfZQRWee8JrHqYZo4wVscEVs2GSOYyK5ucEwKs8pkmCcZpJgxiyjbw85sVoEOpAI9V11QqnIlDMDyT4/37uwRW89/4lSII4H8KcHUWEZY2VNPyVLCrSosGgWgvxGaS4anRDeylU3yLoGLKxMNF5CQYhR4uv9TDPWuUfvDQHwF5x8GNHQdnOz14KcdAgBuDFC/c7OND770H73v3W/C//snX8Qd/+hIe3jiF/ekQB4OhaHdRnzKgWL2botOsYirM9hzri00Mxh7CZIKVioONygD+YgPXBz6u7g8Atw4nSVDNY5xbW0NvGmI4GiDMMylc0FwiiCtYqIVo5zHOLFUQN3M8ez3GGzcq+NG3n8O50xfw6M0ruLh2EadbHTTvPQ23vYbR83+BPA7QePXbkTtd+NF1pIcJ3EoNTuQAhyNE2/vwDsfwIgKryvTMCZg7bLk0dav5HF80V2l4MQO3TkrQBWg179cQSgsGiiraFiJObm3rm/1NI0gqLDDplpCqpCcowQbXp8KcwCYpBCxtu5hqDmkjroOc5lQOtTuVwbFBnW3DHnVST1tOORenbC2kFi3PyTBaC3WDGDkpV6YtS09YW9Atk4LAqFzKvHGCEdCXPxaMU3PRBjBVhp9BQ+WsZy3/CiIbllehJyw0oKOta8YJW3cBLcppaz+fmW0NA2IyU+W6FNjgmq+6qlZTVTWf2YBrg1W29fL/b78LKYAf/dDfR5rGODw8xNbmDtbXT+PU+jK2d7YxGk6w1FlEq7GA7sIy1tY2pOmX+5Jt1ZU1wbBPy6zSMktCQFKjBcZ9t/y6skbYUWaFAogWWLVB6jy7dcaa0ZbSeUCMY4pmKvar/Pry746LQcvApwU07euOFjA05hFjuDl9zfmfy59zHHj3cn+358F7uru7jb39bdE1J7AqmoN5jk63i9X1DdFMs8DqkSDfTP4CAJ5bSyxgf9w9Ka8px60vdkzq0iBKc0XSpazEWbWizFgtH8sCq0yYLGNVQPssxerK2hywWmZOvTxj9dvJNex5zT+f2zFW5xvE7+bZlsfWced598CqgkfKYNPOsStXBuj1hnj1604jcGkMaBh8XPYFWNV1yuM65jq4/sTz+MiHPoEnbmyKVA33BmnjZwrLG2PlZQyIJWVt04Lq+xUjn8Tk3RiWMO5PpgKqRnFoGFsE+gja6voq7fACrGqL6qzQMmM1KRua+5nqDnp+AF90VutoNttoNbviNM0W3na7K67PqvvoY++QBjdjTKJQugGUteXCZVwmuooDHA6v42d+8ScQugQ9dW+7dY1hPjBzmS8/u4LHazwW5Hp4bHNfZX0wADLnKvUehZ1tJGJmWoCOFHsp7cX8xCNjLnfxzDc+A8eZ4ME3/6CApQS9vvXoV/GVP/sj3LPWxLmVNeRZBde2bsBrtfHGd74PoeNikpCsoR163FnCwTbi/g0Mtl6AN+xL3Li23BTdyd1JjHFwD4Y0Ge3vY+ptKAiceTiMx8inMZJojDSPpNuHbOQ0mkix+PxqGw+u0hOgg9/9/NN49VvfjDe8+c24tEB92xzT8VgcuaU45LkYHlxDMukL257sv1ZTwdXBsI9g4VJhhKTEm2PIAmXK4wmFm/l1vwzC2eMWeqgGxGGsnwi7WsHv8npKrNKCcbZV2+5T5e+z92gXYWoMjlkQ479PfVK7w+70619+/GOy9xBYlfFrgFXLPNTxasCgQlv1ZJmd8l5r90C7b+p3cmLt+3WPtnIvLJzwWii1QWCVhnFyPCEQazxYLu7NP8NZcfoo81fWpOJxl567eRbH7UtlIsjRz5k9w/J+Nb/+HolnzJkrYKZznaAg1wPKQND0bjxV8zuCr3GkRsgFCGf0pTn3692ugK21egNVsutrdQSVqsaVLjAd97F14xoqXDeDKsbTqRybX8zHabLFZ2tZk/YaZvGgMTg1cL/9vb2eo2Nb2bOyjgq5gEQe4wEgRX2Azbga8tr7LoGxYdPP9lwFP03cKx4BCoxaMHV+Ttm/a8u8YhS2rV6KEqZ7ojyHrL4sQ5h6s40Ll+7Dfffdh1q1KhgEYwaRU5NCrGGjM1gypIjRqI/xcIhrV1/C8889J699//vfJ7EU9aypDWwJAkGjbhDzmsEXIiRRVGgyR9OJjHVKidg5LAZ1wqJVktZMHkAZrj/0dz50p9P7r/XrXwFW5x6vBVY/8ogCqxzEBH+o1znDXMi4mQGrdJmvVFw0PGqJOKJLyQnN1nmPgJFpERLmowCrOnnJECWbkixVApRVl8fxZaGdB1a57B1OE9ElFWB1GgnTzAKrBNpovmQZq1EGqU6TbXpIEykyEE2rYiEFUFcgNEoJZBEs1pZOOjsS3CPTtC6gWiJBEYO0CV9nND9FK1zkUPReEFhlOEXTKwK6w6kBVhsEnfkaZVzyRtYDH7WADFMDrFoHRvoBs9qcE0QmY1U1Vsmm47VaxqoyhxX4VgCO107NVogUwCiM4HkO2hXvCGP1kFIABFarFSxWafpF7VIHm0MFW5baZNcSWFUwjc9LAwzlRBDIILAqUgBujrVuC5PhGHvTTLRYl+ouIjKG4aLB4DoD+lOJbrFENqzvYmsQ4zBM0a4qsMpxsj9OpC2fJ1sV8yqVArDAqkgBUOcIbD8Dqm4mLF2eJq93GMfwMpUHoK5TboBVPs+9oVL+lztNaT1mxEvGKlt8CNKplDADYwOsxolsnpRYsOZVfB5MCISx6npoV3iOylg9HCfIRIjXJOIGIG6xxT/wxIzsYBRiwvkkLEMgyhjgJyKBQWkHMlZpZjDNMgwJrJK1zOdKA4EKUKf4eUw2CFMYV9jQkzj/SwOrxfQ3iUCp3H9bYFU2dan2uYh8B48P9rCZ9fH8cAdXtw/RNJpBl0dTXNsDmpMaVtpAGiRInQa2RxN4uYNp2MNCo44HVz188YUIB4MEv/T+h/He73w1fuerj+I3/+/H0HLrso4EVYLhkRizZQgkcGjUq1io1nDYP0S7XkeeNxBihIZbwz1+D14zwOW9GL0JpS5qaDdrWKy56A9GGIxToFJTjeM0ljlHFdTA8XCp00ZQTXAjnkjR4ZGlAG9Za+Bvve11mDgj9A9TXNioY63bxsK9r4NTydB75luor51GZeU18FbayEY9uONYmCqErLz9EPnOAPH+GE6YwJfxDiTCiGZ75gwY1ediGasKrB7HmLMJnBA1ymwsiXhNq1aRcaiiGPXUbGCoBiWmdc6yiUx1VtrQtJfHaJppACaBmGVxkulDNrsNzixjlaw6Ma9SZiIZq3I+AoKq5rawx1m1jkMBvOU4li0rr1TGqhB8hbE6A9JsT79tZToOWLWBv23j15O31UGd83LeRgfQagjrR5faBi1vRYCBsn4kf+a9VHCUQITVSeXaIochM91qpgpAa4HVTFpVxaSKhUcWG2XJ1WBY7zOLL3cHrP74R38BYTzCdDLG9evbqFUbOHfPGZEH2NvfR7vewVJ3BY1GF6ur66iQoSRyXSY9snqphvmgjBZlPUhALGwJwz4Vfa85YNUUmmyr8CxBvRVYvR2oyvtgP2cWqhhgxrTvlse9/f/8d3naJmmfB1ZvD8oqy+9Ovl4OfLPnUj6mBWqZ4B0e7mF75+YRYJXjsdNtY3X9DPzKDFg98lm3AVZ1fp7c3XA7YHUeVDUz0zALOfKV7VIsM0f0mGefeSKwmmdYW10RYFVAP5EQMVqcJY3Vo/dt9ky+nfst4+iEy/+rDKxqZqyBB4vMjz9+iOXlCs6ea8qeRjsiXcDJnqTCqvQaFMDq1W89K4zVJ29sSceA6s5pC78k5WbJnAFeWj2W+e+RxWUMCi1bWQrVIahPqbp2eiybkNr1U0pw1vWaoKSv5AkFNgxriuuzFCA5JgJ5DR2lqzW2/DdQCWoIKhUBLxTAIPkhwyRSbTwL9ds9zHcIBHuYhD3U2xl+5hc+isPpSLUJj0gRzJR1qYZ67FeZRSbECGXhytptmGSFAQ/XHeYYGVlbkayfBFJk3MpeS70/dr8F2s4a9fGVz/wrJOkAr33XR6Uo12l0kYYH2LvxokgZLHbXpbvl5vZ1hE6OU/e8Bm6zA/aFVAPKfnFNzhEO9vCNL34G3VYFaeKKtmP/4AZqrouVe+/Hva/6HgyHVzHYuo7Vi28WQIJ5X+hECBAIMJKwY49SPGmOy889gZtXn8WaH2O4ewVve/t7MYqBvUEPK+cfQUoVXzKTjdkt78xkPMa1x7+AfLiDRUoGiAu6g97BDroLS1h+1XtmcUXpZhdrUsGcNn+U+KMc75RoqpKjqFmOZVOKLuIcGFRu+ZVlwRxP13pdeyTvMS39CvAfZatZAEnZ2WpmJexXthMbFh4B7t/61D+/k+2jeO2vfeIntahn9lspXhZM0nI+bvZDYSoebYc/Cpwebf0vr6fWmZ7PRd9jtTh1Xefz5DUS4CKwurS8rGPXPAt5kYkV7QXofTVg9XFgeambQRmmJSkA897b7UvF5xSfYQHe0u0251QuKlrpBz3lwlG1JIGg3E6bC5HoJexTMjDZfSTduAqax4l+J3GMHRjCck3t8whkfao3aqjX2Y7vYDIdo15ryrUe9vrY2t7GYDjAVAz0dJ3jdzIyORdtUVfNklSLX/JMc7+szqeNGUXfl2PWZ6elrp1iiirj30YA+nxZmOZxZa3m9YiGsLLpGdHOYrYZM1o7IOzDto/cSBIZpqy9+1ZXv9DVtgUuh+ufD3g1xRe4rge8VzxnX2LRxeUVKSQLo126ZrmgaIfx/JeOMNWr5rzr06Cw18dzzzyJ8WgkeX29pjkkgW+5r3JfCMzqGOV1k13LexBOp8q0NXPYAqkid+Sod8Lsd/r/D/7UL93VHP/r+qZXgNW5J3scsErSKUEzyxzhBCWwynYTsh/JKg3Yuu0ru5WAVBlYlUFM4EuCMa3aEoBkGzznfoXv4Xc3R7XiCWOVbf674xRhSMaqL+/tTel4maNZq2ESKrBKsJPvFfMqAquuh8EkFECPrvHKWPXExIoVYS46FCLnQrPSZNIWSCs4K71knRK0InBKYHWhWUGDbM2MTqkMmmjcpDp5No1gizzB4TRz0adrfeZguU3XcZpXEax10aKWqe8IwEKNTM5lXjNlDQjMWWBPHwWZTPxMBVabNSMFECZyrWVglYsI03QCxgRQGRPwWP0pMAhDuWd0plfw2peFqQBWKwGW6mRUQoHVAcEqGkoFwh4W0wEhi5kAowBWHcRWY9UAq9PhBHthKosfgdU4jAVMbHDjydWIjPePEgmUJ9geqsYqWZ8rjao4Oe5PqHcq0anc+xmwyjYdgiueMFtp+sR1nbIR1K5lW+1BCDHT4g3iM+N9I/uiaRir+wRWBTRuaOuxYawyCCecLMoOhoHM8xRmaES9YF/kBMhklZJ9ibHaMsAq5wGBVTEHcg3rgWA35Qoq1E515bp640iAVV4fPy5M6YieGI1hv9BYDfNc2vxpxiWutoGDTiUX3Viym1WuwpWxP41z/OH+ycnySYs2zauyT/3Ksd4nZa1KC9oVTEPZmDVBt7o53Op2EeFKMsTlySG+cvkZqdgvNtsIIx9X+lNs7Y+xHjRQqQcY+wEODiMBtRmILAQ5grqDWtXFc9eGSPwKfvQ77sWPfNdDuLK3hX/8r7+M3SG1b6lpm6HVqJDYi8EkFuZumidoUHOQwbOboO13kTpT+E4DF1qhzPVrY7YEViB+uUGGGpNLbpqi3evCCXyMQpoksaBBozAfSzUgr3J9auD6/giduo9Tboq3PXwGtUaGl17cwtvfeC8eXF3EuUsXUO+cQe/Gi3jp2hO4/4HXo/6at8H163AP9hGPBxqghx7SUQ6nP4WzN4Dbn2jA5qsmGj+7YJwW+J8yVpEfn+BJ0GchE8tWFfBeeJEzMEX+psAq2/NUXtS0exqmKw3zyCois0fmvnm3BNommiuCX+OQyhZKbb3TESEMVgZsfgUgsCpoHYFVyrkYj3GyqKjVRo2j6RgOrespDUDnasGCrRUCmeRabJFkvsRQlDFpDBG4n1jQZAbwkuVnA/symKpIwZEqPTc0OfdZomD/zu+WwWvorUcKDtalVMymBERVQFSLUKYtjL83T4PBOe+UmFcRRhUjO2tWxT1G75EAIAbzftvn79y86qM/+08wGO0hiUPsbB0gnMY4vX4Kft3Dzu4+fPhYWTyFaqWJpaVVdLuL0vk5Y6zMgC3qJ84naPPtZ5axWmbCyIibY9JwzNlW7yJxKTTdNFmeBzqPAqszVlFhYGIWuuPeK8+1dHx7Tpq3zY5VXiuPFihs9+BMs+/lguE7kQIoJ448Ls0Wer0DbG7dgOuqfJG0z2UZWu0W1gisUgjaAAcWXpShbosBBuQuOjOLE751r5j//JN+Ls8HSdKMCqeCrjO3XCktm+Bo/ljRZCxSAJaxGkWhjg/kBbDK0c/k6nhGWBlMeQVY5TJN/XcLrA4mCb7ylV08+MAC1k/VRIqLeptVSnA6jGHZ6URPGAcepVc8Fy8+9jQ+8uMfx9Nb21Lsor4qco0FydzShJ370kxTVOAISXjZzaOAE4tiduGKk1B1BguGjzH9kLVtxlCz3uZ8P5NdOyd1fMnMNRIw/EadVY4LtoEq44sgBGUx+Dth4nJNNXIPpjQl49TOf+lnc2muOsTZiyv42N//MPrjEVx2VpTXAmt2Jmd7q/aqnJmw+Uwh3RSc5D4ZkyBlVem94ZrPOLo/GclVkb3KNVD2FtdBQg3/nMk+maYxqkjxtc/8DqJ4Hw++/Ufg1haw0FrB+OAGwskOHC9ELWuiUmmiN9xHTkLDqUuIpchJ4kcsQAU3UydL0NvbxcLyEhA04Ds+RpM+28oQtBrIYhcvPvpn2H7pObzxe38YjVYTaewiYxJAgoen7DTu4wRsr734FK5fu4LlZg2VfILz51+F65s30Rsd4MwDbxFAh+uVtCCT+SeGZim2XnwW3VoFrc6SMMPGowF2tm/igQcon7R25NkLiC/jpGhdKS25do8+Ke6179F1yQIgZOKqLI/piiniGe3t4WfaPc1+GAEZ+yXsaaMTKYDLHJgqgKrosaruo+p5TtDvD/C5/+e3X27LOPbvv/7Jn9IBRsKHYaxKs74BeMv7DJ+7AFkGeDpuvy7vheU9sShilaQA9HcEsWbAqnhCBAG++wd+CCsrdEE3xTr7KI6pP2q8aENEmzXMLtfOOzMAZn8oiiuz52yPJWuIuQflol9ZfuGkG17ek2ScmThX7o10XhigzeCq6pumYLstTgpP2MSM5TUrCdUszbIch5QjGY3UjIvgXoMmeg0sLi3JWIvCSI22JhOj/Top2uUVZNX1Q/Iwe7289pLMEs+Dko2iCUwChxgJauu86sNWZJ2gVIHP9dIAlAodK/MyjiNh5BL0ZU4WRyGiiepkH2XPanHSnkv5O/eL4+MvkgM0NrYsfdF+lZyDbdCymAqJyLJWBUDldQQ+mo2msKSpo00N7WajbQppFcmPy3i9ZcJSb5zt/5//sz+TNaZa80W6gnOSGqsHh4fY3dtFrSIbo857Yyyo60Np9JjiXzHErfmdiR/tePqFX7674sldLQx/Bd70CrA695COAqtqwEG2KgHTAlgluEjDjbwErPpkPyqwSkBKnNWjBC7bW8j2TGj6o+xKYYjNAausDhIso6YhAwwCSwRWp9NMgFWyXdk+7iQp2o0aphGBVUoKKLBJYJVt8qxI9wmspgRgq3CzGPuRK8CqODUaYy1O9LWWVsrJhKQRUAGsxikqHrVRAzkuGau2hkVglGAaQwZ+CbDqMqBz0Q9VP2+1U4GbRmLAFeUe2lVqgpIJS41VrcgzbmnWvFuAVR6Vmo4Udq4FBliNUoymsSTtraqaVwnRiqwv6nn6HjoVBp3aTkpgtT9VYLVTJSitwCoXBzWvosYq2aJsQXcwSVwBVtm+ukzwk1XSY4DVQgogIWOV7Es1rwrHUzGvYpC93OCGEUvLepOM1ZRM40zaTAms1gIfm4NIQHJey2qjIpuLMFaFeQHQv4waqy1qrBopAJZMI2kzUxSUmrUEUQlCH0xzjGmEkyrYSmDVSWM0RSqArfrkITpYateRharrxuOLlqpx6NbASgEkslVpUMZ71GALAmNr4whopQAIrFIbmIHU4YQC6NworN6jhuOUcqAsgQKroejBCvrtkPlMYJWGWCoFYM2rItFYTTCOiEuxWOGgW+X9IBuDLFVW3z0DrGb4g727A1bzT39cN+y5t78csKqDXkEJy3rcbOe4vH8Tf3b1RVzdHWCh2QC8KjY3I/RGIbyc87KKiRdiQAbDlAYNmTAZ7un4SKoOrh7kYoLWarTw+ge6+HvvOId2eoh/+UfP4PHr3OzqyNOpMMiXOwvC/D6YDKR9HXkVHtmC1TFO1xeRRKlo57YrKfII6OUjIK4K0yvCEGniIOK9pwEdEwbR4tW+mJW2g81ermwNbwo3ddBLPFRQx1o9Rauao9X2UYkiPLCxiDc/cA8uXkhxevkcDqcp/vRzX8Qbz1/Ew9/1fcDihmhMJ72ByFSg2UA6jeCRHX5tH9m1PTjUXBZmvThcIKcsQME85To5A1bLwaQNko0QnsalJaMd7cg3mqEWhZGg28W0k4urq1uvUIdFk1dGTBO25kfyPef3ODUgK5MsfoJB+kpBpZyeDhpNhOUkPOR0LrfAKlxlrEqbO19F2QsaV42RUWcxCaWQxGtnYUqlZyV8FfBX8WBNPNWAy36eMnKPA1aZUM6C9RKwesQfgQFrSf/LlvRLJhcc5zTFMwcrxrwSIXi+2rpvZQDIaCCrP+VzFEMrbfkX8JShLNuxeCf4uGXtoRyJaXulnIBxkRU5AcXT8M4vPX7HodRP/+IncdDbRhJN0Tskw3qIhW4XyxvL2Ke+5TDE2tIpBH4drdYCVldPwav6GmDOJZrCPpoDPK32qh2T81IAujceNVqQYNqYWt2pFEAp4yrmBxsXZ4nvzMjpCDBqXnBcIjkPrJYTGHtci5nYv82DtMc9mOM+v5ivx7zBHpvfuZcPBoe4cfOazF/GUlKITlM0W00BViv1RqEPNlsTlFEjCZ9hzPH7recyl6iWzmceCJUZb4sOJsGziawF3jSxtMCqzktZy0rAtf0/Gavb29sCrFJjleZVkjzeAqyqs7YFO8r3bnY9R7P4k+55+XbPM1YLsPg2Gqv/OaUATprEd2texeIMNcntwr/XC/HZz97AW95yBq1mhskkx/7+ABsbbXS7VVOwOgqsXvnmUwKsPruzLcZEKhPDlYp16tTsi/xJ1DVnRQquB9RYtQw5goNCGWJuoFp6bP9XF2WCWjSfnOlHC2BhmIt8kmUQQdn/qutq2+Q4Hgi4yz/pPCNRgME510xRypN9h8eiMEHxVTbcol43u4WSEI+87j588KM/hsFoLBqu5bXAzvEjgIYiLjquZctTnWgx+rNMPcGBZ+z8IrAAACAASURBVOOSMgfMdfjFfEgY/yVWnxqimM4w5iUIhXG7UF/G83/xVTjOEBsPvwmHU8paNZGNdqUVn3tHu9oEnBq29zdlfzlz7iExY5UuIsbvzA1k8SIAXkWYxuzxkRptTPYvO+PyCdK9m3j+if+Eb33jy3jv3/kYWguLqFW6Iq3F7r8s17HAOIN51uDwJtJ0IuB2LdrH+vr92Oz1cNDfw9LaPUjzQAFje6No7OV5iJOJyppIvMBZRf1F+kBQTusoqF4ANsey7E3mZYqW5TnF+xnFU7mnakClXXiyV9HIeG4v0M8xxebS2LbPX4yHbGs0c17DYiuzU60+K82QBuMxDnp9YSIeHvYwHk4ltxlfvvPCKE9VGauuMIcE/ClJAZTHmcrVmG4TU3y2a+f8GloGw8p7uvxfugHLRdQZmYqFE14r7+W73v8BrK6uaieHBb+PA1fLCNW8VJN9FkdQLGNMVmzqR1fMWXFv1h1R7DPScTdXBLFzv2T0WAZiZVjnvLcG3zPzW4oBEmcaKSgLDsv2Zn0JbA5U7tYi6UqLSCy4DwY99Pt9mYtcz4g11BttrJ8+LYUkGmdxr7SsU5JAoph6pArci7kW2ZPmvsuzU4zXFGX0enUdUXkpBTA5VmfMfxbF+NzIgqUMR5V6pfUaPMqUyf6r4K3qoIZI4gjpZCTsen6+/cefCbjO30M9r5n+tsR5hiHOW7awwMJ9V86V4Cb/JvNGOhpUX1VICVYmRQyqjEmVdEix8Kas1mZ7Ae2FLhYWl9DtLKCz0EWr2YTn1SRWVt35HMl4hM/+6Wfw/HNPIctjdBcXBFwlSMv7+tLVq9jb3Zkxqq0Br3geWNm043fs+TyMr/rlf/rpk7b3v5G/fwVYnXvsFlj96COLYIs/kzsCowSiyCgquESJ6sNFCUSflK8hsOpRJ1UYq+rgrtT0FFmi1SGfiKKwecgiZRKgYCwnQ8WhARWp8Ax+MnF7H45pvh2gWaMcX4IwAjqtqrh+jkOyHB0Bp+qBg0YA1Ks++mMKUAO1GkFCglqJALWsMlc8tlSn0m6/0vQkkaE0gLJWlbHKlmu21VMKoFslt8fohGQZJpkybkW7SaoZxhAgzdAPHWEirbarqCCVFv5xShMmH+2Kq9WpRFuU6NHVoTFOpqYlpOtb6XaptBL0MaZUbK0XQ6MUaDd8tAUkpa6rkWpwPLQanjByxek+ynA4ipCRyRp4cg/IhCGw3B9O0Q8VwO7UAtEwSeMx9sbAMAVWOnVUU9V90aYxkfgxQSEDI5U0GAqw6mJtoYVwMMD+OEfqB1juukjGY2S5j3qkLe39MJTPXmrUhKm7PZqiN6YRmSeGQ6PxBAejVFjKXEArXoaqC7TrrH7HMhbYikOnv0msgSulABZaFQWLR7FcE79WWnU0KR6TpbKBUBdqZxLCzx0sdQjITxBkBEwJoGYCwBMMsZUrMTOT6l8Cn4xTtpoxyaN0RRrKmGOQ06lxTjAgd7A3mhoThyIPkHMhW5XSFTRGI/hKXFVbjVy9JhpiebwWT5ixiGNMKIMRJvIeFiEI7HcqHNu6AfP3NDcbTAgeAr9/l8AqPv1JsymXkhDKHcgztyDZrOObiYSMUTKjmQuwBYYbWJziqeUJPv/442IS5SNAq1PF7tDFTn+KXhjifLuKFw5inF1PcX0EhKMqDvtDCSzecfE8FhoO/v23nkOY+jjV9nDP+jLe/5rT2B5M8Vt//iiSqY+qr63KDJY5Z+kszeBjPJ0g4YKRJmgGFSx22wKEj4cj7IxiVPwAGSIxcmAlt+IF4sQ+YttOmojeERMIsmGqZL94CcbjUNgfkbRnq/5u4DjouLmMh4trbcSDbTxwbh1nF4DXXljC6uISNod7uHljF9XqKbzz9Q+jc+Ei/FYd0XSISm0Z2eI9wF4fyLaQeBtwd/bhPv8C8gEJ0cKnRSwuyA4CskSYhLguQhZGrC5queVfHh1RLwU01ATLcH3EFEt7uMg8kNiQi06jimylJiAzpP1SZToU8BeUGqA23XiI7HAAZzCBx+qIRnAFhiqAIpNFs05YJrOG91xwGto/xnNyMpxOKlAUnPsA2d8JnDhCHk2Q8zvbViXJVJBRAmaa8zkZXD5QCSg1mSYLicCj6qyqPqywn2SZVh1BscM2BlLKfuGPZPCYW1Q2tTKBlOiASaBvAnQm7HLjtGNBkiyrqWreLwUu7gfCVtJWUAFS5VBkUWsQzP2C/9i2qWmnMqzkeOa4bPsXbJesdjGN8uFXArzpD79wx8HZz/7ir2E43MdouC+B5ebmFgK/hlMbG3Id2ze30G4tYGlhSc574zSZ2AuSPGsXBgFuNQijaYwwCgyDp0jIjAarykvMGD/8vzwRw2RTlo2uM2WmK3/mayyoYn+234sA1rAhyuBHWT7ABvpFMmnaJcs3rUgozfMoJ5Vl0FSLvtyHVDeSXSaeo/qIonVq2HUCguaWxaefJOdn2OLl5EfuRwmgPPZhCkDGdSjAeDzES9eeR55HCGqkzqshBPUkT61viAaZ6PUKRUOZZaI8YcY/B5obePA43z1dF7KS4+/tAFR7bse9ZpbYGg3hAmjS4kKh92e2lPljMKna3tpCk9ItBwcCgnDesCC7cWodrVZLx5HRwrftqbcDTef/Zuw55kwAbz99bCJox2fxLGV8HjWFKY/BeWD+dud5uzO4W2BVdmkBqtgJk+GFmxl+7/eu433vOYNadYL//TefQt45jf/6g+t4YLUikjOeLJL0MXCRuimufO0ZfOhjv4IrWzuyB0k7iDEOFPBcWvl1L5FdxuCGYmaVVwvDNS6sZJ9p7KqAlibNBFSNC7MM0lm8YecgwUm2mtt5fGTczJnyzFiF3NOOPhsr6WCNqOzxizHt0Jg1xTQa4eG3vRnv+eEfQjjpoybP2DJvZ1C6DGlW+Y0uoIJPFtwIjDzNfNHJAK5GTbuchHvcv0r7t5Wv4SfGQYo0jPDYl/4EzaCBza3nUYGHpaVzeGH7Mt79vh9ALeigt3MVXhrBqzZF+5+dNzS3PXfpEQxCavuz42+mA27HtgAdZu8SEmTOlv9tIPGwu3cdz7+wi1e99hEEbo5ufQVU7+I+LWx5YdfqvjAa7om8DNl3yMdYWHsYV559AtPhdZy/8GohmJSBlfLcKq8tZXBGur3Ml31mer5aHL11jiuLsDxO7LNPY+r76nkTEOK6y1jRr3VFv5z5qbDrxJCRILAjuYHMCwLJYkJbldw2zsdyf4VxzFw4TpBFMYZpLMZovV4f+wc96QDZ3dnFcKymbRKCsajoB/I56XNfv+P9m28gY3W+M8SuUfNje35fldfNyfNYAEzv561Fz3nGLnPb8ppo97Dv/P4P4PTZjQJULcd+J12oxIRmj7Drq9WwL559+c2l4vaJxzwGXC/vUcWeXxpf5bX9dg+lPG+P7olH5QrKY9BJYsPST6T77PBwX1rRGWNLvEpfiLoWR5lUS+cru04N6KzsUx27FujsDwdCyOKzUXbtTAZD9O3NPJD5IkUbnRfyzzC0oziUVn92hgpoy64pGaPEPwLRphYzrqrqmEoRywuEeCReOWmi+qNktk4GmI4nYhQVhwRhE/FjSWh6mGt8pOeqQC2P9brXvwEPPvig+b3GQnwd8SHbVs9cQvSpeR00PTRFEQVotSDH105peMt4nzl4pyMAf3dpCcgqok+txIsM2zeu4z99+csCrB4Oe2g0W3j9m96IR179OiyvrmJndxf/4d/+X1Lotd0D9lmWeSPlMaLDyNzbEhOb1/Lf/bP/8a7m+F/XN70CrM492QJYfdWixFhM9lh5FWKTMZHQZJJaMo4wEtmSzNc0ArIWFVjl9lUAqw6rk7quzoBVGkqp8BWBUR6bYFqNH0R3+yQXHc7hOEen6QuwGhJcDHN02zVEcSx6lzR64hbJtnr+I5tTgVXKCgQiL0AHeyEV8jp8IIy5EBDoo5GfLwvXNFbgktBSFOcFsLpQU2CVE58Tb0TTIammmPYRA6xysRpE/Buw3Kqi6pB1mGKUOKJ/Shd5LlRkHLKyFHg5FmqBgG2huOhJQ0oh7MyfyQboNiqICawSpBQWLsFSKinxODwPMn1nwCqlBQisUtOThk/U+bTAKpPj/mgq+rXVio8WW93rBFYn2BvnGMTASreGmgmmJUmRFnkGHsoKYEWd/8hYJQRHYDUaDXEwyRG7HtbaPpLpGEnmoUaQN/UEWPV8F4v1Kiqeh53hVNh9bHPfWGwIsNqbZBiz/Z26ppSEcIGOtH1HMhYI4pJlOI0VZCGw2qWOARwcjBVY5f1bJbDqpaDLuF+rFcAqmYmLbQKrYwFWq4ExkLG6iFLpZ0uAgtNsp5pprHrCWqO+J9v0+TrKGIguKhzsj2mIZXSZ2Laj668YZFUJ5GeuPA+CuMoi4mcosMo224rjokZ3uCQWIHoYJ1IYIBg9A1bpEJ7JXOPxhlMWB3L87m4JGP02V2lKAeDT/73ZJEotsdbwyGzeViNsFtyqxmlA8EFMq4Cem+I/7P8FnnxhB72xj5XlLlrdCh5/dh9be1M0Wl000hDX+inu2QiwHbroHaToDYdoOTlef3ERqDTw54+9iIQmR+0OLp1v4lwrkPvyb778HKZODQFnYa76tmQ+MN3R6jBZ2qno05KpvLq4iEoQSDvtKNHWOJooEGsL6LBNQz3R+NGWNc59NbUje1wpghznBFg4z0UfXcA7gnMeLq7Q1TZHPh3ivW+7hMOdAbpeDYejARYXYlw8vYTLN8f4vtdfwr0XXo9Ks2KC+CGy7ll4aMLt95F2FuGSdfLiVeTXDuEMc6RsS8wr2pJNUMRqFUqwYNmn+pBtKiLJtVSMFTFUWMjy6QVzUcCUukKNGpxmDQ4p0KYlSFpfCkKnrkHC+5mGyAcjoD/ggqmooIC9ei+0GZiyAaZQpuV9c3IEamuGCautNadTAvJG04jzQPRkqLOq5lU0sxK9Urlmm8UTVDUMaWFlMJkNiAto0UeYOdTHZWcFF29N7iXpIEO20ElVtT1lGpFJKtxRCcBUY8uYWFkzK7kM/s4EqZROMKCCAgf8R33mHJGkaTOpMRZpxFnV3CNl9ukTYVtuwuTNeHhLU4AEv8peFQszAywF1ZoYtfGs3/S7n/s2Z/bsZf/gl34dYTTEwf6maCYeHhxKYXJt/ZQkmtub28I6WllaFYCC+pbLK9qSyWvXFm3V4nJ9MsXI7FBQwWpnafvWTNfNyj7o62wLrhr5WaBRtIaN1vmRVsY5Rmw5cZS7N5d8vxywasGQ2R3RvbVsRFVOnrSNTK7cgOhqkCaAqiwLyrwSNphtUzQFR5U2ytRcgcNV9SCKc7aJhE04jn2YJWB1Oh3jpavPI0kn8GnIwzGUpgZYPY1WZ6EAVqUWkDrIuEfK56qRG13L2fHgsEIs4GqJWXPMCZSBjuOSz3LCyr+LOZtJMkQjUu6JFmBOMhdhMra7vY1GtYaD/X2wZZzLhwVW2+22vr8AVhkXHgWjjrt3R8aG8a43i8SRNsrbTaIyuG4ZQGKaJADM8V/HAal3A67eLbAqO5UA67HU17YOgP/z3zyDU0uLWOhm+Nf/doT3fOAc/va7a+jWQ2Qp9yId4wLGuyme/9rT+PDHPo4XtvYEBJWgX5ilqZgqKmPRPN8SsKrADIFVY9gpxStjkmKKgMo6EsETw6oyDE27ylgdXd5nWehnSWuxlZSA1bI8hK7NpgRs1gYpKRqjxSJmkSVL11X+nR0vYRxi4fw9OP3Q/dLRFsgaph0RYiBFMgjnj5yXLRoZwNT8TEDC6lkWoJZIJJi2bflIXTP1O8e16ifa11uNWV4iPRrqQQVXr3wNu/tjrC01UHc9HExqiNDDww89hMHeADvXn5NuLVTbognPWhdNgO9/9RvgVFpSCJbbMRcW6o9qdCbaoamHvb2nkEwdpINd0b1vL3awtX0N9z/wWgSNrmF86vXweOTUTkYHmExHqAU1ZFEf9e4Z9PuHmE72sLZxv8TP6iyu65/oEprC2jxwLj+bqMXOsKPzx66hekHFGmUZsbY9WsgK5got643dgSElKVJhyKciF+HJesMuAI6JSlCBVwlkT7aBBqdT6uWYIkGQeBiPRxiNhsI83NvbQ29/H3vb+xgOhhj0BphMyDKWCnjB5mZsLGu9idLuFlj91K/+dDFe7H5Y/l6McRMDlvdE/k337JIJYGkPJeO7/Pr548o6bPY/u09bYPWd7/1BnD57xhTlbWSlccMsMj1hzbRyUKYQaTvmZLzMv+UIm3WWpxRjpcwJKb32CNhpr/mWg5ujfJvp0+yYpmB/zLnRJ4AsfZKBuAce9vaF4FGMTTgIag2sbZyWormE0gRWLQHAMDktsMrvAtbzNSVTt/mCnt2v5TUlGR47XxirskBMEJS5O7EKklLYUczfEThVcyq9J1wjKLXCfZh5Eov7XAOUQK5rOY9HeUdhs07Iah2LWaGYwRlwWGSv8ky69mrVmlkTbMu/5sH6eExsZrofGFey21YlH/R8rEmqHzAe0jiO41LWatfFYBTjTW95Ky7cdwnj0Rg3XnoJ29euYjodiZ/MytoqTp+7B52FRVmHw2mI/+O3/hdcuXJF1gddq2wcUx6IMy1jyQTL5rVG4oLv/dXf+M3bhRd/4/72CrA698gtsPoTjywKW5WTn0CEMFaNpp0MQtGUUbMkgj0MEgiUeV4mDFQmVmS8ss3Gd6kBouswgVUJ1DK63zGnVWCVbxFAjZOYwCpbyMMEg1EuLM1mnUQqBVbJWOViQ2CVLvHMs8lWJbBarwSiscpzInhIUyyyK8vAqjBWcxcL1VyMtoQJGJMNqC7xTKRYqKauIhmrARMHEyAME9L9SxupSfC5MLHDlwGSAKuIpeWewGojcNGtE8Al41KZpgRWF2sVaVmeB1a50BDUEWCVBk1RjIGcX6bsVzEEy4TBySCGwCoZmAQCCdry2g9HU2QOJQIC+GQF+9RL8jAYTcQcifeZjvX1ekXMY/YnGXpRjpVOFXXTssvPEOdW0d7jT3xmCkj2p9Q7zXFqsYVkMhLzqjT3sS7A6kSeSy3LxKG0H0Vybou1QMwOtgVYJcPQxfpiAxMCq9NMpB0Y0BKMrHmOAKvUfyFYzGshS3kqFXFXHOEXmqw4AweTBAMBVoGVdh1tT+lhFMFm+wIZqwRWl7p1CQr9jAA7K2RqViZN4GICpjIU1HSNklhYWpRQYODNCmSSpxhZYJVjjcxsAXYVWFU9WtVr4abG6yCQn+Qe9gehPD+J8QXEU3bHPLA6yYARNZqEsUqJgBzdiiuMbB2nJWA1B35352hbzLezghNYzT9FYJWnbYwizK5aOKMXGke2e00ZD8IO5FzIgGk9wNcPruEzN7+KUVjFJAywutxF7iX41vPbmEY1VGtdONMJ9kMPiy0Hh5GD3X2C5WOcbQWo1ieo1tt48oUBxjk1Ult41YMdtJBjtd7C55+7ghcPCHWS0UIwzZU5y/8zEeTP0mZHFrPvoUVXXQJS1KolIzmkoHyCeo26QzWptIbjUJgdDBqEYShtigpLcjwwOeBmrUkBq7b8HB+dal3N5IY9bKy0xaQum45w73IT+6MI8BJ85wOn8c2n9tCq1PFdrz2DR15zGsunLiHtXYXbXgRqZ+G7HcCPkTDQjyYgXTzYc5D1x3BGobp1ug5SMjUJ6HCdNAzMcjAtjEzbvuQquCO/M8Ue6jpRfy1ji1etAqfdIKUfWZVJpAbERTecsJP4QVy6fZFqwHiEvN9DPqHZFlt8FQxV8FPfTyaHQXMMg0SBSserSkVcHElBxipZUualCUFjzlHqrEYCfJMtlbBfwKEmtGEiGUa34MrSeurD9cha1ZYf+UewVsajgqtkUgsIllBJ17SWWR1ICeEIFNBl0LDsLOgp7EPV0bZIsxQQ5Z91mzUGfuS+sJLPtlIDNurbNPgU3DiJBHwlACU6hcIa5nVRV4pwq7bGcg3KaGQnjPBcgllqSzEY5HWSof22P/zytzOtj7zm5/7hr0tL7+7uTUThCGE0xeFBH+1OFyvLK+j1ehiPJlhaXEI1qCDwq1g/fV4MBCT5px45mUo6FBUgMAwJJTgzQC4nZxYwUOkf247LYzGJsFmTcGUKsEITv/mkep6NUyINmjVLP2v+q/y+W1hOJsE6jsViQUGOPaMyawBUDbRpbiPFF500JvvgXq+tovMghsI9WvCwAINNfo47b51LqmPIexrHIV586TlMw4EAq0xwKXNDQPzUxmm0u2ryJOcjyRmQRgRf9VykMML5wtvOuI3hQkkbzN63cgJa/r891/L38nuERWI0OPXcjS7wtwGs7hBYrVSFsVoGVk+vbwhjlV9lYFXKPHOMoyNr4NwgsIxVqzV4XBJ63GSywDlfz5iBP0tSacCwkybgSePsuNfP32P7mu9+x3fc8fzW+67se4lgXMZ8Ln7/96/gq0/2sdOPUcuX8IG/tYjvf1cX9aaLEDEaYEu0GTduime/+hQ+8rGP48rWgchNSAu5BVNVBboAVqVsV9S9OAe1u0w7VC1oqm2eOnZ0T5FjGObR/GSZAY1H28GPWxPsuqHz1Torzli09jPt/FOzE1t4pFRTLsasUzLLWh2EAfVZtdvFSswUAJNZo2goaY9xFNwyCrEm3pNzk/fo7dVtwayZEvO5UmCVdVOAA2MyI+sjDae68OIYyxs5UF/Dg+fWcc9SG9d2Etzcfg43btxAFJLdwpgxAOKJxGGvfvABkcfa7Y+QV5oFh1xaug2oq8+IcY3GniztVfwq+oeXMe5HuLDaRrW9il0CQeMe1k9fRO6zMMquBT1fruceYmH4Ml9o+Q4mvW2srJ8Xgke/30PQXkfu0WDM6KyK38bMiM7ej/KzVbkHs6TOaW1zrBxdLy0AM2s7thGQXWcFnjM4K/dOzmOZw5UAQb0p7c/Mmaqeh0fuv4SlTgu7h0Nc3jkQiQSGM/v9A+wNDnD92RvgerV98wb6h/siXUWwltcrsahMQMNwFsCF91d2TMMk1OtKn/nKXc3v/+Gf/UwB1tp5Yte+kwDW8v2aFQWModWR4iRZiToGy1+z/ZHA7Ex7Vuev7ofveO/7cfbcPZLQixmvdLa8PKiqn2OlHMxGavfTOaDyyEkZAN4sKvKtwElPAFePXtStrOfi77cFVq2Jnr5a1m9FF+0vjmz9ZKwSVBVgFQ56vX2MBqOiW0dMAyvsGjoDj7mHAVaL4xodUgEuzRo6mowl1uT9tb+z526B0/IeZIv6R15jOlvtcYlVEPy0PxNYpQwB5RKZ92qbPglUxshKDEw1rpMYXDABI4PCu0GmreBBaupFOQPOExrx8VhhOJRj83zJmLXnqzrMdiezAKYtypsrKAr0prtpnvVvxjS5H+//wA/h9W94E/Z2d7G7tYnJoC/rMU2wuotLqNXrqLdasn4eHOzjt//V/4atrS0pWJfjNDvHbve9GIOmc+iXPsF4+5UvewdeAVbnxkKhsfrwgua+FDCnpmWgLeGaaCnoQCo7zZkISnLTbFYUWCVQygFNYJUJZdXPxeBKGKu+AquSo6fcrgnEEpAic0/BUK71ZMP2wgS9UYZmjQZQNBWiPmOGdrMiyeo4VsCUR6FrOtulKSUwmkYCQFEjk60tg6m2+VvGqkoBuOhUFGDkYjQVNqkCq7xmvq9VcdGtkvWqQSODIzJHuTiIs6VUcikYrQL1w5hO89QSDZSxGucCFhIU69YI4FIjk22iKSq+gw4ZdOy8ZUuABbYE6FIQjQADdURZGRoQUEsyNKo+WuwBYhs2N7qM7FoPtYrqs/EzpPXcAKtkxRKfEfCajNXxVFiXNboV8n7VqsiSUHRK+2GKpVYNTY/BsbaEi4QAE2lhqahLNQFVAVazHOuLbcTTIfYmTLUqWOtUkU5HIq1QJxM48jGII2EZEkimvIEwVsNUnhkZq5MxW8YzjCK6iXoFsNptViXJFHan60srgwCrrgFWiaaTMTqJBSzmLVxpV9H2FQSq1JqywBNYrToeFrt1jCcjBJmHiq+gxrHAqowPtg2xqs3mdnWwZSJNsJzjv200VpnLEli1QTXZWTahpgyAaKPCw15/Kmxl5gNkXc6AVTKOyVilLm+CUZJjRKbvMcCqavQqA1YYq38JYBWf/tXSzDfVShM4yBwvNjzDFDDtysT3BJSCg6vxEH907Um8FO+J9EOaBkhoapvkGCdTDBMXURRgtbOIq3sjdJpV7PYn2Nkfwslj3LvWwfbwEPettbB5mOB6j600Di5sNHG+WZXx9cLwANe3I4SJL2wbgh+qe6UbtAVAuUbVKSNBxgkXH5rUkeE8mcg8CSqeMBRYUaaOp7Jxc5EGkFWI7TZwME2nYogBN5BxR704YTl4LhYrAaLMQ0QTCidDu1LH2TZZ0sDNfohuDXj1+RX8xZURkn6M+zZcvOlNG3jn296KFTJr8xTV5bNw0BZ2t9MO4FfbyHYHyA/H8LMA2d4AydZAWNVMBggKE9Qvwg+T2Ba/EB6OMjK1hdNEncxTuU5QCoEs6noFTquOrKnXpsGw0YRjwYwLshSQuDZ7ApgSEM8Hh8hGY3gTojem0sZqm2k3sm1MxTkUvaJGu1Xk2XJsSFe/uY6UzsEMHmNkEd2jIy3U+SzQ+QJkiaAAGcM+pBjDRNS25dpkXz4z1ZKPMlpYRY9EJ8qlWZYEfUILLbUNMimiOYsmRzrkNRXnnmCJt5nRcuXv1aVaoCRz27VFijpcGeUOjK4eTWHssRK2UWZcI1lRNGEY2TwJE0ne61iOxzUoz9iBoMw4MvvJqGHCr+yHBO/642/cccT28//o12XdHg4OcHCwLW3XFO733Ao2NtZFZ4rti81mA4tt6l95WN+4gM5CRwuoXgaPaxeNG00RiIUV65bKSwq8GgI6cweqe1g4C5NV7laM7AkLfpRssQYcyvi3SV05kVM8UFMmSRxtklwCKe3fjgNk7U0qdA9tbD7Hdi2Cv5IWmLTSRwAAIABJREFUGOeZgmiesDgYaNdYjGnWpKVe2vRMssPCjmiAioyhgq0CtNOsMWbrtLbEWRaEZaidBKxp0ia2TXJc/v+FF5/FYLgvWsjchwissl2P+mydhWVVkhSiuu7JWcwWOqMza7FeLxdg1ZWiuA7Dk86hYIOVRtp84lZ+zUmMVdNkeuznjMdj7O7siJzK4f6Bjm/RVPewsa5SAPxiDEDGrXArS5qBJ02CcmJ5OymA4wBae0xem+4lmcQM/F6h2zxNgObakeeTsPLfX+4zjruGvwywqu20LPwBO/spPvfZF3Dm/jX8x6cm+MbXGKsCb3htF3/7vS2srwNVvRoF5N0UT//HJ/CRj30SV/f60tIpxS4pOqmBFQtjwpgWR2oDYxmW0ey6zR5kQAc7xnR95Xt1Punvj4IVM0bnUYCnPE7tPl+eU5ZdbvdFy56WZ2OA/mIdMesKgWEKyUiM31nCtFLXhHpuzJefEfcdnZ9m75pnqukfzb5gFxx7hJIpovKybn380v0TwUtbqDsOHnhtF+21+/HQuTXcf3oNT18LcePGE/jiF76I6ZB7unY2MCtbW+jgYx/+IL76la/gj//4M0BrwTDATMHURAXFp8qzZOGOh2F3EXD+zEU8cP89uPjA6/C5L3wWo94erjy/ieE0luKeslVTJb4wHvZoFJmh5qagHSjrr5Q4C2pNDM0+JvJi7BjzfTHRYX6k7EktUInmqewB3De0e0jbj5UpbF8bUPPbsC4Ld3DGAvKPr9djynvMmiFEHl//KRCvZsoSC7HA51akAMUC+UOXLsCJUzxx+UV88cVncOPmAXau7uNGb4yR72Pc8MTTo5okqBBkmk4RsRtvOhIZqTymJrEkstIZp+Qbw9YVNpu2QSRPfumO92++wQKrZdbpUXB/tlfOxnrJ3GpOCkD2zGIvNLqtJxU2RZt2Bqzalm0+VwKr95w/X4z52Xp4ErhaAiNL3VRmYs3uzcuArMftXXIH5uZmeQ2W98yZV5Yfxkm46gy4nb2iAEBPYMe6BCUZ85GUA4gUwGg4NMUn5pqAF9Rw6jQNKCti8ms7YWV9FKR11h7P8ywDq5YxXN5vynuyAN8Sms/WKumWMQzy8jOU/1PmgmComLGpAdZMR9gaYsUFWErcgz40kiOYdVNMpjifA5W9sKucxIpyfMaM1D22Gq6RrF0Sd8t8sYU5o+1rGP8qmWfBVh0/fK4kxMy+ZmzSOHXx0MOP4FWveZ1IdGxv3kA0mWrXabWGVqeDSqWCRrOJSq2Ky5cv42tf/oKcF9cKLcDMtLbtZ9wyluwSb70IzM8f/blfuas5/tf1Ta8Aq3NP9hZgVXL1GbCq1VhNNAjiRamjwGpugFVfgVVOBCtUTlCWexCDOe5tBbCaSJ1b2KFcxAMnl1Z+BltZ5qIXJegNqcXpoNVgAuFiNEnEGZzAIhmrFlgliCVAYdXHJIwLYJUmVIOpgpxlYJU6ld2KMmQ5ya2BFfUa2eZPpiuBv4VqIKxDLgJcRIYEONl7wxCFC4kFVsUxnmAOsEQDJZcgHEGyXEyMaCJFAHdCxiuDdt+Rqm9CfaUSsCrBqBiDKRi60Koii2MMI0oGqC5pk4xVMUThQmwYxQRWPU/bU8n2HYUCGi7UqNRE6QEHHt3PJwQxE9QrVWmLqjdqAqz2pjkOpgkWGhW0A6sJR4kHXqeyggWIFDOWeWB1hN0JlSwrWG1X4ERTYefWyTBNPAyiUIHVKplRLnaGobBM6XS/sVTHZBwKsDoWxqpKF/B5ElgtpACoNSnAqgIZNTGvIiBB/VJlrHKRJFtYgNU8Q7XWklaF7UmImusLY3U8GcJPKW2hOohyTQY8kQBGWLkZYraI+b6AOr5hPpCxSmCcwE8rIEOS7fk5DsaRjA0JFg3IwnPh9VFnNYKHg2GIiUnYyeQrgFWP+p2uaKwSSKI51pDmWSJtRXkN1VitexwniTCBqcs7nGqCcLeM1aPAqrJLZNaKl4JxApXAUJMjYWaxesibFrgYuDk+f/lJPBv2MWn5uL65JQyWcBqgt5+g2cwxSKjV20AQ1LE3pomVJ7q2Nw/3wbaZ02sNbG6PcXElwMLyCl7Yy/H8jRs4vbiMt15cx42DbVw92EWW1bE7UkapbcW1wYWySgmk68bbojB7hUxn6jGPEYmekGr3kp1LKQMitGx1kRZAtqpkECkGeV8eIoxSDMaR3F/KaRAY9FOC5zW0AhfjOEK16qDpJlioNbFeryBKQ7Ra1EOcYrMXY38vwWrTx5mVOr73HWfxva9+CC+8tIn7HzmDPM7RaJ9HRjbawhl4jQ7CF5+E05+ikteQ7U4R706RRQS3SDtja7saP8l1W6kGES1QR2YxwRD2PIsTYhuKnP98tnwCbtWF16mT1o8kqGrLJANveer6vEUWwDLn+JwnylglsOoSWKU5hroWFo7RJIfbtnqJceXcCPpwXrkCSjN13YiV2SCBJAxQReaQCehkP6EAtiGiEttjzE9jt0ZQRdVT52d1KiUbVAEAuRsF+SGXADES7SfLajAmayWWLa9X2aQ8Fz2/gmlq9kOFarV9VEBkOW9l6sm9EsYsEzcyghUsEKYq/897IqRcgtRq/qEMK1eCWbkP0v1hRBtyAmqBsnWZvIqJFANRBXje8yffvOP46xf+299QY68kxObmdUw5TycjTKeROPqS/ci2bO4xa2tr0oq7vHIa3cUO0nSKyXQo/wajPqYDsr4J0hA4jARcFR1Sr4F6rSlu9QTFms0WWs2WaFt7flOMEgjk+hUFVskUoGTHvKaq/GxwlYLNcAKTxiZx88BqGex6OWB1HhgTtqIUGXxhbHAP6ix1pIX+xvY1PPXcU7h69SrCKEKtVkW71Ua708GZxdNiylCvN1Cp1MXBlozfaDCWLhMmKVa/i58x36pZfqjCipd0TPfbKy88g4PDbVRpnmhkQQhAkLG6sLSi8h4yLrWeIt0/RgqZUgTU6eX5C2OVdVhTFD+SVJ6QIOqQPwFIMgDZPGNVX2/2jbls1R7LSgEQWD3YPxDA7ThglaCqFiqNMMkc2/h2k0GZgroG2esog/XHvdeen7TvGsaqJHEGQD/uPccBqBb0OOn8TgK1/1LAqmGG8hYNhxlu3BjBrbXx1LMjdC41MBxHeO5p4MaLCX72Q22c7mpljstP6uZ46suP4SMf+wRuHoZqsiIxigVWWQ3T5JUxq6xnRzhaalpW7D3m+c9YqUYfr5ACOApSHAFMTWGpfO/kHss6aRiXZk0o38cjIIIFbxmTH8NQF4CPEmW5g6SziGm9Ix0OUggvp+ulQoytEx55psIUL4FFZUa10ltnL7evE4ajAlv2r7IOyTaSgWFJDQ4uXaphZe0CGm6Itg/sjysIahm+8ehT2DvMpEjKfZVx0GqjgY9+6L/CE998FL/3h/8vcgLFovuvsZDWxmft9FwDRC/UyyS2OHe2hovn70O1U4PrtrGzswU/j/HM41fQG0bIpAtGC+mS91GnXlIO7l++dOJN2e0jG5+n7fbpROedyZcK4LpoZT4KLusYMHIJIr9gZGgoWUDJJwOsck0WAMfzBYi1xTzuLQRMuNdwvlbrdcM012IfX8/jiywK2A0Qyz0YjQYYDPrY6vexsz/AaH8CtBfhvuF1WPy+d2H19a/GeWprj8bID3pItncw3LqJ4f4ekmEP09EIw8MewtEA2TRCnui+yM4bC2aJGECaYfrYnUv58B7+T//8H6iZlBn3cq8sRbxU7CmP9fK+WNZYtYxqu8ZZHfnjQFs7eK3GqgWe+Huy+d/67u/HxYuXtAvCxDa3Kyjp8WxnnZnP9kNOYqpKcfB42HNem1XWBzPWi4knlcTSejPX9fDy5zsDbM1GoocuWKv2x9lnkLHKeI8xqmqs7mE0JGNVJo8sGdSrXz999lhgVaeaAp527xIPiTkpgPI+Y4HV4nsJWLVAKkkyIl8lkoNWlmXOjE1IJCqNRkA0DmdaxSJNIG397OYg+YXmziQwsPOQYDL/xm6v2dwuih6Gkc9xxgIwxxLnq+ivGvapfWbFMzFse134j3Zkam1gVjxQ2RH1ieBtW1hYEiCYxlhcJ0hUqARV0WMdT8bYYszLosl4LBJiXCNkvpakFubPpwxe272oeI15/B/7+Y8f2SL+pv/wCrA6NwLKUgCcLHSX4/pGcNQnc4IN4ULhJoOPbe3KWOW6SbyTGquGbCAyAmx/rBFYJRYpjFVlZ7I4E9PQqgSsEswkWMUqgwKr1GJMUA9o2kQ2gYfhJBZglUECgVWClwyhax4BTAVWxwRWI2WskjGowCpBBx8Vj8AotVkdkQIgmMK1ckIzrChHTnCSoBYy0bfs0uCJLFsCOI6DUaIVWmFTCBBntP5o6JS40ra+1Kyg5hIozDAMczQqCqxyDpIVWwCrHps1XXGF5gKhi6kugIJfeWyfNoxVyh4kuUgBNFl9NSqHXFPYrkSgkAkYq9m819T05KOzwCqBXAVWCaLGqAVVZflSdzGNcBDm2B1FJWBV4AZtbzdSAARECKzGWSaMVT7f9aU24skQO5Mc/dQV3VNKCdDgqDYaI0KAQRRJkLRYZZuQi93RFAcTamJSY7WOCcHeKRnICqyyMk5gtV2vCKuN95TmVUxsCdRyF+X95WfxrvWmidxnjisCqy2PQWyGSrUhYOzWOETD87G0QD1XsgEJrCrwT4axNLuZAJSgqejQZLFUxqtkrIqLKZnFsQDjfA3lXXmefGyH09jos2qQaDdFBp4E1eO8BKzKX12Rf1ApAHWmF9M2GhEkbGFPxRSO84AsbAKrvB/Ur6EOMJl1IzKnc+Dfbd+dFAA+/U/NzJ9p7xWAnWE8CfvHaOdp+7eOCVR8fPNgE1/behFBs4UrOMTVa/sYThNMpw78lG3yPoZ0gvUa2O9PkQQ+JoMEzXod+5MDAXjOLFexVq3hhd0R7lvvYn/s4C+u76DrVvDwhXW0awleuraDzUmKQaJmYxosqg0q4xUGMWpOJLQx1Cs1YaayjYU+7GTLsVWO45ZrBoF6DcTE/kDWDl9a1tRRWKu3nH+MgliS4OgAWKDJyZZmEEFGHscngUC277WqWO8Cu4cTjEVb18f1bQ/rzQRrCzXcu1zBu95wBjcODnHf+imsrLVQr3Wx0l5ETlbUpdeShozkpefgjlP49UXEezEOX9rlw1Y9JkQFO04q2+ZL235lxAnNWAAiow8n7F6ux1y7yVxrBXBaVaSNrly7BKhkg2eGrWXah5kQ5OEYae8QWW+IPIyQcr6HNHJQcwYp/kiFnOOYi7s9J23RVL4TgVUaGbpYDcVrVU5VijRkqLJCLlq2yoRKZJ3VQ7l0UWWBRdbwKmrStqnAapLSlCJS12npJlDQUppik0zGVjLVp6y3xril87/GdEoCTNEQlIZDZVQRADDsVVWQVDMq6hjq35W1KtCEaAsaANtIBtgCDYeiGKiIpp0CGeJ8KjUAPbJKyZpEW07fQ+qQ6QlUhF3Ne0ETvSn+iz99+o7jtJ/7h7+mK42T4vBwB6PxISbTMfq9voCqy0sLoo03Hg3QbNSR5omwg3mt0+kEg8EQo8FQ2HsKpBO0VhaubdGUVJVrZFWZfWQGNBpNNFstrJw6I+Bjs9lFs91FtdpArdFEo7JgEmF1j7btbeVg2f7/OPDU3ojjQMoClDXtpRZgKCdR5QDa/p6vIxjJ9T5godHL8dKNF/C5L/05vvnVL+Lq889iNBqLRAM12TmoGJBXG200W00BkzudLu69cAkPPfQw7jv3MBa7S0Wrnf3Mk2QAdPZybmjPPrtELl95Gju7N4RdwRhF2PVBgLVTG1haXpXxoiwXlV8W0zOGKLoMaBsvt0oekhjsnFToPMg3nzzYPaw88MoglmWs2nMvgFWjcXkciDgajbAnjNWqaKyKOdgcY1WeWQGsqub5fDJz3M9FosPZLBXCW4HVEydRCbyzLBtlVdPcb5bEld9/p8DqcffXHu973vnWO57fZsU37pIaO5J4sHlzgi998SXsDIAP/N370XZzXN6K8a3rAR65H3jDuu5zwnQmsPqlx/Dhn/wEbuxPjaaEXcvZXUNQTtdVSbpFM7XEPIUaW2nyy0XQMJAY/MmXKWoZYLXMuLplHpvnNV9YUcO8UoxSJNVGy7roOrAu2DPzTV1HdB/Qs1FTWgKr2dIqpvWWtm/LFjEXRxUdZAYskMS7jJnOgFVZygvWqu4J8qmKShqcWXXpi7OxUksyX4RFAS+J8Kp7u9hYXQfCPaSjAfxKF1nNw6PP3MTmgSPAqRw/neD+06fwkR/5uxgd7uPpy1fw2HOX8fTVTZH+4YXLsykuUBsrBPvIqAHpYP2Uj9NrZ3FqrY1J6CFMQskFnvzWFez3R9LZQm4rZWvk1I0sCo8rRW7KubkE37XDRbThjR6vfb52HSjPF/1dGWQ/YfhbkFqe0VGQ7Qg8WwLG5TmYAolZOOTZMrZWhj+LwzznHE6tDrTayJtLwOlL8N/+Vqx871vx4Ksu4mwjgHeYA4MJnL0DYHcHo50tjPb3sL93II7vo8NDRMMR4skI4XAoYBQLhxITsQMqJ2nIweCrf3JX8/t//rWfv2XtE2DUtCWV7+1xe+ZxwOpsnzVj1IzJMsCq6+vsnpeZfCSqvPXd78GlS/frGDOxk2ACJwChdu7pM5vNMy3p63OVR308jqpz9xgAtvz6k4pW8zd+ft0+tnByzLmUj6850dGTlRiCoD2Z/hZYFSkAMlYVWGWs6xFYPXNO2OCKrRimqjnRMhjKXw3HlAIoaazOAcb23sz2F8aNJT1i8aJg1dXiLmqOJcaC9HshscEwS6WdP1bDwSTVNn4xbBN9Vu3G0Vha/ScsEMtcKzF6rSIfYEBYKx3BTi7eA40VNUZk/MSOZ42ODVhqpCd0kdJ13+4jxX7BBbz0VTwH+viIQ6yyYQneUgqNcgRVksjqNTn/w95BwVK1wK7dl3iOFmTVOVAyArMdeuWCndHG5Wt/6hfVDPqVL70DrwCrcyPBAqs/+aolAc6EdUrRZY8MFV0ipWpm2tWFsUqnexFfZwv9rLWf5jpMequ+Mh05IUV+lWwmAnQ0XeDvnBxBICqKwqxkNfL/Z+/NoyW5rjLfLyIyIufMO081l4YqjZYt2Zbk2caGBQ08Fv2YjA22AQ80ox8Y6IHVdOPu5jE0C0N3A83YPLfB2AYPwhjbz4NAkgfZsiTLmqca7q075JwRmRGRb317nxMZ91aVpCr44y2jq1W6VffmEBlx4px9fvvb3+bPO6MUnX4i/qD1qg83TbHdjwWoURnYj2IpH+fxlQoEq4S7PsJRLLCXG5RKUJAu64SchHNUQxLUiWLVZ7mfLxkili/ztRLeXMYcXUv4fflcAlRoP5BMMIxibR7BLCo3WcakvRdTVZhKk6ZKwcEg5vGlAmVmyr4suARnIjt3HWmARFWpwAUzUauEnn/oi+phplqUzApBJhtyERyzGZbN0PE80QGp5BPScXFzxVqAilXy7kaZXe0hqkuC1QEh5nCMYjEQFWSl7IsJficENroRKrUAc6JY1UlfGleJYpXnmWA1lddn8ypOjEsEq4M+tiIHj/QIslwcoU9rEsNn6QxcDEZjaWAyW+EG3MNmd4gtA1b30QpgOERrqI2+tHmVeqzWSiwZ5rXRa8ey2iG5mOsicBLMVLSrZ5tNzthMawJ5jzpV01QZ+oF0TCUwpv/vQrOGTp8NgnSsivrWKHAVGWpGmIsGr5Vk11jmKmB1IosLrx//zYpqHmPM97eKVSlJciW7x/uEY7HI94GLVk+tAIwNHhKq14w3Ea+PgtVYfEE5VnlvEPaVCgR4FqymiMR+w8FwRE9b4H0XC1Z/7ZfMmqVBbhbsCqRSBZ4NrsRDT0o3YjiFCR7sbeOe1rr4iG4hxT9sPYZBb4L1zgibOyNcvm8JZddBZ5Cob3ECBcb9AdYqZQxGHZwJE6w12KyqjPvPxDi60MTJnTYe2hxL8mBxpoKVZhWtdg+tcCTJkhYtF/xAIAInJ258ucHPSsEJR1ha5voCgLgxrNWoSqF6NZLrS19isQqQa69esdpIUkvjE5akZaBNg8BSoYgYEQoJ79ui/F66ejI4H4WSOFqdLWHQ7SMtlOT3nVaIei3F4aUSMAhw7FgRc80qvNDB/uUGCmmI45dejrmZGpzSHAr7r8ak18b4yUfEqiDw5tHr9LH+xCbGIy271s2fhtUCBg0Ylp9JlpfAx5TSSfMCHcMC7wsOCqUC/FIB7lIdbrHIH4o+VXJGBIGFEdwkQjoMEbd6iDoDjPpjjMME0ZBeqGMJxmTjYDqO8jgU8NhgToMigZRy9nRjPhfaEjmF4Lw+2gRQAbbYy1CNIwpj3jFqmcFSTEJGKrrZbEmSTmM2paB9gLiyyswkwZFR5DBRMxzo2pMVmJpNpsJT4/tHr1M5bj2rin1VXSr40wR4MvcbqKqSWrWVEQDEcrlUO8jTXkC4MM9lqqpTqpHESkAaWnFjR7WtNuNDIYDrFaVxCq0HtNEYQX+KcokWIWPEowG+5+MPXXC89uNvf6dRhk4Qhh10epsCVzs7ZzQBUS6Kt3Vre1tUCON4JH+0yQG9brVUk9+5HjMotRDUlm8yHlCvYyoYVH0sIIpQimVX5TJK5ap0kKaalX/m5w9gYXEJS0srmJ1fQrlckzhDFNRm+2xbo3Eupkppt9jEwImz/PhMQJf7uQWr2cnjesZybyqYCMtlzLhweV/7LryKjye2TuDW2z6DWz/xcTz+wMMojEYIGAOUSqJG5XihclfGeMET1QYTBDwqenhRwfqca1+IV77iNThy5DK5l/nxdD+kzWNkE2bgC8+dJmjNJosoo+DjiScexanTj8GnfY7xVCdYXVxaxuLSmiQttJxOx5Y0YDNleuJLKsa4VK8bf+bsRtjdTduemzw0zQ+2vEJRQY0qiXg/CGSXhWKaFLYqIbmftfzBNAwDBr2e+J8x8dRutZFyMyS2SL5YAdDrTFRZvK/UyBecjSVBkgNkJnI3G68crDIHblwxd90zT6lQMubPAoxMgtt6YMp1toDMbgDNNTwfXH0mN2t+Y37RYFXWPvUI97wieu0UX/7iY/j0LffAX5zBv/jOm1EpD9HtAZvbY7S7Lm56QQPzjQk8SYYVcM/ffwlv/JH/gofWfQTFCAnjKAn61QbHkeSTKlNTNqVydO5k8mfCuUw8SunxSosdSSFh4obwUAYmkfJWVheYdcbaZNhzZMu19RybctDMEsRUhZl7Q44j57tpIYQqZs2olCSd2axnTVGmY4THPuJNMb+MqKhgVYHwFKDqIqD/y889u+CKTlk6FHf9j16u5v1yD+CY5Pogj86YjMIDAjjGKkzjztUCsZ7yXHbG1l4QZM6DkP0Z1DpNPl8ywLWXHsXrv/P/kB4Hrd4At915Jz5951cRO2pfsfvLNBcTUE4P8hiHV6s4dvgg1qoOdjpDOMUA/VGML93zCDa7ERInUN9wCZIYM/E8a9dtTRpSfqKrPCtXeD/vMlbIk2gdHHq+7Ek13pkKMOxJ3+25LQ8Vla+ZY+Q1uInUBJe+lgp05DcC4hXEKb/V6hophzbg2GVAys/VbMKZW0a6/zLg+uejevMLse+Kg7hs1sciQ8whkLYHSDc2ge1NRNubGLR2cKY1QLfdRnfzDMLWNib9HlgGHkwm0hC4Xq2gUauhWamgXqvhT3/555/JlHDWY/7b//326c8yoKPxxW6GaQUdU2GHxu6a/OU6qj7n9v5ShbB+2SaT09/Za2RFIlwz7dgfhiFe8JJX4NJjx7PEsL3b9KDOTUc1TW2vcf4xuT4B+TNgEh5PdeL2ws2nArOZTHz6FzMYn+bSmHE5XQJUkGAG2a4n0xqCe/U0YY0i0OnsoNftGt9lbWzN/cuSgNWSihok+LEvp2u5jFezJ+P5tuAvW6N1gO85BI2vRT2efz2JtW1TJl1vLVhlLG39Vhm7iVKVIJXfY41rxIuVcfY4NopsfRwBqm3+K5DWKF21YaEm1PiaMkfLHsEkfb0CypWaJPep2JKPYf2os0SYTYraPaidjs+P7imi0T3q1GpGpBJG/Wut4yw81eq56VyjCUL1seXnzaCq2M5p3ChfRgSib6ZQnPH8z/2H37qoe/zr9UnPgtU9V9aC1bdePaceqpQUUEXBfSBLy9gpkDeACMTUCmBIRdiEcJM+qak0uuJAJFjlfc4mP6Igk/JTLfHi5EGvSGZtPCdFIGBVAYCC1UR8MztDVYTSn5EdPDcHCWbKVJ46AkwJQwXe+nwfoFr0pVSfYJXwtRr40gyI6lYGCb6UNWkDIAK4EuGdTBIeelSNmVCBqo8SPVbLvqgGrU/JgIqocSyl2ty1WGjJm4tl/1THzZSLqBVc9OKxQDJCzdmqL4FSSPUPSw8JVvne0iyLpec6IUoDHd68lM17VIAG8t6dkCrcBKWij3JAH0mhCTKRMMAp+6ouZcAwSiEgj8y5LipRLTKkqmgYRmgNtKSxRKBXIpZ10A+B9U6IoB5gMQdW6YmrDZk4iXCBTeUzEGTymJdmG1IOsxkB97YJ3lxcPVNGLRnC44YdVJrGCFxC4kBUP2c6A7mOhJv7Z6vig7kTKljltQ5cBZ8EyPyMLOdmVpwQrc8mVbQLcBKB3hybBKvdSIOlRtlHo5AKQGcwwePc6o9RD4ClZg073aHM8CzTl27c4p03gfgjmmBDJmHjvUK4bZtRcQPBccRNlyhWxQoAaAvtVRBK6MByOn5VS4E+xnHR6Q+k8RXhjTTyJVBnWZbLe4sJAH5WtQKg3QDvK0KFkk+vXwclVxWbVLqOJ45Ado65v9x4ijTveWZtNq/COcGqbG0ySJZ1G+I2XtSbVCpv4zOnH4NTLuFwcxFfaW/h1jNPCFx6bH2EdifBNZfMYhSO0OqwUUQkvkKbnYFc50tm51ArT/CFx9ZRrwW4fL6sSi0uxK6DT3y1g0oRODRfh++lePxMC76wbmSuAAAgAElEQVRTQLVYRScagkJElk3TT5BNxuhbysSMhWs8n0GB9heOqNBr5ZL8XrKxkwkiXhsGmiZQZaChcFXhXsxNoKNJEKovvMlYILFX9KUTLtWTET2cRT3MsrIEK+UiVueqeHxzB0MnQLMAHK75eLw7RM3n3ORjpuLhuQeWsNVtoV4Fjs4WMbO0hGsuP4L6JEWnNIfZ/UcwOnka4ydOIY7LCFbm0RukeOBLjwFOBSX6pZpsMPeGYgVicSATPARGLH9TUgzXiQVSUPnODQcrDsSqohnCr5bhVYrwyiyX0WZW9A8b94YYdyIkPcJUzgta/pOEPUzGZtNt7SHkuwHxJqDm3ovnXiCj7d4LYKavAaRueGywpRtN3qdUFktqQ6JvDQAJpagQ9IsOSuUARb8kvlTjkKX+kdy7VOdocKYbNwaC/cFAKhb45UzUr1VtAxTaJmzA5ei/Tf5I5tDEKAat5onvrw7ezNQLSsq63bNsnB3XOW5EdjehZ+pI5xEZz3QzJIRQhacASHps0cOQ//GcFysoFGsoeDXdpDqpGP/DiVEqJKj6CXwnxvfccvcFx1//6qf+kyYrCwxwe9jYfAzb26fRa2mn2lE0QhxRYU6PWwIULbtU/ztPIKKoCqSTrK7dXLe1vFL/0IuVQeh4pKVhkuQzTVn4WF4LKb00ajBR27gumo0m5hZWcPDwpTh2+VU4eORSNBtzAmaYAOH6J2PSbOg4fhVGamfu6TjavSmU672n5G/viZN1jBBSgLGPhOX9xQDj8gS33fYZ3PLh9+O+u+/CRH5el3uJFRtUQPAYbHk/IaCsp0O1SWB1DNdr/j4oVnHFFdfg277tO7Fv7ZB4zcsQzTWzslDI2iKoCkaVYYRkp0+fxJMnHoZXZGJE72e+x8LiMlZW9iGd8JxYyx6j75BmGLzP9H7OwKqr95W5I3ZvBnPKm3OpcOQWyO7b6VqjVhzGzkJsShQW6/qhHsxawpqVP6DX6QpYLRZ8tFstUdNzXqYafW1lBWULVk35L+0MaB+Tv67Z9RXl+fR4prDGql3OHgvnHRvmtRQc6xizyi6rBLLj3yq7dB82hTj2GJ9u/OVPvj3+iwWrVoWk+R8X/XaMhx88hbs+v4UnNzZx6NKDeNU3XoK5poNOL8GHP/wwZpfn8coXz6NaHANJAXd99k58/xt+G6/+lz+AY8dnEQ1StHd66PeG6PR6GA562N7qoteNpKy11++gNziDfn8bSdqWhqKlUoLBcIhiUAWcEZzEFwsmFKjydsHQJh5FAnNsKSrnatlHmP2AwsipOtieR9vIkPsOUUAZ/9TdaiJjV5TZVBjIloFw00SOJ98DhnzfmUWMvbIkF21Cx45z/a5XijHAub/0hrLAJQP/mhG0N01ujNqKjd2fU97DrIniKm0S+3xhrt0K+01zIDt/8HPFEdZmm3jz61+LQXsHd3zxTvTGMe566EnpAzC9Z6b0V84h5wfO0XGE+TKtwjyEI4owYricD1FAb+xiEKqTq501poo4/Wh7x36WUDHMb+9cIs/JQTcLPTVJmffXNfevVdzqlsZcDI2d5drzqklDS08tjyzddti00mSypoePgljXjaQSx2HZF8Hswhxw+Cic49cguOoqVI5fisV9czgw62PeSxGxoWi7g3RjB+mZbYRbmxi2O4h3NoBxhCBNpN/FfKWI+XoNzXJJKmw0/oqRMm6Kx/i3b3nDecbQU//4937jHSZeInifPtbGJfln2+sxreQwaW1jqULrK/tl5zZ9zjR5IEmtnO2AfRx/Zscg7+sbbnoZLrviuGlOqn6/ZsCfF6zu/qR5AGviwj1AViwynuasPWOwauD8RV0E+8nshGBgffZaucZarsBFKjxHsufodVrotdtamMQ4kknWwMf82j4ExbI0qbUl9jrn6L2u41f/bhsp5j9r9nfbS0ueYOy59oDVafLJgFdaYGUQVCu5LEBlQt16rDJus3+XhlwEq6Jgtc+f+rFq9Zn2A8hUqsY6Rm3kWJfLz689dxyPew5ttG0fvyuxa4aHPt7OQla8kb+KU4jKpJ9YmVkQbq5T9ln3xDm2QmEKzFWcIfsOY32XB9qMWRnz6ZqlWQtWxcq8iBT/5j//z3/M8Pq6e+6zYHXPJbVg9S1XzWal0hyTjO19elfagEgrb0UVSXjI0nXCMDagyoNV3jwEqzpgtbSIgzMDqwJAWeamYJUl64RvHNw9NlQasqTXQaMeoDCJsd1P0SizIZYritUOvTWpFhGw6ohK8JmA1Sh1pHt8WZSknCw8UZcS1HAzIaXsObCqPiVsPkUVnnpgMkChylabemmjKoLVJn3Y6MUYj0WByK0By4XpvzM0no+ElfWyKnNZfkzPTZkeTWJYfCE9B03aHhhP0+EoFi/IKVjVjAk3xbRhEP9JOAJW2/0QUUqwSgjNcw4pJRxEI1GzsmkVS9kJVvn6g8jBRieEX5uCVa5HBKvigWSMA88FVsNuBxuRi4dDekAVcKzmYZbOoiOqNF2xXqBH4mytKNd2o92XZldUYxKsRiGtAWJQ8SsgyNFrWS0qWBXobBSrhO2Er0VaAZTUu49Nt54OrDaLDhabNWyztAd8b+OraKC2liuoZyrBKkMFbnrzYJUBMEEtARw9Vgn3CWEIvRUQqfcVwSon32pZz7EFqwSmorATAKSZLskmS8mzL91paWXJpmyjWF+PyYJakR6rroytAbs3pi4iZjsnDv7yn1SxysUiv1k02VPxH6SiLsVDW0/g7u0NLM8vwAt83N8f4FOPfE1AzBMnIrGhOHxgVpSOm60Qvk8FSwkb22006jW0z/Swf7GKXhiiN4xx6WIZK6sL2N7so1SN8ckv99BzxpitFnDpXA39MMS9J7vwnQC1SlkaboQRX9eX+z8mEGKZtURiVBxrokA3ZNqcjSp4qvOGhFYCZniTUWWjHWm1HFyDk4CJDnq0TWIsVQIsLzTQG/QQhaoqZEOTcDTCIBxnzeNWqiWslX2c6PdwMgox6wPffN3l+If7z6DTH+FAvYpR0sJ1h5Yw6I9xamsD11+2BCdwcHRtHi8/pl1C3ZkV+KghOXUaO9zcFgIpG+qsj/GVex8VAF2gGpeN5TjOCFWl67Iu8HLv8HXMRCKgix6+BVWzy8Bj87mkI1CWiQrH9+CVqJx0EbP53pCNcBQ20z9tOKalSAqfqjzxV02kyZoKN7UdCOc+2wXeKhOsI6n6YRGsarQkANw03LK+k9p9u4hqUFDfRdPNV5PZrC+coFwtolGfkc1eFEYIhwNpbMcvqtzpsUaLlk63Kw0DUup+ZAzoTo8begGrzJ4nIy30Z/AqgZHMdKI+t8opKuRFBZj5qrIcS/VCelxspkaFfQHOpKBKLYicXuwP2JCK4JFBpUJVDWxdNhDhc4ISvHIVbtBAQTow8zymGDHLz87c8RBeGsp6+uOfvuuCA68f/clfhufGcN0Qw+EmTp54ABsbJ9Fvhxj2I4Qh1WTWUkONMajA1UYiulFSBYN6VYnyWWDqVPGYNadRjqZQkH4CIgLTQNyC1QwksuOTAAMqEgtoNGdxySWX45prb8All1yBmTk2ZnIw4gIr97Na6ORL/81tm+m17YbwrM2+OWv5n/Oy+omDmGrT8Qiz1QqGzhjv/du/xEff/360HnkUs1Uqun2EYmMxgawyBhRLtUmhgGq1Kj5d3PhwTIkVQkCfP3bRpmehh2uvuQ7f99rXiXdtGBrfw4kqVDkWrL9XtlES2M91v4QzZzbwxJMPyv6f6wBHIqs9qPZdWdkvHofShC+3YRAFhVT9meBfFjG1QMlL784FPc65cRMvYZsMsQoZkwAWCGw2a6wOMOBd9rCG5eTL6ngpeF+yeRV9ywlWeWszOUJrgNVlgtWyXDHb2IxgleXG9vrtgpZ7vNdkL2oqqeyWfC/kPB/0tLBOPoMAm+l75jsxW79HvQf+8WDVbqYvFqxqoxK1eSDHlETJcISv3X0GO20HDz+2hW/99mM4crgC14txZmuCrz0wwPOuqaFSpfKqgNs//kW89vW/i3f98c/hla8+LDYSNjchYZeulhgOOR/QDgR47NFTeOtb/i+UKit42Yuuw5/88V/i8JFlPPDQwxgnJRSdEq5//mEkcQtfvusLAmWpyEw9brynoNDOM/wM4ouc++L6Jj+zHcfF7l33EHt99yRRJ0ops9E1Y1aH/RTWSmWZk2LsOli98lqMvJLYSzEul3YFJvbT9ULV1lnjLblY+jOt6DEejrK+WcKhK4MMf7P5zgCiASfZR8wSFjn6l3tepoySyU8/wxRGOqIQZc+Ct/3ID+HxRx/GH/3hH2Lx8BGMUECXvqBGCiavbuCPhHZitcGaGiJUVieESDyuq5x7mMxkhWAg+xFC5XwjsN0XyPqvGg9XA0BsE177WHvPaQNI6/eqv83fj3KMU6NtfQBVllriqLGaqPD5M9mEiuKNCsAJm42yfEIaWXEtniI5PZ6JiDxknDCpSiFEMoGzuAiHVQWXXYPS0UtQPnwAjcUaZmouWKNU3e4COy00uj2sxSmWPBdzvo952ipxnuZ4YAf0HmOOjiQX+tFQfWxlX6gJ/J950w9c8PrNJ/zhb/1r49O+29v4fGA1P9bFb9+A0szWJLceTuGqDOzsepxtCaCw1V47JhKf98KX4PIrr5QO8RJCTOuCnuJz7k1QWLh68WDVvpldu86rWLXy3XMd3fkSsfl1Nfc8rQ6ZJvR2zVliI0al+Uh4CcEqlc1SSSZ9aYDUDzC/tiZg1aEVQA4u2vVA7g1WX+XAqv3d7rVbRTDZeWBkzb2Q6TfBx4o/qk04mfnNzpUCEq0lF9WpbNpsKpMy2CqewcYOgI8ZKTwVu4Bcsyv9tybR83BVIaW4QpuSf0+sBEfjsfRWsTEi4yhp/knPa5kbrFWFnI1sfFpBjIWbey+pruHWHs1kyHIx665YkD+XZN0Uaou/rYjIdH9uFe/LyyuYm5/LVN/yaXIxyNt/8bcv6h7/en3Ss2B1z5XNrACunFUrAGZZBPKxHDVjEUYJraXQBEF8LGFnkZBUfFbVO5RqwJJfyMo+ObBtaQFLmmMDVqVUlfCPm7uAih9CrAnaA97IQKPuw0eMnWEqsJBwsTccoZMpVifiQ0mwSgBF8MQQp8bylnMoVtkEqCFWAFpunqSeqCGpO5LwiIpV+luWVLGqWWVgSNUpS3QYY7HZCBdYA3WGMZtgJWgWA/FUJVjtjmPxQF2oB0gJxsSDR89PrcTJVsEqmYWZUXQCJsxwqcAMBC4SHFIpy4xomQ2+rP+lRL+uNDmSMnSqGalwHUSiLOW54nXhNMXNnwWrVOnQ/7NcJFilX62DM51QyiGXAr3mU7DK56t0XsBqOhHfWp6D5bkGht02NkIH97OBVQIcbwZYKozhjyKE7Aw/Jsj0M8VqHqzum6mIDwoVq7ze3NxL86oCy+1ldcnAKkFQl+SRzas8VQbzmljFKq84Fca0eCDQpBKuE42xIypnF/N1+n0OZUNYctXnUEo7RY2mkEFVrMywTcGqDU6pPKZKmhM3FasWrHYj28xMwWoyUs9VglV5jFGsEqwKdJHqOd1gSNBDz1iO+YQgng3OCFimVgC1AKh42vCKDbAIzmldwSv0F6dNx5ILmKFFsfrr/8HsyvjEnPrHxDtaumpKI6lS9xzsjHfwwOaTSNiQpuyjnyS4N4zwlZOnMQj7OPFEhLmFGczO1tBrh+gOQlSLBPZDUZnWy2U8caqNmXKA2EmkI+tCw0VztoJy6uOKS0u49b427nxoE5VqHfvmGuiFPZzYGGAcE1gwOQBRMhP+ecWyjPMRgxPzGXRBZnmdAtNKsYiZWgOjKERnMBBVrCzVJgCwagmeTd6TxSRG2ZlgZaaE1eU5bHV6xmbCR28YYsDFn2NEGYiU/c+WiliuFZAkQwzGIarVEhrFIu491cLR2QCztSru32jhW65ZkEZcn/7Ck7juyAocN0Gj7uEbju/HkYUq+vR9nl0TmB522hiNAwSNCoLKMh57bB1PPHoa7AcWj6jcoMpaTfJ146SKMemIK6pB7XSZpCEcl3CMXqVs7FBCmkZi8B7RNzWZYDRxEUoWmx1/eR9oEynqzWOHFgopPM4HNNGn8ojG89x4icpbm+goNCWQ5QaJ1h0arovfI1w0erxH1IeLfp5WxSn7J6NYrZYD9SSVEn1TUiTlOjS99xAU2QxJFeRWaeG6rBKI0RsM0e30MIgi9WkVuKRgVcaxbNzUiDLzhJUxrsko1lvKUUmpjxioarkgqy74G6XVWZAqulxRbvpwvUAU/VSsyt47ZSk2fe54/4wQiXUBgZoHJ/BRqFQR1JrwyjW4xZp2KjY+cdL0i0mXaIh42JUyz3d+7sKbV73tJ34W8biPTvs0Ns88ie0zG+KvGoUMim2oqsGu7mGpEJ12srdzE8eTrNlGNSpw2KhgqLjn5RX7CW6CDYxlkG08hORndjMgwCxVr2Ce85Cb0mgsybZKbQ4rqwdx/MorccnRy7G0tIp6cxbFoCSKT1EesNsuAS8bykkZ/1TNeC5olm3kc+xCgI2sZgn8ItfDDj7wkb/GLX/15xgN+6hVKrIZjiNTXs/PyyaTHPP2c9Ojz3zpplPnYFGE0x7ILyo0naS45prn4fu+9wdx+OgVaO10Mg9ufh5RzOYbUxiw6rlFtFo7eOyJ++U41f9Zwerc3AJWVg/AoXpdbjutHtq18UrUFkT9NLSM/lxecueDqfmfW7Cav476e2OpIeBL319AqliQ6A/sBsueq363j83NTQSeh/ZOSzucpykqBKsrq7vAqlxPJirFq1i/smssb3i2knAvWN31nKdQM4uPdgaGjQ1BTqWb/S6n6MqrK/PnKz8O94KjbNDs+ctFg1WRwFufQgftrQSnTmzjUx+7C6OkjO7AxXd+91W44vKGlpa69BeNQV0i14fJpIDbPv5FvP4Nf4Tf/r2fwTe8Zr/Mv5IQknJjoziWPgIaW0p1B4C/+ItPYXZlEQcX5/G52x/C8288iDe94Zfwope9Et/5XTfj+OFF3HfHF/Drv/ZOPLnVxX0ntjGilYDxUlW153QTzLhPAYCeHFGnK10wpbR27lV1qpnkc+NewaqMOwuK7DU1A5TjkhYyy4cO4LVv+VHUl9aQjNl4KDaVC+odKOW4BtJaMGHVTPJzxuwCY7m+WpihFRqiADPzomzO5d9Mlml5LT+flOCa56mViqbrtERXxSsWeOhNrv/OSnilrJ37LQ/f/s3fhNOnTuJvP/FxlJsNuUbDQSivrwDY/MmXyJpESMpkuSRjeJ5ZSaEVHUzWSlKRx8EjMxZEyhlUFaZDwzZ11AlW1tnc2FYIbipazJxvf60CUzNPKI82SjDbuM5FQnDKcgFuPglM+YcNEP0iJp5aGUG++5gUfN2c+mxsvEfryCRWyvmYTRUiTHoD8cb3FudROngQwZEjaB7ah6WDy7hkto7jlSJWABydJCh5Lqq0VBoPMez20eu0sdPuYTAYYjDsYxwRCLFag30dVJRBUC8KPlZ7jMb4929Xr9QL/fqjd/2bKVg1jTZlHpaY6GzvZwGpxl9cDGhyYJXiGzsfTqEqX2MKVfMJyvzcZcEqvzOZeO31N+HKa66Bw/MuR7I7KXLuz2kB4F4oOa1kyj9PWei5Aeb5wOZTnt+nqWQ567nngac65s8DVnlPG7BKxWq/2xawyr2TxBy8Jf0Ac2tr8AP2NtF7SK2i9lRgmPvJJqbPlwyVWNdE31renldxGsgpYi0LPBWmyr+tt6qMVyZZdsPSKTilFYBaQVGxyjFuFa1W1ap2ANa/VT9LluiiAMQkpBi/UWwXRlFmH8X7R5thEcyaPgwmuSlCPBOXSrWzVE9a2wrts6F1ltMxuGsNNtGDtd3LQ1e1KND5zJ4f+znseODP+VnZ8HV2dlb2XbKvkVjQrlkp3v6Lv3Oht/fX9eOfBat7Lu+5wCoHnqhK1aZFh6pJ3MSyKSdATWWhpxWAglWFrvQc5c+1K52mwK1fxbnBKq0AWOKtClCCVcLZRs1H0U3QCieoUplaLKAbjdGNdCLhsRGWEToS8hJwZmA1Zgm3+v9QDUlARY9VglVRrDLbkgOrKvOmNyzQKBWks7sosqhYpRWAgFUtJyRY5STKzT79V8NRimbRx0yxgH5KJWVsFKvqD0jFq5ZMOqgVtYw1D1a187X6hbIEskHKkhCsqr3BVLEqLagzFXC5oP6SDKxYBdvuR+LHyfdQsKoWCwSr/F1A5WvBM1YAEwxGngAwp+RhxQBfXmaxEeAGR7xGNEjiOehQLWjAatht43Q4wT3dVJp/HS052F92EIxChPSdjdmUrCCNsdQKgIpVws8U+2aq4l1KsNqVMn/XNK+i+ljL48WrV9RDU7BKxepctSTnic2rOqE2GaLCV8Aqm6B5BfHlbIV8rC+P32r3ZdNZlM2DdvIWNRknZhNoMrieglX6DOrES0gkYJXd5w1Y5RggZLaTLWM7Gthz4q3QF5IfgY8RxaRm5anEUf8ZhRQEqxy3DG67I8JTwmRX1LJU9VboH0xFYWqga4JMsfre9X8asCq3tGT77L2t95Udq4kzxsO9R9AaDDBfm8eOG6KXpPh/T62LtyrH1eb6ECtLiwjTMUas2aeH3niMU9st7FtbYZYGW62BjNv+KBIw+5zDS1hpFKSD5pUrPprz+/GBOx7CifYEjWIdMVXP0VitPGSfFWF1dgYzpQo6vb54gnUJrMUTTkG1FqQ60vWdjcfmGw3xB2r3e6JUk8SGFueIbyw3E0zo1CslLPicwzwUAg+taIRuSA/VMoYTqoVHGFChJmfJFQuHwgRoFgj5mZUO0AtHAvDL7hAPtMe44WAVURJhoxvjzd9wNT5z7ync8ZVNHF5YRt0n8Ixx5cosbjiyiFE6wvLKIazONDFon0GxMoOJ68Nxi0BtFl+9836cenwHaeIhGo/geLxAqilStKrjyfdYPszyegJWjlebddamgUNuCuNYlP0CpH1f/E0nKS0UqLTUeUk22aAXKhMCVKyOgNGQrWFRSHn+aM9hAkJ5rM6Rss2it6g0uNDjq3ezzJGW4Qs8tcEkNwQe3CIVwQGKRe3kq7s3TfxwjmBX+2gUyr8J8gjJ4oQglRtdblzV5kHKjaQCQBXlshGUTsb8mYWrChpU9cdAjc2j1AtKN5V6jXWzyOfmrQxs2zMCrIKAVZY2eR7XAQ/exMcojcSTkMfHhmm6eQbGpQqK9RkUG3MoVAlX63CDoqo4qUJmMpONFllWNRxg2GvjVz994V2F3/jD34vNzQ2cOX0a21tbCPuRbMZFW2xAo2ywrGchga5V1dqO7GZjllcgyPgyqlaFAK56e5tNt6iD+Hz61JrA3W4K+J3bOzkXpgEKj4Hji2ugeAuXKwIPDxw4hGPHr8ShQ0fQmF0QFZX4faVsOFmWJggy0nIbpky5Yucw6x9ngmtJnrDywZuI3QzTqO/56/fgb2/5INJeT/y0eR3oM8scgS/XVpX6PGar3FVVR4xikYkKqqV5zxhFG5tFsKIlVmuEMIxx1VXX4Yd+6G04dPgSdDuDbINrIXW2aZLxRwuPAL1eF488dh/GCecI2jNoM8OZ2Tmsrh6A6xdlbGcIIe+NLdY5quqSa21AZ76sd29Ufz7IuhesTo+V969Vqk7VaLye0rwjN4b4Xjxn9KDe2NgQsNptd+CIzznBagmrqysolUoZxJfNkayNU0hiN0yq3jt7c/t0YPW8O5mc8kQ3aPqeGZg3T9wNTZ8eJpwL9p/rGC4WrIqikuZVskP3MB462N4M8cBXTmOUevjq/S28+puP4opjdS1bFOsTenBrHM5nEay+4Q3/G7/z+z+OV776kJa+iwc11elMDjGhMRIloNjjMKkhu3kmjB1MIvWkp2XAf3vXh/HSV92Im593FLd9+rMoJBN88EPvwZfuux8PPN7BVi9C6hTkPlYbCYX+CnqmCRh73nUtt2vEtOxSYKE00bO/U6sVe80EU3Id2gNWmfiIoj4uveIY3vazP4dCtYHJKJL4SwrfzVDToTUFFPq69mc67uzwy89t2bU16k37gvIYeYJWyBgaZbIdU39QC0G5rlm4y9dQ9ZSqZWUFk/iUQDTB1saGrPe12SZCej/L59aKQIFANlmoigF5c4EIUryi1W1sWMX35nXkPMzhoYpcbU5pO4pLHGAaVsrPzL+z7xOKRDTplAFdY3MgaufsPEzvaR6hRs8aJ5jJUdYVJsEl8S1QVSscUND1Fh6b09AGwEBV/t1xERbZ6M+IAswxanyg45afNe11pGLtyPHLcOVlh3DZ6gL2L85htV5DjSN/PEASDrBt4A+VdbR/Yrw0DKlwHmFM0QgrZ6JQYCMbPjLxB45Lo2pUb1MPv/jTP31REGUXWDVjWs+tgqTdrFBhk0S/4re/G5hKTGTWcwtWBUmdB6zaA7bPsWsVP+tV170AVz/nOXBpj/OMwap9RRmR2fmwScm9c6VC1fOA1eylnub3+bN+oWD17AVSf6LB5FlfMt8IWI2lIkrBKhWrHbkWjJVVsepjbtUoVg1Y5Yvlk5Byrs18mLdS2rsm7fITNeXr9mf2/pPXzUQyFqraJI3C1Uy1mlOs7lKy0vLMQFeKw1RlmvNglXnANL2SGG0a28txiGJVYxValXF1ofJ5zIZXxi5K1wRj7WQeuzsBYMb3nvGajVPTD2Hvmn2uuMaONQo88ufJJtHEM980srIx7NzcHJrNhklSa9zJoSCNrpMEv/DLv3tR9/jX65OeBat7rmzeCiChotQqVsUKwG62dQkkaCM8FY9VbniMYtV31R+Uzx2niSioZPIwC7tsiunpxwSiNMqgFYBVrCoA5Ow1iF202DyF5fU1XxpUEayWvYl4qRKs0gOQQQKfUqJ35jMCq+rvmoHVnBXAyBj1M760YJXd3akM49eQ8JTl2BLLFjhdymaRxxsK0E3RDHw0SwX04wTdUZljnBIAACAASURBVCweq3M1AlxtTKRZmQnqpUCWJWsFoJsJsyEVWFwQ2wMGUN1hLI2ArGKVEzfnGLu5zcCqsQLoDOgDmYrqs8SNGYtX2Zk9GotNgKiEfAtWeQ09bLSHmPgO1ugHa7L/VoXDAHcXWA1j6Uq/Mt/EsLuDrhfgzu1YzPb3uSkupcI4GmBIL8wEYgUgTcc8Nq8aTMHqbE3gG8Eq4agoVmlRQCuAPFgViKPngeeIymg2quLmmmCVil7+vVkO0AioXlavNILVdjQRxXCzXMS2Aau+UAZuDjRQIfy0YJWeggzKuWH2qdgywSjHhFoBEKxqUzZubgn3bHJerADiWFRVHItUM0/o9ToMEY7ZHE1LmqgYlMLDDKyyLjJGZ8zxlYIJC4JheqxWPCpshUsKLGcwTIDP+O2irQCoWJWb0sCm3EbSLjYC7EwziGHSx4O9h9EoNuChiFZhiJ0kxl/d8xBao0SsJMb9CLPVJrZjZh9T8Zza7Iyw09vGwQNrqFBNEA+xeaaPpWqKL5/u4blXLKPulHH/qQ0cbrg4vFzHyQ6w0fHw2EYHW0M+toKYzauiCEGpIAHM2twSomiArU4Ho4kv8wwhH4EiL4Y0T3EcMEVDsMrAYKO1jcTn9XRRcDxpjubGIwSTBM1KUVVhnosw9dAJJxjK3kQ9kmNXlSeEd4QqTBxVSmUUMcbR+QoqaYzWyMGp3kgsLOb9CF6lgWQS4uqFWVx6SYJxcR533HkKj2+Psb4+wI2HZrA4Sw/lFC+9Yr/4anpeBXN+EbUSm68VUS7Ni7LVbTRx8vEWHvjqKbhpBb1hH6NkKF6LJITqL2S81YxQREqm+YeqGCooYlo1sKynpGpKBt+Er+UCPGlGUtXSfm7U+Z4CRjWbLm2ZxkMg6ov/JLtKc1ahmtM2/uKkLk2wJGLndonqF4Wjja54p0hMmkxonTHNautAZCMoNqNTn0nOT7yHCNu0U+lYlK7SQMU8Xu45ERbackRV+lMB4EniS5WR2tvH+s5ZFY9xCZBrrJuOscNSfgNWpYGVqjGsT2qmyjHAl+dd5g6eM+lnxuoFqjJ9xE5fSvpF7WqCQSYWR/U5lJrzKDYX4FYaKFTq8MpluD7VOZz76dPJhXGEcb+LYaeF3/i7j19w/PWN33g9zqxvotPuizKZ10uhiNp78JNxjZZuvrRf4HU2ZfxUqYrSKqfMtAGrLdPm+eL1oQ+0BvxGtel7opoe06/cBNk2SJV/Z7BD/Ujlyst1pgJVS7H5GHLxUqmMRrOJ/YcvxdVXX4sjh4+iXGrAo8I3naBUqWoixZQqTsGqKdM1Z22X+oaQz52gWPFx2x2fxZ/80e+ht70h3sn8PDa4ZidZrkUWHvJ8KPQvZl609vMJWHUJOmgtVEKcjNHp9GSAhdEYvf4QL3jB8/HDP/yvsLJ8FP1+Pwvc7cZVDpWNgiQ2oHfrAA8+fI8AWvVv1QRnc2YWa2uH4AWlPV3Gp7DHIbhWYiWB2lStevaO8HxA1W7i8h6r9mf6Xce1LcOW8UCVLht00qYjHiOKIvkZlR48b+0z21g/fVpiETb18Ir03k9Usbq6KmCVX1YlLR6re5RZTwcr82BUTukz2FDnfTuZGJF1z8R753v+tPnL+W/Np3tv+x6vePGNF3x/y9ItykcHgyG9fx18+Yt345aP/A0OLK3ixa+8GYPRASzv83DooFaCaRUS+wUACWvJnRi3fvQO/MgP/TX++x+8Ay955bxs6AVqyMZRE01WBSepu1RVbgK3RZ+o45WJh14/VOudiYfTj6+jOVfHe9/7AfzPP/hfiJICnlzfEqstCwvUcsECbDP1muSOzgtMXk6VVqouMsCF40+aTslo1P9M+WZiLCpU7Zq3AqCIYYArn3Mt3vJTPwUvqMCV6iTbVkob11pqqokYVeKbt8m9m33fPZdOuEtOTWgDQxNf2TGpfqoK5zPrDv1HliwS9ayhOPK5TZMXWet5zIw7R7GovdjboFytSLyW96Ge3rPGS1PWK+2PwZeW6no2ruFritWLK70gxHyE85EBXHpadO3UuSoHT1U6r5At80s1ChzzPKmGMIkw61MoDfYkCcu1n2X86vMtvQrYuDIoitUO51eP3qVMFktMbv4E/E57Md1XcI5k1aN51eklk2oVBwmrI40P+3gcolatgHu7OOqhPxpKfO24fM2SVO7QhoYAifZCZzZPYXNjA+12C2E/1EY+kgTjus8qBSayzXi2ghdzPX/2bW+7qPv7j3/732bJSV4f+6V2XedSrHI911jGlilnySh6wu8Bq/o7vXbnglj2HsxbAdBj9fKrnotrn/tceEXuv56pYjV/CvINm/Qeviiwmt2XzwCwnm8dOJ8y9XyPP4cVQLZWiAqUogULVtvodtqavKYwiAVdBKv71hAEZVWs2nt+D1y1at08WN0LDa24LbsvpYR9b1JD7aumyfE9HqvGCoDJZDauypf3Z39no1n6Bec8VqnInnqwWrWq8WG1ilgrnHDY0Fyr4Dg/0GqNMYL1a7XqV5khxD5D7btswi0/PjL4uiehrrYxdhzkEnVyq9iMmZ2l9LRnilqjrp1WJxhRhnAhXXPm5+dRq1WlgkIMvsS+USs5WLX2jl9610Xd41+vT3oWrO65sucFqyzDlRgj17xKiL0j5e1kpgRiVNgFAlYJwhQa2oXUglUuoLyJqEQcs6RX/D93g1UO5jBx0RqMpZScilXCw3ZIaDZBteSjH8ZapsvQznNEhZgHq7zRCC/7LME3j+PCSwUsFat1KgHL9Mij2s3DIEoRMZg06xLBar3oCYCkMlXgaQIpx5bGkiwFFUGIBmMEq2wqxKZKzSJN4An8CGGABXqsJokeh8kmE+ZI1oOeI7Kqq7eINNSZEDB7qJcIVuk3S7/DRBrhUMkpAbAtS3BclH3CZW6c1feWYJW2BexSWQyYL3MEEoaEmP1Q/s5zVSlqF/Fh7ApYTQvASkWb93A6YrCgCiQet05eBOmEmcxAL883MB52ECwt4/PrQ5w43cH+wMXRmgefpTLUvJ0DrO6EVASl2DdblSClNVS/XH4wOgDQpkDA6oRqJlV6EnhasErbBwGrE6AzUrUrA1qqYtmUzDav2hlEompebBRlLGy1elKaQbCqZcAaCBOs8nqqNcM4A6tUMfE8yKSbTEQ5ycmfHrq0iqCbEr0+rbeU+NyaMU8ILjYRXgH9KJKGOnwfji8uYnxfAjoCDsLviVhHcHyx0dJusFp0VXDAU8TrO+Q4Sv8xYPU/alC1B6zK2mQ2TtzWSnfHJEF73MWp0SnMF+ew2enDa/p4IonwkbsfxHZ/gO7Al7J/Z+yi5ziIRgmaQYAnd0KE6QDLi/MYbLfw/GuP4tHHt9F0E5zYHuHgsQI2nhyj1XNx3cEAVQd4cGMTfnkBncjD106cQsHl9WtiGNIqIZKOkuxnXyqXRIXqIEB/GGJkFKv8XIEfwAkKiMMR5iol+K6D0+0uYgNh6KHcKAaSjKF9xFyjin67jScGY4SyQeMGtCDnOiY0IPBLY2lIJl0jGfh7HmbKDq47uIj2yXWMHRcb4xgtJggS4LK1OhZmqnjtSw8hijfxR594AqszFdz5+BCPnIxw7ayLw4tlDEYxji+WcNnaHLbbLSzPL+LaI/tRlg3BDMZ+BBTYPb6KO297CNHQlTLm7Z0ziCeEYHZDliv7kzlEm1XoBkD73hNosuswn0KH0glL2en3ydIk0zk29cw4ZUlxQh9peg93kRKshl2ko0ik3qJjZ/dibthFRaEqTw2SjXpG1hcXjY5VrHIrbkqpbQMau1EwjWqomNKgR3dwUhwk3cJ1I5/ds+S//Cycq1ziEZO0YhlpYtR6vMdNEx2Bw7bZQPad54LKLM4BPCNMJpgSSPOZ1CtVIbuqj8RBTb1IJyxt4j1tIAPfl6WV3kBKahWqqm83X3tUX0J5fhmlmUV4VKxWFax6vouJgFUNjOMoRNjZwajbwa9+6JYLjr+uPb6E4ZCNpRhse/C48EljRKMU47xjwZstRzNNe3iOWJbF+56+3MzK88s2rbKBLtd4eVUmNAhpvamVgNghGKiR35CzHFjLaLX5oipvjNcVobgFCRxBtiutW8DM7DwuPXoMN974Elxx/BqUilUZF5xvJVErL2c9/HKqEgMjshOYpChVy3isdQK/97u/jYe/9AVJkAWFMoYEFNygs/TUmaDA12YFiZSDxfJzAkL6+fLvvV5PAu9iMRCYyrLPublZlCs+tjZbMgeWy1Xx3hvHIW6++eX4vu99MxYWFqWUlABRAnxrlmnuB/r3huEA9z9wN6I4lNeXdaLgotGcwdraQQSlqiSO5NxZFY1lHkalYmqoTbNEBStWK5YHqrq32705tf/WcavqPQu1+J12Oeq6ook5wg+qt9bXT+P2z92BJ598UlQp/Nq3tg/XXHstLj90BJtnNtXaqN2WZA7HWLlYwtpTgNW9G++nBpZ2Hjpb6Xq+m0gBoaqv5c8uxaret3u/ngqsPh1Q3Xu+LxassqleezvFpz71KLa2gU994hP4u7/9G4TtHrxKiCuv+yb83L97PW66aREV+v9Kx1Mq/ktifeV4KT77kX/AW978V/jv/89b8aIXH5T5lImdcZSgVKaSnhEcky+quFIff4I3lj77GBMsSW9RTfQyTo6dGIVJAeNBhLf/2Dvxp39+C9Iy7TEoUFAfagttFRbqGFOYq7A+22TTsonl1dJAz/jvSIginV/MddM5SMv1CUmNgnWvYlWS0yEuOX45/uVrvx80dfL4ugQBhjHZ97d8U5Sbdpjb4zTQd3rP5NStcpNNx5C1V7GJKPtvSQgJBCM85neN/TPAJfk9nlzrN6j3pyTCNPeHYaePIpX8oxgf/djf4MUvfjEWlpblcRZwZvCMVVcCqemlbXzYU9qU0ftWlbSxxAzseeHCEy9yA4l5zXNQVY7R+N1aAYYkVeV4NdGmX1M1rsJ6C+mNUtleeQNUbeNDqqPF8kWqIVg9RHDKeJjrmKsgtaC+3wFthASq0gNcsptZg+QM5nIfw4BPQvGi+Puf3tqSyoTAL6FWqWGuUkS1AAy6bWxuncFmawfr6+todVpiWVOqlFGt1cRHG4WSKorFnoZrbCTfOReqms+sbzJOJ/hHgVVTsi1qX7M2PhVYpcpcro9RrFpQT+sPOy4ysJ11YdexZcdevtrA/t0CLSbLLr3iWjzneTcYsKrJ0Av/sgpzTV+fzTFNBdQzeeHzwdFsGJ49f2cve6Fg1UwG50pIukaxSrsR7vv6nTZ6nY4kolgpwzCK1WHzq/vgF8taMmDXfrMG2/ssA6vGcuQsqGrvL8MAtGeAxkB5qwJJkJsElCpJpzYA1qJE1alqBSDCERN37bICMD8XGJqaJld7PFbzVgB5NTvHIlX1OhbZw4LK7xDjSEGsTVDbMWibo+eTYnZNzZrWmYqY7BLnhSV56Gpk/tnzc/E/93jSQ0E8Y00DRFoDis+bTvqS5E8SNJtNScRQBMMkB7kVV6lqvY56vY4f+ol//0xG6j+bxzwLVvdcagtWf/iqGS33YQmH6fPCDp8MnAQkyoaWmXIXbMjOzRcXPQIvqikJiziYRX3DDZdVAcgmmL/jANbO6PwKAukNLnCWqjE+l+C1E8ZiCVArBdLZXZoXpRPUqgzkxxhGiXRJl+ZaLPEuEbYl4t3GOatSKYvXTS8ei9KvQG8p8ahMxMezVi3ApdQ9dTAMJ+gzC8Fuz1TgEu4VqRqUolcxVmSJ9shYHzC4mRrwT8CGWGGUSlOq2VpZNk+EsPyEM5WStHkJR2P5XFQuzpWNUsqUsbKslGeWvmLsH8/GURU2DqHCY6il0wwkKlLia0puZaIgNOV5U693ThjtwVhKykuFAOUi4XEs4JXv3e4NpYGKKFZ9vpaqhze7I4Spi5WGL5sfXmdeR+7JbVdrTmx8bHtIBdkYhw/W0ax6GAZFPN6OcN/XQnl+PRmhPupjkBSkTJdq5pmqqn22+yO0IlXtrjSrcNnkK1Sf1dj1RG1aCVzUinocI8IhApaE1z8U+Fqm/2ypLGo++qh2hpzoXMzWAtRZ6snSZqpZWVofRVhpsmwzwJlWDwEVzhKwazZLFjPpOM1NtIUPHCuqEuJ+hGuCvr/QHDRLLqrSlI1jVCdgZoklgDYeYRzH2mjFxYiNy6KxeKxy/EcmEONGRXwxqRJLWPJurSa0Qze9c6lYZR8vNrxiQmAMF2xkxlvnfetne8093exNj9XJr79TNyUSU2lALWsJFYZUZ064OaLflY+0MMH2YBvb9Hz0fWwNWygHJdzR28I9W5vYXI/R641QrLFMvoR+35emELVKFae2zqBYb2BpfgHbT5yUe2BtbQ3tVg+ndzZx8MAikvEEW2e2cfzwKlZK2/ja6Q5aAyoWZrAxTNFutVEpFKSTOsuq5xsVlAsp+uEICZtaBSm2eiP0QvoSO+Lp7HHcl3xsDUKsBDH2L9bxhcd7GIw5fMYI4GKG5bSESJ5gQOmUPlXUaTmdNCIgjJUgORVlK43XmQhhA5kZ38XarIdOu4elSg1Uy5xojxC7wMuPN/GyKw/hplfdgPd98lbsnDqN46sH8ZsffQyPrm9ipRyIp1fRGaKAEa6/bBnzpTEWZ5dwfO2AjLtCUEOttIj+pI+g6OHeL5/EA187jWajIiVo44TXSJvLycZTyjh5HYVciVeeNDuQAI7Bf4qEQQ4DLP5HKFVqwPGrApVURaJlnhLw2sCTAcV4gMmgBTfqC1gVsKXuxLvhg9I2A11UxTHTs81AjK2A1fmb1xdIKx6ohGxWcah+f/JJ+HIyRG3JoL6r+Jpa6WrOA9V6wAnblFVLsXJmB5A9Vse8/N5TH1h2g9E5geeSqtvpZjELfOX8TB+r51oPj4dJpa9AA27oBBfq+U4aqwjm9yGYa6BQr8GvzMKtFoEyIV4gx8rAjZ7A0c42ou1N/PL7PvJ0t/RZv7/80KoEydZ3VxU2nMRiVZlaT1dTmq+bUE10cg6jYtSCSu3mzfVdkwk2yOcYkwYd8jOdR60KoGA2vrrX5lymm69hZErIRB1hAlhpzqQX2W7U7Xvw+NlARtR5tLapNXHdc67HS1/6Mhy49GpZW1Q5WzTe5QTdsSiIVaxgMJlRQHBTUKgE+OSnPoL3/K//gajXR+A3Ze6m8kuUT5xrcrYItmmXBuBUlVuVrlpvUMmqcbiC3SJ92ycJOp2ONLtjQ6+Qa1sc46Ybb8Qb3vhWLC/tR6vT1fEltbfWD1gQsTz2gQfuQ6e7KYkkQgfC8cZMHWurB1CuzAgMsmBVjtd83r2Q1A6O/M/zGw177Od6HG0Q5NKYChZ9HyEuWloriUEHJ0+fxN/93Udx2623ItrcEVWixnVF2bSwo+6Nr3oZrnvOdZibncXOzo7EWHy9SrmK5ZWpFYBVrPLuK+QaScndn22acgquXc0ppqX8e2+K8wFPXbH1K39/ix2JJM1tIw0L2VQVeK7z+Uxv1PxzX/mSm57p03Y9bjQJMdhM8BcfO4Uz3kE88pXP487bPoczmwN0t4ZYWfbxrnf9IG543hLKnq8xuaZXJGFGu5ZPffB2/MiPfgi//+534KUvqslnOnNijI+9/1a89BuuwcqxBWFljDoEdUx8Ub/TXkYsY+QFFYRyeklFZazzfzQY4c/e/QH8yq//Pta3uPBqk8NJUsY46cl7EfgkaQSPljdybc0GV0YzIzptAqiUbyTWNGrnojCclQxsCEibKOtxaq5kdn24UVdlISuOhrjpFS/H97zu+2X9IoRQJb2xGsj7knJTLaVp03FhmzCxckK9XvU+yMCjWfbyIDITeXJeMucmT5KMy3duDNq/qkXOJBnLsUu8Jk1EVdEliS7OP34RG+vr2NneRrfbkQQM76FGoyFzE4EgE2TjaCz3q573aSl51mwuB5ct8Jakj2l+xzJgPZdmTjZ+iDV5/aICTeJqA1n53c5RJiqW2D0P7vSxTMrxjypV5f4nbKWgRTyrCVK1eaJtopj/bv8uvzfAxb6HnTO0r4dWNHGep9czAQqVd+MoVNAzHsux85zxj1/insEXJT2taGi/xJiL55jKzZFYBeRKohmQC1wzTdbMZXzHW996Uff37/zXX9BqT1M1pHZGmkzmf5JQNkBexwbvRxO7mLVoeh6MTZYo7LSCMQ+u7HmygmP+zu5t5TVMMoGf+8Clx3D9C16MQlDWBqrc91wwXJ2CYnu/WnC8dz3ae/KUP1z4l03aPt0zNRKavodNtJ0Tz+bArCjm6bFKsErrsF5HPHl5uFwvCDhT18fCyj7x2Gf8w4pXEUhlcba+LwEov2wpuobUGmDaYhRbWWHnGp2fdU+X/SzXwGqXdcdEYarGVezxovGJ/GFsZjxVbTMrqyqlbaL1HbVl/JwXpMGVKDx3K2LleCi0M0lk2WMniVTtENLbmErHso65aVpqylema/c0+ZQfN3vXdrnWJlaw53ZvXMSwK/ObNRYneX9tjWf1nHMuFbYk4g0mVcgJ6NA2g1qzgTe+9V8/3bD6Z/X7Z8HqnsttweqPXD2rgZIBq1qeqapSreDQiZ0lSApW1eOTitWzwKo0djRG+Nl4Z1BEfyYNTBSsEojRI9CCVYjik2CVpf91X31X+aQ8WJXMs8AySIMTbmpGLJMxYJULHcEqy6iZOeJqP0rYqd5Box6IdyBLqqKRgz6Bl5TPqkK3Is2iuBDRY3OCKJ6Iio1ATTwEzUrEc0F7AZZoNyoFzNVKUhrFLu68wTOwGo2k2Q7LLmfLCkVGxtuEYFXKWFk2wALTAkvi+d4uBuEI/SQW37eqgaHZZOtwc2Oaiwk8cAWsUh1LsFoKPMnw+wXK8AlWQwWrtG6gItWDALut7hjDxMFKU8uTCb8JrLm5EZ2ZEZ2x2U27H6MQuHjutUewefpJ+HNVzF9Sw7137+DRu/tYqgPBcIBR4skETkjNc8DPS7BKiMoFcrVZg5fGAla3hwlidl6nIjmgYtWXRceC1TimYjSS1yi5LprlioLVcIQ2pcTwMCNglYpVVZMS4LKL++pMVSZ3C1YL4vE4LROwYJXj2BpdE6yKT6VwKUKHFH36H7oOmkVHADdfg++tfn9UbnlwDaSklxwBOMc4QT7VwvQ6IrTSUizdiEs2npv5NEY/ShAl6rHKQLPCMehDEhaECBxjYr/BjNkEeO+pi/NYnfzGfzLgiwuxUYLImq6lz4TmBd6RVMh6MdpRF4NxhH46Qmc8Qn/i4bM7p3Gi18Xjj7Ls1UFlhmPZxelTA/hBANct4szODg5cdgjNWg2DrTZOPX4K9VoNzWYdJ7fWMcfGVcUK2q0+5kouDi66iMMEj6z30U5UGbDZ60vnd3dCv+EYtQq9a6mki1CreeIf2Yt5T2vDWEJDbvoqjRJSNnpKB7j28D48cnoTj+2EBmClqNF2Ix0jod8YNwumM7ANMiW4MrCMXWJHVCdSp8nrTG87Sb6UFQolAxwtl7BUKSOedHHk8AJefvU8bnjRi/DQZIBPf+ijeM3NL8Adj3fwX/74doS9GLOei5VagFVmjEYDHNvXwGVLFVGQHFpYwL6lRTTKTZSSMraxg0ZzESce38Ltf38vAjY9IqxLtHRV4biqVCU4MBtPFZTZ0lZj1s6O4pOxgmM/gGfAKpsBSWkmA3SjjxCfOtk/svSwL2DVCXv6PlL2bkvsp2GnBZ0a/+rPZ/oGmkoTFeMXpzLQHKjTxxMGSw8racCgKsaM02brleb0Y7EVUJW1XCy7MeaUlVPS8opZH1otk5taAmijFgepKGLVO1u/tORS/UK0jEiFI/pKtkGWwibbJdlsfghjZTei72VfK5ldRXF+PwqzDRRqFfiVGbi1MtwKN43cnBKsEvIPMdjeRLi5iV96z19dcFB2cHU+S9gIKDXdYbmGMcEmP5OmjQqEed1VPaBWCqrA102YPRN5qKpJmWnATCDL59vSfIJVsVJhkkOafLkYjSJpMsavTIBjQLQE2MZD1V4bmY2swlxKRAMte3VcLC4u4YU3vQIvfvFLRc1KOM41nK/LTToVpNmmkmuqKfPnPNIZdvDHf/o/cPtnPoYSFU9+VTYFfG0Lou3GhMdOlSq/c1PJDYYFf7oBSmXjzT98jtobpKhUS/J6VLVSFcUxRh8+buRfdPMr8Na3/STK5ToGoXquihJQzNC08RTVHw88cD92WqfET5blZtyb1Jo1rK0eRLU2a1TQ0+2FHSTnA6vnG0S7IdDuTSsTvAK3jW+aBd3MMhaY+AwK+OKdn8cH//L9eOjuu+Ey4WRsITgedH3TJl1jZ4LLLrsMr371q7GyuioVKDxHtUodKysrApDtNZfrThi2B6zauTnfvMoCbf3dhYNVglMLGfLnQtWFU7Bqz59u4nZvs88HbZ/qxrXX6WLBKq2YWidDvPuWR3B6soz+9jrikN2WhwjcEibjM3jzm67HVZfVEFCxxpuDXs4ZWJ3gk3/9D3jzj30Yf/Dun8dLbq7IvMbp/cPv/gIeePAhvPZN34i1S+eELRckSZViImo4nScZWxPkWdG0VBaYzSflCPd/7SRe/4afwj1fO6GNh1IX+/ddjv0H5jAc0J7GR7fXRij2QWPTQIX3YoRoRP9srjUGrIpKkgrTGAU3QqFAUMgjNh3fbUNKU+Jsx4VMwwJWGT+GeM23/gt89/e/DiOpzTUQwpay28tqk2Ti1T0F+rq2UXAy9TydrgfmXjRhw94mN1IxkQESu8CqqlF/sbtUlf9mLKn1Jbx2am/DeLjqFkTpLSrJOEa/10W7zUSOj7u/cg+WV5Zx6OAhbO9s47777sPavjWs7N+n1XBW+WhFBaZkV9cxXRepkPRog+Sy+SwFAbrESjzAdVeUbwniUSQqziqrLqwnqhn0MlfYplRSmaCNqbT5TK4pDeMOSb4pSJUKBMbOOZjKv+8CqPnfmaadfD96Mts9mb0n5d62cYbroNfvixqVXzz2UrEoNgoEH3hjYQAAIABJREFUxJzrObY5Xw2i0DTV0Y7lYcRmi/RbHWpyPYqyLuq8BgLWKAKxCUNzHi4WrP7mr/ysAHHtQaiJfl4X07rKgNUpIOV+gXOCrPW23wDPo0lYWDAta1zWdX06j1nYbnNXuwB4DqzuO3oZbnjhS+AXaR3F/e0/PVh96oDn3GKSc4LP3As9E7Cacy3P4OozBavcQHDdphUAK+oG3Q563bbeui5FTQSrBSwsnx+sWigqEbeZzySuOkdnezuX6Jqld7UFq/nf7QKq1hd5omXuFoRyLRbVqliG7W5klQFX8Y9VlWm+eZX6rqrvvAWVU3/9VCqZbBx5LrBq/VVt7JgHq/kkjV7KaZLT+gPvXpf1X7IjfxqwKvM279ecV3TmbW3mC42bgZmZWWFL2vDKsK8UqM8oWH3DW37hqYfsP7PfPgtW91zwrHnV1XNyo7JDsXQRluYJUw8byUbKROIglCbA2pCJ5dGUwe9SrJqMp0002cx0ws0QoeyE4E3haKngieqMr5VXrBJuNgJHFGcs3alXA1GshiMWlmpGWsCsAavc6AlYLRPOAN04EigqRf3cuBKsEpA1isCYYJWfoYDuWH32OElTAVoNCgIFOVEyJBVfWD7WgNUsIOfGbFKQ8r96qYC5egn9QYieqBQdzFbLYA/FYRhJV3GC1ZmS+ZxUIjJbasEqMS59SQSsFsRMngrFPids15dj0uodzagwWGG5tFUkcPIhbCSkKxV8Aas0VQ980d0qWPXYGMkVAMkNG71Rd/pj9CJ2RC8KRD4LrEoHYBfDMZsP8VyMcXjfHDZPbWH5aANXv6BCvIa/fs9DcCceyhMHMa8Pyy99V30sHQtWedUmWJ2pw0v4viO0hqmUU9NKIlOsGisAq1glWN2lWPUSdIYjdOjD4HqYqfioeSmK9BSDi+1hjFE8lhJsZg032/1dilUbKJ8LrBLwC1g1wSZ9Qy1YbRQdVH0CKqA1YHDBoFFBO4Nhvi4BBoc+g1DCcwJTUX9JkGQVVXoDSkZvkkhzLCqixxMtNSZYrfr0qHVETUYrANoEiBKaHqunL06xmv7mf5ZrLBDZ+grLnkEhOg3YdZF3MXQIVEMM4xHaURseqvhCawf39jtyvHfdt45C4KA+U8ZOq4/eYIJqpY5el2NwgMPHDyGgNcZOF2dObcNLPFRoN1HyUGEfAreIXm+IeiFGI0gxF1Sx3QdOD8ZwxjFO99oYeyU0KkBFejDQw1IN1fct1dHtxdjshSiWyigXfQl86WlL3ys2r6JVyTWH18RT+db7TiLxygIWCas5j/D+6fYiyHxkDM3zmymO2Yo0vYsRcnPnF6UJXjNliVgBW8MYpckE+wLg+HIZNx9bwvP3HUW3EqHamMUHHv4Cbli4XjqO/7v3fgJfeXQHZc5EE1p1ANetLWFGkgkxFioxllcXcPXBQ6hXimhUG3D6MYLFOTheESee6ODOz98Pz6MfYYooGhlKxYnRjIWsq7HCdw2yTNmRIECdDwRZFgJ45QbgV7U5hJiu2SDNjFERYrAzaB9pfwdu2NcyGW6IzjP8rFWJnUtnBtMH2gBQN3KmY6jw8KyVuc7BcvAs0zRec0Y5ls9AJ65aetiv7HfGA45cU1i7LaE0Y93CnyxYY5WAQNCc951pgc3gywavUyA73XDrHKJA0r6/M7GeZub8mzLvZHYRwdx+eDNNuLUAxQq/V+GU6THH8sdA5ofRKMRgaxPh1jZ+6X+//4LDsqMHliWYtYpGG2hzTgrEMkYhYP5cSgAtmXg9D9zgcg7i/MXX4u9ZcimQOE0lecLvqtqZ2gVYOMnvqrbkOh/LWOVrSQmnKDk9eS43sFYZkZWWmk2CqmWoVB8LMFXlg6oG4vEEV111Lb7t278Dl11+lZhcSNAriixWy8Tq12W+5LiKPu6+/y787u/+V5x54lEppXU8JmMnGBuwagEyf8bnEJpSwWTVSVZ9wU02f2+bWlnFBY+1VArQnGlge3sb/d4QQVASv77xOEKvF+H7X/dGvP51b5J1gXEME3DKV7TKgeqqhx56EBubj4taShTAPlCrV8VjtVafM6ry6dB4Oh1PNjb3bDj4CvnzbseKblCmiTsFrFzP9fN5vofbP/85vOfP/gyPP/ggZoISSj4b+PUzAK0bLN3wFUusZuhheXUV3/4d34FDlxxBp9dFtVjB6sqqjBV7zgWOWL818xHz8DK/qcqD1ami/exbJq/Q2nUu9oDVXWdULFTy5c0Wsp29jbf32oVC1ou1AiCo6++M8dkvrmMzqaLBRqxM9LZ6SEIXjdoEL3rhIlbmqQIysn+qyy1Y9Sb4+AduxVt/4hb82ft/EjdcN6fN09wEUauAL39hHQ/c9RCOHlvGja85BqfA+IXJO9rPMBEFeNwb0H6K9wobs3O2nUgrKIGonc4It3/+Pnzik7fj0Ud38PGP3YE3vukH8JM/+0ptlkeRw3iAeMB4PkY0HEm1izQGGkbY6WgH6UGvL0rBbqcryYpHHrgLt9/2CUmsEawyQape36pMzKvfVGXJ2H8iFU+v+pZvxqu/5Vu02aFVeeV8MmznaLmfc6Xt2UadKfy892puqO3dzOdHoa3tyN9fhLRUD+aTIflxpP6M2kDRLxXRjUKcPnMGV64ekFL0YsFXUDlhc2EfX733q7jtttvxXd/9XVhcXJQqnC/f9WWxGzt6xTFNTMn8ouCB9z0FBPz3FDzpXMS4kKBSIKq8vsazAhCNJoGqPAIkijZEEFMgmNQv+Ry5Dt6iAM8Uq1rFoIkXreJiAkaU+eK36sJl0teoVEW1Kj6mLP0viGejeK4ab1YqUnmtdH2agnALWQmI+cXXYxzXarU08SZ7RwdBSavpuGbwHHHeoo89YZOFRByXXMOiKBRFH+d/WUM5x+UBzT8RWP21d75doC/XMI4BAd7aZlfWTjtvZ3tQG+fYKqBcubR2U9f10ypW89fJvoZU2Jn1wZ47+W7WQiYXVw4dxQtueimCUl39+E3t0oUFKU+tWL2w1zLjzSQuzvfcc4JVE1Pmx4x9/nSNkN9qKk3ixz3vkKvq4vooHquTBMNeF71ux1TSaBxFxeo8FavVhoBNl3PlrrjRKlP1etsyeYXjZ3/l4zcb6+9VrMq9nYeHxsrHqkU17tNxbuMwKvXzQHX6c703rL+qfLc9EIya1R6zrV5ipY0Fq3bOoWKVY8keA49R7nujjpYkjvnM+XVbGipmso/p+cg/Vj7vntOVn1/ts+zxEf7IvWW8YTWRZ/mWqs9pBRCU2Cybsa/GSyxmIFitNxv4wbf8/MUM2a/b5zwLVvdc2r1gVRWrhHdclExBh8lCcnMjvo8sjRdh5jnAqlBZswpLttOabtMPScvqOUgFrNJbU3xzVO6eB6sEczNFF/0xPexiASLRSMEqrQAYAFDn6QdsV6MeGLwB2EyCN2lnrGBVQkwGc2kicGSmWYKTA6u9WLt+8zkKVn1QmMHsLVEdoRY9PwlWWbI5VcWkiFIXUZSIN+j8TEUCQwJOJr1nqyWBmMx6WsVqs6iKHIJHC1ZFJ8RmNBasUvFDheKI/pIGrBZ9UQVrt3rNoIu60sBWqiI79KOMYikBKxVVsUqwmilWDVjlOSAwpxKPgJAl9aszXMyl2ES7EcvmVL1FGAANRim6YYponGB5voJ01MfsSg3HrvJw7IoVfPrjW7jryy1U4SEKI1lA6CHaZMkrIIrV7SG9uwhWa+JzRQDdomLV9TKwSoAspcuEaTwnpps8x1ORitVSmc776ErzKtEPY7bio1pQsEpF3RY9eg1Y5UDc6gxQoipaNrLalVjWSxMAWgU1xzIDRfEFM2CV4mOeU16jmbKLOseao+fNKlZlPIhiUr1TuWhyQR2L0tl4V8oeR72K7QbAglV+FvEeNmCVvsL1wBWwShW2eqyqYpWq1/dvPN12+uy5m1YA+K1fMaVs07I6WYvkdPDeYYfTiSibIzdGJx1iM+qg3W+h7Mzhb04+gtAt4Ew3xZ0PnEapyjIrH5vbHZQqTVGPsXEOy4QOHzuAEWLsbLfQ3w7hJmqvEdPqouSiUm6itd1GxY1RFmDqo1KpySZoMHbRifri68t7cP+Ch+ZME2e2+3ARozD2KaXHVncg3laLC7Ny3rtD+l4x2REjHXuolV3cePka7r7/BB7tjkQByzQDbTKoWuh2B6IEtipVC0kUqIl0BK5Dd9IA6WiIRW+M69YquGzGx7DTRWWhhAOzdcxXF6UhUacX4Mn2OtZbpzB2Qxw4eDU+d89J9Acd3NWO4UQp5otscufg8oU5BM4IadLFUs3BC665EleurWHQG2BmaUEC6WJtQWDwqSeGuP+r6xjFDPo148z7VJvsMEhT1Z5uflQ9JsoZm9UWA2luejUgTghWS3U4QU067tp7wYaqWoamXZjjMRWrbXgEq1IEpmp6hY3ZM+T1p5pXDUkbfZYIKrATz1QRme4umRNv0qwk2o5ro7I18FKOT/6n6ppMBSQbegOQxcpAFUXqR6ZfohtVCa/5Y+GobT84vVdyT9MsddaVV5NZVhkgd7C8da6cS4SqpnNY1pHdKKNmmghmD8BtzsKpuvDLVbi1Bpwig0puMH0xV+DmLmq3MNrZxi/++QcuOAA7fsmBTI1gN9EEgFTASHArQaR63aotj5rxczpkKRihKu9nKhlsUMyfcw3R5+h5ZcDNP5xL7Vpog2QCSWlkJb83SSeCXfo9FnyEwxDdbleUHKoS0gDXbujsh7Y9ahiga1A/UtUoK0iiGLNzS3jlq16Db/ymb0Wt0ZQ1mHNjHqpaWBHUyvibj/0V3v1nv49k0BdrIHpgM87hZtkG99l9b5JeFp7aY+PmgR6i9tzwWK26VSDtOMLS8oJ8llMn16XkWZs9xYjCMY4cuRw/8zP/GiurB9BuD6QaSJMfqljl6X300Udw8vTDKHjanCUouqhUKwJWG82FXWDVJisudKDkN2Z6W+1eT6wVgP05N45+UEA36uKWD30QH//QLeht7aBiVL28fSWpYhQ2vKaEExzPVNjxum21trF28ABe94YfRL3BZogulheXBLzaTZTAbfEBnoLx3cDy4q0A8skGeU0DVs8+d7Y73tnHMG08NFXG7H3+MwWsFwtWJ7RBSV2MUw9j401PH3jmOLptBxTfVauMUZk8Nd6TIrRXexMqTz/6vs/gx97+MfzJn/80brxBLTEEriaBjNevfOlR/O2ffgaH1vbh5f/n9Zjb1xCrrNBNEIQO+ie3BPwX9zWR8HoZSxR7juV+liS3g9EQeNdvvAdp4uOnf/47UChQMURve/XoPutLrAXyRbnTR3zwfZ/ET/7YL2C7u42UMYNpaqhVXFNVJp9hrQC4ToajEN/+Pd+Dl7zqVWrHZOZyndRsAtLYapikeLZ+2GoIxbG6puRLgc3ftXx0eg/Y5+crmGVO5mMEiiq0sfO0HTfaX4rJMYoYItRmZ+H4ATa2d3DJ3JI0gGN1ztLiAkZhiI1Tp9BqtcVqiQpwqYLCBOVSWeD0g488lKny9b0UEIjqN/c59H0N0DUWL2J9kYxx8sRjWF1ZlgSclN1Lw8aJJFoIXuGqLUr2+U1cbf9NZWqmTDONB6XnBv1U5XcK/qR/hQGrUyUrVaye9IdgA6u8gpWvKc/juczK4/UaEOjy99na4jhod9qaeBOvW520NHHEROFYFNPD0dCAJgO5Ep3HRK3HdY8JRQoc9jTryVsB8P0vVrH6q7/80yhJApLHqPcHgRH3I3xvrfTUagqNh9Tj1n5OmUszYfTZVgD5ddzGu1nvMaNQlfsnZwXANW9x/yHcePPLUawQrHIeVlOoC/v6/z9Ytfd3Bu2yIPc8ey7GT6IWHsNLxwJWqSTnHKMJ6lTECPPL++DvAavZe+3xMs+D1fy6lT/X2Rqe2S3q8VlwaGOZs60AtKyfe+A8ROW+SZtZaYOqfEOrZDy1vsgAK6snKbw4F1hlQ+CCJj0snOf7MTlGsMovCzSzeUEU5lPP373jdPc4s3HAdPxZsJpff/fGOXp+NP6V3xn1riSYzXWWH4vNQapgtci6xRSTWPcAHPWNmVnUZxp4/Q+/48KG/9f5o58Fq3su8F4rAKXzugiLpNsYqMvmTAzjLVjV2hkqVgk4WR7EBUuMgA1Y1YyP3ZRpwyhu5qQBBK0ABKx6ArREsZrQv3IsMJWNpGZKHga7wGqMiIbLDBoFSKYIitw4qlecdA4uKljdrVjVploMO2aaxcxjdRR7ELAq5uyOAN5K0VMVrlGsEmrxuOS4DVhVmb76X9IKgI2XFhplWaB5/ISwM9WSfLYwHCHiBOtQgatZGgWr9MPjmVMYIBlqKlaNxyr9OWlnQBPoinTM1g3MXrAqJZqOh244FhsFljqKxyoSCXx4LK1+KIC0TC8mNg4LXDmH7WEizcLWmtpogBlrZkp9KRFWwMmgiyCdClFCiqXZOobdHSzsa+KSoykuv3IWd98zxOf+vg1vMFLbBF5fgtUy1YGqWN2mGhEpVmbq8CcJumEkitU8WBX/V4JVaZ7DDBI9skIJaTOPVU9Vnl3jsTpTDUSZSNUzg3lVrCZYm63IudrqDOVzs2EJYYBknA1YteGyha2ZFYAtj0ocuZ58/FzFQ11KA+g3O7UCkABFlL0Eq9p8SxYuXmMmEYxyznrKaBBoMno5xWrMlkFUS3lpBlbHo0QapHEMhgSrkxTvW784sDr5rV8xd74JjIxHn3T9FUXaWO0gCoX/j703j7fkLKuFV+2p9nj2mXruTqcTkgAJYZI5CSEQZBIVRHEALjIPgggiOFz0iiKoKDNyVfCKKCCTudwAIghchqsgIMGEEJKQpNPzGfdcu6q+31rP+9auffqcTrr1+wey+TWd3mMN7/A861nPWliLe1iJ17E27gowvenEEP/ePSwNqq9ddwI3HRqgvRCg2zVQOKzWsdbpY9ijdlqAu198nsBRGnh1TpD1GClg7FFuoDDG/Ox29HsjpARtqxWsrA/RoCMsEwrRYGL0egMMR2PUKsA9z9+FaDDGkdvXUSylKJQq6A1Nt2d+tq25OWARRa1o1EYmwN/Fvc/eSVo6vn3wKAbS/jGtqVolxJAMhNg0KRVMuhZUH5yEQYyR9C+BSjzG7kYZ89UaWjTMKw4wqsSos7V3XMHtSytIowTRuIjlJMXdt1dwvDPEvu078NMPOAe//3++iSOrPRmgzYUB9s1Usb1WxvZ2iMXZInbNNXF2ewHt9iIWztqLaNBH1Imwur6EY4fHOHaU86rj1E0tYZBmahLLzZZjUkGUWrTseefbJAayRRNOl46M+OoMCpUWqCdi3cim+qag3PQRxMqI4y7S/ioK/Z5ALconlAgg5h5ZECr2p3+kmGPxwSeeWRDO43MgJZm01P2zyehAUqNDKTD0hiSWgbo2LR6D/w27Dhy/1hblkltDYbMat09ojWrrZQwcU1ZbmIQHnLSAAb1xwABsWv9T5+L0rPwRmDSssaXI2J+A8wQWHPjcrKIycxaCmVkEDaBUq6PQaCMIjXlUQAUx9cXjCKO1dYxXVvDrHzp9xur5B/Y4qR5rz2IS6lvaLfG3goqBYAamDp0UAIF0soGI8KnoGYZiW1rjCfdpYxrRlIn7uwXEzojJaWWFLP4VqWdnunUEUvmo1qsOHLXgXTpbbh/zgIRn2k70t+xeeoaTD+C5B0obVxrwZVx00b3xuMc+Hne/8L7sN5kGEfhMqYReMsYHPvRufPpTH0MwHKNSrGDEeUIGHnXiN7B880Afr4Nnq3r2qoL4zDTPwFW+h+AvNbnm5toCj6nBrJb+QhG9fldj9Kk/+zQ88ceegnFMBjHnh0PpWTQtBDh48Fbcctt3de68fmFYksTArl1nod3eJhfvKWDnDoJ1D9xkyYTfAabYatNgEZMPDzhwHNEwcDjs48Mffj8+cdXHEHf6aFRohhQjoNEj/zgJAEvoqA1ubBiutWQpBsUAa50OLrr4Xnj0Yx6Ds/adhcWFbeowyIMuBFaljryBrbPZv/11OJUUAE930+86BbBKHl+esTr5/B1LAfz/DazKNZ5JuwOP3IJt9yIgMMozZrzC+Wrzk9rPlGIhsErQ8hN//zm89JX/hL/78Ktx34vr2jsKxRiFcYBUhlQBovUCPvmez+PgfxzBI37hgTjnobtQHJdw9Jobcfia70nz/cLHPQzhYgMlFvekP+vW16y13uRW/ufbP4rOGvCyVz3emWBVCXciKFQzIlg+ojFlbFvDMzZyCvzvj3wOL37Rb2B9tIZRMkQUDwU4sZhiCfNk3PAQGEtwTlEW6pkvegEue9QjRXIwYJE65M6Y0BfffOu4g1A9OGF7ke1Bvihu25r14qpwpyKgFRTzBTfGU5PPOrIJP5rbKl3J0Z2x72yi/IKBZtXmDFpzs4h7I3Q7HayvrKC7toKwUkY9rEhmiWxfGt5VqzWtmV4G5tiJE7af54au3Sd3hf1emTG+nJZyYj4AS8eP4KN//3486pGXo1lroVpzWqTsoHMGWJkr/UmMVesEEbDqZQAcYChgVXuIyQBonRd7zYBUD6xOgNRpvdV8i7s4qN5Iyx2DxddWrZLWKskdy0tOVkb2iTouvo/XinsW97tBNGn19yQM06A0YJV7JiUAJm3PTmPcFQj9enOmwOofvjYPrLp75Lo519ZWNXZpnOOLewawOsk9d+4Z8ccb0jqpBLOdtIdfp6yomD1rhV6vlyudUMrZDDC3axcecskjUGu0f2CA1a3W6vyemUl2bKXxmgdW4xj97hq6XOw8sMqYOyhhYcdulBttW3toAukBW6uOZuvdJP5xZn6b1Z7yhZ0csJoHU/NrVyYvICDU5ACsC8VYqBsZq/7fGbhKEtoGxiqlANilw4KWlxbIz4mK5AatIM8xxNcYE9EUjsfm16esOCIMZDI28/cmyy/y98CxG7TsuoLuRIJkEs+cVDR2wKq/JsxxJiQUyztYcOf3UmO1HFZEAmDxUilXWtBa3Gg18YznvuoOoq8frpfvAlY33G8PrD77njSv4qA0gXdNiiLb7aeZKQRXh96EKjWNVaaRZLdyA9XEZWgn5l9+ZSCVmuxPa+uT2aKXApAIOVuekZlX0eV9tkZglR4sMVrNirVXU+sm4TdTE4hSAExQzVE4GacIK8aSJNsz01hNTWOVrfmUAmB1iW2o1AMlsCrKSMJKLNCoUmOVAKS1EkljlcAqA9ScVhGjKrpDD8c0jAIWWjUdH9vUeY7UFyVQSHBowM2ZDvahaXhGY4Iw3gzAQF2ZBxWp8VqxduZhhO44QqVY1vdQL0q6O46xyriBYKJFaUWBqp2BA1ar8vVGuUwgO8VKp6e20zywOk6L0gpd6gyxZ5YJIANhM5gKpcnHoo4lRmTc0kSMLTU7F2bRW11BY76Ce11UxNnnbscNNw3xlc8dRW04Qi+ZaKzOEFgNAiz3yFg1KYDdcy2UkthprI4xDiaMVR6fKYIZ48GbV3E0VguBzKsKpSQDVnm0840QM24sMYY8MWCbQ4Ld8w2NRTJWCXBTW5YRpthUOcYqEwmytPjwjFUzrzJNYN5PohHz9RKadIMeU+OVuoqmx+YZq/y8uWaz3Z4aq2ONDa9f6XVzTG/KxgFZhJICULu/tUUQWG2WA8k2jEZOCiAxKQCCfB8+cmYaq3jbH7lkwCVAbHHQfGdSRIAuMoC/EOD4YBlraQco0CwuwCdupqZuCeujIf7hC7di0AvRno/R6SZyqx5Si5XmZqNY2m4H7nYAS8N1oFJGOoyxdmRJ13ZI0DOJUA9boNhGOljFKCkjDeiwbU7TheJYrCWSSwgmc4NfbFWxZ3FWLO/jywNUKsaeXFvroMqFpFDGWi+iB5F0hAkOR/2hTMB2zdcF9t+62pGECX+XRlaMR3vpEJWg7Fy6cwujA584vfj7TFIpycHCA8GAQTLU+hGOEzT486UQo2EHF2xr47ZejHorwt12NvHAA2fjHhfsxMve8QUcXu2iXQywv13H9nYFDQxxDvUT50O02xXsnlnEju1nYW7XHiTdLm654XbceuttGI0qSOKq6a2pfmrsHAsOxmK7M4GNxbK0e6sGMrFOjZ1lyKOZKY0LJRR4/cMWkSfHvhSVxrEy+Tlr/U4oBTAgY7UnGQkCq0zAJ2BqDmSVkdsk+ZzrmUHahIVjTEnTgnVV4tiKHRPzKh6HaRrZ2DQ2lddT5XNk4Fvwz/njTo3n74zZ1GblMlfv/KxquDOV8sfO3xDrwgOuTkeR8yEOhgbOOjH7DMRRZ8OEda41wkG4Zg5hunK85jpLXnauTc2zEDQJrCYo12soNOYQVFnM4veZji9lVsadDsar6/j1j50+Y/Xc/Tt1m5kg8uHZgAo+BZ5Y2m9gBIHcMXps1Y9YFOUmbusj56AM3YQamHkJ9wYaQvZHQ9MEp04p9RNdkG8th1yvTCKA3+G/qxwa4Ml/s22T6yC/x9iqFhjb+22ucX1m4M/bwVZRPU/XZV7fAp+3RJ0B8KA/wr59+/DYJzwZl1x2pVr4yeoSc4vFvWqIwytL+F9/8zZ8/V+/hMKQ2qtlxBSP1PC0QicfebDUF754Xjw2tZM6Fq4P5H1SbomYsa/YCdJo1gVMHz50VMdIdh8Zev1BDzt37sV/+2/Px30ufgCGLOi6MUiGNLVpDx06iJu+f52167LzpFZGjcDqzn2Ynd0uYDX/sDlyeoU2n3TZuD2Zgedb7n2BaXa2jS9/5Uv4q3e8FUtHDonFob1MgIVp7kp/MpdEeWMz/gRBPxWTEzP3uvTyy/Gkn3wSdu3Zk4GqGbgtjdVJguXPdWMSPJX8nkJjNX+tPGBghZbNWv11NUw7WWZNkz/+Hm9MlTZLzvPP5e9N/vkzZqyyyErWXZFzmGw2W79B3cOUMR8fDJi5GhljSKxMMVi5rqW4+oP/jF9+1WfxAQGrnOuxMYXjsvZ+rs9RL1IB7YtX/zu+/I/fwD3vdQCPe/Il+OonrsaJ625FUK/8+korAAAgAElEQVTjAU9/AubO3a5YjsC5DcMJX84zUt/8xg8hLG3Hc3/pYdZREZOZyPU1D6z6whbXHNOq9ti655L+/fs+gV97xWuxHq2jG62bDJNzUM/vO76QJoiT1yiN8byXvwwPvfzhIjMwfrMc3WtuT+aPPrtRfsZH/a7457s1JvfWf366vV97R6btvWHWOmzTxkSu+4NkFukAxihwPSUVOSihyLZ1mUVZ4aFP8IZFYXkBcI+dgKUqFtFkleur84TgHiqTykyb0YHQ7tBp8Civd44F+lIUrEi2fOII/vydb8PTfu6n0QhrWk/VxcZExRkclnLzRGuj69jwe6EZFzuTGv/fU8CqAakCWrlHEUh02qvTwOoEXPWADPcl3yI/AWBcfC192okZDs3zbB9yDzfAvBQA/ybw4xmDfJfk4hywKj1waVIa628KyPovAlZf/z9+2Vj+PH8RMgxgF+nImQNyP7K1ybLrzJTKkP1s3Yqdsa4HWvPAqmaqI3fcGWB1dudOPPSSK1Br/mAAq6cqgJ0OsJoyv1OxK0KRGr3dNRlYMfDze158KmBVgccEWPWgo2KRnMbq1OqxBbDqY5ipgpArAgv8lNlUXmN10vp/ZzRWp1msBFQnGqseVNW8SBJ1OW0GrDLu8+fI4/UFFPNXyE/NfBHAYVFq67F1W+QLETxsrttau3F33qQbR11+Pq43trEF6fnnuG5SMrKdAavx2L2eBqjPtFBrNvDsF/zmyT/4Q/zMXcDqhpvvgdXnXzjnAu3pASnmKiuLxB5dBTaRaRO1To0JKMaq0+rjhu4njZGNGBw4V8OMzcCc3txl2aJNraBy0bR9OqMYvcjaZthOT3AqHkdo1kzfrUNGKJ2vSTkvsH2b2jum3cagglUGBp3dIQFOxphMwqztsJgSAK2oJZhswnFQQj+iU51ySEkFULOxXqHuqwHGBEFNA9PMPziZtVmlMSIUMWAiGaRYbBszpzegaVGCVlhGs0oN1kjvIRDUDKkpWxZzh/qpBAcoVc6vjQhOl1I0K2VtlgwCaX7EVJiaqdaqP6l683pJR0hAAnUlDVhlsEEDrmJgLGICh53uUEAgwUUGL/ws4gI64xjHOkNsa1fF1iXz0qQA3HrDNFyap8DayK7F9vkZjDrraC+muOCiIvaftQNLx0v4x6sPIRj0dJ5KrgsFac/yd5f71Ookk5CM1QbCgt3H5f5Y15C/TdZvI2RyYK2EcupGgFXqslByolBEuxqiXEywNqJ5FRnQARabVRlL8dgJxh7vkpUA7FlsaUwsd0YaJxVpA5ken5IRF5xIdkBaqKnGEsekadnyvhekBcvFe7bGNu6ygO1lslgJVmTaRDZnKtSAotZfnAo84PWSa6fnOjgtQAMTCAwlKiTw0vAeMl6t8U/ZpABonjWktiAC9IZjtfx95EieGXjnVnJKAcTv+CMjkvN/2kycyy0hIHpscaMqA+vxOo4P19EvsXAQ4YbblvBvJ1Zw1s4QX7v5ML75H+sI5hvo98cYjgZotprodRK1yRLoqzdq2LNvN9Z66xrD7fYseus9rCytqHVEoIxsh42lyO9gmxeDVm3QGYkrRikoIiLgWiqjVa3irH27sHL8GJa7PdRrIZCYuQBBIV4fsnY43qgFKLZKt4dKsYSL9ywiHq3h60fWME6rqICJAzAgsFpyxSAX35Dnw7R7yIvFNYPFIrEfiggJBCZjDGTwwvWA6xe1hcdYqJXxxPO34aM3LWF2oYiL91Vx6eMvQzos49Vv+JC05/bNt3DR9gWsLa9gkK7hIedtx/0PLGCIAfaF27DvwD1RPbAH0aHD+Mr/+apAGYLQvQGNFBKNg4Q3S+2XBnxtDKT8axmThrOCbaDpWPqJCdugK3UEBFbJKpQGn42/zA/KSQEEUU+M1WTYQ8E5ArN1XaNIoK0ZuHHumFPsJEltk9XtgkADOw0QNoYZx75muiXjZA9SMlkft4TQVN0oCSI+tXOjDlBg1dm1K3pbB34HNXjtWpgxkL6J8zoxTTWCcpK8UBu/gZ/lgLq1jvkacOxpImTgKdc+aSwp+eUkJZjIEcJ12bGRpOdHE0Kv9Wetlro3gsGrKFVrqDbrKDRbSOttpPV5BBWafxhTmutATPOWwQDj0Qi/etWH79zEzr3rvLP3ZlpxkgCoVEwXKqKepxVJuVwJdEyBQT+SJjjfG1ZpNmQAK/90B2SWp1qDQhYp4gS9/kigtuSBXCcL1xImttzHaHTnjZ74XQTgWISIBiNra69YkU2afw7EppQHnycQSWYMGeieAcF9nAm2BzSV8Oi3JsZK/B4VPpDisY95HJ717BdjPCpqvrDQMDc/h2/c8G9471++E9+79j9kzicgo8BkaAKu+cQ/C9KdXIxP4FXwca2lHoD1YKuub7GARr3htFJTzLRb0uU7duQ4SsWKWJ8ci5RGeeQVj8TLfvllGCYVSZlwpI5TgtEVHD12HN/93jcQRQMUOfdrNTQaTWzfvhMLi9un9AzzoN2dBVj9Z/h+rz9nz00KIgIjGBvFMWpzTcTjEd70+tfhq1/4ogE7DvRQq6MDGQwAsXXUmz9wn1QXU64ll9eOOpBPf9Yzcc755+ln2ZGjMSTgXDvvpizTSUFkssacKkHm1CCreiO4ecrvscAgh71Mikj5CTn9u5tkdHcwe8/UvMqv7Vkc6Irs1qkwRYTUERDcpKEUi1VWzCrg/e//J/zWb3wGH/6H38I97lkzMFaYjI8lgX4vQRxECCspbvjXQ3jTb74H+3ftQDk8iM9c9WU87ZXPxE+87KmoikFNEMCKLBZWOYDRgX5v/e2Po3nuNjz95x+C7123hE5Uw8X3raKkFm7uX5Yb2AGbIanWcUm78KgKAvv++j0fw3//nTdipb+O8biHYsr93swMTWvVFwq8vIjFcQQCn/vLL8WlV16J7mBogLNMDi1J93uGZ6Nqb8ntY0ZMnW6d1ye3qGdMz0uXtOfHg/vgVgUR7aH8bidToGNxT03/qB2Asf5z4LAX87dsbuo1fxhTx+iugw0D3rvIjKUKJSwfO4Y/f8eb8Iyffwoatab5WSg3IPjq9Es8kOpykzzAqW4gRyQQa5UbnvKnkmNdm7mVWt+5Tjj2qjFZjcXq2alcY/x6vPHvrAiSaycWsBNYOzyvw/LyknVLeEKBYg5r+/WgEQv3ZqhosYd0vWnyo25Ie1/GdsuBMRNwzPKAV73whae9f/MDv//bv4J6nQVXq3NyVpAR7NckfrcuqUND9foUY9fHOrl1S/GJzS/NTcZq2T2x+eWZqgawS4wiA2i5XzfnF3HJpY9Coz3vCtGMhexeTj2mmJ2nm6dMGOQnr+ubf9dWK6+N+s0nqBVzJ0c9Ma86XWkDyA9C0lvjkfLPQa/jzKusMCxd6kIBs9t2ImzO2nT0OkcZazWb3K6Qb2PypHNz61L+rKbmsWL2iTGTjV/7twc+vXkpAUVJQbnWf2NhG6M1r6Wq7s6xyQOQ1W2xmUkF+DiNBewpYFV5sDNndjJPGWOVLFd3TIrCnRyHUfAmY9SP1fzfW00o3Wt3sbL4Jrc450Fb5T9ZzuQMXl2crn2Ax8bCGwLMzc2BOs/ROFK3M/e5mMwddoIUivi1//7GM5rjP6gfugtY3XBnPbD6AppXZbp8Nn19RVUtGhnbiBtSQXqbdIsPyWp1bvLcRL0enaqQG4BVfitBN7q9k91BFlu5wLbxsgApJkPdUYIOKXzSKQ2tnToeoVENM2CVL/MhwIxB/QZgleREJldkrHInEvOSiSMZjk0Clw5YLZQwYpVSzvBk5xJYLaFGExyyAsgRI7CakLW5ObDajwgiJlhs13hyWKfLe5SiGRIMmgZWKTnKVn1S6bs0CyKwqoQ8wIiswUKMRlhhU7gm9GA0lhNrrcJAxIA8v7BS+q6khMSAgm4UYb0fCbQisErYgtdYrxFYLRS04BFYlaatgNUERzt9LM5U7TWyS3QvXXuxNk8DVldH1t6+Y66NqLuG3WeHOO/CglxJy8Vt+N8fuRFxZyAWL8cAQcpWaIyKlUFkwGqSYGd7GljVGCqR+RxkwKqATjIaaRQlYLUgjdXZDFiNsEJm6jgQm1HAqrZSB6ymwN6FFvqDgfRQqXUbMpl2Rie+bYBJOsFKJr0EHjywKqYdQYm0KGYt50G7VrLziVOsjsZTmn6Gb0+AVdYWWP0m40DAqnPddniuY2mdDKwS8K6WUtTLBjaT7UwZCYJL1LklSP7hw2fGWE3e+cf5gh9p4ALbxgkNX0ooSPJiiLWki6VxD90gwfpogGtuvA0HBwO0Z0N85TsHcXgpwbhWl54qA9davY5BL1U7moDVegPbdm1DlEToDfpKZNimtnZiVRqLav9UkG0MhG6nqzZkYlFq+XUgmtpleB/GgYEWCvhiSQd0h4TjGdxbgK9knm62I4jVStMDBokELkh7nikFqFbLWEm4LpCdSzMA6nJOWOD8OYKknDssLBDQJyuPwT31yshuCwsVGe/pKIUEUi2wgJkicM7ORZyLdRzpD7BaaoECc6/9tZ/Axz/3DfzdJ25AUCmgxnEyHuGsGvCws+dwnwv24fx921FqlNVqObvtLKRzsxgcOYbrv3wDVtfWUaREQoFs/UTGFAQjNdKVs9k66VvlyfTLDJU821PtoJXMSXlMJkfYQCFsIKHxBIG9gKUxtrPbdymxYKIsYHUNGHat8iRglLqzFgj55NSYEgb7+n2j3XXj1AE3FujydWvD51hOxQxlxc5JAfiAUmDqxGBDrvWuUl1UIun2GQeK8jdjGV45J2Nv1qPv47EySzH3dqWbWjSZcHD95PkrBdd7xELXqdqeYDGaN/cg+Gyceq/DaiuPsaw4Xjnu+PDJzDClMWGKQhii3J5Fsb2IoLGAtEjetEt62JpFo6PhEHEU4RVXX3Xa8dfd9u/JEsRJe7rXVOVQdZqnhYIC6l6PRhzUyquiSJa3Y45yLg1GkQpj9WoZtTDEWqcrwyW2tkvJN+Y+U0BYrhhbepyiR8kWqzYZ857MRq6hI9NszZJBL4Oi+wvU6zXNs16vJ7MariMCMsnodyxWHzBzzOjaukTcJ2DerfkBD3gonvH052J+cYd0V7k2fflbn8ff/fVf4vCtN6OUGjudRFgWW7XEeC1Yx6bSWu0Sa/6WB5t9SxtfM81Ytv8bw5ZABKVOCCQyeS+Vjena7w5UXDJH7AJGgxH27t2HF77whTjn3IszFpIHVk8sLeO667+GUdRHuRzK3KlWbWD79u1Y3LYDQck0STeCMqYjPHlsBdpoJLvW5mljD5eKunnGAjQzw5lts/jMpz+J97z9HVg/QW1NA5jVZqs5aK2Fnp0y+V27TzIgc1qIeWbwk5/607jysY8RiGFGLQRXXWJbuGMpgPy5ngpcFas9n2TlTFo2u0amGzid0ua/f7Pf8tqrpzNhzxRY/fiHPyUQulatCnQnK50ayuza4vXL9CwJSkkPM0DAAi4lXMSOD/DRq76I3/+9z+Oqq34L59+Dloom+2UOhlbQ4p7N+LleJROihIPfWsM7/vjP8eXPfg0rnSN40Pn3wFNf9Hz8yBPvgXqriKAyuWZZMU1PpXj9y9+PvQ+8CD/75Ivwfz97Ez7z+Vvwopdfim2zrkNChTYPilrhTd+hDc5AV3bC/MW7Pojfe/3b0E+oMzsExjSfpPEnwVL7LVunJwANY1ky83/xxS/GFY9/nBj6BG79+u7nQzYvNFbct206pzZ/fbOxNA1e3vn5uZmWa/44N/73qf99MiC18Vin5oe2sEi0cQKrK8dP4F1veyOe/nNPRrMxo3VPhUm3Zk4zVE8GRqaAVbe+qogVeKPHaf1VMvI9qJq1CTuplbzuqme4+33Fz8s8yEh9br9XeGCVxTsVO103Tx5Y5b7n26AtD7Z9wACkyX+fClj11/I/D6wa6JQHVv13bwRWuX7m1yXPUM2uiQdhPZroljiB2bkuG75fBRpJm02Yr7wmtfYcLr3sSjRnPbBqa8TUFDmpXX4rYHWL573kRoY75FfU0wVWt4JVT16l/1PAKoFCGZlF8oMY9Dvorq86U1mOGTNRbS/uRHVmbnNgdQNj1Y+vqSKVC1r93Ntsr7cONctb8+N3U2A1V0zwHULcizeCqnlgdeNrWwGrHBTUWLUCvsWcfC+7Vfqum0q5k9t3NIc5hl1st3GP3Wp/zwqkZrWwaecOf1/X0S2/Hli1a2RxFI/NFyx5DRl/87sJrFLPWOsCZRTUGUDCG/PKBK/5g3eczpb/A//eu4DVDbf4ZGA135riYDuJWbtWeDE3A7Hxhikd3QmsGmOVFUmOYQ7GKWBViyVfI8PENioGekzOJsAq2Ul0YU8FrnKQE1iVZmc0RK3KVlyI6UiMjg+CT2Q8sK2aAKkYq2ylL5LhN1IbvxzZ2RhPMxxqZTYJXJIlmCIulO1zMqYy2QOaLlXLJVRKDlh1WpkEV7kh22Zt5lBs36bJTjlIsEBgVaZM1HtMxDz1wCrfw1+vV1IBq2wh6CaRAgxW7qVbm/LfKVrVEBW6J0cR+mr/KBpj1W20PkQju1FaqFsAq2yO5QJH4KRLFiedMCnPUKLjfJFIRAasLrRCaaKyFYjXSK3wYncaD0KMVWlIJtg+18a4t4bzLprBPS4OcfzYEnbuuBs+/rHvoXO0q4WHixYB7zywSsYrQa4dDljtDscytKKsA4FVAvRkCjMY5v3gteH3rPQH4rVVCazWqmKsrkeO7ToGFls1mZwRGuJ2f4LnigC75siq7GO1P5axVbVIoMRVqTkeXaWdrFfplglYJZvSABJVqNOSzMgY5LTDokzKiLasyRWR7F6vI2PVQTpwszWKYDbZxtR6JdNRkJJYFTZuuXAzCeeNpxyD1RE4FwqolVMxVsmY7snYypiKGsv/CWA1fScrbC6MEHBG1haB+1gAEwW6o3SIXmGI41EPS4M+bl1bw/eXTgj3OtLp45obj2MUFLE0LGBtpY9SJUC9XkW/R3YtgdVUYEZjtolChdcVYsXVq1UMOz101juqAnp2HJPDTm+oQoOATgYpjuHO9kaHraJSDtEge73bMdYhuBYYUE/ZCl5fst7SoCzXabGRxTK1YIOMOwaLBHC4uXLOq/VMLfTWamVAYYJqEWjWqCEYoEPWsXSRSOaVmx+GHBvOQErVS64ZaYwds03sm+1he3kRt6+10KyN8cRLy/jCt4/i09/qiN3DWD8sRHjkPRfxhHufg/lWE61mDY1mEyMO8l4BK2sDULPg6PERji6dwEitdyWERIPUika2pLVqG2bp9ES9huoEDZwwOGPOJTIyx0jI4A9rKIYNxKWaQEG2m9l3On1VVW+pBNFHQmB11JM2lCVxZQPGM91UJsP8Y4xQP75nu2ZZpeTAaUhzlHMd0i+xkaEwEvPBpABMt1phkoBWK5Ww2OZZowSDOOM8kGSSAXasHtCcbiviBeL4YDbBuei+3++BTnDUEgxigh5YtZYhgagqLrEIQgoCQXkaEvjWICdFQKCYjFkZozgeidYXMmk5xsaIOd7qLZTmtqHQWETA1k4X9OlzYsaQMRPjV/7x6tMOxM7es8P0o3NJL/9tgCa7IUw3j8Oj1+tjOKAhlGnmcZ7wb76Xa2Y0jtGs19BqNmSS0iHz2xkRqWvDGSNy/aO2OZ29Dfg20w0WNrjGqYvEJWkerPS6r/44aRJAAJEaXGzX5DFXqOHJTolc26VBJwaoG7Dn2/eLqAjgLaDTW8eFF16Mp/zUz+HAgQsQhk184ov/gA++76+wevwoCknJYhQ5nTtmXM6dNgNwXXLCc/AJvf89ngfPgcCpT8QFJiNAo0Gd9REGw54Aa64pfYLljEtozBIYqH355ZfjaT//Qq2FfPBc+d+UNvn2df+K/qCja8DvqIY1LC5uw/adu1Es104aF75ot9mA0Rj2RYYcU86zPCagioFS/hw5cmuNOlbWlvGmP34Dvv6VL6ljgHGPf3iWmI5fTBcWhg1A98k9XzMpFdv4eM2YYN37/vfDc5//PMzPzztGNXX2KdRkpql+Dcn/Vv5c8ud0KmDVijgnP/LHPv2qkwfJPXlHv2Utzye7vJ9qAp8psDrbPl8AKgFumas5p3QyyzkXKR/BcVOu1FBmQY7zuz6DIlnhxQrCUohbjyzjppsX8OlPvRJ3u6Ci1nMPrCohd3NjNByjXPYltCLWjo1w9fu/gg++972IxgPc92FPwROfcB/c+0G7UJw10yR/HTwhg0PqNS9+L+732Ifgxx+3H0cPR/jkJ2/Co3/8AmwnRuMkGRKyJBUXcT89GVgd9UZ425v/Gn/ytvcgEek8QhoNMBoPMExGCJxDuxXOJi3+jCWH0Qg//9zn4gk/9WTJa4njp4DMAbG2qdnoV8Bxcku/DUi7o67ONiG4+qR+CwrrZkBmnjG3EdgUO3Wz78oYuROQ9lQgqb8Om68LWwBV+u2Yzr2STFpbXsI73/xH+Pmn/iRmWm2te1zrptaVDWZV/veyNcCzI3PAqkaVns8Dq6Ypq8+5YozWErFWWYS3QnyererXGv6mdRFOAEHJCqjb0jIk7i3UiiZAwjzOACwjVXiQyHdH+L1qwsSbsP88cJUHsKYM0YAzZqy+7ndejlqtIsYqu0J0Xq7YsxWwqq5Fl1P4dS2/vuWfM2q6MVa90WMm2ZADVr1sAD/La1JpzuDhl1+J1tw2Z3ZH8Kk8oQpmoGq+gDBdTJiMw63G3ibvd1IZCvD+ix4i1ZzMB3UF/81/xFjk7vgyjRK13zqWI4kejIPIWF07BbBqnUy2kLjvO01gNX+Efkx4IJXsUY1LtwYyVvLFz4y9qmKo/Zlq73fM1Lx5VR5Y3fQzzNdcp6EvRNwhsOrNgV1niuIryVr44tzWhc38uWf7siNKbLpmuuvshyf7x4z4Z3I/Ap0zxqphTh5YXVhYELDK91Cmy86PuJf5+bz6tW/9LxqRPxhfcxewuuE+bgRWvaGEf5ttTpsAqzG1VguoFNmSTwaYvW8jsGp6abaJngSsltiOmUgKgDgTE4xeZOCqB1aZno+GA8faJHPPtU6zMsLuZQ+sjiMBNCUFkQH6oxH61MaQFhDb1phMpVholuVCT4mBJDCqN3VECaySqRGWCW4RWDWAUQ63semMqtKpNhgDVqmfwuPlOZD1KakC6mJGBqxSCoDO7j06SQYlB6yWpf/Wo1mQGKsEm1MMCLQWUrRrVQNWc4xVgr0bgVXTWLVEVqzUcYROnzqtxrojI9EcnZlwjgR5kLnJxIXfx/bb7jgVY3W2Xtb1ZXhMcFfpkwABAzsIbq+N6HRPYHUG8XAN933IAi68eBbfue5mnLXvHHz204dw8PoT0kXlb7KFtOkZq8MIa7S33wxYTamxSrAXGWNVhAXHWF0dDAWskrE6lwNWV/oxRuPUgNVqQRVD3mtKG/DvnbM19HsEVmMBt/WSaSZpg3GBMselB1bZvsuxVFbgbveZ43t9mANWOeDowBvZgmxtsAY+8/0sFNi1o0REJM1dsgF9QO7ZCB5YlRRAP8HIyTnwfpKxWqOxWxBIt5RsJkpukC1MgOeDhwzgOp0HpQDSd/5J1hlmgQI3GY7BRMZL0hwsJ+gEfRwerOHEYIDvHF/BbavHsGNhFl+74RAOHhsirQS48dgAo2GMYjlQ6/+wj6wNuT7TxOy2eSU8DApHgyFKQRmjXl/mCwyUJRqeAq12Gykq6Pe6GhvS9jS1TPtbIKtpKtIdm2YQo2Ffn+W1J8jIOcsxz5b/sN7AOnUq47GYpmSrEFGlvhzbW6n5S6Butd9DSs1UJXITUIHgIcdilVIMpbr0lzuDPmrFijTGutFIkhuci7zn3GjlapvEqBUSnLNAeYISjvcCzJSHeMGT9qNRnMVbPnENhnEDvdUlPOCsGh5+z53YMTuLbbUWdjabAl2O9bvoHulidXmAzjpZb/MYUBepRH3nMSpkN4o5YeZr0mLL/3EAjbWgT05LAceYoIXps8asHFRqQFhHWqrJVE/JklrgvWiptTEVRn1prKbUWJUnJmNGMlZtPbcDMdda6fw5Rigvz3yPSsnG3CxJc9TmiAGrglgFRinQkUCSMZcy462MsSqOpDODmoDIVot2DDyCz/lg2fV7ifQkRqpLPvQ8NfZcUKtEzcADM2k08LWc9l3wy2TNDCIIsNJwiACq2B0C5Zmf2/mQMUvAl0VDrl4TmQIrSFLqJSmHCJrzCJqLKFbqGrs+kRbbwLkN//JnP30601vv3bN93lXf3X4tPW4PJKcosWhVZMFurGIH9T+p58YHGasE8RhIsx2fBYC5+QW9/9ix4wJdG42G9i2LB+yPgs4RWZvU+7Okl4APgfrM7En32AJ+vk5wNw+0MYDld6+srGB1ddXp8dncHTpNPI0Jp3mn3cW5OfO/1SIa0DGabNRIWqZ3P/9eeNovPAcXXHAv/M3H3o2rPvoBDNbWkFIfmEY7vpjkQAyfsPv5pN9yOqKeHcXjl27amICTMTf5HjF8aBI5ilRk0r4xIuOULELqqUcYDkcmuVCuCLjevXsPXvqS/y4nb81PE5RFvz/Af3znq1jvrAggI5ARVqqYn1/Art17NWbyoEY2/nOjZXMgZwIW6RxdMuI/bx+fJHwENhqtBj519cfxrre9BcVkJOayZ8P739AM5DhjfOQkHqiLq2vi7nXWhuiK7XxfuVrBs577bDzqiivR7fWU7xMs1CNXfNxqEpwaTM1/asLmyoOfW3/eCjz+9a0B2PxvTDP17szEfeRlD70zbzvpPWHz3KyP1TOaNB8yNyRCIjShY1xiHT8qCgUFVAIWckoYpgHasw/D5/7pNThwLjsu/ErqAU3uAUXEkelblypc22x9ZkfSZ9/9MRy+/mbc3rg3Lrn3ubj3febQvmCbAZp2UG7tNBmWVz3/r3H5zzwYj75iPyNQfPf6Y+iOirjPRfPuOnO/5/rB37e1wY3QjLHa7/Txx3/453jXX7wfCTfoNH1mJtMAACAASURBVAJi6mEOEbHzxoECtk44wJQFJnokREM8+elPw1Oe9jR1gHG99ol2HpjwFzuP4eTnUsaBc8wqv4VsmdCraDYNFk3euzVrbytg9eTfse+2+bw12Do9x92tIXi6yUPXhfEgW+hRRndtFW//09fjZ5/yE5idndV6xIK1kQTc/ptpqk7Pg2zuOGB1I+jn/+0BWANUrd1fxlI5cFXr8waZAPvcpIijNcetRyb9Y8djRbgUS0snJM8iEo32WjPjNWDV9ieSWfz18ntWnt22Gaiq++LyQvv5AGdqXvUH/+MVDlg1xqqOX/PCg02Oyep1bR0Jxt/KPFt14xq21fW3zh2TdUioxSwd38m9JLBarNVx+SN+FO2FHU4D33wHptn9kzj61IvbaQCr7osE9m82XvMViju7om7xGYvXNnswf7DYNb9v6N/OvIodtSSXDXtdB6za8Qq8KxQws7AD1das1uMsxnZzd0L0zel8us6tqYKdOrxOPr5sDfNjmvG/Y5Xn2aoZsOpizClQlSCrM6ny8gD+da6tm0kEnIqxStzBM1Z5Dp6xOhQpxOfXFjsZY9VicP/IX+et92q7X5vHMpPrlCdaKHfKciY7Ll0Xb5hLEpM6rApYWFhUTMz3szNC5+vAVd7XF7/am0Hf2YH3g/2+u4DVDff3VMCqOvuceHbWoqKkw3QkB7HTSFVbOjEQC9M4gD2bzwOrCrhkFMSNzKQACESVEDspANP9mmKs1kMZNgz6PVQJ/FFLcUSg05I6tgJb+3YJY4opC1gti6FIYHUQpVrYmBSzysBpON8oqe2cOqgEOwnCyMXdA6tMMsslVMs8PpqBEMhl1cL0Oe13yXajDlUZPf4mYgGrXDmNsRqjUSoKWCUY2RtFDlgFas5Yg27FstIRYzLAgFX7IMYM27sKNL0aGWM1oJnWJsAqkxHnbMnv6TIpHpChFKDOdmuQJTNhrApYJVIcpMZOTYroxgRWe2hS37RaMcMuMZAJIpgFDBcWkwJgAm0aq4jX8bArt+H8C+bwrW/ehL37duPrX13Htf9yRPeWgUBYJrBKY6IUK30HrCbTjFVqrFIKgL+blwIwJp61mqzRYIXAKun5bBstEryOsDIk8zDFtlYNbQKrCuwDHF0fKLHY3q5h0OtJi5VGUDUyVkXI823FlkB5YJUBpbR+HbDK+0xglRqrXGhbZKxKfzXA+thaCDYCqzK/8oxVD6yqDdlmz9bAqr1CYDUksFq2e9ChIZR4hk6DslDC392WE+C/k2u1Aat/6jZ2noGJChOISOORGNTUAkxKCZbHa7h9uIbl0RDfuPUIjg9WsTg3g69edxDDUUHj4PojHVWsiyWg3gglBWDi+mx5rmDvOWehM+qptZnarWkUyRCj3+upmMAH5129VkezvYju2pq0JcmgNcaqohLb1JwBAyUEeAJGKLa5oytKNhiZVKzEFsg5tzZ9BosjboiUaGCQTqZZAWg361o/jnd6ej/XIVuXIq0lLDpIjJ5gX4mFF7p42ljp8/i8yRNF64UyEVhN1Oa/jQz4eIi4GOAB587iFU9/CG65YQV/+el/xw3DAoYnjuORF7TwgAPbsaO6iPbsDPY2qwrMbzx8OypDYOn4AIMhAeudcornaXJjT9lu5EKJLI2SWLyFF6rCCow2oFKBn4vEYumCmnlVQmC70pAcQFKuCOjk+OS6oRnvWJdicRNY9Rqr1JVlQE9tSqevlekiyRzFQEvT5wIWulyLTGqhpAM2Iy2vtcrVvhzQ1MbWP98CSp1t7h8isTrQ0uuiEVLm/uFs17LRz7Z8teS7RDYfTDFg9qxJr1Nt7FqaFbo2ZGcKQvC4wO6LoKe5Ssaq138yUJjmX6Z7rVVfVW9LbAcitLJAl2ovsbWGfQomlhexEFcKJQOA2izSYjjFm1DypPuZ4qX/97N3cmZP3rZrcTYDAwX8uuRXEC/XpRI7TRL0BkMV/riHVYmayOjKWtvZjs9W9rlGDY2ZGSyvrqs1f25u3uYjtVPLRZTJ3KfSbETQkIE3pVRKYl0ShJURyGBgrFWa7lm1LdPbVBGKhbdmE2Ss8n38bYJuHtBkksviIh/+8+Z2bgG4B2qNkWtmiwW6mrMLYKWDBz3wMrz4RS/DRz71IXzi4x/BqNsVSE5t34ADUmC5JTOeBeXHj09C8oCrB1SzbhzHUvSyBQRWvaYo1xLOJ1MOpUwKZUW4Jwfo9QfYu2cPnvP8V+Occ86xfUFAAOWVxrj2+q9hafmYpAA8sMrrv3vvPpQqjU3HxUYpAP+mzUBWy2umzR4yprhkQ1IUWICKx3jXW9+Cf/r4x7BtfnaKjegTPn2PJpcxce0+TZho/C0vAeCTM42zfg8Pe/glePGLX4xKpSbweWMLq1aMO0ic7+h1sRPz+oKbyAJMX1CnG51jgN3xRJwGYvPXfqvjO1NgtdrYn3VXKBl1OpfWWqkZ5go6xvi3zo2KujQKaQ2VoIphmqIx80B85Z/fgP0HfFHMfdbFfOL3x9QMHMoJPklKOHa0i907Q6xe8y28+VXvwLcqF+NVL30aGsvX4bzH3QfFWmjlL9dZxf0gGcZ45Qvfhyc+61Jc8uD9SJIi1le6uPofj+Mnf2IfanUrVrE7yT8cXKfvEluPHgFrHbzud9+O//W3V2GsOR7JbFP7RCGRhFUGBKhg7HRWEav99AlP+Sk87TnPMVkxXqqMJXYyO3QzwFTzKKe/a/PKAzGTDr+NY4W7xFZzcNM56lt0NnyRX6c2G4sZCO1ePBXQuxmQPDXPFHONjdWIEgadLt7yxtfhp5/0eCwuLm7JWM3uXW6+5oFV/xv5QkV+vmfgqi/KSGTUxrdfg1mQ38hWFZg6xYSdFBX93PMKI8vLBFatq8oDqRPw1J6j7qStadPa9aaMNAG+8vfDA6v5e3OmwOrrf/dXJVklczp2VjDeVVF4Ett4KQA7vxwpwIGtBpLmTK02mIvlr5nui2JbYxCzE0evb5ACSEolXPHIx2Fu207HWPXAqnaTDcPyzNilVoSYfNbmoX33SSoDd7Qo5ws8m713k31l41lMfSwnDZQHOwPJAIxNGonseAGrq4rFPd+Yhq8zC9tRbTpg1Wus/pcDq9adJ1m0OwGsbsVY9fu4X08TB7hulALIQNuxAyczGQJ2DZtWv4/R+Fl2JDGX0l3V/HJFac5xZ8SW36s3W1Omb+UEWJ2WNdqwo+eMsdS1l2m8WmHcgFXnH0SGr8whi9KCVxekAPWcka2TFnvGS377jkbhD9XrdwGrG253HljVoPfBsnufLcSWINiiYm7x1I8cjI01SgMraTi5Nk8OYIJO9l2uPVQ7nDFHvRQA2x3I9vQaqwThemMDJ1lJpFlQMQzR73UE1BFYpaYpW+05IQjmUme0TL2zDFitCEjrEVilLqWOyZzqeTyzzZJAEIKfaWAJhE+GmVQQfCSwWquw5SqQI/GAwCrlGhV4OLCZi1ihrOMhsLrggFXKGNDNvEowrsrkOwXb3skMY5t3nYyemBqr1pZEKQAGwUOCRcE4A1YlBUCwiZ9zGqueIaIwmO2brtpDILETkbFqCV2jIkssAasMkTIpgBI36FggNYHVXgIcWe+hUS6iEZKST/afSSL4bU7AqmesRgm2zbXQqIzw6Cftx7adRXznmkNoz9dwy01FfPHqm1zQYsBqu15RwrjUGwjglMZqzryKUgDUMeUYIou4WbXjNo1Vjp8A66MoY6zOE1gtxDKvImOVgO9GYPXIOhN6AqtVtbyuDwiYBqipfdcAh2nzKmoExjKc4TiUfAJB85gawtRYjRywWkBdeIJp0/IzHONiabsF25tXkRVBKQAmyrw3yvpVWJhoUMpYLI6x2qMJmgHg/Gm2otfKbO0LZCJDppuAHLXAlvC+W84UWH2TA1YdwEsgMuG3MyiglmgZw2SAo8MTuLVzAjcvLeG6Y8uozjRxZGUJtx1ZQ73WxHduXcXRzgjFoAJKdFLfrd8l/GlmJWy923vBAWkuMpCtlUL01+gub4YoBvy5+VsqozEzB2okcgNnkBLHPD951ApkYoBNlimrh7zWBDCK0sskKGcGA7pnbKWmVmxKtq8xFeQ+zkII2/VrFTESq0mCXXOLWBsOcMuJJRlEkS3Gn+LYoIwIJR3GwwGqZKrWGuiPaZY2cICeoF0x1skESqkXJtA2QKWQoFoo4aFn78VDzm2j1Oziw//vIK6/vYe1cYTZagn33tHEo+9xABfu3ol6q4JSPMTx24+iP+xjd3seh491MeoXESQNmfY5GEkJj8BT5xnhA07lYr6FnkmRmJ4EnA3K5/8iaqjKvIpt7CWg0gLCJsYVCoaYLAbnqdgyxLXdPDEpgFWkw57Olyt4SQUPRa6uE8EkFKyV3lj+XD0Wepwf/HcgNrkCeM5q6R7x/bzWTGic5IgkW/jvifyF7ol0kQ0c5Z8hr7s7X807X+gmQGsb2DRgqZMigGoGgFw3CawWCgm92rSncNXhcbOdiysmzQjNjIvH72QXCKQXpNKEOOH15LuL2hPUaZFwrWeBjvPK7xU8IrbfU6ebwGoFQWMeaXUWiRjTvo3YKISemfKiz3/qtIOyHfMztic6kw8Gs7ZPmFEkb4a6OAaRrmO5WJFGOffsai3MwFAFle0GIpr0rXZQCquoVUJEoyGqZRoqsdXYNMDJvqSpgfYxx7DkPZRuF4siND0YEgCZrHsWqNK8ryymKmUAlAw4gNMH8EMCda5tzSeyTjHLgnPXwu9BZMYZBIg5xsYjBswB7ne/B6JfiHDN1/8F48HAFesofcGFwy6x/12foPPfno3hZQC0B0YETo1Rx+c9cC291XJZjA9OIHuNxdpY44vdLyoypwUVlvj+Bz3oQXjkE35BwbtPHwkcjJNUwOrRY4ck0+ClAGZm2th71n5Uqq2pceGv5UQaYyuG3ORc/e9taV41jhHONHD7wYN46x++Ad+/9hrMzTfVAaD12AHk/NuSKy4YFuvxGhlz1QxR/D2SNmOaig3NZGUUDWWE8yuveDnud7/7a5+cACET5tAdA6d3BL5O2mS3mlD+Nwx0MimAzX6X8cFmIJnpRZ7eMZ8psBo2zsqYeFnbsyRsvCOLxRk6fhWxFAUCRe6BVRTimvbImbmH4Cufex327TdWpz1yhSklkglGA1sfb7puGR/70Fcxu2sB59ZTfP5LX0OyeHdcfu/9qNzyZez80fvjnHuch7RInUaLc7jWDta7eOWL3odnvOwpuO9FbZljBqMCPvDR7+PBD5jHvrPrOtZoxDg7RbU+MdqRiZmKUgHWltbwmt96I97/kX9koIh4PEA6HkhiJaB5ropb3ojIijMGeDF2j3Dlj/0YnvmC5ysGt70xD+BMz5mNHXvZPVcx0T8sD/KPrcBMyRW5NSY//rYEPzcBVk8LmN3wW0aNOPmx8Tuz8S7wkPJQ3K+LGPX7eNMbXouf+snHSeeZ65H5aBizUWvvJgzzqWKGc6rnUfjPbPa3Z6x64E9FA0qXeWmRPMjqnttYjFHhd+qPFc242C8tLWE08sAq9wcHprj1XmuZ72jLAau6eq5Qne1DuU4heYhvGAtnqrEqYJVSAAV2R9h4MybfVsAqr6mtSxsB07wB1cbrnV237BeccSC3Ke7DynHt2nNNj4IAj3zU4zG/ncCqjRFjrPrdJJsJmwCtW62808+LyenWopPmR64Qkv/UqfaHzdidfgxO/XK+tX+LQ91yfjszJ5IepoBV16VrESXQmt+OWmvWDHvZReevnMgPds21bDpQX/PLzZfJ+mOM1fyx5EFe6WM75jXjUQ3bnHHVZv99KikAD7xuBqz6+EjA5B0AqzxGz1jN53/KoZSnedLYZBLl76uXizn51pwaWPXXSddxwkTJgFWPBeSBVV1D5vXFoiskkbE6MUbUPNLAKuJnX/ibd25g/5C86y5gdcONngCrC1b/kmmHS4SkyWLtnEpIXXumNFbjBP2ICRrbuA0I8m6DxlK1LcGSYN8iZCZSbH3n+2VgJaYgW7CtoWkwhtr9aRpVD5lckEnTR4Xt+cWCjDXY4k/GLPEUgiBkmvnqA5kzZJuSJToYkrFqwKoPttqNkkAQ6bfRzVQaGtYezgA1D6zS0Clia388ngCrOhUyVsm9KuizPPK5ZlWMsu4wFhDL5Lylaj+NPQhgFSUv0OD/8TklvmxhN8BvJNHBBDNVShkUlWzwc7zqNUkB5MjyDsSolAws4Hv4fes9Jnc0gWIbounYis1KADNJxMbju0MyjtICiHUeX+sLEGtVy5ICkCmWZAC8EzcEYK6PUgHG2+Yq2Lu3hCsevw+NRoqDtywJaO935/CJD/wHhgMLWgjeGrAaYLk3wrKAVTJW6wgLiQyITnTHAn3ofWCMVbamkUnJcWNgYpdjQcZCAeYbdZQLMdZzwCrNq2arRR07saTD60PpE+2YaWK915MRGu936MxtjHzgArACGaums8TxSCMIAmsMxDheyFjl7/P7mmWgLoZwQd9JZp21iboW5jgW0M1rzvtJ86oBqZFMMKfCDTNcKpdpYhZhuUcA146HjNdqya4FD4PzQG1LNHBI2LJ75sAq3vGWSYudLrBprIqtyOp4PMZa2sN3u0fwrYM3Y6Xbx4mYEyzE9d+/WUHBOCjjupv76EfGECxVCjKm6veHLokuSL908aw9KJQLWFtbR7PewKjTx6A7NMajpD1GxtAtlVGsGGOTx0OwhtfElh0PrNJ8LpJJWr1ex5hg6XiIApk4sZlVce0QLBeUTf+Ukh48rgFlAyxhLnCtKQE1zg/q+RWA1SHNu6z9ncUZ3s/hgGsNW4vZA0nQDGK9DF2iJ4xIxG8XzDo5Ac593ju2sT10/xwuO+9cfPH6m/Dp796mZLZZAnY1mnjgvgU8/O67sXOmjh1zM8BwgMO3346lzjJmGzMIw1ksnRhgvGKDJjOIci2bAfnLAv7csmrIqhthdnD2FNdxO/dI7DwWkBJExRLisCVwNSlztgViGcnESoEeP+NAlFEPKaUAhn0UKK9A2QXXFmpBhgF3vPZci82MiZ8GtvWZXBvQWlGiZhwf7iNiRGgdtfVNc12azq69nMcp1pQp6sZpwbXdAwOnucr5YMUfYwzZfRYdydlj2TzUtXItdTwuYoz8QzZtpRDJKLBC/WkWNhwQWXJGXMYK88mLk0lgtwbbYpMCePSU6mCC303rWSDL57jeEoTVefAexEBUCJHWZ5HW2kipmSvcwAqOLAj4a/Ssf/7kaYdjC+2GxoQ0UwkuOhF+AsNcv8i0lu64a9vneFczHxOoUkHFDd77FsHOagnrnZ6OuVAiaGimiHPtFuo1mlKNpbvKFne7xgWUwormkJyVxZowfTa2VpkOrt10FkKZNBKMJFDp2+oJLKp9LEkRjUbZ92hfdyZtAm3cQ63DLl7h91MWhGOSeqtiP9P5mxIiMzNYX1vCsN+XyZZGq1pdXWDu5rFv+Vfh2GmQ+XZ2Bt8GrNoxejCXh8LrzbWJnS0EU/m6me5FqBUDLNSraDWovz5CtzvAeRf9CC571I9jcc/Z+iyvP9d4fo5/X3fDN3H7oVvNlKgSolatozUzg737zka1MWOprEsUNOY3MbOy1cBVIjaMpAwcUExmibESOUo7cO0cB6jNtfCNb34V7/ijP0TSWUGzVUe5Qscvx+yiW7YrkPE5k9Yh4BWbrq6ALs6zMriFVOtV68BYWxdAyzlKo7KnsUX7qU9VTGgGclaI8Y//KmD15ITaZ1oTtqkls7a/5383S9DkmJ27+FlsbHJA/p7Y4Rtrf9IqmwfvApwpsFpu7puWAmDM7ZZ+JeiOLSpw1RtxaY3h+lxDISWoXcL27Q/Bl770J9i9w/ccuJVU32VggBzVo4KMo3q9Er7xb7fguzcfRLVDYsQqvvG1azFcX8XuWgePfNIj8OAnPAJo12w9EwKQoLsywMte+G68/Ld/Aeef33IgUBHXXLOE2w73ccVlO0Ri+LevL6OXBviRi2dRC3kQJgfEpJr77eqxVfzaK/8AH/3EP6MUkgk1QEIZgDG10ieFPTk3+44Hrr/jEdJiAZdccQWe80svRsqiIvcbx0DMTw27Q16v280f26VMeiil/Jd9YrooYfG3y45EHjDfLa4vHkRxe7SkafxYmAZ0tfe6Y7BhNh01+o/54/THbm+bfFceeNFv5V/Lf8kmbcVepIfrO/fxaBDhTW/4PfzEEx+FXbt2az0Ss9GtmRzjnps3AVOnFxxrybcf83NCbe5unk9JAUjCwrX3874SWBWbMmfM5uTPDIi1nCj7OwNxmY9yHnNdM1O2leUldQGmIhQQhDe2vQezTHvVa6m6q7zhuvq1UwCMM3r2C7LWAH3fmWusvv53X+kYqya145T/XaBnsZVxNCbrlplk2ugzBrtd7ZNAZvea9PFzUgIuErOCjbw11BeS/YbyoAS4/IpHY8fufQ7cc0WPjDWbjcbczd98nJ/McLV5p1jXz8GpqsX0+M6PLn9vJ2u0F+h288evwb7w5OJhX3k/mbg62Rfya/fWwCrZqmMRIBhTjgY9dNZWlVfZfChinAZozS+g3p63mCTHfp2AphN9ahF/cu+ZmudbwNb6Hu3HzmTNSXrZOJ/8UVzmiqECTnXs1lHE+CkPtPoCd+y6iOzfriVe/80cmZ+fdAgY05vmnmSam3mVDKKdeRX/VpHdSVSpq8eRw7J8ZooWwbPPFy3ze2o2Wk7iTOeWUbt8bjyRiJHlRpnOspNOcGuBYt1SSUVvFn/tFyfFC43ToICnPv+3phe6H/J/3QWsbhgAHlh93kXzk0TFbRqmpWeFFtOgc07NKcG21AGrBIQsQCPbUS240VhgnfFcbdKbxqoLzCl9KHDJgFWxxAiOEmCkxEA0Vps3jahm6gQGR2r3p/ZhNBqgPyagaYEI29oFZgkEsdbTaoWM1TEGo3SiD0UWZJqiWacUQFHJIkEvtpbSGMgHPARvCUDSmZ1Mn3hE4JXu7EzwjT3oYB9tzEww+JiphwII2Y4/ILsQiZ7jy0xoeW5MzFrsR06MdZsqrbfEMaJLMb+nZuc5HIwF6jHhoHwAZROsOmk3kPukgFVn5sLj6/SHYnjVwnKme0vdIrIuySzi87wLFScRQNxveb2PqFAwbVcaXjm9XGFdApsLAtEJrNKZfmE+xgMePI/7P3S7QOGl40tYOjZGvbEH//Deb2N9nULPvAdFtGvkvgZYGUQ40Td9yF2zNYQFsnhHON6JEUn/iyzbQgasSlyeV4ag1tDARW5U8826TKjWh0Ms97kxAAuNEPP1kqQACJIeXhuBXibbm02sdProxtS/pNyAN9+xhVGBUEDszIJp6XSWC6afKfOqGIMI6EYxKIRPYKxesrYFspIJnFBbL0vC1JIeCGDiPRsSkCc7m1eAlV9n4sFxxrEeVioK/FeosepAIhYJ6uUAocwDgCFNslziSpBDwOqtZ8ZYxdvfam08TIOdPhCDTGp4FiWtMcIt4yP4wuGbcfDYMhabTRyKYnz/0DKOLi2j1mzi+PoYty1FGA2de2ghQLVK50TqyRpzjRtwtd3EwvbtOHHiuHQFCTh317qmo5aYHh/HscwQKBUggyayAGPJB/jNy0TYXVtfALUOc9x3ux1Iy4/ts4OhWNqcWySIWEc121HKYswaoMOg14ods826Wra5yfM7hvFIjEvOpVa9qc/wS2gU0+33sE5dLhfQCqiU2ZWxO8UScBqSZPZU2UqFAs7dWcOBdg3XH1zFUX5fuY7hoIvzt9Xw6HvuxYV72tg7vx3bZmaB4RBLyydw7c03olVpYGd7Fw4dPoZojXO8jBIZUUqeyGJgKz75zZZ0mS9DLnnKZBRM8kIsHrWm27Xl+hgVy4gqDSRhE0kxROoCbnljClzgvXVmTVEPSW8NGPbUbinCNpmr1NPkHx2DAaiSEWEDoQNTd/bJ5J8Aq3yv2J8q0pkLKFm0xsaQOIVpUqUAxT8ogsHiWZQQyAQisWhTDEGXThY2DEI1Rqu5WYtJwePTfmX60sai5bFwryHISwkAA4TDwkhsVcqMkGnM/+ZYKqPvmK3uXluJECnX6CTQnsK1aUjAjS2paYIOagKmOK7stbFYqvQhHqfcrwoYFapIam2gNoOkVLZbJ9ZoybSCUyvS/cJn/+m0w7S5Vl37NOeUAmi5tXM9M1kM7g8DrqWxtRmquMNEthhIw5dAYD0MMddqoxcN1ZpP1iGvOUHDmXYb2xZmdP/X17vokQEqPUfT3OP+xECaBSfBNA4k9yAlT0jsZXaYVKyIwYdMs8iG5NhxoGU6NodmriU+MVAC7MAAY9MUtTZ6Zq7/2zN2jakEuafzGKi97NvcrMtgkszo2FQkMxDF2kU5jizJ54P/5v7rj9H+bcxbA/Rd6zXHVjJGtRBgtlbErtkmFtstYNSRJvslT3g6DtznRzEadbJj4BUTsBrHuOGmb+P7t9yEMDRN1iqB1VYbe/adhVqzbYF+zhBxs4Hir5WKJDn8Jp8gaidwurcZA5x3YVxCqVHCpz51FT7wF3+G7fUQzToLjpS2TDAcJRgWSuhTMoCrBSWCNOfsnrDDh+xdMpwRlzEupQhCdhJQ9l3QqapFBFYvefilePFLXoJarS4Ne4EhYoicjPpsDnZugg5NXZDNGau8j/aYgD7+306pccv558eN3YdpGYCNbKIpRpEDy/jcox5+yWnPb82V5t7sc1uBztnzXq7FozEpTXHY8RFi2+y9cfWX3oYDC0x+x+ilTISJi1YUR3E0x9S+T2h0N0AQsvgSIIgCxEPG4D18/cvfxqtf8UYcO3oYj73ndvzSS56Dsx//IJRaLfTjANUAWD7Ux8tf/m783h/9HHbsmUWRutQB0Fkd428/uoaHXRpi/64a3vxnB7Hr7Cp+5jFtdS1ZHwW3Ws7xMVaOrOGlL/0dXP3ZL6HEGI1F8jSyQqxrK/Vt0Vov1N3BOKOPmfk5XHTf++J5v/QSFXENHJse1SO9IQAAIABJREFUN3ouK1RSU9aAs2KBIK4r3CG04ILxhSv02P21eIqdIDzuAgtaEh6vIUh77n45jUYPgspE0R5bgTaTQuGp32cdGg5kyIxhbGxmQKD/LRc3ZLI5GwyxePwys0zJOk+QDFP86Rteh8c/7lLs2bPPNFb997puB38tN47HyRybZpVr/+f6mwMI/Twy9rfFyyz2++cFsDriTsZgVQxva+EE1LU13eKyiR4pT391ecVprBr4Y92HLp+VRAS7TYxUJNZyboywRLrxXvmCvfpv2PFmKLPWwF993vPOaH7/wWt/zSTvONcUW7n1xV0zk121tUvnydKDWyuza6XPTPRAs04MbyKm4vdk3cqvY5PrOF1w6kcpLrnscuw9m9I1EwmMCfg4RQvMxrz9xx1LA2TAqJU9N+0MyLOCdZxOK9w6KTJ43xXqqefuJnQG0roiif5yyISPlx1SMblpvvvJ8I+MHLbhrgaSAbA/zPejQR+dtTXluQZSM+4uoDk3j8b8gtrM2SwzAfqmiys8L8aQXvpos0E0/YkJy9Wzd3yhgH+bk72TVNtgNJVv7efvsUjlWao+ZlP85aScCLx6IFUmq+4488CtdSaRuMV4iqQ1G4fsfqJpZRYL8nlSzWRMZ3Hg1vtZLse+E7Nq4x48VWhywKoVVSaAs/9aX0BnTEdgVfJzDr9iPOzJecQKnv2KP7wTR/PD85a7gNUN99oDq8+5cDarLPpggm81jVWn2eK8o5VAxUAvMtYoQQ1qjnpgla7CBAGMVeI2AtderhbrsbXqEsRkC3ipyO9hSmmAKQEl6sCR1UJgtcd27AL1DwsYR0P0maTSZ4STmCwStaeYeYhYKiHZOfYd1kxLPQ3TD2zV+T2lDFhlcka9VX+cBMcIrNb4vZzzZMUl1HV1WhzajC1J5MJF0JGTr92oClilkzuTDi607Uaoqy2tzCTVRG1WLHnwwKrc7FN+/wZgdRg7puvmwCoXfJ67v8JMnLuDkaquHljl3sKklSxaAquSAMiAVYLYgYDVUQDM1muokHkmer6BGMaGMb2ttYiGYBG2b4vxmMefi7PuFgJxhM7qOg4f7GL7jrvjqvd9C4cPMZg0YHWGrf1BgOX+CCf6BlZOAavdGGMaeBFYLU8Yq7xWMs4iy2oQCfzmOFxo1gU6dkYjUJ+VnfbzjRALG4HVcoptzZZYlz0Cq2KDTnSTMu01tpnngFUC6RyH1tofiz1NEJXjf4bAb8U0F/nciHS6vDA/W9JZgXOePhzDxoS2hNvryzCpJGuLgCTZlytD07DlewishgRwHbDal9mCsQJYyPhPAavvfKsDVV0VnyzqaIRxcYxyoY4T3dtx7egGfOvQCYSYQWsmxLUnjuO6Gw9hGIcY0ZSpS0B7JE1Vzl+NQQXbBWuzcm1VxWoZ23btEpjBimerXsegP0QxICN0KGCVYyQMqwKAeG3CWk3BdK/TkblVUUCrv2cWn9VqVVRrdfS6Pd0fGvJwk+eGSDaFTLGyeMrAEW2gbmXjGlWrllENKxhyXI3HaNcbAoN6dODSg+tJWcfCAhHZ6lxCGADIEd0Fz/kAR5quhSJaNNAqBmjVyEAbohVU0W4u4tqjaxglEe5/txCXnb0NZ881ceE5BxAmNYz7XayureP7tx9BJS2hNA6wtLKOmVLTWtiZ9Jo0shkEUpuIoIZnKrgDcRZKE/amSxL4MsM+8uuZOERBBVHYQhK2MC6VBRLympFl6Rkcsirk9B/3kfRWkQw6ardk0YEAINd1HlNZ/8213uRDWHTgL1ESYfcgBS2zCKZSTdRIsV7X1FhNPuYVCOxMt5jaRelI94RMbgGSCf/wGA10FaAmSRqeG1nnKUbWU2XJba6FjmAqgVOCq6xpcb8p8zik2zySnnU1KKEcFMwMkAC5dg2VlSYBuitgeYk+/S4LAQnXdoITlKMxJjuPVUAmdZp5/RN2YgQYFkLE1TZQbSMWY5Vt6cYgIU+MwGoJCZ786dPXWJ1t1gSsMigU6EeWv9rQreA4IiimhcaKmmQQkjHOfW84Gmh8z7aaaFRDHKWzrQqXJoVDDePFhUXpKff6Haysr2tsMqkhC1QBNcGIzPHWWkR9kM95pkJqkeYkdow+wfZAMPdRgosCRh1rNA+sCkDJDEnMKZrjwDs58/gVl3gdLze4CKzyN/qDgaQLqHfq38v358FTD5oRfPagowdWrZUumjKu4rUUQ9VdU2mXx5EKlPOtOhZmalhsVjHXaiLqr6HaXsADrvxZzJ/zEAwoseHlD1Q0seP/3k3X4sabv4tqtYJqJVT7baPRwp69Z6PRnsslIKaDrodnZGyI7aaTismKJfBACay19fq2fZ1HtSz2yp+/48245gufwQU7Z7B/xxz2LDQFIFx742Ec7AzR5zpZDiWxoNbDoIhqGJr5HyWH4ghHj69q/Pd07bgWUBbDpEfWVtfx4Ic+CL/0kpei1Z5VVwANyILEQNr8I590bQQrT/VaXmN1+tJ4aQorkvuHMZ1PToZOBfT61/LXeuPx2y2asOAe/YjLzijj2hpY9ezGDUCyNkNb0yhdovOLa5ht3h1ved9r0EqWMRj1Ecxsx649ezDfbqBdB+YqLqbWfg4cPnQMC/OLqNfInLC50V0f4k1v+CDe+qZ3oz1ax+POOQfPfM0Lca8fv0ytGywurd7axctf/df43df/DPbsmxUQT2A1iWJ87POr+PY3juFnnnw3vPuvvoMrrtyNyx86q+JoyEqv9i9rEz1061E877m/gX/+yr+iIskqM0o0dir3LRZgLGYTmOi0xqNxDwfOPQ+79u/Hs17wAhUmuMd5Pe/snniGt5tLVj8NVOyNo7GMMSmbJZ6ewA8Wq1zCL4dpGtmK8q3ODhTKiJIiGkJR8ow7N+4yKZvNmaaTwWGF5Y2PKfBgi8JJfsxN/bfRae2wNoJe0ldlMc2A1TQK8Kev/3085kcfin379k+AVYHeHrz1bNRpsHorYNWvlRuBVQGA0sp2nY857VSBrOokm7SoT4oaHoCdXAh+F+MO/35jrC4jotyUA1SsXdqk0rwpsQdOsn3MdzVssa76jiAzXmPh1YpCZw6svgq1kCQanivHmAOJ8zqy/rxyOqg8vFMBqwKy3d5pXUV3DKz67+R5rfcjAav7D5zrWN8OSM0XKE4SQvXj9jSAVQfab9Qm1r7s49xc0c23xvN1AnnMBZgjCeMm8EejSXbw6AnuUY7OKzY5AxTrrNF88vtO9v0TYHYrsI7sU+5zLEpzvEXDAdZXVw1YVas718ECGrNzAlZZMGaxM38+GwsrGp9Ok36zTSKvp+73QisuWY6QB1a1zzt5AcVSyodszfQgqo+xBK7mitkT8yqvX+2AVV5XFk9zRe9pkNKA1VKxbPkEc+w4lTFpvshODISFVB8/bbUh0hzYj8X8ezbek81e2xgrmOGwMdXzBXv/XR5YZbHfA6scKr1OF7fccovOgQArR8Y7/vYzZ7SH/6B+6C5gdcOd9cDqs+9pBgV+E7YWE3ORNyMGR4l2Ts5MZmlexecFogpYtcoiJ5CAlxxj1bd+cJLRzZ2TisBqoRALjCCrje2K1PNkuz/1UblIthtFgWsM/uuVohirvTGrIMYtYLs+NyK/KTJooj4qwdJpYJUsnpOBVSbDBHOtmGzg2BSwmkAgGg2sxIZzgABbYtlGTPYUKzMEVpm490expArIRG3VzaCEWplbAatbMlbvAFj1jFU1otOJ2AGrZHnVZUTlgJhi0UDmHLCq1mk6NycFrKz3xbBtN2sIU7Iu7X6LdeSq9YSd10eUVxjhrP3Aj//kBWjOjqWdOBr0cdsta2i39+Mz//A93HwjjY08Y5XAaiEDVhkkEliljqgYq5QCgANWKwGaRBWTsRnUCJQviLEqYJWM1ZYxVk8JrK6PwK7FRTpNdwcCVul9XSlNBKizdr8csKrxWKbOKUEfMkWNsbo+HMs1u10roiUDJbbok+VMNrFNJgWFZGBqPFurGMeegFWLICdVyA3AKiUSaODD97BAIY3Vop0vz93YeP95YDV5+1sEbPm4IZWQP4GWIg6tr+LbnWuRNPqojUOUSjP41vFbcOPyKm47OMAgbmC525eR2NqAjCQDJPhdBASYENtGTbBZ3YSYXVzUtel3OloFkohM6YpkABjgMujgBsZkXW22bCWu0Air64BVa2sycNQKh2KtV+uIY2o/9RFWTc+QzuTlUijdTBY7eGy+IqtARIGki6tSFh4qYoCyTblG5mWlhH48Qn/I4yKTkG1oOdZHZgTkgnvngK4ARSx2Xo8iZoISwrKN43EwxI6wjkFaxpH1dczNbcfeeowH7i3jfuct4MCOfRh3YgQKzAq49dBRjDojlIYWQW5rzmDUHyKOqNVION/cSX3LPa+HtWz5ljEJRli6pGBq0k5Ijqs0VqmNTYOtcgtJtYURDcsohyHw1QdhNk8UrCZ9xL01pL11FYrsOKh17VvqCZYYE7hEDVPOMwKuQYp9w1gMUYLBoRKm1MafKD+GBQWFsiNgmJi9/S75IZQu4Z8Ag6SoAhD/8Di7DlhlFTwiAJca4EpWrmaKuhactRnZ8AJQWTBKxZSnDImBqwE5pgINq6ycOw1W7XdZg6NrDbBN0bFFDHBl0Kr2QR43YvTGESLOAYKqkllJMKCEDCq2p1GTvFBFXGsjDmeQBqEDVn3hMkY5HaOMBD/6qc+ddvzF/YfrFANVAZligJJZbGZfLEKNnM44i4J8jfrCMoxKxmjWa9JPJUiw3O9bAYHfwQ6IWhUzzRZG4yG6Q7bUW3FG116sejJ2CHQbSMeHT049+0Ja6JS0cSwFDyqqYMGCCKVBysZeFWLuvsOSBmM+2LsMzCRTSWzssQX5Yr9zvemb/If/DNkFBCd9guFNsnycoyTcsSYswDa5ojxjVWAKGU3jUQas+vMT07VIUD7AXC1EOyygVS5grhVq/6d+ObW7o1EX5ZkFXHjpk7BwzkMx3sBY9cyim265Htd/91q1hHpgtV5vYPfe/WjNLmZmLQYgOeatGy0+hvGDx5bNCaDnn+cc4/jlb/JeqjDkGMONxRDXfP3r+Jv/+S6s3/I93OfsbXjQhQewo0XGY4ivf+dW/MsNt2ElIYuR8kEmZaDiVrmMVq2MHbNNVIsJjq7EOLi2hltPrEhLWWUXSZgn6He7eOITfwzPeOYz2YphfkIs4ucYWflJkAc3/b3dLOGanjhbaax6YNWAx+yRMyjaOAHzbK7NJqdPziaAz+RdG8HXKy+/9LTnNz9Qae6e+tzmLJ+TwVW1VwcVXfs4CnFg74Px//7tz3DDjTcq9gvrDezfuxMHl3tAKcYFCy0x+7tJjJWVDm7/7iHMzS9i11mLqFTY1ZSgmIQ4cWgVv/4rr8enrvowrrz7hXjc4x+F+15xKb7w2a9ivGMX5uIy/uLqr+I9738F5lrGsBuzEJekOLGc4L0fPYpv37qAJO4iDXp47GN24BEXFzHbIGGAa4rJahy88Qh+8RdfiS9+/Zuo1tiSHykv8TIWUWSxjAGrrisHwGjUxf0f9CBUZ1p4+rOejfbCojoOfHt/Nh9yDfqKFcis5R5ahFj8d9+/H7MtAjReb3Oj5A7Py8YuwZaltT6u/e5tAmAzyngOIM2bxfl1SGM5azvNg1Fe23cLdvYpWOnuCk0XXjIGn4Fj08AO4weuKZRjoixIAX/y+t/Ho654IA4cODdbY11q6NirmwOrBiydPAeyOeuZgzlNVL8GWrw2Mabyz+efy+aUlwPwv+ViPYfDWgE6JbCz4gr6tjdF0rrk2k0RMUe80V7uJRk8YGvgq6Is/Yb/23GkxWwuqNhPOR0e65lqrJKxSlKMdXt6nU3H1s2uk5NS0sH4ln27zhNw1eLz/B5LgEsxne8Yyt2cPCi72dq62h3iYZdehrPPPV9dnqY3MM3qPdlh6jSBVbFI/UZmjMapubGRqino2djNmfSPztHutz89FgmseOiY0o58xXMgmUBeMMJcPcvXxw5+RlrXR35998clkFTyZfScILA6xPrqinIS+30zZ/WMVQ+sTj5/MmM9z1jduOfZfJ5+eCDVpBTsHnssRD1rOc34Owus5pmrPGaLsaaBVYGkXHMZKzn5gjxjlVJqXEMlBTCOxVj1YKxdSyPTUT7qVA8PrN6ZDXOzImf+c14KYDNg1ceM3qTUA6scN91OBwcPHsTKyop04nlr3/Y3n74zh/RD8567gNUNtzrPWPUi/H6Q+ZTdSwFwQGkiM6Fi0utYo+osp9Ov01qVYYzTx/HJslv6lXhGY1vQqGdKMITAKvUlCaap/Xs0Rn/AFuwiZptFDIbGYqiHBFaH6I6sNdQzVpm8TxKwzYFVvR4naNVLCJl80mxCQK4BvdbtyclO4yUnBSCJgdSAVbV1WzJjS6YFXwRXOVE9sEpAuM+TSCJprPK4e9JyTMUgaoYE4YwlK6U3pxloUgDUZS2jRikAAauEOyApALIZ820VxlgtCUTwwCqlAAisEjgic4T5YlCYAKs8L8IPTHDFokwLWO0O0B0nIOOpqvM3ZpoBq/bdNBVbG0GSAve5bwWPesw+tduXAgKrXRw9NECStvCNLyzhO9euahOTxmqNDKUCVvpjHO+Z2/eu2TpqJQKr1FiNMKL2LFnGFeSAVaoTUhqCILu1w3PRnOcxFlN0o0jmVbxvZKzO1ygFwFYemnFFCCsBFusNLHd66CUpqmq/923lPjiyfmB+N09W49EDq6psxeiOUqwT1C8WJDfQrFh7g0B7B6z64IUaiTTJ0rULeNxjc6H1zuaZbg7nibF7yL4msEoAyRirBYQEVtmej0Dnbi7oxsorlsp4363kAJ3e4/b1o0je/mZj4TmZA2nzFoATq8v4+q3fwVJtJG3efc0WTkTr+JdDN+PG433cfgvlEEJ0QG3VMfo9E8uUHp/Tv5JWapFzk5IXMYUU0ZqbldxBn/egRxZqKr1AbsTUZiTjTO2vrH7SyI3Vy3IZiUv02fLHa2ubsQNynblIoVDFOBkh5MUiaDSiviIBjIIYgywaeL0/XineP7/JWzGGusymvVVRWy1Zw2P0hpFpozF4VJJvEgJe88hgF84rzjtjrJseNcdnEXPlMmqFEtJyjLlCAeujGIcHBG8rWFxoYHcY4uHnzeHeB1qYb7aAQR/llMy0Bg6fOIHu8Q7CsWmLzVPbchiJ7sjQw9rqybQ0oygenZWunOGHIi5rgZQGnIAXg1W4VhIwE+MzILDaQFxpYlQKlRCOyVgVPGiYlgIfXse4h5TA6qCrwhmZ5XQLJmDKdaISxGKqssgUinnOecTngX1DAzNNZ5Ut43bcFi37oJWJswMs2R7pgFUmdgT7CEiSZDniccfWfr8amEQA5xaBVXGXnMmVCoEZ4Gy/XQ5iVMSiJagKVAn0OmC4wrZ/An4ZI8SA1CmfEh2wNgcL2HW/LXjXXJJByRhRPNJcNcCXgDC7EigLE2ruck8YFUOMq21ElTbiAotutgbJYCogsMrrmeBhnzwzYLVEWZxSSYUKsYfVnm9wpO27prElvXKOLxYVR0PUwypmZuo6R+oS98asb421llUrNHBjWyvQpU4pgWvu1WIM00mZgKOxun2ix2tjwb0zB+M+RfkBaqs6HVXfSq8czUkEmFyQ7cO+NV/f6pJKD6wa0MmuGQNA+fDMV2PDW0FGLFkXuHtNV74uh9qIkjX2OxuBVS8FoLXDjQ1LYMwxNs+E0OsyrgP2zDaxp11Hu1pCo0q5Fxtb2l+oJ1xt/X/sfWeYpGd15an0Va7q3NM9eUYz0iggCYGQBEIEY2NswIDN2kZEmzXJcY0JJmOCExgE2Disves1BkwwYIzBGBsBClhCo5wGTU7dPR0q59rnnPu+VV/39AAzu78wxSOmu7rCF95w77nnnoPNl/84Nl70VER6pkvNhy3/lvgdPX4A991/t1qe02SABoG0pQmsFsemh8fjtYWNk2jTyrVHDj7XDd1hPDdM5Lhu2VgmFa+DQCzFKPY9eCtuvfFbOPbdfYg1yrhk6wbsnCygWV5GrdZCpRvHQ3OUOOmgHw/MtZpFKjKcI0AhGcem8bzinAcOreDQYgmLTe7NslMx5ny7hXq1jp/9uefhRS99qUlsD7RNh6BSOFE6E2t0vWRq+NozmUqdzlj1oPr3kgIIg6urASkX3YbacsM79NoE+VyB1UR2ZlXL5PrAqkat+3oHvDgda3aBtJtx7N7xRNz+nY8iGm2jpZZRSs70cWy5jHg2iZEgKc36hXILS6dKWD6xgC2bZxDEWUwHRosj2nPbvTi+/vWb8cBt+/Cdf/sqrrjmUjzvCU/Ax//24/jp61+Me799Lz5y0wP44tffi6JaHRwmw+J5u497D9axbyGPkyt1LC420Ilk8KRdJTzu0mnFgxrTvTYOPnwM11//G9j7wD4kGD/T7tMViXkfWKhlm6pnrEryiM+3qnjq039Ca/EvvvglGJ/e4ExRh3IA/j569hvXGLkNUGao35ac15V7dmG2kB4CstQfJeDQ7bsuMK+7aoXD+ZUGvvmf96DWZ+HQyXe57huvY+ohkvA40hJqC+CQTRoGQkODagD0OKQl/Dnhc/Ibbpj56nXbh3qvti4YmMW1nQXmLqK9uIDV6669HOedt3sArIbXrDNJAXhphvAYXTV/3NoUBvX8Gqg/rWJpekme4ToZ3hdWf4flctbRM9QQLpVW3JpvRSAC7DRmTCSpC8zinjGf3fbjboRfV+1swsw8v6ZyNBYKeUmbsNuKjze8+tXh6f8D//yed/yOOqoCemEoxrPxZNfCS085fdPBvjj827CoYzII/hqpG2LAWLWOo7X3Rb+vQsLdNYxEUKo0cNXjn4DtO89HJAyEDeI4x2BddaZnCay68/EfYVr/Q3D1NEKskyvxBda5uQXMzc2hUi5hdHQMW7duRTabdkZbvHc0IbZY3+IMdojwGlsh2M86MrX92B2MYR/vrZl/Q2CV9CCg3aqjXFpBr8t8xKQABKyOjCLHoo7rJLI14XTTM80rr0O6zlwfLA9r/iZAMwSs+q6dMGPVCCoEQlczVsNt/2s1VvU5LsbywKoIK8zZnLFoeE4MgNUEEE/QsJJDyoDVFUoBOJarrU9W2GUceoaSkYv7hvcnPLzCMdgPOsGGGquesGNrgc15uyc8v1WMVco7Vio4deqUivYiAcVieNMf/e0P+rX/JV73I2B1zW0OM1atHcPYOOaO6eSzXeukX3g5L7hg1JVPGYtKxiaGR+i9BFl9i9lARJ2TjAkedSsFrFqCniTThmCNgFW6FxNY7QhYHc3HBaxyImVTcSWCVbZPD4BVq+jJaVxsJZMCqLd6MlsieMjJHQZWvRSAACunsWoi68KExDzMJAhmirw4AFYJc3pHbLMscpXtHvVUjbHaaFsSjU4L+WxSySnlAZhwyyQqyQQDaHZ4vFG1vhE6I7BKQITt82TcUqNTwCoZdmcAVmn6ZVuFtZ56YDUVJARaEzsisEoWLV2WKR3A16siSt3PfhSlagOldg+j2ZQASLHRCCgLsHDXFV2UmrzfHfzET87g0keTHRgg1m+h1ayjVo6iUovhoe/Ucdutx5VAp5IxFIKYWrpXGh3MV034moxV6ojSmGuBwGrfGKt8rpBOqLVCAAAZSTDW5ipgNW6GVsu8pm1KAQQYdcAqr/FcheylCMbTWSyVCaz2dF6esWpxqiUcxkA2J/RVjFXd5x5q7QhW6i2Nr7FsHLmEmas02321iPtgXMl2j0ZuEc0BLtWSs9A9PgNjlVqInRYW62wnNoBFUgDRPtIJbslR00R0BtYEZ1gF/LvD1DY8uweBVXzkBjlSEnaT8VYihkqjjgeP3IulfgO9RIA0505+BN8+vh8H6ks4cGwFJ48B5UYM3RTPu4loJyZDCN/Oz3GUSqaQTKXRajTQaNYRCeLI5LPIZLNo1upYWV4S+z2TygjoKJXIanYtihQ/J0NY4zIpMIxIQ4wgqRNM59zl/eGMYwIVjVHvjK83QFev63XELmERQGzCTnfY9uskTVjI4DrB4kmGshiU5CDDmw7lyZQYh1WeA0GhmJnMDdts1WCooogZydk66R2ZqVdZiCUQ70WRH+ljx8w07juygMOnSpjKTGNiLIvtY0lcs7WATcU+dmycQazdQ3mxjnaDLPwmIrUO0j2a1mQQ1CskjdDQWcAlwUEBhVE2oXsdMQMSybCxYe2CBM1dp1WlugGTJa6F1CiNoZVIo5PIohVLS+O4HTEjPgGrCu4YqBFYraNfW0a/VUeM0gtO1oJrhMBKSrFE4morJ2BJYJW3iWz5LU0GVdYax7ksYFXHKGqaM/dw7IJwS7M069gKygCQGqsEhF2BgW1pXRoCUJe4r5Z7KvvKgEuM1wiiPcek5ldRYibSGWhHp6SlShDYJD8E5jtAS3ubqK4sJJ2pim7FGcozGMWuY4sHNf16bRUPJLeg4zO5kHqHAKaTBYil0E4V0SGwSgaZWBIxa48ne7ZPdnIPj/rSuUkBEFj1bG1vEiVWAaUAWBiU0SIZ20nJ0tTq1BPuYSSfVaGn2WlKK5nrKoNgslppzMRAkvOLppPSVPVOyk4egUG3TkJAiNNE1hiNIS3NOANWBaAq0Cb7wQJrn5sZlm/PeZ1U/hsGMrWUOjZ6s0mJGANVyUjlf3Iwdu1sXBPMcZZspC4Cpz3LoJkBMhkUXgZgNfBlU94DtqvBqzDTMcQQikWQQg9bRvLYNJpBIRVHjkVVFepoUthBOh3DSquL9MbL8NinXY9k3FiwAmxDwOrcqWO4++69Ao7IWqVsQiZNxuoWjE5sABkcmlMhNupAfNYlCErQnG5kmMW6qmCuRIzjtoFEvItMJo79+x/G1z/2F4h2esglA7WljmfTiJQrWCnXcXz+FHKFEVQRxTHKsVCjmftTuyGTDl6zfCrAtukRTOSTOLnQxl0Hj2KuxjgmLi26RKKLIJNHKlPEM37qGXh3IZMqAAAgAElEQVTyU586MK7TyhAikK4HrPqEaggiuKQ4BECdC7Bqg9fAmPUea7/PJ2PrAUffb3c+VykAAqtaQtdhm53+nY65qtdzDjDZjaLdiGPblqtxyy3/E2MFUrU4VhIoL7aw/+gBAYoPPvwgdu3ZjXx2BAcfOYp0UMCRw0cwN38A22e2yVzz+OJJTG69CNsv3oyVQ2W85qW/jKsvvQivv/7ncfzh7yIeCfDwfAkf+ObD+MQX34bplGwXNW5lqEfJr2Yfx0tNoBjFwzc3sLBcxxXXjGJqJIlCYIwmjtmH7z6AX7j+N3D//n1OY7WDiIkV6rQ55z1jVYmy2wcJrD7/F38BRxcW8HO/+ALMbN7iDLEstxkAkKG5RKmCeDeqTo5WtItcMoarL9iF2SLNt6zwyD1nYWkZ9XYbsxPjyA7MmMg0iWKh3MbXb71bwOrwO8hmdUVEZ3dlQ9Yho4O5638f6svzVWFxjFVgbIhN58fA6cAq17QQe9a7rK9lrHLfVVs7z7CDeD8QsPr4ay7B7t0XrAJWPVD3/YDVtePV/z7QtA0xVgdzbJ3n1gKwYZDWyK8KHAfzY7hO2PUUY06Gjm59lzKckXkos8U9mqQAz/qzEaKjFenC4lUDeJm7KufUptXD6MgIFpcW1DLM59/4mtd8vyVg3b+/m8AqtbUDiwkG4LDfHwRUDfVTVV4Pga7DazLUmh1cUyaDTiLpTFIA/p6G1xd+fqlcx+OuvgY7dhFYdRWPwdB16+X/sxTAqqq74wjbl5AU4KfJoKDAP8XyqFSr+PKXv4zPfe5zuPvue2UQOT05ief8zLNw/QtfgKkNBDRpcueAWrX+MzHmPWWCz33Ys5AJSGv3RKdreZbJMrhHaI8xYLSn9n7ua4xkOgRWV2he5X0wDFilFMB6wKpG15rCiJlLWVyz9uELp+HnreBrxX5+1iCmcKQPM1lzsmgqPtnnh1mpYVkA3+nnn+OCtx5jlbEXza/WA1ZTScZw5iHA8UO8Z1kSCQ7IdAQKX2jX/HXX4fS9bX1g9UwTbDA+wkWCAXDqzavsOg2Yve4a+evEGHFiYgJx5ogRoFwqY3FxUddBhqvxOF7zphvOaY7/sL7pR8Dqmjt7JmCVLftW0aFrOBPUsC4LGXQRaayGgVWylQgkMgGjXmWYCSL4T5tYD+2WJdwBzasIrLpWup7aC6MCpepNMgXjGMkZsMr3k1HHth8PrHK1lRRACFjlJkhgkmAiGX9Uy1NVK8RYPQ1YFdvCzo9BHyUK0mQPkjXXgZJ7SgHQpMEEz32gY1py/OxcKin3eYJpNbZKdjso5FJK7Cp1YzMRvGXSxUW4qY2cvVnWNkBw7ayBVTrqOWCVrC6aZFFLj4xVXlevsUqGJeUV1gKr1F4ksMqEb0TAcF/gCAFCtU7STbzXUWtuuRXX+f/Ciy7C1u01dFoJRHs0qaij206hVInigf+s4Nabjgq4pYFYjsBqLIpSszcAVmdH1wFWQaCLxl3BacCqZ23y3oxTriBOE60OlgisUmM1Y8Aqmb8E7U9W2kilohhPZ7BYqqHeJ7A6lAJYD1g13Uyymxzg4oDVZi+OlXpT42KUjNVETMk/NYKlvemCKwU3BFYNq9HzZKwKWNX4s+TegAQCe2SsBmLuhIFVSQEQWCVjNRICVskoZGIUT5w7sPqhDwp84lgj6NaJ9HDoxBEsVecQGcnh1PIRbCimcKyRxSfv2I+Hlo7RxQHdJgHYKNoJmqs0UEin0ej00Ww0HJM0JnOVdCqlajG1SqM0fkslMTI6ij4B9MV5dFo9ZNIZgbDUqjHtNzIFaDBlOS01+8SkJaCYSJhua48sTNO55XimzqEPitjeyI1OcgDtphzLCUS0qB1LfdRm0/4uDUMzouBaQPiQhRO6dc+VKgI4swS1gzgalIAgGBWhC7ax59juz0DCgB1jqyvkk5aysZ15b4v9AEEyhUftKOJA4ygOHWygGEshnZlCoTCB8fgpXLExjku25XHV5VeiOtfFySNHUasuo9aqIdEBsr0U4vEUijwGslXJdKfxEuFRnkekZaZVLkw2dN//uhoUEHdVeqx2jQioNyMxNBJJdOMZNGMZSXHI3Z6Alys0iIVLxmq7iX5jBWjVJPtB8xHJP4j1adqpgfRJ42qrJ4Nd1ycSxUYnacA39EWd50GappUHMHxyoqTPtWhaXEvKJC8+11sCqwTi2roPzXag5JagKtc8HjvrWF0wmCV7jl0AZIGSjUhAviMWKBlYBqqaWRWlC6hzKu8uy8xsPkvjbU0w57KxwaVmIK62T2rumt4fC2naGKT/Sn1YFjA6aLaTBmhTbzUaoJUkY3UEXUpOcNEQW5OSBREkydPv93DeP33lrOMvdhwQWOWDQAONj7ie0ODFtF8twOZeycIb9+ZSrY5UIoFiLqsCQb1lRm00LRFzK+H0ymQyxrWNLATTi5ZJlWNHs9jhenMHTPZkwuYiD8kDmBwXpmNFtqYZffBhjszGxCHz1Lcx6v0J3iMrsvDYeNyc1w3piZsuazabHej/8dy90QDBYoKofPBzqPlcLBb1nhMnTth+77RN/QUfmNWsYYopkQoBEWGgLcr9Dj3sGMtj82gOeTJVE1FpNEbjcWSCBKhU8N1jJ7H98h/H45/5S2jVqquAVd2beByLyyex98471IqbSsZ1D1LJDDYSWJ2cMbY82xdDhjsiTbuHTywMWHXmoSFGhl5GGSUN5iaCVA+JeBOddglf+fIX0b33dlywbZtYgA3uF5S0Wazi4IkVdaxsmp1CJB3g4RPHUW7TPDSFDItgoB56S/qqW8ZzmCykEOmlcP+RE7jv0EnEEhnJDaFfQ3F2Gy678om46uqrdX2oZR1jC8w64IjWWScFEZ4UqwHv9aeLrfWrH2EAxgqsIfaWQCq3trv7HwZw1vuW7wesDkCu0Hh6+lOfdNbzW2N4HWDV5uVqTVq/N1gTlsl2cAfhmOq04ti55Qm48asfQaoYSGM7Wu1g8eBB7F8s4Vvf+BL+/aav4S3v/RMkahHc9p934sUvfz7ue+AgvrN/CRNBBvvu/hIOHjqB637qWShuGsNlO/fgWdf+OPZctgcfeMvv4vBX/gPRThxzDeC9Nz+E//OFN2OMxVPKfbk4iXtMvAZ8c+8i5kttPHSgh1KvgSvPT2H3tjQu3DGGSJ/FEeC+Ox7B83/+lfju0eMCVqWXr14Fi9vDib/OPQSsvvyVr8C9+/bhuf/t57Flx04DwxjXrrnPA8Yq8wluJbEYWvGeZJmu2n0eNhVziFA7GFEBq0fm59WttmV6mrZWKkgatNfHqVof37j9QTQo0j8Aba2FW79LgmktoGqvFJA0GCtDIx9j8J0+z72u4np/C0tgnglY9fPLDmwNsIoA73/vu3H1VRfjggv2nDOwqluyBuhwlMzB8+ExrLV1ja6oJ76EAVZ9rogzPu6xvNJA1dXgVNm1Ihsb2HJCsEgVDxAPUohTo98Gj9YE/+BnscjIOGotIMVvJfg/Uixgfn4O9VpFc/FcgdV3vf21Bqwm6e9h2uvuiIyF64DV8LWyPXQtkOrOJARQm0mmdWF5YHXt2iV+x5q1hL+vlGq48uqrsXPXBbpeusYWGg8LUf+PwKrkFtz5+fEymAdkgLpCiGcYqnMsMYaP/vlf4K1vfTvm5k4hmYwjk0nLz6HVaOGlL3sh3vXud2BiclRrX6/b0j1XcRIkaXVwz9334b77H9RevGF6Gnsu3I3Z2WmtO5TPsnsQkuYIz0NhCtaJydi802qYeVW36XqcHLBaHDFglTGOixFXFUeU89jYFfiobp/V892Px7DGqp+7tqbZ8uGvjz4npLEaZqz6cezBU5M5IlFpaErl/0bg2H4eSgF0WuwoM6PWMwOrjBWdeVWnpzb6IQhsa+AAWHUNw6uKJYPujxCj+AzXJLy++OJxeGyH11PuP/6Y/fH494SBVUoBkBTG6UBgdWFhQdeBsSaB1Ze/9o9Wrcf/1X/5EbC6ZgSEgVX/J81TP689kUe6dcYGkqocmXuOsEPGEoMZbkcEp9guSBaidFYJTEhUz7mwS5fNgn4y9JjoMSGnzh0XcSbPYn3SXAdxjGUiaPZMA4csEC5eYqKK/U6tONPF9DR0MlbZhseWfAJwZGKZLqq1t2ZpCiETLLJsYko6ae7EgycTix6/PO40kyFSajtcdGhERMaXI7ENgihrByYylE8nkU5QD7aFCoFVtoikAgEQPI5qx0y6RlIpMboa7ZaAAbLNGBw0CTBFIsiz9S9IoNVpS9NUZlTxQG3itoHavSG4waRQmp7M63t9adHWadaUSIgRw3fwXKj1SaCPCwKBYxq1MOhi6FFvtLHQ6iIXBMgR6HbfYTqrbXQ7SYECZBHnxnp4yasvRTRSQqxLXc2S7TndAEcONrDv9kXsva8mQJyt1mSh8jhrbWCpRkZXD5P5lJjH1J1drJGxSjAzIhYEr1eU46XTFnOCrf4EVglSUMd3LMMkziQJltu8rl1M5tKYIirba6Pe6+FkuYmRgMl2GvPVBlrtrgAV+i74IHdY9SR/lzqNtqkRUNY1dcEt2bSlalOYwUgmgZxrT69SV9Cxq/xmaKC8ayyJRSV3QZYwx6gY3vwOYa6m6UdnbG5kKzWOZWt1p0YiNVZTauG1ccdj4/gleMQ2nI8f8tXQH3wpF2OVwCorqWR0BnEsVhZwdOER6RoeqpwU2MLg9YtHyvj8nafQLpeRiiaR6kdRjZrTLqUQYqkkao0q2i1uqlb9JQiazWYQjcdQrdXksE4G38hYAa1oC812CyvzdbmdFvIFOQ23Gibu3usTYDB+AINEAge8ltbSbNo+Q0aCtcoYCZiBZwKxgM7GbC81w6FUKq1rSUCFmohDAMQVhozCJeOedCotTbRqo0YrDCVFYr3HAyQZQFJXmXOfSaEzR+KAkfwGgyAXDKY415NJjJCZF42g3u3hRKuJiWgMGzNxzMzuRK3bRDJoYvdoGldumsSjt82i22yiUuugW6mhsVhGr9ZAwFW218dEPCd9TOmm0u0+1Ba2ilVlNFAHXDrxUhf0OuVox+Q0dgVNNsg068QD1ASsxtGVdZJpWGqZRBfNfhMRtpS3yoi2qzLliPYTSFIpMcL5SK09slOpT2oak0pH5N4bxawbpqsCHMdgVfqpoMszQ53zslgARiGPsIjlNJ65CHoH3w61YrkWO6DYG/Fwr9ClcNVwHgwBS5lXOfCBRT/phTvzAuqcqpM5yvlvLWKuj/CMk0v7ogxLwolxD7EOi1AMiHmveOzGxG754+UxR5JoJwtoJQoyESNjlcfE/UD7jmMnT37+7IXxC/m0FdKcGYMZRFkQyXXEMxlUcXcGV5xL6VTSukXIDiZzR5uJmUBI7zT0YDIq47AugVXHthTzx+vS2X5DMJCgrtY5B4Z6Zrlv1aesCa+gZ5hyPHi2Ko0PyBqwooklNQJAaSJTq+k9PgHUdySMVcvX8338O7+HRlXcPzkOuI6wUDMyUhC7dbm0IoDWgmxLStiOrlY5jbfTgQz/nWFQVUF5oi8X9M2FLHbNTKIYWCGPXZPxIIFodhyHjxxFNJ7Hj/3Cb2F6w2ZUmpaEDxImBxKXqxV8546b0WyVlSQG8TTS6TQmp6cwuWGrY/CalI8BCH1EuQ5zXY+YURnnEGcjYR3NCW4eTneOr+E5s9AArKAQbyGdS2D51Encd/NNyC7sR5KdBi0WLnvoNDro1dpYWCqjXKtjZuOs2Hxzi6cErmfzObXzsbjUpFREp6Pimc6t30SzHUOt0laM1okBK50Ozr/2J3HhY56g8/IFR7sOLKCtZoufCUD9QYDVMHtlCLgMGV+nJ1+rGatnAk1XfbcHdlwS6e8JCywci1EWJLleqBrGwlgU1z3ucT/45h165Vpgdb1rsPo5blS2poXHLNe5iTzBA1U9lPBTnqfZImO9KTb7+NiYkm0y2JlMcj5JvIpAiwqjJr/B12ydmcLx4yeVH0yMTalbhNq95WaAy655Ej7+ydehxxShay3Kko5hkawDzJ+IYO8dB3Hbnd9FfnILNmxMYyTbx5Ov22QFxVgXe7/5AJ7/i6/E4aV5xBPcK2gCYzEbj6fXb5ym38fjI2P11972Btxx02346Wc/B1vOPx/q2dKi7wHMoYyGjUDWHdiFAY3zRCyBx16wGZvH0oj2bdbQnHa5XMFEMWe7TkRqx+j02QEBrNR6+Np39qHsZEkGXDzta0M5jsEaM2gLNnSE83NYIh2uRf71HqAd5mungzB6rcCutTqqZuJrW6V/jYuNWcRWwZt+FC0kYxl84H1/iEsu2YZLL75U43nwncPq7g8wlsOasaczrhXBuMLmWnBFv7uC9uB1IaCWQOF6D2MoDq9LpVQe7IF8lvrnQTKHfruPI999EN3Wsgg83C+iUWcASe8OAkhcXyUL5cWVrKMhnS1gz0WXYXZ2Axbm50G5Ae5B5wqsvvutr5NBJAFCmoIaG5XnZ4QI61TyfaSO9MScnDGXaeq4rqCIzTc3P/w+o8+TKZYLGfWesDarGU5r/DlmLD97pdTEhZc8Ghc+6jEqkCloYnGAOrwqfrvOJI0n+/n0x/B+GBBIzX07EF5LykVZPhDF4lIJjUYT6UwauWxaOUq/U0OPRf5+F416A8l8ESuLZfz0M5+LBx46jGJxDO1WDUGspz2X5rSVcgV//MH34AUveYHWHJIURAWLBbj/gYfxoQ//Kf7tX/8dx44cMfPFTBYXPeoivOhF1+O5z34mRkcLAPWc2Tq23hkxRmW3joyv+ujW66iUaNJkOQsf7ORIF8hYndL4EX1Kw9LABAOoFXRr9bF4xGJfu46r96TwYXiQ1S6n5VACC9Vx7P5TrEp2pgG2BrDyd4ujVzNU/e+UarH/uHcZEGuvJzuXz3tzMH6uz1VFgIlERGwLm3py7zCN1SFgzHjTx24GCrsigic5DIDV1WPJjy2zJF4ffA6vsf71itNcPGyyH8OYWHQnnpuTAmCn5fjEuOJfvp/HXlqidi5lBjk/k3jZb/3hD7Du/dd5yY+A1TX3+kzmVQNJyAGwatUuDjQ5SPfJ2rNIhJPJqmk0nLLFnwEHg6gwsKq2I0TEqiRYRLCQyTnBPrbj8rPDwCoT/vGMuUITAF0LrHKBJ+BGBqBE650hA02uaB5UpfmPbSXG8Oh2kZPbrgGrDLC4kVI7kq+jzhQDI9L/04kAQUAmIhNTMyIiAGZ6fm5BdFIATLRz6SQyiZiYthWzeUee4Gysj1q7g0qLzJAIislAiWyLQasHVhFVGyYnfj5IClglK6jaahqwGmOSaQuM8hUH7jB59UAr2ZoEdc8ErJIFzOSTDfYGhJOQSFZkG3P1jlr48kFUwKqvgBIYoJkPGVd0hty5J4PnXb8bteoiEmwE7tfQbraQiKZx/EgD9958Anffb9eVZmTZpJnuEBhfrHeUdE3mksgm49JY5XMCVtmemqBMQkIMQG5MfYHeNIqiVmlXAAQ1VrNxAqst6bbV2j0Bq9PZIbA6FwJW58LAqotGw1V8MRccy4DXlsCqBR8WjLYJrNYcsJpOiInETYnmZKzWrU3WJAzPrZt6o2S2thmokv1L4NvaWVTlJrgRmMnM9wNWtdg7kx5+7icOky9xdg9prN7wPgPn4jQt6+PY4lGUW4uo9Zqo13ooTqRwsFbDZ+48hlv2nUC3Y2Ml0k+gFzGt30I2j2iPWmgAW3EJxJBsSNMpmeFkkmIgNUpVBRvFkTxtiMQgbdephdZELptDi2ZqTVaDaUBjzFdebysUmC4vAVYDXQxEcTXyELDKdSaOGPU6mNQQgO1Drct8rwEpLQMefCTp4hmZtcTY5kyTN56lLWTWUmjBV5J6ulynegTELD81kIfmGX3EqUPGMdqPIROJYCIJNCNp6bJVWk3M9DPIZRO4YHoMT7/sOiy2ajjWWlCh6PwgjgumRpFOxdFeLqNdrqJbbaBfbyNOSRW21osXayZ4aqL08YW5an2PwNUG2SpgyDFvedxcC7ts4U0kUY9SY5WgasK0SrW+SSxCrEsCq9FWCdFOBbEu9fXi4AxVuz8NTKQNaoE9x77mg2uLnGkycF7LpPJUfxdk901jdS2IRaaSaT9yfLlqvJNl8JV4JjwK+hy7nI5pQ5djC0oNtAwdmxJg33nB5IPFBB7nUKJADNszBGzWbqVQ2JKJEBMwKhKSOURbi7XprxprgIFpH+1IAp2ggHaigA6Nu5QIOXdUrgssmAHIf/Zfz26C8z3qjnB6u46hqSKoM5XzAOVqYJV7Ehlg1qLb7tDkikmOY8CE7p/VI2wtU7HHAase8LY5yzll4KaNB66plhwaU5Xzy8AZjjPpFDrdLd0vp3caJLieGMDmEwElKbyyvh0rQSja5iT3NX4Xv5egKd9DUJXfFyTTqFUr+p1F2Fwmq7W3RvmNWk3AkbR5nb4rQVW/HoVvggd+/XOrQLkoC8NRTOdS2LlhAhO5JNIBPZkswaBW5Yljx3DhxVfg8c95JZLpPOodMzrxY5//8rVk1X5n782oNZaRzVA6JSWgksDq1Mw2Z9wljR8dipJnFt60itl941an+9Oj0RyTvqps3yy5CNDvsXjIRaGMXKyLdCaFamUF+++4A939d6nbgN0W0pVvcN4TmO5LOiKTz+nesTBsybtVdtV1wH1OOr42Z9lFIn1nttMmoijXmkiPb8TFT/opjG3e4cwTDTS368mk3MD8taCmFWJWr3vrPbd24oTB1cH1Co9rB6DbZ7nCyjoMu7XfPQCAQhp9vqjBa5/N5rC0UsK3b78NjxzYrzU5mUpKr/jDf/D7Zz2/FZ9kN6y6NsNjWh9cskRbZ+1AmRC7jyi3T/9dMjsEtYZSGH4Oaqxy/fRsPlsG3V5Dg08WU63bRMXjaAKdTgY/9ZxfwMf+7je1v7Bw1I1S8sRgf/7/0lwEN934AO564AhasQn81v+4HLFeB2lWw/qUAunjP/75Drz4pb+FudoJdc+5VpJBezxjCN8+67VEDbxp4Xfe+3Z866s34qk//nScf/nlktfxwKrCgVUBoWGO3WhMhQd20LFgQGB163gBVB8g2Erz1JVaGZMjI5bn6Hw4tyw4r7aBr972kDTW/R7hdU31nSFdv8FAEMiyBgi1Kp5r4w8NmUHH3JChtt64t/0wBKLainlGYFUu6SLPdAxYjWdww/v/GBfu2YzLHnXZ/zdgNTy/V80rx6r0fx+Mx+G0HKwBg7+FsJVVn+U03TWv+0ClUrH4TfsXC559pNIFlBZLuPv2W9Aoz6Pd7iGWSMqojQxWFv9UKE6YbJWPb2R4RH3+ZBYbN+7E1OQ4lpaWBKzyNW/6tV87p/n9rre+DulMUjqrEa7bgy5Rb59lnTUcU4Min98DHPPeA9EM0rQXDOIyx4D1sgJCaD2YZZ/J1/NyiqXpwGxes1qljsuveBw2bt2N+QWeZ1lv3bptGwqFogGJWhdcXOcLvCJU+UthUZXoCNprnQ+AGlkZsMawuFjCzbfcgn/6wj/j5ImTmNkwhUddcjGuueqxOG/XdrRqKzi1MKe9b2rDLL699y780stegfJKDYVMDhP5HDZtGMOWjdPqxFlaWsGGnVvx229+A4J0Ql2c7As6dGwOv/OGt+Izn/k8xnI5FNNJaSUz16Y8WiKVxhvf9Lv4pZe/HN1eA9Ho+mQWRW8EVrttdUh1mg1UyyX0aM6rk6XJdh/J3AgKE1O23FI2yoIpx563CxTpOYzCeWAYCMs/uOvqwuDhwHJFEUkZDIkJ2uOdDJiP0cxgyhtNmc6q4mf+K7k1+pWQRDV8zuut0lxYxQUvy0aAlYCrmLUOsB201RuonqZeu4vfOE4Zh5GxKs3WkA48iV7UvreY2saiLpsr2mjunqFwcqandcl0rdx19Z+rvMaTAVbLAKiYRfkF3q9WC+lMBlNTU5KvIoGGx27AqhERGGO++Nffe05z/If1TT8CVtfcWQ+s/tKeEQNCXRLkWasOg9Niy2o7B7tnrLYYSKnVlH6vtmkTAOT/mHR7d2ZjrBqYZ8CqVQY9sEqgMc22Q6vnSMOyRr20fhSTmZh0OAk0Eljttdtis7aEXZLZxu8yYJUTxDRWY2I7khXJihEDHg+sZqVhakY7ZKyaWZax4JhskGlLYJULM82MyB6TKYmAVZdUus2a4J93xCNgS8CQLfeVtlWlCKym4mRsGrBKggCBVX5Hq9sRYKnWVeppkrFK8yoPrNJMp0UJATIYqevhEym7gby2YgTb6qvzqNbPDKySsSrdPbKkJO8QEbDabHdwstpGPpVAjsCqCvDmpC4H1UhXwHaz08Y1T5nG458yhdJKCUmCM/06GrUG0okMVpaBvTcewG13tFYDq5G+tHiXmj10WwRWA+RSCRl6naq30XQsLTI1Ce4SP5bLtK5tBFUyKdpsG4hgLE9gNYJyvTkAVqcErNJUqi2TgrlyC6PJhNg+Jys1Je+mregCTBdY2CpuzF1f+aOshAIotzE1exGUaqaxWqQUAFvBnBGNB1bDraQeTNBmQu1esq4dy9kbCnG9l3ZhMtCGtlzroEUzN4IKYcaqcy7l1sLNWTqzsTg+eeTcgNXuDX+ke8r7XmvUMVeaR6VXw8n6MsaTBUTzaXxp/yF87a6jOHmK+nnU++2gWu2i3Oghmswgm0oh1m2gH8TUisuqMI8rk83ZbkZwfKSIfqeP5cUlMaSLxQLKFeoORbR5BfFA76XujljsbOZ2Bg8eUPX/EhgdAKsuwODm5jM6Mlx5TayAThaLrV80Z+NnkpFmgIj97gN2n5DH2VbL2RMjw8xMA/jxtVodTZoJOU1WAyygxIpzg8C0Pk1AVhTFWFyMaJpqVXstJUgbghRmEcGLn/BE7Nq+DffPH0GtXcdsNouJZAxjhQSCTgu9pTJa5SqiLHzI9M4SAZ2bglBTPl2dRLtEehXQ4MFKF8mGWrPkeurahaS3SgZALIVWLKEkkkZxZNvICRJ80OwAACAASURBVNmBgwK6GSB2Koi2V5TsMt0k3K7CmYJ2A60Nt3Y99S44J2N1eMy8yo61omXMR9sOeHXAut+aBiwIvdS1T3jCA7sdjFvsHKA9MOsNuyxEG7TRCUSxouCqCjePk4Up3VQuCgaam/7raobNYMt05lj2u0vwHVuAbCxj4lIewP41cyAXRBPgjATStu3JvIoKtQaCy+CL385rToD102cvBZDNBKvaB8ni1I6soNiYAjY3TAZA+lKOGSXJGxZK29beZYZPVhi1VMhYVGbWZvc1DKzydwNs40gmyfZOaJ0ZzDfXasZ13QMzzVZLhQ8ex/D9dmw9yRCtBgQUd0QMqCRjgO/xBlQqMIqtThkNSpZYIsACC4+fxiKdVlPH5l/DO0NgtVZvWJHMwTTG7vW6ZcMxHAbx1gPZWEDNJ2KYLmYwko4jm44hn81qvzh8fB61UgmPufIaXPO8VyFXHEedc8sxTm2IGLBardew985bsVKaR4ZsnVhKLInJ6UlMz+7Q/bPrOgRX1enjmS+SDDE5Deoip5IEACrodVfQaDbRbLLI59aWfl3rViLIKKk6cv8DaO+7HbEgkFYwDRo77Z5NDfpYtHsCXXkfmXDIFNAxfC2mI+OZ61dUxcW+CuJk7zDx7qPciWLyvMux67HXIUuZGHfOWkrVdWTa+4N1YN0C0jCA/X7AqjGvhmxNf9/CLDdL8N1nah1YXQw6E6Dqx7YgNfd+D6ySiUtzrk//w2fw+S98AbUWdWwDMzzsdrG0cGR4EmfxUyI7PZhTq6/RalbTYK9Thc27ZLvXEIDRwXt3b89c9MU4i5U5vsj09vOcbZHhIpi/9rw+HTLXVGDj7kBwMSb5mVY9gRe88Ffwlx/9ZcW6ccqIRKl5HRewxStdWWrgXz63Fw8cmMN9363g11/9dFxz1QiiEUqrkGwRx5c+++948Ut/B+XuitNW1YZmx6Ml1pjnfh55pn4i3sfbPvgH+Mrn/gVXPf5aXP74x6NHDRm53Q73oHBhT4zVaFxrMbXkWfx9zPkbsW1ixAoWABbrdX4jCukMOs0uciwqcx/h2O13Ue9G8dXbH8JSXerfxs4LA0yKryWEPDhmv0/Yc8N9Y7jXrBkoDldR8c4VVAZ7jduetP+E5EvsPIfAqr0s3OZswKpUZHttpBJZfOgD78OunRtwxeVXrAJWvS709xq+w+v6/Rmr+pyQ4dIQ5B/qXxrB0kC/weP7AKt+cpK9aExg65xkF1wymUOj0sDD996JVu0UWpRLS2ZQGJ1ANJ5CNE7Fc8Y4zCuHHQJ+3Y4HGUzPbMH09CQWFuZlisg588Zf/dWzmNXDl773nW9CNptCLp+WyR9zNeYoPrRSLBtin4upSs1Xx0xdtdaJjDA0AfOvUVw5kD9xDFgP4DofA+6bzC1tPY6qC2xqehZf/bcbBUaeODmHdDqFZz/7Z/Arr3gVcrmcsSUJLnasM9IXPwbrlIu/LG4b3jTvwj53ch4fvuHD+Nu//lssnzqFBLpi7sajKew8byte+epfxlOf9hQcPnZM+cPMxk247a578Kuv/nWB47u3bsIl5+/CxokRnL9jM8YLOfSiAU41WnjuS65HZiSLTrOGWJDDF77wFbzqNa/VnrdpvIDzt8xgspCRB0QkSOKWO+7G4657Ct71R+9XLBiNmJzQ2odNJ5Ot4g7cbjZQKa8gQr8EMXIZV0ekKZ4bndD6wPM3Ivma+MaZfXimqbXR+InsfwyV/ENdQorRHEPVCkrDwrd/3heoja3qAFSyTwmoyoTUAFYZU3Hfd4CrmVcxDghJAbAYTilDFaHt8/z3cJzRX0UmpY4swziPXQ6S1AjpmarTiK/zpb8QC16qsRzXkghb59qfqZbo8pz13sOuS37/4JqYO7cR+pxUH2NKdmiMT0woFqCR8NLSogNWe5K8S6WSeNGvvfuc5vgP65t+BKyuubPfC1jVS10+SjaMB1Y51sXIo9K72pjNlV2MVSZUfb6WzBS2RquZ1RYSAavRAbBKAFPtpHRrThhTjQ+2CBFUJCN2Ik3tP+omtpHPJKVJWm20BKxyQpIhS9aZr5Zx48ylE3KNlrapVAiMachAgzqtNGVoEXRh2wMNkmgS5UT1B8CqEsWoAiwDVmmkQlaIlxUg+kENFaPaEyzkZxNYLbds8ygwkYsD9U4XpQaFjyMYkf4p2/MJWDIJ58bopAAAmUaQvUuXcorjkymSXAdYZcDGzc8YrNaWTGC1RqOMRAKphANRqUnXMc3aIWOV2m+WjDGZPl5pyTQrG8QQmBWMo8ZyY2ii3Y0iluzg6T+zDTsuSKG8XEcmyTa+qgJLgmW9Xhr337If//KVsj6BFcAsWwJiEVSaPSw1qBnZxQSB1WRcYDaB1YaLc9lKScYqnbrVmk9gFaZP26ATXzSCcW5+iQiqtRYWKfXQ7mIySykAAqsElXtYqBJYpZNyGifKVZm2EFglIKthGGbzUbze1ba4uCZ5zYh+c2Mi66kLMXV5nQupmD7DM1a5GXmW1hC0M+1dPk+GM4FV6dzJgGoIEKllNWntRmcCVtlyQTMlhlJMVpWwxmL4h6Om23U2DzJWOzf8oVr1WWUslRbRjLQw1yjj8PJJ7JzdjMPtFv7ipjtxz0Pz0qEsjGVw3nQUnUYbNz9UQSKVQzYZQaMbAeXw2DpYrzdlipErZDXeyWSl02oun5fBz8rSkiQ1GEnUqjW13zPBJHuM7/fFkGGSxvFsUgBM5BjocsP3bEiecxhY9ckcA0wxCJ3kh60jjsWqoNMcQMPAmmqh0ah0hxk4MBCiGVwikRTIWm/VZTojMx8lKEAmkdSc7jTKYpwnM0mtZehTT3YSnfISxRyR6vYwk0/hZ3fswRPP341KroXllUWMI8BkgsxCguMtdFn5Jx2WixkFg6mzpGA4prZe43q5tgAfWzmg0N//YeK/mtmyygVYh+/ciVmEosxBNIUuEwfq90oKwFgE0mbkWGPbJivxHR5jScBqVPZVQ/aGlyZxSLCOVltGJDKQApBm6UAJ2reJeZQ0BGKEAyLpo62jLyfqt7uPA9DSBaBk2Xjw3NtPDzYwS6bsWrmklj9xryI7U0iUp8WwVTSUrZ1hotGIRACs/05OBBfU+u4J7XYKDCXshH4/hl4i54BVJ10glq88ap1uaw+RT/3b2UxvvTbnjBJ9vLlWCsAKDGzTH2qWSiOYRmTcC5xcjCR6BEgO2zM1txlsSyd8yECVFq8YzFEE0kO1tvzAyQAMjOUc0OkTPwbaYVDVM1V9karZaA20T7lGejAVzqxOYE7HNJTtnMxkwEsc8DklhDTkqjeciV0UCRY6k2ww5qyKoN5ooFqtap3mGkFAlWuOT1QG18CBlmGQbS3gJs3mIIaRbAIZMliDCKYmxpVsLZwq6W+7L3wULn3GS5Af34B6kwW7IWOV+wrPnwXku++9DXPzh5FKpxDE0mLhj09OYmbTTgHDApFcm6DYPyGGhyKafkvxGLqnEEMd8VgPQdzWyFK1hnKpikq1hHqjhCQSAnpHx8axfPgoTt3xde0znIFc46wlJopesyOAlaC2zAF94kcGGI3aKM9ErfpECtFYAvVmE/OlmiSGism4CtmVRBobLnsCtl94GfLZ3KCQz+ssQN0Bq2cCM9eC7Wtft96k8SCIB1nFpAnJeITXUa1fITB3vft92neyME4AMtTBQn22f/nil3DDBz4EFhC4hzeaDa0F1EkvVY6f9fzmG84MrNrHnXZ9Bgx7/nXIcLY4KCTzEWIKmu75sJDn1w0lng7UCYOqAl6d3AeXv16XzHMvDZHEr7zyN3HDH79AUjo8/26EgJGNLxYMe60I5g/2JZ/1xX+/B5FoFr/08t0yt2JewO/83N9/Fi9/5ZtRizRU6FefkQMMdSx9K876a8BbyPUhn0/inR96H774qc/jkssejWt+7MfQrrfVVeNZo/66+PeLnhFNSDORTqTc7x69m8BqVqBxtx/DyXIDla7dy3qphi2TaZnSWnzRVYfW1+7Yj/kyCwpu9wvJAHiJHiP4hQAWnZb/3bUf+9/diFmLJ5hp4+r9StdEF+N0xqrpmQ+Bzu8FrKaDHD7ywfdj65ZxXPmYK9cFVtd+9/oD+wyFSr/HhPaa8HwMxzZrayzDv63/2QIjXdGTx8h13jNWeXEYdqVSBbRqTey77y40qwv66niC8esYovEkoixCMmYOseX92Oe/fO3Uhk2YmBjHwsIcatWqgNU3nCOwesOf/L5yztExtqCzS8n2ZSM82ZWxzlDXdcN/XUfI2gLS2t/9nmiFq+Eo0vh0e7rJQHhpDOvWyucL6McC/OWf/0989jNfwMLCIhJJiwGKhRH88stejte9/vXI5nLGdpWPhMnuhe+ljxUlpuDGq2QHaPTZauN//9Vf4D1vfzta5TKefNVjcNHu85DLsO06wNe+dROSuTze/K53YXrTVtx73/1qz9730D786Yf+FEuLi7jq0RcLH1hZnsdoPo0Nk1M4fmIJVz/56XjhK34FjXYD5fKSCC2f/acv4y1veY9Moc/bOIndW6YxmU1i25atGJvcgENzS+ikCvjvv/ladWhEncb82rEtNIBFJZ1PV0zVZr0GdJsGtupaxBBLZpDIkHxihk7hx8C8KkIGv/k2SArAd0R5FrB702C+SXUhPPYdG5PAoQMw1wVVxTQlrkDw1BlQhcysrIPIpNX4M6UOJEknELajHF6mVZIIMG1WY6/aOmRxl8WYflwxTuP9ktHXoNPJCsneqNRiLmONMk/lQzHRGaip6+mn++t6xjXJ7RNhKQDGfCpMy+vG/AMErI6PKw5iLkbjqrIMmK14z86oF/3au85pD/9hfdOPgNU1d3Y9YNVQ/eEKwMWAYtoylnEutmTZyXCJRjOcRGKLsq3Ri2RbiyNjfk1/aZipXqOWCzJWpa8ac8CqS8b4rcQZPHg6njZNFCY/ZKzSMOR7A6tANk1gMuKAVSbAjrHW6yJDgWsBq56xGtHnMaGMR/sIJC8AJOX+ZlIFkgKg1iIXPY8RO002sbw61G5NCFw1YNVYL2SsZmik1elipd4WA7aYSg0Yqyyem84KWYk05QGyQaAFX8CqjEeAIBLTe+3h2jQdsBpmrNablA9oiW1rwOpQY5XAKltYqGdLIFrAqlr6ujheayMfxGU2RWDViErGWO1FqTEUR3Gyj5/8ma0YGYtJuyaXzqJD1/CO6arEoxnMPVLCJz5xApVaS+B1NhlDQGC11cMigdV2FxPZhIBvAas1Aqs0aiKj1IBVajXKbT0aE0OYrGMaRTG4oHlVlsBqvYWlFlnNBFZTmEzTaMgxVistjLO1I53EiVJVBQACqxl1UBvA4qtmhP29rqYHVi3xMuYWmbrlOpN8Mx0jsMqNryx2zhBY9QG9QFVJAbB10saMuaw6HVc3pdQyuwZYZWs6GatkEKXIJlZ7hr2f4D0LBGRnfuroOTJWP/AHiJKJ1GmhunIS/RRwsLSI+eoyJjbN4BvHj+FjX38Yc/MtTOX6GB0pYjLbwraZSXz1tuNYrHSRTUfQiCbFzuD5EVjlvWLrBKPYWJCSDmKP9zOTMeYvdTr7fWuTYvWWjvQELFsNBQ9DMXZjf8o4iBu0rqG1oXAd8Y0iBio4BjyfdRu4BSJOO21NMELWySDBdoY7YjUSlBGQPmzt5lsJAGc5ZjJZ1Fp1LFRKah8LonHk4wlsLATYNB6g3u5h/2JT4DgB65FMFOlUAZtzBTz3/Atx3Y7tWK4vodQpYxxRjHKjbtcRqVYQdcUcS+L66LctcRXJSBG0Z5MQjPQzn2vs6sB49XK+mg3gwVUGb4Ypcv0iyzeJSCwlIX+289JEjywdLUdij5Kl1jcwlRqr3YrWXUoB9NVO5eQIdFzufoTaaPlls61wM44lndbxM5QqWKsV5xNNW2WNkepbKI35Y4m7fYwDNX3iGfEFB9+uz2NzF86tZwNQ1a9vLkEXduRgbAMK1w9/DJsPJfBunFlA7NrFhC64FjgPug6S2Rj6ZKwm8gBlCDR+7Xo4FTf7/E989azjr7AUAOfIehqrXtPKt2eJPc/iZoxAJdebnoJJX0D1XbIDVoJnSjpdakvgrRgVUFc1FjXmd9IxEcSccKBsKNiXXmNo/fRzUyxapw8aTsoYyEqvUuuXY1O4YF5FGEqIhApmHqiVTnOjodayfD4vwLfVaqJWr6mjhSAxj496zGyF036gxOZ0xqo/3lVJ0aCVEsgkreNjLJNEPsE1HJiZnjC99GYPAbrYtH0XNl/7s0iOTAlo9Oft9w+Bi/0+7n9wL44cfURmZMk4gdUkRsdHsXHLLrGHfHKvYt0qcILyHD0k4x0kYpRaWUa/00SPrFMCgHGeb1ua141GHbVaGe1aS8Uy6or1yhUcvsX0fcnmp5QNH2QwsaTCBNIn3p71YsfOQiI13lsyNowmUgKu50/R8CGCiYkpTE3PIDY2gWBmO2Y2bcVYPmegk1u/jbHK5OZ0KQC75kNGYjhxMvbV+hN2kMC77/DJ2mA3OS3LHTJWPXCz9t/wuNS50wjMA+SOgUuDtD/5wAfxqU99GvEgwBWPuRKXXHQxquWq/vv0P/z1Wc9vviHImRTA2mMIGxutTiq9UeDgHcYNkj74kLfrI/2wU7sNLbdxOAYr4zxfABjEUCrExNBpG2u1L93sqKR2Wo0Av/E/fhfvfcfzTHKFcRAJF2T+UySoE0O92sc/feYW3Pqde7FYjmNqxyhe99s/g7037Uc+m8fjrp7GJ//m83j5K16HdlJWhQIx2C3hW2AJrPo5ZMl9RMDAzMw43vbBP8I/fuxT2Hbe+XjqT/8UumRrsJrkTjosBaBz4jlSjohruANWL981gx1TRR03r9uJUgOHlhqot0xTdffmHEbphG1lcHXY3Xj3YRxfbjhg1Y3fEEN1GIMamGIT2XeW+D3GgFG7p64ouAaYWQ9YtY8y5trw/R54p+FOCJAJMVq9FECfupL9NjLJPP7sQx/E7GweV195tfaUwdrjtTnXKVLoXoQ8NQcM3DWj3n/WYA0LMdYG4KHd2VVF8cHrQ+vC2gnl40U/H6oVylM5LVBKWXW7SGWKaDfa2P/gPeg02OpLFmsa+fwogiAlkEV3jkmqK8p6dh1jkxgLRbPbMTY2glMLC2jUa7rf5wqs/vM/fRpHjx6SPwTXaeZrjGmldb6qJuxZ+MZ/WQW0+v0gJM1kbNuQnMHqRcQBYMpcXDcL2YuMIUyP/cN/+lf4/Oc+j2wyoyIscxISDpjr8ta86lWvxu++5c3qXOOeqjm4ak0e3j/PDPQMc+55c3NzeNPrfhu3ffNruO4xl+O8mSlsnZ7AeCGP0dEiGrEkbr3rPmy+8FG48rqn4KGHv4u7774L373nXtx31x1oVJZx4QU70axXVUSl4fL46AT2HziOpz37eXju9S/EkWPHsbiwgFazgtv+cy/+5m/+D6ZHirjo/O1YWjiKQhDFRbvPR6E4iqPzKxjZvAOvev2bkMwVlUev9zA0w5+bxawELSPs6pOpqYl5MdaLBVkVoa0nKQRt+3XIAat+rNu4HcaGtr6tPgpb9123lVuvDdS29/o4xuuJCmgVA9UBpQ5gJahISQOBpCqgD4FVmljac/Y3snzZhUIg1Z6zHM0DqxyL1FP3BXweB70yyFjtuLjPOEYsTNj4cnSMQYebwHe3rgxM60KkDc1JT6xY/9as+yyBaOvIc91XTmuVxyxwmM9T1jGfx8T4uGPd9jA/P4/y8rKWADJWGYte/5p3nsU3//C/9EfA6pp7HAZWTXbFbUmuPVdTVG37TLgMWGXwQRYkgS9SwrmIWts/wVTGI6ZDaE7e1kpoagCrgVW9VpqmJgWgxIKbXrsvDU5qvhFYRSKlNjYaTzHBrzVNCoDHdjpjFcik4hIcJ8DHY1SLDs+j20EqiAkAJbBqrEgDYPkysjpkukX3aJliUCuUSSf1xqj1aa2QaodUec4xVp3+K6UAyAClxioT1Wwijlwyhkanh5VG22mspgQetnsG1MqIk803rFBGgSyNp6TR2UFDCxpkaBPQSEsnYUERb5MxVk1HS8xbAattsfBSvF/O4IpMW0oB8D4RWGXlnUkb2/0GwGrSXO/FWHXjgEEb30v/763nB3jST8wiFmWiXJdTMTWs2gJseURx9Etx/P3H5nHsxALSQVw6c2Tn1rvAUqMn0WsPrDbaPZyqkmVKYBVi9haTSV17sjVpXiWN1WYHTYFrEYxnUwasNtoCVglYT2TSmEwTDG2jCYAaq2MEVlPBKmA1zcBe/dzDNla2q/FkuZiKdRU3nUDqJGozicRRqhKA76OY4vWxgLwkJuVqYJVXQOZVDrShBEGjzXtK+QCnze1YeesDq/zuKNLxCJI6RgM6DHuPmKlMLIZPnyNjtU8pACZA3SY61UV0Em08vLyAWrOBzmwU//jAUXzpG8fQbcaweSKPfMoCp0dfch6OHW7gnn3H0Yl30FOwx2A/inqDV7yPIBUYayyWVGKdyGbQcrpDaSblUaBaqqDjJ620E1kZ7Tjnags1KCgiXU6x2wkuOzdytS/6YOF0YNUACs5kA1C50et+2MC04oVrf9IG6rUIuW6p5VkvsgRZTETeR2OK+2CDsgDFeBITmSQSQRdLzRbmGx2tg6lYHxOZADumJrFhwxZcs203HpstIIcG2t0G2o0+Emw969cRqayg26hZ4Ol0VsR+5DyQYZwzgBITyII1I6cN9fJ8crx6KXcJ2KAErsXC1gr11djPNAeIRD2waixNSprQsMM6C3j5zSwLbKduVxERsMoVhuxjqeXZ8Vjapk4Fza1QME1g1R48+BCwOjggM+47LVoUfuor9uGWSAes8vh1IsYU8KBCj62YvqXIs08HwalLVAXu+mDU2vt0ygQ3ZfIiJyvHYF19dfU6p93kW3598GvsILauumDYMY/8XqlrpzFJzYks+vGcAAjT5ZNJ+wBY1VX9+NmbV60FVo0JYPpbXsfUA6uqzFM/1+11HOt6nfZKmxPeUdbO2xyRfU+ifnf7ENdQGVax8BqNqU2KRna8tE0mOc6cwreWiQXhADoP0nlmhbEZTKPRP3y7mApe3LMcsBoGdtTO5TpJ+Hr/eXwPTfkoFTBaLGptn5s/Ib09xAKxVPl6Bv6UBeCaru6PswBWLV7qIhnEVbybzKcxkUkh0WthanwEkyM59Kif1qhjZvsuTF/zXERyY5BUpLu2ArocY5X7077v3otH9j+gy51MZCQFUBwtYtPWXSr2WD5l98iWCwOCuTdTmzKb7gpc5e88OjJYmDhJL7rX1vmyGNzuNdFv9bBUqWOxtAxUSig9eC9q5Ypkg7RGdynvRDMxqisbo1NxIK+RmI0ENuOKs8rNFhaWK9oDYjR5IFszP4ax7bsxvmmzWGC9WAozM7MoFoyxqg4RBwb47ht/74esNI7B9dh3fl1fH1j1oDs/zyf0AoecOZkfQ/5fC3xWMzvDx7DezwbGO91gavirLRZ4z7vfg6/961e1l3z0o3+On/u5n1URmon/9IbR0xeXH+CZZH5m/VdpYVqTdXsCwECJ1OaxnYPEutya7fYcp32nsegZZQP2mjNNdSCfrZsuHRbgY8ANQXHGKmpPjsbRrCfwxje/C2974zNsH2McQ8ap08NebgDfub2C//i3O/EPn/wSji+U8KLnX4Y/ft/LcPu39qHbzeIJT9mEv/rwJ/Cbr30zugF3G7JT1TfmCuTcR4YtppoPDljduXML3vqBP8An/+ZjmJzZiJ983vPoJqOYymv3rdVYlSY+u2YIjMTjOubLztuAndNjGv/cBU812jhe76LBFh1EkY/3MJWJoZiKSX6jG4nhG/ccw9ElahsPOLEWu4fMq/z89wVF/c7oRHIa3qjWFxSG6E64ocLrqA7GsJtLtkdS439tQcJpl/vxEgZWte8SGKNGZAfZVEHA6obpLK656pr/b8Dq6sLIMN+Unum6jPFzAVY9OG1rYK1iGtN2Q6LqQkokcyo6HXzoPtQr8wIweYtWlssqFAwlfUwr17Pt+K8Y0ROzeOyTfxKzszNYOHkS1VpF69nrX/OaH2A2n/6SI0f24Stf+RcrHDgWvzfJ9WukQFT7xTUK+bnnc3djt0qqRWadThtWwKrXUrXv9p9jhAaufbYWe71idv0dPnwY73rH7yGdSGJydFRzQKSTVhvxdFZ5Guf9m976VjzxyU8ODWUvv+XnqYs/e4z7LV70BWAyAt/25jdg39134CmPuwIbcylQ4m12cgIjxQIi2TwePn4KlXgal119HQ4dO4p77roLj9x/NxZOHEFteR7bZzdgpJDHSHEUp+ZOIZVIYmrjJoxt2Yodl16GucUVzJ1YQHXpFO65827cfsstKKTT2LptFidPHkG3WcPU6AjSQRr7Dx/Hc1/0MrzwN34b/UhikHOvvWM9Sp4M+E6cOwQs2+h1qsphtUcrpgqQSGbF5B9WdMK8YdN9DsuFGKgajqHXGVKDNd+DsC4iD8UWPhbS2HfdtQMpAJfndnsESNl9ONRclb+FA1gHbFXXeaQYjj4ofJ/Tb2W+7MFyYgsZkm1cfMPv5j1mXCHA1BUJGFOwaCzzcXYFk4QTIzZh/gPDQvvqsa0xGpYwWefSDNZ3nwPxS72hlyOPGGHAxqK/JolkgNHRUWRzWSMFdlo4fvw4FucXlJ/JUDQI8IJXv+Oc5vgP65t+BKyuubMeWH3pBdRYdVT+gZaaLdAEJjj4zS2diSAp030ZD/XIcnFVCjJWqUcTCMi0FobBQ8YXBmoQMJNbL0FVtvITyCSoJYZrX4F5vUWToB7ySbYZBgJC08lAGClNFPgaztEgQSkA05mRNieNkKgDRsFytiozAXAbBgGzdDwmxioXBrauxeIBSnyd3OnJUO2LwROQfcOKioBEyh44INl7qTCpIKuOAG+vJ2ZKPm1JXalB4JfATFTapQRkeSy9eBQj6YwYlPx+Vk0JGkbEUFSdldgXcwAAIABJREFUX238SbYud5tKgNhWxOvDNks5LvpA2TlK++5Whg/1RhulVkesIRppEbDmQsWWchp0xaI0nzEAnIwUNpoLWK239Xq26AesJAmEJKOV15TgVx9XXDOCy64sCvQma46M3l6PLQ9uo+zFELSBb3xjGd+8cRnpbEyGVPxGGhiRsdpqdTCejUssvNZsYaneUbs97xk7qXiteN1pMqZKF6JitjZ0kYGJQlqsWjFWG13Uul2ZYU0xm6S2VS+ChXIdYxmyplI4tlITozoZ7Qiw9NQ/c/e04FrAp6uQiaHs9IFsQ4pipU5glUZkZJOafnCZialLpsKMFplXqbU3KkdlVnUdtKWEzdym2fLJttS4qn3LdTpsM6ZxwCrZ0sR3enQuNcYXj5tSAESwzxVY7X3gfYgGfXRaFbGYWuk47l04gZOVU6hPJfGle47imzcdQyoRxcaxOLKxJObKbVxw8Qi2b9mGW7/5CA7PzaNBTb6OscAJKjY7fcRTaeQJXARZrKyUJNdB7cpkKo5mq4pcKisjCsoBtOoNS4qka8iWXGvBkArmgPXogkMGKqzx0uiHYI5jr3JDH+QFIdaY7o4YvgxymLSTQ+LaqJR8GiPUzOf6YnAx2ZVEhmOueiZLKk7GLJ2xacxBzciYwIhul0UYjk9rd4yjialUH3tmJ/HE3Zdi68bzMDuawlg/h4DgVd+YuiiXEakuod+qquKrlnq2hvd4fEMNtuGK6bVkQ0uoZ6L4gxwuri5MdqD0IOiwoFYsMFZqNau4yNOtmjpexlIwxoP9PEg+yBbtUpi/hn6rbtpQA+On4THZ+Oca66o97k+zxNwN0TWGq3sMC3cGlvj3D/6uaMwzbTxYOgRYw4VqBrKDuDYEHg+CV3+9woyDwc9kr4eSVdfyrPMf4DQ+uPVMYGf+sqqbw4PXPACvh2vgtCQBaM3n2AS6DjEavGXQH7ifO6DDMy65xv/92UsBFLIECodt+p61yaNiQYvzjW2N3lTAkpuh2dFgbSSe7pJ/FSicuYSSLf1sF8eDeooLpH0aQ5p7W8r0T32QzlNnwEyWKh8D+RSXoHl9Lp84WoDhjssZYvl2sabmvbveLrEUA4FtwyqiGFDvQYYgmUQ+n9XxkK3K72byW6mUNfZT1DTp9dGOWddKj50m1A5zQLJnAvnPC+tphxNdiuqweFRMB5gsZLGhmFOiVsykMDNWQKfBpCWKC57yLIxfeDV6bYLeFqtouA8Aq6hc5A8cfAQPPHin1lAWrGjmxfV109YdyOdGjXWuOWvrGGMNtvznUz0UMixoU4KGUgBsuzZZFb2u1TId12oNyyvUwDZQcHFpGbVaVXFPc6mEA3fdA9SrmvNNXttIoGI1YzRqK3OZ9sx5FWoiBLz7MiWtNanJXVchOt1rIb15D0bPu5RaFU6AIYbNGzejIGA1xKJyRU+TlvJGHkPDKhUmNDdNq1/nws4c6eomBIwTODamjBXpaVa2sLiIO+64Aw88+ACymSx2n78bu86/ABumN5hhBWdtq416reYYW84V27HELEaIIN41PXbTRfasT+rZujHnHIdHCiOolep45zvfgW9/+2ZkR0fwj5/5NJ70+McbU4YrggOTzzbJCgobDfsN4ahawgZSL65LYICxmjGftPLXPHjPhnuo/VEFSl/iCc0z+yMvv2kueoDWCpoGANo6z3tjGo68WK1OHm9/5zvwut98BmKuutztU/uYjKQoji338OVvzGG5EkO1dAqtUh2XntfHM5/1GDx033GkEgWcd0Eef/yHf4W3vOP30U9am6pVuKyYYEZpXWk6m2a0A3C6bVx25aV43dvfgk/+3SeQDDL4by95MeqUGeG5D2afdSsM1z/uZdRY7Spv4H+X7NiAPTPjYoPz/tX6fRxdLKPS6mNyYgTdRlNaxOOFLEbo0NWL4Jb7T+KBUhuFSF1xSLOfQIKkBhZBVHQ23wJqzVsMam3fhG4LNH2VbEdTshrMW6Jd0zBXqVWSLG7fDRUc/C3WPRGRxPIxgjxK43itOH/Yqhx6aE3VoHKMLumEd5HPZPBXH/0ztWQ/6dqrkKCMCtd2PyA8O3L4xaHIJAzyDEFOazcJFVT9Hhw2qlmjpeqg1zNOF4HHa4Y4u4B8gZ7/2vrgNFbZhUjpp1RButHHD+zD8qkjIgZ0GjV8++ZvSWuSn2EK9K7rUV9i63an3cfszj346Rf/CqanNmBu7gQq1RWtP69/1avPdmrr9X/9vz6CQ/sPYPfO7SrEikzh/QEGca5BRv4e21psOYefh9qfGU+vMbCy6+4kpgaF8SHjldk5z5t7BnPPXDaD+++9Dx//y7/EpplpMUinx0cxMVJENp1FtlhAMpPDwnIVhQ2b8PyXvRzdKDsqrHPPNjevv+niWYJziuU7A4ke5kM3/MF7cOuNX8OVj74c1ZUlpNDHzi1bUMxmcPjkKTTjAYqbtuHapz1dDNdbvnmT4tKxQga33/INRFp1TI+OYGZ6Coun2LpdwoUXX4rNu/dgesd5OLywiMVSBaWTx3D04H4cOfAIot0WxseKKBSyiETjKC3MYeuGWbQiAS594tPwlGc/TwXY00tWdmqMPVQcdvEd85JarYJOgyZmVtJQbhcNUCyMyRhtkL+v+VDm2GabO4wK3LI7AGN9DK4yvOYqu174mWYCK0oCyRmM24XosiBuRrAm7xI1eToXI3ngkl08XWqtSmfVJAI8mNpuOfCUz3f5GoKv1OdnoZaFV+vulCGWy2+TQYAc9/uB9w0NoFZQW1xELBFDs01Jl75k4bI0RG41UZ87gm5jCf14Av30KJLFCaQyWXWc+mJg+JK5Lec0cytddSfd5iehv6bEhLyJl4x8PbCq1JCYVhvZXF76qhZLk6/VwJEDB7Byak6FasoEEFj9xVe9/Zzm+A/rm34ErK65s2FglS3PPljyCYycLum865yfOX8ZXLBLjOY+3Lw5yAVORC1ZI9OLiaXpuQxbWcQEiXCyh4BVAaPUWqUsgAGrDOYbbWqT9sAu73SQVOtcKggEQtZqDemvEiA5DVhlG3JA3iXbyJvodPmdBhowWCBwRHYsdVOaNGMIklipNcVwJbtSemQEVUVnpyg98xNqrHaVwGhbci2OHliV9kYijkKaYGMfpXoLbPMn25VgIQHcar0pZljGaZmyVYk6k2QAqv2dWnIROiobw6bdMdMmfg4BaxrrkFhlfCJzO5FEoLufHlhdCQGrPPZonBXGHmota7NLsYrJYEHaQRCweqLRkasxmby8cmrmYtVf2qBdBCng2h/bgJ3np1Gp876SycukrCXnXy60kV4MyU4PBw7H8fnPHhDgnAnYQphAJ9LGqXpXm/VYOobRXEqs02Xqp3btnvNYpfHKtk6x9CIytuLx1aVjCUzkUwJ/w8AqGbBT6ZQBq/0oFqsNAatkzBxfrIlBkYq2BdwOQZ1QFOZcwOW95IBVu79scYig3GgrQKGGFtv0eQ3JzPFSAOFEQwLxrr2R91yu9C4I5aIuXS+1Cw6lABarNLgyJi2fp8kWGat8I6UOvAYsCxEcb+cKrHY/+H7EUhF0m1UF1t1cCntPHsLdxx5GYqaAr95xGLfduSyAffPGLGrtFpYrLWzbPo3HX/1oPHjXPtx6+31o9lMDxUyC413EkM4XkMnlFIKy0EKDuWpl2VqCWcQgJkxH9HYbtQqrlmQbOnakWmA8UGAgkyFbXDeY3JiWmbHmqPPJBGqtftMgL1LCIkM5tVAZsGrBJB+WlFubCdue6ZRmzEXJDTj9Kh8Q+hYqHoNYCgS6CaIQpGFBut/F9EgGs+konnjpHjxhx0XI5EaRjkVRjOSRRgvoVYF6Gf2VZfQpbM+WcaeLpoBIQZFrax84A1sSG2ZvDJftcHgRZnJ4RqsHNBXV2ujre2CVoZsBq5F4SuC4b6MdBC8eBFT7OnVf6+i32do0lCTQZ4ZASX2Tk9nwf5tthhgjqxhOw7k3ZK4Mz8mbfQz3DUv1B63Aw1tvz/kkchVjy3+eS/rXHOsgD3T70+qszJXT7cK5a+hbJx0Iug7rSHIOYmU5RvXAXGsYeCuojqWcDAO1XE2/0jOQrc21f07AajGXHICmXiPRWsuhAg9Z0SzmeFMBD6zarFi979PJ3bNWhmvm6kzAs3UJrBqIZaZS/HcgHeD0tDzTJwzIyOjItf4PmXR2Z7TPEXRTi//w2DqOweFfr7XAJdDUheWxmuEd9czjKBQKAlxU0Oqx4EhAk6Z2DcmspNXu2UO1w32opzmtVjnGOA50C5//mYBVdoGwS6SYTarrY6qQQbRH3fIAm8dH0e9GML71Yux+0jPQShXQqXENcUCWdwd2c4qt44cOH8Q9994uZ+hEEEMinlR72qYt21EYmRBYbwmdWoZom4FUooN8wK4YGvYZW4YdOrVqRdeDhkpkSxJgmJiYwMoKXXrbuk7UQNM8ivTBROrgXfdgcf8BfTbNI2l8THO0fCalrg7GSQSLmIwaK4ddPZwUMRV3Kw1zaY80KhjddQmyOy9CI06XbdM33Ty7EcVCUXIvQ0YVmfMRjVMfg/q1xNg2bi3jd8djSKaSWusPHj6IAwcP4LLLLgO1TXl+9Tr19Cq47867ceM3bsTevXvRJHAq/bY4Lrn8Ujz6iiswWhzB7Ows9uzZg3QyJXBVMhUdA2iVPDsmsSWJDszzbdCO3a19XZ1DfYwURnHy6Bx+753vwN333oXt5+/Cpz/1STxqzx4tJ4x/w+ZZZ5NopYqrGau8Vlp7Q2NIjEhvZqTL5hNT+yabt1x3qEvsARkHXakbbViWOn3/sfeufd4KZ75Ax73GwNd2K4WPfPRDeOmLr1VrPWNXA9YIrsRweLGFr992EtniBMYKcUQ6XVyyPY5CJoITx5aQQBozGzP4vTe/F7///j9DLzk003InYy2lBDxZTNW+b3Jk3XYT1zz1Wvzqa38bn/rkp4BOFC/4778sszrG2WFgVUDFYI+QbZCAYA+sXrh9GhfPTCjeJkmVUl+HTiziVKmFjTNT2DiaEFOba9qmkYwK599+eF6da1fumtZ977AooeSpj35AsgOwuFhDpVpFPE6hkL4KHNQn3LlpBuVKDQ8+cgSVGgEMV9iTTJa/jxYfRKlrvB5bmYUrkcP4XoKENpY1Oig7FnqsD6z2kM+k8dd/+edIxeN4ypOuQiIIrDC9zn4eZqG6I3Qs8/C4c1/q5ko4juD715sXw8LrmeCt4T4dPgYBq+7B57n26fxdfZ2UB0oBdFs9nDj0CJYXDiOqGLWBW2++CVNTE0inA+U3KoSSzaq0yzw9aMY2Or0RV177ExgdmcDCqZOoVkvas9746nNjrP7pR96Hg498F+fv3qkYUd4Bik1Dmuf+EuriEbRz0nCquAxhOYJ5Vi+wNdbvo8ZidXtqqGNCIJLY0iYVwWmay2TxwAMP4NP/62+V/49kk9i+aRZTY2PaA0bGx5EIUmh1gA279uC6Zz4HkSAj4zp1GDgTJbE4Cb5Rl1Ma5syHayhVSmjVqxgpFPHZj/8d7tl7uwqJ99y1F8VMFlMjRWSSKRw9fAzxQhEbz7sAT3vms5DK5HDTt76pwv/ll1yMG7/6JRw/+IgKmakgaes3dZ5TaTzuuidj03m7cWR+EfNLy+hWl1FeXsRD996LTr0mCaepqUmMjk5g6cQx7Ny6BcXJjchv3olrn/4MFQi9NbfWz4HfPLtljQxCUFJlpWgXjZoRVxhakuBBmS1E4sikC4gn0pbrOf+AoRRWX2Gg9D7dfbSx6vYb3uqokXKkgU25nRjle0iO4PU5gla1huLoKEanpxGPdrC0cMper4KKaaLqIx1r04OnjHfY0s9OFl43AaRionr2qplUGaOTRleu/d+BqYPYLqSdmkxEkM5knQGvtdkvLi6hXW+i1qwixVZWd2zpZBq9lRWMoIuNkznMLy5j775DiBcmsHP3BWirS9Rym6FPwpDMG47P/FoR1o0O71VeF16kKWe4ZbGFASm8JoyzxifGzeeC59Ru4fjRQ6iunJJsFhmriUSAn3/FW89m6/6hf+2PgNU1t3g1Y9UWXR+oacwpuiToZACoAA6yUDywKsaqAatkOkYJTEYJhJj4tk+QfQGRgSVxESYvnPRirHKzIhNOwKpprNbbfSU7dNvNMAFqt9VuJ1fzeksGV2SWkEVBpgUXJC4QXOCSQUKBU7VpjFWTuzcqeDJOwC8hUISGC/EgidIZgFUBYDFb8GQ21TGumi14ptGm9kkCq/EYChkyVvsC4wgO87hoCkW2YbnaFDs2k4wgnbRWzFqHwU8gw6Yo2XhsKSRzl2y5Hpm7dIw31omMlcTq48JMhI/PW7VS90tSAG2sNI2xSmZuIkZGLlm1ZJKQxRIVizbg+2hQ0SczuIP5BsFwyHwrkDkA2bu23hCYHp+K4anP2IKx6ThKKy0kk7aBd3tN6UqREUWxxjQNw8oFfO5z+3HsZE2auGLlRbrGWG13MZ6KYiSX0rGeqhGAtntOEJpsVILMBCc8sMrjo5QCA6LxfFI6rLV6G4vNDmqdLsYzBFaTSpzr/QiW622MEliNBzi2VBNTNB3rgP6ew0XWA3gWnIjBSPZzEFfyLVCV1TsBqx0lgNkggrRaaaKosu3BtdWtBVaVokgM24xQfHgn8ykFPmRgRgU6MuFdqnXEDBYrRhIOQNLBOZRLYMst2Ze8V1zsP33s3DRW+x/6EyBOPeCGKpq9fIB7Fo/hrkP3YGrHLD7+H3fhjvtrGAlS2LyxiBPlZSzX2igWx3DllTvRXGli7x0P41SpYQwosr/qDTnn5pgkxxOab/lcHjGaiJ2Y03WMkGlN0CVIieVMZhQNZQSfepa5F+MfJG0GbimRlSlNoFWLwKxlu2cAVn3OKIA0bs7USo6tddAYNQZIKPATU9QySdOJ9uufvYfPmXREX4UVnwhwPiYiMeTiUWydKOC88Rye89TrsCk/jn4kiXQ0hXw/hlj9BLqNKqLNEnrlMnUtzBQjFmoNJ4fcLY4CL4XlhduAHEV+sG6HqRlDYHWVu7VYVZ7tyc/jOmzJmViq1HWNphgZmvNlCHgcJCccb0zAqBfVJvDCRM6xe9bsIQJCvHWtZbwQY1UJfjixOj0pt+XUA5e8H/5n/z7P7HPPO/aVHefwtauTSz/rKKewxkU4fOyaz34tCBdbhsfjk0T7NwRe654NP8wwP5NukL6L4we7JvUBy6sfTck4zLfdObs7h+2695+DFMBoIT0ATcOgIBNxsa7ZFeDYpIME27HNlHz59v8etdMNWFTiHhKcHRRbQ2w2SQA4xrd/7QCAcoAP/+7BMs9Q5b7sL9964K1ni4bHpsz3XADviyC2pho47AFdaScnEmIXNFtNYyZ228ilAhTIYEUPpRrBP5hMT72ulsYYNcUZLzgpgDDgy58JmNipD5NZXaN+F7l0CsVMErF2wyRrAnY5BNg4nseWXY/Clsc9F+3cKFptJl6mWe8fgznHdSWZxNGjR3DnXd9Gt9+UpA2B1XQ6i01btqE4NukMw3hHu1rLY7Eqsinqurbxf9l7zzDJzupaeFU4Vady6Nw93ZN7kqQZ5YCEIgJhwQVjMJ+xLds4YWN/+LEfTPZ14l4TPuOAA0aAwGAjRLSxsJUBoZw1Go00ebqnc3dVV87fs/Z+36rTLQmQfO8fW/U8o1FPVzj1njfsvfbaawV9DUnqmMDJ9bbbom9GwJDXSrYP/x4eHlK5Bpp48rv5/QI4d0IOCiemcfC+B9AsllGpN5AvlEUPLZtOIBGParwi+yjPJAKsNCHh2ASwvLiCerUmbGBftYaB03dg+KyzsVANgL4eZJESWE0kk6qNa+aXaKwayWHvErXzxrqQk6VKvUSenQcOPIWvf+1rmJmZxjXXXIPx8XHMzszh6NFjmJ6awvL8ghjKcH6TvcwZJ7IYBPQN0z6ZSWNychLnX3ghzjv3XPT39asMUJ3Jssr7MPlsE0jmDmDMYuw1im6o6V7iOGbTfXjqsafw4Q//KU5MHcelV1+JL37h8xjO9inT7IdsRz8q+3KTI9o14ClsaWJojxADHJkY1WxZHlaPAVANadCuMX16dzX2qpTmguQ4MqROmxt416d0hHlMdRivyNpBAu95z3tw7TVniXGJdsJrFw6BS3alreSbiMXpvsyzpgWnzG6fGqanl0SrNzMUwedu+CfcfMudaDnm3pm9116LALbmPGAsyeSfLM3Xvuk1ePtvvgNfvfEm5FeK+JXf/i0UyxU4zE/WUBx/OLC6c2IAp48RWPUJI6zS7mB2pYr55QKSbhiTIwk5V+vtNmIOdWR9uP/QLBqVKi7aPSYxd6MTkBiUi59SA1IulK58oydPo9RiSdYZ11e95ccTR05helHNYAlEM4YRAoaYDRo9arMfde9ht+gnogY9ky4WSY0ppDV1WrP/PIex2kYiFsEXPnO9nMlXXX4R2CbL+87TbW1B1jt/7P97YpPnAX5/2Fx/fkD/+YHVLii8jldojX3s/kEdbXmuLBc1WiWwyhBn7qQCq7wfzPMeeeQhnHfumejvT8uewRymRUY0CSDMVyhpEeggGMtgw/jpSCYyAqxSs5p74fvf+Vs/aik/7++v/7u/wsGn9yOTTSAYUPCM+55XVd+ufxOMdoE4Ww6261IK6OZhwTorfWRfKxGLLO5erCUdH9RoDzqolit4/LHHMHN8Sop09BEZHxnC+PCIjAFbvsULot7B5tPPwI6zz0Gj7UeDUmmMmRs0qWTnZUNd5UWjkyztBiq1CurVisTy6XgCTz76MEqFPJoEsk6dQiYRE7xh+9YtCLaAXKkCfySBeF8/mv4AVksl8R3ZsWUzDu5/Eo8/+ABiLgk2TBRaUuRN9PXhjPPPQyieRK5UEm31SKCDZCyOJx56BIcPPoNYJCIkbhpxkbE6NJBF39gEtp91Hi644jIp0lm/mS5wx7xExolnhGqP84woV1ZRKOSE6czznc9hccONJJBI9wuwKZIpHhkTvWCN+/n+QvAwsl8K4vJcbSsjX2Q71NzWdWN4bP8BfO5zX8L89DQ6VRYOgdGJzfiVt78Nu/fsRi6fk4IT74Po9Ernp56BNkbjvdDuTAVTrXQA5YO4j5IgJPmwsFit2RU7oPSadRyMV4aZS06I0oUqtcTvy9iDjNVCuYZINIJatSIkJpddpOwALJQxHE9gJBtHqVrFgWNTODq3jG279iCRTctnWHkaK+nWM/ey/BFrJPHCS09zPu1ssNqwuu1pbkTgNRAKIZ3OiJSBbq1trCwuoFZelWsWYDUUwk//6svA6po4rfPc0tpL2gT/q7zIAqu/sMNKAeguazcTwQ1bBFZVL1MSD2nnJ6NQpQAEICWwSiCPB44cBUo91wNftdNs1YEbDDdevo7rna38LEwIsOrn4dZBpaGt0CHSr8NkljSUzRikwypNEvQ9BFg1ronWVY7mTRZY9TJWBTwLaNs+N0O+ZzDoihQA9U4pYUAwkoAogyHRwjTAqmWsCvNQsB2tKEpFqk3XXT+SpNd2IGBcTeQTIMAqX1MoVdHyO8i4AVASlFjhfB2YJ2bhD4pOYyoIEcHn5t9u0OCnhVpLW1EoS8ANl9ViMdoS5oOC03pA+kQTcw2wSrdpR4FVatYymY+wci5t0AFJIJk4LdQAxwdhgzp8X5EZIAjVQrXawq69CVx05Qhc10FupYxUOiyJR6tVU3MvcTT3I0r5hdUgfnDvKh59fEnaB3mMcMPKNXjQtpB1Wfl0BdBdpnFGm/VAMn4DSPDzpZVBtTWrnAd11aLl18zGw2IIRpB4pdZCmQzYqIOBSEjZOW0f8tUmMtGgAKuicSUAGA27LGuR77wWWBU8TmQlyA7qAatkMfNe8j4zYKapFK+2ItVXT6XYJDr2XckE5AFlzT/Ubd2CSmwHUykAEfWuSDO8AqsBPWzCplOKEghcK5w/wsH0B/HVU8Yk50VsQKcK88DffkIq0gImtpqoux08uXwSxxeOIrtjAz7/H/fhif1lOL4gBrIROVhWyjUsrdSwdXcGkxt34sn9h3D05Am0mmydD6JSJ9O7g2gsKsBqoVzC4NAw3LCLqSPHxZBJOvVEloK6OxFJ8ujQ2hBHbwWqvIRCDV4ssKrgPoFV/osYZMh+0msJlrvpbSezGSDb+TjHOXasKEvbsyaAkt4JgKe6bwryknHv0Sw2AKdXa5JPJDNOQIVWE4NuGGdtGccFO7fjon2noVZsIRCKYDCSRbS6iM7CM2hWKgigQQQDPlKwDfgrTX1MQG2reLfy1ANEvSBn73Z7gVX9LtrGJ7CfeZqtq5vWN/mORmtN2DmUVAmbdnTrMGtfagAvrjmya9t1A6z2tF6fM/XMnuRlMymw2gMoeyDV+us3wKphh3YF+SUZs6ZivSRNmsxMIcSCxWuvpweqmnRBh9zTSmef762A97ILIggWuH9uMreWGLsO9JZ7aEFVD0DcbdckqE19W7bLKwtF0yaDdAidpgl8+c4Xsbr1qQRW1Vld2QV8CFhFtpR0Q2gxR84Qj7kW9x1rOCGBswTZHufedcY/dk4q6KryOV6AxgvGrgdhvIG7t/1WY4S1n2n/zb6fsEXZ2mYYNXbdC+NRirQ97Wyv2yyd7amXyHONrbr96YR0l7BbYnp+EYUa5WgYw5h2OmkXM0wRD4Cs49kDELzAEosliVgUaTIxKiX0JyJy7seo7Rp3sGXvhZi4+G2okq3cWBYA0muI4QVw2UEzNz+HRx+7D9V60QOsRjE2sRmZ7KCy8SXmURA/ElyUgnE4yM4WjVta7BxgR084JGNLcJXjz7332LFjyGTSmJgYF1kAMleZCNVrVVR57JfKeOru+7F0/JR0CyzlCyjX60glE+hPJaQIKjxrc05xf/YHQiiVq1hZyiERjSGVSKCytIrsrlFsu/hC5OouZueqMogT4+NIxJNaoLMmK9xD2BVlWMjriz3s7OF9vfvuu3HvPfdgaW4ey7kVcWGy0KVBAAAgAElEQVRmuyjZsGR2kalKDd2o62qXgUkI+d0JWulaU3kKu6s0Wg3Rrt152h5c/MpX4vzzzxNNXgFUjZOxEoh6EhV2/lmQSjpLOh0MDgzhzlvuwsc/9lEsryziZ3/5OvztX38SUZp0iJRzj1X2Yhd5LLXBbmnKRpO8T5PtrgSGLpw1b60/eWIeYUB59kSTm/IZymlU+RzvPZBd23x/7zhIIm4MxLSG1W0CBloRDPRR+1A7zsho1m4SxiDGzZ5neZt6fewCqgkJgqAovWUl5nGoVc/iEM9sLZL09n9lMnfYGSKTUYt/6unQwk9f9zN46y9ch299/Vs4cXQK73rfe7BaLCEUcAxzzA7TCwCrfspl+TA51oe9430inVFDQGLsueUiyg0CqUFs7o8pSMACFbtR4MOjxxYwV2jhkt0jIu3EDjvG/aLSKgVdawxmO9YZCxlzVTLIfA4eOzyHQ9OLKsklBAzKZNWlg03nnx8taSHutcvaUEjkvtBEpVyXoofcVZ7lArCaaeRldZoWWtljKVXQ6SAei+BLn78BjWoFr77qkucFVtfP4V56rWe39/HSU2/v+b/2E18QWDXxlCU+EFjVLg31/GA7ejiaEfWe+amjyC9PSZ5E0+P777sHl154DlLpOGodFs58JB0qG7odVNZxoIVQIo3xzecgncpiYZEaq6sSF79Uxurb3/pmbNvOroQo2uB6UI8G7Uy0q1jjp2452Ejx2L1Y9lNhNps4S/ZXfYUtQprJo6u+G8IogCaFy1YLETeC+bk53H/PvaiX1f+DTEzmxRuGh0Xea2lpQfb5WDyJka1b8crXXoNoIinSPNVGXdrOmRuqXI8aJ3Ftl2gyVamgWauKvB+l7+753ncxc/IE+rN9MkdpiLeytCQygGfs3IFoMgVfOIJANI75QlG8RPqzKZy9bx/uvuu7+Mo//TPqlYoUj2NuBPVqHRdd9kpcevVVmFlYQLlaQ6VWFePdsaERPPbgI/iXb34LfamMSMo02enpo3FRBEObtuDn3vEOjG3bLNfYLSKYTVdTCFasKxJftagNGgyiUsxjbu4UmrW6/ExtdOZHoUgcw+ObgCCrLtp9qUQIq+kiQUd3Yiv2ovebZ71IDhBYlbyFTOsYlpdX8YEP/S/c+OWbRH5ocmIY0UgU80srOO+Cs/Cu3/tdpLMZYQbXGzXtFuDeaU2aTEs/gVeJ+wikiu+F3iMFUhkbrW33t8/jPeba4RpXNquVy+og7DJnC3dN0arVmpzJ4XgWswuLePChB7F9y0bs2boR08eexcyxk+iLpYXIMTExhkK1hiNzCxjbsl2M4WxsKMUoKxsne4uR4fGeTWYU19NP+M+kxVn5GAum6lliWLkdmkR3xOi0r09Zqxyf/PISKqVVZazGYnBCDn76V14GVr078cuM1XUnoRdYJcjpNZTQyWg1VlUL1QKrrbZf9DG9UgBSZaMumLQCqB6Tznll3cl2QjCypUxIgRWCbIYlqKS6pnyJlQJgwkMQkGwQaVtjIudQt7EpbdICrIqrsbY68GDgwqNO6fMBq7yWkI9ALa1oOrLxk7FK53dqeTj+AEK8Hr8P1FjkexJYZaLF3zeYcAmzh1UaiqKy7ViZsMpODckBVKxSO5WmTNSIVVmCYrmGWiCANA2tQiGUW34cyFdxotqRw5vBVzrsw6AbRH84gCgDcG54tQYY3hG4tWTVNsfBgAtGcqwLrK7WtA0yQvMtgtw0/DDAqlS6qLMn+reWsdrAYo1ALQFnBVbZXkL9SLqDUoPoklcPY9fepGi5FFZLSKUSqNeoWVQXYJsVSgKrMfhRXK7g2aNB3HbXKWHMsEWSbYIKrDaRcX3IEFitNbBcaXSBVd5HkQIQB3g9ZHiPa9Qq1U47ZKJhAX/L1SZWaNRF86oYgVW2fzSMSVZDwFa/AKtFATDiDtvrzUElwaSGJbKpGsMgfqqVArCM1WbLL4k3WSoEVqmxSli6TCMQw6q1FfEuuGDMG3jY0MBKlS2Nbpthyci4hCxjlW1xQo2RwgXHIezTQgSlMMg2bIpWo2qG3jS9Vh9rfWD7fD8LsPo3/5/MXx4iBPwbMeCJxWM4XpiGM5HCbfc+i6cezknLUzAeEKF6tnQ8eXABycE2zt53OlYLRTz48NOoVILqomiYKdTK8QWCqNaqiGaS6BsZwfTho6jlaN7gR1uYXmqCwkoyq9IEVvXx3CPQBoJCxpHii6PrW4IPrj0F3r2BuiSBFgiRRRFQXVTOJgFW+VptK9GwRhM8ssDVjU5Z79Qe5pygTEi3/dzca+5nBJJ4S+kuur2vH1eduQ+X7D0dg6kk2ojCDcUw4HPgn3kQnaXD2kZEIzleckPBDjZFUudN0iwWmKR4ZdhGwsZlErQ2Obb6ps9JTrrt6mpmYJmSCkp63oOFBQnouI840pLOAoDVC9TboIGefRtfS4FV6QWWai9ZZb33fC6zxNxRn2WsWjCiB0p477meCXpPlWFrix965qwFVu3MVmBVZo5J3NZ+z7XAqhcIlNdY4F3e3cotrDe/8erbeliq65lipiCjyZ0Brg1zqtvSzO8n4IdxzSaw6o9Ie5id51aiQrVl2y8JWKUUgE0ivWxTeUcW+Ti3TXGux/QyoLqcyS1hZUvgadaCZQnYFnjrJm3vu64Hw4IzhlRWD9Xui8LKEhdWtplp8C2vZyxhdGW7ra5mNxB2hefRBd+6QJK5/1Z6xSNlwOfaNm5hypCFQEZpKIDBdBxD2YQwVysdB489ewTzhTL8wYgUWNSVXrUOu8xYT9XHQ95dAwgSU4mRscrCYKuBoXRM2Ow8o6NxB9vPvwgje69BMxAVx+Aw19460MF+R+o5k2lCYLVQWpEuCjJWXTeKsfGNyPYNqn6eKUr7fC3EfbMgS4RdRWF2fYh7N9vzue8xydFOGtGW7QAzM6dw4sRJbN26RZKIQqGAaITaeG2U2cbY8eHgw4/j6QceRzzootJoYLWioGgmHpFzWuSbhJXDG8V2SG4PQRTLZTguNWGpndbGxjO2YGz3dtTg4tRcFavlDjZu3CwJ+fNJAfCYXg+q8hNoCrX/qacEpCQwzH2YYHBfJoNIKAQmb4wv+CAzKuySGe4HARWychVI1b1NCmzCCiLQotICVUpItBoIx1xM7tyJiy66COeecw6GhoZl3TRqJsGkXrHRV5f41uzT7CzhOslm+vDlL3wZ13/m0yhVCvj9D70ff/jBDyEkTCUePx6d/B/n8PY8J54d072vy9LWrVMKphJjmy4PrzSAfb25T70flX1ox1rWumVimSetL+x19yvjli6sCI5jU9+rp52peyEL9EzOBYYnS1QoyRoLIKTavL4Ou1d4/TyvCe5QgzUkuuqMscNhGgoRLGIrtu7X0vETCoFafiJJwX8zuQNJFSwmUOvwste8Eq981VW487Y78ORjB/Du//khrBbLAqz+OIxVEh6aHR+2jqRw1qZRufaZXA3TSwXMzOdE854FrdM294nEFcsCBCQpjXHg2DyOlVp4xY5hRIIdHDk5i1Qsgv6+jOisSmu2Pa7NeEsXHBnRYILvx3SugoPH51CsVKRbbmQgi9EBGgjpOBD0Zd5B6QPdUlX/2DZp1Jsd7H/6BE7N5iTs8bPA26H+on7g+nOT462s7rrEJJT++Mo/fQnFfB7XvPpSGVe+uZex6p3C3vfzms0957M8n23nn7e49FwA9sUDq14pAH7+WmAVqPs6cF2COcDCqeMorMyKZA58Du77/ndxyXn7EMlkUArGUQL1pXlYNdH2ce/2I44aYiEH45v3oC87IKaIBFYZ4773JWqs7h0bxKVXXoqzzz8TjU5DATHjO7L+PLRt5F4pFRvf2LNXYlqvjrU+Qe99l6XaixN55nEONWp1xKJR5FZyuPt730MpX0HUpc52CI1KCbFwRApIR44cwujQkGhS9o2P47Vv+3/kPCE7vdZqoF6jXqcC+Vabk+3gLGRVqcNN5qLfL/v3s089iXvvukv2yWQiKXljYZUM0AJ2btuK/tFhBOIxZEc3YDFfEc+SyW1bUC9X8bWv3ISTx47LuVmuFCUf70tnMbljJ17/xjfAibjIl4pYLZekM3Z0aAR33XoHvvNvN4vOJwuDZLHHYzSJTOKCy6/A6972NoTE7IL7vadY1SP4wteuSn7McaOGe7lSQH5lWWRlYm5U5VCIYURiCKeyKh9nQFWZ4574nLm+RKQCUprikdy/kMYifnN2+X2IxOK484678eu/8XtYmp/FluE+/PxPXYtz9p2Bcq2GO+5+ABdfcRleeeXlyBVWtcDeBU+VtSpFR/NZzN8VXNTPpga0mvYyJlQmK7uBJS7i7wi2ivSPie0kXtLYkf8Ydrk/h+XrEWfg2cz199hTz+Lb/3YbFpcLuPrKi/GW170GM8cPYvbwcUxu3C6AuB91LK0soh2JIpwdRMDVrkN9GDzJ6IzrPF+3iRpSzvPtSyIUYwql9veiV03IVa5fSWCJdFKBVeY7lDFYnBc2NccxlohLPPWWX/7Qizy9/2s//WVgdd39/WHAqkxaCR5p8CKe3UYKgMwRA6ySXm7Mq4LUWBXzKgVWuwmZYawKiMIkrs0KtIpoMzZzJFjqKCOVoA+1NZs+ZZK024gTOGupqHYwFBQTJIJuZLYS+JR2RGNaw3NDgFWfTwySvIxVbmbcKwmscjGRUUhB6WKlIS33/PwesEo2BeM/bQ1kgsbrssCqGpUQnFRqOZmbBFb5FUs1A6yijYTbA1Zbfj/ccAhBN4qT+QoO59tYhquicpKAtxBGW9znCcAmHCDqbwjImmKCRTaU0WckEM2gnrq4Ajp1fAI45wjEBqgH2pMC4PXTnANkxlJqQHSolM1HDZmlGkPflmqiys6v946bjhvr4Jqf3IihkRAaDWUMhQJR1Gt5AV7JNOXG3Gn5kfAHUFnOYT6fwbf/fQaVSgNhh18rIAxTAVYjfmRjrrBOl8sEVhmOcs74EA8HEGbbqKnA8x6zHb5h2HhkBAmwSimAeguVVht9orHK+dFAsdEBgeUusLpsgNWQAqs9VtRaxqokKkZjNSRJqFbrGk0/CnWVAoiH/HCNaUeZ7RMmMbZghsYsPb1EjhO/r1WI7AWX2lIaDofkwFopNQ2wquZtqrGqUhPVhpqIKbCqCeBNUy8NWG3/1UdE4zdAvU1fB+VgFU8sHcFUJ48lfwlHZit48tEV0Y9yk2EsLC4jm4hhbqWJaNona2awPwF27xw8sYhcvoCgPySV2VbLhyrnF/WV+5KY2LUDy3MLmH/mmJhD+URbTw9AMUky+qFacFE2hQn15a8e4KQQO5m6wjSw7fjomVetAVfNu1gzCGqsckNpN2oGrFfNZ/tZAqyRMeoBMQms8v6I/IRJftpikmQcqAWoaopW857RUVy8YydeccZepKJRBHxBpKJDSFVLaB79DwQrRQQiUcUkuekJ0E6w2EGQ7eCynJnwE/Ts6QgKM0iA1rXg6Fog0ysXYPFUD1DpCUeYLolusU2uCaz6wuiIFECPSa2Db9p6WMwgyGuAVQtCvBCwqr+3h0sPWLXBvjdx0gTcBkpm75NiAu+HMnltNVrBXm9rvnWb5esVtOw+uqDv8ydi3fGzF2rA0N4bGIDVpzpgKqHQC+hkBnfNY9YC34DqbOk6t4wiZZQRZOV3k2KOPwz4CPpYxirH3wKJ/zlgtQuSSICrRVIxvZOTyiesB+vCzvvR1VYVyRcFVqX5zBhmrAellRXtGS3R61YgTMENNYHzJsvSxipsiF6yoCAMC5YvBGA+1+Wd18Iz3vuQzxT5jp72IrVEGfgSTCtXKnLGsUsj5QYxnIlhNJNALBRE003j4WcP48j8knSt+FvKFuNa5+1bf70yXp6Pt99ZE1cg6gSRCjuIBXwYScXhdBqIuC5GtowhvWUC/ugQgpFBJNOjiARjwor2rokueMwCVbUiUgDLuXk53wmshsMuRscm0DcwrA7CBFapr+dvI96ZQSjMcilZmZqYqqRNr73Py2bm2Dz++BPyHhMTEzJWlE1gYVEM+zrAoYOHcP8t3wXKahJVafmwnFtFNOTDUCYlxpSUdmFsUaauar6ECJNJdiek4kgMZtCqNbH3nH0Y2jAgRezVsh/z+SBGRyeQSlKLUqUA7HfXtlfDyDISRzJ3CVimM/js9dfjy//8ZWTTafRls2JoupLLCSASj8XkOpOJhLBl2H5I2Rk1TVNDsgrZO3We3ZoQ8rN55vI7s/WV06tcqwi7MuAEMTw2ijP27cN555+H3bvZ8puQayEjia9h1469fs4dzj0ajf31n38S3/rm1xEI+fDnn/xr/NJ111GFR1uzDatzzUT+MX8IxdW8Sqm2vcRcC0wGKuw6fJtxNIVkdf22+y7nujpUd12apRjJlvweGGPvj3xHKTyrKRjXlwVv+DvqGvJnAcqNpqMYdAYdBHjO+LjnMVZwJH7nGiNQxW4Nn6+GYIgyV5wPTQQiTfgFvGILrRYx3ZArn8kiQyweRyqZlDmeiMcFYK3VdFAIMHKfzedX1GAlVEJqoA8P3Hs/7r37frznj/5Qurr4aXKzewfHGiND1VhtSUcHgdVNgwmcvW0DWGh/ZiqH5UoLxSqltRjzB7BvaxYZ0W/SceLdeHZqBQfmcrhq7ybpRptfLqFcKsBxo+jLxGXtMJ/hHiDJvej/atEwIBrJhEEDKDfEvwj7j5xCOuZgy+iAyAlJ0s+1YTTG108hThHG1vc/chBHplYkz1FQldIf3iKgeSWZr88BViP46o3/jNziAl77mstVSoZkEkMW8H7mejDUC6yuBVzXn5s/fPLra18YWJXz1hZnvWeTl40ra98yVtk14kOd50I0JQW1pZkTKOXmUS7XBMC/5+47cf65pyMwNIqV6BCKIZqS0T+ghhKLYn4HI80q+ho1KRKlU32qsfqfZKxevGkMNTTwmte/BpO7J0UXVnIKysbY0EQ638yZa4rL9rztniFdUzk9l9eAr4ZIYodK5p/ZB6RgxA5D2Q+DEm8/8djjePbRpzA02IeNExuQW16WbspXXHihSLIQF6g2Gti4ZzfOu+Iy1Mn6a2jLPwt7VrWL3YoEbGvluqzROs2bWfCqV7XDIR7GgccewT13fhcx7t/VGlZWVhCJuNiQySCUSSI9PobM2Dga7QDisTQSThh/85efxJOPP4GdOydlnSyuzMvn7t2zDycOHxXj3Te+5c0IpRJYKRaYAkvM+NV/vgknjh0Ts8pKtYqIG5cizq7T9+Dn3/Eb2LhjByrlItyQx9RV4mGP3nenLqAhc2krAVWvV3D8yFE8+uBDOPzsISTSGVx8+VU465JLVcZFjHUtacCYy7Ibj1quIiGn4CYfGt+wsER5EXV5ZtE5Ek/i+n/4LN73nj9BMhbGNZeeh8vP2oWBdEI0xB87PItte3bi4isuR65c1IJ7ix26NOJVfXaRY6hWtZOAn0+TKhsvWDaridv0mmwsYditYhyo8Zt0IUiMq+eQG6aWP4u7lP4JipxCuVTB8moZn/ncl3DoyCls2bgBv/5Lb0My1MKJ/QewYWAUk9uZN57E8vIs3L4+BDP9qLIQ2U0stBuiR8Z+bvebxKi2eK/RuDkqtdPaagj3sACp1ptCukobxJNJZLIZLV61mlhenENxdVXOIGqwMs5489s/+GOe2v89nvYysLruPnc1VndktL3I9HhJwCUnt1b2xZleQBEGqUy+/eLCblksbE2TSqwAqwzaVBvUJppKCrMJlQKrXASisUopAb81wFJXYrqNE1giqBuPstWb1TS2tjnKWK03RYuVEo5StWWgIYLIPql2cZclsCoaIR0NQvgI+YG4GwQ1eBiQB0MuirUGanUChgwelbFKgI+xKFt8GJSLZow4BvdcxcXJ02iM8PoJonIcSmSsslrTaSk71udDscLWDqDtRrCCIA4vlrCKMJrBGPztqmwYIpbPAJGswk4LlLSPB1pIhfwYdB2kQz7EOFbUQTUGQPz+HGVuxdV6C7m6akPSjErkLQNk1XaEIcp2Ov67tAmxXRCQSvhyjZtRExEJcBXwZsszq21jG4O44poNSKYV0CTw6OuEUa2skIIHl8xLAqttH6Ic5FoTuUIYt9yew9RMCQFjTpSrc7xbyEQD6ItHRM5huVQXlqno/wX9AqySUavgClBuUYdLDby4WaaiISSteVWtLb/vj4UwGCVI2UCxDhTrDQlARQpgqSRaE8JY1Z49c6h5gVWdkwqsMmkISoAp2kEtBcl5mFEzjyptfHJN2JraitDTINTfKSNGWU+s7AmwajRwbYWSyTLZFty0V8pkXpPApkkeQVWC/9RorbDYK+2e/DuAesDBt6fKL3qnJmO19VcfEaMkVYntYKlZwMnaDKbaJdx/6ggK7TCefTaPerGBseE+HDo2A4fC4v42hob6sTCTp+Q8TjttJ04srOL40RPyPZ2wi2KJQRJZyx04mTi2nHs6KsUiTh08jOYqdZSUJaRafDyEDeNCXFftHqGHoAYU/I+27SuwygTcmNBIIqEAlOJHzw3UJRhlgkfmvGmf0zZB62hsWo9lrmvEakExq+HTFhRF2ejK3NP7K/IbnRb64kkMJiM4Y8MGXHn2hRjLDiOAKgaTQ4jn5tCYuguhVgCtMHWGKYKuxkbiou0Pwc9kU75GU65Cv7MxppNPq2t7kLTckC3F11utWDsFvABkT9usa17SZYas9UDWeRBCRxx0bEFAQhCZolLZ5b1h6xxZb6SjGTOFNuejXmxPu09aGBn49VxNRzxSAN3AX4ew18JjNLi5tnWec0fSdeUzurBWO8/eZtv5oCNgpBW672vmgqECdWeGp924O8Gsw7fZE7pgvpxTFli119oL4Cywqudaz+xF75ynQGDYp922LgFCOE5kRIc1Wxa2J+eD3gdLJfL94+0veo3TOInrS6esSkBIwGzaH6VdPkBGtoJZ9jlSsOi0lV1vNKgkwDfgrAAocngzFDBOqYZNLEmbAXAtU9VbaBJWhJEVWJ94C0NAzk59b2Vk6+K377EGjLcBs5FN4fNFrkYKHaqZTPCRiRgLWgTRmEjw/ZJhB9loGKOZGAZTMYkXfJE4np5ZxKNHpkQaIyAJq857JltrgVW911Z/3guqSvLjA8JkMzh+ZEJB9EVdOO0WBoYHcfrl5yKciSK3WkQyswWR1CYEOzHywjx7nVlL8t3ZYdLEE08+hPmFU3JNTFLIABkZHcfA0JjsaRyqoJ9dQRVEO8tybtUa1JRvIpNJIhaNoU4du1pNwXS/T85ubZkP4MSJKRw9elgYmUwYXDcsckPs2qEEz8mT07j7ljuxcnIWsXAY5Y4fx0/NC6A6uWkUCScoMRLHnZJQ7Eqp1VtoUP5gbIiBEyqFIvadtRdjGwZFNzMQTGClFEY8OSAgJZNAkaIwzGN7Duu5qmx+ZeYGkEmm8I+f/zy+/rWvoz+bFR15giXLq3mJJah7liCbRMC/oAJxAUfAIC49zudisYTFxUUZX5k3hqHNJ0gxQc4lzZ05P4WZgw4i0Sgmd+3C5I4dOOOMM7Bl82ZkMhlZ7ey84Bzm66kb26w18ad//GHcddcd6B/M4tOf+yxee/XVCMjWIPYwIjvzUh6//Tsf1gKraHRaGQDGvFrUsqAn16IayikIapAYE59oPNJsE0Buolgto9X0I78yh2AuhyzjPpHIctCqVtGJRNGYGJO9OegPSEGYc4tnhZivcu0Fm8j6cvCtPiXeBwECeL4Awg4L9A5a/a9EIxhXlXNhh7E7h4QDtrLXZR5EAlFML53EN5bvQ3W5iur8MvzNOrKJNH72NW9BNpSCvxOU+0xZE+0CtfGCmlapLEgbC4vziMcTiMajoJzSYw8/ittvuQPv/cM/VOMlWesWWNWzzCbrGsPp+/A78EQaG0jhnG1jMo6zK2U0afFKMzMhBHQwmnTg+nn+qVkgSR2HTs7jwHwFl5+2AYkQOz18Emsv5Qqi+8tYsy+VQthxsLS0LDnVwECfxMGqB6+dA9ph4sehGZqOVjExnEGl1hQ/B6vL6I2A7ElFPUYSQe599BAOn1wRqSbKCID7jpyzvXhBNyLThWcYq/zkRDSKb3z1JsyemsLrXnsFXDLKmE/8CGDVC4a+VFBV9n67SCR+fn5AVt6/27XjeY7njOJzCFJyTyfwz3vRYCEkmhJviOXZadSKiyisFuELOrj3+7fjrHP2IDC2CbPJcVTCISQXF1DK5VFPZ1BNZTDcamCyVsPmTdtEn3NxaQGVCkGsAN73zpdmXnXDH70b/3Lzd7BSKeJNP/PTSCQTaNAbg6GwGQw9Im1bvxYWNXLTf7cmVUrWsSCsznU5v0xtxStIIgQH0RZXAE2oDm2aQLtYWFjAvbfeIXn6+OiIsJdb1RpOP+10xGNRmaMEUy+99rUY2bZN9mIxOxJQ1bSedzpCYiKQWi/XtXvAx3/TTgLmkGPD/WiUCvj8p6/HyvwCoqGwALw8J7YMjaKVcOD0Z5DMDiAWTqO4XMa/fePb+P6d35O1PjExikx/EvVWCY1WHdsmtmJ5ag7Tx2dw5lnnYHzXDsTHhzHYn8Xxg4fwr//6L3Lm81Gi70OL0hARnHHuOfiFd/wmxjdvQb1eRWF1RfZDmmhRnoByccIVFwCZ+x+ZjhrHEJt4+P57ceM/flFMj0aHR1Cp1FBqtnHpq16NK3/itdohSbNnSUe1a06PBgUQtVvGgq+Uoeh1OsjZEQgikkjhb/76b/GxP/kodk1uxuuvfAXmjz2NTCKKeCKFJw/N4s3X/RzOuOA8kARULldEliDsRjA3v4CZmRmJAwYG+mUf4n7E76iMVGWeKrGoKQSPnlQAf0dglSZWSrJSTVYFVW2sS8yDZxB/TzYwz2lKAcTiaXz7O7fhW9++DaFgCO9+129itC+OR+75PmLhKDZMTMDfKGJ+9jii/QMY2LIT7Q4NoJmxKsAt9UEpBvQKsGvPUi+VqbuByLV15VsVjAcAACAASURBVDF47SYGkK1P9j6N/Qhwk5Wa7ct2ge4lYawW5Dxl58zLwOpzo5eXgdV1Y2KB1eu2ZRThkphPo0vuzYZno8wJAhymesi8S8yXVJFZpjlBVTI3mSiKm6IwI3VT50LUaruaSRFY5ZloW9z5Ok5cJm8EK8kgpSM8nxONhKUtnu280agrmxWd4hnEcaGx/U0uW4BVVsoD0lLDlvEa38MEPPz4cLCDeFjbjLiZBIJhVPhZdQaOBC0VqNVqe0d0kbiIef1sS/eabggHQTRG2OZMV3u2JvFzWyJwz9ezbY6ANJ3s874Qlpt+TFXbWGkF0A5QO5Lj/NygQcE47euhRmPE10TaAfrCDpJOEP0hut13EEIT/hargHR/biLHbh9AmKT8HgSJuWkQjG4ZLVsmgpJsUWtMgFU+p4ZIiOq4WrVkS1Wt3cDZr0hh1xlxpFNJFEt1SVzI6isXVgVYDYUDaNWMiHe5gnRyAEun5vDw4x089EQFPtbd/cBqrYNSrYlUxEF/3EWzXsVKpYFSS83LRAqA+rKhgFb1yLLt0JCLALoCXJmEK8AqnV2Xqx2UaIYVD2MoHhRNudUqWxkbSEdpckYpALZ5BhENtBHptuoaCQAD+gvYJtOyJfecyaUXWC3XqaXrR9xhiz6BFL9Uu7XtwYyjeb2A48bRmnE52yhsAGsNHbR6TM1cZcbmy20JuH3UxguqFIALaj2Rta2tKPz6ZV8Qix0HD8+yvf7FPQRY/YuPwed3QGAs2OxgtVPGvG8eB8oF3Hn0BDpOFKeOL+HUTA6ZdArtZh2VdhBBh8CB6vHOrywg1RdFJj6Ak1NTAgQGQmEsLOS40mXdd5wgBic3IpiKYnVuHq3ZApqFClocf353ATppdmZCCs/U9zLkeK0M2sR4yrT3stpI0ITrSmMRw9SxBm7dSqUyZwScFTCVyQTbfHXcnme5mQHttUaKlg9fa0x2+BqOA2s2rs8vQCr3Brb5XbDzdFy45QykswGMui4is0dQWT2AUNuVRKTjJ0DK5RaUFhpJrIWZTWAiqMxRAdrYDqmJXhslLSaxykTmMw2k6LSgvdWaHMofAwAL+s7fc456Cge6+4quowYRuqNLmUD2atUtEiY+C2UsQhFgIvtNmLYt+BlgMZgk65vtmLyHync07+WX4F+DeX2MkkVkEiICwlrUUPzQJkzGh0rZulaH1OjFaiZhmLxGa1Vvutc1vPd5At7aGyuar+wuJdtDAX0BHe1Q2Ykghiod0RQjU1cSVZkfFlg1gLqtykn+2WN+yXo3iUoQNFgThTrZP8gWZAJLkwyOsSQrAtpSy9eRBI5rRRJ8MQCySU8H/r//9xe3wAGkYq6ceZzk0n5nEi1bmef4sMhGYNVbrddgXrVV7Z3xMmC8r9ch7rEseLZbVpsCOQroSOJkWstES90DgFqdVS9oav/fJozeNkX5HpKEaDyylilqgVXtsKAxAh9MJHi2C+st5EfWDWE4GcVgMiaGioxleG7NVXy447FnUGkp65Tnjq55ZZB49yM7nvbGWGaujCvjCkoQ+Trod10kHJpHOogOJdG3exQTG4eR6csinhgG/P2oNyJot8nsNXOZQYxhRzMx5zza/9SjmD7F4hVjCwJKDoaGxjA4ulHmNYE6x19DyFlBoF6C67qSGOdyK/Jd6HRMV+tioSD7pOiL8hoNq7JQqOLxxx8TMDKdTgmwqluFVPmwksvjvu/fi+MHDiHa8aHQbOPo/Kpog+/bMyEdNWz1py4mz8NgNI6Gz4+lUhljGzagxqQ0l8fZ5+1D/0BKkvpUegB+XwRNfwJ+JwEfi7SG5WjjIO/c071a1zi1+04ePYZP/c3f4eihwzrPjP4bgWJhtWYz0tm0vLQkGuF+x0EikVLX40ZL2I58brlQFEOPcrUq5mZSRLBt9NYcTUAt/XxJHumsTifsbAbjWzZjz2mn4exzz8G2jZslac3nVnHi+Em44Qg+9alPiQHOjl2T+MIXvoBz9+0z00aFgWwx78Uu8k9+4m+l24EJKvzUztXWzFajgkZDi/OcK5bRJrEGiwgBjdl4VlP6SsB110GwE0Dd10TQSePeW7+J0Ddvxt5KDYXmPNKVEZbqEdy6FfUPvguhBCV1vBqzxlm800bR18bezveAA5/AQtGPYH0ZzbaDmMvifgiz47+LcuZcIUy0fGE4PEtEcqctjFAWmxK+IA6XZvGB6a9g9dAUOseWFSwOhvG+1/8azhqYRLPJRN0xjK5eB1KvYOopgIlxTFvakQ8++RT+9V/+DR/4g/8JX0h1U7vAarcrwd6N57Lis9ksLpjcgIDR3uZYCgAr8YbJa0QpR83teCbMzM3jwRNlXHr6BqTDPOv12mqdFkrsLMtXUSzSSBTI53Nwww62bR1Hiv4AXZkqnts8QAI4PJ1Hrd3CxGASB6aWMDmWlVhYGswYHkurv55PEllJFwJw75PH8czxecmJaOAnrDIDrCqby0IUqrHJ80tAh05LTH6+/a1v4cjhZ/GG110le4cw3yXGWDtO6wHUHyYFsL7I9kLrwIYTP0pWoLtPrJHjsaC73ieCeiqRowBN09eGy3XUCmB59hSalTxyuSUg5OLB792JfXsn4Y5uxMn0RqzWi3DuuQ/5XB7BoSE0z9gLJxrGxfU6Nm3cjnQ6LaaABG+55t7/Wy8NWL3z+j/D088ew2e+dBPOfOWFuOTKV6JeoukWc1gjobMOWFVLvd5Dz0fKb3kAWI/kh8eUQ4FYxn0WTGPc11awM+ZmJWZ8+sDT2P/g/SLVl05E0arVxItkYmwD+jNZVBs1DG7aiNf/zFvRCpD939YORtP+Ly7zjIMMQ7VWInNYwUiesewo4Joe6ssi7br4/Gc/i4fvfwBhSuYlYsJOp9nx6O5tiPVl4LQdLJ9Ywd23/QBP7z+k8Wq7hUQyjrGJAQyPZhCO+JGMRjF7ZA7TR2cR6oRRDPoxE25i75Zt2JLqR7nFNv4mFvM55CtFtAJBpAYGse+CV+Dqa1+PweERYdPee98PcODp/RJ37jv9NJx95mmk1gCdGnxN+pdQyk0xkEq1hr//87/AyvQUztyzCxuGRpDJ9mFqZg73P/4E3nLdddh25l4xWPELGMv7aorf5pyzEkR2jYitqATNCmIG/CGEIlH80xf/GV/6zPXYOJTBRWeeJiQskcNpdxBPDGDPBedjbPcOVKRr0o9wNIq7bv0evvqVr+Lk8WMSG0xObsO11/4EtmzZjFKt0u0s4nko0lCUxjD/r1rlagooADw13I20kz0jbUHFAqsKBAdQLpcFWKUcTG61gv+47Qd49NHHcfUVl+P0XZMoLMygUS2jXCujWlwUPGfrrjMwvHkX2jUWnZh9BCWWJ1bCbgLZtUxB/sc5R2WvFnNS7bC24LWSOnqa+pyT8WQCmWzaSAF0sLAwL0Qh4lOJeEy6JH7yl97/43zsf5vnvAysrrvVFlj92cm0bJ7igkqmiemEpFMuD7hAkHo+GvRLi1nbJ63S3EiVVabVBAHyiBsIqKosF4nX7QEuYK0FVjsKrDIgJPM0KL73AqyyLZFt4Ix5YwRWJTlvIxaLCLW8C6ySXepQ+VKOV9OyxIAyYIBVsg5YXdbQhiYPZKwymRbGKisqzbYAq8p8JTjM78ok0SdGUnIQvwCwyk2Gi5ZD0wNWm6i0aJjB9nZHGAZsl3u25WCuUEO+HUDLiUqAR8CHm+f6JE42KwmQLBqkWnHUoGHFPh2ooj/hoo9M1rAPbqspRjnUBOX1ElglA1c08DpkszYIwQrwzdFgAC6berOF5YYP7UYdUQZqTOREuymAYLSJK169BdnhOtKZDIrFmjBjgv4gSnQcbFYRDLECR0azg0Yuj9HRjZg7MYVTs3HcfNuUVISZ6OWrLRCkVGCV5lc15Ais8ve8L2QShwMC7jLB5clcbEOAVQrKE1TzAqsrNUibfn8sjKEE21bo7kxgtWmAVQdTyyX4Aw6iwRaiXY3V9YGIAqtsT+M9t4xVAfHaPhSpseqjw7NfgVU/3V97wGq3FVBMC9YCq00zNxSM6AG6DMbJWGXAmKt2xIRL9HydICLUyfOzbaMthQUq4uYQwKlWByvtAKaWXhpjFR/7S7TCHXGsdapNtOM1TAcWcOupRZzMF5GvdjA/s4DFpRKW8hVMjqawWGyJcyplAYJhPxqtCqrVMtKpfhTYVhNwhG27tFwUZoq0UQz0ox11ER/sRyyVwsLR46gv5OCj2VmTLHbG7LqWubgJPHkT6G5ibRzrqQ8surA0SPF1xF3UMl7NK7ttnb2AXYNLAS5l/+FKWysf0GsvWROWyg/C0hO9MtVklRYpX0B13Qgmd9pwwwEMRJKioziciePsyS04d+tObA46cJcPodleloM82CSw6heAVfRya6Z9lAwpfwi+YAQwGrWyYarVJtCmG6kGYHTOZFJEdqskR2KqogxsAfrEYMEYJ5kATQIJgzsKG9SaJAlTToFVajXbpIz7uSS+wljlTWlJ+6qfRaMOCyfadkyTO0VHucmbNjU6O6wBVn0YbRinZm7gDRqXGEBO0You/0TGWoIeBcm9TBVtn7dgqkE3n5elLNWMtcAqAQWCSdQi4easDhCGvWVa9OsG4CcQKVQjvQaebwrk6T4kZ4/EtlI+NC21+jfZLzqXxLMZDdk32J2gQbO2qJpWfIFUWPRzxH2U7C0YuQr9AHPDPvlvLzogSxAwDHK+K1DKh2Wm2jlNYNU6A1sjDxleXrNpR30+YGttIqzXSFCVIK23XVj+na3SBpQU0NaAol7Wg32e/WwZa29LuMgRmPZ+Y+ogAKaJJaxunH09i5mi/0ctPTKTLEjc6WAgGkRfIoqRTAJpN6RdKaEgwm4Ay80gbn34GSwVqmKSwf1IgQzjHu+RVOjuCx4DIwsY8/6mwyEkOkB/VFmTq2xxHExh97mTGJ8YQrY/jbCbQgtJtNpRNOpuFyQWrWPzECddP3DgwOM4cfKoJNUM6EMhBwODwxge3yLtPX7uLZ0KAoFFOM2qAIl8TrFUFFMRMgvHN4zKa6UNVljJCrgTbFxeWsUzzxwUQ8HR0RF5vsyDel10yQvFMg4+8TSOPPW0uPZWGm2cWCwgEAnh/HN2IROJopgvolxe1Vb8dEZMGCnxM7FpHEvLy7JXT+7aImPNRKWvbxjhcAJNJNHo0MTNQUAYlSo7okRE00HQ7XbS+cb7wnb/Rx98GF+58Ubsf3K/3HPeg6irgDrB5b7+rCRCTOR45IcjEWGgFPJFuc5kMonhkVHU6nXkczl5ntUkFtZKl7Fj16/eGInHxNyCxb0GQm4Ig2Oj+B/Xvg6XXXoZ7rz9Ttx883cwODCI6elTmJ4+iQsuOh83fO4GbN04Ye6uFhNfKrD6ofd+CMFwDEPDGxCOxNTpmW211RyqtZLsW3Yd2fUvRR0aLrINP+wi7EaFxeuPZ8TEjR3iCESwsP8xDHzqK4jkHsGx0Tn03TeCeCOITiyO/F98CIGNKTmG7FjYNSudFP4gdrSuR+vpryBXd9Cp5IFOEOFwUDpxCqkzket7FypOGA3pUmFM6EgtUUypfPQUCGDOreC9T34e+cOn4JtmgUAJDW/e92q86ZyrwSYOarSrhNB6aSe9Nrt/yf3yq17koQPP4qs3fQPv++AH4CYS4vyuBQze2PUAoQWM9f0FTE+nccHOCZH/4fHK69Jx6FUJbVQpgBIgzNT7nl3EZaeNIS2mtpp/NMnU40Eb9IsE2dTsKmZn5lmFx8axYWwaSyMqeq02XiE7uYOTcwUsN9o4bTyDY7MrCIcdYeBTAETYprwgwQy0W8cyVu978gQOHptbA6x2jSxlHNcDq9rya4HVm7/9rzj0zEG88fWvkrHvyrvZ8bMz2xN36NjoWWof64HX7i88/7MecO3VaZ9rhPW87ysj3/1N9/4JSFTnmawSClyBDbTgxjPwtQNYmT2FRiWP1fwK2k4YD37vDuw9Yxvc0U04kZrA4lP7cYavjaq/LX4cU4EYBs7ejd2VErZO7Pg/Bqz+/bt/EWNjG/HFG7+Owwvz+OV3vgNh10GzQfmG5wNWGVcoe9s+usVJM0ftWdlbF8pu164QdsapQ7rcL553gQ5CbhSthoPb7/g+7rv/PqQcH4b6+xB2SKKpoj+VxsjgEKLsBgj4UEEQP3XdL2Lz9q0oFHOmS1KNq6RrzzABeQ412LlJxF8Y71UpnnNOjY2MItj24/P/8Gkc3L9fADzKBRA3GB8fFBOqWDSJAw88icfveQxLsytCdBLpGgKVMu1b6OtP4dLLL8RgJo37vnsfjj9zEm4whlokjP2lBQyHItiXGUP/hiHsPHcftlxwFqrSNUtd8Az6x8YQiSeUrdhs4oEH7sWtt9+Ko4eP4I1veAOuvfbVaNVW4UMdvjrXchONdlPOoBPHjuMjf/Kn2Dk2ivGhAUyMjGF4cBhONIp/vOkmbNu7F69561u0GELmDNctQf8mzeLW7l3dWSyFd91smAexMBh2wvj2v9yMf/zsZzEQD2MsFcX2iQ0oF8vS6RgfHUd24zj2nH+uyFbEU2nc99Aj+OD7/whHn3kWsWAbO7ZuRDIRQ9CN4LpffDv6R4fkXON4Mo+zxXEBxj36rCoLwBzEsDxNIdKrk0/Taik8m4I6ixqrq6sI+MM4duIU7nvoSRw5Pi2yiJlEHEk3iGCzgmppBf1Dg9i6ey+qLR/SmX5sGs1Kbl5vVBEIOcqUJUXFkjS6MgHPt6Os/TfJpwwJygtge88Sfr94KinmnnxrjufS/JyYftKvhgxqkqLe+Ivv+9Ef+N/oGS8Dq+tudlcKYHdWtOCsc2mTGj8+FVtm0m7BL2WGKvuo0DImdybYEAF5Q62mVqeYTRlGoLQZmkiEVWplrBJYJYzH1vSOtnGJVqomerUmaecEVtVsikkG2w+o50gpAMoFUFeJG74QvSRIUGYOq/KlagM1uhJaTSVqrAbZsk9WYltamRjYs/XNAqtkrRJcZRsZgWbXGIkzQSTQJa2NBqaV6rQJ8rzAKsHAck01YWNRtmiGsFKq4b5iB1XiDGIew0SmYdyBe7qB3sBQ03jVT1XZQT5Pg5aAryqJfxhN9IWDyIQDSDkBhFt1BNot0VIlaL0GWO0YsXsLrJJz2mxihQC5AVYJBhNYJuA7uMGPK66ZRCBURCbTj9VCWVyKqXm5uriARpMJKXVjIK2K1cUlbNi0HfPHj6FcH8KNXzuMVlV3QDqpVuptJCOOHAYWWC1Ln4u26hNYpc6rtEHRcMswVrvAatyVTZiVQTJWV6tN9McdDCVUKiJfbaNCYDVGdk4QJ5fKopXGg+QFgVXT8s3Nm61uTESlZZtzkGZcFdVOTIQJSvO7+FVr15N0KzjE1laViZCghawnIzDEec6qm9xPOQjaAtKxapardaRIILqrgSDCbNn0q5g2TeSLHQez9QAWOgFU/Q4WF5Ze9HZNxmrnzz+FTqAi34nEi2CmjlP+BfzdvU+g7YTQqjYxPZdDtdPG0sIS0uEw/OE4Vot+LORyCIQp0K4SEW4kgVx+VeZlkewwDgjNoiiX4QOGtk8KOzmZysAXDiC/uITAcgG1ChkaBEa5Jg2QJt/GtvWbLnOZ6kwoCBJpQGnHjhqCIj1hDKW0BcXq8NhMx7ZKsXggpRppgXthpmo3LPVGqAacta2q3FMccCdiq2OtWZEAZ9CJIxXpIDYaxtt3vwr7+jIIVY4rXibmc7pHCVzJKj11+Vh5ddiKH0HHiUnSS3CVlSlty1K9Zcpz0CmTOqedpo4d2aOCZkvFm8mUAr+SlFAiRHsk1fyq+4X5/U3piexdyQddkBDN4g0VV+rck0mOtaAnk3RC05SBoeayjyB/C65PNZqoB+djNUz+MPgzSZTBP0ebas4l10BgVYUNe9ckG1mPPmyDG+1gM6waA8p5J7wqY5jvJtIDPbDUUEJFQ43XRXZSh3+sBbtxwtYCSEeY25JQ8Cwim4UVeF6jGC6odIOAqrKO1UBOIFIB+Ex7h9EmbLMY0m6i1m6qzhi1uQ0L0hFtb5oZaQ7Eex90aJ0aVhMz7hfChldJhMBffudFr3ECqwK0GCMqvkG35V9azLVNkH+8RTwFVbU4KKCeJ1C198S+l02U5f7b9m0DZtiEuyeNop/P89cG5uuTQwE/zNr1gqVMpnRbMEC7Aa95lgnLxoCw3q4Bqxum16xxQDTiYjTqR18yjr5kBFEWh7m/hmhY0caqP45bH3wGJ+bziEfjys4guOYzJg5WRqHb3aAZrPca+HPAAWI8e1kgDARRbzWRK5eQyabwmlddgrPP2QNfgKl8AG4ki3oziEajTwo/ZDBb9pe9ByzoHnxmP44dPyxJjLZ0B9A/MIDh8W3ws6uD3TqowNeZR9TXEjaZAGZ+HwqFPJaXlxFxQxgaGpLvK5qjFRbGqtKeVypVcfjws/K7zZs3SxGZwAkTqWKJbLoy5k/N4/CTB1BeXBFm6eGTi0gMDuK8C04T1lJupYC5xVlQ+CmdzUobKJmvA0ODWFxeVG3YaBCuG8DY+ChGRzcg6ETQbMfR8cUFWPUFQ1IMCFJGiqGApbGvWwGMOZjs0TX64IED+NhHPoqpqSkBNdgKSuYtNf94jvIaSqUiauWK3KuBgQHRkKVT9dLSEpYLJYyNbkDUdZFbWUG1XJFCM//wYQsTHCuOG7+7TcQsm6dCCQAW+uNx7NixA6urBUxPTSOdTEmxeml5Aa97w+vxqb//FPpSSQOMqBiAGBq+hMf//pMPw++4GBzcgGA4omu1Q6bSorQhSxuvWRtWE1tAXNFpDEosRGDVjcQQiKURiDtgPSIUiKBwfAqJv/siop3bMH16GekjMfTdPQgUfVh55xtR+R+XULRTl6VpsxYD1HYLGSeA8cqHUD30ICqIoFaqSvHezw6oEEFFYG7w91GM7UPDV0EbYWHQ8n6327w+MmrbOOLk8ccPfgHVmTzap/II0hi13cTege1459VvQzoQ1zPZrEe9jrUPb/zMTh+et8cPHcOXvvhP+N13/z76R0ZQqdd/KLC6/j25traODkph1+6JWvtX7wXRGOwynn3kEqBUrqLcDOKSPaPIRBVYFWkjH+W3tJuNRyePweVCEwcPzVKACxtHaJziE5ID2uZ1gTam54s4VW7hzE1JIaZMzRfQn4wjEVIJAgEbeB4Ke45SVAwNfLh//0k8fXT2BYFV1ZnSPVNjWDqDa9dFKh7HLd/5dxx46km86Q2vlr1C93ni0c9lrK4FT3vA6g8DVdeDqd6x9zJWrS7s+nuz5r2fB1jlfODa5ToWYEX2W/bakbHaA1ab1VUUVnMSCz9w1x047bTNcEc340RyA0oPPYSrJzfCSccwMz2HO546hsErzse+YBCbR7fJHjQ3Nyes2P8MY/Xj73gT9p6+F4/vfwZ//8Ub8dZf/kVs27lVJF1svNs7i00sYYwb1xdEvZ0d9v/5WokxxC9ATZhJXJCchYVhJrkkuMTT+No3b8Ftt92F8U0TiHe0WypBHWt6gIRcDA0OwXUdOJEI7rr/CYTTffiT//WnmNg0jEatIPuS7QTgFKMvSqVcRq1U1vyIkhMC5DUQpg9Js4MnHnkU3/+P25ChTnqARboy6p0mJjaN4cyzzsfJZ6fx4O33orJYlNbxQlu7DnhPyZJt1Guo1orYvGVcihQzx04h2A4iHkkhH+zgkaVTCLeAvaEM/EEfRvZsx8984HcxfNpO+DrsHiUdTDtpFZfu4MSJ47jhhhvw4AMP4Vd+5Zfwute9Fo1qHs1mGWHG8wQa2y1EojF875Zb8eUvfFE01lcW5rB31x4xhWS3xczyCoa2bsGr3vxmMVDivGVBljrh8kme5MQbg8nZY+Ik6V6l5JAbwz0/+AH+7MP/G2PpODKOX8wy23V2wzk4WSljaOsm/Nrv/L+IxBIIBF28+73vxw033Iixvgz2To7hwjN3Y3RsDN+/7yG4yQx+8md+Ws4/be3X4qHsay1+R8oEaEzUjeUkRzHdHGu08oEIuyGkc0LjJb7Xwtw8Djx5AI/tP4ijJ+YRzwzC54SlCBwPBbFlMImxwTQ27ToD/tQIbv6P2zA3PYXX/MSVOG33Nuk6DbZqcl60Q4500nFePT9B5gUOV8NoJ1PZ5kzq98HvrfgSv7sCqxndGlstzM/PCuuWXUPJZFy+20/+wsvAqneUXwZW1805C6z+/La0VLYZgBFKYit7hQuGACmd3gJ+RAj+sLVPGD1AWSr8yrASqQBWwggiiYaSttR3FYMk2VHggyAT25+5mZAZyYDFC6wKY1WcBVugtnIsQpYkD8iGbFRs6ypRF5VttX5lZ1pglV+P78kgklIAZGpqm7JGMaFAG3GXjkoWWA2hxu9ab0rSJcCq0RilmQOF5yVQMcCq1aKzBh/SFtNlrBKMpcNsE4UqTY8CcCJRrDaAk0tFHAZBVgbv3MC5eZvE3YAeNmmzm6y8twFxVRRfx0ytjFSvkqG6024g1m5hMB7ChAtECIAYYJXfifeK40DgJMT2TdFtU10/fp+lhk8C0AiTwyClFPi2DezaF8WZ548gEGoinRpBvriKWDwilfHVpQU0GhURqmZAHwlFUZqbx/DGrVidnUK9mca/fmcac1M1mVf5Wh2VegfJSACDiUgXWC22NNkX7VvHh6jriCYlN7hyW6UALLCajoeRcp01wGo2FsRQgvpRBFrbYmiViXHG+nFyqSJ6KGSsxlTkTKDqNcGc9M2poZJlYWm7FFXw/ChUGnJ9ZKxaYJVzl/fGm2B7gVUBWj3AKj9VvZCMBpIHWF2qtjTQptOtn/INfmFVsb1kqQHMNX3ItUOo+8Jo+INYmp950SkZgdXKX/yNtOBxLVQ5N+I1LAXy+Mjtd4mB2St27MRjR+fxzNIM2vlllPJB9A1kMLtQwVK+gGSWLRAKGLvRqCQOZHvMLyxLkiKHMJ1+2aLqJpAdpch8B+0gNYdrcPJVNKoV+KQdjcF77TAJHQAAIABJREFUU6rR0hIjQUXPqEl+lvZtoUEqHtfm/YGwzbjfMCDzvk6BRT5RNcl6jFVrJ7EWWPWCS70BXctm1vVIEEkBJynqS+Wpjn6avfiCaNVroiU3NBTH757/epw5kgUaC3DYi8VAgPzvRkWkL8huleA+GAb4JxwFQgmAxilsDVe+pATRHBefMFTLaDfLQKuCNqVLKE1hAUHZXZVxbYNmBVVb6gBoEiR5BiUHZIwUWEUnjCa1xmjiR9kJ6i2zyamjrUkK7MrowxEWf1NAVp4BLJZRa0qCJ7J46GRs8ixzKzFK1FZhXtFpFTagMeQS0JcP87fobJqf5RIpN2D2OjMovTZ1eapp0bc3jq2QorGnbfoEUoWtyrli2uNV2kEdtVVL1jTl8i8yKKgxyr8pv8BDx4ydbelXYFXngwJiDBz5/o7M1Ya/jWqriSolZmiO4VcVTQLjIUrCiKqtBuxBhy25NC0MyRwnuEYtY/APd65P3Pyi13hSCnhG1sGjjyrzTVr29V54gVXLbu0xXHvAqpeB0AM9e0CGdbW2eyDb+bzAlJj7kM3haRdbk+B1tW17YKlNMNQMoSe1YgsrLJjaz5NiVUslAGxrV5sGENzHoV0ufZk0hqMBxNyQnm2Uc5G26ACccBtFfxK3PfIsjs2sICrAqurMcS5ZyQJ7zXYcvYxAG9S70vLWQcAhoKGtctKe7vNh964tuPKqi5DJRgRAjMYzCASjqNaHjaUYU1XhUXRZSRzHo8eewaHDB9FsarLOfS/b14eR8W1w3BDrnvC3y+i05sTgksBhLB7VfarTEiZmsZBHPBYXrT6+B8GFfD4vUjpkDJ48eUJAlMnJSXkNWa/cP+icvrySx+rSKuaOT2F1bgGlwipylQ7GJ7dj8/ZR1GgusqzAaiQYRCadFhA4mUojGotjYXEJ5VIZ9WYVg8NZTGwcx+TkdoTCERTL3FhiCLtJY2xEBiM7BHT/fv6Hgpscm2Q8gdtuvRWf/fT1UhyPRKKirUtJA+m2ajRRpZN6taIFymoN4Qg1akflvh49MS3ndyaVRjqVksSvXCxpwcjIW1BWgkDtSm5FIjCC1mRahcJh9Pf3I2fYrmz1zFF3kHO9XldWnz+AhaUFvP3Xfhkf/bM/QyIS+T8CrH78I38mesADA6MIRWIyTNzNSsUlVKtFWW9c59qmbs0ETYGL7cHUcKcOcSwmyb7fdeBSQsRxUZzJIfnpG+ALfQNLkyVk0zEkPz8EHAqidMFOFP74V+GvqCagYnFaJeJ4booXMTD/fhROnEItEEOpUkWIUmCOD/5wBJFqFQvZV2Ex+TbUnACanaAU/am7RcagWEM6bTzQOI5PPfR1YLWJGhmrXE/BNkacNH71kjdjT/8WSYCp/8p5TradNWWzsbOdOwJ6ErypNzBzYho3fO4LeMc7fwubJ7fL9b0gY1XiDS3U6lqy0jMWUNZ+D6NqqWevSKTxueb8EdPANmJhFxfvGUVfguJOyrKSERSj2ZqAWKvFKprtAJZXaljJlZBJRZFKdDA6lIZDAoYpNE4tFDFDYHUjQXofFvKUO2ljMBtDodpGrVrHYCaCkJjiMaTlOAMP7J/CU0dmVB6NBe02dUYtQGwZq/ZngkQaV7H4TWD19ltuxROPPYI3vfE1PcaqAHTr4mgPONSLy3oaOj8MXPWud+/z/u8Bqz0pAF87KIxVAqul0ipaAQf333U79uzehMjYFhxLjKH2+EN4xYYhhGNRzC8u4PvPnED04nNxkZvAlg1bkUqlulIAnI8vVQrglk+8VyRcnj58An/wsU/hoquvwGWvulhlPjyM1TVnkEcex7sGrNaqncc9AErzRyvnoMAqO02CcEMR9A/048TUHD760U8ily/i8isvw+r0YdEa5UkV9PmQicXlXAm6IQyQHTm6FX/1D5/FW976Frz3vb+DdrMkDENqODNmFaY/NVarFZRLNBTWnJTfaTVfwPT0FBYXl9AkYebUNEKNmuQqzI+ZKwyNjCKWGcb3v/cIZg5MYcCNIeL3o4QmSuUKImTiO2pwzc6nWr0ssgWhjh9hh9qoLpbRxiP5GckdzwgkMUgTolgEV/3adbjgp94If4iFKqtWq6A19xqybK//zGfwD5/6NP7of/4B3viTr0OrWUa5nEe4pecLC2nJdBo3fuYG7H/4UcQjDkr5ZWzdMCHg8fLqKhLZPmw57TRccs21EpNKzMXOGBItDPhv4x97HzlO1IEVIgBJEDJu9JyJ4vjRw/jLj30cxYVZJQ01OshmhyTfuOOhRxHOJvDBP/4DnH/+BSgXqvjVX/9t3H7bXdi3cytO3zKM4UwUQ8PDmFspYjZXwFt+/ufgRlj0XMdQpfyhBVVl/1CWMGN5a17lZX9yDCkzwHiQv+d3oNnjyZMn8cAP7kOVWMhcDpWOg4YviBOnZrBxZAhn79mO/kwcwVgap3I13P2D+wUHOOfqq3Dazgn0O02kqNPO8dYmPT3/fgRjdf2+owUklTEQ8oTs8wEDKKuGbCKdkmKJ7PPNJubmZ4Wxyq6eRCqhwOp1733RMfp/5Re8DKyuu7sWWH3bjn60qZ3Z9iHfaCvDkG0CIhjckbZ2JtUumQ0E3wiemmqnv9VByKfGUEFOWraMihmVimuL8hwBWbMIGEjRyIgJtbT/C8FIDZXEhIpVDsNYpRN9xA3AEWp+QzRWaZRQrjdEKsBqrJLnqK7SKilAJup6YJW/o/ETgVVWdpWxaoBVYZiqNIEAjwS5CKxKwd8DrHbdjf2qMWIdGqn/6jjy2dV6G6s8VAIhlOHHqUoHU8UmmiFXgRBLYxf3d7aacwx6CUUXWKWJEQ9BMhHs+LEKz0SO3avGacHt1DEacbApFUa0XYevVfcAqxoACbDK5F5YxKrFpcBqG4uNjrQoE6BmK76/04Qb9uOCy7IY2ehDLJ5ALD4g5hgujaLqLeQX59FuVYUVVKOrIhOmuXn0b9iETnEZhRLwyOMN3PfdOQTCIRQadVRqHSRcvwCrrUa9q7HKBJRgYizU01jlIJVaQK2hwA+B03Q8pMAq3YCrHeSrDWQjQQwmKO1AjVWgSmA1zplJYFWrTKx28Y8+egGhJgfSF6P6vMYlWN1RGQT7FSCnpEPIJwAJA9b1wKpBhbS1xgRALDjwkOpW7Szz0gA81BDigbRc5UFlJCwojk6zM38HuUYHJ+pB5Ij5OBFhdRBwYFvCi30QWF35q7+Aw6Q14KBCYNXXwkIoh08/+j2EKsDrzjsfD83O4geHj2F1bhmri2XVRSY7uVgSIDCZpjh8XeYqNVCrFTKA8sJkEKDTMeZUjTacSBzuhmEkx0dRL9VRzZXRKpXR4Z9aGe0WW4IayqxcU7HVIF+q6MJqcWWdqdYqW/hIkAwYcxk9JAWTE61nY3zEBilhVHAv4YoTaucaxurzV4h7wGqXASBmIcowYhClgkdtxP0ONqTSaLfryBWWsSHTh9+49JW4aHxA3LqFpdooS9IItmlWa7I38nL9ThSdUBS+MF20Y8LO5X0h01ILKQQ2GXc1gGYB7fqqgLM0n/CxwC3tMJy2DvwEELttjQoMknHZoWQCmb2tJgL8uc1qiWqA6oCHwK6EWqeNKl1z5Y9P9nwC4g0pLjBMU4MOzhcWzhx/C66YuYXFJJDtMdpmb80mNOpRxqrRh2Kyxn1TzLhU2oH3new002hgrsmMv5ifGH1VCcBNq72VNzAyp+ZFem84NwzwJkAvQVUZG/NkKaBYEVUZAD3bBGtmG0EDnQbZwFxwrIxry1PTBJNceyyHcQwCZO2Sp0fGnZ9MYy1WNNjexnHk35QFEO/HupjexdmqLIYcNDkgsBrh/6lhGRkcAdXrk+/95y8VWCXzVcEOCwrwm3bd161zuIGmLRNCgQTK55gzyDARbODqZcHZdcM9UQpRHqdw/o4glWU98GdqpVsWq7eYIcm7RwLA/ixr3wMMy7ULY90nrE27V6wpjnFURTajIfFJOuqiLxVDPOoiagq87Kxg61nECcl69gcaKATiuP2RQzgxn5M9TNv/tJhpkwmrpWrH1I6lvV6Oc1TOFGXF+/1tdSsPh0XHk+yZa19/FVKpEIrlIsKROJxwFLXmBn4joONoR42ku7KqpdXs+IlDOPjMU2KgIQ7rTgDpTB9GN26H47rSdUDTy3ZzBhF/VUwV4vGYFhfEFIMtnsrM4PyiTASvnYDrwsKitGDPz8/J/rljx6Rsa2JiFQ5jJV/Eqdk5lFfLaBYrmD9+EnOzp5DIjmF8x3YQ06tWqlhazGEptyiwcDqRlFggle1DuxPA4aPHsTg7i0Q6jrGxIfT1Z7Bt+xYkkimUqyy2RhCJDSDgJAFxqGeCY/bvdcmSggqq7cgNg/t/KpHE12+8CV//xjelxV/0DX1Af38fEmz3rtexsriiIBGNfBp0/FaDSDajc97ydfw9gRHKCDAJJiDLxJFjwTZPq5sYCrnyGr432SwEUI8ePSqJt+w/Rn6DgQPvVa64ivd+4P34vXe9Cy5lJmwxSBRJXgg8/uEn+yc+/nFhNWb7hhGJJbWw3mmjUl4WxirPYC+AogUJA2LI9/ZJvBuNxuCkEkiRueq6aMdCKM7lEfvyZxBN3ozVzArcTAixe5II3Z5GPf7/s/fecZKd5bngUydXDp27pycHjaSRhDIgLIQkBCYJEDImLNfG1zhz11zveu17Ha6v7V28xtkmmGDJJoggchBICDQKKIfR5NTd07m7qqsrnzphf8/7nVNdMxL4J7h/eWl+Yma6u9IJ3/e+z/uEYdT+9JfRHRzsrS39zfTFY4eROfmXWJtvoqM7qHXbsLoeEgaHDQ5S3QBNZwSzhV9CI3k+R3miKCPAQGBL5J1OiLtbh3HHo99Aogm05yvQGPpkA0lPw63nX49Xn3+NqpXpSc0+IVaqRMM22U1kQ1E7HWX3DBNbnl/Axz72L3jnu34BF112KWqNplIKRPVg/1En6ePcL7mGosCw2CU8Ps7xtanAbKWekOtUZxCrgav3jghbnvc1r/J4z6ISmMGtlRoH1GSwApVKFXPzVfGm3cagnYE0LAlzBeYqbcyt1XHRloKAYPSan1qqI2Ensd4M4Xdc7NmSQ86M7GtiYPXgGRw6uQBDgr02gFVVM0US8B5jlSBbBKz6HnKZDL53zz144rFHcMubXi3XvFiIPQ+wGq/HG3/++1YA/x7Y2hvA9nusn8Pu6x3ReLDe+7mqK4WZ2cdY5dpPUJj6gWTMWF2ch9+pyT1EsOcH934He8/bjMzmnTid3YT2kw/jsrFBCbFbXF7Eo8fnYL7sKrwsVcCOyW3/y4DVRz70J0iYCZyYW8L7P/hvGNm2HW++5TXQTZVl0g+SPh+g1E/06JeW9/+uCgVkQLSi59B3OZPLI18soVQYknXvjjvuxEc+8q8CQr7pza9HTmvh2OGDkrtAj1V6/meSGRRGRnDTzbdgbNse/Odf/y/I5nP4xEc/iN07t4gFAIHUVqOOdrshIX+U/rdazOZQEusnHn8aTz11ANVqDUFCw/adO7BjchRedRXd6qooMWgRR9a7M7oV656DQ48fxswTz8BoNcWSjoAtla4MWuP1ws/N1ynlM5IRQEaobTlYNw08XplDxe1gr5HBkGWjYKVw2Rtfi+t+9d1wigUFXjNHQMgeLOsYaBjirm/fg//xx3+C3/+938NrXnOj1Py1Whmmtyo/536Rz+Xx7S9+GU889AiGSnmxtkGnK3Y8yXQG86urKG2axBWveCUM24LLfol7Ps9rFJzUv+7E51o5+akMBK4tDIykVdz0yeO447ZPYGV+FloQYGF5FbpTwNGTZ3B0cQW5wQLecusb8bv/5+/Ab7h47//+Ozj09NO46pJ90Ls1OHqAgcFBHD05gwsuuxwvvvGVas/rurLv8VhIDRTZLcigOWJ0ik1ABKzy+3EtpO432rUYUk/xIHLgxIHjwtw8jh84hEq9jQcfPyh9r54pIDc0ivHRYUyMDmFucQlLi0vCoqYK8oJ9l2LzFS9FMhmgENYxFnaQIpitqcDf+P7+Ybtmr1aNVBxC6otqY9YHyvppYzgX1625QlasD8WVrUtgdV7UPrQeyuQyUkfd8lPG6lmH/afA6jlXYQys3nLesICBy26INQKX9AMkKyckQ4zeo8rLhxwnaQ41ICtMJsrfNKQkfV0F/KQTlFWHAuAJUCpSaBWKJItqD1hl70tGmEq4lQAMTRe5DAE/Bk+xASArksBbDKyyhm10XPFY4TNa9FiVcZP6t2KsmiLHb3W64uEkyeJREFTGJu1fAas082ciIBmwlNJYtBGQ9x4Bq2Q6Esjhgs33wwUlYpHGwKo0ngiQpGeVoaPTDVFzgUYInKl3Me+b6KQLSNBThjY2/IyUjAZdYRlJo943Id8oOFgckIHDwB/FLuX7ECAloQogtmXjSQ37SmkMBi2sd+n5EsjxEgCc4TlBiDZlFyEBTB4rFv8qzILPyXPebXWRtA0Jjwq8DorFFK571SBS+RqKpVFYdknkvoalSQJ8ZWFeCrV0xkG70VTA6tIKBiY2w/GbWC7XsLBUwuf+7RDslIW610WrQxmJhqGsI+eSHqt1psiSSRGFV5Fpq8KrArRCSkkJrFKmEvSAVUoOaQVQ63RRpLVAWo+sAEJhH8fA6plyE4ZlIaX5PxRYjb00JTxD2LyRwTXB/YDXmQIGzgJW/bMlrKrZj0yxY/LdOcAqsZt4I+CGSn8znr+1FqW4ioEsScaOiY7nYroRYjqRhkGpJOWlGsH0LlYWln909/U8PyWwuvYPH0A3sFR4Q0KD3dEwZS7hC7MPYycK2D08iWPdZRyu+JiZaWLpxNNYXG0hl7XQoalsguxKAz79amW6a2BhfhnNRlvkkJ7nincZNypeX2oirkMfGMLAebtg54toLC6jNb8Ir1KBRnk4fYEjYLS/+JONWsqOBHTdUY2E20HgsyHn/aKYRWpT30i4FahMGIUE9FTjpFYdiZ/rTcmf7wCq199oqmIpJUFk/hfbfjCIjuz5dsfD5kIWFw4MwPNDnKg3cMOIjl+46hIUBschuuCwC52FU9uNgDsfQdeHZueQSGYR6kmEhi0AsgRYCauQV6J6rxpN8rvrCFtrSHht5a9KKQzXCoZ/kLkj97FqMmk9INRo+rG6XXlNkbUzACFQEj7FWCUQZYotRBuBKBMaAdf8UFQItEahhJtngOx9Bv4xKI9rjcnzb1jIWhYyXO9MBQwKftlrVGNgVXlyy2sSHI8kOAnxZ+JzKwsU8YmNHitrn4RHbfiaqvXwuT7UAkRGjVSgKRmsvBEBVk1uBMoWIGqwOFdQQEt8BSQUM5jHjCA03x+Zq6BPJ9f6rhSZEsjA1PnQQyokuGrKdSkeuRrbZQ0t8RvTaQOIpu+jSaYcLQCsLt1skaFdioS2ebAcG6adgaY5yrNV3jP/qvZY/OXXXvA9LuFVbJr6QJ4YuIzBQAHcerYZipncAzg54JR9STGL4z0ofiy/r4pSJfHnEDT2WOWbFXZqVwE7EqQUsxz61Lr9YIQCJJSsPy5oY3CKP+u954jXqVibpqwvfK34sfy7hEdqGkqZFIbzKeQsHSkzAZP1gLAQ6b+pC2go71vWDx/riRTufvI45io1eT16XLPh45LUD6zyteNAMAIL8XuOj69P0JJJ6l4Xw8UcJjaPo+51RB66fWICb3vHm5DP2VhdWxYLCP7nhgRWLSRCG0GCe4Gym+BdxH1g5sxJHDp8AJ2Okk6SsZrPlzC+eTcsBjOJHV5HgNW03hLAT/zB5V4JRA6fTiXlsZSxtTttYV2SXTO/sIi1tZoAq2R6MryCDTePARPfq7UG5peWUV+rw2+0MHPsJJrNGkY27UBhZBjQWnKfVFarWC4vCdDCxpb+paXBUZTX6nj48SeFVbRz104k0zxvPsYmRjA2PiY+fobhwE4NwXGGAI1+s6y71L5xLmig1gTFxhbf8iDE9s1bcGZqGn/6J3+K09PTYnmwwuTuRg2jI6NyPAJfk++xIeRna7stAVwt3VJEwGgP6ZKlks2iVCwKEWC9VpNjFgP8vBZMJymfLwZtCWTzd+ZmZgX4FgBe1qLIpzkB/Nn7/2+86+3vgCVhRxHL/icAVv/mA3+FIDRQKA0jky2o4WMiRLOxImw7z++c3exwn4isXRQ5ICGBXgRWtXwRWSsJK5OGkdSwXq4geOJTGE18Aw2vLPVI1s7C+MQoMGui9mu3onHNJb17T/bWiA3/oolvIn3wNlTKQJfs10QbDqUPHGaTPKFxjU3iZPFNqNpvQKhXoOlpGWjrvAd4buwuvtF4Fl9++FtAA+gs1aA5BFZDaB0fN4y8CD93xauQdNJyrUhdFKvFzglSivcE2rEwVb2ytIKPffQTePOtb8WVL3kx1n8EsBori+Ln6F+j1PcUehCTRJSCt49CRUCTrFDTEjXfZbsHkM8QWKcllfLwFysguqiS7NDtwqQfg25IGOvRU2XMTy0i44TYs2MYhVxaBu/lVohqs4ULtw4KMGjpPlZaGo7Od1Crhwg9FzvGHUwWNbER4DCSK8ojh2Zx8MR8D1hVNinxuh8Npn8EsHrfvffi0Ucewlve9LM9xqocBwKUffLlHwWs9v9efFz/PVBV1taeFdCP77H6XGDVkJqA0AytALRAx9rSgjBWO50WOkjgB9/9DvbsmURuy25M5yeBA08h7zdlGOC3mpirdNG6+lJck8lj5+RWWRcYXkUrgJ+Esfrw3/6BMLen12p4/0c+DVgpvONtb0JhMAcvOtYx4NarYGJfdlXlKMsf9qORpUo/uzUqiGXfZ99bGhxGcXAY6XwOtp1COlOUsMP/+T//H3ztq98Rwszll+/D+371nXjkoQdx6vhR6ZF5W+fSWey74qV4w9vehanFFXzoo5/A2MQ43v2f3iVAmTq/DAbtoFGrYq28hLXqGlrumtSr933/QWFQtlu+AKtWrgg7k8HVl1+Eqy/Zi5TbhNWuw/FFU4VqZhB+aRPM0MHTd9+LA9+/Fyh3omwQG/lsRhjhrF14T+XTKRmCE1g1NAv1pImna8uYra5hh51BIQC2Zwex42dehhve92sobhpTg+3ICoDAHgOQKYh54oln8IEP/A1+5T3vwUtfeoUoZzmA6JSPyRrIAaatGaivVvDVz92JRrmMVq0qe+fO7duQKxXR9nxccd31KO3crey32JOI454iQ0gGTX/IWDwUYLCSeOPrMFi4NtuYOnwITz10PxrlediWIXZsS+sNnFmp48EnnsVaYKA0UsSmTcP48z/8A+zZeR7+4s//Ao/s/z7O2zaJnVsn0Kytyf5npTLYtnsvRvfs6cn8uR/G9R6HXqrGir+n6jwhSfRZAMT3Mz+TWEQwmJIXHM+H62KtsobH738IbR94+shpPHNyDkNbd+PKl18vthHPHjwIM1PAUD6D6WOHkExm8eJrb0I4tBM+ahg0Wtiid5HXWgj0JhJ+PIx97iAsXmPiuj+uJe+7b7/cp9u3b8e2bVuVbaTkX6h6L95PSCAq0GM1AlYXFud+Cqz+Ox3JT4HVcw5QDKxu3TQmTQUXXSnvo2RlFXu8IVPrRWtHLLBYh8pmhZN6AqNjeoC0aQqIlk4EsMKOJNvHk3o3SAhgxsKQNSdVQSx1JbWYARxceDxKpLlIMtRHk6Q4ygpIx+YFX2+7aNH4nlYAui2TLfoD+QkPecrwNAtVD1iiLIwsAt1EMdGCFjJ93pI/3W5HGFe+z5AiArAEETQK9lWjYRrCWGXfS1kA/UiJMXFNEWCHaYfC6lMOho5pIq1r4o15qpvAyZqPqq8hNExpzDU/ligr/02RtkkAiAKf+SfBDBWgovyAxFycXCg2Fj6bUAW2+gxt8LrY5Oi4cDSHrEYgpS2Jo2QDkxHJiTmPLVe4ZoceQyqlT3zmWOARwHa7qPghWm0C2DqSOpt/YGK7g5fdUAKzJUpDIyJfZeeTsh006jUszHMKnoBjWWjXa0g6NtzyCrL5QaTSecwtnEbKGMdH/+lZNHwddNZqtwis6hK6RTn1Wsuj6ktAJTKeMxLcpFKWyVD2fBc1NxCQnwedXlXFNAM6Wig3QzS8UGT/w9K4JVCpuQKa5FImfMoMVuswCQAZHmwy2hJkiDFwxlPp5gxRF4DKAEPaBNsQOTkBP94LBJE92YB4PMkqIJtZAlmiKlt5WgnsI1NX8cujX6VsRCp8TBpx8bbkxIz/zyafjNWuhFfRS5ielYZhox5amOmGKLNxNlTAiQrWUdfE8srKCwZdCKyW/+EfBVBw/QCuFiCn6Vgw2rj9+MMY15K4aHg7pmotzKYs3P3kD+DOLKG+5qJeryGbsZEt5GSowKA3M50C1d2Lc8sy4eUgIpEwRfpzbhGt6j0NyUIJej4vgKS/toaw3RCvUiaiK9kvpaDKv1IYH1CACZMkbScjgxIypr1OA3qCwIqy1FCkeTKzCOo8lwmkyE8b8kgF6JztadR/QHtM1d5z9aXNhyHSRgJ7hjNYXKdRfAI7BkuYHB5GoZmB3ZnBGy7ZhckdO6G5dXhwoZFd1lXG82GnrgK87AwSZhah6SBkcBUZybqBgDYGoeSAIrBCaN0W0FlH2K5JgcrzzwA7piiHpo2EANzRmqH8EsR7iIx1eqiEXRaeXeg1+rMq76hI5KQKJw4vYEohts4gtcBD2fNQ5wDJZcIog350JA1PEs+dUEOWwzNDR9LUkLdMZG3GqykrC1kzxSBew7hPZgiBTQbtRD5RwthUDGIOT3iP8dhortjDKi9TKW4VyKTCtRTLUxwYWITSC0u85PhRFMNTIHhhnUcfj3+3mIaoI6D3lFyfke8u739hwPDq4eAwjNi9ZPorVq3mteAiRM1LoE6fb6oKAhdG0IGjdYWhaIcE2B1Az8CHCTdJaqQNz6BtB+10AsXWTDThcF9xA9hybAIEBJYsRxKvuaiwcCYjip6T3Em0v/j0C77Hi9mUYlpG60Q/qBqDIDF6E4fOAAAgAElEQVSYyXWAx4MF9EaDpmSvCkxSaOjZkkN1cOX8RZLp+PfJnOMxjUHH+Pvq9TY8EePCVZ5b7COU6kPk930sVTnfXCUFwFCDNw5UJBUzCjrjoJdSMVoQFZMWiilb5P+WZciQlYCTYuwpxm4cACU1CvdFBFhxQ9x3eBpTiw2RQRoaryMO1jaaifgzCbCaUKnkcn9GQDOPBZUeXquB0cE8dm3fLLLz1VoN67V1qTVueeubMDI+jNXVRdlDUlYKXY3g8zj8RFrZi0ROECHXNt3E4vISnjnwGOqNssgcbYNsiSwmtm5FOlfiTEqGq123ilS4hMFiHrZlou02oWeSKDcaeGTlhNga7CmNY6szgEzChu0ksVRexcmTJ8SjdHx8HJOTE8Kw5zGyHUf20sXFZQGGG/UW3I4p9gVdr4lSkRI/D57rgz6jlfIq2o0aHMNBaXgExZERnD59BqePn8TmzUPCpOV5YG1Dr9ORUXq+6tDJRtQspHKbYNvD0EKGWHlRYrtSBcQAttoDlc88WXPCJEKIBx58EJ/+109ibXlFWKS0Q2DjRMCT4D5fm38yOCNmnsYWFTF4HwMvymaAHmp5eRyZqJT/xeAhmcxktuYLBdTqddnf+XprK/Q3VV6uAoCbpjyuNFjCP3zoH/HKV9wgyq34K16iXvANDuDv//HDEnqZSmaQJG04VMOyZnsd9fUKPJ/s2Q2mXizR6M02xKNYl2Ni54ow02k4KQeWk4NXX0N76g6Ugk+jU6ki6ZnQt1swD1kIPpqDftnrMfPuV6DDNUx3EQZtJLw00sk2biz+JeYOn0a72qYHBzpUN4DruwE7SCFhLsPyNKxr5+GZ5K/AZbBqYEE3M2ibGZhhFe2Uj08s78czTx2D22whWKnKEJjrNwdxA9kifutlt2CXOSxqD/oEd7jyRoqX52Pw8RxzHV5cWsG//PO/4Mbrb8ArX/daVNZrMtRTX2fXDFw/N776g9Q2vKmjwINoQEfw+rlKFykPtQR2bdsEy6D9D8NgHUrFMGRJhKHkLrQ7XWSSNlKShwCstXwcPzWLtfI6itkscrYh7LL5uoZURsPFuyaQ1APxT9VCDSttD+t+AmttoL7exsSAg4mcDlvqBA1PHpnFE4fnodsaNG6vQb03QFas440hGs0T4rRs3uOZVBKP/uAH+P5378att7wGtp2ElXTgul3xm1cDj43h5lmARmSn1b/mS08ZcfN/FLD6o0Da/teQs9d3us6qPcUSYeO9MSCI/yZhhjscl89UZkAAyPLiLPxOFa02138fD+2/D9s3FZDbcTGmcmMoVGdhzawgobnIaglMdTqobT8fF2fT2L1ZWQEsLy/LGsPP+N/f+1s/zu2N+//6vyK0kziwWMb7P3QbEr6GW3/+Fpx3wQ6px+I1Jt7b+z/vRt26MbDcALv6A9kowdTh+RomJrdhctsOCdK0LeV7vLpWxf79D8gworqwiMNPPY2rXno5XnzFFViem8Hs6RPIpG2Yjo5rXvMm5Me3o9noIJPJi5WMyuBQ95U69xzGBgLYMiwRbg2rlSoeeOQx5EpDKBaH8dWvfB2Hnn0GQ2NDMDMpvOzlP4PdW7cgpwHpIEC+NoNZV0OnMAo/mUPatHHXF+/EQ/d8H+PJLAa7GoYNW3pGN3RloEHLHyeTwkq5jJyTgW9bOFYr45lGGZs0C5s1BxOpPEb27MZrfve9mLzkgt71QoBc6hmLg/METh0/ho//87/i7W97Ky7Yt0fqUZc1fe0kPKo9u4Bj2ThzZgpf/MLnsT43J5L1LMHrXA5G0sbm83bhyle8HF3TlJrH4hCew3ySZqjeZa/Tp8SKzzVxCr4H9tlLM6fw4Le+ivWpk1g/M4+t2RFs2rcTs4kW1lsupqYX8fX9D6JjDiBfyiJhBPid3/5tXH/9DfjanV/B5267HVkTmBwdFDUcCSHZ4iAuuPRKZCcnZQAZg6g8g/2Aalzv8M845Equr3gIH6/DfK9JMlYjZjv76HYbRw8fxiOPPYWBwjCM0MDJEydhj21Gcu9VqLR9rFfXcf6FF6EydQDHHrhbhnrJ3AhSo+Mo7tiLdNrBzrSLEZ0aYLJ91Vf/ui9/jxRuoUyeeUgN1GpNfPNrd+F7+x+THj2dMfCK616Gqy+7TKyjTFrSxGK5MMDAQEkGqCw+250WlpcW4NLexraRzhZg2Q7e+M7f/rHu8f+oD/opsHrOmY2B1U1jIyq4IZZHxz042+RzJinxU6jgJlYQyj9V4AtJG+zK9MihTM7QkCWDxEqIFwiBSpHEcDUiyCD5J8opUNgkAqwqdiaLV9dlc6+al8DvCuuEfQgl2pSt8k4iqEpgTuSdLB4NylwtrLge5houWgEnvBZG7Q4GdR0FNmsmZeNd6AJmMMW3IxJ7m+CepJaeDazyczKUgn6YsgZK4rFikMrvIkSSRS8NmVtdPFNtYSEw0AE9twgGaOJfpHxR2cD2eXSGii2ijOEVQ1IWLZEV+Wi75JWxiKDbv0qpptQgbwCbCDbSesH3kWSwcUL5h/SA1ah+JMOXTI8NYFV5wHFxr/oBmh0ltczQMjDhYs9FeVxyZVZo/YMjZJkoLzs2Ns1aDfOzc3K+kpaJTqMuC79bWUEmU0QmP4DFpWmkrVF8/tMncGquDVcz0Gx6SNs6ClkHDbcrZvxrHptfFRzFILOsARQM+q0CQcdF2wtBIJ7gG4HVUspErdnCaovAaoBC0sBIxhR5S6XeFYu2fMqEBx3Tqw3ZHLN6F0lZZHn8iOWx6CTzSUMzYaEuBjZA0jDF7oLMPLIuXY+FL6XvobAALMp1hYkWt/5RqFi8I0Yhb8J4CsnwUvcT7wn6x1H6zO+RcSnAqu+BHqsE6OjttJ7QsRokUPd1dEMNgQAtit2nZM6aSCVe6BeB1dW/+3sYEj8EYdI5AdDKW7jj5KOoLC3j5kuuxaOnprDsBTi+Oi/FxPraurAq2IwxXTmVyaLhdqCnbdSqTdRr9NhlocBri6C/8gB67hdBZx53G042j4Rlw2u2RGYqMQK8niMWKm0Y4oJfDS+kQ4HhqGaKw42gw0Y22loFlIgtATaq7P6iUm3Aihmn/q7e4fOCwNFmvQHSng2sElz5uSsmcc2+YXzoa0/D8mxctes8XJgbwNraFEYcEy++/Boksm0Y9ToCMm7FR8lDQM8/L4DhZJGgBFZngFGSxrFi9SAraGzITqa83wa8BuDWBcwgyKgCikwBZCmhFehImhgVskTpf0j/NmGrKq9QrU2mq2J9CZNX/GI9WSfoX7zu03rCxYrbwUyzjcWOi9UuBzH0rzaE7Z2lB7JuIWd6wnpPmTryloGsbQrbnOYblnglM6QpgU1e5D9KNq5G2bsKUZHWik0fw7FCAsBki5KO78t1JHYOnHZzokPpdzQYkmApSvU76jMmCLIKEBsxliVESgFpQn0z6NsXhWuJVUFvQ+sRk+Uc83kjtiolVVLgeq7YI6zRy5uWANJAejCCNpJhF3Q3dKCA1VBLCUAUUPpkWHLPdjkoE8eGAB6asOjt7XqwZFjGPSqQPUrXCaqTXcsEGbKWeE51JP709hd6i6OQ4TFWwGoMoPY3YrEEStimkhzN4Y8ahDyXSbpRtMpzxMdVrrWNt9a7f3hsY6bMOeFYcrqjwMfeI/kcEZM4ZkJIKxYFoggrlq8rp5KBi8ojlreE1Ajc7yM7Iq4/aUoF5VRzT1OWQzGwKn8XywIGQJExpoBV7p91w8aBuTUcOD6LrhsgnXTk2pAhapSQ2w+skkku/+ZeHsnlBGgNPBQyjiTtDg7khB3KEMVGqwXbMfCzP/tKDA6VUG9U5XhLSFRgwQ8m4CMte5YIgniPEjA2LSyvruKZA4+iur4sQ2FTM5HOZjGxbSsy+ZKEOCTCDjQOi1szGCoVMTBQRKvTQL3bwezKCh5ZOIbqehWXTe7CvvHtyFoE0Ryx+jj47EEcOXIEk5OTGBwsIZ1KwbJMGGKwrmN1tYz5+Xk0623kcqNwu7okPg8OmHKM6enY6apwp2ajJh7ruWIJLZ+BH7OolauYGCtFQywV1jg6OoKRkWGR1NFqnlYcdmoQyfQoTEtJ25V3Pa+GjX1EQE/TFkCwUi7jqaeewgMPPIDpqWnQV9d3uwJmkjlG/1O+b74vnhseawKgsb8sn5nvRZrniLEdDxAor6Y6gr8vUsaIlclzRtsbASTJxg4CmAR4NQ31tTUBVOJ7gY+jj+323Tvw0Y99FJdf+iJlfRLdF8TgYuXWC73Jb7v9U1IjmvQNNHgNqaW/3amhVltDt9vsHbd4qKCq4mi/k3shAlazhQhYJXs+B79VQ2f6Sxjwb0dQrcBzE8hO5sSXOPyehuqTe7Dy6+8G0nl4bgu6znXRxEiyjquyf4XZg1PwyVJNJ9ESYFXty0ZIVn4XFrpo6yUcNW5B2bpUvsdj7en0SwxQSXr46Jl7cPzwSbjNNoLVNSToJSzAagBbt/G2i67HTXuuQld6AlvCF0UR8iNkoR2/i9XVNdz+8dtx5RVX4uZbb8VardYXIHa2UuVsYHXjZ/Fr9Ja/iEEd6eI3+CaqwlDM/kQHF+/bg+FSTq7mtWYT6402ObriC7yyqgJAg64r6xH3RtYLGnuIlbLsd2MDBWFJlttAKqvhEgKr4sfNWkET0sh8tY7leoB6syuM/bGshoE0q1gNTx2Zw+OHZqGZzMYgoMsgpI0QrhhYVdfvhtxXAaspPP7ow/jut+/Cz73ldeLPS1k2By+yZ6gJ9Vm1VG9PkM+zUWP1QM4IWI2v/R8GsJ4Nrir24/PVbBs+rGfXflJvR++N9zmBVSkNojBlj+cgMyDM//LinNgtNVu+AKsP7t+PyYkMCjsuxpncKMbbZYy3uJe78DptHKtUMDe0BVeNDGLvpu3I53NYXl5CmxYnPwGw+tX/8ctIFgbxtUeexsc/fxeSponX33wTrrz6RcrepW+vjteTfpZjfEpUjbsRkNdbe4S9LqNGmFYKA0PjGJ2YRCqTUXWl9O/sSwI0qnWcPnoU3/n6N3Dwscdw5RWX4aYbb8Dg6ABmF89IbXXx1ddAt7Owufbn8r3amj7jvLfV+SITk+rQNubn5rA4cxLLlTIOHDkmBIFCYUj6n+99926cPHUUoW5i89YteOPNr0NSSE4hBjqrWGwHCPJDcHUHg8UinnjoAXzjzi9jU64EZ62JTMdHmv0C9bAMaSarPUlbmyqShgMtncLxegXHGlWU/ADDmoGdg6NIDg3h1b/1Hlx0w3Vyj3J95d5Qp6emYwu7f/r0GXzkwx/DzW98HS67/MKofg3h1uYwv1xFteWhVm/ggbu/g6cffhAFzcN4sYCxgRIyqTScQhHXveH1sHJ5uCJ9Y3eqvJaFHRr3iX1LUa92o4KFnqztJu792pdRnjmJvZvHUZ2dw/Qjh5EfLuGCl10Bc6CESrODe+7Zj7ufOAIj6cBM2viFX/olvPY1r8XJ48fxsX/6IKaOHRZrEuYm2Kk07Ewer37dzdDyOQmpIpgag6jxOtEPqsbhVbHlUwysqvgCte4lHQMm+0KqvFjLLCzisYcfxup8BfUu1740SvkkUkOjmNIHsOBaaHd8bBkdRPXwD2CXT2Pb6BBqLQ9V34RX2oSBTZOYcALsHLCgU60rJX20DvVtpLEdjBDXxFpIx8EDh/Fvt9+BwcFhbN+5HfMcpAQeXnHdtdg8MS7ngrVjvL6wHuJwleA6sZfFhXlR2PKaHhgYlud883963wvdvv9D//5PgdVzTm8MrI6ODPVkLr1Gi0yDCPDYKCwUm4SXtVIbSOekilTxzQvh6Uy7V+wrmkmLN51GNiLB1hB5LYGiFSLFhlxss0I49GOSVHa1YdMKgMAqGatcowXA8Vzxq2JjQ4l2i5T0IIRD2Z+hSdhQEwmshRbWOx5W6e0UyqvLVLmkdTBuadicpGUBQbsuTDbFoYZaJwZWNxirmsFpcdQDPgdYjcAzSRDkcYJshGQULLe6OFZtYzUw4FETzM0qEaAtwLUKQRH2mR6FWFGiz88lafJRIIfg1ZQIcIrUESN6Ah0sMo2wi4IO5E0DuUSANKXDYpnARFwyW/sYq9H+2s9YJdPUZuAXQ1Y6XawHPhptbiomMqYGy3LxkusGsWm7hVQ6jeHRMWmCyCyi/1ur3sACp3KahqRtod0g48eU0COLm2xhAOXKEgxk8MSjLu7ZP4VA09EiGVa34JIt1HBR9kJ0DQu2RhsGMtsC6D6vCw1DhTTykooewudEz2PzaqKUtkX6sEJgtesjT49VhlWxQKp3BVDJJQ34oY7Tqw2Rj2YNDykC7hFnWrZfLUQ7NDHjGjhDn1NKdQ1DgNUsmyvLgJlQUhM2CXlblwAszXPFl1JJwgQOUEqwqNhUOBDDC3jeFCtbhasEcrwIjMvxty0JOlnrAg2X16yOJehYJ4tOsuelzN0AGcl4MDQszv94jNWVv/17waDU3agLO08rZvDt8nHc/dSDeOe+a3GqXsfR+SWs1Nfhug1Mz81gvdaG77EASCj2IQGKrIlqpY7ATwjjW6QxJHRF7I9zJ+UinSMzjzJrMrPTGdgEF7u0eqiJlyWpvOIwGjUYPWZlVCTy2qcvHxONeU58vwPf58BBnDIVg7GvGX/uLhazSvoZKarw7596xu+9F26hTm7v6ciSe/meLP7oF/fhX790BHc/3sJN+7bhtbsnceLMNJrdLl511bUwJiw4lXW5dskkZ5AV5XpsbTQ9hdDIAWYG0JMqpCv2cJMsNWlJhNXN0CoErqJmcOhk2UjoZDqS468JizNBoDEGVgmmilSH/rUMoFKFnErbjkL84s8USXrarot6p4UFNg3rLUw3W5itN2T2lbRsJPUQWR3I2g5SpitrOQdmZJ/nk5YAWyn4sBmOFwJ2QseWgO9TgYWBmVNsZPGCVcCqoAJ+XVkXENgUzyn68iUQOCkgmRLGEn0/BQiPfGMT9QZCgiKtVi9kinsM1xfV7BE/VlN+SvMTTFAnwNrfdcRnk6/JPYvniHYcik4jwAm9mituF+u+K35sfN8Wk3FpB8AhGqXL9IbUkgKs6kkyBGjpYEZWDeocerQooPdh24XGojVB/QGVFSqcjYx6m9JuBgeRwUrQ848/+oKLMFoB9LOB+huujWtaWWjEEkvxWetXo0SvGg8e4ucQ4El+LwJJz5ElyuBIV4yuc5s/FVAWPfacx3EvFPm/hK0oAFQqCoZhSpBkQgpe+gxyr8yaDFbU5N8ctArgykGtgLDRoJIJ88LMi0551CyR2aqS35UvLD9M27SxEpg4cnoBJ49PC/jKdF8Zorpuz9og9lllIIewX3VdmOf8rPy3o/nYs3M7tmwegU6mVIKJxi7ml5YwMJDHK677GQwNFMSfutN1hSGUCEwBVoNEFmRXJGS4p3xWNcPC2npVGKvlyoICVnULTiaDTVu3oDQwDEO34XXrCLx1mO4Ckklb/Nx4i63WqzJ8fHJ5GmvlMl688wJM5gfU4IUzB9PG6ZMzOHL0KLLZjIQ+ZdIpsQFQN4GOVqstAGGlXIXftdFqa5K4PClgm4ZmoyFWGWSf0l6AYF+gGZheWsH0qTNw6x3s2jIix6jrEeQ0MD4+ik2bJuCkVFCI7EZWGhbB1dywBDPxPoyvu9jr1HGSMGwbP3joIXz7W3fh0LPPYn2tKgBoNp0REJSsUTJVhVWaz2NhYaEnWyeTigArr7UaQTUJcbLl92OLByUFVCEuTIGPWWF8L/wdKldYS/BnHDIStCWQQq/4VlOFmLAupbXCwsIirrj6Snz0Yx/Bnp07Fcs6uql6ZcMLvsOBT37qs5EPPKWWBFbVoKPVqaNWLaPjNjYGjj1eYt8sJGKs8rMncwWYqYzYNJl2VoZxrelvouB9BKlWDevtDgojDuyMDm8tgeYTOczs/s+wxvbKeqkZXbRDHecVZrEn+CecPjwN00jKut0Eg2A16NyXOKhwLVhaGyz253EpTmhvR0c3oGue2KnkzBSmkm185Pg3sHBqHl0e13IVGgP56EXfosTaxNWje/DrN70NXs2HZdkCuirP7ucPMeEx5/22Vq3hU7d/Ctu2bce7fumXUDkLWFVAqHQhMakksk9Qp0jJ/HvVQ8S6VGtqzJDaOJkbzEEGc/mYnBhFLpOE67lisUEbAp6zTDaPWqMNw7Tgtjti38M6KEiYMO0kvK4Pn2Fo7IfoW20wNC2Fy/dslkGnWNxw+A4fy/U2jp2poNUFtk4MYixnyOCTkPMzR+bw2LPTMMlo8fmYlorK64GrG3uAsiCKBtsEVpNJPPXk4/jW17+GW295HYqlkgDa9GnuVy3En/4sMDRW0MQDhej15K4/R717Noiqnu2HAavnvtbzAavqtEXBXFHtHTNWFbBKK4ANxmplaQ5ht4ZWm9drgPv378f4eArFHZdgLjOEzZV55Cib5rC20cKTrRqWhrbh6nQG52/bgVwu27MC4Pn/w/e+98e4u4Ev/9mvYnndxW1fvxdPHJ9HUjfwsmsvxStvujayqVHe6f2D0B8GrJ7LxI6PKYF8evNnsiWksmTgk91YivYyQ/o9+kmvrZaxvLCAmVOncPSRJ3Ds2DFZb2/82Vdhy+6d+O5D9+Pql7wUV1x5NVISpKdIFf3rpjoIMcBNL+gmjh16Gg8/9pgECDKAj6q8dCaHankVX7rz8xKaWCqV8L+9+xewbed2rK2VUQqaqDLrIpkTAsrQUAntZh23/fPHMXf0JF40uQ3BShlpL4QhNni0L+TwWke93YQR6rBzORyrVzDdWEc28DFomZjMF8UH/+o3vg43/+avw85wAEL7glD2Bl4rPB6HDh/Hbf/yb3jNq16BrZtLqFWW0Wm2RFVyutLAOmzpj5ZPnEB99jS8yixMt44CSWWFHEZ2nY9Lr381hmkbkUmJkoyCKgbf8nixNxSrhxhP6VMLMYg149g4/tRTuOfLX8Bg2saOLWNiozZ96DQqJ05h79AEdl96CTBUxPzCMj7zhbvw+LFj8Ao5vPg1r8avv/e9CFptfOQfP4i7v/UtJK0QQ8Wi2MJc8ZKfwTXXvQLtgPWOKx6rvWulT+ofS+V7oaRdrle+ykoQJZoCOrksMWzcctQeSmb+swcO4IlHH0N73UVTz6Dt+xhMh9i8ZTOWzFEsaEXp5TtzU9imV/H6K3diz2bWAxpWq13cfWgGx8pNZI0Errt8L1K2yuyR2/wc0p8ykVNKUX4WWjpMn5rCvd/9HsaLIygNDUiw5EplBRddvA97ztsjdgAxsMrn5HA2l8/IOu26HZyZOyNqyaSTgmU6eGD/A/jQp+76se7x/6gP+imwes6ZjYFVMgn4tcEaURK+eBHnza/YK1HzI+1SNHtPbMj5pCkiG0pM9ygHVewRKYB8T6S0w5aOghkgrYWwaSFA9knoRozVmE2jpPcEVtksEFglMGEa9LdTPp+tri9TazLZyFCtdkNUuj5WO2SKhnCl2WbQiAp8MTxPGFfbcgbGDB96ty2BXX5AoPZsYJUFIT11HEPBRVwkFGNVKbOlYJS0dxX8wTKGVgAMyaj7Xay5BtzQQcNLoJHwUQtcrNSVxQCnLSLpj2SH4ulK3yU2lyIrUs2mMIVIpfe66PgsBnRh5tLUe1ADkgnFJONmkk5ZcJJMru3IdIVyXfssKwDFlhV/KgFWaROQEBP8dc9HrUW5EkFOYKAY4IbXDiJT0FEsDWFgaAgubSL8rjSfnWYTSwuL0EIGi9FjtS7BIFq9hk6rhVxpWKXUuiGa62O4/dNPkJCGWqBjpuGj7IoOF5ajIZlyMF5IoeAYwmwuV5s4eLqCRqBjb8FEjk0lARC/g1zKQIlpva02Vlq+SJYJrA6llTdepUGJko6sQymuhukovIpWAOmoIOZnZoPp6wbKgYEjdWCxa0iSN+tOgjRiS8HPpntwNA1ZQ8eAY2HA1pAUS4dGr2DgMRB2VOTkSe8pnmBeF2LjIM0yr5mEAFKKvaICbAicVlo6FjoBFkIN9YS6jkXeTTZZ5JlG8JLHndfH/NyPB6wu//XfSUXrhwoQEl/CTBLP+su4/cA9uDI9juHNW/HM7BkcPHJUjnvN76JW72BlrYnKWk0M15OZFNLFNFZXmITMABvFwKZUktYVGyDlhvRahjD8j40UPxfNawkgm2RnKOBMfHUVciNNRszo5kBCyY/JIGLYC32MCZy7CAg88l7p2ZX0S5v7F7ooWCL6Fo9/jJWeC6zGRYWEwGy0Uz0maZqM6kQXb75yXJqYz95XwYAR4A27R2AYKUytzuEVF12C8T27EZbLCNv0MiKLnCxSsp8JMJLpmEbCygswR7YqrxmJTON7iya/lLyAonROXsmUcyz4lP+blMOSCZRA4LoIuh1oDLgTFl1kCSAy70jW3cOGVQJ9zFhFxwXaLoJOG263ieV2G8cabUzVm5heK6NRp0zGhmNxaMQBlimMcwbgORrDDANk6MtsGCjoDPEJYIZUJpjYgQwMsTiwhLFKHz0YlPvyconYpgE9IsmqVTJrmmJpTN9OZiSUg+FTTJaWLwmV6gK1CsJmG+F6HYlGnUkFEqagDER6fbByBeCFRZkPm9PYf7XXmfHQ8viSvSvCc2ECi5djAHQCH2vdDirtJlq+K5cY1f7kZaRDX1ioFJQnDLKOHRiZrDCNCKzK24iYtqE0xh7QbstAoEPPMb+DVpfnNSHWKmxY7GQamuWI36b+5x97wfXXucBqXHTG13fMypPGRx0cYdXHrL2YIaEetzFw6NUDkhS98bbi2qBXI0j+3wZL6NxhRf/7kO24r2jvf+34/UmxyyGOMPQM+TOrezK8JJhHJrVkWdEOQJjQUYI31SMC0CpAdyNgK5ZqK5CWHo2M0VhPmKi2Axw9dFLk73YqI5LwmJnB9yne15aFZquumgWyKvusC0ZyNi668DwUi2nxXiP7p9HqoFarY/OmcVxy0YVIpW0BNdsEVsniljV4DH4iq5gVgRosyr2uGag16kOyQDQAACAASURBVAKsrqzOiRWAqdtwcmlMbt6CdDaPankN3c46BhgypDfg+y4mxsfEx7TZaaNWb+LRuROoliu4Zs9FyLFGokezlFc6zkwvYmp6SvYUhl7Rj5UBHHx9FQ6kC7B8ZmYOC/M1WFZBgNWhIQuWoQIpuJTIdsdb13LQCoFnj03h2NGTcDQL528Zl/WI3oWWbWDr1s2Y3DwprFgeR4ZdEViCkYSVGoDuZCVkL95HeOwdJyXA5pe++hV89UtfRmV1VY6/bZoSYJXJZNFqt3rhY5VKpRdGReYqry2eO74eAXWyTskw5WfjF8+zBFkIAG8IQykO+eLrimpCgjsIohvCzHJohUOwlaxY+hJHgRj8PT52dnYWr7/5Dfibv/0rbBob29hFIn/nH5ex+slPfUZAb167VgSsst7m2r2+XkG7XZPaIr7XnjNKlD1NgcpONgcrnYWTsmHYKRm6Nk/fi0L37+C4q2LTNDTK605Hw6cHvoHZ2ltRz14lmQBuUEeg2bhi9FGMrX4W0yeXkcplEFpJtIUcoMGkuou2AS2y5GnjFaIeFnHIfztWrD3QNK7bIbJ2Bk8lV3Hb0W+hdnpd7KnCah2JlAXNMtFdrwuwPphI4f+65Vcw5GfUWs2pigQ/bcj5+0EnKrI6vidS0Ds++Rlkszn8xm+/D+Xaep8VQLymKZWYOn7nIH9SFGy8RpyyENcKMQgYb0BqqMN9xFY2apHEnveVQBBU6Bi8v3i/qzqDKpDeEF4wFqUUJCObn8PzfUyMFXDV+ZuRUuWCvCdWDW1oOHJmDSvVFnJpGxduGxCbFJ7rQ8cX8PCTJ2AmlTIvETIsayPw8/msANSeQGA1hYPPPIUv3fkF3PLm1yHDJHUODyOQ1DLIin2uSkiOQ0yn7gNx4z1JRcM+VzHUfxyfD1g9+zhHRzsCWHrbejy862Os8nEE2FmLUxkn3FyCZpEVwNryvDBWO1TOwMf+/fsxNpHCwPaLsWgXMDI7BdtheG0CmYSJh+oVrA1uwzWFEnZt2SbDKVoBkOn4kwCrH/s/3omDJ87gs/c+inXPFm/2iy7Yite98ZXI5TI9H8jeADIKf4w/u5rdxIDThgduvMfLaWEPaaVQKA3Boseyk0a+WJS6jOtkOp2RtVy6UKoBvC7a5ap4SX//3vvw+JNP4zVvuBmHT52AYZv4xV98Fy644AJ5b3GNIcow6bPU/cS1kusivx568Hv41Kc/LYBqJldAvjQoNkhUi9z11a9h//e+j6HhYbz2jW/Eta96JZbWKjCba2i0OJxTjOmBwRJy+Szu+c69+OTHP4533fwmlI+dxOqRYyhqpgRU8rpmf+Wy5/UAK5fD4bUlrHRaSPmK2f2ivbvRqrUwuHMr3vH7/w35kTEhWfG+kSBDZoekk7j73v348p1fwr4dm7A6c1CUoiQZrHoG1s0stl5+DQYmtmL26FHMHnga3doMvNVZWK0qhmkBBBO57RdjcGwrLt67BxOjgzAZMh10pB/iGkGgXwbQ0YC4x1g1E9KLPnTXN3Hg/vswOVrCxMSwEIharo/hdojgoaNwOPgbLSFIJ9FddfH1Jx/Hd86chnPx+bj5nW/HkSeewcP3PyRe7c21VRkSlNdquOKl1+I9v/EbaLUqMgDlvbLhp6r6qbhWi/+M/fRlKB5ZAShQVQ20c2lLBjDsYzvNNu6/735MnTolaTHzTVr2NbBtwMHuyQk4QztxqhVica2CxtRR3HTRNly9exy5lCY2NYl2gLsPz+DLP3gWqUwOt77uRqSsiLB0DrCqBmOKGEFQnesra4XV5RXc973vwai7svcx46DldzE4MoRd5+0WnEf+iyx7aCvE4axOUlerjVNzU2h5LnL5PE6fmMK9d38P339m5gXX6P+RH/BTYPWcs9tjrI6ORKbs/IUNbyEJbok8P3mzxwnZEk4TLQKy0UYJd7Kse0K7Uim3gS/+lindQMnyUUqSeWLAohyUxbkUrOx/KYcnQ4VFvfKoFJ9Vka+EcBxDPFZNTrpJ1+/6qHshGjrlMDR+11DuULoZwk+k4IskUIcRSecDYYXQOL6LvNHFnkwSg+QicXEj07XjRlYAirEqUh5J9lThFzJV8n10IisANmw9YDXKH+eCTtZo0+1grUUmgS4BTMmRIjKjJdz7wCG5gdlYsKklcExQOOskUMxnpchs1DkpS2BseAjpbEaKfho/z62uo9zsiNR2wDSQDlyYfiBMsoGMiVSaoEUolHoufCzUWAxHCn406SEbAatcPwRYpcSAoGoXqLZcYcTZiQC7d1m45voiTMfA0MgmJLOUCbAcopQVYmpeWV6VTYHeMp2mAlb1dhPrTD8cGhWWbafZgWFM4t8+/QzmVnxUusBcCzAcG+NDaQymdKQcA5PDg8hoXQmIKrcTuPfgHJ6Yqgr4viWTQpHXWdBGJq2jaCfR6BBYDQRYLRJYTSlgtVxnGJmJjE2vHQ0zq2zoTPFYpUzEY4iFBJgl0NIcnGgDMwxKCBnkQwY2mW48jATC6H+jvHPp45XWoEJRDA0DNvO8Q5j03IMPixJRXg2SHquAVUrKyOThIs+LiS0ESws+N0EmM5lCxw8wXdOw6IdY1+hCbAhzSVwjyYAJKCFXFg1kcFGCeWah8oLXZ1oBzP3lB2CwmSdgEfC1aIehoZuy8LFT+1FbXMTl+y7D4dPTOH1mBiODw1hYrmF6dk6Y4estyj67IhtNFvM4c3oBXZfFVATeiQ2AQvBUcxOxLmM2CI+vTk/lBDSyMSj95hUv/onR8IMbI3sl2azJAOK6okBpAXDkzKlgOoa/KduBSN4vjG5VnsSMu40DdQ5I2tcMxADu8x1U9TmixkEsPzQpri8aTWIyZ8CiKX7DRjvs4HxHx3A6jVqig6tGBnDBlj0IbQ06Pc0MMi+BoN2URskw0oCeQpBwkCBjlReajGbIsuQ1SM9NFTIhVSGxUBYqlgOPgCNl5Iatfo+sU1qFEFwl+CgFjpL1qaZOeb2RsS+gqjBdaD/hQ2NYU9tFotlE2Gmi5rUw1WxhqtXGsWoF61VXgGzbBpivwQFYBqbyWNWZzxUI2MgAQ0rkCfUmKVnWbWxHBik7A51FupUSsIiBW2priWwLeJ/Re1iAYyKXFvS0g4CNPhlJlKHKeQ+Fqc8pfaKxhrDRQFipAdUqEmQA0eaEDMLoNMtjxItTxPGRzlo0uD2wXHoQDjHYoPO9ESAlY1Sc7EMJVat326i0lLSaYRfcF1IhkJS114NOCxfxnctAT7HodyJgVbHY5Z1z8yCrmGtBt4OaW8caPRG7HZVm66SQ5XOwaaBvLs/tX/yvAVbjRra/EROAKbYC4B7cz8aO0lOF5Rx99RhYMvRQlhrx8551z0TWHP2AqlQSmqbCDhi0aJrSmIt3F49J3yBX2orodZl8K/Y6UaAR93wOHktMCE8S2FN+hFwppW4QJrQKPopfM/7MwmilXD/yEOVaqsBgAy3TwKrUGAaWl9dx+vSs1AGKWa3eD2WRBHjJmuy4KjE+Dvfia7AW2TGWxwV7d8G0qeqgqyNxdP6eYrJu270dmq3Cwfg9aVBgwCOwiowAq1z3lV+3Cv0jEPDMgcexsDglXoqxCoJ1TbPVweLcHDaNFHDNSy7GUMmRRGuurVu2TGJ4aFgGpj+YP46luTm8ZPsFyCdpWUHwJhCVyokTU8JC0g0tYn6mhXmVL+ZkHSdDkGvE6VPTOH1yCW2XyqEQW7cUhR3Mpptsco3+xfTZtpJYqjZx+NQ02g0PnWoTW4bywsIjE6ZQyGDX7h0YI9CoqwFvOp2T/ZkgE1n8plUUaXhkzyjS43K5gi984Qv4+pe/IvsEGaG0LaitrwtIOjgwKKAGrzEyU2OGKRsjnj+ybgUMF5uliGHs8Hipc8nrMQbRyUbl56atAJ8vtmQSwC1iU6cyafGpFTsAsg2bLfldPk8ckrEwP4/3/Nqv4I/++A9RzOV6kmgB2/rGdS90I//kp+6QRwvQb5IRpPZcAqvVyipafcCq3Af9LNk4MwFUJCn2s5XOI5kyodkOEqGD5tRDGOj8v7CCWdQaFgqlJIJkU2wBCpqNsvFynPKug5HIwfVaSCV1XDn8FSRP78fCSgPZYgE+AflI/ss6g8CqxjrBD2EyVElPYKZ9OQ7rr4WvU+jrI+sksT85g88fvA/udFMSxRPNNo0LYaUcNFcq0BwTiY6PX37Zm3Ht5ktEkSTDOl6D4hf0XNYqVyq+Fw4Z7vzsncIM/d0//EOs1WtKTdcHyD4XtOuvGfpAwAhglVJHFglF2uh/fI+M0rM2iTem2MNaDe9kgBMp12StiYY1MtyLhl/KZ1h5VY8MpXH1eZNIc9gomDLvRKDS9nB6qYGVWgtht4UrLtiK6uoistkC5pdrePiJY9ApJZGhhStrkKyX53qs0queHFgBe3wBVo8cPojP33EH3vbzb8Hs7Iycm0suuUTYtKxRRU7Y99U7DrwG+liq8Xoaqyqe9zHRN88GVTcC4Z63RouA1eecv3M9Vmlt1APhE/A41KQVQKiBwKowVukdG4a4b//9GBq3MbbtIiwbOQwuzwDNhgSJcZr3+Jk5rGcn8ZKd27B7+66zgFWerz/4rR/PY/VP3/Wz0ud98/EDWG2x1tCxa+swXv/mmzA4PNADuOJ1KfYh39ir42Mld3+PDdl/3NipOJk8BgYIrKalvqJfLgdfXG8LxRKSDgcXCVmbxYKHyhrNQqPaxEf+8UPIZHMYndyEw0eP4PobX4Grr75CEYb6PNXjEEIOIJvNhjwPn//Q4Wfw4Q9/RHD3gaER8eRL5/MYHhzG8SNHcNvHPwa308GNr3o13vhzt6LWasMjSYchb6by9S0UCsjlczgzt4AP/v3f4w033gB3cRlPfOPbGLeSSOqmALpN35V+WyNjJpnEs+UFrLgtjNgGLrlgJy7dt1cGtHY+j9HLrsZ5F18GW0IB1cCGA396IN/x2Tvx/bvvxnjRwfrsUexiMFSxhLJvYzU0kd91EYa274Xb8bA8M43G2hm4c8exM6fBchI4Vm3h0htuQaUBnDx1Ehfv3Yl9e7YhYzJ0ri2WcGIJEtkExmxwWUeYO4MA3/7cZzD17FOYGCpiZGRA5jyNehvnZ4bgP3YcqZWaIiw4JnJ2FrPtNr547CC+W1lCvZBDpdqEljCQzaaQsjQMlgo4fmoas8sVvPd978P1116Jdrt1FmO1H2SNwfl4r4z/3ABWY2k+kElbsrbRt7dea+Lub92FhbkFVLnWZQehmWmszEwhFXi4ZN9FKIyNY25+Bna7hit2b0N9dVFCcYmTsL5ftXK4c//jEub29lvfgEKGYeJq+HVuvakYaZqEllcqVXRaLjrNBmZmptFaqiCVSgqpiQq9ZCaDPReej3yegYi06eMAQHnB0wpg6dQMpp45iORADs5ADnY6LcDq6eOncNvX73+h2/d/6N//KbB6zuntMVbHRjYYqn0J5vGGGE+jeoxV2fmjySMly1INq6qRzQgrBzbeBVPDkK0jbySQTlAixGaXfqMszlXKMBmbrBXotUpWAItYAnkKWNWl4UglFbBK4NU0dKy7Gpa7IZbdADU/Ic2RR3YBm0PVTkMPDRg+gdYQLq0GKLdjqqHvYszWsNn2MWh44rNT7XSFju8wKCtOVzQUQzSqj6QQZ2J212PSKQXlZKyqMBzCIpTNpk0LTdfHbKOLxYZimqbzaZiOhWmCYrLGk5nE0IE2isUC9m0ZxDDDJ5jY6iSRSafhdz0slpfRaLfQafk4ubSGk0urNP7EkGNKwrSTAIYzJoYy9D3zRJrX6FK6RjmE9kMZqwRWKXsnUMJzUO8aqHZaCHXlV/uSq4ew73INupnE0MiksAYI9lGuyXPhuR1UVsryWLLY3BatACyY3TbWV5cxNDKBeqMO323DMEZx13dW8eCzVZSbXaSzDi7ctQk7hrJI6Uxt7Eg4GTmm7XZDwpsOLzXx0KFFzLc8nFdIYozAUtBGKqVhIJkSNhC9SWOP1aEU5YiBeKwyYTVtaWLdOL1Kw2kDGcNHUrp4oh08dyaWXR0H6iFWQrKHeNEqhgCvYSUvj7y7Ik8mlVFPYDZEJiRbj97BQN4IkTMCOBqZrgRaeVv0AatRs08gk+wSEWRbFnzDRqXewVGPDA/FYmZZy+tJfH8FVCM7itcx08UNpG0bh6cXXvACTWB19q8+AD3Q4XF44WnwWQ8HAVL5Eh5qzeHBQ49h08QkjhFIraxLuM7x6WXMLc+LgXG2mEej0RY5hJFMY+7MItwWpVMEZ3i/q9AuFiT9QE4PMOFnEam0uvcpAadnYq8A61WHETOEgFvkuScQigD7njyH8hcjgB0x06QgIdCqniQGVvvwoZ7U72xFuAJO+9mr/QdXgbkbnTDXnlJGx76RtNhvdNZ8WE4KtSDEnnRSLCnIgnv1WAmTgyV0TQ1JkaLb0M0EglYNHllOBA71NDyxfaCjMykovA51MbMnaqTZClAUSRsvW9thcouAjmTrUGZPYEMqVLclbMgEmcAK01OBXvI/VWRLOrqaGohfqB92kfBCJNo+KK9HpyEN+lKnhelOG0eaLaxXugi7mmKs2opxzfRTrh0cwFihJ0MF8VaVAQOErZqxUtip58XHS+wAKBGleoAFr+QP0TaGHqv0jQ2QIIDqmAgZ7pF0kDAtkdXzOEiUooppV/9160jUGkC5CpQrQL2JBKWSXkd9NvEzjgpj0uQ9FwlO4oU5rqQG0lDzd5IFeS3xqzVTwpKVMDtJhvfQ7LZQc1syKKNXX9gNoXNt9VowyT6mPYCThpMtIJliII9i6JIVIsdcLkRd+cGSGdempK2G1XYNjS79iQ0Uk2nkyHjVyEJLQrNs4P0ffsH3uGKsqujD/oKzn8EVf1+sAORu2gBQN5qz2NDj7LcQwak9P8OzfhrJ7uOGgD+LC/EYMOD7iP1KhRHhK2uUmMkSs6D4ew7tHyKZLa9V/otDwIKdkEAVqlfImlRhgvxPrds99qwAWOqzWbQMMNkgqtcnsKrWJNqu+GjbVAnQ2qSNM7MrWFotox0xj/h88edQNgIMHOT+p4Bi/pzPffGOMezaMYlQZ2CPp6wk2rQ3CXHhhedjcPMomkFHvp8xVePH4AgVXkUrAC6ElA6rNZ/eiARWn3zqYRw/cRDtZluGlK1OE236mra7so5cdskevPiKC1Ao0CLFRrvTlM+5eXITBktDeLxyGssL83jptguQsVMiwaPHc7vewvFTp/H4448LqFgo5lEsFFAs5DEwVJIQRYI5/KzLS6s4euQMjhybwshoERdduE0GqnweHmHur7QqofpgrryOuXINe3ddiDPHp7E8dUQUJLR3KpZy2L59KyY3b1KW0hxSOXkYDBvTAmEO+Z6F7MReOT9eN0A6nRW/1L/6wF/jyDMHkM1l5biPjo8J65RBVQ5BwYh5KitdVKzxT3qu8vcJosaMqvh3YuZd7D3MP6niiIPL4nuld/8keL0aYgMgPquhCruiLJ5WAP2Dg3K5jN/7b7+P9/6X35SaMLITVky/n8Bj9TN3fC6S2rJpZciYYld1vRbWyitottZ7jFX5nM8BVhXAJ96zBIhTBTgpKiEc6EijOfMEcq33I5eYQ63mIpdOoau78HQXua6JVv48nHRvhecOykozkK3hRcXPwjtxEGsND9mBIrpcO2Vg05X1njWyTRCRIYBGKOe+1S5hf/h2dBJD8vN00sK3zRP42oEnoC000A08GB0PQdIQX+H1pRXxoqbn6FWlvfiNG97KsbYA2774rG6sRgJeRxs614VuGKLeaOJrX/wqFhcW8Ud/9ueotZQcXwGrqkF/PjZkv5z6rJ9H4KpI2nlOI2A3/p1es09yR88zWN3f8jNp4jnwi+sL5SUv+5aAtCQwqPAXye+k9Qg0jA6m8eLzJoWAQL91SmVZqc5WWmIFUKm3kUkaeOnFm7G6sAwnlcJqtYOHHz0MzSIrnnVGpwd4qjVXqRZkzeZ+LENXxSTmWkuw6zOf/iTe8pY3olpZk0HM1i2bBZwlmCaBrWcXWmptFHnw2YB3zIQTG4MfwVjtfz71941e89zHiS919HX2+2C9uOFtzPU0Blb5CH7CVHaQxkxYW1LAaqPrSjW2/777URo2MbFjH6p6HoXVaXSqaxgdLEo40lSlgdNNGy/ddx52n38RMn2M1Z8EWP3wf303js2cwZcefAQrDR/pwMC2iWG85k03YmScVn1nA/jKh7yfXa3Op9p/4/vg7FEOa51sYRCFPG0dUmJnwpBFMjPJ/ifgms3lhbxgOAwt1IWQYUXg6nplHcdPnkZlvSrEoJdcfRWGRwajwFFZdXoFuKy97RbKK6vCFKTEv+028KEPfgjPPP0stmzfKcHObuBhaGgUI4OD+MoXv4hvfuOruO7l1+Gtb3uH1DO00WBgMm8dx6HXdgqFfBHVWh1f/tKdeOmVlyPnB/jGx29DutaW0CjeH41OCyZVEex7TANPL8+ibgDbChns3TGBfMbC1slJ6MkUMDSJnRe8CLsuuAhWOiefwaA3bLuLL975Ddz97buQMrqonDmEnSMFjBcHRG3RTRWQ3rYXbmZIQphmzixgKGdjT9bAeFAmVQrfeepZhIUd2Hfl9Xj6yBEMZBz8zBUXYriQBLq05iAZive6spyK81ZkD+JxDwN85dO3Y/HUEUwODwgJi9fZmYMnMbDUxCbXwLZcEb7bQiPswEww8DeNFV3HZ44cwMMkPDkpVOskdrThGMDVV1yOtXoT37nvEYyMj+E33/MO7NixHR23I88de632g6vx3+NQK7EHiCyRlNGeOvXpNIF6R0IWmdPx9a98HadPnkKQtHH51S/DejPEt7+7H43yEi7ZMY692zZh28QEcmaIgUxapPke8x/oc9/xUdUtfO6e+1DrBHjHz9+CTCpO+XouuMosEl4X9967H1NTs0glk1J702osVygIviIeurTvoTp3dBTn79yMTeNjsg7y/Q8ODsiwee7AUTz81W9jZM9WjJ23HQZ9eo+ewOFnDuIL+58+u0D+//m/fgqsnnMBxMDq+GAJoUV4UKU4S/shWInw7FQ6b8R0kUkkKf4qokNtzopsJj2w7XeQN3Tk7ISwCQtcLGiMTMmUZJgYylovYhmRjcd21KLnqkiedQE5292uhKuwgU3ZpkwpXM1EM9Ax1wbKXUo2FQwmDNmIYaY2F+WoqQJ3KUNWBRCnb2zW9dBFSfOwi8xVgwPJdbTCAA5TsNnw8fPrmsheiV8Ii9bz0fY8aYpYtPF5uQDI8dFCpBheZRmotzycKHcx11KFlJMy4Ro6Gk0Phu8hm3bQTUAk7WPDOeweHxefWLJjt26eQDFfwNICQa1lCePiQrlabeCpU1NYWGtJ8uJYwsNEzsIwsQj6ULExCEPUXA+driceqvSaYaPF49dxPSkyCa4Ii4efjcCFH6DuGlhrt4TZlnNC3PS6EsYnNdjJAThkNaSzAlxSlqtrvgJWV6tS9fHcKQBVgx10UF1ewtjkdlQrDQE7Qs/AkcM6Pnf3NBbbIV68ZwznDeUxUCghadAbkdeSjTB0UV9fQ63t40wjxP7D0zi40sa2rIXNjiG2DdmkjmKafm9tlFsh1r0QJUfHSMqQ/JvlegcZR1kgtIIEpstNAS8YhpWUC1gVg3XPwsEmMNcx4NP/VsAbFSohxVkMFAgAoVLEYwBQvADpByt2AQSVAmHvUaKaM0IMmhB2a4K+mgR0eK1pCQlQCwgmcoBgW6h0Q0xXu5jVHMVUlYR7ls+8mnUpWHmvmH4Lm/MmXrRjQgy9//tn9r/gJZzA6vLf/B3sjoFKtwEGMK83XbRcFwbR7ayFw8sLOLC4gOOzSzgzvwjmUNB/jTe+biUk6Xp9vYMwYDp1GitLq6itNeSY0d9TcoDi+lcC5JhOEiiGJhPvyfwlMKjRJiGSI9M42GMQFdeZuCCLvBpZZIgvLgt3Nho8HiqoiU2tSOV6rFgV8KUQ1Y1Cc6PROfuQPT+jdcMHUgCVDUhSWRVErzWWt3Ht5hFkzQRmKmVMpjLCiKGn8o2X7f7/2HvPKDnO80z0qeqq7qrOYaYnz2AwgxwIkhCDKIqkZFJUTpYsWZZk+9pn13vts+Gu7d29e8/6x7W9lpPk7JUtU6KsLFkSlUiKhABmACQBkshxcu6cqqu7657n/apnBpB87iHv/aWjOWcIgJjBdFd99X3v+7xPQGm5gNFgEDdOjiIbpddZiIZqiihaq8Lr1JWfZCCGdkd5CpI94RJs4XvVTRhsxu2QeEcKM4/7MJl2lJqHWDQSoKSHKdFxLlJXhVURzBGfazZtDMJQLUmA64sNJ18Er6nItmmv0RTWKsHJTq2GtlMX8CbfbOAyw6wqLbRahthChA3uz1zvIdkT2TIHXDI8WrK+6enGPYev3bSjGA71QDfi8MjI5SftYVqO/CouZ2To6MozTCivrPZsk1R6P7iK4Vdqr6bXrEaP2nYTWrOlgNXVPLxcgV26mtR7vBbq/neZxtLgt+vw6D1Yr0FrOIq1z+tLDygrA40gCUOLCAITrBD7GDKiOzLcomKAwQuNekUANzJ1xOO13RTWlhU00JdOIxKlbJaMOUn/k7ODZ6cm/q1saj3U6WNbLWC1WYPLYY9lIGNGEPNCsOkDRsYqQ7teA7DKM6W79K8HU7sgYBcsEjBAzkXli67AZvWMKNuNLijsPzddn9R16ZUKd1Smq6oRWDf/lxpAgYu8hgJdyLPtvzwfTODzrIKgOAgkM5oghNp4BSjlEEq2ZUkClLdmIqRsAEIBhEP0QzVg04pC7HAY7KaL6oDnoJzK4nuui2yaAxnWFgZZpV4T1U4UFdpIEBgMBtHydMzOLePqzCLKZa4pFSjJ5rHL/OYZpxhkvG6+NVIggP1bRzAxPoCgRRBEQ7PdQd1pSJjl0PZxtEMBkPNcgoutoSSGwnFUXP47Q/ACMVFSiMUROCCuYXVtGZcvX8H5c2ckTIOKQQAAIABJREFUkZbrkHZASsmgznCGCt2wbxu2TQ4jGg6iN5uBZZsolwpS45AZWtNbwvTpT2akDqr67ErecyalP/vMUZRLVSQSMaRScaRTCV9mmRS1DwFJeq1evjKDM2fOYHhoAMPD/XJdxWOWoBnp7L70e26liEo7hJtvuQuFtSJ+9P0vy3majoSRiVvo6e9B7+gYErGwWIkwYIMs2HY1j+bsPLxqE/Gb74WRnhTmHVm+rtPCg//wRXzvu98UEJWNPr1OeR/og9ddf1ypXUaTAoso/TeF1cp1pp5jR74mbARVIJ2wsoJi28NBMP9OrlO1KmqT7vMiXvgEikRpEoJl22KnIWdfmzJjV2ouW4JVdQk++dRffQof+tD7RWElsyxeMz+4h+FFr+Xji1/9urwvM2TBMm2lGPGoxHFQLKyhXivJsyd7v5yZyh9UkR83Avz4fmwJr4oiaPO8CSMQsNBYfAV28S+RDJxBo96WZ4x2P2QlmnodgVgvFjs/j7nSPiEqbolexc7El5A7s4yOERArAIe2KbTDEFCA4GBASBNic8Hhm5gLGjhZfyOmvJtkD9LCKTwUuIynTz0Hb7EmwytRRlkBRIIWapWK7CEEJqNN4Hff+qsYSozJXunPyteZS+sMe3+f4SplsMxjP/ghzrxyBp/41J+j0mAd4+97Sg+xDvRdu3d2wQKfQbqO4ak/r/9R2KabQS+fcNJV74ivJZ/u7n3YAH8FKFT47CapjQ+G+cxVAq7MWujvSeDg7i2IhmixpvoaanQIntactgCwtCJLRBigVhVWb7Fcw4kTryhrGg6oRdXj+6r6IK6oD+X3LWGYS+AQLRrCYUxdvoJ/fvCz+MiH3idMLwHa6F3etRe61oLefzekIPBek/ARQKtBqw0OIYOoNmhbohi4UpNI/6ROHjmPfgJIe+2zsjEIl+8SMGrjY/37JbhGffD9cB/vMiplDO95iMbJWA2gsLKIdrMiewRrmCeOHEYsZWN8+244CMJeWUO9Oo9iG+hlxoMHnF4D3nDjAWzfc0DYbSury7K//H8BVh/6s/+CoydexiPPPo/pNe5HNkZ6+vHm++5G/3CPzKfJqGMfS6WGslDyQ6f8xbgeRibnkxqts0elJzctj+gFn+0flr2Rwb61el38qLk4ezJpZHqyiMUSEmjFfY4ha6zv5EmQEGFPAqGmZ6axspzDrp27sHffbj+kauM+SFhzu42p6WnkVleQTqcwODiAkBXGY4cexz999p/Q29OPnoEhrJXysEwLE1u2olIq4ZOf+nNsm5zAx3/5l9U5owGVSlnOwFg8DssOiwXd1ekrOH3qDG593a0Y6cvim//wj1h47gVsidPaQEOxWUPIsBA0LFS0Nl5enUdDdzE+2IMtA0mw4h4bGEA8mkAg0Y/E8BiyW7djbHInstk+IXpRTv7QQw/joW8/hEwyijPHn0BvWMeOLYPojcToUYhWqh/BiRtQCcZw7vxFRDod3JgNYcBbRtg28fDRswgP7cHOA7eh4qh8iFQ8iNH+JOJURbYaUi8JUEmTNJPSdMVGp7c6wzG//aXPYfHSWYwP9KGvN4N21cHUkRcRyzcwGe9BilY+UdqEadD5iNMuJxLH5WoFn3/lJI53PMzXa2g5dcRCBu68/XaMjo3j2z94BK+cOY87Xn8zPv7LH0EsHkFLMiyU+o17g5yFYhHAYKuWGiz7AeOsL1TNzT5D2brFIkEJhitWXVy5MoUXjx5DbmURE5OTGJrYjguzq3jh9AXMz85icrAXcbjYMdCL0WwC/amIBGKvreVlLUZTcVxdKeFrDx9GrtbAr3z8F5FKUBu3MbRRtihqqMr1/uILL+LI44dx68FbpY6ZmZ9DvlgSy8MAA2bdFhq1ktQPHDb392Rxxx13YM++nQjqHaTjYRkuLF6axrHvPSzD3637diM2kMXM/DxOn3gJX3jshddyhP/Ufs/PgNXrbm0XWN070i8Lz9WZrEvWDg2VO3IgCxPFn0xyDSvZkwGXcl4yy9TxpVgOrodMsIW0GUCYIJPhIUIAjuEW3ZGG799CoJIAiTQ8TBLVPQTl0FbSafp6kp0hgTmcuLQ6WKwqSXmVrX2A0oDNvoo/XiBtHK6qaWOxSQCIzVWwQ+aqiWGbflB1YcSSCUOA09QCwqgLBJUnKV+T02pLAU3GHY8zFeikvIx4iLHJDod01OsdzJaA1RbT7jV4QRNlelaWmwi5TQEhyJANhAzs3TaEnkgEgXYHUTuAeMRCMh7H0tKqSMVXCkUJg4kl4nhleh6np9dghYOItZvYmrYwEjMRaDUFqOZrKDmq0Kdcl1JTgjIGU3zdNkho4/tQScuaMmNvd1BoeqhIEJiBvmwH7//gIAKhFmKxITTdFpK9STjNBiLRsBSylFQVckV0XFful9OoiW+J3WmDRvAj49tQKjqoFNZg6gbm50x8/jtXsdS08YZdWUwmbMRjGVgEakTayYKcrIsc6i0Ni9UWnjp7CSfXWsgawGjEhOnUEbcCSEUZVOEg1/BQcj2xluiz6fmlYbnqCJhP76daR8d0viqMQZqI2xp9rSBA6mxNw5kqUGGwmKBMG4EZm6eFXbbSZo8iAdgpaZCEXX8yL35S9F3sCDO7J2wgobcR9lwBXtlSEF+RdSISQh2uGcJirYXL1TbK7QDa4q1K4J8nhCFm6AGuz4iHu/aO4cCWLFKhIH7xbx591ZszgdXCH/2+NE9siJh4vlp2cGp1HhcXZ1BotdAMBXF+ZhbnF9fgeB4yyRgyw1nkCgXxwSUomluroulo6Bnqx9rsPOoFTpEpRXSgSZCESuQWObXPSJD1ZnCvcGWKSsCJABWBEzJOPKcspEuVKq78PzkkoOxTAoi4p/DPvmyPU11lSUFglR9+Ae2D4BvP+waT4Xog9ceBVfVd4nu8Dh7J73zgUv0S0gMyADrQl8QHbt+Cl2au4tJcFTuyacwv0d8sBtsowm4FMJkdwORAFKO9w7B7LOUD66ggilarBs0wJYyL993lhNYkZ9uQVHkJJgmRuUcJtBpqqaR7U74PGoEFoX2te9J69Ox0WsKOlMZIHnxd5L9cqxw68fecgCtrEwJ+ZLk60OoOvGoZ7XpVEp+r7RamXBe5OgMETUQZ5kamNz0uEYSp00uVXsP0f/Nk/+awhxN8zTKhWxEMhegDFRe2KsFihqVR9kRQkuAqAXJpzvgMsVkI6vK9CBLokoh3AVYFImOIHQFSMuWcJgJkL+RyQKEs75kHS6etpJ0qJEtdFzkbGP7lVKFVqwCtGLh+2CAyBC3SA41BNbYNzbJp+ixggHgvCF2IzDnFNK1WK/JZr1XRapA56KLeqsI2NQz19iAbDiGgh+mWpwKAyLDia3FVOjYlqZWWgzxZsJ6LZqAjTXDKsBHzggh3dATJ6OX9/b2/fNXPeCzKYvNaadRPZmFt/NOb/VWvASR8j0BhgG5KkFZTUXUWCkxAb2mx8KGqpNvEKnuB7qcCVjf8ljlYUsCtz3RiA0gpucjKN3ix3B9EAC+2y2rw1XKVvQOLez4OVEtQvk1PLwYWBsl+pGezMOjVcCESsWSfYYFND/E2cR3wzDNQbzbQ1tri20aGfqFUxeWpBazlVKhRFywhU5FNN7enrqSc768LQI/392D3jjEkk0wRtmFFY3Dchjxn2ZEhzFVyqJPVafFZCiJrhKE1I7CsLYAZR1snQBZAIb+KM+dewpmzr2BxYVFYqQyL5ECbbFTuiV6HEvowhgZ7MDKUFl9X1gyJZAzpTEJUKLm1NQEJ+/r7ESbr0HXX5e28T9zLV1bW8OQTzwiwmkzEEIuHEY1Y0rj29w8gkUj639PCWi6Hy5cuiOSVQGX3fXel7wRPeF/nVwrQI/2Y2H0Tmo0WTj73FGYun0I8HECqNyVS/cHeFHqzadiJuDzqnVwOndUlGI2K3C+3fw/6brgfnsZBsYuIFccPvv0o/vqvPyU/t2sl0f3Z3TXfZYx2man8e9UcKu/AbngVQdNUNA47bMugn162kWh03W+Y15oBV12/xC5LR0ITWScYASQpeRdrD7KS1Qiu0XQRDloiPQzYFv7xgX/AW958t/Iz5ucmVmXXDvrVPuSf//LXEBIv3JQE0JA91mFhobVRKq4JOUA8q6Xm8NmRPrtynUUpPXcAVjSFYDSMoGXCDEbFhqS+chaRtb9DNHAcjuMJeM963tBsGEFHQOUK7sGZyv3QzCb2xp7HUPB7WDhTRiQRR8BiWCvVA3TT87MI/PA5etHzuZTE7oCOmfooXnLfhVbURgEWvum+gFOXzkNbdKBXm/AiQbQiIbGNahcrUotTv9ByG/jYjW/HXRO3ixoi4ulw/YDWzXsYr61irHZkoHDksR/h6DPH8Gd//ZdCjiDjursvcafp1iub78nGnsYbuOGx2h3gdffX65mEXQZo9+9lKOwDiT++R6veqfvfLsirXocCxqU2ob+nHcLoUJ8w6dh3Sf/V0dGgT7oMshTblOACByItAWa99cC27vMgtm2+9cBmZQFB+S7wyv2XvsuzU1N48IEH8Mu/9AHQBqPLCN78azd/o3sdhMnPc1TTcfToUTz51FMiK7/tloO49fZbRIVHogbPkI2hH8HYa4HV/3eQ9Vpg9Zqv3wSsispgM7BKdZjnIRJLy75bXF1Cq1lBy2kJA/+JJw4hnohgfHxcyBDtPL3clzHveBhOkvnv4VRex603HsDO3QeE3cZhGM8IvvfXGl713b/4HVy4PIvnXrmIZ146By9gYTA9iO27JrH/4D6EY0qlRNckr1WFGeA5qzxvu8zda9eiOgNlGMjBs2cgHM+gt39AgEl6RNN3e3p6CtVqDelUBrFEEvF4Cn0D/YjHkhISZ9n0LGWJTmVgC6VSCS+//DIOH34K1Uodv/tffhsjI8NSd3Z9KptNNZR+5ZVXUC4XZdA3ODiIVLIHM7NT+MQf/yFyhSpuv+MuUc/Rs5trhqzWBz//WTmzfvmjv+SzJ+nT7Q/FwmHBJXgOnbtwDrNz89i2bQcO7N+HuZdP4Quf+BMMGEEkIzEUGzVRxtkhG2ttB2dX5kVRMr5lAJNb+oSo0xOPIUwyQHQAB++5D514CoVqU9R7o6PDQl749re/hy9/+SvYumUMp194Fk5+AVsGMxhJJxGJRZD3TBTiI6hHe7GSy6E0P4t9fUHs7dXkzLuw3MTt938QiUw/KpUa5ldXZBA/MdiLhNZA0K3L4EQskziAYH3KsF+JCKBnbADf+/oXce6Fo9g2PIBMKoFAo4NLR06gs1xEv2kjzZDpdErUPqZ4zqvhi2uHcGh5Hg8tLWO+00EhV4DRaWPb+LhYetD27eXTp0Sp8+EPfwDvetf9qNaUl7zbJHVO7ZMSpC1h4sqbXKaEsj915D4TjOUHbZPIqL08u4JDTx3H7PyyWD7qJN94LsZ27QMiaUwtruL8uXPYvX0S4U4dK5fOYrQnhjsOUF1joF5tIJZMwdXbOHF+Gt//0TFRRPz8+9+N7RNDwmqlwkSJJFW9yXOednUvHD0uFj233XyrDABW83nphY6fuoBLV6YwOjSALYNZ5NdWMLu4jLnlMlI9abz3ve/E/l3jyKaiknlw8fQ5nHnqGawtrWDHDXsxvHM7SpUyXnjuGD7/6LFXe3z/VH/9z4DV625vF1i9fXQQ+WYTNbJJJQVYyU3Eb81PwNQDyg+rK1nRJZyHGe9q4kmfEHYfmU4VMWF9sijriC8d2STCfqNs1GSzT3RTzfApqyfQx68lICjglcipNQHIKpT7expyLaDQAppkbPnpxhsF0YZcRDVoP4G9xv/dYUPHTYuwaAtWp41EEMiYHtL0ctVa0Pk6AgGRhTBRmuCGAKtuS8BVDlnZSEi6pIAx/FkdSStWU/4O8o0Ayj6To6qHsEC7gqoDq+kIy6F/pBeOW8dwNoOY5kn6Z28qLgw1pvNSghdPZdCgVL9Uko1henVV2LD79x7Ak888j5hXw2gyKGxgXl8GWFQdvs62yHUlAdm/5k3XFaCaYAYnzl1glU1/rk3ZhAu3EcC+fQbe/t6sSCWNQI+AW/FMFPVmTaQinOCRlVErF+DUSoAE0LRhBiMIewbyKzMYm9jGnB5MX7mIeMRGoWDjga9P42IugLv2D2M0TrPyGNJkS4hfJlBvtVBpuKg3O8jXGjg7PY3D01VEW21sTZoINV3ELA/ZZAS1Wh1rDaDY7Aiw2m+bcDoQYDVp870RWCWjsAY7RGBVg+Ux2MrEimfgfLmN5QbBTVOYkuSLSgCZ39yrolEBAl32i9q8uwmqfilMmTYLWh4awtRSwEMINQwFNYzRk5VMFTLzKH9lKSkAXUtkWg1Pw5Wyh8V6B3laTBBIlCKanBYdNhrYnjHwpgMT2D7YK+zHD3zqO696gyaw+s3feDuKDUP8d/KU1rQYwNLCmYVVnJqZketl2gZgBQScoASvEwyiyiJjZAT5QhFTV+ZgBhOwxnrhzK+gubwi711cBSWAiphSN9COOCu990wB3Z1aU8BBAldq8qkGNJSD04NPJYFTLq4aGPrzsMhw6j7L0Cf5CFfYZ+RIGvD65JLb1LVMoH+Nsaqam2svo9rmNgGrZHCQje1H9NHIPGnRF9hApVrCjsEE7tvVg6n5HOYKDnqtGBpOB2awiUgwgJFUBiPRCPaMjSKaCksBrzmC6ghgQHsNUHpux+GZBloBA00JtjOU12+Ie6IK9hOwmkBUQA29VEGjyz5CRrA8bARJHeX/KAF4bGzIfiSSbkp5pIBV+tny57TJcnWg83sbNISuiwcsiyDHc7HgNFF0IBYrQRgIUzlvAnGd4JUimSqCIYFRTfmD8ucRLTEsDFi9gBEFyKyl/lOKsSYNmiUVlQBAgJNwAeLJWuWnoRiEzPyghQIHZ8KIpk7KgcewwXoDWjkPFFahlWs8DIRFrfpQtmr+3i80MXq5utCaNaBa5kRIsYNCQWhhG0j0CrCKsA2PoKpolIn2cELPB5fhIZ4w9JloS1ZbqVxEpczU7BoqjYoMbkZ6s9gSYnI72R08m9QBwVAGNMnM1VCj55feRj3goUm1B6XFBpAImojAQIhRWLoFjc/+b/3eq37GrwdWNze53TNSpJHrjN5r13v3ByqgdMNHdTOwKqFN/heuu0X60mbFYFJnsDxaPmOMvxcmQUftkaFQUNZ1V06mwqmUVL8LMCiyOtnaipUugIwwWQmstNB02nCdthB2hJzNJWMbiIUt0BIhbqlUbK5Rz/RgEpwhE9Fx0dQMlOsOmkED0XhUPANlcExwGAFMzSxhJV8TNgOHirweLOCFvdFRf74WhNbQG7Vxw/5tGOhLIBqLoG9wSOxkSqUient6cbWxhrVGBaFgEKtoIIUgthmTiES3wrBiKDfWcP78ebxy8oR4gdXInvQ9O4XJy1VN9gzVMi795kPYvm0MW0Z7YVma1EwEVRPJKGIRWxoggoMh20Imk1EBTNwnJKhNAYGULD5x5EmUSzWxAIgnyAIyYYcjyGaz0gTzg40KGZjz9Fds+UnAfiAUwUoJw6TXZaeDK9OriPWNY2zbPpGYLk7NYWXhKnKrswgE2ujNJJCN24j1JpVqqJBHrF5FytDEf9NFG3UjhoFb34nIyHa0ygXxQXzx+Rfx3//rf5M1w4Z6HbBinUdbo1BImjsuPwLRXeYP5crd54CvlSA87x2fZXntICNJeany3vDKEGzogj1dwEgxl8l6c0WJQWBVGOhVDmo6aDQdBLwAMskUVtbyyI6P4rOffwC37tuzLmL24/HkTHut4VVf//4PEE8kkYgnxc9vaX5Z2DesVwmsVitFH1gViEqtU3bn/ppdv24chIXjMOmzSh/TUBgB00IzdwWh5b9DVH8WblMNj1U4FL2o6XEYgG6O4kz9N1CGi9ePPIx4/hjmpmoCnHeEPKFqIvph0+pDLB/knFfAKllNXC4VN4LD+Q/ghYUQUvst/Ev5GGbOL0FbdRTTXV5XCM2UDayWlMTZNqA1HdyQ2Y7/7cDbEAnGEDFsuH40/PXPJvcMBs4y6PaZJ57CY488jj/9q7+AZwTQZh3bvS6+H+X1m64cIevy683AqmLhC+u/64u66ZuF/dnNpfAZ++s9ic+U9k0A5Lt+0gBM1TIbw+GWbkmQEEE1+jjz/Jdyk/6R3dmy75mtPDiVPRI/uL92pb38M0M/NwOrXdsP5cuuAvT47DBYcX5mBg8+8E/4+Ec/KMzMLqAqA3DhI/sKo83DNJ32QWE89cTT+NrXvqyUJjp9yz18+MMfxs23vg4uMx82BQDyQeaq7X5sviY/+fr4tdp1jNX171fIz/r17QKrrKMUdxqIROkXbQiw2nZphcQ+xsThHz2GTDyMHVuGoLl1zE0vIhMC6kZYyB21ahNn6wb2H7wZO3fcIOBZF1jltX+twOqhv/w/JET4xfPT+PqjTyBX7qAn1Y90NoUPf+wXhYHM/cW2dcSjLjSvCr2jfEdlAOnXrzIMYkkutnvK29xxWigWahjeMoktExOy35WKBfHVXJyfR7FUQiyRQjTOMyyGdKoHiWQasVhMQHFhuPq+2xxOPfvss3jooe+iWq3jE5/4hHh7KzsVtZ8S5Kf39YkTJwScHRsbk0Efcwl+8N1v4cEvPChBnePbduGmWw4qhmm+hP5sVlLkL144j7vuvFPCAhttV4BV7u0yEOt0xI5lZnkOx59/EcMjo9izcwe2pDN45ItfwpVnnkVPKIQGaz8BVkMSHr3cLKM32YO+vhT6+5KIhE2x32Of7BpZ3PGWt2Fsz37JSSUwTOZoKBzG9773CB78whexc8d2rC1OY+HKeazOX8WuoT5MjA1DsxM4Ol3CVENHkurTUAA3jCaR1Suo1qqoBdN4y/s/jkgoAqdSxsxKDvlKGf0JGxM9FtK0EGqzD2LmS1uYwhwSs/egLVwiHMYzh3+IH377GxjrU7aBRkfHsUeOIT81h75IElEC4AENUZIRCCJ0PDToI05bvOEBPLayjBJMrK3kUKvQ8zaA4YF+9KYTQnQ5NzUrlj3/5t/8Cm4+eDOaTl282JttqneYv6rY0bqmPMjLhTIqpbLUiiRV2OGgnBcEVsuNBr7+jYdw+uxlRCNRJJgVU69gaWUNZiKF0T03IpTI4OVXXkEo4GH35DBStoahWBjN3AqipomoHZWTcrGaQ8kBzk1xjVawf/c23HHLAVkX3SFq97zme6pXGnjx2AvS01MxRAWP03KR6slguVDDoSNP49Yb9+Pjv/BulPKrePK5o3j4yZNYLFRw6y034n3v+jmMDvVKT7I0t4xjjz+J+fl59A8NYu+NB2Tw/MjDD+Nrh46/6hr9p/kbfgasXnd3u8DqGwZ7UKWRdwdoEAARancbEY0BTkHoZJ35AU4yuWcYRYATKvW1BACF0dkCspoL2wdA2DiFfFkgWZVsdkLEFCj71zwBEsVbVaacZKyy8OLkW0O92cLZhoFqs4NShzYAQXREUkPwoOsl2HUSVA3dZp831QBtOvhF+kh6u+iUBBDg9Nb0XMT1DvpMIEOGbceV16kShQM+Y1VZFzR5eLBvFtq5YqyqEAGCmQEB8gh4lB0PFaYhBk1UNAtTLV3SpOOei6ih4a6fe5NM7lqNKgZTScSjYfEwdOp1aQBW1nJIpDKIRmLCFl0rF3DuylVs3TKJraOT+OZ3H0WgkRerBSnBJIiqhVqzI7J/ssj4euhNR9yCYRaUKHKXZNO2GVgttzQUG020Wibu+bkUDt6mIWQmUKzoGBjZgkKpjjrDODQD1VIFqVQMoSA9Emto1nPQxPTZRlQLYnVxBqNbt8I0wrh07rSEU7mtGL700BKOvFLBPbfswHDSRDQax0CUEjST2AiWCxVcmF1AhQVXW7GYnrqwikjbxa7+BNqVCkzPQU8ijFqtgZwDFBwVhtZHYLXtYaXW9IFVQwD5a4BVvQ1Xs3Ch5uFKg2mRyp+L9ashUi3FmNrsD6oK1A1ZV7cYVY02v1dZBAhgIShTUIpFo13EVjuArSETIT+JmTIrt62M4Aneh0MG2pqG2aqJmaqLZbcNR+TD/HdD6GgBAVZfNxzDTeO9iDHNMBTGf/7SqzfNJrD63f/4XlxdoxzShdMsYb7WQd2NwWHCMIPHIibKnbowQupkDzEsQmMxH0AsnhKG08LcEnQ9jNjNO1GfmkF1alrYhyIx15iOrJiS695uDAiIR6UIKqwWVGNKcJCAth82w/2h2WjAYwIzWcBcrwQVGHrDIYb4fakmYx18ZWNERpkwYDazTK8dpmxsdRtDl3/tcNvssyrgkrI9JLam9hW3jZgZQn8ijI7nYK3Wwev7wzjYH8bF1RpmSjVEzTAsDmgCJm7eMog9o1mkIj0CBsiAihJH8RwNwrOC8EyL1T10NvXc82iTILI/T8I6TCaCMsiHTZy/36gC2qcDMXyqSfSTwxoCrMoHlEMxsloVwzUAL8xmQg29hD3Da8lCqVUVsJHyejElZghUs4VWx0Wx3UC1paMmORYaoiatXYLi70bmns4LxM6TzFJ2e5qpgtvoO2iEMBDKCFuVlgUETNUwjv4vTfGEpe1AoF5XwKocNuJPAi1ooBPWJPhLZ5gUwVICpARVydorluGVVoHCGjRKDNtcSwQkld+gaki7Talvk9CswatXxQuSB44WDimmajKtgFUrhA5B1QAdkumFR4YsMVleJ+UF7jYcYdoUKhWsFfJYLZdRqJXFomYwncFggL7LYUTMkLgaELymYQIZZW1DQ8My4ITocUy5utp3dEND2KBvLdmqQei6Ld6B2kf+/auuweIx+5pGcr0Z9UNWuk1sl22oQJfrnx11flLR4Hek1zT+XUBRpb8q9YeyotjgWUmT1/1+31pAWXkwi4Y+soYA1XyuGXhIkJBXSgIc5CxVumm+DgKwfC2UPfIc43UVMKOtiQcnwSWyteoOB54tAW7oBce9Mh6JSNJwOKIjQIsjrYM6wyi8AGaXVjCyewLJZELCkdiwSbhZWekdAAAgAElEQVSVbmBmfgW5Yh0OBwvliuxB3aHL5gZf3r/PsI0aAezfN4mR4R7YVhCDw8MI2aYA8WwsFpwSZpslFHUX+XYd2XYQN0duQCI5Ka/lxZeexvlzZ1EtFaTRF0m6r+qRgR+9ja2QL+WnT2obw8M9OLBvG0xTBXgNDvUj25cW/1mb8sRWSyxzuLcTEKHVAJn/ArB4ngCrhx4/glKRrzGMRDKCaIT+oSFppskwIijL57ZULoucs16vCYApZ5xhqH2NygFdl7rgwuUF9G3Zi627Dohv3/L0DC3hUSqsYW32PEI6WSgxqf+sRhmpdgtDqSjiCVuAY/F/bXdgbr0B2970C9DcFgJmFDNTV/G7//l3sLy8IoAo70NXWUJZMRt2AuGFQkH+fj14aj3MUK1nvmaCILppoFQsCsCZjCfkfXBvWl5dRYuNrUWWM8EIR76PXq2FYlmsEXhjCDLwunYDTflasule0uBwZWYGEwf24m/+/u+wd9t2vy7ggFtHiGuM7eKm5+PVPOiPHzsudggEKuo1B8vzS/DcjgRIlos5lEt5AVYlY7r7Myjf9Vnj3QaUw0srEoERTsgzGLRsCbByCwsILv4vhHFEMR/bBM0JsFJN00ZQLLojWMLHcLm5DSPJJ7G19n1ZQ/FMwvf8VOw5SrTFH94f5HfZ5wK2ahpqbhx/c2QSp9cSmHzfNjyUfwHlM8tw81WlXGCOQDKmchhoeeA0EeZe3HBgZXvx6zfcj8nMOAKhyDqX9MeAVT+8iiDJ8WeP4lvf+LYAq0Gy3pSEyJ+wboCm3VpDbWsbtV/XZ6U7cBeAkvvnNZ4AG0BedxC/YU2zwdpfvzc/4ear/c+HVDdwVeW/vm4/QABbSYVVKGW3x1EBqtKfsUciA1WUIbRbUTZYaujQZbgqu5aNfVeBqvxgfRUOhbA8v4DP/tM/4GMf+aDsC/y3ZDTj/0wGIW5m6HafzUqzqYKIlpcw1pOSHm+RzLFgEB/9jd+SNSzDEN+iQgHVfl29yQ5gA9j+iRdLqRM2AagbX6WG/eo+Kcaqut//OrDqNNuS0fDE4UNIRUzsHR9As7iKSr6EvrCFSotkIRYGAVxtBTF8w35s33VQ9pSV1aX1fee1AqvP/dlvoRUI4cpqGf9y+CiOnrqEsJ0WC7f73vYO3HbHm7G0XESpvIKeLLM+6wjQA42Vz6YhgACrvixb8t0CBnK5Eh577AmEomnc97a3Y+eOHQiFDBTyecxOT2EttyZWAMlkGib3dQQE4EumMoizhg+FYATIXFWp8adOncKJEy9hZGQUb33rW2EykJnhzhycex05S6q1Gg4fPiL76dDgEPL5PA7/4Ps4+cIxUT+WXQ+9IxPYs2c3Uj29KkjUH40vLy7J7WMIYSIVW/fJZi8RMNXZM7U4i8NPHkG2txfbt4xh/8RWtEpFvPjoo9AKebkoVCCw5uiYuljyxC0VoMneX55f2j55wGozALunB/2jWyT0bdvkDkzu3CbS8R8+egh/9bd/ix07dyC3PIdWrYjLZ09hWzaJ7aMDiMYyuJwDirE+6D0ZYVqWZi5iKG4gFLFQ7Ji4920/j5gYTJcwtVJEw6Oat4PhaAejiaAEQvO8oc1ZF8zm7wN0v7YszF46j6888BnYegeTwwNSnz75+PNYujKHVCS5rkAjG9XhkLijwW3UYMUs3PzWt+CRc+cwvZxDvdFElYG1VN8FgHQsInVQSzNw6dJl7NwxiXvv/TmxByJ7WA+onpEjFJf2dTPzOPnSKSwsLKHJPdkOSS8wMJDF7t07MTQ8hMcPP4Mf/uBh6Rnece89uGH3NjSqRZw4N4tHnz4OJ5TAyI49yBXzGOxL4/633InJ8QGU5udw7NAhFBeX4FQbogKJbunHO9/3C8j2j+LYsWNYXZhB3OYQM6M87yXomKQcRWoqFyp47onn0GDtRTs1Q0epVEC2vxeRRC+OP38CtqHhrXffjnjUwuWpaXz32TN46cIV9A/04UMfeAcOHtgpI55SsYrZK/N+CHUbqWQaiWRS/N3//f/1+6/m6P6p/9qfAavX3eIusHrXQAoNPYh8q4O6hG12MJxMYE9fD5JhS7zzqG1rtzxUGzUpTAQMJPNK05CvlrGUK+AKw3XILCAQIGQkDTblfgI+EVjVxBdNWKBkrEr6t6b8VdmX82uYlulp4gP5RDWItqbDEaCWbYcnMlSl1FSMQpYhIg32izYW6VJkdcXC/mRUTfKUH6wE8PKQNZkqqsBVbnQjoQD6Ah3Q+ZIbs6XTm00xGF1S4cUiQcmMusCqKBW9NkISVkNPLQ3VRgdlsiHouaqHBVhNeE2ktDZSQQ033HQA4aiN+akrGBkaFFNlTonrtQayfX2Ynp2RTb2vr08YfQuri7g4PYOJ8e0IIogXnn9epOZhQ+p5SWMlwEdWDpMM+ZrpNUpgmMUtp7EEhskwI1hDAJubDguThhPAmuug4pq4+74hvP71QUStGBbXWrDjA/j+w8exttYSli+nz8mUjZFBJiEPIm630KytCus4aRjILy8jO9gP207g6sUL0D0HQSuDHz5dwxcfmcfO8X7ELSAciWIkHsHg4AhKrSYuTy8g2tsvIOvU5csiUb40t4rtA724ads4Zi5dxNLsPHqTETmAck2Vhqo8Vk0B9lfrLSRtlSAtjNVcHWFLMVaZmLzqBnGm3MKaR2CZqcwq8IhldbdR2wysdh+VLqDQLSq6ko1uUnC3tJMNvt3EcFjH1lgAsVaT0ApaasHAJcWAjFWN/oohNNwOLhZaWKx5Enrkkcktz40hDNxY0MM9uwYwlgojkUjDMG389oMPv+pNmsDqo3/0IZw8vYbFfAUjqTiqnomlig4zFIMWsVBpVFGulVBp17BaziGTSCAUiqBcJNCtvHY4nc7nSojdtA+N5RWUpmZUMI/Qxig9aQswRsk2m7VMtldsGfK5vBSnfmUrzEYyf8h+F2m/AISuasjE0lk1DXxWBeQUybuSr8uf2dQyDIOgq/iBqcZCrASuk0P7rc417I+fdAGvs/aS4QgbICopJYDCbcHwgGjIQkhrotek/URHrCcmYjaq1TLmaLjeMRHVk9jbH8XOrIlMNINMOIpEOIJEjPcwjBqvTywIO5mAYaWUZJ+eVGZA2KsEqnWy+AwFNPvQrgIOxZ+UjBLfV5XNP1mnbBwIejTJKFeMVQliIi0yTIBS+WdKQA6/l5LRdh0dTvVdQKOXXrMjjbqwkHUyV3WUHcDxWohQAhs0YZm+r7ZoMzVZs8L0pFexDKsUY3UwlKaZsAqt4nuiOJQBPfy5Tg2tBoHVimoM5TqzC1df22bSHNlRDJXins414lTRqVcRWF1FhwBCuaBsDzQLHd2SsA8mvZMx6hvKCUvS8xx03DrQpjS7DY2DL14P20YrFoVOf1WCNVyTsn54LpEhyw3fk2vSIdhcb6DabCFXq4s9y2KpJFIzOxREOhpDuOkgbNhIhWwkrIAEFJHrS8uZtqmjE7HQsgigk0nJFHRaQRDM47rlZaLMLyiSPf3dv/qqn/GfBKxKU6pGEqr58s/H7n7WTbPePFASYNVnn25mY3X91eU2iZ3EBgArLMhNwRri7eb/uSunjdCbMmiK5I/+tPw95YgETIW9KutSyc1Eti/1AMFVDjZZExhi0aPY2z7A2qEUlgCrh3qtLftTo05ZmrJT4V5KhlEkaiORjiLRk0JLJ4m4g9233IjlVTJFLyjgkV0GPOTyFSws5kUmXm+4WMsXpb5RwIQCEboATve6hTxg+7ZhjI/3iR1Qb28W8XRMQA2GOJBBMt0s4nhpTp7TSTOBLcYWLC238cyx5zG3eEHI1fTpbjU9RKIRZNJpMASJzFNJZubglH5nLlmVdYwMZXHwJnrb1UUpwHCogYFe9PakESJ72uRa4pDVkUFtiEE/7bY0I3w+Ll6exg8ffgylUhUWgWj6ikUt2JGwNHaU/ZO5SnCVfrHFQg6NRk0AZ9YjyvNaWUSxjJubmcPCcgW7bnojssNbUSwVsTy1gIZbE5C5xWC8K+egl5YxHg9hMBkRQDXEQZrXEp9ZKp64rznhDHa97VcQSg8gGAyjtLaG3/5Pv41Tp04LiMH10tPTIxLc2dlZeX9skgmuUg4o1hSU+4qdA4f/DNBS6eW8BnyPbMxdnjkCTikVD0FV3vfu17HO6ILIErjqy4n591IvBE1hZxJIz6azuHLxkgRrhnvTuOmuNyI7slXWFm2cyGbt7+1FbyqFN+4ce9XPN7/h6VdO+wMNXUI9VheX0HJ4LyDMnHJxTVRLwqwmaUAe/uukGb4VQJAWGVZSABOyVuk53S7nEFx4AIb7A2gaAfugNNZk7VuUyzJwtegC0YN4rv7rOHuhgvds+XP0R6ZhhPzgPtbVAqySTt5CSHw2VRgdBxe8XqxjjpzUcPSiBmvkzVg5uAXfv/oUqi/NoEP1ViIqct9QPIJGy4XV1jByPo/MYh2LMQ0zezJ4x/Zb8fbJOxAw6V+u3uNmJrncIz63dOBxmnj5hZP44ue/hD/+i08ilkoJG2u9rvP7hM3Dps2gapeBr/7fBlmDP0O8Wq8LFZL/f31B4fsQaixwNpFf1UvfGGRtAKs+qurfP51gOaXYavIuz54MX1Qj4wOq3X1YqQO6+7tKG1clEOstnvldQHUzsKqcqdXezVqLjNXc0iI+8w+fxkd/8QOSxu5HQG5c600rubvn89lYKxbwxX/8NO6a3IrxiA297aLSbuHY+Qt43Qc/ip7erJI++2nyMprbBJJefw2vv57dP+v/CrDKQVpXlcS9QQYFYvml+iTxWKUVAAyU1paFsUryCEMAnzjyOCJBDQd2jKOyugCz6UruRr5cEzJQLJrAomciPr4dk3tvk33o/w9g9ck/+k2xg6oGgnjsxBl8/ZFDMIw4Gk4bVjSB933gY4inBpAv5LBzZz86rRUEnLw62/3lsm7vw3qMljmSWxJEtc4Qpu/g+EvnkUinsXViK3bv3o1sXxbVSg2RiI3B/rSE4gVDtvSe9FeNxuPIZDiws2DbkfUzkKxFXkv2p0qCrcB6/sqPaNSWUL//+Qe/j2PPPSdnzOzMDIxmAffd/Uake3rx3SPPwYuk8LrX3Yae/j6MTE7I2ua+y8+F+UVZZzu3jAmwyn+fAy8OxrgWT50+hW9951vYuW0cN+/cjq19vZifvoKZc2dgMwDP93CXh8EIoNFmDU/ZvYZmS5dPxhLQh3i2UJCcEYJ57WYLExOT+PDHP4Z3vus9OPbs8/hPv/M7uOfee7A8Py2KmOLyMkK1AnZOsHePIteMQBvchRUOQe0YhpNJzF08DcdzMLxtB7ZP7EZ/IoGw2cbTJ06h0mijJ2ljOK5j+0Ac1XJJrh3rICoiQha9v1UtZOgBtOs1fOdrX8HUmVewb2IcHGg8+aOjuHLqMnoTWXmO6LUtQZKiMTPQdh2k+tO4851vw+GXT+Hpky8hGI2gUK1BN4OwgpZkeoTDtGgzBTAUqyDDQLa/B3t278Ibbr8R9ToHIIaElj3w2S9gYWlVVEC0LLP90EyqGSa2bsHE5DY88eRRrM5cxjvvvh2/9qH3IB7yhBRRQgp/99mv4LtPv4gtew7g1/7dr+OeO29DrZnHE08+hgB/fq2B1YUlzM/NI55MoWpruO/+d+LN99wv5IaZK+fxox9+H15L2UHIHKgbCsigwlIVx54+hkq5iL5MCmHLkmFzPB4TJvL8wiJom7Z3chSuU8OlqSm8MFfAyXNXkEgm8O6334u777xVyCJ2OIm9e1+HeDqFSoHWh9wfbESSSSQzfa/pDP9p/aafAavX3dkusHrHQArtgIESZdmeK8l1t+6cxNZkRHwi2bhyoyJrjg8emQLdwpXNUqnZRLHRwKmLlzC3UkZIwBH6NOmIoyMsBUl/95s7NUVUkks2DWSrCoNVSE9kIQVQaTTxVN6QoCfKpGXmyKJCeno1iSegKQ2OSLkVsKKsGjcke8JSZUFHNi5TL9n4cdLPokjknyqBW+s0kTF1DISAHr2JiE5LgOuBVU8xyuSl+AnnvkyQLFAyESmHrrhAhe9PB4oIYbYdQEzvIOU1EQUnPRZuu+P1yK8sCUAdj8ZBuf7aak5k2PlCARZDH1JJCbFZLRYwu7qCsfFtOP3yeawuziMZ1BEW6q4qXOm7VGky9KvlM1IVyMjGlLJGgsIEonn/ukFhBGnqjo7FloucZ2HH3lF85EM7UF5awuOHz6FYBy5fyaHm8N/nZhMUUDxkdDA2FMYbDo5gdMCEqdWQsTRUcmuIJOOIRXowffkqnHoe0UQGJ8/p+My3pmU6lk1nZEKZDLQRCdnyb84vrCDWm8VapYzlxUVhqBKUHskksGN4EOfPnsX8zAIyiagcsvmmhnzDXbcCqPvAairMQl5Dta1htlCXgJiUoaMGHZdqHuaaXE+cHAC6APvXslU3A6vrAIRftHeLUDIv1dpT7EDFlmN57CKtu9gds5E22pKyTnaIJjaQlDqxCW3JtSerL1dr40rJFY9bBhgxFIhKaq6rRqeDgUwEb9o9CrPdgOMyRTmEP//hy696byawmvvBn+LoiSk8d+Yy5taKaDYD6Jgaak5TEufpPcS1Um45WCsWsXXLqHScudUanDrfS0MKVSbsxke3QY9wSr8Cr1yHWykL4G7HIzCtIGquI6Bq0o5gbWEJy9OzUsASJBTGGdle9L0L2wJOkjHZaThiDSKp8V1/Nn8PUXJE31GVX8+CiYEiBGQoPboOWN18gdQ9vJax+mM9z6ZGaL0583uoLttHWHrcd0Tl3cTOdBRJ08RivYYeO4RhrY5qoI3Zio7VUgsZW8euvhRiDFpxgETERjaVRk+iD6meHgyNDyPZmwb0sGJ/kEDIyZJslASu/DAiPzhPFmy3+SBLmHJAAqr09eKvblvYq52mq+wCBKCndynZovT+VF6fnlNHx6mKP6ok1ouPLT27CCYSJFd9H4Ovmh0d5U5HgncolI3qGizNVSws7jsEe3gvOFwjC4AAtACGFgatlKgLxNeaXroerSdUiAmB1Q5B1UbVf27Upk1wlYxmBbLyjSuAhMVip1FBp15GgKBqjZYFjqyJjmmJjYLeJquKjFwGIinfMQmvIku104AGBzB8YNUOMl4WraiFAKXFFtmqvGYUqtIrmNeB7FqPHiVAo4E2k1XrbazV28hV61gol1B0m+KLGiaA3WgiqNFqI4hk2ESYEjOdYIODYCSEQFwxkwMBekrTNkCxeGU4I364QbF6EHnlmz/8qp/x64FV6atliKiGkAKEkv3ss/ClefYTXTf/XRdYXW/Q/MGGDDR8gE9YSxJMtcEwoj3MRvO74eHHf49SMQ75iB4ScCGTlCEhIv4knuqDWQQCFJjLOoEFvrLhIfhKgNXygzrEz12kzr7Hq/j5kfEI1JwWqpUGihUVvMSigaw3NifxdBypTBzbdm5DYrAH03PzwlIMUnpnGxLO2HQ7mJ9dQy5fkJCg1XwR5XLN91a9FjDhexPmJnQMDqUwsXVQGMzJRBLJnrgwYYOWhZgdRk1r40RpHtVyEQlHQzqUxalTK3j2+HHoAZ4JFq2EBbwj+2d8YqswMJeWlpQdAQcgTOHm4+M42DY5irve8DoEyIJdywswnEhEMDTYJ0wTNqCGydAl1l5BeZ1dxiJrgZdePosfHToirF9KtaMxendGEDADAgbyM5VKYmhoEFbYEnsCMlbZfBHA7N5rnn2NuotL56+irYex++Y3wowkUamWMX95Hu1ODUawg/6eOMzCEoJLFzCaDCNI71fWdexsKYGkv6pOU2NeYwPx/Xcjsv8NIoPU6h7++3/7bzh+/Ph6E08mE9/n/PycADICjpsqrIqffJ2UDnYbfgW2Ksae+PUFTcSiMfk6fh9rCmVtoCnPODKg/XUubDcqSAgukN0qSdWuMM959qQzGfT1D2L2yhQ6rIt1DQvLq2JTIh+sS0MmgvEo7FgU+XOvLfjimZd8YJUAf8tDbnEZTq0uGzZtAMgMJrDKT/GtFtCvm6C8saXwHDbtIAJWEnbQEgsgndLLShnm/OegN78t1g2aR5YaBxUdAUa4Tho5B8FEBN8p/wm+9P1hfHDyr/CxOx6D02QIKYdTQRWq4zbl2eU+R4UP6/MglW+ahkYzhAce6eD2vXUstG/FN/omcOz8MdSvLCHWk8JIVUdwoSTnyvntUeitDl53eAnZRQdnbszgxKSJffFB/PrB9yIZzMp5eT2oqgayPrDaaOLi2fP4X3/7afzBn/4xsoODAqyqD2Wzs/7hs/jX17f/F5vIo9eAqyL730Tc2LxxK8H5hk+q9CY+4aT7dZtrTKXK8Zm0vjfuxutqKmsZ/2wTr2mGw/q+1/5MeX3ww9dP+W53ENQ9D/hrS8D3a9mqmwdjsgd7HQElcisr+Myn/x4f/fAHkKC3cBfEWA/09K/iOmtWeXpSJvz0w9/HRDIEq1KA2WmjUK7Cs8IYfMt7EIvGBThScT2+H68P6l5zDa9jr15/MF4fXtX9e3pny931n2Fh6gqwqu5112OVwZ4EVjutGshYZb9w6NAjsIM6brxhH5qNOoJNV5REtEUJUX1BAkkHiGa3YGLHjdd4rPK9/95/+A+v+vzmNzz+938ga3G5WMazp8/imz84hHrFE2/basNBomcQO/fcgu079mL/DTtRK83CcKfWrQA232NuTtx2yCakN/fqaglHfvQUKhUHq7k8lpeXUak3JfR3x45J/PwH3o+R0T7ouoFoNIFILCHvyyJBopdDrChsiwpDMqeVvQABVbHMYQgu1VF+D85rbgRNrCwu4n/8n/8V3/zq19CXzWB0aAg3bE9jJJNFteHisRfP4MT0Mt705vtxYPcOYd7T7zrT0yNkoXPnzsmwdN/em+R6cq9m3c/rQRXBoYcfwec//xnccmAP7tq/BzuG+7A4P40TL59EtVyRvZn3mRZY9MiWWlRvoe3pqDP4uqUhV6xirVCSaxS0LSRicaRjCSwtLUs9/mv/7jcxtnUX/u3//m9x48EbkElEEDcDmLp4DkYxh+2Tg+jt7cVCQce8F0MtnhBv2q29/di/cxIRqjGsALKxNCxNhx0O4dDTR/HM0ecxPtKPHaMZjGZjcKolOZf4TKRSKfk6Wh5w4MBHgFL/l44+h2996Z8x3peRwNSTx07gwrOn0R/vF/DcbddgMmjYVdkUNGkMDySw64234vJqHifPXMLYxAQuTU/j6uychLUGDFvwlkKtJCzldDqDZrMhWQJcP+9/21twy+23YWFxFQ9+8ct47tgJRBMJ2OGo2EjwbIxF6D9OdWEb8UQCa7kC+mNB/Or73459E/2wlPwLHSOBk5fm8Ref/QoGdu7F5774OQz0JHDi3At45fRLOHPiJPriKQlEY6gag8mfOfEc9u87iPe97xeQiiagtV1Rwj77xBGx5JIajJUon2/2KgRml1aRz+XgOHWpLfp6eoVZW63XMTM7j+G+Ptx+8z7U6xUUq3V8/UdP4/z0nIClb7z9Fhw8sBdDW0Zwy+13IZbok2G8BHMJwxkyrDNUvPnPPvwr8DNg9bqlsO6x2p8UuUmFD6TuYTSbxMHRYURYJ/lBDZYVQSIaF/9DduBNtynei/lySSbLHdPE1dl5zC2UYImvKg3Qg0ixj9WZEE4gi2cHNwuVniuMQcr+GIiis0YKiHSBzSaBwCsNC0vVKgrtNpr03CMjif6CAmqR5UApFD3SFNOGYCm9QtiwiiBGpq9K/k9PP4egKhtZypbpTcBmVrw1Dfl7A00kDQ9DoQ4GQzx2mdirfp5YIXD6SYDAnzST2CSbX0eBmWTjEuQsO0yfp3xeR8EzMUeWZKuJARNIB3UUKlVs27kDYwO9YpweD9to1MgG6cgh4PD9thyECJ4GTRQrFeR4GoRiOPTEiwhqLQwnDPTaBgICPLGedVFpaag12agpbyuRUur0SFFsW/HcEY9V5WvLq1RtAvOuhlyoF5FMFu968xBOPPMULlwowaWXk8Z7ocGVBFzKCTuwDR3RYBu9cQ133t6LN9wyipReQbNeFAAwnR7A7NQc8qvzMiG9PGfhK4/MwPNSkhbKqVw/5atuC/3piIQ+MDSpycamVkNYNzC1uoDBVBwj2T6cOXVWAr16E2FhIBRcBaymyDCOmKg328g12mIFINLEFjBbaEgqY9zUMd/QcbneElsGsW4ge42FrhhVqZRrHtry2WUFiu6LD4wKZuPBzGsowGoXVCUU44/Gg5qL0XAA2yhx7dTg6i7IiTE8+sgyYMyX3jLR2IXIyRdaBOEJ1lMq6CFKwp+idmMgG8Xde7cgHGCiKht1A7/5wGsLr6o8+lXU2nWUWg7mF8pYulzBE2dP4+Xlsxjo7xFwYbVUlCaKrzKciBJ5hlOnf1sdK0srMgxgEWUGe2GPD4p3TUhTk1UJ1aC/sFND1VEgLBu/6tKKTBf5fAm2J9I0shwNGGQK8lmndx8T2xl6IfYclLPxGesyNH3WqCRUtqAbukjJ2LC1fdP0Hyu4NzNBNnmVdb9uAxjwmT3XfY1Ftjdlywz2apK9zkLVgNnRYZu0CmnjDWNj2DsSx4WlJUwtrWGrHUa7XUMwYCAZjUlPe2GpDF0LYygdw8RgBju3bsfI6E7EU2nQb0A1S5pI9hEKiv8nC3fuc8Ig2RT8w3W7zlZl88z9xSVjtaXScR2yi8jq5eBAAZ0EPDteSJiqBGA7NKavlaERKA9Y0MgKpeVB25W9koMvRaE0Za1XGbzG4Le2C6vZQiSo1AeUmwpcHQoIYEhwnuAgv88zghgMJdWlFvCQwCq/S4fO10n7AgFXC4rd5Fuz0EpAcAB/eKZQ9g48slwbFbSbdWi0L+D3EHS1w4D8XANei0xThq2QzasAcCmEOg7g1VmWQzNaQNCDR68+rr2YrX4NKmYsZWEiq+S1IthHX5uaA9QbaNcaqDXa4u2cdxws1R3xJOfQTmdKb5M+yi1EQjriYT2/nLgAACAASURBVLIzGfQXhm43EE9HEYkzWMiW9FvDJMOWYIAckuKFy2EBwWQ+ffod73nVBRvZf92QJ/EhlgaajWtbzluyTAly8FeRi/rsPLHvEHkzvXcVQEG1g9KZKuCoy8xUjan/0oSlusHeJKAkH91QMl+aSKkxQdSAr+iIRcLyeugXKIxiP5iqK39V7HMlbxdglYVzF1ylMM4HhwWv8H0kJXCF4Zdd5rQ8Ci003CbW8k3xNm87bZHSE4RiMnk4o5rGWDolljABO4hkb1wsc8qFGubml1CnLQ0CyOVLMvQUtpPvsy3ADeV0ZORBRzpO39MRJKIWEvEY4qmYyEqjsSiSkahczJnyGubXVtGu1ZGJ9WB5xcOTTz+P1dwiTD2IAINI4KHh1CVFmc8jG1cFNlOmy2tsiGxwZDiL+++7E+FwAGvLSwJeZ3qSiMUiiMfiSCZTkiws55rvjsHTnnUAPcpfOPEynnnqmBp2wJPhZjqVEG83nt9s7hh8xUFoMhmXe8FEcILVxUJRmLBcO2zKKsUaLpy/Cjvej9GdN0ILRcWXdWnuCtpNF2azhJizgrGwKw1XwCLgS3sVetTrqLdoT8NBiUQii3rBSY8jeuvbELFsdKou/ugP/xDnzp5dZ5+SQbV16zjGRoYwONAn/391ZVXAaDbgDGOhlVSlUkXDaQg7tSsHJnjN/9dstXDLLbfilz7yETz4uQdx/PnjKgFbvOIUw5X3jUA3xwhUUtnBkABWbqctdQCfNUpT3/LWt6HluDh86LCyK9DIoq6gXmYKutpbOZDv7rWv+gEHsA6sSpq6htzSMpyqWtO1WgmF3KokThNYlZveZaxeZyjO2pjAqhGiFUBI/G0D4Qg8AhdzX0G4/S+ou3VcygUwmvKQCrI2pxeyDr2iwbMb+OzCJ/HgYxO4oXMEn/y1f0ZAW0Pb1WGaPANbcr7QQsxxKTtlXW+JqonKtyMva5gtRvGh2/J45lILfxO7Fy9cPAWv4qIvnsAthxYRX6ohNxrDsdf3omi0sffoGrZddXD6zhG8nGmgt2ni1295H7b17/AtY3wuqZyX6veGFhD/dwJm05em8Fef+iT+x+//3xjbOomGo5h1qrrbIGF07VHUne/+/Wav1a5Y2f9/AgZeF7okdZ6yLlKXXilu/OWk5O8bf7z+J3Vf0TWBWVQDsY9hjya+y8orRF6jMFK7g2D5PddaR7y9hU0r2zLzMDoCQGwwV7vKgo3Xr1R9BNVpPU4LpzV8+u//Fh/5hfcimUptvA3fwqer+JJ9mz0IWXaiFdRw5ewrWDh9AoXZC+hLJVAvVTE0tg2Db3671G8cTJCZvB4A7A8B5Z50fQ9kLt7VXGzcMf/GXWMFsPmZosd1l6zN/bM7vNsAVpXHKoP3SrkVtN0aWs0OwmETjz/2MIIhHQduPIBWu4Ogp6EhmxNgsQYFbd48RBP92LJlNyLhMNbWloWBy73j9/7jawNWP/M3n0RPOoEzp89iZnEZz7/4EqYvz0tpInZLhoWe7Bbcedf9CIejGOqPwNKmhOXfDclTxmSeUlzRAEr3ELJsXLxwFc89exxRy5Y9lb1IvlwR1cbE9h248667YcdoBWOLtyp7UKotuOdZYVs8LclmtWxLQNau9Lq7/hjw2O3lVdCjgVqljC987p/w8EPfQkjzJNQoadWQosJAC+LEzCou5GqIRdMINSpIBFrYu3s3du3ahWgyiUtT0zhz/iJG9xzElq3jaomLo5WG+blZfOMLX8bUlfMY603htl3bsHtsCP39GTljl/NFSa8vlMtYWF2TQasMEUO2POJOG6i2XJQFQAwgEYpgbGQE9775XgHiTrx4Es+++DySA8MY330DvvqNryIat/H6W28WifvzTz2FlNbC/t3jGBwcwPPnl/HiQgWxbTuQTaQlEPYd974J97zpDkQjIVSKazj+1DGs5ApYLVSwsprD/j3bMdQbQzoRFLIDgVWeKQQ3GRgmwKpPICN7fHFmCp/+sz9DWGtj97YJEB1eePkK3IUKLATE758RBTFmq9hhrDarmGqsYdfdr4eeyuDixVns3L5TwigvXL6KktPCSrmOy7MLyDUqElrG/pf9J3kNJNOkgybe+e53Y61Ywuf++SugpR0HzgGPKmNF9iAblMutVK5KL111atg91o933Pk6zF0+g+0TY2Kd89LJl9C/dQ++feR5nJlfxt898Pd4y31vwPzKjPhpP3noMM68fAr33H0PDMvCD374CLLZDN70pvswPDQG12H/EUQqHseThx7FKydfUh7jokDm/sh6X4Vrnz51SsB1UYcxiI+9gk7MqoOhgUFGiaBcLSPTP4DzS4uYnl9GIGgjEYlIyNbo2Bje894PYt+BW2HF42pPlligNjwS0647U1/Lef7T9D0/A1avu5tdYPXugZQk6WmWhTWninjEwA2jIwjRH4/J7/Q5Yjo02SdBmmdHUSxWsFKpo1ivwRI2qoaZ2QUUyk2E2AxzOeoeUlzTLZf9vxQLIqlja95SB7o0cwRWCQYKw5LNuCaJhY1WAKvtAKZrbeQpNZBJgWQSCzgqzDV5slz02CYGI1EM9SaEKVJqsLEqolBTFH+WIZRV0E6Q03UWugxRYHPLJol8Ie7eZDImA8BA3MKoXlHBWv5J3mwRXGXdqg57/l5qJjJByVilPEzzUKbXqdNGSw9iSbOwABNms4GhQAsRHZgu1OHZEezaOoKdg1H0xW1UcgW0O2TW9AuYky+uwbIDSMUjqFTrOH5xFi9cXUG+Y6Cn3cSWuIGRuA5Lo9RFHfwE6epOE0GxAvAbU7mWTPgm0EvGHZtVgtnKv67qtrHkhrAYnkArnEK8vYD62hUBQvhJhmG5UhdguQsk85yPkCFi6MgkPHzwnTtwyyQ9T9bgOR4GRsawkstj+twlkYvMrRp4+mkeKgaSsRD6khFYEvSiwbYNZS0RT0kBSMC+UMjhlbl5pMIx9Pf04dTpM3CbFfSETQGf846OcqOJWNBAT4wyBhclx0PCUiA7GcNzhSZCkRB03cPLRQOMrmnrAdmACYa2wIAFAybvuTCZlQcqfXgSIb5Ogja6BFosr+RRcjpoMNyNALUUz0qOpdwd24h6bWT0toC9CdqEaeRdq4q6KVM7Wf0CqpCaTXbVpTItDDpwxUeQrGYPGZqf7x5HvVnFzbsm0J+0QclTtdbArz1w+FXvx2SsXv7qn+DKWl7sEc5fXcDFKzMS7BAmy2l0GFcX5yQVO2RFUK/W5QDp35IVVuj01UUszuVhh8JotpowzF6kb96G3MUrMDoBBDIpWGYMTnEFbr0o79mt19GoqDRfAVS7TYrCp31ZMlmVSgrOgp8FPcFU+Wpeq03SW4I+TM7kveMOYJhMzgz4jCRuLH5YxzVXZ3Nr9OOXrWsfsC5bXlfkeQh0WohHorJP1RoN9XONICwy9zskPHrij3RwNIObxkfRrDXw2PlLSHRa2JrNwDJMpIfGEBwZRtLIIsF9rlGU1PBwKgvdTkhDLoFe4i9qiP+Y8iXlAIkMCwV6CUBKP18CfmRhsoBnU0VGigRXsZlRbBfpq0RKHRJ/UwnD4vokna/RILUJKBeBRlWGPhpBUfl5BDUNlUpPVgLZZF4HNQJwZMc2HJg1B1aoLZYtZB7qTO7WO9DIGLLj0GyC8Sa8QBCDFtktSo7l+zuo5068ZhXb1q2tIEDlAJ8n3w6ApDW5+Wym2APSmoCs6g6ZuJ6EWgkQSvmSHYZGn1qyeIImNKYkV+rwyH5uuAjQT4PAKsiMJQDRBEwXsHVoFoFVS4DVDl+jgIrKxkWuOwFgerjW+ekKuMPApDLtAJptrLaA1bqLKs8Temk3Gmg1qwgHNSQiUURCKWieDS3aRLovLEnesUACkaCNjhkBaF+guwzqhcbJl3iV+w347e941c94MhmF23EUoOCZEs7SZgsoBB3uLQZCARXWIOCRxz2HjXZHWJJdMGmzzH2z6kPuCpt13y9VnmmfESWNvQCNykeXwRjKiIfgqA6LNUDMRCysQCkqKggSCJjq+7OKTYV/xqpQNEKI3H6VdcL/w957RslxnmeiT3V1rM7d0zM9eQYzyAAzBSUGiRKpZGVZwd61Lfs6rLMl696VrfWR19dhLcmSV/buWfn6yuHYEr22ZEu2GUQxR5AAQeQ0wGAwsXOq7qrqqrrneb9uAOTK9xzq5x4NDw5AYKZD9Vff977P+wQ+toQLyhBUMZGG6gIqNYaydAL4HJlZbh+mZWGlZomHNhnT9MwK+2RYdoWhzdcWTxnoeRoSuTRuue06mL262AkwtG/l0gbMnode30er0xEQXYL3fIK4vJZkSavXwYZm7/ZZFLJk00RhMBjIiIinKNmU3KtqjRbK5YZYDISCBDCyePrgCZw8fVz5KdNfd8CqHAYzXIvAyFAK/GwdAVRvvGkn4vEARlIGClQI5DMysJQk5zCT3NVAT3zsg9whgoqt07Nw+IVDeOzhZ8RHOBQm8zYgEleezVQdpLIpYQXRUZE/Xyjkkc7npfayehYs2gKQqaQHsbx0GUdOrWBy4TpML+4VdUy9UYe5dAgxu4W8b2LUADLpGIK03uAy9305szmsdT1NvHI5uGJoaLvXhT8yi8lb3wYYBVw4fRp//MXPw7Yska7S64yfw+TUFIpjOcRiIcSjhtw/BDcIRhNYZWM9ZJ/2Gd7pOGJFAcdDx+6h1mqJ3+Av/vwv4Euf/xIee+QhxGJhhGT9qvOH4DwHuZSvNxpNYRDztQ+Du7gY2RT+6I/8KOZm53Dy+Am0Wm0V8NFsSII2vW4J9tLmiTYKK6sXXvX9zR948sVjV4YcZIjXtsrCDCR47lg9VMobcBxl78K6Vs5SGWgNvwbqGspVw2Rpx6SBpe0M7RQEcL78EIr+n+Glio0/uTiOtxTr+MhUW5h6PGWDri5b6h+88Kt44MRe6P0ufvyW5/GB2/4Rhl2HpjO120KUWQpeFFa/K7Yy8WBG9sa1+hg+903gY3dexmvnYli+5OJLdQPfWo/Cz6QQ7/Wx7XwHO0+3sbYnh8O3FWFVmpg4VsIbj7RxajaEI/uTCPaAN83ehA/d9k6EkVYDBDk3CIErry8SGaxgAH0tidXlDXz+j/5vfPITv47919+CNtlM31Oyf5WVfi2b9Krk/+pHd5WhPwT+VPN9pZ4YDOPlcYa1xSC+bICDXgFvh8Do0Lv0lQtkGEY2fPzha79WIj/8s/w+VPQNQrS4n7DGkkwApfhXvP9BKOvV51ehozw2IpSQN1v4b1/+Y3zw/W+TYQsH5KJWGHga8qEEZPAgzC4WZ8E+eyEdF8+dweazB5F2baQzBjTbwYbZwbF+FHmG8IyPSjBqPJmSs16CEq+pweQaDAJkZZj7vaRG136GQ09c+cGBaQGHxgNfUPVwiqHseEA8npGhXatekeFt36a/cgiPP/Ywut0Wbrhuj/QOIamlVGgza6bhaDmcGMH47D7xcqxxYCap7ho++4nvD1j9+K/9NnbuGMWlc+cwmhnBxtoy/vWf70On0xafzVQiA9cNYGJmEQduuxM7dm5Dt3Ecnt1S9niDQAAvwEE7T09+TirQ76XDR3D48EtIxQyxeGBd1u52ZQ8oTIxjanYec4v0lmSDqAsjUTwlORCOUPGggoZ5tkQirF3UkFOs5mgtF2SfRUWesucRO4jyFv7ki5/HP3/j74Tckk0YyCbCGC1koUcMnNtqY2mjjkarhVDfxK17tuE1u3ZicbwouQzr9Tqef+k4HD2J6flZjM9Oc4YO3zKxuXIRlUoNhXxOzoz1y8vIpZKYmijK+bp06bIwL7kbNMw+NqotXN6swDVt8b0PRsOoOx3EkzEszszg+p0LGB8bRSaVlb2RRKbnXzyCC+tbcIK0+uqgMDGG8elJAfNe5LoOmHjN3l0YyRXw5OlLOLTZRD+VxVgyj4xhIBMP4dOf+CUkozr+8s+/gu88+ID0rqlEFsloAouLc7j5wHVY3DkLv6uUIDy/CoURGdhKcPKAkUn7A8vp4Z+/9jW88MijmJ6dxNxYARktivKpC/A3ahgLRZGNxhDzLXT9AKq+g029hz1vuR1VX8PzR17CWD6PkXRGBqzBZAYXynV8/dv/io22J9YPMoSXz5PetDqCjoPJqVmxdjv0wkHkM3FMjeUxkkgiGYlJP1OcmMBmrYmnDh/BWrkinqwH9m3HnTfsQqu8ij27d8t9c/CZx5Ean8eTxy7ggecO4T0fex8++3ufhhHnegzj5PGTuO9fHsDtt9+Bza0tPP3sk/jYj34E2+YX0aw3hdCXSSeEIHD+1Ak89tBj8LuO4DYkttkeA9DaWF66gM2NDanlqTJhjSLnv+dKmCgH6qvrG6g2mgiQzCJKIDW8jkVjcOweEjEDo4VxfOCHP4Z3vOfdCEXoW091NLGnoUXb93WM/2/5Qz8AVl/xsQ6B1R+aH8F1O3cgnx9BuV3H2voKdk9PIBCKoNrqoN7sIRKLy9Sp32shl4mjT+85PYr1UkkBS/E4ms0ukqk0nGYd5y+vgSbmE9kIdAKbxJbYSIkkmFKVAYNVEoAZPDFIwuYhxjAD10VbGiENNRvYcD1UOTH0VGiC5zsq7Mp3sG0si1u3z2PvVBHjiZDQ+ukp2uo6Mm2hT1jb1XF65TKOX7iMrXYPbjAqvqlMOySYS+ZLX+SkOkKeBcO38fqMj2goKDJtnsk9h0yFwdEqfaRiw7JRZXNiiJ+gD5MAp83mNYQtN4B1jxJXDUXNRj4SxEbTxnrLRjgSxDtu3Y69s+NwTVOA31giI01rx2yJP0gyHkWl1cbTp5dweKWKdjCKbLeHnaNh8fPkoSpJygF6Inoi76bcfAis0quRwRDcWFRjzGkTmxjFBmpZDkpeAlVjBlWCwfWLiIdFvy6HKifKBPX4u2V7iESUHx0ZCExWdDoWbt5bwMc/sIBUaBO9Zg/F2Vl0uj0sHTuFYrGIckPDsSNdVKohjI/kkYrRsNuW0K10Mo3SVlnJTvJ5SR9eXb2MU1slJGL0e0vjyEvHEA30UIzHZOOmFUCr5yAV0QVYNbs2mj0fGUOxTluUdNYchGIhYfGd6nhwQ2F0XQLLYQX28dDybMwXDMwUs7C7JmLhGHYubMNccRQpJnj7fbTMHi6tV/HU0fM4tVGFCeXjqK6lJzIngqgGpfx9GwZ8ZKNAJqrAa2GHyRoXQYEKTKNPKNOZ2xpWayY64kqgIab5AqS+5+43oFddR9qIYXZyUpiFa6UqfvGvv/OqN2YCq62T38DRpRU8/vQRNOuKgTo9WURP07FaqWB5bVVCHQhntJpdGRwUp/Oy5k8dX0KzaiFA0MxzEIglseOj96B++gJKz5xAMBaX0B0mPwYjBNfp9Wkpuw6RASqJ85XCdvAOBEgaJJALk2LoIirF/kA2NyiW2XQLC0MYEcofORo1pFHtM7CDMuMrUuGrjeT3ulgvl9+90g9tyLxjuimBtsGYXBEnBOwxdFpwhJAIhhHxbUxmohgxAji9VkU+HMDu6REx7y/OLiKdKqDf9dBuryIW0rAwvQMTc9ugs4iJJIhQyj3ApGJ6kvJzFp9SYWoogHH4Jew+SoIJknLvdCzxC1KG0YMfkWvKxyCAQTYqUSh2Pa4wL9FqMU0G6Jkq4IAM2VBEPJbIkhW/VHl+D32yrvw+en0L/XYbfquNcFix1YO+IwMothm831zK6yMR6AQ4onFMRMhuGYDdgyZPmP68Zzj1dWy4rZKoBPjyCAAK0CtTZ75PH+jRuoAev/TuDYi3LowoEI0B8ZgAq0MfV4SjEmoMshKZ1t3uQOt0oVk9wBPeLaDb8MMutBiB4DD8RFiY0x49tAOqKRZmL7s7Dv0oF+31ofV8+D0fXs8TFlzT8VF1gK2ejaplo+P0YXXbsLodsY5JJxJIxZJiE4A4kC8YGEnmkAnlEGdYViQBX48hQISexr28BwgsDy1Fbnnbq77HRzNpWHLGEk4lC4jwYkDctuR9cZhGdrHg3FR1UOGhGKqKfX/Vg/WVT35FJip5V740kGr4MQD7B+xN/hy9VBNGXBipDLKwOh1MjuYwmk/B71vKK00oOAPrADWVVE85EAjwTBLW08CGgGfz0AdbqVNeDqwqNSxbWuVHTCWM2bNg2jY2Wg7WOxZ6jo54IIyFsTwWZooot5q4eGFZgWCmg7mFKbzmjfvR92wZYhJwrjfaWNuoot600TItYT1yWMCGR3xI4wlphlincLC8a2EKxUIK8XhY/XsmiXg6oQKTAjrKlTq2Nqswu0qKns0t4tBL5/DEU48wZgchMH1dFfnXSnMVGKB44nyPfcdGNKJh+/YJhMIedi3swMTUpBDGo7xPuJZZEDgOemZHwAICrkFK/0JReFoILx49hUcffmYg86a1CgnzURkm0j8tk8tgbKwgNREH3pNT40hmU/IYTl952rt9W9gv3338WVSqHm688Q5k6a1XuQC3vYZoaxPJSAg5roloRBi0jFbi9WKjw8G6+GkPA0X53lwNFfr3FRew8Nq3o68bqKyt4ML5JfFYpTpibGISly6vYmNrC81aRfZEWgNMT01ianJCQGbWolqfAzEleebAlNdR7KsoQGA4FaWL2QzGRovYXN0Qn1JF2Fe1J++ZWqOGEydPCYmAbGae+QwUZbgXG9GLy8solyr4yEc+hj179wt4yiaRnxHZPXw+ArMEeLn2+esLf/QHr/r+5g8MgVUB86GjUa6i1Wio92VbCli1Tbi0ThnkDqgwv6vnoYQEMUiOll70OCawGg6KzFcCIdefRML+U3zltI/vYBcKoQp+KbeOW8ZokWAhonlYPWfgPz37KSy3sgiFEwjZNn7itu/iXXu+JTV5nOuX4TBUgZGxTM9fHpx+GP9yeB/ms0s4sNhBDzGsr/hYQhu/dWYM7fQoOmuXkXWCuO1QG7XpFJ6/awKpjQ7G1jrYfbYJrxjHuQUDbiiIHcFRvP2mNyDM5OrBMI4heGTwCRDKX6k8gqO7sFLq4b987vfw0z/9s3jD6++E2TXVlvMKf9RrwbthnaCGP9dexysn8hXfoiuPI3ut+m6l6VBDIvHuHpKIBzuegKTX1EXqyL86IH4ZkDjYF4ae1VdewTWvf/ga5Hd5c2pIKHYwQ+m/gJccBsmzXbk/BE8bDrkH9wtTte1uD1/4w/+Cu996m9TxQiYYqGh4Fsh91WcgLnsCZgrY6JU3cOlSGU8cPQ6rsonZcATZYFDOviWrjUfObAjjll7QU9NTeNe73yl2GgQu+LqHcvMrALEMlK7WQcPP7XudU8O/4/BLHSgqbGvIWOVjc1mwHDISGRVuUysLsYLp6HyNTz32CM6eOI5CJq2Uf8kYQtGQsLvZo5DRH6EaYWQSM3sOiCS+Ui2r8FbNx+/8yie+r/v7J3/uVzAzl4DZbGMsPy/g4t9/816cOnZCGIKTxSkE9QgcP4i77nknduxaQLt+CgGvixDHHhxWcjCnEWyKyIBFwosDATzz9DM4c/IMUkZCfI/JjuQ5t7hzB4pTU3Je3nTgjWLRZlrs9ViWBAWIGi2OyV7HARLPMf4Sq5lgSA07hajDAMiBXZcQAnxcWjqPT3/yV3HkmScxPzkGIxhENhMTgN5GAOsNByeXNyWoORGPYqKQwWTawP65KVy/eyfisTiWly/j1JkzYo83u20O8VgYUV0TQo84rbBvd100GzW1z4SC6HZsHDx4FEsXV+AGwmi7Pmo8v+EjGUlI30sVQW4kjUI2icmRHKanxkXtwOH/+PikgP1LFy+KZL5lOhK2nBkfw2q1IgSLjUurKMY8bJuaEDVnqR/EqZqJqqchY2TQrFbETvFTv/AzuO+bf4ev/fVXcdP+PZibHBe7GI4uSrWaALzv++D7sXtxTp6fNRMtblRIowstpIOaGGLmUcPAyrET+N3/89NIie1PERMjo5jPjMBeWUPn7AXkA0HMThZECXKxvAUzpWPn3XfgfLuDx54+iEJ2BCOZuAwZEYlLT/joc0fQCSSg+X3kEgbiRhSdlikkKt539FrP5TLoturYt3MbRlJRjncF0CaTmfkf/UAQzx89jkeeeg6NtoXbb74OH3r7m+D3WrL3UCVsdevQjTzuve9JfPPhJzG1exZ/9N8/h7nFGemNe50evv6392J2dh4XL13E4vYFvPa1t6LRbKFaqUtIWT6XkdqBVmCPfecJbK1sSghXr2uia7lYXV1Ho1bDvr37UN7awoljJ+T7qfKJpjKIGXG0TVOU1kJooZWR1CIMp+J7SUnLRBa62eFnMYo//PznMDs/NxhGqeDyH3y9/Ar8AFh9xYoYAqvvW8jj+h3bMTU2Ln6Ly2sXkEkYcpM3O9yUgtApbyRrrNtE0gija9M3IyabLkEpTuXb3T7GR0ZQq1Xw1Esn0PVcFFNRxCSYYmDgNzAsZ2E9nH7qBKiE+RFU3jCD6dem46NZJdNSl1Tlsuuj4+joEeShB6rmoZgI452vuxn7inkY/S6inLhE2LgqKWxfNjIWGS7W6P1zegnPnFrCWqOHQCihQm9ocCZzfsWqiqGPbEjD3lgfsZCa4PCLUngCq0pvSrBHycR5kHCSYjA6lRwpmypSWxi2JSeACrEQmkLrDkajOiw/iGUCal4A109ncGDvdqSYDuCp8CKaQtuWKRtgOKJjdbMMMxzH5S7w4DNHsD0MbC/EkNIsxAhssFggq5GqWYZXkTHAiZP4wDEgxIfNlFBhBVKaFRLglZPlNhmrXgr1yAhK9Ro0u4awrmRMPDg5KSLrgkwV7i70XGOTwQlpNBFCu8kQrT5++qM34I7rXTRKVUzMTAtz6MThIyiOFdHq+jhyqI61FTag25GIRbG2WQZ5zblsFq1mB72eJZM6bmyc0pba9PvsotpowzQ7mEgGMBk30OmaqDka2j0H6RgDgkIwTQstG8gYQWkcFLDaR4z+hnDR1KJoufRHZGol/WhY+OtIxjy8+cbtuOPm3chEQgLyhLSAHBp2qwlPvlQpbgAAIABJREFU5AMOOv0gDp3fwH3PvYQ1SwX1UOjPx455DhLwRTJEqXMy6Iv3azJMny8FWjj0PJLCVYGDNPvmta30dFRNBw0GsHDSHwRiehjvvftmGP0aHNvH3OxONHo2Tl5YxpcfO/Gq93QCq4ce+Qruv+9fkfcjuGXn9bjUbuKZkyextFFGs2vBox8aD51mF92WI+bp8TSLpiDOnLqAfo8Te12aFjLs5t97OwrZHE79y+NorFag+2LoJOETw2RZgd+HKfaDP/M9DxsAKdIIbA3YqiIsGTAUiK0NCzW+YQKrYtBOtiZlXh4lmmEp8BynB6dPH02mil5tIlVTo4Cj7/V17b+p16SaIGGNSfqrYtBy4kloh2AV/zoS1pGKBZEOhBFxPIzlQpjdlkc+PY0XV5Zw9vwlxBhWZvmYzYzh9Tftw+y2LBYXZjEaLiCMGDRK0iWsimCq2qeUfJ8dKA98XjvFjBb/Z4KnBLJ8+4qc3mdwlaTdunJtGH6kBWmvEAXIVh2EMXHoJRsE7992G16zDo2sPcG3KEOnHUpYGLMEWSlL5x5EL6EeGyXXgtVqwG42oLncX9UwJ+jRCkL5TLoBC47GQUYS4URaGKv0EZbQF95UkvqrGN6UhTN4KtCsCstUPE15JlBuR/aq60NzPGiU4vf68vdaIgYkYnCNJDQjhkAiDo/BQDwsCPLoYYRcDRrtEGh30GlBq7egtZsCsFAG5If4C7zBECCwGtOghTR4Opswhqc58Mmmlef34dt9aDYfU4dHYNXy0Se46gZQ7/vY5ECKygLbRqlTFz+wkB5CJkH5dwSG2DvoGM0nMJ4cQT6WRyKhAHU/xDUg3Sy4bIVExIaXNgi33POq7/F0KoCQRZuTANxcH6FcFLqWhG22YfdMCeEiPZZ7kTSAZHQFCHjwvB34RQm7nOeZSlC+FnRQTe5gMCpYsJKY8x4VpbkH8Z+MM5HeJrOZ+xvQrNZRyGfFm4yeV+LHRs/dgWfxtc8zBCQIrFJVwUeWPVPsIVTDrRgViiU6bPBp/UPmjKhjXV8YxFRXcF1kkzk8dGoZ55ZLmMhm8YY37sMdbz2ASs3BoYNHcOjZw1LQ79+/iMmZHCJGBJbDQQgBqwBabQtLFzexvlmXc58NO/dvhmfkszkJl+rZFsKaj92LM5ieJMvHwMjYiPiN0U6EvqVcGxubJZRLNbllU7lRzM7eiJNnlvEP//R1OFYbYS38MvjgZWw0jq7CYakxWFvNzhRx2203o+92YHV5b9HCoAQ4JjJhYCwTQzERRchnWFNYZP1U7PQRhKPH8NKaicOHT4rSRTlhcNgaQTxBxmZIwkempiakCU5nkhgrFBCPE5QNwA9EQHeUWrmEw88/i6Wz51FIprBvdgohq4WAW0cs7CIWiUvDzbRnbj92n3ZKrrDsh2ErDEOV0CqRIDOQ0sTFrRric7uw9w33CKPV0F2k4nk88uijePrZ50TOR0Yqm02eV2aboWWmLJKYWCLkUBjJ49Yb90lTyMceBrGJhQNlqr0edCpuYoawVJrVmgzpREg7OC+4xlhTlUollMtVYXAxmIxgOsFyfjHpulQqY3pmAfv3Xy+fregHCEhLHp8CIq6AUZ6Hn/+Fn37V9zd/gMDq8HHoo92q1tGs1ZW9gGOjWtmERcuUAbCqbDWupsYrcE8NccIhBaArYDUkQSb8cisHcf7i/4svrIbRymfh+1Hs7izh/xjdwnUpD+SAPfZsEf/9zG+iy5Ba3RCf7TAs/Mrtf4F3bj+GUseUeqivh0Cd2EgoAgc2zm9N4HwpgA+9dg19h4E3UVRbLSSSRXz1dAob/TFk3CayoQimG4CeNFCfSiJta8j0NcSsPqKpGHzdRxcu0ojAbproUI3Ac0XeGoe5KuSS1aqXGkd08Y242Azgc3/w+/johz+Mt9zzLrTb7e/5GVwbTnelkniF7PPl9cQAcKXX6gDkFCB24O05BAdl8Dl4nGE1ogBb9XVl2PsKj9fha5DB84AdL8D6gBk73D+vfYxXgsWi5hlYXPD7gmEV3DrMyODvfcdCn5JCn4QQS+S0fG1Wx8Tffe1reO3rbsLCwoLsr+LDPfBsVu6DOnTPR6+6hcbyCUS6NayWu/jO6bNgMua8EUeq7yERi+OCa+Lwpabs7fQap9z4jbe9Hnfd/SbZi8RjfHAe/f8Bq8PrMvws/pcaT1JtlMsC/zS0AZHrJR9GELF4WggEpgRhKkabEYng9LFjOHn0KPp2TwJzWF8OPyt+vzr7fMzuuh73fPgnEDUS2KpUYfd7otb6nU988vu6v5954n6srJ6BaTooVyzxB+VJ/OyTB0VhUMyPYnxsEp6vY2p2ATfctB+2tYqA30F4CKwSgJeh51DZwfO+j2eefg5L55ckfJXeuVRl1Bp1zM6TqbooQ5Z0YRzbFrcjVyjIXtzr9gQEzOSyyGZzAn4z6Ij759A6aKgU4xq4cpbzvtNcnDlyCJ/55K/B6zSwd/uCqCO1oCby/Fqzi9VyA4ePn5G6NZvJIBYKoNcqC1lmx9wM9u3ah8Vti3CckvK2FtsgV2zzqJhkn0slajBMW5OQXK9KrYoAIli6sIlHnnwerb4Ok7VOykA8lRTbpjSH2/0eJgtZxOCIB2ginRGVCQd0ZORy4ZDIQTLR6vq6+IgHjQSOnj2PYDiGXDKHvQuj2L5jJ144egrrHQdeqoDM5CyihvIC9cwWGhsr+MZf/T/YtzCFD77rHuyZnxJ/btPpY3Wrikeefh6pTB4f+ej7BExln0ulCPtgXlvanlFpxK6HZJwjDzyGL33mt0VpE6KNwGges5MT2D86htBaGcvPvYCg2cL42IxI1q10GIt334YXKyXc99DTUrPMTo3JWV5rd3Hq7GVc3KjhQr0DrdfGa2+4DttmZnDs+ClcXtuC5TnYtXsXRkey4kPM99HvNIRgQ3l/LpMXrIX9BhWkR4+fwsHDx/GGm/fjtltvQGNzHdVaVWzfiqMJhJNFfOOBZ/Gtx55GajKPT/32r+O6m/bKkDoVT+HB+x/CqVOnMTE1jre9/W0ol9dQqzZkyLB9xw4ZLNNbNaqHcPKlszjx4nGYjSbMbgt7dl8noHgqFceBW1+Dv7v3Xnz+c1+QMDL6BYcTGTS6DGluSwggsZFoSDGwSXYSuwDNl71Rne8aWk0Tv/bJT+CHP/KhweB/YMNybQLh93W3/+/1Qz8AVl/xeV4BVrfnMZrKYNe2BWn+KrWyeCwWcyqEwQWboRAsk0E1FgwjKgbQtWZHkH4eKGSIblXbSCYNnDpxEpudHpxwGDGH/ilBuAQGBoET4tLHRkVGYyq4h5uleKzy4GJR6/Vxtt6HaStfVuKOLJbabHgQQtdj3+pj18QI3nrDXszEg0gSnwjTZJusQqbBs8FTiXdup42272PN6uPoyia++9xL6FIyQTBBY2JgH2HfF4+SsQhQiGgwKPsLqudmQcP3yAaB5TNBEIfvaVDIEXyNMpRDDPoJrvbF9LzpAm2XzY+HtO4iTR/NYBRrTQfrPRf7doxj1/QYstGwNJLxZEYAOdNqoyMyWFdAt0iuiOLiftz/5EG0jh7EaMhD3LcFILWG0l0Cqz0VHEBgVXmpckLnw+qTsdofeNoq24VwUBcG1maggNWuL2Cu7nUQ1OhLElHyFrE5YLNA9qEiwfFw6PXCcEOUnKop4R03jeHTHy+isrmJselJmeweP3hEJQv3g3jpaAvnz/SRNjKy0TU7NrRoCPlMSppt+qG126T8M43WR6vr4vmjS7i82RQ7iflsEEUjJibUVZvesC4YVpWLK2C17WhIxwRGQtsF1ms2YkYUcYKYgRC2yLy2+pJ2zoKFPAfKKN98yx7snmbYUhjxsAGNa5KBGuE4zF5b7oVerw9Lj+LpY6fw7MUyei7LF+ULbLChcz2EXF/YfIVkCKkw/SRtVeTLVJVAAAtchTSGQ4qRVSfWZfvw9AgYwCUFoBfAbQd2yHvm606k8jh28ox44tx7dP1V78gEVv/iN/4d5rPjyBXHcHj5PM6vr+Ps6gpajg4jlUOr2xK/T7PjoNfiGtERTSgT9EsX1+DafP0MIHIQCGqYvXEXotkM1s5eRKfURJDX1OJMWL1HNuoymZUuYsjCUkD9sPBngUZQT5gyvjsw+FA/o0DOYTDYIHSAHpSULYuETbHwJCU0oElSNsHWoebuKtvkajDytfDqkIHy8tnjMBF3QJ0Tj8nBI8qfFUs5EQDuvn4XdNdCuVaVz3z/whzecudr0fMDeOj+h1Fd30Q2HsK+qXFcd9sHMDK/G75uoW+uixdqMGjAZdPNhjakUuKFNiZqRkl5GviMEVS92oD5ngmN02Z60lpdAbqVbpWPZUALG/BDBnwtLIMDaaTZDLDxc1y4nQ4cDgy6pqxPabgIHDMJlsMogl4c1IAWAgyu8mD2u7DbTVjNBtxOA7rmIsjEcx+IcF8moG7VYfdN6PTsM1IYNzIIRBPwxFpAhVuJhQv35IGHadRsIkBglfQRoVWqhE+/7yv/a4KqXBvRELRcGhq9nFJ56PTpNGLwCAgPwAICwQw54X0Lu4cArQ4qFfiVMjS7J8xUapopvffDGgLUbrN+1nn+kC7OoKOueL8SNSLTmgkKmqMDVgC+rcGzdfER7LlAo++jZLvYsB1UzR6Wuw00yZINhJBKxJGNhZEIErSKYjITx2y6gHyigFgqAS3KzygG8SDhwcKDbyBRFE9dSqBf5df0QgqxYgaZ+REkRsPwQzZc34HvBGHWe6hfaqC7ZcHvaAISO7xXByxxxZRSjagMFeiLKKnvCpRRHtKUPynekLCm5CZVwZEEZw2CnjINcJGIBkXREgz5sDsEObjf6UpGzxBJacoHXe8ANFX/p0BUWgqJ3Eqee/D3A2m2/F1Q2Q5I+Jd8D0HHoDTqws4Sj0FaD/ex0fVw+MIW2uUeDuzfhde98xboGR2nj6ygtFbB0cMnkE0a2Ld3G5gyxyYyEAzD7LSECW87moCqW6UGNkpNUVOQtcqApBEJemAQDG0RLOzbNYv5mVGkUzGMjBUkQZavhfI+KmYYglUu12XIOTnHJmAnLq6s4d6//0tUy2uIMMBKwhSvsuOGdigcSrMBIKjcalbwmgPX4013vg7rG5fw3PMnUd7cBLpdzOYSuG66gNl8HKPpqHjcR6Ihqbt6fRftjo21Zg/PrvXkfZHB6mv0ClXS30g0IGws7tP5fBZ79uzC/LY5RJJZeK6DvtXGxvoG1i+vwCpvINhpoBg2kErFBKDl3k/GJlk9cHvwfMpuA7AHgDfPN0r/HV9H17TEx5aANcFS1gCx7CgsPYKR2V2Y3LEHJtmrbg89uyNWAGSHbm1sYmurJDLleqstnvKubcOi9JNJ2GxGI2HcdPPNmJ+fv2ZYp4bFYsXD9Ub2M4f5oQg6HDiJx+PLgVUCSBKmKiGragixvHxJmKcjIyOSlM01vbKyinRmBJOTM7InkYEjftjXgGaypgM6fv1T359UeAisCjgWCMFstFDjHie2KS5q1U2YZkOYakJUlXP0ewOroWAEoVhEGl4JkuTvCGBj7QTuPf7nOBiMwmW2AP8zPdzorOLj001MRzX8+WOvw7fOvg9Bqpo02mGYcNwE5hIVfOpNf4fFwlEBmGkBYtFjuR+A7xp48twM9sxdwuyICbsfxsqKhl6DYO0kjPwcEMlLPRvmkRBhzeQhZLvilWrBRzfImVcfBq0jJOnNhUWLal/5S8vecEXWybPERS+QQmTn7Vh1YvjTz30Od7/5LXjnBz8s3opDNvNw31Og+1UQ/ArYOZSbX+OTOrxDZcUMB7fcq0RkonwuOSQbfsljDRir1wLtL2egqrOee4z4BcrzKkIKf1w85d0+XMk5YHAnA2PU79yH+It7zdBPmPcLrS8oISZDUVLHqYRrNuX76DPMABrxduTPubwXGe7DHAHWoSqPIRYM4q1vf6tYerGPGPoPS/CibgkDvm8BtbVN3P/1v5XzLjcyisdePIJCKoT5Qg7BvoNEKIqzpQ1canly/1MQwufKZJP46Mc+hHyhKHZlVwZ96oORa6D8C/7Xr5cNn64doA+AVb5GAciGiig5y8hSc5FI5URxY3c7AFVPVJ7FYjLA6vRMtNrK99Ik6aNjot1qotshyaMNs90RRdJb3vthARu3yltw+rasv9/9tV99lae3+vZH7v8LHH7xsNjFBGNh5ItjSKW3oWsH8cjD34XXtaD7Aayvbche8653vwuuW4XnVKAzoFPyS0hu4LXizcJryfuoj4PPvYBjx44jETWQMuLinUqFS7vLgN0gdu3bh537b0CKg7RcDql0FkYsDpu1KoP+6NudzYq/KpmqarCpPLy5HiQwdTiMZW/v9/HiU0/gC5/9T8gZYYxk00KKaDoONktV8Rjd2NjCyEgWN9x4K7ZNTiETCwlBomubwhQ9c/6yALzXL+aQNAzVr1I9GgypoaUeQrPVUiQfqgyYgeK6CEeTuLTWwJOHjopVIbMLjKSBmBFCfauKZCqORCSEyWwKyRCQZA6HwUCmmDxeqbQlypzxYhFz2+bkvjh/6px48LsBBkJHMD0xhX6/iantu7FeN3F+vQRbjyFTnJZ1sW/PXpw4fBB/82dfRmnpON584AbsmZvE7tlJJFIJ1BjSXDdx8sIqHn/qOXz0xz6KAwcOyLmSSMRlUCzDYvJVWBOEI/L7v3zlr/DE334D2XwaK14boUwCmUIWO6YncePUDPqlMlaePMTlDCOVBpvIvXffgWcuXMBf/89vY2pqGnt2b5M6rVKu0TELjbaNw2cvyLW47eYbsDg7h3Kpiq1SBd2gjmwujVg0hEZ1Ezvnp6A7FsKxsAQPb26U0On0xJd35251Xh964RAWZ6YwOzaKbqup9in2vnofQSOP+594CQ888wLGFqfw85/8Gezau4jRwqgMds+ePodv/uM38da778bi9kVsrl+Ea3FwHURxcgrJbBblRgO1rQ7u/dtv4viRk5ibmcTHf/zf4TW33irrtry1IZjVdx54EJ//3Oelp2KfSJvEFpmtDPyl0hmaeKZnGCoZCaLfox2IJXtQ32dgM4k1IUzNTOMP/+gL2L13j6o7ZVv6QXjVtZvcD4DVfwNYfe9inqJBFHM5XL9nF5pmE22zg0LKQJ7AKdlHvoa2pMP2hJpv+wHxOcklKS/Q0OUUpkLPlDbWLq0ilMojlsuhvbEEQzn9yYYlG7AUCpwODBmUlCaySWeSqGKmsIFZ72mothxhAUSCPCT7Ahh0/CAato140sAte3bixrkJ5ImRElYLxQceaJQqkDGgSeHQbnXQo2m3TRl+Dw8+cxgbTVMOo5BGBpaNoOchGwmhGA0gF6KELIAg/23AzqHMkE0AgSBKhWkCTpNpIR6R3Rni+wjAIqPSIbDKYGmGPg0k4JonAB593zY7DjLbFvDmOw9g9dxJkZKLxCIcFcDEcayBpJNsrhBiI+PY+9rb0QtEcfqx+3H62ccR7LQQYdAXgRMN6DieeKyyOVW+t4ptS9YuQWH1uhUjiKxMgq/Nvo5lfRzLNXrQmQj5XfGYjAV1RCO0DAgimYzBandksyc7hj55zE1oEf/QQmi1Otgzk8af/Mdd2FxdwehUEYlMCqcPHQNDz2rNHp47WMbqBpN100gl0uh0HURiUYzls3JYUwpBVqBhKBnLpVodh4+toFI1MWIAC7kgCkwotmxUu+4AWA0ja+gir+w4AaSiAeKSwgRerfSEwRLXA+hZHkptGw5zywYGVxrZLekkbt69TR2wRgzJeEr8cSLwsNlx0eq1xTNXQMNgAMubm3jo0GnkCqOw6bdYroAxQyGynDUNuaiOXDKCCP0nKXeWlA4VdS/FtrC1PQHDuTU3+z7aFj0OQ+LjxM+fMrXJqQnMb5tGUEJZgqhWKgLufvnxs6+6aCOw+o3/62fhRMJ44eIFHF+9JGwThlYZ8RzaPRuO7wjw3mnZqJdMsZYw0vSVsVHeqAkwLMxuCmoCkMM/ls2gVqkr5jaZDDa9fbk+XJn68e+YyD0MDLj2hatAHGURIN6qg2CcYUOh2KoqyVwxjigTU/eQOtr4pfxY2RTydwbWiDfngDFyNX5iIKV9BXNVmh3Zjl5RtA+kf6poV6z6ofcQi9do38O+8QLmihlsVtbQMLsIRePYs20M0UAUuVgSk5ksNi4vwTRrmJ2ewk03vx3js3v5w+h7bQTI8OU7Ectogn4haWJ9gk822ZPdK5LCl0U39FsCHNIc37d68v20TaEU3o+kEIilRGruBSIqOIoMM2HcUt7qwel1YZst2N0u0DdlasvAAr5+gixCM6TNhYRd+DKxNsk07LRht1roNjbhdDvQyVbimvcDEugVcLtw2V3RK9SIYTyWRSCRghfi8IUAugJsWczQdzfgeUjYHQQZRkZAVFi5DIAiY5XhUQQ2JYICfiqOwNgITRrhJ0ehxyLUPIvyTTF6VVghWa4Ej2kzELBN+JUS3NImdNuCFiK4S/9ryu9JWKGnLSskCjY5vDKF7QerA1hNBTqSActkI1uH77BBicBxw+j6Phr0WLVcbHVtVNo9nLMbqLbaAiLTYzUXjSCpB5AMRTGdMrAtOYJcqoBQhoFWCfjhGPyQKwwOAVcHn5Ws2Te++1Xf4+/77B1oBx20GUpm94VlbdPxpAJ01zuocBhU6kG3mWcalCVPexg23mzSh4wc+jwP2aAvAwXUqa2a3IFHtbCPORQNBgd+0hpSCQOxMD1cuwgFedYkBk2tClIZsq4EMB0AFUOmqgJWFUtV7u5rGbEDMa7yZ1bN3BX2njBWOSgMKvsA7kE6vbEd/MPRi1jf7EiY2vvf8ybMH1jAuYsXcPTZE9i4XBJG1q4dM0ikggIyZEdGYCQMGeAw5MlxfPGXL9XqOH22BJNN+MDigiwLSaUNR9G3TezZPo3t8+NIpuitmpK9S64xpWauK2dUrdqCEU9iav4A4okxlGpV/NO3/hbnzx1HmFYA3BAG25uA1hxqD4AT/huDieJGEG++6w3YsTiNjc3LuHBhHa1GG27bxEhYx86xJCYTOhhoFk8YYgUgg2yPXrE2Lm7V8dSlOuotRwYqnm/JYDykMRlZF0YT70UC1tsWt2HXvj2wEEStsgGnU0MyncFovgDUS9Drm8jSd1HXRBEj18ZlYrlixPE5CWKYtotO1xbf25bli2VR1+qj03PR6fUxOj6NW17zOhw48FYY6Tz0aEJYcWx0yHS2+pQUUq7bg8katGOiXq+hXC1hfWsd9Vr9iiw1GmN4Zg6ZkQLiRlz2bqpuuKfxbG03qzIM5zqiT+4w3EaW58CaZijJJijDHeZqmBWk5mWtQjZvKpNWQ4CAjqAeRjyRlIGiEAP6KimZZ9rQe5DP8dnP/tarvr/5A08cPqpS5ZnKrYdgtUxUSuVBeJGHemUT7U5dZK5DH9uByfLg+QaDSm45IcVWJdOLTXs4FJY94/LqEv7ryXtxWaNUvo+Q5cPthaHHXbzWX8O7DQt/9dR78FLt9QgG2+K1zWsUCkSlMV1Ml/DLd9+LxeIWAlYfAfYFehTlrRxKpoYbFjikNbB+JoRLJQ+BdgBIp7Ft+04ZjvhuUGo07kPDBHr2JeQy8DqGXBW0x7Wg2S7ciCIsSF9x5dzn9yqLmp5nwJ+/BbXwCP7si1/GDdfdgA/+2MfR7nZk/+BjKVkzw/vUoEbheVdBUdkbB7Yn17JSxbJDQlPUwEh+EUTg5y7MbHUPCGjJEEyRnDoCVnFt8O/5Z1oskC1KxjSD6wiIMsxNgNJB6JqAorTQGNxXBJ2lPpGB2FXEd7gnqpCfIcNfqaOEZMLan6fwwNpMWWrqArRxDxXAIaSuBesq3h/JREJAJwV4qppMbACkNtNkINKsVrF28hQCrTpgd3B0aRkbZlsGy5N5hr84CHtAw+khHDZw8ORFnOdghzZSXl9Cgd589z1i9TF8D3LdB+rG7wmsDo1qB6v75SArh7XqEFEBxqrG47qSfRRMik/KHmd3WgKw8rMkiz0YjYjiwZPvUwN1VYPSn9ZT0uIuh7URFKfmkIgEJQCL+QOUYP/nT3x/VgD/9D//BJcuncdWaQuj4yOYnJ1DqRQCEuMC8i6fPYtTR46hUWsglUjhbe94O/KZEDqtVWheW3FGabsltjgkQSirMt4X66sbOHjwBWG4R4K0l0vI0Jc+q2sb68iPjuF9H/0YRgpjYmGhPFazSCXTsiborUoyjIRakSE6CLvkuuKfOegZfsm10nyceP5Z/Lc/+M/SS1Gh1+x0cKlcxwqDITsmbr9lH374h96G2bk5TI1NIOi5kivCs7vluHjm8Al889v/iigc5NJplSnA2oP+5jx7w0HxPuVZw0wDqjkksKrTw9JGBeuVOlq2LT6giUgYU8VRUTasbq6LrcOehW0YYT0W9BHq6/Ka1jbW0Gq3MJLPYO/uXVjcvp3IJiqrm+qe5RlidpGMxUFf+82eByeSQixNcoqNStPCyMx23HjTzQhrLr7wO7+JtVOH8EN3HsBkPomxdBIxyswtS2wKGl0b3/zWP+PmO27H+9//ftkL6HetritDaOm9HkDYiMFpm/jWl/4HLn73KUyPjaHcN1GyTHSjAaQLOWzbNouFmRno5S6WLl6WLAInDIxuX8C5jRLue+BRAW6LYwUhXnFIMD8zh0wmh6cOvSA2ALRgSBPEpnd4MAgnlhAVD20WXnjhWVitptTX+VxWWKTLyyuSj8IB5s033YC4ERMLCH5WzOPhoIie7mQTZ/MprFQ6+Pr9T2C52sRP/My/xx1vuhWxRBgjo0Wpt8+fXcIDDzyIu976VkxPT6B68QysWgNREndcID87jczMNB56/Cj+4Pf/GGP5cfzmp38dH3j/O+FwCNJpY3Xlkpz/m+vr+L3f/T2sLK/I/sagLhLsmOHCM5JreqQwgmI+Ie+ZKrokz8SgDofY00YJK6tb2KyU8bF//2P4zd/+LLK5EUU6+EHGjjC2AAAgAElEQVR41ctqmB8Aq/8GsPqBhZzAFgQvX/+am+Wm2iqX5Oah2TWNodkIEYSpNNoSciKpda6HbCLKPhf1Theltily682VNXHcIaiYjzlIMAHbI7A68DQcMNroccrzj56gbKjoaUNglewYHrKUXbZafdS7HuygJtO4GNlJgRCqloVYLo433nILxuMxGDoPvR6C6QmRDpitFsL0+MowFMnFyvqGgGT1lgnTA545egKn17fEKzHG8CJJeWUgu4+MztetIRujwwkDHFRKMcOr2BAIGES2HQMtGGzD4S19g4Jk8OhwHPp8OhIQwsR6ZiaoqU0A6XhUmFrGyAje8uEPY++OeSydOILVc2cHQK2avGt9S1hhLAkyxXEUd+yBMTGDYDIPs34JZ596DIcfeBBhBsDwVRI89sh0teT1EuSlrJ2vh6+RwKoqVvl+CFQz5TaIhhvCxdAstnoerNoypgspUDgY6FtS5MVCIUxPjksRPZLJoFKpot7pYKNeRdUCmnYULdPEa66bwBd/dR5ry8vIj48gW8jh3EunBWDrdV0888wGzq8EEYqmMTczi65po9VqYiJfFAYQZZVkSwdDAfGXPb61hvWyi7XVCgoRF1MJH6MpA2bPRr3noWP1kTEUsEoPWAKrWSMoYHar72OtYsOgJ4/vYdP00KI3LgurvodYKIiR0REYMR0756ZkYkX2CR0eRlNxxOBis9ZGi/IoHuRhsnA0LK9dwuPPn8Bdb7kLtWpTkpUFaAhoSEU0FOIBRAmWMJlXCgwWoTSQdFXBQ8CQ4Re0YgjoqDoWTIusDBVqRQsIgt/VNmVvGVy3dxajWQMhtw/btPGpfzz4qpsyAqvvetcb0KGHUJ8s4ShsLYhRYwT5XApbtU14QR/BSBS1UgvVLRPhUAyROC0fLFTLNbl3Vbo0PT4ZIhSGURiRYB8/HIHfteH1OrB9SwGRIvUliHzVDkCByqoJUF5NBPAUO0OxtIYm4mRFcCo+lCn74lM39GkdRobJY7HAZwhNPCYDH/HpupJWPpAnfY/Ce9g8ieB44INL8JbPy7XI+4Zrn/c59ygyvZVZmiDkiOoRAeMDviUhLLT2WEzH8OG3vw3XX7cTl86dgta2RE51ZvkUcvkUbrvzHZjfc6v4/mo2WRKDRGEC1vSoIozL57R6CHYbaq2QsTFIQCeorNlN+L0uApT1M5WeAEFIg88wp3geWiwDxNJXvUcJ1NBDVUIXfNjOIHiGbNd+Tya7sVhCkuoF5eXeyudzTOXL7Hro9kzYNNZvttCoraBTq0Lr9pDygbQWQZw/47MJccWT2AsFMRbJwKXXJvfMiK+ATT0s7CNeWwaMJPttYSeFCaJK+IIDncAowWLx/GQCdRhaPgOMFQCmcyYK9DiR8DflOUt+GGGhPoPhhe2qgNUO/GoFXnlDgFUaUNJDVq4hPSjZFAYoQ+5DWMCuKT/DNRxwavAktZ4NdQBan0AkQS0DphtBF74MlCqWi3Knj2rTxFGzigr9a5lamkwiTz9yStwCYcwmophP5JFO5hDMGgiwKYgY4vfKiR3tCaQJFgsIHXjzB171PX7X527FxZN1tFo2ClMxKYw3X6qifrIFt91H0NNgEDwJB9BnQhjvHScIx6IXpJKuisSTZ+81NgBDIGFYSIpNgOdLgyrTe/GOBjIRDQkjIUEeZruCmck85meLOHJ0eRAeMpxmqcg/nk9Dtrg89zXJ3MpDeXAGDv5N7tfB6yKYOwRWlSxV2QNI6jj3Ffq+cQirBXD/S2tYXi1hIZ/HPe95PdJ7xvHco89j5cQmNlfLmJwcw/x8Ae1uRdYH7UUyuQSCAUqVCYx4kmxeqVVw4nQdjaYC8BS4pSSRRiINr9/D9rkx7N4xjXTaQCxBdikBIN6mZLV6qDfJ9qygMDqGuR13IqAn0LG6eOA738CLzz8F3ee9p4DVYQAI9yL+mTY5XO6W1cHM9CjuvPO1CId4b7Zgd/qo11uobVUR0zwsjsYxkQoin44gbkTkDFSMN74WD6uNLh4/X8dmpS2e8lqgr7zqucfTEYRAOW1KWBP5KuiDHuJZ2p/ks/jgx38J+295M5qlMpae/y4ap+6Dw4A3Ji1zz+t7aHd7sAU8tdA0GXDqoGNr6LEGZE3C8zQShx80MLOwC3e+5R3Yf91N8Jyoqqd4ERiUKEF6UpXJe+AAUIbr9BH2B+FU3DNdDwbDmMiOHwSkUvHEdcRGVQEjngCzKysv4sTRI8JAkzpIBnOCqsqAY8gSlp9R44Qr5xbPKtoQSBiVhL9EMDM9K+xVNm/iPa/pUsfRvko8j8moGgz82NT9yi99f4w2AqvD+5Dv0253USmVpKbjDkgrgHa7dhVYlWL7e4dXkYUbDJOxGoYejlyxmahureIPD/0NlkMmQrYGw4nANrfgxIKI9gOYLJWwvvFjcJwc+p6JgJOEHekiIjNNH47tYXt+A//xnn/GbHxdznYnNYZHj05iOnYGUcPDmaOaBNmm9Rg5Q9hoNhAbmcRN1+1CgjGDUV2Gbww2dDh0goYoSRhUgvVd8XrkOc9DggIgzeMZqT5fWvcMfYp1nw19FOb4PnSys/iLL/8ZZud24Cd+8ZdF+i4jVU8NPshMFHbiIEBm+PnyM+af6RXNeoB/Hv6ibx+beZ7XfAzXUezRK2xSGU4OANDBBsZrJEy0wX7LXoegNu03JAwozJCgoKwl/h2bfyoCBMwiSSLEPUp9D2sVMvhkL77ml9RWbEbEUUh5M6unV6oQBjcNma7Ki1R9dlS1CLuM3ydFgC/ennytZASq7xuwegdWbVGfvuwcCFt46sEHcd3iPM4uncMDjz+PgGFgPBrG9QvTiEV18bbUkhEspBN47Ph5fOfwGQkG4sY2O1HEj//kx8V6Y1ibDc8lfrYEaIav83sdjteCquoBhlYAyl5g+Fhk1J09ex5rG1visfq6A7diNJ+F02NwkC33AQFH7mEyshUgVh2XQiIeKC3EC5YWJ5aFrUtn0KuXxW/SDyfwxS9+6VWf3/yBhx/8B6yuH0OnU5b9pFztwHMLaIVGRSFnVmt47vEn0GuZsgYY8rN7cRL1ynlgAKzSYocDZ9ZjkgEBDk8dqcU3NjZx4ugxbK6ti592KpkUUkS1URO6wns/8lHMLy4KcEk1JtcO7U+SaUrTIyKPpnXK1eAqdf5x/dKP9QrYNPC1XT97Cn/y+7+N6saqfAaXS5s4sbyBWqOH11y/Gz/3I+/BTqps0imEqG5ihke7pfrwcBRdT8e3v/MwHn3hpACjvNeqtRpq7Y7kgvg89z1PZOHpaBSFFMNBo9is1XFhq4Rmr4t0No3RXA7T+Txuv/UAHNfC0y8exulz5zCWzyGXTWK1tI6Iq2PXju2isqw3quJfOj0xLjWK3esiKiHOPta2NmC5yipjLJVBVYuhiQiyhaLkrfQcqmmjuOut92BhZgKf+cQvoLV+BnfctBNBx0Q8FIERT6DZNqGHw0jnc3jhyIuIFafxoQ99SAgkPI94v0v5T7UlzzOez5aF7/zpV9F98Qym0yroudy3cMFsYLPfQ6iQxtyuRYQ0A8trm3CjEXhRDRbP47YD1/Jw/sw5lCsVOfdy6SRuuWE/ZiaLuLh8QfYv1m9Uo6VjEaTjMfTCCYxPT4jS6omnn8LZU6fhdC0JsLr1phtFJVgulTA7PSk+tX2ri0a1glq5gka9hrGxInQqiaAJWEky28NHl7D9puvxx//1c1i7fBLr65cxs7BdbJsOPvc8Tp08jTvverNky9gXzwG1NsaMpOAX/XQSmW1z+NOvfxf/et+j+NhHfhSf+Y1PIm4E0KhV0Ou0UauWURgZRSwSwZ/9j6/gwfsfEOsXYS/3XXTbHdi9HvLFAuYXFzA9mkDWiEqw6eRIAcXRUfHz3ao28N1Hn8bBI0fQsh185at/gRtufo2c7RwU/ODr6hX4AbD6bwCr79+eF09MHibxWBQLs7PiH5ni9IKBJgM5IAs6AkX0MWOaNM3yaVjPg75n91Gu1nDswiqimoeOp2Ot00cxpWM2xgE4wZHAQEo4aPRFBkxAd8CilEmJkhjwFLMcAoIeLNeH6fpo9zxJdo+Gg3IQ3njDXqEgJhJANsnEuAzqfWByfjsqa5eR1JlImUV+fh+OvHQQG+trwsKkr9bRU+dw5tyyMvj2PdmAeA1YqBDo4nYwG/eQZFLswPeVsjVOn3lzXW02B9NQTr8HqcVdMkd9gsOaBCux8BcvMU5NY0GMTk3gre9+F2Z37YLv6sikUmiV1nHq8HPoVjdg6OKciJ7I4nZgft/NcHSVYMfpnO10ALOBw49/B8/c/wBy0RgCwgrpo2dRkjKU9Klkej4zGTwq+45ANpsnxUYthTI4FrsOejSLjee/jT3zMUk7n0ok5bEisQjy2awAsWQlUK5f73ZwYW0LRy9V0QwF0KrbOLBzFJ//zPVYuXRJptw0m764dEFCIdLJOB558AyWLsWwtOFgbsc2TOQzsBtNpEJRGPG4sN3cAIO/HGyUS1jvdfD2u+/G33/tX1DeLCETDmEmm4Bnd9DoqRCZbDqKVMRDp0XD9QiMqALvmj0HpY4nQEe314fZcYnriLcKPYoI4t984wIMzcbcxDhMWgR0LWTjBmZG81J4lzodYUCZDBGLG4gmUriwehnnLmzg7XfcidNnlnDfU4fR13WMhDyMx3XoDKQZTLilIB0UhPSSU3Jf1qy+pHNzrTS6fB+OyHGYpBsLh9C0PKy0LHQ9DW+8aSd2TmRAl7KwpuNX7332Ve/nBFZ/+afvRLNKVnUC7Z6JaruNdG4avkv2RAflUhmdlgfb1sUTkBJpTmelYWAgxDDBm4ywPmBHAgjEYwgFgsiOFSQx2a80B+93KKlXICeviALKBhLMYfiBsDyUnHj4xYZJErcHhQVZ6yyN+fdkXVNOfm1yLJnXfG2UfhYKSZS36uK9RNaymFT4yi9JNRfDMKUBkETWNsFdyu7JevN1JHUgHWYoWxCxiIFMIgrfasp9fKnioNqy4Hg9dB3KjV1pAA0NSEeiKGZDmJ1naFsLkyNZ3HXDDcjoEZR6Gl66uIqpuVG89pZ9yGYn4fVZsKtQCQUE+wgwdKNnot8zEWq24dMXk1CgRvZYTxiVXqeOAL0/RUI/YKvQqzORgJ+dgpYswI0mhYlGFqunR6U5YKNET0IWN/KZ8jprBMgITLGpUz6ycpnYQXAo5HeFqd0zHfQ6HZidGjrNCqxyGeG2iawWRBxhRAJhWZsERm3XBHf5rB6HE43DDUdhRRhOFZCCPRxQv1gMh1wHhm0jQo5EXzFeg30Nfa0PGBEEMzl4qTS8RAKBuAGdvkdJyugj8AiUSrfDpsFFgN0Eg4XYsTsuNNMEquvw6yV1rXgNxFSW7FaVGg2RXBIQcpTvq92F125Bs6uKbU7GKhgyp6w8utDQpVTe09F1g2j5QVR6ngwSjzc3sUnvqbCOsZECJoJxjGkxjMBHXteQSyWQTOaQMHJy33gxAksEm4kZaRKgRRatfFZv+/CrvsenXj+D+GQAo7tSiCZD6NU8XD5aQvnZDZHyBqJB8RiTUAQB9JWKg6nlLgdz196DYnmrWnJhpQ5YTQJayL3M9TjwWKXNhAaMJMNIpxksEYLZ6uBNb74BizvjOHn+HC4tdVFa5bXmOu8jpMUQ0Gk10VfAyNA7cACeqnv6qnHHlX+nf7MEpigAeMhs4hom4DCU8sqa5mAxGsVTS6s4vVrGtFHE/n3ziC4kcPCZY1g+cRmGERJvVU0juKwYZ2TysYGUlHTmvYlc1pL97exKA/VaU1LvVXOpbDbisRR09DE9XcB1+xYxNppBLpeW/b7VsdDhwKlnobqyjo3VDYwWi9h747uF0W37wFNPPozHH3tIWGr0oRvuhsNrIOeIXC2mPfvS9O3ftxPJeAi23YJpMg23hFatJvfhXDaB2XQE+ZSObDqBSITeugSdVNo3X1fd8rFSaeDsRh2Xql00LQLRERm06gG2QayHXES9PqaTQVw/kcXkVB52IoW3/8ivYH7f7XC0IC6ceQFP/+VnJfzJsVzUak0JgyAwYenUKWliMUIGKlnxRjqDZCIl15ig28TUPA688S7kRmdQq7WFNaKCoxSgM/zi4GEY6jX05Vffw3qRe5AOtMjkt4VxF8um0Qyq84vedKybGFpB4CoWNlCpbOL0yZdw4fxxdDtVpJNRpZIapKQPz24uwyuMbgIGtFQSliHPRQ+VSgmJTBp79u5B3EjIWuH6JItHhQQpoHb4XviZ/tRP/tyrvr/5A48ffFE8yVkXCnPV6ou0tW/1JYSnXFlHp11Dt9cRFiHPTAWoc2BI+w117vF3slQJroaYmkxQb/D/7XoFX332b/BCdxl7c6/Hbn8Sze4yDpafQ4ND63NBBDbvQUzTxbaZxH9TjyHcrULXYrCjtBpJ49aZF/Azdz2B2ZCFg70bcPlYGbsnzmFz1UO3GkbSCMJyU1gqb+HCqo3RkTQ+/L7bVIiWsInVuX5FnSLrV4dD428ypHkvBGzxHNd4xnNAQP93/gxflMNzpY1eOA0zMQcvt4i/+uYDePbgi1hYmJcBMwceZqutWEwCjtrqMQZrb7ifSEp2mMMJTYau/DN/sU4RsInXLkhVV1IGPPw7fm/IIOFEAaP8d+69BEepEOF6Vmq6q+vj2j342vWiAP6rNdLLQESffvOq/yCQNiSvSsjgwBZlCOpfG4qnbARUgjuHZcPBwxBsvjZsVA3J1ZLla+awaSjXlz4pGkCp0cXxh+/H+2+awjOnVnDvo4eQDKdw/Y79SEQ1VKuXRCkyNVrEXDoKtpQPPvcijiy3xIs3ngjgp37256UPUK9T+erzuUmw4fWSe3nA4JdzgK9lEGwlQ/EACSQkx2iyT6pwGtXvMAOgXq3hwQcexLnzSzLUTukRFIpxvOmd78TMjltlICHDVk0NX13bQYBDf1q0MC2DxzVZrAzvC/rw7C5eeOgRbCwviyUSe9J01MDXnnj++7q///6b96HdquLMmWNSjxtGFrOzOxAZyWJtawuu7ePYkePoNEyMjhSQz2awfWEMuldG0G9Bo/5bsgioGlBqrmuBfrKluVecO3MOS0tLcEjuMeISuGckknjHhz6EyckptVajtNOjFD2IVCYja5o2AFz/V6wgOCQPMtBL3RPXrl8OrBvlLfzR7/8eHn7oQeklLq5exla9j2JSx0++9w686dbrMJLJoZgbQ7trI0imZlDH5bU1kWInkkm8ePQovvbgC1hvmLiwchl9Wjz5OsbG5xDNx+CTKFBrwGt0kOIQuzABExqOr16EEXZw+4H9WJwuYnZiHNlkmqwpbFUaeOq5Qzj44lFkRoromF1k4xpuO3AL9uzYidLGBvpk/YtXrC+EDRICqFRYWVtFbnREvE3D/TBMqkqSWaSTBZQabQTSKaxstbC4azcWF6bx51/8QxR0F6PxEM6ffUm8ShcW9uDi0kXUqlvYuW83/FAIjQ7wzvf8kNSA8XQcRjwiZzBZuazPuZ5DHQuP/vnX4JxexryRQYxO07oL07dxsd7BKdvDZT2C8xZ9WrPQaVkwOY21jRWsrV/C1OQ4isUpHD1+Bs1GE//hp/4DGhuX4fY2YLgMf+5jbWMDmtNDMplFKJ7H3J5diIQ0GZZ3WzVh4bOWyaZS2Ld7l9QV1fKWYtcS8+mawnJfXl/HoaMnMJofRRRRhDwNsaqFF2tlPL2+itfdcRs+/qH3oXr5NIxEFCPFIhzfw/rqqoRaz27bJoQWt7YFt9ZFyLIxvTANL5vB80tr+Np9B9FstvFbn/kNvOeH3gHX7qHZqmNra1P2WdZYrFfv//a38NWv/H/svXeUHOd17bururqrOueePJhBzgxgzpREkaJEilSyFa3gZ18t+S7b79lethyu73PQug6Sc5JlS7qKlkRTgWIScwIYwIAcBoOZweSZzqmquqve2ufrJiFd+w/yv+clSFgDAhjMdFfV951vn31++59w+uQJTI4MIpNIYOncPKKxGALRKGLZHJLBLjYMFZCNRRAJk0EcxmAqD598Zc/B9Oo6Hj14GO/9+C/iTbfeJo0p01SM9Z/+UO/AT4XV/0RYvWMyJw81k1JbbRdWMITNk2MYziYRZhozQeZtstfYsQz1khV9tNs1eaCCVgi6YeLM2Vkcm1tGLKChHQhh2fGRj2jYYDENutPjCPJgS8+SYnWyCKDIxEMFu5p9YZWbp91ld5tJx+wYaWi0XRktk3xcLYBbbnkLAr4LeC2kEkyMA2BZsGJJtOkuceswzTCqnglP91FaW5MNh6EIlaaLl4+eQrVSloOYLamvsvbKlCg/jsZ0sbQbPW4kzVUc6VFsP1Wk9sdMZKSGCy2DazyOeNuCS2i0VTCDOF49H2NbJ3DznbcjkskgmS/AJ5ifRVrQgNus4czxo+r71Hzkx8YxvHGbhBtVmg0MFvLCfK07NoKeC7dWxHOPPoaH738I4YAFk+FIHboKVVJxhJw/Wrm6nrABScGke42OEI6jR4IBnCEGILFP+Eu14/dj01AUl07k5NrTGMDrEY/E5PtnV79WJ/wZWCtVcXK5hsVWC6trDWwphPD5/3UVVleWETYtAZIvLy5hfX0dY+OjePG509i/fxmnZ3x4oSQmJoYQNQ3EwzEk4gk5tHAMo1Svo+042HzVpbj8kkuwuLiCRx59Bo/+6AmMMYHd9OA226g2ukglQohbOup1G75mIRpS48OVto/VZkdcGWCxTM4bBXGOlTFIzPVwwe4xbBhOYSiXRjSeVOnEjqsg6s0mbD+IeCwqzXtyV9gBnZqdRSKexsTkVtz74OM4OjUjgVMDMROxgBIOJE2+F14g40OiSvZi20Ww8ERYpWuLwmqNTQoZp4WI3eVWF7NVF21fw97NQ9gxnoOldxAPR/Cb33ljjtVf+aVbYTcMuC0N8yuLMKNRuB671ha6bgMrK+tYW2XyMUeJ+O0qUfT8HyqkjePRXXSYDJ9MKC5VPC7uPne10ptiVdxhPmf9or7/nvT/vf7789oB9jVnB7vjZPpQ65GRDZNBbq6kmPIa8ZDcL+L6LhUKsbQsRsyQjPQ4XV25sVh4i1GjP+LHw6ASE+XAy7WHuE0G1OkBhIMa4rEQPJujJw7yWQujeRZwHTSaJhyKToEOyrUGao22MAvpYLftDkodSm8etqei+MjN12L33gsxNL4HTquKhamzMNNJjOzYAiscg8c1rCfMyoGXKxpTrJsUVhswVtbRJWNU/qQLjwgAu4GA3Ra3Jwt+Jtj7Hu97T8bvURiHnhqBH81AC0e5+0uAlAqjkkkbcdBQEOb1UngT8irpWus3vNR4PZtgnU5T0q3tpoNWo4ZGrYR2qYLW+npPWA0irpk9sdQQzmTbrsPRushoEXSsKDqmhRaFHYpdvfAdEVcDBoKdBiKuB4uLTNeG12UYlwOdAU/CVE0CkTg8BhdYJnS+Hv6aDjNx4SoRmEIfP/pOW9JCeajWGjX46wvwK0URXQVFoOZjlXOHAgpddgK17cre5DcbcOsV2C0GDFE4UWulsMToPtMN2H5AggRaMFDTDKy0OzKlMVUvocTrE7Ewki1gOBBBzjcx4vpIaUA4HIIZSyNORELEgm/pPQxAAF5Ih8/gPMtCgMEJN9/5uuu1yz+5B/mRHFzYqBRr6FQ01BbaqB8vwq1yH3LExcn7nqGD6poHJAiAOADRMXsip4gU0oRQAivXKR5aKSQq+qlibSvBlS5RHZGAjkQ8iFwmhUa1jNGxCK6+bgs8PYLHHnoFC7M1cUIaDEUkdKiXSCVk1r6Q0XOq8rDOH+e7ZXmfioOZrrSeGNEXrPoiL/dfFtUy7sqDbjiCAzOrKK/XMJTJIZUModyx8dKZRXiNJjZuHEMmwymFtnDDJYiFzRY6NHmfgUgfutlccTycma+iWKzIf/O9E2ai3xV3P2OhNm0YwqX7diGTISLAQ6NeQ3GtKIdEOr/qK2sSOJTOZrHtsvfBTGXh6joOPPM4nn78IbSdlhKSzoNBvyqGgcFPdHJ7KHDsb2IUuUwcnW4LlUobHbsJu9WScA6GeW5ImMgnQ4hHTUmBpsbAfVyQCURzBA34DPawgeVaG1OrRUwvrWCxoqHpMFzKxVgqhL1jOWwezEqDSTM1tEwTyfELsOWiNyFZGMQz+x/C9//ur1Gt1CRpPkyUTjYn6dJmIqWcqWw4m3TlmbIOES/Dkdmx0W3YufMSROMZQQvR3cmDW/81S8Eu49p9d4haxVWTjGiTLgKOB6PrS4NPa7vw6WTitE/ERCcZVqF4aieCw/qTYieFMsEgGbI2nzl1CCdOvgzHafW4q2p/US61XigRUTS+Einp5JcgVn4nuoFW25F6hYFmxAOwaSshSr2nWEIIuZf2SoD//ku//rqfbxFWn31JHEziSOPm6HTEpdxpq+Zjo1nG+tqiILTU+DNf7mtuvb4gJ8IIR79Zg1DsoxuyJ6y26jV86amv4IXGGVw8fC02OQWsVk7hmYUDqMZN4EwHZvlOqdW4PLLetTmq6nfEtdYl2tEOINZu4a2XnsRF+wz8231NjONl7C50YZc5MZPBWqOB1bUWKpxE0SJSw93xtkuQS+dexR2IsNFRorCEylKwdloI9SZZiP6RvU2aIlzGydc14PoKe8N9jNNYyEwgNrId86UGTp6aktFhchpZu/RFZ+5Hsn6EFI5J3KPnYQJ4H/bF1f56xb8nq4awJnsudhH+VBNJoWpeW68o0HPdVTi0vgO05ybtB1v9BK6ovw52e93k/jV89WPfU31ecNb5f+c/ElX72AK5l6WGUPeLNHnZwvmJsDd1cO4z719DxcgaznsgpAnq69iTD+HmHXkcmV3BNx9+AZt27sX1F16JA8/ux9TqNHaNTaJ+bhUb8zoGsgkJPr7vlVNY7XgyVfauD34AhUK+1xBQzQhZCzgh8Krr9LzfF2dk72BPxzIDMZWWKv1KEYe5twQCaFTquKO2RzQAACAASURBVPs7d2F+bqHnsjQFQzQY0aFbFm5838cQHRlSTuje3qfWH5pueOZVdQIfYwb/sqG7MHMKx597Fh1xwDXFPDI5NIR//MEjb+j5/sVf/n0MFPIora8K2iSVyWB8YhNgAucWzgFdHYvzK6iVa8hnchgo5DBUiCLgryPo14SKL4afINFMrwmrgqIhiqKHluCzW6lUcObMtDCrmW0xPrERt733fcjl8vJMUFjl2s11gSIUG40UVvlReMzCmuS9oFAa5+M0+J7zFNYol/AHv/e7+OqXvyzPAicp624A24bj+Pl334zNI4PyfjKQKxVPCe7gyNEjKFbK8rWT6ZSEat3z6As4PDWDuZUVaWqNjW/A7osuR7m4jGQiLsi65556Gm6rjUBXg9PtSmjehbs2Y/vkAFJWEPl0WoRysnPDsYRMO75y5LjU8dyvzEAX4yPDGC4UsLK0IOPiRLCxOcapHpqKePaYmZkRMZ+M11w6Cz0chZnMIJTIoOJ00PaAlVITwxPj8LoOfvC1L+HK7ZPYNpKH06ogHDCwYXILaqUy6vUyBkaHsVKt4ZnDp3HTTW+RuiOVzcpr570n4ceStRYQ9Mu/fO5vcGr/y9g2Nops2MAmK4ZBz0DTMPFkrYy7p0+gpXko5LLIZ5LIZjI4dWYKpVodlhnG8MgkfD2E2+94J97+lnfirm98DWeO7UfB0oV7XKmUJRxMC1jIDE7g7R98P04dP4xz0yfQLK8IIpBr/srSopxVYzQcMYBYwr/ZDWFjOIijU6dhxOPYtm0XTh4+gWMvHkO04mLN8HCGjlIrjLfs2oFrL90LMx1BXfPhsjYJR0SYDVkhaQzF0RG3LUdp6vDx7LGTODy9hFMLZeRzeXz+H/8O42NDEkDXaFSFkctAXuHaN5uYPnUCzz3zFKZOnMBAPIzBbE5c5rx/HfKsdQ1jA1ns3rYF3XYL68U1ae4kzRjcRhMdzwUiURw8fhpDW3finR/4OSRzgzKt9NMfr70DPxVW/xNh9b2bB2TcoOF2kM4XsH3HZjn8hz0H8TAPK2SQtFBvsB/EaUxLiquW3YQR1KRr7/o6Xj58FLPrVUTI8AgEsd4hdxLYGCaH0pOFSvEAflxYlfR6ukw40seihkEZvo+2x04lBQbWgkEpvukKYEhMuebh0gt3Ytf2UdTLReQzA7IYcjyLIi8dHFGmb2sBrFRtWaxarSaq9ToqjRbMaBr3PfIk6nQm6r6MyfG1xUIaYsGAiJIxk25aurnYIVUeHjpWiACQooeFiLhR1XgkBWJFjlSOD7oObY/MNzXaMzA+gje/41YUxsdQbTnI5gvQoVI6OdLE/62tqc2uVCpieHwUkWRaYN7spmzaMCIiRIulQ9cWJy25gp/77F/j5ZdOIBmiAcpH1NAlXTFlaIhoniSJk4FLhwzdQsoo5SMaMnAovAulxIUoLk/BWn0WmwcS2DeRhWlpMubMWIN0IiXOBsKfmxxVDloiYE0t1XCmXEGp4mDjYBBf+MxVMiLHUwi79fVqDUuLi5jYtBErC1V8/67nMT2rodQ2kR8dE6ZMNh1GLBqTUVgWy3ang5179uDq229Do6G4hd/94Y9w7z33w7BbGAx3EWKh0HAlvCpmERfBw7GBqOnLBkFHzmrDlRH/aKCLMMcROKvIrjYF5o6HTC6BC3dvRiYRRTqTkfu5XKpIp5z3Z6PpIp1MIB6LoG3bWC4WcXZ+AQMDOdRcA/c89Awcu4VclMgISwm4dHD1uKAsULgZ9wvEHvX6VWGVwkS13RVhlQnudHkzlVQJqxRcgW2jKezeNIxwwJP384/uefF1r+d0rP7e//gEpk/NY321hpDFBE1IenwiHobbaqFUqmF1haEGGlweSujdpqPyvBEscbrw0Op7khhvFtJwyVGjKByJwF2p9MYeVWAX/x7FevmcV+H24l99rWjuhROoBoUKRlBjb12EQvRaq5A7juXy3qDTjvoYD8cKJ6Chw8KHYhvHw3l/ZLJo2T6KdSZHM+SC4ioPu+oAJAemkArbCXhkhCmESDQUkqTQTILupS7WSm0US3UMZ2IYy4cRD9Ml30E0HIWhGbDJ2Cw3sVq34bCsbdfg8pBt2xjJ5bB1dBTjk6O4bPdFaDcq0INNDG2cRDizFWDAVKdJlUHuS4rVukucQhNdu4XA4hKcmi12CwozHacOzW0h0hNEZfXxXXh0sZKraRnwB0cRyGyEHx+ARgcr+Swh8k3JW9XgSWJsX5YQX7Uq2sSJ2HOHiZmTIVBtCRLokvXWaqFRq6BaWUd3vYl2sYigOFZNxOlY0IlLYbOiLanUru4jr0fQDUfQCYbRMkPQ2HnndeXaw+Ycy69OFZGujrDjQ++QR9yCZnQQKOShZbNANA7IyDwXtYDgZ3x273mg5c9X9xIl5Osd5epFuwVUinBXZ4FGEwYDVjimqyvXlgjHxFm0VOCJYAg47lmtoFkto2HXpFCkA4giNEU38v8COrmuZAAaaGohrHsa5uttLFfrmGtX0OjY0rAYy+QxpIWR9YKYtANIUZiMmuJsiFpJCabwmMQe8NHlfUg0DFE78ZgSjK9/6+t+xu/4u7eiulbDwvFlVGersJdstIsuTE+JhSKm63ztNCMLuVauO513vMeEuddjRSoRSKWfynh9b+xfBUn12KcyCkkmuCHhZbx/gyEfg/mM7KWJhI+t2wsoFm2cOr4Ip00hi05ST41r97LK+jxVFQigBCmui+c3LeX3e64/1YRQwlL/91WgAMezgrIO8NfiYjUtnFypo1huYyDNwA7g8NklzK1VMbkhh0wmIQIoBUflgFJCCesZJQiG5JDJ94sjwtOLDLZYh83Eh16QHe8RsjW7nbYIq1dfQc6YgXJlHbVKWYJmrGhY0D+NpVV0Wi3hlW247L3IjE6iowdx8Pln8NhD90qTWtf6wV7/5y0g8zS+j3w+g5HhPKyQLonVZKpLc4FiX9dHzjLEsZqJGohYfE8MGfW3QmrSh0FiVoAMSjKH6XAKoOl2UWu2cGqpgdllBiJ52DKcw2ReNdZpimfYWiccxTNHZrDSMpAdGxeHiNH0kCerbGAQCY51msolz6kBcbaJ25BMX67fXYSTeQyNbcX4hp0wjDgch9MI5NByPFuhVvqCEi821wwRA3tCTt/NJ87WtoMuXaIBQxpjghAIBuDIGGVI1Yw9AU1N6/DG43OgIZvKShP1lVf244XnH4Ouq71K/i3TklqTz4mqBzqqzuuxNoV1ya/vG8JlJEeOdRv5i2QRclRQkBT9JkAPX0GR+Dd+7Y0xVh8/8KISxKXJHwC7fJXVEhwaHoRlR0f1iuBeKPwrkei14B4RKokNkJFz1sh0rJoIcPycwiqZfK02vvH01/H4wkHsGrkCk8EhrNVmsH/mOTiWAXOxDb34Xmkwkf1gdDlBElRTLr4BjxddW5Ogv4FcABMb65h/7i58/IYWSosm1ssGigzP6zJBnfcUcVCG5Bi87aaLsGPLzledlIoLrsRPOolVoIgKFvS63Pd9tBq28I19NvWYISD3XQgdNhSjWeRHJpGd2AY9moYn6w6NB3TcK16x3bYV07sndfKane8U7z+FvI59J+35TybvTbq/ZmbOivOVbL/x8TFJ9m606K5TwnZfeFX39Wtu7L4po/9vilAo4Vc//kOafD+BaFHCnwrK6n+d/sef/Lvn/znF1B8XVxlQq/ZFJbSqf1P+32uu9bEnEqTV47UTk8TajGvM0loRR59+GDfvGMHMehXfeewFdH0Tb33bOzA0OornDj6HveEchk6VcKR9HJECgzZDePjkGawRgeVquO1978LWbVtV0PCrrmWxLcvGo5Ad5yOjANv1etMKvRqAtaHYVIlvotCo/vzAM/vxo/sfhBWypMnlBzSENWBfPi1fq3Dl9Zi46kpZF6xQuOeU9YQb3XXYVCEWhs1fiLCvO22cPfEyzp08jG6LdZIjk5DD6TS+9ugbc6x+8Bd+W9jJ6ysMy20jP5BBJp8FwcJEO2iegZnpORnzTyWT2LJpE5LxAOz6HEythoDUKxSi6TFQwiqvc5/La9usz/gaaABRDOjl5RUcPXJMzqF3vv9DSKXSMpFpBHt4kGAIkfOEVTpXeR2417Km55lNDEXniau893i+YLPvdz/9W/jbv/5bBHrOS+4zF20awh1vugKG30W10hRn5VCuIJNG07MziMVj8jrWi0VEY1FB952ZX5Lpp07AwMDYpASjHn/pRVywdxcKhSzu/ve7UKvVxYFLF3o2FsZV+3bDaxSlHhwbHkYymsDp6VPiwL1g3z402y4efOwJpLJ5qWUq5aI0XYgmyGZTYiJiXWmxDnBdpOMp5NIZQUAcPnQEbTiIRRPwwmFkt2xBKJ3FymoJCwtrEgY2deYkHv/h93DhhmFcfeF2CQKvFznxQtOTgWjMlGb6zPI6HnzxGG695WYJ+RoeHkaUtSC53b0AUeYk0FD2j//0z7jn+w9g8+QE6KNOGDoyInSHcHzuHObKZWyYHMFFe7ZiOEeGcBdTMws4cXYRiytllOouBscm8Cd/9lls3bQXTz/2OO793leR0Ww5dzWITwyZsKIZXHjZtbj95z8Ot1VHq7qGJx+8B/d855uYGCzAsRtwHRvDgwNIJeLiFlV1MuumKE6dm0NhcgLvff8HBDE0c3oa9959H558+knEbAfX5Iex1YogmjLRTcew5HsohwJAWE1Ic55ZN4BCJIuqr+PpYydw6OxZMcOxZF1ZK+JXf/VX8Nuf/g1Z/2emT0ngaDKdQcPu4oH77xeecMQMIuB3sLq8hM76kuShpMIRpOJxdDlVEA5jYuMGZOJxzM/M4PDxYyLORkIWhnMFZIm7CwYwtbCEouPhTbe9B1fdcBOSyeTrrtH/K3/CT4XVn7i6dYeQeuD2zWlYsRguvvIqXHz5JbKxv3jwIBpLSwiT7RMypXhzm7bii/GA6zOBvSN2aY6eLhcrOH7qDEqNNmKGjkYwhLWOjrTRwaawBpNeQo75vcrFA2xxrCrmJx2rZK2ye0yTAhdX1+fYOw8yXekyc5xNxFUEsF5yRWx65+3Xo1YsIRlJIpXgCIMhHK96tSruUSsSRbnelvRJblgUB1dKFTQ7Oh56fL86RPY6tVZQQ4KBR4YGk91OHgTlQMkgK/5CF2G1w7HSHnyH3480a9jx5kJId0MAaHm+CKuOHoILA9mhDD700Y9gdOOkJO5pCCKVSMOMRWRMrdlmF+0EfnDvgyhXm6jXa7jisn14xx23Y/7cLKKWgT07NkP32BmjaOXK4ZxA8fsffAL/9M9fgscxFcLHdQ1xHUgYHnLhkIisHYoeHU+6LeI2YrESNPB8/Go48a2YO/EMBjsnsWs4hYs2ZJHgGDTHRp2udJFozScCgCE0DPDiIXlmpYVXZhdRrDm4el8O/+vXLpCDvEsRrKPSShfnFzE4PIyIFcH+J47jocfOodhM45LrrsPzzz2JlGUK0Nswo+gGDGzZswtvvvlm6OEUqtUKVstl/OXffwGzM/PQWk0EvJZsymHXRyFuImEBbQZr6Tp4/ZhoXrJ9rNVsREI6UjS48eAtXD9eSY5F8941sHfvDmHeZtNJuW+qtaakGCtyIyeSTcQiYQm9YNevVKthfHID7n/qRbx87CwKsQCyZm/MUkKqVBEtCa4yqq1EACnWe2YkfgcWXRE9x2qdBzgRVn1xXPYdq00fuOmai+UahnVfNr4//N6zr3t9Xqqv4dc//QmcPHoGzVpLCpeG3UQsmRbWTLPeRnG9IuPpxFXwtZMfzMOKSqLtHW5kbJ+uMZXyGBnMi4ucoUGRRALdUkM4Pcrp6oMMMjoe1chbT9SSP+PhVYl5yp2kHGp0CVLgUUUbn3dNOtR8vDjuycOkTXcdD7vCdSJLEWg2mvIex1IxtEoNxMwIYskYZpfnoQdMhMj2FIeZLkWjuPCIGwkAlk+Fy4GhdZBNJDGW52GbrLEaik1geb0BK+hj00gKKQqVHQ/RsIkE74twWBiki8UKvICJ8UwcToDJvF2cWyjh0MkZaWjccO1OvPu9/xcSVhid1gqsxCi0yDB0o4sAWWAc2eQaxzAquyWFoLe6jPpaDV67q3iCno0Am1wu2zAcUeJVciQogkn2HEH3BgYQyG9EJzkCcGw+bEIzKUZymoAOSXJFXxsppOP1/HFbFRChAjF84Usq16rdrIEjopVSEd2VKuxKBUE2HXRDxunCekhCElyH45RMCfZR0Exxq3ZCIbR5eGfxJ2njKqSLL1t3q4h4BizXh85RzE4TZi6MwOgokMxAM6MAQ2cYpiFj8jxUGWrhEvOpYrPKJCTvTbcFza6h26ihW1qHV16C4XaEl8l9h2Nt0tAjxqHTRaAbUlzTjo9uo45qaR2NegUNvy57AsdN3a4jjmAm0fPQw0OAZ5ioegEstj2cqztYa9godmtoM/AvGsFIMoc8uVudADZ7FrKWhSjdF3Q2WDERwQnP9in6EwcQj0JLJYBIDH4wBO2Sq1/3M37FL+zE+kwFxekqmis2ui3utXTXkG1H4UQJXORUcQ+QEcGem77PN1U9FIqbdFkppjjHWJX4SZ6hul9kFJ8YCU5n8O9QVGESubg3DUlZD1ucNKkr1xxCsIJR+RzuGbIe0AV0nlNV1kn52mJD/rHR6f4aqoQEBbw737UqAZO9EA1hDfa+d4pxS6U6jszQhWDK3n9mroiBgRTyIxlhM4u7tecAJAaA4iWZreJqJHeYsSsM9aOwOl/GGpN0yZOmc74ngAjWoNPG+HAWl1y8C0G9q0KEGOAQSyJfKGB9fhELJ05Cc2zZs8cvvR3jO/ahG4zg5IljeOCeb6NWW5cU2h8Ltz5vHJ5IFsPQMDxcENcqHTGvjvESsyTMew0JAxiOGUgGafQOSCgjR/wpxHLtoiuPYaNc47n08kvwPSQWyPUNWbcZNOV0AyK+UVglMqXF5ocZxcx6G0s1H+nBcSSzWaSTcVgWGXht+KwFQdYkf/a1UPV+su6jY3pi86XYuvNymNEwmgy26HhoN4kC4TqnRB5e3z7ugb/mnnC+SNUXCXm0pzulwfdV2GdBGGETLvcnKAFfGlMUdbnviHufTQMDiUgKtdIaHn/8XiwvT8mkgmWZsCIJHDlyHC+9/JK4V7K5jLjDKJZR0BCcRq+h7ttMXXfQ6XrCvOTdzgCNSrmKWlsFEKr7RD1TfC1/+bl/et3PNz/hsQMHlUOzL1hTDF8rw27SQ0/UUw2nTx3FuflZBENWz12mxtX73PNXnZWmJdeCgiqRJCKkcDLN7uIHB7+Hu47cj0JuKwYjAyi1lzGzMg2z08R4R8fc9O1w9AS0Duswvhc6fMMBtIigKByngq6uIT/QRHPxSQzUFvB/f8zA4owNR9MxkAnAinqIUMAKGHh6fx2VShBbtk5gMDssAglDaBiU23fasW9ALnyxq2OlxpR7FynTxHguh1zYQFi3JRDQjMUV7mFgA5JbL0UgHBMHq/JB8FooXADXfb4nrE+5D4pLkYJb3yV5Hq6oP13Txyn0Lx7/m0LVgw/8CM888wwajZo0obZs3Yo3v/nN2M3QN8cW00UfJ0HruO7/OBriVdGTd9V5+KjzbxJlkO4BjXpibf/PlRCshFH5VW/SSDml/0/RVTWxXxPd+Myp8XvWdurP+muboKt0or4qmJ+fR6lYkcAgNppooKCrLGyE0Ow4cItLeN/Vl+DU/BKeOjSFVtfHjm07cdNbb8J9P7of21a7eFdiEveeO4jVQR1tK4AXTs3CISrEAd75nndi67ZtUhuyYcf3jMF1PAcyPKvRaMnXLJXKMgZ82WWXC1aB0wRsWDz5xBOyB+UyWSQTUXG/cg9k4+Huu+7GwsysjPKzEUhhNR7UcUkqLuPBL7U6WBOkjIVUgo7BNAaGB+VnKJ6S7AN+X0RC0by6fOo4Xt7/KEorM/DaHUFR8USRNk08cGj6DT3fH/zEr8BudbG6tCrrJ9FlYxPDiKbi4vY/fuw05ueWMDk+KSnql1yyD8ODacydeQG6syZGGWkckfzUVZ7d84VVmlgorvbd3CqUL4jlxWUEgiYuu/ZGJJIpxQj26GehycGSsxmdlBQt+bGPA6DAyLq+b4bo4wDkqCMOTxe/8+lPC3OWzSY2e+yOg62DKVy1ezNiZhBuN4CFpWWEA0GM5gZkDRIWtuOgMDiAHdu2YX52GrNLy8hPbMaJ+VU4IU4tWYiFgti+bSvsdgtf/NcvYGF+QTi3tWIRE0N5XHPxLni1InTXxobhUVx4wUU4duww0tkMxic3YmpuDg889iTqtotkLIFqtSxIkOHhIYQjFhq8r3QdyXAEXdtBLGRhtDCMay+7BscOH8MPnv6RTMk6gQDsZAzju/ei1XQxP7sMIxzF1NkpnHzpBeweyePibaPIJWNylmZGSSoZRTKVQMPXcW69hicOzeE977kT+XwK+WwS+VxcAt+6Gp3zISnNdd3Ev3//Pvzzl76GsbEJFVwX9BGyDLSqVSxNT2P35Bb8zJ23YiBjQXMZykYtIoKjU/O47/ED8pH5Mu/6mQ/hIz/33+G5Ph578N/x0sM/RFDrIhlnsJaHaGYYV93wVuy67hrk2SwayeL0KwfxF5/5H2iXVjBUSKPVrMsZKGyZkr/LZ5T3lxWhKSKM5OgQtu+9QDJuBrIFdAImXnj0MRSfPQjr2BSSxYqEZTaCAZQSURzrtDDftoX/S2csvTh+yMBctYqj51YQZvgrLHhNV5r3n//CP2DPnl1oN2t45KEHsLa0iNENkzh6Ykq0KzbMKGDPzU4LN3dHIYPi8hIyloUrLt0nTngJuEzEkYon0K43ceCF5/HK4UNyXpwcGxd3MgVYIxaHG4xIvs3b73gPrrjm2jf0jP9X/aSfCqv/ibD6s5dP4rY734XdF12IgMlNzcXc9Bkcff5FGaOIkDEkSLuubEw8GFF64nB1022j6Xaw3mjh5aMzCJEVGfRQgYE1V0fG6GJLTJdxD3FMnSescjyLmzPH/yhg0nVAMZQHWRYLTpduTleKCnGDUqSio84ModLsoFTp4Ja3XQ/T8BHq+sgnEwgEw3Dpdm3b4kZlJ77tuBgfzApndHFtRb7fE2fmcOj4HFLhAMKmCs7hhh4O6eKu1QWiHVQjs3LYU5xIHk45Eqy4s8oF0D8MiGuCPCAjiDWy2To+Gq6Hpu3i45/8CG592y3i0iyursEyLMQicWExERFQb7l4ev9BfP6LX8F6qQrLtPCOd9yCd7/3Xfjql76EN994NfZdtBOtWlXGHeiq4gLDhffk6Vn82ef+DqvltozHsMQPeC6Mrot4KIACOSa6C73rIEARgkID2YqhCJ6PXgvXKuDcyWcxhLPYNxLBvom8iEccH2CRS6cGO20cno2lUlKs1OplnF5s4NDsPGrtNn7mHRvx8+/bJCI8/7xVb4rASri1FYljcvM4ZuYr+Id/eQ4nzgbw3z71cayuHMbUwVmEYzGY8RRGN2/Gm95xG0LRGGrFNrq6i8OnT+KPP/tXKFWb8JoMEXCEbRnudiVQI27qCHUcEb7C0sHXhRdDsZfXkqFS4UBX3Cy8b3kwaXfJYQ1g247tGB8ZQCSo0Ah0vQbCcRHOfbchnWge2tm5bHe7WCuX0QnE8cjTz8BpuxiIBRHVWIhwDE2NLEpqKhGY4kbsBTn1QohUef/jKAAKq7wWFFb5PVTaHubqHVx0zRX42Pveifvv+iZMjY7VEP7n3W9MWP3wx+7A6tIK+xNSJFoEg3scl/BQXG2guF5DPB6TZ43mCB5A7WajN/KoFg0ZI+fINMGI/HdG8ghGwvCqLZjxGJxSTbrh7LISmE+OGZ9X5ZDoPycqYII/+04L/lrGh/im9ecloZycPGxbQRNRi8EkOprNOmyOn8kooxKyOaLVareFC1tIDaJWqsHVHASjIXiuwIpFNGcRyfuY14Vp8BRQyGtKhDRM5LNIR2LiwHf8NqJBYL0nmvHAPVHIIIygjJwylD5mBRGhK5wsJE8JSpdPDKPSsaX43lAYRaPm4sjpWay0F7Dnymuw6bKbYcSy6BZX4LfqMEIReZ9lFSEbtE23JZPpbXjr66itVuA0lVufCc3kgEaZpcaVUUKEKKySxdqUrqrPZM38BnipQSBKYTUsrhA/SE5TQPh8TFyVUcZ+DoMcKNWhjUEWSqz0oUtKsQvXqaFVW0WluIbKehHdtSrcWgum00FSCyJJXiodHBqdQBRiuUL4yPlBdEIGvJCBLrEOpgVd2HIUYSnaMwfNQbDrI2R3gFYdHd1FbCIPc2wjEEkBQUuERp/fO58t4eby3uHNROeSIw4DNbPrwG/X4TfKcGs1dGsNWE4DBr9Qj5tIMYU8BL5tcPm6uafx5NVFq1ZDmeNEThMOE7E1BneRGUt4Ckd+6dTk2h6EiwCqHR9LbRfLbRdVsq25PrJhEo1gMJVFXreQRghbjCjyVhTxdAqBWBKBYBRkfni0y7C7H7OAGJmrFkCcA51kOy993fXX0O4M1uZKMFoBhMBngyiMjggKfFbCdP365IMr1xexN+LH4+uXVI7+dkbhsisCAZ0+HN9XjD1FYGdQlThY+04mOlaDnDChuMPANwcBje5ehZYIBdUILdcEiph9bqv6N3oYgN7X5tosAgH33p7T7yfdY/1791W3ak9I7Qe4iCNdDshqRJEDakePz+FMrYxavYWthRHEB5NYrddgUlDqNRll7I/3vSRjq4AWOlHZ6KEQzWDFucUyiuWaHJ7osuwLvuKG7tpIxULYs2MS8UgQIVMXRhzdIdwDDzz2BNy1dWRjFuq1EsYvvgnjuy6HH86L6/OH3/smFhbOSAhlf0y4LySLGCZrqINMNomhoYK4xCgmyCHY9WA7bWk4U8yMaD4GwhqiuivvO8f4GUrBJmOMIQ3EavDPjRAiPBHx2dVlxhWeoyHGWkrT0fYMcX+g04TLQ3Q4DhsBBOM5xPIbEIgk0SC/vN0SjAGxrvC0WgAAIABJREFUCfKY0qHN9ZwNk94YLw/hbOyQT5hKjiOTG0XTaaCje8ikc4hZacTjSYXm6O2hqsGmaixejz57tf9wCAamlxZfbtbEsStIAL4OXUM0aMnnyOopwqra1ygikidNN/b01DE8u/8RBPQWTDY8tBCOHTuNe354P86dm5cGYjRmIWpFBG2UyWWQyaQxUBhAYaCAQiou+yYPaWSAi7OPUzE0BchSqvYbNpz638uv/spvvu7nm5/w6P6D0HsoAGkgdIHqehnthnKsrq7N4W//5i8wdeaU3LOxWBRbt27BjTfeiGw2K4JYXxykoMqgNqIAuC/0A6zoQH302MP40nPfgh7LIBSIoNWpQ/NtjJUXcUE0ggdeuRV2N4eAV4MRTEAP0CnH/Zt7NJEUXaRzMeTSRZw9+AJCziI+/t4Qbt6zjnCwi0TaheYw+KeDlqPhmRdMHDsTwHqlgdoakEoFpXkQCtFtrZiOkWgWJxYrePrkHFZdNq47CHdtZEwd775pH7YPxVGjczkUFAeTnh5D8sLbRFTl+s9aQTUeFA5CxFIR7mzlnpem0WuXRTV8X3PKS9uHfO0e/5ffU7lcxnfv/i6ePfCcCLTqfqWLtiEC6cc//lFcd911gjuTZ1hCMhU/9PxnnP91vgD6H90cbHj3zxr9v9//e/+RW7W/jv5Hwmr/vKLc+HSKqwBDqpCSBSFIAMVs5Wu2W2088IP7cGZ6+rwGB4dGgpKJECAXneHEdg1XTm7E3Oo6zjLJOxBErOOiUBiBlwgj3nIwUXbgO8Cz+jraSROrqxUV3OmRAR5BKpWU/YIft23bionJcWkAnjl7Fo8+8hgqlbo4juk6/PCHP4pqvSbP5czMNH7w/e+Li47Tlb5v48ILL8Qtt94qbNUv/+sXRRzjpJEwwg1D3H6bmKgei+F0w8Oi48hoOPd3vh+hoI59l1yMgY2bxdgTjkZhxpMi3EbbTZx64Wns3/8EDE2Nwmt+B0PJGB54eeoNPd+XX/cW0OavHLI+IrEILHK0eZ4zLUxPzSEUjMjaQ7FqcmISGzYMC2PVrc7Dkk2ZZ2YHpm6p8MFemJpagxy4HVv2I55jpWzyFDM6k8tjYstupNIZuf4tp9fg0gIwe+P/fBbZVBJWMBuuIqqq1953sfL3ea+HzIjUk5/5zB/jD//gDwUjQFclo9E2FxJ400U7EDY0LC4uy7Xct/dC5JKcKG3LnsF6nq5ArrWV1SXMLSyiY0ax1jXhJ7NI5HKIRiKIxcKwm3V8/h//EaeOnpTslHqlimwqghsv2YOtI3kxSXFv2LZtO9aXl8RV2e50ML2whEcOHMTcWgm7JibF3clnNUwUle9JzgNNDBabgq6LsKYjpll49y13YsPgBB478SJOnz2N544cQlXXsfPSK1G3uzg5vQibtWbQwOL0aYTbFVyybQxWoCscXO7TDJXkVIQdjOLY3DqKdgJ7LroAO/bswOTEIKKGjViIuocKcmXgsu4bePzJ5/HXf/+vyA4NSwORhhOaRGbnTkPvtPCz73w7Ltgwina9LFgzIqgMi/dRCgdeOY6v//u9OL20im0XXIpP/85nEY1kcPrEQTx299dRWphCMhZGueVjYHInrr7+Fmzas1Oexy0bN2AgG8EPv/NV/O2f/5FMAnO6mCiABH+m4lJfVmo15PMjiBZyGNu5TepZNva2TGzE2IZNMrXrra/h9AMP4cBXvonkWg1Jy8SSpeFUOoZZtmVd6kEe1svLMLda2DC5EcX1No68MIPFM2sIuDquuOpi/NXf/ZWEk/FGfvn55/Hdb38Ljt3BzPw8ysUKgnoQkVgU07NnsbyyiPe+9UaUlxbRLK7jjttvk2BzhoeyVk6YMQwVhlCu1vDKsSPIxBMYHhzE17/zbRyZOoObbrsDsfwgDh87ib0XXYxf+a03NnXyhhaG/x980k+F1Z+4SH3H6tc/9z8wuWmjpIRakRA8pw2t42J26iyOHT6KRqUixbLW5egcu1Hia0PLbcu4RNVxsWHbTjx54HksnppFxAyg2NWw7geQDXnYHg3AZDI6f8o4iUpbpEDIIlSlBJMHqsloHt0k4nrzeLBhcjNH7jgyRPefh6AZED7Tet1HemAUm8bzGE1HkYmkoDN4ggduGR1lui8PQm3ENB7QNayWi+ImYGdjZm4NQ6kITK2LlkNeoa9YZOLQ4QgGxRQeClUEDkecKTDaHfVrcSTw0MNDGUHu3Nwoqro+FloeGloAtucjkUrir//8DyQMzG5RHGTYkodoIqH4dTqt/j7K1Ra++LVv4NHHnpLRuk9+6pNo1mv4589/Hn/w/35aFjg6IhjC5LotBAMsGkMol5v4zB//OU7PLkoSvSRacqDbU8EsSQOYtDQkdR+mZyvXZigKjwt76i2okBG5Oot8dwaXj3i4aIhQ8awUiNVaHRq5JYJhaCObycqGU25UcOxcHSeXFqEHHNz5lhze+bZtCIej6Dgd5Txok0/XQBdB6NEBPHlwFV+++xAW1h38/u/8Ki7eNYnF0+dw8OVXZAP4mQ99FIl8QcIvmpUKNNPHgWMv4wt3/7uMCWi+i6kXTqC1UEEQvD6Qe4cBQgXTxHCI7Egf9WYL5UZXxh+jIR2m0UGQqctsCOg+6h0fy5UuoskErrhkj4yKEtotYxrxLDQG//BAyeRfQ5cuLQPUyKt55PkZ2K0mCnEduYgJXRwPbg9EReFHHdIFBdBzDCimoJpypKTIgz9vlbrtoUJRLRAQVyqxEw3O2WfT+MQv/xJ2T47jvn/7BirLS+Ke/a1vPf26l9nF+iquuf4i6S4mmOrJYiHG12Njfb2N1aWWhPNwZNTp1OV59GCgbfP3lcghYjHDrBxHzQJ3fJjDOYQTcbSW1mGlk/BbNtqNprw2svI4PsNfs8HBe125d5Q7Sg42r7K81LPTDytQI9iqWcGiginLDCdJxEzpiJZatnwLsWhUxlr53ZKJxETqXCYt68pysQQrGoXFgzRFArsjGzaFc2IOfF4vepYNC0lTx2gujVjQQrvVFiehEdZQbHqotZmY7WM8l0DciIprj8ZVNjVikSCy0RDyMXI1U8hFg8Kadhwm0weRiMYRjAYEPeJ0DISzKQQzdC6OwwhbCNKFrEVEYPKZHN6sA80mAkykL1fRXquj2+b7T5cVx3wZ7sRALg062T8cTbMb6Nh1lSKSHwIKo+hmstBYyPJaBynWKWFShSPJnLW6hxRPoDd6qwRqEbd5oOow8ZjCO0ea51FeW0Z5rQR3rQm/5cByIcJqQicbmGOvHCHsikudFy3ns4VtIhAOqXQvCZyiS8oSByOddV7bR6DrCN4DrQaMuInIxmEY+VH4wQTnihQGgN87MSz8ybFTXrtOE55dl8aHMOK6LWhtvn908FKkdhCiG6nbhEcOLUUYaiwO4NuATle6H6C+Ds/uyPhPqVmB7XfQDVAE6aBlU1ilOEm3MxsyXGyC0lhowUOl66DcddH02RSLiGuHo7qZRAoDVhx5K4bNRhQ5I4RwOIZgJCGufD8WRDduIBCLQ49SUDXFuepzjJ0ogO0Xv+5nvDCRlTGzDEOCtADaTltEYU5u0C1IfjfdpdRQbY62M9G61+Tsu5T6CxTXJ+61ryZO9ziNSlRVTFVhrOpqr6bAx0kS4bbK5EdXXFkUJmUugM0/5uHJWDj3egrU6t4T8UIqiV70ch8JcF7gT19glDHm85AAfQai4AN6I3NyqOu9VotCvm6iXa+g1uVIpI58LoXDi/NYJhPUslTitjTEOBqveH501ihRxZA9no7KUqmElSJRSG00GkwP59h6D2mi6ZJgm4oZ2Do5gqGBNEaGCiLC0bm3f/+zOPbcK9gxMoDNowOC76haI8hMXAgjPSaH2Hvv+TaOHX0R1Df5PvbFE3EIS9CNLi6XkVHijqSzIsJ3s9mSiYN2uyUhn27HR1jzMJI0kY9wv+sIPzpqkR8dQIysX5Mj4DoiZJkZSkA3JEiNr1k1zrlmcq2TppgIuwqPIMPlFKwZIBQIw0MIjkf2MNANhdHViR0x4fsK+8Dvk7UC3crkGHPKxooyGCMNRwvBC0SQyQ5ieGAEMXLchW2r0BQKhawmPbhGErFCAb3/g9dGaknDQN1uScCHYEko5gaIuei5eHv4CIaZ8fN9NlTQhevUcejlAzhz+hVprFN0PXRkCt+9+z6UynXEU0k1Vhvw4bZU85TiBJus5PBGoxSCEoKYInNv1+7dmJyclKAT7k1shEr4oIxMqyYrf7z/Zz/yup/vvrCqGcwaUM+S4WnyzDeqLdkHV9cW8Md/9PuYmZ3u9Up0RCIm3v72W3HZZZeJ269vAKATmZgECqp0phkhS3FwfRNPn3kKX37+m2jJVFpQ9hk2dq/VVrFN1/C/D9+JWjkLw6/AM+Oy/xqaCd8LoavXiTrHhlEHtfIx1JqDsKsvYWLgavzCzS/ixi1HULdDEihoeI5gMh583MP+Q7YgVnZNTmBwoCCir3KKclrKxJmig3sOHMf8elUEfg4Dad0O3GYd+ybTuPPaXYI14BoV8tuww3mE990hGByeW9jZVTWIatBxzeAZQRyryuepgq+EaUgOf+dV1ioD/ogAymZzcg1Z11FM+v73v4/7fniv4rv26r0+05b/NhFSn/zUp7D3gr0q8JYNIwa0dnv4sN79cL5A+pM3Rr+x1Iud+zE0U2/37jVFe9zwV12tvf34PMdqX1Dtf1RimytnBDUJwPe752ZlldRrSnAi6J67vofVtTVxQavXqu5l3+B5woSje2jWisj4Jprw0NIdZDvApkQW6cFRGIODWC6vYuHoIRS8EGZgo+S74iBlacOJEouNRTCIOCpnvI0bJ3HtdVfLvfnwI4/jwBNP4crrbsDAwBCOHj2Gq66+Gg8+/COkk0ksLy+hWq4IssfvsnnYEGfiRz78YSydW8C3/+1bCGpcD9km7cIyQ4hBRy7Uled4tWrAyWXhhUJwAgaIOagVV7B54waMjI/BaTWRzKTRNYnA6yJHNMD6Kp566knh6wsHtutgLJ3E4yfm3tDz/fb3/BxcCb8LIBqJS93N0fiF1XMyGr5z+x4MDo4gmUiLqD89fRajwwPYPBZFynKkPpR5D81DgPVXDwOiAmgpshJfQuQSazyeH7km0YDkIpPNYXL7XqRTGRFNmRGiGLwsLVWTUomnij8uAqo0mhW6i3/Oj7KnBvnfKpfli1/+V3zqU7+EEB3xARMt18VlW8dx65UXYCjNbAbFxeWZhAIv2bIDAwPicOW9xtfTsdviSm4HogiNbEHDiMqElnCR2UALm/jC5/8JTz/1DJKJJFrNFpxmFbs2DIm4mgkHUVxbFdfvSG5AnTsMHWeW1/DNex9B3Qtg10AGg/mcBPtySonbTzaVVucHagHdDkzPx3h6GHfceBsGkgPQxvOoOE08vP8JPP/KITlLN7QgmtEswvlB2BqwMnsWZ1/aj5ThIG0B2UhQWNwU90vVBppaDA09joqeQyRdwMDYBlx62QXIWS70xjLi7RXoNE/wydACOLuwhi985VuAodi3wUAIdreDc/NnsGPDAK6/YDfOnDwijm66mi3ThNt15VmKJLK46wc/wsunzwKxHH7rdz6HN7/5NvzbN/4FbnkezvocyiuL0ON5jO+8DKncCCY3jsvUCoP5tm4cgmeX8Vd/9vs49tKzyCfjGOSEn2WiVqtiaWlBXKuTFFBTcQxsnkQwGlONgHgSiQxDvhIwI1Exrs08tR9H/v6rCJ5bRSUexfGRAkq5ArqeqlsYujV6SQHDqQimXzyE6VfOIuArRMVV112ND3/so4Kgi0RjaJdr+JvP/iVK68zQAUrFqty7nKjhtFzdbmIkFkan0UDQc7Bj2xbhp9ZaLZiBDuKhMKJmXBzajVYLMctCJpXEowf24/DMPK6+6VYJzH3uuWeFp/yFb//wDT3j/1U/6afC6n8irD5177fQcdpIJSMiIpL9JyMjHRcri0sirpZWVhEQl4AHx7bF1UcPY8N1EM8UcMV1N+D02bP43le/hlZHR9kLSkJfSrOxIxmEyUOrsHzoHlSjwAyRUp1RFTBDF4EphzXlqqKAKXZsfg4LfhbWXR9GSEez08FSuYO1lo/NG4dx5d5tGIzFhU3SbDZkrJm/JmeHB2S6DqKRMIrVMl45ehxnZhbErUNh1eg68jq47QorlUKvJE5S9KSoy0MH3zwetDqw6cagy4W/0xupZHHQNUIiqtLNxHFRsl7JT732hmvx27/8Mbi2jRYP/yzt2RW1wooLpunChaw2bHzj376Dx554SgqDD7z//Xj80cdwZmoKn/2zP8AQXbc2x644bt9EgAehYBDtto+/+It/wLMvHRZXlxQ+PSGP7zdH4QshHeNhH0mPskAQnWAUZXMQC/krsbiyjCgPyKVTuGEzsD0ewACZtLaLRqst4S98L9qtBlKJBOIRCwtrqzh+bg1lu4FwuI3rLojjbbdsRzAUgeYF4bZb0hFab+l49uU6Hn7+LKYrDs6tN1FIZvHrn/xv2LNlK145fBjf/cF9WCvVsXPXHrz//e/D1q2b5X6sd5v44YtP4v6jL8DKpOGXWjj8w6fRXCj10AyKuUSGHB22w5Egwgz7qVdhN8iN4dijgYi4e5UAwIOAiyAWq4Sp+7j04t24bNdmdBpFcVzJwY+ic6chaZYscBjGVW/bWC4X8cq5Bk6/chgjMR3pMF04HQRN8sWEXCibsoxhCbNKPXBCkdBUcIF0wyl2aT4anQ4aDot1XSDsPDRTbLnhznfhTXe8W0S2mWPHMXXoJTRWl/Bb33j8da/NFFYvvWILxsc2ikuzWmlgZLggToSZs+uo11oIWRY6XkcESjou2V3m9WNTgqOu7DTySNskCoLBVl0dicIAYtkMVuZmZNQ0LqydBnyuHR0PHnlovbTtfsiA4py+xsniYaf/Q/AiIrDyQSMQne8jD7Ic3/Olgyw8SPIK/a64gzZms4gYXIVUUXl6qSqbORPqGy1yWiNIJyxh7dKx1mywqSCPsRSeUgyaBmJWSASFIJ3zgSA8A6jWG4IeYEc2HYtKsiUD4ehIY5EasQLIR00Mxk3kE1FkkxFp3AjTkk5by5KRWzZB0GHARxe2W0WDa0w0g2R6BJHMGKKDBQS0EFCzFWeVrt9qDe76Otyyi4BuwdU5KttBoN2BQaIrGzk8WNpldDj+HjCBzAC0wjD8dEFEO4PCKvmmQbrwlGNV1Hx1JHpNYO3PHvNaCVvUhucWYbeZOL6GWnkZlfVVVIsV+AtNapownCAiuokoc1D0DoIBdtZ9xazVDIwYQZjJIIKREMcX4JNDqZEFFZbGAy9C09YQbHkIMcnbd6FnozDHBqElc/ApCBtmT1glJ1a5mtkU0boN+E4JXqMOn8EtXYWnADnVXbryO8KIhdNSzFW3xXlAEVuZLuA7HF3nT35eQA4W1UZVii82T1yNz2QTdbcu7lseCCydiekhSZIPhkPQgxQ4fLgSckVEioZyC1hwPJSCdMGEMRFNYMLMisuBjbNwIoowWZ9x8lTj7AxAo/BMMUm4sbw+AWhbX7+wOjDEcAbeq1F0O47i1FHsEm53D/sSCso9yX2Hjaem3XMq9ZAcr7pDyaXjYcog40sheig+kDEu+A0KrByP4simoX6P+6PipKrnirRLrssqII1iYb+hooRDHogEnSfuMXVHyufLbakaLa9iKnooAt6yysmq1g819t/7t/j1+d8M0jGC4sok2mh5tYTK+orw0TK5QZTdFg7Pzsr0AUPx+Brle+FrEncu1+pew1QEVgjfuVyuoFxz0WzZqDc5rUHBXr02suaIICpko7jk4p2YnBhGOp1A23Vw7NgpPPv4M4K72Ld9A0byCViWgYV6C4hvQnT4AujhJB555D48/+xjcj9RzaMwTTemwiIA8ZiF8fEBEfLIhqTgRCZ4s94UkZcuZDLzZL1mwFU6gclUCGGiFyg2BYhTUcnVdGKFuS+Sncr1j/cFJ3PEacQJGLUOs7FM0ZwBTbyOXDrUAa83KkxOJUMLGfpI9nDAQpucTQqrPHBLE92FKWsEnzvlaibuyTejyG+/AmN7b0RXV4dh1cCmsM1GUhcOhXSfE0OeuP0EudRD6yhkBI3+HXH+sEZZXFiE1nON8rl1e4FTNOGzRkom44gwmAMhxOMmFuancPCFx9GoFcUBzFmAQ4dO44knnkG93pTJJNaO3MO4X/NCcBqH7z2FbBH+2FyplhFLJvDhj34CN7zlZuFys2GzPDuDgOFibKygmlYdCmo+PvDBNyasPvLMcwrR0xvP5t3erNRRK9VFsLObVXz2Tz+DFw8pFiuneoh92Lt7Ny679DJk83lWRtI44LglnbvSeKEzlMF5ZA2HLCxOHcB9h76Igw0NbjglzagcKvjYQBXB2Q6+dfoWnKlvAfwSukFLHItklrsax0/5/DBwsgStVUNAT6LWPoNQ/Hpsyazg41c/jr0jPCC3pFlKB+7TL+h46mAHoZSFoUwWGwY2oevbyuHpMhg3jEePruCRQ2cVqoh1FJMYNSWsxwNt/NxN+7B3nGFwfHYceIEourtuQcCKytrFNUO4ndIgVuIpm20UnSTQsBfsSP6moII4iu64eOihh3Ho5ZdlhHnn7l245S1vRiqZwlKxhD/9089idX5R8WVlceJX8qX2oejjdBxcf8ONuPjii3H8xHGp/ThmvGnjRoyOjApCgl9fnNx0wvLze+zpVxESPedsj0yv6srehIlKeFArp6orFQNYifn8b9XYl7H/XjiVYAl4rmFtStwP3wN0UbfbwiKW/i05nL0wOToMydx/5MGHsL66JtNxyupI+o4HP6DWegn5cW0EWxxfVuFFZsdDSjMQjsQRyRUQTsawVl5DZbkEL0Suc0saFbzvuL/zmd80uRGX7N0rTWfuN4lUAku1Fp5+6QjmTp3GjW++BZfuuxRPPv4ULr30Mhw6eRyLy0tYXltCrVkVfjnreyLq4tEo9m7diXPHT2Hq0HHE6aJksGWAhgtTpnJMTjlls6iWbWy/7Crsvv56CaUkMunc3BReeGm/7PVd10E0EkVHalMHF8aiGNEDeOqll3FupSzNTN2zMZxJ4ump5dddo/MT/p/f/SxK5TV4dGNbCSwvrUqQ1fGpI4hEI/jQBz4sDS6emVk3c49PM1Sws4JslJNi6h6Q5jm1U56bBeVFLEs/qIx7B+8JGpaUyNpuM3ivgE3bLhQUgKDMegK9sK25YvbEU4padK6Sg8m9V85UbM5JHU1Hq/pJHAdvTuJUPvSBD2Bulm7bIBpNB5duG8ft11yIjMVaOizorDMzc3JbxSIRbJqcRDwRFa5sm5kDNH1EEyg5wEzZRs0PyPi+y4kkIyjP4/PPPYuXXnpJ7v02sVJ2G6bXxVuv3IfJQgbV4orsccP5vDRMianY/8IhnDw+h8mRCewZHxJW6Om5WSy3KhIAZTK4y6QrVEPENNCtNXH9nstx+1U3o7lShTaSRWJ8EE5Qx2qpguVyDSt0MjeB2UoHnhUVFun82ROYO/IC9MoC0pYnAdNRCStNw0+MwTbzCA+NIxwbxMp6BYlETKZrdbeIYawiHajD0toyddbWLHznh4/i8NGTyKUy0Htr+MLsaVyzZwtuunwPps+dw+zsEuLJDMqVKopryxgayKAwOIKTs8t48qXDKNvAz37wF/Frv/4/cfDFl1BZnkMyEsLy4jxC0QQyA2Po+joyuRRi0STazTby+ThGBsM4+spjuOsb/xtzU2eQSTDg2sHqygqi8Qiuvf56jIyPoOV2odOtGo8hFosgaOjIjw5ipDAGzbBkTU+YIUzd8yM89/mvSajhQ3YXz+k0w8UREUyNjlDIRdCtI+q3sSEbxyUXbcGmTYOCMKKhjEYoTrrMzyzgoft/JCiPkBWHZyYRiqfRaLdQadTh+l24q8vSuBjOZbBz6yZ03Sba7TpCsGHxmXd9aVqw9plfmJfwq0yhAMTzCCTz0EImysUVTE+dwF995Ttv6Bn/r/pJPxVW/xNh9aHvfQ1mUEM6FhY2is9wD4p3UpxqcOpNTJ88ibmp02hXSyJyNNp0eTaQKOQxsW0XhjZsQNNp4vHvfR8PPvkiGn5IRIWs4WJjRBNHnhJL1AgX/112nllsBgwFkKdTgoW/4ACgwSZ3i7oED80sbMnaYuESCqDedrFW87Fme8gVMrhiz1Zs4YKkBUX8ZFonFyOOP7IzwfHyWMzC4vIKnjrwApZWS8LZySUINPfQsNtSPPPAxlE4Fe6iRk955hW+JGuKbheibYqwyoO+8od2NA1lGJhtdFHleyc8H0OSrj/xCx/F+95+jThM2OHkxkQnDAt+doT4Xs8vrOOBhx/FgedfRKlckddM1+rZqWlsGBvCn3zm92TD4UGP45cMi9HpriPjxQ3g8//8ZTz4yNM9YVUdQqSw4vsNTQLFNlhdDAQ40GfAMRJYim/Damwr1tbWMJDPY/Xks7h2Qxd7UkCcmwkLOyOEWCwth4pyuYggC094KNVtzJdWocdaCJtFXLwxgevfcrkKFHJsGEYUU+c6+Mr3X8Yjz67BjYcxcfkOnDx1CjsGJ/DJn/0QIpqOR554Fnd9715UW11k81l8+jd+FVs2jiMRi2KlVcHXn74PJ9wiUpkc1l48g2P37Ydfc34sAIkbO+/JVCyKVFCDVyrCr1ckrZrjEGEKNzKK6Iowr4ciWG92sFhzkMrEcOdN10B3auIYjYRTsKw4XLcuThge3qJmRNIbM+NjyG3eg3/4kz9DsFZEzKQwwK4rr4d6ZtSQO93ZLHSU24cHSwqUwjcSYVUlZFcpXEsWCp18Hnyjg9vedwcuvv5GDGzcJeLs6uIiQm4bs8dewc/85l+87rWZwuoNN+7Flq07sbCyKu9HIhJDvdzA7OyyHPjMiCmHh2bbEe4RnVxug/eqK+N1LJYoQNRrFRG3eO9mB4eQHhrC0sIc7EpZXDoUosWl6yphVRWKDsH9AAAgAElEQVT5CgGi+I0ULdRhgIdyMgJ/cvRVxvYpFPKu1clYVeIVn2sJuOLzJ4xHA4OhELYO5+mRQDDo48x6E3OlNoJhNks42qMOVRRD4/GUsAPpwKYoJs53ikcGmzlKROKqw+9Rxmp74H8C0GPkANN5SN4gmzsaBbcuMjFT3M7ZeAQDMU3EGslOIB5A56hMTIVDURwJhgSpaTsN1Oh4cynGm+jEExjasAlDQ2OKScl/v+bDXZ6Gu1qH5rErTX6hBoO4Et1BiN9rx0PHrkgDokPnWCwBvVCAlsojEI3DiEag8z4LkbEakPVK2KQ9p6pC2wqsVLFK6cLggdZrodMpwXbKaLfW0aqto07+aK0OY6mJZqUDvx5CGGGQsBcIOMJnonObYhsdBBtjYQRjZIky8d6ET7FFo5uNLkbyFn20WkEEal0YDRehkIZgIYHAYA5aMg0EwyLGcpSIiy/daXSKatybnAq81rq4UzWbkwVBCcoRN5a4nF0RVAWRIAJrUxyxfrMFPmxeS3LmlGvfozPbBSc3Gg7Tvekgr6NFXiyRHWZQRgVz4QiSkbBMHFAslveTh1e6QYhN8HTUbBdzdhPTbAj5kGTRTdHtsKiyoIJkJoXU4AjMRBKIJeCHo9B5v1jENZD1S0dxANiy9/9j772jJDnL89GnQndVdQ6T487sziZpJa20CqtVDkigBNiAACOCCcY/2z8nbO7PNlwcwNgIfG1MNsk2JggMAgQIJKG8Shu0OcyGmZ08nVNVh+p7nvfrXgn7+J4r/clhDnvEjjQ93VX1fd/7Pu8TXvIad0Km+EMmomEZ3jEBl5+wzl/NHYmDiEAAIQYp6ZowVss1rq2O/UbnrBAws9mQJHkClOSDS+q1hAh1QE1N+Y6T7UgJvcj8xZf1Rf69nfQVOce7oVQCYCqWp4Cxsi5eCGWR78uQUdmFdEcAXZDhxYFVZz1WxTdTRUELC08zENQDCNJXNBnDkZkZLM8vSRMyMDqG+WwWJ5cWOqxZ7nOKDap8oJXnKgcEahKm2JHcA2kFUK625JoVK64kGKtgQu4vAQkBHB/pwTVXXYqh4TS8Rg0nTs1iz3MHkZmZw7reNDZP9iMRoXTSRKFaQsFPIj5+KWJD67DzmSfw6MP3yf4q3nW0rBGppho89fWnMNQfF/BCAEU+qzXlgU01SRcU5/CF95QA+njYQMIhmErQlB+JQKkuLBwyjcly5NCR/56DMdYUjkOAjX7Cig0k1gq8Lhx0i5VDZyal6KTCFud3/baOOu2i6VcsJHgFlgQCfCZaAsRzOMntviE/00bAiiG2aQcSm6+GafehXfWgcTDF38X6icBAvSk2VJLV3WEFdp8z9ZlVAB0Bn507n8Ls7BnEIhygh2AGIxI4p6ozXk9eK9pPW7IPL6+cwvLSaQFw6DXPTYTlQaFYFMbPajaP5eUVFAolLGdWpHbr3hN6TIr3q6ljamodtm67EOdfdDHi6QFkclXMz8xhdf4MptaPYO06phYXxa+eIPyv/frrX/L65g88+MRTajjWAZcFWC1XUM6V5froTQ+f/PjH8OjTjyk/a1+pr+gfSCuAcCwiqiyeA2vHJzCxbgr9AyPCxDeCBhzWAIaF9sw+LC19BvefKWNPfQhmwMG1kaO4ZaiF/F4DC49P4YfGuZgxQyKDpq94MEh1k4Mg9xuGqnE98dxunoRfzSISm0CjVsDm/mlcsXEa28YNTA240PwSdu0P4OCJEJo8GwINXLThcnjNojCRg6JP0PDD5xbw0N5ZxTqV5qHjx0wPXa2KN115EXacM4KyD4R5DupB1Ie3wYrElQxfIwOvKVJo1mpyznf2K7HT6IQlmVQxdKxyvva1r+Hhh34uz3yDljKGhgs2b8a73/VuFP0m/vIDfwW3UJZtgnsrX5teu+IH7wOhWORskCkZ7xw4s45KJuNiz3DdjTcI05HyY6mOOsOCrg2BnHmskVTpJICbVE4C6Hf87sWK7AUf1Rf7o7Lu73qpngVYWdNw0iCWSC0Z6B2aPYnnDh9A1VfWOiOpPgzEUypIMGig5Faw7+B+NOotyXMgqD0wMIRzztkCG1F5Lb6fuuvBIyu61ZKg3VAwIKF9vBZkxBOUdFsN8WN84slHcfzEYUyuHZezltLvZHIYk6PjiAUtVItFpFMJVNwKVqs5BCMh5LJZ2E4E52+5AEeOHMXw8CjGJ9aj5tVw9MRR0C5//5GDWM1lZM+yYIK0FaNaR7tcR3FpBeViQX4/eya3WhaFJJV5DEC1+3ux7oodaERi0jPWamUcPn0YBTRgE2ys1+kejXirgSsiUQRXsljy2pjOl1Ep1xAygaip4+BC/mWt73f+/l8jFA6gr68PfT3DKOfLyKwu4PDxA8LmHRkckj2KGR9k9vf0pJGwmSVyGo5RFRakYvgzrFV5CHcZ1ioAjt9vyrCC+3WL9V6rjprLwL0k1m24EOmeHlXD8txr0ISgw45nQK1N3+aQsoNgr26qwRzrdduxEbQ4NFcKFv43/CIj/Pf+1+/gq1/9qnhUN+o+RuI23nL7NRhLOuhJxNHydczOLcveyoGuW6siFg8jmY7LRLbh2zh8cgbPT89guexJcF7FI0DsytqQ98Gz3zRRKuaxtLwkgD0twSb6krjsvE1Ihy1wdhY1AgK+1apN1Gp1bBqZwvmjGzBkGNh3+CAe2vccDpVW4IaCqBNDaLcRizuiJBuNpfCuN7wNY5E+LB8/A2dyEAFK0UM2AkEHZiSEphXAQkPHA3tO4rG9h6DHwwiQcLIwg9k9j8NdPQHTzSEZshDuHYPRvwmxkS1IjK2BV9dQrOSxuLiAACxMjo9gNNlEsrWK3lYGERIYwnHsO7mAr379O3CbGqx4TM7cpVMn8Mrt5+G2a7ehwqF5rYE1k+sxNzePhdkZIcw1NROHZhbx/QcfQ67awKWXX4f3//nfwgzGUWUwLS0gqjUB8SV8mhYQIdplBXBq+jTiCQvjoxEsLezD3InjuOcb38TsqdOy3smovvb663DTK2+C164jk1Fe9LRzoBJo7dpJpEcHsTizhFy+AtOyMdLfj37LwaFvfx+H7nscP5xZwQO1JvRATM79RrOG/riJsYE++G4BEbOGKy/diMmxFEIhpUhRQYAm5s4sShBbueCi0gwgOX4OWnYYM7OzyOazqLgegm5VlFis20cH+7BmsEd8woO6J/sAQ8BtArNBC8vZjLBfx8bGYKWG4BoOrGgMsVgIhUwG7/2zv3xZa/yX9Yd+Baz+D8DqT77zZSlIk2FbADv6RRGOo+SLkgGLEkC/hcUzp3D88EHUax48V0O0J4p1526E2w6gShZI2MLqiRP4zvfux4GjZ8QXtd/RMUbikq4mbao6UH55DVp4sRhhSm1H8sVmTPxUuTG32qA7Fn9OmjuCkPTSEomWhTO5GrL1tkhAdly4CRM9KUkx5AbPBouTfB5Ebq2GZpDgVQur2SyeeGYvqqUS4o6JuB0U+WKp6sqUXNg6wvJR7BzxlpNiXyViEnSm9Rj/WzZhNNYnTb9KCbLnY7FuoE7glHK4NlMFgQ/933+OrZtHpDgXz2n6EzUVO0Sm6JqBY9Mz+MhH7xbAl5MeerEyZKXdaGLrBVvwgf/zhzACLCgDMMy2hMWwoWWR2Gwb+NY99+Jb/3mfYgF3AK4uuCpMnLaPHrONNY6PsOajEujBQuoirDRsuQ/heAqr089iayqPrX0G+sMhaTAoow6FIvI+3aYnjXQ0EkamUMfJpWlsuiCOVKKIjT0aLth+HZpuSZhX+4838dFPPoV90xU0zDYSE30499qt2H/oIC6a3Iy33/IaJIOUEdTxd//wKew9eBx//Md/hJtuuBrZ5TMiqT1VXcG3dj+ERm8Ujm5h1z0P4szThxHsyO27TUZXrkKZRSxoo1XIQitlEdMaiAQUqOw1W7CCuvJ+04PIVZs4U/MxODGMG3ZcCL+cQ0g3JFAskejBamFVbBfoc8P7W2hqOPfyK7H2vK341he/iGfu/xGIHTWbLhjJQ2kMGdJdMJvAIZtvtqKmyWZSeeLx0Apa9CeinQVQqLfgaiaaeguXXbENr7/rjYj2DMK06XfURqGQRyJkwzE0bLr0lS95byawevurr5MJYCHvYXJqGKtLWdRKDSwvrcBiyn3AEKllsVIT+aw0CpWqeBPTVzJIc35DQ6VMLzsVqBTpSWFgzSgKuTzyC8tyDXhwCVQi3nJKftRlU7wArHacFtko+2TG/+JHUpYACsQhEMD/mq/FKTtldC2tIeCcQ2ZVy8OanjQG4yEs5vLoiVuYL9Zwqqhkd5TFahoZ3Z5MOCkPJnvda9BOQAX0EByRIB7eOwLBbP5bZMCRBNmQvShEUMoKiN8r77NJ79BWXYKt4iEGxAQxnqCtaVhAVV4Hsl8dO4REOEa9OUzTR5ghALYjslwJm2iaKBZLcr37+nvlGnOw1A5GEfRsaFUdzWoVmnzmUOdCufDJUqsyEbuIer2GOruKeBpGXxKBNKW2ERgE7uilR9Yq2XhkO6m+XIHb7HgUnK8+twjcyfR34TdK0tw2Gzk03Bzq5Zx4WZm5Cmq5Flo5DWY1CLNOOT+ZqgTWACcMRBMWJuJR6PTf5WApQFA1gBbXLP8IAOOjWbXh5z1oZVdCdpyBJIz+NLQIgdWQeJCK9L4DrMoBQFl/NYd2JSNhXxobYQJLgunxQSLrpimyOAkCqzPQqoY2VQIVAqseWkySrpERR4a2Brfho9LyUPAaKLotFBpUFOgI2xGkEwn0p8JIxyw4Fq0VGKil5KTKSLkBiSlt6AADrFplLNeqOFFtImuGMBhaCwsM9KlioCeNnsERGJEIEImjHUoqYJU+uPTp7EjPsX7LS17jHBwQ+IxFowogJxNKPFUVyMUBBoEEkfEFGOLWQoWsj4byzz7LDuW5J/5yBN/o/8tmTLFNqSaR85DS/k4wFplqYg1AW5YXyfQ7eKkMSAUwlYGlAmhfAFb/O5hAyIOv/wKsqliqXUCh63soIKjsER2GO0FA04RlBmHQhsCxMLxuLSKjA+L13Wy0ML+0gmf37UemVIQtShQFqPK6yXs7y4bl9VAAi/IWb4oUkcAqk4SzxTKqVVdYyFzrfAbZCI4N9eHibecgmQyjWMzhyNFpHD1wChFDxzkT/RjptRG2+B4tAWtmi3WYvZvQP7Udh0+cxE8f/DZyCwvCfhKv484Aio3TQH8aU+uGJSCHMlDlJWvKUJoWPfL0dwCOrgVNzGgjGiSbNqzSccnQ1xnwZEqoHpk4HCjxTCRrn2A6B9HibUkwVhjBismrvFMV25jXS2WM8T2y9gqJtzJtVASg6gxrGgRvORzpsPBCNpsWE9miK81fbzIEKxRFOz6K9OZrEBregLZvQSf7nXeI9DlQqm0LWNAFh168OJQFRCdgp1TC7t3PYGl5XoY7fD5EYdTwxbuPf8gGWrNmEoeP7Jd9bqAvJY2hZL7wrNGojAoIOMymnQxJntnFko9sNif1G0GymZkZ+f72HVdI0MkDD/xUrt25555PTi6OHD2CyXUjuOstb5ZAylw2I2oYeo/fcuvtL3l98wceeGKnPOPdmodexrTeKWVLAqyafgNf+vSncN9DP4FGZjLZZKxLOuuHNTRBPN5U1q2Ta9fixptehTVrJ+UMoKejDgeVuRPQSx9Hzi3haydjolr6g4vyiFttVA8GkLzXxuP1cXwjuRl1LYUagVVT2SZYehQ+Waz6Kqz2ItqNZZiNVaBFFn0T1VoOnGyNhFq4YksAr7nBR6vawO49JpYrQKlWwSuvuQ1t1h8wYXAf03X8bO8yvv3gHmXNIF6lJE4o1nxbs/He19yG615xHZK9bLp70aQdV72Kw0ePyh5HBirDYmRQ0fG97e5X0lt09i4mWPN5f+yxx/CZT39apLSSLSEu5z5atSpuu/02vPK1t+P9f/x+VLNF8fPtWprwYST4zT/xcASFQkGCnvg67FsE5O2Eqb3zPe/G5TsuR7VWk+E1wUlKnGhj0SWlSi4j31/HdoTgqoR3dqyZuoOX7tp4sacqGagvBlS7/5+vxcExHaeqehs/ffYJHJg5iTRByzXrsHF8EjFa9vhtzM3NCNs23RPD+k3nIBRNIZMvodE2sO2Sy+DbTJFvKKudNus1Ew3XRTa3Kuo2+Wr5AtJRDcXnTAs08NRTT+DMwilMrV+HAgNqV1dx4YXnIrOyAr/OO89zuS7nesRy0J/ulWd3JZsTa5LTs3NyjaKBuLCtGRpJCW+1XpP7vCY9goHefiScCPS6j3KugJX5Rbn3rElpr8bU+vzqCgqrKzKoXmx7aMbD8MN25z750CzWsxoCBKS1pnhkXpLsw0SrjlOnTmPz1bcg4/n44Xf+E7FAE1G9ieczavj1Ur/+z0e+gmKpgMHBYaxZsxa1chknjh/E6FgPxkdHZH8POWH53M/u2iND37ZLwD4DW/dUgCfXBq0AqMZh3dyxrjhrA9Fi0j0VIexP1aCBdXU4ksDEui2IRmMI0qbKDMjAmfc2zKR28WRWlgD0e1V7CoNmlfyfwK/FoRw9bMUy0BP1BGvPv/vox/CBD3xQgqUabhsDCRtv+7VXYKIvAo7MpqdPIpcpwA6EZJ2QbxxLJtA72CdWgY/tncbB4yfF51uzHBRJTuKaZh1GfKDRgmM50pOy5qm5NayurKJcKuLCc8/BxrVjqGaWJW9kKpbCxMg4psbXYsOaKVgtHd6ZZXin50R5+cDJg/jevqeRYY1jK/VuwjIwZARxxyU7cO7oOrilOkJhkhhSiPYkpa/ktYok49AdG1aqF81wH/7uy/+Kn+7dj+ELdyCR7IFfWkWtMI9GdgGtah41P4i8Fkfv1FaMj42i3GCfXESGGQxVG1PDm5BIGki1s+jLTSPmZVGplbFYqeHHjz6F/adWYSeiAhQvnZrGtVs34lVXb0OrWpSzKxrj2myilM/JANBK9uDZg9P49k8fhtsOYnh8Pf7ig3djzdQWFDPLyGazstf09vbKnkV2crWYwdGTp8Fgz6m1o0jHgFPHn0PEMvCTH/0YDz3wgJBNLr9iBy64aKsMSKwIVbrsGw2xEEgmepCIp/DIs0/hZ/c/hFrZQzgclV5n/fgY1pkOGscW4Ww6D97EWhQKLuoeweE8UnETyWgY1VwG8yePAF4BtXIGGzePyrCQfSKfycxqrhN2GcDJ+SJqwSRml4sSjMbhFcMc9U4Ic24lI6SLydF+JKI2olYLEebJ6PSYV1gR9ysOIugPO7Z2CudcuA1lr45soSR7+5vf88cvdXn/Uv/3vwJW/8vt7Xqs/uib/4J0Ko6YExT/T4KdEvdDcCIUkoUmnlZ+G/v278Pi/CImxyYwMj4kko7Ts8uoeh7Wb5rCmZlpLC5k8Z3v3IdCNoeegI4R20CEjFVhntKflH55nEapUBwOoYXeTbCjC6xSXkIWAU3WiV6CjQCZBW2RIPI95usaVtwW1m1ch03jQzKVCDqOLDabcic2Px0vpUKD01IaY9exsJrDgX37EWPIBFkVmoYyU8zbZC90JMHCmlFSPPFOJSuLHq8+4DbJTuSRy8KHbFUT+VYb856PIjh970iO2g1pID7x9x9GTzwo8g0CVWyKCBKxgRPpBQycOj2Pv/7I32M5k1Ppr6pbktTwK6+4BH/4++8VhgbRkaDFgCAGhSjmCNMDf/7zx/DZL35dPt+LgdVuU8qftdo+RhwN/VYbJWsIi6lLMbe0jOTgkEguvNxJXD7awMZYExGCgPTKdBuwGbAlsnVXisCgE8FSpoRTC6cwNB7CWL+PyyYTMBIEn0zU9QH81Sd34qlDHvQgUzjrsNIhrLtsE07OzuK6i7bj7TfdgTAZyXoQ93z3PnzlP+7BRz/6t9iyaQoNtygygyfnj+D7R56GZxuINS08/m8/QG0uL8yk7uc6WxSbJnoY4EM/PbLrqnn0GA3EKf3hZIuBLm2mUrNo8FHTDPRPbcLr3vJGMeN+5AffR0w3hKEWcGyRGVRLeZGVu7qJyNAabL70CkTTSRx//nl85ytfRn5pXmTmZpNecorBo/IS+P870laJ55ZJggDllOLxGrJTXanrWK66cHVg05b1+O3feqf4vkbjvYBmSyO1srKCEP1RIyFsveT6l7xBL5ZX8ebfuAPziysirbKdAHKZLGpFD7lcRczjWaTUah4KpYqwRS3bQqNaFbYWwWJhK5k6vHpN5NfEy1h0Dq1dI4VNcSkDvamYCnxOPJcHE8F/8v5eCIcgKMnDUMYVHZbkC99TdiDSOHXsQQh48HvS+6poX7QN+rMxFIvvQ0eY4VM9PfB8A6FWEbFwAKezHuaqbFTqCFkhtNpBkQgRCKGnHP11uLBNioclZbkjeSa4KgzbQCd0qyngK4EJAq/S1HZ82ljE2QFfAtSSsTBiQVekyA4DQci08eqIReKIhyIwSeXRXQHrIqaNqG0gHFaFqq0FJVBgJZ8XJiHB30g0gKjVi4HkJBwzDq9YFqsGhjz4zRqalSp8Mg6bRbheBW7DgB9Ow+yLwk7HJB2Za1QPOjAYPCgeqx1gVZAIYgkt+PSaY69OA1K9CqCMdpv+z/x9FbRbBfiNPJpuAU2vAqOUR7NEFagGLa9DLwNG3RTf1wAD4MjajQUxFk1Ao4zUcGQowZ1SQIo2GWsqnb5dNlHP1eAXqrCYXj6QhN3fBy3M4CpLWQGQHUFgVbwveaPqaFeKaFfzEi5IyR5lx+LILRMuAoEEOuvw6QdMOwCX16oGvexC52CrUoPvKpYMGaqUleXrLrL1BooeUNOCiIYYQpXEQCqBdCyCUIh+r0yjpUUBDUOVJ63Gz8F9skxbgiJ0StdqdUy7Hg4TFAgy7CGMZDiGod6UBG3QBsKI9UCLJKDRS5AhXWSqEljls7Xp3Je8xjeP96FQKkMnW4rNbcMVwIhWJEololhNagAVlGffbdB7nIFjvwiKcpBAxrqwS8VLnT9H300CpDIzk+Ga/CErUcA2Bc6eBWg7gVgCrBKs7YRKvcBYVQFHv8jSUk6CAnB27Am6QGr3v+v+XSwJxDaEIVhdrwENDr2xCfRbFi6+cgdqYVN820qlKk6ePoPjJ0/BrTdhUsYvIK8a4HTZqvL+BChRexTrHQIz4mVa8wVkWs2XBGwlsCphbU0IYJdKRDDQn4Bj8TVbyGVLmDm5jKQTwKbJHgwmA0hFbERDcdlvFitlVAP9SI9ejpVSHT/86bcxOz2t2LqGf9YCxaekNhbB+RdsQDjsSC2mPjf3bBe5QkFCeAimU57b/TJlfzKVnJH3jA23DJE0OAKWstYiYZrAKuslgnEq6KfLMiaTk3uUYahQQqpCCI4qUFr5ktIvmg04Ge18lnh+iKWLgKFkQGtyRmi6j2QiCitgY/rMKor1JjaMpuGYbdTsJMKT29Azda2sGcOgMkAFkdFmQA5TCTZ7YQignglVk/IhJxPN8yqYPnEYi4tnEGS6E+0wWrSuqktwKcGJeCKOJr01xSaBz7EahipVlPICFzsGDnWo1hJZtN2xqeHBx5mOJ0BqwA4jm11FqZCXtcEzYd+efdh/aB92XLMdl1x8qQooDQTFc5zerK++47UveX3zB372+E4VkNkJVRLVkeuisFIQVRdBim985cu45/vfUR6EHOTK9eJ1ZC2vrC1YbxNQ4bW44qqrcOvtt0Fn+I5JP3oHxflFNDN3I2ZmcLioYyXv4eoNAWh6C62jbVj3mchnorjXGcXO2EXw/QAszUbd8mE4ITjeLFB5CsF2VoHsVFe1GgJwM5DQDvfAb9Tgey1ccX4G128wsXKqjcUS64sqLjh/O8Y27EAzmJRnNhKN4bs/eQz/8e3vw+WQ21RSZWEfAUhoLfzub7wdN975FnmmG24ATx0+iPsf+T6OHTsq15r73uDQEM477zxMTqxBmEnWQVr6dCyzOtJnntscLHz+s5/Hz+6/X0AjATY7RAqCV+Pjo/jg33wIzz3+BL76uX9BgUPaTiijVCgMtexLy5ndZTZzRiCgl98WCw7WPlPr1+Pt73yHpK27DU95UHM4wnsk76ezP5JA3xk+C1gmg5Qu018NHPj1Xz1UCQy8+HtdBiN/B3+iqWt45uA+7Ny/G3Wuf+hI0ie5xqEtCSA+KtWyvO9zJqakXmXoDwkD+UJZ1Iy6bUgfIuuSVkC6+nu1ptiEvBZSv5HowdpXQlw5ZOPewf+vhrsCOPtU5SgfbdZYwqwlgCwqM3VG8ZyU84pKP/ZidWV/wFDlnnQfrrvhFRgbGYPpcdDZsUWgn68w7ylPV3UnK5JiPoujBw/g9PGj6EmmcO1tt2LX0f344QM/El9lkou4rjiooyWVE2jjkqkprLHDyC1Mo+QDG6+8DZNr1mP/Aw8iWF3G+tEEfv+L33tZ6/vuL/wYx49Ni91MMhFHxKEdTxu33nQtRkcGlA1Jm0qfGn5w330oFXJiiWSZrvhEUjnZtWoRt3MhLigbCNbT8vcmh9F8Dg2xBSFrFRwMxtLoG1ojvp2GyPxJprAQiUQQjcTE85RAG59R2yHgyKGimOMKO5T7q+SMcM8WdiuVYCpr4l//9d/xR3/8PukFDMNG2PRx9baNuPicCVHzlHJ56G0DoWBYwojY/zAM+cwylaXPYu+ZPKLxBFK9fcI8pGqSln4EbUW10VC5LzyxxelKBm0mdmzfjpGxYVgBHfn5M6iurGKLHceN269EImCjniugkcmhQT/OpoucW0U2ADx+8hjuf34XGmFHBo+bE0lc1DeKEVjQ3Yb0yqMbN6JBglE8jlq9LrY1oURMzkL2JLTlOl2o4uPfuBfZyAjs3mHqb+GRIclnnzYmmomC25CwtH72zckoysijUMrCr1gYjA6gpyeO8ZiG1T0P4OTuxyW8N191kSnVMJutIBi2kUr1YOboMVx+7hRefeN22PWaDDmpzOvrH0CbADqHFKEYvvuzh7F/ZlGCJy0nhff/+UfRP7wWfoMAO4kwCkxkPcF7V23KarUAACAASURBVC+sYs/BwzjngvMx2BOHVs8gszqNgwf2YvrYMZTyRQlvvPTSS8TWZTW7KixXqkKEnNNoS5jhgf1H8dSuPaiUq9KP8VxgD0Y7iqimYdv4enzkM5+HPToOypjrLVcCw2WqRZC23cAjP/kBHvzxvZg/cwLnbBxHJOwIWzoaiyCby0nNMjI2idNLFTx5cAYLmapk5LCfisWTQhzi78+u0P4uh1AAiIWDSAaa6I/HMNw/gGQkKkNQ2ou4daobNFx6ycV4xU03wrBDODm3iIWVLO787T95WWv8l/WHfgWs/n8Aq309SfESoT+JAJ58+Os19KTTcJstzC4s46cPPYrn9h6QAv7cTVO4/hXXSBN09PBxkbdv3Xo+js8chh0M44lHn8ZP7n9QWH39VhApyrxAD7DWWas/JbkVuEIxUnUW+4YAmSx6m5Q+8DDnwQAIsMoFz0Q6MjNX3AZGNm3GLbfdilOH9qGZzykwtTOFpkxADhJKVfga9FrSTYSSvfjJ/ffDK2SQchgkpKNab8iEL0grAIJfIh1TjSHxXFoCiDNcW0ONF6gLrLbJRzKx4LWwWPfRNCPc4mU622pWcc76cdz94Q9xBiv+qFzo4h8uoQqcuDMY08bBw9P4u7v/EdkCjZdZdChglQDBa15zM9759jcLS8I0yDripI4sNsVUIcDw/P4D+PtPfBb5QuVsI332drPR4VtvtRA3NIxEAqhH12DO2YTs4ioGJ9dKwzkQa+P6LVFsShk49OTD0BsuIpxK0vZA01Cq11DjVMdt4+TMHPJuWSbVTCHe0mOhFa1jdNMonp8Fvvqjk6hoSszFa2fGgxg5bxIL+VVsP3cb3v3KV6PPtNAyA/j8V/4DP/jJg+Ipe/stN8IOaAjHwvj6Mw/i6cwpVBseEhUDj339PgQ9JdkW6W+HaSAsKMNELJEWUI+G53qtiF5LQ9rSEPJ1uGQK6LRapK+ViatvvgGXX3sDeoeGofl17HrwAWSPn5BiHgEVQkVmD4GK+MgYAr3DGFl/LgxbRzWbx56dO/HN//gmWs2aJEbSdsAgv7orteYAgA2A+NIpxbWEf+gBeAyYafnI+AZKZNJGQvid3347rrrsEpTLNSRTgzBMSxpWShPZwNIf7pLLb3jJezOB1df+2k3I5apI90dRqbpyfTg5LBY9RGKcHuqo1urCJCKz1rFtkUqRWcjrSnYf5Vychjc6z5cRNJEaHpD31uA1r1QQD4cFsVhZySrGD4tTAl4SHMF/RdN7xUBThT8BCjZ8IgJWwKUwNpQ0nV6l4uMkpbBiuBG8ZhABC++GRh9VA4M0RjcDWMnm0RsChhNhzORqOJ2rodYALDssIQVsFDiNlFAaepnytTt7jQgEJWCH/scEblsCgHAHED9JGZYQICVISEDCgK2TNaGhN86ClP6naijD1yI4JWwvWoIE2wiFDAELjEYLgwTs4rawBrgXsLg6vZzF8bkl1DUdO8ZHEYoEEY+EMTV2EaKBAZQpZ68wUbmKdrUK362h2SrCrZfgNQKoB2MwE7YAqyyQbYYl2Yr5qRF1kAFHx/CXflzMaA0AfpBm/kx0orVIDQbIFCkLowt+BfBL8L2SNMOo5oAqoJd0BEomjIoJzTURoJ90QINmadBtCyOhFGDFiL6rSpfAhc89mMF//NNEqwLUVspoFasI2wGkBmj63wvNiShgNWhJ+KBYAQjwqMHX64BXhV7n+2p19nNdgF0CnQpcVQMhMv0FWGUIW9VDu+JCJwO9UobvMljPg+e1JE16tVbGKhmrLRPNYBrpeBTjPQkpuOgxpQdsgMAqZfvCbBMukWKs0me1WYZfrMIsuNCq9P0uYV9+AcfrDVgpB2unhjDeM4yQnoDl9COYTMOIRhR4Y9oCPkPYHjq0LRe85DV+7dY1wqTMVzxRH/B16DvLZ7wrFeU/hekoKgld2CAq2EKBcV3JPaXhXTmsAFodywxaYEjIJHFlntUcOHIIKd9Xr9396jJWJbSoK/3vWAkIcCo/r4ADpYBV4ED3FbrAalfy331/CgBVbNPuvxOQj3UBJd2mJft/rdXEFTdcCy0VxvJKBpWqh2PHTuLMmQUB+bi/KD/XF96DOksUAHI2NbnTnHoE4mu+WAGs5ng+8+xmk89UcV5THZGQjWQijN5URMI7+WydPL0sZ+jG8TTG+kPojYaQCEVJxEbdaKOCKKzYOrhtB0888ziefnYXCkx5F5ROhTZxs6Gn+Zbz1iEej4mShYB4raI8sEVK3PFQZC1AMCiVSmFwYBCJeBxEfjMry8isLqNaKkiDqwt7jpiXLjWfY9OmxEQ0oDzmZfhNVTctApgALZYOHUCdgCLZwZYlDW4iwhCrlvja0+uVbCjWPyYtSwJkP1F6WUOxXEQ4ZKOvj/JP4NRsFsVyDalEFBEOY5vA2I1vwcjG7ahQXkg5OyxhXxKw7H51gSTeO2JMDEkTyWuTzESCBnUcP34YmaUZBaIw8KmlPNblomotsanh2aqecym0BExVtgFiAiXvUQgGVGho1DB1PDA7z4zYR5jKt5jD1xPHj6JaLotFRk9fD8YmxuVlKxXuo1wfJLd7eNtbf/Mlr28BVh97UixIuqn2lOETrM3Rs5IOsVoLP/z2PfjqN/9N9igKEpTBlkwr5MxjXat8NhkuWcfw0BDe+va3I9nXqwZU3OdyWTQWPw4L8zLEbHmc8TL8DNBOa7C+qyFXsHEcbTwUuxJHrAEE9RiaDA6l9UTuCbiFZzv1mSaqN9uKIppIwY4m0TLaiFtxCTU1vBym0k2MxGoIGy54IPX0T+Cq2/4Q7dgEDL0JK+jg+/d+G5/77D9gtVyGKc+bGr7QW/+SwRDuuuu9SG/cikQ0hkP7juAfvvIFLOdXlB9uva6smpoMoEpjYnxMhuEbNm7E+VsvkNRzstwoa6bKjODe3R+7G/t378bg8Agu3rYNx/YdxMz8GVk7gwP9+OBffRC27+OfPvy3OHDiGFypUWjhwXmgCTPuwC3WOhZGag3zS2zGaM2j6xJ49q73vBsDQ4OybrqPoUi2xe+Z8nOlPqBKTnzuTVOYn113VQmb7AwcXiz7l9O9IwX/r6zV7m6bKxZxz73fwzLVXQ69OlmIKAs1WVt8qkxV66CuPLGFbiOWaOqfHJTKGusMpIW5SgKOeM6KjfnZOl1UCGJtwM+mVDJdWyi+ut9U4LIarCswVs59MnT5mhKMyWGf8uCWAGWqIJs+4qEoXv2a12FoYFS8cRmMKbJ0sarh8FzVYgFDAbIE+j1mCNRqEoI2MjSIiQ3notqo4stf+xK+e+9/IujQwohzoTocv4GtPb3Ytn4KLRI1Wi7sgIPJq27G1HnbETUc1PPLaOQWcfmdb3pZ6/uP/vwfhTF6cnoap08cxvqJUUyMjuHWO27Hmok1AuCxPuXz8MQTT+D4sUMwUIBtNmTta75iOtNOpd2xjVDqOZ52aiiFNpUsJOUwjJM+1A04dhRDQxOwYymEwlFhGZLhpwjU9HJtYXl5WZQSosKj/UaziVqlimqpgnyhIFY5rC/IHOZzPTwyIBYpExPjWFyYx4c/8jd49OFHYNkheJUCUiEdt157CaZG+6VGC+g2HDssNSKDpYtuA7sPHMGufYfgR/vkNRm253pV2bd60ymUSxUJSCbIa1uOnME8p3gRmB/x7ne+GxvOP0fq+4meXjhuA8FDJxBvG3CXVtEql9B2XQSaPgr1Cg5PH0M4nsTg5CR2z5zEI0cPwLID2BRJYCgQQr/pYLB/EMFUGsFUUoZarPMJ2LXtIILxsJAYqGSrByzExybx6NE53PPsMWR1A8loEymniVC8D8FQXCy6sitzWJw/hSp7qf4x6GELK5kV5BaLmBgawPqRQYymw8jMHsKXv/QvODEzBycUEdUbw/oYtkXsoJzJY6wnjtfdeh2sckE84Xm/xb4hHEI0EcNCoYxv/OB+lLUAoukByTu47Y43Y3JqiwRdMSODe06R97NcEozHQVNs16yQA90rIRFqolxbxIMPPyDn5PXXXotDBw4gGo9KPyc+sF5FQHnu20ePTOOZp/di5vQ8auxdGNJs2wjbKqiuWvdQqpSQDkVx9z9/Etfc9Aq1z3AALB0Ka4A2Mosz+OZXPoMTR/ZKcG2I+5LfkoCzVCohwwY+k8Pj63B61cXOg/TRD4hiUBS9HK5KLQyUS2XxnTW1JiyzDadeQkjX0ZdKyx+qEUlwWV5ZRqvuYcO6CVx68YUYHh2D19Yxu7iCN/3Bn72sNf7L+kO/Alb/B2D1vm9+HgN9PSJRpT9mjSemzom4ShKlCfBipoBvfef72LX3AGwrjKuuvBTXXrsDISeEB3/2EEZHRnHZ9ksxd+aYNG/VWhOf/9KXsHBmEdGghZTFBGnKhWgtIPE0Io8RFl9bAalqsqhYqwQzmgwX6UhIlPSAYBcPTUpmNNQDYbz1d/8X+gYGsP/pJ5GdmYWjs0BqQWOSIZmBLaiwLZrFc+JrhQQgy1Uq2P34w8jNTIPtP31beDDRX4yeG5pIK5QUmcCqmOB3QKFqg4e9OmTabQP5tonZWgMZ1jmGOPvI5lBvVnDdVZfig+/7Q6G2s4l1bAcNhvsQm5U0Ttb0ARw6PI2PfeKTWM0XRb7J/4m/U62Kd7zjjbj9VTeInNk06JPXkgNWNb7UsRk4NTODv/7bf8LScvYssNptltkNmyxmaJKPIPpDQZi9GzDnxaDpNiKJmDD5xnqD+K07d2AqFcShXU9jz84nUcusIuGERP69XMiJMTVaQawWsmgZQH+qFw6ldodnoJst+ENp7FwqY66mCiOaxIvUrC+M2ESPSLS2bboAv/fqN2A4EMLM0hL+8sP/gHLNxWWXb8dvvu1NiIctFJsuPv3AdzBDebLXgHdkCUce2QNHsztGkS8wnhSTieFnlAWrwqnd8BDSfESDhkxzKX0qeR4G+3vw1rvehIsuv0Sm0kzJZjjIyuFjOPbE4zB5mDCxNmghqAfhxBOIjk+iErAxOrEejXYdLY9gSguf+szn8MSTTyJIxh594xgAJuxHMkjaCJMRpANhuXqA52uosBxqayi1+Hf25QYuvWwr3ve/3wsTLdQZDJUcEJiBhUI2syrewvyMV1x360vem2kFcMONV6FcoUwqDCscRLlQRK3YEDCdE2g+RqVKVaQj/L2SJunVxDeWbDWyDK0o2Y8G8ksrElLBUB8nmYBm6whFbHjFPAI+kEimsLREKRinoCzO+Jqd+AUmiXaBVZmmKysAJQ8mU0r5IvNesoHg5JRJjRIIRdmteKUxuTqgpCourQvIGIthrDcuRWBhaR4TyRBS8TCWSj5OZsoo0peK7CtLhckxPZsWJyr5m+v6hcaHjYSw2QR0NaSpoS8VdwK+Bu8XX4OLk0ywcAACxPntBpyAJbYBbNxFTk1QkyEwUliFoPtVRC0da4dHUfN88e1dLefV8MawMLuawUq1ig2JfmEXV6qzmOzrwY3bX4eoMwp3NYNWNYdWsYRmxUWjkUej7aHRDsLjECnE5zWCSDQOh+mbjo02iwt68wUNyWwS4J+f16yjbfloOU34Fv0N64y0U4MFo6aKcIaCtWtAswI0aUHQgOE1oVfbsGomAq4FzeUeqxgSPn3ygjaGQwmR7El/xSQwzUfTd+FRqsWivNFAJVuHl3OBsoeoHUC6N4lQPAUjHIFOAJMheCKT7wKr3L9ojloXSwDuz3LXZPgVgA/eEybS86Fro12nVN9Du+7CZ8gVPVarJbQrebRrJZjVurCoKvUaMtUSFt06ig0DrVAKfYk0RpO9SIWTYpUBXkcCjryOAcX4lYOlWUebjJ16GX7Jg1asw/Ba8GplzK3M477lZeSsKtZvHcWW8Q3oDfQjGuqH5kTVfRHQ24bG66Zz6GBCu2jbS17jt2wfQbWhYTFbQa5IgFyxuVhssqiUZlqJG9Sggs81ST2UhIrNRoepRzCN4E03WKrDeiK7KETPQzIlGVgl3qs8dghuEGhTgGT3vOkOSZSP6gtWAEq6zbXesdoRkKrT9AnjRD1HL/ZYlWZbfFoJyHZCq/g+COh27ACU/DaovHurNQmn2nbldsTG+0UBspLJYf/+I8iuZKH7urInoZdrhy31iwCrYqzyv+kmI5ORU3ObEoC3WiipIEIZjhJgkPGmMCHDTgCjgymE6VkZi+L0fAazx6cxlo5gw2gSg3EHyXAEsbABOxyCHY3DCEYA0xbm6eO79uPAsVnMrVZQ10Lwmpo0rfGohfO2rJXhWrFYAIFetb+2BWwjy6Qn3SNA2cjIiACr9NLmVst9rtloigdiZnVVFBCUtRdyOZQKBfEOZEvOz5EImfJs8P4I09gwELItqefkWaLHq5QburBXI46DkURE2PcSfMX7SpCEGA3BB8tGPJ6QPT2fL6JYKMO2dPSkIxI6cXomh5MnV4UlGImZSE1uwtab7kLd6ZMAoLDjCLNO4JUOW/XFwKp6pvneGXZIkIU2AhykmZg+8hxmz5xijBWCtAAS0EcFHwl7i7XQi30tZSBPH3Yy6hmYyiEfQWV+n8NkAj9kciumtMhiAwEcO3YMDz74IA7s2yug0J1vfB1uvumVaHnK6oZnnzBE26qevPMNv/GS1zd/4KePPSH3hgAp3zdDAgk25ZfzQj6g5dQjP/kxPvuVz8sAi6iXnLoEpRROLzYT/Cd3TtbQPckkXnfnGzC+bgo+GaDBsJwtrYW/QdRcETBH83xYCYM3FOaKDeOeJmq5OOZRw7zZgx9Gt6IQGoJv+qLGaGWeQqX8jLxXs8Xnp4lwNI62Hkad54luoVYrol5piv1Aw9MxweC3qQZ6gh4CoTi23fgnAAcO5QUkIzEUcyv42te+iMeffhLkePGZTEXCMvS/eft2XHTDazG47gIMDw3jL/6v9+E/H7gPXlsx8pkaTXYbAXje80JuFQ2GlgQC2HrxxXjdna9H/+AgKrSLsRy41RpOnjgh62XNmjXCLF06PYO55UWpUXPZHLbvuBTRVhv3fOZzePq5J7FIdYRuwWzRDiiItmOgUub5yXmf2n+7+xh/L58bAh53ve1tmFy3VsAZdaJQzafqrWI+jzIDI70GMsWC/Pu1U+vQ198vYIQAj9w7u772HVWCsFT51P0PHqvCNNQ0TJ86hR/8+MfQQxaqrqeGSp0nUwZz9Dhm6CvtnURarlQuJIZ4Xk32atpGKZ/uFwZzqp7j5+js692CqoMcKzsEhrt2f07tpTxHZDDDQY5kY5BNSR98tfeI4qLjO8vhj5xZ7RYzK/HqO16D88+9ANlMQQg+rTrJO4o9GQ1HJJCU14n7ET1wGUrKq8R7QbYjQ5OYJZFMJVCq5vG2d78d5XoZmtmGVS/iyokJXDTQL8oaM2ojpelImA60kTWYvOZW2Olxec5Qr2Ptur6Xtb7f9ua3Y93EWpQKyzhz4gA2TIwjYoZx7WvegjXnbBELKzJ1eQ0e+On9OHp4H2LRBgJ6Ewa9ttsqREzsnmgZ0WEyy9BNdiHlP0+gqdUiY5WWcS1EoglEY73wGD7H8YAdEmbf8eMnceToccwt5rC4sIhypSLPMAE09j6s19Wuwro4ILWuaVlyRtFqaKi/FyPDfeLtveu5nTh8YJ+oMBjeONgTw2XnbcCGkX40Snk0Gj6KVRflShmGbaPstfHUnkNg7HKT1jmajmQyIc9di3YPEb7HGkqVmvQu0jMYBiyHbMkQ8iuruO3W2/CnH/oALIfYQxj1E3OoPfIk9GINGvc4tyrDeJKGeG2WlunBWxYGbIjPgUWQsAqrWEVfOomB/n54pDCHorAiMQkLbNJmyK0jEAsjEAnJvtzgfQqFEe7rQzWUwr89vgv7szPoj1Zx8XAITiQB24kJ2Ok1CExnsdQ0UaqZAv4xcIrHxrqJQYwkwtC9ipzjjz63Fwdm5tE7PCq2UolwBD97+Od46JEnEEAQzUoJ1115Ca7fuh4zp07JoJMsZydCS7AAdh86gd2HT8JO9yHdNyQ5IhNrzsXr7rwLlhM5ixmw3iDTXs77YgFpkmf0NuqZBVh6CVaqjVMLZ+BV69i27UI8v3sPvLorv4dPGq3JrGAYbT+Ae771PezZvV8NtjwdTYN1F0QxE6ZFmEG1r44Gw7FG+vCpz3wKOy7dDhc+bOmGNRh+Ew/ffy8ef+AHsJm5UaMSoCRrTNZ3NCYAu9gYDI3j+FIZJ5arqDSIZdE3WgW0qXBSRdAp5LPwagWxQYobTXilEuoVV+rjJAOR4zFRdbJ3iIcsrBkfFi/fodExjE2sxV3v+4uXtcZ/WX/oV8Dq/wCs/vDrn8XQQJ8Es1DKUSPoQMac74unFFkRPD9zhRI+85kvolbx8IY3/BouuOhckVR+9nNfwvXXXYftOy7G0twJ6dvp2/Ljh36O/7z3h3BMBp0QbPJhE4wIagiRMSFG6sokmts0D0wBVjtSwxanS5TbdRgtnFpRnsiikIvuljvfiIuvux4ruSzKK0uoLK2gMLckJv1Mc2SIAb+qlZpIm8kGiw6Po29qkxTskYCBvT//KQ4++wyy+YIsTnrJSUKtTERFzCQGzGw2ZOrabsOlB6OE1BAwM5Bp6ZjxfAHM2AbooiEx0dI8/Podr8Tv/ObbUCpnpPgPO2GRWEu9wSKZjFpdx6HDJ/DRj/0/yBVLArSKzxrl1F4Vv/Xut6AnGcK6dRvQ1z8ioRDcNLpFGxvLpaUlfOBvPoG5OZVK2W2W5WAly4e7NdkKWgjRQACxoU2YyzeR6k0gX8jIoaU1Mnjv227CG151HUJGGMtn5nFs1y4cP7APbqWMfK2Kiudhy0WXIVup4uldOxFzNAyEIgjOVYCVVeyv2ThEI+xASwUocM6tt+H0RmH0h1CzdEyNTeJ3bn89NiR6sWfPXnzkY59Grd7A1ddejT/43fciFg1i55F9+MYzD8JNWjA8H8d+8gxKp1dg646Ys/MQe7E5O6+8TWmtyTAvshSIs/B+SvIKao06hob78XvvfQ92XLINK7kl2WhbtH+wTQRKFUw/+SRW505DD7YRNAIIGCGkxiaw0tLg9PZhcu0UGn5dDmCmLn7vvh/hU5/9vDQ5BM+6XzR3CPhNhLW2eKOOBphTqqPcaqPgGyjqAbi6JQEPfN7/7M/eh6svvwjLDFYJx+FE0yJDpDcOkxpDIo/UsePa217y3kxg9Yod21F2S0ike9HTa8shsrJYkoaMnkms/dmoswnnNWWICYNSGp6yv+D6I2AXDAWRXV5Es9qWxOZkby/awTYMx4DuuSjni9LcVMuuNO/yeqrS7jAruungiv3TYhiRFIAEW9i0GuIBSaaBBLS4ngwi+NnZJJGGw5kPZbBKKcIGWbFh+4f6halayRVQyhYwEHMQdQKYqzSxSLP6uisAAaVOtHnge5OKRVKDVQPKZ4pgu46maqg70n+SILl8CABIU2DQToBMjRasQFvYalSHhy1b/JnJGCADjKwAsmrCVhh6s4mxvgjWrumTBndhKSfA6kqZXqY+woEoanUf+WYLAQ5gKHcy8gg1PVy99Qbs2HYtNE9HLb8AP5+HX6nDbRAMJ2DZhku6DNNZo1HxMLLDDkzbghYKQ6PmN2CiJR5cLQWuBmpAuIFWpA5YBJ4bsDpp7brpquaoTRlOXTxLJfGpqsFotmHUmjCqgOEGgaZFAzrZx0C2WsDGkBUG0XexeWkyeIqqAw9eq4kKLUW8JrILZJI2odcaCJsa4rGwSL6sWAwGJ+SWLa8lwGrHS1EGQ2ILU1fBOSLbJeufQCGfM7JgGHIl6QtiCaD+dFLJXdJki2izqC6WoZGxWfeQrZQwT5lQU0M7kUJvrBfDsWHEnQR0x4HvmGgz8YbgKhmrvNlsTRoMivIQZEp82UW7VAWYquy5KGbzuD+/iMPFLOKjfdi8dgwTiTR6I73QrQR8JwmDCboBC4bpSOMvoOdl21/yGn/1FUOotwNYzrtYztLC44Xkaw4klMm/ApcEXCV7lNYQlHsReGsqD1YFYKp2Sf2dYLaSy/LZYBNiWabsqQSwefkJllL+3pXVn0VxRQmqJPt8TcVcVbJPxX5UQKm0fJ0mkM16F0SVlq0jexYgSZjtHdm++KJyzyVzVaWLQw9IkivXZ7KvD+dvvxQFwxNvrGMnTmP3c/vglVxhuwtA1WGnCvtV/F+VCqIjwpWah40+w/249zSaGvLFCgrlKgyTnogquZrAQjwWw+BgPyrlPNJxB+PDvRhbO4mDp87g6Yd2Ih3UceHGQUwNJzGQTCNmG4hGQujvT8HX6qqBs8Nw/SBOLRZwYqGGjGvhwPQCntmzFyHbwIYNIwJe05OZ21/IDqMn2YuJ9WvR10sfMwZM0ueOQyNP9jvWLPRHU1/KnohAulenLK4s4GqRHtnZnPipV8tFYX9QBteid50TEoYetIDI7dxaWdijashMdquOVDiIgd4Ixgbj6E86CHWC3WouA1PokUmP2AGkkj2YPnEap2dX0BdPYE1PVMLUZosV7Du1KL9jIm1j8OKbcM51b0G94cMJCPxxltWsQJkOu1nOW7LY1GcSb1Ra8rD5p9+/ruPIkX2YXzgF06RMVdULvk9fYWVToEB+db7Ry5b3mOcJIXdaBvE3MbWaLHgVqkgAmYxcDXNzZ7Dz8cfx/PPPy/NBYG50Yhy33XaLSFsnRqcQDnOQV0U4wmG4si147Wte95LXN3/g/kcfF9CpywyntJlrs7CSh+vVEQpoePrRR/HJz30SVQK5TIYVByIFrPD5ppqCa48KtFDAxOjwIHZcfRW2XLQNNb+NiB1DrlSHkfsHpLwDKMkAlWdyC1rYQDBjoPZvdbSWElgSq7AinrInsStyGYpGBLFgE25pJxqF5+UsIIssHonCazVkmGb4ivlacV2gHUE7QH9xWikFsG7UwmVrXBiBADZf9tsY3ngVsguHYLFhTqWxksngq//+JWhaHVNjQ1jTn0Y5k0Uw0Y/zbroTYxObxO76zW+8HYdnp2GazWRl1wAAIABJREFUtgrWsR1hIPMZqVQ4IKzDkDBRQ9jf5110Id75W+9GMpUCaGUgIT2OKLHI3qIHKBndhm0JQMx9LpfJAKUSnr73Xjzz2IM4ns2iQsVXvFdsNbJuGQVevA7YyX9KUG2H1U9Ar6e3B7/x1reid6BPhl8yJOCz2wF5po8cRSWbR9RysJhZlWesd6Afa9euRf/ggOx59AtlYKMMFVitCCNUAZpq3++Eh76Ivarsmdp4atdzePrZZ0Q5IcpBPvXCvFXWGmq4RQBU7fNsR/j8kSUvzLwmv69Y390vKQFURSVLU/bzzncERpXtXg3IX1BFiLO2YlmSDStqppaQFFRIF89/Wqe1pOaSea2o1TQwMW/duim8/tfvRKXC/AeyuJUlEKf6AYNp9RYsMyDheVbAkkDhlsx8lTUDgVvxENeAeDSGRCqBT37hU/jWd/8DAaeN69YM47yRfrRbFbR0egLXELdspGNx2OFB9G29Cpu3vwItDkmDGtaPvTxg9R//4o9UmGLbxWh/RF4/e6aIoYtvxvC5W+WaktjAj/3Iww/hyKF9cKyKMO/YP2u+UhUKGN5ByLt7pfSDYlXCHpAKTgO+TvsU2tn42LdvGs/sPyFp7bRh4ABRwG6uHT0k95u18wt9pY5wNNqppRsCXLOeIHhFMK/pkelahAmeM6s4sPsp+C0PGzdP4VU3vwLjg72YPrAbhltGo5hDzaujSgCMAF04jtMLWTx/cBpt0xF7PlqhCWjpVYXM0N+bEpstnm3EJFbJsm/7Qqjhvad9XTqVxj9/8QvoGezHoOlgYedupE6dgSF1WkVCX4NOUA2KmbsRDAhzfX52Tshcg1NrpX+0ah6C3L8Z/BmOAnYUWtBBpbCEZrYE1DwEHAfBsCMhaLSy0Xgdww6C/cN45MwZ/GjfwxjuBwbaNdl3JaSbXvuhEHJV2hvkkcm6YpEVioThWFFYjo7hmI1kmNYLQXiGg5yvocFMGK5Lz8euffvxjW/fC7faQst1YWoNvOPVV6M3lRI/dto4zi8vYXE1i5NzBSwVXJihGIbH1mBifB1KpQbe+OZ3SEYLbYW61iUEp/nsDPakhak/3J9GY+Ek5mafx8YrN6HmN5FfLSgLNUMXJSDJJgx5tINBxCJpsUH693//FpaXMsK2JyGsFaSyqA2fhBn2t7aFgBlEyLAxn13Cdddchb/7+7/HyNq18u+pkMwuz+IbX/oMKiuzsNm7NFw40bDUI6IININYZFZI0EbTCOHIXAErVQ0kvzXqnliJBGlxUqf0goNJGf1idWVe+rfeuCOq0rqnSEW8l0bQkiDRsNS2VHHXsLy4gHXrN+KCCy/Ah/7pX17WGf7L+kO/Alb/B2D1Z9/6AtLplGKnCVOMknNqf0zkCqtySMvBaFr46N2fxNz8Ml7/a7fjwovPx6OPPoWf/fQxvPWuN+Oii6dAc2BK5MLhCErlKu7++D8jR5kkg0tY4BBE1VqI6j7SgTbC3OAZEqOIl6IztJn0Rz8cTvt9H574x6jEWB4+DNjacMH5eMO73oN2MCgNzxM7d+Gyy66Emc9gZvoosvMzsAKc7OuS4tto6ggPDqFv8xbUWTiZlvzOpGNj7uRRHN2/HycP7kduYQ600GbjqLxfpXuU9yZ/9yklM+CKzx5ZdwbO1IEZWvpRDMxDW4JWdEllfe+73oKbb7wS9QobMoZEBDvMwBdNeTUDz+w6iE/806dFqq2O/U5wT8vFB9//v9GTiCKeTqMZCKA3kTjrH8bfw0ni6moWf/XRj+P4iRmZJvKeKdkYwVsWIwQ32jDYaGlBRGIplKsegq2yTJl4GJN1l0jE8bZ33IWbrrkGBj9rrYrZIwdxcNczWJg5JaD1eVdcg9mSi69++ZugJDwSNXDZxFpEah52HjqB09U6apQfs5gnq4cweNSCM9EHLcaN1MBbbr4DOzadj5999178y9e+jXKlhV+/4za8451vQtOo4e7v/TtKIR1OKoX6bBbP3fMAnCaDPxQAoAo6ylq6YCDlBQqAazaZVMuGTLFTeJ+SsRDe8667cP21O8SrhoW2xeRgwxaGakBrorq4gFO7nkNtdYWTAfRPboQWTeOJ3XvxqltuQiLmoFyhf1RTZBZHjh/Hn77/r+AJuKe86eR3crV05F/8+0azDk83kam34Jm28uClJKeSxSuuvxrv/9M/knueyawiFu+BYTFNnonNGo4dOUwUDINDg7j0ipduBUBg9fIdl6BMj7dQCOODKWiNEhYXSsKYZVFLMLFZV150XGlseKv0i2y0pDhlsR+0gwLW1coFlIuehLZR8miHaBHQRkALoJDJSWMSskPIknFRrigbj1/wxlMghsJa+YwKfNlpoNU6I9BNnyAW8fQg45pxvZpMRlmsk3RBKao0CQLQkh0NpBJxJGwHJuWxLn16WvA0DYWmjyr9uNhMM1CFB6nI79gxKBsJFgn8YpOh/KI6adIs9Am2MoxOwnjUXqSMQVpg/lCEBRpMhAKWGKALAzVIlm0djhVG03WRCttYO9ILQ2ug4pYlkZ7MgUKVLLhix4uU4Ify46VrVG8qJEEOCUPDzTuuwYYNN6JUWYGxcAytYg0VNs9NF2W/imLLFa9nKxwWe4do2JZQGjMYliGTT3aJDHsaAqw2IxUg6aEd8REI+ggF6rCEechik4MJgljKNxBkj7RaMCmxY2CVq8HwaDbIAB3q5QIqSEruq46hIDna6ouiwlabPlSeeLRR5sVkdXe5Bd+rw2CKsAEBwRn840Sj0CQoihNtnkFKHijPkFDXuLZUAa28uvl7JeoXvthItKG3yLRieJVir/L9izUA5YRN+r350AqL1OlCq1ZRKlWwUKmhSL/r1CBSkTTS4SSiNn2zInLGtC0bmgCrKsCJBg7CiOW1KRbQLrvQ8iVobkUagIV8AfuLHk5UyqhFQkgPJDAaDWEimkIy2Q/EepUHboCe4I5YRpBZb9780n2U77pxHcpeCyv5GpbyVZSr9MJTzEOeA2ye5F50hlFsrNmw8twgqMoBy1mvu85alb2s0xarn6UVj6bYmAGGPKr9jtebDH0WuWfdADqemIJ7d9QEBEbZwHKWwZNNgaJKYtoVLQsAK4ndSoHQlet3g6YEHhTWrAKYhD0oFiW6YsDRUzQC9E2OI9I3hnrLk0HFvsPTOLz/KNoeG3Y+5C/4OSugtwM8y/pXvqoCptY5UFZARbOloVhioJ+0NQLsR0JB+DxrmwyDIqMXWD81gi3nrEMkFce+w6fw8A+fRCoQwE1XrMHUeAQBzRZ/x5F0FAPplAxpl7N5scOIO0EEnQDMoI1qQ8fpuTxOzi6gXG+g3PBQqLQRjA1jaLIf/T196E+Ooh02YNLnulpFrlxDsFlTzKrUqKQuc7+eP31SQG0J0RFglEOJDnPXV6xWAoiFYhaZXAOVehCW04epDRsRjhp48smn8cADD8nAiSxV8V41PfjtCqA1EdabGE85WNObgK1r4usatkKot6solisSJDox3iehJKdmyzh0ehEh28fanhBxLpxYdXFqaRXjCUoXY7j+vX+C8XN2oJKrdDwaCRDxPrwQYiVD1bYKZCI7TfaHrqkE5aANX+wACpk5BE0O8NR9E2SCkm+eOQxEbBJUVWcDzxJZI9wf5RxQVgCOGRS/QT578/PzOHz4ME6cOIHn9+6WUJZNmzdjYHAIF27bJkoKvnqykwqvWK4K2OMZf9ttLy+86sePPKaefSmS1TrgZy4u51FzPTkjD+7Zg3/6x08gX8qizrAd1iS+rupWkV6rc5IHaK8TwsToMCbP3YwtV1wJF6Z4qzcpUJj/DuL1+1Gn9U9bQ8Q3EEi1EW7rWPpUC9pCBPMEaLUmEr6P3c4aPBrfilo0Aav4LNzsHkBvSkMbCIQkW6DZ4mCTkgkyi18IrusmiNPH8YZzTPQZTWy+6nW44Mq301gHi4f3YNePv4G506ehWy0MrelHPEXfWrLkwii2E9h8zc2YHFsnHnzv/+sPwmtxgMrzlfsgnxM1gO3ugQIfUvlCCwq/gdvf8Fq8+3d+W7y2CVbz3xHUk7qZl4tBs6wRuN9xP2jSwsfH4vQB7Pr+19Eq5ZGvV5B2UphfKOFIrYIsy3h5DWWHonzC6VncRtKwsHHjBtx852ugMeSxqYIdG60GFhazWF3JYGl+Ac1yAfRK5vv3+H4NC/3JNPoGB9E/MYqG2UK41oRn+PCMNgIN0W3Im6b9xYuJB92gqzp7Od/Hjx76GU6dnhHGqi4/94v+xcrS6ixkejZk9AWWtxps/7cv1nNKFnN2TaoBmvoiWPJi1vlZlQPJKKr0UX6qzRYSkahcfwmT4RlFwJff4e8lcKoFccsdr8HUhs2olGrqWhNg85XNE4f1Clx1EAlHOsYYyraG54AQZzprnjkDYScCx4li9969+PBf/iHWr4nhxvVr5TW9BlUCFWjNhvQvDr2pEz2Ib7wCl77yDbCjKQFxzj1n+L9fk/8f33n8Cx8UZSW9n9dvWo9QogePP7kP6Ylt2HLxVahwzTBE1TFw+MAzePKxB2D6tRf1QmIK0QkL/O/WKfIWhMPAvZK4d0tsfVhpPvrELuw6Mg8rkoJuWGpYHHAQiqUREDZj1zZHKcrEekQ3JdCT21qpWhUrFmWiQpaxhpGhXkyM9iIW0bG6eAqRcBD/L3vvHS1ZVaaNP5VO5Xxz6Htv59xNapLQ5CgKEhQlmJ0ZHXVUBrOjo9+MWcaEGFAUBUEySKbphoYmdc755li56tSpU6fObz3vPtW0rnH9PvjTz+vqBdK34jl77/d93iecduoqpFJx5DOTWP/0U9i3bRs64ykZ2JX1iigFqODYsX8Y2/YchicQgenyCkuVNmvxiIa+7g4Jc0yQMCA5LbZY9NAGbHB4BOVKTaw0aH3zPzf9BGdcdD6SuQry9z2JpF4Qli5VLVzLJF7x7JZQZtsNPy0orAaKtJVJxeScq2WKKniO5JZEFIGedniSYVQGx2CNz8DKF+AJ+WExkNZsiMTfw+/MH4IvHkXOpePBl59EvkFv9ooMMFiOVUxLmLmVqgV3OCykDapQRalXq0ndFoZf7MDmzpuFaMiPbC6PadbOLsA06mL799LLWzCTLwk4Tb/Ra89dhe5UCBMTk5jK5iUzxtIi2LR/TPzhyawOhWI4/rgTMTmVQVtHN+YtPR6pdDuSiTZV74gVm4lkVytq2QqqhQlMP3IPjPIhLL7urYi2dmJidBLjIyPo7u6SQcjw2Aimc1m5A1rjbVj7xHPY/Np25bNK6x1RBTaHm2pYwyE9Q4jDgRAi9EGtW/jCl7+MS972VpHkcw/Y+PxjuOc3P4a3XoXbzfA7F9LJNGpUonFvdLkxOJqDFkxhOGNivNgQlQ9xLBm+OD+yN8hwU3lPSyBpqYR01IdQiASHACLxlNR5Eq5r1aDBQJJBmDVDVFpU4Pb09eOm2+/6v1jR/+/8yj+A1b+61s3wqmfuv1VMiClfZcgLGZU8kGjKbhhVTGdm4AsEsGPPAdz8i9sEcL3yindg0dL5+OEPfwpDt/HB91+HRYt7UchlpfklwOLx+HHHXffimWfXS1HAzksAWtuC364j7gGCLiDmqjP7FR42zT42cBo0yn9Z4NKPjwVS3VKyZRsIJuO4/LprMHflMdKs60YdP/v5bZg9fzHeeu5q8W3Jjoxg9OAB5GZyAhqlenvQt2ghSrYb2aqBWDwB26ohGPBD83mg57LQp6fx0rPPYNtLL0njqLEpt1WCri25oCoow1WzxXuEP0wQJ7A6UndJWqYUsNxkLZW6+7F/ei/OOetkGOWKNAkE5JryGeUbKcY4eH7DRtz041skfEqAQ7dbwJ/2zjT+80ufR1d7C3KFLA6ODGPJnAEHxCDDiL5BXhSLeXz9mzdh2869KjHY8aWVBFHiVyIPUiwvsgK8ZCSb5Nvy9fgeGhLGwc2IUsIPvf96nHfWWTDKRfFznBwaxAtrnxWWS8/chQi0tOKmH/0MOb0kxVKrL4jTTzgGG7fvwYHRKQF5WPz4pXNuoB5yo3XJAMyQC42agVMWLMN1l1yO+395B+5/4hkUClW8/5p346rrL8MLu17CneufRMeSefCFIhh/dQ92/vkFhBoET4X+pMzRmdpMczZAvldS/p3yzfET5ESWEsYy3nf9e/Ced10uU1tuvPRfYWBXIMgBQEkYOJSzb17/HBKhIOYtXYpwqg133PsAegfm4OSTT4DmaaBIr0ZaVXi9yBWL+NKXv449B4bk+2xWnwo0VFIbbuJdXgumy40qGbIevwoNIlAFE//9ja/h5JOOQ6lUEJlmuqUTtpssNvreAVu3bMHkRAYrjz0Op591wRverQmsnnfJagwNT0tyZk97EgGvBzPTBRQqbI6pYGIz4aw1eteEgmoKSQk9w0j4ffsZWsY87RqyMyUY1Tpa2tKIJyMw5BDyQi9WUC6XEJdESgszTJoUBsXrUmN+AGG3CajJUBMF33BAwZbfx4I14BMpHvchsqbIWuU0Op+fUVIvNrvBiLw/kYk5smeylRhMEQloCLMBNU1UrToKloWKwUNYrRdpnh2mhwKUFEikbMDI+lAMOwHuJG1bBc0pYJUNugrY4j0T9KtwKzbpBC8YNiNWprQ74b5R9yDgMrCwvxMGPXMrBuoGGzMTDbdX7Bj4hwwqNqKyWsgOsWtIxRPQyLAoZ7Gkvx2XnPsBBCIDqAztAHLD0A1LiKQ5o4QZi0mjDXgCXmFKxaM+xEI+pDxheL0MXVKyeg5/TLcNPVWEu6UKb9SE39dA0G8iKPhkSNiTzaR0gc7YCZMVVrXATBhv1QU3vY7p1VWnFQDTv5uMbTe6/fSZZh3PJsoQAMSo11Cu1VCqVFAqV2DnXBIiFHZ5xGPRr7kQDPvgoSyPMnkyxojCyXVR4Ba9Ick4Y1tALzEp1DiQ4zcu2mXlWU2mgV23lW8cpe6UxjFAhwMQPoD2M8VJoFICmCZc1jFl1FCm/2iqH9FwArFABEEtDG8grPxVyVSTeHS+LIFmAqtVBdZWyrBLOpDPw6XnoetFjORy2Fmwsb9YQt7vQywdRVcshFnxFFqTLQgmU9ACMbh8Ubgpw7PccNVtJN558Rte49efO1cGB7mKiel8FTN5+m86LD2eXGTsOoWlsJlkPSoGKNcPk+UV41QNreTaSSCJI/ZzmKyUetP/mtYNPB9V0AjXlPLWUwClEo0290AJ23HA1aY3qtgIOAxWpwV3wqRUsMORtHdHqi8yWgcY5r5LYFWsACTk0YVyrob2liSWLU5LoNtMuYpcjR68UVT9QRwcz2JsdBr0pZRT22kU1VpT7HWy1xhwxD/iqylAnWLI8jthw8FBpAzWGg1EYyEkomE5r8nyJIueAaDz5s3CvLmzhNU8PJ7Hc89vhVYt4e2nDqA3HURmmkBeEQtmd2Cgr0OsMQr5MsKBAKJJMoM08ai36gaMahFeaGJzUK7WUCz5YCa64UnNhkFRtJDLTJStACyYSHsNhCLdiMTSqFRrGDy4FxteXIvBQ3uQSsXQ3z8LbW3twiL0BMjsUmegyzaEuRVL9qG1dTZcniDGpg5jy/YX8dqrr2Hbll2YmpyU1PigP4FYvBWxaAJtra2AuwyjPA53rYj2JBAPmIgGgkhqIQS8ZEV5MJ3VRXK7oCeOjq4UDubqeHn7YcRhIxbwwhUJQndZqEwVoE9VcfLFV2H2mRdCtz3S5CtljhPO4gCsBFoNyy0e2gyv4TUgM4b3Gv+9rBdhGUUkoz4EvQSlSNr3oCphiGpNCFNQjCCdfaZpn+EAqmQyR6gA0AKiCHr11VclMZ6gO4HA8clxOaeWLl2Kq69+F+bOm4vxsTHx86Y/7dE/TWDrisvf+YbXNx/wt4DV4lRelB28T0cOHcL3vvNNjE+Nik2T6K3oKcmEbnojNxrobGsRoM5Xt9DX3Y1ISxorTzsNibYu8WZlcnd97AFEjcdEuWMSTCzWEUy7JNxz4mYLjdEwxl0u1AjQeyzE4MYW33ysTZ8GvT4OK/s0Go0iIpGo7N9kQokCSywnGBD5uv3HERanpuGMRXEMhF3oWfYWnPSOT6G9YxY2PXQ/nvzVdxDVgGAqikBbAu5UHIHWNvjjzIVIQGvrRTQUw8YXnsdNP/kRqjVlP8J1rPY7da6robcUwuKZzj2KoEAgGsINX7gR849bIfcOhz4ETmkLJr9uKcY8ZaWsOQiY8p4sTY9jw313okE1mq+ORsnCyFAOh+sN8exWdhNqkMRhMtl8sYiGDrOBWX29OO2ad8IdSgj7s+6hItDAyOgE8rkcipkMpkeGUC3k0dLaBrf4Fgbk7IjFY0h1t8EX9cNXrQloISI5CYPlMM0Bf5lmTxDYsQvgZ2EXU65U8NDjfxYwyhMOirqDj28OwAXYdDAJBYI2QenXVVnN8+Hom1l+t5lF0fT3dYDl5u+RdNDEY5seq/w7sXsS72d60XvlrE7FEjCrVcxMz6hgvqaFgPzTxuwlS3H5le8S1RkJFn6fJjZM/Lwq4I9EFy9i4ZgMRhRb8/VQL2EUE2ih6iAdlTqTQTevvbIBP/3OV3DKsl4JHGTN4GW+BQFbjw1NY/BpXYJ3g7NPwllXfBj+cEqYbytWvDlgdd2PbxTlGK9DMBZGwxvEk2tewZwVp+GKaz6ICq3jqYoKejA5dgBPPfoALDN/5HwStYVzj5P8c+T7/gvwm7/jBDOKcqkBvz+CjZv3YfOBGbi0iAQzW0ZN7jWPFhaLBDXEVKQRDo5kGFutyqAg4I+I7JyMVDQqmDu7GyeuWo5lSxYImcXrqsFF1RPJKx438vkcatUKCpkMbr/1N8hOzIgFAgdDUs+5fXjhlS3Yuf8QAuG4sPGZL93T2YpZXW2Ihng+uqWHkbBPr1cFQRXK2LZrF8YnZmD7/CjlcvjXf/0k/vVTn4J/dAqTf3gYiQbl/6pvJ2tcFDtVQ7yEiTm4HXVKlUpC7uFeH1w1WodZYttUpb2f141URxsFMtCHx2FMZ+DxKSYkySVev4YGyRuBELyRMBoJDa+N7sR4NYOiUUC2VMa+w0NS387q60MymUaIgXYkgBRKGBodx/iksmGpW15MZzJIp6I4dsVi2Y9GZ2aQNwyxE5g7d6EMAjZv3Ya9e/dh1aoTcExvAkO7NmFmegpG3UY6lcTOwQlsOTCBhkeFkvEraGlpE5WLUavj7Vdcg5UrV0Hzx8TCkYN2soddFmQoEQ01sPEnP8DI/g1YeM0F6Jg/HzNTWWzdtBkLFswTG6S9B/ZhMjONmpDVEti4/lWkI0mx3mBOCL1jJXiT9wx9yalU9rjE1sWn+WUtjUzlcMW7r8WH//kj0oNWZqbx0B9/gWcf+SPCVP5FwxIcGwpFBDhl3WrYLkzlajDqGg5PlWGAaktT/r6pKpba9yi7Et6/HPYVCgXYtTLi0YiwVKPxJILhsAQ5C6lH8yAR8cNbryHi9yIaCmJWdw++9ovfvakz/O/1Qf8AVv/qyhYZAgJg7cO/RyDAot4rcjoJdvFqIovnFn14cEgazDvvuhcvb9ws5tbnnH0OfH4v/nj3Pejr7seHP3w9envTKOfzAphwGkyj5a3bd+Pmm29FjRpeFjsiMVEgqo+SLVjo9AERhsgwAc7HvdIjwCoPQlLMOT2gnJ3+fcxfP/HM03H6hRcinErJ4qJn6Y9/diu27jqAG7/waczp6UbE64VVqeHQ/sPIFyvI1MpoaW+DRwtIYRyJMumQMlW3TJnc9F6kGbZVw4N/uhtrn16PzlhIwreCLrq92KqR8bhkMkVwgu+vWndhqAZMWiSYSzY8O30BM2mt8ImPvh9nrj4RtbKaLkp4lVPoKN8vVkQanln7An7ys1+hWnMSMBt1CTs45ZQTcMMnPy6+s7pRwtDEGLo7OjA9PYNwMIS21g4pDHgAfeNbP8TGTduOsBp4hPCakpXBAoJFj4eTbYftIIASA70oBZIJvvIz4vsKhDR88uP/ivPOPgc1Q0c+m8F/ffXr4snG8K5oa0om54899aRMGlGh7E8Bx5WKKV41TGmlPwsLonrAhZ5jF6IaIDNSR2c4jo9d8wE88ss/4dFn18GsNfCxf/4QTr7wFNy59h5sGzuMOStXCNi07ZEXMLR2CyKesEoYpV0EbSEYh8ZCVz4nUwiVt5Aw7Rz2KH06ly+djW9/6xsIBbwo5nICYoUCUehVUxgyhw4Nymb8zFNP4pmnn8SypUvxn//1dWzfsQu/vu23+OIXPgdXw5Sgj1KlBo/P8Q7U/Pjvb34fDz/+NIIBTsRfT8dWMiyCOpys14SRQEkNT2QxPa9WsHTRHPzkRzdJKiUPAtputLR2waC3KWXdfjd27dyNNWuex9vffhnOvfCNs11Gi5N429XnYO+uMSSjUfR2tcAHn/gZzWSL4h0obB36zVICatWRSCYEfKY9QFNK6qWcI6AhGvYglymjUqwgnoyitT0lQThs4iwGAU1l4Nf8CARCmMlkpYmjR93RkrHmNiSMEEbuUpxBjyjbjVDIh2DIh2rFkNcn85j3FPeTfCGrpscCdqg/nO4KKGQrSWeTLZwIBtEei1M0joxekWvN21SxkpQcuuEUmUdX+uIvJmwLB4wSkLzpJ0XvMHGrko9A5iJTPpk8yk9Bhi+lMGRX0MbBTzadUUFnOi4+XpkCvX+Yd0S2tFdYEGwIJLhIwFyGNHCNuuRe83tj8AcbcNVLiIcMnHfcWVh+zPtQZprp5A7xg6OFRq5UwnQ9I77EJpFPVw3hAJCMBNASDSGsJZQ1AS0VbD9MTx1mu45Au4lI3BZmdMRnI6S54XcHoblC8v2oEA12n5Y0lV6TVgAuPj28NQ9cpgfsCO26AlabhX23FnZ0f2SrViRQiTKnCkPTqrpIn31lNwK2FzEPGeyUSdqwfQ24aF+gBaSgV+icCHUV85RAiHjAEmtVza1YENQL6rWlWZZELsCmFzMHG2SVEkylAoGSOTZSdbhLGaBagc3T2YQfAAAgAElEQVT3VDNQYOPiD8Id6xc5WkgLCWuDzFlJG6Jft8TOKvuaI/6q9ZoEFNl6DS564bGALmcxUshjd86FAwUdWZ8HoWQYrbEwOqMJpKNxkY/7Iwn4fBHYlPGRhFu30feRa99w/UXGKoto7svZkoGJDAccTOpV6gmeRdzfmyAG16SCTJVlTP0odn2TQXREcu2QkqSxQgN+rxvhgCZFJweSBEI5YOClIiChgFV5ZpUK77jzNWXXAoiKx6oj+xdZufJdFXbrETarel7xXhYqLD3zCKYypV6BqrQM4dk2M1YQf/gl8yLoaNGg1y1M0GZjxkTO5UPW1gRsaUgYJu0fTDVwI6jssFN5TogfLYFdeoPLa77ux8nXK4gVgC4y/uXLFiMU8OHQgX1y74WCEUQiQbS1JdHRmUSD/n+eCGruNOrjo5irTWJBVwIHDuZx8NAE5sxpwaLFnfAFVUgewT2GcjJ0zvZTggkUc3mUp4syOJAgvZoLU0Yd+sBxqCXa4C/pCAXc+MPhGaRa5uK9S+ZgfHoCTz33DLavfRqD+/aLpL2lvQsaveHCcaTbutE1axZaIi60JzVEk1UUa37s3JHCsae8DS2dQ7jrzv/Bkw88hZnRjKh6Zs+bg1hLKzK5Anpm9WJweAzZmSoCoTa0pOcjGoyhbkzBLA0i5isiFiqhI9RARyqNnq4UbLcPu3aNwdWooK83joXzF+DFreNY88p+LOtPobPFjaLbD9t0Q8970D93EVpXnQSXPyUBoGzI+dOsU5qD6WKF97xb9tvMdMaxDKEvbQGBkIV0MopULCj3KUPZyArPVHQZWKtgRBVqIx6SMlBTg1C5nqGQBLmwVtyw/gU88cQT2L9vn0jIKRWvlMsIRMK49NJLceEF5zmgQVb2f7KOOHhrnnlHlDMArrv2zYVX/fnZdUcYq01LDH4nlUxJEqA5VMyMj+P73/0WZvLTyJULYtHScOTVmtsW8sLcnh7kzRr0QgmpZFLS3f2JBJYfuwrHrDpB1Ez5/fcgVXsUHn9dBnFW2USoBYh7vZi6BagPBjApwCoVOG6ETR1RBLE1vBKPta5EozYNq/waAp4CLKss6hMO/wloM0xMBQ2qfeLoumBZTwjH9sbRNXshVl/9FbR0zsXE1i1Y85vvwW0VEZrbjejCAdQDIfj8ETX09QC67UU0EEZmdAw/+N73MTmZU2epA6wKYNMMqqPcnmcZ7T+E4GejZtUwf8EC3PBfX1GMdud9iR887wvxAFVy9AbrY9NSSeiGju0vvIBNmzdi/9gggrYHSV8I45kZZPh7jg0S97Qwh2uRCDpTMaSmM+iY1YHl774GpidG+hkMv43hsTKGhoYwOjSKOsEqQ0dhZlqCZZLpNmFH8/5jiF2yJYlYOiw1J/dz4f5z/5JgQh5mVCqQlKJAtiawT4R9bGwcjzz6MHTWUuEAGnpN3SdNYE4KJEft5ezlr18rR2PA3qUJnjqDOPXFOSG/R/3d696tapD119deDbrJBlbhwQyj1HNF2DV6vpNVTuM3uYryEs3T6/IPfghz581DPleCjzZg/J9jJk7gld8JAfFUIi3AHa1SCBjKPUcg0gFZZW9xbEUYcLbl1Zfw+J2/xIqeOMZmhqU2S0djiNBXOuAVtioXl+GLYf7p78D8E8+HT4uIj35/f/wNn998wAs//RyMmg1vOIKCaWLD5h1Yt34rzr30Knzyxi+iXFXBnz6PjXolg0cf/hOq+swR797/G2BV+ZkrSxhb6lj2fGFs2roXmw8V4IukJTCI6h6xleE5ZKnAyuaZznORZ6Wul2WPDPkjyExPo68niYvPPxVz5zC4qkeUSpnpSTTq9LlUvy9kAocxyEHI1o3b8R9f+T8wKxa621ugBYOS7bL/0KAMBnkvM19joK8X/d3tEgrpsesCtLL25rUU31mNlgE29h88iP2HxjCWzSPo03DZWy/FjZ//AkKjUyje9wx89bzs53wPomgk0cnvFxsDfi7W4mQN874ge196Z96boowJSP1M8L9S0eEOu+DTa6hlckIg8LLnoR8sQUJaFwWjUssi4cf+8jgOlyZgBVw4PDaJw2PjOP/8C7BgzgCKuRnUZqYEh3D5gijqNRwYHsW+g4exfyyHCVrwmBXM7ulGf28PcqWCnMWXXnk9Vq5cKZ9jy6ZN2L93H/oH+rBj3RPYt+l59R15vOIvv3ski6GcKWx2nl0EFTlITqdbsHjxIqTTnUi39GDlMadCC8YxNjGDXKGE0nQWkXgEy5cMYOSxB5Af34HOM5ehJIGhGkYGh4TtmUglkS/mMUXvUtuFylQOtWwRi/pmi/8v2aXVqi61ViwcRyQchlGpoFotSzaCXjcxVa7hwFge6a4BnHHuhejs7EG4NoZnH78P00N7JPeGKkVapzCAumqaYgtX0C1M5WuYyFQxni3B5QsJlsXXanozq7pS1Q9NMgEHaPydYmYGiXhM/IHZ86RbW6WnzGRySEbjaG1NwDbLCIDh3hHMn9WHL/7i929qjf+9PugfwOpfXdkmsLr+sT9JSmozYbLp90YPCjYvDz/2JMYmc9i4eRtmsjlhUw4MzEUmm8HQ8DBWLFuGD37gGqSSYeilIiyRYtOkPYhy1cT3fvAjHB4cFRqXzA6cg00mgbDQSlsABmQwH9tL70IGAFFG7kKt0WAoJW3vka3WMGfRQlx46aXo6utXi4FsOp8PP//l7bj34Sfw7ne/U3xcWhNxHDhwGL++7XbsOziIol7Exz72UQz09QkLghtCOBqUCTTTCimVZ1KkZRoCet3ys59hePchtIT8iLuBFEExORjqkkhel+Rcj/hQHa5BAqxsm0xRS2Q/LCI5Vfv4v7wPZ65eJcAqf8jAaxbvqpAhrqLh0Seexc9/9Vsn1Vl5uJpmFZdcfD4+eP01kl5Jre62vbvR2ZJELltAIBhEV2eXUNcJsvz3d36MTVu2H2mgCRKRMcLmUxG6CJgrUILvgcUlgW4pumyyMH3OlJ84qSHA+vuuvw6nnHEaZrIZPHTvfXhp7Ysoy3fmw6rTTsSe3XsxNTwFl8FCm3JivxSiklhKPxXUQQjU9AJtS/rQiHrh8tkIurw475TV2PjAi3j51Y1yT3zg4x9CYiCFtTvXI2NU0NE/gHS0Fa/e8zTGX9yNiBaBIYEQKvGQDAClVFaAqkj6HB+mZiPG5ui/vn4Djjt2hRxilIFwSlgpK7AzFI5h3XMvolAsQwsEcPPPbpbPesONN2D/nj1IJ2K4+p2Xw6gUBZyixJDNAQ/iQDiCX916O37681/DH6APEEEDlWTaZKvyfZlWTRpcgpTs17nJ65UyrrvmKnziY/+CYiEjTLxsNoeOzlnCjGLgguZz4fChIfzgBz/FOeddgM9+/o2bZhNYvfK6t2J0MIs6fcA6WxAJRVGrFJDNlgSAIaDJw4RsdV6xJA/KfAGVclUOMzIgtIAfgRCL0ooYkdNH1e1uoKurTbw8BTw3yGbNomaYiMdTYmtRIpvvKCuAo7cgxVQl4MO7U3kHBTmR9vtQLlZkashrzAKHLCBK6wv0QmaQgfgkqpADRZRg88QwF5+EhpDdmGICN5/LMFQSPQFkFtwiXaZUn6/7epq5em8CjzuSWWd9sntrgkQsTh02B5/H54BCKhVTpc6ymJSGwKqhI+5CPN2F0UkdZo1MOBY44rgv1NSGJPEqaTSPfz4+6Cc7kynDQfiCFQTDDSRCGro0H85Z/XGEE4uRmRiBXp5C0ciiVMwgX5tGxdJhusnaNlSwlsai0YLmiiDgc4ssiLbwpl2Fu8dAusdGOgFE/H7E/D6EOQxz++Hn52MgEJkjbu5rDPNzwWVpDhPUBa9FVgkBQcr2PHAxGcvxwu7WQo6/HENgKiLX4vdPNmDdqApIGzI90OBDgEFkKp5GeUcRwKMfnUoMFH9DApl2w0QNZdTZuHmJrdrwmBbcnHbVeeawaOL7DcANNpxBeTwfR7uUpievPFfdgIv3JeVEBBlqDegcnQUicId7EAxH5ExgSnaTOUvvZnmbwlaqwWYBztAR+pHbVaBqwkUwQ88gp2cxTt9WM4Qxw0KOgyy/FxHNixaCqsEYQvRVpaqDTAnaUYjPuI15n/rMG66/3nvBfPFKpSVJoWxiYrqMXNFQw0yR37qP7JECGDLgT6TJjvRZGm8V6NMEX6WBdVgwyhaAFj4KOA044GqYVhP0I3ek+1zHgj03k6rl+1fSzSYYxGGbPIanp/plxV6l3Y4UwEqypUBa9buKMaNAMGGsSiK7kkUTFNPLVRQzZSR8Xixb1IpA1Ea+Ukc2X8bBgo6Jmltkd2SbclhJYIQDL8q95b01mbdO+KDEczmsVgm9Y+CM5sfI6Lh4unW2t2PenD7UqmVMZbMC6IudiV1Hd3crenvb4dO8KNTccPt7EK9Z6Krtx4qBCLL5KqYnSmjvjCDR4kMo7IHtC8Ef6YTVcMMyy/DadXhtD0rFKrLFjFJIwAU9Wxa7h9Zlb0HLvJNRqMxgJJPBT17dhRltNk6KaJh56T4c3LcNtVwZc+bMxbKVxyPd2Qe94cdUgT7HLtR5r+pVRDwezOr3IdGWxLp1U3jm2QZaWquIRfIwSiPQ3BnAfQinnHoOLrr4asyZu0jOgZGJEdz/wD34+c9/Dqtoo7VjAP5gAsV8FZWSjnQyjNmdLgn2m90GLO9Lwqp6sW90QqSQac2Fcg14+RA9NoFFnRFUykWEUm1wJXrhjUSRGpgDnxWAWdcF9GiG8QhgIvccA0t4A1uKwdy8hpT58kkbEIWFDAbdXjVYIzPQGfALI1908Q6oKkNQAgpK9s+aYueOHVi3bh02vPiigLes3ajgoj3Nscceg0ve/nYsWbIIerkkHvUMS5XgRQ4ojxpWNIEk3uuXv+Ndb3h98wGPrFnrBHCoALfm4LiaqyCbzUu9Xcpm8d1v/TdGJoagWwYs+tyKDbUb7kYdMc2HRDiEyQqbyrr4xfJ75HCOYMAJJ5+Et771chgjzyJeeQgebwWuSAh6roR4OxBxeTFzqwfmAQ2TVGtxL25oiLpo5aV8btdGVmBt23HwmYcAfTv08ogAK2gwYNCx+HBYi7LXOL6cHJgnIw2sXtKOga4unHPZV9DWd4zUkHff+UN43QYWnHQcxqsFFTRrNuCqUTVCW6aw1F9GvoBf/PBnODw4It8/n5M/JBCI+Ycc/Aol4vUU+xJlQCtZEZ/+6mexdMVyCaCRsBNKz505kQDv3OtZU5PpTxsiEhoqOkbHx2Hays4s7vHhpefX44k1T0sOhATHut1IhYJIRyOY256Ee2gEnYvnY86ll8NoROEydVQ1C0OjJRzYf0AktjaDnMicFvaViWgkKp+TWQH0Ppzd24NEwg8r7EONahkZbCqJLRVEdk3ZWDT38OY/PQENu3btxpPPPIEG65WgAlYZetQcBhxh9v7VnapA8P9/YJUFEnuP5g/BTnW//iWw2jx/BOyQeSkHtw0ZUjZ0Q3pAxYJtesVyCMUcEBPdPT1476duEMIHX4/BVNzPBXTlc8h5qlQVkrVBFRBrGWGoM7hKDY1ZX5J9zgeSVNDd040tr76MDY/di4iRwc59u2B5PEh1dKIlnUTI40La70UsGoG/dRZSc1ZgxgAqegWlQhY/+P5/van1/di3P4VgNIWK7cb6TZuxcdcBTE4buOSKq/Dvn/8sKjVl3UIVQLU0hUcfuhvZ7JgauDWtUBzrHQlEcX6O3nuUkoTAKoFketrSYzaEVzfvwit7phFN9SCSaFN2F1wjLrIwleqPZ5v0trYleyD7ZI3M0FIFllHCu668ANe+6wLkcyPCRgyFQzB0XfoxkkYIWHq9vCebPZqGSDSF++55CP/zg5uhFxlZpGy2qDwgo5QMx7ZoFH293YhFGGfEkD63kIz4nJo/ICGtVGCyticRoKib2LXvkPjfL5y9CJ+68Ua0ZiuoPbQWHpfyEaWnKQNvU2laHyhCgNgjOOom5jvQl5fkFnrn0i6DIUv8nkNaEKZeRWZqWNisZJSz6InEYggw6JRWAHLm+GBTidUWx/7yJDYc2IZ8Q8fw2DhmzZmDM1afJntmZnwMPqMIH+0qkmlYbi+mckWMTkxjx+AE9o6MYXR6SkIhO9taRVl8zfvfj9PPukjKYyoEx0aGZdCXTqWw7uG7MLztJbTEw9ANE3rNwpZDM3hp12HxLQ8ESTpoYNnSxRgeGkRXVxcWzF+ErTv2IpXqxnGrTsesvvmiAp6ZmUI5n0FvZwKtLgPJGICED8MCBHNYqWHDhhexb/8+nHjqyQhEQsjlSziwfResXAlz2jrgos0CS2chQ3AYr4m6RwVwltFw1VE2a5gsmxgvWJgu1ZHJV9DZ1o3j5wXgaZThR11UfgS0U20taPgUszxTrGDnvkFkyxZGp0vI5kuyP8Tj8SM2KCprRtW36l5UuR4E2MUT2LFn5HZF31YyZQk+E+ciWSgUpF2BjZaIH7NSMfR1tONrt93/ptb43+uD/gGs/g1gdc0Df5BJI4szmdwwAVRYRJaATb/53V14/Ol1YiRNfzCRVrJAtxrifXjWmafh3VddhmDAg6pMAgyZBAnQ4NHwi1//Fs89/wrcpKM2fTYcaSIXWdCuopUHlqcOzU3vFze8nDZ6vKhYQMF2Y8YwULKAq6+9CieedBICTjAVC0YGQt3y69/j/keewtzZs/EvH/4Q+mb1YGxyEn+670Gsff4lnHTCcfjQhz+IbGYaeqWEdDKGQIg2APw8jmTH40aFi91u4ODBg/jxj34OS9cR87jREtAQd9nws8G3TSma2IDlasDBWgNlhizQN5Hee5JeSRzUg49+5HqcfaZirHJBszg/utgReZQWxAMPP4Ff33aHHBASoSE0IwPXXHUpLj7rLcIy1VIpbB8cRMDrBSerbAx4nbhp6OUKvvmdH2L7zj2vA6sOs4/NiEfYqi4Hz6GJuYignfeq0t/JtOBhyYmWTLBNxabpXzofK1edgLNPOw2P3vsQnnriGbh8bsw/dhn27tqD8lgGqLElVpJS/mFzYYuWlDxeFwxXHdH+FmgdMXjD9GRsoCPZgrFXD2P80LAY959z7aVwJT0Ynx5G3Wsj2dmFhDeJDXc8jsqeCZElkHFE0JKbnwQTNChlVwnyzUCKpjk+N9ETTjgBN333yzCqZejlghihE+QsV/j7HsSTbXj44cewbeduvOPyK3Dbb3+Lp558Et39s+D3AJ//93/DnP5e8fVl06XrdRWw5PWK2ftjj6/BV7/xTfEmYpOipO0KUFAsAXoEm2LSLXeMFJwKTPzS5z+Ds884DXVTl8aMni8MJ8vkS4hGw7BtEzMzOXz2s1+VQ3L7jt1veG8msHrJpeeLYf3UTB6ecABtrTHEfEBusoSZTFE8RumDI6ElXE9RlbpJwEJZeAC+oF8SNu1GWaw/DAFk6xiYMwt+JnmWsnJNaRFASwCvPyCFbCablybnf2eskoPA9c5mxyfrjnLwcNAvgwNhdsrwhOxPMlc1VEpFlCq68shyqSRZYZU40mZZW02wxvG9ldCWZoMk0jzVnCtZ1P8GrCpwSNh3jjcQD1lh4ClbVrmuqslyfLpYPFA6RHCIYVKVEoKaD709SWQKBsYzTN7lcMaAx2uLDxgLDRJ4GCpCIJbPzcKAknwNfsHxGp4agmEXIpofvloVpyw/DQPHvg/jegCF4hDK5Uno+gysRgY+TxWatwrNVZfBhd+jQTcJhFPqTN8xskCVL5UvXUZHZw3daSBOYDVIcNWLoMcHL5mj/CyUNHn4maTlgW2r9cYvwM1xCZmW1DAyzE/0lqo07vKRLar8vjgwMLlnWjWYEijF4DM3wmSWSuvD5laFkcnjhTV4lFexhGfRN9lAsVFAuVFF3UO2Gf1eG/DwDwETeii6PMJiYFiYn89vMe9MUGLnn3yNGux6DXaVrHoy1+qSvm66Q3AHEvBGWuAPR+EN0lOVNhheJRWWVCfuybQVMCWkCkZVmEGwyiKndOn8Zw4ls4TpWhUZd0AGbnlaPlD6RO/FUAxBfwRuW0naAz6/sC1DHjcCHg9aP/5vb3iNv+/CBTIYZSgbmS0zeUNCaIqVmmN/wWRzJQsVtrd4q6rhmpJ9Km8x/j0/pzTBTlBj880o/qZqjhmQFNa8CAdYmFJG10xLV02rXExnTTaZ33J7E0ClnNBNdqsKDlKAqwO2kgkhQIj6u7/441EAp4CqBMUcVqms94YLRsVGzO3FQG8IHp+Oom6J7cb+fAXDZUuYDRbVDRwqOjZ9QsxyUt4VC169NvctflqefWy8ufcUywYODY5Ar1TR0dkmgwrTKMGEF5WqKYGG/D4WLhzA7NndEmg3OZXD+GQOA4lWLOvwYlYL1TF+hDQGJrJxAyqGDX96EToWngnLn0Z+YjfyB15EYXAHSpmc7KO+UFQaAC7HXNmAcbCAgTlnYva178S+vI6b77gXjw6WEAz6MefwGkRNA8G2WTjp9NUIhaOYzhfh9odEOl8oVVEp1FHMmihM+qDnJ2DVdyCdqiCRXIZQMC5WF5YVxbZNNQwNZ9AzK4f3vm81VhwzR0m5bS+++71v4/FHH4bHYjBkSUj9/f0DOHX1mThmxel48plprHniNrRqo1g1O4ZVixdgeCyD/SNjYm1AG4XJQgn7pwroSSWxMOlDMBpHoHs2CuEwAqEwWkMxeNmI+ZvWD7QwcoB1XicZbnMfJqvqdbsIuactWjMBVashzSVBa4ZesqaUe9uRPquEcsWkJAOLe9bevXvx/HPP4bVXXkWGQUUuWtawyQoKs/Gss87CihUrEKXneIUBglRAReR9iGTZsZpRAwa1glhf8V6/+KJL3/D65gMefubZI8Bq019Y2GN5HZlsTtZKXdfx/W9/E9t2bUVHXyfyMxnJOeB74Hv3e9ww9ArEDZFsMH6HZGN6NfEZ5Lo67+LLcMr8JBpDv0UkWoQd1GCZOiIpjqrcyP1GQ+2gF5Osb2QQVkfY8oAkPouqHNvCptix2BBuQ6m2H7p+AG6b4Yc+OYMZrqMGNGpgIidtU8bstnHy/AiW9sSx+pLPYfYxZyNrFLBlcBNqtZIM5EwOs+SUUQBNgN7nHFD6PCLd/eOvbse2bbscpYzjNenUBrKvOa95JBBXhjU+FAsFXHD5xbj0incwsUu9Nyr3nGFSicnRIktWLH0qwFgvF0t58eBz25b8/6AWxMTQBO6/604UjZqoAQistkfD6E4mcOysNpi5IpIrViB8zAkwTB/cdRN1LzA9VRQw/+CBg0L4kMRzvh49yENRqdPITk0EAljY3YPWuIZGZxwVckctx/fdNiUk0jaVNPxodZwMsQIEQzbghZc3wCshOwFYZYOmmVL7HanTHEuYo2/W12s4FT56RJxwNIgnnvliovI3gdXmNW8Cq/yuRSXJx9HCRa9J8C2BbQnhknA5R8lH64ZgAJdedhlmH3MypifHEeDgiwo2j0/JtusNCa6hl3oTPG/aA/C8JwjFWpsgG+tLAlLJeEKG9e0dXdj46it49E9/QMylK+KJz49Fx58o/u97tm9FaWoMlmHAdGso0ye/TNssSuMJuCsCzRv9efA7n4XR8OGFLduxe3iEo3GMjJdw5tln49Of+RSrZLWWzSKM4iT27tqIcjn7F1YAzWGLMJf/N2BVfOm5f5NPWj9iBbBl236seXUfwsketHXMlqAv1gGkWnlsL3S9AkMvC8OQeRzspWjRwNcpFLJYuWwePvT+KxHyM1PAQpVMTjIiW1rQ0tYu9hokQJAYIQMwCdD0oSaB2CX84pbf4rl1L0tYFmvLCq9NqSD9c09LCqlkHEEqZNxU/0kMo9SnJC9V2KsCCEdjwuwWEpHbC7NSRjFTwidu+AwWuILA4y/A5bVR0XVZ66l0WgB1ZQes1jM9PclIJwjM/sJDWb9PgxYNS5gqJfLCdud6K+ZRyGdRmMmIOi3Z0gZ/OASTQLdHWfqQxeSKhzFYL+CZHa9isDQlPcWKFUuRikWkDqpVdATd7HvCCEVjYjfIcD+SUkZmipgoV7B+41ZMTOUlsOuMs1bj0/9+I/zBqJC8ZjLTyGWzSCZSwkDdtPYR7H35acQ0nok+6HUP7nhsPV7ZeVhqGb1awbw5s/HBD7xfbBDvuOMODPT3CU7z0sub0dbei8uveDd6evuxb89WxCJBDPR3oSMRRiTswfDkMLbs2iFna19vD7Zt24bbfncbzr/oAvT0zpLz5PCuvZg4cAhdSdrOqaBLKj5dJFHQMo+2eNUqKnpJZfrULYwVKoKlSE7ARBannXwqehIFUeSQ7e+BX7CRycwUwu196O4dQEU3sWnbHmzZdRCjU1mUyroonwiaq7Pl9f2vuX9wzTdZ/Kwl21tbZO8gsWhyakqA17a2NhlS5bIZuQ9baOHVnkRXKiLqw2/f8eQbXd5/17//D2D1bwCr6x66DVPTE3IzdnR2SAFKZikXhD8cwy2/uh2PPrFWAp/InhA/TvEFJPOlhuuvvxoXn3+mbL5Ml6OXJw8pMkmZ9vr4k2tw932PiJGxSDWarvCS6MyNso42VwMdWoPLRxoaJmfTzyRTrWOyaiNXbwjY9e+f+SRiCZqauxAg66uuS1DCT3/1Ozz8xDoBXy656EK88x2XiTw+ky3iJz/9GVafvhpnnrUaoxMjGBsfwUB/LwJ+TQpOFhQEiYSXQ3N3mfQC3//RL7Ft23ZhbgbqBnrDPqS8XKw0l+aO7EXGsHHIbKCCgJIjc7InRbsLmtuFf/rANTj37JNlyiX+sMHgkUKyeTkIrN5z/5/x29vvkjAWTgbDPhfmtoVxxqpl6IjS2NpCavZcadI9kTbxSmPxQtk1z1Ey+b713Zuwb/9h1SxLAI+j4aDXKS+FyMKaXmWqB2YzwM2EDBs2lcLIrbOYIXSipqRm2INlJx2Pt593Ppb3z8fvfvk7PLP+OZxw0dl46YUNKA5NwEOvNocF1LQU4HfJ24XvxfDUEelrQagnBQdTdLEAACAASURBVCuggOMQk/zGK5jYeQj9ixag7eTFyNsl8T60vBbae/rgygMv3vEEgjkyYL0iVycllk0QPZGIXXKT5h/VEPP1nMm2aeLKK6/Ex//pPSiX8/C6G9D8PvFUJO3N7aaMoQ1/uOtPeOSxJ/Bvn/wU7r7jj3ju2bXCkj5uxWL8xxdvEOCjDrK3NdSqljTFEqDi9eLV17bjk5/5rNznlLtxQ1ZEDGXUrfz6CKz6JASBTRcB6GQqgf/++lewaP4cCROhpynZtLQCyBaKCIeDYu49MTGDz3/hP7F77wHkcoU3vEETWD391FMRSUZRMIBCzUQ4XMf87jYYWRPDw+PCqmBTwPAEAdcpYbeAElPOGy74mdKuKU+yeCKAQraCcl6HZRlYsHCO+PYwZVFj+hGB7irZiXXxRJ6ezpLU978Dq3J/qYKZBQVBtVgyjFg0LB4+9I4TiZc0YUAkGhLJZS6XF/Yj1y79cIStLAWbur8FBOV9xyRVNlNUb0sVzwAJ5QEp+XLCsnTop6+3AY4JY7NzcBoFeW5HHiz3NBk6iqHMp5RgC2lG2FwrD87+nm7xW6KVSq1RR4PgutsHF6XwfH2XTz6PApqY1K6am5g3JCBNyN+AWdcEnKQVidfnwqyYieUXfAnT4aXIF4dR0bOw6yVEfXUkgwaiyMJvFBFoECQNwvTmkad/b4ZAG1AnAxQawlodPa06ZqUsJIMa4iEfEkGCum7YNEbm3uowNuU902POHVSNqTB4+YfTby/cBFVN7pmWrOsub0DJ9vid8a/sKsyGAYs2J3UP/LZfJH+y19GZzKa/KOAiC6np10DAwzJhNxgoQssEAxm9jkythGy9jAoB44oBTx0IuX2o81jS3IjGgmiJhxD3A1rNDZ8ZgNtFVijbNp4/Nblv61WGqFAuSYsXDbYvDi2UhhblP8NAkCm/BFZVgJYgLtTr89oyfppSNTb53CtrOdKE4KpWBGQ1YaBgN5B3u5GHGwUXgQs2ynX43Sy6A5L0yn0yFooiRtYMGQD04fvnj7zhNS7AKuWkTNc1LOTLtAQwUajURfHBfYk/TWY/9y2VEK9sVAi0Nhmryn/VAVcdUKgppRJpK089Mn08BFc9CNNjOMAhClmlaq+XYDExcFAsKhlSHHku6eHhI3jqsFTFw9kBUvncys/NSSQn8OHYARzNVhVGmQBZ9Ctm0F8A7XEbYR+/Bx25cgXZmg+HiwZm6l6YDYLrHDDyfHacXR1ApylP5PskAEYAg8/dtAngeZgrmZiczogctzWdFIDeZZsICRhMpmkNvd1t4pva1hIRb3GfVYNlFpAOR9AW9yMUIBjoFyYLverU2ggh0v8WeLpPEn85jdK46SHMDL6GqX2vIDtyQGx1/OEkgskwNJcH2XWbEYjH8JavfRWNzhPxvVt+jbtf24NI7wKcYO5GYXAvSqYLi5Yuw8I588SmwK4r65NSzY2hoheTgxkM7T2AWnEY/b1+XPq2t+AtbzkD23ZuxHPPPwe3O4q9B6p4cX0erUk/PvTh05FqqSMWDqOmm3js8Tvx7DP3AboXs/r6ceb55+KEUy+CbqXx5JrXcM/v16NS2oRYOAOfS0fMZ0Fj4IZRQ8GwEaLHncuGFk8g7NfQHfZiaUc72jpnw5o7F7F0AprXgleLqqFT02bHYR46cabKN9GR70vADVnOrBPq9K8myGQJcCasa/HaVIAegTky1Hi9yQLiNd9/4BCeXbMGr7zyCjJT03Iv8x6gE8jcuXNx3nnn4fjjj5cajoNceizznvf76XGrbJeag2WupyOoqvN3XDsXXXTJG17ffMBDT6/5C8Yq/xsbQ8r0aQsldjhWHT+66ftY/9JzWHHCCkm+nhibRCQcQ0dHJ0bGRjE8OgSt7pbamh7W4pnNfdoLGLaBcKIDH3vXJfBP3QO/NglPnOSIGkJxl2QOlH4fhElglcwzuwHdbYPukt6GD36XzpsejZa5WKcN4DWzgGJhOxr1Alw2WWW03rLUIM0JKWruS7wmViOMZe01HD8ngGPe9gm0LToJg4f3oEro0E0FF6+lBx4GrlUI8Bgy+PPxnAh6YNQsvPj4Ojz/4ovOALD5VUvkkQKhmn6eTpAZh6EEUQj8zJrfgw985MOIphLCdiWIqrk9omCjxzDvBVoCcDLDoBl+v6yXmdDNMBkGYcXCAWhVA48/+CCm8gUJ3mWIbXsohIHWFI7pTMATjiN2wskoJlLQKybsGoNRvChksti6daswSmk7whA7svKo2ojTIsQZGrdGIljZ049WejvMa0dBbA9YQ9FOjUGRPKdUD6CUXMreS/Z1nwdPPvUUtu3aLvkFvmgIJv3BGXB5lDensuFp1m2vDwia4Kpq4/66dlJWAEJwOKqu+mvGqqrRX7eCkPqPvqgEUw0G5hKoVuQEPpaglwJfLYQjISxctBCXvO1tyLmCKOazcp4QJKPyj7ZwRr6C8bFhTI5zaGQJkKZ8QOswa1WRIXP9MhSLx5NYz3mUpzZZwb2z+jEzMQKXkVXKy1AUuunC2DRtfkqA23TeF4kUVBbVJWkcHj/0cv5Nre8ffuoD2HVwBJv2HkQo3QJ/rAVjE0W0pNM4++xzpX4gaBT21+E289A8JPBI+uxf/Mg3/zeAVVUdsyZzyTrkkEPzRbBz92GsfWUXEGhBPMmhIBngATTI5vMGUa2UBUAlI7dWqwjT0Cix1rEkTOvCC07DNe+5BNXSOEyjLOqO6elpqcHnL1wkNSO/65rRkH7QT1wAHBKWZD/eu38Uv/zVHTh0eFiIQolIBLVKCQf27MXcWZ1IpxIyyGUXxkqGw1zWzrl8Hrl8UYD2eDIla5iqueVLF4lKcnRwDFddfTVmN7zo3D4syocqCVrlMhLJpOPRrnoDDlBYxzKAjOAjGQ8ERz0MuWbYNZndJJ1ZioEb4mDFqCI7OQG7WkNrSyt8/gDMgCagr+b1iz2BHQ1i3G3gT+ufxoHKDBYvHBALuLqoY1kfWEJY4f1LpUQgoAImy+UKRiemMJgp4NWdh7Bt7xA83gBOWLUKX/361xCNxiTMN5ubkV60va1TQMuZoa3Y9NT9cFULUttu33sYdz3zGsbzKtC5kM9j0fz5eP/73odzzj4bW7duwSOPPCDnw+DQKMyajSVLVqCnpx/+ag79S+YiV8qiUanSJAKmr4EdB/eJqqsllZS+e2hkCJF4VPbM6lQembFJNEplIQuEQxyGsgcjKG3D62dgqyZKxkKpgEaNA6m6qJHH82UMjU5i5fJjsHThQmTHX0NbSxzRcBh104OJqQxGJ8bQt+xUdPf2way7sHvvITz8xBrkmO8hHq4QxipryOZgScn/FXufeyHXftMapaU1KdeOg5apqQzy+bwoWtPpOAy9iKnxMbTHo+hsiSEZ8SGVCOOn9z7/ptb43+uD/gGs/g1gdcOjd2DrlucwMzmGU086B8FEGwxLl4aMHpQ/vuU2PPXsejn8m7JestC4yTVMHV/9jxuxdMlCVCoGCsXckWm0SC38fmzZsg0//cXt0KtNeYqa6ouHiXjhuBCsV9Ed9iDqNuFn0egNYr/pxUyhCMujoWzoeM97rsQVl12kfBIJXNKDDQ14fAHc/PNb8ecnn4FXCwnodsNnPoOB2QOywX/3u99FsrVFPENnJsaxY+smnHn2mSiXSogmVFpks7liqAFBFxpFr1nzHG79/Z2o2i7y6ZCwTfTEQohaOjx2A2bDgxHDxijj1SmBp5yMMBnZEU7gx3uuvhyXvf0i1Ep5+W/CupFUeFXoMDHb74/hjrsfxh/uvhdWrYjukAurl8/Dwp5WeMWI3hKZc7XRQMGooPukM9A9MA/ZiolUuguuhhsz45P49ne+j8GREVC2qpwgmdhMdg+bWPrVqYaV7CROfyjPpWm3nIAie6Kc2SXsMuFVOqAUN/q+4xZjwXFLcOW5F6F2uIQvff1rGFi+FIVqGVte2wi/zkKfbGdTTdlZLBGAUBcL5YaBxLx2BLrjqGvqdeh7RuNoy+tDKBGXg4aT33qjLtP0WLodxuE8tt+/DlGL3jVekXJK405ZRigkzQU3Rb6uUP7VMSn3LkNVrrvmClxz9VtRrxmIBuqYGdkpMvaW3uNh+2ISTnHrbXfitt/9EWedfTZeeOF5CQ9g2MO7rrwM17znCvGEpSUGZbsGg4caDcTlILFx4NAI/vmj/yYyi2ZDLj6wzWaPbGgGSTC4itN0IfKZ6J3Vg+9/6xtoSSdkilkulyU8LBZLQTeq4gtHXygW2J/7wpexY/d+TM8U3/DeLMDqW04VmV4tEIYdiaGSzSIdD2D+rA7s3rYdekkXT1SClZTJ0F/X7/GJB6tMhmGLXyj5hYEI71838pks9LKOjq5WtHW0ih8g0Vi74Ua1UhU/TRfpmG4XCvmKA3j/VYqsNFqSt6jAq7qBcDyMns4OTE1OITuTE0m2SrmlH5QHqWRE1h4DDQiUcn5cq6uSUQYaTbmaDGzUc8urig+kCp9qStadWAnSQtX3SmYSZWcS/Ob4uDp2BbyzuH4UW4XgomqiVfNigeofk9NyAjJ6Ca2JKDpSceyZyAqpUZoJ/kvTm0yAWDV9J+MiHKD8mfYcEJCNAWqUO9dsyqI88DWqmNEBq3gIb7vwWtQWfgRjVhHFso6glkdPJIe0p4BQ2YRWrcLTqAhQy4bWSx/KwhQ2HhxFzqwi4Aki7vahOxFEX9KDjqCJtqALMc0r9hN2wAUXlQn0sCQAwoGazy9hW8IUpKyH798ZLomOTxKQVQpyF1nO8r24YHvYaAksIg01LQW4J9j1kJJZyt4j0cuKnUIPV/p6NRg2Ral9lUi9SPYpi2YBlSnq4nXMSTdZ58zOsrw2dLeJqteEPxVEtCWMtCeApEmLGe5/EQHSXRzAmGUUG1546kFp5jRPFB5fGoFoEDFfCG5Gy8eisIPccxQTjonoBMtZCDMZ2MX9hinSZg1gOEu1BHe1omSIbjeqbjem3V6wzarQx5rgPkMYyRfzEpj0ir1M2q8h4vMLi56MW++HP/GG1/i7rrpA7A2sWhmlQgaFXEl85wqmhap407JPYOgb9yg4vsQKXG3+8F8luM2R8TebarnOlFU6PlVH2wN46V3p8SAdCiAW8QMNicIWL1ParKi9WJ03MmpyGnEWvwwSImuVZyZ9iqkcEQsgMpEFpFVhWLSyoVpDNWM86/0KKKfUjg6QBB0CfiRTYdTrJfF7K+erMvjMu4PIGVXMVA1ULNoKAQbZzbIgX2/9m98Ck8Sp0CHIywAPAif05BW2aK2IRDiIvq40upNhBBnaE/KhJRpAKMTUaQ7CNFlzytqECeweGahRgs6hHxtMNmsWLUs8YVR8GpJzL4QrNgc6vUS5HzbcUs8w+8g0Mji4+xUMbl4D78QWmI0gwq75MKsj8PXsxokX/hOKfZ/E7379G/z2uRcx55iTccMZpyDuyuGFLeuwYcMLKGSnsWThYixfeBL8WhTjU0PYum8fbMuHBXPnY+WK5Zg9QF/vMp569A7s3r0LfX19WLp0mVy7oaFRkQQuXnwiZvUtQbVRgMsP7N1Txp23/xkfunYFLnj7ZRieTOL3v9+AR/98K/TKAZx9/AA6u1No2DUcODSMgwdHsHLlcejt6camTRsxOHgQbekUEokIghzk1WtojUcxq78frV2d0IIhmBy6ETiDJrYwwi51HK6b4Kj49tPxgsMKWk/RAiKbl/qCIDhZOmz+uK+TRUXlBu973luU87a3tWJ0dBQPPfgg1qx5FmNjo/AHeW81hKnFpvDd77kOZ591BpKpGEqFgtQaVCswLEfJI2hN4ZWzTNYNVUgCHqk6RXxcpamz8Pa3veMNr28+gMBqc100mZcCrFZNZEenlb+014Pbb/0FHvnzfeif1494IowWgjQcEMGNV1/bhNHRCfh9AVERiABDTUOEyEDgwTRsXHTxW7AqPAa7sQv+Vo7hAvDHawjaXgzdZyK0KyFgARUXRbeJVN0lAwE7GoV5zZVILF+E8cEhPPnQE9izZ9dfMFOVZYZa402Arbn+KAxIBV04/fSTsOr8C6F7NYRpX1MzhMHFz02J7rTDLCIYwSFYLELrF8Bdb+C1V17C/fc+iFKRoJl6HRnAOLYA8pmFuapY9hzc8lryv0Vjflz/0Y+gc3avnNUkRrBmmxgdERYb/13gS95vUMw6DrR4AxKyZW0QDAcluPfFR+7HzMSUBCjGA0EkwmGkYjF0p5IItLZj3tnnYMrtxfBMTuTW/noN2U0bsXn9Joyngth5eAg+O4iwxoDDLFy+GKKWG7VyCYtXLMFZ/f1wmUVU5nUjZzPJvYGG24Kfcz8ObHhGOeAo37sKh7JQ9Tbw5z8/ipFDgxKuE4xFoRsVuV9FMeKE9omqwQFjeS40yRpOJeN4uzp+9zJMVh7magEoFYQ8l0jwFfqngkDVmcA1qAIyuR5pKVGHm+dGra7CJ0Utx+BdVTzxvKQXevesPrT29uEd77xKfJUpwecZ0ppukRrk0IEDeOKhB1AqFZWfpkOSER9rZ3UqRYZTBYpyT9IaYNKz17Jx8UmrUBk5hGhAw55aDZVaHYcPD8Pj4TBMWRE1e9Aj56R8bDfKpdybWt/nn3Yy5g/0YmRoDI1wGlYgimq5gnA4hs7ufqk349EgktEGgu4M/F6GtiqA8nUmsfMJnevePKuPvCFh+PNAVi610ilpfmzatgsbdkzC7U/IHhrU/MqD1KcJa5QDmEKxKGox26yiWmQAVR1+ytfDblxxxVk484yV8BHoVYwG6WdGRobR2zsLra2t8v+ZXM/3Slsv1tK1hlLu0Tpv6PAMvvedn+OVV17CJz7xfiQScXzuhi8hHY5jVnc3CmTlu2wkUymEud5dwMTUNMYmJpBMJpGOx+HX3OhIx9Hd1iZnfKlu4Pp3vRuhyRKKr+3CYncEFauGqUIewUhYPHN9LF1Z17POdfo2MuNZtDfI6ueZLj6uPrA+kH2ENT6H+q4GCplpVHI5pJMpRBmoGw6g7mLuALsPDdHONpRjHnzv7t9gqKFjxbLFMGsFBDUvIqGg1EB1y0A+X5JE+rZ0G/q62hEKeDA6OYO9w2PYPjSBzfuHRIHU1t6Kz3/+c1h91hmYGJ+S8y2RSMnwlANqozCBFx5/EKWpw5jKTOOx5zdi2/5pFMocVlC1RsunOj7+8Y/i9NWnyyBh++Zt2Lx5o9wme3ftQDwWRVdnO8LeOjo7u2FUTJR1Hf6ghqJeQtbQ0TGrD4mY8tdl/03fee4zQ7v3oZIvyfoemRhHMhZHV0sbUiRTMTi8pGO8WBSvepgN9LalxMc0R2B1alrIXEvmzYZZKiAQs9De3i577M69uzExXUQi2Ytjz7hUMn8Ms45XNm7GU2vXCajOUDQOwwLhmLJnYm0pPMA66g0G3Jli80JWO61feI97A24sWbIM8WgcL7/4ErK5rLDY41E/ls3txYnHrsD46DAOHjos/sbpaAg/e3D9m1rjf68P+gew+ldXtumx+tLjd6FanRbJTzzG9GoPGh41saVJ/I9u+RWeWfeiUNxFoi6HJgdmTG4M4itfuVEWolE1USgpYJVTFP6TReWhQ4fx45tvw+RM8fUCh8UnmTMMICEEYhlo0Sy0a0zsdKNaB/bqLG894m9CmdKnP/0xrDp2qSP/dQuwqkyaNfz0ll/jsaeehtcflsJ3zpw5+PwXvoDdu3bh5ptvhm4a+PIXvgivq4FnnnoC111/DbLZDGJxshVU6yzgKkECx1+N7/umn9yCsem8JFUG7ToSATfafRZ8DMGwIOEYYyQwEVzxkPlniQ+nKhgsXH7pxbj22qthFJngSGBVFXIEb5waBG53EH/44324+54/Ie5348zl8zC3NYYQlbjCHmZxQf9IL6azGVTdYcTbOxHt6Eb/ouWYLOoYn8rhV7fcirHxcTH9ViwjypCUx5MEgXiYEFuTAoBnq6Qquh3je/qg1inVoO+lk3zK6y8JqRa07iSOP+dUzO3tx6lzjsN/fuVrmJiZwfxjlmPL1q2wMiX4Cd5JmJBjfE8vTBZ0DQsG6gj1JRHsicPSbGhBLxLRmARBhVvS8tnoYVUpFyQBPhxLIZFuw+jG/Rh9djs8hmpXeCiwuOG1InOExRfp/apwVvI0Btgov8oG3nvdVXjnZecrKZ/WQDEzJJ5o0fQ8wBtDMBTCj27+JW67/U5EInFhYPPQZvrkv370I1h92onOfyM44xMAlY1aIh6VzXtodBr//NFPirWA8vJSIP3RMiyi1LS8EPNsATBqWLRoAb75jf9APMYiwZbDidO0WCwpRTH7DvrR0MPoi1/+Grbu2P2mgdUzV58Ku+FBxReEFYqjXi7B56pi5aK5qBQKGDp0WEnevF6Mj4+LtUbIH8D45DRzf1XEPcEVtxvxdESAhuwM/WqVLDbdlkKlWHD8yFwoF1QgUJ3M4kgYhTytDijhO6rIdkKk2KrIiIYWCQ1TGOcdbUnxoJ2amoHX7Zc1Q2kcrwuZnPzuCbTlSyVUDVsAExZ/qqZTzNEmc8hBVQVYVQW+YqxKoS/eXx7F0G9KmMm4cKb6SvpMlqtKO+c2oVjIygaEQLoAuuInrGwfOEzgyyTjMWGz5HWmryq2lMjc5T51JNN8TxSqe1wC0jAUQXJsoCEe0BAhzZx+wj4XWmMBCRw4cGgMPZ3z0XfeDRhJ0J+tjlZPCb3hMkL1CgKVAnz0s2JqPT2qbULPFip2Aa8d2I+dh7ICrHZpAfTFQpgb86EvaKMlAAS5mWoe2GQnk5kT0EjHAjS+NhmslDkRDVY+s9I8SaOs2Kos1bk2u8UKgIAk/0crgaavNrFrhkY414AGgJL65ZbhkOxJQnqx4SL7zNSFFdqgLysZ1fkiinoFhUrl/2PvvaPsOstz8WeffXY5vcyZqtGo92LJcpHBxgU7NsUYAyY4gUAuJcEkhJIEQklMEpL8Um5CEkIaScgKixBCxzhYxrZsyUW2Vaxm9dH0mTOnt33KPvu3nvfbZyw73HuX/WcWwxKWRppT9tnf973v8z4FlWZTQtMIYta0Jho0stc8TNdrmCgV0aBkMmVgNBVGfygiLIcW15njolbh3k2vxwSGzCT69QT67DTS0STseBR6NAo9HgNoNdJjOSkzZ7EOYLOstZriHwV6NjkM2miIFYAmCcsaGkFdvFWrAR112QMJmglPDp7myrVOWyb6KA1n6AGBT4JqH/jQy66/PvqJ/wWHgxmnIfcTC8NyuYSJqXkJIsjOLwrznAMvoeiwMfC9MXrMIQFVuTf9H4BVxfFUxhm94aqcZ3pAvE2TcabHMkCwKY9DYJMDMnUWyEmn1piAufR2o3RXl7UivGWmOFPlQj9RWgH5Un/1PcpvlS8yWSEcFvCxgnoHg4kwYkYAjUYJjUZVmvuQHRbbGMvS0XBd1JgC63pw6InWbKMq874XM6YIgCobAJ4ySsjKpidiW4iEQhhIGOL9HIvYCFnKwoP3lFI+KAsYGcjw+nJioBGYUGxgJuGSmeObkEidUKFcf3Ab+te+AQ0vJKAwg9a47kw76ttEUDXSRCE7jbNHHsXMsafhTeQRDk/CXptCePQ30T9wMw4+fwjfO3kSVmoQP3/ZVViTSKBt11B0zuH58wdw4vkTyBeyMAK0Uwhh7aZ1eM1110sq8PTUBJ47chAnTxyXeoMyuFWrVqkUbT/wgdYhy0bXiWKpqztodQJ48tECvvLlJ3Dda16HcFzH3kf2ot1+Dje8JoVdWzchkxmEprclJDEWz2B0+XosG12BWDSC2dlZkVGSwc3/5hezkhZt6F2EI2RLcT2QIa9qRDkzOWjh6+H+K8xUdaYKsEpvdc2UIVzQYMCpJgP+Qr4o2y3T6Xm/xOORpWBLWh6VSxUcfPYQHnxgD06fOS1sO6W2ccXKiuygN73pDoytGBbGfLXK4Es2p+pelbODwClD3HgjS/qw+EkoKxUB9F58n73+FQRQ8nP4ScCqgF3tLopzWTmPeH5/7xv/jq99/SvoHx7A2IplEnTE98LX8ewzh5HPEfgRfp388t1tZF0ymLHb8nDDDbuxu78CXTuKUJoqMh1GBAjnLIz/oI5IPoN8ty6+0AWtg0zAQNcKwr7lWtSv3IEa2ZzFGp7e/5Qovi5lDknN6YNBvTrxBWDVgwUPt7/pFuy6idYYITi1ClzH8QOMNORyOQEuaYUVj8XlKGczXMjnRTFXmMvi4FMHcGEyK4PvS4FV2X94Fgugp4BVsptl/QrTuYu3vOtuXL77ShmCcagyn51HfmHBt/tW3yPRgR6rwsKnxUqrLTU2B/1U6UWiUTz54P1YmJ1F2DSRCEXQn04jHokipAcwsm4d1u5+NRbaLmZyeXXtKeGfHUfp6SNYbDg4UW6gXGzJcLV/IIl8pYW0aWDt2DJcuWMXBkpVzDULWBwbQN1TPt3CBm530SKbWA5W2azlFBbmta5jrpTH9+67D1UGnoVthKMx8Sklq1tqFJ8hyutEj3W5Zv69vTSQVr4uwqSVs90PjBKA0gfqe77aivnKQYYKBeQwVnoTqcXU73t7PZnTVIA4lRoqpbKynRHbGvqiuwiYBlKZfoyt34g7334XsnPzwlLjc6aTKcxNTeL+738fi7NTL6gufgLI+CLWrU/5pJybZ0MiEsHbb70Zx558Am2vi74tl2FiZgYnjx1TrHeuaf8M7P35UnCz/goZq29+3c9gZKgPId3EVLaKQN8wum0PmXQfglZY1AbpZBSZuIeuMwUr2JY6sfdeLgVXX3h/LyYysPr4ScDqcydO4enjWejhFAIM/+Ewk8OYoCm5EmT+E1htOQTDHFQK82iLci+EeCyIj/zauyWMkcPdWCwplmCU/88vzCMSjqAv0ye1Dy28FLAakn1Wcg6obOk2YZlR3PfdvXj00b14+9tuR1+6D1//2nfxo/vvR386IyAZ7e7IWqYHKy36xOLE98MOWUGsX7MafbEQkmELlUodRiqBt9518dpZ0gAAIABJREFUFzYNLMP4E4eQOEbv5Q4WFufl+QmGcv8Qew967qoyRd2nrFOFEEzbhICQNviL55HcrwwodNuoFgvILS4gnk4hEovBYL6AYSNgR9EJWihqLiY7ZfzH3v9CIBXCxvWrkZ2dEH/25cNDUlssLsxLwHY4mhDg1LYNRCMGQoaNhXwJTxw7hyeOnkKh5iCdTuE973433v3e90poYSyeQCyeknUooWTdOk4+uQ8XTh7G7MIc/uO+PZiYrwghiDXi2OgI+jMp9GXS+MX3vh+pVBrNWg2P7duH06dOIZ/LCpjOQSeHyEP9w1InJOMJtLsdzGVnUOHAIqj67rAdFqUjWbwMQ1yYnkElWxC7jfMXL4qCuS+ewNgAFSgWphcLmC2VpWeL22Es74ujPx2FFYmKLV271UDXaSAasjC2pl8G7lR0dgIeKq0AYqkVWLFlt7B3FxYX8cij+2RgyFaCftf8bBiuziEn612D+IYMZHVlTwhPelGGaTGnpVIt4o1vuF3A6ft+wH2xIrVdMmLg9huvwWtvvA7nzp3H/qeekbOoLxHBP93/5Muu0f8n/8BPgdX/A7D65J7/hGEykZFsM6YPklLiS/7MMP7ib/4ejz3xjLCWVFPMo4WhJW1s3bQWv/XJj0iTwXq3Uiv5zAweyso4niy4L/7tV3D63OSSBEQku6TP+OxTRpNEvSZWhEyRfmUbLWQJkNEvpdNFOpXE7//eb2OwL66CtjzAovk2m8WAgb/5uy9jz8OPyiHEYoDg15vuuEOK8Ef27pUN+f3ve680bQ/+13347d/+NAqFHEIRS5gHPCQ5oSUjqRdcQbr6X3+JdgCnYQQp9W8jqLkYMDrIWExPbGH9FbswvHUbFqtlAexqVUc8Urix16t1XHXlZXjD626WCZ/AMWSR+Qc0Fz43K9uK4Gtf+ya+981vYtf6lbh20ypoDidYqhgyQ6YvQlbBXgulGurNJqxYEgOrNyDraNiz/1mcOT8hPjA98EicEcVDjuAV/fMUMKQmtMrXkMwO+hsRmOLmyAJR2mvK+Mkikmk8UDG7uOb2m2DFw9i5aise/96DeHzvE1i/aztq7SbmxicQ9SwBwHp+fiKN871am2jDGo0jvDyJdtBFkknpoZAAP4Mrxvwk0zZqlZI0pkxVHOhfhukDp3DxkecQYuhOW9k0sJbjfwkg8Dm4wfeafZGW66ZI2YO6h198zzvw1ttvgsmUb1NHyymi1ajDMFPQyHIxLXzyU/di3+NPw7RCSzLxkcEUPvvpT2DF2LBiH7EANCw0Gi0xDGfDQsBvfrEswCq9RMUc32/YewxoaR78dGsWFwTX3K6Da161G/d++hMI2QQJXJnosvhl6BMPd5dAfSCIaq2Oez/3eRw5ehKL+VfGWL3hhleh3dLQCsXRCNposahGA5vWLUfUtjA7OYV6uYKQZYlsitO/VDwtID4P/KARUswBzUM0bkux1KjVJOCqL8MU7H449JkiSwIGGlUHbc9DpVoVBgflJTzICGb1mCqqGCWrTYETlIWz0TaCGvr7IsKc5ESWdpYROyrXhgA9W8L+dAqZvjTKFUrci6g128L2E8jGZ6gQ2FhyHJHnUGztJWCV35LhBo0DesxTVlKKrUq2JfeunlePKkrZ4ftSKvFn9R+X97hGL1BK8Fzx26NErFypqzAFgrPC2FDek75tq7wmkUbRoylmwzZV8FWzayJqGuiL2LB0DzFLw9hIP1YPRnDy9AKOzuVw2c0fhbftVcLMWJlyMBpswmq2oDfmoNWKCLoMvAmIDQONj1pWFYcnjuCpZ+eBdgj9YQOrkjHsSEWxLmKi32RogIeAHRRmKiWDmmXAY2gfgT8yF2g6zPdKEJlNeEBJBOlxSjmc4ot7WGaqdFdeA0+LKt9Ov+HyOBhhkyQJy5TR83rQxoGfH8EIPgyZq23xMPWcJrxWSxquQKMl3l61BgHWGpodFXiQDeoCntW8DkpuB9l6HaW6g0rXQVtzYdP7T/dQ7rQwlW9gfpHBThquXrYcNy3fhI3JJAZTNuLJBOxwGoFQBFo0Co0yTDmjPCWv89UDclHbLWhkK/F1OkUJS/CcBrRWS7zJHENHUQuiEQyiEdBFBivAkKdYq/TZ7DNtpIKWBIZplIgTHHn/L7/sGuyvv3wvGvTerFMG34Ru6Kg5VSxMZzE/u4jxCxPIzi76QwSuAAWiXqojJNBIIKLnPXjpi5BGbQkg8sFv/x8QfIwGdRl4pOJhWKbybyUA1stwfiGs0WdEcT2Q9UXGWJDDBE3OfPEAF4sAgq6qgVEhQ/QgZoAeQ6QIrAZlnaUSJkb7bIS0ttggcAgYjoQQCVvyuDyreViQYK683Sn1Y/CkkgbLlZAaRQ1QPN7P9CL3Q3a4NqlcIVOeGKo8loBRvJ8J6nGYsxSZ7G8HPrjAvxdQgAwRoW0pP3Da7nTbqOkhDKx/E8JD29DodGFTwRHSxcOeUrmWBGnw+6a8dqdRRH7qJE7v24P89FMYGd2BZOZtMKx1oBl4oa3DcXXEjC4C3Ta6dR1GqIWRLUG0rBzOXngeZ06dwuTFixJgSN+67MIcKpWSAL0DA/0YSPeLJFEFeymbCA5KM0PLsXbdLnhdG/OLF/HcsQOYnipgeqqBMxca0Lsa1q2PYtuWBIb74zA0U5Q4bdeRuuKyHddg/fqd0ljzWgjETGCSFkFi49MQtovTrMgZQrsf1iLyfQ4wND9NmgNVCT9Rg2Zho8nvlaydnwmBLQ68GDyXWyyKFc3GjZtx4sQJ7N//GNL0SRsaknv0wFNP4/ixk2g21SDTpeWKYWLbtm248YabsHXbdqkxOg5fF0MBFcNK9nFCqLx3feBfVrd4iSsPY3rGq5rkBcYk19Htb7zzZa9v/sD3f/zwf2OsCrDa6aI8n1PnlRHE4w8/hL//27/EwPJBjK0YkzUVDtkimz9y8IiEQraFO6AGkPzF2ldA9A5ZrDq2bliN25KAZp9CZL2HMGXS1QCMYwbyR1wYbhx5z4Gr+z6gDNVZsw7GO26DEzal8V44N42D+w9gcnJKarSeFL3ng9+7CD15uzw/XISCGrbv2IqrbngNGhK+7sIKBBCNREV+T0AkFolK/cdhdKNaRzSVkPOJvoqdcg0nDx7Gw08eEkZTL+irF+TEs0j5M/vED7H9UJ9jt93Ea994G3Zf9yo8uf8xOPU6xtaslMDFFlUg4s+uod2khJd+zR5M2ncYhgz5GXwStEwYloWzx4/K/Z1KqjqXwARD78iEd9pdpEaXwzUsTM7Rgo0AcFAsgpxnn8Tk0SMIjI0BZA7qHqJWAtlcEUkzgG3bN2N0zUYsnj2Ps/UmSumUMOR4PikAATJwFMVI1xPFHuW//CJjK5tbxOkL52RAyfM9HkuIP2Mm0SfsN3o99mxhImGqPFxheZHQwPpLoeK9k8P3zveBVfE6JglG/I9V3SP2Ynxt3Es5vGL34SsSFDsW8pnKfeh5uHD6LI4ePrJUKynrMk8k3twbQ/EEXn3Tzdh93bXIZRelbmaPR2LP8cPP4YH7fohux1H1Vo9B6//+0j/72/8SuMv1zz2B6ovrd+3EhYsXEUz348rrfwbf/c63MX72hNSmwrbWWLOrYftLAc1Xyli96TXXwQgFsGvDRniuhYmqCy0YlXqX/qH9AyOIhg2YgQo8Zwq2AKtqeNMDdnt95Uvf5wuv0QdapYdXQ1SeNc+fPo/9R6ahh1LSP5O9btqmWFFwQElgNZ/PS8Cg1mmgXSuKpzjVF2vXjuJjH3svMhlbvOupLAiR2UhWYqkirEAO65gtQqsznisMjqb9guzhDI1uN9By2pgYzyG3uIhkPIxEPImZqSz+4i//WmoFg36h1ZqEDPNmGoiFkIgn5H3wfOaJTl/zdJQhcRHUWy7W7LgM2191DdatWI0Agyv3HUP15Fm05+bheC2kBgdg6qZ4M7Mn5j4l18UfyDBIldYEBJnZ17Ya9JVVBAnX42C9I4QSenMmBjMIpZJohGw0ggZmaw1MFEuYrBTQDAewWM4hGQmi06qjUS4Ik3LH1q3Yummz2H9MTs0opaJlIp6MYGxsBMsHBlBzOthz4Aj2PntM/NWTqTSuuuJKfPBXfg1r1q2DFQ7L2SfZCZ0OGmRMN+qo5bP4l3/7Cr59/49kEMq8DH5+A5k0br7xBszMTmP9hk1461vfgkjIxIXxSXz729/G9OQklg0Pimf0soE+ufbpRBKFQkFsZFasWo5uQMf0fFbAdmbdxPtSMkwSS49mA7WFAhrlKuazWcxkF2TNrxmlL72NqbksKqwPWWO5XfRHTAym4+jvH8T09LzCZCyGStsww4aA9bQDSGTSMFMjGBjbDs1OYmJqRixwjhw9jpPPPy9EAdZWPPupkuYdrnzNFf7RJlDuubJXUInCuoJrnnaS9NuNJhKYuDiBUm4R6WgYu7asx5WbV8I2dZw4fQ7TCwWxx4iGTPzbA0+8ojP8f+oP/RRYfckn22OsPv7gt6AHFOOSnj/CUNN9xqNh4X//1d/hiacPy0bb5abss17cVhO33nQ9PvjB96DZrImkttqo+AWgL7miv4rj4O++/DU8e1hNrwVs8oFVLjo+XIMyFreJUVNNTrPttjSlnHCyKFuzciX+8PO/K5INYXt2XdjEf8msQhB//Xf/hAcffhQ6GS2XHDacIhN44/T1zjvvxJnTp3Dh3Gn8yR9/XnxV9UAX0XBYChumorPIVhPVgCTQf/1r38KDD9Bf1haAzKWvmtvEcNREwgzgznfejW3XXSPhJGRakQLARUywktJ2Noi2RcsDvk/lb6oCQMh0MCQwiHK3PQ88iAOPPIbNI/0YCrHI4mtpyRRMWlSvi7BtCfiVr1dkstJyPdjxfqy54np87+En8dCTT/kNHEFcslUV0OcFuwhnLMRScRghW4DBerku3lCcijr1lkh06WIjihkxvVegLtUdBGdrXhOjV2zAqsu3IDszj/KpGYwfH0dmeBB9Y8M4e/oUrCp5EwEwVVGKTstCm8VYx0Wz24K5LIbk6gHUtSaGR4bQdOqwk3EMjI0qKr+8rpKEihmxPgRdHQsHz2P+wGmEdEoN1GSM7OVL5WTKBkAxo4TjTPl6h8mfGj7wvnfi9TdfCzsUE2CUh3i7WYel0y/YRKvr4UO/+jGcOT+lfO/kUPWw+4rt+PjHPoxIiOFgLNAZcmCi3mjK9aNUhVP+QtnBPb/6UczOZpcYqz3PKE7aFbBKRpahJO0MYOg08Po33IaPf/geKdb4+D1T7VgsIa+fU0DaB1SrNXzuc5/Hc8efl4ney/2iFcB111+FUtFBN5pBy4rDdWqwAvQFimEo0yeH4ezEBMKSgG0it5BDLBpHx2vj/MQsjGBIrBXYLIdDTE0mK7wjoF4obKE/kxYJeyGfQzyWRi5XQof7BBOHnaYwfXkt2DSrwBzFVlAWAJSXW4otR3sRyi3SlkiLFxbyqFWbiITjUtR3mjw41b7EhExOmeezOQkPoD+hPJ5IcZXM2edEvCihlvfHUiHq72MKYFUhOPIl/jwKWBWGgjQpyldLLAsIBCtV/9JeAb0lrEoy8WLxJKp1Rxoojfe/z05X7BEFbMlwQ1LPAySJKk9Vm36SQKfLSKcuMrGISE9oXcsByGUj/Vjbn8S/HzqKYOZ1GL7u51HSgdWZKpaTrVJ1EKxNQGsuwhCGJH1KA3B1A027hqNT+/HkU1NwG1FEQwGsTEZxZaYPW5MRDFh8LR1oBE8pA6OxoLBXDWhkoHJNMaFE5KN833zzktcthvV8j57Oz9zDiBkVz2GN0jqNzG5fCsjrQGCVADmTfxkixf1Phj28rgQxNcUWICuULGUOiijNIjjFhpFyHqciHlwMUiAYUm57EnbXIHM10IHLIA6qBxjWU28jW6qgWHdRrrnIVxuy1iJaFbtHxnDd0FaMMLQqAmjhCALRPoCAaiQMhMg+IJta7d18ywQy+B40huW1GF7VgtYoSuiBRrY7fYrRRT3goRCIwjGCaFApIPcA2fZttL2WSBv77RAyeghhjencNMAJAh/44Mtd4vjnf/u8YPq0ReB7a7QclCp5TE1MY2E2J17JM5Pz0ugoOb7PHu0lZbOZoFRZBmzq6S+VEfZYSD3xvAwY/HOc9zD3Dd7DibApbHIuDgIZ9CPzH02pDITR2QObZJwhFgPCUO35qr4IWCW4qnySyW4lsEqfa3qZW4EuxoaTGEwHoHssktkgmcIeDASUZ7qn01/XN/wQMMBv+ANquPjSL4b58L7p7U7CSOr9o4AKblsa3vjqBMoTle2FAhJ6DC0+Gx/J4UBIhlL+IIbAR6OAQGonlu+8C91UWKyDonYEUTushpKUpfqeZMKMp1Sbr9mOwqmVUJg4DS/XgVcvIxgcQCjdj0YzimLRk/VrBiy4RRu5ShbLtgcxsMFEV9dkiDE7cwGz0xOYn59C120Keyhk0fdXBQ/x8xGp+yVS7VA8hcGRNTSCwcTUGcwvXIBlGiIjdJy2rFfmPvHs8MBG3EGw05BaibK8XVfcgGRyFPWmSuRV9Z+/1fqfhDBuwKGsUNiFMUiGFO/ndof+9MofTflFuooZLTe9GnpSHcHvi28t/41GwIt+9hrC4Qimpqawf/8+HDtyDFPTE6iWK2g0GXahFDX8pNet24DXve5WbNu+FaapBiF8bipxCENwrxEvSD/cTGHrBHRZg/KsIEjH/YLvUV3LnoqF9wCv6Ztuf2VWAN978KEXLDLE5/oFdmB5Pi/nUcDQcezZZ/Cnf/T7SA2nsXrtWmE/8bx1Wy2cOn4SraqDapvXjyCqstygLZSijhsItlvYuGoIN1gxYPI4BnZ0EdpooXqig+4hA17DEl/rEjpoBpvire+aQQR370b09TdCN13UOy6ee/wQntl/QBpyeQ7//SuWb+886I031L3A04R7AlUwa7dsQDiVQDQcxfDAIGrVCgqLOSFMMESKIbkEVndccTlGV62QQbRTqcKrNjB95hy+/+A+yViQsDv/+UXVdAmwyuckuYGfkbDUOh0MjY7AsA2cff4EhkaHcMsbXwfXaQhjmcxUHvocAtCXV/INpGH3EItGxW7MDoeE9KCTYOC6MpgQZqwWkBTyvmRKBo7cgSrVmijcBoYyMqsLdIDiqcM4ct930DecQXj5MKIWbQSCMAJhhA0TdrIPgcwauAEbE5UCxuemoZsKWBK2J31/gybK+SoOHDiAiQsXhDBCljVftzCoTRVe1vK62HX5lbj99W9Cp6XsSpi6TV9XAvGxaEwsAuj/z3XXErWYH1rmKUWjrMtWW4AKvlfaJXBALt6ofniMIs+oPbKn1GNtIgO33gmhKbn/c4cO4dGHH5JelOtS9ENiSUarJw3pwUG87ed/AaF4VBhq5XJZrJJGh4bxxGP78fCeB6VH/H+CqnLISSV4yTHgIR7UJExvsVbHpmtvxPCy1fj6V/8VTiUragrWLkE9JCx5+vX3wMxez1gp51/2+c0fuPqKy+GZGtYOD2PH2m2YKjQxnXXks1q1bq08p8FA35gLvT0rijMJF73ECqDHzv5vALL/iuS1SvuuhlsMQuMw5tz4JB566ixgxhGJpqQmJcuddmyU+9N2iYAnQWO3UcK6FcOyHsfHJ/CGN96Cn7v7dhiGROIhnyOI30U6ncZiLofp6VlZG/T/rFTLGB4exOo1q0X9Ua9TcVYX/9vZ6XnkcmVZVxyksd9iyOehZ0/iyLOHkJ1bEDsARbHXkIma2LJ5k5zz9D+emrwomQuDA31iy9PoADuufQ0ue/WrkerLYCDTD3N6HvMP7MfsQ/tRLeaRGR0SXIBrWJSq9NtvtoRwFIqGBUgLmiR9cGjFgDQGVCuWOxcsg64XSgXk3Abia1ZAzyRRtE00jSAWaw3UpR8Jot6soVnMYU0mKgHKubkZ9KeS2LJhI1KxhGQwTE9Py/vgybh2zUoMDGYQNAOoNF38cN/TeFSA1RaSyRTGRkfx1rvuxu1vugM6PVlJzgiFZb9rVkvwmi1MX5zAH//5n+HQ8WOIhMKolEj6KmFkIIN7fun9SMSj+MY3voHbbrsVN732RjitLvY8+BC+8+1vYaQ/g5mJcaxasRxNp4FGtYq+dArLly8TNezk3BxKtbrYKdiRMCwGIwpbPwibZ2mtjUapgnyphHyZvaCLzatHEAqauHBxCmXHEUYp8Yy+aBhhy0S75aJcYnA4A1Y9NMlcDeqwqVJiaFkkjC1X34Dkso04dfYiLoyPwzRtnL9wEafPnJN9lJZL3HOoKGKGhUHrBtmvVL2hmOaA02YPX5ezO8qcl66LSDyOSqkI16ljw4oV2LJ6FAmzg067hfMTMyjUW4gnkkhEw/i3B37qsXrpJvdTYPUlW34PWN3/4H/6nmeUcvuHr8h2WaxZ+N9/8Td46tBx8TeT4kQOJE/SkX/h59+ON99xq0i4OclrM3XZ9+0XEIWsjVYL//zVb2H/488sWQH00od54HOi6XAh0C/NDzuqkQDuswM818XOyy7D5+79jFDoRRbmdRASmR2bRAN/8/f/jD0P74URUoxVPi+nEywIODUjaDYyvBwTE+NCQvqjP7gX/Sky4RzZeEzbQtNpoSaePZTNBwWkeeihR/EvX/4qupRdcKFyTuh2YHsONqwYwHs+8IvoX7VCkuK5ObNI44Gl8BmCQD7DgYw630y+d/Cpgq9DLqlALU6ugOce3Yfc+HkkohE54AhM0fOzf6Bfpsk0AQ8wwd1poOo4CGWGcPUb78SPnzmKr//7N2Sq3zN753tgaI4W6mL5zmXoX7EMmWWDEhZDGY3e0WB5CZw/cRpzZycR9lSgSrPpoOM6ItulebtiK3bRTgTxqp99Pc5ePAejEcCJRw8jZcawbfcOHDl1HJ3phiREu05LDmZS7etOQxVeZPuORNG/fhmaelsCyIrFAsY2rkN8ICP1TWVxEZViThgWRmIQ3UoLc0+dRudiQXJjuDMSUGYDQcCc11ESJ6URlDxplTLPgq+rIRY1cc8H34PrrrlcksJ1msu322h1mggFFYg4MTOHD97zETTabILIkKalYx2/+At34e6fvQsBJiRLmrYuMkqyMHntUyl6o5IZ1sGvfuQ3cOHC5JLHak/i1guHuRRY5b3sdpt4+9vvwvve8/MCSHKSxvfB9xMKRQQAJuOLX2SFfvZ3fldMunMi43t5XwRWb7ntWszNllA3E+iEkgh2XVhmS7xKhwb7MZSMIzs1jlatJl6GZFezWY6lLJwbn0K9rq4NvWEZ+MbURQKrBEp58CQTUfQPpDA3N4tkIoNysY5iuSb3a62u3heviRTewlr1GTLyfYZjMPFRFbosXpMJA+FwEIV8BfWaA5sMQo/sqSYSSXpP1WStUa7aaLVRdcgMVV5QwrQk8OnvUwocVY/dW39Lgxep+HlrK8BH/sh7R5ITFLyifhFE9JtAGZAI58qX9vZag4Zi4QW511ioNci0YjAT16OSsXI/6K39XkEu/pFkFVkBmdTSx4dDAd5zqXAIywdTCJkGFoslxMMW3vmqdTiXa2DvRB8yr/kFFAwdq+I1bIrZsBo16KUpBAjcECTh/4IeXDOCmtHE4XMH8OyBc+g6YaRsA8uiIWzPJHFZJoGxGNkxHAQQICWSy04nCE0Yq/QkCcINUaKr0tMJoHoafb4ImPGg4LVTwW0EVjXYIm/3dMrVekcGmZ++HJyyMjJOW3UBI8V7lXulS1q9ktUKCCia1R4crbxNwbXSpBSLIYJtQG+IR2VHc2VwFGDD2yFTxgLtr+edgoQZ8awJR/l2mgg3G0gYUcT1PuhdpuDa0KwouuEMPMOCRq9V05aCWkkhiRcqv1IBe+n7yvdAYLhZA9e1APQEptBBFR3MdYKoGwE0yYQQu5k2mu262NLw/hoOhbA8kkRStyX8hcoL/NKvvLwFDuAf/un3ENQol+caUGB/qVbCyVPP4+Azh1GvsdE1hAHO4pVrXD4T3/KmNzwgsNprZC8FVqVpfAkQ6Y9F5HGkEQsGkKDXKCXBthpGCQjmM7ZFws3gBwG/qI7h/stQIdrFaFJ/8PcCtpLJyr+nrEvO+ABsgrdUsxim+BvGbR0rhyNIJfhzPV9tHQGDjFeFb9IflzxoCcYSdqmSBkuIzkuuslqPHNj5ihKOCHvsd/nklG+2MK74e2GFKVuPrrDYuR78cEiG67RaaFKaRuatQRBSJS0XikXkG03suOEejO54LXLNBWG1EhQPcYAlz6vsBChbVPUW5W18n5RpxhELd9B2GpibnYSWrYh9itax0WrRCdhErWYjV3AQGehg2fokTZvhtGty3QIaWUiWgBGOUxafyIDWlvDSifETS/ZNck/0fML9xoQ+28I8I0jT6iqJLq+pF0MAeRm6e90QPK0kRG5e42gyjct33QDdTIodQm/fUwxG5XvYA93avKYELoWlrD4hnjEcqgho69dPKiRK7dGiDPHUvcXH5s8yoKSrNWGaBEBcjI+P4+LERQwMZBAPJ+TP+x/fh8ceexSnT59Eur8fd97xZtz82ptlcFgqL8oQxDDIpOfnzPuZ+6k/lBMbABotKqCO/uUcjstAz7+v9EAvkViFJvUYm3e86a0ve33zB77zwINLIKGA3kuqpwDKc3m0mh1hmU2cPoXPfurXKefC6IoVWLlqTK4VWZ/nTz6PUjYPz7R9ax4ODTXUmo7Yl0APwW42cP1t12BT3UZ730H0xUuIbDDhTgbgTlto6xqqXkN8PN1AG7anoRAKIfi6GxG5YhuKjQLmj5zB84dOYHJhXg1Lg8Gl4DwC3QJiXsom9Ac5BMrJSDesIEZXjmDNhjXIZIZw8thJHHz6afk58fD39yIO2H/uve9COBaFw/3cDqOWy+PQ40/h0Inz6PjPzevVC3ASQJp7jU864N8RKBcA1qMHs5L4tpsN7LxqJ66+4Vp0nLowVqkGKJeK8uxbtmxBKt0naz6fo2WRjsxAP5xWS1ihbalRCDKwXaxnAAAgAElEQVSqwFrFbKaNUUoYfAJUtlrC5GMt2+q0icHAcl088c0fwKu10H/lFUgPr0FYt2CSGBAKwopGEYoOIxpLoGO08Oie72M2NyH1STgQRLPbFubbj+9/CBfOnJEAUQHRe762JEoYBIs8OO0W3nj7nbjrHe/E9OSMvJ5oMoVYMi7s1qhND0h1zWWo4QOdVIUR9KQihu9Lwrz49wzjIXGAvuOEyYVdrlR2/OLjSOcoxA21XtUa78hMleDzMweexAP336/CdHu+qFTFgNkPLsZWr8Zd73y3EFmYm0BmpBBAOh7u+853MTc1BT340t39J9R+S0WJeg3cN0hkidP6qFXH0NhK7HjtLdA9HQ/c9wPkFmdFlUmmMm2RyL5Ve5U6J2SfDwYxPTX+itb3irFRRBIx8Ru/Zdc1GIovw/n5CpyIjS07L8f0DK36alg+FBJg1QpwmPiCx6rsq75tUe8FXHqGy3X3lSKiwOP6ZdCuEcDU7ALu33scjmci1TcogW1k6gcsW8Kb+KtYqCC/OItWbRGvumKzDL2efOoAfuVDv4QrrtwM160jlUiKsnNqZg7PPHMQFy5cwMzUrEjWOSAj63/5shHs3LkD1167G+vXr8bi/IIMvRgoxeKRfTjvP/qWj4yO4uLJafzT3/+jBESlYwl0222cP38eIbODbVs2IhWPChjH85Z7GX1dmR3i2TEU2l2s3noZVq7fiIGhYexatwr9dReH//27OPvIPsRMXcDLuG5hMJVBIhqH47RkMCeJhZ2OBIpqiRgqAeD0wiyminmkBjIYHVgOM2JJnbfoNjHXaWKqUhSZuxa00GqxFg0hE49Dq9eQDgJXb18Jywyi1aghYtmIELgOWuJxvDA7L/dTOhGX/Yxrsea5mC1Vha16doa2bEHBOzhAXrtmPV57880YXDaMoZERDI+o8KpmLivevD/aswd/8tdfQNNVgakcSJVLefQno7j7rXdgOJPGvn2PIp/PYWzNGqxYtQHRVD+++q9fxdzkBTjlIvrTCaxcuRyrV63EylWrJDfjmUOHcW5yUiwcaLeYSiWkz6NSiDhPP8kJzY6EP5arNdmDWTENpS2EDVsCourcB4wgQgROTVNA0fmFnPiqDw8PoVYpiq2TnUygP5kWtVDDbcNMDiNfpy2kgXS6D3Ykgvt+9ACeO35CzhkCy/Rr37xmFCv6U6ICEixA07FYKCC7mMfUwiIK1TpazNUIGpLzwjqUqgM+b9y2xKc3ZgURDxliHZktlMWjlp7tiZiNr+75qRXAT4HV/8s2v8RY3fMNBSTKZJvNsgIZuIjZpP7pX3wJzxw+IeE9pPJLC8yN3O3i4792D66+ejuqlZIqMNlI+ibVPcN4khC++vXv4seP7FsCWfwHUaboLpmgqiEKuC0pyF1h8bDhoKdWCzfeeAM+8uFfQb1REUYMS1gGZzDp19MMfOkf/wV7fvyY+Abxi69PZON+g0BJQ88An8/zqU9+DJdtXScMEFoB0LuNk926AHUd8asilfzEidP40z/7KzhNV5iEih2hw2xXsHPbarz/Q+8X1qXF5ptTLwnk4jRTeeqx2WXB1iPDKXaL/4sgrQa0xcjbw+z5CUydPINOoyFhLgyzIXctm82if3gZNm3fhqn5ObSKRdQrFUzPzmPlps3YevW1uO+Rx/Ct//w2KLWVQ5R4BPEOelIOJ9C3OQ09EUZkQHnBVIsV2JqJcHgI5w8ex9nHjyCJEGJ2SBiAzWZVGhpONPkZGN0uSloTu+/6GbTClBvpMMoaTjz0BDZv3oDpag4LJ+ZgEmRpthGzQlIwlmtVYRe00EFqwzCMwSjMBIE0xdLccs1VMKNhaVpq+RxKiwvC4jTSowhUOph/8hS82YqE2nAuT7YopUnKC00l/Elxp6AreVwplDQDfX1RfPTXfglbtqxBKsTpewCtroYmE191WkiaYh/xmd/5A1ghesopEI5s3U98/B78zM03wnNbPouGQWxhVCq8Nk1hZlE667Q1fORjn8Cp0+ckHZhfS0EJfgHZA1bFW5eSZr2Ld73r5/COt92hGMJQvq38YjNIeY7gjN0uisWyhFeNX5zG4isEVu94y8/g4sUFlL0Q3EifHFSRkAppY6Ey2p+E6bVRz+fQdtpSYNRqZaQHo8iXqjh/fkFSZ21Lg21YsCJhub8pj2FCqG3pWLdupXgquW0y0EKYW8j5zAwFiPaKaQWyqk2Jh7NKXFegkgImNUTC/B7B5qZMMgnuswmnh1rfYBIhM4x8tiDr1BWghMCoAvcCXKMcbnANij2YKup7n8kSWNoLViAII6CJatQJltOrrDccEp9QIZupwBOCKNzPuvQQXbIX4MutCbhLawneRy7ZLTIrJVSlGHI9wJ2fLfc9Ph7lywzJoMyLvr70Lesw4bfblcJvzVACqVgE8/kS8o0KNg+F8epNl+HBGR3TmV2Y6dSRibWwta+LIb2FaM2Byam71hY2KV93xfMwVS7gxOkc5qZKYN9hB4PiI7QiamF90sL6VBijMQtJKwiT7FeCqvRcZYFJIE434Ibovaqra657aJGxSnZBlzI+7nldkWwvC4YVWIkgPL2tglXEQ1ecj9Xm1GTh2hSpD4FKrcP9UnlbscCUayvxiIrpJ/cNpcWtNrpMg+bnxcUjTEf6PjroBNXrJnDWbmuot7ood5podJuIhQwMZvoQT6fhWQSK+ZmRRU7JHYHUKBCyAD1MFA1eW5A5tafzFwOP6EvK52WAFcFRpyHyUY3pwj4jkvd2J9BBPeAi67rIOg0UWpT/q3Og1Wmh7nJw1caAYWBDegBDoRgs+uQRrLnnoy+7MfvSP/yB+PTyvORWyLOca2Iht4hnnz2CUyfOwjCiyGULmJqYkRRsApnC6vaZb4qxKnfMi756Q5EX5zyrf7LEO9QAO6AhZpmIhcylJFhhKPnMdUKmPM34UxxmMrCBfyITW43EOFQhG4RALaX3BFdVaBVfbw9YpT0NhXsDcRNj/bTxYaK2kvIp0F8oqvLaekzbJW88BtMRCCbY39Oz+hKS3r/h92XvJWjn+83yWgqY4w9rOChRgKf8sPI289kQBBMoSaPffLOpfMDFDofNgQQmWFh+9R3YcPVt6EYyKOTr8Nr0QGvIuSaNkxESIJbNO/14JSiF3rMeG14bukUFBRuCMDp1+lkWoNUV+9uh71szhLalI97P5pj7LwEOte8qz0IV3kXPR8vWMDV5BhcunEKnXhEPORkA+coa/jvupQRHxM6DPsC0BfGacN0mGPZJoIXgrwD7/uCMoAjBrlA8je07rkM03i/DMw5pOTBR15ZTCv/CcUtoUnKs5MayP1KezevcpSevOu+5eVAJQyBEWNEtspsUkq7UEByqeqA9dS80jQyYfGERZ8+eRqWyIM1bKs0kYAdHj52QQRi955qNEpqNBgIM+vQ5LgQl6X3M90jpv8iWPdaWvEBsvAjMMdG8I2EmATKNdQOepVLcex6rPWugt77lZ1/2+uYPfPtHe+R99qTtPcYqP6tqtgin4YjnYWF2Bp/5rY9JqKgdiWHd+lUYGOhDkPvBxCQWpmbhyefH7dOQra3coLVUCx2eR56G0U1rka520Jiaha21ETU1hN0A1rTCWK4F8ByKsLv0JvVgdpqYHF2G/tuuRwltLJaqmD92HjPT06j4Nc2lQI9Y7/hA29L3/fOZ17zr0cZBQyYTw6q1Y9iy9XKcOX0ehw4eFMaqyHVZ27fbSCaTuOH1N4p6jcMZepk2ikU89+whPD+9KAz8HuDFe0XuH4Lv9FP0mbMquEq9pmBAKYW0blsIHK+97WYMrVshPooEVvnFPYryfgbohEMMT6V9WgPtButQFdqkrA8I/HHw7MKmj3Y4qnzsdV0sAwgg0R+SfYkEPMnfUZqtY/zUDMLxlehbvRElpwVLi8M0bGjBDkxLkwEMBVCRRBTFc2fw5LHH4KAFrU6SRgd77v8hzpw4ocglEvrJ/VGFRxFcY/3H86LutHD9zbfiPR/4IGamZ4RQEbBNxBIJFSjMWo9qo5YrYWfcB3nbi8+850InE9b3QBYGKtcjQVgOhHx1gqxlX6fD19Ib1kgJKEoQMsHpkdyGbZjY/+he7PnhD2HYykaMZBdu2mSssl68/OrduO7mW4WBT3CPj1dczGFuZhaNUhnPPXtQlDQ9tuz/jb2pNAw+sOpp6OgBjC4bQXFuGolkEgjFUa+WpMYlS1o88gkEi5+8Yn/y61IAs1Evv6L1PTiQQlC30YSLjelB3HXVTehG05i1LQysWI1SuYFapYDBZADhYB4Bry777aWMWXVJL6kzLxleyOsUxmrvdavPkHtatlDCf+09ioVCE4nUAGwziBDJLXZEAH2SH6rVBorZObjNPF591WZUSgUJpb733s+gfyAGp1mCU28iO1/Ew3sfl1wVWtwtzGelL6DaMBINicSbNWIiEcWGNauxZu1q8fxkYGCU1zxoIhxPix3V0ePH8W//+C+oFYvYNLZSQO9iNotysYDNG0Zx2ZZNcDuqV+ZHkUik0HQ6mJzOYrbewCMHj6LQ6mLVpi0waWvhtrCubwSpgIns+FlcOTCENd0ANtlhhOnbykwC1ieGjqauoUPlYMDAxVIOB86dxqGJ82jaBlZt3IBwJCqMeVok5AolVB1+cjoCwpodQDqVQalWRj47h0QA2L1pLdYNhVGrlNFiKCbrrbYrqtL+dFzWKfGFvoF+eIaBfKWCk+cncX5mEQu1NloBE6FwVCyySAThvRuKhIXksmLlSuzatQvXXHMNFo4ew9HjR3Hy/BnsffopdGHAKdUFYK3WSljWl8CqkTSuvmwr4iETZ86dRa7RFhshM5TA3PQsUmEba8dGkU6HZH3z9RZKRWSLFWGc0ts0RMuM665D2DLQadeRThJU19FxWmhWaliYXxDmPu+3UCCIZWsYCNjBwsyC4AtGxIYmtmBdCU0uOW3svOoq8Zw9e+o48tkFZMtUTqaQTGaE4WqE4khkRtHXP4B0XwaVRgPf/P73ceb8uJTqVEbHTA237N6JnWuWwey2RCnKroNkt2qriwtzOTzy1GFMLJbk8YwwQ5khdi2Mae7Qpx8d2LR2sSykojZa7Raq9aYMXeO2ga/vPfKK1vj/1B/6KWP1JZ/sEmP1gf9UwCrlIVwMvnxOgNWgjT/9whfxzBEe1PSuVGAljyNO1+799G9i9aplqFQrwibhtJngZA98lcO8q+Hr3/wB7n/gYdWQ+dO13hRVik8BNXhoc5NUAIeyCZfSHne97U7cfffPyuYg3mcssFlPi0TEwN/+w1fw4737RL7QO0xfzBBVvmjiH9Rp4T2/8A685U23ibxBfEUFMPVA1oRMWlVrIROWP/6TL4iHZq8YI7AacOu48YYr8K73/JxcN5MsGwmDIuuFh5ZKw6ZPpkjrfX9TFhwCLwgYyBrAhRcMimTw3KlzcEo1AR4ISkpIT8cVpuKy5ctFBtOhF16LjVtNfC4tOyKG2UeOH8N9D/wIM1NT6LQ6aHCCZ2kYXrsCieEErGQAWsRCbDADKx6VzYyXd36+isqFeeSOnke0qQsg6nTaqNXLEialEowD0F0XDbeD9a/ZhuT2MUzMLuDKnVfh6AOPo5EtwoiFMTc+D7fcgNWmgiWISCQGp1EXbx3CPNGVaXh9NuKDCRTpMxMJ4bJXXyPMYN4v1cIi8vNzMAIa0ivWI3dhDtP7jiMwXxdZvCIYapJq3WtUeveQ8l5ls6U8MiktXbasDx//6D1YuWIZkvSAkf5PF+8tMoDI3P3LL/4Dvvnt74lVgBR65Ly6bfz+5z6BV+++WmwDxH+3o9ik9HSiZUQsFhEfPPoR/8ZvfAYnT51ByFYhEYpt6jfovD/pl8oCVIpS/l7De9/3Hrz5DbeKzJUfBGXNrNQk3ThoKz8/r4tcroDf/ORnMDObxeLiy5cZkbF6x9tvwfRsEYtlDYHIgBRTmaGoSNezE5Po74tiOB2H3umgMK8sDSjxTyRDMo189pnjKBYdCRYhG40rI5mMC0OB7FEylLfuWoVqpYnpi3Poz2QwPbsok2NNpzSUCb0ECHpp3Iqd2BUPRFOBq/QYI4DBzCTLQLvZRLspBqFLa4XPF4tZGBnpQzFP/7yqrH1eWLLWNeq5DQ1akInyXQk9EomprEFKuH22vS/fVWDni5mk8rmJ5lsB9YpVIaMeX+bLppSLWX1XSeI5/qffJwdLBFbF80Gl2yrIRRXgl/w/n0d8yHTuG0DECiIVsRE2DObGw2m0EQkCm1dmsHIggUa1jKwTQL6UxY7RdYiMLMfexTb2zU4iGGgjaVaQtDQkgxYiBI6kyenKPlBzmsiX6qgWAgh2g7RkRJs+xjoQNjykGFoTNjAQs5EO6xhIuohHTYQjlqgU6F/H4KpSwoFLJp0JdIMsP3ohdSqUi7nSHFgMmTosMncRhOXpcHV+1srNlvYelDxaDTXh7jY78FoMBKFUWUOgHYDVDiBE77ugIUAPpdAEgx2nLgBC03UR0gxEiBoFNWhtD3U4qHVrcJjU2iXTHyjVNBRqNMJvY9fmYWxdswJROwO3ozxgQZYoG22iMPSFNS0J7iIbUKPUTxhHHnTHhVapChDMpFiN+3/DBZwaXL2JQNsTb1+GehFcdoMaGgENVcNDsVXHbL6IfKUBpxWQX/U2m/Q6BsMW1iXTGIukkAqEobtB4GO/+bLrry/9/ecFoJSBFFk1PcuZgIZyuYKTx09hcbGIi+MzOHHstCTPM3RKGKsCSKp7nMCe3NvShPksbz+FXZ3DPuNw6RWqO5pLhMuAA4J0PIJ4SNla8JIIM8Cwxbst0z+ElWPrxKrg8PFnMDNzHnGCDiLvJyhGz0Kux66wKw3xLzSFicd1YRL0D2qI2QYGk2H0RbmGCBb4rPRek9uTR0ogl+8pTtagH7hm+r6SlzL/ZOjhWyLwZ9Q+3pOv0gZCMVYVnipGRj5wpqiZlBPyjGi2umInRBYGvyf1AFGQRh2xdD9uuvu9GNl6M+qei1ypBq9twAhQYk42s6PYZV2Cq5aobMjc4YCXZzAl57RnIeOO64sASTBEtmpXUsGFyU/AX7PkHmSzwY2K667rEnDkn5oImLrI/wkeHTz4BE6fOoqBgRSG+wdedO+JzJdgFOsYgnESQkPQiKrjprB2OYDwdIkgEc8/ntMBDmY0ep55SGVGsXnrlTDtmAAuUufJvkFAVjTCvRsN7aYaaCmrH3VjKWabAsl7yhQ1aFNMVwnl8YNSZSDuqwJowUQlFD9DhqSQBTw/O43jJ/fB5vBStxGPJYV1WKvWsJCdhR7oCFNavLz5ONy/RUrIda1CDOWKil1QUPYmec+ehqCziIRXFAZMvu6i1g0glOoXn0THcdHh+zaCeOubX5kVwHd+tOdFHqu9wDRel3qhhHpVgfaNYh6f/q1fx0JhEQGDDLQEVo4tF/CRihSyqJOZfsQYtBI0xbe+2qhjcmYGMwtzCJCJrAdh+QQJkQvTo1prYWfXxN3BfuzvzsFiKJirCfAwvn0lzNFBkQsXCjUszhZQa9b9wcMLYXeqLlfM8Eu/lpjIJHZ4CsSOx2xs3roBO3dejlAkhqPPHcUDP/qx3yfw33Wwbu0a7Lh8K0rFvFjuGF0N9WIJF89ewHipJkA+BzEc1PA5hBlN/2ZKfDkw7GH6vfAln4zBc4n379vf8TYkB9MYv3ABC9kFxBNxbNu2BZZtYmFhHu2GIx6L7JlkoMBRIJn1pgnbDsl/uebIVA3Z9GBVclkO1Qh62wxb0wMIWxZioRhcAru03Akm0NRTcDtk0iomp6FZUlHy3jdosSOe6EFEXBeVdgmO68L2Avj+d/8D//qVv5E9lPcwwV7h2PtkD9677FXYfXAwPrZ2Az76m7+FcrWKerMhKpVoPCGDLgKdIdOWYTsBZwFW/V/yeD5wTTWAkpi7Mpwj+YZWJmoRv/D5c0CiQgNddLoO6k4JDaci+16jWRb7j7mZCibG52AYTSGUzF5YEMsyDnaCoRBueeMbsGHzdqmPqe7JZbPY++OH5PO96vIr8PCPHxKfRtUs+BN8/zWoe04x6JRUSfl3sx/juq+1HMQSEbiNukig6UXMg00F0/nnoigTFDFGhBJ+h9r7nUPizyv4etXOtbh4cR7UFehVB2/dfQN2XPEaTNJrf2yFkIcW5+YQt5oIB3MIajVhWr9ooOif0T3P5N61X3o5/rrr6X+olmQRyvrwgb3P4eJ0HqFYauleZZiSboZQrTXlTGo1KjC9Mq7esVas/86PX8SvfOgeTEyN4/jx5zAzPeurzJTtSa3WwNzcghBRuF9xKEClH72cGU4bjYQxMjKMzRtX4zU3Xov44DAOHj+Dcxfnkc2VcPzYCUxfOINk2EbI62KQQdOdpii8dm5di2TUxuLCLOLRsPhkcu5N5ZNlxjBVbOD7jx3AGTIh40msWLVabH6o0jSjUQQjJnYPjWK3mcR2x0G8q6wMyEx9YvIijhbmMdt0kHOaWCgWgJANzzJknQlOUqsvEbe4l0TDKnOjWK3K/ZRKplBrVFEuLghxZeuKYQwGXVTyBfT1JWGGIygWSnCbHRkiMZV+PpdH0zCw6DiYzeZQa7KGZVCUyjngoIg9EtclCRm8B2m7Q4XG8PCweINnuk1RC544fw4T2Tl0uhrchocWB67lPC5bP4q1Q2mMDqaxcvkIFrKLODW5CM1OoNzoYn56Ads2rsFAXxRBzxHAlEzjhtNC2WnjxJlzsjbWr16JseWj6JI0I/ZeXbF0KDdaMvBokaDWaoqSipYpBFJb9TrqNfa5al/uMqQZmoDS1XYHb3772yXz4/D+fcjPz6JcLymLFFpeBOl1G4YdTiplqGmi2ung0PNnsFhm3kJXWMum18S129fj+u3rEAl0JXScNYAsebKDPQM/eOQp7GcdHEpANzQZhg6lYhhKxBEKArViTrJFWLcSg6H9XL3hSF9KRut/7j/8Clb4/9wf+Smw+pLPtgesPrHnOzLNIpzIYCgelGK5JH5EFv7kC1/EwSMnVVK0b9BPgGioP4nPfeaTiEVtufF46BohUxUw9JnisuEksO3hG9/+IX74owf9RuyFqZpI8/wD6lKZrGrYlF6RflcfeP//wk03Xo9avUIelIARQVKAWO5rtAL4Fzzy6P6l8KreW12aJtJEXZojpsi2cdMNr8KHfum9aLfrAo7QOzOfL8okitNknv/07KAP0p//xRcxOzMnANCSlM118I533IE33n6Ln7Hqp2D7NaMKOPCBGz/ZsleUy/dlYwSaTCpuNGCZ6ho6jaZ4u9DPwydvyJRbMU5UgUjLhUCQQJVqhDlRJnuE8s+52XlcPHcRpy+cx8X8DDJrRtHyWuiUy2KtEO/vQ//oKKJ9SeimicnJGSycuojC81MIltsyXaeBNosjAqLqOfzE866H9MpBrLh1By5MTWD1pk3Qik0cf/RpZJID4jfTnC/CrJERaio5SbsrGz/R8KrZgr0ijdRQGjOzU8KMWLtti9ghMOm1sLiA7Mw0IpaFgVXrUJkp4iQT+KbJpDEk1IJFKhkjPXkTr6mwnv00ZgJslMUxSXD71rW454PvxdiyoSU5FvdXZQ8RxNxCCZ+99w/Fo4WJwtJQex0pdv/4jz6LLZs3Kj9FkbG74inXcppotR2YYQv1OlOcQ/j0p38PR557TppP2cGFORUQ4FUKME73fcmU67YEnPzwh+/Bzde/GkE2LQEP4+OnUSjnsX3bLgTImuN7AjA1PYtPfPLT4j+UXWTB+PK+CKy+6Y2vh6MDF+YKaBsx8RUaHMjIWTMzfg7RkI6+mI24aaBVayCXW0Q8mUQ6HcfGjevw7DNHcOr0ODyySQJAOBZBLBaWvSDQdVEtlbFm4wiSiTiOHz4pE9tsroxilQU5r6mfmC2p8dwXFINRhhcEHehNJ58hLRdcmMKSaMt9reS4bLaUvwiBu2WjCWlyJy/m0XZJ0eM1saGZKQlWChgOKdXwGNCgB9El24ODDqa4++FtUvL7/nwvLUCl/hRkSX2eIjsV9id3G7WnLe0vYuRBAI60EzIeyahRoCpxYxV7/2JItfez0rxzjwUQDgaRjtBPLQLHbRHDE3n1qqEI1g0nMBCNCJCxWO2g1Kph65bd+Paps3jmxBx02pDwjqfHJxuajocOvQ+bnCQolgK95Ag2kOTJa9ESIIkjKwIiytdQ8G2C+zrZbDZiIRXcw7+lD2TBy8HVu3CNLjyiOh454L6s3AefJUO11YFl0DqDU3AbXUO9TwqzjU4AGverAG0h6KXKQDdO1Mhk1WB2TTDXOx3uIsbk9Q4ZiRrq9PSrROC2PHhGAIMhsiO7iEQ0tIIh6gzRbDBttCv3RMfRUSkHUGYhZ5awdWsCr75iDNtXL8dgPIMw1wHl/yyn9a6wHnUjjGCL/rkdoFoHCKZqQfHdqhUqsOpdhLpk7IYQaFMI6aLtVYRJSD+oAEHeoAuXQSos4siC0DkpL8n0PVeuiKyoUKoi0A1gNNmHsUgSQ3oEKc2EQQXaZ37v5S1wAF/+5z/014liVl/6Rfl2sZjH1NQMTp26gMOHTqCYr6Ij94YaHCjwn6vRhcf15Dsw/LfGzD+TlfdoD1RV96+s8W4XUctEJmYhHQvBsE20YKCt2/CCBpKJPly25SqkB5bhqeeexIM//ha0hoOUFZbAKcvWEeaggXU0fcMCpqhSgkEPEbJhI7bIs/qTEcTInu42fTaoL8H37TyWWEp+gIsAvz0wxx8ac/9QQxN/LcvaVn7KlLOKHYfYFih/XQ7LeCaq/BYOYVVCvVgos1YgK5mhT7RI4drXbRhk+1hhNLsaqpUctl15Pd7w7k+h0a3JIJpyP5HKcnApPrNBeW6R2IsHXlcGrGzYJERDLBx8b80lVqcKf+n9HZtY/lLSZ8VS7RGXOOwkKKubGrLzUzh08EkU8vMSaBGPU7GhrsWlA2lhgcqRpp63B1D1mKW9lO/ezyg5Pq6fTqgAACAASURBVEHYJjwthNGxDVi5erPYJKvP4YVrfinTSz4z30//Uqm41DtBZSPD9yVesJcEQ6n3qM5/xVhVr5EDBoae8u/ptUablcXsPE4cewy2FQY8VpGUSLd8xqIKU1EsUx9Q9ZnzwhwWD25/bfkhPQSPDD0kShijNo0hPYdEJIlSw8PEqZMoOToSa7bCS/ejQ/C36+Gtd979stc3f+A7//XAS8KrFNjOwWytXBUPPQadMffgd+/9FM6Pn4dOMICAxOAAVq9ejbEVy5HpzyAe71PKK2EAq8+EINaJo0fxzNMH0KiziWSyckDqYmWF0kGf18UvG8vwvFVAXXcwUO2i2Ung7KYU9GgUhVIN09NktXmS4swwop/89d+BVfXv1GfJ3oLKlQ0b10n9YYdNUcsdPXICB589rtiQWgdXXrULq1ctR6mQQzGfg6XpKC4WUMwVUKUtGS3GyDTsesIulbXD+8cwl9LmSRRhc0/gjqzx3lruuC1s27IJ77j77QjH4jh2/JjYBDCss1ItCWuOdgE9GyHZR/16T9YjzxOGqOm0RgkjTIZrJCL+9GKBwrpEWI8K+IxE4wiEEtCsBLrBGLoaPzvWGgTwfKk5z1Na8/jSde6RHMjwmoWshIQ8/van7sGBp/bIUFT5YL9AZBEwlPWArGm1nqnU+sAHP4TM0DBK9RpCsZgE0vCzYB8YDYWFyEF5NAdvwlZlp8hwW98uRTofn43OPUuGdJ0W2v46Uh6zah+l4qfVzuPMxYMo1dlTKYYrgVvanBnaCFqOjXL1HEqLeUyfz6NTdaQ+CCcSuPXNb8Gq1esRCUVw7sRhPPrIXlw4w3DhIPr6+uW8pies+Mv7ysBej9Db24QNL+Flvr+u/D4gZBJaoPHeI8FHQvEuAYcvfTzBbX/C/d2oV1/R+v6H3/0wnn3uFH70+CHMz+VwxYaNuPXmu9BI92HNtq2ytibOnsdgMghLI/mkIn2gWr8v9KX8M4H4pfrUf40v7Lu+9+0lKi4CT3sePYjTZ+dgRdPim8msh0g4ATMcRq5I1SG98JsYSurYsrofQUNDuVbH5i1b8F8/2oO5uayoU7hPtzvKOilfyKNYKCuLlqAuSfcc6ND2jGrFRCIhdl7MELj8ip2IDi3H40dOIFdqiGd8bj4Lt1GRQLvC3CSGExEMp6KIh01ctWMz0rEo6gxr6nZECUQGI5ndETuOvpH1+NaP9+Pg+BTcoCHnhh2Lww5HyFoSoG4gEsXKaAq7dA1bQxa29fXhdCWHf3z2CZxtNFAgwC52PgaWL18uDNVcLifXOxoNi6qE5yDXJM8mhnS3CGZouij7SFxJxW2sWTEMNCsYCeuoLuSFuZsc6IdBy7dGB+GELYDwhek5nM3lMVepg5wSg2x2UQYqS0UqYbj3icKWZzkHUV1XrmVvCLl2IIGNm7bh9PkLOHn6uDA9OaCpM4fCKeOu19+AbauGUcjOoi8zICqiZ05OoG3FMbWosleSMRPJlI21fUkZynHgwfaGSoznTp4Wi6I1K1fIPcHPkkxR9uPEL6qs7TsNDKTiCHEQxAApes4u5sQjl0zoocEBUTEyTIvqoUbbRSMQwK1vuF0CrcZPHIcle0VTmKaSccGhVYADP1MxtW0bk6UKHnn2MKZyZXQDZHtQElbH1uX9uPVVO5GyA7BksOTr3nQD1baG7+99CvtPnkfHjiNsMPSwgqu2b8KWlcuQpEd/y8HCYh5nZ+dRrFRgxqLS97HGZS320KFjr2iN/0/9oZ8Cqy/5ZHvA6sPf/7rIU9ghcWOUg1sKd00Msv+/P/8rHDl2eglYlQXttnHt7ivwqx98n5hQE/Qiq5MbC72sbDbUrKYljAT42je+iz0P7V06qHoFMDeOHgukd/D1mgfFUqBhcxS//vGPYuO6NWh3mmBgBI8USq9E6o8gvvh3/4R9+w9At1mQKCuD3uOJnExsBZQ/Ig/NVaMj+J17PwlLGD4qlODM+QtIpTPi4WHRULnZRqlUw1/+1RexkCWo1WOwcQrt4iMf/WVcfvkWCalSh7Sfgun7Y7IYIWhK5onFQBhpAFQD1/Nv42ZEo3i+Lk60KX3hv2l1mJ4YE1aECr/QZVNVU0rSepTnEX1DKeFhAjLlOnwunSxBt4Xj55/HY4efwvNHj6F8YVGwIjKuDLJh+/uQ6e9HIKyjMl9AcXIB3WpTpZyGTClEa0xZ7bSWgoc4jbZSNja8/iqczc1Kkb5qYDnOHn4eZs1FTffQXCjDmSvD1gzxIzKlOFHBCtlOGfGNQ4imo5icncSV11+LWH9afNQS8TiKi1nMT08hFYsjEIkj6oVx/IdPoH0xLz4/DTLE2mQdqGvSs3roNQcBYb6SUUPw3ME1V+/A+37xnRge6ltqPuUgNAz52WcPn8Dv/cGfoVFvieE/gfSu1hW5yl/+yaexZvUqmbrVGg3MzmexbPlK8ZViMW6YBhrNFnL5Mr7whS/hyJFjL0gtyeTxwTc1OGgrs3tpHDzxJP3oxz6Ma6/eKcUmvaIOHNgnLN433/mz6HYVK5SStRPHT+FTn/1t1GptZLP0fnt5XwRWP/CBd+H8TA4z1TK8YBztTggmmRVkIeazsLQW4nYAEZNm4bpMnltND+lUFJs2r5XD5KkDB1EsVaXYt2wL8UQMnU4TiRiZq44Ustu2jWJyfFJAwY4XwMXJknjevtCwE2TlHxVgKf6bZA76KbFkoWjdljDSCbhJOJRvOq6CZ9S17+uzMTwygLNnZ9BodKARuDPi0HRlKRHQHElpR6OFgBWGZ4QAz4HXcRTK4JGtzF9qr1sCYnpgkQxsVIp3795SgST8xz3mAv+GL/AFf9aAbqshCH1VGT5GsFDQ1Z/QYPohPrLTSjiNjkQohHgkJLJ2Jp+HTBPxkIfhmIl1y4cwOqAjGUih0vz/2XvvKEnO8lz86a7qrq7O05PzbN7VapN2hVY5EmxkkmWZaGzAGK4xGPC14QLGxiYa2xj7ArYJBgMiGYRAgBJCWiGUVto4m8Pk3DlVdXX17zzvVzUzWvA9Z3V+f/kwx+sVMzsz3VX1fd/7Pu8TltDfux2fOXUWD/ziacQQQRBMErcF/KHkRsnWAZ3+jwoOFjaZCK+bKgBMvXkRTcsfec9s9wINmLohfpmUWhNEsiwNhRrjRSj/V6ESDBHShM1EphqBIBVAYufoe8rbqgS1ZNyRaUPAnI2k23BRbizJsEWGb55EUskKHTjBGsLRFjJBAyG7hUrAxWKzJkxVAY4DTYSbrrBCoyETQTOEGIFk7sNhHRGxggAs73XWyegLlhHNNNDRbyLVbiKZ0SSUjV6fAQLhDKcLRRCP6ai4dcQsB6laS/zqmjULmVYSezMbcXNmCAafJ40hLi00QrSlIdgbRpDMV84etSBcw4QbiQoo7LTqqNkFlKwsytW8yOqsCu1kQki2IsjARDKoi/dx+H0fvbgFDuCL//Ex70H15N4MYxGpv2L7UcrFELxcroDDR07gyKHjWJgriPSagJ2cj8LmUs+8D7M+e22sMI+ECSUdu/qcMHoooHKaoiRJxULobksi3p6RkBWSewVYD2rYuPZSrFu/E9lKEXf96Fs4d2IUIRcwwpqEgURCGiIRhrVoaI9FsWmgA33pMEzuT9GopLQaYTKuHAk/U8qAlUGHD4qtfu2r5ZG+RZCsazWRUWChJ11VzFP6BZJVRS9BMt0IJCg1hCgiKAWXS8ZBrS6hKpTYkrdZcxoypGvr7IMea5f6pVgso2hV8KLffg227/lNWJVFacTEL5I+siEGeVTldbDZ5DqgKsP3oeeAkyEitBVgM+eDK1JDiae4Al4EsPH8PC2LnnZN1KqW3M9kMiYsxGJpCWdOncDk5BjCYU0xMqSeU2CJrwRZ3vdWtBfLz+WKWoQvUV1D/8Ov3QK0UwkY2Lh5Nzq7h1GrN5TXIu0YVvkrrv5eFQiofAt9EIPvhyooKkVYm/rJzQrYVR5qfuq8Xw/wexlcSWDVD5Ak0JRbXMDZ40/I95E5SOcNy64Ko1SXoD3e35W6Qn43PccZpOfXMWT7+cCunkBat2HYBWiNRSRQQUQ3EI6kUMsX8Mh9jyHc24ehvXvk/RgVC9e9/l0Xvb75Df9194+X/RyVHQCl48pOhmnV+aWCNNt0b/nHT34UT+1/Ci4B4VYLe6/ei9tuv03Obe5nlWJJrId8YNWXi5PFfOjAIfz47h+hbqkQ21RbBnmmytv0pW/ht5tpuIkmzsQrGHR12AtBPGbYMDLtKJQVW4ogF88cKg1+1YdPEFg5d33AXa0tUZEEW9iwcR3Wrx8RH8RQKAIzksD99/0MY2NjSLclce0N12NpcVb2nEalLPUm1TEDQ0OoOpoMosfHJqCHw8JoE7VRnb7cCoQXUFUsABRzkcxm2piR6cy6l6zP22+/DZc/b68EnZWqJUnGrtcInnGvUj67/oDEZ4gIsErVERgqExEJL9nEoujT+bcGm/AkPaD1OCLhdrS39yIcS6AViqDJPAcBToJidcZhKK8Vn3OSEPzhBYH6UNgL2mwZEt71rre/BrMzJ2R4z/vqX2P/WWZ/QTUXfUlJ5iDP9oabbsa1N96EMpVYmYzq86S8cZHia2o2ZT8isCrXzgNWeY7zWeQZKvpCDp+8EDnJjuCe6gH37Fr8dU8yy0M/vxeaUUcwXIfjltBsqSRvrZVBs6GhVDqDkNDSI7DKNp7Zf1RkwC+97VVYt2EjfnzXD/DwvXdL70XputgzyfWISA/k91f+/i4DfRn6KBCV+4b6o1ifvLaF4pLsB3wO5ExcVRuuHjapL/z/C6ze9Q9/AcNM4+5HnsB37robG9euwd5rXwa9ewT9a0aQy1cwOzGBwa4odHcaWqsAbTm86r8HVp+9/mQEqoZHAsqr/pnn51MHz+Dpg6eEYW/EY0im2hCPp8X3cilfktrBCDhY25fC+qE0TDOEfJmDlBlMjE8hny+JdRfvge/rS6CxWq151zmIZIJgpCFgHPcfgqyxWAwNAq31KtK9/Wiaccwu5mX4xd6oVsgKo7AwN4Owa6Gvow1xI4SBjgRGBvuRiiofzMnpSck14BCjYblI967HI0dOY4Zsawbk8p6HdBi6eua1uCkBaBxcdsVCuNKM40ajDU/mJ/BAdQ6LU1lkl3IC9hNYvfHGG7F582bce++9GB+fRHd3p7wHAq0cSnEdtLe3C/7B2oAgc6NeRypqYN1QP1y7gCu3r0NpfgG53CL2XnU1hoeG4VRtnDx/FmfGJjB6fhIzPK/1KOLRlGAd/PCHmH4dQ1yBw1t+kI3PZ53KFpZh+flp9Pf0IpNKoOFUMDUzj2LZQblQQjoawFte93JsGemRYdQkfXsDYRyeyuLEVBazuYYw1EuFeSBgoS8SxPXXXCsDFgKMtIuZW8qLdRZzQMh0Fu/WUkkIeSrgtSnWAGv6unDFpZtRK+ZFoUQrOZ43HHiaJlEBWiZZkp3C17BkWTg1zQAzBkjZGOrtQX9/P2JRSvRbaFTLYjelc0imR9A0wpir1nFofBw5yxWVn22TTFLFuq44XnrDXnTGaBul1Ccxw4RmRDGdq+Cbd/8UB8dnoZGdzfBVrYWrdm/DtbsuRXcsDDtfQLVexmKtjLNT0zg1PoPFSt3rV0M4cGrsOZ3h/1O/6dfA6gV31gdW9/3kv1TRpgdloZBmLvIO+ksFdHzk7/8Jo8fPSqElYUycmoSDeP2rfxe33Hgt8sWsbKjzS1lJqu/t6VFhHiwMWnzgHXzpK3fg8f1Pqw1uVSiEsD+W04NXQA4FUqpwp3XrhvHud74DmXQKTQFeOE1lD+sVvNDw6c99Eb944mmEDLJNFfPAPwDVfyuJuAJryIIN4C/f9xdYt2YQtl0VMHVsYkJkhaUqU9/boCOE6Zk5fPaz/4ZSSaXIKQmag86OFN73/nejp5uSncYyQOD7R/F30hKBxZySG3teTsLAUd6B3DAJpqrmVBVC/pSUmwQn6wS1mLAuh6HHpuA0XM2NleyTjMhGnd4+BAgNNIJhNFrATHYJd99zF06PHkdrvq4KFwYJsGEEk3yjaAQbIiOkNSmBILaoyURcGKTiFdfgpqgkd5wy6WYIa2/agalATVjDXe1d0jAvHjqHQDIKK1tGeSoH09HRqjUkqZQFJQGbxVYZqU090GIhVOplXH791XAEsApIiiQZq3NT0+hIpzFfqmIg2YNT9+2HO12SaREnZZQCszC6EFiVZsObRPN2s/h94S3X4XWvvh1dnRlEKJn0gQBNl6br63f8F772je8qb0MP9ObvIHvns5/+K5G0c1KYzecxs7iEnr4BWCWVNEvflWPHT+KrX70D4+NT0HXFchagX2TvajDBIl1Yv8T2xXe3IZ5Cf/7n78KlW9Z5UiQXhfyC+Gu1ZbrRalEeH0DICOPRnz+GD334owwff86M1Te9/ZVif3B+soKFHNl0EZnC2aUSmrUyNKeMlKkhGg7CjISxMJ9FKVeDaeoi39m9e5cwtw8dPoJalQdVEKmOjMie49EIImGGoeWw9ZIBJBIBnDg+DtPM4OTpcbgug7goT/WWo6CT4q4oTQQLWwni4BNCf+UmXY5WWFYyjFBorOfT2USUrLXudszMshB2oNFXM0JfME1JuOn/Z1UQcFrQImm4bICcKlqu8jYi85YMiADNNC8onuUTovFSDZ6/jaxYAvjWAF5CH1eVTFQpW2e4E59TJY8RNor8rF8FrMovktesYNyAyFYMTteZi0CoVNPEIiATCaCvPYlkIoj+uI7u9iT6IymcXncJvh8tIV+nv2tNPKI5/KA0kTYKfPaCNjsOepjyD71B6aOt9kBhHEsacQu6Qw9HsllI5HWoagcl02Q/cJhBeXOrwZTNpsgwhaEr3qoB6MQ6PYafvIaSYtzJXtZUnm5kLylWMplSLpyqovrJWpEGUHlWyj2hL5MblRTcpmlDjwQx2NaLbtNEnGEajoN8oYLTlQrms2VUmAZNqbIEeAQRIbisU8lQFzZZAClZP2yWxWom0EI1VEewpfyVKAEWthrzhHXF0ON96NBNAWmFbR8s4pL1KfyfK2/C7mSH2GlIinokiBaDNujRzOGZUC3DgBFFgNRLCWBkoc10+BrsRkmsaOyajWq2gEahgkgjhEQwBlOLIvzev7zo+ovAqpyXGoEmNYAQ2TLPBrLagiTfFlGvk1VRxOjoCRx85hSmp+dEfq2cb1eC1fzTcjXwcSH7Rzw3Vy1UX4LN9RXRAkhFafnShUg0hXrTFVY1D9++7iFs2XQ5Iqk0fv7kPvx8308lKIFAirCdvCAoXoRUKICbd63FFeu7wOwn5e0pD6jHxFLDUrJLlxtoj3Uo7KhlZrkatPqrUM5ZWbNqffMMZQ0ibFMO1/yzViT+yhqI3r/q5ymvWGG2NlsSlEILoWpDeXiVaG2hhRHv6EYi1S7PVj6/hKHOfrz2dW+FObgGdTYiEuTCa67ODB8c9K85936GXilPVHqvKnYS6zMCq2xIqQghGM1774eo+HUTU+n52unzKg1qvYipyVNYXJyBa9ekwSWTU923gKxv3QNw/Adw+Z57cv3VOJn/NcVXXvH2W1b0tFjbtGHL1j2ImBk0ZA9Xe6H/rKxmg/FnuN599NmUbPwJJPPZUXJSNdj21Sp8PQRKfL/11QxMgiNs9ggGsY6lhxql6iePPCTXjQotu2kLCB6NUr3BoQ/BKzVU58/1wRiC5iKpJhNMGM+q1qCdQPn8k2jMH4VrlxDRWoiGDGiRmAz4s0tFYYpzqN7b2SEWLLve8JGLXt/8hu/88EcX3GP6XXNtB8XXLreYFw9nM6zjS1/4HO69/z6EojHUbQvDa0bwO6+6HSEjJPt3hHYOEvilgEUBkcTfnLslcOL4Sdx//wOYnZvDZXsvx1VXX4PRIycwdvggNs9V0dZqYDRTkwFKuBrDL3JLwsyuWqpGZV3ICvMC8vyq970iq/afHfW3AscUy9IVxuratUOImIasNbYJ83NLePLJ/QIkbN16CZayC3BqFWm4TdNA7/CweIIvzOeQyxYkLI4gAH8oMxaWvVa9cS+BCV5D9WxxLWly3lGVRFuHLZdsxItffCviiYTUrEdGD4tPIv2BxR/f6zVYL5NN5T//VHhwL6YdFmt8+t+q9RqCG9BhpjqQaOuFEctA15mEzkApFayniiUq09QfOcNYD4q/L1+jqjGVoJ/1dQhaK4zzJ0/iPX/2Rjj2vPjCc08TVpx3vpI1KkMF+ihzaCBesC3s2fM8vPC3XoJa00WiPS0+9dzvpBeIxmVdqF5AgdL05pR1zPM/SMsWFWClPFyZsM6hlAJWfYDS/zccvpZLVWEA79qzDeXKLGbnz2OhNCXBsFGjDbnFHFrNRQT5ut2Q1CuHnjqB3sGNeOXr3oCH9+3Dzx98EISnCRD7zFEJlKMyJ8IhiSo4/f1Q/hbyiwKNub7VnunnKjgoFPKo1VeA1dVn3q8GVtUzu3pfrFWfmxXAHX/7VgEFg9E0Hnzk56Ki27b3VuSQFsDdMGOSvdHXHkbQmUYkxHhntX9zULF6D2ZNtqIOWFl2SrWhekmJ4vMGDOwJpxeqeGjf08iXHUTTafEETrV1QjMiMggu5HLQXAub13ajr12RXM6OjQuoWqnU5Q9Z5fQ5pa0ZLYjY+0pvK4MgDYmEGgxyLye4ykEhzzLmutDGhf1AtC0tg9hq3ZJ1k5udlZ4g2HRglfPM5BM/1E39HVg72ItWo4wIPZnbOxBLpIWkxJ7ASPfj+/uewDwVTlpYfJCpxKTyUSoegz1QDMEwh5o17E234bU96/D9w/twOFBDhxZTKl5DRzyewK5du4S1+u1vfxv79v0cV199JRYXFzE+Pi7nM3tpeS/0Cqd6hbW26yIWCmH98CCs0hJ2bRpEOm5S3oJkjKoJZS9XcAN4+Mn9mMiVUG1xqOoiFo7DbtRQqyk2qthsNJSakmuf65g1QJz2bEZE1iWfXbL09YaF3Zesx67tGzC/uIDDo+dw/NgZ7N2xCa966U1IRojfmJhZKOPYmWnMWjqePDaBuaIKhLVqeW6haNObWDM8jImJSakVac0le1RAhy11Eq3bdCEPkDnLjxBxDaeGtmgIt+y9HJFAE7kcMzq4BzMvh3WPg3SK9UsYTauJkJEQ9umDTx6E1eIQLSzDGjNCi4UoMm1pJE0DJvEn1mNWEyRLlJpNzBVKqFBhRCUZzzS7jI4I8OLrLsdgJoZQwEHMYEhVHJFkGnNFC9+8+36cm8shlMhAqNFOHe3REDYNdmN9TwcCdQL/tAJgvkQYs4UCxqbnkC2UZJjx1Pm553SG/0/9pl8DqxfcWR9YfeCH35RNhwvEZRHvTUK4ObMv/5uP/z1OnZ0QXzoCrqSGDwx0421v+UMM9HSiWqvIBCybL8JqNJFMJpDLZtHR3o6wJAoW8Nl//w+cOjsmB+GzpV5KUre6mPcPRP9w3L17O/7XW/8IUfqCNWoKVBUJrTKtb7hBfPozn8f+A4ehS3iM+nj2wegxTZqqMHHsGt74B6/D82+6VtkBBHUsZLMolKvC1DSjMegI49y5cfznV78mk245xMSHtoZdu7bine98q4QkqOAL5QEq7bnfADhsplUBKwCbJymUzwnVXTUa7BWTiZQwEnmYRCNRCdMiFCwNlyd9J1NTGCEBTXyaqKDl1LqUm8Ps1CnY9TLauvuQ7h1BU4tg9NgJ3Pnd7yA7O8PgbFVoiLerkjnyIGAYRrlS9RpGJenJZNLL74FgqhjBM9GZTYoWQOfOYZQzukiEDPq2ZtpQOj0Ndr9VAqvTORhlFxHmu1Sq4gPL5MNiyEJyUy9gBhBLxjC0ca0YwXPC3NnRjiwZqzOzaEukMLOYx4buERy/5wkE5+sCVDKtnQekLQ3wioxNFUqelM9LsHacOm590fPx8pfdit6uDvHnk1skVZCOYqmGj3zsH/DMwVFVaAZcYUAZRhC7L9uJP/njNwlDig3U3OIinjpwSKZ/s9NZObwLhYIUD1NT09KMccNl302vLRboK/fW91xVwQc8uAYH+gRYXbduSGh+TICn3FUa3SCZ4yzQW8J2+P6dP8A//ctn4LoMMXtujNW9112Njds2wApqODWRg9WKwmmG4JRLcMpFRIINxBgC02ogGo+gmC+hnOUz4SAeiyCVTiDZ1oYC3+/4nGJcCzu4iXRbDD3dGcxMzKOjLY3tlw3hxImzqNeCkvRYLBAnU+wrWZO8CSJdonlYTKwF+EHZhxizSxCKB4IQdGDRrr5RFY8iDQ0q1gdBDB62LJbYAPDak9HcpI1AUVLptUhG5CStZhWgdFgKSyU7F/bjr/jwG2oFsCrY0zed9GXT8lqWQVUuRNMr0llwKAavMOIEBPpVwKrvNajAGiWvZjNGHE/lT/N1M0AiE6OJugrtCRlNrO9KYjhiYsOmvUjc/lo83etiCg3xBCM24fucsXCzBSyhnQcLPT90wZNBBxhKF4DGBoxluqTvcsDC+8D0ZQ7GlK82QemQhHapQEHpJthIeUA2AUsyhoSxQK9b7nW0OiFIJSb1/BoHDpRRcy8sKLkyVQ0sqlkwOfwZNho2h3EhWM0yIq6Nzacd3LDUjva+KGIe4LFUK+F0dgb7Z87g0c4WGt0pOFoL4bqFYMsR/16X7CMCqjyc+BpsCwH6pTY0OefEK5Vy7yZtCcjWAzRO1gm88ZqI/1oLRpX+VDW0DaXw/ptuwW2ZPhgMytJsNHQLem8vtEQ7XJ49ZGaapjQJDECUZ0fS0gm0E9hl4JUD1B3YtRyq2UVYeQuBmgEjmET7B//qouuvL335416TqPwp/Q82swq0CwojhMMgXvPp6VkcOnIaRw8fx6ykDZMxrTwpxT9OpP2y6LxzVJ1rAgL6dgCelF5WpZc4LXurBDa6ogqIp1IShkGjQJ3AKppIJTLYsmkXugaGcW56HPfe8wNMj51RKfASPMShh1r3LbuCKzd04YZL+pGM8Sz0mO5e06zAlZLd0QAAIABJREFUTd/31KPaeue+GkL6Pteen6cPpvpSb/EFVGCOWJZ45zJBHD9yTr1vtQfwmshZ3FReqhx+NhhawfPI9oCkFkHqIBLhENZ2tKGvPY1yrY61N/wmtt96O2q6hnq5hFrdkt/Hs4N+jKuBVb/OYEMlIVZsNMS7GSJHZFPKs5vhPVQG+TdG1QYe+Cese8Xo5OXKZudx7uwx5HMLEoop17KlGKoq8MlTfHvDW79++u/Ypf4z5tdoUlt4mzmvF5vn4TWbsXHLLtiNoIDP9CoTia56qp4FSMhnPMaqNP4e206BoIoV6Hup+l/jbeH181Pn/dRx+XdB3iP6XqvwQyNkYG56BkcO3I8wm+qQKVt6b98gNqzfgWaTdZa3T3uhOnwdAmZ5vq3eo65ASLLv63mMPfl9NLOnZGhDFneM8vsAfTYjYrVEYG9ubhodXW2iBLritZ+86PXNb/j2D+5+FkgkMnPaOpB8YDWwtJBFoNmSMJHv/dc38K3vfBsGZa+ejzdZq4MjQwKoc5/n/RfxxjL4pcAY3xf0yJHD2PfII0AYeMXtt6F/aCNq84uYOTyK/P5DONVYgJmkLD2K8WIBrRaTsFsyiCMIQm/+5cDWX3rHz7YCkLNUrjHzG9gfUKlWR/9ALzZtWodUOinvncqiYqmCU6dOY25uXoAZ7m307oubBoZHhhGJx5UPogPksnmVTC3rVbEtZS17YI/U6RJwqcBGGWcGNRne837GTANr1g5j5/Yd2LBxI7RwEIcOH5T7SZ0cT2zW0fzeKEEiz7eV76fhcu2aEoJEUJUABNdxQwuju28dOjrXo6Un0GjyJ7EO4e8mU1Vge/W/CVxwWCaSbw4kFcOdf3iW0iub3tqiCAmE8eQjj+CvP/DHiEYsea8W9yT6pJpxNAgUSOirpyDTNGX34Di45pqr8fzfehmyZfpAp8VXX/yKW0CCAV20tfKBVZ7Twnrk61P3jRZDMpCV/VXVsxx+yv4sHtesaThYk4JO/GpHR4/ixhtvkvfBM6lkzwnrkQDOyeNHUa8sSH/B/oa/Z+LsDHoG1mJozVocPHRA/G05JBDbHpEWkb3PYLKw9LL+XuTvT6oX9BQ6q+Tx6iihNRv3wpYC+OTfKqDI//hVwKoEcXof/pDouYZXvfUle7BucACdXT3ItGcwOT2P2Woc58omjERakuLrpYIwVmN6DsFWHhrlz7/CCkCumdeDrt6fVXCcp9DwgFXlO0zv/gYeeGg/skVbPEjjiRTSPLtDXNcNFLNZBJwatm2kr2YWp8+cwfTMPEqlijzX7J/5nHHtkpFJsJJnsz9o4D6eTqfkdVGdwb2aYCTPF6tKwgP7Ox2gf7ZhwuHzQuVGkf7RZQQ50KeXsdNAxAhj53A31o/0IB5mwVuTvisaTwvJp87A20wfHjp0EudyZVmLlF2xJmnwMQwptjatDlhzNwIhrIubuNaM454nf4axVg1x2kRFGIQLCSxev349LrvsMjzwwAPC3m1rS6FYLHqEI1VXCfmJNXpIFyYpexkCq4M9PVicmUJX0sQVe3YgE4+AfHbmj3Ao8sTYLB47fBR1jXZ3tAALS5/jDxOldgwEJMiT15S4R1QPwKC9iZdFQNyFa75gNRBxHTz/yl140Q2Xo1op4MSp8zIYu/p5O3HJul7osEXlW6oHMTZbQNf6Pfi3r/0QY/O0N2EI2RLCIQ3JCLHFMHK5ogCpPHNUwClfg6oJNQl05HkXQltbBgbxnmIOHakYLtu4AU61gFI5B1puc0+VgFLZs+gRrcl9qdkuetZtxrHxWex7Yr/0PkLxcqmaUPk3PG/j0RiSsQSSCeVnSzyqVKmhUrVE6Ws5JJQUYTTruOWqndgy3AvNpZqXdqltsAMa5oo1HD0zIQPwRLodNbuGhblpNOslGHCEmBGW0Tlfp7JsodqWzzV7FVaUdz1z6jmd4f9Tv+nXwOoFd9YHVv/rG5+X6cPi4jw2rFuPaMSQB17CJxzggx/+BM5PzMiDTJNvHvB7dm7DW978RiVBJw08EECuXJJCsoMg2dIiurt6JWmTk+/Pfu4/JCnc3/BXF+yqWV9hmfqbMQsIskP37NmJN7/pDYhFyaJUC0UknCDLIgDbCeCfPvPvOHjkuExo/e/3mwMp1F1K7FWaq6RlNmzceMPV+P3X3g6ORAl05oolZAsFxJJMObRRKdRx4sQp3PWDu4V16/mdS3DUb9/2Erzy9peh4VQR4WTD843kduO/N/+9qoLD9/DiBkODdzaxZIQpkIMbZqVck6KpVCypZPOWi2SSLF1u7kW0d3bK94a58YYIrtLLsYnFqVPIz58RSUTBBvo37UBTT+DRR36B+3/4Y0nfU+/bA7c8vzhJTPWALr4/22mIubg68MiS4b1eAZ/kdQZayGztRaMzjqXcPJKdabrcI1ixEdFNVIpVLJ2dRXOqiFDZkeIoYsZhNSwUwxYSG3uhxTR0D/Qiko6JOT8Loa6ubhRyWUn3jEVMZHNlbOrbgCM/+jm0RQJzmmzoZOPx0GajtcLOUdeQP4teTU6DDGIXL3nxi/Dyl96Kvu4eYRbxECCoQzPs/fsP4eOf/GcUSjUEA00EXRudbSY62mO47torcf1NvynPnkg6nKakIX7vrh/i4OHTUhyyK+NzK4wRgjRksvigdcORcCd+jQUEJ7cyPGi5Esq0adNavOc9/xuDg/1wG024jiv+gnxOjEhSJc4HmyLd+9zn/h1fveOb0IKR58xYXbd5LyKpOPo2daHkusgW4tL8uaVFOKUsUmYIumvBtsrCkiWzrZYvC9jFqSiLaMohmZ7ckAbFa42bdcRiIaxfP4CF6SXaXGLn7ksAzcb5c1NYmq8jn7eAkLe+xbiZbAmB8dDSKP9ig+BAIWCWAiK9Inm5aPQKWAH0BKQkE5Im8ix8CJiH4cok2IJm09uU9go5BI0YgibDipREhLoTMmGUZ/AyevRL5528Njnevd8niLnyjVKfI1tkFejE5kyPe4U72Zp19TrFI23lx68Ilr1iftnDS4EhBGDFc5VgY4isOJYXIUR1DYkIEItoqFsa4tEm2tqjSNQ1vOwV70DqtbdgAU3UbAcW37sAQCpxm2xpYXJw/xFmtmL+hjwQlTicQNe8NVKkszlWTTY/FONTsThrJIR4hF3fKVGGRRobaTKF1fekEl0eQVnJvyXZXMIzuAsqoFxxXnwEXcVJCBuHDST/blqI8VrQ8/jAWZS+8QBC5Zz4NkU1hhiFgLKD81EXp97ze0iQQQ0XFaeOMhqwCKxwz+f74U9v1mE1quL/5QbCMJp5aG5IGreWU1MSx5aGRqOAGq0lao4AEMWAjYkHHsXkVx5AptbC26+7Fq8eWI94hABtHq2Yg0jviAJWjTgRFwQZgkUGu678Z+VSyjNO1m9d1rxmEfgtCgujmi2huFBBo+Ji49/9y0XXXwRW1f6ngqj8c4fbvbJaUB7HZBqxkWU6/djkNA4fGMXJ42cxN70k4Kq606vj1tRLUefXqmGH9wrFKkjRVmXY6SegCw9b0wXsIGuTAA99Pfm6yJRYO7IZQ2s2wQ4AjzxyP55+4hFYtaqwScQ2hlYVmoG6XcH6zhhu2T6CgXb6A8si8UBf9YAqWZxndOo9U9LgePdT3rvvt8evr/LeE9K1eKUqEFYkwAQOuFXLe2PglWLyVlyGJjoih6vWVEos5dKtekt8vOgFS3/YuK4haUYwkDCxJR5GO33NU+0Yee0foXjpLhTtElpFdaaShcpzjGevaSqZpH+mcaEJ+49sNLLqPI9VAl+SvO3wexQg63+sBjbl3ohCQq07DhY5OMwuLWB6ehxLS3NwHctjxRG8Uddz+VqtAh981tnqn/+rfudqBipf35p1mzE4sgVBjSAmAV4FXijHs1XPll/7eR6r/u/jvxDAmd7/Yrfk+bd6wCtrIcUwVSolsnl9WTuBfDIMG/Q0N8IwQhHkF7M4c+YA0skMBgbWYG5uBvPz09h7xTWIRNtQJ7vJe98+s5H1mAK9FdAirC/ZX1vA7FHMjv4MwUYWEjhP4MoIoRWJCJPf5AC85aLcrEmdGgkEsfP3Pn7R65vf8K27fvhsxirZdvzD++a4yC7kBODnmvvZAz/B57/wb7KeyPIeHB7CwGA/enp7RInkr49feiGS50ObDw3VWhXHTx7BQn4Gm7ZuQnfvJsSZEh6NYfRnj+KxJx+Ta9sgC5Bno4S/ev6OjaY45qzQJVb/pl8Or+JXFXOWHusMPY2iXq9I433ppZvR19+rLBksB7lcXuTHp8+clZpZWPnBAIYGe7F9+zYsZXPCEiW7a2ZmDotU0dEKhkMzzytXfNY9BqgvYZehkthqEBAJiI8q+42tWzcjapjYsWMbBoaHMDE1jpMnj6Fh1wVAFGVRKCSsZMXiV//b1cgqJ0CVVGC1V+cn+i5BV886OM2IkFZ0htDpZJWzadcU69VjdbPXkvqSpY6uoZDPSYDWMkO70RJ1C2smQ4vgsYd/ho/+9TtgmhYaTVpoRJHu6EFvXz9yc7OYGDsLLaBeM9mFiWhc3sfm9etw++vfgKVqDclMG+Ip2js1hEFOKwAODAissj+Q/ZGA5ipglWE6MseRG8l9VIE83APqDVuGmMxG4P7ttKpYXMgJg+76a69XPtbiVe5C16IYPXYM6ZQpTLL8EplzKkjtq1/+MpJtKTiujekJKqJMIRtIQjrPNaGv087HUBog7wzwbR98pqYKSvZeqxdiKnVHCMIeFEUNJ9SipFsp3v5fwKq/Z/DeE8h6Lh9vetnV2DLYK1Zc7A+C4SgeP1XC4Vmge2AE7Z3tAs4lIw46EnWgmZUaWu1Jz7YC8IHVZytD5V8uq/b8oYcMqdDCwlIND+7bj0LFhR6NIdXWjmSqQ3w1uTaosgg2axjpS2Fy/BhOnzyHcsVGPBGXfYhAF/sG9kzFYt4jlihFBvdPyv6pSuRQkP0QP8d7yD2bIcwuQxtlww9Bo68vbZqoqKyVUMwX0JSeTooMube7hzuwaV0f2uIMZKWknCxp7oea5Kw8fXwcB6YW0ExkZLAepf80z03aipgGInpECACtYAhOKIauuI6hQAP7n34cZQ7jNAOlSlHOTAl8C4cxNDQk65u2SkUyRlb51PrnJq+V1GEMPSPxJBbDxpERlPIFjJ8fx+bNa3Hz1VcgQ5DXqqJs1fClHz+KxWoVLn2ZXSAdM6Uf4tCjq6MLsZgpgVGGroOe+QnTRJpWHwEdS8UKTk5MYJHKp1gCbjQivvVk9P7Ob16HjmQY1UoFDYdDt7AAjbRbsltBnJqYR6ZnDTIjz8PffPILmC+WUMiOAc0iQlTLRYm/QOodbnWisDUj6OpMoa0tjngsjrXDQxIi2NXVKUSk7GIOtYYlORu/eOCnODF6CPF4BLUSA1uJmytvWNbDvGa02lvI5XDb6/4AXcPr8fG//xRqkjVTQbHAUCpl00WLtWXyGrN8ZGAUk7opFk2o569WQT67CLuUxZ5tG7Fn60YEHQ7J6sjXg/L+crUGquzp7aawfQMhRZ7gHkKPbKtaxfzcgnjrhjRVUxMHo3qQoX9hLYh9J8efyxL/H/s9vwZWL7i1PrD69f/8jGwYh48exg3XXgvT4FRbyXNrVhMf/PDHMDY1L3J5SU11HNx0/TX4/de9SpifnPJR0s3JRtkqijdGPptFKpmSYeLkxDT+9fP/iWzOk0mw2WmqSa9vurzaG02YF568jQX1rl3b8Na3vFnCK0jRZhNHMJMBRfRHqjst/PP//XccGj0pwCqLI04Y1ManGFb0PVRptkq+Ql/LrVs24I//8A8QEcxBw1KhgKnZOXR0d2Exm4Nda+HQ4cO47z6mToqeVX4WF+rb/+QtuPGGq1Ct5qUYEghCAnkYAMYCkVMWP2GWU2JCMWxelfTXkuaIkx/FoJX0UErmKUfTKP9XgDWvBROGC8WCgK2cHvI9hk1DJnDJqIGFsaM4f/xxCQCpB00Mbb0CBSuI73/7h5g8cUakS44nd+JGwWKG0yOa6fM1i3SeyY+tALp6O0VyLywz8ZEji0Axcnm41Bo1tG3uR3SkAyfPn0Cyux1aIoIIJU4VTpg15MYXUDk9h+a0ujZMFueZSGA1tr4bWjyE/uF+BCQcRzXhvX29KBeLmJmcES9GJlGu6xrG4bsfhZHnoelK0iiLPDJsOc3zPeX85p7geSbThptuukGeS7JQX3DzzRjsG5TGkmEVZAHqIRNf/srX8ZWvfRcBnbKDJuKGi2uu2IZWg2brNm57zdvR1dklqbmkXkSicZw8fQ7/+/1/K2mXbIrJFCCjVwLfZANWzQEPmN+9/Xdw6datYuJfLpVlsksJsCo6bFy593LEY0mxyuDrj0bDElqGVlhMy4NaE3o4hI997O/ww7vvQShsYmkpd9GbMz1WR7ZdB7gVBI0kmnoawbYU9HQnkJ9FIzuFSMARLxoyGwnWiz9WpSZAi0xIxSuTABkZAWwyVUI2J7JB2Ni0YUianvm5PPqH12D95j5MTk3hxOiCFAQM8FHhTpQvKjBUWQBwfdCPlKFSNNvhtfY8WUW2pIJ0FLfTC6iRdk0x1/gz6FNGZmorFpbJtWa3hLXqNAsIxjLQzDQcq44WGRtkxAR9YJWMC7LQVphuqkhVoUzKO9VjLUjF57NWWXQ7ClhdTgcnxhtXjL8WbQ/YvPDnqibt2W2lKnB9Wq4CPdkfctDCa0Rf1CBcjdAuYc2wFNtJk8UhwdIECmjAYPlnO9i2aQtu/eAHkd6wFhU2PrIHqb2GbC0FYyhLFnreaWSi8r0J4MnPK6dJNkYKYFWeW7RLkCsesBQMwuAyCc5TnrDSjHgMtUCT7F8FmLJgz8Q7lRWtF/ot3+I1KYKN0QNZ2EnKm1JCg3zcmqCF7iKGJsx6CPlgC9O1c/jeP38cEz89iKgbRVqPYSCewbqwCfPKQTTe/lZsDrSjzW2hrgeQpdw/qMGQKxiAzSFIkOCwJ6sUzJtfU9JXBfMSyCIHuwVHnoEATIJ8LeBYdR53fvGfcO5LX8KfXX8zXrF1F0yjhZhTRFUvwwhloCUy0GJpBCMmJ0VAOKIUBWy2BaP3ACWGdXFvsovUjMGtVFAt5pGdnZfie+tHv3DRa/w/vvIJpWQgPu8xw+WWSYik6kXk6xykkU1B647cEs6cPIdjR87gyIHjKOaKwoyiKmEZRF31SlSCuz+YU1RP/5xmE8p9mWucewWvHffZmK7BjCaRoK2Oocnkn762vV1D2LB5G+IdnTh+/CDu/8n3kFtYlIELOCxtBtDSw6g3G0hqDm6+dC0u6TdFjaICGygpo9yO5zoZFM9mF3F/Uo29kvguD215W8UigGebAi4JBkl4mmc1Ij7BLgd0TTmjK/W6gArTNZ7HVG1wTejQwkwWZ/o3PWHDEvJCn3AmzWfSbUinUiLLdq0cUm1JXHnTa6EZPXCtJdSCjjShXJnhUFjuD5sJvlYONtlw1jhArFVlyEnmGwd8Ip+MmpI4rIbOykNxNeDJ/+1LL7mPK7Bd3dGwFpYm2A3YKBUWMTV1DotzUzKsZNCGDAz9PXCZReglYHug5upm0h9g+9d3dQ3Hx6AmGYI6UukuZDo7xGbGMBjGxWunAEvleeih9tw0+Lx61lDChguTP/Jsr0hhOVls4lWD5XvO+r6hZPkGQwFRydQ5LAyFkIjFxVuaiqloJCmhGoXiAvbtewD9/d1Yv2kHXEQlaNMHJAh6872F5cxQwUr+dSdzOHfwR7DnTiJiUPFiQOO5Sb9mMyb1KSEeOU81MuFsGEENO1//4Yte3/yGXwJW5SxVnDnu4QRWG3UbqbiJJx57BP/8z59SjFYtgO2XXoqRNWvQ3p4RxjPX+GqCgx8IZjPNnT51YmPkolhdwvTiGCanJtAeX4P+ngGEowk06g4OHDyEbCEnQ4EE61w4sIMMDaWHNlmEylbqV33Iub1KpbZCQFCqgVQqKb7QtC/ZunUDhkeGhJ3N7yEoR/CUNkw2g6nI+g5r2LFzuwyzswtZdLZ3Sg0+PTsjnn2s8ZoiW6f3dgvNBp8ddf4I61LeL4fuDfFCZUlAxiz7jO07tsqglnZIa9atQ76Uw8GDT2NhbkZ89slo4vUjY4u9ke91bMRTwlRlTS/Pp/QzOjrWXC8hVRyOSI8jwU4aGvWGfC+bfb4m5fnKIGAF+vHfTk9Po7OzUxEfWo7UXFxnZJc1LVeA1U994n9DC1bEt3DP3muwedsuAXRadh2njo1iYea8BEoSrE3FEypYFU286g1vhhXQ0NXfh0xHu9Qj9UoN7ak2CY3h9VTAqsp2YB9EAI9DDRIhHMsW8gf9eOk5yWvR29+HSDwmgD//Lc/Cpksl0wTOnjmGa665Fo5NKxcG3HC/I4HhPDZuWiuD01CAFmIkd7j427/6P0h1xNDZl8HM1BiK2TzqBdqdsCfgAAzo6urBxs2X4PFHHl4exKwGPf0+wR8aC+NVvLVdxFNxRIwYLIuSa9aJPDdXSCW/DKwqdZ+cs56Ug/fsuQKrb37J9TCaNezYsgGX7b4UdiCM+w5O43wxjkS6G6lMEvVSHqFWEWmzilCghEDAG9x6VgDL9dgFjNUV1qoCVkXN4aHLKr+jhXzRxv0PPomFvIVoOoN4sk0GgjBM1MsVySzgYD9pNHH44C8kAFPTlfydyfQkW3GPYzL8siZBiCc6EsmkrF/uvcWCYnlyj+bzLn6r/B7HFmuKOokmugEtlkSTQxZDQyGXFwBWrVO1d+wcSGDHlhEkDRfBZh1GMIS67YqHsRY28fTJSTwzuYCyZkAPm4iGwqgWSwhGQtKfJSNxWK6GMrGEZCf60yYC+Rkc2f8EqhULmc5OJKImanZFagb+fr7mvr4+GewQWJXwQG+Yoq6jsvOiopVcq43rhnH5zu0Y7uvFiROn8f0f/wz5Yh6veOG12LNxAxJmGLlqCZ/5zoPIiwrFwJruLqwb6EE8FSGlFaloHF2dnQJAMoCRKmBW2lQbEvReKNfw4BPP4OT4FAKsOSUwuoFMCHj+Vduwc9Og1JtCaCFrnjksegj5qo3j4zO48voXYKwcwyf/5WuwSeAqnEfLzglKwYEGLe7yRaoXdVyyZTNe8YqX45Zbrsb6dUMwDfJuJbUOpaUlTI6PY35mBlt27IAZS+I973w3Dj79FNrak2jWiVsQGKa/akDuO73BLbuGWDqJd7/3A9h9zQ048MwBwR5KuTzu/sk+7D/wDGbm51CpKOyIiggjaioffBmE09e5BTMRRzqekgwUq5TF5rWD2L1tC5x6BXatglNzeeSqFvRYHDUPQKUiLdWWQsmzZuKwqaO9B3XLwZmzJ5HPzyzXQ9y/hGzotrDEwubXH8tX4NfA6gUPgw+sfvHLn8LSwoL46mzfslWKfcoIuRGWq3V84EMfwexiUVgT5LQQFH3+jTfg1a9+ORyZ3DIxLoixqTHx5lszMqKkoI5ieBw4eATf+NadQtn2Gx2/KbvwwFrdKIjkpdnEtu1b8JY/eiNMekQx+VqmwqTbK4iC05h//dyXcPTYKWlsWUiz0BE4RtiglBE0xHe0ylAbEvYbNQx3ZvCKm65GqFFFS6e5tQFXN7HYaCJP4Nc1sP+ZA3jmwEFhjQhc0XLFd/JDH/pLrBnpk+AeBf2odM9lL0mP+cD3KwBp0DP0F2meZxvQaqFczwswHQ4R5CTQRGBLGWaTWemzOwiqktlIn6N6zQYDLdicdLS3wXaqmJw8DytfRHtvH8xMJ3KLBXznju+IbIrABTcRHkjhiFRpMtHn5hYyKIswpUnlIRgWbwMCKOrQYAPjN2vSdAUDSAx3InFpH06MnRKgrK23m2RmNEt1lGazCDV1LJwcR3i+DjMclXtOAVFJd5BY0wWtI4a2gQ7oDMehPRMCGBgclHTbpfl5kSzNL1rYlO7HmX1PQ68qKwIWviw0+bqVhFE1gmLq7zjYtmUD3vxHr8OOnRuFfTk3M4dyoYZosg0zSzmMrBlGggBro4V3/tnf4NCJs4iFXfTHWrh+5zr0pKPSeE7NLWDj9bdh195rULMommBDGEK9Wcd73/dBHD58ZLmZ4+9noSBedwy1cNm4aXjXn/4vbN66FS6YzqokXKubGfkemZh7YJ5XoEmzSnBNUz6yDz30EI4fPy7ymXvu2XfR27kAq5deAa2lg/ApwlEEhnugpdPA1ALc7AKCVl6GFGSOisepyMyWx/oCT1Gmw3vNhsulTw4LUgY06QH09FNeomN+voBgJIrOoUFUbQuLC1mRiguVVVhl9H4kRVKTQYYKlOLXGjItlMNLPWQC4op3g8f08EHOoEtmL+nXDHDj6woBXCdGBAGGwAVq0GpkCLcQaOtHMKzBrRbQqtdEWsefzXAhFgoMyhKmCJtmuRVqAKICp/ylvJIM61/8oHiz+qFUKgyBjCzf/kEhaaxXCT4rEFgYExdYAvh4gg8dL28efCUMkCCzNAjEQrqkofMZtOpl8XvTAwaySwXUdeDlf/oWXP67r0SNrF9eF5Hc8Y6SrabYoCr8SwnmFI9RxVWJTM8Drgk8qpeoprhyXbwuRNhiHramfqJinHoGDc9qojsSnQqIkN+50l77TY5876rPLz/UHHq0gqi3gBAn/k0DOdfCk/ZB/Pt73w/rew0JiQo5LmJ6DNGoi+5tYcT/7lV46cCt2OLoMGm0r9fAGCUmi/q4ts+wXakGVOPvvxP/Vao710SsSWDUkYTvGd3Ftx//Vzz+iU/gH677TVw9uFdCxvRWXuwGaDIbZMEYjUpD0IokAQm4Cj0LjBTZIuVxHCTYFaDWQKBShl3Jo1BYwMzcFHa8/ysXvcZ9xqq/v7DZlvNV3aRlAJTXn2ARwaNsLodypSjBSqOjpzB69AwqZQauqbRwn9WtZKcedOmxN1ffR143kf/67FVvDXNvI4MvGo0hkUzBjMdVsGSQIRZpbN20Ez1dI1iqZHHvQ3fj2JFnoDV45hDwF92HFOxkJPV2duLPCVetAAAgAElEQVTFW9ol1EoIg543L33B+ZyLY7jvi7os3WcAnnr+1R31WPPSCHhBawKiUvHCdHMHltNE1W6iXHdRb7RQaxIuaiIQDiIaSiIeM5BOmIhGImhLZZCMpRFNJ5FIxORzYT2KiGYibLgIh7nf8eysYWBkB9p6tqFqc+tzpCHl9eVZb9ctkXQyzZhbhQqGoVRfl0Eb/5vMTFr2+LUM3w8bWtY5vjxe9htvr/QfoJWGeuWM4dcIRMgwF0wUpsooh6WlBVRyY6hXbDRDjIIII9ikVJFec2GgyQGLYr1bgRqcoINonYzMhjTmHMo2HE38UKm2oKyZQDufNwWAqtdKRlk4HFVyfDaBQXrIeoMNGVYSnOJeFxHGH4EbMud8lqWy/FEhq3x/bHb5b3ie+rWKsHx11no1VBt1UcRw8MtAPj0Y9wLImuK7Xq0WceToYfR0d6K3rweOQwsSVcspeyD+3LrUQuEwixzWHQHkckuYefxbaBVnYAY5DKVuUlk/GaEYwoZikS0zkNkMOw52ve5vL3p98xu+9YO7lEek5yW//LO5IIIBlLJ5WEVLwLyF6XP4yAfeh5LrYH06jqsu241gXxdyjQZMy0bTu4arX4gEm8rA3VtLHDCJt76DI0eOYm4ui7Vrh2HG6c1roF53MXrslFKJCJsoIKw0WiQJkCbP17M/VkCuFfUWCRBia0Dlma3CWshYJTNqbm5OAmHWbxhBMhUTlpF4eDuuSJFnZ+YRDmrClhoe6RNgj3Jjgu12o4XZmQXxfqTiSNZRUwVTcYMRVqlvDeBZSVGu7/cfTLpmmbBrx3as27BWPCd7e/vkfR45cggnT40imYwKq9YPQmJoD30yxWIryvWZQITDoACveQxaYhh6tAexeFKFSXIQz73WC+nk9fMZ6CRXKDCfYS+GWKwtLOYk0yCWSmBybgZ1q4qhzi7EQyFJ6KZ39kc/9A6gMSn1Tf/6jbjs6msxOzOLM4ePID8zI+u1FXZhBOLSP2QCNXRlujG443JEkims37QR3b09wrQmkBqL0vubI0qgatVk2ETgjDUPAyTHx87j6OGDOHH0iBA4rHpVyCxt6Qz6+gaxZeulGNmwAbFUSqlxAkFMTk/j/JkzuPma62R4xHqMlgX5XB7TU1PYtHGDYrX5A1wN+Oxn/i/yhXls3bkeusnBVBHZySIW53Oo1Bw49Qa6+zZg87ar8PBPvo4QVQUMQuQzHCTbkUxgDkDUBFkLEhTWZSgmLOFQWJiIpVJdAoGV0RPrYCoe1JOsVDUr8nbpXT1etgRiBTSUCxdv18Wf/btXbMBQfw+uft5lGBoawEK1hSfOLGB00kbYzKCnpwuhYAOmVkZUKyNMlZCnMBJrPYb+0adXyrum9Mdcy6vVBmQMC2AcUEN1ntEERHnOsm/5xVOHcPjEJMxEJ8xEG9raaaGWQKFio1IuoD+joZafxKGnDwpYyR9Gv33uj1RvNB0O5D2Fk+dZzOvVlk4hmUxioVQUwhYBKhKieP24ni2PFSqUABluB9Gk7D2oWMQERGvVOjQyLlm/1yxsW9eGHev7kDbYK3FArwm4z3qB/exSPYD7D57FYjMEPcrBZA1WzRabPVoWEJCzGYSUSCDd1i5KzEohi6mjBxFxLIhHssGhCBUTyiqIrHQOcggI0ipQVHMe+YLrhZOYltVA2LHwe7e9CL/9GzfAqVUxO7uAxw4cxfce2o+FQk0k5zddth437N0p9+hfvvsQCvkSNg324Heefw3WdHcgqJuyHzIgmGQW6Qm51bsu6tWq2NzItWs2cX52CRPzOSyWqjg9V5L3lo5FcMXmYVy+aViwDlcLIB6PwghpMhw+P7WIejCK37jttfj2fQfwtTu+KX2ZZH3AhsY4KLsm+0CqvR2vfNUr8YdvehMG+rrhknzUtFAv5lAq5GUIHTaiqJHtOb+IqVmGtNI3F/jJj3+E8fPnJew86FjS77OXZBhoe1sc4YiOF774Vtz+mt9D1W2JSqBRKSAaCUGLpwXEHp+YwrlTZ3H08DEcPXIUJ86cl3BvcvyV/2xLSCYxw8BIbw82bFyLvv4+lGpVTC8sil0A2ceq51Yetb7HMvElXmeG8/lBl8lEQoZmc3MMGssvW9eRZCW2Skuzz+kM/5/6Tb8GVi+4sz6w+rFPv1/k55TX93V0oTvTiTR9LII6iuUa3vfXH8ZirrIMrPJBfv6N1+P2239LmA6Swh5UwCrZrpm2Nli1mhQV1bqNB376EO69/2Fhh/gfz2KSeJ9kEeEDZitsCBc7d16K17/+tbAqJWHbJFmY0DSdfh0Md2gCX/zSf+Lw4WMIm6ZIqBPJhPh9sEVj0qddr6FEU2KrLuENsYCLHevW4NLhHkTQgEZAke+jGUCOYQCWhf3n5nF+YgqWwyKTh7GyJhge6cDffOgDiBhsOhm2w8NEeVb5acz8vVzEBFWZHMhijwcgX5tixakJut2oCJARClN+DzRY+LqWNB5kViqMxDvcJcFbHfIEWVXYFT+jPBTJrOF94Huo5Cu44ytfxZlzZxFJmGiR7RYMyPWRSTgn0vU6StkyDDZ2AR3VEg2+Q4glYgLs8f2KD6KX1Kv69BbM/jZ0XDaC83MqiTHV0wk9FEDIAWbPTMJwQ8idmUZHPSQpjGJW7tgoaTaSI10wBzKIdaagRYIIB9V16h8YEMkHJ1WUbExMFbEp3YeJx0cRorJafjeZKmR9clqrQHO/wWDR8LY/+gO86DduQqtVhRkKoDi/iPOnTiNbqaFlRLDz8iuEDXT65Hm8410fhNOw0Z3QcMOujdjQk0JMZ+Gh46mDR9F3xQvxwpe8HOW6gzDTyTldder48Ec/gaf3P71cAPuFi0pTV9IJFtx//hd/iqGhQZm4E2C7sPHl6149RODX/TUhV1lkcQpcVc21g5e97FUXvTcrYPUqAc+aLKjCMQSGBhBMpoHJWTRzs0A1J2nsBBnJHKXHp7w2eY1s9leAVeH0eQUFgVV67orPnxsByb0OG+hoCi5TlgV8JW2JsjLlnaroSZLmhmCwBjj8mgJeWfMK5MemzAdWl5lTHpApGiaPpSXAKovikAxEAvW6ABmBellYZYHOAZkwutU8WlZNgYXyPays2SSTLUs2xWp/Rqle1P2SpaauwcqH8jgSqEYaHwLOLBR8/14voEWtUgmwWobv/p/AqmIuyx/+XPFSCyIcCCIW0dGeNJEIG6g16TPlIGWkRNJyfnEaz7v1Rbjpz94JPR4RNgKLU75kEvHkt3vzHt5PAU95lQX49OX/EvulXq/HWpOvi++rD6Oqok4aCB/E8fzp5PKsAmE74p2/8jldDfT8tw8yn7eAA5NMFVdH1q3hQO0U/u0THwE+X4MbriBQbQBhTq0JwJZQe9sW3Panf4FbY5vQyfFBQBNvV9EGXADg+rfAB3zV0+g3Tr4U3kG0FZZiO28DE8E6vv6zT+P4f3wen7z+ZdjTsQOJaAxNvUiEB2E4yk/ViCDI0KpwDGAqNJn6MgDwYFs2MLJIGmjZVQSsMqmKsCqUls1hbuE8tr374oHVr3z1k8v7oFxjD9gni9QfLvJ6cw/hXswzsFQpi/qD+8vszBKeeWYUJ0+eh2urhn91Ei3Xm/gUX8Bi9PcIcpvJ3vD3NFnHwg4mQKiClmKJFMJRU9YqG5R1w5uxZvgStIwQnjryOB588B7UC0WEJRhKca3FT9l1kYzHcMPWHsTIEGPbxc+LrY0XoEXXP4LoHngq7Fr+ny/bFk9x5cdKsMii+oG+i1ZTFDl1iw1mCw3KWMOasCrIcEzG00gnMpKO3N6uI8LAqHhMUr7J4hIGKNphFTkjouyviu6OPBKmjVDLQZODnkgvMuuuQiPaKYEuIdTh6nFZmK4ET+nildhkF+kNQlbXSCL39kIZfQDLtwLg5wni8I8fSLOiMPFtGvx9adUATxihynuXigE2Pfy+WnUBZ0ePojo2KmqWcCqNOleHrqEaCSNguQhZFuhUTVVAuOWg4rriC9/XP4JQKK5ALCpDGIrnMTwJfPIPXye9yPmeKcsWSybP21hAY595TLWUp7ARz1hv/xXpoM/08wB/AmT88P1V/ZBNXiuraaPCdUaPNQYGhSKImQl5DlinEVThdRsbO4fs0pz4acYSGVRqCnzjvsA6yLJqIo0OkXHteX43GhYmH/02CpMnEdFU4IZmqJ/LoRcbxtWgt39Pt7/6ry/6DOc3fPOu7yslFifYnt2HPBdcA6Egios5VHMqG6C4NIN/+vBfI2lqwoxiUOUCKRHhCAxRJKySOLOq8gAs/2+yEvkvyJLmtZqiN+2R4xI+MzgyKI1sNJbCseOnUcguCBGD15tSX5UEXvU875/9Vn1gdaXOUc8knwv+zXvH5yGRiAu7lsEw3DsGh3oF4KhUqsK6SqXSaiB0dBSRkIGtl24WmwmCOOqa06O7JYAGgVV68guIyudLyNsKWPU/+Lv99SO+oJQliyVRC8+74nJcccXzZL34w3Gy1R59dB8iJv2RyRoMqBC0GENfY/KaGWIYIIuZtUyrARsRxDs3Qjc7RflHwJJgGBt7vh5hvXJvlGEDiQIqWIzXJkJfygCwmC+ht7MXJ8fP4Y57f4CWY+OWK6/D1Tu2S411+ugJ/P2H/xwNaxIO+yPdQDwalz3fohUSecWtANqNmKy/dBgw60W87A/egt5tu3Hy7FlE43F0dneJpQ3vYyKeQEIzPYsYetUqv3z+fd/dd+Kpxx9DdnFRQB9KZw2uq3AYXZ3dwsDLFUpo6+zC3muuweDIsPSD0wvzmJqcwK5LLhVQw24RMFfn08LcHAb6+0UyzOeFLEiSZL77vTuxtDCLwTW9mJ4+j2TGRF9XStZDuVJGzW5AD7VhcHgbDv7iPgnULGtAnEBKi2xgDvX4vKnXz/vPBHQyDFm8FStNTE8toFBgqFJMjYxFtaTsUVQ/p4KbVS0vCJFHOhE/Bvl6IatYbhf78fW/ehsiYR0xk3ujhmLLwMnFOuarJmKpLk9FWEU6BhjBMgIOGdWKbs3nhKxnpX5iuBCJKASMbCwuLkkAEgdVne08y2IISv/Hdc8ANpJsOBzRMXpqHD9/4ihC0Q7Eku1oa6fySEehXEe5mMNITwT13AQOPX1IrCaE0s29VwYw7EeVKofPvBqAqb6FwGecg9UAFX4MWNaEFcyzWHpbYQ2T3aqUPQRWGRpEwF1AOMuRta9xiEFiUwu4ZvsghjvjCMMGw5zJdOV6pReryeFGsgv7RsdxfK4MRw+hWimKqoaDOO5rHFTEkkl09/UjFMtIn20V5jF58DHSNqV2o62W71/Od8bhJ68X+x8tzHuuGJNSIXvWPXYhh5e+4Fq88ZUvhVVawPjYWcwu5TCbLePRQ6cxNpOF3mzgN67aimv37sb41By+89BhuLaF6/dsxy2Xb0OSVlSsXl2GxlnqLJS4Bg76HFHg0SqAgcSkeBAGtRDC2fEp3P/MKbhBHVFDx9bBTjxvwyAMDqw0lqcMcVLBU/PEc+LteN71L8Ad9zyGBx/aJ5/PZhcQoOKuaYvCjTkfb3jj7+Pt7/oTmIEmqsUs6rWSrFsZnFrKS5cgPDM4vvqVr+GnDz0iz8x1192M4cFhPP7Y48LwD6MBx2LAFpkTYWzbugm7d1+Gqm1jen5R7Kk2b9qAK/bswq4dlyLT3SsWdOzJ6YlbqdmYmpzEgw//Al/+yn/izJlzsi+nokns3nUZNqxZi0Q8Ci0UQDafxbmJcRTrdelLOSjjM8bzheeMYDGGIWxVDgM5HPDXMPdcrhP+G4a91moK41IsDXpE/9oKYPX+9mtg9YLd3gdWX/nmW5GIJqC7AezZsUvA1bgZE2A1V6rg/X/1YWQLNeVnKM13AM+/+Ub89stfJE0igTzbdTExMylpnfFYVJKao2ZUUmm//s1v4dCR414bvxJyoIod1eivAKleQ+9Jz7gIdl+2A2960+8jnU4I+FOvESRReAW9QDhJePqZgwKCkjnR1taGRDwuhQoXUyFfwNTUGGbn51EqZNGslrFjZAi7N65Bq16SpHZOaxyLHlUxWG4T2UoZT0zM48joKTQpkRQpUUhCJ2665Qq8653vgG2zWPEYJvSiEVme8spcLXVigSJenTLJV0Wt37hyik5qvhmJL3vMsQBiod6iab0HdBAElaGYSLEJgikzdv4Rn6KWq4JiZGAZwPzsLL74pS+iWC1heNsIor0RNAiQMnkxkVZNblDD4XuewMzZCeh2AKGWJg1lRCZ8lBGq9yKpxN5/8xA0uhPovmIDZnILWMjlEe9oQzxhioQzNzkPt+KgMVNAp2WgabN5tVGxKqhoDuJDHcis6wOSIYSiDORRPqW9vT0i+bBqlkwEz56bx/pkLxYPnkHYVgwStttsoDlZ5jX1JYB8jbGoife8663YsWMrUlEDc2MnMfrUE7ALeczkcxjcuAWXXXcjIukufOGLX8PXvv5ddEZ1XLGxDzs3DCGhuyIXMaJJnDo/CX39Tlx7ywsZjyaTYDHYr1fxqX/8NPbv37/s6+bfaxYLlNG5VhNdfZ147/v/Au2dGfHyNY2YV4x5/DgftLrA1241o1UBxkqKzw8W3i98wa0XW6/BB1b52DUl7jyKwJq10JMdcMcm0MxOA9W85wGp/Krom8yV6bX6yh+YDZ2AkSoRXtiYglKpdMgATEA30WLYQawdbpAgiArsAdN4hZWknn1psDiECFYE2CQLXZh8HvPbFX2j/L9lsEZoZn5okhfg5pL9zQZdAkYiAA97hlTVq+Jzp3cOo0UT/WoBaJCxKjHS8j4ClJgy/IpyL6IAZMeJLH15yfkJPsoGRL1y5Tcq71l5QjHllxISMr5V0S1Cel/bugKseqFAzzqQliE91mUqaZrAMgsa8UGjd2NEl4TNdMxAezQFh5LLGqfeBkLROBaLWSQ2rcVV730XOgf6JLiDQLFcYwnCULCuYlQojE+sbr0gIrkPAsByD1ZBEcIS9liuq5mePtiqCeigmK4XfvArZKz+0ucvADhX2EvP/hm8ugG3CqMVhq2FUHCrmHJLuPuB7+DYn9yPYC2KajSLYKmOQDCBZiWAevc5dH73L/HHl7wcl6EJoxlBJeCIU64P5sr7WAWQE3zlh+/2qK6RApdpGWLy9wdaKDoazqGAL/zow5h/5B586srbcWlkI8x4FNAqsF0bUV5zno3ifR1GgKAqATOyjgg4eiwzYeBIB2kjQOm1+KwWYNXmUSouYmF+Hlvf9tmLXuNfu+Mfl/cXKR5pryF+tZ703ZPd8v0pcEAxV3i/SwLqVjA1NYeHfvYIDh8Yl+eOjDHfZ1KYVWx+lq+Rtxq8iQOfAzZTqyXpXAch756zgGWyLlmrHOzxd/d09GHThl2ItXVhtjCHH//kTpw7PuqxopWcnUDNQF8vBvr60NcRQX52BtnZaQSaSlZG/1OV1bTCaCSAqphEzAdTgZEiF5NBJNctUJfhDINfQoiYMSRTafmTSiYkqC+eTCARjyEaCyMa1YW9EApGAVDZEYFd4hDRQD1fw8GDiwhpNjZvcrD9EqAzHoBuOQg0qpihhG7NNei+5EbU6twbGnD0JvSlIFohAl0Sowsj5oGMDMSqK3CJ14xWMGQU0f7H96STe7GKacf36lvi+OCQlEar1ptfWy37p9LOYFW6OBts/vN6REfp9Bj0n92JvmeehqUZmO1vQyuVRJG+l+k4qmTwNAyEEUI1zKFYQIbYl19+HRKpLlSqjrCYyCT01QYCmkqAJ+sU2kCpzYe1DBk7SunDf2OJtNzfG3ymGFks/PAtAPymyB/Ciyqooa4Rfw9DRciq5MbWEG99F26DLCmqcxRTkbUYmbFkCbJhGhs7jYZdwdoNm2UYStDdNwklA1fsEhj4ST/BcAiVcgmz++9FbuIIwrTECWoIGS35+dx1dQ6NBUj2rFO8Vb3zNc+NsfqN798pIJIKI1MhqgKseozVSr6ISrak7KTsCu784ufQpdfR096NGfpVBnToEXoKajAl3EuddX7QkDovVPgdax2CJBzUN2xbGubDh46h4dTRP9gPI0ziQgoLi3mcP3NarCpUDUZv1Ppy6MqFz+F/B6zyWeeH+r1NsQLo7+8TpQ6vYX9/j0jf1X0Ny1rl58+cPiPW1Xv27ECNw1SRdqtAM1p+TU3OCgDL/kDAXLHnUWWEP6Tw9yzxLaX3tbef8ObzmWKuwabNm9Dd3S2vj6SRjq52jI6O4tTJ40gmFUipQujIWFVhcyRQ0NuRgDztkGCksfV5twBaQvYi9igEehiESksDDif4+wgaSx1CX0dDAf/hVgDVFjBfreDp0yfx08cfRa5WlsFV2AliY28PXv3S30JfPIP3/+lbMX7+Seh0H1Bpe8IeJlTOoVaj1UKyqaMzFcXlw92IRcO46jVvRqJ3GEcOH5KBFoFVDlboj0pyTMZMyj7EbINsjn7CTTy872Hc98PvirUMfQcZmpaIMcBLk32fg8doLCEWAnOLWbHXSXe0o2Q7iCY5gHGEZc3agwG2rA7bMxlhKxcLBWGR0lO2Tm9Jw8DSYkHk2fSEPX/2DAKBhuzPA0M9GBzuRsNlCFMK7R0bcPzgvTDNECwB4ZRyoy6Bt0HiRfJcy9nIgT6fDT4PiRgKBRv5XFVIFBozLITJ+WxF2YpzsDe0pZUSswJkPwVyi1MXfX7zG+78m7fJtSSTVo+EkGsE8cAzp+EYKWzetl1UEXaDNnj0jHbRtKoIyHpRdgXsISl5qJSrOHN6SiT5AgwVCsIkZIhaX3e3DDVJBKDVDPNKMqkEbKuOdHsKYzM5PPyLwzDj3Uiku5BuVx6rM9PzCLg1bF3bhigq+Ol9D4qnp9TRAoxS5UKgVJW9ioVO6zjuV0FhMXNdbOjrR7lew8zSIuqi8tMVu90jFBCA5fcLAYvvhxYjrK2thrwHqi3tSgkjPZ14wWXrYQRsCWUjqFqu2oiaESTYUxJQb+vG6FQJT52ZRbkZQKFcRsxUKg+CtDyCEuk00nzmMsPS9xhWHq2Z0yhPj6FYt1End5MDV9Y+3G/p0cyhDZ8bhqSK/zfrCF3ClWgv2Blt4QPv/hN0x3UszYyhUMyjaFnIVxt49JljOPb/sffmUXac9ZnwU3Xr1t2Xvr2rF7X2fbPlTZYxxhsmJjGECQRIIF8YhkxCViYwk5nJ5CRhvszMdzL5zmRhgLBnyGIwYAzBeJexLNmyJcvaWlK3Wr13332tqnurvvP83qrulic5Z+T/Pg59jiy5l9t1q97l9z6/Z7k4iwfedhve9857RK3y6OPP4vFjZ0X+f99tN2A4E0FUd0VmT7s5ytxV01qxpUVdJoSVhjQtxJrIMOGZUczOL+K7L15Ag7aCpo4N3UnctWszklzHGRwVZj5DVFQNGokJoRji2V4sFFvIF0qoVuqiNGTTkMBpsicntoj3PXAP1m8YRml5Buk4cYmQ5NHQ2o4gM/NouO8s54s4duw4qrUG5haXMDO3jNtuPYyBwWEc+eEPUS0sIBbRsFQsYNuu3bjn3rfhxaMv4OixlzG6YYOso2SLvuuhd2Lvrp1wXUcaOGY0Bt2IyDmP65KjxfGjI8/jj//w0ygsFnD/3fdj/+49Ej4+tzCHmblZLBXyaDNagUxkqwWnYV8Tmi5zJhwWYJX7CgF/oW4Jm9VvrqcT0jyh12urQa9oZUO3WHxzc/xNLQz/P/ihnwCrb3hIAbD667/9fmG033rwZuRSGbSbbWGsRmMxLFeq+L3f/yMUKzzIGsqnEBruvecuPPTO+2QRI+OCg3dqZhrZXAaZZBL1KpkCIZSKVXz281/AQr4gUI2wpcRrx/cHW+PrFRwagmKHRRaLi717duGTn/yELNS1WlUOeYFUnbUSJWVMg+QBlv5m9MbktftYCOq1ivhEsdO8ODeD+cmLaC/OI9Gx0KjV0WLh4XsgJZJx1FtN1O0m6u0Grl6dxyLDRWqWgKqcaD/7vvfi3vvuhsOwHWHDKNN9yncCkDjw4greywqzkUBlx/a9LF0purhg0tejw9YKJ7ypijSxsw8Z6r3wQMJCSfxYVQHKAxep+vweFpQC9UhIZgfjE5fwzce/A7M7ib6xXjgmvW9olWgKsBpJpsWrZOn4BE4+dwztfB090Swi4ZiwEMW7yPePCYBVvgfee7MngcFbt2G2vISlQgnRXBr9A71olqpoV5po5uvAcgNdNR1Ww5KuU82qoxV2ERlIY92ujWiEO4imYzDFE05Df08O5VJJigMWwxMX5zAa7Ubj4hxibYFIxAqAJzIekOnjpLr7il2VzaTxyU/8CnZs2gCntIRXnnsauiT9dVBp1FHzNOy/6z4MbNmLT3zq93Hp/EXsGcrhLXs2ojsZgUE2UTgCLxQT/5mhQ/eib2QUdctBnGmX9JnSgM9/9vP4zre/I4UCn30glRUGFaVToRA2b9mEj/7mx6FHwpKYGiZ70y8eRFbrd2pZNAdyr+DgyK8HDIogaVJYMCED997zjuteZgmsrt91SKTfLg950QT0DRugp3LoTEzAW54DWmW1WUshTs8qJvqqNFeBLUSSvwqsChApktJAukpgSYcXSkJL9MLI5tChp3HbVumODSZg03+NQJeckJXnqldVnQFxRlcAsgJxVQiCsAICIHYFWFXMYAGu+DdDEUyODwOeZUlIEawmvO4sQpkheMUa3FZRJIvCTGX1y7AFk2Ao0ea2PDeVLKtk8iuhBUFI1xrKqkoDJjDB2UZgJywMADJyFZilwGZ161bDmdR7u/ZDCfL5Kiyc+EeBXgaBd+n6G0jGTaRiNFpw0J3sQjYalSA++gRlE/St0qBtHMb2j30EXesG0KTtiLppyhPXB1YVu8lnrEponvIP5YcPYfts1lVjAvX0FXNrheUqEvMV4xMfCr/2fXUne1cg13+OpfrPAatthBB2bYTaIbQNAw3NQdXzcLZ6Hkf+7C9w6bNXEbUiCBltWIYGr+BgfvMsBv7m9/A7Ox7CXv67CYIAACAASURBVK2DqBtFkwymNUhqMJYDGFcxdn0AOfDa0zxpLrlaE1EvDIu+0O0wxt15/NV3/hOwdAZ/uf292Ij10CkDbTfQCtkI02BfQA+1B0kTQphhZEerdFsVbKfChNhMoGRMJxjv1NBpFdCqF4UtsP4X//N1z/Gv+oxVARSlK08/cR9c9wGpgNkfgHCqv6AOQOI12gGmp6fxnUeewutnzovPmIQC+T7bMjt8ZknwWsHvE2aprkuTM/iQcBNZI1SAGYEGygFjyYSAQpl0Dru334hUrh+2Drz0yvM4fvQZZKJxbNqwASMjIwJmZDIZWWsJuk1dHseFUydRWJiXPZSiVFH2Bo1ZmY9KCSL3m/7ZtAWKUp4fEQCISpBUslsO8JkMgdSkHFpjcVMChkI6Q1TIRKL3XxhOy0TbNtCo9aKZ76AyXUWjNI/R9R5cYxrTk5ex70AWN924DqlIAoW5JVTyRdCypOpGkNp/J3JjO0QCGdbCKNUcOFeKSPcPAPE4KlQIRHTEUwSfM9KgodWN7LlhSlWVBQAbicG+wGfIf/N7xE/UBxYDhluw1wRzL3hOQT0k0jlXAZ1rpeot7peRMJxiGVe/8ueIXHwGyb03ojVVxsi5OTSH+3Dqjr1o9a1DSAsLiy7EZqKn4caDh9Hbt0lYJWSG0XUzqOeCPY3XuxYYFvaQ2EwoJgl9oAOJP69Z2QiQgaQAyuB98O9g7+drBg3WYF8lQBVYdatuCucC1ywqiJSXrQrl1IVhSBVLu93ExfEzyGZzEvbTJMDtstYiW6ijAEg2Q/wAD1onTJ84gvrSeZhuE4ZG/zgNUZN7tQ6NYZkS6hJeAfF4//d/4M15rP6vR76p7KjYwPEtBoKxzo3YqjZQXS7LHhPRXTz38Ndg5icQzfRjLqShGWK4kgmX88HPL5Bx44e/BeNAQHCGbDKsiPVluy2MnjOvX5D6OZaIYHBwEGEykCNRnD9zXj3DTkd8NdcSCmT/+CcaasEY4NfF8oJ2D75vLr+f8n8Ge548eVLu3fqxEZHEsuZLsm6N0I4gjOXlZQHj9u3bjQsXzq3YZrBO5ntdWFhGrd6SulmxDZXlhNprlWIomCt8zVZDBeNm00ly0dC02hhYt07C/shuZqNn//79cn08jD/77DNip8IwHoKOBOulPhXlWUvqd2Gkuhp2HjyM93/kN2F3lBcr17XlpWVZn2iXQiIKm8T8vLo2Lg8JeU8JM4G8Z+Mbzz+NZ0++JP7RlETzHOBankh2B+MRfPTnPwS3VsEf/rt/jTDDO7kNsZYX4IsYK1mGLiKdELYPpPH+O2/B4P4DMHfcDKfp4MXnn8Hi4iIyuawElQZOnHNXpjEzMyPPmM+rUChgauKyWlvDYSQSUfR2ZcULnmnfET/khU0iMg4JQBXKFRQrFey/7XaEUwnUGjWMDY9Ko4IAplBsPOZ0FNHdlRPfWDYz6C2ZSKTx6skzmFvIo14uY2pqUionNtH27d+Je+6/E3a7iaZjwrbjOHn8GWRTEQxmszh19qwwBqWxZgPJWEr2Dq7zWpskjhpirAVTJqymAavlwYjwfKrGjevRli2Yx35QWTQi4CGfE5mazbolrDbuO5XCm7MC+Nyv/QvEEjG5l1kGVbVc/I+vfhOXF5dw8NYbcfDgAfQN9MB1LbQ7LZGkh3UCumr9Y/hkfrmEM6+fx7lTF2XccF3j/OGfRDKJjq2CmEh/5JglU7W3h37gSey/YQ+uzBbxw+deRjjajVzvOnT19KJUb4t1UDLiYeugib4U8Owzz+PCxIwEIEn4o9+wlPVZ6ntN5iil55ynDBXitWzu75N9+OrSIiZmZtHu0MdT2bhwF6eCQp2nhHsKl/M0loBDGz+bjS0LEdfGrXu2Y8e6FJxGHS3bQZ4WdC0HEUPHUF8WEZ0hS0lU3ChevDCHmYolxCiDia0ureQIitLX15D6LJLoQ29PBgPhNrandESbRcwuzGO52kShQCzAQr3TRs3toGOE4IVCYv9C9jdBXdvuQKMKybFwz2278Msf/BdAvYzK8jwa9OKu1lFtWnjt4gQ279yF9777p1FZmMHk1SU89vQxnDg3idsP7MDhfVvRZXrIUW0bpt6KxDDlXS8yddZYwrT3xIKQhCUvRF9aB7YPcB45PYvxmTk4XhvruxK4b992dOs8/jgSTMxnEovGEEtl4IXCaDhtxMIRxGMJAbQZ/Ec2rjSmzRAyvd2oWS0sFBbF5qe3O4vuXI88n2q5iHq1KsAybeKqtRrCJgPGbVwYv4SFpQJsR8Pw+k0IdUJ47olHUchfxS2HbsNvfOITeOnoUXzxi1/A+97/Aezbf0CUvWSKSm5Oqw4zpMGk1U8sJo0+CZ5mLR3JINXVg5eOvIDvPfqPGB4YxuzsPCauXsV8fhnzy3k5Expc08mQJdZkqz2KY5TzhfdT1VmB8lcRDcQ2Uta5kCgSkvEUXNuBXW/JukTg94cv/ui6a/Qf5x/4CbD6hqcbAKs/+PYXRLYRNkw47NTzWOyRNm+iWCWwqhirlLAIsKppeOCB+/DgA28DezaU0THJuVKrIJ5SEhf6nbgdTZiqf/e3D6PpFx3XsCc4PdcAq28sdlThA+zcvR3/7t9+SgY+J4OY8oPGyio1M9vVpcyMXRdj6zeIVYCwv5RqWAGxwv5riz9Js7iMh//6c7CXZ5VEJJlG/+aNCMeiAnSw0CewNNwVQyrTBavDwKQm5mbnZBMgG4+G3OJPQwmAD8AIs4Xs03hMpD5yMHA7KhEzELP7TD/KW9gdkVRtLootUv4p9QoJu4+SuqZtr3TbA+CFMkV2nPizdtsSCId+jGTliIzJdtCybZybuYRjl07DixHwcpBI6DDMKHFXROMpmPGkSLircyWcPnIClfF5JNsmvLaHcJSdPfoRKYYT3wcXdLUwuQh1RTF0aAdmSotYKpURTiUxsn4IpaVloN5GY6kCLNXRVQ+JFSV9dqvNKtpk6OTi2HBwO5bbVSRyGYTbjhSz9FshyG0YMSwuFbAwU0JPJ4r21YLIcklNWgusUnIWeNHxmWzbthW/+isfxmAqhgvHnoO9PCedP7LDeE/KTgexoTEM7LgRv/O7/x4DmTju3LsFg0kCV/TOYZKtAc+Ig+Le7K6bkejO0cwO8WgC1VoT2Z4efPfbj+LLX/ryNVIyOfShjfW9WewbGUBfbw/u+pl3QaPcnvYAK76DqpgPPgKGKv8/kDmK7QLHtaEOfwTX2D1k8fKzD733utdnBazeJodKlyyeaAyhDaNAMgH30iQ8SpdaNZ/lKFRqCTdy5UCqQD+p0AXINKCxqPN9SZUTJ79XwYZeOAUt0Y9QulvCLDy3BZ2e7k1Lmg/0fpJvFa9JHjiaQSy3SmdXYp4A6bsWWJVDUXBNBHrDvqRfh2aGJBDJtSyRSLHI0YYH0TFz0AoVeK0SQC9kn8UpwCpBo44hnrK0BKAVggJXV6XUohy8BlRV8mS+D2HHEGLUw3Ig8mR9C2TlgedJwFwNvhLAemthvuDfPmNVQE/lBcs1K2qGxV+VES7xaAT96STClH5aLZi6iVwsjuFDN2HwAx9AKB1Hk8C4rN+KeSrS/wAMlf9X6ngF86kP9W//e9d4/gZsVeUgTWXc6kFULa0KmHxjTAkZq34Mzpr87/+zocsREhHWqpKf22RQWR3MhCxMLp7E8a9/B4uPvA5riZ6YEegxD+c+NowHP/Qr+Gh8D/ol2EsXTyyHfUD/1669xv/tffnPje+GK7WLhgJWoaHmGjjjTOEvHv2PGA4t4i9zP4tsZARaIg693aA5iXruIsXjH9/4Wx4B5w0Ps8ouQv7NwwfBQAn0YBOgJSk/7WYJleIsun/u3/+f3ag13/WFL/znaxQfytJB2erwYy1oIoxVf2OU9ZMsGQLUfsFp2R6OPP8C/vF7z+DKlTnq1VUglexzgf3FtQoTYUURqKck0fe9FvY22ZQ82Mm400UOmMqkoZGNqYewdeNmrN+wHeF4Ai27DqtVRndXFj25biRpteB6KFerUrC3Ow4cq4n56Skszs+JxxhBpsBzUgXImHJw4x/uV/x9bMwKEMO92QzDEAkoD9Zk+4VFjSA2PmLpGkXbioBClFZVQ70I1AoemP3Qccqw2Lo0GYY0jeGeAjYNOBhel0M8koXnquYKw4EYtMD7QCtdspa1RFSSjtPRAUTdNBLJDhAbRKhrM7x4Pxq0aGByfMJEIq18RUW+KzJYdf1r16HAnicIHQok5wJO+o1GxaBSB1VZnX0ZXFBTKTCM3qe+RzRlt3YVHc+E02riO0/8KQaHDGTHbsPMDx7Hbd8/BrPg4Ox9t8M7eEACv0Sy7Npo2W1s3rwHW7YfFG867gnBuhOwEAOATRrNHh00LERjKtQykOeZYSqceIBWTS7ZM6jC8T1ag9cQEM+XTYu0VCezPyq1YQC6NgRQC7yCff0FJddhguZK4qu8a5VnKOuq5cU5zM1NY+PGMcTjKbQcBgrSyofMNaVIoFqA96xer2Hi1eOozp+GbhcRDRHE12EaBAu4PykmVuCFG8jI9/78H173/OYPfP0b31BsVfEjVaCO+lsXr3raiRTnilJPxiMaXnr0YXTmxlGNZrDA7cSk1NwUEFw8TX2LiYCFLqwrw2+yiGWIrUDXNpmiVVwavyyAGptVw8NDMOlNGY3CajgCxvHeCyjrKPB87cdagD8AW4PxzCAmPkslV1cZDAxo4jN47bXX5HMbNqyXMXXlyhUJxI0LEG7LQXzX7t3o7c1hcvKyJETzvVHRVMhXUC5XfZBGrYWBT3twBgmAeF4TryMdz6JZK6OvJyvjb3JmFl29/X5TA9i8eSP27NmNrq4cotEEjh17ES8cPSJML18XsuI6zvWFNZSMNTeMn/65D+Pw/Q+h2eogGomiWqmgUW/IOYEgKWv2VCa7AvaSuUrmK8d1wXLxrZeO4Oi5U8Jw1cWXlc0zFighGAzVrRTQncihJ5vDpQuvwJm9CMOzxF+RORg69yKPIBvhmg7u2b0Zhw7sQdeNt8PtGRHW9cyVS1jO54Uhx7WBzDzOL44FWrx157ql/vnmN76JKxMTQv6Ix6NCakjHo2K9w+ZUhNYYwjNgkC9DWKNyPpyemxdgdXDDCBbySzh0860SjMTzHD0gayRUTFzGju07VHOfwGbbEWn+K6+dw/HjJ4R8sTQ7LfWjq2u488478MBP3QO7Y6HaoL2ZiePHn0O4WsaQq+Opc6cxW68pb2QAfQPd0kRLpSJIJ6OgoptM2040gZMvX8LSYhGpXBSJVEgCl3LdBDtjMj7CpgraU0oOJppzzWTjoY7F+SLmZ4soLlx/wCzH37f+6F+LpJ7zItOdxXLdwZ9/9RGcvXIF3X1d2LhpFDt3b0U8EZUGBz1/U0mym5U+ampyGgtzi5idWUCtaPnB0CoIkHs8/5bnGKPlnAvLtgS87u5KY/v2LeJjPLdcxbMvnITVMdE7MIRkJoMWEogQ/NdbGM25yEQsXLxwGS+8/DoqdUv8WpkNwia+Os/yPSgAkI1Lrn+NelXmcUprY8u2bQJGXpy8IvkVUjvzLGtz7isWodJCsQ7T4PAsRO1b20arXsb2sT7s2TAMo1lSGS4dDUvVNuq2B7tRxZbRfuSYAezYMFLduJi3cW6uhJaEBKuztvgDk1HOuUmikhlHNptEn97BwYEUxmIsyyoStNZuQql6WhYKjTqKzYZYCpY7JiwXsNr0PK3DcGx0RUy8/2fuxs37d0swYrVSFgCb3q6NVhOOpuGetz8AAzZOHHsRC4U2TlxcxuXpadx7yx4c3DYMEx1pQMdjqhEmzXhRw4nET2qipmOjWG2KrQZBQ+6WtKshw7vpJnBxeh4Ly8vY2JfB/TfslCArYjQMRU4mY74axhQGKBmxVAjK75DQs7A0zPgwal4bQ2NjiHVlcGV2VgJneaCnvQjJc45loVgoCIuUFiK0BaQdCs9Hi4sLKPMabR35YgPrBscwM3EW2VQI9z74dmFMf/1LX8b27Vvxlre8Re5TLBoVpVQhXxD7CqpQuQaxdiS4yv1L6gUohS+92h95+Ft46pnnUa235BqXymVZb0Jk54taoIFWU5H8gnN2UBurOkrVRmo/DeyTlL+4WDRqLga6snjogfuwc8tmtFtNvP8Tv/em9vAf1x/6CbD6hicbAKt/+z//i0jiSOBi8m5HY6EaQzIaQbW2agVAyatIYXUdDz74AO67+zAMyjg6kGCoWqOKrp4cLl+6JN5H6XQO3/72Y3ji6edkwkqQSpAs7LNrgkJrbcEVFGYyATwXu/fsxG/95m+IiTsnFgc9vVVJv2dRQiBTbE4MA0PrxmRCMpxJDg1igk78xkO92cLC/BwSpoYnv/VNlKYmYNltmD09GN29C+FYXAEMNKFGG6aEZNG4XXnIUTLBTUC8TuRgouQg4ukW0L/kgMoublImNv2qRA5RbyIS5UKpDgxRMkMkJER17ZU0jcAqQ7covYRaNH3vIcqZRBLITY4+YR6jadrwRLbNjcdFR3OlU87u1cmpcZyYPIeOwY0VyGYTiCVSUsBFYnFEaPUQMWG1HJw/8gqWTk0gbUckAZXgBruHXGh47SyuJJ3XZyYgZWD0jj2YLS1gvliCkYxhZHQIlWIJoZaL4swywkUb2SrZdyHp+JXqVbgRwE2b2Hr7PkzXC0h1pxGihE/roCsZl6KRJtgzs0twGkC86sLxgVUVyqdSW1l0stB59dVXV/xHD9xwAO95zzuR9SxMvvQsciGVdsoNIuK4qLkuSnocBS2Kbz/6fbz91v0ilSCjlemHBKYJoLsMIMl2Y8Mtd6PGZxcx8dLxV/D4D5/Czv37MX35Co4fOyYFQHBYVffGxlhXFHdtH5Vk18Gd+zG67xYYcbIfVsHUYPzzXpIJoYLWOC6UbFc2UIJhItVVrCQyRvgMPvwLH73utTlgrNLr0wtHgVgcxuYhIBmHe2kCLo24mxUVYi8BoWRDMEKF3XoekAn4sbMblnFGMEkgNb/pIZuVHNz5+nEg2Q09PQiNRYFXg2tXobcI+tvK6J8AJtmrXDSCECyydAnOsIigD6ykmyv5urK74H8UsCr3j4n1LOZou0HmAIFVevs5lFhbCHlt6JvWw3ZT0JZK8OwSiI4I05QgkQCrZBxH4NLDiD7JDGGR+89TqP+8fMlscNOVnJxf9w9pElplqsRNzuU1FgCrlgCrj0y5mq4V1wecScXkV80gAj6+dJHzkLI600DcDCEVJ+tORyYRk3lca1lIGQZuefsDGPrwh9ChVIqHOVJmeD+l8RR4qapGUwCsSvKwz9BlyaECrHyAzOebyveusQQICe5MBrMfIOS/Y+UiGwDEQE+qz2fuQ4UVrGEurX7fGsNt/xYpGJpjgSCkjRAPd3oU0baHYshAqdPCVGMBF2eex/mTryDkZpHash0/2tbGnYnb8QteHwZlveYYUKEDa69rLXsqWK6VBUAQwiXOk3DRFI9XFuN1N4TTrQn8xff/I25NNfHfjHdCz4xIUJVLphpVCwIkEJxU3sAaJxMZMVANIbIKCIiI56cP4jIoUuOG22rI/POaNTSKRSTe8/HrnuN//defvgbMUCTZVY9HruHXNgiU4b8AM/KQOyK15f0Jx3Q4lovTr43j+SMv48zrk8gvF9Va4LN0AqAuACiEge4Xp9yXFXCr9kj6tgvY6kLYkNmuLDK9g+jt68VIfw/WDY0iluySAyPHNocLG2G8PxwPPPw4Ek5goy1BGWSGMXSOh/iwePuRuSXNAqkJaMmgfEl5uJe1VGoDn0FO71eXwL0J14mh3YyhVQ2jUXXRquholDqoN6twvBr0SBOxFL3YDCT6IognQkhEbSRQQrxTREqj1xmZlEqWTdBJHJjbyvPTbTVg5ZeUTUI0i3hyGMl4P9z6ZbT0Iazf8w5Ee7ZK84As6XmrgGgqLgcradb5fZiVe0u2xgpwHbCT1WE8YHAGzWnWCrxPfAbBHsPvk8Zd6FrQPQBhW/WazJiJiVN45LFP4/bbD2EseQNKj/0QkVOvI1+vonLbfqRvoGd3CO0wPbIh/oZduSEcvOmtMCIJOYCx3gs+CNKwqc3fQ589No8blIdScWKoa1HBEWwi8ppVUrVABlxrfDHBNfPX92AN3q9SkECk6Bz7rGtEJisJZ5yibA6oeaoYtKqZyfWe9ycaicvYuTJBBqaF0bExuGIBpSyLpZHkdWA1CCDyoOpgbnwc05eeh1dfQDISF49JHpqjrJ1CvM+Uwyr5aQCGHvjgp697fvMHAmA1eB+rwKoGnfVLy0JpriTSyWwqjPPPPIG5sydwxTNgGVGETY5RIGnG4JmKIRq8BhUxsoL7JAGOXbLUJOiu1UKz2cLVK9MS5MEx2dOTQyqdFM9g+skS4OTBWIBVgvuyFqrxufaZreyj/v7BrxG84n2SdHB6EnuehFHt3LkD58+fF1bq4GC/7AtXr06L3zLremUJZmHvgb1yLiDYJPPfiMj1zs4uoFgoC7lDjSRejyKFXEPu8K+TlhAj/aOoV4vwqGRr1FGo1YREodb2DnK5DPYf2I9dO/fAtl08+cQPMTF5SVl8sW7x2bC+qwJcrSPsUnoP//a//WNkhjZKaAvtFRbnF8QOoFGtCRAskuRU2rdCyCASiQnLj4DUX/3oCC5enZRnwhBOg6FDTtMH/NnY9RCi5ZJD8gGlyR1opWWkrArSVhlOZVkaUSQO0O5t40AOd24fRc/Gjdj81nej5uqw3YZ4t5M9ymaUgJq+PZLsoZROx+J47tnn8NUvf1mecTKTRCrBca9LM4G2VyRJxGmHwaaopRi8YhAZMtBotWAmM9h320FRG9xy40HYjZbsLfS0ZJ176dJF7Ni+Tc53si559IaM4sSp13H06DEUl5akuUYvTYItd99zLw6/5Q60PRuFMkN9DJw89RLyr76C0bKFV5tFzJk6tI6LTBzYc2grRkbXCVjK4DHJE+C5xgthZqounrzZbgNmjNYCNPVQoydgsnEcqERyHiq5f7Lxw4aCiQvn53HulUtvan4//me/i1K1JgBjJpvB1aUy/uY7T2Cu3BI7hGwuho0bRxBLEDUEevr6BHDknOF6Nz+7KJJ9ypahK5UDr5PzMtgzaC0jVixij+MgYhrIpGLYummDeFO2XANz+TqajoZkNifgVN1NotNqoTsJ7F4fR8QtI79UwNGT53B1Lo+OR09VU87e3OSplnEcsk8NpNMEVsNi3yChdo0i1o+OIJXM4PLktNisWbTbpCWMQ3UCvS8NyXIhWMuxU/c6iBoROddGTBe3H9iO7rCHWmFR5OcL5RamixZqAqxWsHvDEIbThhApIqkuLLsxvDq5iGpb3Q/abtC6hqSiht0S9YybZOBcBN0hYIvpYRh18UJnE06AXhG6kcWpi6VEw3Hw6lwDV2bnxKuVDNPhdBJD2RRu2jyGgXU9sMMeCo0SSpUqHKsNq9nA2OgQhkZHUSkuwmnZODtRwgtn59F0Wrj35h04sGUIbocetBFaHIulDJuX9PUm2apQLmN+eQmFah0LZUvmM+dALB4VAPHK5CX0dQ2i1Opgbn4RB7aO4VaeRzUGZkYRInkuEpb7zTlOdRUbH2SuSj3MsE826mil4nqwEhFs3rkd8XRKmkSFYh5NhkC1bLFNYd3XqFXFxqSnr19eK5XJiZUW1bzie2ukYTm0xaIfbgPtVh5nzr2OC+fHsW3TRhw+fLtkFHM9p9qYc43rN/cDu0N/XqVoIGFNlHX+Gi94kmbgpROv4e+/9SjOXZrE5MwMHE9DJJaURgIb3XaTwHZdNQAC33ba9pA4putotgILAFeAer4+6zVOb4LRmtNCXzqKD777QezZskGaOr/86b94U3P8x/WHfgKs/jPA6md/4+eQG9mAzPAmNBkagpB0KOltRS+N//AHf4xq3RawhJCLaeh417t/Cm+9/VboIgtmV6KExUIJG0b6cHV6RoIeotEkPv+FL+L0mXMwjbAKp6Efjfg7eQjrngxmZbqtwEtKZ8SsmQCDSRlBC3v37cWnPvVvxHepWCqIb5F0L/zDPCcfAcx0Ko10Kifm3/R3JeNWFeaeAMTcoGgnQG+d10+9grOnT2EpvyybyKYtm2VRV7gvmQ0s3tRCEyRBrsj5SUiQ1gkXLHqrumLAHrDx+D75+/n/LKy4IjSqdQFWeaihj1ulUkKpVAT9ChMp+twwAVDJ+vmHwKfrqfsSHGSlWOUhxC9c+Szka/w9fsow/dJqnoWnXj+OC7NXkSUD9PK0LKpcAOUAapC9o1JHk6EIZiavYnl6AaarI0bwnACT7y3E72fhKGwkQ7FXvaiGTYf34UpzCfOlPKIMrxgcRpNUn0YblSsLCBVtJFoh6LZKnqw3miBe0ki52Hr3Dbi8OIv+/kF47YbYAcQlCMxDLJbCxPgkkul+RJZbqF9aEO9WeqVI8mXHFoCJZuyTU1Oo078WHnbu3IW3vfUuhGpLiDbysvmy8HC9kAR6kTlFX6CnXz4lxvx33rAPEc8TUJ5sRQb+WK6GihfC5v03oH/nfmHMsah78okn8bnPf151sTqahL5EIwYGB/qlYChX63BaLeweG8be4UGEbAs9o5uw5633onvjVtgdsmf8Z+UfNjim2JkTIE3MyRXrJvD+4n3nveZY4Fhko+AdD/z0da/N4rG67XbFKI0koWUGEBobAPQGPB4ii0UlS/Z9UzncKM5UvndKDMausqZHhO2i27UVGIxzeAWgIjM3FAOyAwhlB5THKtM16zXoZFd0HEj7t0MQk+CqA80mEMWBFsi2iZL4yd8raauKG6mCJ8hwZ6lL0IH+wz6DRxgWGrRODbpVFfaBNrIVGtmApQW49DizyRDkUmXIwVKj7YMRhSYyEUusAoRRKwd6BQqJ76qc7VcZqARW/fgC+f1iR+AHnazyI9f6rAZcyQBcVxxPxW2lW6tiO6r+vP+HmDSXDY8MQNU8YpppPMEDgoFs/zXslAAAIABJREFUMoZExPaZdBqGxkZw8Nc/ht79W5B3bNg6I4DaiHXIBFHsMb6GCsRVUCOZJUGsloJ1A3CU91gBjSsBT/6lm5Ro0TaF7g7wUIWLmuwIirUapsoBOgbSAzB8sm4rCFiAhwg0cFXk3+QJrv7OVfZs4LmtBtmamBXKrjoaGlQtSAhHB2EvjAgMvNqcxj+Er2K7OYiPhoZBIwIGX4XdDqxQRyw8wmRReBpseklqAOMpgvetVnz1/sM+aVmCCTQD823gdesy/uqxX8P7k3347ci9MLvXw4tTJt+GLinJlLKp57XywXmk0+eRc1tiiBXrU8BqmWSKYU0GklWH16ihXa8g/FP/8rrn+Be/8Ccr6cRB+jqliqsd+GtfcuW+S/CFAhoU6EZASzU0yJ4pliuYnV3E0RdfxAvPv4ZK2YJpch9QHoCytXH88+f8wDmR/qv8eHgEl8na00PyvGmBMDI8hJsPHcbmHdsl+CWQgNIqQMLyXF9O7Cn2k2rG6pIQzPWXh3deJ9crbnwE8bjncaUyOMYD8wruW+GmWGXwkB7WYoAbg2OF0FkYRDMfQilfkcNCvemgjSqMRAXpPg3JrhByfXEkMkkYkSQS8S549hRC9Tzi1jISsORaxUPRplSUQWvKToGKn3qlgVq5CddWjCseYMlM02wXtUIZpVoIWx94N7bfej9CXkykwzxIdkIOlupFpAe6lIevgD7K9zIAqLgn8ICopJZJeW4KjFQN74DFGjxTHqwD/1EJwiHooQN1jw1HNombcExN/IHrsxWEjBa+8epfY/zSC/gV8wbseGkaMwtLONasYm59D3K33Yx4z6AC5sgw4krjNhEyYtiz/w70DmyExcaZrBmUw/N5KjCCHzzwEFBlgBprPLKI+VrStPX/5vWqxqXyQpU6ypchB+BdAI7xPqx9fwH7lb9LBQDxkBSEkLBmU0xqVVYplhU/KH0m88ZrWxgffw2ZriT6B8fQbHGs2ytNPtarHXq2OS1MTc6iMnsGrfkzSJiu1EEcD7ScIc5ASwAye0hgJRDE5uCNH1F+yNf78TffeOQa5rnMCzKS/Qasa7soLOYlNDYRCeP86RM49sw/wgnH0AlHEY5GxaOQ771et6A7LaxLp9GXzch91mMxlGtVzBWLiHX1CQDYbjTRaNZRLOcxPTMvWQVUYHV1ZcSblnWvZTsCako4JbvfQdiqb0XzT71P1Rz1FHucnsuUVAszkt7QDP9MoaenR/zvKA2PRXjwV2xwMpq4HsSTlJPXsXXzJqQzGczNzWE5XxKPXgmrEva2so0KxopYUfCsQeayqVLfOV64+zJk1aB0WtdRrZSkZpVd3CeCcJRQ6n7rvt0Y6OnC5YUFnLowjk6LIIIP3vuKBfHF5/7q2QJ0bt53CB/51U+i0WzDNCK4eJG+tCay6SzGxy+iN9eHrp5uWB4JFyroLRlNopNM4qtPfR+vz06Lz6Rnt5RtkjC5/dBN2VDU/VQ1heJ4sCnJ95dwLQzaZYw6RQyF20jGDQyk4zAGh5C++W3IbdiDltuUplCr2oRHogl9OLne+onnJkElnfM2js995vN44emnkcsmhalK4Ew82n02oLI+6IgiQRq8bC+ykS0+3XxNA4MbRjG0foOA1LVWhbs1PD0qtfyFCxewYwfDyPwsDrGYMDExNY3njxzFzNQVLMzNIKxr6B3qx60334Kbb75JlHiL+QosN4Szp45janwc4ZaDiekrUv+LHD5t4La7bkRvN8NVLbR1CxHDExswL0SF4TA6nSaS0WXxv2xJ3apUeqoJo+onBbKyflApBAKBaSlcPL+IV4+dud6pLd//Xz/8LmghT5okA6Pr8Nr4RZw8O45Iuh/LhbLsuTyrsFlGkg3PcNDDssaZsYhYyNAqg82PSCIJz6VNgS1+onwGJAgpiytlUSLvwXVkrvX39qLNIEtK+GMJYevz9Tkfndgw4rEI0lEHW4fC6Il1UFguolCx8eSRY1iqNGWPJFAZ0ulr30GlqsKXaeFARm+j2ZSznWVXZFz0dvegWCiKhN1MMM+DmII6j/IczPktnrH8MBgQ6cGxati9ZRQ7NwygVVyCVa/BMeMYX6xiaq6MTluDbbewd/MItg0k5RxAxqxtpnB8cgmz1Y6sX5zPMa7zJBNQ0k8yVTwjCsF42IW9OItOfgmZeFzsIqImz44aYlHaupEdHhIp/eVSB+NXJ4Xgs3HdANJOCzuTWfR6IVRbdQxsWw+kTeRbNcwvL8pasmnDGAZ6elEpFlEmw3KhjLOTc+jv68fu7RuRTUZFCVGqNVBvWFKzk8zAmqdarWB2MQ9H5PsdIYF193VjsL9PckqYG8NzzpZNw8gXq5iYnsXG4X6EygUM9vaip7dfajWqW9noEFWkMEAZEKZURYpUQ/9uflqDl+tGs2MjnmXIV7+An9VCUVQbisluoUTrjt5e9PX3S53SleuRcdfkmYsraziGXHcfKqUmnnjiezh39pREdRw+fBi7du5Qal42emn7SMVR2JTXZSBdtdqQ+8tVjfUA/80mfbPRxNWrs6hbHhzNxFe+/g84O34R+RLXf8r4GYbIBjfte5RnLIPAJXhMCEwCbsjw6jA8mfNbGKpB6JqqbeX/uQ65Ng7s2IJ7Dt+MlKnhI3/w/76pOf7j+kM/AVbf8GQDxur//NiD0GJZdI1uweCmHXB8tgQnF43r/+CP/m8UKqRTK6CPB4UP//x7sH//Pun4kT1JX9JCuSTFZa1aEyP7pYVlfOVLXxVfCp4t55cWYbcJJtCPlMClYonR2FxtXL6Xn2/MT28gFkW7d+/CJz/1b0R2QhZCf2+f8t9xVGI6N212f6UY70CKPh7Ugg/FfFVJieUKJRvTmF+Yg8MFgoUyuWt+MmnALAheN5ALrbBzhEVD77g2nEYZpcKSbGTZnj5Y/AKZOWEDqbg69ATAKic5u4RMOyVJKM/NoWVJQBgXddtSnlbs+vBwGI0nJdmCi0AAgkoHl9J8v1iU11cIqDAJSJvnBrxcL+HJky9iemke9mIF02cuwW3Y8j3y/nig8D01mRxO/1Ctw05zBOlYQnyTyOAUCMBPa5XDBz/PhcgExm7dhRmniPlyXvy2+voG4bEwaLRRvDwLncCqHYZusQhpo1FvktyDRhbYevcBjM9NY93gEDp2HUanLUUrNz16vVw6fxndvWMIL1RRvjCLEB8Q5UVGGHfccgMG+7uF+VJrMmFQddkzmS4MDQyhOn0R7YVJZHTl2aYZEblfYV1Hud5Ei//Pe1arImGEwNRDLuwEVttaGGbfOvRu2QI31iUbL8FOFvizs7NKkkk7Cbshh1MWJfPzCzh56hTOn3odm7pzOLBpFGg10bdhE+782fcju3ELioW8HBDokxcwyXgYzC8t+6nITKnmJuAo1liY80wdJgMmEp/b+977C9e9NguwuuOwYujE09DS/QgN98L1asDlC3Dpa0vgXA6YyleVUJn06n3mqgTyaARWdehkf/ofKirNJ2uTrUJ/3uwg9EyfvJLGA06rIc0XglA8tIpUn8AqDwcWbQR48KHkUkod33rgWssEdVpTQIpyDeVJlYWlpG3IIUCwHQK3dhVuIgtt3RagUQNK8/BoAyDSawWskrEKrhVGSh1FmALM6yJAJpYACsSVxsraMCpZn4J3zQONAlYFovQPIerWBAxI4bqv3C31DwWs+tCl3GlhDhHkEok+vXD90AnfezXk6TDDEaSibEZFhLEaTQCWE0a+7Ahrd9/bb8ddv/YRaIkYSp4F0xe1i52Hb7ki//YxBWHRrfFXDfimAvfKtfifke9XICiBSZ7jGBrUJKjquqi7bTTZIFM5PGAoVG+6X4A03tqGzyZk8RenHBw6ogR12FAQ+4EAClu9O+ouXZteLd/LR6WxH64gbB6IycAxWsDfYwLfDk9hf3gEH8Qo+uUxSESFFKh89ITfOLNMeuDpcudXnkjwHg0emITF6cGGgYUO8Gr9LD7z2Mfxod4N+K3QWxHuGoEXozzbgS7rpB+YJIdb5Y8r1x9iggjBfwWqirpBXtoHVm0fWLWb8BpVOI0azAf+r+ue41/60n9VU8EH1gKG6hulr2uVIPLeZe6tAqtcb/ghQJek/Uq0O5y2i9dOncf3H3sKF85fVWNBfGP9ItW32+Fex69RrcLn36EcWopTgqsKbM1ls7jt9kPYd+ONMKLUC5AtpAp62b/9RqZipxM4YpNVEyCVibgMYVB+xgxpo4xNlz+B/QGZrlR9EEyNs+npxOBUk6gsG1ietlFatlBpsgB3EIqWkehpoGc4jeyAga4eE4lkBkYsCS1kisRPs5toNxuIty7DdFuIuS2R3rY7OpptDVbDFm9GCS7k55ptSSSnR23HctFp2VSFC0BYLlXkfh968Odx2/0/A72nT9QcHMMdW0M0HMZirQSjK4p4OrFik6T7tjzB8wu8R/msxO7AVzzwQBKAjME+I6Bvuy3MQwFgO23EohFplLF74+mOgDlW2RLftvn2FF58+cs46PXgtqdnMPPqyziqA4t9OSRvvQGxDWPS2OI8Z9uDCifXa8FyXGzaegM2bt4Lh00ukUGrjkzQVOS/2RTnnhYwwIJEeILmik2r2IsBi1aAVD/UiO8/8FoNgOaAhSJ+/H4Nx58P/FsJLPPzgeQ9AHgD4Dmo7/g64hcZjaFYmMPC0jSGRzcikegRcJErEgEz3kfdJUBmoFWv48ql87h67hiSWg3diZAEhEodyyRyHtzpsUqpdttGPBrFTR99c8Dq1x7+5hrGjQ+0iyewmvee7Uk9YTUaiIUNTJw/hZNPfUdUKnVXR4tNpY4rEsyIHsKmoQFs6u9lJ0Bqzk07dsKIRvE3j3wT56YXEY1l0CYzqW2hbtVgWZRNKj86Yb7S1iOVQq3WkLpGqT3WhLYqKcA/uZYF9z54ditMaoa1iDyTwLSqgZSChwffthyqGQ7GphHXiobFuaisSvic2filP6Oy1CJDXo2zoJZXZwy1L5GNxjVD6mGPzD9byCAcK82GakbIdfo7NhV5HEXD3RmYegfJwUFMzC+gkq+sNAbEy9Xfz8X6pWODsO27P/SrOHjoHrQaDq5ensL4hXHs278XV6euClgwMrJR9hszZsqaGI3FRbn1xKlTePzMSbRdCx4JDQxYYd0kFgBKlbIqhlprv+AndPlNwqRhYZ1mYczQcG83waQ6QuvWI3vwfrRiaUTDUQHRms263G8C3jJvJaldNSRZOJhmDF/47Jfwo6efQi4dk/FMT1UGXHG+857Js6RnpvjNK9sJesoq9jYVN2m0DGDP4QPYM7oFrLraXCC9kPjUEljdunWrz6ZWpBiCLXOzS3jhhRcxMT4uwCrtOfbeuF8swMhuZhK6MFbbwLnTL6FaLuMth27HU4//UEK5eF3DG0exffc2VPIL6O5LIZImi62NsN4RKwJd2wTXqyMWnoPX4b7CPYgKQlV1Bq1xlnqiSJCGEZtanEYGzp+dw/lTk9e9f/MHPv3BhxAKE1hljeNicnYOHYZeRrswdXVONd9CIbHGaTRa0hZmsBIbVAL4ShAgFR2WfE2AbD+kj/ODLFCGAXFKBiGH0qwK67L+O5RL+4GO6jnFkUqlEevdqiz2hlLYOBBGbxzILxVRKDXx+oXLOHH6AjoMlEtloGuurHXcE3muplybditV+geLbY9aGyOU/3ueKPZCzKEg8B5kULAhsMbCiExLnh16cykc3L0FujCwlwQ8K7R1nJ5axPRiTfZ8rhHb1vdhYy6GmNvAodtuQt0z8aNz03j6xFk0HE8sAEisiZgxUT5yfNv0x05EYWptLF6+iOLUFOIM3mJTVvYcEhwgZ/WIwUA5E2W7JXVHIpFAKmkiadVxa7oX60JRlOtV1GCjfyvB1TBmCkvI5LqQSaWFgMPXyFeauDg1h6m5JfT29mPHjq0oFZZRqVVRqTexxCBCIyRsSwadDvb1S/O20fZgS2MojFiCgXcW+rrS6E5GkY1FsHlsHVzXwKWpKTlrZTouurJZDA6vF8xFlgQ/BJGMZAXQ0wqJSgNfvUUGeiyKTbfchImpK7h4ZUIavcNDg+jtyqFW4RhsyF5IMJ/e01QepGgJkE7J16Q5akah09vbMPHaq6/j9OlTGBruw/4De5DLdUkNxpA6zix+v4zZNv1xY0JYmrgyJXXmAL15TQW48vfNTk+jVrXQ0aO4MDGNJ4+8AIvWX23aXdBKSJ0fRTEs4epUS64quOR84e9Nyrt31eIqIDYpe0eFS5GN35eO4fDN+7B5dB1+44///E3N8R/XH/oJsPqGJxsAq//jlx6Q5Hs3nMDAxi0Y3bEbtkGZg45KtY4//PSfYClfUh0O5n+bYXzsFz6AbTt2sOcr1G+33ZIOT6negtOy5JAwdfkypicmkIzGpQtXtx189/GnMb1QVgw4ViuUVQniEZjJK8aMAgDVxw03HsDHPvZR8cESg2tJRlXfk05nMDA4IIszJxMBCHZOlBSJRSe74Q5KtYqkTS7Mz6JYzMuG2NvTLQv63MKidMxZ5AQF+VqGiPJ9UUUef6ftUr05j8L0OTQqy5IC3Te8FYncoBSvmVQSuUxWigthOfpyRW5w3T3dyC/n5aAldHUa0HMz8ZPAyVrl7sdFiV3I4BDF1wmkVVwMxTCafmp+oIgw+bml6kzdW8a3fvA9TExNwcqXgaol6ZjsbgojLJCA8mcIsPCQRC+ekIF4NCaLGRdxXkfgsSr3ViTvHXR0F+tu3Ip8qI6Z4pJIjnt7B2AwkbHlYeHcJIySg6RjImQruR39pJhK38pp2HzXPpyfvoKhdSNwrDpCji3G46zYGSYxfmYcPf1jiC43URmfhWcpL5xcLotP/s6vY8smHu5UoSOJpx3K1j0JkChNXMALjz6MpNaRQw29ncSDlodOV8fwjl3i93v+xHGkoqozz877wuIyouke7LvrXiSGhqUTJoA85axBui8bqBLy66JJMASueD5Nz8xgcXIKk6+8jH5TQzYWRrWjYXDvzbjzofcKoB0cSoJAKiny/edOQIJMkOAQwL8pCQoOgcG4e+/PffC612YBVncfVof0ZBeQ6Ic2RBP8CtxLZ4FyWVgQCiBSf9TxwAdWib+wA6hHRfKqWfkVIClApQJ4yo3EoWcHoKV7pfutMTWSgVIMDOF46lgK5KT5INmgDr2MyRIlsKrmPWNPFPi4hq0oT9pnjbpkz3KsKGsRjy1FnpXaHkJOCy49JLr6oPdsRKdSACoL8vtpPSBZUiLNpnyOSZo5ZXtJ4Fekdbw2dXhRoIAPlPlaVMX0I7AYHLd4jwghiUnRNc/G55mvMM4VaK1gWqXxpXSYAKs6EHEdImCj2B88XCpgSUJXRMZiIB0xkDJ5oGECNdAJRbFU7WCpVMPgUDce+k+/iw233IBypwpNQldoxaHAWgn780OnJFTItwhQQVTqI3h/BF3lmvyTxAroKJ0Zddjk0t3yOrA9Dy1drJRF/scfVVYA6mBWE/azB9MDYmQaEVglQ8hvmvG6hJ2ystoHHP1rx4BiwCm5egD1EprlKOFrFxzgm/ZFfDs6i5tD6/GL3igGNJ8pKcYuSpbKHcxwXNiiEw+4w6sAKxmrEgyCDhqejiVNw8uFk/jMP/4m/uX63fi4ezvM1DoFrNKyQZiTvneqcudWHX8ZZxEFrPKa/UJORjHfO7VG3BvI0LAawljtNOsw7v/F657jX/vqn4okMQAq5FAsh5NVj9VgP1t9zgQg1GUFX1N7pi+dZyiCbUnzil5/LPJnZ5bw9JMv4ugLr6JWZXNJ6aQ1TyXAB4oTYawKC189Q2Hw6ZpI2viZHZu34I4734K+kWF4NLljQU1GOZk1prL7WRl//vUJZ10YjZwbPrCgcc3nnFEyX7HkYfiYp6FcqKN6ejsqlRaqZLd4VZixFpJZwFxXRyrDBOk00hn6GMal0UgQienxzQYbTQ6SoRbCnUWE3TJiZD3ofG2gyRTipiPBhs1KG9VSFW6LOh8Tnm4imsyi2XBQXCzAarZRq7agh5PYtHsPDh6+A8P79sB0DVQ7NsKpmEymtqMh4RkoNsrwkiYS3SklOectJpDEBqykLTOoz39O0NCQ56OYfwIgrmGw8t8Bg5n3k/sKvd5oL5I0YrBD9MXWELI8dKoOiskyJiaeQO/Fc7jxeA2NV17DcdTxaiqF9N5d6Nm9Ax0zAr0NRESrqMk6oIXoEe+gt38j9u4/BIQicqC5Zsz5DVoJm/IDnQKLIY5b8S0kOBoOKzYMmZ8+k1oxd5UcV8m9VYBTAMixZgsOZhJC1FIKEd4PshxlzPvzj7WjOkip2jCw0BYbB8oIDVPSo6emLsKym9iyZQucji7AIg+ibIaTQaRLM6AjqcwXz5zC1dMvoj/uoCsdRdNqSj3DdVQFOFIaq4IJD3/sz657fvMHvvr39FjlHFOSRmmICJtbpXCTsldYXkazWpcmdf7qRcy88Bg6ugE3FEUknUEi0wWDrCCqBwjk0U7KcSjCgZlMIZ7MYGJ+CZ/7+iNYrDVU49Bfz7hmBfWnqgVVsBr9A4OGjFKTKhubgJX6T7/Zay3BVp4P97o1VhdBzc39VizyHAfpeBzJREzAGtovsaZTASQEBCkfD6IWPT9gVCl/+CFMPbHXIgCkWJ4EYZkdQdmqyeBI+R6VVxDYJXDSc/fmzMtFQkjEw4j0dGOhUkO1oBKllQWiAoMVmzskdX33ulH8+u/+PpptNntMnDr+igCNDgMom01s2roVdqstoVxZnhliEQFulqpV/MOzT2LBaQmbUJiqVPfJ2ufbDl3jphPs3srJSFQ3ci/VIk/yQDQewZZ2AzeOhbBrz250b72JyyVSbCKSWWhbQjqQswU3B3E4UzUE6zTW5o/8w7fxvW89giRrEB944jzjuUyNA7L02/IeqVKUhgSZ42QKxmKIJxkeBdxxaCdGd25FyYqK7JakCs5bAqvbtm1b2ctYm1GafOXKDF469jImx8dRzC9KIvnA8DBuvuUg9h7YJyBjtUEvyw7On30VxeUlvOO++zF+5iy+99h3hdyxZdcepLLdOPvyS9iwYR1GNq9DyPQQNpg/UEc8uhnF0lWE9HmEQzHJaxVbCxEdrpJ/CBbKmHOVVzRDUJsND1MTBSxcLbyp+f2pd78NXV1pRGIG8pUCWi69VnuwWHJw8fKU2AQ0LUfGKdcc23HEWiFg6ItftqgRaDXBbAZl78E6Mmi0yp4q9m6r80+a+iynJUSYIGtM9oxUKiPjsejERBGyZeMgdoylsGEgg/mZPJ559iiSZFxfuYrZpQLC0QS6ct0SLk35NfNaOBboda38rNvQSd3nZ33PbK4VJAPRWzNiMhDMZ9LyrMubK9em7Ae3bRjB7s3DaOWn4VSXYcS7MF21cGpyDvmqI78vEg1j83AfxrImsmEXt990I5xQFEfPTuJrj/wAZu8wzFhUBe9JcKJiHxuJCCKJOCJ6GGGrA7daQ9tuomnV0GrWlKWMKPp4/gvLeKS1GStqNiH0KJBqN3FXsgfrdBMtq4kSQ5OiPFxGkRnqxaadWzE1OYkrk9MImzE0rDZabQK9MZy9MC7kMa7ni8t5mNEkFvNlLCzz7OJg49AAHrzvXtQqFRw99jI8KgjFR1QX/9p1vTkMD3SjJ5tCLhGF22aYuIVZMmrtNkbHNiDb06tUwFTv0GueqlUBVrmqqZpX6mo+A/mEjtjIOuR6e9Cgf2ulJDY48VhUWOqCPXQ6qBJkrdfFF7unu1vqC66dYoFjsmHTRrGoAv54fqedCms1rsNcL+Ni20gWNhvTVHHmpWHHcXn85ROiXFg/Ogqr1cLy8pKAtulkBolUDt/49vfxvcefQanRhEn5v+eqULa2qhXUWZv4A/M9VjEc7l9BqBttKoK6V80PhSupwxDHB2AamvhSrx/oxq037sN/+ezX39Qc/3H9oZ8Aq294sgGw+ucffQi1ch2GGYOezGDzjTcj1t8nvnAsTP/kv/13LOWL0t0g44C+Ov/qlz6ETRs3cdsU4CI/MwnXrqNZ56Jky2bVqtVQqxTlAGkhhK7BEURzA/jS334HUwt5eLpirKijul+Q+J0rGfj+ZnbroVvwy7/8S1J0U0LDwoOdjVx3tzBN2eGlqT0tAIKCOyikKaFm0NH80pxI74VxSYmZ3VJpiuyQ09jc96Fjt44f9FjiR1DEr70+eptY1XnMjh9D1CC0HEZby2Bk217YroZENIIuGtH7BRqTOdnNU2b0MRSLZWE/cKGTgCJZpBSgxRlNWwMuXMrnSHl/BEWeLBhMPfWBVVGV+kWg46nDxMVLl/ClL38FpXwRMRZ7BHFlMeNrdcQPR3yq/MOFnLB52Ncp21Eptgr8UcBqAPhJij27oFobvbvH0Eh6uJqfh2cY6B8cQjhmIGx5mH39EvSig4wbQZjaW3io1+rokOnTZ2LDW3bj9OQljAyvh23VRbLNBEB65sRjSZx/7Rx6+tcjKlYA8+iIVNPD4MAAPvE7v4bhkUF1iJa1b9U/kMwDVEt48uG/RVRYiipYhmEH1VIJbS2E3OhGJHPdeO3oEWQiYSTTCfT09uDipUk4egw33Pt29G3dLsVLsMgSEJfDrBQplDaSJat8ZDqOJd3x/Ow0Lrx0DHqlgKxpoFR3kB7Zgne89xeBbGr18EGw3X+ecv2BXYRf+EsAmaQnq00/OMzwe++95x3XvTaLx+qe2+W6kSCwOgB9qBeeW0Xn4hmgXKDGVjyofJNVNRYEXFIpn2T96iEWWAY0e1GBjhLCtno57AjSBF7LDUFPdSuZO6X4TH5x69D5Owi02pZ4mHFz1dsqJE6jFYDsZQGwqoAq9RHINv3mywqw6vsn0z6EABILJIthcRa0vmHo6WG0i0tAfV7GAcEdxYGknJ3AqgGYvQK6SwBXuwHNaUAj65WskMAZNzD4WwEeec0+o9K3JeDFyzq45mPl1sgN9AFaNWJX4Dz5t2+qzs8S7BRmhABBWJGpAAAgAElEQVRF0jVQqlUJCAghrMeRiBqI6R1EzA6iyQgajo6F5Tp0LYZb3vcO3P2pj0kgXMVtCRhDIZXix5J14bNUedDy5f5kCgZXxcsU0HXt+/AZpcIaDIKt1sgjfV67gsKF0Qt0p3plfPBrnP4rgK0Pmwe2ARxAqzCpf5tWcrfewFqmtBuuH2ugrsUnH8n9TDk2ym0Dn/PO4++Ny3jI2IkPYD0GNEOgerIuaNIvQKIvY155GjLe1Zvm94Y8zvcOqq6O5ZCG4wvH8Jnv/xY+vv0W/IpzC8ICrDIIxlH3lj6bct3KjFEAS4I2PBSQ1hmMZD7MQC7LQaTMOAGrCY8+UK0GQvd+4Lrn+Ne+9qfKwiIAovwDVMCxUU2CVXCJ38dCWurHNYcs9T0+64wsX4LnrZZ4fQvwb5jClnnx6Ak8+eSPcPXqgjwEKi7kOa4JPgteX8aNv7OZtOzgvh1P4rbbbsGeW25GNJNWHnxcCygNjKvDoRz+hJClxpTYfwiLXEn/BTQmk00agDL4fLYVQT0PVyZmcOWEjlQuhGwf023DSGXjiCWTMncIplD6plNeazNkwUPboFe7h+LUOfRHHAxmKHR3RB2js4Xs6ahZHuotR4BEpt92bF0SY52ajU5bR6XmCNNZAF6rg0RPH0ZGt2LD6HYMD21EIpNDvU/4vBISFSGjw0zIz5otJhwXoGVj4j8uzTax+YHyqpV9m4ei1WR4ATcJjvmgI4HF4OuKsaGaEStgpD/OTTZteaA2DfHnJKAyXjwK89UjuPHEEtwXz+KEU8HZdALYsxt9u3ZBZzCpp8m1MFGahzCCkcRYCTSEI0nsu+F2JFJ9cOif7X8EDcqgqchLWAuGBgFbyvpG1XBkngTBV0Fjm++HXw+CNNcyH4M6hfUPxw/HbcBu5WFMxqOvhGJNGLAiA2aXNKjFrgKIRvgaHqaujCMa0zE8skW89NhYlHqM95uAim9P4zkOpi+ex9XzLyOhVdCV4DOiRYYNEiMJDLBe42+481/99+ue3/yBr/3dw6oh7r+HFXBV1htdGjzFfAH1ckXYxM3lWVx55hEZo5yDiVRSrKA4DsT3U6TqihlKtlurTXlxBL1DG/D4i6/gkaeeRztsynPk72Q4pPIrDvx5lY8i562A3r4/t9h8+cz1tcD6tXvj2h1GfSX43uDvoN5dYY1yubSa6M1lkUnF0WjUUGMojkuQgzWV2n8DH2s+78AWI5gf/H+uHayvlTWO2hC4BtIuQqfHIIOUuE/6wAFrc2U5Qr9wD91cnzQHI7t2otS0Mf46PXmDprDaA1dqtlAMd97/Ttx59ztQJoPd1XDu5Fm5rgsXzmHL9m2IMPwpm8PgwDBibEzHIjDjMTzz4vP4wQvPomPSaoOSHFc1h9kUCCzAVmqkNYWYv6Oq+B/uQTo6ZKoZESASg8HE9FAI6/qyOLhtBHfu2YZclCzDukoZZ4NO1ISq9NIl8EoTIJjemEeeeh7/60tfhKl1xMpNscjJIFZBwmxaMNSGcumEBCWxaUQLBk2YkV7YQEKL4G29cWx64HZMh3slOZxBVJzz58+fE8bqaugex2gY4xcu4fSrpzF16RLyi3NiokSl4P0/db8fiNSWMKR6w8HU1AWxDHjr4TuwPDuLx777qEh+t+7ej0S6BxdOnMC6wV5s3D4GMx4ScKfWqcLUenD+wnGEow0Yekwa3GRLygZDIoQfQss9rNNhLgP3SFUBOZaGQr6F5bmFNzW//+zjH0AiGcXC0hxqraaAqnbHw+XpIpaLVRQrNeRLFdTIIif73ObarhoG4uHsN5xEiUjVRigkc0KRM5SNgQpAVvYnBAuDfYFEGjIzJZTWD8VLJVPIZDJwwvT7jWJstA9b1qcw2BVHpWzju999XM5jZJ2ePH0GtqcjkemVa66Xl+TZ57q6hAWdXy6odZO7KIF7ni/9sCDF/PWQSCaE1BPYwqyQkjyOKyATC2PH2CCyZgeaVYUdTuPychkXFkuoWeRDtJFKJrB94zr89FtuYuoketIJJDLdeOLoSTz61PPoZAcRSSSghVXgbMti809HPBtFiHMDcfQm+pAJUy3K+0SSWAH1RglWs4JatYh6rYw2mZbROEyymUk+a9cwGtXxztw6pFq2WKo02w6WWxXUIx5uve8OpHoyuHjpMuYWC2i0XMwtLGH9yAj27t2N+cW82JqQ5Xtp8gp6+4cQDkexuLSEhBnCYDaFe+44JF63x469JEGYoURaqU7RRjIRQV93GplkTLIeWjUL8XQaM1cuo7qwjLHNWzFfWBZwkngJwVHWCTzrEyTlXkxgm/UdlbKhSETsEorEW2IR9A8MCO7CutlqtuS8JSkcDCyvVARcHRkZWcEoCNwyQJTM2EbDQq3WRCym9kS1P6v1SjVJFVtWml8esDA/v6K6KZTKAtjy+lSTRtkKRmIpzM4t4y8/+0UcO3FaSIHxVFrWIAL7rM0C9Y6yv+ACver5HqijeQ08ywer50rzlTWIHzBBlSbnC9c6hmHv3LIR33362Jua4z+uP/QTYPUNTzYAVj/9wXdIMUagj9Ihk9T0W28V9iWZA1/66t+gWmsouYFNf1Md73zwQQz09CAWAuxiAYXpK7AERG36HQiVOsgEa4sAi5lEzTYwtms/Xhq/gocf+4EsxizODeIicnhb9ZsUUM/vfN/51rcIsMruAyf4QP+AHOgUK4dMxm7lT8lJ6jNVhe3htCXJdHpmGgsLMyuda9LnOfm5uLML0pXtkkWGHywU6LUl0u16E5kMDeVVN48dV/Hb0ek/VcDUhZdQXJxBJJ7ByObdyPQMCYODBUQunVFJsrxCg4UH5QdRFQDgY0a8/Gq5KIu0YiXyfpkCskqnd4U5pyR06qBEP0rVcRRlMwsbAUk9MePmAvnikaN49FuPwmrSp0XKTZFQSkeZXXmRp6lDgpLIKTkVWaGSrsx7QTtRJnr6kqxATiUer14byU39CPUnMLk8BzdsiCl3yKSZrIP5MxNAvoUuxBDp8JCp5CBkRuhDcay/YxdOXjyP9aMbJBCs3agKW4A2Esl4GmdOnsHw6GaE5mqoXZyBXbdhtR309HTjd37749iylSEASsYqTGef3ccDerhj47UXjuC1559DxgxJEUnwqM1QL4QwuHUHtu3ejcce/juE223ZOJqtmhwqKpaHzTcfwoG33S2hZivdK2E2qLHJ8yJrbQKrDBBYmJ1Erbgs9/nSmXO4cvZ17BjbJHJIW4/gp9/zPiTG1svYC/zx+BxYDAULelDE06uLnxeZrb/5CMuo0ZBn98Db35zH6vq9t6twhWgGWmodQkMMg2jAvXQGXjEvXVEJkxLTRAXqBQcaYZwZlHTE4SIM3VlQTCGCEivvgKV+WOY4ugahp3tVYdJkuAk9niippadqS2QtlCQpYJXSaBZ+KqxL/Ud12leBVR+x8YtDnWFRBCNpX8ExK6pqES7DaFgyxrR1I9CjfXBLc/Bqi9B4YPBtDhTESXl2CIj1Qud8k8WiBc2qQ6dPcIdpp4q5J2FWcvLz/eO4vgRS7xVglQDhWsbqGv6lD6xee/Qh64hBO0qiLuCQ+KZ1ZKxynCroNuSHJCgfL+j0GPIQ1jpIxEPI5iIwwlGUKy7sVgQj+0bw4F/+B4yE08ijjrir7hHv0CpbVYGrAuIGaKIPqArk6/87OOyqxq1ab+j3FBQfgXRLvs8Pdwm+1pPqEXBYAagMbVLsY2kA+U20FbzZ92ddAWYV3eZ/swIQ+xJyBMhqesM+JtBxpw42sGrNKD7TeR0/jC7i7tAY3qUPYxci0DseyrpaO+MCyioGgqz5azoEAjbQJVTTUPQ0LGjAC1efxRe//wn87r678BHnJuipAXTitGmxYUgqqwK6Arm/gKpyYF/1yBaU0pcJk+oijFXRELZV86HVRNtqwLjv+lnpX/nK/6NyefyP4HmpA9UqqLraKKInnO8Pt7Y5IgCFAreUgoLsPiV/JjNbNTnoPQiMX7iKxx57FidfOStrI+2BfDvdldAlronSIBUAXXGzuawZroex0REcuvOtWL95IwwW4fIM6KW6Coj4S6C8K2GJiBSZth28BsUioV2Q2g/VeFb2mZqEkOiegXjERMTg+G9BY0BLpwmTQTth+vq1YHi2rB81rff/Y+89o+Q6zzPB54aqWzl37gbQyEQkCJIiRUoMkikq2rJlWbZsazyjkdOud+1d79jHu/tjd8/uzPGcneO1x5LHYyvZkijLli1ZlKhAUaSYARIkMhpohEbnylW34g17nve7t7tJeX6QP3XUEg+A7q7uWzd83/s+7xPQtHYikSsg0b6AbO86ol4fPSeKRo91zwCDoY9Oz0GvS69XrplDxWOTSziE3R7gxmIZnYGG8bEp7L3lIPYfvwNT4zsQqbvoLLeE8dI7Ngon5kHrDpDRUvC0GJzeUIL3yt06EmM5xLOqJiDQMxjy9ykWEhsi1jphIBJPKD8fAoShwiVksYaszhBkZWAlPbsjvB91U86no3Ww3LyJ6gtfwVtersF8+RJOry3iedJl7z6GybvvQiTJwEwFpPBCKhYhPZ+D20KjNJWpz8ewfftBCZ4I7z1hUYUgbzCAEVudYCAcvhfF/FOAXbhXbmVbbZXtb7UX4M+mJDP8OpVHrFtp/ST2RUy4JyjL4+Cxy2BQbTPh+kY2MgnYHCJQVppMEkBYx5X5c5iamhWPup6E8bAuUvdenzWrOxBQiuDD4rUreOXJR2E6dezcPo2kxbDH7gbDkGvx/b/15oDVv3nkK5v1SACuhiCI/AkP9UoVrWpdLJDcdg3nHvsShr2OSNfTcTJxLWGHGXEmQysAWg3wCMI4ok7TokmkRmfxN9/6Lk5duQaNLGgCenQBl3pxE3yReoj7erD2hdebz6P4T4az0det1/8twDUEx3+EtSpBdSYjWmEaHkZG85jaPoHz58+h1QxCyNRKLvuLgM5BDSNA8habCcV8V7kQwpzjs8OdRYaC9CTXZcggfvJShwRzG/ZGzlCA1UjEx8zBg8gUR3HymRNoMqAmsA5QYL8a1E3uPIAPfOhXxGeQntW9oYfzL1/ElcvzeNvb70UylcDE1AQmJqakvqAVB2vYqtvDlx/5Ai6fOw2MkMVaVMCqqJyCB+5HTm44vlRMK7m35fx70BlaGompP2NJ0ZAYRk/e35FDt+Ojt89gzHLQ6vZV3kCw/4qJEME4KlK8gTD7L525jL/+1CfBdFmqBXiCpGYNAohUjTwUxir/C9djMoEF1EmmZQ+/P27g9juOYGHPPiwPeW19AUMuXCCwumcjHJbXiyz9q/PXcf70OVy5cAGVlUUYvof82Dg+/NGPoDBaEtCO6gS73cfc1fMoryzhnfc9gKHdxqf/6r/KOrf7lkNIZUs4/9JJ7Ng+g8PHD8EgG432IzBEfXDu3POIpxnExWkR2WzKWkLAYbmn1XFGYwnpC8uVNfH2NFkjaxaqa8tvCj/589//GJqthgwLUrk8au0uVioNLK420OwM0B86wlZt2z3xNR6Ip7GLeDIuNngJenjTDo52DNIPKaCax6Z6S0XeoVJS2cL0pccIw/V4DngHURpNH2P2sARW86M7hYQwMZ7FzEQcI3kGJen43GcfwdToKKKGh0sXL6HVcxHLjYjHbbtZkfuVwOv42Ahu3rypbM90JrU7pEeqgYasE+xzlTorFiPYp4J8ebwSQij2Fz78QRfFdAz7t40gE9VQcyKYW6titcPnSkOn0UIqYWHnZBH3HN4Dr13FsFVDNJ5Ec2jg0vVlXKx3kMxmQWszerfS7JPXN5amv3IKcNmvpmE6lniG855OGC5iFte8DjS3hXZzHfXauvg5c+DB3r1pV7A7buIjU7MwOfAZ9NAc9LHYqKIwO4G3Pvx2VO0q1tYqWCy3cX2pgsXFJRzavwcTpYyElYnfbIxhdbTk4BAjg1QyI/Wl267jEOskHbh0+QrswQDJUkn2fbkX2efGWY/SbtCB4So1SdduoZTMoG9E8MMTJ2HbLRVkKV6xqmYSawhiMBpBT7Jgo3Ictxw6hKP3PyAhxRxKdNpt6aEZzEybxUgsKqD6Wnld8ATW87R8JJYi1oSBUpR7Jkn2RoTMc9bJDOJSKlZlV6TL7+f6yT63Wq7I/cm/W7EksrmM2vfEJjAhQxBPj+Lb3/s+/unr38YrZy7BsJKwaL3o0U6Pez3vc4WXhIxVruehRdeGGkHqSpLI1CO7dSgmgCyfJzaUQSZFzNCk97q6VH5Tz/iP64t+Aqy+7sqGwOrvfeB+TBSLIoklB8fIFnHf+35aioxqvYpHH/sOukwfNJii1oXdbuE973oYmZiJQb2Cfr0KbeAgaVkoN6rYuXMWzXoNS4sL4inCBTySSsF2NaRHptFydDz1wknZDJeWl+VBZFqfTP6YLBkkGnNawJv9ve99D371X/2yPID0KU3Gk0glU/J99NakcXb4Qdk/H3SyTAialisVYax22nXliSMP31CaE276jUZdLVBkSwTsIqYGEuRtNJoKTAum4XwfBEEKYwVhjjl2C5XyinhT5YrjMklkEZeMx4WxSgaOsnXkphGXBaPf5/tjCJQqSLts8sR/houHasQlFEgYQ8o0PWyawgdfzPkJcJLRSJCEi4Omod1ryYL89a98Dc/98FnxIOx7KtlVSheCROynIgoIENN9AgxsD+kdEzERs2Jqg5Wp7KbXVciI4UkbUMI4lUVqRwnX1pfhWSamduwUj6BhvYPy3AK8NRsFLYmEZkkBIMAqJXHb0ph+6368dOk8ZrfvEuZLr1kXA+5EOoVMKofTL5/BxOQORFc76C9UMGz3BTRm8/Q//0+/g1sO7JH7IsIpPBfEgBk8pAl6RBfm11OPfg3N69dhdGyRl9L3lqbf0wcO4a0PPICvf/kLsNcr0mwxjIoTdi2exOH73omxPXtAoYcU+EEDxsZe/iG1pA+728SgU8OlMyfQra4ilkjD1ZI4/cpp/PIvfwz54igGBNlTKZFGhuApz+mGp8sW/7lwsZdJIqVVgZ0FG0zeo7xeD7/rzQGrOw7fo6RpkRTM3DZgYhSuZ8NYuAC3XgvCm8iGoKdi+JY3PS41FuUGDd9N6IP1wINRTQI3EoBpDmWlYZQmgASTIXV4nSY0j891D363C43MLzLGCY7wtZz4E8GnHYCw51gchEjPlq4skPoqBjWvgwqv4nNDv0+5r/U+InYPDuVGkzOAngGaK9DaZWj9kOURsJJ41HzW4zloVkJS2+lfpvXaAq5qHpnOBHsD37gAgQtZea9lrCq5ncZU3g3IbwvkvBECFwBcBO3YdHCIoUyNpChhWct7N0pfX0lQYmOkixSPFFky6ZNWDH2ng7rdF68l1xzAtBIYDlICfKd3jOLd/9dv4+jsLlS9LtKuAYfgR3CdVHCVMmQPatuNxlEOhWuDmNirwlygrqD4lWI3uCQbQKswORRIGTZyvGtoBRCym3ThgIauChs/QFi/6j1uMlo3vnED7Nu0g5DjFpln+BGcI7JRtSGi4Ho+hOmbaPUMfNq9iGejNdwVHceHtGlsc00MNVeYMQy1CimqyuN1k21JkM3kwE8Dqr6GZc3Ds1cfxxcf+0P8b8ffhY8ObhOfYiduQvOGMDnoClK1xauK95W6mZXxg5gbK6Yqm2KfYBVDr9ggcwNiozHsw+t3hOFtPvyxN1x/fe6z/1Hu1fC6bAIu6myFLMANlls4uKAFRwC8bsqhAkZJUGgS+2XxTsY7f9qQbPPAqmZ5uYxHH/2OBFv1Ol2xCFIAuLqolJzL4C+we5BwBENdx5gVwZGDh3DHHXegND4KLaqC6Bhex31emGKBIQjvEddjAMZQhd5JOBKBca5ZrFjUUELCMAlAkqHJwQkHk3yWHbbNlPIrS4IoUoBJEG+AKHu8eBzeyK243CyIvPPAyBDNa8/D69UlIXm92RfxAyWfAxKMOwPxTyUkwweIz2a73cfKah2dHrB/31EcPno7tu27BXouDccewq10RHlRGB9DNeYKQCTnMZJE1DGgN9toe33Ypo/EWEb8yMnSUEPTwFIxGCaGcnjWP/RZk8I/qJn497BJ4fcRZFTe6Mp/jzc2JdMRUatE0UUPqzfP4PpLT+Btl84i/soazi+v4Gy3ieaBAxh9+B2IZjLCgorR6zViKtBUGuNwO1SMNbtjo1jahmPH7lMBVsHAItz7WIeI92LglapAKCUbVEyqzXonlPJJnUJWd/ARAqohoy18HffN8HuFFUM2rUi+dQWsDsjcVA2arDsbyfVB6JcekbrG0x2RFfo+mYkMhFlCrbwmipxkOrcB0vFGGfS78tyxDut2Okgn4lhbuIFnH38UZn8dB/dsh6UReG0IM4Z1yE/9j28uUfjzX/q7LQoaXaSa6jlXFgPkWTZqVTQqdfhDH/rAxivf/FsM7CbiER2ZpCWASTyRRK6QEA99LkvcT9lUs9nleyiXGzCzk6hHUvj2iZewtLqGXrsDLyA9CKjMmjF4PplmTzskgjmivCLrbUOjsHWcuLmshffFVoA1XLuUh2to5RXuQ5TVk1HrS/p7caKA295yGCvlVVw9sSgNvii/IgpElSGgDI42h4LhmqjYhp70NtLcuw7Spok909OoDhwsrq3A4T0jWxq9nZVlCqFY7tk5iwG7XcwePYKub+DquSuBFYBi+ot1j/hJa3jog7+MW269B3arJfJgWohdOXMa5185hbvuul1Z4Og6KpWKyH67rSoatQ46Y3lEElkM6zbM8SK4u4XAKpU5r1cgvGbDCHzFJa1eliflEyogEtnePMZkEW5Uk+AgZ6DjyOw0HrptFuPpCNIGB1+OrKMccknQjQSRcb/S0Kv38F/+7E9RXllAwlIBc1HpJyDWBurZCux0pNZVahmCquzZSvkReWbet3cnDo4UsDAzjit+XL6HYB+BVVoBkEkXWiqwVmvWWjj5/It45fnn0GW42LCHfYeO4oMf/jkkc2kwpLzR6KDZ6OLqwhzmL8/hpx9+WI7xW//8dcxduoC9B48ISeDsqVPYuXsWBw7dIrYZlmHA1uNAjxe9KWvv8mIDg3YdSa59via5IeJl7QMrq2vSL/C9nzv/qvgnx1NJ2SMbFVplvfGPTzx0GIlkArlSCZ4RxfzNNSwsl1Fp9ISB1wn2YIKQBOnZ8yRTKQE/2ReREU9QjWslbR1IBJIANgGw1OCN9z37T14nrsVkrfJrEpisGRKuzF6NvRJ99iOmgantR8Q3c2q6gGIOKGaYJp/EX3zqb+TZef9Db8fq4k3cXC7j1MUbqNlDsY0gC5F2G9tmppBOxiWjwlYYqewfBP5EWh/I09lvbuxjAfuWrMdQncBeemjXsH28gB2TIyj3fVxaWkfLZ4CXgX6zjSQDhQsJzJbSiGOATn0dTI9PjkxAT6Tx9Jkrck9rlgV6aZlWXK1/sbSEO8uAvB8RLoiPuPQwUYaldivw+xVMjiYxzp8d03H+7EXMr6whmcrA8obY5vTwMxPT4sPecoZY7diwDRd3vvNeJEtJVJoVNO0+rizW8MyJswJW3n54H3IJE4VcAulsTkKsabdRXluHP3SQyZTQbjYQ1zwc3LtTzs96uYL1el2ejySHnUHv2+t30Ol1ZHCYMOJi41Qq5XHvnffgh6+cwRce/bawnWMRDrqBCH1jpTfg0EoNDAiu89IQT3jwp96J42+5A5fn5rC2uCSgar/XRUwYr3GMTY5jdtdOGFZUPGXpdz29bUZsH2WQJbUvcQ4PrZaNiEUAOA7TtGDoyrKIEv143BIyGO/beq2ONtfKXg9t8UZPoFDMy74l6zrDb+NxVNttfPv7T+LcuTnMX1vBwsq6DD0FExmyD1P3e9hP8PdILHBAbAhJWRKWZUY2/N7DQa+AwgEhzZHgbPqvm4iZOoZdG+v15ht/wH+MX/ETYPV1FzcEVv/oQ+9GPBZVKeSJJKL5Edx+3/3QrSjqjRqef+GEmGSL16Skstm448gxGN4QlcUb8Ptd8R9iYNXAsDA1NYVapYLq2poCvRhexDTR8Qm0eg7W6y2cPT8nwF6PzAKRf9FeiHJjH7lcXh6MEydPiU/bB3/mZ/CrH/uVwOOTlP8MJicmZQEQizuCj1IocXNvC0hKMIqsUy4Gwn4YcnKnGkmFjSkfJQnR8lUirZJ66yJJ58SORStNlJUknxIiFc6RzMbhMvxClLyq6ONgQ77P9YRqn8ukVeMcJL5z4qmk3ZuWBwKaSlFLaaKSR4nHaoDm8fikLw+CAfh1Frb8nXwfkpIcJtxRKstGXzfx+b/6PC6duyTgVd/rCxgdj9Bo3kSfviMSEkFAsY+hO1TTKjOGiKarsCRDl+/j7w0Zq2HBy6WYKfcoJpDbN4n59SXGpWJ65y7x3OvXbNTnlzBYamDEzCBBMbLGrChbUk+jO7KYuHMPXr50Hju27xRpVrtclUCIVDaNQraIsy+fQdxMI2X7MGt9ON2++AlxYvW7v/vfYf+BPXKuJHQrAEZ4HsiwZtMoct5+B/OnX8X5EyfhtKqwNANDX8fo3j24553vwDPfexz15RUx3ue9MsLpayaLXceOIc6UTDluTlPVgh5KKRWLmH6dQ1TXFrA4fxpJo49Gx8XQLGJhqYwP/cJHEU0kpQAiUJMw6EtDf1oV/hBK/Hkz8O8E/sUTTu45xW4WBpauJnmhRPJdD705YJVWAGyEfCsNszANvViEy2u4egNebR0+AUUpwtT9tuFnys2RsmgzJkwWkdB31wNz+U15uzT+nAIn0jDz40AyJ8+E121DF4YZvVY70Hpd9XvknHLirsBbMhqlUQt8fqQZCGX7cqXVvwW8E0A1IkF6noRHBcCq34HZ7cKJJ4GZcUaCw6jVgU5V5NaK1Rqg5AoylPNhJNPw6LdK5KTbgt5rA75q5BUnXI5wA4gLj4ZFAy0A1FkQfvkWif+WhXbjpUFIk/ilkq3K5oO+xroUsgmmqMaY2m1iMkNJqi/MI8puuTanEjyuvisAACAASURBVDGUkpYwVRna1+g7WKg3cXmtjbmbbWiRLMZ37sAD/+7juO34QdTYMPqO2F8IoCXcOnUMijmogBEFoiovNXWeg2Y0YJKqqLvw7YegBF+vMnEV0hlcQ7lEPkqZ0Y0TIA05S1Q2nGHWRgAm85tCsHajIwvO6BZsVfGiA3ZZeL7DBo5fYxEn78034Woeoq6Gm4Me/t5fxMloHXcbk/gFbwqj8DGgBHboMYlLvW+R/gchJUHIFb0HHU1H1dOwpGt44uo/4Bvf+ff4D4cfxrv14zBSJXhRAndkLCpFQmi2ILJ2AVYVU1hksQFbVSMIy/ufPr4OLTFcKaDpb+zTi3rownzPG7cC+Nxn/3gDyBZQQRiMqsHfBFmDMjPEtgPpbkg6D4FVNlSKsR7arCiPQr5Mhn1UlygakuzNlWoN33rsGTz/7Ak0Ki0F4koCNGNbuEYrr0kW8uF9JOYAjoepkQLuOLwPe3dNIp6MQiPgRysPCXNT96O6uj4sAqQyGAx+bsB+leGOHLMCTck4DrlbhsHj5rlQ7BQB+3UGl1HYz8EOwLAyjlHW/RzOrXi4uVjGnpEktjHYZGjLQLkz8KTQV3519Oum/QPTgsn6I5A/QLXVg2XlcGD/bThy5A6kMkUZavQMJdylIogJnl7MRGSgw3SHTPkSn7W47UhzVo948FNklRnokQUloSMMWGQDyGZXAWmqVlEAOCV7ijGmQn2UxFJNx8hekmczYDBtNNieKwFj/UEfK61lzD/xNeROvojb5tdwtVvDmXIPtdEkxn76vdCntolHM4+fgLWyFFI3iLCIxauZwyJdWCYc8Nx55/2wkgVp7KmU4fUgqNiljJCJ4QHDVsAwCbXZZE9KOKAMINzAgz6Un6tQOKknw2EBa74QyGEzzuEp9wDXEQYXn+1Bt4dBh5YLBOsNxAmUBTd4eIfxyWDtMPBd+JwDGyY0I4YIA0xMTQKqur0BprdtC+5NKkoMuAOGZ3oY8ue5A1hy/k1hjp566luIdlYxkeHvY0AUbWo8vP8P//pNtVif++KXfwRYledbPPLVsKxNS6K1MryBi6g3wKnHvoB2ZUVYqtlMCplkDIlkCokkj5+DY1ZKirmp9gUy4hzMr9SQnZiBF8/gn77zNK7cXMXs7r3Yd+AQKrUaKutLqNtVNDM13D79Frx64iQa5boaBAZsScWEDd7qBpit/h3uMSFAKJ/bEqIXAu7h5wMDdgH3XG2I2QPbceT2g7ixdB21Sy0M+0MsL64EcLnasXmNOcCU0B+NwF5EZMiSZ+AJ71aGuknfxfHZaTz41tvwnVfn8cKpc/AsLm6sCTwZQPAep1d/OpUSrz3X6WHnwVugRSzJA+A9xvpdbDvo9z9kAEsCP/PRf4PS+CyqDBXrd9Ed9HH59HOYu3BGBkTi3cieROoeF1EGrvgW/EOHoPkWtK4Dr1SQZ0E1DmFY4CbdOtyRX0MO5p4udgyU2DN1hwOaiPQGQy0icnwBgPn8xhOyVkwmfewYSePY3j3Yv21UwBzKih3dE2scDq/ED9NM4ouf+xxOPP0U8lyrZF9WCdz0qA73EVEb8niDECv2RAwLSsbzIH73kXtvx0REx8pYCdd0+i6qsJlz584JsCq2DeyPZGhJ4A949cVTOPfis4h6DAKsYt9d9+DQ0cMwrQgGQ0/UBARWl1au4trVq7jj2DGkYzEsX7uM6toisqNTWG8Ncf70aezYMYN9+/cgRZakrqNNW7p2B5m0gc7AwdpaE2SoWfEI7C49JpsSvEh7pbn5eQF7uKWsNZYRszQkrDjqNRuXz1x9U8/3r9y/F4VSCWNT05hfWMHFq3zGHNgdKrx8AVbFXoXhyNGYMOoLpULgSa76Z0lBp09u0N8pAEkNCNT/VQCf8mUl4aYrf8r+ABPxBBc/gq8dAVX53KTSo8jli9h/YBbbt6eQz8WQzIzi83/9d+iUy/j4Rz6IyuoCBi4wv7iOC3PX0eqp8EGu71yLM5mUAF+15lAxwgUAVgxgWvJslSDxeEOCE1+bSiQCCxMDHpU9wy4mR4ro6HEskjDl0o7GgMM1Xvz9o9g7mUdGd+D12xJoZJCIlSvixnobXXpeRywJ5uxDQ7OnQYuUVIA2B020HoBirIoaxnPQtyvwBuso5S3xFqbn5urNKharFcQzaeQ1H3fE4/ipUgluz0a138XyoI3Jg3swuX8WVbsioKfdcXDmyiJOnJmTICv6wRaTxEtKEv7F/o8DQN6PUU2T+5kWejPjY5iemhRSW6PdRr3ZEBshBmRTXcvnpjtQlk0DnYGZtCvqS4bM8aO34xvPPo9/+uEL0r/Jyic1VNCPiH0K3zd7BKUyI7nqvvsfAHptNJt1jJUKiJH8xn6O+yzJSN2ekIb0mIVUIYe3PfCA1B+NWkX2FqpPlR88Q+l6cLy25N8QyOb9yxpRgaoKd2q3bbSa9KseolFvCLg6MzUBWlJw4CKDOw6PuY4bETz97At44snnsV5t49LVGyjX6oKHSE9CMDQI9VYWJZqs37L+05KOewKHkVGua2rtUv7QYUWg6AFCgEJE9njaA7Fuz6TiuLaw9Kae8R/XF/0EWH3dlQ2B1T/84MNKVhuJYO+xY8iOTyKaTQe+SWQ2DqU55M3HaVfX7iCfTAso0O+0xPtoSODE89C0e8KS4H0tKcGaJg/Hwto65q4tYN/+W9DudDA3fwUvvfSyklhHorj7rruwe/de3Fi4KYtJtVbF6dPnEIka+KVf+iX8/M//vDywnM6NjY6K9EpJdVVJwYKJx7a6tigPJYFg+qQK6BkYGPMBChd8BRqqDSmcZLBYVkCdamiKpRJ63S5spp4GcnBJLCSTLZh+bC0OxR/TdWXyyACr0MdGSfsVQKq8MxmUoaTmbM74efFYDZliAugR7A1YbgGbQ36XTI/V+2aDG8r7ha1BaZqv4c//3z/HysoKugMbrukiVUwhlkkI6MjXsBljU8RJf7tio1tvwyKQyH7fpR8rz5MCLkO208aUXBgxfWg05T40g7n1BRiUYNyyF8N+D8N6F+3ra2hfXcNkooiYqxhIvKYdrw9rNo/R47vwytwF8Vj1TaC+XIE37CNXzGC8OILzJ8/DrbsoGXGYtiPAKlNbKUP4rd/+dUkVDKdLIZuX758eVpQhEcinzy2n7pVyGe3rF3DmhZckIGDbkYPYf/txLF1dwMqNBUlbfObZZ3Hg8BHsPLAfQ4L1nNh6THjuyvtnAm4IbhIol2LW7WNg1zF/8SWsLc0hksggNbJD5NrHbrtb0uK5U0uoDMGtLeydkJkjn/N9rK2tbvwubpKU6REMj9AHiGzjgI30cz/7S294bQ49Vikp9eMpAT7NbBEO2Tnra/Dqa4BdERaY8jPku1MehgJ6UcptWvBpV2FGoXfqEk7AjWeTW6rBpzdxKgMtPQI9lRbQyOu0lYckN61BW4BLDJWkLZTOyx0u48EgOV3Yg6pxEDg1BPwC70oyVTmFZrEtM+6gkYPfhtHpwsuWoM2U4LUHMNf78HpVwGOKapj0EPwuodSl5FghXst9gAxbAVbV9FyYcBsfCupVbFUFU4YfQfhu8M9wUvqaZInNtODA7oBvmeEn/G6mTiaiUZFTc8ihGKvKA46AVCzKxlDHeFLDoZ0T2DVRxGg2CS0ax2qjj2dfuYrHL66jHkvigT/8Hdz+1jvRHvQx1GxENIuBvrC41shZDUzqA7G9gF8BMKmCs5TfmQKnNr9bwNhgPVLnRrXIQoqRe3uTnVRKjwT3ewDAvQZA9eQcClAX9t2hFCeQjIfM2X/pZldH9i98BPeMCkBTa/ryYIC/c5bwjLWGnzW34z2YRJYhGp4u7FUypaW4D+45DhHIVkp6PXR1AzVXx01dxzfm/go/fOov8Kf73oV7rNthJooCKtLGgh52wrTk2RJmpmIwh96gYTAhPRBpgyHs1GEP7rAjzxGbZoNBYz49rAzo7/rQG37GP/vZ/7ABoCrAZBNQVY+IOmfh/iLXL0gTV1/bZK5utUUI2YBqGLSZQL11z+P7rPdsnD97GU8+cQLnz18SVwtKvEI2shoiKGsfCY0hlcpXIX8Hp9M4vjuP6bG0DErJaFXHr87i1oCtTUZuEN4TDNXkvQVjgfCOFewsCFqT9yGBT8prjg0TGU7cJ6QZ9U1cr/VwbqmFsg2MJ2PYM56Bha6w+PpDH8O+8q1TQxE2F0rWWGsM4FlxjMzsxPbpfdg+sQfxVF48fXXDhxmPwicAKAFetEtQ9DfumW5/AK3aRtyy0I3rqEcG4rkYDuBCT1LuPyF4yn1b7Xlq6Mn9nH+GSodwv+bwNTyPZBOHrE+RjIpveh8du4Hl2nX0X3wapa8/jsbiMlYiOhZzaeTvugPFA3sFHBYATtbhzXvo9fcUv8yhcK/r4Najt2Fq9hi63Q76g44ArJlMDv2e8rcP7z3ur6ENAC2QZHkhwNnpyKAkZjC4RFmQsLGiBQvXDtY5MrCOGGIRxPMkafGBjymHsFQxcS216zXEoCNOsJSAQ7DWCPgsqe+KacihuXhLsvGHB8dgMCJtlgwJP52fvywzk507d8L3dLRaHWSyeUkpZnMbssDGxsawvFrGwG7h7A/+AbHOTcyMJGFEOJB28d7f/4s3/HzzBZ/7wiPqeobhGgFjNXw+OBTvtDtYX1lRdl1w8ep3/h6N5XmRw2ZSCRSShoCDZNcpr1rFFFYOUconnNJHplJ7dhd6NInP/+BlJPbejl/5td/C1PZJYUJ5todvzX8Np+wX8XbnbVi6dh2N9SrqlQrK5RU0m1UhHgwDFpFaEzdrWcWifG2ATnhvhSfnNeBqsIbJ7aFRAp7GgaO70aN6o9xHzEzg/KkLwtRVdbpqjKkg4/Azovko5NKokelItjxJBtGIhLLMWBG88+AM9u3I4qUVH9/54TlU3Ca0aEoN1Gn1wiZcgCYFR7DOp4RcGm/W9ANHiBUc2nGdjFLxYFnYuWe/YqCtV4ShRuBh2GvCk6RqJ7B4Uvcv3xuPc8hh8ewtcMk6JghQmpAANFUHbf147b/lfG39ssyE1fmQfZoAA0EJDshlceWiTJseDhE4JGZqYxS5RAJ7J9M4MD2C+/bvBPwWx1ownL4CWRHB5SuX8ZX/8pdw2hVoBgNidSXZhockAceI8r2lb7943dLmK2oim8oinSjCSuj42XsOI15ro7pnL9ZiWXgMZOr3cfr0aRw4cEDWBamT+Vy6QLNdxdrNKnrLF5F0h1gsVzF2570BAUaX/A8GV7U6rNkdYQEXswWxwOhVl7Bw4VVYuTHU3ASWby5gcrSEyfERyQKhvLgFC067LteAXtprlYoccy6ZQaVZFw/MsUJJGJYX5y+jNJZDtmTCyNAWq4d+o4tauYcXvnv+TT3fv/bwbZjZsQOZQgHPv3QaF64siUVML5DzEygLg/+y6Swy6RTMeARWjHtDTAA52n6ISpIzxI1wv63PnWKthgNL+i93ex10O11hrIfnnP2d6jnUHrJtaha3HTuIyZkENNNBOjuOx7/xBK6fPYPf+Ve/iHRcQ2mkgIgZQ7/joN5tYeB4aLZaaPVtLK818fRzr+D6Sp1m4aIyG/YGco9rsQRMKypgH4Ex2qAJCSTohzmkoId7IhmHGWGd5CNqmmg5EbgknnD9FqCPyhQXeUvH/sk0RuKasPUpC+e+kE2lYFo5NHtt2YcNd4h6f4CrdRO1QTawc+JQmH61irghAkWf7O0avGEZhXwU0YhSwyxcWxEg0Iv4yPsu/vWBwzhsGRLSvGI3YU2PYPTwbrS1IRp2A/3eAPXGAC+fn8ON1TKKuTzG8xkkDQ179++Rc02QkftTKhZDjPdz10azzYEuxPqBex/vQxJ7pkolZDNJRHiuaKNB2TvPK493AHRcAtcmMukRPHdjCXOrVSFSeXCCQEWFqHJNcjWG4vFZJUOfhB4NY6MjKLjAtt07kMsmEBn24do2dIs6WGDQG2KlWsNqvYFbjh7Bez/wAeSLOVTXV2WPoEI3ErEkzJAAK8F1Jc33BR/iM8eliVaN169fw82bS/J3Bq9xjc1mMiglTXTtHrod+qUrW7NIzEJxfFru+8cefxI/fOElLKyWsVIuy7CM1TzVuUOeNOa2aLp404LBhpGo4AMxLSL3kjwnUgeqYcPWvWejouQgSlSHxGw62LlrG06duvCmnvEf1xf9BFh93ZUNgdXf/chPY3R0HHo0it0HDyKZL6DN6VjQaIs8nBOLXh/Xrl1FuVxGLBHDnp27kCUAS/+qcCIWsptEvqc8WvlaAoj1Zlsx2cgcGgzx8qunUSerdDDE297+NkxOTkrBurCwgNOnz+DFF19CJpvCxz72Mbz//e9HPBEX2jinnwky0wLZGzeBarUsQOFw2BNJWgiICvOPDE/CxJyiiZdHV5iIZKWKL03g7SXeZRJepXhaZLOScs+fG0rQVCGqTMPDDwE5+b6E3k6JRhKZDMEl1bCqoKqAwBo0uSGQKhJLH3Ke+DOEGRnIKSXhNACOQ7CADZpIKYLCNExhla9T6tHu4ZN/8mdYZ4Ke1kdp1zhKuyeQ25GX6W+j1UYuX4IZZXruAM2r67h28SoGtQ76VRsWm/vAn4oFMc9B2KhL8UspyrAPPxNF9tA0rtVWJVVxz+FDYu7ttfqwb5RRubCAmeSIGNWzWe/aXbTdLuK7iigdm8XJC2exbWo7zEQE5YVVOP0uSmMFjBdGcPGVi2gvNDGRzMHq+ui1bfGeoZToN36TjLyjG9LBsICQRo+hDZ2OhDjQd0aSlEWKOsTl0+dkYm5k0zApnSFpLYCDzpw5g8mpGeRGRjDUAHvQQ9ZKSHHGY8/mchsAJ9mkZAwmE3HEYwba9VUsL1yRQDDdSiOdH8PMNlocKEYRGa4hsBqexw3JY1D8KJBY3Z8CYoiZN2WTKjyGEk4Cg7/4C7/2htdmAVaP3COFtWclA2A1L5Ntv1qGV1+H1qkKk1QJ5XmjEnRSMn8CAS4ZX/GEDF6MXgcun2mydjfaJbI/48JYRbYALZEScNTvkaXaU8y8fksmoODGKbWeer38uoCpKr6bgRR9K7Aagj8qEIi2H3wln+kAlBVcrwvN7kErTECbKsCtdqCXbfj9GjnW8vyrj01g1dcT0JNpaAxZIJPQrgO91gbo+6PAKkm2avDC/+R5UHzWLXDfa4HVjWGJAG9BaIfI9cL5qJoSK7heaX4d8T9ikUcwQJ0rVgCxqIeZ0Ry2FxLYlo3iyI4xHNk1g0Q0g6vrDr5y5Ro6734It77tIVQGNQX/ahEpvizdlyk4iw5hJQTXOg4gRTAROnhmeRxO8BakjRTPVcV4UPym4Cxu6eLC0L3wPRWz5IYGzCTiF2yyAq9aAVXlZ22agoYtYmhHsLGuvq6X3BqO9N9+EAJ/P0CYq9f7Lj6ln8dctI6f0w7g3VoRdJmzXN7XZAupe15ScT0GfRiIuX30aIPj6rihAX//6p/g9EtfwicPvA936EegxfLSWPv0bOUwjteJV0/+rkBDtW4HwXqURfM/CdTrwRkw6ZlSvKGcG0OLImLGocMC7n/fG37GCayGgOqG3H8LA0yuS/Bv9aea2G9+bhPoEIbtlu/dZNkr5uPr9yOxqyFob0bRsrv43nd/gO8/8TTWVurCihT7HIdDIlM1TfT75brn+eKrva0Qw/HdJRzbM4FMOi4J8wocDNnTATAcLBZhAEf4LAugGihOiLfJ0yINUcB05NpKv/BgXVX2Oj4cSQRWnq2ub2Kl6eJSpYd630ACPkaTOrIxTdY6BpVw2GjqUcRjKWE02T1HQjByxWnsP3IME9tneWkRQxxRMyF1Du/nWJJyxqgKPvEYcjIQAJ0gh9Xpw+t00M1ZsBMazCQHas7GEG/rvsvrICETgVWMEqpoknAceqzyPfPvUsdYyqtO7u2AxcphmiSXe4DdrWFteQHNYR3pfhuLX/1nXH/8SQzHi8jcfgwTt98Gl4M0Jwj23AKEhbWI+jNQ1QTSv1azg23bduD2u98tYGN/QMUQG62krHJkvIZ7XchYFYayeOpFYDc7pBQjGYuLTQMZQ3GHK6Aa0hDAYkgnl1Cp6wKrEsd30R8OYDBkg422Q+aPiYFtIxtPCDFAmH8Buzz0MA8ZdvzxBIG4PkmunOYr0JaD8lRSVC3nzp/F1OSU1GiPP/4k7rnv7ZibmxNfQPrOnXr5FI4cPYq5ixflGlyfO4/q1Zfw1n0j2D5REKD2Pb/3n9/w880XfPZvv/QaYJUgs7o/1Hnhe+11OlhbXpE6nev9+Se+jrWrZwVYTcQt5JOmAKvJdCzw6VXAtZJNKjmo49CP3kW3UoOeymAtM4pD7/0w/PiogAyFXBEv3ngB3zn7DTy4/yG8ZeweeT/9gQ2fYS/DNlaXr+Ezn/oULp0+t+GFvwHEB0OvTammOh1bhz7h94brlgQhBgAhU71jCROl8RwtgtWw1zNw6ewcfK7pVHzJ2haFTmaW5yAT83Hs0AG8cmEOtfYA8VhCauG+M8CubApvmclhesREtjiCp08t4/m5y1i2CeRT6s5am/9XzzNPtwC2BP2jZLcxulat+WQu80vsKzgQpeyaxxMOY0RFQLA+CIQVRl8g16a6iR7h9D4eWBm4vGcdE/74tmD/D5IXQ5A5WN+24q1bz5t4gwZjcvFwD7U1VhJgqrgki0fl/HHorhsWtGhCcgOi8JFPxvHz7ziOt04m4Q089FwFtmlUe2gOXvnqP+L8S8/AMU2sMFTJUeFEBJ3iQb/IuiFuRRFnboNpSP0+WZpEMpfF/cf2we53sZ4toEV2hU9fbFv8Ordv3y7gi4S80irHbmHuyjkMtAyi9g20luah5Saw++53otNuCcPRiFjigV1r2YjHNQHaMqk0EqaOdmUJc6dPwkjk0fZiYplRzKSRiCk1XSqbApIFuO2mKKxcmFivVsSqaTRfRN1uwe52kCdxgFYA5TVk8jnki2mYae6XNgbduvScj3359Jt6vv/dx94ttgNr1SZeOnsJy+t16JEkPIYM0jeSABWtX+LsO5T6kP6qFi0JPL7frrCgrUgEcYuXOCJgNf9HggZ7XDIgu30V7CM1mGkKaarVailwdcNmQoUgE+yjDd54aRy33XYIO/eMYHr7KCK0Cfnat1Gev4L/4/f/e0yOZGSI2LX7iBNc9Yawuz207Dq67hCNDvAPX/0OvvHky9Do85xMwCJbeujCHnD/DYtJ1hjBUF+Y+FSPWrJnMEyQ7EMGZ3NP7jHElhJyrtVkYru+DJQScHDLeAqTWQuDdk2YzKwZSFrI5gvoOUPxQ0/oOhp9DwvNCFYHOfiaGjLJAEOsoGTyLEDksFcGnBoKeQumobziV25W0ey2Mei3cTSbxSeO34FCt42VdhW9mIEddxxGK+Kh3u+g224LrrFcsfHKhctwNQNjpVEkTA3o2Thy5KDgDOxVEzFLhoq0Vex5LrpDR0KvllbWpIfjL4/HLBzcuROjxQK6raaAo6wPWGf0GMzd7wvLXtdpeVDCydUOqj1DPI8Jw7aba2JnEo/xmatLv0nQucHgzV4P2YQOw+1g/2gKMzu2I8UhJcMbaQcZMWWf7fS6qDRb8CJRTG7fhsnpSdx2/DZMTUyKApMDR1rs8ZmWuiRiolQqYXx8XO5hKoGvXbuGy5cvY3FxUYay3EdZJ0mOjOdiJGogZsWltiRQK8Cx66FBm4BYCqWJGXz10W/jiR8+B4dWJPRp0tRQh9/r+g5i9LrOFdC2G1hptBBJJGUoLvcZawEWhz9ih6X4OlyvaZGo7OmodOhjz95deO75l97UM/7j+qKfAKuvu7IhsPrIZz4ldHumzdOMmWmLlL4JnTrw2VSyaA/nz51Dl4FDzgA7duzA+PiE0O0pHZAimwkAwSREFcyKrSehKGyyAnN5PmzpdFqM269dvy5FuPKL4tSni0e+8mU898wJRCwDH//4x/G+974vmHQkJFyJGwGL2VqtCrvdVpIyy0KlsqZke5zYyFRf+RgNGSKgKriNpFxJrpPpC6eBrrxemiDx2OBiTbN8xUzj4hM2lSqNUdkGhMxJCfno9yQpdqw0gUKhIO+JU1guRCx8RSIZeKZyKiSMVEEg1KSbDaLI+QJJkbBWJdWRw2V1HHx9w1aLKRersPgUuaERw81rN/An/+k/oef1kZkpIr9rHHrGRKoUR75Q4lAPvT6nXzrW6DHqOqgslTGodNC8WUFqQB9NBfaEaBHfJ4uX8P2yGHTjGrIHZ7DQLguwuu+2W1GvrMFtdDFYaWHl9BVMxArIW2ryb9sd2MMO4ntHUDq6Ay+efRXT09ukqFm5tohBx8boRAlj+RLmXp1D80YdY/EMkkMDfbsjPi0stn7zN/8t7n7rnRvnYpPZoMAMFrPra2ty/DyVBKwZRpCOJyU5suPQR02D5ngoFcncdNCo1YWVSgB9IGwYDXmRIAzkXgntENS5Vub1IyNjwgBW0lQX3Z6NWqOJiclppLOU2gc+Uypj9jVgRdjMiawxkO2E95GkOIvkUd1vCjBWAP0D973nDa/NAqwevUeAX99KQsuOIpIrKGuMagVeowy9U1PAaljg/AiwSj/SuEz8TE6ayaAgUCRHoysGRDROjwzo+QJ8CXlzYVAS1O0x6Qt+vwm/Z9OkUUmjxbMrmKwHLEMBVoOfqmDGMAgiNFrX4etWIFinn2WIaHJxIeO0D6M0A20kB2e9Ab1qw3fqdG4OGKsht1QxLOmjhHgaRiKtWNrtmgJWNWUF8CPAKh/XQD4ZRiiFcUyhJG8TYlXNjArNCluckNm56V8bwI8BI0VROXWdEnMCxyqhWDGISZRPiNSUnnnJqI/xjIED20o4MDOK2ybH4aYTOL3/AHpH344bZgfRviEMnwilkLoPS9dgiZzbhR0AaBnTRMEwkddNxMiCC6xSVBMZ2AZIk0aJrLr9Nt+Ful4KjA8nasAIPVblG3n/KllmsPgqAJJFvYQOhczVLTzUTWLkoirAcQAAIABJREFUxr2u7out4PVrH4NN8Fr1jwK+CbNIHdONoYO/8S5jMdrC+7ALD/oFFDjbJiCnuXAExNPlmMiCiHkDdHQDFVfDoubi88/937h5+Zv45L7341YcBOJ5Ifz49MlkpSsMh4C/qzT0Sk4fAqxcU7hnDLrw+gT7B/DIciJ1kUxOMqgiCegcGtz10Bt+xkNgdSsgGu4L4Q/j1yRIKrAJUIcZgqvq+oSDR653Eq4XKCUUc1JdOLHQCQDWMBRG+TU6IsmkLO/M2Uv45jcfx8XTV+UJUMNCJdWnj5fc1awFXB+5mIn9kxncsXcct8xOwIwRwAwZbiELWNkqhO9JINeAjMUahf9x/xblR6CUUb7b6j2FjETlb60gf/q3c/8lc4yMq7Lt4Wqtj2oHSEVjiJPN7Ntg4rtYwpE2Rc9ix0C2OIFt+w+I/c2OXfsQT2fQpdSxTD80C6lIXOTYZIKRSSkscFJk+TuHDkzPgNUbitS2ZjmwswaS2ZSwOdnA84PnP9x31PlXAE3oJcq9UK6lGRUVDxvhkBEiQZ5UXQShD+pZUKE3ZOvY3TaWV6+hsbIEPWoiYmloLt7Ei1/6IsxiCZOHboFPyXgihbgZVUB3EJgUns+wCQ8BMgr0WTvVa00kkxk8+PAvSKMuDT0tAihvpEdhMFSXGivwQQv3cL7fZo2hOHFkYml4VBHARYrBQRJUqixhQvYxN3gOwkUZxNpKB7rDPhzfw0CnZDYKpzdAPGoiZtCLT/lGcp8LvcFlXSWrJaizpB4MPAB5jF1pUj0JiFlauonz589jeXkZ165dF/B2anoa169fl6CWGzduiO8hGcg3ri2IdcDF0y+goDXw4PE9GM8n8YE/+Ms3/HzzBZ/5my/+i4xV5frAIYUhic3rK6vid8wc0fnnv4eF8yelrrWsCArJCFLpDPJFet2p5Pew5hZGtEEwht6MHoatNto9B97oDGbvfhD+2EGkvCSefeUpfHPhn/Deuz+EO7a9FXbTVnscU5OjZAhX8cjnP4sffPdRDDhI3dwWAua8UqJsZTxvrlGqXlfrpxriyBiUwAGHII6HfIFBPTE4LlVpXeRGi6iuU6pL6yoG9rCOUbsFPeNHMxYeuOugBCJ9+ov/jEqbzGRDgAE/omEqYuDte7j25FHMppEuzWC5bePMpXVcXbqGgVdGvWUiaSVQSMWk+S83u5hfqaLGwLkIgV0OICmtJwtUWQfoAwUG80iYBUBgSNZLN2CaS4BWIJXXdTA3QcAz+lMy1DOahJsbg75jF7x6K/Rm2QhcVAWB2mvk54Qbc7BDh/WJqh9VwJ98Dx8j5gWQQELGMoNnhL1N0CYidZ7IyHQDh3em8L88eBwRqv/giDVCwojC9drQL1xG9fJJdDUdJ69cweXlNXSGXItpGUILI6psKJ2OIWFZSERJhrGwc9sOTEztxK7ZGVzqNlBxVW0cZoSStEPgRYYmMnTUYXaauHb9PK5XNRi1CzBba9DGd6O4+6jU4imqJ82ohIPVGi34fg8du400rakYCtZrobqyANNKo9EFauV1xQqMRQWsIwkmkh+TrAQGuVIV1ZQeciBDGbLfCAIXMzmxZmrYbeRGRuE4Puavn8PoaBL5Am0ROvjqZ599U8/3f/5fP4GXz1zA2cvX0OwMJeiJewptLrj+k6mXoRVBVPmPKwsV5WnO+oo7LEHsTCqJYtJELpcLiB0qKKhWraHc6KDdGaJpt5UlHPtO8bZVwUGi9CQRIvC9FvCWoWSOh4MH9+DXf+NXsGv3FBLJLJ781neQ8hzcfWQf7PoqHIaZGVHEdEt0Xq12C0O/j1anjXJjgBdOXMSXv/cyOu4QqWxW7glCBbTH6A0HohigAkSUGAxZI5GLzHsB1NTwjsou+rXyvXLP5ipOW58h+wcjKiAqug0cnMxgezGBQbuJXsCA5A1GFqQRt+D0OB1x0eT1qzIsLiXnQZiJQWg29wSxc+Ie0F6B7rdQzHP4TQKVh8a6jXKniZjTxU/v34d3TEzAq1fQTRkY2TuLQdLAereFLkHgdgftZg/zy3XMX7+JbK4gjFDD5deamJoYxe7duyTkm5Jz1kcsXliLZvJ51Js2FhYXUa01BA8ZKRYxms/K+eh12oKtkJnJZ75Hq6O+unc9zUR0dD+eutzAleUBcskSIoaGOP2VI0NoelesABGdQKowhYFDu4UWkn4dw8YirM5lzExNo8j7jhMFqq2cvliCNNo2FtfWMDO7E9t27RJ1yo7ZHdi+fVaIbwwi69gt8d/udDtIZTISMs5nfWlxEfNXFUGPA2gSl9LprChSSZgjtkOcSWvW5XOxKBUGtKFU61K720a52oQRzyCeK+Br33oMc9cXUK01hXHM7smlMMgdYnuhgA/c/wAi6OGxp57FtbUyjDjZs4qIJs5dgQI49F7dGFjKsFjZDZIUQELdrl078NzzJ9/UM/7j+qKfAKuvu7IhsPrVf/hSEISkNmkCngSoVNIlU+NUIjAXnZsLCyKx5w4/PTmDeCoVeI/SL0UBIPxQ4QKqmVP+nJpMZwlguVxIKYWXEAxLGmz6jCr2A4ujAb70yCN45ocvIpfP4rd/+7dw7733ivyfMmlOhG0uKJqSa3Nz5XQilUihWisLpbzZ5EOm3jA3IPr/8Bh4dGKETzlf0BATaJAFnXRzAR7I/KDsimxSNUGhp45MAcUCQDUpIdAaFoEu/cfgo9VQm8zU5DSy2YzIG/u9PvqBYTiLWPrL8hyIR2rAKlGFFn+yAmO2soPCIoyfswcd1SQTzJaEdvqtOpJs/+xzz+Efv/XPyE8WkRkvoOnZiKQiiGejsnjliiXYXYrddCyvraFfb6LTaKNbaaO1UIXV9pFwVRIsN2ReD56XUGLI4xDvtKiH1L5JrPQb0BIR7LvtKFr1KrrlJsyGg4VTFzFqpFFK5OS9kCXcHthI7htD8dbteOHVU5ia3o5sIYPlq4vothoYmyhhtDCCuVcvoXWtjolUHomhhj7ZrmwWIlF84hO/hvvuu3ej8H79YiUNX6B2CYt3l9fdcSXZU6ZzbPSDxk7qTJHX0etWNbBhejnPddjIhqByWAFyCMH/sXEkA5BMafpo7dy1R6ZqLLrEI0+K1nAoptiNYcPLQoJDAU4BQ8BdeUsFQFrgH+oytAU+3vHA+9/w2hwCq0z2hJWEnykgmisoGWylDL9egd59HbAaWgHwwD1dPOcUYzUKg88aN+MgnVYgMT5oZgI+E19LRfiUszpD6Aysoq9e3xFgVROPJAIMAVMwYFWIvF4K/014UrWLG8hp4PlIKSjZ8wT5TWl4lcSfjV0ffncIvTQLP5eCX2lAbxBYbYgfrmKshsyNkC0Zg2+loMezinnaqQE8TihGegisqudQMaJVOnroPKqe1VD2/Vr4L/xdWy0ItkKSAUggjdEGD1Q1hGTJBO89PCf8fBRReKRsGZawECLwkI1HMJWPYduogb3bxjAyswP9ow9h9dZ9WNeYgs4hEdmqBFZ1CeDg27GDNSypmchTKmWYYAwOl2/lm8iQIRWqpUq2oGEMWHBB66rWemF8Br6tUMBq0B9vSkAVX035u7IQ5L8CZlh4UyuwQ/1L+sEA2A17xteJHYNvDBbNANgU4JbyTKmWeL0kBxoXnQH+wb+Bit7FO82duBcZ5H2CqJ7YAkgYT3CNLW+ANkNFXGBJd/GX3/8jtJafwZ/veh8O4yD8RF6ABBgssnVoQYhe0NMGPyc4agJ5IvkfAAKqdgWsk9pZQtt08erTzQQ0MgzueOcbfsY/85l//xpp7cb5fI3HqtqLQ69oeWY2WK1qiCN7W+DdGX7fVqXG6xn34X41HLjCTOz2uyIDJVOi0bTxzJMv4qmnn0O5XFe+mgwx4UBQ7FEUa5X3wUTWwm2zI7hlxwi2T2cRo3wew020wKeFzaa1Rqhw5TFzPed6K6CpMFeVQkQBf0q2K76wG9/D/ZKsVkP5Y0ot4qHW9bHe19DxGRKXQqNSRrOxijiHZ66Ppt1CIT+On3ro/Th6+73IjIygR494hmUxACMSRatpw+sNUYokECHvi2u/BGip50klq/vw7B7M/hAtbYBewUIym5QhXctuSx3G6xJaBW3uP+FzoauGM6oA1XgyLX/n94Wy+hBMIXit7kJlQcTrz/3q5tJV8SG0GFSixyTwwo/psBeuY2lpWVnDG6b8fEqmuT9F2NgEwDx/pgLV1c+V6+BzX42IVxq3r3e+5xcFmOXvI2uFtSQ91Vhfcd/ja8JgktDOh0BovdqBP2RKsSXMJMuiaogeomo9YjvN4Q8Z5rJvRE0Z/lMyxTuECh4BVy0F7HDVIQsnHiWz11RDPsGkyKRWbBUB+QO2Ic+dhHoGNSxXjwZDQdMqnfjcubNYWlrA/PwVnHrlFUxPz8i9NTU1iZWVVfE+pBXUyvJNkRKfO38ONy6fx/HdY3jozv341f/z82/4+eYLPv35LyiCQmDxQFBZWQPIUygeuGQqra2swm625DlbOvM85k/9EFGLjHgD2aSFRDqN0QJltRG0mm2pbXnvUJVGJidpoL6hwe0N0Gl0MPAjSE/vRuneD+PKqxfwyNc/i5/79d/A0b3H0XEBRlpySBuNAJfOvoIvfe4zOPfyy+KHGkYPbig6QuuOAAxU6/ymFzQZ/zLED/IGwvpXDYUYTc+gM3r0MXCE/o2uBE/arSYcCfdR3sKs5SaKPrZPz+COQwexZ8eY2I998nPfwGpTgfAEB8ism45H8Z5ju3Bk3yhy2W2IJXxEY7xrknCcG8gVW7i+PAaDXHRTHWvfNXF+fglf/e7TuLDaEM8/w4hKxoTjDdEbdqG5rBPUGit73obNmFKvhcOqcMAgtSlZnzENGmW3DN+85SgwPgl9uaqUflJ3BQMGhThv1EwbkpnQcoq1Cu9pAV9Df2slFyFzmqnoPgFW1oV8rjlcYCMWT4gFhB9NYLRg4H948Dh2xiHMQ0r7TVeDZgzgXZyDdvUk3IiJa5UKLi4t49ryOroidNTEEiCbTgvgHzV0pBNJpNNJHNyzH7O7DiFdGsGLjSqq9hARg761im0fqgc3eyoPeq+FmwuXMbfYhbtyFmm3g3Y0D604KXtKJp0RSwLdtESC7ruSPoRkIilKSnfYhdPvCGBarrbhDBjiE5FAGsrMY1yXkgUMmjUJ0eV5sPt9UZZkYnEMfRe1ZgOTI7wPNPFxThSymL96Da+++KL0YeNToxgbK+KFp94c6PKnf/QJPPb4U7h0fQUO6zsrLuC/Q2CQiqMYg+dU/8t1ksMbk3UagalkXLxirUgUoyMjmCpkpM9WQ6y+/EcQa73Vhd13xC6h2emJbV+bakyxxmG4oRqCsadWNtQa4pGIsNzHJ4v48Ic/gAcfoP1CFItzFxEfdGHSbm5Ab+3A6sbRsdq0RYnKzI1sMYvF5QpOn5nHy9dbOHvlCjyTTMQYErR/gS9MQ0rd+wOCvQZ0AmkW++2oBAcRIOPzn00lJWyMNiNet4MBMQSGUJtR9OmVTgyh08D+sQxmRzNwuzZ6HGKzV/McWGYC0RQl6gkBMZuujovrQGeYkH1JlfmqF5TME37C6aHbXoWJDrIM7hJPdw3lclO8ZCeiOv71fW/B/mJSPHr1YgZ6Oo41u4qO76Btd9Fr0pbQxYXra6iUq2KNOD5SRJy2CMx2IJYyPQUrTmamBUPICCR6JRCJxtFud2VgKXYPLlUUA/HD5flNpeJI0SfZIWPXQU985D04fRs91kRjO7HUS2H+xhBrKy1RI/DeIaCox3Rs270PkcJheb8R3UVSbyONOtz2MnprF5CNJ5FPkxw1gNNvIsoBs+ei0+1hrVbD+MQkpmamRcGZy+eEmUuco1gqIpvLyDPPzBwrERcmK9XItCnk8817NJ1R92oipuxp7HYHa+vruHrlCjqrSxIuZUViwlzV6A1NklabDPI+lutNJHMjeP7UqxJoxbqiWq6h3qVtCa1bfBRiURyYmsZ9dx5A19XxlW99F6udvvLQdrmfql4jzD5RyhmFdylcSOEzYpPhONi1aydeOHHiTe3hP64v+gmw+rorGwKrf//3X5YiSLxIhflIs3DFqiJgxwk4gxAoQSByL5uf58rN1usPVSohGS4Bn0CKVgmGMpDJZGWxdiiJDrxTWGBTJs8HlA+YeGYFqaOcPLI4/+IjX8KLz51CsZjHH/zhH+DQwUNy85OlygeBkn4W+zRXlmOXsCVXgawEtlgICGDLnZ5pwYMtDFMFnComSwi4qNZHGjB5mDg0Uo0JFzQyFjj5l2IvCMt4vc9qkIWHuUvXMDd3TXzFCvkcbtm3B9GYhdWVVVlceL4y2YwkOpr0AWGxTK8TMRVXvm8CZG8tOgPEgZ8bsOkM0AcBiintpQzOMPDVbz+K5U4VjmXA8QZwul2kUgmkSsrDLlssyuZF2VJ/6GDl8g20W020ai30y2345R6SblQKOGHQBgEaIbtEPOq4CesDWLtGUfU7QCKCXUcPoW+30FypIjUwcOPkBRSQwEgyL2ANza6b/TYyByZROLoNz516CZNT21AYyWNpfgHteg2j40VMjo5j7pU5NOarmMkUYQ2AbttGL2gmP/axj+IdD96nisagQVINvkJkQoAylEJJgx2U+PzasM90aXXNxeqAoEZQjMoiGgSckQkUNpL8GRtes2QW835iQ89ACg4NOAwQ0NyTpEROYZ2hK82O3C6s7oKP8GcpFpcuAwAeC43JQz9X3sM8X6x/B5wSsiiwInjfez7yhtfm0AqAm5IWT8FL52GmssK0dZhgSmC1V38NY5VzbAKGUo57BjwazMeT8CMx6IN20JAyeEGdc5G4G3H48QzM8RKQsqTR0WwbjMkm4IlhW0mhKdVjSAitBujfGjAYZe0IroOcLQ4Y2DWGZMcQfGWCbJBk6mnkSTF9moWTDa3vwhjfCzeVUMBquw1/2JDk8BCADTmSctx+BF6UVgAZ9Uz3GtB7TQXqBMDq5nCDBxB4km0AvoqRugmsbsrb1YViY6WeoxAofY1T/5aruQmg8pNRheNuAPLqG4XHFzAyKY8xxIM1IoysRExDJh/DgVQau/Ydh/GRD6K/bwKNQU+C4VisEehXTGCVcsz1nlcgphtISGGlQBICfsL41ujLSiuNgLEqoWPhsWzxyFOZm/Iasj4JrPI16hoGSxX3Fb4zHjP9E6kI0HwMNE/4xPL+BHBV/6nfrRLkBcYWj8XwZtg8cWp4ErAZBZTefNYIzFOsCb8H1zNx0enjH/VruBpx8UFM4rCWxXZEYHLAxW+Tm4Jg6xAt3cC642FZd/Bn3/w9eI2X8Wfb34fD2iEgVVAscoP7VwCsBudo4wilOFaMdDakGgcwTGUfdGVoJWxQAR80aXANg6BGBNqdb5yx+ulP/z8bDLDwzIQARbiHqOd0E8TYCqxyfQmB1XAtDNf7rRYDoeR8KzNWDSrDIZMj7ASur0otYuLUmfN49NHHcfH8VbGkiAe+bfScFem15yMR0SVwYtd4Ckd3jWF0LA+DbGAORAj0kyy6xRZHMWZDn3HlV85jEI9zYa0qZiotAbgmi0wwTAPn38lwhYH+0BX/TFq7tAY+Gq6OtmOg2/VQKVMK6kiASc9uY8eew/jor/4b3H7322D3PHQkzIrSSsqfmW5LNrmBDov9no98JI0oTAx6XQFSYvGEMGq6/QGa6AKWAS0TQyyXFgCxQRkqi3pDBRaGMvmQYay82VXAQuiNSWYX3xsZqmxOWFeETGP+UmEl8r1SMRMAo/NX5nDq5NOIp0yMjZRgelGRPPoJE3ECo40Gqmur4h9HRmBEvEtV8NOmz6tiw4Yccgn29LgOqxqm2+njrre/H1NTM5JQTd85/izuYWxaQ8azSFGHw43j5OC80+oLu0f3IuLnyKALR+8rOwNy+MlcIoNWfIFZn7B+Un6+8u9IBI12Cy7ljAZ9Avk71P3B92CJd7WiOxPMkmRq8fVTiiyxWJIgVBWoyD/rfbJwU/L+eB2WlhfwjW98DZcuvYRCIStDLiqUGs2G/Mk1yNRMtFptnDl3HstLi2iu3sD9d92K/+8L337Dezhf8Nef+9vXAKvcA2XNpBes78EyTJHC0gqgWW/IWl6bP4vLLz1J3EzOUSoeQSyZxkQhhVQ6Ld6fNxYWJBQ0ny8iGY8jmSFUqgZfA5ve5Bpcw4K57TY4I7OwchMozU7BZF3txxDzBzI0+sETj+Grf/e3uH71srISIkBLVUDQqIZhRLzeYWDz5noUsBa3MFlDhj3vOT67HIAIuMi8BzWrlrWVTK0De3fh0C17YDK4xXHkOTg820YyXoSBnNxvF67ewJ9++lG0XRIqdEQSMfTJaErF8PCtO3H80DRi2TwskjnhwdLI8l1FJDJErVHibEzCCqUO1GNwNQvPvTqPzzz6FMoDB8lCSVjq7DcGZFqLpJkKND637EX4e2lNxePeDLGVsYc4ACmfX4+WUk4Pg9I0tAN3SC1gNhtSc3u0bwoCrwJqr9pgN6eYwb0V2A5xPxcFXMBf5YWVfU58NOCTWEJwNbCy8TggpIdznAPnhIAlb903iV86OC4SedlZ6ffI81AtQz/xLaxXKrCpYKL1xVoZ5YYtA6tkPIFiIS9ekdwH08kk8rkc9u3ag5mZvdCzebywVsdqvQff6Ipv8cZwb0stz3Np6YDdaeDcpVVk/Aa666vo6ARDc8q7mufMiCBiEdjWENEGAtypYGJal3H/Z3YE+5ChWBVEhVgT3Eiaj8ZQR0xzkSBD04XIjdkrlDIZSTxfLa9hemxC9iwVBBvDiROncP3CJQyHXaTyKcQTESxff3PBNn/6v/8mnj95FqfOzaNi92Uox4EF2c7ZXFYGClwDCYqlEwnkM2kU0pSNuyil4wI4ci0rlUYwOTIqzx2VlVx3aRPQbDXR7A3R7A5QbbbR7lOi38darY5Wp6fsVdiSe76sWyTC8MP0fKQzCdxx12342Q++H3fefhjRiI7q1Tn01lZgOLTJo5zfhdMnVjDAq9dXsbq0itGREsbHyDBPoFpr4+lXruPpl19CiyoQcWUxxFPccXX0BhyI0R/WQm5sHPmxcRgkXQkzlTJxE6V8Du6gj/lLlxDttmT95mNpxsiS1dChbU+nhdlCErsncuKjytBBrh+iLNQs+CIvT0it2XI1LLQtdDtkI6r3TpsPenkSqOfw3HM6sJsrMGAjlSAhh8+0iWqrg16nh+PTo/j4z9yHsdEYhq0hmr0e6nYT/WFPgrnJmGXZt7rWwNUbZQH1k9EYSvkMUknuRj7aPea42JiZ3Yax8ZKAwGR3dzp9lNdr8BwflmmJPQ7XP7vTgmNykKkjkY4L8C15HrQaggsxdaNSU/ewbJpIju3CXbc/hE7LwQ++/ywuXLwJz0hibPs+JPMTaPlFRNBAXK+hEOui31rB/KUzqC8tYzxXxMG9+4T01O3WYAw7SJlUaZJhr1jzvI4E2znw4h5O5SffOxU7sURcbDOKpYIa4MVUkLP8aUXl7/z+SrmG1ZUVGU7WqnWpPyLDLtJUzsQSiEZj0g/Snsdu1FFv2ai0eqh1B1hYr2C92cT2mSl4/T6u31jDWssG+8OsFUUuGsHbb53FocPH8cTzL+N7J16mR5PKyaCl3ZYMm7DGlcEd97jgg5+nLcfu3bvx4skX39Qe/uP6op8Aq6+7shvA6lf+TooVQgRk2EmBKgnJCvDsdNryb25SnHTzJqPsnSxMMQOOxcVKQKXAcaJD6f1ANn1+nsV2yB6UyehwgH6ni7W1FZm+zezaIcFCzSZlHD4ajRY++RefwsK1VezaNYs//o9/jJHSiDBRObFjYcKHUczgOfERFiUXsL6CPFgc675iHkg4FZfdEARS3i3ceGy7LaAIGxR+bLKlgmJEPJYUM5V+MyErRgEeBGADe4DghfT5EpNpx8TM1E6cPXsB9QaP2cT3v/99rK2tSyPBYpFAGieqY6N5SfybnZ3FxISyEODxsGgc0FqAAGfAFhZGDneAqJLzhpIqCY5g+JDn4pN/+9fopSPoR0ndd1G7fANOvQsryibMRTQRF383yuYYujDQKEnl76LfmwO33IHedhHVVApx2JBvSrdUQdtFD9HZEpp6H17C/P/Ze+8wS867TPStOqdOVZ0cO4fJowmSRpJtoWTZsmzLcpCNwWCTMReWBcx9Fniey8IS7mXZy14WvMsuwdhcDAYbR2E5yEmSZQXb8iiOJsfuno4n51PnVNV93t9X1d0a7y6M9j+u+3laM5qZ7j6nqr7v+/3e3xuw49pDGDFFcKWKrGvi4tETyPu2AKvi/doboOG0kD00jfx1c3jymaOYnJpFYSyP5XOLaFQrKE3kMT81q6wAzlcwGc/CGmoCrJKxygP6J378PbgrAFa3gwbSQIo8Xd3bTX9DaOj12uI5x7fDqT/BbLKDup0BEsk06JtK828+ywShLSbcM/5BWDlbTCkFhkYEtB+6jjBUKc0hG5YT93ZvgLGxMVgJS7HWxJBfJdKH12/TCkKaQwXEEYTgVDk00BbWjMNGgqwMZTvB1/jmN/3QVe/Nm+FVLMySaXjxDCLxpDwrbrUCNGv/Q2BV7Nv8KLyIJcAqKNEZNORrKaMOw2A47fS1OHwriehUEVrKxqjfA1od+J0+0GcqWge6S8ZqEPwmUlvuF8qXTNrmTWBVIXICrAotSfnICavVp4G+auzpcUmIRIKEHILDERhT+zGKWwKsau0m/GEdmgA/0hkFsGLgceozqCwJWBn1/Z0mNFoW+IohTNnPdwOrAvep/SJgyyqGeQCqhv4EtDpQO9O2n/lSEb3yctoCAkPOLm3nZd2FbNzNiCVOjgk4jhCjARgvixFDTLcRpXdhDCjaWZSmYzjynu9H6Y1vwtqopZiBJKkI+Bd4RxFIUJW0YrPxegaDBWFCaARCdWlc+Ulws0+GZchYlXAh9doFiKWXta/J1xTSJZFryaAqePdMHY1p9HGNIOZrSGgU57gZ4InTAAAgAElEQVTowQUt9flaWOzGCbqCqag6KIpiKEuUeAcB3yuA1a1rt5UEr5DcrdfFhs1yY3B1F52Ij+O+i8+Pzsp1uNMYx6uQQVa51wQgvy7AalOLYH3k4rI+xJ989hcR7Z7An8zei8ORa6El88LIUmbUyp5C4UyBLFMZ4wI+vVU9+CMfGlmqA4ZXkeHOwQJr4aF4RhKA1CMcGJjQb37jVa/xv/qr33+JtDYEVbcDodubVuWvuv3HbIVXSZpzAMCG3ycER8LrvX0vIxhFqSSLfytmy5nhOGSKdNDqt5HMFrGwWMXf/90n8dxTLyJj0WaAd5YgPOsLJne7GMvEcHC2gD25GPbsnUc8wQs0FLapAHEhA0vO463ASSX/DxirQQq1WAAwSdlj+rAaVjLEQpG9VNCDo0VFOkp/eO7J3ZEm0sB6z0V3oAs42GrWEPGHeOWRI/i3v/OHmJjficX1mgxcI64nCeFaVMOw10e704Vh2zA8Hc5qHdG+JyAWmYLiN63r0sAynVabsmHYbO6jssLL/Rbcbh9x+kWytgrkmGq/U0wugjPhfRDPxiDESiwlmcIbgKth0FVoBSBfx4bctsXL7AufvR+VxdM4dMMhjM3MIEW2Ps+5COu2GMx4TJrCpcsLaFYrcBgGQ1pHUFdtD8ria1CvbSTAqrK1iUrYxP5rb8f+/QdBNnOv1xerHJ5h/BoFJoXqpIE0V6rGYuOqoVZpCkPQ0OgxqEGLMdiEyb1DRM2oMHukvhwOkRE/yyg8Ds6pgDIMCRsdJtRzzOeHYZ0cVJI5yxArcchm8xyEior3rxR14b7BRHkOpj0ZfHomVVxpYQqr96/j3PnTuHTheWmA2xzgBTUgm8chhwvOEGY6D/q3L5w9hbX1dZw6v4jT5xaven3zCz704Y9srkuxhdoWXsVzmAAWrY7WVlaUx3xER+fyOZw9+oj4hBKAJkPKTKRRTJoiy7TtBJ5//jlcurgIhm6VSgVkUnHkqbLyVbhVvd+CbhmwYlPIv/Ie2NfdDne1hoHRR9Ttw+u38Ln778enPv4PSGeySOXysFIZmMIs4xBb7S2se+lZzxqemPBLhjMBW57gY1hvh8+HgGYa6yNHWPGs5YWYyjXlenj1/hn86Lt/AJl4BL7bFxYf97esfQqVGkW1UxjCxJnL63j/hz6DpsMwVV3sX6JWDJlRH6+/bgfe8rqbhLVtRdKIemTVDxBLbMDpU32TDvoDnnM6YoaFXneIcsPF5799Co+fPY0RrZCGZPqyZle1W4R+jFTVCAnFVAzvTQWfslzgWiDww/dEf0S9yxArD+1Dh6FNHIBe4/C+Hkya1Xkt3iRCDtiyAtj+UIk/JIfAnOgEwaCyp3PfDAeIQXiVRv/8IEfBZS1Eua3lQbM4bE5ifDqFX3lFCZO2jY4E/xCcisLv9TD68t9g4cJFWYszO+bRdn00yKqjmCMSRT6bQZrJ4Z4H26BiLo1SYQzjY3Pw0lk8c7mGy/U+huZAhtyhvUiYQSDgOndIZp9qLhYWN2DrA6RMS5iyOhRLWyS90RickY9KvYlSnqAJ6xNFnlF+cD6q1boMdsbztOpSyimx0oxEcHGjgZwVQ8Li/hTBRr0uyetzE+MinV9avozZyWkkLVt8OiudFo69eByNlTV0Wi3YmaT8vMsLF1/W+v6jX//fsLLRwsNPPoelMslCrD0JAieF+cd9lr69uVQKU2Ml7JydwVjWEmATgy50n4zMmCgkc+nxIFzNQ6fTQr1eQ7fXRo9nIs+4Vg/17gD1Th9L6xVUGw102Cv7GmIxE81mWwhAXI+ZGEHLAeZ2zOA3/92v4+abrsdw0MTy8efhNypwaakBDwPPRb/dx+rKOr509CS6zT4O7N2LWNTD5GRRSETPHLuELz3+ONbbXbEMYr3Js9uh37kfQzybxfiOHaK6ijAQUHppReTp9TrCzOVQ7RhDr6uryKZTyvYvogsjsktCS7eD6aSJPVME9ckupqe9K/sfwWP26NR6ZU0LraGLXnRSbAWIFTgcbFCRpkUx8Hz0+/SK7aLdWEPcHGEsn5a9g/eiOnAwqLfxlpuuw72vO4iGW8ag5mDQJu7hotdpS45Fb+Ch70Vw4dIazp1bQcIw5DMVp5rChTPso+UMxe9z155dGJssiULDisVQqdUxGLgYz4+BY0ZvMITDYEGOhZMMcopiEEjzbcMSxjLJVI2BI7W4E3Fx0Wthauc+/NyP/TR2ze5Cu6PhhRdX8a3nFvHkMwsot+j+MYmsWUMmsoqIX8azzz2FY8dPie9sOmIjY6Vx4NBBHDq0D2lDQ1prIeIy1I4YSkf1p9GIfJJ8xk/6wZJFzDOUHRBbaiqhS6WS2FSwlw9rifWNMk6fOoNarSbPIJUkVDDHtCESVFFIvaeoPp1+T0hY9WYXa7U2Lq2VUe876DAgM27i4J5d8FwT337uRazXqrANDUUynUcN3HHzzdLvfexLX0FPgHNDMJJQicX9ZvsAkGcNwWvuGSSysJen/eUzz33PY/Ul542/1SW/rM3vX9oXhcDqX//1B6XQUYbVygtUIIEgxS1karIA5QbEqTCnDWEhy+RCFhzCXgmYS9JWb7KVgvCTGB/OAfxRD8vnXkBkyBRGF5qdxeT8QRjZcZnwbKxX8IE/+yDW1srYf2A/3v9H/0mA0l63I5NHsgMVe0AVzyLHJrOUXjRRlXxIEDL8oJRalK/0eOPf8/8Dlk7IdpJjWOQ6KvmTgUMycZek56BhDkBWHnrK52uLJSmNKyVqERPf/OZTWFpcQaEwBmfgoFAoYOXyokxsFhcXsLFRDmwWCPr10Gw25KXygCewOjszgxl+zk5KwcuNiNdbiiMC0zx0NQVGSGkmUjamMLbxf/3JH6G4d1agmcF6HZeOHkd0SLdGFbCi2AQa+pQbacoQnNBfxDSFdaP7EZCwx0JIWGfb2KBS7AZWAD0MEZnKoZ0AvJSOa+jt6PRQW1pF3s7gzHdeQLFrYCxeUAy5bh81p4XUjbMYOzCHJ779HUxMz2ByxzTOHj+NQbmG4lhGfFfPPXcW9XNlTNEKwI+gKxNUys1iePePvAv3vvkeYRqFHnTS0BHMp69ukJob3hsp1gJwWgpqKXjVM8PnhBM2BcQq2YxqUm2ZXIbFfSjLFIlaIA8Q9muwPvg8kKGqLCNsuYd8dvj1fKZCY6ztTYMAUmJ/oUKu2BDz+9HUO2xiBWAVhodaj294/ZuvegsisLrz2juAZApePCkAKaUwlOd7jXWg31AyfTaqIwVAEtBTd57NJ/1004Cdh7gjOn343lD8yyRSRLz/uE4ScMkgmM4hktDgNxz49T50twu/25G0UgiTgwsxBDhfsj0ryE6eOSUeVEuYTX0QrsHfRy3FGJDK2YcWIdtuiEh/pMJW5uZFAhypNsVvaTTsQB8xqmn7h3qOhS0YodeYCoDRuLdR1uRxWKN2s60PAr1MNFUJ8Dqfj01rge9mUoZfp8BRuaOBQ+CVtzB8bwEuJ9SrALhVFMot8X0Q7GWbhvimCluVa9bV0RWQivuXDS0RxSve/Sbc/OPvwgZ3C2cgP51hQTTx59R9IEWtAkMJpgnDQfZE2Ymk6aC3PgsL/ioBIoEtgMhyQ19c2VgVw1TdKQ15WgEE8lr1t8qOwKAVrzRLGnJkDALoMtFUGmvlrWlrOmyf/47ssggMvr7NgySwyJAWBvLaxdLjJSDh1vVVgL2HiKuAFIYGNL0haqM+/h4r0qzdYkzgNj+NPAGxCKf+TDHuogsT646Pi9E+PvCX70U8W8UfjL0We6IHkKAnL/+tDPD4ptmMhfdKvd9NQzuR17M78KDRBoMyaJc/h+cHGZkMwOKFNhGJ0WP16n2U/+wvfneTUR8Wh7JnBMx8tSfy2VADSEkG5gCA4IIMKUI2q9Kc8M/COiBkjnGtOCPKwZzNM6vZqKPdbKHfVh7l9McaGx/HWGlc9rOu10erVZdzj/5Xn/rHL+Lo06dlYJHQDZgwMSQKGiVDuo89k+OYSxuYKKUxP52HbdIHkteIUmA1GmWQQDhgVENHRXkPwdVQ8k9JeJ8N24g+n0pqyP2XXuYjz1R2Np4Dh/JaPQLHBdo9F2YyI36n5Uodl9cauPX2e/Brv/pbAoSur6ygyybaNOHqivlqaJSTEhiHeMXR41GnBN33JbSF11HJfreuK5sO7us8+9mYhHWMBKjJsDhgzAf7Pt+bHjU2fVT592xMwiEdr3X4/dm8CBtEgioILHqIJSzUGxV84VOfwgtPPy32O5OTOcztnEdxfFZk/wSAlHCI9kzKbqm8sYrLiwvodxnopx5pqTnowWeTJZtSNlEEKALpPJ8XBmROz+/EkVfcCdcz4TtD9NoNldJrWFITiZWJoWwBeH34jAjz0oxj6Hhot7pweEZxrYwS8qxaJoFcDvyHAlyxVqOCSYLkOMQg+31En8Au0oWsvBdeY/GcpX+opLi7EojDwSVfuzDqAkdrTzMwohR9xBCbKOr9IYamg3yyEAS3eVI3UCFBVtfJ44+j16HiRH2EqhaCvMPRQIgCZE+urKxh8dICzp+7gC9/4+XJCP/irz8EQ4tJ8AZtcDRDg0crEp0sXgNRUu69ITbWV1BZq8JwgUF9Ccee/Bps3VFArADkPjJxA3E7iVxpHIaVxmNPPoVypYa5qTGkknEYcXoOGuhzrZATp+uo9gfYWGtibNcu3PfT/wb9QQTLZ5/E4pc/iqdOnMN614Gdzihf+z59iVkTUYaryADKE5I1rEpsDskWYW3D5yZcJ6FSKPS8k7Ae7t+i6BqKbz5rPZ4nv3HfK7Fjns8OE8IpcSVPXMPU7BJqNRsjdw6O76PcbuLTXz6Kp04sImab6HVYB+uIRYeYzyTxw2+6Ebum8khZOlLJCibmz2I4yGLtwkE4bgGu1oLvmlKTDGnr1W7DcXv41vkGPvnUOXiWLRY+Phm1g7awnuUkDawNZBAc+sYGDCnZv4iVEpqSM3kIzYnA8ZPADdfBo/y10RX22dbxEtYDityhfDu2eqFN1ZWAiUEIT8CyZN3EzkUGsmGtxdfJwbhhwzdVLSTIN++VmYadyOBt107i1VOGBJDGfBsDnbLvCLSNC1h58ik4rTWUSrZ42Tv6ECZVQDCQTGaQpIe9sMrVWZ22M8gUphEbn8Pz61UsNtvQeX6SfOEMEDG5F9Mn1xMGXuiFHD4nBKtU4BfPT6WM5HNDcHgw9LC6uoHZiZzqdiRglaAdLTgtLK8sI2aYmCgWN5lqtKLj2fjsyXPydYVcWkIoLy+voVmt4dDhwwLePvfMM9i/d5/U9p/7/Odp4IyNahWL504LsJvJ5OV5XFy4cGWB98/6/1uu3Y/ucIg+zyvPk2ENK6V8IS/kJLLCS+kE5ktZHNozi7nxMRk8d9t1ATd5jYURaNvI5meE8MF+rN1tobq2KiFfDJlkdd8b+WgNXHSGvjD9FpbXcLnWFkCc4OyoN1IJ7b6LeMKWMDNbG+Hdb38T3nzXrdD8Hpwu+wbW80MZBHb6LsrNAZ47fhYPP3sa0YglnqZWTINtRWGbNiZmxnH69Dl8++gLiMYzGGgxNIYjxHNF5MYmkC+OIUoPVJ7noiaMIRmPS19MD2L+HEWI6qB6+SJiQwd+o4lhow4rGYej+WIRGMMQ1+yYQsrwhcHIM5/XcsCedcTnzBVbtHTchjUaoOUP5HywoiYsIy7Pikd7Ng5fpX5w5JxhWBh/drlcERJXPBbB7pkJ7JgqImmQiMAag/XdCK1GE86AnbqBVtfF8ZMXsLRSlb9XNlWeAOWieo0YmJiagGHq2LFrFraUkyMYiSQsw0JtvYw6SVkOA+QiyGayEgSnRxkKRWIDwxx5throtwjmOnDMKNbcAXoacN+9b8Ubbn81sskkrHgKhp1Cb6Dh9NkFPP7ki/jqE4uIelWMZTxcunAcTz11FJ7PoMMECoWU9NorK00cOPwq3HHX3bCiHoaOj56bBtkcVDGm9TpMNCUw0Ij5MGMOYpERTOJKOusLDnC4zDnkdsR7lltX3LRgkSUeqIyUQZran9hTC2GKQGuQR9Jut9CsNVBp97FYbePkpSW4moZ43ITljnDtrmlcc+0efO7L38Cl5aa8h3zaQMbvYu++fWiPdHzukaPogbYzipymeiyqclQdJ0NiEtXohx2JSZ9F9q2njWBaOpYWVv5Za/r/L//oe4zVK+50CKz+2Z/9SQACbbFVxPCc0waClbGYgKks2lnYrK+vY4zmy+LzRGmXClZgEblR2ZCDm2CgJAzTH4Y2ATzU2azzASUj4twxuJ0KzIgnU4T8+C6M79gn08BzZy/iQx/4K9TrLYxPjON3f/e3kKVkjgE7ZMsFBQN/FRl84K+k2IUK5CALRiT1sm58KdRVyiCbDbGqDjw0wpAgxfoQ5hx7PYO+VLQdUGDPdkyezbBAq0GhFF5WphuysPv0p+7HP3z0k+KREkoWc5mkSK5YPAjgRqmrYciGHU7lmc5IFq2k4lH+EItIA0UbgvGJCUxPTQlIW5oYQyqTQjyZVNYIvA8RHRfOX8Af/ul/wdzhvZJ82VhcQ2+tLiAQiycWKkznZCNKjxmJbGGRx99FeRAPpNlIxhOwYwHrMgBWQ5BRgNWhgw4cRCey6KR0uKkIDhw4iP6wj+rCMsbTRZx66jmkGhom7YJ8f7c3QNVpIXPTHKau3SXAaq5YwuTOGVw4cQa9clUkoFMzc7jw/Fk0zpTFYzWpGwKsMryK4MgPv+cH8fZ33Cf39iX3Ru3GmwxT/h2vJxknnP4xXIWFfZjCGjIpLCtkVAfSsoAN2eko6whVGCvJKn+fzqQCpmYQRiAhKSFYwQ0+LqCCAlaDcILACiB8vXxeZM2E8GXgmyaS1s1AK9WIsDEMAdzXvubqZcIKWL0TSCTgJROAGVfeRf0hQBuNfhMgU/NKYDVIyNTJFIpnAEvifuANO8pflaxOSVRk08+DMwk3kQMIrNoa3GoPaJKh2oXW74g/jQT48GuF0fdSMFIBquHndmCVqE8IPpJ2SWCVJuaKhQCdRbYDvTeCH7MQmZ2TQkqvNoBeEy6ZsizEN/c+gWcCoIBsQ/qMBcbo/lA8j3R3C1gNn3sBRl82sKrel/rJV35sAavyugTTDBir8r4DXzS1WmVizvAq24wgZVlIxZOgzSAHJa2ugcbQhptJ4Ib33ovXvPONWBRrEcr41PNLJpOwP9lsGBHxLSSWS7kvgWIWUSwyxMswYLKqx9cXpqkAqAKsqsGZeFgKe1X5FvL1ppPFwCCBz7lKrhbsUIBV5clq8WeRVM/hQRjywck2wT5+Br6tQlbm9+XXSeiMkqlaDOQSsTBgbo9G3nZ5henPn+3Tb0mNCwjNEsg96XbxDXcVZWOEu7Vx3OylkdOiGAne2EUbJlY8H2f8Gj745z+HyfEBfi9/G3ZErxGZowCr5MyI16oKEdx6xAJ1hHh7Ecxhk0gwlV05ffIoMeO+MVChadxjYnFECazecvU+yn/657/zkqn7ph82z6cgpCxs7FUSdeiPqWTQBM9D/9UYnwmxplF+h/zg+cpGjwEYlUpZZFr0hu51lB/bgCE3AVsxEU+iVKLf3AQmpicQT5iiKuFu1+wO8KWvPYonHn8aXtdBOqZAXY+2CZ4PO2JgV8lCMRvHRCmJfNpCwgrCJANJq2KjBkNFWv6EJC75vQq4keGvWPqo55N+1/TE5lMqclAyTRn241BhQsarJlJEBnp4moZkOoPxyXm88uY78Krvew2MWBLtjZqcj3zoY3FLzlxRrHRc5S9qRuVTMyKSiMwH1o4ZQfq68mbndeV+QjkbrykbttBTUOosspICeXx4Vsh5QCCTXnIBiMDhXQis8u9DiX7ox8o6xjANYZrzDClXN/Dggw/gxDNPo5BIwiezxIpgbHwCs/O7Ja3XZ2AfgQqeSxFdgFVuDGQurSwvgiC6vKbAX5W1nkXf+RhPBe5LUbn2/JWJ3Jl0HkduuROaSU99F10yP11dmlOyatTQUQEnyoOfrCEPNgEqCZNSPuUcxI/6KrxIDb1lpKKGqqLUoXJJQyJpC1PQ9Rxhxpo2PWcJYDvio8gthICcN3IEsKWVA6WkPI/E359DWY/DBx0jYwDH55qwEImO4HRbYmfV7XVU3RSwiHWfbKjBZh0iwCDvV8Cw4trhvaIdwsULF7C4sIT/96P/+LL6rQ998IMq7d7gM2LA42C478j7jCZTGNGOx/NQXbmM5cVlGLqBUbeCpx7+IqK+khYTYOJg2ekzoEdDJGYjnkpjaXkNG5V6cAbI9gSHahvuUYGShEM4Xc4lB4fv+hFY6Rl0T38V6f5lXNhoYLXdlwZXtupAtSGjxIAFFD6bvNfKlzgcHiqCguxPQe3D50LJRW3pF6hqU0FoymtR1FyBpcDbXzGOvdNxFBNpyc90fQNWsosD+4+jXjPRrO5Gp5lBpdXGixfX8KVvnsNqRwVNMaQsOuxj1gZu3jOB+95axPzOEdLZZSQs7hVprC3MYHn5MDydrOwhhn1P7vmg05ZwoaOXanjwxRVAlHkOhn3F5KU38XZCRgiyigWaqP/UPqVsABQrj+8xoScwNDLo7tmFPu9powXN5WBYDevYR4VkD1o0qSA/xeLnbzdtrQJ4IkjkUeuGN0cue1BziOqHNk4R6ARWI/SrVAFcOoOtLIb9JHHb3iLeeqAI0+tBH0XFNofneRw6aueOoXXiKOLRrtiLDCnFl5rEFN9EAplyREotoYnPZSpVQHJ8DpeHwMlKA10J9RvK3qdUQLR2Ixiv7rXUJ+xfpCfl2UUSA6+dCuWTa6hF0en2sHR5DbvnJ6VWkIFmYClFy4OFxSV5lqbGS7JWpLaTYYOO4+cXMDuWRSpBmwcd9XobjWoVu3bulJ+1vLQkQc20fnnokYeRKRSxtrGB86eOC8icyxVlgL22svSy1veN1+xGpV6X68/1J4pMTSWpJ+KWKMSmCjnsmMhh99QYitkUYp6PQb8toCuH0uwFSRSxkwWxcOn1eT53xIO4327L2cfQYmYmDPWohI2tVKq4tLyKhfWmsFZZW0c8HeVKRXpxI2rBhodDc5O47/W3Y/dsEabJeo6BnDzHelID1Fp9VBp9nFtcwxPPncJgqIDRPtUrvQ5SiQxmJwrSE5Mlu1xtAYk0osk0kmPjiNpJRPjMcYDC/Wc0wpAWIM5A2K7pTEYGgCrkWodl6HDqNSweO4ZBrSL9CNccz1aG5s2O5TBVSAEyCOPZxJUygOd46FA8FIlhbnIM87kEWBFwP+TQz0ME/ZEUxwKwGomUPI+tZgvlShmNVkPY2KxzTIOBpy5iuoeUGUEiTpuGmHiAK99n1gZR1LpDnDx7ERvVppzVtAcsFvKCixAoXF6tIJ1No9mo4MYjhzBdymJ9bVH2XsOwEKFdkmmJwpXqPN5bLcKahlYHfRkosJZpt7sY9juIWBZaER99K4Kd+/bj7W96K3ZMTsrQS6zEoiTQ2YhZCeb94iuPPo9HvvYwli5ewulTx6UmLZbyiMeSylolbqM0MQ4zMwEjOQNHL8GLFjFEEhHdhEWrHmcV/dolmA7XmItcKoJc3EcmRn6wD4vqLPZXxE54XwWbUd7O3BdCGgv/TqlHR6pnFMIZVU5UNnlSj9RrHTQHQ5xdLuPCahlWMoGxUkGUZjfum8fEdB7f+NazOHl2GelUCvt3TmLXeAYzs3N46PHv4AuPPYcI7fBEScprovZDqXfFb3UoALBY+sggk/UwAVeeoz7qZUV++t6HugLfA1aveBJCYPVjH/uIukDbAMSwiFfgofIiZdHLQrXfp29nQtgGLHbka3VdJlTr5Q1hCKoEWPU9OUkRGRsTGJMp8ftrVVexunAG7qiHXHEKUzv2w4/aIim4ePYi/uqDfyMH5ezsDH7rd35TmFYECHjYKs9CNQ1WUr+BbMgiZQ3YS/RjkoR11hJRFm2qgCe7UGSuBBJEWq8mInyfNAeXUBxOuERWZqr3cIX3E+XZYS+/nbVKAIwphh//2Kdw/6cfEOPp0F6APjSb03mBOVSgRTjRpsWBkkwp1iU3c/4cFXDF10wJEj1JDJgJykMyyBcLmJqexOT0FKanp7Fw8QI+/ulPIDtRxMblFUQcyjOUdyfBD+5eZB3yfblDVZzyOqiiVsm1CHrxOpB9JOnawXR9U8LOa+4M0PEH0Isp9DJRuJkorjlwCAN3gPL5RcyUJnHqqRdgrvUxmSzJ93B7DiqDBrI3zWH2hn34xpPfgp1MYW7vDlw4dQ6d1Q0xSJ+ancPFY+fROrWBiWQO6SjZBV3U6gwVAn7wXd+Pd/3QDwQMEnWfpEAK/BxDsJvvmc0QAQGCH7z33JyVIbVivklgWdSQSSivP58LJbGkFD94XoImSvy8olGkmN4cFGXhGuFBJMFr0AVUZWMb5NkGjaq6z8JqDqwFhH0cMIpCye7mVD5gLHENsfEOGUx33H7XVe/lBFZ3HLoTfiIOJOOAFReGlT8Ywm814fdaAqwS9GSttMlYlevKEaMDJHLwE0VJ8fSHTRWg4AWSZjZFAbA6SmShzRbpCw630kGkzeCqFsDAnkC6KV5AnLAq6HnLhHPbOxMLgE1pZuC9KocfiwKCGgZ8rmkyVunxRnkgvVxTGUSmZuEyLKvegEa/1GH3CmA19OPke6WFARkbgWcg7w+N8sV+QYVivRRY5RRbhfL98xmrW29sC1gNfNH4V4p6G/yj/z6wumlRIkCeBisKZBMmcokYsgyJSNODCOj0o3hhKYLB/ARe9+vvwt5rr8VCpyGgRBhGoNJO6S4kLbM0BfS+FLlNwEajb6PsS9w7BUxRXRtZp/x6/hnXCL+I14dyfX7K9ybQGc9JiAwZEiH7Vi6z8FjUr9GIiN0k0VVIi2RF6FEkdB+mPBvq+wvjKbCB4DUnq89kMIUekbRwgr32FZYK26+4HAeBjQ2vNQs5vs6G62PBbeOL+irWoyO82Z/ATcggw7PBHfplElwAACAASURBVIkVwILv4nn3Mv7qP/9rHN5r4XdTt2La2CsBA4iw4VPNovgybn9+gxums0CnzFoYfcpzFQxeCNhczqgnoYtkCMWsJEw7Af3Wd171Gn//f/m3Cgy9IvhFJN7BfhPuPaG9CRkcBKQIqJMFoT6jIm0O9yHede4/DL5YubyMSrksfpk8K/jJoptAPBkSoYcp/5wgCr3VS/kCZuemMTU9IeoIPg+Ndhff+OYzeOirj0LvD+U5Vux0xWTOmkAhY4vMsZC2kUly8Ehfw9CDOQikEh91Ft88J9U5TvCHMn0BX6WJpK8eGY7Ko5X+e3y2mUxMb/h+n97W9AdVzFcCbwxf2Lf/IH72Z9+HAwevR7PdQafTRcI3odNv1GRTE4WhR4T1iI7Kqe8NOxhoI2TH8ojaMfTJauvRV9QUEDRkpfL6S2q948jQj/9P8E3CEwIfcdkWtrHbJKQnWAP8uhBYDdOzQ0UFf0ZoBUDJbyadRLvewB/98f+DLz/4OeyaHMeeuXnYmZysqYhuYMf8LuzYOYtsMSMNTzjcEcCWTbpti1ffwsJFCS6lN6EEpzAxmixThlkIU55BmkE6OlVEWgyv+L7XIpkqiA1Gp1GRhslKUG4cnNmSmE4ZfqDWJYuV9YiokVTgj/jj9wmqEWRVlg6iWvVUDUXWdzSqrJ/4z22b3ui6SF+pBKrVyiiX11GtlsX/t9cjk2ig7h3P9gCo4lHH5GE7FkfMjtJ5Wbz4vKgrjFupM3hiBOA475EkOAd7XsjM5FlNHzyCu7wfaljqC5B79sxZ/OF//eurXt/8gj//wIdhWRpGvQq65cvwW3XYHmAkx2HO7ISbL8gz31peweKlS3B9HaNBG1+6/xNot2oCFimvYa4bNeCjNZR4qAYE+017kIBMwH2ToL58SC1A6xkNycIkMskkcpEm7F4PF8oNrPccGc5zv9M1I9gTwzrakOclZJzyvJX6JxjcbJIWhIWs/jxcNyFjntc3ZLRuDdQ9JCNd7CylcGBqFtOTOnLJEXbsqmI8fwZ2gsnUFjqNCJrtIc4txPDRB2v45tkIzIwBz3cwbvn4vj1DzJjAXXdHsWsvbTNcuANL2Jp9J4qTx65Du1UQpRuZc0OHoUJtOIMonrvcxCPnqqAg2pXU7BFiGq0r1LBAseS3lD3cp6iG44fkO/D84F41cgWQjkcSGMUyqE2Mo08LNdZlDF4SoDAYCocLhmobDvWEABAEP25T0QmoKpRYfm9V90hdKl8TfJKxbZBuR1BVfT+NZxuf81gSmpXEobkS3v3KOWR0WhDQf1INDCN6At6ggtrRxzCsLiCdicLivUumETFMCQemNyRrDO7C3MNiURtpO41kZgxOuogXyg1UWNuJ/ZzyCZU+ThSIJDcof/Vw/1Q1B61nRlLBEKgRVn7MRrc3wKlT57Bn94yEZqn3rzot1m0XLl0Ucsv0xJiyVAh1SZ6GF06fx/xEHqmECTpIkiBD9rH6R+qcb/d60t+uV8qyN1K+3CivolarI5nOIm7GcPHMqZe1vm9/1RGsrK1LPgNDpAgmMbAnnaLHpAkromMyn8JkLoGpfAbZZBxx1sC8RvQENijDJhnIgB9LbBtUuOi22+i2O9KXy0DdNKGZFtqOI8nuiyvrWNjootp3JE+BYUEEVhvtBnSYSHpD3HxgN975htsxO5VDlNYsDNQduWIJ2Op0sFFto1zvQTfi+Pq3nsXSchVGKo1qoybMfTMWRylpiUoxWRrDqaUVeCTw5IvQyMzWjU1PdLHbiMWk32226kKQoW0dQ5BC79d4JoWo62Ll9EmsnT0Nw3cksI9hbJTvxw0IuEoWsTx9Lge3BPYMVAY+1rsD7N85g4MzeSToaey5aPL8d1wk0wUkufZ5H2i67AO1Rk36RGIZPM8jZPY6PEdoP+hLDU0iFJ0kkuwzSYjpDTBwgVq3j8W1DXQHSplx7eGD2LcvqCPh4/ljZ3D82Avibb5rehx33XYTWtV1bFRr4oGcy+aRy+bkOedriFlkf6pBU6VSQ7NN5QsVMA7SGRODiIaaO8D4rnm85jWvwU0HrkXStqWOIr4g9hf0t2WAWCIBRBM4fXYFH/+HB3H/Zx8U1XEyQY9iB/lMATNT04hnS+hpRdT6RbhGEa4ek7PYjmkYtJZx8eSTqK2fhzEoIxHXMVawMJY2sXOihB1TkzBGraCfUpNwtTRVj031QRg4KgO0ERUPZPYqsJPXjJ8kpVUqVVTrPXRGGk5cWka53UV+bAxHrj+MOEbYMZZCvbyCRquLC4vr0v/vmZ/CjYd3I5HI4rMPPoxHnzsntni0fBCbyDCwLFR1cU/hWSSBvIETnfyGwjID6ytrL2uN/0v9ou8Bq1fc2U2P1U9/XJ0fge+VsCSkKXNlI+HvwyKBTAsyV+WIlpAqNu2BF5gekWRgHqQK1FTyHn69BGPRXLtQkObYIFXKo6yjL/J5j+m0rgbTNvDM0efxNx/+e/FHuf766/Dbv/Pv4DhK4sXCmx88cEOZnZhTS9iUCluSIkTSSiWiUlYGmwiZhMoUU/Q3Ariqqj6QbQcLObwWIYMjLPzC6zOir6v41AWfwbSdAVL0rfq7j3wUD3z2i4gZ9G5locjXtOXXSKA0LCr5s0LGhsj8A9BP2ScFzKegbRfggyCJTFG4nYdefb6wipkMOaCUmawj11e+LNzEBAxRkiMFomrSXPB1UQ5JZi7lOJx2c3JMMkjMtOVwDxuJULpFRgqB7C6B1Vwc/ZyJUTaKg4cOo+8OsHLmInZOzOLs0ReByy1MJ0rCfvJomj5oCGN1/qZr8PXHnxRz8j0H9+Hi6fNoLq9icqaImZ27sPDiRVSfW8JkMotU1JTmvVpvSGHwjnfeh/e8e8trNGxAw2sXAq0hEKxYNmy8uXkroD3kDcrGTSZVSwWKSfJfAJpCs4LnLAhWCAtWSqsDwCJspoR1FngBcroqssZA+q2ArC3LiHBdKD85NRzgR/i6Q/aRMJsGLLLUJ3/W6+++epmwMFYP3wXPtoBUAiDLiCxzSpKb/xNgVXzwSCcbqrCeZBESCElgVdJkaKcRSLPF7D0ON5GHNluCHvXgVjuINgms1gXcpA8tZdDCcN0s8rdk8mp8EdaxSjYvjA/xWg03LjJN4vD5gIoPLgt8MgCHKiirUERkfBJuZwi/3QS6TWhkzPK1bpbR4ZqSXUQJ9UUqp2SSkoq+zeZAPSsBa50H8f8ysBr6ooUN60uBVdVZhJ6GirG6HVjlqrdMHaVMAlnLQMaMYCKXRSZtw0wmcWHZQ/ngLtz2sz+MRK6Amhv4/wnYFECkHBrxseSwgIWLyGRV+B8ZE/RGkrCYYO3IJaI0Jwy1CvxT6cHNJ8AiMEqGl+xJBFazAh5RQjqil1YQNEcmqgRc8b+6C4duUfKaNMZ1SYDWpM64EfW91J7uCwjEV0DBOL1aDUqINB1xCcNSDFa1iLY/RS897PgMCcFZksUpWoxiBB+XRm08EFlDQx/hTm0Sr/ItTMAUP7LzGOFb7in86X/8edx1wzR+y7oFY+YOKWx1TQGrbDLlOl1hmyIvh1ImGdrxmSfI6sGlb7aAbh10HaZuD2DELCTSWSQSaeivfs9V11//+U9+4yXehCGIyr1NQNDN5l41+dJbM5RQQuBUWjzBKBbeZMeo0CNfBm8E/+jNWS2XJcSSEzreG8q0CB4K69L1hEnCQl9kmRIIFJNE2WwujdnZacztnIWdSoj3lqPp+MrXvo7PffqrSOgxZOMM7uJZ5sLUDKSsKAppE9m4gaQVlSJfZxMZ1CgEqggKSSgR2egCVjBEjIwXFZpDdkNX0r/pzzaQ5qPVYw3hoEffawmE574VlcCeWEwXGf+hAzfiZ977C5if2yee6Or6kLkQkwGSmEsMR4iONDnT4DDQzodneBhGRnD0ETLjRcX4DbzfQ7AoBIlIHeGeLqGegUqBv9Lbm/eCfxcyiMU73nFAz9RQzcCmk79ng5dO0yNc+RPy31Kqyg8raUoy94f+4gP4D//h99BqVZGIaLj+4CHM7zuAVn+Ieq0u1z6Xz+LON7wOBw4eQK/blgG2sAZNG/FkColUQqTt506dxsryEuJsdOjTPuAQmGw3JozzeYri+IvHsLy0gNfefiuuvelOjM3uFZK20+/AcVXNQTYlB5lkI3IbD6yexXO42+1g0CM7tI0mvf86LXGVZnscvn+px2RTVLZPfG5Tcg9V8FeluoGzp09LsKnDRHAO5AkIkmVrGXJv6EdH9pqEwvD8ohUISTSajoRuw8/YGMFBsjFAg57WMvimOops5K1zm0hFWBurNG0GjdAegqogZS3EP6cPLO/3z/3yb171+uYXfPAD/w2dtSW0lhgacwljKRPFAuW0BYzGdiK2Yw90M47W6gYunD2P9nDIsSH+8eMfxerauoQY+QTTZMjDsRr3gWDAH+y1PJfFNlqOPOWzraolX6wvlG99TELOrtk1h1Z5Demoj+VmH2sMupJSh8Aqn1X1taGPHn+/XeofDnzCgZAAuAFzNQTR+FxLzR1cb9VvbFlwyfePJTHqtGBpPvbP2LjrJuDOm9aQSHVFttnvGBLMGU9G8OwLwEcfBB58MYaRIbMx7M6P8J57XMynPWSywPQOIJO14Iz6sM0JaBEb66sZXDwxi343Dl8nuN+D53YxGup4brGNR85uoM0AJ6kb1NUdOIpIEe7F2wkYPC8E7JMhc6iI48yN3oxDjOJ5YG4OLuslskTpSy/AqiTsBGddiIYTJQlCCTlYEwYqBxuBKieot6T/YG3jqJ9Hlj5ZelrMhEEiAMkWtDmiGjC0OiMFOF7A7t078NOv3o/xGNUlyvdU9R605vDh1su48Ngj0EdlzBdtxBmyY9jiS0gJeIz3McijIGiXSWRhmyloqQKWHOBSdwDLYrAXg8qAWq2JqElf9MDmR9jq6nXzHBVLG+53AjRTqUCQ1xC7sLNnzmP37nlZg8RCVO/JMjKCcxfOSyL75FgxsMlR7Gx+36dfOI3p8QwycRO9oYsIB/hkHnY6Uu3weSVIIz6dzKQYesJinSzmsLq2JgNDKhSOPvH4y1rft9/2SiwtLsHpO2oIwXtlxJBJpaSvS5lRjGVs5BMxlFIJpBNxAQ9JGmEtZ8XI6uP9oHUHiQLKI5kDL6WOYJ0ckEm4d9ODedBDvdlApdHBmeUOzqytozXSkUyk0Go0sLaxCjtGn00PN+6axlteczPmZvKIWqT1MXl+iO5ggEazg9VyA2cvLOOaQ9fj6LMM4TqHaCqLRr+Ly6vr8N0odM+BbpkYm9+J4s6diKYzICwsMvHAF502f/TDJsGBCo5UKike3QRv2VcxRJB7cF+LIp9KIuL0cP6FZ9AtrwmzlsMx7nD9bh1jmSTScUuCnUStqg2Fmd3V47hYq2NqLIvvu2YOWddFvd1GczRCn1CynUIilkC9WkXfaW+eqTIUoS0BQ6kCO0KuIa5zGY5S7eEOkTSjAq6SLVtrtiSxvjt0YTG0Op1GLp+RejsWjWJ6egrp7Dgq62U8/53v4MwLz+Ktr78DpbSFereLJsFZDuug6hOe81SvRDUqTGm1xGA7pdyxrATMdAKrrTpcK4rrbzqCe+66G7YWFQZ5NpdXKln6lMdi8iv/n0xdGEmMPBsf+8QX8bcf+QzOnFlANNbD1BQ9UfMYelkMo/PwrWnoJtXIjgzBe/VLePGpL2P54rPQvS6iBnEe2u/RHhIYz6Vw3aGDuOXIXvijgRDzfGIMWkRUKQy5Yng59zeubTlrODB3ieXogmvwvlNFw/OTVnnNgYZq28GJi5fR9TSxn3rD61+LiNPBdN7GhePHZBjMXq3RqMOIaDi0fxdajR6ePnYax5fWUO27QIQD72BfIf4hKgplS6Y8mMma15RFnJBTIjIYXtv4nhXA9k3ue8DqFVv+FrD6DwpQCqT7YUHAaYxidRJM2mKJshiVhRBIpRXopsAAHoji7/VdnkJbIIySeahpQNQIpT1BGp/u46lvHcUnPv4Z8Qx969vegl/+5V9CtboR+GpxyhFOtoMUa2GqeLJZKLBrKyxIVYnctVWRw9+TTaDYGcF03Kb8TCW7E6QViaswEAPmyBUCXm4c2z1Ww6aakx4rZuFv/+aj+MxnHpDAKJGyiP/sFpg6ZKEfBEIQ7CBYKa9bmKnq/+X32+7Xdk4U5Ry8vopNoL5OGnl+jbCQNNgM3iKjSJSqnEIamJmaELZwMm7Kpt+u11Fr1zH06XAXhcswnyDAJgRVxUMtsFbgayDDhNd/QGp/NoZhgdJjAweuv05A9aVTZ7Fzch4Lz5+Ge6mGyXhRNkgyVhujDjI3zWLupv34+mNPiuH83sP7cenMedQWlzE2U8DuvfuweHIRG9++gPFkBilO5X1fDijKA97ylnvw4z/xo5swXFi48meILDmQvoaAa/h+BAyQVGUV1kMQSRjQwnoeBv7CaiDABtHlZD4EPYP7EDb221m80iywYhEZpS8HJ4sbgnXSdNITqNveBGxZNMlhxiY9aMpesklR4syJMp9H+hH7NFFn8vQQr7vrnqsu2gis7rr+bnhmDGB6pMVoIB0eu8huC35fMVa/22OV64XAqgM/XYCeKKml5DSFLeDTmzBgBEiKZpTNaBHaZAnQR/CqHeiNjgCr2qgvASlSNfM9fxewGqBim08810vgXxmSOtUTDl1niBYZFqYKHHId9doJrI6XEClMKGCVvoCdBuB0oNGn8QohvuJDBisskJrLHiFJqGTyUGq25bEqa1isAP4XGasBwykE96Ub3YKUVVcbAKtb1gjqdQp45NMnNYJCJoGcbSBnGpjMZ5BLElhlU2Oge/0rMHPPvdBsH71gPbAHEXJM8JYkbCrwO2UDHrLy+TSLY2IAgoZ7kJreKkltQH5XzV4QYsXBjWKs+mIFIKuC9beEIKqmWTkZMTFb2Y84auUo6xX4iGsRFH0dKZHgqMAs1dare8XvqWBoxXwlwCqSv20bZbgXB4jAFhc4sCAQ/oqABxF4ZKa7Hi75PTyEdXR14BYtg+u1POIjYAlDPOE9i/f/+5/HO+44iN/QbkHGmodh64rxy+Y0olhsW/dQnRnytDJkRLyaPBWUQ4kTA4y6HfFGq3cb4qvH4IVsrohMKo/I3T911Wv8P/3xrwfeqer8CH++XL/QF3wbW17AksDzUylBFbDKfZHKEAkTov9ttytea2SsMkBQAvVGao9lKBFZBbTdYGGswiMdCX0iq0RCGiMG0qkExooFzMxRVTGJTCGLRDYpUusHPv8QHvriN0B3PpOScjaKPv2DPeQSFrIp+lsBphmR0AphBochdkHQjVqXHOBSuuyi5wzR7TEN2cFGR0nOKCkUn9bApzSZsEXKl0ynJOyDTzwl7Xv3HsRr77wXpeIUGtWWvH6eEbRHcC1DGFWMwvX7LrSBL3toxKXE2oUeZ1K0hsaghUyxIAF7m0PebfdAwp7gBn6TykOb+ztZOWxWxY5oG0ivzhcSzLYAVzn7PU+GgbxXPC840AtZgQRcTVPD1x78Ih792iNodlpYLS+j224iZSeQzI5hobyBZnUDutOX/eYHf/yn8brX3y02TfS9t8VTjkASCzXFLGWjsXJ5CcuLi6KmsYSVps46vs6kFcHypbPoNqq4+5q90DPjsCfn0dNjSBQngFhK/Ap9h8GnfZFB8n3XqlUBMCqVVZGuUsLKZ29App7UQdHAUiEq9aKSiZvCKCWgQiWUyfsTnOsMBuVWxHrQZkhYjECnqv9GAxWqJ9ZUUteqwQftCuiRaSbp6RdHgsEjlWVU+l3YYzuDuoJHmEqGV+DHUA0pA7/1UNXC/S30klM2PgT++Ryb+OGf+OWrXt/8gt//uTfCbXWgdbuora4hEjcwMTeDXHYcw0QRsblDiJemJVH51ImTwl6KWSY+/5lP4PylizSZFC9hMUSRJGQFInN/EN6qnDu8x6FBUYDfBVkJDJuht60xGsBIFXHgwDXI9csSOHJho46KM5KBvgw5ZZdXpIUwt4HPB69FOGQIB9gSyhMo2mg/sZ3lKQCgKI1Uv8HfS7hIsJ7EhkxjJgRrpR5S0RHuPOTjB17vYO98D+22B29oyjArndZx5qKPTz6s4YGnDQx8Hfoggr2FPn7i7SMcmrdhpfpIZ02ksvRsVUzsiM64RRsXThSwtljAyDWF0UVyBcGqF5ba+OrxZbGQYblI9jyZjhQrbIGmChiV2jS4+7LG5fprAhpwjbe7A3Q6I3ilSfjFEvR2F/A7EJeOoC4P710IRPDbEYRQ/sGBGifwYhdrADlHt85sDjuFZU1eiwSH6mJrQnapAOI8m4eO+Hz68Qy07Dh2HzmCf/WGI5gwdHRZPfJc43mhSSyNgFmts6dx7OufxVTGR6lAO6gkEsGnDB5lDdCKzIAdTyKdLHAEi6GZxPlKBS+8cBQr5RqufcUtmN9/CMvlspILB+9P3oOo54I4TNpayJ8pko1cA7G6UH7uYr0j90lVDazbTp89I4rJYj4rbEPVc1ElpOPUpWUUUjHErSg6/aEM6NhPieLB86WnJXGGV9iwYqKgW7i4gIN7d0odwTwQkn8e+tznXtb6vu6GQ+h3euh3aFmnzgVuGoV8AUnLQNY2MJayRKWUsW0kbBJpYrDIVI1qYvEU+qJzPasgKht2IgXdtNDpD0SNQW9oWrnRO5W+lOzlyPRdbQJPnjiFc2sVJOJpCQhaX1uVIefBHTO47YZrcP3+OZQKcSXndphHMEK710eZwOy5BZy/tIp3vPMH8eS3nsFXH/+2yK05cKBfudP3ZY0kSyXM7tuPzNg4HI12HLTWCMgWoT2DqAqV9zbrXZ6JHC46Q0fJ4Tkw1VRQEq9Na30F555/FtFBR+pGPsu0SCCbMpeIiwWVePUShDaYQZDFIsH7iIsje2aQiUbRY/ihZQkoTWUEA0f7nRYM3UU2X1DAOu3oIlHE4wn0Bl1Z/6w92CfxfGZtTZUK7WZyKQsp25TzrdXpwrRtzM1OY8+e3bDjtqgpqtUKarWqDIRvPPIKlNI5PPnIQ3A7VZQycamfCfLX2m3UWx0hPIjCYKj8h1Xvz2eVKiFbwuHO16oYwMX8vl2489bbcOuNN8pAgENxqogKhZKA0wQMTfEs597KMERPect6CTz09efwkY88gIsrdSHJDJwRPD2DvpuEkSKLPSWK5bjXwIVjj6J2+QSSJgfqfC20fYyogGzPR71SlbP+4FwBB/btRjppYdjvIsp1J1wDDkiUhY70CAp0kYqfZ3t4fhDf6ZIFPBqi5xu4sLSGCytleBETpbES3nj3a7G2dA4TGQuZaATdZlUCpsm8554TiXpo13qoNrqoOUOcXFxBhXZ1Ehiqwv7ULqms/ThU4YnHZ4d7lxGhLU0CppXGicVjL2uN/0v9ou8Bq/8zYDVg4UkQQwCK8iFjc9ATBoFKhxUZZNCYsdAxOT0J0tI31bth8x6kigiwRtZrhGESASArSeIBy1SqDYY8cMoLPPHYk/jkx+9HZ9DHffe9Db/6a7+CWrWMTru1KRvbbB7pdUaPLN9DqViUgjz0pFQTYTV9Z2OlmDQRMQPvy78bCfOFkoOQ9REyeOTQDQ72K4Ev2dC2Tc6VxUAA2kYNfOiDH8bnP/egMD7Chlsy7YLrSgnjlgyKIAKLRXXR+HN5nZV8NPAXDK63NOvyhnhMbA/PUUb2MvGhPDpKaa6mpN2ajr47lMbrV375lzCVS2FQL6O5fBnV5WXUy+tY7zt4cXkdKwwhEeaZYtsIa0WmnprILjdBX3eEIWWW6RgcAqtZA4dvOCIp0IvHz2DHxBxWTl7A8HwFY3ZeDju/P0LT6yJz4yxmjuzFo098UwGrh/bh4pkLqC1eRmk6j70HDmKJwOo3z2E8kUGS00wNqLfaGPQHuOdNr8fPvPen5PqFLNpNmVRQtYbMlpDpSSsBFdKi0pVjQQhGp92UZiwEIzgwULJ7DQYT7qPRIKxCTaxlWhg0suG9EvaqBGew0OSENaXAeSY301s4AKlCZlIYzCD3nwOBkIHAMjOQPIQNXwj4hmykm191+1XvzcJYve4uePTMTacAym747FCjQn/VQfN/EF6lgFVOJkFgNTUmQBKclhQOApRuyql0aAQ6c0VgnAWzC63WBcgydhrAqK/S0TmAESP5UIa1DbhUT3swwhBHUGWtGqxfJQEjWy4l7AqYilFMKRSlpjqD7SZL0LJFeG3K5/pAuw6NVgSE8LaBpAqiVUWK+r0aW7CpUMBq4J+8mWmvmtCXA6yqYkH9HGExb+otQ8bqPwWs8isDVjOviUzII0jbljBW83ELk5k4pnNJWFkLeVtHf+chTL39HUjnomgN2AOxcQuYleIJoN41n0EKB8SegR5oAoLSZUrBmWJVoqjzATDKfUFdK5ktc18N/k9eV1ATFdMluZZUKQSP+Uu+n7T3bIIIvLIp4mvzXPFNtWgrIInxhFPYkIUvN2AryaUIgGb5+2Bwtm1lbF3v4D1skoNV2J9cUX5/Pt9k7QO44HXwdb8s7JfbtGnMD3W0dBdPeN/G+//9L+JHXv8K/Jp7C5L2DGIWgVVX2UGwJvsuj1V1fXQpGFmkj1RwFYMUugOMOh30WlVsNCvojnowEwnk8iVk03lYb/6Fq17jv/9//xs1Yd/GpJPzMRgOht9wE/ANWBbhGRSCqyK/lkBD5Q/YbLWwsbGhUupdT1QOTEaVxoOKDxkOsmklfqwatE67g3anK9JnSif5L3KpNCbHxzA9NYHieAHZXBbZyQn0NA2f/fQDOProUdj0/ZL9ksF4Huyojlw6AcukLNOXZ4MFsLxm8dpTDLjOyEfbceVndx16Y8kNEZTDplzSjiObychnJp0SxhLlbxJGYaukbrJYJyZmsHvPQcTJuhdoSMeoP4ShqwCqvuHJ86INfbgDyn55TkcRYVgVpwpkb3gD9PwhssWS+KCF59N2sFsUCKPB5l4fgi9kwTBdmsMJTQrgpgAAIABJREFUYf0GYUhyztFTMpClhiBTGHgYBjjS054fPEP4b77x1S/gC5+5HzvndmB65w55Xe1OE51mG5qRwPnVRVw8dxyd9VXYdg6vvfcHMbtjB6bGctg1MwY7xv1X+XISOFehZkp5U95Yw8rKUgCeK2sQ9PuIuz0k3C4yBmu8EvqtKkb9OmLxGOKz+7DkpVDu9tHtMO1YsZ2pKuIZSBBU2fAoqyfWDJZFRqlqfFiLKMsmDgK4D6p4cwWoKMYLv45N5qa1TjDEUoNydX4HJpNbaqqATMB9wIhHoQ9dLDx2AkvPfBv5HWnMvvpmWPEZBVwFAyIF7ikvSO6HfB/84HWXfT5QezEMU233SgHG9/Cj7/3Vq17f/IL3/9j3oSoABQcFI5i0a8okkUnZMBJjiE1di/jMHrRGLk4cO4Fei56XcXz5c/fj5OlT8FlH0Y5FPJ1VzSOqHgFOFVAvtjiK9h+cWepMln2FDwLf3pB+vyauPbQHzkZZhpbn1+uoO2qoz3RyYl+01JKzNBgkhzWN2FIF52sIRPOZlbpI5LSqFg/XjAoL26q/ZL0EobX8PYc9rE1FkgUPHJPcdesAP/HWviSKEx/lKMOIxHD+ooG//XwfXz2mwcyYiLSHuGnnCD/0Ng+7ZmIw7SHiCb4GDr5NRHTW1HEZsPT7Bs6+WEBllZYLUbQ4aBo6uFBz8PCpFbQdyoRpd2ZhNOiLR23IvA1B4fDGS40v1i2sR1UOBRnNne4Qjf4I2vQcHCsOu9bCcFBTw+2A+CJvSsDxcEAYQrWhskbxSKS+UQ1EUO2oGoD3XmBv8UkPeiO55crKinunDHtYryWziBRncc0td+Dn33gDcu4Q3YgpHpKyzbJ+JVjKVPZhB9/89D9g1NvA/gO7YNKqJ5lGKpEKuC3KeohghWYmUMhNwdTIAtfRcvp4/PGH8Oh3nsGdb/sB3H7v29B2aJcylLVFH8nw+en3usrGQ/l2qTUfhDKKXVrMFmUjVQV8TzyX+FwPRh5OnDwh50Ahm1YDnsAmgD3vixcWMJFPIpmIiWSbr5REAO58ZNYpL8gggAw+KvUmKuUKJopZuaZkALsjB5/+iLLVu9qPA9deIwPnXqsjr42B0DxD8sUikqaBUsrCeMZGzo4hYZIJTDVHTOwHCKzSDz983tiPcNAYicQwgo5Ku4vFtXWsblRl+JmwTYwX8sLczWcZLhbB0I/h6YuX8NjTL8rQNG3b2LNjFr1aE4WchTtedS2mSinETTIn+8Ks5c+otdoCrH776RdQrrTxr3/hfXj+2An85d99ElWm0ycsOA6VOzqKe65BaWoKvhFDjxRLXYXZsUZQikIyMgMlXJDDIAFmQlBRMnZ+MKCLVhO8SzJgiwDLZ09h7fxpGBzEsIYkVqh5iDH0kINRxxGv9GI+DzNFa7M0YmYEXruOvtOQSp9BsBJmDNrdDeEOHSRpoSa2HbSboAWOGmRS+cABcrVWF7sgUc/I5h+VgSCtuTIZW/rwfqsr9VMhnxbLPg5zU+mkgNudXgcLlxZlz9w9vweTpRKWzp9AeeUSYrIfq5DXSruDWouYRUjAUv05P7gPMiuE3uZnujXkxgu48cgRvPOeNyEbt7GyvoZEMoa4bSGRyCCXI/kl2A+EmMBQRLK+OcRKw0Ua33jyefzeH38MldoAZrwIXzdhBBZArubCMkYY1C+ifOl5mNoAMYM5LxxgxmS9SW9BW4oRPb37KK+vii/u/Mw4Spmk+Jb7tD0UKS0HQ8p6TQHjaq1FowydVIQ91j9ikcEhmhbD8bMXUOk4krnBvJ9X33Gr1DPGqIsjO3ciG4+g0ab90AiaF4FOX+BhVIIxHUPDequHYy9ewuVyVXoynZ66gUKX9SZ/ajwaQS5Lr/8sirlpaEig2/bwia9/7GqX97/of/89YPWK2xsyVj/4oT8XuYaiXAfm+CI7px+HjxF94VjsRunhEpNCn+AJDy0aVIvUI5SsivyCvmcjKZbDAomyQ5lai0WAKqAoBxMPUVcFanDDjts2vvqVh/HAA19AfzDC97/jPrzvfb+AVruJdqsZTIGVpF8YiMo8UAqTeCIuxQH/nK9NBQ4FAxDV9stCZeFGE2QiNxLcEQQUsTSRYIBQDh4AnQKOhMXcppBcTaE3ZSks7lhIRnR8+K8/jPs/8yXZqCUwhZTyTUBFgclh86+gC7XJvfQj4GmFhdEmgBDAQNtZWoFkVmTW3NRkAs1CNWRM9uR6/eRP/iTuvOVmHH/0S4hWLyPN19frY7HewuOnL+BSz0Pfj8qBwg2O14kSOJH/0/dEGAOhKb+HYUpHr2jBy5nYf/gQBv0eLp4+h5nSBFqX1lA7eRkzVl6kumxE2xggf/0MJo/sxmPfekpYY7sO78PyhQWULy5ibGoMe689iJXzC1h+5DTG4mmk6HUEoNnqCLj/mtfegV/8hZ/fZC8o6r4CoXn4SRMQ3KtQetZq0nBchbLIvQ2+hkUqk4bDZFGR0dBbjl5vBCC3JdWGBxgPeGEdBdJLZYmhJMusZBkuJuzuwJ9WNQIK+FYprsrfRt1/FmSKNcO7Kg0GzeuFpRQkEDOoh4xqADceufmqN2gCq/PX3iOAaiSZgmabIrt1nTb0Tle8gDSnAwwp81VycB52vEZRl9djAD+ZQyQ7JUUmJJiF7FOCq5yqBy/JiAPZIqI5Nh4juI0K0KhLw617DPwgEBtOJjnrUPCc8jINwbFA+s7SXyaIypcrtFKQn8QYzEhS2E9yT7wuNL8PnzLl8TFEc2MYtRyg24HWa8Pv18WHNfRLVY2iYn5CGBdbHyErXLWbbFwUm0nqJbmfbBbVQb/JON2EgrdA4u0rWcC3YOIkQ2ahWCigMlzyEi53xSt5KVtVrXk/SoCYISUmbJHURZFNRZC0NVxTTOHQxBTSmTQu+y003nEvjhx4DezuCGvRISwmXLLBJ0hBSb2EOilgILBuV7dSWIHqz8N3Kj9bpPQvBaLVDeDXq6Yp/Cilx7beTVD8yT8Ng6jk92rH284wVXhv6OiqvsWVV0YJUrceie3fM1yjcndC/4Rt1/UlzFbu9Szag0CHnu6hOurja/oaRo6OfauTyEUtPGk8gg994H342Te9Av97/zYkjFkYZkTsIlx6O/KMFFuKrfcijCqCLmwSuO45aGER2e/D63bgdTro1qtYb1ZQY9KyZaKUTGMylYX+nt++4ln4p//3t//PX9oEJkLlg+wzQaCYAu/Uawou+qZtQ3gsbXq0MvFZfC81CaiqVqqKxc9BqICZKpFZPLpiMWH3K+9qFSLZarextr6OtbU1XF7tottmqrWLsUIeO+cmUCpmkS8VkCkWMTk3gWqngb/7yOdx5vlzKKRM2SvZsDNZl6wc+oQaUTZXTI4luwEKuB0weZ1yVFXAJ1IppFNp5LJZCXskmzObzyBuxZFKphVAF4So+bGoDHjIpKB1z/TcXsTTRcnWM2EgziGRQ6sBFzqZ/lTgGCOww3E7PiI0MFUVEDz6MQtbTcNQH8GJ+EiPFZRfMb8hh3Qi0VQbpfISU3UQ91rKNRPxeCDPVU0TPemE8cvukAMK/tuAYRyCMvyVTB6+76TJEKmYMDSmxkp46jvfwv0f/hgqy2uw0kkcvumI/Eqgbc++vZjbsVMsgBYuXsSJF49JLVQYm5Qk4NnpMYzNpXBm7RTSySQOFK+B5UbQITPZVwMF1jiNXh2XV89Dq9RRaK1B11lj9BDt9cV2YeRGkLWycCobwg7OjY9j2R2iUZxFHzEJ9YhFCFZH4cdSMKIdeK7yW1V11Ta2tYAbWyGj6ixVZ6pI2wPgVKlVeLvIvFS7hwxZBXBV1192P7GSGAmDign10YQFm1Lo5QpOfuVxPPbQo+Id/8YfeTuuP3KDyDiDrWlTEcMag3YYznAgoEuYKaBqEda/fDZ4lgZsQfEIHeLH3vsr//SC/u/8i//jzYfVMSjHpa+YPLGoNMR81u3SPIzJfdDyMzh26hya1bpIeh9++Ct49tmnEQlAX0V/3vKmV9cpHNypH6wuXXAaKgqR2j9Ejk4ZaQQHds/C9DQJXFmutVAXlp8KPWRKtTq4WW8rhY5Isl0q1bhXcD0rIFp53Kq9k4MKI5A0s57nOuH1lR4isDThOlKqMlU7EZgnyUF8lQWGiCGX9fHee+u4cT89xF1ohgdjZGNtbYQHvjHCpx/TMDILyOsVvOt1wF13Kl/VuBGDZRM8YzAnwSqIBQh0G6Y1RGtjDKefLWGjHMPiRhk9x0UincO59QqeXypjoBkwY8oh3Ol3pZciU5reyfS2dbes1DeJFfJcyxBFR2vgoxUrIJ5OoNdYh99ss5sJbnrgWhacbap6DE/HwK5K4/4xUtd7c5gY/LtgyMBnX2U7BFY/2yzNxBeWQNBgKMNG+qt6VhJH7roHP3nf65A3+AzTU1JJ6/VRBCPdE2BvUC3jzHPPYnLPNCbHC+gsr4giKsdQP4LtXLNSpDPslLLkEtLJnPSKVBpsuC6qrR5yE1NIFcfg6TGRwgt4tK3/IqhKBQUHfkPoQpLguJQgd1j3C8jFQQDXofSXXKdDCZDjfsEzQoYykslBqxcd5y6vyyAvblP1SCuAmAxtuqxftwU5CyOZZJVeXxLQmTrOvVlUbqMh/uYv/vJlre891+yEFY1IUj1Zj5VKnXJOsQJIWwZmiylM55NIEUy1LfHSTpmGqC/ZW8oAV9i6vDsM//HAbWtxeQ0nzy+gORjIfk71CGtE7uFklxOczWXSiCfTWO308Y+PPIHLq2XcfsONuGZqHOdPn8TBA3uwf988EnHFSB/0u+LTzAFrtdnCYrmDrz7+HQHJ3/evfh6jQRf/9W8/iieeP4N4vohMcRLpwhi0bEaeSwLlMjARb3wmrwf7fjiml/WsFKVhKpsMVAMPTAHAzLgKZNZ9pOK29Bnnjx1DmyBihASOLqbGihjL5WUQWN5YBfSEgJn0x73jdXcjX8jj6FPfQZeqPdpKxWJIJWyxUOHAiH0gFU2NdlsYjZlcQRieZKGyRiJZiUSujQ3l303gj/2x9JiegwRVN5m04CjtZgPuoAeb9UgijVwmg2KuIFYHbJ1oe0gbHHq1ZpIWKquXYTuKscuOy9Gj2Kg30O0rlaUWeINyUUUtC13fxaW1FcQnSxgrFXHnrbfitbfdgrXly2h1WmLnQUsaVvVkrYY+9LyWDPGj7YItJLmY6MEINH72oWP4j3/43zAc0ouV3rpqP9NGLXh9hmIP5V6323VQJcL9LmrGRb4vBxXxFfbLge1UZX0VnVYd0xMlzEyOo7KxhmGvC5NrjbaTAqbSfjCwsKJFIfcMl88ys2boABdDY+hjYWlJVAGsQ8fHx3DjjTdgYeEsuvUaSnEbrzy8H5mEgV6vLh7rnkf7HwK1BrRYFFY8hVanj6PHTqHebAopSpi2EV3yZSwzilTCQDadFCuIVCKHlctVnDhxDg+feOFlrfF/qV/0PWD1ijsbAqt/8Ae/pxaFSPgVwMMPaQZkg1OnNEFUFhpS+OoKHJTCyTTlIBN/KU58gsN6+4/b7iWpCmDlkcriiJtoCKzGYha++MUH8ZUvfw39/ghvffOb8DM/81MY0DA+YE1KYR2wAFSxpvxkZDrOiUmQnhs2u6oZUQwSboaZzP/H3nuHSXaWV+LnVs5d1TnHmZ6eqBmNwkgiSEgYIZFNtInO6dnFYffB2NgYBxabXWANGFh7bWzAIBCsSCbIgISEhMJocuyZnp7OuXLVrXDvPuf9vq+6piXZHu3vnx8PpaefaXVXVd/67hfe97znPSeJhYV5SQQJrPLvq6q4K5tp8+u2JuiK+aDYpxwfHmxMWOUwJwPAA3zxni/gn//5y/D7CKx64FiUQ9+ECK4AUdlGYAwQmgBXAzY12FdNQEEDlG1qGTQRsar0qMRYKvpV5RzIqhB1YF7/s69Fu5NFMDOL1lhCKPlzG2kcn13BkzMryLla0JmsMbZOsiJKF3kJYmvS8iD3klpDUQulrgjc1hC275xA1a7g4oUL6G/rgr24jpUT0+gNpuCrK6ZyATbarulH5zUjeOjRx8WFd2TfBBanprE2PYuuvl6M79uJxekZzNx/Gh3hOBI+uiE7yOZVe+BNt9yI3/vd326A3w3tVAFWVbvYJhtY6wBLlX+zNasB5jg1SYoY2vI1mxqrnOvKhdnoqZrXG7DWMGDYsmIeTHTb2zsVUCqJnGrLNWxlORDNzxg8aJ1ivt4kzPzeaMEyGOfrTavcjdfdctV7swJWX6IYnqEIEA7A8pE9WoanUIZTyKt2ebJKuRa5xqS905U2V8ex4URa4Ev2oU7GUoFMAAZxRBmoNaxZ4aEWWIkOeGItqNfLcHNrQD4Lj81W/YKWmLh6YFU+sCHScI1Kv3BMNIHk4RSAekkBuH3d8ERTqBdqcCkNUCoII9fjsuarGE1XAqsqYTaPTWBV6fJyZhhGsTLUItjbDKxugomGhcv3agZWFWwpmYgykJMWQJlNpuLTACybr+SZgFXHy3SH9nMBBAkmhfxIRD2IhQPYnkpgb08KfSMd8NpZnEx1Yv2VL8O++CjJdMK+cHyaBc8ARQBWBVCKGRX1QnUyLeL2YvRk9PbU9V4BjDZYowJfKCBa70ftcWVYpz/2ZhGpaWBMjtkMrJo19myT3Nw9g7Vr6eLG2v73FscV+DWBKmNCRr0ni+mIgzkHOGmtYGFtAbm0H4XHHsP3jn0A/+WNr8AvFa6FP9wLKwwEyGyn+L7XlXajLfZVgn+QhStC/WJCwvbxIly2dxZLEgAuZ1axUthAzbWRDAQxkEwh/isf+vc+xtN+T2DVFDBNUVDalaXtU4PhGkwxY2ykUsy/5j4Qy+NeKKy8ak00VpkE8fxUrH/15/l8k8gyOTLt0bzFdE5m8nHmwiwmz0xjbnoZNbuGoYEObNvWg1SK7NFW9PT1oW/bAE6ev4h/+NTnkF3OobM9LiCMaleti7QFgRwmFGzFpLad6/WKWUhbRxd6e3sksCaYSkYqDZVY6FVmV9qhXDzE6tI2J9fv8wngS03bocFtaGntQiZXpq0jwp4AaiVbWt99QbYGUlewjqjohDsopW14atT+8qNSsyXZ4BfFgcg+9sSDCCdj2mCFhhIlGSu254vEgpZQ4n3i2cwzjePITge6GnN/4O/IEmYLH88b8zqOsWGzUnKG542PDMYIr9WH7cMDOHXyND7w7vcg4Yti9zX74QuHpADQNdCHfQf2o6+vXwqQBPz4vjQSpDlXpVLGyswSstV1HM8dx7dmHoA/EMTP9N+CW3oPodXfjnI1j5rPhuUG4NgW/EELl556GPXTD2BwpBX5ag2F1TUUKjZqRQfVkhdPHj6F68a34fnXXoP1QB3z/jByUZ4lQXhpvGKFlOmYp6KkFkwxu+lfA7Qatq4ZM3Weqkczy1exeJW+vzH9Moumyr9VocyLOttpAsqYcOHEOTz0hfvw8GOPonvvOG5/46sxMr5NAHiu3+YWdd4H3lO2hhIIFE11acfWnQ5N5qqmoEr5HN7vt/7S71z1+uYLXjtBSY0ORKlfybiFrB6RJKBDNmua3UBqAP7uHZjL2JhfJFCUxI8eeQgPP/ygim10i3BDjcZciTaGbL6w5n1ZlWQIUpIhKJkuetuTCFIWwefHUjaLXJVgqjIfqguXTJ01hshg4iWRsairuJmt/4opCZn/qtunJmCpyJJZSgbJ6NKbGMkUyQ3rmdm3NNDorhb+jTv2ZfFzL7OQCNki1xJwvMhlfDh52cH//qqL03NebEvaeOsrgecdCiHZXoadF6xGuc2zkMj7zHF2EohFAtwdsDgTwonjHnzr/gvIlnzYvXc7ksk4Hjw6iaUsPSD8cKwgoS2iskqvmgA8ZUpYUKlUhfQg+yuZ6BUWSxUbPF3zoBDtQ8RTh706DZcsO61bLmepkZgx3g6Nf1noZxccOyiMVJoCW7fmDz5d8BeJAE1AMO/N/aBE3Wey+Am2tKREAz3VOYbXveFVuOWacTi2iuV4vnGvtJnbWC7yy8vCpOzbOSYEiPL6OpzcGoJ1OrGrLkJhmQsw6UU01oLW1nZhpcmciifF/IzzifJBLKAp7w4lc8AH5zBzGP597qunL0xJDseflypK31gx21XhhX+TXyZmL1MDmdI8YhKsCoTms88tb4hRVDjE1mgFrPI57LohOCSkfHacEC8iuzifR8ADKWps/t0q/v7jn3xO6/vVd70QO3fskPH//vd/gHS+iJrlR2s8gajPxXB3CmO9HSIBFWYrt4+gUUWBnJWijH0yGlUaxyRDcb7ZNcwub2A1kxdj6EQsIkAR1w/3exAkr1cR8vvR1d2FUKoV9z9+BCfOXsbeHeMIlAuYPPEUXvrSn8ENN1yjDGtdapaX1Hwu2Uhnizh5aRnfeuAJJJNtePub3oj2RAhfvP/7uOfbDyLZO4ChiX1AJKK0QnXnAIuFlGOQrlAtk2H2eTNvzZ7LXErWIuezlhn0BaKyRn1BZb4aCwaRXVnF5dOn4OTXELQqGOzpwbahbThy/CiyBWqRkg1PDdkoJnZNSIywtLokxRClBU0piAB8loNkPCx77dTlWcwtryLRkkSqrVPAYwWmrjRMJDkHqf0pAL7EStwHlT5nW1tKzohcLitdssQYxBPGtVTxN5lEazKIrq4u2d8JNM5MnYenVkPY4RiXEG1thRUOYz1XQCFflnGjnBp1Ssn3pW7t5fQqCqijY6APY0NDePGtL5RrWF6Yw9jYmBRceF2tqTa5b5VKDe3t7bJ22EFD3xXOdxaaqfXOsQ8m+vG/PvWP+Oxn7gXHm4XsfDmHeimjugD8BPZZNFYyRWTw2jUW0Ng5xM9PyoUisjjVOnp6OqkggrnZyzIPCfKLxFSxLAxgrlOOn3nfqhiOU49VSzJ6eI8iWMrkUWThSvYvYHh4CLt378aFi5OoV2xMnTmF/eOjOHRgN8J+SjisyzgKcZDM5xpxoJQUGDiepWJJ7gvvH4vpUnskrkUSkqU6dcOBKOp1L8rFKt7/mS89pzX+k/qinwKrW+6sAVY///l/uqI9hxNJqpfUwatyo7B0yxYnH3NFtkQrswIGsARXFbBIZ1ZjLqV1wCIR2UBMImaMF0ybnASjygpSjCaY7t977//BD3/4I6nw3/6iW/GOX3ybBHPKUEUFDCYBUVqkyoBDFpoGMkxVm6wPqW7XVfInWnLcCNjeKJQpxSRsiBhTs6mp9YhD1ty+pNyH65J4KeFnRUlgJZVjwLH65je/jr/723+Exworl2IP22ufDVjlZ9KiyU3NyVcLrJoggQmpSd4EWNVMU/51YVXW6rht1yBu2d6DBMWu/T5k8jksZEp4+OxlzGRLKEpioMZSmMVa/oHAqjHtYrJRjVio9cWBjhjGdmwXyv/UhYvoa+2As57H4tGL6AkkEaA+V91Fzi2jdW8/OvYN46FHH4PH9WJk7w7MX7yEjcvz6Bnow/a9O7E8M4dL3z7RAFY533IFOh8WcPD6A/iDd7+robulwDJtZqF19wxYsBmMmoTHIDvGGElrP+r5JPNKXKVZgdamO1u0CSWobCRQm0ZWqqgQQCrVqkjUQlXhumHAK43XKogj80Lja0qGTJsJ6OSNm79JutULNgPqQ89RCmD02heL26dLOYBwCB4/50gFbp5Mzzxga8aqsEo125bz3mGSb8MJJoSx6tDkIM/1Rq1UHsZkk6gWQASTFFCCFYvJa5BdBQoZWLYtBlJKA0xprMpKaDBWm1mrijvZUNI0dLqmcXKtEFxvGFYgqvSNCKrWCKwW4R8ZQJ1ar+W6AKueckk0ZC0CwIqnrHdAMla3MGGb9kbef2G3EXI3+ohXAKtmHjUDq+oNtvLODeAm/AnzeSTb33z20xmrDdixwSZSJl6KnS8MKZ8H4YBPJAGiQT8GkiGMtSXQ3dOC3a0J0ZD61zsmsO/mt2K05gMd6B2SbzTzXQykGqvciIuoWSoFMwFb1WdS5OrNtnwDZzQKPNJ7+MyM1SaifuMpBsBV730lJ3UrQ/WZkn3zp5qB1Wd6r62BzBWMVUMYFjBZzQeOK/e+Rbg4WZ/FD+e+hplfvBfTExv44G+/Bm9Y3I9AuAsIsZhiix6hE+A4KcaF4dcKDCFi/IIOqS8G03ZJtIBdakVlNrC6voiV7CLK5SxicDAQTyLxe/941fHXH7zn1/RNMvdLnYdMOJR2rsbzhVmpz08NXDUXDmWuG8kXLQnExIdnmylYGWDVFBzUuamSXvkK+AVo5sOu1zE7s4Qzpybx1JOnsb6ewdBgN8ZH+tFJcLUliaFto2gfascPH34cn//M1xF0yYAik42GQjyXXTHmIOOJcUQ82SrOwh3d3Wjr6BQwhgAjwVRpuRYgW+nFa5UK3SLO+MAVp+lyuY5YvBXDozuQaGlHLpNHtVJDMpqAU1XGWN4QC1DqbCdLw5uvw87ZcG2ahdAggyxIiAs2WeBlq4aSZSPellByPARkWLSr1+Xc4r+8TtP2bOIhJhMM+kVmJhRCKBxqnG1MMoycjYphFMCgWB1eBdb6g6JN292RQnppGR94/wewNrss869/eAgHb74ZXf19GBobk7OJcZDCEzQDUbfR8zOGw3S+LmIhv4ypwjSm1ieR3lhGe6gde9p3oj/RLWwPOGFYDjtZqsif/BHsiw+jvTOKdL6C7Noa1tIrKK4DF5Zy+N7j5/GSHYN49Q37UE9GUPBb2GjfhlqqC3WbKsse2Z+9gZi0XvO6TeHdtP/y/wW81AVzUzgV/WCdqHN8TEFZSTOxU2RTb9ic22QgET1j8hiLszhnYfpfH8UjX/kXnF6dwfAt1+JnXvMKSToJENW9lnTNmDPfxBRMQsmiJrCpmJxMIU3LukpieT2Mv2jEQtd3vubtv/LcpAB+bl+HxGoh6sYSSdV7Lj0N/KhLe3Mo1QMnNYI1tGBhvSDsq2PHn8J3v/ttxTiXY2fTTLOx0WhgdetebH5vgFUvuyV4LviGS+iLAAAgAElEQVSAnjYai5KZWcEyzVkcIbOp813k41U3mQFWTYFaijZesu7CEvNz3UbCQURCIQGLRLdQ6Mhq/Qp4alfE6EU6fLSMlhrbmhRbCH6xLVlAGx0v9UbqeNvr69i3LQ8/u47JlCsGkK7U8MBTXnz9+34cHC/jFS/woq/TQShSR7FqibYik3+erSzoUCqq6nhRLjPRBqo+P546FcU9X1rBwirfvxcvOjCBqalZhMIxrKyt4dLCKtLwi4EUi0DU7+V2VGb8Q1NZrzIHNHEex50Ehg3Xj1KkF1Ytj9rqZXjFdOeZT0QVN6rOKTFY4VzXmv3SUdjERDX3UV6jDbPMOdBMeOFe5PNawtKsMwaIRFD3BhHtGMWLb3seXnPni1At5dS1U3aEgHU8Ioa3UY9fALqCW4NNIgvnZ70M1CtwCaBp9h1Z9WytJwEmGqPxXkjyH+kcFAai8ibg/qnOdJWHNMg4wgJWcnXL62lcuHBRClxyTaIOQPkugrhs52a7utLqZBcfWXlcp9xXmwFXvvfk9ALaWpNilEhAn2OrugoUiYa3QWRLhCjjEV3ooFcVzBT5gUB5HZ/6yEev+vzmC77yqfejp6cbJ0+dxcc++b+xki3DCiYQDgUQD3gw2pvCzpFetETDWFldx8z8InJFJTXEzo7B7nZ0JhOI+Fl8U2siX65gaT2H9UIFFVdpkrJ1vlIqIbO+Kvtud2sLBvu70E+Jno5uXF7J4v4fHZazq6+jDbX1eeycGMfB664BXMYBFdQqNZSrddFX3ciW8PjJS7j/4SNoa+/B29/6Flx/7T6cX1nBez/0UVhsPe/pR9quwC+m2EpiT5lOakNnYajyzDZnktJ/EsKRZisTY+B5LHNDSDAhYapT75ZPiwRDosO+ND2NlUsXYFXyCLouIuEYSpyHQQshXxwJgpnRKCp2Scyf/NxLHVcXPv3w+xRRoas1JTIAly7P4uLMrOgCU2s1EIgIgEhsguAqHwT7Oae4FlkIUmeFwk8oZxOJhBHweRHU3SelYkFwFeq60uQ1GvDKeyRbUhjo64PPdbC+siQFs+0TO7CRpznYKjyWH4V8CZS2Y4gl3FJfCJlKCVV293R1iDTVHbfeht6uDizOzQh7lXkp2bDd3T1aUxzo6emVPalQyMPj13uJxl9IqOJajEVSWFhYw7ve/T4cP3FWtMxrTkWz4vnXVZxHMhzvj5DjSgVZCz6fkviirATXEqUbWltTwuDd2FAsUp7psRClU2hqVUVvX49INZFZzoK+EN7Y9SDAKo3NwwJ8LqVzqjtCp0mjo8MYHx/H1NQlKUxMnjuNVCyEW2/cj7aIHy1h3mMyXkkcYuTGXD0omrQBj7r3JARy72C+TlNWHSJJMV7OHNHnj4hG79vf9/HntMZ/Ul/0U2B1y501wOqX7v38FQluI1AkwMiKgZ8t1IqaXyyUBYQMhZXBTuOAF3kAdbib4JMHGjVYVdKjACKjmWES4c2AVVUZyV74zD99Fk8+8ZRUUl502634pV96uyRF3Hwl4RL9RR3Qbqnisp2Ij2bmjgFHVGXF6GGpw5ksWAWsKh0vbhaGGWKSTlM5k2q7DuSNdpQinqlKFQ90CoI/+OAD+PCHPga4QQFWqUnCSnFzoNp8K65grG5pft1acTbj1vxvM5Ao3TYit6AYRSowIBtZAYW8n9f2JXH7nhEko3F1bytlZAs2js2s4rGpBWzwHpIazzYDVvJCKqmR4Ea3sYvAfRCo9yeArpiwO2qVCi5OXkBPqg3+fBVzh8+j0xsXYJUVsTzKaN3Th3YNrDJQH9m3E7OTF5CeWUBPfx+279uJtbkFXPzWcbQFo0h4g9KeXygpBs81B/bij97zBw0Wj5guaMCSJ2wDCGuqRl8x7XULsowfx4ri9tJ6qF5L92VhGQgrWrXdNe6bblFUc0t9SRIn7BcyUipap4drQ7WoMplWwbHWhdM6osocgQmBCvwkqPX5xPyK941ahQzsGMxJOuTx4Pm33HrVe7OYV117G+oEeoNheKJRCTJ5/5xiGV4yCehwW8wq8McMjBgD8ePbcDwReFr6xPzKLXBMyNazBVyls4KYLwRa4Ebb4aFBFmy42XUgtw6XRiJSEeU4EVhVbuoN1KMhAyBIZxOwap6jQT2NDnk8EThsESGwSn3Omi2Vd2q/hkaHUKFpW0kBqwR1USYbt7QFWFUg4RUSA00jq67k32KsbgVWzbVfeXvUTxWq1ZhFDXRPoFY93FvBRWOG1DQGkhUroIeO9AEvEPb7EQtHEPH60R7zoLczit5kBBP9PfAUqzgx2Im2t/0W+qjTZBfABh2CPnTb9ZMpL6CbBlPN9wq7lUKQKQaprUuPmf5MBoBVvzFCqOrzN0sBmPUpz9uCOj8NVDXXshWd1sPaAHL/A+/TDBg21u+WHFWVZJTMAlskAyKRYCHj1rBQd3C8/AS+++534cz2Ffzti96COzL7YcW6YPmrwtyjLARlM8h0lBvTAFd18URl+QISiBwAi3nFAlDOwckvI59eQya9CLecRcguI0VDhj/+6lWv8d/9L29vsNo5RqawJuZkGkiV5FC3rDezlbYCrWJYqQtHhrnK/Uv2OSkqaVMJDWSRacVA2hQ2jdSFJOzCcqVWaxZTUzN44omTOH9uAclgALu2d6G9jayBLozv3Y5wawL3fe1+PPydB2XeBamjLEUYF+FwAAO9XWjv7EIi1SqgaigcgY96otRk1O1jZuB0F7kGEUQPQc4Qu1KW/b4t1Y2+wW2IpzpRLFaR28ggIYkZWX0eWKEAaLWsIxphNvsyDipl6q4p4NdsYZ5aXTTM7YALXyIIX9iHWkVJGvn8SjuS4BATLlNMZhLVGFsdx4iuIUEibdbD56hzSANGJgltYgvz80biMfR1pDC/OIM/fNe7MHfqEl5w863oGhlEe18Xdl2zH32DQ9JGmc8rRh01I1V8oCUipMjAorgS9fA5FoI8z5DHsruGmY1ZRP1hdFUcVKcvwwrE4O/sQb64CnfpMELFVTHzWcvlUcqWsDC7hsX5DB6dyWKlFsCw38FtXTHs2DOM1u5OrIZasN42CHhpRKKWjZ8SRCzSbZHfMexQE3eZGNLEqOZ8NvFOIxbSWVejgE9QlmNYqiLSloQ3HoU9s4zzX/0+fvjQQ1iPAtffeRtuv+sl8Fte0RakVr0b8os+cjMQLkAN9UD9IdFXN0UGMq1FgkPLn/A5IhlEQEakoly8+RfeedXrmy+4ayyJeCQkBTXRD+S4ES30epGMhsV9ubWjG/VoL+ZrCSwXXQHrLk6dx333fUWBQ9SmZTIs+oXNB54Bsf6NspZmfwubxwe0J6JoFxOWHNZo2OILibEdu5YkcBCyhOoEks407eHA72PRmKwPgsTRcEgAFoItfC6LDJwRXNd8DbutyPblmmMybMzeVCGbzFAVQ1XZaq+L1lLPKll4/rVFvPHlRXQECADXBSCt1y0cPu/B338ZeOEhC4d2OUgl6qhWvMICY5jkeqjJ6UE+72IjXcXlNRfzc0C17kfZdbGe82IpDTF4Goj58Y47boS/VEJHSwtW1tdx5vICLpZcrDFmFQkEdTxQj9Qj5mC6k6mpaM+9bMMNoBTpBspp1Ncuq2EUIsnm/bmiEKYJJWzPF31C7kvS3a7Z+rIR6pBOd8qoeMQYUSpAVq6Hc5YsM7I5y2XlwN7Sgn3XH8LAtTegv6MVu7cPo1ZRDHzmFNRV5BgQhKMGL0Fbm8ZGuiDG3IpAnEwFMsEoEUdpBykOEVyPSCeEdEtqWbZGLV0X7MTcSzPZJYaQs0gV0GLJFC5duoSZuVkl1cb9i+ucbeY6jzKSXWb9ci9WRREV75vizZkLl9Hd2QEaG5LEI2V1Y6YkhB59Bgqb1sXS4iKiApptAqsc7I/+1f94Tuv7c3/xW8KKTOdK+MEjT+D4uVksZcpS1KOR48RQJ4a6U3K2ZLJZiZP93qAUAVkroY5oxOdDyOdBgOaD0TAyhYKY/MyupGEFYxge24alpUWcO3MafZ0dGOxuw8TIIIYHe+F1qREcgO0G8YNHj+L81DQG+3uxu68V3T2d6OvrFMknI61QLFdQooTDRh7fe/gYHj0yie7BEbzrD38ft931Utz/48fw4U/+Hewa2d8+mRfMNRQjvSLdMIIpaNMimdcyNZXEh8ERZHYKO98HD7tIfApYDZDpzDlL2Tt2elCTmwz4ah0Xjx9HcX0eIcnr69i5fxw9w10orBdQzpdRzBZRLtjwh3g+0+tCyR8xh2dhgbJF7a1s10+ILMbJs2eFQR2LJ8UkiozoSkWd6cxJzdxSjEfDyuVnrUo8Sc1mSi70x2NIkthCiSDKnDhV0Q7lOqEGMDtpKE0TaYliZGwU1xzYh23j47j/Bz/Ak4ePIhlPwbFryOdycJ0qIt4AStUqFvIZdI0Oo3dwAOOjwxgZGkIukxb2LYvRc3Mz6OrullZ/5qMsaPO619c3pJAbDAdkbSbicUSjcek24hoLBSKIRFtw75e/gf/2gQ/JfVD0FO7rPrUuXa4T43/B+LkuezolF0S7t1oTXX7KZXHPoGRCPJFER0eH7O2cC9l0Rnx8gqEAto2OSQfS/d+9H4V8GsEA4xV1/2OJFpEEXE0r6QbuFVzHfX292LFjHKur61heWsbkhfNIJEK4Yd8E2oI+tEcjMhZFmniVSroQ7xUMob0tirb2VvleCHSUHajVJKL3MB6jzAgNGS0v/ASQfQG85t1/85zW+E/qi34KrG65s83AKoNC005lqv8E/MQzVOQAlLt9qVjW2pus0HEvMK3ziqrP/dG0bDUS2i1t7FsBS8Mm4MFEmvbf/e3f4+SJ06i5Nbz0Z16Mt7zt5+H1brZ5K03STbafAsbU4ScqWg3zLcU2Nb83B6mp0qqAmLIG2hlZqmHKzZcgLs06mgMZAySb6qkCiZUejAR31RoSLTEcP3oUf/5nH0A+T0FrHgzGZEWNyFY91asFVk2AYZJoeU89BioRMwCZcsvkpsQ2SWF0uC4mUn4cGulEa7wFgVAA3mpJnJTPLGbw/VNTWCcQSmBV5ADoxKvaluS9yADmSc6Km9+B098C9MQxOD4mAuFTFy6gM5FCvOrFpcdOosOKCbDKDTjvlpHc04Ou/aN4+MdPiBTA2P5duHzuPNan5wRY3bF/N9bnFzHzr2cQtwKIM9mlIyNNL4pF7N67E+9973sQCqpWfX5W2WBZBCCIvSUBNWOzFWiRsXNcqXDxQOWBQx2yTRmFLbmHYS4aEwv1xo2/xypxOr0hWjM8aOZm5zE/v6D0WeIRuNR4CUWRTLWJeHmEum7hEMKhsASxqn1RQ3GaaUwQQLWKQUD7F9/+M1e9N4sUwIFbYAXCQDgKkLUqzq8OUCrBx2pcvYxaPq00UxuQp27vBiuUIVjxXriJFlgVBiIKWBU5ANTh9XuAQAsQawUiUWGyOmSsZo3GKh1YCaqqth8FrJq/ZDRWzUdjwGt+rdazGReVgvMzBIR5S8BENMPIWCllERjuRY3JBaUAikWgQMA1L59PrToja3Kl8/HWQX1GYFXYf9RY3SyQGFa5+rf555qQK2/c9PMre9H/w8CqYTtT+0gkGnwugj4LkUAAEV8YoZAPyRjQHvehr70dI8kOJPxezFgepH7jnYjRhd3OI0a2mtdFlWYH1JAz7fzC2txsG+SuZrj/AmZqwNCIIKg7p+6h+lfLQeiBNMCqgoWb9KT/A4AosYJnS++f7a41A7TN329d883DL3uHouKqwgXbMSmH4LHFyCFTqWDJCuP+x/8WTyx/Eh8ZvxM3ZK5FPtWLMJUyRPtOAdCu7nLQtFUNpLvSRixabmIkRVGysrBVyaawSuuoFXOw8xvwlgvwZbLw58vAH3/hqtf4O3/7rdr4RyedbBMTN1TVoWFaZ03xUNg7fpWwm04NdptwL+VeK2eZXZHvlQN7SABapZOoEge+l3RsCItks2NEzlgtC+GCmmOUBmLyHEQuX8aJE6dx4vAx2KU1tLXH0ZboxcDAMIYnRlD1OPjiP34Zp0+dRZia0LQ60fpfQ/1s+e9GS2sKqfYOBCNh0RUVFigNFskulYSdpoGqaEptQ0l2NGuUhYmenn4MDGwXja0yTa+KFdRLFSS4P3Lc2F4fCsjcMIAA3ZqDJSbtBG+0iUXAOJXbAqxWA4AvEUa+SHO/GmJkqQRUImPafg1LigkZ7wnBU9F+1eA3GTj5Qr7RDtf8ewOW819zXlFnry0Vx+zsNP7yfe9DMZ0V7cJwIIaXvOqVuOaG6xCOhVGy1X0lW5Vgtbh0C2CjYigD4FbFiZcapLQ359Zegy/A17oIxryYf/g7WPn2lxDtjMI71g3LU0G9sgqrXEWpWMdaZgPp9QJWZqs4NXkRhxfL6JqYQM0uYadVxJvvvEkSvNViBrPRbripYZGrqJNyWypSoF7uoQFDBbwMBASYbo5vlMGkMuUT/UN9YFwRl7Fork3AeP8N+BmKRkXaaOWJ0zj85W/j0TPHkNy/HXf87MulPZTMUrtURlDkJDwos7VT6+/xungtvC7eV4J5wstpamUlyC8FeynYKgBTNNO1YdEb3vLrV72++YJdcS/ikSCS0SAiAS/8ZAvKGraEWcXCA5PVohvCYi2GghWBLxLD0vICvvCFf5a5K91kBPZMK4K5kibG6tZil4Q5OomlkYwUG7xALOhBV0sC+Vwe6yWy69iGTACzrIBbUYsycmGKWclx4lyL0HAmGEI0HJakmQw6Hvpsi2Xim+fZ7XqEzcV7SIYn77WRRJJWZIIglDcQXIRAm5KfNdqBDoJoDxTxq28qY6KngkyWsYcyWnr0tIu/uw9IRnzYM1xFIuFFqeyVFlu7aiFd8CDD8KHiSghRcqKoVMvCZOSmIB3tckL60Rt28esvvRmJagUBMgVrNayXqji+VsJ8Lo+VUlkAXYInNfFa8IlrucSrGrgTqQ+vF3NlC+VwBzzlDTgbs3K2WJbKr+Q+6BjfADm8ELtaxr69uwSwvHjhohwzMvjCujTEl80TlazO5p83ipViRAh4KjYqpSIGevvw1ne8HdfdcguKkSDcmg2LetKaVMDncv6Lo7ajumi4p5Gh7eVcIwgnpns0qNMEARoXazCE95SEDRkL5lxiWKY+p3QmsmguRr7K5d3MHwWsqnXY3tElZ+vpc+cEbOR7kKlp9n1Zh1pj1eyfRh7A5IimEHPy7BR6e7qE5c1Y1TCfRSfXMFZJPKCTfbWG2bk5tCXjsofzenju8Pz867/8789pff/x21+ixqkO+CMJeCIt+PFTp3DuwiV0pBLYNz6I1qhPGIFk7lH6xrErWE1nsZEvIpfNIuzzozURx3hvG8a2jyKdS+PIiVO4OLeCUDSFbRO7pIV68swZ9Hd34rp9u7F7+yicahkb6SUpAHG3O35uBo8+cRROtYqX3nIttm0fEcIQySPcDdhZapeqKNq26Cv/6MencXJyAWWvD7e//G707DmAR44exfzSGnzk0/N9CU4xduBeKfshgXbFIBQpAEOQ0p2VspfrzYfgvyoMkVFKvXMCrH6VixJoFTar+lnQF0RmaQmXzhyFZecRsKrYuWsAd959K9bnFnDm7BQWV7Lw+2JSGKPMA1v/ydLmnkIpoXgsjFg4hDbpqmnB6ckLyOWLiMRakE7npAMlFovKfsTvea3CdtTnjZEEULq/9H/hHHLRFg1ge2cnOoJeBEUqgMAD9UTrIrmRJlMyEsatd9+J4Z3bRW6BQOITTz2FI08dQzQUQWEjJ7JevGav68FyPovlagkjO8Zx6y3Pw9hgn8RuVbuErs5OTM9cFnxiZGQY0Yi65oWFBSlgMZ4i6Muclb/r7u7F7OwsNjY2hD0bikQRDMexuprDH7znT/Hwj36MaCwu+zpBUnXusVuDZ7DOBNyKsPyDQb8AuTQNJJktVyhq2UfFEB0cGhLZAQLUuXxO9n1eE8dieHhYcunl+TkprPOcIGjuDQaRyeSRK5LQozqlOL40BBsf34Z8Nif7wtTMNNZWV3HDgT1oj0Xgd2oIOIplXCrkEY2E0BKn8WMME6P9EqsxrhNtZW2QKvOCMa/lkflertDonPJNNbzjzz/9nNb4T+qLfgqsbrmzBli9557PyqTmpDRtFmSZchKxGsp2A4KPArJ5qVPiQ4kaF1JlVG5qFISmRquihJN2rQ5Fw1BtPsxNQCEAjw6+THBKGvYnPvEpTJ5ni0cVb3j9a/G6171ai1nrJmGtO2TecxOoVYxTOfQ1E1E5yKqNmV+S3GizIAFYKZ7t0y521JbUWoMmEDeBvjmIm0FZ9dmUOQIf/NzccC9NXcSf/en7MTOzKkCtkASamY9bGob/vwJWeQ3GGGuzBZlUei86OzqkilmzKxiLWbhhqA0ROhxGYvDXS8LmObe4gQfPzWPZFmcBxR8UIyylhcuDn1UrqVbxcPXXUOtrgdXXgqEd24TSf3FyEu2xFrR5wrjwyHF0IHoFsNqyuxu9B7fjkccPw626wlidOX8B65dm0N3fh4kDe5BeXMHig5MIVl3EPARWXeSLauPduXsH3ve+98qmbYBVMVQhIKB1fpUW4BagywCjVzCcmfSoKiqrUZzXwppu0lRrDmolsNXt5KbSreae2pRZdZOkz7Jw5OgxPPDAAxgcGBbW58z0ArK5slQ+qzUb/qAPLbGEmF0xsGZlkSAsD3K2IfLnbHOls6phL914/aGr3psJrA4ffJ5orFrBiEgCWOQu1ly4ZWqQFmHRuMouKkdfXTkWbWWCeKCuVBhutBdItsBDK3epNFfgEFhlgOD3wgongGgLHBqi1cpAbgNWJgvXLguwKYGU6NGyRdowOBUot/nV3AKvk4kGMKlkAoAQBUJZohfqjEgmwouqnYHV1QY3EoGHUgClCpxsXtiBNM9SCmwGWFVA4tZHA4iT9jMlBWD2gU2N1SYHCpXu6K8mRnrzWxumugQemyDA5us2QUpzPWoP0yxnDfzJqzUbn1M75PchFgyIcU0gSE0oBz3RGMLxFgwFW9HXFcIymRmvfivad4/I+qYNnACBohtHdorOmCWZ2YQtDWNVpWiK/cI5rZox1WNzBNVINo/nJmOVe88mO6rRwq8zqK1JvOzTzwKs8m94NTLKf7aSWp8JEHja/W26L0zAGq8REwWleeugDL8bx7pTwYzj4rFjX8Xpe76Ll/5sBK/17kbSMwIvzzppM6Y8TV2MNqRFVjvWm0HSx4ICI/j3yFSo2FKUku+p4WZTrqIEK1cQh3m8/feveo3/p//8livkawxLTKr9BBoFYFWtybI3egmmaWBcA1ObxU11jkm7pNYD5P5DoypVuNw0CDRsQo6DSfp5/jCh5kOcZr0hwKFwqx/RWAj0+VrfWMfR42cwNT0Nv8OEoxWDw8PoHujG9MwCvvmNb2NteR0R7lfUIq1UkAqH0EtN1qFBdPb0IN7SIoUV6oASWOX+yYSLG0Ljs4iTrA2yaxiXdPcMYWBwDF5fTLEXUUeB417zIE7NNk4+glYev4Di9bIjsiIE2zxCRnThC/oRCAfEDIVzqOSWFbvVy84UstqU9AvPI7LsmESY1n0DoDIZM6xHA7yaVm3GX/wdW+H4IHhqumPMfeXP+XwCaUvpafzym9+BucOnceiaGzDx/Btx+6tfjm1jO0QTmgmjKSgzoVVno5JvknhBg+RSvHRKCDpANBiXAlyOLZvVDKyaF/GWBGYe+hpyj30DPYMR1JMufJUCqmUP8oUCCjkHy+sZTE/NY/VyAVNrGWTLDsIjI/B3dSCWW8NbDu3GaH8nak4Ry/Ah074TdW9CjELKmt0je4to9yujSfNlJKTMuEnsJ9uvMqh5WnFFgyoyf+p1uQ8caxpOXfzaA3jsG9/F0fU5jN99K372Da9DdyKJbDaDqlNHSLPQ+J5k9sSj1FdTxXOOJZNTGTs5fRwBDvhzBZIroy1+qdhWL2e9Jt741t+46vXNF7ztlXfh+OEnkV1ZQSriRWuCwCSN1rwIhCMIJ1Io5HJI5/OIdQyhfXQnrHgn8oUcPve5fxJ2lbSHS7fXlkvYIgXwTHspY3kC8yQ+8OAI+1wMdfL981gvlGGzDCLGig68PmV+SV0/M1fNOUpgJOBXMlrUoOaZwM4LKeAECaC5KNt0gi+haNPAjUzVkE56ldyXAS54PyQGF3Yj/eaN8ooDx++Fp1zFK26u4EXXF1Gh7mbFg4gfeHTKh499uQK/2wW/mxHQR3YDyv9QMknOGYKGZGJx/ZPdpM5f0f3jZsCilOvDro4Ifu75+2DlsmjhurfLIilwZGYFGY8XC6UKijUHdrkihnEBH5lcuvAjgJwywSnV6zi7UYId7oBVWIaVXRLQh9GNgC8aVDVFMgExqw76+/rw+7//O1hbXZZOv8uX5mUtsOW+eU9v3HExCnoGwJVSabKm6igWsrjrlS/Df/6930W2UFTvRUkxmtoaYzg59FWrNu8JY0A+CGpSwoWgEnMNyQXZach9x2fBSyRcG3eKdIycSTQQDunAgg7d2oyLQDzjEi3vYHI4xtrM74JkPkciWFxewoWpaaXR6vdLHmI+u2EQmnXbTB7iGWceTx0/K8BqSywqbdb8bHKOacIO17HosjIirlRxeeYyejrb5e8rXU12B9bxPz/wwee0vj/wzjcrJq/HQqq1HZ1d/XjosSfw1W//ANFwENfvHUeU5mHVEiKxONKZnABeq7kc5hdXZE21RqPYPtSHG8ZHMDrSD7taxGp6A+WahZJtyd7Ae8F27MHeXgz1dCLi96GQyyJfysGuFISRPTmzisnzl4W5v2+8D51d/JzK64KMSu5ttVJNGIfz6Sym59I4N72KY1MXYSVj6Jq4CRAgLAw7X5T5QOYf2bbsmJT9kfm5FLxU7NA8V5vxAaO7rWRMVNGUBRXLz45AsgjDAqyyyComk9TvDfpx4dRRpBfmEKzaCFtlHDq4C4PtSZy4cBkbVcAXjotGadDyiOkyW8u2bF0AACAASURBVPODIeqg+8V4zudxhcHc292D2aVFLC6vidQHuz5onsacs3GmaPBeCoFk0TOnpOF3U3crvUmcehljbS0Yb08ioo3mqpRD4Th4fCg5wPPvuhsvfs2rMLuxggzv8doaZmZnMTs7j1I2j+NPHhGd4qHudtiUY/BZWKzkcfDa6/C6l9yNajknjNb2tlZZe0eOHcXOXTuF1cmYZH5eecsMDg4imUoKWYldLARVZ2ZmcOzYCbS3tSOVbEUgysJ5GH5/HPfd9x28+w/+BImWNgWmck3rM7q5eMHCjeqooDkai3/Ei0KoUK6gqvSk+fye3i7RlaVuMU1JKd/EMypOk80w93sH2dV1ZNJpATgZ31EbPpMviGkgCx4qx3c0sDqOQj6D1mQCwXAE9331qxgeHMRAX5fMPye7IkV6As7dba04eOAajI0OI0zJAgHE1Wcy53WpUkG2WEY6W0Imm8fyWhbL6+vYSGfxzR+fek5r/Cf1RT8FVrfc2WZglZOayYJx6OOkVZudcjY2FVAuFB7MXJDq0FHGUcK6YwXZYe6onDzDYWpXaLMr1TPfYBcYtqWIHFPIXTRWHOTzBXz045/A9KVZWYBvfMPr8YJbnydAR5BuzKKjo8wpRI9H3NxUsCXtAgx4xDFUJXc8vA3rSvQ1uHi0gzwPSh6IbJmSVF2y9U3mlnqtYupwIXNhqjYvpUGrYCFFjpfvXUcAv8uXL+ODf/URnD07Je3gdEltZlttZaw29DefprFqWolNR7puMd3C1lX5hapQi+Zsky6ThNIelYSFw0H4XQfDMQ8m2sJoYZu6zw8fdXNqVcxnS3hiZg2TqyVYITIbVZLDjZcVd2pdSaWIgRTvs7eKel8CnsEUhiaUxurFc+fRGo2jM5zA+YeOotONwifxtQcFt4L4zk4M3DCBR594ErVyHdv27xYpgLWLl9E9OICJa/civbSClYcvwl+qIUzXYJDJU5KNd+euHfiT9/6RuIEa4JeAr2jR6TEIBIJyzQ1NFYNwbJn/cl8120pVrtU4q/liuHhNpgFyv5V2mDFO4FNVe4rcBWmhoNYM2wsZ6G4bG0U85sf05UXUagwAgnKIB4I+JBMpJJMtkkTzSw6oWl0OlmiU7oqcf175LPFEHF+658tXvTcrYPUFcCUYCQL8ogJWzYXFCimZQtU8LIctW3RTNYATk1XVDl93gnDjXUAyRS1vEUV3q2SskrnqwMPrjETYlyrMFQqIU1+V5lXUPmWrPoFVArIsMGyC/ubjNCiqV3w+ASI1xMlxkPviZZuuDy6ZqcRJ6zQX4PrPw+2gxitZtQ48VRdOdgNufk20vpgwqNWjNV6faST1ZRBSpcaqos7qPUs0VpkUKK26pz82P4P6vXnSJlhsgAA1U55JCkCDXQKsNpRM5e+qliif0o5kG6TfiwR1mWJhBPwuwv46OqNBtCTD6I+nMNKVQs12sfSCu9H/vOtFY5UyHj4a7og8CeDTVV+1520aVQmjzbTS0QyCw6wNrZQEgOr2FGZJE0BtPnFHvFMB6DIMalyaPo1qvW+GjjUpVrFktTbplgEm5nXFHtp0D+Ran/GebAKwBozdKuJAipPMSJFrcBF0QWgVq/UKpq0cjj75GUz+/jnUXl7Dr9/Zg5cvXgsrGkY9Rt0mrhUyJoQyr1iAurdZvSuTdD0XNGuVJlZySJKpwUIQwRq7BlSq0iaKO1521Wv8N3/r53TnhDrDDIgapGt4A1DlOW0MqLiHm3WuTzHTMirghDKTlBZmzcaQdnsplG4WKc08NgkE91NhpJDVxPtb55olWMG6jooDpPUsEoTlC2NhaQNLsxexMb+MSDiB7t4eBOJRHH7yCH74g4fhsegcr9uIy2W0t7VhZHQEg8ND6OjpkbOLUkOMPWhAwdZt/m2ezWSOWQTDRL7Gh97+YXR2DcBxvag4ZFvU4fdayK6tIx6MIeKLStLosAjKbmZu8zZbBXjOe+H6HNXdQZkADw26qNFmox4mfulFzakJIBQMhSWmoGu0tDnrQh4TA46/kn1RDCd1VrAtVbWl0eVduO9Nbezy/HoNUQEGKQ9AeZmAaAGeOHEGf/Fn70Jto4SD+6+D5QvgZa98BXbdeBA11w+7yA9CoJwxgWKqcv8gkGGkb5gkmQJ3EDHUPUW4/joqpZoAZf5QGB5vBeXCMjKTPwLWTyMa9sKmbt96FuVyCaVyHum1MlbyNSxu5HHhxDRqVR9iHheXHBet+/fAW69il2Xj1mu3ob0jgXSxgMXECNzYIDw1G0V+LgLlYmiqdBDFxMznQzgUhG2XVQuv6OQrEMewzdiCLPNOzha1L/FeSpznuMJADnl8yEzN48w938GjZ09gPeXHC15+J1784hdLC3OukJd1zGSZa7RuK7O0YCwqwKl4DujivGmpUE70poggQuAKfNFkAVFIMXusBiTe+LbnBqz+/Sf+BgszlzF56gQmT55AeWMVLRELiWgYhbJKTslC27VzBwKxFFaqXuT87dKK/dnPfUbkOMQARlX5r9xjtOa3KZHJjqVjSDFEMvIGrop7CZN4nCq6U0kpJGQ5VmQvUhSFwJ2ujinnee6Jlu7+oquzXxWZ4IpuaoAmKT5lSsTrssuK3EF2UDaTEx1FxnPC/JL8Qo232AUwIVay+MogRX6hi5eUcahWsbezjLtvtRGNWqjl63CqHtx/CvjmExY8wSh8ThF1xg8OzToZG1XgWjQ94x7G8VJxpsiSyDFTFxkGukwTBN492IpX3zABe20NSb8Xcb8PC8tpnJpbgq+tA0vlKtYKnLt10UiXtn4aQzJ+4X5IXf6WFmTLNk6tV1AOpeDkFuHNrwrwwy4sj85hFBCpjflcF21t7bjr7pfiuuuvwbkzp3Ds8DGcPHlerXePK2MuwIU2CFIUAB1j6K4+09HnISLiUi7Fxqte/xrc+cqXwgrpNn1bzWkCWQQp1IHuEZDOsEvl3JMcThUgbLb/Us5Y4iZXtB/lTHQ8uvBQExBRQFRYwsZj7mkEweW5Hjp5+yRO4T5l1rxhrAcEcOeB58HU9AyKFRteGu1WyBRUbFVTDDGFD9M1YPJbA/RcmJoVwJFsNoKUvA4pvkmRRwHb8l7wwK7UMXVpCgM9nXKeScwsGrd1/Pc//29XfX7zBZ/+0B8hvbqM7NoqqmToW16UKw42ijWsrCyjKxlGS4QakLYw6C7PryDZOQTX48XhI0fR05ZCdyoupnLjna0YHuojt1QKQx4WLSItwvjkfaJpT5wFP7jIrK6gWCjAdsjIs1FyaphZWkcpX0EvpUUqG0LwaE0lhUHOPU3GtVxDsWxjKZNFW9sASjUfJpcXsF6r4MySiyIJKl6/5Ixk2RJHYPt/QxpJx7HS0aPZgrpfT8XGGnzn7BCrajnHlfwK56HjVX4ulC8gqcvjI7CqHOi5ptxqGfPnJ1FeXkGgnEdHPIiD+yZwfm4Oea6pUBAt8YQqbrPgyOJOMCz3sGIX0RKLiE4p1+vy6hoyuYIAmXa1JoAnCz/M98n0VNiA9mrxUSIjIOtFzVMVk1G2gPFTR8CLnd3taAnwDK7JuvDXHTDUiLR14PW/+MtwoiFslPISIywuLGBheRUrK6uYPH0O546fQTISwQiNeiMh5IIW8lYdN99wCHsHx+DWCAp7pYhImQziHfuvPSBrbn5+TubxwMCAdE0q/xyfsFOJWZw9e07MLaPhqMQh4Qj3KJLnIjh3bha/83vvwdw8AeaIMNEl99M65gaUrOnCI4l5lVJZ9JQ5toxZZH+xywKoM/+lJAxlHHiN0i3luggHQyIXQBZqb1uHELUou9HR0Yl82UYmV1R7mMYm+Lr+gX6MT+xAMbchGsTjEztx/PhJbGTSiMdioi/rI2mBJCDXQSQcQndnu5xDBPo5r8iwFZmrelVij3yxgBy7ZG12IkPOtzoPGo8XTxw//ZzW+E/qi34KrG65swZY/exn/6HRlmJYFeqpm2265gBUmqQ8yxSjQLW0qUqP+n+/HOZ8mLYoUyE1LD+pcBrNTxFah1R4uEg3NjL46499QqpwfssSdgoTJzpvHrpuP1pbYtL6xEOYVyedBJYXx0+ckEQlGlOuh7wW/n2y/0LhsLjymbYOSTxZMfdQCJ0t2tysVRLKazWMRzH/0FVZfj5ZmF4yuIzmkarMGFYs++fYQnbp0iw+8cl/wBNPPKUqaU0PA6o2wCWN0hig2QS1/H0z+1TgWx3UKGKUBgO2aIA+7f1FO82H9s5OxAM+RNwKhtvi6I74kQpTx6oCSwAqFzYczBTreGxyGXlWsFn1l3ZRpUXLQ5KbEK9LabbWUe2KwjPWjqGdY5JMTp89h4jPj8Gefpz4/uPoqUXhLSvn7CJqiO/swtChCTz+1GHkM0VMXHsNZs9fwOrkNHpGBwVozaytY+1HUwjkbATZSuI6oo3DgGLnrnH80R++G0Fx71QyB2J4JLqwui2PpAqdfEnS7ygmplTRNKtXAnOttcR5IkGnZsio1yqwSbF9DEtLMRmEEcD2Fmo5yXzxKiDfclBhAO26eOLxJ/Hxj34S42PD6Ex5cezkNDZyZEaomIEtEvybfjlgLWE3iVFYMIhEIopojPpTXu0q7RHJgO9851+vem8WYPWGO6TVjIEVg3Th3bLXqVQBymVYThGo0zG1qtv0eWVMnlQCVLeCQLIDbjIFVF14GHBWy3BrSv/VYktONAwrFIFFTVxWo8mGLWdglfKwpHqrACXpptPJ6JVt9VeuEoOUibkJTcmY5PD2BbzwBMJwCFpVyAKss2EYNeTh7RmCG2mBY1fhJbM2uw43t6gMrgyoKmeyKaL8+8NpgJFmdqNqIdesCp2oCODeoAKp4ovKBEwDvZ5D+k9uLa6o56rXiXuu5oQK6KHfi0xxHv4i6O7xIx4OoSURBGOWiN+DjlgUnYkQkmE/Rtvb0BaM4NSBmzB8x22oVwtw6n4EfGX46hZ455i4SY6kEF/1vRRi1HUw16paHpS9QFUK0HI3BBQl69jos5mxVWCphbZ4R2NUlEaa4hrLqDW9h0lbSZ70ueTmMDVXULrsg02eWJKrNzGtNrHrzULY1rspWKYZbxKtm+zLpHVJgwfN9zhAWRf4sW7XcN63in/5xodx/G/OYGx/HHveYOO3nFvQXx2D0xKGZcWEjWl5K6LLJwC4CJkqlq/APAJa6FFroLuOgH7SVllzlCyH3mN8193y70/KLc/49d98/RUsJAMAEbjgOW2YquZckxYqEr10CzrHwbxGieyovZD7G7sEmEiRsUpdRO5RRvpBNKbJHiKLSwOxZCmJOYU4R2s2k2YXmNZuAgR8H/VeEEfd9fV1KY6GqeMML+7/zgM4f3ZSnHmZKFAKxUtNw74e7NmzC8PbtnPzREDaSTUjV9hYqshqXJ+rdRep1k6MjO6A1x+RhJ+u03yw8zyztgbYDnpau1G3XbhVMhjYV0wXdOVyLgXZFDUrg1Keke4e6TpgkccrmmSmo8W09vPvM7kxY2nugWJeqq4I7u8GbJWE360JsGeAcXPGM8HnYRSPRCXxD4f9Ykj053/xp/CtlTE4NIqbbrsVb/qFdyDV2Y5CqSJAmzm3zDVI3EVARLcsGiasab33Wn5ULWXQwuSHbMhyKQN75jEUF87CrW0gEmQrp41iroB8tgS7VER+rYS52RWs1IAXvObNePLYJXznox/DQGcKq3YJmVQ7dt50CLXZabx4zwAO7hpAtpjHxXQFvt5dcKIdokdruYrNJDGmnOcqzuGcNCwm0ZHkWuZZInFeXZhxZLZJgivt44bRYsFHA55cCZd++CRO3f8wHlucxOD+Xbj91XdjbPt2uLbSx6d+H+e4YUMaZqDMpVpFAC3+rNGSLB1KSqvRrCNTYBBNbYmRjHGqlmaqO3j9W371qtc3X/DhD39U5hv3ZjuXxtknf4yjjzyIXK4In6+GXYOt2N3XgbZ4HDV/GOsIYyXUL+DU5++5R5hPjJVM8fmKi1BaSnL2m64KE58rfVQWWdVWpu6N0uKMEwwVp2V1Fpr4STHQIEY5ZEFyfVIz3iazz0+ZhKruflPammTWs92TIC0L1nIOeTwNQxgDRsqZwL1VYii1fxPqktOrKY5WazuAah3oj+Zx8448RruDCHmqWNoA/uWIg6dm6koD2fIJSMPiK4suz/TYLAOq35pzg6DeYEsIr7p+O6L1ChKU/bCAp46dRsGtI9nVg7Rdx0I6jwqBX46TQ4CecVhAxpudJ92pGNbzZfzwcgZ2NAm3tA5fIa3OWHE+V5rMNHzig/NVWF8dbXjhS25F51APlqamcfihx7C4moZDgzN9thk2mflcbN83a4f3UklQSf1FmHsskr/zXf8Vu/fsRKnIlmmCRmr+yjTRe7qKS/R46GKGkRRh/GdMsszZ2tDM1B1hvGtm31Z5o9LpZmuweGl41XxiXEygR8nLqXi8IOY9CsSngRCBwly5jHV2KHn9qNqUbVAAu/n8Zj2bn5nx4P9LIctxhbjB/zf5o8T+Ir2kTG1ELgdkf9YxdWESIwPdDW1x0xXwwb94bsDqf3rzSwTCFxC55og8TjSRxGOHj2BjdQUdqSgiIXaRVkE2XblcE2ZrNBZFemNdWJrUWva5LkYHeoXJzAJANruB1dUVxBNR9PeMIBJNwK7aqNUrKBcLKGYzoklbRQ2MLHNlG8tr6xLDj2/bBp+nihp1xdlqIrEpWeu8BhvraxkUsgWMDo8hEI0g2ppEzevF984s4YdPnsJCvgZQh5r5QqUEpguMX8VrgbOnUXRWSZFhrkrnkPGuqKl8ink6z06ZdwqAUBJHLBaTHctuAc5ljxf+YFhY8Lm1FcyfPQNvIYOYz0JHX7dIGXG/iZOZrIubzFvVzOY26IrkCs35ero7UCgWsby4jJJdRbFcxXqW7N4ySlVVfOa+w7hIFeaVgWFzl67qbGIspOLPYL2Kid4u7BnoRtxbh8+pSMdM3rLQt28vdt18M3LMJQI+VEslrK1vYD1XwKVLM0gvreOR7z+Mbf2DuOHQAXgSYRw+fwq79u7Gvp274KlTAEW1x/N6FhcX0d/fJySd5ZVVGTeyRNkZaTo/2BFDFitB2O7ubgHRub5YzIpGEljfWBFsx65Y+MsPfhLf+MZD8AaCSu5FDAq18bfUVSjtoIhdiUSLjE+R3ViWR6SdWPzm+maXg3TfsHNBCivs4iS4rTtj63WMjI7i0M7duHTpAmbmZ3Ht9TfisSMnML+8Ab+HHQD0+lFyIpQOuObgNShm03DKZbR1dEghcXpmBoViQRUDRT1IFfP4N5U8j7p/xG8Yx3JukEwkhSAhjrCgovYRE6vxuh89fPw5neE/qS/6KbC65c4aYPWLX/rnp91zU2k3h9mm8KHKkHnImkUkDEGjwymEKhPsGGaWYhGYh0nkNsFB1drBoGl5ZQ0f/eu/wdpaWg5XcXHlgvD78fNvegN2bB9FSzQii9rjC0pFjsnTZz77GVycmhJnXT54KHMR0AyIBz51PhQIp3QxudhZPSeoKq0FZGGJW6dmILCa7uXnUpRzv89CKOgTvcxIWLXT8T18Hh9YOWUSFY6EJACnrtx9X/02fvjQIwKsKjxUV9oNaGCgh2dJ8J8NWFVjtqmfZMZaBZd63LUli9pKVJWcFR/qcwWdOrqifoSqJWwf7EO9koPf8ksSuVEu4+xqHudXy8jZVWGFckORILdaEeCUyQvfkwmaAVa92wisbhO3xMtnziFgWRjpG8KZHx1BZzkEq6gSnRKFrXd0YOyWPXjy2FGkV9PYce01mJu8iNULl9E3NoSRvRPIb6QVY1WAVZUMEFgtlIrYMTGO9733j5BMxRsuyUrQS5ry5N5zwxUDFn5+GXwFuJpgS7XobbZlN1evGwBa03zdBLS5Iat2BjPHDGtGVdgtFEsqODt18jQ+8qG/xk03XI/RgSS+/+CTuDS7Kq2G4mxJR3EpKmxqCZlrNKwwUynn52FQMTMze9V7s5hX3fgyuMKq80obuDCwyNQrUgbABuoEVllJJGvOQGwOPDw4hcUVgtXaBbelDRAQqCaMVTq+SsBNncVIGE4gyGZZJXRGB/RiBhbNoyhW//8ArCrNMDJhACsUlHVPOJXAKq2ICfQ6vjoCAyOoB/yol6vwlAEnnYZVXAJcAqtqDZoAaKvM3LMN7NOAVW1rpYJMBmNqXzMxYhOFRr+lalcxj00hgS2sIXmTZmBVQ6tkzDeBtMIWkgTHJy6o8SiDRD/ikQAibCMLB9GRiGOgtQ1t4Tgu3HIAO2+/VeQYSi6NDcgIVVrLyhxD84KN9poGQI1hRo3yKZaLmmWhYtV1sucBcWvbIrvTlcIHEwJqtvpdC/FEuxZe4N+g8IQlRbIQ2UcCoCqDEI5ewPUgRFa8q55D4NWcFFuBVS0D94xn1TPePwmKRAJOgTFNwKoKgc2900AuLIRrOeS8CSxVvFj1zuOvP/QrSBQs/E5pHGfaLmPo7f145aWb4fO3wgnFUKP/sxsWZgv114R1If9acNlXrVlKwu01rGteEAsbnBdSGWzSGd5+01Wv8V/99dduAqMa5BBwjs6pugDXAE61SSPbdQ2Ad8XvNIjFM5KJJkFEJnMBX0Da0qNM3kQLU7VOEbzj+SvadSIfoJiGsr/wYzaScm2Upq/PAI1kqhFM5PPYBbOezogWNbXMvn7fN2AXyxKU8/3IRAoH/Nizdzf2X3s9fOGgnK8NXSzvJvjF7htqGhaLNuxyHZ2dvRgbmxAn6irvD+c/50StiuW5ZcRDMUQ8YVhVBT4SAFIsXXVO2GFXTAzISvWwDVHHOyW7LONkkj4WxvhZCARwTAgU8fPxYcBUaovx9+ZsNYU6smCZKJj7YkAPYemA4+9DOGnh81+4Fx/5wP9A0Cngnb/2HgyOjSDamsL43j1yvpBRxWKiaZFvgCcEI2jS0aRZaq5Bro8dCh7uDQ5CsSA21maQO/191DMXRVM4FvSLvluRWmalirxPKZPF9MKamJhU8hb6R/bhhte+CZ/+5Kdw7P5vob8tiQ1vAMHhEXS2t2NPbxx3HhxFdmUaj0+tIDZxCwKpHnhZ0Niij26ASoJzm23AyjxD9nEmtnWlHSqt58KmRENjl+YkudkVnPvaAzj648cxF6ziurtehFte9EIk29uQT2fg2HXRbyNoznvFL2NkYUAZf0AVJwRU1VrzJiZogEk6oTRxhZkDHFfTfsxC0mt//peven3zBR/60EekoM9YNREJYvnSBdz3xS8gPXMRfR1xtMZ9aAt60ZlMIdLSgno4iVV/F2rhKL503zexOL8gIGfNw64RBSCaOFxORjlT2Kmx2XbOnxuAlfuYmPmAYFVFtM0j4aBo0DXHVXIPRIdTFdQI0LMgwHVKkIL7jlkHop/Jz+T1iQyAsORFQoGMS/7caO4qk1BVvJYr1/rQHrCVVo7OJmBVkmDGCHUXPdE8rhvNoi3sIhnzoFQL4is/KuPkIhmYPJks0Wm1xIhzU8+0+SY9K7DqAiGrhpcdHMfujjCcYkmKGksLC6j7A4gkUqh4fFjJFVHWhQCfdJd7pfOG1xkN0tG9S3Rq//nxsyiGkvDVCsKycyo1pe8ZUNIB7M4TRr5uPabL+L6bDqBvfBjrl2dx7vHjKJAFT2arlscwYLcAGUIgUPE89yyuGxZgJJerVYQtvH3PTrzlF96BNrYSV4qS1wlkpLuNlKa2imJM3GxAda4jmT9kcOp8RNawLrqJxJZyDW10RShiTgiBgDpXmAeSYWZiNR6okVBE8jjurfzsBWpeB4Myt2ZnZxCORBGOx7G6kRWT1s3WXgWsmnjfXK8BlczvOC7MLwn8N38uvo7Md44BZXHE7wBeAdkuXpwUAFPAfS0Rwud/5K+em8bqz77oAIb6BxBh54U2yrl4eUa0JikdNNjbLoCfj/roAZ57lDwoyX7OtUPt4AC7i2wbO4d2IJKIwR8KIJ1Oq326UEAwEEKyrVXmHd3dySSlURk7ySo0YHbq2MgVkOE8LpQxMDCIFLtLpEikWILMxWzKnuXymLt8Wdih1HNlR10wQtaoH8VqC45cmMP/eehJTGfL8EQTwgoP1jk3eC5VxPRPgFR27bBwo9vmxfCM94wMUJnrSseXebrZS3n9JHPIOcnzn19+fvlh0ZwxGFakLqeOlelJZGan0dUSEwd4FnvYPcJ/uddwHZSLeQHqaKaXiIbQ1ZrEyEAP2ltbFBCYo+45QcIKltc2sLi2ivUSpd9slMoVBEJhMdsTSUAyNsVMU5G0lIyqYtOT7eqtVdEVC+CmnSMYSIQRAfdjP3IeC2OHDqF12yhKVCQKhZBPb8icnJqdw6kz59HV2oWYPyI52sSecZyYPIOnTh3DXXe9BL2traiX2SmsJBKUDnG5oVvNc4365qLNq7ERxnMEXwmqdnZ2ivwcOycZ05ENX6+5mF+YU1qpgSi+8rXv4uN/82nUHZq2kkxEBrKwsmSvFwKThLM8G2Kyt3I9mw5izl3mHZSXpGmVejL3EbWvsYjB66ekX6Ilirtufb5IA8gO7w/h2997EIurGVQqOezadw0OHrgeXe2d2Dm+XebMfV+5Vz4LiX2MJVlAEBIRiydy5imyHYtFvCaSDjyegJw/lMfitmZkITk/CbSqM8lIEqnz6dLlq8/Dn9Oh//+TF/0UWN1yowyweu+XlWFGM9hkvlcmB6ZFVb0BqwumKsLfmcqjQfYbVUANcErgphezqfobHUsVPGl2i9ePC5MX8T8//FEUc3lpnTHVQ57+b3rjG3HDjTcizKo3k6xoTFxJi6US/vHT/4Tjp0+pANipi+B5g2LONh4ChPqziOsg9XsIwJn/hNHIzUKDc8JqYZJFwX/SwG0E/RY6O1uRiqtgUFgqjkqYeTDzwCPIdPNNL8SRY6fx9W9+R1oUWOk0kp/PxFg149sM4ii4Q7PICK4IXV4BQ88GrKoAU30i83q5F5YXHW3taIlHkAgE0Bb1I7c0j4HuHsvFaQAAIABJREFUDpTTi+jt6JQK5apdw48nZ1ENpYTVw83SXBurlNKmxSRGXMOVsZndFYZvWycGJ0ZRLpbFiIpA12j/MC48fgptBR+sggqUbY+DyHg7tj1/L46ePoXVxVVs378XCxcvaWB1GCN7d6CQzmL5oUn4MtSFVFIPBFaz+RxGxobxF3/+Pqm6cePjpkwWCzdwbvDqoZIDMx483Mh4MqC5CZ5MsG4Mq9QaIONJabY1QFP9XnK/tZ6qKQqYwNUEvEqj2IfDTx7Ghz74YbzqFS/HwX0j+Nznv4ajpy6KnpdUNKUFRkkLSHKr9TfVeKsWYwO0ms+zsbF21VutMFave4W0yQiSwMCXc4jJj12SNkyLbI0qhcOr0lC3SYKmtqCDujcIb3svnGSrtMkyEHMrZZEOkFZIAhHUYPIFlJEPwdlyEQ51Vu0SrBo1r57OWN1q+GQ+XDPkqGA2raPGtSisWCZAXmktoqGCMGdZ/RwYQt3Hm12DU3SAjTys8jJcFJUEgW6BlBVCVsSz9Y83jfK/D6yqRE9d59Z+dNVm3fxQKYkpgGy5nc8ArMp7y5zgfFTFDM4NcjtZXGVbbjxOVocfEa8HMUoERILojLWgK9GCyJvfgr6DE6LNVaW2Jtl4bO+R96Txl2aiNJlayCfSoCv/dt0UGTQqzPbEkgVkLAcZt4YK6AxsgXZDZF1E462okNkg4wxEPV60wIsELCTgQdBV7V3cowSMpS6TrACC+Zuj+G8Bq40CyKbawNPWhrknIgIhDFKlsivn0TMAq2rnqKLgBLHqAKvuCt7/X1+KV3V14zdXbsDJwhJO/UYab4wcQO/0COpBC75oDvUag0ihUynwVNpttdGZyiPV77Q2eIM9beaLsF2FQgrseuFVr/Ff+43XXcGcM3uTtOU2vVszQ9WAkc3gngAtBFC0nqRhRskZQtA5FBINcYJ/LDhyWhDssCsKxGPLtGEWsrjCVmoDjm0tAJpEX5IPr1fARwb61OtcXFpBa1snnnryCB55+McIUf+aDrMVmiVVMTQ0hJtvuQVtXR2yrwlTRYNAKl7QOrFsP6wBR48cQ8Wu4+DBG7FzYhcSbZ2qW0UzXOlmnl7bgFV14XO8kkR6/OxqIctfSfzYupOF2ti8dhb5GLwbJpQ5U4zuI88Ujh+fQxDAxDHmsxoGhJEqknumXa0NUGEYpTzfCC6EgxbuufeLeN+f/iG6o0m86tbXoHtiDHe+/G509vViPZMToIvPt+2SsIOMvqtpi5UisQaszNQw4GDOziFgJRCJBVDNTmPp+L2wCgsIRagLqfQRy/kCysWiJEaU/slv5DGXLiCXq8HdsHH63CJGn/dC3Hjb7fj0+/8EE91J+Ftb8Y0jp7Dr5luRCntwx55uhEqLOD6fQ/Ka2+GNJBGCjYqjxtacpRwHGR8tL6FYwVwq2pSGIDfPa7+K27h3SDzJ86juYvnUBZz40ndxcfYySkMp3PHaV+K65x2SNk46EbMNPRqOy/okEE8tXcPqFmkhbd7G7hgDZnEdEDA3oKQBVlTssFmsZZFVdbQqJpasIRd43Zt/5arXN1/wV3/5VyIjRAAhT03EjXWU8zmcfeDr8JTIJPagJRxAMhqR9kdqrqatJEqJFL72vUcwdeGy3MOql/Y05DWpRyP2ZFu2rHId6zcVZERmQRsUkqWrTChVRxpZpoahvql7Z2pFivlNwILrmwmvJcCqaquXRJvrX5ukyr6sgUN+bwBusx8ZQoTpaZDx1mZIBFZNfGyAVeIcfS1FXDdWgL9WQcDrCmv0G0+4uLDBNnTGKuzMIFzG00rtI1sfzwasSrt4rYaJzhhefd0w6sUCCgRc0iyge+CPREXTvkivCgHo/Aj7AtIeX6kpia5ELIrR4UEUXC8+8q2HsOKGYdUKaPd7UCmWVbHAq9aBYVHx+kQDm5JMlGqjOUuQ5AjqlQZRrRCoUswxs7b5Gn4fDERkzLgvUcaDDLUDBw7ArpTEg+GmF7wAPQP9ojfM+I6mO2zjJYhp9jg1zszNlMyaFDc0cKvOEAWom3lhOgjE/IgFCF1cM+cLX9vS0iayWAS8qBGZzeXUGtPvr7oWWxsFKwFCiyUsr6wI+NQ/MoqFlTW4zPv4d/Se0czY3UqgMPqrnGck2bAjz+SpJq6viPmvVwgVlUpNdP0z2Rz+L3vvGSbXdV2Jrkq3cuqIbjS60Y2ciUxSDBIFMUmiwihrxpKebMvjqPH4eebZb5xGTrLosa0wDpJtaaSRREtUoGgFkgpMIgGCAIhAAA2gAXTOXTndune+tc85VYUWKD7Afn/8sfjxA9Bd4da5J+y99tprXbp0ERuGBmRMzH7Av9//x396Xev7LXfciO7ODunc9PksjE5MIJpqw/qhAUxcHAaVh7rScUQjQblnvJdkJZMRCVeBV7WyKnalYu2wvR7kKmVcHBslzRyDfQNytrMwGo2FZU+tN/xTlDRUuVrDQi6PfKWO+aU8CuUqNvV3oT2VQISddVo/nQDhzPQcSqUy1q5fg+7ebskD2DnAQjqluKpWHEfHF/HgEwRXK3DDCQQooyXdJDSKUhIVcu5RQoIO7LbqNGllvpszQM4v6l8T5ONa8BBUDUihiXsitc99gaDk4F4rJN1VkWAI1ewCZi8NI+LWEPWyBT0s0kDyftUyatUKksGAmEBSUzUespBOhDGwsgepeETmEoHCcqmKQqmMucVFTM3MYmSugLmFDBYyeVRdrxgrcT1yfpNlbYqZHHPukx5vQGlGe+pSONk+sAL7NqxGioXbegCT1QI23nYLujeshdeKoFwoo1TMCXD8gyefQqlEUygL2zZsxZYtWzC1MIXvPvpdpDvSuGXfHtRLBbgEVkNR6bygpAfXl2Up42kySNva0g0jTeo6T09PY2RkBD09PSIVSNMqjkssFkcqlcbszLx0EnHMmXOdPHMef/lXn8Dk7KzIkvEQ4PwTyT0ppjEIo/+AX6QCuS/4KefkDaBGOQj21DuUYGLLfwCxcBhJ6iSHowJ+8v7yPFnKZKQ4f/vN+9DR3YmJmVk8+vjTmJjJSn4+tGUN7nvzW1jjRSgUFbDz8ccfx/nz55vyHzzbmPg3OlGlzUUXfJSMo+ihs6Kou1NFV1tiDEWIEGKClkwxkl48x2dmpq5rjf9bfdErwOqyO2uA1Qe/9sAVUgDmaUpbSU00VnQEjKQequPKQdRamWkyCszk1PRp3V7F9h8TjPJ9TEuV0uggOMNAJ4AXnj+C//33/4CAMmCUyohUIEpl3PXG+3Dr7XeIHgbPEy7mJbInylV87etfw7Fjx5TGDoNs3e4nbqgCTDYF26VSpn/eek1mEZoAWVqnGKAIQEAw2Ub/QB9WptmSoCUY6Yink3RWVgg13XX3fThxahhfefAheKkJqRqqZVivF1g116yC4aszVuX9NbDavIcEVr1Ip6jnmUDYR8FuB+XMPFZ0dmB+4iI29vdLRTbjenFo+CL88TYJ0ESs3Fb3TYIjCtOLWyc3HQUyVrsjsNZ3C2O1VChibPgcPDUbQwNDAqwmsh4E6HHERNvrILy2DWtv244Xh4cxOT6FtTu2YvbyGGbOjqBv7SCGtm9EIZPF1OPD8GdK8Duqxa9arErS3TewEn/8xx9BZ2eHCqAEAFZtHNSVknESrK/ZN1xn24Y4WjZbTsyGqdo5dEVeJ3Lc5Hm9jXus25/kPQk8sKKqkyVTrVagnYKLCM+8eOo0PvrHH8Nb7ns9XrV/C/76b7+A46dHBNBROq0SpqLuKKDVAKv6IjW7WjHuTPKzsDB3zXszgdWBXQZYVdpYClMjsEpjqRo8NoFVGkxVNLBqGHyUA3Bhey342nvgtnXAtT3wsJpcq0jwzuIH9YO8FhXLfXCF8QS4xRLcQg7eWhmoFa8TWG0xueJ107wpGJeqNNMxBoYEbVGvwLWi8K/ohU0mXt2Fk6vDzRXgLc/BdfMKRNRyAArkeWkhgtZBvjqwaqQATOO0NOe3vOwqbFT9W/MKtRcsezSAVdM4r1irKhzQ4Kq8hMFoQOoI4aAX8biFKNn0IQYrfoQsL9oiEXTHU1j9lp/Bips3o+T3oOwUEXIISmuzF6Ojp+UADCCnPsGIEegeQN3uJ3uk60HZ4yIHB1nUBUQlsBoUH3cP4vF2AVu53m0Cqx4vUvChDX4kyVAVgFhBm4rRqYIcuScvA6y2Aqpm9F6KfazuuAJxZXV6lCKi4ocuB8HVuxGwpkHLDOqYdEfxp//p/UiP5PEfN96G+pKDpzxHsffuBF4d2yHsAac+h4ATU3syVQCEicvzgYUMAqy6MMnvR8COexXXiIfMFN5nFo5UMYZ/hre985rX+C//6rsbe4Q6H9RZZxirrYXOJvhz5ewzr2GSrsBQrXtF7UEyQ2hQqdlFbD9ksq0AQGpjKXaJYauZxMiYCRpgxLT3mXOWfxpg0gCNZLAygeHsKOZLeOx738fs9DzCFo2HbFTLFdFj3LNnN7Zt3670ljULlzOWYIXZ+6kJxzm2ML+E5w49LzN637792L59D5KpNkSicfkcv9+S9mSeE2prJntCtaN6WagRPWIalDFvsiWRJ1OV31M5dyvgQ8VGKhEXVpBtN6QUGgmhbiszOoHS6RImW4ttjGqHMoxVk+RHYhEsFhfx4ANfxhf/4q9x07qt+Nlf+zB6d+2Vdt10R4c4RbOAIGtKZDrUmWbuicxt0UHUpSrNqDFzQ+4l56FTRW7iIhbPfwfB8iUEQzFl6kUmXLWGWrEkUgC2TbNTMppdLBRqmLk0h6AviEvTizgzPIbVQ+vRFXaxtr8NyZ4VeOAHTyPvT6N/aB0G0j4k7UW4yR7E190o+t907XW8NLmoNswjTcGTybiJ04TRqHWvZT55vKh5WSByESELsOYIo3bk2aM49eRBzBULiG8bwk13vRZDQ0PSbUFWl+X1IxAOoua4KIknAMQEjeNjZCRE0zJAaSu2M6q1y3li5m1DFqDFbEvYcLJe1HnQChIQUHvbe372mtc3X/Cxj/6ZFBB49jH2YDsj99wfP/gPmDt/EulIGNGgT7R307GYGD5V/VGUY534/tGzeP7EWdVG72M8q/SOzV4h80LYROo7mkdjr2D8x1VBkEGDIbbqrRSgxBjeGgBZ5pqwK+siAcPvzXZZvgfjSVM64/pqdCdwDTWcppsdRkYuhGQOSd4bZpZKFkDYSBLrNWMlKR542R7sQ0cog60rM0iHArACNrIlF9877OJynqwyxaDieeCj3uE1AqscQY5mGBXcvWM1+tNRlPJF2LklOUOoT8zzj2cbQWSCgQR7WCiSIim8iMcS6O3pQc0K4a/++XG8MFMQQ8Quzs0KW75Lws5TEiLci5XWNTsJyjVFdODXV/rJDLy0XromiCwv/Ph9PHc8WLduDaLxqJzDPT0r0LeqF8n2NiTa27GUUwY4ZEJSyz0YUHNCFYeYB1Rlfpv9RLwtNCPfFIoYI0u3giE4sI2e5JoW80Mju6HATxfpVEqk29gBSaYlJVYajWMcR3boxOOIkAHt82Fhdkbu++T0NDZv3YGlQhl5yltJLK5yASFPaCZ8EyRRc9/sjXLNfsoQKIkFM+8VkE/JOEpnaYYlz5OlDEYvXxJNYxaxmmBsHX/2kT+6rvV9++4tstewGFqu2Ziez8CKxTDY3Ymoz0XCcrGyKymkIoLPLFakrAj8AY/oRlLyI58rYW5uASMTk4i1pVGu1zB8bhgLc4vYvnETbtm/Bx1tCVSlC0WZUkubOvN75nd1BzmCs/BjbHoJlydnsHPbEPr7ehH0s0OsBJeM4mwWC/NzWLWqF/2r+9U5QzPcugcOmZ3FBeRtF7aVxJnpLL5/+DSmslVUA2GJK9j9qDpbFDHDy2vgz6hPre9VYy8R82KFKVD2p1GI1EbZ/iAZqwEBIEXag/eSklleyg0FEKIZ2+w4ctNjSPpVo1C5XIVTrUmsTE3OLWtWYcv6NejqSCMAejaQcUmAUDZwmcNkp/Lcp7v93OICxhfLmJiZx8TsEibmM2Dm5LUog1aV/a5xna5iPBPbKFfr0vnqVPJYmYxgz8YhJJjblm10rh3A9jtugScRExA2O5eBx+9iYWkJx06chM8fEhbo2v412LV7Nx558jGcOnkct9/6KnSmksgtzAmpwWNRSog6wBXZOxhfsKjV1p6W8eBy5L9ZOKFZFVmqnR2dje4krnFhq9aV0VU2k4dlhWTVzizO4p+/9y2MjJ2Tjh5Gy3aNuTLjCuU/4WHXj8NONGUMVisUUcjk4C9VpMMuErJEv7YtkUAyHkU8HERISGkBxOJxYeoyV5d4lPtdIIBsqYLRiSnki+wW9WH1+n54Q1GE2zpwaWYBX/3WtwXsFkkIzX41566Je6j1qs47g8Eo60njl6GA4WZXMc9CysQYDKCpSe9gcYH7ziuPRpzgttImXhkXGGD1G9/4SsN0YvmwmICSQTSr+FyoRo+0UZVp0ZmShC4QaOh4SfsGGTA6IG0N2sxk5oRmAELtk8NPPYUfPfwwOkJhJOIxxOIxLGYyyBQr6BoYwuD6TZhbymAxu4TFhUXMzs0hHqcWyAKGh8/KJtDKVpTgTzOnjF6oqbCIELy0cGqBaR0IazKXMiLRNXxqkXJTvPW2W7Bjwyr5fjycpBWSCR+F4mlm4brYt+9mPHPoGL7+zW/D4yPQy+Cv2aYvC7wZUjYCzasxVqVh1Tg364V/LcCq+ay2dJu4ADKcsytl1MtFxGl8kFnAzjVrpOo5Xajg8PBFcXNkYM4Hk1m2YvDa+Hdei2gzSV+ug0pXGKGNPVi9ZT2K2TwuD5Ox6mDjug0YPngS4bkaglVW5VyRAggMJrHh1TdgeGQE46PjWHfDdgFWp89cQN+6QQxt24hSvoDx77+IQLYiepCsPBFYZTLb2d2BD3zgfejpVXo5ZKJyUxcTKh5aWufXHMaKpaUqlILjtAIqOihXARgTYtUuxU1U2LqaRarae1VgybGQQJmaa7otStq1BCBikKJYAmdOn8Uf/N4f4s1vvBd3vmYf/vLjf48jJ4ZFAF65iSv9FrYcyOtbrkuMRrQDvBHt57gvLFwfY3Vg95vE2EXMfxsmJjZcasQSOGflmuAk9XZF/0gDj2RHcg6wdTzdDU9nNxyONdt3BFjVTe68fjK7RG6A0UsdYPW0VISXAVwtf41SAGqXIFNE2+Cowgv19QIU4ScIpYHVOoHbMrwU5+/olkq9z3ZRJ2O1WICnNAvUVWuZek/FVpUD9yehzZ84Fa4OrKpXGykAdZ1yTDfhUskYCWIolpX68CuNmV4aWG0CqdI2d8V+oUFB14KnriRK4lG/MFYZpIRDBFYDiAWC6E21Y/3aLWi/dx8CGzegZOfgcSz4vGRvKw0hxRjQ99uwlFrmopFwMQxW9a3YNuyiSg1WYYOq+SuhlseDVLxTXGB57ygZYLlMPgHaJYTZ8m8WlB4T9XEKPmZQ+nJSAMvBVZpxXe2hQFT1OwnhNWOZe7TRyV7+uoBbRdkJ47LtwbjvOXzqlz6E0W/b2LOpF2m/hdpcGdW2i7hhTS+2JFcJyyYqyTOTG9USJQEmk3Q/nbgdLRMgX05pGXqZKHAvVcYupjLOveqGd33qmiOTX/k1mlc1HwYkNWNpQCm5d4bJw+BV9h3V3ifGUwwuNTPJPJd/CnNSJ/RMEshapW4XGZ1mzptESEBZtktznxOQT5lhCVCruy54FphFYaQCDLOKxdpgOIQy9a89ARw/dgrPPn1Q9Hc5Xiyi2lUbfX29eNWrbkKqo4MOlQKo8iHtXcJEVVJFBHICVkgMJ549dEiYUHs278Krbrkdnb19CIQi8nzFVlDaxjIbZQ9WoKqMS42tfwQTlbkOzwF+OYIfXD7SmqrlZvgcsm+NLEChUFCJoS4ym1ZoM2Ym+eE0ZsujuV98Dd8nMz+HL3/+c/jKNx7EbTfswttf907k6h50buvD9h07pUVRzDS594lbueoBEtZkS9eQfB6TVA0Emt+ZgrnHLWF+7BzKl5+CVZmhRbVIAFDrkUzFarmEelkl5dLOyRbSOlCoOKjla+hasQK268WpY2fQ09WLgb5OJGMWrEgEpy5N4oFvP4F4/wZJqIK1PLbseRUCHQOwmcw6ZXmtmQ+thXq1P6kHz0NKj/BRJwPf44VVY++kX+bU9PFhnPvRQZy5cA61VBhb7rgF2/bvEUCL0gE0Vgx6aZwRFU35bLEkumvcM0VHXuum897xPvDfInskTsgKHJK5que52Yta2XBy7YwTtN6vYXHzWt/67g9e8/rmCz76px9V8Yawn1RbOIHV8wcfw+HvfxsdIR9SsSDCEUu0T2NkZtGN2ZfEwZFpPHLsJBwWR0Qjv0kyUPGRRxVHOXc0cGkAd4mjCKjJvkbzIbWmlGEfUCtVrgBpzXiINp1mNHHspDVXmOU0DNEMXomvm2emAKsNzVRV3GbCzXVJR2hlEKMrb0b7X+vcGs1z831C/ghcn4PuWBHruzKI+ryIRBxkCw5++IIHowUWs9R5zO/mkxPi2hmr3JNqdgUDbRHsX9OLOGqolYoSH7E9mPOZ8yvGsznoFw8GsqxkfsGHUCSORCINbySGrx46ha8dPCV7DjUhBXhknBVQOrZqP4jL/GHLLofKor6j3wu7VBbd7qpdk70rpAEGs3+bYpMVCMq6XT04gPe//2dwYeQcDh58FolUClt33oBVqwexmMshl8lKVBPweBGLBxuse+4BDYIN9e01U5V7HqeItGzLelVtvnIWqamj7p0GfPlzw2RlbM78kvF1MpkS9hylHMiWKxYI7FA2xY/5+QUZAzLskokEzp05jUQyKeZCa9ZthC8YxWK2IMZjrWedWX/NPUR1/5nYTgBXstf0GWjmsPyb+YfE6goops8DuwKymQwCen9tLSje/5E/vK71feMNG4WxyTWYpYanw9jKi4TXgy2D/eiIBdCdCiEeotSWLedxMhhGMhGFTxzmqRHr4OzwCA6ePo32jjY5o9mJSE+Sro527N2xDW3JuLSYF/I5lCgFwH1clIk88t3KJCUEojh9aQovnL4AfyyKdRs3I93ZgUiQXVEuSguzaA95sXnNKjkfyDaVLniHnRxVZMoZVHhWVusoORbOji/h2JlRjHmU2ZjqmGfOVRP2KmUoWLAxbNVG/Mdond1yulAp8jmUpmh0UGmNVYKqQQKrOg6g1BpBZ3Z6eByUZkaRnx6D5WV7vNrjw34v1vatwNr+XuzeOChGZH6vkjlTt1XluczFuNeTzUzwv2LXkM3nsZSvYHYhh9GZJZwZm8JstgjXIrNb7VtG6og5BvNKBiQcY54BdqWIoBdYP9iP7nQKyVgMr3vTvYj1tCFnk6lahkND06AXE9PTeOGFE+jqWIHe7j709/Zj5ao+fPFrX0Q+m8E9d94p15xbXEQiERc9XI4XGen5fE4AVYKnLKJIgZhdBrWaSACwSEFDUDJLKanINZFKpcQzh2uNwCuBU5HW87rIVRZx/uIpjM6eRZ2Rv2vBrvhQq3hRKXmwOL+EymIBKzo6EGesnM2ilsvLrtoRjYvsSTQSRpheIn5VfCR4zTEi+5j+OCKFxO5D5no1Je5HczLmlT5JMpkz11D0eLDoePHl7/4Ah04OC9DKNSCEIV08VjKAygvCmDLr5j+NCWlyR4upujF2lGxGCCDNs4rbF9f60uIrwOoV+cYrwOqVe74BVh966EEdNFJHSbmzKW02BSjFY3EJrnjIcaIFqGei3XpNkmCqgZLcCFNHUTplkktg2tQZbMW3JSB1HVTr1LoK4OD3H8PRH/4A3ZEwOuIJWOEQxqdnaVGHssePE+dGMJcroawrkVw0dJJrMgdVK5m0rBMMNNUPxWlsASkZFDQdZg0QJ+/DWrI2IVELjISNGiyfD297+1tx4NYbJZhiO4NIInghGq6VckGuo7OrFw89/Ci++TClAKg7yQBSMSaXM1Zb26H/tYHVVjmBNIHVVErYOdVyEaU8HX0Lwki8YWgAhaUlZBwPLi/mJDEmO6mRrIqmHuRwMfeZCRxBwVJnEOGNvRjaugG5TA6XzpyRytn2Ldtw5pnj8E+WEKoqPUOaV6Evgk137MLI6ChGRy5jw56dmLk0iqnT57Fq3RAGtq6HXarg8qMnYOWq4s7MuVQpKDdM6ttFwpY2r1IHdChIc7I81qwdkCo3k/ilpYxU5pi0lioOcvm83BsGaRRil3lOVoFmJfP+CdNBWCqKlS0HuE6mJGn1sdWKz/HLGggG2eIW1dqDISQSEcQTSQl+52bn8dm//xze9MZ7cc9rb8LHP/VZHDlOYJW8DQKWBIH53VQ1tslY5UGmgjmVdGgtVkCq+Nf6EMbq3jerqjtdyrzK65ZuiAxmQF0pslbZUkbNVLeqOJLiws5AjzrHXrjpDni7euCSaUfwha+VIElpt3p9LlzxEaMRAMQUy83nATIunKszVn86Z1TNGUno+NCMdjeQEmCVTDK7ShmDEmCX4CWTtb1XBPglWar54KvkxWHXU8tLZVxJZDRBnesDVg1YtxxYVYzLBg9Vs8rV4dwI6a90tl9+MxuM1VZgtdm2rvSStXGHS+dRuqBy/kPYqhEmIAQarBBCniBWd/bgrZtXY3pnD2KvOQCEPahUqD+nWEN+18i8KMaX7N2SCKlBVwGsWgfi76EdfFv5nlJI47eSqapeR/MqA14LuKcBJwXiqi9tkyQls1umpCRxnJdXaHEvM6/iHGteV3PwqM96tQfDJlUaaAKrZo81BkbLX8c5n63VseT4cLl+Fn/1vrche6gbqwd70Bn2IlxcwmKhhp5EFOs2xNEf60ePxXOkDl/AAQv5AphS3KCqABiuebaCqq4jxVmnyQSTEngYyKuWS7aN7fqdv77WJY5f/OV3XsFYNUl46700ibWAQ8ZMYRnLlL+jKU3r+dxgY4okjhr/SCQkQXmYmm9+fnfFaDLsIOp8mkcTeKJki9LSojkHi3QquVLtf+a+yjzztU5DAAAgAElEQVT0e0S3nNWahbkc/vmh7yAzNw9qk7Ids0rHabeOfXt3Y8OWLbAYnwjYRPBBJV4Sb7DbhAUlzjK/TzQenzv8PM4dOYnt23bi3je9FauG1opGGoFIadkTMFjtu4q9x3Yxdm5U5Wzh9Sv9VBZVKeMSkHPGSADwuzCpMW38bLnj3/kzPvidBawT9q8yveBr+J5suZfWRiYcfj/4Wn7mX3/yk3j4c1/Abet348P/9bfRvnsNim4FCcRQjwVF20yKgbowQXYpi2gsIBiQvRFbNKBjBRibe0agJzN2AlPnvo+UlUeYbdMlmlX6UHNsMTqpFvKSxBEYq9VYMGDuQSOiCHzRKAJsn3M8SHf2wPH4xUTGqrsI+4Io21586eFHMJx10N63GlHLwi2vfh1qXguZfAYBn7oWYffQYEszl+Qc1BJIkpTrlkE5q8mKpJ4mWzYX8jj/g2dx9LEnJGkM7BzE3W95I9Zv3CwGFuq8dUDdEYKsBMRL9RqscARBHmeVCmgtaZjT8jna5EsVG1Q8zM8VVhu7t2jioduyZe/ULGATKxDYb7wHn/8vAVY/+jH1+WRRG6DBb2Fp9CweeeDziNbyaE8EEEtEEQtFpM2Sn+fxJHF6sYx/OnwEBccLP1vQRU+uabola1fHvBKJaODCFDtETw8uUomk6LCzc6hjRSe8QT/OHjsh79UEVLX+rS7SaYMB1dPl9SAQVAmz3IsGu16fMbrLyCSzsh9xTHVx0hQuVLHVGGbpuJpsW/2d+GfIF4Hrd9GbKmMgsYiAW0c0BuSLwHPngriY4/10JP6l3A0lYK4VWJXtnIapPktkibZ2BbF9RQLZXBEhtvz6RbAHIcuPdDyCWMgSCRWCBnTWJouNjPBILIlQPI2jU3l84huPYjGfEzNKtly7LoFSvo5xqSXxLPcLro9gLAbYDtxqDQWSJXi2MEamuZhmTMv5TGNeFgOoca73a4LjO27YhmQqIUWSXKmEHXv2YGBoDeYXMyjmC3Kv65UK2juSst9zWhTzdCtn/BsQuTZqn5J9yOIR9xCRb9AO6GZeGBBT9nZH52ASh6miG2U4KmVKE9B0you29nb0rxqQ7zk9PSXnC7Uhp6dnMDc3L8Brf38/zp46oToD6i56+1cj1bECC5mCaGEbxqrZc3kNrYCpYqM2C08EVluBVj5fAX06/6PklOOIcRTXvTB3y6prwZxj/PNPfvf3rvn85gt2bVmjyR9eMUaqeAPwR2KwymVs6O3Bmr42xHx1hHxkgWuwnozMIB3gLcnrShUXFy6OYXQxC7dWEz3yof5+bFi/Vq15AWRJUilIGzyB1VK1LOdbnUUt6oC6QNUTxsWZLJ55/gRm6kn0b9yEUEcnvJYP7TE/Yt4ahlIh9Kei8FYLYnxLYhEN2bKFIqrFIuqlHBySsWwgZ1t48eIUnp7MSQcnjeVk36wVUS4VlN6mdMhosFu8qbQ5VTAq+IFhgDbiP6VTJy3qNPVTOquqoMr9ymPFEApFEHJqmDt3Cp7SksxzkqDYbdmVimP3pjXYtWkdVncnECIph/JmAlKrmJsFPMnFGKkJq9qROK5CA7FcUSQTJhYLGJ6cw/DoFBYKRSHxEMQza46hEWNaVWgGPHUlnUiiWW9fL9LpBIZ6e/HWd74VRaeIklOWdRWLxmH7XQyPXMDwmfPYvmUH+nv6kU60IZfP4qHvfVNkkV5/z12y/mSdk61bU2ufhRcWgvv6+pBIxqQQFgqHZI+kBAD3Ea4jjnOeXb+UkEildMyRx4ULI1LYiEWTAkbX6hVUkMVifhwz2RG4gTo8dgT5LNv6u1Gr+PHsU4cQLxTR19WFQL0Gf7WKRMCPCIvlkZCsYxaZmDdSB5nxFQtnBFVpMC5GpCykaWknmSXS4UXCk6XMlCUEraJuRfDDY6fxwKNPIO+EUOY65b0yBtS6O0d1K6suHSWSqPcB6V5TfhOKc6ORGZOsqc29gRepvUHtEQvzr0gBtG5yr0gBLNvyDbD6rW99TTYDtvhxc+MBxweBIx4gDPDF0dPjk81GiX6rMqRyRlW6OorNqDUjtVaWObwkGLDrCEfCDVdQA7pyAjMZi4SCeOxbD+HE0z9GTzyBoGMj1dmBS5cuIxKJI9Xdi4ee/BHmykxIVaDAhWNAVIJlhgreODR1O6DRHZWkq0UKgJuwyqVUcNcIAgRgUK3fov6nA8E33vcG3HfPHahUFYOXgYQRQxd3eQJ9oTC+/MDX8a1vfxc+A6x6VAB4BWNSftJsvTKHv6nyymc3ND40SN3ojblS08sEEOYWt7qO8zOpu0VdUoKKhUJeWgEU64LmygpsNO2Lot/Etgwd2FriRkvav27HYuBE1kPdRinpQ3DrSqzesRELc/OYPDMiG+D2XTtw8fhZ2MOLSNj0bfeizKO73cL6A7txeWYCY2dHsGHvTkxdmsDk8Dms2tCH1Vs2iTvz+cdOIDCbR7DuEWYK9VsJhIoWiw4sW9kt6r6qCpVXA8FyP8mOMiCXHhyTbJqxlXtuAj7tqMiAuBXoNgd60CJg36x2N1tYg8K45oNzopjPScXv3e9+F/bu3oZ//OwXcPzUOTjSIqfcJw0LhtfTep9NgmDuqbmO6wZW979WDnwCcQ3tVo6VXZMADA4ByqrcT2mMEx1P1SIn+kdMboMp+DtWoR4PqnZZUpUYiUkV1gPHp4xDfMJYdeGWqnDp8FspwItFONJ6xBq8Ns9qeL//ZByq/DXNzdLrg0ki11cgDi+tdwnF1VxJJFArwI2l4Ut1qGDIQ/adD55qBcgtwK3mAKcAql4S/TUNaSJPpdlPDYOp5axSzeZsXKXougmioLRKNFdTOYKqAkRTG1kanTQedSWMrJ7TBATVvmD+v3psrhuPW55nwCS2hTKYI7MlJC2PMY8P24ZW42dv6YATbMf0a+6Dd12P6FFbdLL3UOJDM1YbCa66nqbAge6q06wTadOXapv61mafUletvgHvbkess/lNWto91Xvr76xd0gybRTiv2gHcfL4ZXWHLaiDW7KGtUGqDwbBs2Bq6SBo4EGhdv5AAvDA1zd4vuDCb+B3MOwEsVjy4lP8W/uLdfwj7vBcbhlaiLx5HrZjBfP4yogkPtq7qx4b2fqSDFqxADcGAi6DXguWj2ZAPdc5DKe4RWGVCpM4YdVaqNlkprAiRVenWbfnwX1z95v+Un/7HX3zXFUkh9w9JrOXsU2eIOTaaoKli6BgAq7nXNXUh+Tqj0SkrUrfk8WcMzJlsE8BREiwmETUJLFkbZJDoBEmDQQJYEVzUbf2m/U/OPhaz9H3h8gqGo3K/nnr6aRz+3iHEUknQs55tbh7bRW+6C/tuvgnpFV3S1u2lq6zNdaB09lh8kTNAn+28bp7Zjx/+MQ4/+QzW9A7hXe/5Gdyw92ZY3iBsyvroPZwggMhTGNCIzJdSSQDSBrOG7csC/JgAXCViHFMW6ti2zrOATrwmTuB7GODQAJsEZiX+8FsIxcjqCCFpRVHI5HH/Jz+GL/zTF3DvjbfiN372wzj27AwCHWG8+WfvQtXnh11pgqeNs19r4l6t3EA2l7huuxHUAjT+cxFAFXMLi1h65n4BzckoIThTJzOV7f6FEsrlijAVxbBMM5LVOUrWkAJa2Imh4p8QEm2d8PtCqJXKCNH8sljGE88+j8ePX8DgntuRd8NYO7ROmEIcB5rkBfxeGVvGUwRp+HPGIlwgqg25Ccbx30ENrNpLJZz6/LfxzDNPYTRaxdDNO/G2d74bK7q6MTc3p7tQ1D1iu3+5VJJ7RGCb94LxLrXdmJhSZkr0ITWwK/eoZsv3M2CLWRcSR+prkk4ucTVvmltecT80IPuO91yfedWf/MmfNMFQkQ5Ra5P7xxMPfgGFc0fQnQojEAmjLZlClIygoB+BmoM8IvjnU5dwYnRGmXiQ2SXOyNyXVIFDimV+xiEeRK0QYmFlKEct4bJdQziZQpDfoVqUboTu/rXwhdvx4jNPyvMMe11iciFSECshuKiNstTBKO8vUijME3ThmvqOjkgBqLPexOgGYDX7u4nbWuMi8bPSDOzWuC7g4Z7sw1Agh5vXxVEIVTFXnoVj+/HcRQcTuSRqxTJ8ri1yEAT0CZzwMzmupiWcn0WAVIohfmVIY65Riu8Uj+FeW7elsLB7+2Z47CqiMxNIRH2IhuuIhX1IxxOSF7h+jwJWyVoNRGH5IwiHY6BBXc1j4ZGjL+CJ4QuYypWxlM2rzjDNKBZNaNFRDQirrFopC1jUOg/lXnLf10UrwyhVkgE0r6R6igK2giELqRQBqCBC6QTufON90kVFEkKpWBRjP3KIOzpTiIWjomlarhRl36cOIrWHOU8WZtUaY0s2YyPuH9wXTV5mcis1dk2wwqwxBVrZykiIMjD1ujiU9/R2o1isoVSqoburHbMzU5gcH5fYedOmTRgdm8TU1Cg62jvQs2od0p19mM/RfEcVNEwuZ/IYzj3mq2bNSpHPEH6EFa3WPR/m5yYuN2el/FznkNwXTO5oiD1/8P/81jWf33zBts1rRDeUOxwNkQgkhYMc20m0RUJ42+sPoFKcR8Bnw1O1EaVJk+tFOORDMhaVvLpSd5T5VNlBtVRGOplEPByV+869m+ZUbM6gJwHb3Qm0cg7xXK+KJnoZDs9Ix8KlmRxODo/i2GQFm299FSK9K1FhZ4DjkT0jGgohnUgIO5i5DsHa7OIinGoFezauRKJegT01Ck+1JJ4s2UoVp0dnMZbNwg3H4dY8sEs2imJkVAYzJ2M0RD8Ufn92KvqDETXGel9o5EZs1RYWPLXQ/dIyLvsCz4VoDKFwAp5gAM7SPPIXh1ErzSOou258Th3b1w1i/+a1WNfXJSxg6Zpt6bZRe4w6z6UoTYKEMdiigaNdEzPNbL6A6cU8To/O48zoLBZ5tmhZDq5TKdbquMnobsv+hroUZClPs2fvNuzafYNEqTSwpLwawWTOx0NnTspn3L59r6wr2+eIPMDTzxxET3sb7jxwByamJtGWSMIu1WBbHoT8FqYnpuV6V60eEKJFMOgTXdNMJiPjRPmPgOUXAlKukBdNVRpc00flwrkLkrum2QUYJkibQ63ioMrOxqU5VJzLiHREEPCswMxUVWIQy2dj7OI5tBcqUtATw0kxqmWOIoLammTHApve56WrwyN5M/1yWDjiGuB9FSCd+aJ0DZEgQcBckfAsB1hCGJ956Ps4cXlCtISZV7OLw5wNZo82i/Gl8nkT95qzpnXxtp5DSkJJ4UCLS7PXtcb/rb7oFWB12Z01wOoj33lY2vt6V/bJxJmempSDKZlKS7JJ7YtioYDZuVmEgiHEEwkUKyUU8nmtvak0qJgYURxeBdmq4i/tb8JSoS6lI60ijcNL6zMJa8WxZYE9//RTOPXMQURpdMLExu9FqVzB4mIW/Ws34IkXjuH8zJy4gvNh2vsNWEpg9YrF0mLktLytXl7704BVWahN13aOzV133Yk3veGAJBEMtlrF4Q3bipWyLz/wIP75e4+J8yj1lMhM+klQVb5B4660AquNduyWKv7yhWkWfmsA3/j7sjZnml9Qw4hjQ6Yt/xc9MbouMkgPUNhetV3wvlEHx7Re8XcCmhNYFSMv1vYJrrooJ/0Ibe1D/44NEmBNnh0RKYAtN2zF+aMvwne5iGTdjyqlAGgmkvJh0137MLk0h5FTw8JYnb48ganhcxjYNIDBbZtQKzoYfuQFBBeL0uZXowN5qSIJjgl6WoMiE1ArwFOJVpufiWeSqzUl9eCY35lk7WrAKufy8nGVwLABxOnWJlXY0vqKCjhSjFcHmWwG733ve/Hqm3fhM//4eRw9fkaANraUEEgxLTE/DVg1BwXv23UDq/teJ4GBgKsaHBN5Bxp61SvSSg+bLo2KCaYqe4qlQ/0jaeuzkvCne+Ekw9LN5eGcJgbL9iWCZ8RTBYi1qB0AMGCrFhWw6mSk3UfeX/5jAHl1lqEciA1gVVPmBcnzSiXTDSREbUDqOhWCMVW4tRIQa9fAqkBmAiJ7qeeWz8CpZgE7KzuGR4BVgqO6itkATvX9fhlgVYCaBrCqdIYMM/xfD1j9CZEANe9Vs7z83cCYAprJHkJZE5or1BDyRDGQCmP/plV4/Q09sKoeXFxzA0J334OKtwIP2/aEfWomb9OsSnUpqM+XZwibVIOp+rKkm8FchYCh6mEA1i4BVtVrzB9qrzavMs/X4Kx5X/Me8lIC0Ro0MnO2Cbe32KzoT77KdKJOknonxciSevUyYJU/N9cuFXQA844XcxXg3OxX8an3/AkwERJgtT8Zh13KYjYzgkDIwYbeAWzsHEJ7hK3ENkIEVgmOeQmskgGigVWCVDrZJZtHFcMVQ5WgpMwiSgkA2PzhP1++zb/svz/0C+9o7HdmL1F7nGqbNUIjCscwc0slDMvPEMO4bk2GJbnUs6+VUUxgisAqA3T1PiopNddg3t+08kmQLNIDSuuMCbQkrBpMExaRdJBqNgEDbCuIy6Oj+PoXHpLXkdlAdgzZGhErjJ27d2Fo/XrFdLD4fOpkqu4CvpmKC7S+nwZ5K3YVx46fwDM/PgS/48fdr70b977hTejp60fNdlFllwvbrjVoygSFoQC/F4E/gqMNwxIBV9TvWIQW7WAxteHf1XibtnLGQnQk5oNMVGNsRVCOz2H7azyahCfowfjcRXzuH/4GD372S7hly37851/6DWx61V4Upb/Wh1giiapbFdZbK9jTAMhbtIpbJ5CS8aDZHIfHhSfohV1YxNjxb8G/8KICRMR8piagKls6y0XGCxqQ0EC1OLTrh+pQUpISTER5/jFOdD0BBHgw1GxkMzkcP3Mez52fhZNciZInhGQyjbtfd4cANNxTqeOrxlHdNwOOMHleDqxyLnEtT7xwBoe/+h2MXBxFoL8DO++5DTe+9jbEfVEZY/NgZwqZQrx3Bvzl78xnELxl3Kpcjk2rKgGamhiHqXblivxO6V02NYXF/IaJoL52A7IY1iDntQEE3vqOD7zser7aE/7oj/6ohZGp5C6kaBHw49LRZ3D0O19BZyyAeCKCVCyKGOcTr4umNE4AJ2YKeOLUCOZLnDOqOMzvIIwhDRiyKEoyBbcN6jAKaGEFpP3VJnOIxjpk2Ft+JLtWIZrqw5mDT8paEABVt82q61dyCGJaKeeuYvuyQCbSMdLtwmhIyRAo9VQNYrQMQGtx+0qATj3JAKtmz5FP5riwTRrATlTwmi0DOF8v44cj50QuanzRRjHQB5capsV5Ae7tujKHUeyyK0kMHCcl3WTkQpQpo9rrOO8dpNvacNfdB/DaO27DkecP4fg3v4K+dAhD7XHERGqbrHnVDSXAgRWCLxRFgAArwS8rAttKoegLYHh6Hl/6xkOYmJoRYEbJKnDZ+2EJKzQoIDAN6jiGDXDQdMwQBNB7D7+PKY5xjMQokiQKBlEeF7FYEKl0EgMb1uGGfftknRdLXO9liTS4D3R0tYkhz/z0tBA0+CDg3tu7AvOzc2JaJGtC2nYtkTvw6gEy897s/dwoDLO7FVjlOpM1Vq5Irsnf9a5cgY6OLjFzCrPNf2Ee42OXUasW0daeQjrdjVMnj6GzqwtdPUPo6l2N6YWFFjMddZMMO5WMOaM7bYAUUwig87d5niHKyPzS8ULreudNl39rPVaTi/DP3/3N/3Jd63vzxjVyvvHsYVcGwe9qxUalkMGq9gTees8Bmat1u4QY8zQWA8BCkRfRkIVoLI66x4dSpY6lUl3WL/XIHW0sSVCP753NZeDz1tHX24X2NBnotgB4lRplDqqoOC6yVWAyU8Xl6SVcqoYR7+2BlWxDOJIApSSW8llZC5SpoVSfT3eP5ZaWUMjlMTi0Hp3xILyFGZSmL6E0NYZqZgnjJQ+m5hdQrFLD3CudJwJ6GwKH1sQnSMq9i4V/6n4b6R1zr6RIQJNQ0WdTpqCm+OanDivXlRUCrACcxTkULp9HvZpBPBSVzqjOZAx7t67Dxv5udCcjsLhvGZkk0ZxV65/nhQHT2JnC56h5QhCW+xo7b2pYKJRxbmIBp0bGcW5yFmW2sFNb1U92rpJLkn2uxQya8zASCUub/pbNQzhw4DViQFexy9rk1EUml8PjRw+hWKzglm27RIvUH7VEJmlmZg4bVq9GilKJ+SwSsQScSg2hRFSMr2anp6Ubs6dvpXRQRmMhFAo5wSzIVOVnk2DFM5Ks87a2DtnHh4eHMTs1K3tGd7oLBbuEifEJ0YHlMGcuncfCxaPCqA+Hu1C3QygVygLc0pSKTFXJ8KQ7zSOMWEW8Y2FUExv4Ox2L+S2/MFUJ/qr9LSQxH8ea76E8bvQaFpCbxKkgnjs/jv/18A8xW6qiSsKVxJ8q5VA5ruzODY1Uvpc5P8wCbT1bzJm/fPE2invyBFVweQVYvXKUXgFWl80aA6y+8PxzMmHZ1qwANGqfKNMiatgUC0WhlpdFZ7WK9o52JNvTotNCd1VhMZAhImxBVTkiw1Uo7/W6Eq7XLR+iBUbdPbo6aqd2Hqp01CNF/9KZs5i+cAET585iTWcXpmdnEAyFMT0zD4SiWKxUcPzCJRSNS6XWWnopYLWxiIzFlKk2anarBJkmuX4JxmqjfbVu49Wvvh3vfvt9sqmywmqAVQFFdYLFCvTnv/gAHvv+j6T1QbZVtmFf9fH/P7DKsYmG6RYbF8BUDjPdtktRbqMdykq60c1lcEEZBdH9EV1RxXCQIIJjSR0Zdnwn/YhsW4VV29djbnoG08OXRGNz5/5dGD5yCs75DFJ1uscCpXoVtYQHW+7Zj4VSHqePHMeGPbsxw8rz2WEMbhnE4LbNKOdrGH7kGMILJQRq1HJ0UClVhbEq8Ah11jSjxAypMb9hECotARrEIXjpCAOzhR2oKf4mWZO5Q7BQMwNMkaAJQjQBCQVkadhbZc46nNW2ODrg5k9ZDX7Pe96Du++4EZ/+zGdx+OgpqawpYPXlGautFTMBanW18VoiN0oBDO69RzMNqUuqEx0mOII61wDqeInGqnJtFMRXWpbZykZtMw8cfwzeRDeceEizNAKS4DuUEGAyY/lEf9Vljzfx71oJnkoOqBbgrRc0sEqZAQUOmuaMq30XPkPASwH2FKgqbutsJfbH4GN2QEYG9XV5zbUikOyEP9GhmIEuOTUBkSvwFJfglnMCrJJ968PVgNUmSPATOqjLGKtqHol/fYvGqk58/tUYqy3X0zJARiW2CZWZFkyWOSjaXxLUqiuexp7BNmzr68Cetd0I5AsYrlnwvuODiKxfiXJxUcaUHQiNddFgoZqgRCfDDRC1lcnaBEhlrTRgXnWxnfGuxl5oll2rRqskvy3sVbO/KsBWg4H67/wk1ZBt+L1KTkDHTQr8bwFcW9e5oqfqDgXNejB7PeF3JcrRBFaNPuW842K2Cpwc+QL+7r33w8omsXGwG/2pBNxqAZMLI6h7SljbvRqbutehI05R/joiFhD2WQj5glK1504pjFUpRtWFRaTMjhRjXXSh9Z9is+UBNv7an13L8pbn/vyH3n4FsGoKR8qHRrNk9T1SwLmSGmk8TzO+hGFE8QRBYBVjQxJII+yvso+G7A7BwHgkikhUOfUq4LbZctkauBrmqiTa1KcWXVMFbNnaNMSArLxnXMf8OAbaBC4eeOBhnHnxPDrTSXhdrzjSkzkz2L8a+/fvR1tXl3S9sJ1eBcPNa5HP1AVDfje61uZtGydefBHHDx/Fwvg0tm/bjje9+W24+abb4YuEMJfLiKwAi43UGHW0bp8JwHndjJF4HbxQBaIp5q4CEdTcM+xWvs4YXBlDHr6GfyfYJ0lqNC6tmpNTE/jU330KDz74T9i3aSN+99d/C049hYxdwYF33Iaqw/Y9JtVNM5/GeacBjcYaWTabGItIU6Kbgz8QB+wixk8+BHvqCKIBJaHAIjjvCRNzMtSYVDGh5LhSx4xdILxXBkgVAEK3ypmxtmhcV2d/gk+YbrliBacujKIQaMe52SIuTswJOPyWN78RK3u7ZH3QnIPjIaCpBi7lDNTacGY+NUEaF88/+jge+8bD6NyyHgfecA8G+/th83ywFXNYxp0gJOWEKhV5XxYEDPtUEmgBuvwKkGkxT1F5u1dLHyi5ChPvmffmz1qv2QDCAmJpgkErsPqWt7//mtc3X/CRj3zkilZ3BawqjUEUl/C9L34ayM6iKxVBMmIhQRmkYJRYHk3BkalZeOrsKI6Mz4hMgxSh2U4esgQ049wlsM/bWClTH7EsiX4gFACNqtiOyTZO7leU6ggnupHqHMSFw0z82QKr1hvHR2IzYZ4rm0AZM+0cb3ZcJtpqqmrZLT2HlATZT1bJTIJr7r15jpFsMkUcA7AS1Oj1erDDU8WNG1exNoaHTxwDjd0ns4AvvQ4hnx8z0xfFnE3iMR2iC0CuW3c5H6xQFFu3bBWm/IXzF1Aql9Hb24tEIibjFE8m8aZ/9xbs2b8btkNjnjIuH30OtaV5BGngSTkkxo00/BWTQp8Y3QQiUYTiSYSicXiCFmxvENFEG46eeBH/4y8/gUwuK/IJFNvh+qJkiQCYYrDG/YfSTaZQpljH5mGIAUZP2TBWaXSkCBRqvw6G/Ojp6cb2G/cg3dUl65sMQ4mVvB5USgV0dKSFZJFdXEBXRydmZmeQbkvLDre0sCR5npE2IbAqOoc6V5D9lszChlyEAlZbpQp4b+W7iNxYRVirjHVZdOzq6sTg6jWIx9oxPzOP8YlRZDKz0nGzZmgLxsZHxFV85cB6xFLdWCB7sqp0f80cae1sE2Yi5d5awHPJbQiWsT1ZWK1a/1x0MVtAN13w4SgbYNWcBwZc/W+/8X9f1/oeXN0nubK0H+tcKxlPYs+2Ddg8sArRgIux0XNSgCXzkvJHJGcE/V4ESYoJRVBzvMjmy5iZzaNEXW/KUPgDSKXT6O5ZIR0ds3PTyGbnxPQ0HCbATgNddoE4KFPSoWpjtmRjqepF3vZiKdopDHPb9SAYiiKRaiyS5M4AACAASURBVEOBZtLlkgD84XhMtJy4TlhcsfxqDtPcKGR5EKgWkLl8AdPnh3F59BLK2aLoMtfJAud+we49LcchA0dpFysIf4DnAGVoaGCk5o/EjaYDhgZVYjynUTSvR0lRiJyO0uSkVIm7NI/i2EW49QJiwQiCXheb16wUYHVFMoRYUMlYid+AlizkeMg+oqWr5MykVILMBVXyF5kgMfBzkK9UMT6fwYnhC3hueByZYk2AVRYvZO5LDKb02s2D80Vk6awAXn37Prz2wGtEJoQxDUkP3H/oLfOdp36IXL6IDSv60Z5KI9nTjum5OaRjSWxeswYL87PwhYOYm19AIhqXs40gYmZxSTCWVf39QoSjLmmpWBBJDTLOc8LstqXQy/8LhaJ0Bk9PTYu5Hp8XDkQwl53H5ZFLKOZKMl88i3PInzmFsBiOs/PBUuQ0YXRyr9e5kMSZKsYU4pbcr0YQL78TAJ17WjgsGE8gGESIe2IkCp8/IGZqvEZKHdTJzGdMSJJCKIHPff27ePTQCVQ9CmPinqpSB1VEN7GtWZ/NmKF5D1rze7NXmJzbPKvxHB378t8Lr2isXrHHvQKsLtvyDbCaWVyUygVZBqxgM1ghuGrTddvjolavY2Z6Wm101QoK5QrSbe1IxBOYmhqXqj6ZDVxgpJPzYGRCwUMxm8sjlUxK9Vt0aWrKBZ3mSGTAcoHb9RoqNRrnAJeGh2E5Dp589BH0JhMo5Uvi2sq6xVLFxrlLY1gsl8FjWAGEqsXFAKutrqZmUbTqmpqFY2QDDLDaDNSajqRSdRdnQO0w6dSxf98+fOB975BWw1KxJExP854maQ2HYvj7f/xfeOKpZ+CVthsCGNcGrCrgoBkctAYCjeBJg8Q/sQm0tCObjYWsCwq+E1jlgaFaFlkdVcBp68YiiZK0x6sESirMWgBaJVEMygmsuiglfIjtGBDG6sz4JOYujsOp1XDjbTdh5MQwcscnkahSp84j4Hk16mDT3fuRrZfxwsHnsWn/XsyNTWH8xdMY2rZOGKu5xQIu/vAUrNk8LHZ6e11hzcjmzWCHJhTGbOUKHTktVq3NtiRA/v8gBWCAVRkrDcpKp3JTHLMZsOoxb70fcv81y4pMNYVLOKiUFbB674Eb8Xef/kc8+9wLgC8gSSoTFKMZZw6f1uTBBJ7mZ/8SYHVgx+u0bo0BBWlsQracknMQxqeIyFdE68iAWxLn8F9s6wvE4Ym0w6V4Ptcc23wbTCWlXSczwuZ7ElwtAeWsYqzaJdF0hUNgVWDYl3RlN7EHEzmFaaqWe9H7pSGDNwx/UDFZyZQAA3K7ALR1wR/vknXJpKAu2jkOPMUc3JJirLK1hE6PNHcwZ7ySAmiyVSV4ayGMqjnQkrAYYFWASAJRhrGq/q1SRfV8JmuEcs17NG2ZFHuyNdK6UgrgpwGrsjFoDV5dlBFxWyH3I2ZFsXF1AltXJLGhsw1bVqZFv3qKa2zvveh84xvg+DKSVPN6eX/lHVsSWl63XH+Tlyp/azJOW4DVxrdQrTIcgY5El9JCkk7qFiBUf47Mqwbjp6m7alr+heUqwS7vRXMPFLjKsF5bX98CrLYecWRV8zsY8FQ0IfWaNsCqsBP05zHJIEVlwa1j2nZx9IXP4LPv/wSi1S6sHUhiIJmEr17F5PxlFGtZ9HX0YHPPOvSkQtLyGQ15EfH6BVgV7F+DuQQJFatIGQepDnOluaj+rszv+Njwqx9ddkq//D9/7uffdsX9M/sJ17h5CGhszMm0XrQJQFtBT5dmRS1MVukm0YVWgiOyV+rWNjIt2RIYjmjGpW4HN59pmIcmyTUJNRMyJk/8HGHLVCryPxlAiiFPgyL1LnwOWVrPnTyHf/rfX0EsQOAoKtdUtssIW0HctG8/tu+8AWXKgugWacM6EhDTFFO1rh5b/vme/JzjJ0/g8MHnkJ1bQNgfwj2vfzM++AsfQjAWx8zCgrROE4jgWdn6UMl1vRHrqDOT55J6ntKgV8m6YWgZDUICqUxuOH68V0xsZH4EmMAW8bE//Qi++aUH0Rdfgd//7d/DrXceQDUagQhMWF4UCF6TFcaZ7ag9Z/njpYFVJd/CBRgOBzB29BEULj6MJE0/aSDFbpVKTYrGZI8pWSB+L8YCrm4fJ1tLgcjiFi965NrogTU5ngssdnksZWBSKCBXqmFkag7r9x3AYtmLrz/8HWGebN2+FQdec4uYJvoCQRkT/s+HOfsI1ijww6wj9W3JriX4dHlmEmsGBtEdiqNi28j4XQRs9XqCm0F/QIgB/HuELdTagdpIDijZAWUUZDRRLcZ13DvqdZFB4H0yAGorc7W13dnMdzNvTeHWJHV877e96/rMq/77H/y+Mq3SvgD8U7pOPD4xLTzy+Hfx4tOPoSvkQTpuIRVPIBqKIBDkHk/SsB/nMlU8dmoYkxm27rMnWMmQ+AMKXDCgEytZVojttV5pfyf4ZoXIZPbBIljBdeuGEEusxMzwRdG0NTGPAKviU6DiILIE+b3JvCQ4R7kH+oyVK7Yw7CjBJCZSZCVpXfuXAlbNHP+JIoJO3s2+x/GOeoPocW1sj7rYtqEDwUEvzswOI18L4elTNoYnfQgFgqhSI5JsNDLMtIyHtOxq47LVa4bw7971Htxy662iI/riiy/KXF+7Zo1IErE9tr2jW1qx8/mMMAipVe/zBFGr5FEr54WxLW37bNUVDWnKOIS0AWpA3MypBc1CHD0Fjj1/HJ/4+CexlMvAw3tTV870wXBYroukFdlTxazl6sCq2XNVrK/kCuRPDyTPU0YvLkMqDKxehV3790jrNAE6AcgpDunYKOQz6O3tEW1VrqNykflYCd0rVmB2ekZY5lyfIv9BvVWa/FAyRIOQ5owxny+FUN3V2Pon900pdrDIVlOyAAuLc+JlsWb1Guy8YT+yS0Ux28rlF5DJzqKzfaV06fD5K/s3oGvlIJYKBRSKTaa6nCWGhGM6JjTb3sQCJvaRM6iFsCFnXYtkldmPWhmr5j0MsPr//uffePkD+yrPWL9mQHUD0h/E70dbMokPfuD/wr7t63D84DOiWerz2rg0OioanBE5kyrSHm5xH4AXpaqD8el5zM/m0LtihRQde1asQGdHh8yZ0fFxLGbmUbPzgIemv9zHub/VUKzSiNBBoeZiMldBxrXgj6XgdPahmM2JoRJ1BNJd3bLn8EygrIqHBSkdzYpJWyyGQJxsU7L/uYfKsQbXrmDq1BGcPnQYxbl5eAMe2B4HFrkdhnFII08f9VLJUiXwr/Y3XaW/orDEM0zuLTMJancSlAuF4LUCytyWFArmKtlFlCZGAbeMoMePjngQt+zejK1DvQj7HAQDZEYqEFd8KFg41CxwIdBQT7wO1CiRSANLml/ZdeSzBVQrLCg58JIk5jgYm5zB8xemsZCriLQMF5dii+sYWLMqW/MJ/v7973s79uzZKecPfTAkb4WLQqmEp144jLn5JXQFoli7bi2ciA+HjxzBni03YH3/ALLZRThWAE8/9xw62zuRjkTR1dmFUkHhOWvXroXf4v2qiGEj5QeU3rsj65VnHzshJyamMD8/L7FIOpGWawh4ghidHsPpk6dQyleQTiURqxZQPndeOorZkUXPE+6XIgfDMeS+ohhmKoBXoIj2EOHEFwqBxEcEUq1oHJFkEolECuFYTEBWZiYsXiEUkVyOoL0ApnVbinsjcwX89z//n7g4nxUjOQXRqGL6cmC1ic1cWaxrPUOW7wNmeV6R/2tglb+bX5i+rjX+b/VFrwCry+6sAVYLZaVxw81XNlAAYRE6VvRvtvyPjFyUw1kdUlwsAamULS0tqhY4fShy4RqHXNLcqelHkJaMgHg8JpujtNJRdyWrqibiLi8CzMDZF0+jt70Nx488L7IAHck0SuUaxhcWkKlUUciXpT2AIJ0kMBpYlaBWV7/NYvqXAquyHSiZVc3QcLBt6xb80i+8X66bTF4C0WaRimYj2zOCYfwtgbSDhyVZeClgVV1nc8G3VloMsGpA438JsMpxikViAnCbhIVtRKwOUwrAJMuy7WnWrkmueU0NnT0DbAqrpS56TYW4F4mdgxjcuQljFy5ifnRKRN333LQXs5cmsXhkFPEa2a7U8amjFnWx+Z79KHjrOPbMc9h84z7Mjc1g9ORJrNuxHv1bNmBuagGTT55DYD4vBy+dxdneIAkLA/Wacug0QVATFFJoDkH8RsBzDcCqvMbICGgwvTWYN5/TCLCWrSczjqadulat4X3vex/ufu0+/N1nPounnz0ildQawWy6hWt3zKsBq63ghnnf62Wsrt5xQBifwiBRPaCip0aZCoKPTjkPt1oSJ1s5GAUcVCC1iGGQsRVKwsPqtU8yZwW7KWV2er9LMs2ARvRjmfhXanBKRVIQ4K0X4VByQIBVxYQl47M1wFBHrlkLbA+UnkFZH8JWpTMlAVkCupZK2uoVTg4Cq0Ug3SGM1XqN7cRs+aarM+ApZuEQWK0uqeSdny0gFr+fau+7dmBVBwhaY9VwOa8OrCp2kGkHahzay6Q6rgVYVcZmisspc5IyDwDiVggru6MY6omh0x/EjqFurGqPIM8AemoeZwZ2IfneDyJslVC3y/CKoEfLyOv2cWElNRiO6hlKGVc9NK9Ua4Q22aSGXUrzqtb2c7OvyDs14i79ySI1oB4Nw0RTLNHPNUCvYcaquK25b7YC4a0/N0zYZctU/imFOSMRoD9P2oUcHxacKiZcFwef+hS+9MG/Qcq/EkOrIliViCPo+DA1P45MdQEr0kms6x3AymQ7opE64iEP4nSiJWNVDZrMMjLm1d6umBEcX2ri8lrVEiLoqTjca3/1Y1e73J/6MzJWzRibJzYZQhws9VnsCBFmRgNgbeqf8nW8Rumg12NrQFWlgSeaKvL2BiAVxiWNCegWrM99w9rkntV6dslwaMBW2Ao+vi4oSaRizJDpVQUZVeos53UrsI6MqMUq8Om/+UfMjs2hI5WQmF2cmms1DPSuwo233aI0WOuOaqsn81GfZTRH4cMwp2h4RKYMgfSaFzh68jiOPXsYublFzC/lsHfPfvzmf/ktrFm/AQuLGdl3DFOxde83zEqCAAqArDQ6fXiUMFnjuAiztVptgIYE+AjScZyNNifHslgq4P6/vB9f+uJnsWvNGvzXX/h1tCfW4NCLw7j35+5F14pelHIeWJxP3gpsJmzXCKwyUYHPQSAUxPzwYUwffwDJQB1hFvxqRRUD0pW6WJYCumLmEiBm0l8X12F+N+7zdGov18hmZZeDV1jGAkySrW3XUKq5As7yHi3li6j4gth9xxvQsXIIf/+Zz2J6KY9EKo3X3nYz1g32IVcsCuOGyTnH28xDtgrKmq1WG2wUAWVsShlY8KYiqBfLKGWLsCIxMcMRMzyfDyErKPEr7xvfl3OL94t/yjwRIzLKHIi+jWIcy7pUsS7BFrZOy9bVoqnKfxsGsmHAmbVngHTzfAO+8vrf+d6fv+b1zRf8/u/9jgYWlAyAAap4PgajEWRnxvCjr3wevswk2pNRJNMxxIN0og8h4lfF3JwniGeGL+HJ8/PaBEsZOAmQQeAu5Fe6rCFlDsp1x2OYa9zjVW3wBEoZeRfKBDySmL80jvmZGYm5VPLLbhGOI/dSBRLIuaBZeGuHViPhcXHm0iVUXJqP+ZUwkDBEmwV+M0itye1ywNWAh617iwERQ/4atoWD2BWJoWdFBNagB2fnhjGddXB4BBieojY8GXsOHJrpiBQ/JQ38iuQBYO9NN+JXP/xhdPcpbXLeZwVKatM3sssCnOu6+8euKfMoembXXLgBD0q1orif22U6n7tSJ6akUdAfhOULyP8EJ7kfslXb73owfGYY99//55iemZMuHU+dLD5laicyJSzYMsaiL0Czf6oxR83YSVypgVWz9/pp9hsOy5omiETQh8Dq2o1rEI5HxcBGmJPUeyzkpNOIBjiM6XmHx8fGsHLVKhkj7hGUdqPjOKUQeN6yFVyZ6Knz2RQb5Kwjc1mf3WaNmNyCzD251y6l/1XHZKlcwPzcDLJLWezdezPWr92C8xfOYWZmAotLcwiHKPexIC3XW3fsR+fKQWQKBWSyiw3GqipoNs+01uJH617O6+Naby2E8XUEwg0BorFwdaGO12ne3/z5W//p169rfd93zwEUi3kBlKgNvG/3Ltx2y63Izoxi9OxJpGNRdHa1IZMv4PzZC6gUy5JDRIIBMamquQ6y+QrGJqeRTnVjzeAgkpGY7L+ZzBIWFxeRpfkiaoglgkim1B6by5awlMkLoEpW6lLFwaXFPPLeEEJtnQi1daOYySqAjMzRcAQhKyLMVClOMg4X7XrleB+Nx6SrLQA/woGwGBhW7CJCsRDSJFONXMDhxx7FzOWLiEZD0lWmunoYL1Av1ZL1wb/Le/rJ0Fa6to2CsZBrdGeMT8mhUCJIdLBFboQxFvVZffDkcyhNjqJeLyEZjqK/M4479m3DUE9K2tk5d6QLg8AccyFhSTJeo7kxu3NoWFbD3FIelyenMT41i3ypDNf1C/6RSEQRT1AL3ovZ+XlcmM1jqVAR+RSuIoKNoj/dws8woashLX3g/W/Hnr27RX6DgLPETR6gVK1gKr8k5lVWuY6bXnUTzs2M4dDh5/DG2w8gFY5IB3HRU8fpixdlLa5MtiEVT2JuegrJZAIbNq6TsaPMYjSqtdw97E4OCyGOhDoCq5QAoQa0YDfyvW1xmJ1amMbR54+gVq6ju7sL0Uoe5eHziIjhmS3KZIo8oe4/F38DO9AhusI5VPgoUS4ltwIhkSgIxhOIt7cjlW5DMBKBLxQSDdmLly5hcn5R5kFUTKjDMl/b2tL4wbMn8Ldf/CdUvEEBsKXnWHenMak2a7E1hzZ7QOt5shxbuSJmbinsyrmj9ya+zyvA6pVb3CvA6rIt3wCrn/z055DPU9eG7Aq/LEBKALSlUwJ+kl1KtiP1liSIpDg4qyt1B6lkQlrGWeGPReiKHmkAJNzoZmdn5TXlMllrrGQzCFE6nQzCZJ0pQj+KxRIuDA9jZVc7irkcnv3xM8jML2JsbBwXZ2ZgcxO0IcFInXqdBP20LtfyqkPrgapaktRDaSWxpU0ZXb0UY1UFa0yPVaAtbfCug4GBfvz6r31Ivi8Zq1ewPU3lzgrjf/7NZ3Dk6PGGedVyxmqzYnJ1YFVtBP96jNVgIIgEnZzFiZim7QwUyUxRSScfDSB6mTN0s9qsNk05hOw6Aq6LXBRI7h7C4M7NGBu5iOnzo6hVKti0YxNqmRJmn7ukpAAqNgqVEuwYsOONt6BsAc8/cxib9+3B/PgMLp88iQ03bMSqzeswcXkaU0+fQ2SpooFVV3RcyJiSNokWN+PWjZJBokBAAvbp7ySafc32VLPBtoKZUqHUhGLDWDVi163zSJgnNP/Q1fgrAn3dTqKABbaWeaSA8B9+5j/g9XfeLFIATz7zvDCYK5WauIC/HLBq7on5jtersTq444AGKthWqfQCeSCK2y7dy0RjlYYw1FxV2kGqFVjNQVaNPZE2eMTtXbX5GXBNAENWpAWwldqhcoGv1OEWqX9ag9ehFADbsyqS8Mrnyt9YiWzO/8Z4MimT1g4DrDLJ9kvw4vq97EBRiRsTa5t02hLcZBzeWBucGq+dCBY1e7zwlopwCa5W5iVxUukfv5MCjhvmVQ0Ujk6RzWtSY99khahrVP9LNV2+gWpGf2lgVVKMFjXlJqu1kQQ1mt353j+dsUqg2VwDWyoFwPEHsCLlR19nHFG/he5EAGt7OwFfSRhC4TxwfnAHIv/+fWizAqjbxUa7vqwJlfFo0E2BfKo13yRvYhfW8i/Dt2Ug2OTekolKYNWMYCvjVBWLlumztjBQzciq1ikC9E24uQmuqhFrnTcGZtaHSeP3L8Xa4xNqmmUuDCI9mgzGyXResIu47Nbx48f+Al/5uX9AZ2wAQyuDWJVMIFgPYWZpBovlGbQlLQx1d2NVuh/RsI1EyIOEFUDMFxIjE2OWJful1ozlHuKX9n+lua1AHN125vFg7a/cv+yUfvl/Go1Vs18Y4NSsJ/lTSw4okzA1fgZobJyN0jKv9i8DChn2hjogWjnWumNECokB0VozZkCapKDGtQUAl3NXjEVUcdaYYJG5IOw77hsaxFVFsyYhywnF8NA3v4MfPvoE4mE6bAcFwHCqNVh+C7v27cXQxvXSSsi2MiYIxuRQznLddi/vy/+pjShFQ2qneXHs9Em8eOo08osZLEzNY0VnD97z3vfh1XfeBW9AGSnx3hn2oQF1+P1EzoBMz6rq1FHsSrUjEFjlcwiqkSlCIJUFZz44XmZMxsbG8KV/+DS+/fVvYm3XKvziL/wyXv2WN6AeDWKpWEJXZ5vsu15fSO3NMr+UVEvr2d3YT15CY1UR/2uYnziJ8Re+iTZ3AREfr6MOW/QNiyiQlVauSmxAB+QaTY60IUyN+njsaKorA7JCVf2OBS0moTQAIXpEBg/bS3mvaVxYrFQxsGkr1u66CamuXhw59Dy++vBjCEYS6E7H8ZZ7D8CKhmScOWYEQY2BldmODfPMzCmvsB29os/PVWzF46hXHAQqLiq+ioCqwmwulxssWFMk4Nzj5xigVcUIBEvZutmUcFBFBKWZbgBUk4C1Jm6tzDyZby3sOHOPed3Xy1j9nf/2242ChrSSa0KB7NNkarl1HHr4q5g+eRDpeAiRZFS0n6P+GMJs9fexmOTDbLaGb5wdQ7FcFFaqFbYQioYQitCR2aeAQtmvlAMzdfvE5MrWEhAueUpslY8hFOxCOmahu6sbHZ3tso/lcnlp4y7lCsJULtL8irIdtRo6Ozpxy437MHbkCH506DkQgqv7aKrJ5JhxhZKmUYm42oNaH+Z35mdmDZoijonpZF+x63hVWwxbwxbaemKo99h4/vIw5nLAixMuxnIx5RPgrYOFFoKllImV++zUcde99+DnPvTzCEdpElVQ+tH6jJTTXEt/8bOpicn9ix1KtXIRdrUiZAABVcj8ol4z7wH3D5FWUv9LV4Yxd5HOII+YyJ47fx5/8Zcfx8zsnNLSdZXOpOhkMk7THXpGA93EJ81x051bcrY0wWpeK/MWkfsiwiv7iQfpVAKrBlZi9dBqaRvnPSsVc8gszTUMWRk3kUyRTtM5PIF8sYBgMCIyCLFkQq6N7uL8TpZoYDa1VM05oDqcmvfWECPUvqqez3zOFMTIVmUn5OTEJCYnp3HgwJ3o7x/EyKWLkldWitSIXEBvz0oMrNks5lXcd9jubvbE1vOrdU2a35s5xs9Uhr3qXBOwyENmdlOjuzEXTeFRn1WtOcJv/sqvvvyBfZVnfOr+P0bdsaWdfnJiDFMTY+hItyEecBD1ukjHI0ikk/CHIjjy3DFkl3KSNwe8LkJklgcCKFZtVNgN5wugRrPBCsF81XHCPZqt4em2JCIxtmVz3wbyZKdmisjIXu5gKlPEXNWFm+hAkLqbVaY8dcQSMdRDtDn0IORl8SsBKxoWEJQyLtz/OdeCVgiBaFSRW8SzSPVEMfdn5xSLPrPnzuDgww+jujgvTG3mXHzwujnPuU4Y66v9VXVLyubckqMy5uY89gctRW4SKR7mIXydkiwRQLOQRWlqHLVaEd3pFNauaMOdN+3AYFcKsSglYTxYyuVRLhWlHV5JGvhl7YosStXG3FIWZy5cxsT8EmrMOxhzB2OwyDyX80HFLgTFpzJ5ZApl0UGlBBTXKuV9JF+SHJFrjt27lKNQUkhvvu8AXv/6u1XPIwtdAbUf5UtFXJybwoVzI+hLdmDbju14/NhBLGWzuOfGW+ElicTjwVQ+g8lsBuV6HWtTHUglkpgcH0NnRzu2btssuI3F4hnBZn43MeerIV/IiaQIL4THNtcfSUt2VXmS+GwfZjJzOHjwEOxqHW3tbYg7FeDyZYQIHBv5HxErUbkUm+dE9kTPcUOCEGap4C0sIvGeEViNIZhIIpxMIhqPwwpH4An4hRGcLRQwPTqJIk2raehWYv6oula+/MgPcPLiBKpiOEdfEFvyRYK7xrTPnMFmT1Tdx4rC0RpHNH9/Zdee2hdau5cVbsXnz8+/Yl51xbnsLj+pr2sL/LfzIgOsbty6s0WXQk1Atu6wDYhBNYNNtu+ptEqBfawwsl0kGo3JZhGNRcXJcUXPCu1WyRaDsryEYCYZsO1taQFkpcTbaL9VFXF+ZqFYkDaSrvY2JVxct4Vyf+LUi/jWdx8hL07a0fzCvlMOtARHZUNt0VBdHphJWmtYUBpYMdUiHuStTbkS0MnzuUE0ARappNZttLe14Td//ZeRTieQzWRkbIzLHVvn+bCCYXz8k3+NE6fOiNOvSmO1tmWr0Mr/Ye/No+U6qyvxXfdW3apbc9WbJz3NlmVJtiRbso2NjTFTjCFgRofJDAmGhARCOglpenVndXfSnQ7pQBJCYhII4JAAIUACxuABPM+SNc960pvnmueq39rn+76q+56FASf9+yPLtdbzk+vVcIdvOGefffb2sL+kNVgfiJe5Z9pvDTis2GoXBl7awKi+tt7hzrYnth8ymeMxiwQDJRwqKhHkNVOtjAQOVVJrHBHV300gptiCxKXIDMwHG0juXIeRy7di4sw5zJ44h0algs2XXYxaoYqZR0+iq+mgxFZ+ugNHWtj48stgp1w8/uCjuGjXTklkz+0/gEt2X4L+LRtw/vh5LD5+Fk6hJlIArFyyLaJZUy1shq1qApoVG66u0Mv19ARx3gTfBOgiGyGVNE9V2giMq962dmbfAWK1uLl2B+X9kbuuXQPVOFQtCZVKEe9972247trL8cW/+3s89MiT8FmOksMgm00HbdJCrYNlkyR07ola3Pl4ocDq6KU3dlARZe2uNj8yKBjgyybPVv2aOIYacFQ1slNo3oad7EeTUgDSo6u4fgzs1DWyxNCCAYGYVGnt03q5BLCyTOCTTAsyPGQeeNvXVMAhDyUK2QEujbqm6B+pY25Z1E/SwGRTppvpMAAAIABJREFUKwYyII66sNy4CoybtJBXQRoDy1a5glY5o2QJoNhMRNKbsnao8/HOFeNKb1b6leCqeVYxaVUToy2asDJvPUDSCvhUO7SbFUVGCR2apTN3ZQLZ0Qz1rD/6SDX/R4EsPrYaBcStudv1o7fLRSik4N2UG0FvPI2Ir4ZIAvDl/Mjufi1i7/4FJHwlVBtK71Z0kORYKJ2nEVIalGjTKgXEUWNSGdZ17o76N1+nfdHVuG8xCehW7FbTDqTvaPvKMWiTxO65rf3Kiovnpgw4vCzVFg2etJGV5y60jTJUZbkD/kk8rvcF+a62EZdi3dG9lZCMyOOLkzrvfAvTTR8mfEu45xu/j7t/7W70xrqxZiSOgVgUkaYfc9kFzBbmEYs42DQ8LO708VANKaeFFAPGQBABi2UDNneqh5il8bx5z0QGQAE54p6qwWYWMTb++p+aU/uZf682r2q/UY8rA2grHWoNyZvxqvfFNmiombNmvTNBsgT9sj+YH1Vg4icyVqCOOjW8CVbRXZ0JohRO9BCWFju+V5gg7HhQLBS+LhyJqFa+YFASCjL9CcRwfWZCyICWCeW+w0fxla98E9V8GVE/YxJlwlMrV7Fl42bs3HO56KM6oZBK6KQVWbXj6VusirkspAk7URkycr9uWj6cGTuD/c88g8xiBrlsQbTGbnjZy/GWW96M9OBacVaW5IAAfIMu6iqBIEjCB8+NjE/uq7x+0k5fqSCdTsMNum2zKn/Uh3gwikaNjLYWzo2fxRfu+Czuu+du9Kai+J3bfwsj/RdjbG4KN7/ttege6MFygRInSkBEXIdlnvD7O7GAdw2j07qjiflktsJXgb8VgGPVsTj2OMYO34tgcxpJGmyQDUqH6FxZHICLZbKHqbnHLqaa/BAgZawgrZC1pjDeKnyOrLlmE6V6Fb4GtXFV+2yFIIHtoFrjLPAh2TeIjdsvgxtPS0KWTqVxxxf+HmfPT0kL445LtuDqqy6Va8ZYky2J1PznuGTcxQstjGq5rwrMblg2Qv4Q3JqNitvE2fwEGKVGKxb8kSiazPKqVcTCUcAmyFpGqZlBoBlEwI0q6RsfwRRqgwM+asxLHFZHrVEToyM+mg0+6zUpU4Uf0V+V9vXOamSMoPi8mm+KCcdj5jh8oRqrn/y935OEXIAy3dZNgFW6C4IhYR6effIhHLzve4gHfQjHQkhHQog6rjDaCHrKvWlZeHIyi/3TU2g4IYSoo+qyLdOGr0m9RQgLSIgElLKgYan81oQEGtzUG7ho+w68/FU3YcPIkAKt9f3hGFQyYtKOo2TFWLBtNSRX4Lz98R134AePPYWFlg8Ni/FcTUkT6T1h9cJnYnfvftF+Dbd63j9qThLAtFoI+HzoD/qwO+pi1LaQWtuLM805nJubRNO2cHjSh7NLYdhOAw6TdUIaARuhBsdaDd0Dvfj9//M/kEwlUSkUyFtstwerxZzEDLUXGY19gu9Kk5rrW0MYhBJ7cL1pKEaf7E9ax1dYoezuIbuOoADZ68EQIkEXJ48cxl/+zRcwNj2PAFttQSkABUpyjWkXzCTmVECgFyBo5xIa4DcxqgJWlY+CNGexc4C6mI6DgaFubN6yEfF4AtlMFpnlJSwvLYrOrkN5g2ZLXOa7e7rlHEm86RsYlPea7kPqTZMhLd+hdVTNfFUApyrSK0YqzeDKQj4oVyrI5anrW0FVpATqcn2rlJ0rlpDJZDFxbhI0ePrQhz6IZCKN8fEpnDz5DBKJJKLRNAaG1iGaSMNxQ5iYntYGVh3pEC8oz7XDFELMmBKSg85tOfaNg7uR8VGkNZ1HGoDmAl4PH7v9Qz/zvu194Wc/9fvSpcX7cezwQUyNjWG4rxejfWm0KkWkEzFp3a7U6jhy7ATmFhfl7SGyn7XespCVmg0UyuyQoNFeUwDCIPdYJ4h0KiWgeL1RQSafEy3Q6YU85pfyyFYrWMqXMJeviIal2zsAnxtBpVRHKBSEG43AH2bsbaNZqSMUiwsgRvKUMPurRGBVtMYcTVSVWIxkodNxBUyjFinluOJ2C8cefQQnnngUAfbiC6hKhqkyiJJ8usW9neCBkaKjbIgiYPEzLRrNcb12+F3KcE4MkwhiyvUgRmGjnllCfmYcvloZfckUtq4fwGuu2YXBdBz5fAmz88uYmJkXNq8USCwfhnrT6O9OgOzuSh2YWVzGmYlp5KrsurSQLZBZSoJMBXNzCzIuIi67HyzRqC1W6ihxzRQ9+iZCIXWOQhQwoLyexxz71165C2992y2IxVyRX+F+x3PPlPJ46sgBLC0sY+dF2xBJxfHg049gtH8Ye7ZsF/MpElpKaOLYxHkcP3sW24c3YO3wEBYmJrF2zQguvWxHW5JKwGIabtHTpq66NIQopSWeTEcIMRFZ5uotTE9O49FHHpX9P5VKoNsNwjc5DjufEwKL13CSsZXFmEjjBVzz2kxjxhlcFwKOkkBxHJFPoXGf41JrOoaAG4JPcCf+OHCsgHS+cP0q0AsmEMEzBw7jk5/5LBbzRZGuEDBXz1uuL51k0uQWOr9kaqPzA44jk4MShG8XV0wx1OQMmv3qxQ44ABcXZ1/QHP+P+qYXGaur7qwBVtevv0glXKvaN9SQ7TxWgA+rKvJ8FVumOLYNCCjsDV2hYTI50NeDZq2EUEDBA9J2QeFtccsMyKJ/5ZVXYc3oiKoCsYrid3Dk2En89ec/LwG/tBprcwNZkDWwKq0xkqR2nI69QKP5d3th09qhZhExZ9l+j9beM3Rx/p2LUSQcwcc/cjtGR0ewtLTQBlZl09XqzIGgiz/99J/hyPGTAqwqqOAnAKsenVSvFqxhwrXviWbdKqbgSjMmc+xyDQwjz1Pt53Nkb7DNJ0imD1v483l5GxkpEsho/TLvGDDBiEqyFUtCAg5xQvZJ0Fh0mkjvWoeRK7fh3MkzWDh+Hq16HVuu2I5KroSJB48iVSdjtYGgG0bBqWD02ksQG+nCg/f8COu3bcPS3BLGnz2EbZdvQ/fGUZw5eBqVZ6akndxfU1eiWCmjVWf7ngrkTHDkvW8mwGxT/NtJ/Uox6w6wqlo0+D5l0KLZa8bEykP/7wCrHTaX+RzvvDDAqCRn1RI+8IH345qrd+NLX/5HPPDQYyKhwY1N9DefB1j1aqwaAPmFAqvrdr5SMU0FDTcApg80kRcd0mad26206gslXIBHpQlpS9upDTs9iEakm1m9OCe3mtTq1cEmrVNtFVCRodpimZuaWdWKtPhRb5VjgpVv49Hu7Y1Rl112PrUOSbu+Ar1VRKLdhAW4DGlnYX55TemMMXGLx2EHI5IkM3kkrZVBKseMnFO1iGY5A1+tJEw3AhKEjdWjc+/VkawEOtVrjBNwGwVWyYzAEgRWVwKF8g6pzujXa3H31cCqtPWtWpdVs6Xhb3rW3zZTUxc5CHj7Awj5LaTJTmI7HSpybrFQGD2xJAbiEVihCqrLdSSveB1GPvxLaPqLol1GYFgAfG0QJf+Se2DB4jqriM2aHUfg1bA71frdbvfzUEN5RQisCjBLIJFDbhUYyjPyGwd5MecgGKxBDK1NaqQEFNCqv7flMdsyLFv53WGkm6smc5PHIJG6cp+Wn/atbaFBsEH73cvaATJUGphu2Ri35/C9L34CD3z8IQymejA4FEN/NAq3aWF2aRZT+XmE3QA2Dg9juKsP6XATXS6Q9gcRdRz4KfWhazPm/iqzKku0/PyWlrLRmqvqKjSx6aOfWTUafvr/ehmr3n3csPC8SaX30xSA3WmxM+PcsBpMUmzmiAJPGtI2xjVM1iUNftMgiBpeRjtU2vyphawfJilVwAvXD2Vqo8BVxVIygbcBpcx7+H1kQs/mcvjCl/4RJw+dRMJxEeCa4wZRzhWQDsdw1TUvQay/R+RJ2EkjRU+TyKzS51SHxWKNLcmPFA/QwtTMjDheE+QYO30Wk2Nj2H7xVtx66wcxvGUTMsUirEZTdHSF9cqEjgyUVhNVMT+xVBsrZVDQEqCQ16In3aMYIfU6YrEeabNt+GiGcwx//ad/iZNPHUXAKuKXP3Q7PvK7v4OFYgmLuQJ6e/vkGGni4X2sCPY9TJ729ZZ7yyJTXYAjshEjFnD+0GOYPnIX7OYSuqI2fNLGzzigivxiRlg7ZKtWay0BUcnYKRSrIsdUqpDBWket3kK1rnRwOYcszWgt2gIBgc3dlNmW1lqfhd6BNdi6ay+afsVIJRBPptvBw8fx9W98C9FYF7q7uvHqV+yVGIUJHoFV16WsFFs1CXR0GCdGp7/lb8HfspEKp3Bs/jSOLR5EKFBED40yfH5YgSSiVhTpSD/8wR74ak1UW3UknDAoLFQpUBKgiqZVRSRoo8Y8vqbkMsi8VfNXuUAbtos3JhJXe4+0RmfudeIIJqSMrRjf8jN+8U3v/ukT+gKv+L3f/URHK1MARMZiXA+b4jbPvXf22LN4+q5/RtiiKUkIyXBY1ijXr1pjeew8lumijfvOnsNCFXAoeWBRD7AFuxlAq6FeIzr60lWmjeB8jOHoddDAZbsvw+vf9EaMblgn0jpmLBrmtnT0CPBsS9JOAE3MbQmIVKs4d9f38a/3PIBT5SJqNIiDHw16EPwEG4LnA1aVVJcyMOH6wU6BWMCPPX1dCE5OYW3KRWprP876F1CozcANBbDviIUDZ/xoUIi3biEQtFAF1xhX4p53vu+deO1bXo9MZgn+el00aM31kFjRxMrSUaGuF5836ybvszFKa1BflcWWCqVCaiJ3ovIUJTdBkEFpTgdkvNfzBRx78jF8+657cXh8RrSQfZqxqlj2Kv9R25pSAPXGn6uHjolbzfMEPAmEEzDn+OW45E93XxIbN2+QeTc3O4f5uXksLi7KvVszMojh4REpgjFHGxoeku43upaTnUwgMhJmUddFQGsA8/uUlAylRUqiT0vWWb5I8JSmeDSpKiFPVnOxiFyebfgKcPUSJiiFQA3aRqWK/PI83nHrm3Hbe27DQw8+gvMTh9E3MIJEkoSeNQiFwkIcmVyY13INBKg6c9e7B5kx1QFYtUa0vr+yHwgYrIyuzP+b+F4KXDquMeOBf3uhwOof/NePtnOQ82fPIr84j3UDA1jTl0a9kkdSzA1dLGdzOH12DNMLi0JECPlplMmSt/IDoZksuwn8NLUKhRB2gwgFHLh+W9reOQdpUrWQy2F6IYeJ+QyW82UslwrIlCootWxYsS6EUt1oBYLCSiYrVAwn/UoehRqvzAm6evsQioTlOVmfNeOYBJhiPiMkC5F0sYOwAyFY4QiazOPKRQSbNYwdOSQ/BFdVJwU/QxerWmwXD2hZEVWskyKEMB75OuoS87M7TFZKHYlOvpYoo7FXNbuIwtw07GoJA+k09mzfjJdesQ2L0xM4Qem65RJypTrKJIPYfrhBPy5aO4hNw70IOarQlMlXML2cxfmZJUwtZECN9r17r8C585N44smnkEqmkUxFUCnn4fMHkS1VsJgtgDx85teUVWHnFglh0s2iNVw5nwlIb920Fu9+960YGOiBG3ZEdpExT6QrgYOnj6OYL2Hj8FrkaiVMz05h7/adSLsxFCslhBMx1P0+PPDUkzh25ixuuPwqRJ0AMnPzuOryyzEyMoIiQXapy6icXc0JRSYQNKHelGKaWdvkOvu53ldx9vgZPP3EUyJBMtzfhzjPZXoaIeq0GjM3MQvWgLcwepXgG38IpHJtcxzqQ0sbnBQGuV+JWVUoAjcSgxOJIBBWDGiOI2X2xUKwMGXgYz4XTuGLf/81/MXX/lnuV3veeRa9lWuhmtPy4JjQJBpj7MenO/hOBzdiOiv7+irpH1O8WnoRWF0Zi77IWF257Rpgdd26ze0/mCBJgirNBPW+awX45AHvTHBhACFxGxR3UFW56k66YlLA5L9Bo5yGAscIrLJ1hHpdDDK2btuOeDIhjBA+Ry2Oc+OT+Ms77kAmQ9FtBbgw2FbzRYEj/17AKj/LbMCSmWjAWRJCaiDZfnzo/e/Grl07RLdGSFl0UzYgHOn2gaACVk+cEtaGgjtXtj1fKLpeYbKl4Y5/H2AVoBQABeeZbOZzFCMvyOJGjRZzvmaRMe0z3uSNlR1udJJc1+m8ru4rgdXeyzdgzZU7cPr4ScwdGxOoaftLdqOYKeDcjw4h1fCjlCsJu68YqGDjjTvRv2UU9971Q6y9eAuWF5YxceAIduzZgeToEI4+cRjNw/NwGj7Y1KpiK0ClLMZKlKXgvWaQahZWc49MkPSzAKvC0BKNzRcGrP6kYFYCL0nmmVBVcPsHP4irrtyJO+/8Gu69/yE0WwxO6iuAVWVo0wnsDHvMLORGeuCFaqyu2/UKpR+3AkCkwZQGVtlKQcoOXS6FTW6A1YbSPGRrTXoAjVgvbDhoNito1spKqoL6qzIVG2rzZhWR40OYG/zMBnz1gjynGKuK7arcwxW4oa6lAVYJ7vGDtHkV/9022dYsT+W0oT6bAB0Z1oku2A5bewwcqIM0AX6asOoVNEoZtCp5BfAadyW1ejwvY1XN1dUJjG5ZlNGugWDD6PQUS1SRVB2vDgH11JdGcPXJq9qcFG+yA2KqN3jZq+qCKA1otiNZcCwgwBvAoMkGYq4fXdTlSoQRCAPl5TK2XLQHOz7yEeRGYqg3KcugcFTFPDbMKwVzKsaqliORr1ctvoK9GthXXJ/0Z+j4hUtmmsCqEXjR91i+x4MN+VcVfjqsL3VuigWr+MASAAlQZP5vJezcBl5XMGq1Lqw5Li0voEBexTQiy1jYSsagoqWq/7N1C+P2FP7pz38TT/2XpzHaN4j+Phdd0TD89RZmF+Ywm5tHKGRjdGAAIz2D6IlZ6Alb6Ar6ESOwyoCfIL8wI9X9JLjB7gyajPlFCkC3hplr42tiy8f+/EJbw/M+98Hb39qWJzFroQBAnVrFipZ882FiNqAZ/uZ9piXT7OPmeZtMBF1IMW3R7eKWaPXZYmZBPSyyVslkCrh2W4fSWyjSXHe5B8Is1XsJ2UpsFSPwxoSM94dxBPfderkMn+Pie3fdi3/957sRCdjCtqdxVoN6gcUydl5xObbtoolVVdrMQiGuVc/V3KJ5kcP2/rZBoRpXwXAEQyOjAqSUikUszC3g8Ucfxbatl+Dpg6exvn8Yb7v1VjTDDnL5AqIIoBVg8lRVbdrC/lYP7lE0eZFr1GiKXAFBZ7rtZhYKKPiyeOKZB/F//+CPUJnJYrCnD2+9+bXYc+WrcGZuHnteuRejmzcim2fhsybsjdUPb6y2+m+BpoUSzSUcJZcSchxMn3gYE/u/DaeVQyxkgZ8oLNNaA9l8DsVMTsAPAqjCutFgaq7URKFEsLgi7ZwEFCQ+JHPXx1iAuq9+FHx1tZYJaB5Cmdc5FsO6i7aid2AYlkUmsV/053js0VgCX/vGt3Dq9Hn09fVjw2gfrrjiciWbYlmip8ZknsUj1b5IvdeaANViktSgXqWNcmMJD+7/Pmr2Mvz+JuJ0FQ4Q6A4h2LTg+Fy4oSQSDk2N0oiE+lD3JyQxpAYggS3H8qNYLcp+ogpO1LwEAo6LWiO/wsXcjOV6VZ2HAU078UiHQUhQ1ujF8rUvGFj9xO8oJ2W6XVN3U7OzuPbVLQICDuZPHsJTBFZ9NYQjIcTcEMJkq/rYLky2K9mCDRQtF4+Oz+Do1BJgOajQWFIY+7J9KBaQ/DZ7s9qfnbCDm9/4BrzyNa8QcIOAmdpHFTPVAGIKhFa7BMG7arUs4BuvA9lzmWcP4K5vfg/PzE4jT6Yaze1FiuHCRmzesb26oCB7hBVQQLjVRNxv4eLBQVyRiCF/7jwSqQRGrr0c/VftwGxmGpNnD+Guf3kah04WYUdC0gUn97NVB0OHNcND+K3//LtiEke2lMsioDZoMV1EBmRXeboC4AyT38Slwp7VcZ2JleU12nleWa5oVp9ueaZM1Mzpkzj9+MOgSe+jx8+jYAqcPEaRuOoAABJ46X10dTxqrpO3ECBxpWbG8n0EfEUn23HQ05fGho3rBHA9d24cs7NzAorymJOphMw53m+y7ykVR21GakrzvQRqyVIl6YLdBmXKiFQoJVKWH35OGzAVJmKn7dY0hnFcG8kxBaCxxdoWJ3sp/JRKWJydwE2veTl+6dZbcedX/gHpNJm2oxhZfxGi8RRSiS4JXRfI5NN5nGgn69jNtAB79yIDmnKsm73C5BHqmirdZXOvDLDKgpoxWPTuMb/xKx/8ufdvvuG/f/LX5PpyD8wuzAsAOdCVQm/SBRplJGMRhINBZPNFTE7NY3puQYhGNIkieGV6r9j+HrAaCFP7lmbUSjRdrofocVYqYnI1nytgdimDHIHuegOZah3LhTIqVgBuuhdusgtOJCH7Mdd0m+323Isp61cgqKZMCu1QEOFoRPJK7n/sUJuZnESxWJC5T4kCP48j5CLa0ysSPvVyERG/H6loFE8+/BDmJicQZG4pjWSmI4bFHg5+ZXQkPwTjAtQaVh2u/BvvjFp3GxIjquKskm5x/D7U8xnUs4uI+n3oicexebQfu7asw9zMJPLFGjKFGuaLFTGm4hoWDTkY7klgw0AXEi7HXg15erzMLuHUuWnMLxeQ6urB9ddfi4WlDJ7Zf0CKEaLVXC+jq7cfY5Nz2H/0BCotSzTfqZnLOEZiatHNUsUYPjgHB3qTeP8HbsOWizdIHvbII49IC/zoRRtwZmYClVIVPbEUMuU80j1p7Ny0FZVcUXwyRKqEmtVnz8IKOtjcN4TDBw+iVWvg+muvQSKd0mAmNVC5njeE5KLMa1UuL0Z27EIOKc17FnEpa1AqVHDq6DE8u2+/gKPJGIuULpylBTj5fNuIVVZvbRRJ81eVrmignXurExSAvKGLdfwufg918APBMEICrNK4KiTznYxjxqbsSJFeEeaSPj9yNQt/8CefwQP7j0rXy/MDq51OSJnHAqzyQam3TiLS2U9U956AyzpWl+ujNZpNHMzfiwsvmlet2JNfBFZXrvkdYHWTB1iQrFMFzjKazHuUNlsbhJPsVFU9BPjRACQbADnJDHNSquTNBvp70vjwh34ZQ709qNIps200xY/gYspFpqZ0CyXQoaMrNwUb84sZ/PUdn8f4FN1HFYhpAon/V8CqbK56MnqrlTyX97z9LbjhhpcKY1U2Wq3vohJ/MnCC+PRn/gyHjp4U8yoly38hFpxegwxT2MNKNYGpARPaUgAvgLHKb+FCNTgwKAESxcxZiTZGUN5KrgkSzULSCcyoz6KMuqTipQOREoHV3RsweuV2nDx2ArNHzyJgWdh53ZXCJDp1z7NI1mwUsgWBS8rBKta89BKM7rwI93//Xoxs2oTFuUUBVrfv3YHkyBAOPbIPzcMLcH1++HXsSCFvJtJkEhGkEN0g3dLjDSpNhV7O6XkYqyrIVKxoWUwvyFhVAIy5Fm3A9gL6X2aW8LNUiyDb32r41Q9/GLt2bsU//dN38P2772NzjgQBwpjUjFVlXmOSGBV0muDde29eKLA6ustIARiGg0oIUDOtE9RbEHtODawaoxoNkNJgIT2AZrwfli8gRlRso2TbnQCrBL+ll5KRkQgHKSYpJ7W0xOWpoyHMUVPL7ACr5hJ32JKc8zSrkhI8WzVkqVFQo9Xk5sfjox4s22MltEIrOQiLRYwGASXqtrUUu1riGAKrVTQrBfkBE0kCbe0NdqUGr3eudsbWTwJWCQJz1esofV4oslYgtNnatQaaTpLa7eIa4GSA2AFWPWBie4xodqyBOOX6+GA1qQ9IaZIWXKeJVMTBYCICOxJEs1LF5UMj2PaW9yB37WXwOWz3Nyz6pmafEhAgqKoKKLw+oneqAVijrSvzQZ+LrAf6uNVE0RqrsiG0hOBsGLHttn7dht/ZWRRMzIfdokyA+j+dmncYrx30Vb3aHINuBTLblcJy+TnE+tVR84qZc+GfldGggrAbbEmV8eVDFk0slIHz/nF87f98FEf+11GMDA6gtyuIZDgoAevC0gIWc4vwOz4M9PZgtG8APREHvREbPRECqwqoMbU2k6CJQYwwR8hcpSSFklvpwAktbP34X1xo+Dzvc+//wC0qZPS09csaQnMjE+d6rp15HfcEo8FnAkyykrzrqUlweRNk3Wrr8Ha0RYUZrJNhJkhuyFXAKjUcgw6CBJo140Vax8hK0fpivAbKBKQlYCaLMexI4LWLJeNtQEvaCv1BnD47gS/+7Z1Ymp1HmG7a2q29UixhsH8A17/8BrjxqOiTkeFj1m6vTrgq9irzIdF7tSzRiUx29yDkRkTK6Pz4OVlDKuUqutLd+PRffRFTJ8/ixmuuw23vvQ2jWzZhqZCTv1MXUSRV9JgU6QKyx8VlWLna0uiC10S0Vltl3HP/Xfjy5/4OpbEShtIpvOP9r8WtH/p1LC9XMTE+hQ2bNsp5SEuxIF7ewsqKsPaCY4MFLkoVVH11uJaF7PhRnHjsqwi3phFl6zalDGR+02W8gmwug9xCGcViBYVyFflyHflSFfliGbkimasN0Z7kHBFglUur1pLlMfLsnbpPDLUCPgu5Zgvx7m70r1mDnoEhBEMRMOmS5IWJC4F4N4xzYxP4yp3/ICyrgb403va2t4rMFDX0e3q6EY1So5ZMX5VwCzhH/VzuMS0HpUYZDx64BzPzx5CM+eWc/fEIXBaQS3VYzQqCTgtuoIneQA12zUauGkYz2I9IuAeuP4pErAv+RkjYmj6HTHdq9zKxd8RciVJ9xrzMjCeJGWpKi04KzuxoqimgVWJe6fzg+xRT1YA1LxRY/e3/9HENNpHRwx9t0kLdzSY7kgKYP3UI+37wbbioIxpzEaF5FdlCNiQmIzBCBmqJBklLFTx2chIFMo9FtkDJanjjnY5JYkvMZ19980245e1vEpM1Al1M0A0TqiMZomImpXen1jd+rpihiI6pjebyMh79l3vw8MOPYx4NiNo3QdyfsMo9B0z1rGVk/zcoBUATG18dQ1EXN+68DOviAYlVpgtVrHvpSzG4a5f75KAUAAAgAElEQVQwsIvLc3jswUfw5S9+G+VaFlaQ73MREVZdFTe88kbc9IabsZzPyLrMJJxaior9rnWgVTWyrZVqYmbv+ksWmEhq6TZbs5/VqhVdBFOXWu2taoeilvPS+Dmcf/JBKWLcf+gsposswqvxJ3mILAOaiXUBYNWs3d5rxn+bdZwFS/5brX2quMf1OZVOIhgOYWpyWtqipauKTHl5jWLs6vYumYeq+K9avfmQHFBiaJ6QKozLHqQ7Fg0oTa18VfTTe7yOw9nB5SUUyFnybwJQW8gsLqJRLeCWN74aqWQSRw4fx5qhHvQPr0H/yCi6ugcQj3cp0z2aFerlUsXPHUkAc32810ldKzVHvbml7Dnk8eg40fxd5UAMb1cW7XjMt7/vfT/3/s03fPI//TKWFhZRKRaFzOD4WkhQHzgRQiRkKx1VtkQXq1jOlAXgm8sWZY0jqG2z96ZRR5CsXaeOcDCEkO1IHM51u0Jz6koNuWIZmVINyyUFJnI9Z949X66hUK2hGQgjmEjDH4kjnEjJ3sZCGOV1CIRJcaBWR5BjyB9AoVqBTY31cASZhUVMj08Ik5RmZqGwK/8m21UY7GTtM0duNEHZiL7uLnnf2eOnUFzMwGVHQ5kgfFk6qkrVIkrVXHvdV3roKuxTtRt6MShwVbV36zhSMw7j4SCq2SU0ixn0p+JIhF30p8LYvW0zCtkMJqcXMZ8ty/men5rG2TNjiLshDCTDuGhNHy69eB1GBruwuJzHkRNnMD41L9fbZwfQ1ZUSCaFKrSFzxLFb6O/vRldfHw4eP4Mf/Pgx5BvURKb2rJI7VPJ6nc4BHi+vZywcwHvf907s3LUdMzOT2L//WZl7A2uHMbE0h8xyDvFgWMzltm+/BEknjFKuKNrYjhvEQmYZMwsLcMMRJJ0Ajh07gWAghOtfeo345Ega1SIgXkB+OYPs8rKwjivlIkr5Akq1OkJRxRpN9w2ge2AATshFdjGDY4cO4+jhQxLLxSmFZfuxfOI4GktLcINBAY2psc/9SEw5LSUD4roRkX4hEYp7A6V1PCG7Yq2KRq4rhpNuNIYA4xIxj1a5uUi1iacHYAUjeObYWfzPP/kMzs9llA648QLwSKGYlK7z28tYVVOT5srmsXJvUas011iTM5jv8L7uRWB15RL3ohTAqiXfAKujo+vbCYh5iQSOmmljgsn223VAbgabqb7IoF0V/xtQ0gk5+OCvvB8b161Fo1aSKoQ0/bKVTCuFcW3khBE9IcuGYzGR80tl7vNf+CIOHj4qAtfC/9FCwgRWBQT+d5ICaAcJnKweYNWcI+UA3njTq/HGN94srTIMGkVwW5sXMRmjFMCnP/PnOHjkOPxtbdoL66J6r60XPL0QsGoCN9HA9ASX5r60AW2txdbWG5GNxoeenh4BJtmCU28opiorzOacjTmDN7GWxVDuiakWigefVCdFCiDQRM+u9VizZxtOHj2B6WNn4FgWLr/halRY8bpnPyKlJurlOtxACDmriJ4963HR1Zfhh9/7AUY3bMLc7DzG9x/C9qsuQ2p4EAce2ofWkXm4sGETj2sCFWq4AQi7ytnQsFe84KpJan5mxipBeuo+eYBV8xmyuKqyd3tumATJXJOfFEGJ5g91w3wN/PpHPoKLt6zD3Xffh3/+9nfRQkBVVwk6mYKEbsn1BntmA/YGey8YWN39cn0eyixOxlzTh5YAq6ppQ5WLa2iRtWoSLI5tFj0ItqUG0EoOKKCTAGyDjEcCnDSRktKnsD5Ec4yttfw3kwqCMY2KgKrUbzXfpaxX1LVVl1gzVeUZPzMJ+GzVuiTBk0byWMSWiiu1XAW81izY9FrFb5RKuh8tbuTGT4tfUC8D1TJQI0AvFJm2PMfq+aTA2tUPD7Cq2ZsKJCBy618BrKrA26SJkmm0QcJVW5I6f03nlPfotVUBqwaK1PpfHs6rd5lV0KcyuaB6PIHVcJAAZxAxJj+hsDjBXtWfxsW7rkL55lejSs1cuV1K21mSIM1QtaxaeyGX5FK30UOzLGWdF70odd/E6EGOgWxtMlZ75D3ywZpKoXjEKtnmX+p2Vb23fZadczVJqHyPukL6sil3bj1aPJdSz9H2dVZ/UsfegYPbIHH7c9V94gyg2Qjv+hKaWCq2cNo+jX/4n7+J8382ht7BHjEGi4QcMeHLLC8iU8jA8vvQ1Z3EaG83eqgxHg2gJ+xHnAGn5SpNTDkZBbqRqRpkpd5uwW9xfVDXRGnBKrrYtt/+3AXG3vM/9Z7bXt8GdExyqtYPdbFXJ9ly/bSLr/lbBzDtsIm8xR1qmsvxan3H9hqr5QBMAMrnqbNHvVRqVDJ4pn6qOLDr1n9TOODaK+2FZLXp9nm2n9HJmNeDGlzCJiQbimAbHXtbNr729W/hR/c/iu5oTIo3BDF5qmwFvHLPXly0bSsypYIkNMb5fcV+SeafrbS62V3S298n4KkdcIRVUSzkBFgl6Ldx0xYcP3EG//r178KOucgsL2Mo2YV33vpLeMmrbkAoGBbDJ3P9VGGNhSGxx0XIJWMjgKrsuUo+4ctf+jK+/o2vwSrVEG/48ebX3oJdu6/Aku3DK95wA1K93cjmuHySAVoVkMqw2p87EjqFl9V/Y4cAE59SfhKnHv4HWMtH4bpBWCLlo8YHu4doViO6iostZHMF5EpV5Mo1ZIq6dZdsHimg+8SQgyCoIrlY8DX8qNo1VEI0ZfMjmbeQbIVwxFfAlm3bsG7jJrQsMpDpOKhaj4UVQ51xJlaBIO695348/fQ+XHTRZtx002sE1HHDQWH3ilav3qONg7gymWkhFHRw9NxhPHjwR4i6lgDILb8PvoQryVOprJjh8YQfbP4f8BWlc2KqbiHToMZmCk4rCJetsqEgoqEY/KE+9ESGYZfJiKnCFyTTR4FBpiur3T7IWE+DqgJSaQCLoCrvswLDVOeWmUsvVGOVwKr5fKUxqAoU1AGstSxJbmePHcCBe78L16qJFADBFQKrlIox6yDHJBmqS9UgHjg+gfPsApOxwGPlCFq59wlrFS1s2b4Z73nfbeIAT/1GFgpYROnog+tFTG1bqsaqW+YNa5XmTgJW1RuYOzGGo/c/ioPnxzDepDQSO7t+MvnAO7a9c5ndGk3qq1o2aK2zbbgHr7tqD/q7klgoVnAqk8XuV98IKx5BsUDzSgv1ahNf/NxXcXDfE4hHfQISBQM+OEEWOG5D18gAKjTnZWGF5+pXnQZGGsXEZhIX6wPjkcv40DGdMqgiQ5UFgbrSlRZmq+rUkzFBWRhbAe+8+GSAV5aWMb3/YTTKZTxw5DxOzOVlIxPGHqUVWsr4V3IBvZd6wcD2/ugtQupxKUAGAYsmdR9DEsPzGDmGaU7Ec52ampK1Rsz3DHlG66zLXkmjMd2hp7uJ9dqncjeJI8T0txOhmD3J7OTq/9Uur16vaDiy32vJj/Y1FpUpC3PTUxgaSOO6a3djYXEBfiuIgYFedHf1ordvACPrNknrdZmGefJRHVO/DiCq2dgeYoSJ1YzWosmx1LmquNgURQwzVeUBiqW9elx+8L3v/bn3b77htz/ybszPzIo/RSIcUo71viZSiTCS8TBqlYKSVai2UKz4MDNfwOn5LMotP1zHj4S/jmalhAyZjAEgEgoj5roi9cGODxJpyBou1+rIUzebobsA501hwS6WaeLmhxWKirYqY8ZInAbWaSlSEhxlkZSFQRYLWKiRYioLXaEgMkvLYjIWi0bRv3aNaGcSVFXawhwbLFY1UCqRva7WSrLnB/r7YdXr2P/oI6gtZ4VVykKW7fgl7q/XuT+V2qksW+d5HqJ/LZ4LzA+MHIkac2Sshug9YPtQyS6hVcoiEQlKkX3TSB8u374ZsxMTOHV2AvH0AC5/ybV4at9+/Oj+HyMcDKAv7mJtXwLXXbULV+/dicXFDA4dPYHxyRlkc0Vk8wWUKWkAyi1EEI3F0NeTwtBQH2wniIMnzuCf7v4xshUfKg3lU8EYRugUmjRj9gueGIvst/7SW3HZzktw9uwpTExMiDlY3/AgprMLGDs3jrA/iDVrR3Hlnt1AsYbZmTlk8lns2LlDJAoJmnMWLczO4Nz5cXSnu3HVnivQFQtjaXYKc+fPI7+8LB0aQnjR3Ro0G5zPZjGfyWFsahbL5Tq6h0ZwyY6duP6l12JmcgJPPvkoLI7HgIW0G8WZ/QewNDmJaIjSKbyXjOMUGSjEdZjyZCEXYZqIOqpLJeCwmMP9XkmPMC4j05ds1XCUIH4coXBEYjliPCz6V2WOKdOzUKIbn/3SP+Lzd34dJXYoeZj67UxL84RWF09k3fEAU8aVx6w3Zg1Q72OXmUZfVm1HZp1dXnrRvGrFuvciY3Xlmm+A1eHh0RUsORmIHrq0ScQ0ZVU+xAwy+a3Zp9z0jeaUYrHqpJYbdauBt7/tzXjJVXtRymdlI2XQrPQ0CEQpV1mln6Lc66Rl1/KLpsmdX/0qHnjwUZmYUqnyAKv8XrP5GSF4b7AhR+gByHj8DGyMC6U5HxOwtTdiqZ4YBoLSUeImde2eXXjf+24TDSYGStxwGIBKh3KzhVA4ik//2Z/j2YNH4HdCWiXwuQJS5rq1r6fHaOWFAasKinlOoCXAKkS/TPTD6jQHUW0+5jp4K2leoNzcR8unGDfGvZkmLFycS/46endvxJort+HogcOYPX5OEtwrXn41aqUaTt67H7FiE3VqrNpB5Fo5pC4fxbaX7cEP/vVurNuwGTMEVp89iO17dyK9ZhCHHtyP+qEZhKghqcmTZKzyXsSjMfnNDd6wVk3CY8bp8wGrXvBV1Bt10iZmAoY9oJkBLxRYlXHUomwE8LGPfRTr1w7g4UeexFf+/msCrPL6M+lXrRHqnnnNq0wCZcaFaUd4wRqrV7xCNihhpUo4oCUQiCZJcqBYn2gRrFRtNcLmZBLUqqPBKnOiH0gNMOIRRg/BSR/BUgafZPoIQKfb8pk0iIsuE8yGYouSXSosI1YglSyBMWkSkXq5+GbL84v5FCvDFpM3BrLUYJM2Dlt0XAmQGiBY3pbarK4lsbwAgzaK97NooFpT+XofAVUBVhWbiAqb6rGyUPH8wKrWqdU1TToZK2BVsZa8SZ9aczrayl5OjtrM9bd7dFhls28zVtV1Mex/1Yrvqcx7lnPOT7vliLMye47CDpCKBOGGGIS4iEZs7OqP4KXr16PwqtdgYvs2VAla8N5pIxxRLNCkJflOModFp9QSFqnJe6UYZoBYamtLSqNasTj0U9GedrLFlnieBbVWRc9TG0jZnNiaCdtm7eggnNdJQFhFOG5Xj7WcljrrtlQB2/kZvK6s6KmzUomv9zMMmK9V6szdl2SVGotLrSbyRQsHG/tx53/7OBb/bhHJ/iT6YoptSoYiTQtL1NOygXg6gaGuMIbT3RiMh5EOthDxu3B8qj1MMSs4vpSpCj/D8QMBm4wgY9Sl2MEch5f+7h2eu/qz/fNd7765vX8b4FPGoW7TNcG8d3zKcx7WsVkXeWENgGCSS6WhphzTV+qudtzPyWIx65QE1m5IDB28STXXa67bFSJerZa4SSfSaQQjYQEyqKPdrFVlHAW49gsLTemm0VyK5jYBfwhP7j+EL/zdnQjVA5LgNS0N2DVaWL9mLa645mpYkSDKhbxo7jGIN/NSgRjcAwkosJV0CMlkWq0d0slYxez0NPL5PHI0yUr04c6//zqys0twaczl2JjLLCE3v4ArLtmOd7znvdh5xRVy7pSrYcskGYBMGoiqsyWb44UAWKGYx//+3/8Lj//wPvS4vXAc4JZ3vhq/8rGP4cjxDGbPjeOq6/YgGE8iV1XrpMMxIrWPlXIlnZHxXGBVwAEyBZsNhHwlnNn3XSyfuh/JAFm/ZA3x8hNUqaJSyaNE06rlChaWK1hcpqlJBRkyo9gmWmsp1qxoCqqZafuDsjZz3Xb8LurhBprdAYRydaROV1GsWTjmZLB+/SaMDK8RDTpet0AooJgmTQjYzHtCtg/B6ZmZGQGjGaMw9uNvSifQoIMxB81PTTGV19rIEv346XtxfukwElEHzUoTTTsMOxaWFsJSmXFkHeFYE0l/ERvsIupNC6eqLpbqYQSiEYT9TdTyFcClAWsIswtAX3AtLh3aBqtBHWauLR2ZHrM3y/zRun8GcDGsVh4nY1s+CFB548o3v/39P9ukXvWq3/zYb7TnkjL34A8LCi20bCaqAUwdegZHfnw3In5lmMLihqw3RnZQZLPofl5GDXE8Pr6AA5Nz2sCEIIXew2Xt7bScB4IOXvPGX8C1116LaqmIiOsKG17iV+6iunNIdtK2eZVaDzgWCSoIM5q6muUiqiUFzDZmF3HizFk8ceIUpifmpWvgZ3mY6yl7KNcl0eJjUt/A9Zdtxg07tsAJuNh3ehzh0VFs3L0D5ybG0azaiMXjcMI+LC0U8eD3foCpU/skFm65LWza+hLc9JZbUG0pLX+GB8v5LCgVrYzJV3YScbwaxr9sSV4WFY2rzP+zIESQWWuxspCkGNf8XC3rwCIHd6xKA8XTB1BYnMOjx8dx4PwcCJkoHWpVZJDPkr1RxW8XAlYNkG/WdWPiZ4BVxvKOreQ1+NmxeFTm2szcnCoKsaGJbH4NfvJetlvodUzj1/IkPB8+2C4skgzUJNZgrheEVow9dQ0791BJzChvro65Txt0JYjbbGFhZgY7d2zE4EBSYsmu7j4k011IRGJYMzCMZFcfWm5UWtlNN53RRzWEEYU1d2Q6DIiq9kWlH8qHaGbrc6KxmnndamBV9gxdRDf55wsFVn/1vbegmMsh7A8gHQkL2EavgnjERTQcRLmSk+JjoeZDoWbj6KkpHFsqAcEYaoUlrIlaGEzFMD01j5NzGWEhR6NBxLn/MY+ljwJBfikkNwSQZEEmU6jIT9kKosnxHKJJVRShREpYhK7jIMu274Bf9j/OYfG/9Su98EQkinwmh7m5OXT19WBgeAilegNVehtoeQcyhiV24zyQQoPhnaqx0NuVxOzpY3jmwfvh1MsI8PoTMPX5EQvT+ErFHUbTnPlLgJJwbKVn7q/BfLO3W0RmKT1G8kWlCFTy8PvqAvRtv2gUOzaOiPxAqdRAPN2PwcFhzC0s4dSZsyjlM4j4G9g41INrrrwcl126DQuLi5iYnMTychaFIveQBpaXC9LFQXyChm7JeBR+u4lKo4ET47P4x+/ei/kiyWlK9CPgWKgJiKrWjLbWMudCo4xffOPN2Lt3F8bOncb09AzisQSG149iMjOP/QcOIRWNY8eO7diyaSMKM4tYyuQxuziLtetHRYKJn1sulDAxO4PMchbDg4O4/uqrUZgdx7kjB2HVqnIvnSAL+yx8tKQzp1wqi1bycrGKseklPHboOA6emkS9ZeOm174cr77xBhw7dhDFakGKtN2xJCZOnsPU2Dgi4aAUMEluUUtGCzYJRaLSxk5FMdyR7MK21frBe0vgmwVz7k9uJCrAKuUfo8kEYvGknDvlpCKxuKzDwWgMhZaND/32f8HDzxxCo2m6qoz+t04JPJqoHfxK5QVeX0Tt39xeC7z7s2BRIjfZ6TA0e5L5zBeB1ZW79IuM1VVRy2rGqkm8VoKmGuLTSa8CA1QGbjZvSbw4ICUAVzRu2fM9FT0mLDfe+DK88eabUS1Rn0M5AbI9gE7jqj1at0YSdeKclE2Lu64f3/r2d/C9u++RYFJ9vw50WHX9NwCrXiDWbOxSWSYgpEFfBfwSoCBbo45LNq7HRz/2ERTyWQHJWLFTJyy2L7JYkLH69P6DIgWgWqpWMQFMhVbrBq4Gsk3F18gLGPF8tQhcmLFqmH/qs4zZjjo0tpFEYxERqhYumRawVviZCgLNAsN/e8FKNWwU1V9au8S4RjFWq4Em+q7YjNErd+DZp/dh7uR5WTw7wOo+xEs+1Ct1RINh5H1FBC/qwaWvuhr3330vBofXYnZuARMHDuLSq3YjNTKIQw88g+qBaQFWqR7EfZhC3RxPCZoU2bYk6Pwx4LAJhEzwK9fABD2azWzur3mNQC9tKQClscOEVCQCDE6jx7B6XrlPyvDTBQXTwqxkMjoTjHBPKOjHb/3Wx7FmuAdPPX0An//bL6EhzrNKY1WgFC2b8f8SWF2/50YlWq4oippS4oOvoZw2lW0LwVT+nSxT9ZsgqwCrBOvi3fAl+9HyszWzAdSrit1aI4DKwE1pnipwlZspN1gmV3VYdZpg0NBK6awqzSrDlNVzXFHr9AVkFZrgqi3mb/wtrEy9BlFqoFUti24q5RYEpU6TdS89s7KuNBhU8Ri1pg6LNK1aGS0KuZN9J7dRVXk1fbXNjOxIBHQ27A5r0tjOG+hOtb01EVSftYqxLxIJHu6pcbA0a5ispupgPO3/6h3qseoDn/Os+jslAAIgGM32OQJ4lrTDOg6BqiBiUT8u6UvgdRsGUb30cnx/xMVsNaP1t1T7De8zgWtKKlgB5WAvTCAGyGxnYquO1nXl3zhmRaMNIWGpUCetYfvgJtLaGRT8izo6agPy2ARpZACmWDrKpEr9l8cQkN88E5pl0ZSBkCmvuY1giyxpxfBUIK66eyJJoa+UFCkkYVWjgT/Cn2kPe2WoRd1BCbDY0qd51EyrsjWgXPZhX/1xfOmTH8fCPy0i0deNbhouWtSOK6KcKaHWKMPvkLGQwMBIC3vWjqI/kKSSGRyyFKwknADZi/y3Eh1gi5RU6/108yWwarUZq4JptJrY9Z//ZtUu/dP/913vuVnWLJOwqjZLBUxzezH7sSl6qiGlFX6N5qxu25T3aKaS2Ufan7si8dWjU75DmdwYWSDR6wo4iMfCwlLlGsdEQjTVyWh1XcRiUSAcwmIxh7mFRZw6dxYsng2NDEjC3xtJYP3AsG7HL0sswFZBxgNzSzn89R1fwNy5WTFpq3NNYQt6E+jv6sbV178U3cMDyBHQ1Fpeyq1dgZBk6ZBFOzg0JO7WTPR4Sar1ChYWZ8RcbG5uEf5AFNOzWXzlq99AMhpD0Ga3gdKFZ1IyOzODkN/FG255I970lrcg3d2FWrOhNGZDIbhBF3NzMwKKnh87g0996o9x6MAhDEe7EM4Gcf2ua/Gm996KwLoYei8egRsLophlM0AT/oByFLYCrrTFcwzJWrGq4G0KsOq30QNUK3o86ce5/Q9jat83EW5lESQbpFVF3deAHw7q9QqKhbzSfM00MZfNYzFTEHfo+VwJxVoT/lAUoWgCjhuWBJeFYicUQavpR6lcQbnVQCacBaLAmmezqI+XcNDfQjVSRyKaQMyNiczC6PpRWET4pKvJFiYvH9QVjEZjwnAplouSuCfiKbmGNGcSxrOjgA4yJQXI0Jq+hVoBjzzzABYLkwhQwoK5fNCG5SomeKMVRDjsh+PWkPYVsL5VQBk2TjV9WK5Hka/Yog3rb9VRdXyw3QBqaKC+VMFlfVuxaWgbSiWuSApcabdTaxNPzl4WC/jgvObaTlkLzj/KfvBc/H5HChI8T8Yqt77r9p8+oS/wiv/8yd/TAGZDQFUZyxaN8CwxTAk6Ns4/+yROPnwf4iGfAK0OTWFtrocEorVusbRs19BoRnFgoYDHzkyoMieLrErGUzneay8Dnnd3Xw9u/cA70N9FGa+SyHX4uYiJNKmSPpI4UlqjNYGgzXZU2zqPRWmZ0iOzhprNomwDiUgC+/cdwbe+8R0s5/KdEGDVNdDLt9oRdaumxOVs029aoEDUmt44XnvN5djYl0Ku2MDDh46h++KL4aTDUgRLxLsRCaWkxTgYdXHm2UN4/L7v4aJLdmHo4s0YHFkDuAHRCHV83D+DyJdKyC7Oo0EjXpvMYKXvKwUjHa94gUIDJnN/lBhaSwEQVOVFYtFFddyZKqbZudhNRFNDB/bCOObPncZjh89i39lplAnOkHUsZmDEjNRnmZjTFMDUtdHFWI9kiykG8DhpLiXjlcC8dgTn+ZAhXibjMZMTzWidQcg+znklHdyyr1FSQuU6ylZSdRhKkURLxXi1pk3Mba4R417zUH/TAL5HCsB762leTDBubnoSWzYMYs1QCol4DIlkGrFUl3Qt9MbTiKR64fQPomIHYLNZSutuck81uYwBVgUCkpxRzWnpMBNbAUXQMTGKjC8ttyAyGvrvCkxVobQ3V+Zx/8ptt72g+f2uW24ESZi9iaQYBNVLedRrZSSicZH5qDVKYjq1XG5iZrmCJ4+cRjbUBSscw/z5U7goYWPnpg2YnlvCM+PL0pHIHCTi+JFyAwiTrcxz9alYn3ehUGliLldGjqGyP4gm1+VYArHuHrjxuMRFjMByhYLk6dFYVGQDZNwb7et6S5i2kVgU3UMDKNWpCd5Q3Wac8xwvXE/09TbrqBQXtGQDtWAHkjEcfPTHOHPgKTlWCiXVGIs2SnLcIufvU/sB83IyRZlFlMm85D3jfRcdYksIK81aDWHGWzQnFF+FqrTK79yyDtdfsR2tUkG6X7Jkf07MtEku1DMf6I5h89oB7LhkC0ZHRzEzO4vFxQVh2nKOMJbw+yNi4ki2PI3CKpUSioUMCpUqxuez+Or37sdMri7aoNRqZvxcF/NSZVrH3FW6mIRAVsHLb7wOr3rVDZiYOoexs+cQjcSw+ZItGF+ewyOPP4E1fYO48qorEQ+FcPjpZzE5NYtEOoEGzRijMSTjcRSyeYwvLKJarmDTurXYsWEdFsdOIdKqIhEhQK0KhMJ6bzRQKhcEWC3mCsgUa5jOVnB+roCDpydxanwKxXIJb37DK7F+wxos5xdEPz8VSWBqfAaPPPio7Llh7SdAHWrueWGb4LEGUEn2EDIF9xfmXR7jZz2XyLYlOV50wzk+xUCMXT4u4vG4FN97h4axVG3hs1/+GuaK7KhUwLDKxY3kn+4+M3IeEix11kPTFSjxhzdPF9KD7ovTsZXpVm17YKyIuVpYXpp/QXP8P+qbXgRWV91ZA6yOjKxVAa8kvZ3gXRYoBpS6Ms8s1CReJmDwvt5YrpjN1Gw6/JK6M3oAACAASURBVFzSuXfu2IEPvO/dqJdLSmtRtHiYsGpGqQbDvJVLAV9tPx5++FF8/m//Dk4oqlwIteuomj+dqi1p5+ZcBCD0gIZe8NBsoAZY9V4a8z6TiPL4zebMRSmWiOMTv/NboqtC8EYxVpWYt2qZD+Ev/vJzePLp/cLuUAGPTow87U4dUE5XVWThMVVbFdp4maSGAexlAptEywuKGn3GFtu0NWDKRY8VIgmyxFVWtQJWK6o1if82TE8VHDLQWMn0ZfIgphHcKAmwNmqo200M7t2Kwb3bcOjxZzB/elJes+vGK4WZMPaj/UgW/aiWq8I2rtFNfiSOq978Ktz1w+9jZGQd5mYXMPnUs9j1sr2IDPfh2P3PoPzUhGIaEYJrKLMqPpiUi1skN1Sts2rA1RVMBo/uCsexd0y1gVUdhK4Gkr3grKlEm7mxYrx7FlzFFFYVWPm+Vl2qmB//2EfR35/CiROn8Zk//xwqFWqRGlax0uAz45X3wNwv1U6l5uK/mbG6+wYlKij3VbFIpPbRVKCHfK/q3dOgI2++kgWgCRVZtogkYCe70QgkBFj1tWoidyDagqKnynOWA1bmZmSLEoBlqz49sRjo0SRLtFHJhOXZMQkz2qTaDl6YknoEiz5TEC3LQYv9TZLQarmBUhF2rYhWsyqMHaSHJBFXOpAWaLrOBI7Vcr9fMRfrlSKa1aoWL+fxKofezj29EGNm5XOrK6FmU27S5oKAvIdAJnip0SZrZxPq8wgWPgfAveDOaxIv9R7zbgOnGmCF6qoCJpoWLa6blg/RYBOJoIVwNIR13f14xWgMIxs24kjoIoxNMVhvoNaoigZShetxrYU6SvDZVfiou6BbRMnu9QXZ8kyQW90z0UkUQ4GGmH3UbQITTLRpZNNA1W6h5HJ8BeAju4qGQ1Qr8DVQDDNJU6wrsm3lh2Oe7CO2nfkaqFQt5GINVPpKwpgtk4mg10fbp/S6OOfo/E2Qg4ANnVcJ4nIfCPpcBK2QgJuRZhSxVkxaL5la9iGAZNOB2/ArNiSTiHoL2WoD4VYGj534Dv76E/8X2SMlOFEX0bofFV8e9WoWVkkBF81WDctOAO+4dQDv7LsU2Tk/juWWMDa9CL8dRVeQAKpKHMnYCzoWwtS/DdAZXbmjU56fpgJGV3b3J//2546/fuldN7VBH7Pn8jvFodnjpt5eZ3TrqfkivkcZrXD9Us8+N0HvMLbMHFDrCN/De6z2SNFSFAY+WVBky/hFZoEtiWSuRSNRxNNRZBoVfOfAY3jm1EnYFWAms4R6LAi7i0F5ADcPbMdr1u+SdYktkD4rKPsHmTaFYgn/8q1/xSMPPgbHComsCY0cqGtNk6Zr9l6Fy3Zsx2wup1rPQoo5q9pzW/C7YfT09kiruQrQacxUEpaqSKPYPpw/P4N0agj3/PA+HD9+FNFQUrXDa9YZrw8BjmxmAaVyCXv27MHb3vJW7N27V/a/ufkZPPn4E+ghWzMZwac+9YeYOn5e2swnm7N480034Nfe82s4/PQ8Cr4qbnj9tXDiCQF9f65Hi7r0YkMlrY4s5HA8B8N+ZM/ux9jDd8Jfm4ETCisH92ZJOhB4m6vUU80VkcsRUMljcqGE+eUSJpeKKMOPvjUbkO5bI0kkgaAGDQBbvMeUDCijXCyjEipgIbWMvlkbQ08XMRau44S/jHQ4Ih0uAtq4rlxrShFRey8SjQgII0C7Ll6rTVAx83ht2apMcFVMzOo8M+7hLHhT3iAEAi7jU6fw5IH7UPPnEQhTC5Ct+S5sH2UeqBtdRzDuwB9vYkMzj8FWATNNC6ebcWRzIRQLbNEPwm7VULbJ/KTJZwO5QgX9oQhetu2lCPlGUKoVO+uquJ4brXmzN6v9VDpRWGgKOGJCw/nhOCGJU4xR0FtufWEajP/tj/9QHNidgB893d2S0FPJx1+pYmlhVroGJg7sw+ShZ5GKBsXpPmj5ZbxyXjMJZts8H2zLZVQ/mavix8ensFDVnWZifMh2c1M8ZMLrx8tedh12X7FD7gs7tMiG43EwNqe+iZjWSLFdGWQpiL/ZLk4TTBQZDx3rsK2eQJVA1o06ZuYXcN8/fxf7j51RrcOmnKgPg4muomyo9Uk6IESGB2jYLMLVMRTz45VXXIJL1o7K+Nh/Zg5js9O45Kq9SA0NIJJMCEBYK5dRyGXl/QSJyNLrHhpCtdVC0HGlmw6ULGKcH42K4Q/N7hgmsG3WaOfK2qe7dEzMpooAjjLU9ZATJFdisbkNyClgVYA6g9DpqMCyqnDyc8iPncGzRyfwxNlFZJtKp5HocLmh5ADYBSSxgAcUMOvySkaoNufSsaTZDwi0C0lCm6txjtJoajmbacec6ngVL3n1Q+Jpg1AovZvn7BlmH/HG3hrXVQXTVYW61TG67EFCoqgjtzyHiwdTWN8XRywSQjSeQHckhu6Yi56uHoTXX4J67whqDZoEdfJBsx96j8XE0+2QTJNVvHmAtK+LIZLuqPSAqmoOqVK7d7/l8b7vne/8uZZv8+KPvON1ooWcjrnC+iuSKe0EEI7ElNFztYpCpY75CvDkqQmcX8ghkhpEvllFuJzB3v4uxEMuDpyfxlTNQdMPFLJLCJaLWNOVQMSl+ROnKxnFLTANWSg1MVVsoNDkuqt8AqLJLqR6e+EL+KnaCrtpoVgsSiGSjGSTGwb8lOjxY2l5CQE3hFRPD1okPbGzUbddKykQBXApORRFTDHeByJ9p6UgCJZb1RKe+P5dKE1NijSHyLo0FJDvBbBlnLd8cKNRVghQY/zWXpcVKYbdMq4F5GdnhYVab9bEzGvX5rV4x+teiYjVQKFcwtTCIuamlpDLLiMccjDU14PB/h50dyWxfuNG9AwOI7e4iPGxMyjkMiiWC1Kkioe7EArRALMhMgulchHZXJZd+pjLl/G1ux/E8Yl5WNRhrZTlHBqM83QhgaAy555o0fsb2Lp1M97whpskFqFGaqtpYe81e3FiagwPPfIwdm66BC+77nq5jvnFLB58+HGJ73dcug00LONY5TpFgDToayFqtVBfWkDcbqE3ERMZKlmjtYwH9yQW/nhvM9ReLVQxu5jHufkiDp6dxvl5ug0UMNDfgxuufwl8liro9fQNIJOr4Stf+brc22DI1XqnPBc/nAb3dHYcsUjkk8IeO1hdGgC2n1O5ifFwUKQC5csh3YJS/FNyjxR6q9pBjC3kMJmroAxHEYFW6SFLEYTjbBWD36wpqzvaOrFvp1P1Qjm+dzKbolk2s/SC5vh/1De9CKyuurOrpQBMMsWXCaCjqwLPAVb5dw/opjZfAxx2Wjq8m06t0cCmjRvx6x/+oGgtciKJXqosrh22pPcQJXCT4NTBsWMn8Ud/8mkBWgj4CYiggwqjTcrvez5gtVON7LhxPh+wKlwqnZiaaqWcp8+H3/zYRzA81IsWWQlM+Bl8SOWeZlYO/uqvPo+n9x0Q3TYm/KwStifzKnjEe85eYFXapTUTSYBdLRXw8wKrkrMQWNWJDqn4PG9eXmqqqYCs0+qjWrs8jFedaBtg1WyI1M2sWQ0MXbUVvbsvxqHH92HxzJRsPDtvvBI0FBn70QGky47o5vEYqo0qrOEYrnnbTbj3gfvQ1zuIpcUszj+1DzuuuRzp9SM4et/TKDw+JsmVIkcrEJXHyed4HByrfM64sK4OoDoLpxrHJrAyv73B58qASkNW+l6uBla9oMKKwEwTEJRWFtlwDXSlEgKsptMRkTv44099GqVSTRJy9TmdFkM1ztS4VMDuvx+wunY3GavamEonA4pcqQsbDKBZyaYuqTDHGdCQWVpTv+l+HU7ATnShGYopbVQm8ARWBUQlHksWrmr1ZhDIDZLt4Qw8iLESUCUYy8/na7l+eNkLRk1TTCzEEIm0Q7puEFB14LNDaDEosQj4toAygVWymA2wOqxYrRLJ+aRKLpIBBIupASQsEQr8q6RJVdGp8+llgf3/AKzKAOSRdoDVn9wA6WWraqkR/ZRRJ5XjFz1RBqyK1SIAmab4pJIOesOKObCldw129DvYONyH0PpX4GSxC8W8D061jpLobpVg+8rwUw8LFZWAC6uZ40QZkkhRQLq6uDbR2IMLcUPaTUu819UG4sUQcgTS2Z4U0Aml4OYN8sEIcSPjlBR7ST5MsdC49tX8TTR8NVSLRWS755G+tIqtayJw+VmtDGrNuswfJttcEblOzfkVB6MmesBNNKwGmmRRtoIoB32oRZoIl5IojtuYy+fg9FpYF3MxVImhpxKDG0sB4YB8b7w4iEh2Ft/5yrfww2+eA1oRWBaZzi1k6f7e9CHi2nCtAHyhLLa+fgB/sPMXsXEygLn4FD576FkcOl7GSLgPYdRhBUKIRiMI2mXEAhV0hRw4fibxvHbUkgoIK4SgF+fRnv/6pZ87/nrne5QUgHcNVG1XipVkgkuVDK8snpr3SMK9qhvCvK/NNvK0ca78TDWCzR5pzFFcFuH8FsI8Nyk62vBFghjLLeLZyTPYf/4UMpmstPGWrSbqCbrE2lifGsDr1u3GttSQBOVMLEFgnv/W6+bTT+3DN7/xbRSzFWFUc0xIm2mrhU0bNuDaq69Gk+283OT0NeAYY5tZvKsLIdfV6yzdksuYX5iTcR6PJrCUWUSp0sDcYh7f/MbXUayW4LSUvm+7tVUtHKCkBd9PUKIr3YWLtlwka+Dk5JRICgwP9WHLpTtw4PGDqE+X4dT8uPKarfjlj92OoYsvQ80hK5WGDxEBfWXaevQRf9pgsAhmU/faasFmSx7tER0XxbnjOPzgP8CXOYFUOCS6ezTts1u2sDJrlRoa1ToK+TIymSIWl7OYXqhjbGYGFTuC9VuuQFffqLBaaNBRpUlHuSxjrFiisUhd5BumfOMIdYex6ck8mrkGjiRqKPtsxMNKgoF7tSl89vb2Ynh0DRJJuk0rwEISPd2ey+dMAVtaASMRZRrVZMsyQUvAZqFC+oZtHDr+FI6OPQE37kMwEkKtznXEJ4ypCkLoDhTQjIbRCAM7rGX0+woYqzs4XY2imAuhUiC4yzWNRSDuezyWAHKlOuKo4zWXX47BrlEUq0rXvV2Q1XZzRnaD7ujsQlF/19IqPiVnVeN106ZWHDtvetsLY7T98m/cjr7+fnR394gOHSt4NJOpT43h6JOPoprLY/rcWWSXFtAdiyEWceEnWKwLnYylA4LOtURvjoWPxYoPPz52HuezJcUOZnGkqQzC2O7K167fuAHXv+w6hCNsLY4is7So2jOD1NEjezmkWH8y/5XMg2IRKfY076fSRSRri0zlEPyOIyZjrh1Q+o/VKp594BHcfc9DKJQrKsplkVTiZm4SynxVTBJ1p5vsPxYN0xoY6Eniiq1rsXvTGsQCflSqLdx94Ci279mD9Vu3oCrxjU8MyWiQR03hRpWdZiFE4kk0AzweAvo2yvmc6A7nM8sCYAtIXq8Ke4rrWy6bRb5QUDqpjEl1DKrAOhbcHBWjahIDxyILzd74U+6JBuragJFshOzkqMDJzaIydR5Hzs7g8EwRC/migFjFehOZCu+fLQw8hUt1QE8zRs13tcert3gsfgkcm5x/CiFkfkXmfr6QB+WmTIyrfCtU8XL146cBq95j6BTpFA4s/88uJw+w6l3zOq9XzFCSMsqFZWwbSmNzfwLRoC3GOKlYBD3pLsQH1iC8fivqkRSqWlrL5Ibt/U2vN9490nu9VAHcFMLV2UosroMzby6rl34Vp+p7aa71u9/+9p+2ZF/w73/8iQ8jn1lEyAZK2SU0alX09XTLNeKYq5DlbQVxZHIRz5yeBCJJBNwEcoUsen0VvGTdEBYzORyYWkAtmESxWsTS/CzsYhFD6RiSiQiiLo3sfCLXkCvXMV+sY6nOgjj3tpbk1vFUGlbIFTM47pFMWwm+8d/MG5WsAhBywgJiVVo1pLpT0p2RXVhGrVgRs1QZl5K72tLhIWCqdASqygjZ37y+orUZDoshXjTkYO70SRx44AGEyJfttBm1r5nCGhT+wLXH74akUFjXBQB+X9ANCUiKSgmlhQU0ayXZq1jc3bZuEL/6zjchYlGDu4jlfFFiCEa1fT1puU6UK+vpSmF07ShC8YSsreNnz2JuZgZLmSXRIo7HexCOhEUShdfEgKuVpoXFUg3f+MFDOHxuBj4nJEU1Xt+GkX4i+YY5tsgRBRAKtDA03I/Xv/4XkO5NYXx8AjPTc7hs906cnpvAw488giu37cR1175U9NzjkRiePXAYZ86exs5dl6p1tlmTOR2oQ7Rlc7PTKC/OYagrhe54pFP0kHhKrck8LsYtuWIJhVIdMwt5nJnL4si5GUwsZGDZNQwP92PP7ktFQoD3rH9oBIVCE5/7qy8gky0gHI6puI57iuQCigEumt5C9FBFe/qlcMEioMpxwK4H7udhx4+ALpZRNky6LFis4xrFXNC2Uar7cHpmATPZMqogocJ0XnYKGyoP0kZmFzCXNkx97/w3810dZ0eexDtBVxdh+Dd6LLz46FyBF4HVVaPh3wqsqoGpq4OrgFXzVWbz4sI32NeHX/+12+ESGNNsNWlFlnbFldo78tlkwmjH0vnFZfyPP/wjCfLFOEEIDqoVxQt2MXjzVh5UVViBVV5gVQBQDVoapqYJBkzQsyKR8lRCytUK3v2uW3Hl3t3Skky9MAEFpDLdlPb/O+74Gzyz/yAstjJLNbcDn6zmnXlvy4WAVXPsRsP25wVWJYABk3nFICFjVc7Nx6RSGWoopl9HX0haaTwmPrxW0lZJtqhgXqI8hppVx+Cei5HcsQGHH9uHpbFpqW7ufPleCWLPP3AQXWUHpUJJkuIqTYQGo7j+1tfioScfQyrVg2y2gLOPPfn/sfcu0HVV573vf6+99vuhtyxZlh+ywQLEQ4CFg5PGpNi9mNyYnDhtzEjsEvcW5zS0cc6g9CR0xDkBRiknpTckrWnrcnEopsXcEecWU3BanBIT4gTEwzU2tmWwbEmW9dza77X3Wnd831xra2tbsrcwGGx/20NDlrSevzXnXHP+5zf/H67+rUWYsXAB3t75K4y+coQ7qHTlyn+XXugqWYQTCaNeaBk7glk93+LOklM+zySsFndynTLglAmnbDmdQOdn59jOs3NsBRxhlZaeN9TX4Jvf+BMEAuTpZ+LBhx7mJaZOlAGVCycq2BFWneN/sMLq7/BkBmcrYi9VEhvJ94gM1dXydWUrk+Os5/yKooEViaGOsOqPQquohumjlzSJbDRgUJl+6XVGS6vZb5UiYnNKpC1kyuaQE9vDlUQSFpbHPVbHy//4IIGvi9PhepSvq05RqzT4ofsArFQK7hyZ2mdhUR2rbFK/d5ZukShoOC9gO/qbE3TRfREHCxrZE0zwX55sqW2x7DlxsmE8SoMIUMSqylJaKBOFTvmp/srKCmEqSXWK5f+U/di2BigeiKhoHrWEjQakLIBSp8QCGmv8aAzTrLgHMwKVaKxy4YqZUcy58kbs15twckBHgKyo8hRpnYbuSyKYJ8uPHHfAjSwlF6JBmBs6RcBTB5GXdVEkFJUhGpC4kSM/UVoK6/MirNchkrCg01JiyrZMM9gUNeymdpjamTzyHqPgt6h6yipFFtky6VkT8dwQ6i5N4vpZM1GXnc2+eLwkl3yhOUqPp/24HJFATnnJc1YehivH10L/KOA266FISgPuk0PY33MQh0+8hxmWH3qwAj1pF3pjtEw1Cj+NaOiaPC6ErDH0nTiM7iMGfn0gi4PxMeTMUYRNum4THjdFAVei4dIgvnrrXKwcWoyx0DB2nXwL3/u3N1GVrcU19VE01EWQ1VxIZnOIuL2YEQogGKSkO+T5SBGsHhVhS5FeJD5awJIHtky7z0bCqjMQpO8FPz1KRlGyJLTQJtrRY4WIeV6iRoNoZetT+kXCTOnvCpmqKdqgaB+njabIFdKtgpYGSkpl6C7sHTqOf//1r9E/OgJvTYQCXNBYVYVQJIh+K4nGSDU+NeNSXBluREj3I+fVkHWb8FA4IS/jpyVlNCgDntvxPF779RvUTKm2nyJvNA3hgB/XX3895ixYwKIqJVyiwR29w+rrZqCxeTa/N2hg5Vh8JBIJZDO0jD+CQ13voGlWC/qHEth/6CD8YT9HxTnvP45K42WVykKDEjMlEwlOOjEwOMgRyN5wCDXz5uLT17UjdWA/frjpMfRn4rj1t6/BNz77dfzny8cRbK7A739zLUbzQCpvwEtCSSGybeJk4FSFgtphfldBQ8owEAnqyI71Y/+uHyN94g3UR2kSUueBMtm2kHyfJm/VVJpXq8RiSYyMpjA4MoZ3TyQxkjYw/8rFqG64FPGxDHKZGCc7Ir9F01ArWeLJJNJWDgNjJ3HccwxXmg2Y/2YS++pNHMsn4NUjiIb9qq9hR8jQe41+jlZVqmRhNTU8qKbmjEQyKjMUBaXESBXhWVlZwRYB9Kw5QQZZvJBDoJ0M6tV9v0DP6DuIVlJEshs5w8X3ZOSyMDhiPAN3NAAtkMdVrmFUahn0mFEcSHqQGPMjm84jk6T7yiKnk1BFUaABJE0LtZ48ll9zGeY01iNnXcb41fJiardVH5PujfogWSPNPzsiMvvs+3y8PS0rV0KWzvt+cfX7S26z8cHvMjMSMyj6n47lcQGjb+7GsddfBcXh9w0N492+fvh1P2bV1MLnU/YjVKfZFsWeVOG6AA1JS8eed09g7/FBJXTbhYzfLZrF0eX/x2dX8HuKtNxoRZQtPcjGIRgMcCJRmnwjv2Kn3SlEZOUpW7aa+KbBclVVJUcuE5NsPoexZAJWhp5zGkY6ieEjR/Gb1/bhxMAAxpJZpGnultoc3QuT7Abs9om8GmnpLfezYWLhjEpctvAStMyoRk3AjXAwjHd7+jEYrUT7jZ9AOpdlv0eqV9kUeQqm+D1B3ymCPRCMIFRVA28gxO+1FAmr2TT6e4+jYcYMFvBIiCW/XxJXndVS3H4kkyyuOuWCRYqxMT52KBzmdy77Q05YFTM+AeXsp9pg9WZ3Z9PwjPQic6Ib7/YN4sgI2c+QdYkXg/E0esbSLLCxxRCtEiqKFC30O4omZkoFA2Wdo5JHqT6Yig5vaGzEif4TnJCX3xGqZ1QQQUvbn3KFVWcM5exfGrHq9LdLg3qc7XM0xZvNwkwl0DqzCpfUhlDp0xEJhzCjMoqaqpkILrgM4ZaFyLu8yNjRjM57rli85f5ZUddqwt/YxkL1J/hZ2AzJO9zZzhlfKH60PF0dzLHCo+2+/Lu/O+33N+1w34bfR1U4iL7jRzHY14OWuXO4vMVGhkHvJkv3oTeWxq/ePoKTSQ2B6jqkqR+dTmBB2Icrm6pxpH8IRyj1gEvD4OAgYkND8OSyCOoaKiMB1EaC7MdJ4nPMMBHLWUhSn9pDFjskcgY5wpKs97zBENtDZNMGt3H+YEC9fw0S8GgVSBDZvImqqgpOatR9qAv9x3tQGamAvyrKAUU0uUCTKNzesFcueWurdydNlFEELLUJY6NjGI3FUFNTgYDmwpu7X0Ls2FGEOLcCm/OrMumMwXlCQE0S6/6AimrMW+wDS+MmsgaiPr6fxrNZWnuhrP3y2Qwum12PDV+9HQFXBhr1b/NgUTgYCHBix/jYKMZGh9DSMg8N9fXsa5tNk+1PPw+d6L108OBBpE3wCgzy/qYyRatWKAo1YwIjmTz+v5/vwVtdPXD7AuwjznYrHKWp+mc04UJ9Wfq/322hoiqMz9z8W2hvvxrDsVGcPDmAYCSC47FBdL7xOpZevxjtV1/DZYEsSg4e7sLB/fvRcf21nMg3E4+zaFkb8nNkrpEYgzuXRW1FhC3BaGUABbcRQ35n2cIqRe2PJdKIZwycGErgUO8g3uk+gf4xEk11LFrUjvraShZBdY8XDU2zEI+b+MEj/4DBoRFencsLHOxAJK+u8rColUxUlGhSnazJgtzm0DVS2831ivyxOQeDSvBHEaz0d+rD0fvey3qED3mXByMJsqzIs0e6BjVuc8pEoWwUCavFlZAncIss1Yr1Ih7LTmJxVVzenDbKOaYIqxObOBFWS5r8qZJXOQXPsQLgThlHi6lXLhVEEk2cj5pFmhixWvp2IWG1rroaf3LXf0dFKAia5Sehjfw4nSWsjoeVsy8Pj+0ZMloi9/Bf/xDv9fRyZ8URRrnBsqP86HfvV1gtfhFPJqzS350XK81YLV9+Mz6/8haYRoaXWJFPW85OVEAZER/d9PfssUpZb9XyB5XISxGcKKg4v1fXMLUVgCMQc0Uv8V50OgITnkWRFQCdlSJWncFMzqAIQ8egnjoHyvvSMah3BOliLtRRVMKqixtP6uSSkNG0+ApErpiDfa90InbsJHyBAK7+zCKk4kl07/4vVKc8/H+OPDWzyNZ68akv3oLOfW+gsmoG4skUDv/yN2hf2oGGS+dj73O/xPArh/il6/hAORGrThmhFzTda3HEaqmwWhCkTxOx6rysnWfucCzmMFXnzxEllHCtfMa4nFBjbebQ1EgTCV+Hz0/JJML4m7/5e7z62uvw+YN2Ebc9b2xfJ3oRfWjCKqkPJGqyvyjH+vHyaxbl+A1oi5K8Df2fvhucwdeiVCA+W1i1k45wVArbC6iZZY52I4GeIkLZFsDiyFTKhsuRsXw8imRVHQq2AyiK4nZelAqMEhBZpGSfVUqWQsIqtUHKFN1Kp+HOp9V1UnRIRRPPANPPxJ7ukyNbC82ULeRSxKztNes2JwqrE6+h0LoVNWV2O1fonY8vfzNd5D86UVjlGXqO+Bhv0cYPNl1hlcRs22vW9pkrXKFj0VLwFFIe1XQ9jREP5tRX8bLQypAffq+BeTUBLL7qWsSqLsGhniwyYxkkTJ39mnzeDM8u02w1RS1lMrRkkma5XUiZARWhweejZ073QOXJRIYmrqrrkInWwe2qRiQ9Au9ID6qzlJxGh89LS82pfaHBPj1HVfaVOE3RkipmU6c6Td6L+RTmNKRxTXMl6r0NgA/IU+QoTbTxpBivp5LlbwAAIABJREFUo+Dnq2yQ2SKfHVXJb1a5sGrQvH46GHKjvehLdOHkYB+qE15UuqtxyNLRldEBPYiQzw3dTzYdYdSa/TC1Yzhw4DCefa0bv4q9i/l1PrS4Q0iYSYymfEgkPNCjLjTXuHB1OIpDVgL7jx5HZaAKgWgY9d4w5ociqKkOIYMcunoGMTRqIuyNosrvRtif4/bY6/ZyJAV70MKFz35/+sLql9d+ttA5dKLoWNQqimaa8K4usjBx2j9ONsLCy0TbFGfFhpqwGreaKBZSuU2mKANbfFX2PSqizp0zkaHIccrGnk/iX996BUeP9SHv1lHt8aFmRg2qAj6svPx6xGp86I4PY75WiSrTy0nTqINOyWVo8ESdcJo4oWuKVlSiv38Qu3a9hH3/dQCaqcOg9Y0cRepCfX0dbli8BHUN9ZxogzzieLn/WBK+YBAzmxo5QRLdB4s9NHi3lyy/8frruPXWz6OxaQEy1DZ7NPb5TCVTPGAlocWJUCJvNxa5yHqCJwKJkRsVkQhqa6rRc/Ad/P29f4l9Rw7gU6uX4hv3/CHC/itw6O1BBMNuzJrdSEHeMNhVTrkNO+9c55kViw6n9KtcOfg5gSCtY6cIowEcfGUbEof/E1V+ssSgFRSUhdwL9c4nnzg1sKIs6SNjaQwOx3FicARdAynMnt+OhnlXYIyixJIJ+DUve1JSW+AyNfZVHcsmMZodw/FYD6rqPLjmbR9G02l0VsThM1wIRKoR8qtkfsSWE+V4vSpq0evBrNnNaGpqUhFQtkhKIl4kQjYzLsRiMY6koXJFUavcD3CWMOYNHqyl0yn88s1/R8I8gVDYh0w6h3xOlRedlpGSHYCuIRp1oz44hgWuFPy6heP5KP5rVEMqpsNMW0glc8iQQObOIZ/RYOo+ZNwZzIwEceOChWiorIQ33KasJJzlwBTZyn1eNeFLf/N6lM8+iyx2tI6yL1Lex46o+YXf+/3SR1jWz3/72I8wOjSqkjn6dPjJLy+eQP+rP4Nxoodfr2M5C0cHhjAyFIfHtNBQHWY7BbIcYSGOvafZ8JT96w2XB2/1jWLP4eO8JJ76+HT9LBCbOVx66SW4+rprEKPl4fkM15fGmTMQIkGVkrWllCcufRzrBocB8aFnXlER5Wsg78KxsRgS8TjisRivkLDIhsZIQ6dVBieHMNB3Ev1DI4glUzzQT1ISHFoOSjkYlCER33dlMISaaBR+nwcLmioxo7aWl1BXkMih6RjJuuCaNx953Y1EKsmZyEeHhtDTfZxtKOob6uH3url8k3dwuLIOtQ0z2WKEfodcGn3HjyEaDSMUiqi+iO2jSwwoclclxJtol0WAeWltLIbRgeGCfRUJBep9rESGgkDEuRxUIiv6Tu2vh+rd8YPIDR/HWDKNd/tjyuPc50N/PIOuoSTG8jSNSmLx+Ko9p49a/L04yKBgEVSIzLLzWljgOrbgkgU4eOgQt29Uh2jMooILCm7cE8ppucJqsWjh7MPtmR2xWny9xSfgfoZJ744MC0J+3Y2WmjAW1IYR1YFwMITGugrUNF6Cytar4a6bwf0jsm6n8YnTZk5oO1UGsgkrO5xzUkTbeF6J8bEttcYcdWyPMZ22mVcJ0SoK+/3hvA9Wf+ELZdXn0o3uWbcK1ZURDPX3cn2ojJL3dx7JuLJuGcvn8ebBo9jf3Q94K2C6vUjnDfawb62LorW5Hgd6enE85yaTbgz3DyIdG4NOs7X5HPyU0d3v5wmfjNuLFMjaSEOO+gicRFpHIBQFNA8njgrSxICXAmKUDQoJ+yQyUmmg9ti02/QgXDj89j6MDA6yF2ZtwwyehCNbPGrrqc9uZ37j1aTqeShvW5/Hg+GhYQwODaO6phahcBDhoB89hw7gwCu/RA29M8x04ZkV2LN/PkXXWzyWcvtU1CpZgpGASsJqwOdlK4DMyDDMbEoFBOQMzK2rwJ/c8buoD+lw5Q34fAGEAxFexk4TJT3HjyGXNzB/fguvvIyNjPL1DQ+PcBLGcCCErsNdSCOPigoSlZW3q2GoOkx+r2OGiedefh1vHj7GEas8TnTROi2VEIm25+RO9rvP73ahoiKEWc0zcfPNn0Yw6OcJmoyZx5GBPvT09uBzv70cNZVVPImXpGRhJ06iv6cHrfPmIkLRxZT4MRxGMOJVqxPZok3l8qBJJeqDZXklqnpnOcmflbCaxXAijROxlJrMOTGAuJHD5ZdditmzG9kCiNpaWvZf39iEwaEUfvQ3jyEWi8Pvj/A7nJ4rCcgUtKpeNM5oyg5rcimPbw4k0N3w+8h7XK1CUpE99koHWnXG+UBUzg9KWGpZJAxTYjCyl+Hwi4L6USySKu/kiVGszsSSow2Mj6/td7J9eqdNdtojvo2iHEHF9VWE1YmtlwirJa35ZBGrLJo6JsO2FcApwion/XGWTjiC6umFVeqcUEN1x1dWo7mpCT6viiBRnj/KxNmJgHFeqpQogioEDxI9Pjzx5D/j3198SS0lssVe7rzbpumlwqpTiZzIy9NFrDqNdkGMs+/PEdicQQJ9z+YNXHPllfjq798OjaPfVK4fdq6iAaUviEcf/Xt0vvFf0L00u0xth5pdVs3OqZFqKqaUWgUnJN2OsrM7Qk4EaaHD8D6FVVqKxYJklpZmkU+cmqllYZWj6CZGyxVHBCthlTKPq2slmSer5TBnydUIXdaMfS+/irHeIQRCQVx10yLEx+JKWE16kE2meQafhLGxsIn2//PTeHPfXlTVzEDKyKHrlV/j2s98AnXz5uCtHS9jdE+XGlBRYiBOXKE8y5wOYsGWwLYJUPcwvuTK6VTSd5ogKO14FpZ02h244oaVu8A29wniaVEkgFNGxxviicIqdWbmzm7C1//71+D15RGNVuPZZ1/Avzz9DJdfFaFAA55xW4oPy2N1bscyfom7aJKCIzadCAm1RI48BblUOkkRuDzT+n0Dbs5u64ZJEavRKlh+JVpxEeYkVVT+aaafxFNqFzIATTZQh4oGDVlK5kHLQEhMzahl+BztSomxnA6sKuvjH5V2iIRVi54DL9Xz8vJP2o4iWEDZSfOUvCrPHStEG3j5FCW24khb9nijSqnenFxi2ceHaqliQPsXT0iUJ6yqJX8q9GFyYVUNHJSPmlqqp9pUJw7EOY8TsXpqnXNIOEzs6DXqZNgd0/Faai8ftgd/nNSJmNmHqAu7MbOmGtWBECqjJs+OV/rcWHTp5Zh1STu6RlPoGxnhqEp6/D5K7EQRqBaZ+1Nn0Q0jRz6HLsRzXhVlSk+HkqJQSChFZZk5JC03knUzkQk3AvkodKsPwcH3MHOEJhUoYpYm49QyMm5TOdJVrVLgpApsYaASHZDnoUEeUcijLpxCTa3B/or0PB1BlzqMlNCHf2a7FUqQZfGghJYWUVST160h6PLCa/l46TN1jqlY11U2AGNVeCOWQFea/LgqUB/yIeQHQi4PZmAYRnYQhwcP4mdv/gaWGcb1s5oR0fMYGE3hN4fHsK93BDmK2vNkkB8y0NBkYs0n5uD6xhaYpAP7s/ChErl+QE8HkNA1vNZ7FG8eOUEWfgj5wJ6jNGj2umg5lErscs+WndMemFHEqhNB50w8cftldzILA5KSJVLFZV+VZiq2p0asqraQW7oicZW8JulLReOxoMu5I1RbwgNN8oizNKRhIuW2sKfnEHbtfRW64ULaMnF1oB7XXX8tXj9+CG2+GphVAfxi4DAu9dfixoZLgYSBNEUnU7nRdPjYj5cis5WgQYO/gZEYXnrpZRzYewhuy6PEZE35pF5x6RW4uv0aBCsiHH1NZYy8HjlazrL4/dLY2IiKaCUvSaYl1rQc9sWdz+OSuQvxqU/+NkLRKKBT26giZkmcddp8NSGVV/0P7o+4eHCVIR/HkVEcP7gPu158EQf3DeAziz6Fz978O4C/HnXtzbjiuvnI5N1IG3GeHPBYQc6K7szZOH0XpzBMJa5SLaH3sJfqVD6Og795DsOH/xNhVwx+L02EqMkPiuY08jQRmUQuYyJNAmk8g5F4Fn0Do+gfjCEdmYOFl1+HHLxI08R3Pod81k5mSC09RTmlEhjOjKA33oesK402VKH6kIFXK+IYyafQ4K+FO+TldrYg5tC12R9KRtE8ZzZ73CrrEo1FORJWyY+U7pvEqeHhYf4/iT5kpUGT6TxEc1kcMXm0+wh+s+8/YQWSIM/OdFJ5ges0oA5RUjk3MlT/vSZmBmKYn4/D0jUcd1XgnZiO5DBgjGVBrwzqH5J0n4nRK8aHnJcipytxVdNlqApHEKmeW6hfLLBSAiEapLKdlZszHNODUyIr+d3leDJA+ceO3zvt+99+d+206zft8Gf/638i4PLCFwqwXUrYoyHZ3Y2B138J3UixNQMJ9EnDQiyRRCqeQIiSiwT8KsO9vSqJ2wKvGxFaAaJ5cXA4hV8ePIoUJXCjyHmKJssbCIYCmDNnNkeSh0JB5LIpjk5raGjggTH1x1LJBJf1IIvfQfbgIzGVhFQSHYLBEEemDfSf4C/KOk9saJKP/BiD/hAvMaZoutGu99B7YB+S6TTIZpjKKvULU5ks0iTokF+434dwwIeqUAiVkTBbiHi9JiqiFRy0QUl+si4P3j42gDcHYkjncrxsn7yTx2JjMHh1mQ+1dVW4bGELKiuC/C7zhSsw79JWZLMupBNjQD6LoYET/Eale9e96t7o40wSsNe/HX1XHJXtlPlcKsPnpfbCpFV2tnWaaSpvZopu42g4jpxPc1RmOpOBlUjAnxlB1BVHPp1BbIzEhSwn7+sbM3B4OI2TSXpJK5s01Wqrz2RthNMPLrwfHLsyTtikJrgpGvfShQux/8B+jIyOFLxwVcAAt2ynlNn3J6yOL9ZyrIxKr7l4/MljHhKdSezXvbhsdgMua6pFcqify3Vz8ww0LbwWNfMvR97nVdP0puo3Ou9Bpx1V7yc1MV0Qtu1EPvxcbRuSQs+L+qucWNbOcG5PRhbEak42Mh617girv/f5z7+v+r1h7W1s40FJhha0zEV8NIbeE30YieeRhoYTsRgO955AkiYN4OW+Wp5WCbk8qA34MKsugp6RYWSDlTBTg0gNxZEZSyhxXDM5+i/Iy7W9yHipDfHDon61bRPn8vk5QlJz+znild6F5E+eTqa4XHF+DNtDmuo6LcOn+vHe/gMYHRjEvEsWIFxbiyStDuKVZdS3s6N6bcsXu0Ni2/VZGBw8yccPV1aipm4Ge7+SRpAdG8ZbL/0c5sgQ/DxJppAWRDRCb+cA8XgD8JMPre5BlvrbnNjKB79XhyubQmLgJMws2YuQ4ArUBFy4478txw1XLECGfVWDCPgDHIlP7xxKVEUCL7VfA4PDcGkeDI2M4MCBA/wOqqmq4nNf3d7Gfc7Y2BhH7Dse0tSrHcuZePHVfXjj8DFebcfe0i56UysLA+rv8viAgks0DT43UFkRRTgYwPy5s3D1VVfwhCgFnx0fOcn9i6WLbrDHFHlkyRqEyrOZR8jn4edK4qybxvWWspqj62Ex0aUmKOhnmlh1bHkcGz2ymIgnDU5YeXyEkl+NIGlZCFZUYMaMGbwqzaODI8QpNKVp1mwMjqTxt5sew8DAKAKBEKhNo/tWK0nsMZ3zzNST45AHXn1KK9I0dyFXCo3pNLLVYscmFbzn2FLR5B6NKbMZ5QdLNmB0PxRY4bR3kwmrxQFWhfaYReXxFa2F1TS2T7Qzznfqtwir5TdjIqyWz0q2FAJCQAgIASEgBISAEBACQkAICAEhIASEgBAQAkJACCiB2yoNAxAwQkAICAEhIASEgBAQAkJACAgBISAEhIAQEAJCQAgIASFwWgIirEoBEQJCQAgIASEgBISAEBACQkAICAEhIASEgBAQAkJACEyTgAir0wQmmwsBISAEhIAQEAJCQAgIASEgBISAEBACQkAICAEhIAREWJUyIASEgBAQAkJACAgBISAEhIAQEAJCQAgIASEgBISAEJgmARFWpwlMNhcCQkAICAEhIASEgBAQAkJACAgBISAEhIAQEAJCQAiIsCplQAgIASEgBISAEBACQkAICAEhIASEgBAQAkJACAgBITBNAiKsThOYbC4EhIAQEAJCQAgIASEgBISAEBACQkAICAEhIASEgBAQYVXKgBAQAkJACAgBISAEhIAQEAJCQAgIASEgBISAEBACQmCaBERYnSYw2VwICAEhIASEgBAQAkJACAgBISAEhIAQEAJCQAgIASEgwqqUASEgBISAEBACQkAICAEhIASEgBAQAkJACAgBISAEhMA0CYiwOk1gsrkQEAJCQAgIASEgBISAEBACQkAICAEhIASEgBAQAkJAhFUpA0JACAgBISAEhIAQEAJCQAgIASEgBISAEBACQkAICIFpEhBhdZrAZHMhIASEgBAQAkJACAgBISAEhIAQEAJCQAgIASEgBISACKtSBoSAEBACQkAICAEhIASEgBAQAkJACAgBISAEhIAQEALTJCDC6jSByeZCQAgIASEgBISAEBACQkAICAEhIASEgBAQAkJACAgBEValDAgBISAEhIAQEAJCQAgIASEgBISAEBACQkAICAEhIASmSUCE1WkCk82FgBAQAkJACAgBISAEhIAQEAJCQAgIASEgBISAEBACIqxKGRACQkAICAEhIASEgBAQAkJACAgBISAEhIAQEAJCQAhMk4AIq9MEJpsLASEgBISAEBACQkAICAEhIASEgBAQAkJACAgBISAERFiVMiAEhIAQEAJCQAgIASEgBISAEBACQkAICAEhIASEgBCYJgERVqcJTDYXAkJACAgBISAEhIAQEAJCQAgIASEgBISAEBACQkAIiLAqZUAICAEhIASEgBAQAkJACAgBISAEhIAQEAJCQAgIASEwTQIirE4TmGw+TQLDe7Dpr19A49p7sbJlGvt2bsKdm/qw8rsbsaJhGvt9VJv27cDG72xHw/pHsb79o7oIOa8QuHAJdP3kPmzpX45v/mEHoufoNj+Kc56jW5PTCIGPAYFe7PjORmxvWo9H/5BenKU/fwwuUS5BCAgBISAEhIAQEAJCQAicgYAIq1JEpk2g8+/uxKZXi3fzIDinDctuWYVl7bXwFP/p0Dbc/f1dmP/Vh7F+0YS/nP68IqxO+7nIDkLgQyEQ24+dT23Djje7kTQA+KJovu6LWH97B2qnUaXP7tpi2P3X38KWwWW493sr0Xx2Bytz74/inGVemmwmBD4SArbw2XeGk1/nCKVnukgRVs9ESP4uBD56Akl0v7QNj/90D7pj1AlQff4VX7gdyxaeq2nOj56CXIEQ+HgTkHr68X4+cnUXAwERVi+Gp/wB36MSVluw9A9uwnw+toGBzp3Y8WovAovX47t3tCN4tucUYfVsCcr+QuDsCST34JE/3Yy9gVYs+9wSzPYDGD2MF57bhW60Y/331qP9rCv72V+mHEEICIFzQcBA795OdKecc43itWe2obNqKdZ9RvUG+FPTio6WcgQXEVbPxVOTcwiB908gic6/+zY2vWqg8caVWHF5BXUCcHjnDux6D2hffz/WSyfg/eOVPYXAB0JA6ukHglEOIgTOkoAIq2cJ8GLcXQmr7Vj/6HoUr3qPvbIJ33msEy1rH8ZdN56l2iLC6sVYtOSeP2YEup6+Gw/+rAKr/uJeLKsqurjhnbjvz7Yhtfxe3P+FcxM/+jFDI5cjBITAWS/dF2FVCpEQ+DgTMF55BF9/rAvtf3A/1i8q7tfbdTe+FPd8fzWm4/T1cb5fuTYhcD4SkHp6Pj41ueYLkYAIqxfiU/2Q72kqYRWIYecDd2NbZiU2fncFGuk6Sr1HWTAdwLK116L3X3dg76ABeKJou+VrWHdry3ik62TCqjGAPU9uwtZfqyXJnnAzOr64HqsXF9kP2PutuGMpep/fhs4e2jCI5hvX4Ztfmo2up36AzS/b+9e0YcVX12HFgqLOYrILOzZvxo59AzBMwDPZNuQE99ImPPp0J3ozgKeqDSturcWeJ3aVeKwaGHhlKzY9vQfdcfs6Fq0+dQl1sgs7n9iC7Z299jlbsOTz67B6Ue2H/CTl8ELg9AT2PnYnHnmlHev+dj06tOJtY+h85mm8Vrsc6z5tC6ul9XNmO1Z9dR2WNjt+AZ3YdOcm9N2yDkv7d2Abl3daUrgE676xGrMPbcUPHt+t6oqvFm2/s25Cm8DtznGnbXEEmTW4p+k1bH5+Lwbsurjyj9ZjWeGcdM1JdD27ubDNqce2j9W4CusCu7Hl5V7Ufm4jNt7aiInntO8/th87Hv/xxDZi7VqsKF4SaQ5gz1Ob8fTLXaCVk9RWtd1yO9bcXNTGSeETAuc9gTN4og7uwZZHt2LPe0kYvHy4A6vvXIOOGufGyxNWYwd24PHHx/sLLTetxdc+34ao3Sb1PrsRG3/agFV/EMTux3ejt2a8D3KmfSF19bwvhXIDHxaBGHY9dDe2Di7DPX+x6hTx1Hj5EXz98aNYds9DWNUCOPVwYtCF/d6336mA/fNNa9DR9xNsfzuGdic3QVl94fL61clDO7Hln7arMYDmQW3LEqz86uqitufDYibHFQLnmsD06ilfXRn9WKc+r7l7Nl77x6Lx+m1/jPU3N4/b/pkx7C0eW89cgjWfr8COH3Wiw8mTYo/Nl365A30/3Y79saLgrAnX4kF0wVKsvXMV2ooWvQz8eis2P7MbXcP2WPqqFbj9y8vQUjzXU8Y90a2Xdaxz/QjlfBcMARFWL5hHee5uZGphFej96bex8dkGrPnBXVjim0pY7QTCzVh6y21obwK6X9mKba8MoPlzG3HvrSzHAqXCqtmLHQ9sxPa+Riz5vTVYsRA48NwWbH25Fw2n7EfHb8Wy25ahrXb8+NFoELnGJVh1SxtqBvbiuZ/sxH5zCe76/hq00QDN3I8tdz+M3cEOrLljJa70dOPZH2/Gru4GrPzOvYUkWsmXH8GGx/eidvEqrLyuEcHR/dhJx4rTsqjx5FW9z96HjT/tQ+ONq7HmFrrgHdjyz7vR27ASG7+1Ao08KOzFjvs2YvtwK5Z9eRWW1ybwi2c3Y3tnDh1/9JdYd9U5M7E8dwVIznT+EHh7Czb89W5g4UrceccytFZNUR6d+knl+EsrsbRhFLue3oKdBxuw+oF7sJSjXdWAqhNBtC5fhWWX1wDHd2PrM3swEI4iaM7EkttuQVvtIPY+tw07DwBL7noYa9rsJmEyYbUfiF6yDLfd3IoKpx5iYgTN/ic24OHdQXTcvg4rr/age8fj2PxiNxpu24h7b6H2Ztw30tPQhiUdrZjdcgOWXBY9VVhNdmLTn29Cp9aKZbdTfR3AC888iZ1v54qWRBrY+9if4pE99jkXAl3/8SS2TDjn+VME5EqFwNQETiOsDu/Cg9/air5LlmHNF5ej2fgVtv3tNnSaHbjrgXVoo/7BKRGvpx4v2bkJ397UieDiVfjKze3wvrsdm5/cg+SSDXj4y618aWoA2At4GtF2Ywda57bghhtboZ9xX6mrUrqFwNQE9mLz1x7BnvbyPJOnI6x2Aoi2tOOG6+Zj/iXL0D6nvL5wWf3qvh2477vbMWi3PbXxX+DZf9xe0vbIcxcCFwqB6dVTlNWPLXqvRskKbBlaK0ax/2eqb7707oexeoHix33sl5RVyKr2RiT7f4Xt1K83G8cTUPOYvhPQomi5+gZcu2A+Wm9uR7NzLcEOrLp9Odp9R7H9sS3Yk1yCDQ+tQasGGG9uxp/+aA+Ci9dg3a0Lgfd24snHd6GbxtL32kFcZd5TWce6UIqF3MdHQkCE1Y8E+/l90tMKqzzAwXhjOmnE6mEsvfuhQqNMEWW7H9mALfvasf5H69FOgmOJsKqWOfRh2T3388y48+l6+tt48D9qsfrBDVhKs1u8X+nxu7Dtzx7EThJcHliNFify7tebcOc/HC7MtmPvVtz9xFEs/8Y9WNZgn8Fe8ozb7se9t1AEaTe2fes+7Gxcg4fvWjIeYXtoK+5+aBfmO8JqZg8e+cZm9H3mHtz/xeIL3oZvP7gTtbc/hA2fjgK03R9vxmBhNl8JvNu+uxmdl63D/V9SA0f5CIGPisDAr7fghxQFZkdeLrzxJtz6mQ60FImszjKkYiEU5l5s+R+PoPM6RwBRwurhm+7BQ18arxPKboA6akVtgrkHm762GYdvvgcP2fVn0ohVrMDG76y0JykAFUEzON7+YC+2/tnjOPqZb+Ke5fakjRNZb67E/feuQK0j7pQci3iXRqx2P/Nt3PezBqz5/l1YUpgpt9uvdx1B124j5hYPRmPY9cj38CxuxT13LYXEon9UpVnO+8ESmFpYHXjxYTz4fA3WPmBPXNKJ927Bhkd2o+2PHsW6q1gSxY7vbMT2JqeulP5s16XwKjz0rWVwAlhiP7sPdz/tweqH7uH3vhJ0gBXf2YiVM507LGdfqasfbHmQo11YBOzJ0DKT0U1HWD3Qvg73r+8Y70OX0xcus1+t+iPF/QAAb2/Dxsc7sXDt/Vh92YX1lORuLnYC06un5fVjp3ivZnbjkT/eMj5mje3Cg3dvRd+Nd+HhtXYUBK0Te+lhbHhitERYPXCKpQhfywuBiXZj9rjb86WHcM9NUahtmifYD8Z+/gi+9xxw6913YWkN1DZn7Jvb253hWBd7aZL7PzsCIqyeHb+Lcu+zF1b7ioQPGyGLnEW/LxFW+ZxdkyxH6tmOb393B5odQXNSb9YpBn/2DFpxlOmpD7RkGVP/Dtz359vhNPiF7acQkJ0lUuPH7cX2P9+IHc1FA0mKWO1rRPstK7B8URua64PjSywuyhImN/2xI2DE0PX6L/Dirt3o7CKbDA8aP70ef3p7Gw+MuH6+vQQbHl6D4qmAPZvuxOYBR8AsXRKo7vJ0g7HOogHd5FYAJZE0ZXozl3WsU4RVux2pXYMf3rVkYh2d0H45UXA6Wj61HCs/tQTzm4LwTLBS+Ng9YbkgIfA+CJzBCqD0iKXvyTMJq/b2AXuAVTic/d7/LHzSAAAgAElEQVRvsQXaSduQsvaVuvo+HrrsctEQmJ5gMx1hta84mED1BNTqrdP1he3AiTP2q+2I1b76dqz47HJ0XNGM2qCs/rpoiu1Fd6PTqafl9mPLtPbgOnkAS77xMNYUT1iU9sVPNzYPr8ZDdy8tTJxSW8Dj5Ja78OgdbYWIVb1lKZZ/7pNY0tKMIK94cT7l35MTsTr1sS66wiM3/AETEGH1AwZ6MRzu7K0AJhFWudHtxrJv3Y9Vc0ojVg3seeTrLNAUvFsd0PbgCU4n7SyF1diBnXjymRewtzvGfqfOp9E5/ikDQ3uLkt9POmPudB4pQgdF90LelE9vxo5Xu9HLXqzkObsOa29pLXjIXQzlSu7xPCFgxLD/Jz/Awz/rRgsLHjp2/dUGbD0wxfXTch32XP6IhNXYfux8ahte2NuNWKboGgvXNbU4NFGAnSy6zT5e6SSNGcP+/3gS257fi24yWdU8aFy8Bl+/vQO1Mr47Twq6XOaZCZxOWCUvxG3Y/NwedPeRx+r4Z3wy8wwRq4e2YsNDu5Cc4kKc40wq6JS5L6SunvkxyxYXKYHpLTE+O2EVwBn6wtPpVxv9e7Dt8R3Y816vyslAuRDuKPFCv0ifqtz2hUZgOvW0/H5sWfV5qmCGsoTVLmz9Hw9iV3yK51EUWFE6NveQj+vXVqOjnjrU5d8Tnen0x7rQyobcz7kmIMLquSZ+AZzv7JNXfUwjVtlPshOzl6/BqmXzUROIIuiZPGK1Yu0PcdeNRQrJ+45YLSkQmQF0vbQVjzy9F0HJuH4B1Jbz+Ra6seuxF3C4pShBVeF2bHuNGjXTfJgiVruXYcPdy1FYietsqwUQDVNd+QiEVds3ubNJ+TzOrwkgGvSULPEvV1gtf1Z8wlM3kujeux2P/90udLetww//qEMi0s/naiHXXkRg6roTe/FB3P0vMdvbuAEV4SA8/Tuw8Tvbi5I8nkFYtd+rNV9+CGuvPhW8zu/oKSJrytxX6qoUaCEwFYHpJcUpS4iZoh9wyhVM1hcuN2K15GDGYBd2PfUItr0ZxLJ778cqO9+mPHchcGEQmE49Lb8fW1Z9fnMz7vzR3rOLWK1fg4e+cuVkL3jur0/8GEh278X2xzdh1/E2rPvru9DhK/+eznysC6NEyF18dAREWP3o2J+3Z55KWI29sgnfeawTLWsfxl032gaE0/FY7SpKJHVWHqulwm15VgBdT27Agz9fOMHHBcndeHjDFowWli19wB6rk3YUp7m88rwtSXLhH28CMex84G5siy/DPfetGvcmpou2/VN3L1yHR9d3QHkeYqJPEm0XiyEWjtqR1x+BsGpHrS0sSirHns5/tQFbRp1I2nKF1TJ9nBxBp2TypdSv9eP97OXqhEA5BKaqO0kVxV6oY/axSr3Iz2QF4Pg0XzPRvw0wEBs2EK1S/YxJB4Dl7Ct1tZyHLNtcxAQc//T2P7gf6xdNSMFd6B/c+8AqkFY58Nx9+PZPxr2PGdspfejJ+wFOfoSJy/xL2pcyPVYntQ6barXZRfxs5dYvHALTqafl+pGWJaxOUScn91g9Nahq7+Mb8Mjr7eNJpO1HYgzHYFRFEXT6CKUWXCUaQXn3NIUAW6aF2IVTWuROPkwCIqx+mHQv0GMrYbUNax5aiysxip4DR9HVuRM7Xu1FYPF6fPeO9nFD+kmF1U4gbGcPnwMceHYztrwygOZClu5Tk1ehNOv4HKDrpe3Y+sJ+1HxuI+691U5McxZWAOrFtBe1i1dhZVsFMHoYLz6/C10xoGAFQP3Elx/Bhsft7a5rRNDJRh4Hiv1aVfbSQbQuX42Vn2oB3tuF7U/txP6qldj4rRUq4Y4dUbdba8fKr96KT9YY2G/fV0Opr9wFWp7ktj7GBHp24L7vbUc31dfPLUFbbRSxeDf2/+t27O4PYOkfP6QSQZTWz4UeDOx5EU/9ZDcSizfggS+3wvNRRKzanb69tR1Y9bkrUYFRHP6PF7CLKvW0rQCo8ndi059vQqedwfSGcAK/+tmPse2VJNrX34/17TTwtKMH3mvG0rW3YxmzeAE/fmZiJvOP8VOXSxMCZRKYelJCJZxIonX5KiyZ7YHR/xp2PtfJSfDKtgLgKrcJ397UieDiVfjKzTeg1tiPXT99GjsP1GLVffdgWc1UXnDl7Ct1tcwHLZtdtASS6Py7b2NTp47Wm2/DsstrgHg33tq5A7veo7rsvPdoRe42fPu+nUguXIZVN7eiYvQofvHCdnT2F/ehpxBWy+wLl9Wv5tVnu6G3r8S6Wz+p2oyfbMXOgw1Y/cA9WFp10T5MufELlsA06mlZ/dgyPVYB7H9iAx5+CfyuX3ZJBZL9v8L2Z/ZgwGwsSV41yWrV0muxx8BP/2w/ar9wP+65uRa8+uWpbjTftAa3f6YVnsFf4YUnt2FPcgk2PLQGrTSWLvOeyjrWBVtG5MbOBQERVs8F5QvsHEpYLbopzYNocxtuumUVlrXXTlzmOqmw2oelX+7AwHM7sHfQ8RT9Gtbd2jIuyE4mkJL/0pObsPXX3cozKdyMji+ux+rFRec8C2GVItm6nt2Mzc/vxUCGPJlasPT2m5B8bDOcyDznrjlT+o93o5e3a8OKP7gWRx/aAkyIjCOPua3Y9PQedLN3ahDNi1ZjfanPYmw/djz+FHYesL2gws1ou+V2rLm5iMcFVobkds4jAqUepZoHtS1LsHLtKtvfyJliPrV+TizHH0HEKvW3Du3A5n8cb2tablqLm+KbsfnlhVj3t+vRoZUfscp3yvX1x9ixj5J4AZ6aNqxYW+LdZrdVT79q+7r6atGyeCXWfakDtZLE6jwq/HKppydwmtUV5gD2/LjofT2zHas+Pxu/+tF2xG7diPs/R5OhZ7ACsE8eO7ADjz9u12Gn/fnqanTUqA0mj6xRfzvTvuzr+OQmSF2Vsi4EpiDg+BA/t1f1ZbnP34HbvrIKS5qLo1iBCX1j6svediXwxA6MJ6uaQlgtvFvP1Bcur1/N9f7JnTjA/s4eBOe0YcXvrsGyBROvV565ELhgCEyjnpbTjy0rYpXgmTHsfeoH2PyyPTYn/9NPJLH5makTUk9gfkqfugVLPr8OqxfVOoMLNZZ+Zk8hZwGPQYr6AGX3zWG3H2c61gVTKORGzjUBEVbPNfGL/XwScn+xlwC5fyEgBISAEBACQkAICAEhIASEgBA4nwlQoueSgAFlD1ZiC3I+36NcuxAok4AIq2WCks0+IAIirH5AIOUwQkAICAEhIASEgBAQAkJACAgBISAEzjWBAex6aCOeNZdg+ec+iRuagB7H+qrjLvzlHW2SrPVcPxI530dKQITVjxT/RXhyEVYvwocutywEhIAQEAJCQAgIASEgBISAEBACFwwB2y5sx5vKCgC+WrT9zlew9pZWO3HtBXOnciNC4IwERFg9IyLZQAgIASEgBISAEBACQkAICAEhIASEgBAQAkJACAgBITCRgAirUiKEgBAQAkJACAgBISAEhIAQEAJCQAgIASEgBISAEBAC0yQgwuo0gcnmQkAICAEhIASEgBAQAkJACAgBISAEhIAQEAJCQAgIARFWpQwIASEgBISAEBACQkAICAEhIASEgBAQAkJACAgBISAEpklAhNVpApPNhYAQEAJCQAgIASEgBISAEBACQkAICAEhIASEgBAQAiKsShkQAkJACAgBISAEhIAQEAJCQAgIASEgBISAEBACQkAITJOACKvTBCabCwEhIASEgBAQAkJACAgBISAEhIAQEAJCQAgIASEgBERYlTIgBISAEBACQkAICAEhIASEgBAQAkJACAgBISAEhIAQmCYBEVanCUw2FwJCQAgIASEgBISAEBACQkAICAEhIASEgBAQAkJACIiwKmVACAgBISAEhIAQEAJCQAgIASEgBISAEBACQkAICAEhME0CIqxOE5hsLgSEgBAQAkJACAgBISAEhIAQEAJCQAgIASEgBISAEBBhVcqAEBACQkAICAEhIASEgBAQAkJACAgBISAEhIAQEAJCYJoERFidJjDZXAgIASEgBISAEBACQkAICAEhIASEgBAQAkJACAgBISDCqpQBISAEhIAQEAJCQAgIASEgBISAEBACQkAICAEhIASEwDQJiLA6TWCyuRAQAkJACAgBISAEhIAQEAJCQAgIASEgBISAEBACQkCEVSkDQkAICAEhIASEgBAQAkJACAgBISAEhIAQEAJCQAgIgWkSEGF1msBkcyEgBISAEBACQkAICAEhIASEgBAQAkJACAgBISAEhIAIq1IGhIAQEAJCQAgIASEgBISAEBACQkAICAEhIASEgBAQAtMkIMLqNIHJ5kJACAgBISAEhIAQEAJCQAgIASEgBISAEBACQkAICAERVqUMCAEhIASEgBAQAkJACAgBISAEhIAQEAJCQAgIASEgBKZJQITVaQKTzYWAEBACQkAICAEhIASEgBAQAkJACAgBISAEhIAQEAIirE5RBrY+/zw0DTBzFrwIYN6suQh4NOSMNGB5YJouuLQ8dF3Du0eOo7amAcHg5Acz3Bo8uSxyeQ1NzZX4z2d/jsf/3x0YcZnwu4GhY0dgmiaq6poRqZ6B2GgMDXVRLFl8A6695irUVkahufLI5wykcxZ03QNYJgALLpcLlkn/p5+gfrbo94DbrfFx6XcTP/Z+tAPtZ1nQNLUt/5+2P2Ufte2px5peJfqw9lf37EImk8Hw8DCy2SyqqqoQikagu90wszm4LAv0UPPEjm6R/rnUF+3vcKDv5Xwm3kt5+5RzXLjU83Q+Luc5lT7Gsg4GeH0+ZhEIBmDxc7XgmeL5lnnI972ZQ2n6t0J7TmSsnrn7fV1L11gMHt0LXXdDszQuC7Bc8Oou+NyAF4BWOLKFTN7EaCaHbC6PrAkYAHL0ZVrQcjnkTRO5fA5W3gKyORx79z2cPDnA2+dNg8ubx6tD13WuW/Sdyo8JS9Vb+tK0Qjl0yqNTJ8GFQNVProd8fepZmhqgud1waW4EgyFEQxGMDo8gnUiN3wGxslRd5yNx+zHeXjj1n7dRjUKhbaD/uKE4Wxa1J+NtAT+VicV1vNxOUcYsbYqnz9c4+cHULhPrqTqRqrdut87t12gshngqyX/RXR7obh265obmsmCZBkzTgGX54Ha7oMHiZ+ymZ2FpGEkMwshlUFlZCb+u4dA7e9Hb8x7qaqqAXBbBSCWCwTkIRP0IRmrg9gTgC0Thc7mhu/JIZkZg5g0E3D54XPRQ8rA0E9CCMOGH5s7DRAY5lw6fFuB3i+7WkHflYLlycOVdME2Ln41mAdSsUxnRdC/crhy8bhcMeGFaVH/VfXOx5caM/6MKBnFyadymq2dmwU3XQ//XqK23+Vsa/55249+VsHfaN7c6aKG8OOXGaTudn4u/T7Y9/51ubJJjFX5pl0nn3HTti69vLf6z/F8ICAEhIASEgBAQAkJACAgBIfCxIiDC6hSPwxFWkQcCegRzmmbDgzwPnC2TBvEWDxJdLgtH3+vDzMZZ8HhIajn1k3O54KV9TTcaGiPY8vf/hJ/87GVEGmqQjg3jwBu/QThSCU+oGo2z5yMaiSCTjiOZiKMqEkbbFa1ov+oKzJ07B9FQEEbOQC6Xs2UVGoFbLKyQuMMDcRZJ8wUhqlg8pPE3CRAkPGqaG14vSUjqUxBtTiO6fVjCaLm1opzz0zbJZBIjIyMwXWCe4UCIBVYSofMuem5aQTxyxGc3CbC2SF3O9ZwPwipdI5ULes6RSASBcAhejw79XAmrBbGnHKJn2OYDPNad//MvUFNTjfqGev5eXVONquoq1ERCCPs8CHq98HnccFMxgYls3kLCAgwSUKkMkbiazyGXN7nMGPk88vkc8vk8dGjo7+1F73s9yKQzLOSTnEnile7RQeWM6qhlKmGMBFUuS5YSSZVYSedQQqqql2oihT4swir5TNVbzQWX200HQjQSRcAXYGE1nx1vj/gYdD77AMUStVP+6Ttf1yQTCxo1J+ps9sSNI7Y5V1P+86U6OdmH7ocnPyb7OIKyXW65mhI+Fgo1pNNpFlW5XfPo8Og6vB4vdJebn4mVzwMWPSODhXRN16D7dOSRRyKTRiabg09zw+PWkc/lkEkmEBsdQN7IwOvV0Nf7HmbU1SPoq4dpJWCSmJ7Lw8inYRpp5HIGXLqG0aFeJIaOoboyhAWtl2Mo5kJF7SWomTEf/mAlafc8MWbm81weVBtC391w69R+a3BrGnJ0vSQOU7tOQjzdbC4Nl+6FS/ez6kq83JrbbvO5IPH+/A6wJ4z46PY7gZ9e3uTj0zMw8+p8XDodQb1o8qxUWHV+Lm73Sn93ur9x0SPlnnVgVQjOtD1tI8Jq+XVLthQCQkAICAEhIASEgBAQAkLg3BMQYXUK5k+98Lwa5FsaKoJVmN3QDCubZpGFolUpcosG9NlMFn19g5g7Zy4sazxCrPiwOYsivnLQ3QFUV3nxwH3/G28c6oEn6EV9dRhvv/4ahkbHMGv+FZg5Z746btbgiNl8Jo3Y2Aj8Hg+aZ83Ekuuvxvz581BXW6uClPI5GIbBUUyaW+d9SUigv9HA3RFLODrOiWy1TKRSKR7gk+BWLKY4kZ9TFcVyhM3TFeMPe39HJKKIQOIQi48hFouxQEGiUzAYZGGLhQs7ypUFhxLhppyqeD4Iq859cPnQNATDIVRWVbJw+KF/WCEsEso4EvrszmprkXwQjrR7n8eb2XoLAuEwQiS6V0RRU1+HuoYZaGhsQFVVBepqalBTGUEo6ON6lMtnYCHD9YpEO7/PB7/Xq8R6CgbUSMAm4U4JYrHRYXQfPIqxkRiMXA4chUwCl1tTXySAadSOsFTJ+3DdtSMRqTxSWabnxmXTjhRV0csUo2iLrBRtzeGrbp5cochkj+ZFbHiYI3Cdss312o5YddipJzEulBZfS7G4ysIcgZ9U85xaWFXR0ZN8pnxm4/dVuhdF5/I92HdP10L1mNrjRDyO4ZERFlWp3nu8Hv6u6y7SUpUmzSK1+gr6/SzwJZMxDAz08USDz+cDdKD/5EkMDw/Bz+IsL1mArukYHRni9sPjroHbl7fbWjdc7iB03QR0D/yhSmQSJ3HgjX+Dlh9DXe08ALUwXT6EoxHU1NRiRv0s5KwAUpk0cnYEslujiFkqWCoiOJvNIGNkuNyRWJ/MZOBxe5GJDyEeiyFcMwvegJ+fiWHkMDQ4jNGxGD//UDAEv98Pn9fPZTTgD8Dr9bDITJHrfp8XHr43D3xejxLw83n46D3g1hl7qeip29GuU7Xd5YikhW3siNWpBNXSc9DPIqyeXZspewsBISAEhIAQEAJCQAgIASHw4RIQYXUKvv/8wvM86KQFo3UVDZhZ04BcRi0xVWIHRf7oiMUSiMeTmN08C7mc+nupSEfHMKw0wr4KwEzgT//8e0jkAoiNDWLOzDq48lm803UUlfXNqJ7RyAILRVA5x9HdpAvkkUolkR7oRXPzLFx37TXouP56zJrZyNeSyaaVwGqa9jJjtQ/9TAIEXzf/TUXLUcSripQajxxyhNfTiZ8ftjB6puI+1fmLl/E7y6dZEHJTJJibxdXR0VF4PB5URitYSCEOxMzZ13l25d7j+SCsOqI5XSuJyRQdWVldhdrKirO2dTjTs7J1u/HNigQ1ipJzPrwM3/6cuuB/4lmcoEtVD0347OXOZV1L0UaNl98Cjy8A3ReC2x9GMFyNcEU1AtVR+CN+RCIhhPw+eD0kzmWRpbo3OoBEbBTpRBwel4lQwMciXW1NmJePV1REOPI1Eo0gGAoiNjiK2PAoslQvWVi1HTbIssJU9Zu/CpGLgF60VD9P4qplckQh6VEFSwgWGMctPqg9ImFV93hQXV3DbVZybIyFVeccXFZteEpgHOfPgqq9DJyi2J2/FbdjhSX6tljLRgRniHqeMjJ1yv2mfvq0HN25Hk1TAiAJgqNjYxgbiyFvGCwYOh9q8ti2gP6RbQsL4hqL4oaRxqFD+9D97n4Y2REEfC5URsPIWx5kjTzCwTCi4UqEAhFURqsQ8EdwrL8XtfV1iETmIIc0LLeH65Pb9CBvpWHAjXjKRMhnof+9X2BkeAhtV34GgUA90ukUBoe60XP8CHSXjsbG2WhsaoHuDSOZTgGuHDTNRCydRSadRo5WG7gsJNIpWFaeLTw0Vxj9PfuRHhlApKEVg+kETrzbiwNH3kMikeJ2TE2skRibh+bxKSHf5YLbtp7wsHhKgjRpyC64cnlUh6P4xKJFWPqp30LA7xmvk0XPiNjTs+Z6WiKKTyaQ0kF4+6JjTCWsFm/jWBcU2gV7/08sumy61Vu2FwJCQAgIASEgBISAEBACQkAInDMCIqxOgfpfXniBhUnN5UZT3WxUBqOwyF8VbpgcBkWDYS8GTo5w5GdtTSVyOfr7uLDqDDA104W0K4OaSB0P5v/X//6/EaqZh6yRRHfXQUSDPoQqa5G13IhEKxDwemFQmCsNTinqlIUQcHSpx8wgFhvF6Mgwqqsq0HHdtehYdB2amxrg9+octUVfFF7mLDUtFkqcsS4NYnkZqOOrWuTveD4Kqyy0FVkhOI+VhSnLxMDwkLJPoOXcmQwi4QgikSgLrMUMJveknbyQnBfCKktw5MurF5aWV9HS9woSVs9ZO6OWtxed7hQnTcfTs7AdxSKqvTh607JYyFL/V8Ig/a4uGH1fN1E9//Pw+Hxwe/1wk8AaCCAYisAT9sMb8CAQ8iEY9MKna7CMDIx0Fql4BplEHInYMNJjw0jFR5BNp5CKD8JLHqcAPB43/AEvwpEw6mpqEQoG4Qt4+TtFLZLoSkKZLxyAz+8DiV3Oh+okRSGaFF1uWRwBS3YDeV4ib2tati3AhOX6HAmswev3o6KiApZhIZvJFDxJC0IV+3aaHEVMkb7F9WWy5f/OfqdEsbNg6widSrSc7DOVl+rpJkdUeOkkH162ru6Ton1JSByLxxFPpDhqlfykSUCkSF4uOVQ+cmrShH7v8+jssRpPjOLIwf9Cb99xzGtpQVVNLfyBELy+ABJDw4BBfrh5XtqfMzLI5UykknGkk72Ikl+zVgV/gNiRP6obukZhpuSd6kbOIi/XDHLxXmieABpnXw7NUwW3J4K8C8hbOQwODKC/511kM0Bd7Uw0Nc9G1mVgNDmKZMqCPxjgemqYeXhoyb/mQjqTQC4fQnK4C+bYSRw4YWJ/bw/ysSxML22j8eQZvYfYVgKAYavwVKY4spdsC2gSycwi4HWjsboW17RdgcXXXIvZDTOh834Fv4dJRVHnfeZ8p1OwH7f9KY1cnTSStSRitVR8nSxi9caOy99XHZedhIAQEAJCQAgIASEgBISAEBAC54KACKtTUP7n55/niCev7sPsxnnwuTxAjpYCe1hYpWXBbpcPPT1DqK2tht+vw8yToHmqsOrJa0h5sqgN12P3z3fih09sRW1TK/x+H+KjQ4gPD3IElC8URUVFFPksJcgiUVXjIDPyaCQPPudn3e2C7rKQomXuo8OorqxE28K5uObKy9Da2opQKMTLSQ1DXY8zWKUBNiV3ymTSHLnp8YzbADjbnO9WAKX8ydOyu/c43nnnHRbmWhcuRENdPQZPDnJkVzgcZu9RYqMsFMpXG8+1sPp+1r2zvmKvl+dnq2mor69HOBT40NsX5QxqC6N2vVACngWaNyDd1ImeVJGVQN6VVxHhtAy++Mui5FAqApuFcJDwaOLyJlpuPf3Pum8+i0QqhdF4HGOJJFJGTvmnkhDPihFFd7vgpQg/i/w0ydc4BTOXgWkkYGUTMDJxGJkk8kYWuWwW+XQaRibN7QMt4XZZBidI4nBTuKB7x5ephyNBRKNRhMNKaI1Eo+wFHKmq5AkUXyAAr98HnZdue9g+QEUBFkWa8vJ8i4VXOr43EEAoEIRB0e5GngW3CYKpaXEZN0mszRlIJlN8nY7nK4lwOiWpYk9O2/tTSdtsd0ATMSRqUlQrfXGbxNc0Of+phNWpRdypI1apbLBAaIHbMPJQJqHQaRfZn5VKG90fCZ1UTnImewl7vG4kxkZwtPsw+nqPIeRXHGY3z0F9XSN0+HjCjO6J4oMpwRW1nSTTmjkX+nqO4b13f4O6GTOxYMFi6H6yf/Ahb7qQt+Jw5VR5zOSyHGkadPugsy1EGok0XSeJngHobvLNzXACwuGTPXjvyEHA40P97AWYOe9SjjilMu3zB5G3NBi5PJLpLEZG+nG8L4PM6GFEkcKbx0zENAsByw9DI0saunY7QtT2bNV0nZ8VcaBn7Pf50dTUhMtmz8JV8+di3ty5iAYDcJOdTC6nVjdQEreiFQyTtYXFkah2yrdTrAOmEljVu2iix2rx+2kygZbKyqc+ceX0K7jsIQSEgBAQAkJACAgBISAEhIAQOEcERFidUlj9N/ZSDfsjmD+zGZZBiWlMFjgsk+SSHIs/fX2jmNXUBMuV4CiuU4RVGkxSuJIOVIWD+KcnnsJPf/EGGmbNhmUZvDSVhA5KgkMJaCgCiMSBPGUX54EoKRrj0X60uJV+ogExRWnRviyippIsAjU1NuK6a69CW1sr6mqr4NZcyCaShSzgjndjJpvlyM1wKATdozJNu+wltqWZv4sRnUl4narc0mC71CLhXJRxXdfw9jv7kcxmkEglOTnNjYs6OHs7WTiQRQBFspLASkIXiVhKsDn1eovFZ4fDmYXYKZLxnPbmi5bJlyP0OknBp0j8o5bxKgsLt8eDuvo6XuY+1cc5jHNq52pK76T4Z2WnarGtp8qTRALVuMhFghEtcVa+oSYLV+zvyBHFyr+T9udETxytaQurtphKy+IN2pbqBsUk2h6kN7d1vK9idHIUyBo5pNMG0pkc0ikDyVQG/fEEYmMaRmM5jIyNYGQkgeGTSYyNDGNoJIaxeAyJeAzp1DCSyROwkIDLysI0cnAZ9J0iHpU4Z5kkrqp7puhTOy0VA6Il3hyRzpVc+avyl0fj6GKKpCY7gVA4gnA4hGg0hAh5wobpO/78T+IAACAASURBVP0uzBMoFPUKvw8+fwChUBAe3cvlmTLOU5uiMsTb9iW2nyaxI2/OeDxeKOvs28peqmpbksSd+E96NmyK4nazR6/X5yUjAOhuj50kafJHQM+5+DNeV0pLkmNHohKFkchJ2ZVIhOMv5KG7PMznZP9Jvm5iTFYsbo+XxUw3edPmwd7UBk+AmUAuD8o+Fk8MIplI4LXXO5HKxnBJUxMCvgq48mkEvBZCoWq4AxXw5OKIEytKXHXsdXhcgC8cxGgugpM9R9Dc0IBI9Wz4gmG4w1XQkILuDsHt0eFyazwJp8ELy6X8Snm1gcuAS/NBc4VU+jEzjqGegzi4by/M3ChymoVw/VxUz7oE8ITgoghYeDAWT+P4iZPoPnYcgwMnYWWymBM4jrk1QXT2eHHCXQXLIMHdgFvXWUSnc5L9Avv85rMIeLxoqKnGwpZ5uLp1IZpnNqEiGISHkxtSGVXJzRxdnCwWikXvyZbzF//OSYzlPOPSZf1UjDjIuKgNIztiPqcdWcvvS+ca7ARujmWGs9+nl1z9vuq47CQEhIAQEAJCQAgIASEgBISAEDgXBERYnYLyU8/vQD6noyZSjXkzyF81hTw4bAsui7z8aGllBkODKY4EylsjsKxxf8Liw2pQ2cWDuoUfProFvzk0iPrGGuSyaRYznWz0Bc/FQibwUy/OsTh0ItfUkn6KYCXBN6dEn2QMNVVRLF68CDd0XI/5s2aygDJCS11JhODoTAOJ2Bgvh9e9XhaFNd1NOV44wklFrE0cFL9fYbRYkCw95oddyMlX8dCRwxiOx5DN5+DTPbhy4eXQyWzQRfdrckbx4eFhFiTIK7Ouro7tFIiZE83HmcVtxdFhzqLAGZNevR9hdZzKmYXb8SiwSSMBHfHO8dj1elE7ox4hHz1zW+SYIuJQyWJOaiUq8erDCdxsYZMjJkmMc4RQ+j1tQQKoSZMRBnKUYC2Xg8G/U0IjLbPmJc8cYajEVCWo2hnK7eNz5KodzZojYdA2FHCSOv3eJ5d9YEWInzEnj9JZBMvklL8phY3T0u+4QWK8hYGTBo4dHcC7h49g6xP/hL7RQyziWbT0nJef55A3ye+YWgxHXLRpWnlbyCoWHW2v1UIyNbWc3WHKzM08J9NzlnbTBEAgEICfolSrKthioK62jqORa2rqeJIgUlXBvqs0cULLxKl+U3QjfSgjfNbIcplXky30dF1I8WWNC/GmlWMhWKf2gfyKaUk93ROJ9Ox7ak/+TPoUxu9xQjkuyjg2WdQ3+7zyaU2eQPL6PLByGt5443UMDg7C53Gz5YLP54fL42fedEiXi6I0dRj5NEyKODUyiCV7EQxWw+fx49CRt6DpGqqDKdQ2tGGQPHBHToIcXLzBCtRVzUCkoQFaMoFXd22DMTaMlkub0XjNLThw4C3UcqKzBowOnkS4sgYeKwUjb8CTt2Bl88jAQNqIw5UZhZmNIWtkkMlayOZcMKwk4PLBMqPoHTiG2GAM8xbMhkbief0czJh7OUx3CEODo+ju7sO7R3vQe/Ikx+F6daDBm8A8dzcaqsJ464QHva5aZCw/eU/wPdHH8dimcnHV3Dlov6oNV11+OSrDQViZNCc6JG9cy05G5Twy5xlwBGrJRM5k4mrxoy5dyu/8rTghYnEEq5vfU+P13ZlQcNpSbm85aFpNbFEd+O1PX/eB1XE5kBAQAkJACAgBISAEhIAQEAJC4IMmIMLqFESf+rcdME0PZlTVo6m6GtlkAi63VyWSgcpGnUqlkIzn0DhzBoxcDBanBz/14wZlqAayiTH81Q/+AX1pHdHqCA/+6WjF4pwTrceD0SKBtSBOFkQwiuZS51KDUPIZVF6CtDQ5PhZDNp2G3+vB4uvb0XH9tWie1QgPiacU0UZLld0q0QlHxdLAPJcvCImn81wsHZAXR3dOdv8frbDq5iQw+w++g9jYGObMno05TbM4YpXEOYoOpME9CakUvTo2NsZRq9XV1QgGgxz9R1804C9d4locvTsVr3ICTk9Xqc9WWHWEEbV8HuzDWVVbzRnBlX/pxLOzKGoLH040KZUtEhbJSZK+kwhH0dtOcjQSrNWSYxJOVUQqCXc5k8RU+2+5vIpY5ShKikx1FUTW4uzx6noLJcwu4ErqI79jjqq0ozspSnD5Fdd+sG0iRYq7XJxwyuPlFD+cXEjlq1dL0WlygoIxhwdj+Nr/9cd48fUj0HhGguqVob5MkoApYtWpp0o8VaG5Tqr6iRF99Hf2AS5U7KI6zi2Fimx1WPNzsu0ACALx4eX8uoftBPwV5O9KNgOViFbQVwVCoQh7hZIXK0W8BkMB+HxeLt8U+ZjXVH3gmFU7ypYnWUg8pMRIfF/2deTyLNQSm+l+JmszOFJeUxM7NPFBkz3UdlJk+f/z43/Gu+8e4eX+9Fx0zYLXq0NzexEMB3kiyO2myFANXq+F6sogzAwlHQOq68LQ/RSlS1GuPgSNk3CHW4AARajnYKUTSIwOIZYYQDZ1ErmRk9DyCSxsnomBgV4EZ9+Iy65bxtYthw68hcHufaieMQOa7uPrNQxVJ7xalhRr5E0dltsLl1tHzowhlRlF3vAgNpLFif5jMOPDFIOLeQuuRN3secj7KjGcdOGdQ8fRe6IPI7G4mnDj++NYc8wMjGGuP4N581rxdvcwDp7MIuXxgOuOmYdPc6Gxrg5tra24qu0KXDFzFl8TrWZguwfOgKjavOLHNbF9UVHTxR+eRMqrJ1wqonJ0ur1xcduo2kUluE9s+zn0mf9WqMO2Ky7bTdhtj5EzkElnkEqnkMlm8LU7fm+6xUu2FwJCQAgIASEgBISAEBACQkAInDMCIqxOgfqpf3uOZCg01TWhJhhANpmE20uJjnjVJX9GR+P/P3vvASVZepZpvteFz4z0mZXlvVP7biELomVGixG7iMUcgZBtCSExCBYkQMycZWf27O45mtmdQYAGDSCEDIjBSLSEXEst205tqn1Xl+sunzYy/LV73u///4gb0Zmt6upWizlz45w8lRlx7febqPv87/d+QOxggoWrolYqqXLwoHbsolC2cObkk/j//vAvEVenkMu7Ajj5ZD6seiSckvT/dcBqH0goSNN7oJVrkuo0Co5aFiJCwSCE36yhXCpi985tuO7qK7F/3x6MVMriRUg1IbcT1attKwWbsSC4hG5owN3TgdhhiHIpsPASTn1JmxAuMK261qzLwzr9VL1e5fO+dQMBK1+i7F1dFdDK/QigCFolukalqc9sIMTT3/slXeaGG11SrCRletDb1xxwoH3YxsU8CuUSYlpZGFWo6WfCPZRqlHDUpOMblakf+T3o2vM6jRMEMeGpKSqlr6NX3f6pt8ZrCpngrT1tXUeptmmz4UiKsPL4ZLqw8vQkVOVyhnlPKevYx6/ecnkeqxsFnCr0c2dDRHaM+c1FeOK9mSCMIX6dBKqWrbS7C2dW8PY3vRvffOw8wLR/QkeJRagL3EWwNUwVbKR/twQgqjR9vlTbKYUqX4xlb1uBV4kcR6kylUrU7MdYOUzMZ3w0/BcvVNsWH1vH8cT+gQCS81cuV4RXyEuxJgJV9vFioSCWAoV8Hq4TSkEtflYsFkQVy7GRK5cEztEGgL7FhJuEz6Lgt5QKdvi14bgYXm3QfUXuSdLElRcw/ayP3PcI/umzn8fZhZqCg+B85SOJWJwrocOKgG7pS7YjFhfTE3mJf60ZY7TgYHpyHGv1Gjr1OuYmRzA34+D4mQBd0EagKynzjmshiGxYcQc7pnNAZwEjJRuFUgml0VnMb74Oo5VRNJZPY+H8KRy/2MLZ9gjgjMLxYrg5Fs9S6mAvb2GibCNo17G22hQv7pGyhyCsYWnpIhxEcFg0D1W0AgfnVmpYWPHRpGWM5cAp0EpAHF5FjVu0QuybCnDN9h3Yc/CFuP+RR3HHkUcRjuTh5Sexd8cO7NmxHbs2z2OiMgLPYsGrlvpuEJcNzg927/e0KW56fhFInlLgm89s+n3LAoNu4R5NHfzKG5irxAtY2dakLQFSpa6UT7LY3qjCWh2/q4sv0h88EMU7x8LvvfdXnt0kmu2dRSCLQBaBLAJZBLIIZBHIIpBFIItAFoHvYwQysLpBcD/5+c/Dc0rYumkLKraLoNuG4+aVj6oVCOxZvNiQVNyRkQLCiL6cTz2YgK3ARnHUxt133Iu/+PjNKG/epPztQnpS9uFeWt2j9IXrwwoFy1JFbARMKCWgKIy4mwjvVFET+u2xWI3vt6Xo1aa5WRw+dBA3XHcNxsfGkHMddNtNAb2maE1aRfh0/e9SwN8PEqzy3JKS7ShIJ5XlBT4rP0H+qKI4g78TrNZqNbEJoHLV+K9KaDfwMl0vTs+HYlVKxqcg+/B1sEewP1HhmbiOqEgbfkOl4GuIJ/ev/Q4pgjQFpAS+ymcKnPYNEZWXqrwhEExhMcJO1QcV/FSqNVv8JpkGbPqLVEmPIgGpnuvJv2yHnMN0bg1Q+R6PJYCVdhcs4KaOY84zmb+8IlxptXE6XgsXlvGR/3IvXvQjV+GlLx9FjsGwObps2PD0qCStCnDh9Are+ZbfxLePPikFgOiNrAwTxAVW+ZSKfywBmRnRSnlqIJWo97TiXABTSGBoXv0xTg0pq9vLrqk0af7NvmzAqipkZEvFehsFUa86Xh5eroRCaQSFMn9GUR4dw9hYVawv6NdKkJqjijkO0Om0RblNRT4Vjx2qB7s18YUNoy4qo2W88EXXwyt4oPetyDbXeemr7X3SGwupQZEeS4LhYtZzyoG1t77ytW/i1m/cjnY7QOxyUUuBa15jEgWi/HW0p21EFXACFO0Qc2M2quUY2zdXMTU2gvMX66iHquiWE8UoFXycvmChFdGP1kcYOehQwQ6I5+6ubVVMuy3MzI5hdvdVcKMWpqa2oOiWUF88gycWFnDf8UXcfTJAkHPg0nsbVMOGqJQ9lHL0keiiWWvDsRNUq6703XqthfpaDY7nY25+AmefbKDWihA6gFeYQlyqwOICj8ujUQEL5D0bO4pd7K12sW12O7ZuPyxz2OPHH4czXsSuK38CFRY6sy24BPZxLBC+7eqhSiAvY9GWaUKN8tQXVY+Xql/UMFZjVzyQI94XF+q0Yl+x0n62RG/BoN8vpcFTVjLpNqbunQpan2piX/1IVkDEvhXr9lD2FMaf9X//7V//Pv4XKDt0FoEsAlkEsghkEcgikEUgi0AWgSwCWQSeXQQysLpB/D71uc8jXxjBtrltyLOwVBggthwklovEaknhlPNn11Adq6BQVN6kadhpAIiAj8BDbjTA5z57C774lbtR3b4ZfqfFEuhSbMRAPaOAlBTfjSptax/Gp56rX0ld1Hy6IriyCFCqWO5DtVmz2YDf7WKiVMR1V1+Bl7zoxdixdYuo7lqNNQFvLKR1KdDUhO/ptl0PrG4Etp5dd37q3n3lH1OFFUA1qdQEUnyZazHXqWBsLEpVViBfXFwUCEi4SshqFKxSJEanRf8grQCeDqxqzC79iWDVR4yl1VUstVee4hmr1KGElqbauyp8ZPoT9zf+sul/6dtIOEgAoyAM/TgJIulHrPYXcKqBKP/2mWaeJMh7OVFKqn25DY+m4A6PYyCPKBnliKliOxtqxC+/Fz18ZBG/8/7P4PW/9Cq87ie2oFqwwYpOsc0boT8q1ctMvw5w/ollvONNv4U7jj8hsIiwT41Ljl9CaAW5lGqPE4QCpWZNhB8Zz1T2Hx6DyveeX61WsAp8FUCmFOq99jCLMlLoSRW9MnOItI9dAAsScUHIy5dRrFRRqoyiVKmKNcDY2DgmJsa1LUBR+napOKqO79gol8qojJThea7cb722gkZzBX/7d3+NPQd3Yu/h3Wi2Oz0rkfWivt68sOHCRJygkCsgiG38+cc/jbuPPAinVEFIKE0lp0B1S6xOEnraMt6hUot2ul3YSYiK08E1uyewayqH0e4qXnDFDtx65CS+dm8M365i0+YAe0bP49RSBatxGU6piEIuD8cjzwzhwkE3bqMatXFoxyyS0QMojhaxbesOlPNVHD/6AE6tnMbiuaM4e/YiVmoVBCjBch14aKHoFbHaUMcbrQZSVGt5IcDS0gICf0X68FihgH37p3D/PafQjvNwx8uIc1NwcgUkri3HkgWEJELRsXDtljy2TZQwPjGHwwevgt+JcfyJBzA3M4nq7NWy8GGLat1SVhLypaPmNmVboTxNhX9rwLpeu5j3eAzOe/zh7/Th5lxp+pb0j17f68+BaRsB1d/VJXCe5HFEldppye98L93Ppbgdx4v2DOe1ilLdtvFv3/trlz+gsz2zCGQRyCKQRSCLQBaBLAJZBLIIZBHIIvB9jkAGVjcI8Cdu/jxGyuPYOrMFThjAlurlfDD1EFttgScXzrYwNT0GzyM4IQRKq0z7XpF25MHNd/GpT34Gd93/BEbmpxB02rBiR8CqSQFWD7Y6pXrd6zIpwurYaTWk/C2QUFdZTzkfsgRPL20dgOs6kuZtd9potxoo5fO48vBBvOTFLxTAShBLnzuTqj18KX1lbV+9aYpdbQRXBpRpWnH3TMDt5Y8DBRxod6D8KQkY+MCuClcNQ1X+bfz/+LmJGyuRU8FKeEXAyhRpvriNabcBJZi+YJOif7n3emn7Kd/Ep3iTSqka1Veke1KZHIc4v7SIVsQ+rMAe74k/plAXAacCc0oxKkWLBHgouNL7EQDniB+mUZBKyr6AF5XCLypVrV4V+KppC5WOVMCy6JpRYgoP2rChlWo2rZZTm66vlry0/sLjGZkeU/Ft3HPvadz34Bpe8dpDmJ8G8hGBdIhQ3D7pgWpBMtKR4PSxs3j329+P246dRhwEoqaUavSiNySE1erUXrq/bidBs5QUqr7G8ajSokN0unVtJaD9U7VGVoHVvgWCAay8Eoup2uJbSSDOwyrQGhKmEba6TP2voDwyjsroGCrlUVRHxjA+XhWoSsUqf+i5mndzMjdwHOTyeQGr+UIBjl1ATsBtgI99/CPYf9UeTG+eQlcUowbfp6OupY3D/qtDvpySpm6kkhFw+tQ5/P0/3IyjZy4gVx5FzLlK0XnlVyvp/zaigLEGHNtD1w8EZDtJiMl8jL2zDqL2RUyMllAutrBQ83CuVhaLgfFSF3snVnH3CQsXoil07SLcyIaTdBBbediRjSAXYTwf4kUvmIQ9thO5Sgk37NyNcmEKCwvncG7tPJYf+QJOH7kD51tFWFaEeuihFpQwumkX3EoBQeKg2bSwVmtLtgBfIQtI+W2MxnUc2j+OY0cXsRqWEFaKsEc3Ie/m9b2qRbqCY2NmvIrrt5dwYOcOFKgyLo8glxvBau00KoSwpa0QL2T2SC4IiY2GjRwFvXyfsaMLgM1eSWWtBab2yyuV2t/P7lc+ulSSmoUj2knIPGTsRrS6XTx/NexXVh790RtQCRwEYhcRBPSp5vcJv5voP6x8mI14lu3PluX+oriW7AI1T7Mf/957MiuAS5vPsq2yCGQRyCKQRSCLQBaBLAJZBLIIZBH4QUQgA6sbRP1jN38RW8ZnMFedFqVN4iSwmYYKVRxmZfUs1lZszG+ZVio1K0AiarbBl0A9O0a+G+JP/uyvcaJWh1f0YIX0SjTwwaRRMoVYPeIOqLpSqb+miEhaPSTPyHyolgdeFqNSFZXNSwHC4RR283kskMLvdlDIu9i9cyeuPLgPB3bvxOTkpHi28kG7V0iLD7v6wJYU61Kwi9XUzXUM4JWhaxn+7Pvd6Z9J2r65luECLuZ9gq9WqwVCVoJI+rUWCqxKru5dgVvlk2l+N/8aELbe9Xwvte+lxCh9jIHjaSAl/NGzETlA0+8IdFHKsz5YFa9TA1M1QFV+vcpGIddL7zdp/sp7kd6j//29lHVGkhBG8vcArYaL+x+uYc+hcVTLCRzhoKyiblTNKl3ckbR+B+ePnsDb3/JvcM+p06rieuwjYZq6NgLgQouKjDqGaRdlj9CH0fT35IvjkFXlRbkaBpJ6z/HMthLBrB7novxl++j2UB6WfVgm9azEwtUR5aJDf1WvIFYAY2MTGBkZR3WUalX+XkG5WEKpVJa+TBhOWEooKyjX8eDlCyjm8ih7eeTcEJ/5p0/gR/6nlyJfLaMbcqunwm0D4tKLDeYSub1Z0OB4YZ8jJT1+8gy+/NXbUFteBvI5SFE0sYyIxXJA/J9NITWCOhZUY/+Gi8DvKLgfRpgtdpDzfFxsEqZyn5wUqRpzm7h2zzh2b9uEY2caeOSJBXTtAmCVpP2J95LYlljTqqVUyeHA4d2YqhaxZ9MWlPJVNBsraMUOTt33GTzy3dsQemWU3QhNbxZ130KSm8e5FtDsukrlDAJ3ip0tJGzTTgOT1gVctd3FxZUYD5x34U1MAUUWRsyjVMhhojqCnVs2Yf/O7dgyO4PO0pOYqORg2zmUKyMolfK4cP60FFHMVbelFndSc7x8Jw1/Gam52rjM9BfI1IKdeOVKZ+oro+V9sbMwi3qplH+qYbUVgFGf8rtS1Kl+RwC9Klj3VPsUsziTVl/z/P3CVgoQ8/W+d73tv7/pJbviLAJZBLIIZBHIIpBFIItAFoEsAlkE/oeJQAZWN2jqv7r5y9gxswmT5THxGWSOMlWrfEguFHI4f+EM/E4ec3PjCqNYhCB9xU4abjo5C62FFfzRRz6FVcuFl3cQBVTsmOIe6kHW+KTykoYBnEBTSfnUqEZ7UpqUf6UCogpQKTONvYA6FiGaulEDNAhtwGIlhK4CJwguAsRBKOBoaryKgwf245qrrsSW+U1wbZUeH8esem488PppyaLmXef1XEDDZzMaLwesbnTN5qGfgIfqVQJWwiiq/liFne+bVNY0YDXXMGz5kL6vjc/5vaHl8L7pv1nJXfSEVqwKFFXKsD16OKq+JMWPNDg1Kb6qF6c8F79H1fdnoxl9Nm377Pbl+GOnpVqUWr4QixcCPHz0Iq574XaU8/SrVP6wBE1G6SxIVYauhXOPncDb3vT7OHL6rKSlJwaschwao2NdOEhpLdU4V+n/Oa0CplJP24FEMbphU3lO0npEIK2CifTCVbYCypNVLBd6cFW1gPLBVcWCRBBIBavNyvKeqFYLhRJGRsc0WKUVwIT03ZFypVekqtlJUG800KS/apggEmhrI+faKNOH1Y1x5KFv4eff9NNICg5CTiNJ3zs3bcJLxfPwS7idwyJ5BmxTdUrdY4Jmq4MgUffmS0E9W2xJxCYhVKnjhM7qX/pxhqC3qh+EaLabCDk/+Q6ilTOw7RZ8dwqttg/HLuPC+ePwV45j77yHg7uuhuWN4+t3fBfLrQBueQrNbgdB3JV5OYo5ZiJUR1y89MVXoWB1MZEvodmOEVBR7JRw+smH8N0jR1HwKhhxQ6zZU6i3umj5NsJCEUg4inwFViOqbXnMWOB7NVnFdVtjnDrfwWMLRbjTM8gXHVyz7yAO7NstWQPVkbJsG/s+ls+fxHilhHyRCzlFWEmEldUFpSYvTSv1p9L99py5zQJdL/49/wnjkdpffOvNkSn7VUnl12p3RemNwlVWGVSbxKrwlEnzT6f4K59hs5uyNpCCZFKATi3oiAi2V6BO2YmYQlfmu4rn+b1fe+ezG+rZ3lkEsghkEcgikEUgi0AWgSwCWQSyCGQR+D5GIAOrGwT3E5+7BXvnt2EkVxCvOQGrhCNxjFI5j1Mnn4DnVjE5WUZCtSrVm0NFXAxIGxkp4vEHH8aHP/rfYI3NwLYixCQS9GzV1cCVwqtfhKgPQNVDrHyilUO8ZCoJTeo23xfYwBRerVg1YNdcA1W15gFa1K18KCZAkBRvpaxTKiLJb2f1IjTqa5TR4dorD+PGV/wI9uzZDTemVx4LvoQCnAmAeLx8odxTzZlrNw/HzwYaPtu+/9yCVVayp2oZ4rPKmK+srGBtbU3A1PT0tChZxedwSKn7dIpVYRYbqD6fDkyb2DwdWI2ZLiz9xcL4KNO+2U5MC14/iV6p0zaIuj2ohN7o/M+2zZ6v/dWCg3R4sfk4caKOWq2BF1w1D8+OYBGOiREqh4SqVM9Ua4fjzLZw5qFjeOubfx8PnT2PJPLFh5RKR0LamGRVFIupYlNG8Svp/zl42reypzKPYwRhR8aUH3TlWLzGiICVY1KrB9neSlmsvHCZPs2XsbZQcJX+uPzchuN6cMVntYhyeQSVchWlUkU8VUdGqijRAiCfF6uHpdUOGs0W2n4XZJ8CwzgvxIkUxIqiOlYbZ/Du33gbujavz4LF2Az1X/4dJf0q8+k27el4tcJb7ofH1nGV+UMDZDI9ZggY5bdRRprxlKd/dERhrgMnX4CX2HjsnltgWW3sv/7HBZbSM/jBI3fijq99Adtmytg6NYMkzuH0hbNwKiO49qWvRdey0Q4TdAMbUchWjtCtX0Swdhb1CyfhNNbQ9GPMTJZRKo1gsR2g5W1DwwoQri2j42xSEDh2sBq0kHQChH4LUeLTulrUyJHfRs61sH16BPunQ4TJKP7xm4/iBT90Pa65/nrsHqO/bYJOq4Uo6MJ1aTtho7FyGmF7DZZD5W0OlbKCq/XGGryx3QNWMuvOd2mLmqEVsOHtB1Wsyj/VzGUm9oSpqtAaPYG5CKDgd3oec0SEbDySTT9VAN4sPg1mXSSIoxBRqL7LqHw16tf/+AcfeL6mhOw8WQSyCGQRyCKQRSCLQBaBLAJZBLIIZBF4xhHIwOoGIfubz9+KfVu3Iw8bfugjIVxIlLrKywHHHz+L8fFpVCo5JFYHSZzvgRRzSAM1pydGccuXvoK/+adbUZjajCRqI2FBLMftFfDYCKzyWAJOddEqgSu6gM2AMtGAV0lrVq8+VJW/hh7AJalZUnCl2jYrbGtQo1KVqVeKpdp5c20Vec/Fzh3b8ZIbrsOuXTsxMTYqkJH+gfxxXKaqauWc9o401/BMe+WlwMRLPeZzCVYZJwIgvvjwT4jKayV4X11dFV9Cwip6sPIzs136GoyaeKPrfzpIein7/VQdOwAAIABJREFUDO8vxXAsC57nYGp8AoU8K78nA8XRetzF+CiucyIRYBLKrAeAv7eo9lKb63neTqvGWUwrTPDAA6uYnMxhy9ayKFBZjkgos01QTodVItg+WH3ywaOiWH347AUkiapUL/8mkbbl0BauPcguEj2l2HOo/lT9h2pivtgOQdQF/SkJlUSxmhBiKV9Koxyk6k/S3vUPwalRERrFKkdvImpbQktP4Krn5mQBhMrVnFeAl8vBy+Xlh8tGrMre9rngoj07xbdThcC1CIIdtLs1FEdivPu9b8dqpwmHlgYDVgR9qxC6oa770vOMeHayL2qIymtnNXkZI0rQqlSMUYxOzIUcXz7joobETeSNMZLIhWt5CHwf8Ndwxy1/jjCq48offjsCK8FoqYqou4Kls6fEymC8Oiemo+cunkHXSjC77QrY5VF4YDE1D3FC398E3foS7vn2LahWcohCG/l8AWsrZ1GwbUzt2Isdh1+BRuNJ1C+cwfSu69WiShCha/nw4ImyP4wDuLYLSn+PP/4Qzj15FDNugMbiCbzoxa9GMwCW6jVMbT+EiC6+VCZzWlZJ9mi3Wjj9wLeQNBYwTssAXQCutrKA6tgEJg+/qjfXp2Pdm3N6yunel4L2KU4ZrPYU6fTW5Y8a5qKAZip/quCfgaoKsmpdrG5/9mulciX412pULsboYnjSx03RK31Mpc5WxaxE/cqiVvJ7LICb5/izD/7753leyE6XRSCLQBaBLAJZBLIIZBHIIpBFIItAFoFLj0AGVjeI1T9++Tbs2bIF8H2E9Drkw2ECgSFR3MbJY0uY37wJuTyVaR0kkVKuph8ezaFnxsr46F9+At+45yiK45tgxR3Ekorv9Ss2D1kBmKJIohZKXaPxWRwGhrKNAFdlCWAem9XvSgn7lCJZ2gZACWGVIo8vghUCDlE6SlEcIPQJe3yJwbYt81Ls6vD+fZidmhDoSuihlLBM01UA8nIB6eXut15TPpdgVXly9sG2aSPeK99vNpvyw/dpEcBiQAawDiu6nm6Ipu//UmLxtNs79Mm0xb5ifGwMOf6tSFb/EkSkqvqM6UfGOzd9nb3z6O3NZ5dyjZc+JT0/W5IR2wSayvwU9XaIO+5YxP59Y5ibLSDwmX5vI08LTouqbBabAmJCI1phODZO3f8o3vrLH8CjFy6Kspv+qkioWFXFeQQUMrJW31NUwJMUBMuJAlQWSbSylccPwq7yWI1Y7EcrYAVuUT1Iv0sVH5VUrUBVuo/JIoyahdTAFSU6fVZZeMoVuOp5eYGttiyGuEqJmygv0/58w+P0+7rDsmO2jU6ngS27pnDTr74Fa60mbMtVHpwGmom9hLHyXN8kwqIFiYZ3qu8YSxSlmidcVH6bFuKI/tAW1tpNOQfVq2a88f3QimElBNRUmgbII8Jdt3wCfrCM/S/+BdiFMYxVptBaOYtuewGW00UhLiOXK6PWWEbiOpiY3Y2AdgY24x8IuKUxqBWHqC0tYmxyAvBKcC0XzfYa0O3Aq5QQBzZOHfkaLj7xOK790Z9GqVJGFNiIPUrCCc/VnEtoTWB7+tQjOHP6BCbLBeSSNrZvP4wz58+h1lzB5n03wHY9ZSci/YX7KV/ZC6eOolrIoTI6IYs4rWYdCxfPYd++vUjKMxKX/iKatpyQAA+PJeWVqiww1p0t9T6c5wg11VxOJS4BJ/u0UhObQlaq6JRRoaa9qamQNy9RT+vFKAGoQzBVgKr4scYKTHe7aDbbWFuro9Vs47tf+LvnZ1LIzpJFIItAFoEsAlkEsghkEcgikEUgi0AWgcuIQAZWNwja5279LnbPz8NvNoW9RJKpb6PgeWi2lnHmiSZ27NgC26XytI04qCCxFVjtQQadXj9ZyuE//KcP4eEzNRSqc3CTroASwtqB9Hy+p/3sDLSTh1Wt8jEqreF0WGMVQIDGVFIDUM0Dt1K5akuB3kM1SYryMSRAUc/hSt1IWMFiVPLArNM5uQHhDJmrVLcOOhgvl3D1oQO44bprsWP7FgEeBKxGWXa5wO1y91sXFWwIETYeLRudX1LoCUq0YrgXX30oAi5+bgArVYcsEETIytiYVO3vNU6fK7AqyjEqbC0LxUoR42NVqeKtOmivpw7yl42Yy8A+3+sO/uV/HooKsw9Wl2pdfP3rZ3HDDZtRKcdotxMsL9exadMIqtW8eGQyZGmweuK+RwSsHl24KIWJaAUAhBJh8Z/UMJQYVBwrTb/hv/RYFWW4UqzKv3EiCkeBT2IrQF9RQq1QzRd6bpBC71q5qGweFIQU30tZQOHY7c8btApwCFcFsNKb1QUIiiUVn9CL2zoq/T69jJMuuGUT9AF+2MWhq/bgTW//JdSbLfFwTc9h5h4H7UBkpEinEBtP+o3SI1au0bzJy+nDOKrnWZyKLy70qHmobyKqxpKqLM85MkRXFLdjxUkcu/dOWFYDmw5eh9VOF6VCGXFzUVLxOY+P5MuAVcDF5fMIkxibtx6AH6rCgbwGKo/VnEsAnkc3CuAhom0oAqp/kSBI2oiWzuHYQ3fjwXtuw6t/9iZUxsZRyFXRDGO4nFcT1RcIWckZ66vnEEVtgdsFfxlzc3txvlbDytoSJma2IUo85aNtAsXCXo6DIGzD9ZSfrSieQTVnV3xvw1ipgtNgVYaqhvqDI1G1oRQbHJoXGU8/UEXtVAq++i4Ty5l8rncY075qjuKVKniefl8tsPHeVV+MoqSnSk2rU40/a6fTQb3VwkptDav8Wa2h1eig6ys/786pB//lTyjZFWYRyCKQRSCLQBaBLAJZBLIIZBHIIvA/bAQysLpB0995xyOoVCoCCSkTMxW48zkHTzyxiCgC5rdOyYOfKihF700+cmsvRl0dvlgqId9Zw/v+rw+hGdpSSb7LAi2ugzjwBWia9HLzsMuHz3TKuHjS2RqYplKxzfbyMJ5+X+Vt92wGyGbTD9JaR9dTv8nW+noVEDFP9io4aZCYToFvt9vKfxbAy66/Ci+87npcceig+Ai21mpSeCW2FZRmOq9J4e0XeSLY0So5nRpqYvFMR6SBkemYqGM8HSm89LNcCuzlvfD6CVh5jwQGCwsL8vfY2BjK5YqckO0r6kMN2tJgKl0AK311BpyZ9hj+bPhv2V6oGwsl2RgbGcHoSFmpAblxWrF66WF45lsOhz8NdIZsBcRHNHVdT4n5ek15mTYEAvgEVFE5HuPkuRif+cwZvPZVm1HIt/Gnf/QwktHNeOOb5rBvOofQTuBwWyobExuRHeHEXY/hzTf9Hk5cWEDMNpV2pXeyaFZ1Kr+yXZAxp6+V0DNJ8j1/YwGr4otKlasCWuKBTKUg4ZyMDaVYNS/TdwgnmWpuwNoAMGM+tn4Nqgq5oDP4mSq21S9ElR7zMoosB3krQsdv4uCLrserfvp16LbXUBCPWqO8VX6+sj0v1eNnVDTqOUQrHWF5PXX8IKjTwFU0kRo2a2joEASnUsnp6yrXCwuBFyHq+rj/O19G2Svh/IVjyMHBxMRWnLx4HDe+9sdQ8EZRW3gSTuTDyZfhOhSlRmh1Q2zdfQj1bgKXFgValWnOZeIqCmSZqwAnYcr/RSB0sLh0BsdOLuLwlYfg2QmqxSl0xA5XpbdD1OyEvwmajSV02i0US2UgaWFs5iBOHH0IncYZbN/5AkSRAu2qvfvzYnrQDbczi6gN9wnZP1Fe0MNjSOHQQa9k0/ZRQH9fdd2cu3gN9I52C1WiXDhU4LJdxA6FENiCy+8yjguCZKqNrTyixEKQtCS+ojhmEbQgROwHaESBFEar1dawvFLDwuIyFhcW0Wipom3K/NmG5XpyHiqXw6N3PPN5J9sji0AWgSwCWQSyCGQRyCKQRSCLQBaBLALPUwQysLpBoO+955gUdPGZ/q7rSvEh1XNtHD9+Dvl8CXPz4wI/VGokAQhVSoOFXKrVUVw88Rj+j//8UeTKY8gXCuiSHxEgiSKNSlClXDUqr7SyUakOVWVy9cA8WBBnIMVcfyZVolPFqtTTav9lwKrk/+rXoMpVAYT0A7v53QBfVeiK1b0jUTg1VhYxUi5j357deOF11+DQ/n1S2Vo8WKWyt4JFAlL0wcSkYKjoiUBiPqCvozR9OriZBo/mWtUxnj+wmo6xAUaqwNUqOp02iiUWDyohl8uJOphxUxXilZp1PbVfug2GY7Ve+xiYkgarrmurwlXlotpFqOL3Z4bZ6Bp7bdJvHGVdMdQve/e0zuU9h1xVVNo2SSdVpg5wYQX41F8/htmJcYxVY3z075t49U9uxetvLKBa7CKOchR1SrtRgRjbEY7d9SjectMHcPLCkipqRjAkytIIMQvUiWJRpU+nwaqgLYtg1dS7Y4q/2o5KVb6UWpUqSv5rvC/74zgNVqlENTYVah5RwaOCPT1uDVyV1Gydnm3GlBxZ1JKqRZSSVteapwIRQNEBukEXY9u3Yf7AXthxAE+K36lUfCkgRSWqwwrvLK5lihVpYKr/Zjq/8nFWfqqycKSrxasq8Tw/3yeUVQX1mCaf3r7nL0ubkthC0cvhyRN3YXG5hZmJEoq2g5V2AT5qOHjgAOpLdSyceRx5qpTzI7DpKW0x9R/Y+4JrYOUqkoou895QR1N/qkJnMhVHDpaWHkHYsRDVFxFZJYyMj+LCxdPYu+9KeKWqVnwq2wdR1SJEu7mCdqeJgldA7K+hWN2MtbVVdNpLmNm0V4psiW+p/g5RMJ0x6GcbpBeOJL1+CLb3h435HjI2C7p4oVHEGq9TWcjQdyi+qbEAUS6YcW6n2j4SuwiH3R6e50pb5bwcnJyHkGBd+h+hKhA5CToI4YUOWi1aozSkuN/S0hJqy8tYuriMRr2Beq2OdpsqY96j6gtqztIeu72ZwUL0+F3fn8kqO2oWgSwCWQSyCGQRyCKQRSCLQBaBLAJZBJ6DCGRgdYMgPvzQaXnAlar3AkEVACU4eeyxJzEzPYfx6ZKqAC9SNPWIaxJeDTAaHx/HbV/9Kv74U5/F9OZtUhSFZXEU1DSFQpQ3KV8GKhrQasCDFGnRgEbAh6IfAkMMzJWr4IOxBqvm1gh60opOVRZFqUj72/Rpgko5fmqlb3N96WvsK9sS+N0O/E4Hrg3Mz83i6itfgMP792Pr3Iw8oAdBFyGVS1Isi0VaNihuoy8qDVINbHi6Pr8ejP1BgFVzrSo2Cm51ui00m4QJDaUgHZtGsVCWdhFlm277jRSr6ft+igptnYrsabDq0UdyfBzFAlN6xSBVO3SuE83nELgOY+1+Mrg+r+5yugSOvrSUKjOFXZXqs4/kzZXndHyf6VyoUrQZBypWE6w2bXz2sydw58NrWFgLUEgm8JP/ahyv+eEqimUbXQQogfHjXAABq0fvfARvvekDOHFhBQl9V5lCbmCqJOVLYr5aENF2G9yd92HbBIVqCEuROD3mTF9QHpf6GOsoVtXwN2ByMB3cxML0E7OdWXwgVDXyWaOi5T7G11P219BbAVYCrwS0k+6EAcLKKLoe/VlJ0kJFh9NF9TRAdbR9QlqVasaEIHWBqLpKvOyjrWE10OW8K6fnZ7QwIGSlApvwVu9LFWXeq8IJAkxuSoDiDPZvncO2iRGcXghx7uLjOHv2LPyuJ8pkKfQVtGHHEV6wfx+CMMbiWhNJrtybu3lN6ty6iJ9YovA6HDF1yLl5rK0eR2vNx87pEeRHprFYW0arVcPc/C4kbkF5VCfqemmv4CAQhW8cdFFxLbRrFzE1tx1hHGFtrQZvZA6JwwJj2mfVsXvF8dRilLqmdNsquwf1Tn8eNipVtUDVf/WVw5JVId7d+ntAt52ML81Z+b2nshM8WDkPXrEMJ1cQ8Jt3HBzauxsToxUsrjZwfGFFLBJor7G8toKl+grOHD2LhYsXcPHcOaytLksRLsJa3q/0MxmAGuPLwgHjyzcVZO+vq1mIHrv9mQ7vbPssAlkEsghkEcgikEUgi0AWgSwCWQSyCDxvEcjA6gahfvzx8710SAGJEdO8bak8fezxs9i+YyeKFYLXCDZBqUIo6mFWg0PHtVGtVvGpj30K//j1u7B5+w4gYnp8XkPNfrpnWunHh17jo6rAKh+CB1ND0+rG9L59iKNgnQK06d9N1Zh++r/ZrvfQborurKMaNQ/raXgoMJDFcRylQAxDXyAr4fF4pYSDe/fghdddi717dqOQz8HvdBGG3QF1VhoCrad6XB+aprBBr/L6cIM+d4rVja4hDTrTAFtZAyjfVcdVhcVarQZqayughWG5NIIqC0p5HoIwVLYSVC8T+KV8XIfv6FLAquwjcMgSldnExLgUsFJtTc/K9QsLyefPcPrpgVGzn1ZfR1Rg6irjSlGpimTxpYr6mMUBdVbpbr20cVOMzcAkXeV+6Noq7tPD+Y1uRU4lXpOhcMGF5Qjf+PpJbN47g9sfaeOeu2IRoF5zZRWvf3UFc3NAXg7WB6uP3v4Q3nrTv8GTS2uIaYDJAlaiWFUFrBKm+EshK8ZBYyx10+pIQhK5iCG54z3VqWkjZQ2grACM+jo9JPuKzsG2TPfTNFQ184rxUzZtLVdmFPMEzfql+qC6Ts5tLmIEtGYenUAnV9SFjPoRHh4fBKDpuWX4c+kJ+oZ6fa7HDnUJLqNoX09iTXWn5cOJKihaFvZdWcXIzF4c2DqDvfMzePR0F2fPPoRvf+vb6DRY+YpGDZyjbMyMjeKmt7wJd95xB770pVuAyljPAsWsUwwIu6UtHZDLunAxNQls37wL+/Zuw659V+Eb3/o6mrUlnDh2Ho1OAC+f02rVSFSuecdCzolhJzEKdoQcQoQxxEfUK5TRiD3Br4V8XhZaaB9SKBQFplL5Kz65VATT81RU7vTLtcVeRT4jeBborLb18ixWptTA8p62KHFcVx9HbSf7MOWe/ty2K+flj6iIaTNBzwT+cBHMziGOEpTyHg7s3gkriPDQ8VP49qnHcPbcChaeXMbZWgtN10Wr5MAKI+TDEDlaWnS46NZC2GkiZgZDQE9iGnZHYhOQaKsL+V4xCz+60Fb4yG3PcEbKNs8ikEUgi0AWgSwCWQSyCGQRyCKQRSCLwPMXgQysbhBrglUWITJgIolCeeBcq9Vx/lwNu/fsguV2pGCKi7wCIFqBxm0JikrFvECtD37wT3D/k4uY2TwniiUWRFE8hWq5vqfeoMKIVboj/YCrCtwMp8hvpOhUFcmVKlSxC/V7H9Ao6GbSz7lN2gpA1GcatqTDY2CfuQ7jBcu4sPI506H5wwd1prszBn67hW6zIQ/LB/btwY0/+gocPnhQAGurttzzE0xDF+OzOnx/TzcshmGj2dYU/Hm2Q8qo/TY6zkbnF02kAFOFsSSt2bbQaLTQaChfQcL30dFRVTiMgC4lI0wD9DTwGm6Xdf/WCjcDVovFfM8UYiOs+nTmCYOGEimgpn81/UuqiceqCI6vi+AMpDBru4c09DNHS4+BtNJRPl9HmVv1+oV1nkkbG2gm6jkLaDRinD3bhF0YwSNHmxjdXUKj5ePxR4Gzp0K8580jmK+qvZhNHtkJHrntfrz1pt/HudWuqFVjAqIeWKWSU4FJppjLQskAsjZ2HQqsqmR71UfMv4NWAGlFuS4sp5WhBH7DL6U01XBSq0LVXDB4HPMe4a98llK3pxc7BPAhhp9YCEfH0SmOSsEupXzsvwbG7HrqZ12kq3efA54jQ20sqn5eExWOqhhX38NVAzg75loVCrCwe3cBUzM7UbK7GHGB5VYOXiHGPUcewdJqjNihPlktVE2XSnj7m38RD913BJ+5+XNICIo95VXbu6eerQvVopyuY9hOjNiPsXVLAbu270F+tADbHsHCwgW4SYDHHjiBWoOLZ7q1uahFcS4iuFQ6C3B3UfJsdFiULKJHiqPS7aO26gG0TNF2KGbxQbXbYEDV+NF2CWK/oNW/tCzwtKrXQFUCWccVEMv5QLygczmZpz0vJ99t+WJRPufvAnC5WGZbsLkoBFfGM2NA5X29voYLa2tYWK6judwGRsZhX3MVxl/5w5i++gXYbnmwmy0kKzWEFxfQuHAOjeUlhI0aOs0mGqs1dJt1xB0fSegj4sISf7jgEtOSIoEVqXHjP/itZzK0s22zCGQRyCKQRSCLQBaBLAJZBLIIZBHIIvC8RiADqxuE++jRcwJWlepHpc3zYXPx4hIajQi7d++EH9cko99FARGLhYhqMpZ0UaoTi4UC2s0G/s0f/L9oumWMTU0gCTsinWKCKCsnmwfo3gO9ebDXoKNX2EqKhygvTvNKg480NBkGq8ZjtVegKpUCao41CFaNgm4wOGloohRNg4VWeu8p7V2virl4sQahKJZYz2bXzp245uorcc2+3VLMi/fONFFVsXzQX/VSLAB4lYSXpjp6+qp/EGA1reYlOE1XbVefUSVmIYpD1Ot1UUbzxUIxIyOj4rXYUxAOwURu9xTFagrHDShdNVilsm10dAQlFq/SleWfkpbf61SCNNYdFYNgcHCTNLQX1XQci3+i8QTuKVJ7u2lIaVKZBeX30dFw317vvvneREH7xj7DaVOpJZXlheo/Ns6fa+M7334CC3XgJ39uL0bsBMcvBHjwjIdDe4Fr5hyJjBVbCqx+53685R2/j7PLVGdTscoFFR4zktR5ZQNhSfozf4x/phodVLdSmqevQRR7TIfuA1a2lfFYHRif+l7NeGNBrXR8DJymgtx4r5rPVVxVtXY5vq4Qr8AqAa9pFwWFTYtQMe9aELAaT0yjU6yo9G0J4xByH/JNVvNimov38b1SDpveKKsO6l5UA+nmoTJVq3zVRKcFvgrA0XvECX0c3lHFpuk5oLuEqFmHm6siLjg48tg5nF+xBJzK8aM29s7P4q2/8HNori7j0eMncP/jx/Hok+cRE1Ib9XvvBlVNNeX4Eog379ysi/mZLZidGUG766AbdmFFPh5+8ASW15qA7ck8HyPUvq0sfqbGtWQ2xCyAxu8MR4o7JQ7hq7KNMK+NlfvpbTbo+NJRVdW0QfQ9hGdTYFzaIT3/8jOCTtpcCKePkFDGzb7NcVcZQVKeAOZ3w33xD2HqR38I+w/vwpaSB2c1AeptWEsrwOICmgsX0FxewvLSCur1Gpqrq/AbTQTtJrqNBoJuB0kYyfloq2EnCTzbgmc7WL79C89wdGebZxHIIpBFIItAFoEsAlkEsghkEcgikEXg+YtABlY3iPWjj56W4hpMZ5Xn0ziQtMjTTy7BdQuY3zKNrl8XTzibD9BamWTxXwFaFip5DycfexC/+8GPYXbbDhSKRcSRr6pE8zGaIIMPshpMpGESFX9SgZopmnyeJ7AVmwGlLOPvyks1nVas0o0V5FJqHwF5GrDJ+xpMKM9H7duaVrNq8CLpmD2wYh7kVeqyeLqKT6Q6t+EP6jyqGr2cK1X0i+movM8wUOok2iRsmRrH/n37cOWhQ9i6eR45x0Xgd+H7HVXQi/gp8OUcjL28J5W71fGV8yCtB0IEURf5XB5MdSWj6gPZZ5rYfnmDb2PFrFEN9z0PFWRSyjiyNyrBCFgJl6kYq5RHRUmWBunS3rHuA/oSewBXUbPehfeuxSj8HAvFSgmFEtO3xVg0tbmOom53ieowzDWFboaBmTkjVxcUw1HQK3V9vej33tewTIonmRR3s0O63QbbwfiRyrv6vnjsyWLpshpM2WMkCGOC7zwatRj33X0KX//8g/Cmx/ATr38JSsU26g1gcTlArW7jxS8cxeRoAkcqrrt48Nv34i03/d84dsFDLt9F5EfKEoA4Laaak2BZKVNjFqWylGdqLke7B6oa6VHK+SJQ9g8EsnYHDopA0pWAxkkgoFv1aUK6fjubdG3VLKrdTOo+/1aLMjJY1HUYqxLjxayLYullEAVbNUqVXqFtANTRuVUEn9LryVl08wqsyoX1jT5VW2gomu5GaWAox9Ido89uzdyh57PUBrwWVqXvd7L+FRHAEWJztpio5ODxvu1A2iFIbGHOrU6MdkAEq5YGrKiFK/fswhtf/z8jbDex2mjhtnvuwdfveRihRSA6/NLFxQSUx3DCEDs2lbF/xzbMly2srLVh5XNo+iHuffAEFutdRFZOVPw8pwRS5niu0Cl1MqvdU73Kl0MlKz200wsaaRKtx6zq+rr99XhSi1sm6H0duukLaqzoOUh2pfLX7VluKOyqPlcg3tjHqEaS7yj2Cw2O7YAKXBtJtQprYhbxlr3AdTeg/JIfwuaD27B33MM0lxbaQFxrIb64CCwvoru8iNbqChZWW6jXaqgvLqCzuoyk2YAdBsglCSqei5FyCaOVCqqlEkYqFVSKBfzxB957WWM82ymLQBaBLAJZBLIIZBHIIpBFIItAFoEsAs9HBDKwukGU77//uKRpig+deJ5SqRPiySdqmJiYwNh4EX5ApaEqcGLUX47AET6suhjJO7jz1i/h3330izhw4IBWeKqHaaVW00BMUl5Tvpo8nzyAEyiqh+VecSvCFg3YBKy5SgVFyKkqiSsvVrOPnEfbDZjH7975Wb1cPzwPKA6fknTavzZjKzBwvakYGqAqqi+Fe3oP9io9ue8fa4U+H/Pl4Xnfzp244ZprsHvXThTzDrqdjhS7SgQkK89B+gSGUQI3rWxNIAWxOkFDFJ+uSx9AdUFKMfgvA6xuNJhZsMWodH3fR6fTReCHyOfzcj/8lzE1RY3McdbzujWfpeGb9ATPQa5cgJvzlNpMgL3xv2Qb6SIyl6COfbpJiddIn1iaSirkreD3wMuknFssBKfHTbr/pNtLDSz9qVI59u9NAaHZ8sjlzZO66JuoEC0bzVqI44+fw5G7lnD64iK2796KV752DyaqFtYaEW6++TjGZydx48smUc4HQOTiyDfvwS+++UN49c/8MvYfGEe3FaO20kCz0cZao4F2q4HlpToa9S6ajSYazTU0WgtoNpcRxTV0gwCFQoRWu418rgxYPqzIUwpmtwXXs5FzgNDvSl/m4o3MA0wt14XRBKxJu/WBuImRo310CfFlkUXm6hGUAAAgAElEQVT7pxqluVmASS+wGFWyaG1NpXZZxCABBNp8b2wagVMEPCrv+3pIA09Nk1GBuf5LUXjDA3sLODypKbjU85WVkSzXrvrSIPgXsCpzpXo/EgJNSKiU7735UKtQ5QhhF/PjVbzjjW9Aq7aCO+6+B40gxJFjp9Hy+/YJfbsCtRDCNHh6ethhF5NFC2MFBx2/iyAOYXsek/3RCGy0OuZa+4sqA2B5aKHC9HHJjBiya+iN6dS4kPjq7w8uzPVfKj49xa0U3NKf8jtAg3LqfKVtZaHK1s4j/LBgJk5D0uVvV6w9fCTdFqwOwaoLTE0AO3bBOnAFcocPo3RgD6Y3T2DruIdJJ0Z3yUJcW0N8cQXxwjI6S4to19YQrlwEgi5ycYSK62CylMfkSAXVYgGFnAvps/Qo9gNEtBGJI/z+u952eWM82yuLQBaBLAJZBLIIZBHIIpBFIItAFoEsAs9DBDKwukGQ7733cfXwSewk1aETUVKePbuG+flNyBepNKSakmndVBPSx5TPtJGokfhEW3IdfPbTn8RfffUB7N27dwB8rpfmKexCA0lRhVqWFD0StNDjsPThVMo1AaqeKo7E86fBkwEKBAxUvxpwmn5wty2lGEzDVaNyTYclnV7OOKwHCQZgjQDUDZBKqiiTR4sA3gsSdJp1gUV7du/Ey37oehzctw+VcgntRlNiQpDodzq9AmEErX1Im6DrN+B5eVXFmgnCOuX+cqwANlKfPpfjsRcvAqNedXdeN+B3lYKVoLJcLqNUKglYprI1DVR5jxKHodfA9RPCeS7cUg6u50lBJelnPYClYUxaDaePNxyH9LnTp6TykkCLYJh9k9dkxg7Tn5UyV0tatSoyNKBoAKABLPs0jMKVOrlXQ7wHV/n+9urYZTULRYCSBu8A5JhhN0Sn7ePRBxawUrNw7NQSXvdT+7FzRwm2E2JhKcGjR1u49ooKSmUqGF3c/pW78YY3/hf84UffjxtfvQMsam7YtBbxynW32xSmJuIUcOrkOfzKO/83FEpz+JGXXo2//Oh/w46dszh67DiCqIC8VcB1N+xAFK7iviPfFShLRWbs0H+yDwr7bUHIOuiYy1jLe+Ifq8YifTvVYs4g7FTKdgVszaKIzCvphR49L1FVGdgWNh26Er5TQNf3xReTsZQ5RENNUceK2lYX3mIL6fdUGr8G5lp5bgp39ZLWzTUbgDgMG3uiTQXvey8z70gf0+RWF3Drw0hLFKLj+RzeddPb8MTJ4/iLP/9zTO/YCR8u6vQF1X6mSlmr9JwC4NkPuagjCDVCGHQQOWOiNBb7hziC5+YQcEFOfHP7hcAGOqmoU/Xx9GITD9+3zVBb9xbITGGx9VTp5hpNHzDbsNgUq2bxbzF25r98T6g8V1ZgeTkkbk4Vp5JCVu7AQoi6ngSOT9uKGHEYIGn7QJTAmp6GtXMvkr1XoLBrN4o7tmJ0uoKxio08QpSX68DKKkbrDcyHMWYcGxOeh0lPZme47A+Bj26jjmZjTRYXmt228rHlOenpy3nRsvCbb3njZY3xbKcsAlkEsghkEcgikEUgi0AWgSwCWQSyCDwfEcjA6gZRJlglvAgJsyxbUrPpubq42MS2bVuQWB0FU2MNVplazGd5PrPSl5XPr1GC//rhD+Ou03Vs2bJFQKwpSKVA6KD6SuCRBqasIs7zu25PT6iqc6chqVasilIrUl5+/bTQvmpVKIl+AO8VqRG4ptSvBqgoQNv3+eun0/eDJKqqlA9gT9U2pMJNQ4l0iNNAmZ5+BhCRRTM2nXYbRTvG/OwcrnrBFTi4by8mqmNwWd1aFIupo+n7kutOop6Kr+cLmbrOZzKYng+w2odBg6BLQVZXbBM63a7EgzfNauHFYmkAKhr4Mny9A38TsnkOLFYJp/pZx68Py/tglccTJaQpnjUEx9dN7aZimLaVUSRQle0pKts4RqvbRSDexBwPqrhOT8G6jpek7qQ9qGRUiERbcpUiuesDJ97Dlmr1mTRtb9uERYMcJnYrXXVtKcK5M8u49UtH4EdFrLVs/MzPHcbBfaMqWdqmv2gI6hKlfRIXt33lbrzxzX+BD/3pb+FVr9mi7R04fjhIjFpa233w2pXYFJ/+9K0Yn5vGtulJ3Hn7Mdzwom1465v/AC/9kRvx+p99CQ7smMajd9yND37w3+P0Uh2PnFmGTysB7aWqmKFWAzMeWp3ZU4oasKrtRLgqk1anpr1l1ftaCSuJ7lo9rxd2eupXwvPIx+z2rXjDO38VIzPziAIWHgrFZ1pU1TIfanWsVlkb1Sg/k7klThAIjFUFzgjSBOz2fHnVFfDznk9vFCEIlYUKtzf7EfZFkZiaSP8jeGYfNX1RLkz7L6vPtc9tCORdBz/1Y6/F+XNn8cVbvoJidVSAb7vVkeMrAKx/RDWv59BYweJYrFgSJBEnUdo18N4i8SHllwCbm8YPyuZF7d/ztJWuoT5TPVsvcKV6soLgakKnIjltEyDD0mQlaO8GBdBtsZahujkiOKUqndCUwJQ/rofEyyNh8UT6zcq/HhLXU/CVheCGVetJAid2lNVN2EXSaHFFEc70JArbtiG3cyeq2zdjZtssdo+P4EApjzkAu5IIBcdG2Y7hBm2060001mpYqTXQarXRajcRdH35TpRFQA3mCerDMBBP7lCrVv/d+37rssZ4tlMWgSwCWQSyCGQRyCKQRSCLQBaBLAJZBJ6PCGRgdYMoG7Aa+L5AIcKilZVVtNsxtmzdBD9oaA6koJGk2QpYVVA151ior9bxnz/0J1hGSSq/S1XlmKDJpPorhaI8Jw+BDD60q5R3/Tn/SYCAhT1UiXnll8mHZw01CLAMSDDAMmDl7pSgLQ1We4pVSS9W0IoAwgDVfmpvXxWWVqwaOCfAl/hJ34NUqhbLAiIPps8qQmdABX9PV3/XGb4qDrwOPmwHvtz/eLWKHVu34PDBQ9ixdTOqxaIC3hFBk4aS4iOrVKrD1345g+jpwKphjunjqkI7z+zVg9ZDCsL0uQ1IVxYBHdiWK/2QP+n4PS1YZV8jtCZcs6m4U52BfYjKRoXtdfto6wZj4DBwj1wwSIHWNFyPxUJS+b+WikUUc3mEUYxas4GG35XxIYsNpoq9ZYkXpnmlPXoluVzgqfnXbKcTwVOKZ+5P5eFlvdg/qY+1uMDhIGhbWF7s4Oj95+HHDh56bBWv+bFdOLh/BJYUkSK8530o6Tj3Ilh985s/hT/6yK/hxldvF5UiEuI0qnSpWo8Q0e7CUaCcMVdepxZiwrKuUvrSMuCP//Bm/PArX4SXXLsLt339m3CjBJ/9p7/GvY88hqNPrGGp0UVsuQKvlQq774Gq+Fs/7byngO4VQ9KLJ/rvhLYmvc/6ReYEGGrINzwfuY6FbreJPQf3412//X645VEkflf6hCS+91SkaqJKr2mYxZ7+NaoWW29+Mf655oCyjRxALwpokKgkpH1/0N7YZ8q7hruSEi+LLkpBy10JVzlbs0DS0sWL8BwXlfEqOkw75zzC4lxazqwALwFoAtAGQIp+xWB/jxILdA1gwSoDlWVulssViXDv3D0YLGBZXY9ZxOr9myQIpPhZf540MFzUzr04pMYNPYJTrrh6ApWxE3Js88tDoCoVqy59ZWA7OcDJaRsADVVpCWDZ6HAs9YqZ6UU2AeGq3/Je48YaCq6FnQf24tDe7di7aQpbpiewaaSCCnt+0ELUaWG5S6/sAO1WF92ODz8I0e5Q4eyLjzYtTzrdDlqtFjqdtk77D8VDnO3ARRjaldDj/AO//q8va4hnO2URyCKQRSCLQBaBLAJZBLIIZBHIIpBF4PmIQAZWN4jyffceB/0vpSoyLORyBZw/twDL9jA7NyWFqwRoJcrjlNvKg7flwU4iFB0LJ0+exh99+C+Qm90iUInQUooWiR8qj6uqhg+45KX898RXNFXgR/wVmbKZgoh83Cd463Y78HKu+HKaQkfGl5OFXwzEWA+spiFZpAta9aHXIDU0fo3mcwP4CFcIMojpJM3cqL2Mh0EKGPTVkn1FGfcVMKyFWlFIgKysEVjwynMcbJ3fhBdedQUO7N+HibEq4iBAl4pO+gB6Oe1DexmU81JH2tNZHFzmaYd9L3kpaWCdvjRCCrY1X7QH4I9RBA4DWbNf7CQIkxidkMWSEvFZZVxNxXoFUftV5QVVa3VpH9SolNyi9mU112jOodRyFnKuh1K+AFo8MBytwEc79OUMbEdlCaD8XC3SqfTLFNqSDw3q7VtKqNGVeukU7Yl1rBAupTkV7LLQaicIQwv33f0APv+5f8bWmU142Y0vQcvfitnNDrZv4yIJrT50sbQYiJhLboX41hfuwE1v+wz+5M/eh5ffOCnrB+I4KqpzZQ0iKfnigsC5hDFQFh+y4CBI0hPVZaPZQbGQh5c4OP/EBVQnRvC3f/sP+K9/9lfoRi5OX1hCkES9xRkDnhWgV3c8vHDh2kaBTrBqlOgEVwRYJk1dF7wT4JcoAC/SUGUj0FOscr0jauHQVVfine99L5xcCTa9RXtlpQgkDQRV9+vQi7M3kehr7JVK6hc5S28zUDzNqDZTENZYTKj+qyBmr++nthf1rO4xSv2pejoBIWMf+SESP5TxZLk2iuWSANT+olUfVCuLFeUHIK0m8E9n14cRZM6kQpQ+uJy3pIBfpNW/Rq2aslAxxf1Etap6tvDinl+q7vemSJ8sgOj5tTeO9GIIxxMX4LTvtBT5sx04uTxs15VieA69S11XrEA8V//k+G9e3iPAJDin60x/icV44CrFbBTEAtGlUGDQEZuWkmcj7DbQ9NsIOSRsHrMAO+F8QesSH2v1OhYWz2Hx4kXUaqvoNDti/yLFGCW7w4FLqxJXe5WLWFjrc/V3yPt+9VcvZUhn22QRyCKQRSCLQBaBLAJZBLIIZBHIIpBF4AcSgQysbhB2glXxI9QPeZ5XwJnT51EqjWB8chR+UJeUYKbnqhRUDShsT4BD0bVx5MjD+NO//DRmdu+VB3g+MPLZ2SiWBEMSYvEazANzCpB4BKsp/iTqJmIwpv5KIRUq3oBuHKG2uoTaygoK+QImJqfkwVf59nEfBVa5vyifCAr0fUnibUpeJn6sQy6XBrwqgKEAjPFzNQgsDVZVyncKpGj7gDT4UVBapdU6DmF0X/VIuGNokVgESjGvCN1mHW4UYvvWrbjh6mtw5eGDGB8dlRRcFrVKFzpKF/F6zkbWcwhWezDbGgRYKTYkl50GpvlcUZSrjUZD+hPtKUZGKuIrm4bj6X2oVu1GvsCPxFWKUimIxqrkoqDT+lTt7UvlmkUwwwJU0t7K35Yq67xWSiuOqlqY/3r0USUiJMgRD0rVFFQHhtKftDpRGUvKtuKs+xSrhgShtmJVn7HPKiAVESpSTS2AUlUr5/UfnJq9rOZNEKC2HOPWW09iaRm49ZZb8OUv/jM6tQacUgeHrnot3v9v34gXv3gapVxOwBPQgZUUEMVMs47xzc99B+98xz/iTz7xK3jpy7YJUAtZjb4boVDMA06g/X4Za6qEVREm8d9MPAQES4y/wzFF3SzvP4SbuAhaXfzme/5PfOxvPo+4mFd2ConydDbQVsFCFVNTsKhXyIkelbbyPY0jjjPlwSxtJrYlxpNZKd9lbuCPLOToeS8FVtllwriD3Qf24Wfe8IvSfg6PyxR7lc2eshswWexGqW6aSJ3fLAz1ZghDzE06u74rUVTrayCAM39zf1u8e224fL+ncNbbCwNlcAcL2KnMAmXX0l5rIu/mEPohvvClf8bLXvYyTM2ovmQAp+rjCsrGAqlZ8MlT83UcwuGcKj6mjA1jGsuikkOoLgkMylt4eN6jXYCZj/UgUuMptXCRVuMqWG8gvVYqm5bXQFWKLDIujoKoLALluI4spLDvUP3vuLYCqa4nPsg5x5X3Xe7D+9CWHWoBpG/bQUDPS3DcPBqdDs4vLYELXzmvgEqpgolSHmUXaNVrWFxawOLqCi5cuICV2iq6oY9CqYhypYJ8jn6uBTV+I6q5Q1Gv8l/JuqDlQ6A8e1U/5VgH3vfud13WGM92yiKQRSCLQBaBLAJZBLIIZBHIIpBFIIvA8xGBDKxuEOX77zuhU26ZwkvllY0nn7iAmdlx5Ar0WNTKM/0vyQiL+PCZsEgYZCf4yle+hX/4+newadOWntLQKFcFMFAJZypXa6WngQ5EVVT+CVCgYiiJBVKBCqmCA68LxLkQLT+P8suvx2te/UIcvesenLr3EZx57CS6tbrsX66U4HB7x5PrYwVregK6fIi1tdrWVIumolZ7+qWVrQYMUNmklHaDFcPFR1CT1LTKrYdTNEBLAz8DztYLvxZADqT2K1Uk1WKxpI/aSYwts5tw9eHD2Ld7N+Y2jaOaK8GKIvhJhDCJBHyISo0n0b+ba+jrxPRDfEoprDSVT309nUXAetubPqJOn7ZTSKfBa9iV8jZU6uf+K31etgH/JlhlwRcqyPKe8l99aiErVbhmLVhDPerCdvOoFIooeBZCyxP1I9WSBH4qbVp5Q4r6jRBK1ICJFFCj8s21PAF1vHqBhEZZZnEBgJFOkPMc5KWAGNDqdtDwffj0TRSFKaEdwUkkcLLve2kKKEXwI70AIH6YAaI4FPASRvReDNU+EakVQUyMt73mdZc1T/pJB63FCJ/+0jksONtw4v67cM9td2JhsYX6Uhuzsx4+9IdvwvXXzqDoeHAJmgWzRbAiVlOPcetnb8dNv/pP+Mgn34cffmlF4rFwJsCX/v5b+OFXXYG5/VPCyizQg5Px8kSpa1n0Q2b6teSaSx8VEE0Yqvtqt+Xj45/8B/w//+EjuLAUgCsPKoW9iCBq6EUaF1HchWN7GnRrZapKeodNwwVZHGK8qBxWFgDGYzWK6B+t/InNPKSC2VdXsl2VshBo+G28+EdfgZ//pV8UrS0BGdtEVKBpT1L9exQoVaz5zMwpbFcFb9XCTw886rWRNIjsWaXQ21THJu0DOug+ml4j4nU7SKJArl0wJ31RpagXGSaVnTZyXh4XCQGXl1Gvr8miA8fR6OioLFwQCOY8D0GXliq6YKBYWuh5Qw/VNFw2wFssBVQVMMQhFZqqqBiLeplxVJHj51WBROJqs8DGffS8rHqFKkCVttNQ2xKm8kcpVaVwHMevx8URqkEJUglO1WfD/5r35H1t1WHOYeZ5xontxeNw3llcXEQonsoBgm4H7U5H5hJeD2PGH69QlDmjUChIQa9u4Mu8zRhzccgXqwBV7E76EFcIuXAY9rMrTN95/7sysHpZk1y2UxaBLAJZBLIIZBHIIpBFIItAFoEsAs9LBDKwukGYCVZFnRlHYgPQ6fg4d3YJc/NT8HLKz9O8lPpSlZOJHQueVuD87d/djDuPPYHRkTF5eDQPzZLSr55aNWzSnnJaEciPyNY8PihrkCZglemTQYxujvDWRWz7WOq6mPrp12DbK6/HWtjFPguYPXsRq4+dxp133IvHHn0ca0srcPN5jFUqGGUBJM9Bx46kCIkUaxdvQT74qwdoAtx0pra53rTSLA1QZf8hGDgc1jRk7H+WSo/VbxpVrNnGQBZzvh4QJZCJQthJgoLrYe+O7bjq4CHs3rUTY5NjsAi3O11ROlKl29tfoI8CwSbtuAdbNRCi2mu91zMBq4Mq3+cGrPL8SvWs/EoJNwg0CH0IGQViEIBS6UyIRAWiDVxYO4/VTgNuLo+cm4PH6u7sq1KoTEFSKkOl33l5OF4BDn1BJUhUMmpfT53ardqEhYMUEImSLihq82wPMxPTmKqOI2c5aAQ+Hj/3BI6fPKHaQGCfAqsdXcBIiuJwcUGnkVtMU++lrWvoJ4WMCFr7acKCOS3gd990eYVtwgRYPdvBJz9/AueTWTSXLyDs0BOyjZxdQOIv4B1vuw6H91aQE2U6aZzyUlZgNcFXP/MdvOM9N+PPPvk7ePlLSjKWOw3g5k9+F0cfP4Y3vPVfYX7PhNSccqXLxbKfqBF12jhBnty6ng+oZmVbsFTbY4+exRvf/F48+OgZVXgotrFl8z5s2TqBditAFHqoN2pi80A/y5AFf8IIvt9F1+8iiRsKojLGopKkwjSEa3fhugSFvGJd8V0XizIqTTNeBaILWE3Q9Dt4zU/+BH7uF38JPhWauj0UMk/VPVK3iJgq8pTqWsYEgSEhmrlnDdyNSN7EQqXI919MrOerN+/qc3AhSH1gEur1PuzXAq2VNyrz2Kli9aMYZdtFMV9QcD4M0WzUUautIZfz8MD9D2J2bhbbt23H8soyHnnkEcxvnsfcls3ih9tT/eqxKAWoDFTWQJp93UliAZU+fbXZVXnreiGC6lZRc/tdUXGWi0U4xhNVX76M354yXGU2EAyLfzVhqlbzileyQ0W5AqkctwJWUxCVvw8A1PRnUiBRzRe06+gVE0wp0mWxTeZ4C41mU9SofPHapaheuQQCYno/s+G5+MFFFYJT/nCO6nRpV0O/1bbEhGBVLewo5ap4z7KQWWgsKnSzJgkysLrBf1Kyt7MIZBHIIpBFIItAFoEsAlkEsghkEfgXEYEMrG7QDGmwWiyWsbS0gtWVJua3zMJ2BoGgAquKvSRUD0UBYj/Ah//847jYVT5yprgPt1VAS5n0CSjT6dYDykSW1OmlugqSkTRdJ0yw5gawIxeuHaERF3HFTW9A4fAsFkMLHRbNido4XMhhXxCiuNbEY197CF/79tdx/333Ad0Ak1MzmJydQ26igKDdRtIhZmPV8wgRC0Tzr0BVeU8rqAzY60EXra6Se1D1tAbSXg1USUPowXCvD1apklz3WIyT8gYQBS/pM1PPiadbK3UgCrF1y2Zce/WVuPaKqzA/OSWqR0Im403KdFjNwRXAEpg8CMmHoai55ksFqxsdL33vaZhr4tT7XNsDDJ/3KXDaFHixHNTrDYEUBCNUjNFrl4q5duzj4RP3Y7GxBNvxpDiMgxgBQbr2dBRIS8juOChXp1CpTqJQKAkkEZ/EtRWxH6BFA+GNVGsPA3TabXQ7TI/vCtSrlsdw9RXXYffWPSh4BTSiDu568G7cdfd3Ra0W+h0U8zaKBVdUhIyBAkTqTvl30VUKSQORBPxLZ1Bp3SoNXAEg/rzlde++rImUoK65EuCbd1/AYlTGaJHgEqitNhB1bIyWE7z0RdOYm9RWHZKrT8W2BqtOgq/8w7fwK//68/j43/86rr96QmCzbUforrq477sXcPTIMezaP4sXvWY/LJeWD4TIrqSU06LBiRRwCzh+zLhLpBSUQNS1NR+33/UIbvnq7Th5cgVf+dIdeMtbfxm//ts3CqimwtgPWghbOXS6IbptH10pdNZFp93FylqCTreLVqMpSsH6Wl3a8cTRI7j9tlsQJlTSUhUcKC9pvbCSdrNVKkv2mQSNbgev/PEfw6t//McRcPEoVbCup1jXwFvadh1PXrblgPdqqvWGx0S6YYlIzas3vtj/hywlzBwl8xY4vqXsGLxCHvVuB+cXFnBo01ZRPVNZrQrtJeIP/PBDD+O2227Hz/7cz2J6ehp+18d9R+6ThaZdB/crP1Zta2LmcVfP4crwQnVU4cdUeNIfmhBVjq8tMsTORUHoVmMNrfoaPNeGR0W0SzDZHwtJzwpBgdS+YpUgVVl1iIJdrDp4LwquioLVy/XUqaJaFR9Tpv4ruw7xXNXerFJYTlsCpOciMz8QEPPFY7PA1urqqlLO6vk4V1DF9Ph9wRhxHmq0mwL5lSo9ln7ZFbjakbmGkFUKsYkCPVXMKwOrlzWfZTtlEcgikEUgi0AWgSwCWQSyCGQRyCLwg4tABlY3iH3aCoCQ6cyZcwgDG5vmp6SaePplFKuigLKZwm+hvrCC//SRjyIuT8hDvFEamgfy4dMaUKT8KbXCkkWZpBq2SgslW/CSBD6ru/sEHjEW7QoOv+0XkN8/DrfgoQkbD9caWKx1MOm6uHrzGK61YkwFFpYeOIpvfPlruOueh3DuwjLyToT5uTmMj1VFfUgFEdOTqabqF7uRR+0eNDAP22nIJxBDK1aHIWoaxqYf2tV2fYCa/mwQrCpYoZkFiLksx4KUhmF2rAYjrsNK9D7WVpZhRxG2z83h2quvwvVXXS2Frug3yAd63qf4TQrXVmn1cgatykpfh2mjSwGq6W2ea7Dau6ZEQeAe7KaCUkv8qBxj+y0sLMh7TGUeGR3FxcYCvnXnLbiwck68FZmS7FjswaF4oqoUYlabjwScjE3MoDo+i0K+KKAtCAlWV0UZaTkJPI89Ui0OEKYSWudE5RyhWBjFgQNXYNv23fC8ImrNNTx+4lGcv3ABq6srWF5aQKWYw8T4KGZHyn0QJACJ96VgKZVxyjOStgS646sSWOpzgazKT/PG6y/PCiCBL/AyiB0EtoUcgVmUSBGees0CxXflMkEp/VAJc9V5WZTIipVi9Qt/9w285ze/hL/8m9/Ai66viiezwNUoJ8T0/ntP4osf+wa2z2/GK/7X6zCxeRSWa4laPNex0Dy7JGnS+c1VmTdc9ml9b6Y/il0ILPht4A//418jjjz8xu/8L3Bd2gJwLKhK9k95ibXAOgWiAHz2776KX3/P72K5vozYCmTxwYzytBcr3zNWAFza6fgd/NTP/zxe/spXokuwqv1vzc5qSGv1KrTvqJk5eqpOXeBryB7DjBmjnDbzRm8MpgSsMgbEC5VQVPk5p8cF91H1pTi+E/hRF5XxcVheDheXV7B7YgaNel1UvDPTU/A7HVw8dw6rqzXMz89jbm5OICTvpFgoCpx+/MQxgYZGtc9pQ3ycGePUwow6rwa6iVGYK0uCs2dOYdPcrPhBS9o9i8lZCQqFnIBX2LleM8r9a7Bqxj+Vqb3vCb2wwPHLcSMevLZK9adi1dFgta9kpYrVUT7I2mPVfKY8lB0VS+1Xa87J+dXcs8z9loXaWk2gqABZkma9DeNB5TQV022/rRWpKj5U1xv1KufhgDYAARXvCryaxca0FYDpA5li9QVTVhAAACAASURBVAf3H8TszFkEsghkEcgikEUgi0AWgSwCWQSyCHzvCGRgdYMYHWHxKqYuE3i4OZw4cQrl4hgmZ8YQxaoye1odJeCUnoO2JYVrTj7wKD78yU8jNz4vD9XrgdX0/iYVswf5pHgH668ogMSHbPG/pMclH8KRQxB1ETqTePnrfhrRSA6N0QK6kx5QsbFkAydbAXw4mHSbuKZSwf/P3ntHSXZV9/7fmyt3ztPdkzRBGkkzklAWCCGSBAJZFiIJGWyCEBhjeELYD4MjwSbJgIEHD/ww2AJMNBZggQIopxnNSDOaGU3qmekcK9/4W3ufe6puVVcLuddb+r0/bs2a1d1VN+57zql1Pue7v3uzpqDN9zF3chb7ntqPo/c8juNjxzAzN8dFTrLZNJJmAlRZmifDoaelhFjiHuoBkwWiomBVXn8zjGytWm1M95VHlts278NKWkobVwKolELNFcx9Vl75AUG3AG6piNLMHMrFPDKdWawZHMGGtetx+rbTMDI0iLRlsZqMiq+I1F7xkvBAAJqVrABW7lDPprZrtdfvUqzK9hXdV4JFCd0ItPB21BpME2NjY5iYmEBXZyd6e3uRzmZwYu4E7n/oDiyWZthvUSr5qBgVFb0iBRsXQwsC/puKs5mJFPt2ivxuagc2+3AmTLMGduR5qY9oDLDImiBAMp1FKtfO6li7Wub/pPgrFivI5xdhGTpymRQ6U6nasSRIp2P6YQOrt59I1fewL/BNh0D5vNMu+92jXIstuGo8K5aFalbQObI98KAoBEZpJ1J0kjJQVLen/k3eqgRWCVr+/Pt34303/wr/9oMPY8cZKYZ5quZBdRUEXJBKgZNX8Ytv3oMTT03ixW8+F+svHIDm6pjacwgTe56BAxWnXXERrO40dFKrsu8xaRrrvsW8ghAo+F9f+hEKS8D7b7kyLIKVINwJRU1Elj7qN0vLD+IV5s0L/wv8xw/vxntu+nPk7SXYfpXHETI5IIW8Tx7MZAIhU8EZrlK/V1Cxbbz1phvxwstfwqndAiyqrHatgdHQ0kHATy671Oi/Kp9dbVElvD72Ww1l//w46jYp3NbCImi1AnVS5hy6qtTboyznRQXvpP2CKAyVyOSQ7WiHV7JRLBSQX1hAcWkBlmkgZZnIZjKs9rUsE4lEkmElKS7pXqZnZ/k+o/bL4jmFEQ5l1bStsFERizekTiZIOzcziR99/zZc/pJLkUlmkUiGXqRmWDiKBan1hZ4oWBXjL0F0ATJ5MUkqt0PFqlCrimOxFQAtTOjSHqDuryq2if4tfmdgG/av2rOXhcOEvJxBKt0mWSSwepf6Du0TqmcpVgRWSeVeceqp/uTVTN7Y7KfqkGWFsK0gCwCpaOW40TP26m0pBqurGtrineIIxBGIIxBHII5AHIE4AnEE4gjEEXieIxCD1RUCLsGqSLnUcPDAIfT0DKKtIw3HrTZ4dvIE0CfABNiKwkDr8bt+i2//7BdIdA4xWOVJKBcBqSucoqosriYdfs6AQZQrEUq5sEqzzxNdn/0aoVjIV/Lo6N6Ea696g4BCnoJ84GI+o2KmA5jNeHDbNCRUFd2Giu7wmHO+hvEA6CvMAeOzKO45hGMPPoH9e57CUrmIRDaFru4uVj3SxJfSNqWVgYQuciJcm/STZ2vTq1lFVocQoWdf6O8qoUwU4LZSfRKvINBMRX4CSpcPoRGl8pJi1a6UEFBBp4UlTEyfRG6oB+3dA+zbl7ESWD8yjDO2bMGmjRvQ2d4O1xepq1HLA3GNUZhXv6lIfall99qssPtd/Xg1YJUAG0ERenF8QkUb+TNSaj6pVSlNl2wARkZGYJgmxudO4ODRJxCopTB1mCChUMwxzNcZ3fM9C9AqiuAQEKLtRKo+Fa6hZPBE+J4s3iP8XsW9CHhCL/LWpLZMCwOkqCNnVZusJaiPUIEb8oGVBYBqYssQxLENhASBMoqs466pEsMA8FbnbX3x7wp1y8+JiVE6u6YRUAR8RRfFpEiNHrBOnMEqAoqPJkAutVdWsGpsi3D79+7Cn9xyJ77LYNVg+EwLILonCsWRFYNTcqD7Ku69/Qnc/187cerp63DFNRfjkZ/fjtl9Y1BSKbzgLa9Cx4Ze6AR1yQtUGK7W4iAVqbd+5t9h6b14x3sv4vT2wCNlYhVAFKxyHrrYl/wGRF2ysKeIuH7/Oz/Hhz74N8g7eRSdPCsnVfa4JKjcqCQXTzYQSvbAwzs/8H5ceOmLYId+rsK1QzybaJ/lvk9AOKJMlV6sAhTL/aL+w3KhRSg9o+OFT0W4wjT7+gOlewx7LN+kSMPn6BGopGsiewxdhU1SZEWHRmnrXCyKnmqAMpFq8mpmO2GC4XVYSinq1O7Jv5hVqGERJ1LKsjI3VKdy+5eielrsoRR5agvcDwwGnvOzk/jal7+I69/4OqStJKyExXYmvEjGBa186JHCVRKsinupe6zK7xHZ71ixyn25DlH5b43gq7BjaASpBFbrcFWqVcX3jxhbmsGqzv60YvGJXvPz8zVrlVqwqeeEVgD0s+KIcVX6c5OtrgSrBFRpTJafy7bTCqzS8T90442r6uPxTnEE4gjEEYgjEEcgjkAcgTgCcQTiCMQReD4iEIPVFaL8xK5jQOCw/1216uPwkWNYu24UlimqmfPEV1ADMRGlmWcQwDEcdGXb8b1//iHueGIvMp3dCByCH1IVKbwM5UsCOfLq49+pSjspCP26akxWk6bPuaiQV2WoNltwcPqZF+PyF74UAaVyq4Clkg9egKLrouDZyMPBxJAFv1dDe0ZDW6DjqB/gznIZDhLIKj7O1IFtvgfn6DiOPfAoHvzVnXhiz9OoKAY2bVyLwaEO2L4PswAU2RvSg8Npxi50uk5Dg++RoklMzOVkmiAaw6iIZ2p04i7C1+xXyxnV4UsUu5GpvlxVnFPG66ngvD88VtsRXCxOT6A6cZIrVXefshltA8NwaBJP6adOlYtaDQ4MYPupp+KFO7ajr68P1WoJxWKRARId21HIb5OOKXxu6ZnwMxaku3bN7PcaFrFpbkatFbp1aNG8fbPCN9o+mn+X55Xv098ERMfGjrNqdWh4DYaHh6Hq1EaOI1+YgKYRWNJE6m6ojBR2mIK6kfZMUDhZVE0cvcY9+Rf5l0zPl4+pORW9Driiz7uOzVp3Om7/rbLamZbVvVije5+7ZXVglYicUFWGFI7ljWS5IYB9RAgp4hBQhAiC0QICFV9Scdttv8JH/vzX+MFPPoKtpyYFjOUQshEnjw/lkg9PcWCZAQ4+PI7P/89vYnSgD4Z1Ar/+6f24/ua34rXvfz0S5N/KBeSM2nXVYH0I/b7wsZ8hs6EHb3nTBXhm3xwKThJn7EhA5xRuuh96mmEA+TqF8pwWISiwpEkk2Petb/4Yf/GXn8FCOQ/XLUELyEsZwnOVvValRYeIEcN16mWBj3f8yftwyUtfimKlKoAz9f8GuMq9WjwiSoWveY+KtxmuRqCpGANat4cGuBqaWDdsGu64Yl+TFbLE0CyuJVI0q35WcVRhQxABukLyWh+Lovci320AwPV754gFjigspeqYn57G1/7p87jhTdcinczAtMwQVotFCEGCZV8UbTIKOBlqyoJVpFpltTot1uk1z2H2Wg0XTIJQvSqAq1CxSsBaK1bFylaxWFOzA5BwN2K3wYs5ivRkDjA/PycW26jIHAu9hTWI8F6mAmouF6higCoXWyibwyPFqkj9l1BVWgDIhTqWGTfFNrYCaN0/4nfjCMQRiCMQRyCOQByBOAJxBOIIxBH4fyMCMVhd4TkwWIUDQ6XCQGWcnJjEhlPWiWIoErRFvP1kIZdAd5FLZvDVf/w/2HVyCun2DvgE9MIJa135KU4soCxNrsOJNBUXCgsEyUtjsCoLXBG89G0EqoqFkodLXnQlzjn9LJ6w0rUZii7UseTlSCohBAxBpvUq5jM+3HYLWlcCFU3FfrWKYtVBJyyYmo5F2DhNNbF1toCZvfvw2N0PYu9DO3FyfgZd/X3obu9E1tBRVCmN2ofpEYT0UVY8WAEn6gulooSNlNoZAQQCotSBsSSoy0GLnFzXt61vU4cfNRhJMIyqaHsu5o6PYf7YYaRTGfRv3gI928H+fgwjqWhTVVSpJh/cvo42nLltG3accQb6u7qg0eSfgECoTuNJPz0j8rlk31mhWmulPI42o5VAj9ymFUT9b4HVqB9DiDsJaucLeSzl82hvb+cq3YapY7Z4DMXiNFRNgDdKN6bq8FyFJ3yJNij+Ftq81q/6NYYWBDUp5HIaGlUhP5ehrqbgbQFWW+0vt3/B5kufy+GXbfOzH/ySFwKSiQRSSVIQJlhJa1qGaMPSz5KgVOj7SgsIARWUIzVgoOBHP70Xf/e39+CnP/0INm1NsgJShESAVVKVEnwsVRykEgHg6jixewn/9Omv4f47H8VCYRLnbdqK19/0Lpxz1VakshoUsx6Aegy55+CTH7gNa87dhjdcsw2/vfMwfn3PMdz0gUvQ0y69d4Wyt97PQg9eYQ7L0NWzPXz9q9/D337yi1zYLPCrgFuFR+ptj2CpOJdQf9bTsjUl4MJFb3vPe3DZlVegVCU7FA0qC0nr55TnFtceHm0ZSJV9ePnnrfpOs3r1ufa1cOmrBchdDu/kMVcei5pRe1RpK/ZuUNkzcHRoZYbB6sLMLL76xc/gLW+8Bpl0jq07xFpcXfVNaufad0KTcrQBrIZjLI/zcryXnqs1sCrsAIT3auih2mQBID1WxYJd6F8c9umoLYCmi+sSilUBViuVCqiFe2SP0QRWaeGRxlhpoyChKf3teSLlX1oArARWo7GMweqqhrh4pzgCcQTiCMQRiCMQRyCOQByBOAJxBJ6nCMRgdYVAP7HrCPvkGZqOyYlZFEtlbDhlLftN1tWkYQXoMBWaJ8W6B91T8alPfQmzgQY9meRU02iaexSiifdp/h1Oqil9uskygNNWQ0sAdgEIPPbxKzkaXnP1mzHaPwzPpYRrmsSLKt4EyFRS1wYBDPrECVAJPIwHNvJpHbapotQeIJ9UoSc1zPoO9joFtKtJrDcsLmiTqVbRf3IeMw/twTO7nsKBZ55BqbSIZDqNnJmAYSXhJwyubh6oVP2a0qTrkKH5PqPwgT+rS1MbnkIjRG16QJFU5ZqKkasZcfSRn5lGfuI4Ojo6ke4bgKeSApBiJlKk6bxCXeXBJksHL0B3LofNa9dj26bNGF0zjLZMktV5pGCj9GeKpfQ0fC7A8LmA1QbAHN7i7wKu8nOZkisjI0SmkZzvsIJ3ImVhfO4AypU5rlbv+4znQ8Vq4/asPpRI7XfATbLGiL6E2rXx1er+atcbUfkuu+cQLsltG+NdvzDRXRScs+mFqxoq29s2MUClQj4GWROEldItBmEadM2ASW3cTMIwLai6CTOVg2aasDQTlm5hbHIeh4904Y5f3oyNm01OPZdgVShFqWNosKsuDCP0o4SGpWkbt9/2AL73L/8Cx61gx0XX4qpXbceZ5w1AaxdFk+TihIiPkFl+9D3/grNeeQFec8UopiYc/OIXh/Gy12xGbydFIlSLk0qS2wNZPiwHq3bJxhdv/RY++8VvwmdXCAeBU4HtVlD1bShhhXah2a2n+BNYrTo23vSOd+BVv38NSlUqeCXsHoTKMATyoVJXSESXp/TzwwofYyh0rQtcJZxcQcLaCnpG7TmawaYQubZYJmhS0EfHpeZ2F45mrY/D17scuPIt8rk9QCOXXp2L6n351n/Am15/NXLZNlhUHS1Uv9cWFZqKVclrqdltSMVqBKxyq+L3o4WthKesKARXV6QKW4C6FUBUrSoXjOiczQXi2FaArQBEWyQrgGq1zNYfBFbFeEoWIAKYSrBaU6HSN2mtSJXIaGgoWBV69PKzihZECwMQg9VVDXHxTnEE4gjEEYgjEEcgjkAcgTgCcQTiCDxPEYjB6gqB3rXzMBRVFOYZOzoBwzKxZrQfdrUSzRatpWuyYpUqPFsa5k/M4uOf+zK0zl5R2TlUJbWCchK4irIgIvVcTrSjxaFkEStXCaAHAaquB8Vowxvf+EfIJtKR9GGf7Qto0qsYpLQMuNgOiY3IboCqwju0v++hqHiY1T3MZVUsdVmoZgHVC2CoKg6VqxjTFFwQ6HiFomKxvIADExMInjyG3Q8/hqeeIj/WEjqzbRjq7AWSOp+Tr5lJRYgkQrDRDNAYvKlio+hnDKRCVesyaMHwsDFdVxzA54JWmmrCt6tApcTKQ0814cnccvYkjVgLSPpB6mNSFzouUokkVwnftnkjNm/ciIHeXp7o02fkP0mHEhBDkCH5fJpB+Ep9dyUo2xybVkA6GqdlYDXizUjbERQ2TQtmQsfxqafg2ItQyAM3ELCN/HibWWgNrIb2Da3uoVmxKrdpBVZrn0XJ1wqBaXj+EajbGBdhP9Acq7NPuXhVQ6WV2VAzH62BaY6OBGXU43S2TyBIKZqxUKyaisWwrBooaGu/CHf/6qNYt0HjAlChtk+AOE7B1+A5pPz0oZuAx/FQ4RUquPMbP8bE/iM4mT4TF5+5AWdu70Db5h4BKcVFhZ2ICmYpuOVd38Kl152Pl102ysXrDuyfRtHWsH1bZxgX0lqTXygBVaFcF7izrlgtF8r49N9/DV/9+m3wTWoLDuCRH2YVTuAicJ0wTZusBKRyleAggdUqrnnL9bj2+utRsV0uzhVdSOFuH02NjzDHhvcjVgFin8axomXba6l65V7Y+vmHxc1+lwI2PDP/4LEnagXQAsouh7vLvaXl0ELPn2wYVBgoLi3iS5/7JN5w7WtZUU5gVSjhQ5sROv+zKFa53Ydjj/zOaP5Z811loCoKUnFhqaZ0f7XJJkDsJ8Bs/ftItD9a1GNPWV6sEYrVublZVKsV/m7hMZ9gPI2hDFbFdwBZAciYNoJUAdulUjWqWG0Gq3JxIQarqxri4p3iCMQRiCMQRyCOQByBOAJxBOIIxBF4niIQg9UVAr1z50FRbd4JcOTwCfQN9qOtIwG7SumyTWnUIRzw1AAd6TQe+83D+MptP0Db4DCnlROck/CtFUSj96JgVaaHykk8++aFyMbXqDCKj0rFRVffOvz+71/Pto/FwiKqdgW9PT3sOUo+eqQS4uIrhgevAi6qo+s0sfWhG4DnK1AcoOB4mPFtzCcCTHXrUAcslAPgMHmvVjxcrKn4FUp43NNxnhXg7IoGjM3jt3ffjXvuugOHDx9CZ3s3BgcHkc1mubAJ+ZIy9oiAAwYOUU/SULFaU2wtAxlNhb54Wk8gognEkBUAi6l0fjaaRt5+ZFcg4JKYvPvExWrQVjgUCozCVgE6eRiqfO1epYTerm7sOPU0nHPGdgz19nFFeJvUyqE3p7wXfq5c9GalBPrW0Oi/C1Pl+ehnM1iV79H7VJCJYEo6nYbr2Rif3QvfL0JliK1zyj/dN6WpR48prQAYpa2gWJXQZRmVjezQSnUb7WLRZ91y2ybFan1focqTL7nvWRsvWtVQmUiPht6hAh5xTMMidOKA1CPZVFfYJBBg0kx48KAGSZhKAtUgQDp3Lh6461MYXSf2qO3LVgAiUgSbKqUqV4L3fR3TU0UM9ltY3LMbt97yT9htnoFb3nc90vP7cMoV26ElLfZ6ZRsNVj8G8Ksebn73d3DVH16Ci88fhe9ryC8Ucft/zeDq1w4jmaICSARVCZ6Ll0zrp2dNIwg92MJSAR//6y/h//zrT+FqBMEcqIED33fhqz5UXxQVov+kuJTgS4WHsmPjVdf+Pq5/+9thc0q3VKu2buOtgCmPaYIa805ijJPPtdGbN/pgCXi3UqxGt2n4nM/TOn1/JUV5DUKHB3025bn8rHmbWptmGwWy3CDYrqNSKOIfP/NxvO73rkR3d/eKitXm9i37qASr0b/luRqAaAhHVc0QljDkj0pZDE3K1Wa1Km/boIQNlasRKxfpQDI/T2CVChoGNZBah6fiPRpTowBVLphRm6n/Lp5pQywjHquyfcRgdVVDXLxTHIE4AnEE4gjEEYgjEEcgjkAcgTgCz1MEYrC6QqAlWK2UbFasnrJ5I1Td5YIckYomNQUdZ8SqAdoTKfz4W/+O/3x0JzoG1sDxqco4qX2o0rooANKs0BSpl0K5RIrVqFKVLk96rNLnLpkaEqipuDh123l42SuuhFN0cfiZfYABBqnd3V3obO9k7zuyGAhQhUJqTkVDfsnB3PwicpksDFNBIkkV2gGDUjkdBXO2i0m9jELWxFKvgR7VxUBCw6OaihMuqSHLbDUwoOrYblpIzxVwYOcu3PfLu3H4mUPsvUeKrEQiAV0V6aj1yXNTAaKIFUBriNEEK7n4dl1FJyGDgBdUAVxndZanuKL4FHR+XqKyPVV+pwJOVK1dbM8xJxSra0JxRV63usbVuSulMryKjfZsBtu2bsUZW0/DQE8nUglrmQduMzxu1aRa3d/vUqbW7k+CMul/2OyxGkIR9i4MfPYLJY/VfGERE3N7qYQSK5a5gbDXpigC1gBxZAX30Ge11T3UgW5j6v+zKVZbgaJnHdsiYLWVYjUaE/p8x4YLVzVUWumRmhKPnSQYYgp1uaD0wiqBryEQkNXnDkYq9gRULwlX0ZHruAAP3P1xDI8KVad4hSn4vJAgvEptWthQVRzeN48f//sjaB/owoZUgHvuexR+9xZceuYozGP3o//lZ2P91lMQaFRIi6tWcR+u5Iu4+abv4Ib3X4sd29r4USq2iu/+6CjOf0Enhtem+FodW4HrBEikBDCmFy9GiCpyWJpbwkc/8hnc9sP/AkwVnltB4FbgUQErXWGfYcbuXGDIrvlkwndR8Ry89NWvxltvfBePJeTZKxdQ+DxNiwuiGFT9Vfs8bGviE1roabFN01Ml+5NW51gRfrYAq/8tMNusvl1BGbsyWKXn7rJiVSE7iHIZn//U3+D3r74Cvb29PD4S8IyO9WTvslKf5wWpsGif3OZZlatq6LUdeq5SZUOZ7t9gDxDxZq0vnIjvnMbji8VBUgjPzc3BtiVYJfguFtAoFjLln9bVoun+tTj59eJ/8nuhBlp5TF7eFmKwuqohLt4pjkAcgTgCcQTiCMQRiCMQRyCOQByB5ykCMVhdIdC7dj4DXVexNF/G1NQctp66EbZbDH0Dl0+AuVSLpsBCgFs/91Ucmi+irasbFceGzj54BFtCsBpWX+c5pKxwT3YBIViVk9CGtMxwwumHXpmlsocXXfJyXHD++SgVHezdtxuJdALTk1PYseNM5LIZVq/5nrAocEld5PrQNWCpuAQHCZSrRViajpRuwEqYMBIGdM8BZY1XfQ2LrgdX91FK+xjvUFFNmVhIqij4HrIa0KdoyMJHUgU6Sh6WTkzi8O7d2L9rD44ePopSqQJDM5C0Elyshfz9WBWoEKClQlukiuPICZgVCsx8eCH0itoCSNsAxis1GCNiRKJg4WdJadAeSXhJKUuT+LCgEJ+HCZqAXrQ9ixRDuCMhmriegL11tQBwCCB4Psdz7dAQNoyOYP3oKDrb2xkckzKWr4d/Rm0ChN/ms+tYG20QJEhcGbiKVFzZLmQ70TXy5RQgjJBxKpNBti2L2flJTM3ug0pwhwp7s2Q39OyMqlIjCkJ+PisNPrV9GhcHogsNYZMOFx8EBq9Vqo8et+H8cq2C2kF9o2cDq3xMBqsXrGqoNDLDjVYAbNkhst/ZH5P+FgQrVKiLayNQpqtJqIEF29HR23sB7rvvsxjsk3fJSyyifZINAB/Dh+qoXDiqVNKx87FjOHDkBBIF8qNcxM5H96KaX8RgsoCX/N6Lcf6rXgy0Jdl2QFQ48lFcqOD97/4GPvCxN2PTpmwIbDXs2TOH4xNlXPbCPiQMHY89Po9SoOCcM9qRtOgiSDNP10ZtFVicXsSHbv4EfvTzu6BbOny/Ap9sAFxb2FzwAo/wDvV8gmaisrtHbUtTcfFll+Ht730PApWUsQqLQpcBS4FAxWe1xRABqykuWqDVAJooDyePwcsd4fWS0l94NnMcQAta4rjCv7Xm6lr3HZFb8MJJuG3t2FFiVztSw77imdW3i94Xt+ToZzU7g4Z1tlpbFL2IUuVJRQw4FQef/9Tf4rVXXY6BgUG26qB48yKPHMPkaCT9tpuU4yIlPxyxROMUvqeRBZe68pQsLML0fnquBFbJZiZamI2gqlSq0vt0RPmzBnHJc5j6uygQSDFYmJ9DlbISfC+0fyH1shirua3wfwlWo883jHuoUuX4hgtatdBKGxg+ntg+BqurGuLineIIxBGIIxBHII5AHIE4AnEE4gjEEXieIhCD1RUC/cTOQ1T/AzPTeVQrLjacMohiqcCAolUKM03lTU1FtbSEj3z8VijJDiTTKVR8FxalX4cp8FKxShNQqhjNvnnhhJ6UaTT55SlzNAUzUoTFD2z4mgXH0fHqV1yNU9ZtQNXzsO/AXuzdtxfrR9bhogvPYo+7ZDKBw0emsFQsoLunG0ePnMDouhHk2ix4HnnnAaWiDadUQTppob0tDdf14JA+T9FgBgp8L0AZHhYUDwUlwFSbBydtAGkDlqWAC0aHMNJSVSQcD5lCCf7UFA7s3oNdj+/G4X1HORW2ra0dmVxOFAuChqpClcVpAh76FNKkmr1QI/aSTSq4lunjjI88tkuQLCKqhpKPuHHfkKBJGBP1AlUD6IpK4kSh+GUwLdKiTUVHVy6HrRs34vStp6Gvr5u9BxVXVMFm5dYKvqIS1EjlZxTcRJ+3fP7Rpik+r4PV+j2Biy1RDF2XlKkmMm1tsDImJqePYWHxSE2p1tzURTyEkrHx1doLoC40rLdR2i+6END6HMs7mURfzedtDJ28DgmTIj/DPrV9w3mrGirNzJrafiu1qdr7fOOh1yRTR1okUOHaFnraz8Tt930R67rIh9VFKSArCuKiJjmy8lqBF2gwffBCg2KpUHWy4FDgVVU4dgmP3/8kPvzBz2B6agKvPLUX7/3jt2PtledBz2ZR9hQk1L2tEAAAIABJREFUFGB+vIwPfOAb+Nt/eCP6htqhBQo8BSgsuvjXHy3hokssjA4kcetXTmBgbQLXvaINmYQBRaBdBIrGkG9hcgnve99f4vY774NuqNAUStl24LhkB0BAuO6tyopDUl0GAWy7jFxnB7bt2IF3vvePoZmJUIne2Fa430nlZUCesqESXCWIK2BZAEu0OV4QIfoqLUKY0sIntSX1Z4cKcZFFRxJKUAqfl1BGyjEzWgBvJfWqeL9uC/BsKtcaHo+kqMuxexloZQQcKRAW7QsMtEnVazOU9KsBPvepj+PKKy7B0NCw8FgNvxMY4vPvje283seb1OXhBxKiSiVrVGFKi2r8N8FTGp+kApWVq6It1xSs7OtNz6D+3UZK6/rCHqlV64tGi/MLoceqsFghlTyrl9lnVcBVl4GpKAAYHV9o0Sw6ZtR/F0DdJ+/wcJFNVcnnGPjgO9+5qj4e7xRHII5AHIE4AnEE4gjEEYgjEEcgjkAcgecjAjFYXSHKu3cd5sn4+Mk5pJIZ9A+2oVQuPgtYBSvGTh4bw0f/4YvoGdnAk1HHD2BFvCEboBqrjcQFEFBkL9UmH0lRbymaPkngU4Nh5XDta16P9kwbHIJ+uo3AdZGwsrAMSm13oRsGjoyN46m9+/HCF76AU8H37h1jJVk6p8K0MujubEcyQZhTnJ95L892fbhsoijsCRTXh6Xr8Cs+xnUHJxMOllIqnDYLJF/t0QHHA8oqYCsBLN/FSKBgratg7vAU/uvue/DAffdhauwEkqkk2no6kct0s/cnAR/XrYTFdjyipKwSpRd5xUpIKgpHLX9gPKEnRZWoU16buMv96oCiSSYZyTtlP8wwxV5ldSfFQeWiVcR2NF2ACl3R4FZtFBcXYekGtm/fjvPOPgvrBwZ5f9upwHUdVhRymi+lkYeV0glwEERhMBS5Vn7+EZAu/47eqWwDZCkhPxcCMqFHJK9Mz3NgGEmkcznA9DB28jAce6rBO3F59EQKfLPqtFW3oFRlARsbrQBax5evsrVadZmPa/14dZeDRngrHupyn9Uz15+7qnFyZbAaylbDe6zDVXHf9Ix9UlyS8tlLoj2zBf/4nY8i68+jYpeh5HoxMDSEzrY02lJAh6mJonGcJg1MjE+jq7MbqSR5X4o2UsxX8flPfQ9f+Pw30GbnccX69XjrR2/E6a95EZDQ4QXA4lgRH/jwt/DXn7wOQ8Pt3M4JrPqOhx/fs4gnd07jums24hv//DQue+kgLr2wHcRILY2U3AS5NGiqgvGxKbzzHX+Oux54GKalQVNICSrVqQTChD8xexRzuxU/HbeEdRtOwcDoKP7wxhuRzLSJwnihAlxCx9CoQzwThpP02BQo5PXsuDA1HSVSM4bqburntIjDcSZARypIGgN9D6rnAqoBx9eQJguU8Jjil9AjmH1U6z6dYpNWmmthydD8aljceBZLggaoKo8v5LTispqtAthflRY8BFgNHAWf++Tf4RUvvxDDw6N1sBr2hdWAVTovW63IrIdwDOHFu3ABkMfMaFEqgqy0oBfuG/VV5dGTj1EPBHuxhn/z+MiK1Xk4jl1L9SewKhyGFXihcpUWmaSCVcRc9OfmJyPjKjyqxcIitzsqKki2La6LD91006r6eLxTHIE4AnEE4gjEEYgjEEcgjkAcgTgCcQSejwjEYHWFKBNYJchw8vgM+vuHkMoosG2Cf/XiMM27WrqGRx56FLd+43tYd+ppcJ0qfEWHGU78pcKotl+YxSknlxKsMiyjCS5B1RC6ydRXuiY7UNHeMYBrX3stkmYa8/lFTM4cRV9PNxTfQldXJ6ssVUODyxNUFWPHplCuFFAqu6hWFKxd14/9B/djdM0Qhtf0w9BUlCpVkEooqanQA8Cm9HJiHOTzGPpPUoo82ca6rs9K2VnTw1xCwWJOh5nRoFkKF8GhK7dVFUbgo1sB+gj+zVVxYPcuPPbAw3j6qX1QSw4r/1KpJAzLYi2TR4V2Qr9ZCbVY3ctpqiyPbQh7bWK+SrBaO0cUblLqdlgRmx0ECERIywKCvaykUlAuFlGtVJFKJLBp3Xqcse00rB8ZRto0KPGan53niWcp7A+ExyvdgSiLFAG9UlEW3l2zilKCVakyEzBJwAf6T1DV9xxYiTSy7e2o+iUcPb4fgb8YUabVz7fs+HxFrZWqHHs6R8RDNLp/87HkA3pWYFsjqKFKL+ppKmNQA75SycdXEsJ1AYFOX3vWqsZJMzPYsF/re2iCuyHYVRWT61l5joV1a87Hg499BQcPHUKFFlFSaYyu6ceJ+RJVi8PmrixMJUDR97CwUMDJA+Po6OzGwEg3TNODofrQfAuz44v4sz/9JH750x/gpVtOwxVXvgQ7LnshfnPnI3D7BtDhGfj67Y/gm7d9EB1ZAaxdxWNP1Nl5H//yoyk8OdYF3ysiUEp45Sv68OIzNLSnaXmAVIBUuMzHiUOTeNvbbsa9j+9CIkkp+Q4r1xkN+j4cGrNqYJUS9UXfs+0izj7vPCRyWbzlD/+IbU7Iw3mZR2rogiw6LI1hCtt++BqQsixsGR1Fe9YUTY39NsVYIbLCCQDTfYliforvY26pjL0HjocLLWHfjwBSsf/y9P3wyppgqgSwK7Tz0GJANoxmQMuxCKEqnzEKcNlLNzo20WhGkNABVRdUXBWf/eTf4fLLzsW6dRtE8arwyiUYXUmxKuw/6s11Wd8TXxINnqg1L+8obG0qUNUIVcn+IrQDkOcKLQpCDis8e4MAi4sLXOSPXtxmCIDTNwRbkqhcvIqoPtuw8FYS2Ar4Wu/D9YUykbQhFvdKxRIXieSxDsDN7373qvp4vFMcgTgCcQTiCMQRiCMQRyCOQByBOAJxBJ6PCMRgdYUo7951iFU5kxPzWDu6AV5QCIvACMVg84vmnIaq4D9+8gv89O5HMbRxHexqCQFMBiuySEm0ortIv6xzgZpqkfxWI357Qs0VKsAU8j8FRtdtwSsvfyUs1cKhY0dw4PATDE7OPesiDA72oFTxoJk6e2sSfBg7usi+oqmMhdmZPKePWwkDnlvF2tF+9sXbv/8wg7m2jgwDz672NFsbBi556Xlc2ImUsKCiVFBhuAECN2BF3TSlJes+llI+ChkFblqHlqA0VCHqoqglggCd9LPkYGliChO79+HJJ/bgyMEjWFpYhKaZSKQzyGREqrVUPNVTzRvZX1TJKxWrzcVPGhRpDXJXYQXQDFaZB5FMOISJpBAlNbFnO2Lir2nQTDP0oyRw6rHtAoGGhG5gTW8vTtuwAZvWrkNfVyc002C1IlVZJ7Da/PxlO5LXwfA9VClH21j0cxkboYxVoBNAdyuchptIZtHW0YFCdQGHx/ZCRbEGVpsLpy2DiQwOl6tX5XYSrFLKcKtra74XYTMg3l12LoLTtedBSrjm7eqpx8ICof45/S12VXDayJmrGieN9EDDNa0Eh+vq3BBcMQRUuS84VR2b1r8Qjz72FaiqA5vaiW9AVwKcXMhDT1toNy0QbprJ25ifXcLCxAxGhgdg6i57+Ha0tcOxHTi+jrvvvh/7HjmIx351B86+8Axcc/El+Ldv/Rte9eYb8ORDT+JL9+3Dz+7+BNpox5CDK6T2dgI8ebSMgzNZTC6WMTdXgaukcOkpSzjvzD6kTBGiwHdw9MBJvPnNf4Kd+w7CsGiUcVg1LphZwGOe5wnVKvcdUlvS+3YRL3nFy1Hxfbzxhj9AV18/qyKFKryuEufzhMei9kKmHwTsqoGDXMrCuVtPwWAuWQey5D9KXs7Udk1yo2aHWh4UCR5PL1bw24f3oBRQ4bXQd5NTz4UbazgwivuLgE2+IkE/62rSlkrWiJWF5LYtfFbrbhmNylcx3tA5GuGuwkCa1M2kWPWg+jqD1RddsgMbN26qgVXaWyrBnw2sSm/lVuMFn7lJtRpdxIsqVhveD0Gr7J+1759aXxMre6IIWt1DeGlpEY5D46EockaAXbcSMCzyBdYYrNICoHgm8kGEilVhj1tTu8qiV/TsqDXmclnk80soFQq8P+0VK1ZXNcTFO8URiCMQRyCOQByBOAJxBOIIxBGII/A8RSAGqysEes8TR1AuFzA3W8S6tRtRseehsnKxdRo0C/BcF//8ze9i/2QRic4sfKcCBBYMlfwvXYZyUYDDqsUQLhFMqE16Q24iL61B2agqWCrbOPucC3HJ+S+Coeg4PnEC99x7BxTfw9vedgP7p5LIc6FQxf79RzC6bgD5pTIy6TYuUEUqqsDXUCpWYVeLDDK7e9owMZHHwcMnYBkGhgZ62HOVVJnZdBqppMnWBr7nwgt9YXVKdSdVJqkZVYerXweuhrIHzBo+prI+SlTlKq3DMhUYSgDdD0CaXyq01KVoUAsllKcXcGDnHux65FEcfPpplMiPNZdDd3e3qJ7N29NEXUz0a4peWfWcgItKxXIox7gOS5+rFYBQlEbUnIJsCmsGAgqui77uHobD07MzKFYr0CwLumaINPsQjlDaqlutQvF89HR1Y2TNGpy343T+PZ1Kwa7acGxbIHOyBAhhTBRoPBtYlW2H2ppQF1LqvwGqCUYemKRKTKVyyHW0Yy4/iYOHnoBpuHyN1PaiCjWR7tuYWi/4TKNyNdpe61YAjfB1mfq1Fsu6FUArsFq3CogqaWX/ioLVmoQu9IKUSlIVW9dsW9VQSWBVAqUorHpW5SoDYlLkgf1JnYqOtSMX4IEH/jc6c6RGpuZnID9n4/CJIwwUnz7wNE7ZugnZdDuOHjqBpJnD8bHjmJo+gnUDa5HQFYzPTaJn9DSs2zaMxWN5vOetf4TzzzgVH77+DRg/8Ax0xcSB6SV8/rcHcNvPPoa+hAI3xIqUpq15AarVAONLVaBNxYH7K5hZKOPsCzvQ224hZwbQuXhegAO7j+ANb/4T7D18MPRYdaGwwlyAQWpTUrHKSnFFKFYJrL7ujW/AiZkZXPvGN2FgeCQsiCXaUSsrALIq0D0VvkrqdQ8ZS8MFW07BYBsV3wIXOHIAzMwvoOw4GOzuQrpWjMnjQnMzeQd3P7ibwWr9HKRmrUNV7kk1gCeepthWwk4BQ+X+0RG82QpgmUpVKlQjitEGlSxfB3u5NCpWyYeB09rpDl3ogclg9aILT8emTVsawCrZg4hrlsrsZkVt/V5a9bWap22TapW3bfGeHG+iP2VfEOJXHtFq/UMuYEmLgKWlJbjkfxsK+blQVaDCV1Q4XsCQ3As8RrE8BtfWw2hMlUW1pMcrjUth+/F9dLS3Y25+hr8D6H1qt7FidVVDXLxTHIE4AnEE4gjEEYgjEEcgjkAcgTgCz1MEYrC6QqCf2nMMS0vzWFq0sW7tBpSrc1xFPnQgXbYXTTKrhTy+8pVvo6h3wNbJCdVF4CcYrBKwkGCV1TkE5FilE4IAmn4SyJN+eBFAKFWYPBHWNBSqLl582ctx+pbt8KoOjKSBik2FtXxkkxlO2bYSOsYnS/j5L+7BZZedjbYOC0/vnYCmJ2ElFRiGBsvIoS1noVIpI53J4MjR4zhyfBanbhmBlUjgzt/ci/Ub1uK0TRuRNVWWyvqqCo8gJl0757QHcDUFhqtCJeCk+dA1FXACkJnirOLhcMLGYgYodZlQMjpSqooUgIUgQNJ10OMBa0wTSbuKI/sP4K6f34PHHn0czzzzDHK5HNatW4dsNstw1fWEcrQGAkL/WaKe7IcaiRttI20E5Pa1B8fsIuK5GMadAUcIk3RNY4+/NiuJV7/8lVg/Oox9Bw/ikV2P48jYGCqOg0wiDcs0RQEurr6ts+dtoVREuVJBjwqcse10nHPWWVi3ZgSWYaJcLsOm+wj5yXMFq3S9UvFKsaB7SyQsTjWuVsvQdRPpdAey7W0Ynz2Kpw8+hqQJbnfkVSvBPatc9SjAbFwsiMKb6O+kRhOvZgVp69RqxqqsLo2C0xAiMV5vVLIKZWrztnXAWt+ejiyOu2XNqasaKluBVb6zuslr5LgCnrP1AoN0g2Pu2jo2jFyMe+74EhJtJi8wqEUXc0eP4vDcEu79ze24875f4y8+8TkYJQWPPLwLN7z9dXhq31E8dnge3WYKB3ffjqPHJvCiK69C25pObN+wFVdd8jJs2b4Vt/7Fn2Psl3dBdXVMVYBP3L8f//LTj6Az8OBR2/RJJS+sOvQS8Nudc5hecrD/iI8lv4JzNyewaW0Sp67vhBLQwg7w1OOH8LrX34hnTowzWDU0WtIRixYUT+5jXIhNKA6jYPXtN74LTx48iN+77vUYWb9B9EP2EF5Bsaqr0CljXNNg6z6Smo/zN23EmrYMFJ3SwlUGq8enp9nPeaSvj8pasSWIQHsBZksBfvPo06hUQgVkqFINReXsydrKCkAqWeugtA5WuUBe5FUbTyJFAuXHNZj7HMAqjx3y2M1gFSY++4m/wwXnb8OWLVtXDVaXjWPijZpitbkN89gS8VjlolQhyF0GVsOCcOLe6zYjoqBZ/ZUnsBoudLGumMYFKjimm9DNBHTTkktGYcG9sCnRApxL34nkN+zxf1byewRhyWJFRXtbDtPTUyiXCmJBSFFixeqqRrh4pzgCcQTiCMQRiCMQRyCOQByBOAJxBJ6vCMRgdYVIP/XEUczOLPCktLM7B49S4InesfxGgMUoECMx69TRk/jit76PxMAA3KUiHMUHuW1CIw9Mn705pUKV58Oy+BAzVQFVRYprk/9m5BoVU4VbsXDVq6/G8JpBWKaKu+66C1u2DkPX29Df3wu7Kqpp64YD2/Exsehi4sQs1oy2sfp0754xDA51YWp8CX0DaaxZ04NSMcDU1BQ6OzuwsOTi+MlplEpLGBrsxdBAF5+Hi8vIdFnPh0ZwjhRJVLBEURlTlqsuyhUHmaSFdEqD5qpQHBdFz8WipmHG8rGYU2HnNOimgkAnT1bWvSITAG2KigE3QGlqhlWsjz/wMPbt24d8qYRkMoVsrg16MoG0p6KkeDA9HwUTMFy3NolnACaTVxt8E0X6f/OrDhjEZ1Rkip42PXsqCNaXzuDNV1+NtZ09cDUNxWIBY8cOYdehg3jy5DgK+TJ0lWwCwkrc7BEpwN9iuQinWkUulcLGkWGcvmUL1o+OIpdIsW+tS2nXFNcwa16qzCiu4rpCgM0puaLyPBX7EnBU5/fIX9Vxq7CSWaTSOaSySYxPH8DhsafgsC2kx+pby9AZepMSzOSq4eIeWdUWFsFRyQ6gZglQByKMWmrFqzhK/CGr2cKACoDaCoTWK47XIGsN4kQhbQtgG8JcyWYlqJXH2dS/eVVjZTNYbaVUbXxPqtXrXpbi/lV0Z/sYXtPCCKmmq1UbVbsK26lCN3R0dXYyQCLLiHQ6zbYRfgjJFxcX+frJc5O2GR3oxfj4JLef7s5eeGTD4frIV01sv/BS/Nt3PwSfHpknKrXrigIr8FF1gekJBTsfP4pHdj2DbM8I+oeSaE8HePGL1sAgHKx52PnbfXjdG2/E2Pw0dIPGMQ9K6NUrCnNR8TUB7aOqT1Ks/vHHPozH73sEr3rN1RjZvBkaWQGIQSzcVqZ7ixZB4wF5TOuk5FXp/AZesGUYw51JqAEZJABlP8BCvoDutgx0zmcn3BrADVTeb7Hk49ePHUQ+9PSUfJP7eASE1oFmEHZxofJkC5ZaC6nD1Zp6tWk4aFas0q7CEkEcr/FzoZBv3EacLPBdBseq6iHwbFhaCp//zN/j9NPX4sxtZ8I0Q38G2jYEnc+tITcW4Gq1aMHvcaG/ugK29l3Ffb6xX8vtGjIjot85TLHrgSos5Wvtg96teC4XQgycAMefeRqevYBKlexjqEsYApzSd6DvwSVfXVKy0ndGeEz6PJnOYetp2zE42I+Z6WmQ3QCNb/T6s/e857mFJt4qjkAcgTgCcQTiCMQRiCMQRyCOQByBOAL/P0QgBqsrBJ3A6sTEDDLZDNKZBDwq8lIrXFVXTMp0c0NVceDJ/fjnH/4nUn2DcIsluPBgagYXb6GXKHoUmdSGgJYmtFKpKoGt3FIeX05+A4OqjOdwzWuvQUdHO0OXxx57AI5Twfq1G3Datg1YXBLqWDomqVNnFh1MT+WRzgSolhVWqPb25nDk8DS2njYCXddw8sQcCoU8BgcHUXVsGKbB3nkzU5NsC0D2AATnhK+emBITUyC/T5qouzap+RQ4foBioYpisQTirgSSDFNDyjKJy6Ia+CjBQYWqS6d8VFIaKhkVgaWxik0lu4DAh6EoSPlAeqmK0vFxPLP7SRzY9zQOP3MICwsLyGgmzM4sMskkvIQOteKywo0hBZ3IFQW36t6IjDvYb7EGR5aBB+kpqCLg+1LhlMvYODCI6668EtlEAqriQ1MMaIqFgl3AyflJHD0+joNjxzE+NYliqcQerJqhhwRD5Mu6lSpDWgLO/T292Lh2FBvXrkV/Xz9Xa3cdlwxba6Cy9rxDmEmxp4B7ns2Qh6EqV+kmn0sCFg5MK8VgNZmxGKyOTx3ktudUbfbQ5UR/gnG6zpBVU4RFgEwXJugv/tWhaRTccK2iWvutq0ujACcstybaucgr5j0EEI2oV0OwGlWpSi/V+vHEORj+hhC3vpgh+syGng2rGjaNdH/tmPLYYc9c4XiiwJK0L2i4F5eUvFJ+LO65fg/Ch1e+6HdRyT3gCujiIkJuxU3Fhabr3PdIKEjbaKoB103hyqvfgO98+/0M/TUf8FQfRkBPi4wBVMxPKbjvnn14Yt9x2Fo3/vQDO6D5LpIkAw10aFqAu/7zcdzw1j/FVGkCKnm1Mv6sK+cJrMrrFSnvIVgMbNz8ib/EvXfcg5e87BXYvGMHiXZrYFVs16hcpvHBUzX2mCWlO6WBE1gd7cqB3AcIthZsG4ulPHra2xmsEtgnsCqBbdEB7nhkP/K2UDXy+BhJ+2f7jyZ/VVath8rWKHCVBd8aHnDEdiWqbo9uI9LZ63YJURXsSmBVFG+i9u4KsKqn8I+f/TRO3TqM7Wds/78GVqNtt2EhoAVY5W0jovDGftu45tRwLCoMKC1YAqBQKIhMAHq+gcfewolkDktzS9j96AOo5KfhOD40w+JCbaRg1XRDwF4jkpWhCmsAiqdppTE0tAG9PV2Yn59nsErXQOPTh2+6aVV9PN4pjkAcgTgCcQTiCMQRiCMQRyCOQByBOALPRwRisLpClJ/cdRTHx06ib2CAlV00gVRVoaCJFhKhSSFNMg1NwwO/eRC/uO8xqOkcPKfKykcq8+SGRYso1ZEmoxKeChYjinZECwtFFatRhRRtU/Qc9HatxWuueg0y6SSqZRcPPHgPnEoFl1xyATq7ulF1XK7UvPepMQwN98LzFfZTHV3fgdnpKtrbE5yOrmsm8sUZZDLteGLXAXR1dUE3TMxMz2BkZAClUhndnW1oy6YRSDjEle1J2UbKTg35UhX5QhHZZBLz8wvo7e/ldPhysQpTA0pVB8VSGRZZrRo60ukkVFJ2ahqqrgMHPpZ0H3MpoJjR4Sd0uEkVlkp+rIDLCjYfWcdHplhF+fg4Duzeiyceegi79+2F63lo6+nG2r5BTsGv+iK1VJNxFSEOi+yEyisC2pJlNcBVAVZ18kbUhR9upVDAeaduw1WXvQRJ6DAShH0IQigo2lUBvgIVM9UiTkxOYP+hgzhw9CjmC3mougbDSAjIHVYp8x1Ks/ZBRYc6cllsXL8Bp285FWuHh2EpKqrVqvCKlbBIluQmMK+o7E1LMIyKJ1F7VBW6U8I+HnTdQiqd5WucnDmAxcI4qxFtUkvapF4mFZlQ3ZEVAAF1QzcY+FPbFH6x0pdRwNAGwNRURKoGUSMxZHgjrQIawKq0BQghKWFv3q8OTQX4lZ+HvSD03KRt5WcqVUQLlbHrutauapw00n2833LFn1DdylctTZzNfQUkl8pc6gcCIIdgNYRP0gdYVIWn7QkqqjWVHz27usqz0TPYpQrydFyV9KACnJMq2S4beNP178TXvvJHcOj5BQoc1YUJncEWRa0wX8HPf7wT+45M4alnCnjfTa/Ahee3Q1VsIDB4Yej2H96JG956M/LeYuitSv2ZOwivRwDVmn2GuHZhp2HoAT5266fwyx//HOdfdAl2XHQRfNsHyPZD+oyG9ytjx4pVVYdGxyaltKLhnM1DWNvdzjYi9PlcuUxnRC6Zglv1kKE2SdSVq955KHsq7nh0P+bLpDwV11kXnYcKUvYNiChHRecJ3wsVnrX0/+WKdbZu5s09Xpypq6pDTSV/LuJUswbg49UVq2KYiahJQ7DKLrK+g4SRxhc+/xmcsqEfZ+84uwGsNirBWzfnBpgb2aSVYpU/bkr3l21ddFUxzom+HjlYJDStwKpMVyjkBVhlD1UFsAMflpVBpVDBgSd3wS7N8nhjWSnkOrqh6gmousGxpUJpvIATWrjIn7qZQt/ACPr6ejAzM418ngosUptRcEusWF3VGBfvFEcgjkAcgTgCcQTiCMQRiCMQRyCOwPMTgRisrhDnPTsP49ixkxgZGQFUUkOSaoc0kApPwKNejDTJJDj1Hz/5OXYdPA5XT3AFbvY/BKVA+kJhKIgLT85ZKRhWkyblYGO1eFEZXvCBMD2dFUgqJhbyOPfsi3H55S8R6eeqjtnZadjlMoZHBuC5Cheoml9axD13PY7h0UEsLZbgeA7O3L4FJ45PY2i4E5WKg+HBLkxOTyKb7cSJsUVU7CqshIWpiTlYuoXh4QF4ThmD/e3w6X50FY4rQBEn2CoKTk7O4OT4JLaftgkz82UsLC3xvZJSNWEYaEsnoHgKKtUKSpUlJFIJJJJJnmQbzE80Vk4GboClwMG85mI2pSGf1RC06UhpCqhIVpGUXyrQCQ39UGEsVjCxcx/uvee3eOTRx3Fk4jgGBgYwONAP0zTgEvQMhEJWKIaFZ6AEDFK9VldACjUXbULPkvYhBa5dKOHlF12Ey8+7AKZn4a4D09g3Po+LTx3C5sEkqpUCDE/EHLqGiudjfGYKT+7fh70H9mN2Mc+FscxEgmEyHVOYPfiBfr+6AAAgAElEQVSwyyXY5QrbAqwbHcFZp5+JzZtOYbWuLE5FwEd4ItbbAVXcJjWhphnsq8pwXlWgagbHPYCNidn9sL15aIEoDEMFZSqOiypVoHdc2G5V2AloGqdom4bBiwPRIlcyVnWfSQkd6+nw9JkEnfXYhsCSzh2pVi4+D5WrEbAqQWUUnlLF+WhKM+0nziOOzceBgtHO4VWNlCuD1cZ+FwWrBNPFKwqDibdK71kBtGqp1dSOQhWy7MvUz1m1GoLhqKUIp98rwhOXuaBHij1Simuoli2888b34x8//SZ4tNjgK/AUDxpVYedr8uDbCqaPBii4Pn525x4oahp/+PZNXNyK1ON0zh//6w/x9hs/gpJSYZ9YXiYIgaFQg9Y9jCVYJWuAbNbCX3/hM/jZ93+C07efhQsvvxxO2YHK6loJFJdbAQSqAZWgJC0EQMVZmwisphkae4GGyXwFBY9U1AbKSyWM9CSRpVUYbu+0UKLi148fxnSeMgZCNWvEBqC2RMIrJRG4yrcl/w4Vw/Lv8Ck26muFZUazFQDHgB/ecsUqK3pr9/7sYDVpZvClWz+L0ZEunHvOuS3BaisbguWNu9EKIPp5w/gWsReIjnFiUbDxqHWI2vrYPC5GFqeKxWJNsUrBcRQgkcjBLlVx8KknUC3O8Al0I4FMthOqbkHlInsa/NrCRH1BgRd6jAR6+9egu7sLMzNTKBWLDFbp9eH3vndVfTzeKY5AHIE4AnEE4gjEEYgjEEcgjkAcgTgCz0cEYrC6QpQfeWAfZmcXsGbNGgQKFRqi1EcBxqhQUc0PVRZP8gJ8+9vfw7HZIgI9AdJimjTp1jRWVXLxoHDyLye6DNkIkDWBVVYOhspCurzoxHhyrohXvOzVOO/cs+AHLtTAQCJB2/hw7YCFW7qps7ouXyghlUpgfHoWC4uLGBkdxeT4EvoH02wD0N+dw8BQG2zbxdycjarjIdeewsmxOaStDHzfhmUCPd05aFSZinOTTVZcimRbUutSRXIbswtlOI6H+cUlpDNphrCB52Lj2kEYSoBiyWXFGtkCsDWr54RAiAgIAThCacI7shT4KPouFkwP+ZyOcsaAllDZH9RVfOjwQEXYNyom5m0PY/N5LDy6C48/9DAO7d8P33OhpwzoSROGZtVSrhvBSd03sAb0qLBLBKxyCnDFxnVXXIFztmzFfN7H9x45iR8/MoUNHVnc8OI+7NhgwbFdqK4oLMYWApqKimMjX8hj35HDOHqcbAKmUbRtAaLYj5Osd4Wi0XdseLbLhaiGBgZw+qbNGBwYQGdbDkaoiiSISH6sougU2TGQslGoVilVnhgEQdZMJoNKNY/p+QOAmkfgCVpM2xMHIqhHauZCpcq/+/wsBcwzDAOmSipWShsXYDP6v45dBNiUrzqYEan+jWq3+rYNEJtcP3nbRlhKbaTBRzVcUCCoWlOzckzEuYbbB1c1TpoZYQXQfA/RwkaNoCtUrNb3qKlmfbFkwi8p+osWJhNvinYuFK9CiUcgVUDUumczwW3XEarVgK1HVF58sCsm/uQDf45P/NU1UFSh2vQUn1PnFRptXA3lYoD/+MEDePCxJzGX19G7vgMf+uBrsfO+w8imszjvgj5895s/wdvf9SE4loOAe6DH9hts78EwkspJ1RXeBOypAvzAQBc+dus/4Eff+T7WbtyMl7zqSnhVTyhWa4tAjUpf6tOkWFVpHAzB6o5TBrC+t42vm+I2sVTBsfkKyrbwVN00nEGHpbJ9AFkc2IGGe3aPYXyhEoJVurpGb9Na/Jh/hhfDdq1C4SruR4BR8UzDhYom8WorsMrjLytlo/vLBS8fARmJ1hpRxIM1VKwGZCETOEhZWXz5C7dicDCLC869gPuahOpSsUpjfquX9F8Wn7WGn7UsCKnCfhawGvVLld8vz3Zs8VTr91YsFBkos9qUijZ6HhKpNjgVB4ef3gO3ssBt27KSyGY7YJoJOFzsCvBJrR2q98WTCL8DjST6B9ehs7MdszMzqJRL4nmraly8qmWriN+MIxBHII5AHIE4AnEE4gjEEYgjEEfg/5UIxGB1hSfx27t2wrY9VkH6oGIzpGYSKd1UPIiACKdDhvIfp2Lj6//721iwVUrKhqt7SBDIUlBTrEZT/HlCGyoRCZJIkCUnus1gVV7m7EIFb3z99TjllLUMPCj9myp+K5oL+ORlR/BM+DcahvBDnc1TGriDhcUiqhVgeG07jh9bwHBfG3p6U5iYXMLYsRms37wWxdIiw0hSbS7MzaKnuwOZlMVqLt8lkCKKrpBKjf1Vw2zSo+N5TvH3Ah+Vqg1d4ykz+rqzbAlwfHwBnq/BShhoz1lIhMWwQkQGH1TsJSyGxB6JVOAEKAcB8hpQNFVUEgoKOQV+WkMiCDAcaNivODgUONikAMmiA//ENKb2HsSBPXtw6NBBLBZKMEyLlZykZJUFbQSIqBcgY8gXKlYZk9HzJSDu+viDa67BpoEhzBZ9OJUifrWvin+9fwov3pbDe17WDz1w4BB3DuGDSOUW6k5SFS4VSzgxNYXDJ07g6MlxzOfzbA9BBWzIT1NAC8D2HPZZTasaejq7sG54GJvWrcdATw9MTefK6SLduA5XqDgMA0dFFEDKZLMoFGcxM38QmlGG5wm3Xiqmw22Lf6cUawWO46Bq2wxsSVVNajJD1ZAge4AQrnJl7hCyEiiLQtQolGmGq+JkdYVws3+qqpg1KwCpWOUCbhGwygsM/F9AVeEpKy0FxLUM5RoB6XMdWK3sQOtNIzAuugFDR2lxIL0+ZbEuqa6VhbzYk1O0ZYopvSQUlipQ2VaERYSMEx1Y3h+p+4S/LMHzatnAn33kb/GxP7tCqK8DBWQboJLHLnwsVIDHHi3grl/twve+ezvGZ5bwltdtx6c/8zY8eu9BeF4aF1+2Bl//4m14///4CDyTroDUqeRdKqCZAKukhq5DNAlWN2wYwUc//yl895vfQc/AEF55zTWAK1ojp5S38FilXkxglWwvwAtLCrZv7MeGPtKdE1hVMFtxMF72UHHF6JjVffSmNLQlNGi+B0/R8Js9J3FivijiKM4kQGekeJU4P70RUa6SLp7GktDSoO4ZWwfA0Vp20kc1ev88LtDBuRhV3aJDAFoBeGsAPmIVQMA6CGjhxOaYphM5Bqv9fWlceP6F/9fAahT+yz7I70WU09F+Ggaooe3/TsVqSM6lerdUKNbvmXyoyRObFuIcH0f3P4VyYZoXA+gRLS7keaGAQKwolCa8cmVxNPrJiujuQbzgxa/E4OAAZibJq7pQU8/f/O53P9duHW8XRyCOQByBOAJxBOIIxBGIIxBHII5AHIHnPQIxWF0h5L/42YPIZNLo7G7nqutiQiom5OSdySm+9C8ATF3H8eMT+OZ3fgyXABjBVFaTCRBAQIH8LOWrBiLCNFxSLhLIlEIqVgLVlFYC0FCBI7taRVVtw9ve/Gb003VRdXgCc+QpSl6cDL7qN0R+diSCYjijqbCrNsNiqmqfzxdZE9bb18MekZNTS+jo7ETVrmBqcp5B3EBvB/p6ckSGa16RpHJTFA9+QLYAGo4dm0RbWw7lqgdFNWAmXaQsC9WKj4q9xJYC7R1ZnDw5jxMnxjE0PMSAijz4hvosJJNJhhNcc4qL1lBMfXgegQxRiZ1S3CmVnVKgl+CgTMA4oUNvS+CE6WLCpEJVKiqkcAp8DPg6hgol2ONzOPH4Ljzx8EPYeWAvqMZQT7YTuWQbfFPlgk+KS6I7DZqhcjEgx/NhkodDqNTrTqTwB9dch85MGrbrsbp0etHBZD5AV9bCmi6di+4Uyz50y0MyZaJaFeCLvBUJcFMaLFkxsFK0XMKRo0ex5/BBjC/Mcnq+aSWE7ywBdvJMJXU0PTjX51iuHRnGli1bsHnNGpi6Ac91+T89U3q2PgFi6EgmUshmTCwUxrCweJT9DEVBoaiSTlTjZujlU5x9VpPZjs3tg+6fbBDougnUWqYJXSMFK5cU4p8CEoo2yuCJVZOCsMu2zbCGVJfcqMO2yenvjHnY75Pgc60IFD1nsjNQSckqASv9LYp0CZ9aqaKlz4WlQF+2e1WDppkbEosCdVGjuDay0pSgMWR44gRkDUE8rzmBnLqdSN0XAEv+DKufh3FqgFssXG1Uvcs+X4sPjRwhZCbYartZ/OVf/xU+9P4roDFUVOBRoSuNvFFVnFzw8YvfTGGhoKG4NAt7qYwzNwZ49VXnYP9T40gYOWzcksWn//7r+Iu/+iQCy2UVM1946BPNak+6Lo0WNUJPUwqJ52D7uWfiQ3/5F/jut2+DZaZw3R/cgHLFFu016kkbPmuOGB1XIY9VD76i8f/T1/dj60AXNIWXqlAKApyYy6NgB+ihMa1Shev46Mql0U4VunwFD+ydxL4lBzmlDE3TUQ0MGFxELuBro7bAfs2k9KXCYGQzQD7G5N1qqTwmLBXJ85oK8nlQpYqb700U3eMFl0i6v2xUEiaSMpXHU88NfWdpcFcBr9rQ/njc5kZFCxUCJsL3kE2l8PWvfJkXqS695HwYllBsC5OC+gJE7WAhnJdtTy6+SLWpOE/Y4JobH9sXyIbY6KUq1acrdRqGx01NXJWLDaHiulQq1T1WqXAhFZ9KkK+4j/EjB7EwexyqZsGtlPDQ/ffCcyizIoBG3tA8xss2IyCr6wQY3LAVr7rhnejr7cfU1AQKxUWGz5QlcstN71pVH493iiMQRyCOQByBOAJxBOIIxBGIIxBHII7A8xGBGKyuEOWf/uhe9Pf3IJNJMsCMplpKsEpqs8D10ZbN4uGHd+J7P/k11KQFhyb8Chis0uSZCs1E06Nr6rXQ95O85AisSpga3VbOmelc5VIJ6Z61uOG665BLmXAJjOgqV9gOWZeYpjOwqhdhkdWu6bxsSSAEmZidL7G3XbFYxvTsIqxEmj1b5+YWGbAM9HWgrytT81DkSs8MgMmzU0Ggeti374iAs6qOUklAhnLBhmXp6O42kWS1q4HJyRlW0pJ69MjRY+jp6cX6NTlWbUarpst7J+BBnnzEOubm5pHO5mDpOnRFQwUuKp6Dqu5jMamgnNFRTBjIG0DBd2AGClKmhqriIReoGHQ1FPYdxH13/BcefuBBFMpFZHI5ZLJpGIbFKcjEQijGBLkpdp6qwLNtrO/rx5tefTWSrHb1cfCZI5hdLGJgaAQWx76CXDaHgycW4DgB2rIZdOQs5NI6PK8qACjDHpHWSgpiqpBtBy4OHz+GnfuexMmpaZRdVxQs0nROrxVg04RnV1EtlWFoOtaNDOG0LVuxbngEGSvBimVOJafUcMVEMpFGKhlgMX8MhdIE34dgInXvyejvDL9C9Ripxug/FT6r2C6rWRnoaxo/I7oWsmKoKUdDRSb/Tea3TYWgxLEFXG2tZg3hqCqLWIn4q6oVglXhqUr/yWeUfuoMWaNwVUN3un1V42SirVGxKtOwo2pFVkTKYkZc3KiuUJfgkClUQEXEhLo0qhqMpnA32CPwFYeJ0E2Gl6EhRt0mgVWPARw7gS995Qt46w2XcGo9+ZUKsObBDTSMzdm4+5FJpNu60ZnTobgeTl+nI5dSMHFyHgaSGBhK4W8+8gl88rNfhm/Vi2mJywmLmhHwZNsIoY6mBR0qxHfhSy7Be//HB/H9734fcFW86R1/hFK5Al2hpP0oiRO2HhIIUhk5AsESrJ66rg/bBrpB60C0AJW3PRybmMPsko2hgV4MdRiYWShwkbU17SkG+Q8dmEbB8XDuKX3cT10qvEZt2gsQmCqrxefmSigUi2yHQcB2bn4BCcvAhjUDbIny9KHjKJScmlKSFk5k5j0rKanteULd2vyi+3OZYxIoJUgoFJfcOnxhnSBfrcGqj2wqiW987atI6Douu/R8GKbJz89vUCxL5W/zNdCzqavUGywq2E5GbB9te3Vzivq1ic/rFigtO47wq2nwmmWwKp9oEKBSqdQ8VqmNk6kEWQF4to+JY4ewMDMGVSGf6woefOA+9PZ2I5k0oRK011NshcJewrQcpGhcjK2jbwjnXvJydLR3Y2Z2EsXiEqte6Ti3vPudq+rj8U5xBOIIxBGIIxBHII5AHIE4AnEE4gjEEXg+IhCD1RWi/MPv340NG9ZC02niKoqa1OAI+6z6DL9818VgXz/+9d/+HXc99CSS2QxDP/LZ5GlyAE6vjr7kcVjTFsIrqvjOm9cmsXISzFNmhjZUKXnLGefj6itfCZ3MCXwPvgoYpP7jSvcytV0UYopOtuXvUTUszW5VXUGl4qJSdfhnoVhmZRcdm7L1Byhtl5VaMk2fJvjk/wj4GqmygIW5MqamKugdyKJULMEydAaKVBipb6AN+UIZ5XIVuWwG+UIFrh+gXK5gqDvFqkgZ2xogoLsLU2xpSl8qF2E7wn6BADQBTUpXJ9hga0BF9VHQfOSTOvJJDXZCQ9VQMK/YOGnbMEwdI4qBEceHMjmLQ7ufwIHdT+LIgQOoVEowDB0JK4GEabFbJsEcAqtupYLzt52BK154GaclUwGzhUIJD+/eg1Kliu6OdvS35zA6MoJ9JxdxYmwJpF9dN9qJzjYFSYv8Vkl1J1SxIpVcqDupQBU904JTwfGpCRw6MYbj4+NYKhRYxRZQG1MVGDqp8zRUiyVMzU0goRk4d8fZeOmLLkXSMAUQ42MZyCTTUPQKlvJjsN15BsGyOTUDVQnbayA7VC2S0o9iTcXGyCaAvRH5OnRYhskqsqhNAAOpmsdoo2Kaa9U32AdE/FbD9Hmp0JQFsKjtsa8op8ALCwCC/ZpKRZzMUDFLfwt/2a5UblXjZCI3ED6JRiBFz0rA6DDVXHTKsDPVFblS1idS/ht9kBv6cBM4ZaGhEPA2eKuy8pesA8hzNlyQEX01VAYji1tuuQWveuVZCFzhl0vg8/9j783j5DrLO9/f2ZdaunqVWntLsmTkRfJuwMbgGLBZkgBeABNIhpAJCTC5k89NQkJIcjPDnZs7ZJlkJivE4ASzBgIBs3mVjGVZtixb1mbtUu9L7VVnP/fzPO85VdUttRNr5nr+OfX5NG511zl16jnv+zb1fX/P78egPo7Q9iKUqwFyeRpzwlJCa5Gq3MX4+DxkzUT/Cgv3feEBPPijRxFqAVtdpO3zKVBmYJu0uZOQkzaVSKX5tvfcjg//6kfxja9+HdVyAx/5xMfRIOAva68IrF66bhhXrCawKvEca0cxpsoOZhbqKJoGtowWWHHqRRFyGin/Jew5NgW/7eB121bDUKj1XAFlzCMO2GqA/Z5Z5B2zipscS+qNJlRNhU5K/1DGCycmMD5XZ/sBAtG09rLVhyrCxHgNSr1we2wFxL1kfXc3pIusDUiJypYMvWt28v15itUIhZyF+z//OVbj3/am10EzhBUGnWWpTUYvOE1ff5FS9RWM+AsD/WW8XFO1bccpOBn2SUBX+rej3W53xg3hdwLkBFaJMU+fFWCV7ocXhti37xlcf91VGBoq8d8nsq4ISREtUXghbcpICJQYaq4fa9ZegWKhn8Fqq1Xn9ZHmfAZWX8ENz56aVSCrQFaBrAJZBbIKZBXIKpBVIKvAq16BDKy+DFi99NJLELIiKW2FT9RBiUootQJYOTyMz/7pX+DweAW5QgGO5yZgVbTUktLyQmpUdhWUqc2/B00xTCExlmiPFx6M9G8ZtUYTt7317XjjjdezmpI+nJKHK4NVehJJqbhleXFraQfk9kCe7gd28XqKKjM8DQJqhye7ABe6IqOQNxnapqCTg264XVSFR7auER0To1L1kS8CDYI7tgXfc7kt3rJlHD8+AdO0oGsGH2uYNtdjsEDKWaHiTB90rZ4HNBotVioGYcTn4ZZ3UqrS+/Z9mLIKTZFgWlbygT2CKwNtKUZLllC3ZdRtBVVNQUWLEKgRAygp9LFCUrGyHaF15gxOvnQEB57Zj+NHjsG2bAyv6Efo+gysQ9/HO97wRtx4+XbEHgWYxYgVFaemp3H0+HEEroPXbBzD5rGNqLViVCoN1FsO388odLBy5QADOtKrkhWEqWt8T4k6pOo4AqgE4f04xHxlATPzczh+bhzTC/OoO20OxCKo6TQdTJ46jkq5gltvfgPef889MHQBpal6BCEL+QLCuIF64yzCmAJmwo56cJESM1GpLgb5CZhKWtfJtsDxfB7LZBNAgJUgCEFVguG9gJU2BZaOMYYwqWqVW/8TS4COsq4n6Iq9RAVwFmFWAqzS9wKuEETVoMpGxxaAxoaqaBgpDF7UopnrWyOOSxw+xG0RCt9UvSk422IIlWgDO+3bvGHB/DiZcz2mIULTKGBzL+ASGy5iEyTdVBBqZlJ2CosD4V1MIyd5hBaGB1eyP7FPE4QAFatKY0gdQBqwgjKOPISRS7FUDEVdj1cwyFoIxwd88kaN3Q5Y7QBFev/wEupLKk5xHI2jez70frz35z+Eb3/z2zhz8hx+7bd/i9cjXdHYC7b7WEaxKlPknIQtqwexfe0gNFWBCwVVN8D0QgMtn0CqirGhHEyWkBN0I+2phOdOzWK6HuLmbaMwZApLAixVKEhZmZ/S6sTWoQOkCV6HAXxJw/7j0zg2PoeQLRR06KQiDz3IZLuRwE2yGqHVLR2r6XJJK4+KAO2WxxYofFcjT/gWJzdoEQxl6CvuDdnIkOIzn7PwpS9+Ab7Txltvu/mCYHXpQO6ec7Fidem8fWUTYHnFakdtuxSsJlYAaWAjgdXUX5zBahzDsPvJVhYz506iunCO120/lLDnqSdxy2uvRV8pD5c28miuU7YiqaEjsrGhNTWEXihh7di1KPUNYHaOPFZrrN7PFKuv7O5mz84qkFUgq0BWgawCWQWyCmQVyCqQVeDVr0AGVpep+fe+sxsbN26AH1AadbeVmlVliTKUQIyp6eyx+p/+y3/FXCA8Q6mNuhP4Q4A0VY8mPpTpSxJCIgjHqr9elRqDVGpLJ+0WoUhKmY/hBhHef+/7sW3jBgRESEjcRlCU26NTsNoLcXrhjfCwTD+sL04kTwlTcmWJNybFKjHsSX0ICVQEBCY8KKqOw0dmEQYKPN9BLMnYvHkFPM+BYZA3ngzXcaHpGqrVFodnBX6AZruNgcFBbi9fPSySsXuhBNWi1nRw9swE8oV+aKqJVruFXN7k4KucZbDa0/c9BFEAkyCfpKAu+zAhwSAPhiCGE8VwJaBpxJgxgbk+Db6tcNsq3Y4chT1FPmyqe6WJnd9+DCf2PQNbdhkseVEAXVFw99vfiSs3XgK30RBtxFQDTcN8pQLPaWO4VISpmuzVGus+t7XWqhHm5mushnP9iD1oK5V55HMmBvoLME0ChKLpm+FnQDCMLAIkbn9tRiEmZ2fw0smTODc9yerYyakpzLx0HI7Txrvf9W7cc/fdXDeyg2DVs6yiWCzADypotCbJkIE9NNMG4t46c70jQhvd2ncgXzJG6TkE7igwy/VcOOTv6zjsXUlYhMa3YZhsEWBqZgJCu5YXS5Vy/G8ChknbOIcesaxaAFeh2KRTp89LAaOAjLJENgDCl5LtAQi2Kio2rth8UatmfmC1GHdJOBFPUSpLCsWScUkqyEWt152pkkxqPkyoD3vVv+xb2uOT2TlHp22bcR7tSojrJ28OthZJQr0SP8s0qIw2NMh3mFXPpBJlrxGyCYhA0nKG0LHDsJGgq6zQZgipvHVW+5K3qGGQtQZBbGrFTseNLKweKEiNfH5ZQU9rBWBqGnRDR6vVwBtvfwPe8Obb8OhDj+DA/kP4jd//NGqNFoPVf4sVQCyrCGIJm0b7cPWGVXztkxUX4/N1TM5UaBFDf9HC5WODGLBIUaowkIwiCYdOzeBUM8Trt66EpcY4cXYKfTkLQ4P9Yo1MA6Z6GDht1oiuARrDMsYrbRw5PY1Guw0viDA6PIBVw/1Q2DOalKMSb9SQ9YEYb90wOxqWXhDjxcNnMDFVEVYd8IHY7+TILRojBGhpXhN0DDxebwq2ia898CU0qlXc8dZbuK70Qr2K1d6BvFi1KuZc+lg6Hpdu2qWw/sIA9pWD1V4rADrnYrAKeFIM0yyBGPXsxGnUy1O83kPS8NSux3Hz9Ttg9fejqebRhAqDwDmpjSWTA77ycJHTNawduwyDA8OYmZ1isKqqwmP1k5nH6kWtcdlBWQWyCmQVyCqQVSCrQFaBrAJZBbIKvDoVyMDqMnXe+egBDA8PMjRM/Uq5/Z+VkwmwjCIUcwXMzczg//2TP4ebG2F1IUEVAk/MzaKIg6XSD7u9KrXlwCoJOMl7jyI+BFhV0HRDKKaNf/+RD2NFXw6B47HKj/iKQvFJnPPU9drrDdFJlUZpEnN6bawHSwAOsWMGDGRjQNYFnGNDr89RPsJfkoALp5ALVez4RFW03dYdtJ0KNmzYxOAvCgj4BFi9Ns/KtEo1QL3eQqFgY2aujL5SEa1WG+tW5LkuQp0oasRf5OsYAbWqi2rN4Xb4ICSVno/BvgIGSzk4pKxFyNYAJqOLCH5EsDUUreuKDjmS4AYO5ABoSRJmDQmVggqfIKsOBq/kw9qo+Di3+xBqz+1DePYgJF2BR1YIqoJbrrkO127ZBptad5OwG2JZhmmyUrHlNtmXlTr+G04TqqFB0Uy0Wz6cpoupSouhFYEegqYESEdWjGBoMA9LV2CrBMRCxKFIaOf7mUBLurNkE3Do9Ens3v8snnniCeQtCx/6wAfxlp+6DU6bbBuISVG4lIpczkYQVNByZ4BYtOsy3umBgx0Ik1gt0O8XAZ0k2koMXnFvaNzQZkGb1I+uyx6L1D6dhkrZWlfBmnqwpqBRwMauB2sHPvb8TLy+AKgCtCZq1kXHJRAx+ZmARhKuuuS1F7VS6nkRXtVJkU+BZxJgJC6FwsGSvn0OoUt8UdOfcelIoUn2BQTTkkAhopJ0rCJ8dTvhW8n3bAWh0j1TWPmbjn16HtlRMDymuUaqTQ7uknkOKJKBWDIASWefXlVXEcUhg6qY1wAXqq5AAXmTBlCsADLDK4GaS0AAACAASURBVMC0qMUfMHWTX1PXVeTyefQVi+wRXMjnGbC6NCkInPMmTIhqtYyQrAf0JvqGB/H07j3Y/cQe/Nb/9QesaKZX6/iO8J3oVaySiJE8VkOkYHXDSAHXbF6DIJRx9FwFC+0QDYfU4EDRVLBj0wD6DfbCYAhPSPGlc2Ucmq7gtu0bYCoxZhaaaDXr0Ewbg/157gggawEa27wJRPVThTetEgd8fXSlLR88X148MYFSTsPGVcMcbEWAn15H4dCn8x90m51Iwp59R3DiXBmKZiRQ1e14n/7rYNXCN776ZVTmZvG2298EwzRYjS3mXxfSi3G9ZE72hGotBq4XbulfbkKIY5cHq/zaXInF513qsdoFqzKv1V4MWHYfh9jNT55BszLDftv0d+TJJx7FDdddAWXFKpTtFWjoFEqmIApcNBUTsaxhNHAw6LtYv34Mpb5B4bGaKFYplC8Dqxe1xGUHZRXIKpBVIKtAVoGsAlkFsgpkFcgq8CpVIAOryxT6maePw7ZN+IGXKFbZFFG06cYRAkWCFEQYKBZxYP8B/NX9X4EysJJBpGjxl4ViLYqgarKALj0PBiYsVBMAhSBWCqPoOFIykXsgZ7FLKhpuiP7hVfiVj3wAOgFQT6RT0wdbJQmyYbFfqvzrJLD3tCn3tB6naj26JHo9gkakouz13iSDAvIhFB+4E+bF3oLU/htBIRNWCZidrqJep+vRYOcl+G6MSrmKK69ch/mFFqZnaxgdHYHn+azirDdqsG0LA3nRyp4+0vZS0uXpmspQ1adP7ZBBSdSaLsE2NFiGgbnKArw4hG2aMCQVmiHD0skSQUBgVmpG9MEf0Im1BhLcKIKDCAt6iKoBeLaOek7BmZqPAzv3ovX80+ivTyOSqeaA73rIqxrGRldjbN06rFk5iqG+fg6Oiqn9mtS8slCNEmxvtQNW60oIGJUYWg5NPxbWELKGlufjpZdOwrDzMDQFBdtAf8FGIadDlkJEpIAj70EGPDJ0RQd0A9PNOr776EPYd3A/BvMF/Mxb78CVr7kMUeBDePMSiNNZ0esGM3C8OSDyhFqPOVnS4t7jHZl6QwpnXvFgAMsGn+kPxNhhbB1RoBdYieZ5ngCsrouAr0GFrmmJRQBBv0RRmqqxRa+8mBkpPE1MgBe1yCfvpav+FLNJqF3FoUmnvqh9HOOaLbdc1FL5if/jMzy7CErzORk0k28ygTYBtxfZHaji3x2DVB5pAuYFURu+F6DhtBAGMqrlaaiVCgYUFT7VR9UQOg5iy4a/bjX7c7JXsKEjZ+e45q7rCUW0GmBAqkCqHYQbEOyjMaHA0EK2xgiH3gBfzYswNPK8pU0EWWdVeyh5kFUVlmJjfP4svrXwFJwFB87MAuTAw0ChhA/cfjcG9D7IscoBSjx+Er9XnuKSCK3izY44wuzcDPL5Auy8DScIsf/Z5/Dwjx7BJ//gD0TwEgfzpWBQqI+7zgBUI3Eeeg+0cqwe7sO1m1dzHafKLQTQ2VeWaqDLMVYVNZgyGTor7N9M/sHHzs7g0Ewbb7p8DQq6zK9LqtP5Sh2tZpM3bwb7+mCQknx+AWEc8aYYeTGLu0RK8+RaJBnHJptA6GDdyn603QBFW2OvVAbcPaOpMw2kGH4E7H7uGI6fLUMmf2fa6EHqtZrC0OToRLFKo5UUq3TWgm3jW9/4OqYmzuGdb7uVrVEInv9rYLUXhl4sVOVNvfR9pXP8ArNG/E24AHzlv13d7ofOxgoBaeoekARYpfV2YWocbmMO9VoDkqph966HcfW1l0FZvQFTxbVoGzqKc7NoVqrwSv1w+vqxMvSxxXUxtmEz+oolzM3Pot1uJEF1pFj96EXN8eygrAJZBbIKZBXIKpBVIKtAVoGsAlkFsgq8GhXIwOoyVX7xxdNC8ReKVtHOI1agRxGaegQjVDCYt/Gdb3wP39r9HAqDgwwiheJMSZKTYw6IIkqQqlYJWtAneEUGe1Zyw2qihmXVaNJyTgoqboeFglo7wKWX78CH73kHHEdAGHp0LAcEFemo/noveTG8upAma0kRErZ2Xgt0AtjSn1O7LH3kphpRavbsbA2aZsFpOwwURlcNwPGAmdkmVq7oQ7PhwvMasC0Ng0N9rGRLgV4KZ+jc5yYqrEY0LWqLJuBLEIq8Jcm/FNAMA7VaA81mC7puwHFc9BcNFIt57qhmOMgsQKgg0+tleEYt8GHIqeOOFKNhSjg+28JTe57A3OnnYccthpGsTuU0dvKrjFjN158rYNXwCLau34ANo6sx1NfHAV0EF91AJI4T5Gm3WtyGTyCO7A8My2QVbRDLDHKqjRaqVcbHcJ0GbFPG0GAfKw8VJUIuRyYMEmQWj0mYazXxg5/swunKHAZ1E3fcdDP7upKKlOA3tYmrug0oIWrOabhehZV4UejCT4OY+FwCnArQslgl1wtWO8LR7qDn7zisLVG/uj6FnZFS2YHnCfUq1SiFkTSuVYVCplQe4+kj4XiJl2p33HUVrknAV+LJ2vtzGiME/9OfUd2v3XrrRa2T//1P/xKRpCGXLwGyzlA1Cn2Efhs+WVvQxoYqlODCfkAoUCUleV+6AVU3oJBa0tSgxgo8KYCqlbD7x/8M/Z8fxPa2i3owg1J7lDSPUDdtgve7vwa9ICEKBKjitSCBx3QNDSnC9ngncOjPMNuQoHoLCCINOVNmFfbU2l9Hq/86nm+hZECjJnZq4ZcjbrWnTZiCpOJ4cwqfGv8aasfOIT61IGCxauC3f/rf4+rhLeylTPeK5m6aAi/WJ6H07F0zGB5TUJwb4MiBg/iX73wPn/q934ekC9/UDlhl/9Hex+J/0zkHBgZw45Y1UCQx92mMMIzl16QvFp+zmpMdKyRgcnoGe8+0cMsVa1AyyCZArGFuHKLpBahUHTQaDudJVasVmIaGzZvWos9WOXmezy1TQBXdTAXHx6twoxDrRoo4dG4eW1YPoGiobMfCoXzc6k+MUaj16WekzN994DSOnp7hOQ5WmJPtgngfooYUjSW+p/lP22Nk30DPKeby+O63v40Tx1/Cz77zNraMobWb51MHTCdn6tlsEmrz5a0ALrRGX2hCJM0ML3uu9DgBWMXfly7YTcBzTJsAbvJ3kbb9JARSBJPmUahgYWoCQbvK1ifQTezd+Sh2bN8Cc9V6nC2tR81rQHvyKVQrVagrViC4cjs028BNnocN6y9BqVTCzMwMry1pJ8Nvf+xXL2qOZwdlFcgqkFUgq0BWgawCWQWyCmQVyCqQVeDVqEAGVpep8pEj46zMEx9suy32BOvUOICjSTBjDUVDw1/+xefw3MQCCv39HRBLH5rTY2NSwSWKqPTDIv2bOopJ3ZeqB1NglKpJCY6RMo/UjtWWh5tuuRXvesvr0aIQlQTE0uUznGGxWBeapmDk5aFq6sC5uAhJjNDS3J6eD9pLE81FoAtBTbLWI5Upffgm2BNCw/RcA4VcrgNc+/py6O+zoalRp170ngmgEuiZmqkKRZ6ssFI1l8vx+YqFHEp9FkOfal20oxNkJrBazCnsMUo+pQLOCKXrIosBAiyc+i78L0nXSu/1xPF5PL7nMZxZOAyYFEojYIyATqK+9D2FOIV+wOrMFUPDuGT9Brxm8yVYM7wCfYaJIBRqTnoeHUNqxbbTZk/VMAhg6CZMw0YUSqi3XFbBERyenyvDtHIcAmaZBkr9NjQtQtEiMCnhxNQEHn7qKcx7TQxbObzjjW/CqhUrGazS9ctyBM3Mseduoz0OP2jw+w/DNlwvYMjDIWwcckRBbPS1+J53xiqrC+l3FxgbHDIlakrjzwsCBEESKMbnE63YAW8uAKpM3p0Wv3+6LwIQpaJPMT96H0IxmNgG9PgRk3+ozF8C+hGUonbkubk53PvTv3xR6+SnP/lpqEYOK1augWHleCOEAJjnVOC4TfYnTedqOgbIFoB8XUmxqJK/rGlzS7ec74epkWqadjoszL64H8N/8zVYlX04tWoag0+NIu+riHN5VP/s01DW94EFj6lKOLHDEF7GKraGn0N45GuouBridhWIKTBMhURq776rUBn8NbQ1g/18Sa1O3rPU4s6hVJICW1YwbbbxyQNfRPX4BKTxMgNp2ky4a8db8Z5r3wLKqKLNCjEWeu0izl9DeL7IpET3cOzQS/jG17+F3/7dT8EsFDj5neapeDNLW9oFBE/PT/UkcHbjpetgkoqf1sAkaC9xWRDjI7mjHOIHsDL1qZfm8MbLV6Nkke+mQKuBFLP3KVQZjbaPc1M1TE3OAH6I9atXYsPqEmz2aw2S8U7q5Bhnp+tY8CNcvrYfp6bKrDJf1Z+DykQ3UXCTaJZ3AWQOraO5+tSBMzhyanoRWBVmBbSmiHm1GKwGYg1JwOqD3/0XHDt6BO/66Tdz7Tt/I9L6dd63mBedDaGLAKtL51YKVlMAfKFJ03uM6JlIH2J8pOtgutnEEB4SW7KY+X5IkYLy1AT8dhW1ahmRZmDvzkew/crNMFdtwJm+dZg7+CKulCI4coR628M5JYfha7ZhW7uJTeu2ZmD1olaz7KCsAlkFsgpkFcgqkFUgq0BWgawCWQX+d1YgA6vLVP/o0QlWzaTqrfSDJcO6yGdVo6EaUD0ff/iZz6Jh9nPSc9rOvhSsclNzT8ANqT3JF5BhTUex1QURaaiOxL6NBA48/My77sTrr3kNg9Xu9SSt/gmgYDCRJpR3QGuadN19synwWKTGTX79cppW5m6c4E7t4cJDlj+Qx0K1yCE6iS0l/ZwUmm03hu+HaLfaHDYVBh5GVgxw+3uqVqOXJghBXqHU1u+4MaamFvj3YUDHB+jvL6CvqMJ1I7RaDnTT6qr9giZ7jHLQWALsSKF2PlgVPpl83XKEWNHwwuHTePSphzBVPQlZjyEHAiIQNExDvlhJTMeRipW8Rh2H09gH80WsGVmBbWMbsWHdOgwNDnGgDgHcwKeoLFKt+fA9X7TKKxo1oAuoq8hQNAuNpodaw8HUzAIMM49apQ5N93D51nXQ1BiHT5/Co3v3ohY4WD8whHfceiv68gXxHmh8yJTKTVCZPF9nuEWZQmFEOjxBeHENYUjfU1BW2EmE7x3+VH/y1RQ+iynYSb/vlPW8GUOp8FQXqpfrOgyLW60mSKynGxYKhVwnsCv1byQY1xk7PWOWw8FIMpiOxWQMUwATw1UKQQoCNOpNmKaJ97z1Qxe1fv6X//QZyJqJkZE1UA0B62kMO84ctyGT0rDr/St8OFnlS7CNlLiaymCVgLiSK0HJa6A8Il2xUD99DoW/+kfY8UMYv6KF0okcBp8YARoSyh97F9o/czOZdvJ1k8UC1YQ3FaIQ/ZqCte1Pwzm2F21YcJuO8FrWVSg6QUVgeuQ30cjtgC+1EcFg1SexuSii6yNFbYQTWhV/uPd+OJNVRBNVtuDwowDbhy/Bx95yL0pKXrynpL7iOhY/0t/xJgOpNj0fp4+dwpf+8QH8+m/8JoZGR9H2aBNhebC69JwExTetGmGVdQpcyRaZVbFRJNT6aXBYJFF3OZotB61Axc2XrUK/LcAqB41JIlSK5huJSGnaL9QDHDk2hRga1o8WMThI9iEqECXHKRHGZxqYaIW4akMRIWScm6ljqJhHgTxD2LJAgkpzWCx2tB+BUJKw58WzOHxyalmwKoyphcKU/ZIpoImUq1GIvnweP/r+D3Do4AG852ffyupu8TeCePT5HquLIOe/0WP15dSrvYrVdINj6b3518BqZ0PFSzb2yMKBLFNAitUuWA2cGuq1CkJNx97HHsHll4/BXDWGM8U1aD7zDN6yZT20Ug6T49N45OApjNx6A3aoKsZWbWawOj09zRtpmWL1opa27KCsAlkFsgpkFcgqkFUgq0BWgawCWQVe5QpkYHWZgh88eEYoApeqQAkigdq4JQYr5TPn8Jn/9pewVmxkoJWC1UXAMoGnKaziFmBJhkqAcglY7RIlbhAWH7w5Ql3G+953L7aMrWaVJj3SUKpUscrI8DyoSj/rQpNF15Xwq6UgVfw7dbRcCtR6U9KFOpQhL4FHTjjvBnUJlRyp8ASQolZi8qIkTVg+byUKL4Kc4l3TtdEHaj8k/0w9gVsE4Ki1Nkbgk2rVYHBHoJUCrjg5WpJQzGlsHUBKQzohAd5U+yZAR3JdiSUDPYdsBZxYwk/2vYifPPsYas4kNF3tqFUXww0BZDnIK21TJxjlB6wqJkVhqVDA2pWjWL9qDcPWwVI/TFXlawpIMZr43hJkDlyHwSBr3CjhXjdQazThOiFmp9tQFA+bN66EKsfYd/Qwnti/H63AweVjG3HHG26BodF1JvdGlmFYeXh+HW3nHFtPKIotADjDa5LpRnwdBFgp8AhUp8RRMhWOMujkK+qq8ITCTdyf7n/TH3QnD9clioSC1XFQr9cZfgdRzC31BJVJuaobmrC/IADfo0oVI06MuY6VQ4+/qixRHYUnar3egKYaGB+fxC++7xMXtWR+9o/+H8SSjuHhVdCtXDLiYzQb83CcBr8P8j8W41n4rrIkmK9ZRkQ1N0xYuRzsQhGyqcHMmZA0E43JCop/9wVI+rcwv6WJgVIOxS+uAI6paN54Kep/+EuQ21RrYVkhFOpiY2FDvoHhmd9B/cwEXCWHZtuBTpsWmgTZsGA5DmYH3oy54r1wNQVBrEJXyVNEYsUggcJYi/C0fxp/88w3gVoAlxSrmoxQjTCqlfBLN9+Fy4Y28pyi+cObBiGF7CX2JT3rSLpm0awlsDp5ZhxfuO9+fPRjH8fYlkv4+pYFq+TRzHOxu8EhNjpSoJyscTwOE39Tmgtcc7E7Q9CRgGvOMHHTZaswWBBzRqVz8NiU4Hou9+7T5kQQKVgouyhXmqyK7yvEWLWiBI0CxvhlIpybbWCSwOr6Ih8/W23DDyKMDORQdyK4joeRfgu6RBsNdLupzsDTL57DwROTDFalSEDTLiBOFaspMBYqcYbEUcBg9eEf/Rgv7N+H97zr9q5ild0+hBK799FVqwrw3gtDz1+XLjwFep/3/x9Y7VoBSJHKilUCq81mDaGiYc9jD+OybRtgrd6IU4XVcJ9/Bq9fswJGjoIMZ7Hr6BnYN12H15kFbFyzCX19fR0rgNTmJrMCuKglLjsoq0BWgawCWQWyCmQVyCqQVSCrQFaBV6kCGVhdptD79x/vwL5edSe3p0ohtFiGaedw4Mk9+OuvfxOllZsRRV0laQoU+CQ9YDUFiKxY5ZRwSeSF9DzOe70gRn+pH+9/310YKPUz9FmkfiU/QkGmOo8uYGU0cj4gZlZ7vkotPY2Auuf/PlWT9QJa9nsVVDd5fWFWyGpfspMlSRq5HcoExwi00JMF7BT1oJAsshKQsbBQZuuAoaFhBnR0Sgr5oQd5JxqaBM8PUC5XGeg4rsc+qwMlG6apI0p7rJN0eXFBKexIGWMCtaiF2Anw6JNP49mDT6IVzkPVTEis7Oy2wqffEwij+5YCb9EqnMDWOERIQUWQkDMsDBT7sHJkBFvXjmHlyiEU8zmBZUNSiwoAqWkqWx1QnUzLEvngsgzPI4AXwDJEvZ7Y/xz2vnQEXtDG667cgTdedwPbSERUxwCQNY3V0gvlE1ioHOCwNEUtQVWtRMEokuUFtxT3lGwCeu9vZ8xxc6+oGf9vJ0mcbmnaqN+9zcK3teu/yFg0ElYQbfpyHAG+yEJDpYArk6GSZWgiuC1RO3bHc9pOndQ5eSm6HRSORm3vlBR+6tRZfP/BH+K+v/zKRS2Vf/rZz7KqcWBwJaxckQPPCD63WwusWCX/1u4YT4Ll0o0Onm8SFE2Hbeeg9RXQR8pVAuU5HY3pKnJf+Tzs4oOo9Zdh9uvIPVmE/nAJXn4E9f/8S/CHhjo2GKlyl2q9ffQw8ic+i8pkC65iou470P0AkhpD0UzYfoSWuQLjpV9E09qGCB77vNIuAYEtavcPzRgPtQ/jq3sfhNQCnMkyZAp9MgArkHH3tp/CHdtu4s0HUgDz/EsAqLjt9O66aWF0T6ntPnADzE5O4fOf/wJ+7kO/gCuvuRr1ZgsKb2LwQrfoXoTdFKvOz3n9SALDEv+STp1Fd4CA18IaQCihyWOENihufM0KDBZJpS5D656ROv/RDoFy3eHxrUjg9WFissretGNrV2JkMAedgCiAibKDiUoDV64vsUKeNmlOzzQgGRZqrRih62Hr+iKKGktpu2D14DkcOjEFlYO9umCVLoWVqTyGUsUqbQ4lYDUMUMzn8djDD2PfM0/jznffwXOANhgYmy4Bq4uhqrAZSOdjd04mK1tHnd9dqy+0bnPnQ2ct7K5ty63xy3mssgVIolhVZFKsymwFYKWK1elJhG6d55AvqXjq0R/jNZeuQ37dZpwqrIHz3B5cMzoEy7YxPTuNvccmoN18A262S9i0diwDqxe1mmUHZRXIKpBVIKtAVoGsAlkFsgpkFcgq8L+zAhlYXab6+/a91PHAW6xaleHLIYwQ0KwcHv/Og/jmrp+gMLwRUuQK38DEgzKFRdQqqXDwjviiB33AT60ALgRWBQwUKi4Kulm7Zg3ed8/PQFPtRSqwjhqM09zTD89CSXoh9Sq/dqpqfVmwemHomsLQ3g/44nyiPZcVqvzaApZ22/LFzxieUPZLSIrAHp/NJGiKPrg32zHqjTa3k5PKsd1uoVgswrY12IaOar0O28ohDGP2V6WvgT4LhkkhRKTEFC/LnbwJ+BRAWGSyCOsCoaSdqzv40c6f4ODxvQiiCgwlB1/zGB6QgjC9ZwKuCugox4l9A0EFppCcD89BVuK1yX9UgLl8pGJ0xTA2rlmDbZdsxmj/IDRZgReF8OMIgefxxZJKz3Vc5GxSPQqFbhwprN59dO8zOHD2JIKgjTff+HrccOWVrMol2BX7MXRTh6pGODfxDCamn0TESrs+yEoBkHLQVPI6FZ6OQgVGgVdiEyB9dMYEk56ee5+0bPPz5LAzxDobA6RvJdFt4r3KauxkjPuhD8dz0Wq1+R75noDpBFgLOQGWWL2azAs6llLuhaI7USyS3QR5fEaAYRVg6DaazTb+5TsPQlUN/OdP/fFFrZ9/9sd/gihWURoYQb5Q4tcg9WGrOcdquyB0F52X51kKkclzl8aApjFYlfv6UdAt6PkcVEtGbaGMaN8DWCk9iGawwAFjBaMA9b6VwLiG+q/cjeZNOzobJPRCqWfyVau/j9zBL6K8APikfpUcmC7BRS4ENDmGFFg40f9uVI2fQayUISs5ugFQoENSFDiGjwebL+Lbe34ANAF3pg7ZJLAaQ3ZD3LbiKtxz3e2wzByPBVWleSM2H2idWvrgNn05hu/6KM/M4fOfuw/vufu9uP51r0XtZcBqkMy/dK1Ix0ZnoyKBp3yvO8OO1pFkg4aUoqQK1WjDJMY1WwbRl6dNFhU5VeWNCfLGpblDalrqMKANBrJqaPohjp5cwOTpaeTNGFs3jaBUFD7GC+0Y1VYbl28YYjCoKyHm2jKOTrqoN2LEgYdNq0ys7ZfZRoDGLG0NPX1oHAePT3bAqvBUTa0LhGL15cDqzkcfxd6nd+Oud7+to1jl902AsmfOvRxYvZCy9V9TsHJHQaqMXqJ+7b3Xi85zAY/VpVYApB6PKZQvsQKQIwWVmSlWrLpuGy4kPPXIj7F161oU12/Bmb61wIH96AtbvBkQtluYKPto33g1bsr3YfPaDbzOU3gVbcxkitWLWtqyg7IKZBXIKpBVIKtAVoGsAlkFsgpkFXiVK5CB1WUKvv+5E4tUnunTFHjwQF6ZKiwEuO+Br+PoZA2RrEOmFmuZ2leptdaHLotgKgJgBA+o/b8XdhLESDWei9plWeQq2oPpg3+r4ePG667H29/2RoSBAE8dIJbAUQEQLwBTGXqJZ3dfbbE9wNISiDOdD90upG5KjyWfzfQhntcFNMt98GfQeZ6hKwEeWXiytgma+ghCUo2pyNkGDF1FuVxn0CJUXwp7ixasrsK29/XoutJwsF5PT1J8hlBx8lwZP979QxwfP8DwSlVihEl4Va9qlc7pBzK34NMYCEMHsaTAjzVW1CmyUFqSlpHOTRBOlRW4FEhEMDmM0V8sYnRkJTZtHMPG4RGUbAqpUhEGIQddEZjRCDQmST7UBl31PPxg106cmZ1GHLVx1+3vwKXrxhj6UrI5PSgQC7GHsxM/RK16GK7noeW4qFZ1NCMdBvmclkocAkbeoJqhQJNCVkzzWEq9f1MOTiCJ7Bgi8UXen6RCVckGI/XApOqR2pQOJ0+GWOFgJ0qaJz9PUqOqCkFWcCt3u+2xgpXgKumFCazTKCHAQm395B9KIEWNSfNL/qY+DFLekn9orEBTC7Bzg/w+9uzZiz1PP421a9fh//zlT13UkvkX/+NvYOg6bCsPi6wAYuF32XJqaNTKCMJ2Zw5wjVJlYPpqDIAVtnMwiv3QcjmYtgndLCJoVOCc/ioGoi/DLVdhBRqUjTq0QzqizxWhXPPTOPvhW+FSAJ1CYWkOpCCHnOXgzf2fxcThU3CqDpCz4JI6HiG3/BuRDUmbhR7IqMmX4gXrl+FpCvRIh6Ll4Wh5aHEVjh3ivtldeGH/S/BabURzVUi6ikiVeRwOFvrxiZvvxCXaCGKdxqAOl2LmElVj7/rSO6dpg2h6Zg5f+Lsv4M0/dRve8s53oFyrQ2GLBLHC9D7CRYr3ZEMp2YTpzFFeN6SEpdJcPd9fl85Ja+olY2ugqxFkVYFqm+QDgmGdgLKEctOF4/rIWwZslWxWgEo7xLGT46gs1NBfKKBoqDCVCJMNGXZexvZLVsNSIvZPlWMZc06AWiih4gCNmoPVgyZWFxUY5DssyXjuyDj2HZ6EYsi0xwApanTaBMS8SPymeeQk/qqJFUDetrD3qafw+CMP4e47385zUrdMeJ4PRdWSzZ5elXg3vIq9XhcFjKUbRqkdwvJq1Veifu3dZ1u01vNGTffaXF6rYqgSeUWzaB52fhBSJGFhehyhW0XboY2rELt37cTGNSUUN23HVPfJYQAAIABJREFU6eIoStVx6GfnIMkeCrKE066L+sZt2F7IYcs6YQUwOzubdCvQ+iHhdz7+8Yua49lBWQWyCmQVyCqQVSCrQFaBrAJZBbIKZBV4NSqQgdVlqkxglR5LIYMU+wgVgz9Uot3A397/FYw3IqiagTj0WTFGjyD0BLgi1SYBjQSipucjyCrayhfDUFZ0sppVtF5LioZWw8Obb70VN990HQc5da6JGUQSTLXUC/YCytQUrPZ6rl7o7TNrS9rne9//y4HVVMna+YjP6r5eJVr3lZY/TwJ0OV1ctFtTazMFP3kBgUChim02Wqw8EzcohmXqGOgz+Z+p8i59Nc7+StRa/DvxJH5/fqTi8IkpPLr3xzgx8SJ7k1IIDsHY3vN0vqewlsiDFrWwfdtmBoGnz06g2nTRDqltmUChxkpY8gSlV4lUASVUgjcE0ijV3jAwUihh5eAwVo2u4P8WLJsVzDRmSE2rkCJSVnFuYQ4/3P0EpupV5DXgzjveiQ0jo9y+TKCL3gupOMOojvHJh9BsnkDgh2i0HMyXY5R9icFhX2kAuXyO1a3kI0vBawQ/U7VxagVAfrFkV+AHAYdvefTlefx96Abso0u/i1iRK+rte6RNk1kZaxoWbEv4qRI01lQNmq6B8ut9Asi+8CF2XKE0pp/RPdE08l81oMtkOUuAO2LrB1O3YJlF5O0BWPYAzFwOjz32OObn5/k+/eav/M5FrZNfvP8Bvn+aZjLYZTeLCHDcOur1Cny/JXwjknnUY3IhxhkrcxOwWiglYNWAZhQRtutwz/wzBsP7EVXLCDwJhbVFtrGIH5NRfW4r5n71w0CuD4FHfrohwljDCquBGwp/gvGDpxGSSjVnoc1glU1JocY0xn3o8OEoAziq3okF/Wr+GQHoQMnBkiOUrQCfO/cwjh0+Aa/lIJqvQCI1N4PVCIZi4P1X/hTeuvUG+J4ETTcQUCYXqc2TOXshuOqGPubnK7j/7+/H9dddj5+9+25U6nUOY0sm4yI/ksVgNVG1d7x0e7ZuaL7xYOLCLtlsEf+WJRfbr9iKkYEi35VKq4Va0yGNLizLxtx8jcdD5HuQI4qfihEpJmTNwPzcAmI/wOhgiVWSCw5gF2TsILAqR2LnKZbhxMBktYHZRoRGy8dIn43RgozBnIYIMvYfmcCzh8YhazFk8vuFsNPofnWDt2jbhryMRcBcgLxt49m9e/DIj36Ie+56J1ti0GZCGrCXTKbOGpauZfwDfj9d0NqBnMJQpTP+l9/AWmrrsRjgpifo+rAuPqdEIX8JWKX3Q2CVHrQxSM8kx3ErPwgq5cL0BCKvhlY7ZLD65K5dWLs6j9Km7ThXXIlVzgJWtcml3GOf6ZfKZUwMr8cNK4bwmjUb0ddXxOzsDK8N/PdRlvCpDKxe1BqXHZRVIKtAVoGsAlkFsgpkFcgqkFUgq8CrU4EMrC5T5xSspmAlfRq1fkayBsJm9fk5/N0/fAO1JJmbfPYIqtGHUAouIXhKtI0UVr2KVFJYpa3T550/ha2seiJFmwbHCXD3e34Wl2/bgsBPwaoghl3Ier7SS/yu+zwWwfYGWZ3f9StA0gW8VTvv/8IOAYs+4Hc8EtMm+SXHLAUAvdfEYJnBqoBX6YMAAnubkp9i22VA57mUeh+yarC/aCyCEmnoEoPVHiiRAgsqg+PL2HfwOJ7Y9wjOzL4EhRWSIjinF5h0LkJSuM21qLTxwbvfidGhfkzNzOHEmUkcODnJoToLlRZafsh+mBRKFcshdE0TqlWCYwxxEgUzBSBpKgbyfVgxOIQ1o6NYObICBcuEGgKGbuLomVP40dNPYrJZxYZSCe+54x0YzBXhBQFCQYzZY9bzZjE98zhcdwJBEKFab2N2vo2Jmg5dN5Ev9CFfLMK0CP5psHVdtOwnalVu8w1DBEEIz/XhOKJ9n/5Lrfye6yJ0Aoas5H1LFgYEPQj4uX4TgRcyqCUvyb6+HAo5GxYDVvJUtaDR6ymqaO+VJXhOwP6rdG6XYBhDSguGTlYBLEaErpJKuYThwVUY6F8NyypC1XQ8uftJTE5N8fGf/NjvXtRK+aUHvsbvX5E1hroR+RnEQNttoF5dgOs1F8+V5FU6QzlRrLJfbLEEzc7DsHVoRgGx56J95vsoBX8Lu11HzXFRWmHCyCsIKhJa+4o4u+Uj0Edfg9gPIas+nFjBpaVxbI3+EqcOn4GmmICdQwsBNLrOkHyVgcjTocsOoMWYxNU4Lt8Ll+oqB4hlHUXNxmnLwd8eexBTJyfhOy7ChSpk24CkqYja1GKt4caVW/Grb30/gnrI44egK6XBiTXiPBm5CJbzPVSqdTxw/wMYG9uID/3iL6K8CKzy6pF4pCZy9HQzQ6wsApymtUxU9mI9EPVf5ELRE8QnRSHWrl6JYt6CF3io1ptsQ0DH0NiuNx0eG57jAqEvQtok8h62eKMh9DwYKkXY+4hUA0NDNq7dug62ErEalsBqhBCzDQcvnSuj7QMbVg9htKjC1kiZKeGFIxN45sUz0EyqFR3TZo3uhcBqDNpQ6QGrloX9zz2LH3zvu7j7zneif2CAgXaj0ehYYVwIjPLPEurf2fxIYC6VkYZt72OpQjVd77r/XdyN0Pv7C4FVcduSYK7E4iZVrAqwSvryrmK1PDOBmEP0aLxGeGLXLqxaZaN/0w5M5IexrjyJoixz4FrcbOO5dh0zw2O4MZfHtrFNKBYLHSsAYR0h4Xc/fnEBdRe1MGQHZRXIKpBVIKtAVoGsAlkFsgpkFcgqkFXgFVYgA6vLFGw5sErkIYICU5Zw5vgx/MO3fghPLwBxwECOP2xyC3XA6lUKxUm9BRmmRgKG9npS8mdXTstOQ3ISu1SZWqZjyIqBn/+5e7Bm1QqEJC1bEjzFxzIw7YLW3sT1jv1Aci3p66Xp7+eVgBWr58MVet5y7aK9H/AXAQJCDxfwD+z9QN99ffoAL3xQGfRxAHsCWUkBxqpChdv/qe2WVKu+71GMEAz1/EAWug7W4PWA3RSC0PtrujF2P/sidu9/DFO1U6yspA/y/Do98KKj1ooV+I0yxgZV/Lt73gEdAkqVaw2cnp7F6NoNGJ+ex/Ezkzh28gwcL4AvCW9TtgmQFaiaiN2h4DB6LYbwBEkDAsQ6hgb6sW3dGFYPr8LK4WEcOHoEu/Y/iwW/je1r1+KdP/UWmIrG/pyhQknwMQxNR6N9EvMLexAGc1yXatXDzHwZp2d01BstuH4A07SRL+Rh5ywYhsqKsDSZnq6JzkngtN0mmNpKvFHb/G9qWZYDCSErWF320iV1LVkS+B55oEZs02BbOixbRT5vCuWqbcKyLOQtG7qhs4qV7p8sGfzeXd9Bo9VkRayiacjbeehkVaApbDXQVxjC2PrXYOWKdcjnBmDaFp7euwc7d+3EmrVr8cv3fuwVLnni6V96gEKvaCzp0BOwSnYHnt9CrVaG49QZrPbOSR6z6asRjIPMdhRmoQg9V4BpG1ANG1IItE49ipL/5zC9eVTaAYZXkn2IgmYow1BUjNffi0bhBiiSCi9qIJINXLdyL0bnv4YzJ2ZhF/OIdQtOJIC1FsQIyTagLUOVfBhGjEbcj0PhvZjTt0KWSTcYo2Dksd+axxeP/gD1UzVWe8fVBiRbh6xr8GsNqIaBIcnGJ+/8ZQyHeUo/4/ArEfzU3W1J1w2qAamp3TBAvd7CV7/0FRQKRXzsP/46Fuq1HiuATnGSugmf6PMeycYJ/VzEyKXKdlHv7qPrFR1T8hZD2iQ0igOwCG4SmFbg+1GyESNBV2QResXhV7SWie6AKAj4fQRhiNWjJdywbR1sNbF0JY9nhHAg48i5CuaqbRRzBi4fG4TM4VEyDh2bwp7njkOzKLxKhRRTWJZYd5azAhA/D3j8H3xhP/75m/+EO9/zTuQLBRFelawzukqq2GVa+lM59RJFPt0foffuqlnT2i0LaRObl8V1Fkd1A67Ev9Pn9CpWxZylDS3aJFL4bKFE1grCCqAyO8mKVdcjm5IQu3btwuhqG4Mbt2PaKGHF+GkYpgSd/KclDbsbZVSGxnBTaQCXrB9DoZBnKwDyWBWbkcCnP/EfLmqOZwdlFcgqkFUgq0BWgawCWQWyCmQVyCqQVeDVqEAGVpepci9Y5Q+diXoqjTAqmTp+smsXvvPYXkh2PxCQS6EElUKbgpChjKQqhAOZxnBAT4Ire0Fr77nTD7Pcss9t5TJqjQZWja7DBz9wF4p5UtZ11a+LLl3QyM6POjC187Nuorv4EaHFLozsPVd6na9oACb0sidEXkADhnddcNJ7zk4SOf+wp+26k6ydQhc6BymByc6UwKeor3gtgqwEOkR7ai8Q5bP2KuR6fAJJTbxQc7Frz3N46sBjqLpTbOfAQJdgiDjZ4oAnWUN9dhI3XDqKe97+RkyfPYl8YYC9Qyv1BVy67XLEsoa2F+LZ5w/AMG0cmyhjZn4B9VYboaRy26yiGSAkwQ3UDI8JsBIopt9KMGJgoFTCyqER1FoNTM7PwwkD3HzZZbjlta/ndm4CKvRFyJbSzivNg6jV9gNhHdSpW2+GKNdmcXbSwezcAsqVOsMhK2fDtEyYZg6U6s3wQhb+vxwSFTockhXRayTeqrQ5wONR0thrlZStIlAqYAA7ca6BaqXBalcC4QROCRJrugydbAcIPpo6TJ3UoSqHfOmakqhYZWE3EJJqVYapCbsCgqvU3j40sApXXH4dNqy7BAW7n2F7tVrGg99/kIOL/uNHfuMVDdP0yV964KtcfPKE1TUrUSlLDFar5Xm0e8AqHdMJWEo3QXhI0/vTYebz0HN9sGwNsmFCik20Tu/GoPtfoUfjqDd1lAYsRFaLbQFKsoEF9Y04GbwJqkTq4zZsS8H1I9+BdWoXpuaaKPSXELKHL23MRFAjhcGq7IWQwxgahSopEs461+Kw8g62J6ERUTAt7LLO4hsHd8I700JASteWA1BNbROtuTJkU4Pkhvilm9+DW9btQBgrwsJEIe9QAeqWqlYJt9K1EKT/5te+ycrQ3/q930OlUWeFOVmdpI/zoV3XBiCdo2Kypsr0BFjTS1No2wVC1aI09K8TlCdgPqvjI1I4awL2J4F4HX9kVp/zG+LxRaFwdK0rhnO48dK1yGnkM0BTXbS1l50Ap2aamKu3EfttXHfZBlTnp1EolDA5W8ceCjXUSUVKGxMe22bwOrPUY5U22kgDGwYMfwmsHjl8EN/46lfx/vfdhfHxs3xvduzYwWpaWtPYLLrn0akDjYElaxGvc0usABbVNjnPUgUrB2z1ANze10vB6nn3b6nHqu/x/BcQXkIgSQxWyaeWwCorVsk7No6xc9cTGF5lYHTsSsyqRQzNngVaTQ4Sg6bg2XMTqBXW4nWbx7Bl4yWLwKoIwYszsHpRK1x2UFaBrAJZBbIKZBXIKpBVIKtAVoGsAq9WBTKwukyll4LVFDZQ0AmpC1cUbPzTN7+Fx/efgJYfAAIHESVsJ2CVPxOqMoJYKHsYLSSCpDQFXXisLlZ0pR9qCcMquoLZuVns2HEt7rnzZ6FSYgrEh+8u+CBQwI3vLwNWhWo2fX3BJkQS/YUeKQrtVawtfk1x1IVUT+n5EiFX8uE/sSRY5sN++kGfW7Mp9Ig+yEcxKFWceAP5GwrP1cTRj1qikxcgz1lZolZ7ATiWgoRexeqi640lTM3VsGvPPjz14mNw4gqnjzNuvlBQDEPHEM3yBN5y/Tbc/fY3ol5egKrncezkKQ69It/EVtvBipWjGD83gS1bt8KXdJwdn8Lzh46gFUmYq7dQbTrwo5jBIXmv0pihL5LKEuSMuCtb2AZQTagWBETeesMNuPqKHQhcFxGlcUchdJnawGOUG8+j1ToEKW4i9CU4noqWN4t2M4LrBnDcUIRLsWpUtL8TWKV6E4wiNa0A7pEI3xJGu8JJIt1UCAkHE9BK7k/goV6r4eSpszhzegLT0zXUGj5c6saOhZqVfHEJhmsqtf9SCJUMhQLHyDuUVKlsEcBpXwngpbAtDZopwqxWjKzBddfehC2bL0d/cRh+6HPQ14mTJ3Do8CH8xkcvzmP1K1/9Oo8VWdbYcoHAGo0xP2ijsjCHVrvWUaxSVc4HqwIWUi2NfA6GXYJpq5BNEwpyaJ3dh2L7j1CUJlCveyjmbPiKh0DxUPQ1tPsuxQnvbgTeEAO4wUIdV/V/DcHxg6g0AxQG++GHdN+ppZy8mynCCjAIIgYhAjWGpgNtZwC74nvhSsP8+5yl40facXz3wD7IU034UQDVDRBZKnKFAmozc5A0mT1Hbxh4DT5223sRg8aDjpB9VrsrQqqip5+Q0tOPYzSaLXz3W/+C6alp/P5n/m/U26IdX4DVC2+giDMuA14TuMqKd5p3CdjtqCXTjSFar0ghyWsoKbW73tI0ztjSgn8lg07BSvdk3gi/Y3Y6YBgfQsbKoRxee+la5HWh9qdwKtoYGy+32Qqg3HCQt1S8fvs6zE/NwrRtzFdd7Nl7GLJOCxNJXd0O8BQbOiLsjWcRdzCEDFZpPaXwqmNHjuArX/4S7rrrXaiWK7xxtmH9OoazrJSnboclNiysmE48oXvXYHrPDHNZOb28YvV85epiK4BFEDsJLzv/fLSFI7ohUsVqClZTj1W7MAQFMiozAqw2fYp4lLFr5xMYGNGwetMVqCp9KM2fgVutYOVQP7zYw+lyE6daBl5/xaXYsu1KVtSnitUMrL5a/zcwe52sAlkFsgpkFcgqkFUgq0BWgawCWQX+ZyqQgdVlqpeC1aXqKUlS4YcN9rn8/Oe/jBem5gDDhBUoiGSCUpSongQtcStqzAq+tLk+bS1O28MZrSbwYNFrMc3QMbuwgNtvvxV33PYmRH7AClABELpItkeUmvw8MRbtog6GZqk9QCJYXbbdv6sxvbDf4r9lwPXyAQEd0qO63xMwIKvCSI6hBBE0WUJY0FE2KaUbGCRo6scIvQixF8CJAoSs7pRA2fEUIMPKTVKckXqToBMxFgqx4aZhei1KCJeI9DElZDBIkFRS8dLpSex8+gk8d2QPZINAjSK8FhOFVqp+TfV2PgGa1jxW5WS84bXX4dIN69Df14dnn9+PlSMFrjFbE8gqqtUGVq9eC9eXYBg6Tp0+iTVr13Ab8rFjx7Hv+DgaQYg2BUNR4rtVBNwQhiIjZreA1C5CWAUQwLvrDbdi3drVCHxPAGtSQksaZNRRbTwHxz8NShAnkRyBWfIJBUMzE7puQ9ctVuWqCgVKGZAlAqoyA00G791blNwvoR7ktmqqHIGqFOKQwjb0UKtVMTF+EpMTE5ibL6O8UMPCQou/ylUP9VYM1yX4rULXdChqEkYkOwxOqR1a1dTEZ1Jch0KhV7rGv+srlXD9Da/F9dfcgNHBUVb5latltiw4NzGJD9/9K/+W4Xjecx742jdYvagZJkzNgk9K0Jg2QlxUK/Not2ocOsTWH7GY1+QPKsSPCXQm9bGiwOLwqjx0S4Oq21AUE87UAVjVP0dJOQSnHcI2FISBxKpETW5DKQxjKroT47UrWKi4IX8Kl/Z9GQuHZhCpClsBuCEpA31GkjSmSJ/MAktWVJMNhQKEKva334DT8dXk/szq+e8oJ/CTF59CPNXieUXD3zUV5HQTrUZDBOlFEfIe8Jt3/Dus7lsPSdMEUO8B6b2qdxobNNfqjSYe+v6PcejAIfzRn/0JGo7L40KsR4vV6YvXtW5QX6+qPfVj7i4PBO57VavdVnc+H4e6JRtVfB8E7OsZuh2FqvhZ6t8qlKsEXMM4xMqhPly7bQPyhkKnZMsQ8goleNriTQhSVUvoy+moVpus6q3WW3juuQPEbhkUk2KbzQxofUsgLm/K8PcB+7wSbGWLBtvG6RMn8Y/3fwH3vvfdHNRGGwyk3hYhcInNbK8TQnLtId9rDQp7PHv8nkjV3XSabBXD95PqQOSYH+wEfkFIu3gi9K7LZAUgNqc6tUzrSt0QyYPeD4XXib9j5EsLBHGMfJEUqwoqs1MIvQbPT0NTsPPxx1DotzC2ZRtc6LBm59FuTqAaAsM5A40YODgP3HTVDmy5bAfy+Txm52bYCkDY5SDzWL2oFS47KKtAVoGsAlkFsgpkFcgqkFUgq0BWgVerAhlYXabSS8FqVyGqQFYdKIGEv/7rL+NMu41Y12D5OiSieklbqPCHE6hKKG/EIwWrBI0EsDsfrKaQy48VlGtVfOD978Zrr78KXpupYedci9r9WdWUorFEzZU8U06O6W3vXdrq2wtBlipW/6cGY08gzVI1KYFVsowNFUDzAoaKTsnAo0aIquTBimJskAxsihX0B4DsRPDckELQ0aIP+KQGDiPY5GmpqwIsJIoxgqRUKcIQDH0oRKzHYiCEiuePnsbOpx/BiydegJETZovk1xrEfJS4VwlcYIsAKNDdCoZyErexttsNDI2M8LnvuGYbxjZvgmFZOHj4GBwvRi5fgtOqwc6ZmJ2dxuaNGxmk0CmPHj0BK5/HfK2OQ2dmMFV3WFVKEJjAYmoXQZYHvu8zcPjgW25HqVRCEHiJ5QG18GuIwhnUm8/Diyb5+qOA2vg9+H7I4NAyc7CtPmiaAKsU2KSqZHsggExnfKat2dxm3FUAi/smlKppXQgo+YGLer2CuelzmJ+fQb1R4zCees1BeaGJiekaJmeaWFiowXNF63dMkEYmr14RTEPzgEAZfc9txVHAwEkmJa4qc/jVlTu249ZbbsGWTVsRBD4qlQrmFhbQbLbw8V/4rYsanv/wla/DsC30FftZtVor1xD5NL9C1KrzaDVriAKPDX8ZWDL9SvyNeyw3CMCZ+X7oeRu6ScA6z1YP7dnDyM3/FfLKXgbLhkaJ9TFUyYKqu9AsAw28CYcat0PSPFxeeAar9e9h8lAdub4iFJNsI3y2FaFtGWaXBPuoNjwuI66hpsg4216H5/2fRpC3UIGJb/nP4sXjRyFNuZCbHuKcjiBnQDUNhNUGFALyiBD4Dj541dtxy6bXQlJ05GIZPvtTdDdU0nVBKFYjNFttPP7Qo9jz5NP44//+53DYHzhRxLPtR9Lev0R5mS5bYiz1puaJ+967NvSC0lQB2lHy85gV47b3OsW45P8VYzQJzusODgFleX0mf0/LwLrVK6DS/Y0DnitRJMNxqC2flKdCbUozod12ECSBdnUK60q8hcXrCIApjkkgK8NV8oIV4JVuXs62cO70adx/3334+Q/cBTufW+Srnf5dSO1ROps6kgRNVlmJu2fPHux64gnohoYbr78WN7z2ejSdNofVEWpOz0H1JAua89Wq3WosVcZyLXvA6qLf94BVuj6yLOmAVUmA1VxhgMFqdW4agddA4AbQDRU7dz6CYl8OY2NjYl0qNwB3BhNujDUlG04Y48WyjBuu2oFLt+1ALpfD3PwMg9n0b+inP5GFV13UIpcdlFUgq0BWgawCWQWyCmQVyCqQVSCrwKtSgQysLlPmC1kB0FPDKMZAv4Vzx8/gb+/7J9RJ6aUb0HwZktIFqzKFwYiP/hzywx/okw/epHLj9msCBMu8Pv2OvDopKORXfvUXcMnYGrjNsMMklkLS3oAm1l/1Jmr3/JuvaJnUbwYFDGhJCfm/bvwtBaodSBJJCBQCHTE0P4Cmq6j3aXhBBapSjAXJRR+17UKFDqAUyciTv6QnIReQOpXgnodW5MFwNfhSjEASSJDhEwuthHciafyopkRf1FiCGwBPPX8EO/c+gpMTxzpgleBLkPi1cq0SKRnVzGnU0S838ZGfexdKwyN48fAhHDl6GgeOnsBQwcboyDA2blgDz2lj9cqV2LBuHfuONpp1zM3Poq+vD7NzcxgcHEFtYRKXb9kIWbVweq6Fh556AWfmFojCM1RM7SIYrHoeRkZG8KHb38bq5xRssAIPCnzvHFreIYTxHP+bFK4EdcgmQTct2HYBtlVksKqoBFZ1fo0UXNAxS1XTKdgRieCpgrD3+xCe76Jam8fMxFkGrK7nsGLXaXtoNBxW7S5UaqhUWnDaAYKQIJbwx41g8nukuZEGufEcIe9GUi6T0i8JIRoeHsaVV1yNK7ZdDdvKsUqvXK6AINcvvv/XL2qgfuPB76PYV0JfsQTPDTA9McOKcFmKGKw2G9UErDKiEvXhNDWxEdIZw+Qnaxehkc8qe8PaUDQT3sJJGDN/hby8G74XcSu9CIfSIck+2yDI2jocan8Udfh43dofoFh+GuOnW+gf7kekUIt6xEF4JEGmOpHaUicQnYBVar0ma9SGn8Nj5bvw7KSB/itNfLP+NM4enYY05/KaI/N1GfD6LWCuxipKWCokz8X2wS348I63IacXkFMt+Ek6Xe/GEMN3SYIXBnBdH0/ufAIP/fBhfPYv/hti8pH2F4PVC0I73mBJx1EvWBU2AjSWO76oPXdUqKQFuGQEK4nxwrYDdBCprXtW0Qu9tgjQ6m5IBbKJMPChkpA98oVKXSamztJVfggLBrIfoGtjXSb/nJTjNP+6Lf9ikyMFq6S2Fb8LOdiK72FIimUTE2fP4v77/h4f+rm7eaOkM45400b4Jac1Sv/LvsO6jSd2/gRf//pXEIekiI8ZZr7vfe/DNTdcB9/1O9cj5rEAq+nj5QBruubzWrdEsdo5PtlkSZ+brj8Ee4V2Gsjl+yFDZbAa+k14tKmja3js0YcwWLSxdcNqSH4b42emMGgAbdVG0VTQano43FZx5bXX4NKt22HbdgesputCBlYvaonLDsoqkFUgq0BWgawCWQWyCmQVyCqQVeBVqkAGVpcp9HJg1Q8jbFg1jF2PPoF/+NaPgHwRMqlPfUBSuy2s4gO5ADJa8n36YbwLVkVI1SK6SgCCPmRLMhotF1bBwic+8UvoL+TIxhXUrd776ADUhBsIZir+0fndvwpWU+iQKGzTTuf/RYPwQh/sBcCltnvyNyTfyACKoaJcVPAYtcLHQD6SoJJNgARY5IwQAw4p7SQJehyjGAH9gYxCDBRa5IFKKryQv6jdl96ss36qAAAgAElEQVQV2QOQ2o+CfmJSsSaBN812gCeePYCdex/FbHUCqkkBWERaKIyF3BYXiYO5Eu12Eyv0Nv7Dz9+JnG2yYnBuroZnDx2HPVzEAikpZ2cxPj6BUqkfW7ZswZZ1G9Bo1GDqClaNDqNercJ1XCw0pzE0UIAcqJDMEXzvsWcwUW5AMTQBtgk4qnS9AUIvwKaxMbz3tjezejVtlU4VpJ57Gn70EiLUBSQKqIU8QBQq0AwCq3lYZgGaakJOwCqpVjtgtccfM4UnqUqVAU8SwMaIi0GzSDr3/DbKlTnMTJ5Gq9WA77us8vM8H47jwmm7aLfb8Dy6CQJw08YEgSG6H6kVgPB4TYEZDXDRfk+FCOmeRhJy9gDWr78cwwNDsKwcByYFno/b3/TBixqlDz+9F6ZBFgkG2i0XMxPTiP0IshyhXl1AvVbmOpKhRGeXIepaAaRzm+CvmctBtftgGjqDbAqw8iuT0Kf+BjYeF8rHUIaqEGDVIUnkjUvjK4dpfBAnvEuwtrQLG1sPolZtoDjYl3h+0uYAfZG1CPmcghXPtB1D/JNhqySh5RfxPx7fjIPzfdj87kvwnfKzqB+agV9uQjI1wNSglwrsDS2R5YHrwQ5ihI4Lc2QYH9l+OzYPjkExch0t6XlgNQmv8rwAe3fvwT//07cZrOq2zfMtWXAWqVEF8OQFbYn3ceoL2uPfy5NUPLf30QWNIqgqBYed63uZHSAeq+kpe87L60DnpWhdEGOT5n8KOxmmJjYYhD1lUqBykJjEmyWksCbLlxipwlUoVtPNsxSq0nuhjQ7bMDAzMYkv/P3f4YP33o1CgaxDBFBN7QzYnztR3Kfvm+ZGw/Pwxb//PLyZaawf6oeqSJgqlwFdx8999OM8hknhSTYxHIbHoFqA1aVr74XAc/JEVkGnj8XPE3ORHqliVdzv5cGq65Fa/v9j702g5DrP88zn7rX13uhu7GisJAiSEAlSXESRNElRMiVZkrV4iWxZkeRknJkkXpLMmTnxmThKYkuW5UTxKsuS5ZFs2Va0WpRIcQOJhSBAkFiJxr51o/fa6+5zvv/W7S6AgO3BeGjnnFtHze6urqp766v//6H7/O/3vjbbn32avqLFltGleOVpanMVhgs5aoEuW0AQGZwObFbcegsbb9ymwOrU9CW1zmVg9bqWtuxJWQWyCmQVyCqQVSCrQFaBrAJZBbIKvMEVyMDqNQq+/+UTr1N2ysWmIITRkSV87at/xfd2vorT06cuOqXrU1LQ0wvjJIFaQI2uvENTVZMcLgWr6tq0Q1maXkwrsBZpzFWrrL9hHR//xM9iiHJLqWKvIA/t809tBdqXv5edu1y+X02lKsFFiyqy5JkKWFzBetMSJaq9qx+/3WV71Wpe62JesQsBq6IEkwCXosWlEhw3RLEoQT0ak3pAS4tZLl6hQEPa+8MYX1pQ9aQlWmJ9BgWyxhaDoU6XG6G1IqVAFAgivpyiWlMwRRRuhsFspcVTO/eyY9926r4EV4lkTvUJq3PqMIVtc4eYerXM1tF+fva9jzAxfo5CIU+t2eLSXJU3b70ZzXCYr7bY8eJL1F2f+UoFt9Gi2aixeuUId27byuplSzl/7hyeW6evlMdrRdTiIo/vfpUZCRnSQPLdVUK7yBGjgNgPedOWW3jHW+5RUDbx+kyDjSLc1nEiThEjfpcS+NVS4DOOHJx8UVkB5HJFTCMBq6ZhJ4FfbfVlZ/BQ+gEm4zgJ5JFbp5IuUbFKIJa0+V9iauIMrVZTqVXFV1KgiIAe35MWa1H6iZeqAOO2MlaAoCWqbVMpcBVYTeEqAr0kxKsdUKaZeF5IueKhmyVGhpawdHgIS7dxjAL33f2T17Vk7jh4OLFB0HQCN2R64hKB6ymGWq3MUy3PEIrHaRSgCZRXveWvl3ErL85iDivXi+M4SrWq5/KE1Vns8S9i+o+jaRGmJiFdHlEQkxOFuwaNsg+lbexufpyjYzXes+a3GCmexXTyyl9ZPoIErAZqHDjKZ1Owqmw4mGqTwLTyPPeKxovHNXIrH2Jq2xq+d/oF6q+eU5sWTk9JBeg53UVagU8u1Fh5bI6BiSYTXRrnbhrgnRvfzGPr78WwuhZCuq5stRfFrVjEuq7HgX2v8NU//TM+9V8/S1dfH57rLyqe22i2c63oVKyn/tDJfVfYALTh6pXrxevXj8SnV3kid4hfk6W0/Rml6tj2RlUyiNsbRwLLxa9UfheYKuNRAKiC+YkSViBqMuaTTZYkCKsN/NVrySaB2AckatHOr4XNiPZGhGyAiGJ19tIEX/j8H/Lhn/qAsvQQqLrg2Xvl/lr7/GVuzJTn+eof/SH3r1/LaDGPHvrUwoA9x8a444MfZnDJkJpzsrYlx5b30JFCdhXA2jlp0vrq1wCrkSb/frT/ZYniZKNAbRomYXbKY1WsADCpzEwqxWqzFZDLO2x/7imKtsbWTaPUpsexPJ+8rjNXbWBpMV2lHiZii+7RjazfcpeyAsjA6nUtadmTsgpkFcgqkFUgq0BWgawCWQWyCmQV+AeqQAZWr1F4AatXu0nIy/LuEr/927/Hy+emKfQMoIW+Spq2rASmKmDTCVY7bADSv6l21gWFUargaitN5SI7hPlalQcefoD3ve9h3FqIJmakV4DVKxWr7cvf11kBXPlekvN4PShKlKSXi2gVrkgB8NW5aqK8usbt2iopAYQJADAk2bvLZrwUcVSFSxnkRZkq3qgRCkQFukaZkHnx4dRMSu0QG0F3EzToxWIIk/5YozeEnIRZycu7EXorIGr6yh5Awq4uTs3z/R0vsXv/C4SGi6YHC4pVJQfs8MNVoCWK8JpzPLR1HR94x4PMlyvElsbBsaO4scm6oWEFEpcMDHL65Ak2rh/FcQyOnptj1+5dTM1MKRgxODiIadrcsn4tt910I5ppsfe1s/z1zpdpihbRkHOWhCJRQEvbd4g4TNx3193cdfNNCVhNaZLyOhCweoQoPkOMT6zEg9KeLNRaQF8CVh1HwKqDLlBVt5TPaqIAXPSrvBpsSeBSClm1xGdVBichzVaF6ZlLzE6eUWEzSi0ciGJV/F0FsEqAT5woU8UyQz4vTWCqiSbK2XZ4lQpya88ZCehRYFsLVQCXWBaEgcHMfIOZ+RpdxUT5W7K7WDmygW23vf+6ls6dr7bBqszTIGZ2YhK30VSlFRuAynwCVuVLVKkqoElA3BU2GmL5YeVtjFwveTuHlTfR8yXiWhXr4p+ge9/CMEK0WIC2R+BH5ATAmiatWRe7p8h3qp/mz763gg+u/xw/c+8PcT1RcVtoup3s2PieUilahqkUvAKDbVPguEbLc/jiDyLu3tJkPHwzXx9ex55je2ieukTXYB8r6zr2eAXdtji2sYQeRNzx7CWGJlyOvGmA/estbu5exse3vZdeewjsRVuITri6AFZbHsePHuMPfvcP+U+/+SmGli1TYDW5SX06SGd7Eyad/+lqc/lKsQhXVdt/h2LzsvGotrQWfVLlb6oroGMJu3zzSF6rraRte+MuvF7kESvfUjMBhNK+H7hKuSqfr97uCuj0O5XApvR3eZ10A00C3F4HVRcsD9qPiyMKuRyzU1N84Q9/nw//5Afo6etV41udcxosmFaxbTUh5ybvsVapsuP732Ndr0OuNo8VhcxX68S5AssefQ9dpW4C8YRtr8HKj3dBXb5YxSvVq6/7N+EaVgChmu/JvwHyXpVStx1eJfenHqtGG6xGQQNRrOZzJk8//QPyts6bbr1ZWaTYnk+g60rV7ohPsGkyF0FpaA3rNr3pMo/VVMWeWQFc1xKXPSmrQFaBrAJZBbIKZBXIKpBVIKtAVoE3qAIZWL1GoV/ed/xy1Wf7ojJXKlACfv1Tn+N0NaDU1UMc+IQCiZSFZ9L+L7AoVawqtWnSD9v2CGy3tHaAzc6LXpVAHkLd83j/B9/F/W+5lcpcgIlF3AFWOxVanR6ropBLoFmKO9oekVe8VzmOSoTvdCBsQ4FO5NoJLC73cl18wb8JrKaPuhKwqtZb8ejTYky5WO+2OVOImJacew2m4hYDmsmIaFLbsED0YxUiau0TdKKYAgYFEZxK2ZT/YKD8CuX99UgbufJmlYAs0ANUC/TYiXG+//wuXj68G2zxrg3b6kABe4sqTXkNAYvSft+sjnPnxmX82I/cT2/PgLp/90t76B0apLfHplptUCx0MT5+kZWrlmOaOiWnj1cPH6S7r08p5I6fPMuxE6cx9YANa1cxNLKM8dkGh05cwNdEudm2JJD3p9q+Y3KawcNveYDNa1cpaCk3UeAmPr0urdZhwuhc4naoRHeSRi5q3pxSrDpOQX1JWr1AVRUMpUt41WJrdfoZpa3QiVo1QWDy3tPf5T0nMDyg0ZxnanqcmamzBJ5AQwGroYImCrQKLJeAJdtUYFWosYBcgbqW47TVqmbyntvemclYS4CxBLXFsUkQGZQrAXPlGjotBvuKjK7YyPoVN7Nm7QPXtVQugFWVpq4xe2kSt56A1UajwvzsNGEo1gYyaNqWHVcBq6J2FLBqOmIF4GA5JkahSNxqoV/4GoXwf9D0m5yYNVjVF9NnR1i6oTZh9JpGnG/xpfHP8uUfruPW6Dk++7H/G0ObIfRlo6ag1IGa3yJn2spvWdifbeSUvYhpOzx3QON8ucRP3DXHzhMBv9P1CPuOHyKu+Qx393Dn0xN0X2owu6qLPfcsoWyGbHlxhg2nXQ7ft5IDAy2WeBYfv/N9bBjZpBTNCehrq9fbP5uaIVFaCpidPXGGz/32Z/nVT/5HVq9dT8tNxqQalx1hfJ3q9k6o2qmSFzuQZDwna6QaXx3BVwpoy/2i3FUvIots+2CKsy6uVMlPlx0pPaPLLApiTZSmiTWIrMlqGZY6K2GqbEikFq6JHYAoWSM1BhKFqcBfgaKRGt+pcjWZL53nL7+LqlXWzEI+x/z0DH/4+7/LT3/ovfT29S2+jUR+m1jGJiu3AsayiaFsH9A4dfQg44f3M39+jOG+HpqVOstXb2DZQ48pKwBZ+0SZLOclryJK/rRMqp6pQLj9HhYnTftRsr5eoXJNHxMJsl1QrCZgVVW6DdGDOPFYlU2RyuwUod8g8CIKBYunfvh9bEdn65u2Ko9lO9ZoiacFkJPwQmJqQUypZ4Q1azZTLBRUEJ5szKSK8n//r7Lwquta5LInZRXIKpBVIKtAVoGsAlkFsgpkFcgq8IZUIAOr1yizgNXk4rHdPtpOgu7tzTN7fpbP/N6fUjYMSk5ehYdoBRuj3RK6GDyUgCtRRKXwQK4pBYip318vGFX3q6AYPyS2c/wv//QnuGHdUuYqoVJpSixJeruyvX/hdy1SF+PXelx6v8DH5GGvB68pIFY1uLYYdeEY11Sl/g3DWA5txjoNzScXBbi9ecZycEFZciaKs25Np6sdOiXIwEdjUvw9dWn9N5Qi1TU0+q44TtsZVF24G7GG2Q7kysfQ24DD24/zzPPPMXZuP7GdKGd1aRGWNK02IJd2WsW4wwSOaH6VJQNFCo5OV6FAT7FEeW6SN9+xlc3rNyp2cfz4cZqtFl09PczPz7FqcJgjp8bYsGkjJcfBbXjsf21MpcK7YcjF6QrT8y71VkBoWipExxLVXBtQCdTpyRV45/0PM7JkCWEsXoo+hBa2XiRmCs9/lTiaWQQpaUiaaeLkunHsPI5dxDASFWSiWBWvz/b4TOFUR9t0Z/t2OnaTQJ+k0FHsUavPMD1zkbk5aaN3CcV6wfNwfR9XvreSZG/TkjZ4CeQSoGslSlWBraLIVWpVI1E66gKLE2gsHqpiYSGRRUFgMV/3qDaa+LUaN6wb5a6tb6V5yWXz3Y9e10L5wv6DiwFhsc7c5LRSBoqK23dbzExP4PvNpNVbxoYag4nHanJL1L5yzlJfO5/HzOXQLYt8Pq98NVvnf8hI/HlenfH476eX8vDIPD+xoqaUeqKyNkODyIVf3/uv+cHhmzCCJh/Z9hI/ft83KXjzaEaBIHbJ6WKLkcMNmvi6R9HspWBrXJwf5tPfgJ964Dx3rclz5mzIb88X+PZ4jri3m2IrYO2JOpteq3Fxcz8v3zeCO1Nh2cEp3vJKjaOrLV65uQuzBQ+uvo0P3PcYtsTF6cr9WLWTK/dRsdsIPFxTJ9C6uHBmgt/8rU/yy7/0K9x86zZqbnNhfbvyw1hQq3YA0ET9KxBy8dGL60cCL9Wa1BF4pdbQdCMg7fZXKLbtj9qpsl9wGVgMGes8rzSMLH39xfG9eEKXjX+BngneXVBsClSVoLW2mFutHwvq7kWXA0IBt4Bj2tQrVX73c/+V97/v7fT19an5kG6+yXuT9c1WdiuizlcOGphBhGUYnD5+jEu799ATevT0FtA8n4lGnYNBjoHhQYaWDrFi5UqKXd1KtS6he+m/Lwu1bW8SXU3NmtZn4bHtD6e9tZJsDMpaKLB4AawmCmU/gmKxV6mqq/MzxIFH4IXkchbbn3uaZrPK1ls2o+sxluEoKxbZkBCFsMxveW27NMjS1Vso5R3mZqYJxdpAoLJu8qv/+l9c1xzPnpRVIKtAVoGsAlkFsgpkFcgqkFUgq0BWgTeiAhlYvUaVUyuAtP0xhZb9PXle3XuIz3/lO4SlLnKOpSCK6ThobbCatjWn4Eo6y1MloGCANJQjvf7uPIX0OC3PpzSwhF/8hY/Q32VTqS+C1SuBqsI8nS3Kf0ewqjreX9/dvIiO/pb2/87zvh6wKs+XtndXC3C0iPkemyNWhK8L4tRwicijUVBwNyTSdBro0vBOTrWgwgw+ZS1iayxKu0WYnMIZ9RZjTUGQSI/IRRqlmZgjzx1k+67tnJ44hOYI4AjRNZGzti0alLpY+E+iYAt8n6FCi7c/dDeWY3Hm7Dhnz04wdvwYS5cOc8Oa9axauZxGtcySgV7WrF6J22owOzvP+UsXWDu6htiXd2Vw4vw51oyuor9/kMlyk+/teonTk3PYuoMjWlsV5GRKDhV+4LK8v5d33n8/XaUlKpQKTcKQLGwjTxSP4/uHEJOEK1t9xdfUdko4Th7bErAqgFO8VRfBqnwGScr6lQFDnSnuCehKwrLafsGxR7U+zczMONXKjPJXjcRbVUKrXI96w6XelHRw8XoVrG2BLiDVVMnqhtn2VVU+jYmgTtSHmibWAVY7Id1TXrMtV6faCJmemWHtkkHe9/YfI5hvUT4/wVs+9AvXtU6mYFXNVQzK07MqWEx+Dzw3AategzDylM2FgNUkXT69JWBV7so5BaxcLgGrtkk+V1BrQjT+AiXvd/jD12Ke5AaWWDP8b/3jbBvW8DxXjfkLxwv8+93/hjPVPiy7hOV5/Nx9T/HOzd8min2KAskNjUigtOersWdJOWObv355C6N9J3nz+jot8oyfizlJjV89NkytZ4j6xfP0+Sb37asxt7Kblx5aRvdEneGLdW4cqxCNFDm+rkBomWw0h3jHbfdih61ELSzzRYVu+YkNgnx1D2AO3cC5qRa/8en/zCc+8c+4954HaDTF+fjK8XJ5cFK6PiVWI1fbUWqrKttepqnKUq2hSh/dtklRT03U+Avjpr35kyLZ9DmJyjU51mXrk560tF+5YdSppE1/TpS0yS6YUq6LEjT1VFXwMrVUSaCrsgiQzbN2N4D8bugGedvGa7b4zKd+g7c9ch8jIyOJsrQNi2V9ksdpQYxlysabh4VHa3qCs2enef7AIdyZS6y2HfpMk2I+z0m3xjPHJpTi1nEsVqxcwTvf/Rj9AwNKOS7nLZsYC++rA6z+bWt3Z70i5S+SgG2ZCylYVV0ZsjaGUCj1Ypk6lblpZV/Scl11jjuee4axw4dY0tuDbejYXXmsnKXU3blcHjvn4Dg2pcHlrNr8ZmzbZmZ2WgURylog2PXX/tUvX9ccz56UVSCrQFaBrAJZBbIKZBXIKpBVIKtAVoE3ogIZWL1GlQWspp56ndByoCvPd77zJN98cgfFoaWJujEMMQ1LBd10qlXTi1NJe1Y4QEGc5GL/ahf8nfc3XJdVG9bzS//iJwga0PRidbF+rRDsy9r1JWzk76BYbVuJXmaL2FmO9DUvBxCXh6Kkj782WL2aY2vyrJAIK9IV8HQsjfPdOgdVG7uOJZ61Aq2k1VpUp0FES9c4L228mkFJKimqKk1TkFXsGRT/6HgDiZ5NVV7pfEV7KGDVvuhy8Ol9PP/iM4zPnsLO5ZRHoYBVaQtXbbnK31M+28QH0XNdtgzrfODdD9Hd3YMfGpw8Nc7xkyewCg6np2eZnBhndvIio6uWcde221i/dg1nz09haiHrVq0kaPnMVcpcnBpn1epRDCNPE4PvPL+T01NlHKcLQ1S4wiAFLZomodtk06plPHr3XQqOKmUcYltgYRk2YXyWMDiGrtWvSF4Hy7KxnW7VKmxbeWUFoAncFDuAy8KrOoB0Zxt2h1dkAmcWwWoQthRYnZubpFEv4/stpTKTcKNW02euXGdmvsr0TIW52SaeSIxFcW3oid+qllgRqHHQ9myUz8m0ZONBtNQSYBWimQZ+YKg69nc7/Nuf/xgrCss4deQI3VbE3T99fdBFwGo630QJXp2dpzI3n6jyfI/ZmUu4rdoCWFXt2R2p8Z2KVduS8CqnDVYtcraMSAhn9nDi9B/zmQs21YE+4jjHjfWTfHxoklu6I1pEPLd7hN879n/SDAJyRoHQNLFx+Vdv/RMe23CAqXqDkgQEGRY+AYOWg4/HicllnJjS+cBdFwl8G8/LMVutUuoa4YuvdTMRDNMbVuizHFaWwegqML+iix5PozfQyLsBue68shZpEtKDg1dpUCdRnxpKjCs2CaGqkzj7Rt1Lya1/C6crOp/+9f/CT37oQzz86Dup1WpXXUWvtn5euSl0+bqR9punbfXJ93RzK53vyWZQG5im877tDZ2us+ruKzxe05NULfxtT1+1JreVsWr9aI//zvX58nOME/uU9vFFeS3heOItLO9Xvge++A0HCk43PVdtNsjZuvUGf/Fnf8Zdd9/GunXrlP+w/HthmInXq0hUZd6LdUxrdpLymcM4zTkuTDd58rUxkcwzWijSHUSU8kVOhQ1ePltR6nbbtPD8Fm+57x4eetuDhGECQRe6I9prpQqGu4Yf9pUq9YUPtW2NokIaBXIHordO11v5MEzyxR50LaZRnUcLfDwV2OXw2sGDHDlwgMBr4bdctU4kcF3Gl8Bk+TctZvUNt/Loh36OXKHE5MwsXtCSGDu1DvzaL/2bq46v7M6sAlkFsgpkFcgqkFUgq0BWgawCWQWyCvxjqEAGVq/xKQhY7bzITlWo3bbJH//pn7N93zH6ly7HQ5SkYMeSMh1eBlbTl04BpoKuHW33qYo1vaBPjyHHbbkBt927jX/6Tx6lOuMTxAKjxHNvEdIuXNy24UP6e6L0WbxdTeEqf1VWAHK7Rq//3x9YvXqRRZEpnqeSKGXnDE50aYzpMYnhQaiAR6+EWKHRIKYlnnwippMwoTimLME+ukYPJj1tBZscqdPvVfkGRhqhWDlosUpFj07W2f/ULl7Y9zSV+jiWXUi8EEWxqpRp0v2cqKVEpWmqsBWP29f18MF3PcTJk8fJOUXqNY/JyQk23bCO7r5epmbm2PnSXppuSMOVtHCNZqPC+qVDPHDHHRTMPBcnLlJtzdLX04Vu2mA4HD16mkvzTS61fFqmQST+mbGJLr6WQcCtN2ziwTffpQBE8v6kRdvG0qVOJwmDkxiauxCok45bAatOrgfbziHwTxdf1bbH6rXAajoWO8fWInBZBKt+0KBam2a+PEWzUUtgUuApf9V6PWB6psbZ8XlOnJzi4tlxojDGNB1iPVYBXcpCtS2ZlnFmCGBSIVcR+ZyEbCUJbl4gY2OA0dWbuXX9eu69cR1zZy7hNaoUiwb3/fT1QZcUrMr7NHWLRrnK3MxMou4LQ+ZmL9FolJUVgBKqKviWALWkHotWAJbpKGsHUa3rto0j39GZuHiYrx36AnvMHKGpzB3QGhFv8i/w0ZUVVuY0vvDc3Xx77L2YtiiRxZ6hgR+WWFOa4d88+BesX3IA4Vg5PcZ1bJxAJw4LvHB8FZvXnGX1YAMvsDl3TqNVFli7nMLAGnAGKMaesg8OHF0pAC0vRLxSXWKaprR1BxQijZaooMMQ1wArziebCm0lZhrSRBTS0rtxNr2VC36e3/n0p3nbjzzMY+//ENVGfVGtueDNmngAp/C6cw1K1ajJ2rPoiirzdrFtXS0LC96reodaWL1We74ngWhtS4vLLEvESiAmCGQeplYs4g+a2nvIzwFhO3BN4L76PRSPYBnH7QA2CVuSQDbXxVc2Fy3lHyx/F1VyvVJRfqAtt0Wr1VR/U8Ftoa/mrlh5yHeBvNLSnzdNHnnHIwwPDyuwKnYYqgyyi2O4RJpF4MLcxUt8/8+/yvLeIv2DQzy3/xWWdFuMLunHDHxKVo6xqQnOViP82EDyw+RYvX1d/ORPfYCBJSP4YbAAVpODJKrbxL/g9bcrFe8Lj2iDVTlHOUaqWFVe4OJ67IeUuvuVfYTXrEPgKRuXXD6PZdvUW7JW1FVtGpU6rXqDWrVCs16j0ajRqNUZWb2eh9/zIQqFIpPTk/iB1w5XjPlPv/iL/xj+v1J2DlkFsgpkFcgqkFUgq0BWgawCWQWyCmQVuGoFMrB6jYGxa+chcrncglpKHiZtiqbr8t8+/0UOnp5mYHgZrhGoMBoBdqKITNuqU0iqLvrbF/ZKnaTay9O21muYrIoqKNJ49D1v4x0P3kZ1Rnw1HXTdQ4sTf9ZrwdLkIj3xJ0xv/7Bg9dozTwCw6ncXZVXe4Ggh5Ky0tSospSmFrqiWLBXgAnUJrSImrxnKo7IRR+Q1ne7LommS46VvX4JXEr/OJBDG9qF2ZJaXnnye3QefwQvK6FqiMBRFmGp1V+nk8goCZRMIIVYAD24b5dEH7+TcuVPKK3BqcloFvqxYuRTbKCqw8tprxxgaGqaQy1MuV3hq1076tQym6DgAACAASURBVIh7bthMf6GP+fIctcYEpt5SSuF8oUjk62hWkbpmMllvUPECydJSytxaqLH+xlu59dY7FOQTkKRa02ML0xCvzjHi8AxSkc72ZfnMlVJVKVZzWKaAVfFXlXFkKNXqAjhvg6krVcdXtkarRLW2Utj161SrU1SqM7RaLQK/he+7eL5PrR5wcbzM8VOznDh1idr8NAPdebq7CwqqagIZtVCp1QxRsBomtiUWAeIJq6EsDGxbwbOWB/2D63nkkQ/gBCaHnn0CozZPT6mEmXd4+8f+j+ta2p9/+UCSKh8L8LJwqw1mpqbb4UUR8zOT1OpzhKHf4bnbkXifglVNlMGJWtV0LHSlDrbVezp/4ST/7cjXOK9Jq3yA5caELRujGHJXfJF3F1y+vOPHeHXuHkyzhhYlIM7ScwQtj/U9U/zLt32N9SOT6G6Abms0jRzTk/1MNTS2rrtI6BUYP2ZxdipCr+nQ08PaDZtUYFgcmvg6mIaxkEAvmxZioSGw0QpRYE8gmOaFhI7UQ9rd06C9ZH1SPqCGQSsqEI9uY84e5POf/Rxbb9nK+3/2o9Sa9cRL10xsHpR3rp60uV+5Vim1YpS0zXeOV/V7JKFSifJTfQnsDEK16RGJf28QJNBSQKcvwNPHcz3V9i73y89isSBqUbGmaLlNBURdUY0KKE0hqUDRUILW2krTsB2YpeZ6unIs+g/L21BewGq8GmrMipWFGr/KuqMdFNj2z7ZMqYGu1NmGldRCYLtj2XSVSuQLoh6XdTzZTFA2AKplP/EjrszOcvHIUfTqPHh1Dpw8w0SjxpYVS1k+IKudjx1B2W9h2wX2HDnNiUvzGPkicRRwz5tv50fe9qhS4afQWdVdb28KXA2sXuFLczlkFYVvYlKtLFXaa6KMK/FHlu2+XL5Lbfx49aoCrPJZGjIWcg6+fJbqcfKOkzkn408AvqyrbrOFZjmMrFhDyTFVAJYnPq1iOG1Y/FoWXnVda1z2pKwCWQWyCmQVyCqQVSCrQFaBrAJZBd6YCmRg9Rp1/sIf/QWrV6+mv79/ARAIaG1MTPJbn/8iZ2dbDA4vxzVDyRihEICn/CETBVUnUEiVoaliNb1oTSFs+tj0fuXLZzl88Gffz+1bRqnPuMQCxAwXTflVpondVw9n6QSrfxOAfWMUq9ceyIYmTe2i4Y0wCxZHCxFToBSqdWBOk9TtkG4sSppOM8m9pz/UqGlQ0WMFswUgrGm3tnceTViBT5gEV0VJArjpasy8cpEXn9zO3uPbieMmWmwnQDUFq2ECUwUUpH6Kgefz4JZlvO3+bTg5i2bL5/CR1+jv70OljAva9HzmZmcZ7O+n1WyqgJoDBw/R1ayyvtSD5VtKoeW6E4RmA0fS5CVgqtSDme/C1HJKqRrELXxRxWkW05pNz+gWlqzaKMYJSeCNSjK3MPWIUDtCHJ5H4daO1n0ZW6kVgCWt6mIFoGCqwFVT+Zh2jqMrP6XOtuCrKVZdr0alOk21Jv6q0v4s7f4tWq5PtRZw9twMR09McG58ii7H54bRIQaHupUPo2HLuct41rEEPqXfBcwZuvIzFcuCMNbp7llKobiKVw5fwG1E1I4doBTMsXJkJV09Q7zvl37tulZKAasL7dyGhVdrMjM1pQCkwHyxAqjVOsCqCly6eniVWBuYtihWbQzbUSo9yzCZnbzAp/Z9hTNWA8vTKPgOXmMSP2+SC3SWT00xPvGz+H4/QdRA97vwnCaO6iKP8b2IDQMT/O+PfpfVxXEFo/zuYZ49sJyV+WPkChHHDmhI13mPIbMmz0SlTH5wObfdcoOyx2jmDIwYDD/CF28NNHJhTKBptIIQ23EUmJSdGOUFHck8SOBZ8jkkfqRG7BLEORpLt1DvW82XPvd5Vq/ZyM/9r/9SqZVTACuAU5SJSp3YaCRqzlaLZrOpvuRnt15XwFN+Tr/cVjLmQ1cAva+C0FL4qdSkUZJ436lolZ9NM1lv1Xg3DAW1LTsNSLMwBdiblrpPNhossVqQDTJdHmslINiSIDVLwX2BhQk8Tb7UJoTshomTRTtoSc2bdpiTBDelStfEizT57KSdX523PE78W+S+VPHc9nMRkKr+vWgHI+ZiC80S+wWXHU88wS3rRxk7eZwfbH8JvVBgac7m1nUryecMHENH63JY11PiuUMnePLlY/hmXm0ErV42wkf+6UcJ2gA1VVmr79LNkAZTdaaHdcyiKzdYlHQ4WSzUpo6CtJpGo15nbOwEFycmlcfq3W++g6GBPvyWfO6emgeyqdMKVFxYElqVlCJxaVAMO5lTsjaFrsvk2WO05qeV3Upsl4iNHL/9m79+XXM8e1JWgawCWQWyCmQVyCqQVSCrQFaBrAJZBd6ICmRg9RpV/q+f/QK2nefGzTcquCpqvGIhx5GDp/jCl/8UVy7iiz3YVgHDMPF8F8tMFHhpwE+qiBOAKRejSrHaDhNRV5Yqar6tPlUqseRnPwxxBvv4+Y+/n/X5ESpyOWuEmJJYfy2Rq1wwq+v/zgcshrcoUPg3jKhOAPt6Z4CFq+BrvsK1XlvpPq9xAS8X7J4eU5QU7B6HF82QaVGsRjp5SVuX9yMp1FFIaBjMxx7zxCzXVMQT80T0CE5qA4SkNVUu1BcDawSWethK4SXkyJ6LmXzuJE/vfoaj5/YkCuM05KYNJkWlKABCQli02MIX39XWBFrcoKu3l/Vr1rBiaAnN2SluvmEN3cUCfmwxcWkGLWhih03On77I0mXrOX9xL3Z5hoGcAQIU80W6dFu1utZadaWaKxQKlETJlpeQKRtDF7iahMJEmoblFMgXC4Sr7kDLF2hRJNAcbHMeJziMxkwCcBTUSWogEENgUc7pQcCqaTnomrx2AmcFGCWsZNEvsk1PFuBQConSD13a+eUziwlouWUq1TkFisVvNXClrdqj6TaZrjQ5c67CwdcuMDczxdrhAps3raZ/qF+BPKetalSt/211Y6pwDGMBYC6hr6tgGzfuYa7cx/GxC5x6bQw7qhBfuqRaqletGuZXfvNL17VObt+zH90yVd3UPHUD5idn1fsQ+Ds9M069NkezVVcqQoGPMrwElimVZxsuqXktUFUgnZPDFKjX/r02P8MXd3+Fvc0z3NR/DzfGy6k0z7Bn+kXKBZPguIl+6VGlwPYiUY9Cw8hjN2cxtDxeTiNq9XDHqr38/EPPs9py2dPayvmD09y47DiXLkQ0Z226CiZu2M3J6UlOXfAYGuzhQ++9LwnRChN7EpmCC2tDLNBUbCZkgpmyNYGme0SxKOJziKxYC321POlyUr6HQ42W3UOjtIaofz1f/sYP2L1nP+vWjRIpCwiPRrWmQKmn4KiXvEbapi/q8zasFLAp98tGlfwsXwI4ZR7kpHamSVdXF4ahqfvksVYhp/4mYFRtRjiOgqNOLq/UpAkEldC3RCl75aZVOpaVWrJjJbwMIsah2kiRm4RUpeJVWb9ESfw6he3CeiE2AqK2FaVtohxPVZ3qvoXgrcstC+ScgyBaaNcXL24rpzNVbnLo6e/zvttWsOvoOb727D667G5u3XgzpZzG7OxZZLdoxdAIa3pyWDY88eJ+XjlTVV68xZLOx/7ZL1AoFtvKYAmxMlVdlJe0YSh4LTVP/Y3VubT9VxP7E1E5+2rMiMJY1Lepx6r4QM/PzvHED57g+ImTKkWw23BYMlLkwcceY9XGO5TSW2w/IvH71mNCz0ePYnQjR4wnQlQMUbEGMboZE3lN9v7wGSbOnMHRNXK2SU+ugNZ0+ereA9c1x7MnZRXIKpBVIKtAVoGsAlkFsgpkFcgqkFXgjahABlavUeVf+aX/i3XrNjK6bpRly5YreODYJjuff4k/+9bjBNLOGXmYvgd2HqPQS07SzqXttg0z0ov7NBwlvfBvX7kreCdX7+pxCWNNgpLCkIE1K/jYR97NUNxHU5STRoDZVqte9ZTbYFWx2rZiNiUD6e//UGD1dQqo9hsQAZ0oSuX9z/VZHNBDpVIUQCpN+Xoc0IuBg4avoXxWw7a5ovitNrWAQfFglRbatlIsya8WYJSG20jkj6VUe2I9YE6GnHr6CM+/+CwnJvYrNZu0HCs1V5pIHgWJX27kE4UabhAy3BXy0JvWqPbjMxcucXFyjqnpWdasXsWKpUOMjCxhttakFPisNXW6fBPXN5kovwLNeQrS2W476KVecsUSRdtWYU+i4hPIIQBG4Jzj5BQQE8WmUocJ32m3WXvd/Thdg1jda7C6homtCoF2BC2eR49SoJ5ANAGrolhVYNV0lAL67wOsKkgSSZt1mUpllpbbUEBOgKS09TbcJjPzDU6cKXNk7AK1yjwblpW4YcNKegZ6cXI58uJBmnqqmqKeTaCY3HQjT0xd4niUR22o99MKhjl05BQvPLNThY/lDB937gIlPeZL333hutbJ7S/uR7MMsd9Nju0FzAlYbQUqMKfemGdmepxQWtMVKEvGTydQlQMrj0xp/RZYLLBP1JBtsNqsVfnSC3/K3vpJblt2H+u8IabKY+y8uJtKlwMnA5z59yr/WWHWlq7jintuHCi4HooPqmtQajV52x3HeNPtJl97vMEqXmHLUIg776Hl+pmu15mablJ2PSKtQFdO5z3v2MZg3+CC3YGChUEChZWVhK4TeE1spV42cL1AhaUpKwAZc+LPaZr4saZ8SWVulEML+tdQWn4DF+bqHBs7QRQEKjhJWr9T6GwbyWs6tozBtnq0wyYgsalI4Gr6JY+Tm6ElcFRZNCjwl8wN+ZySQLnk77IhYYgtRtvvtnMTIF3vrrbuyH1h26+1U5Wtnq+imS4PzrpSuZ1C0xSyprYFqapWWvHlnORcJTyvs3V+oZOhvUZLG30KgtXfZAzYGnOVFkee/yGP3riEQ2cn+fOn9rJu8y3cv/Vudr+4ixNTp7hp5Si181OsXaIzPNBNZOZ5/NUxpoKIXBzxvp/+KYaGlrQ3BBLYrMau+FMvqE477ldq1OQm41zGikwLWVUSS+QkKFDWlXq5xjf+6utcOHdRjSdbrDCCgJGCjp7L8eAHf47i8qWJElp5iqevqyNeuYahBpha22whrJHPxTNjHN3zIkGtjtdq0NNVZHTpUroNm0998/vXNcezJ2UVyCqQVSCrQFaBrAJZBbIKZBXIKpBV4I2oQAZWr1Hlf/dvP8nKlau58abNDPT1I23r0hr+nW/9gO9vf1GlbAvc8eYmaEUmheFRli1fp9pKxcsvafFMrihFdZkChAUPViVQFVqzCEJTpah40q3behMf+YlHMRsWkW4Q6wFGbF4zaCqFqEphtKBCXARB6jz+hhH1/5ditRN4XHl4QSnSRB87Bud6DA7jYoRm4lkI5OKYnEAWdWGvKU/VpqjRxC4gFvQmoWHgEWGrYLCkvVRBmPbBRI0n8i6lY5Vyn3c59MTL7Nj3DBdmXlPKN4Eicjzxc0xYd4wX+8ReU0FKCabZtLLAP3n0HhzbIrZynL80y8GDB+kpFTl//gKXyi0mZmYIpmf50O3ruXV4BL8RMeVNQFTDiD0MLHLFXnK9PTjFIrphKiAnh5TWaVH7Sbu3BEzZAhxV4JGcV9IWnS92EVs2vlEi1zdC98o+vJIELFUx2vYFolhV6kQBq7aDY0v7/f97sJp+bpd5LQp50aQlu0WjWaZancP1JEU+IAySRPRGs8nkbJ0TZ2Y5MnYRt15mw4puNq5bpgK+UrCaqhcFzFxmn6FbRFETTXOIybHhhnuxnRX84OntfPkLf06j3GLJSB+WN0vj0ln++rn917VOPrf7ZTTLVKo6pd71QspTc3gtUW3GNFtl5ucmlRJd00VZKJBoMbhHDqpa5EV1K8Bc2s0dJ7E5ELBq2/jNFn+246s8d3EfNy2/i1FrKdPVM+w6swcvZ+KMt9BnP4ArvsmiEgwNYs3CsMS2wiQSj0ltmsgzGB40WLO2xoU9X+ejDzSZG3eYmTeZbcX4oSSoA5ZHtWpiahHveORN3Lhh84KSUkZSEtAkmxex2jgQn9I4FC9TjcCNadZdAq9BHLjKJiAS/0/dJjAdtOIAS5aPMrBmE3qxj0iAmEBYAXCiPAw93JarXi/RTMsYTABpAusWlfSyBqabT50fnvjSVsoVzpw5reaCdAqsWrWS7u5u6s36gmI0Ba/JGF1UXC8EbS3M/WQuX5ZpJfNJKHZ7I6bTPkOB878DWO1Uroo9weVw1U/OU6wAlG9s8prqf2q/R1M2ETLuVZCW+lxkTonna0QhZzExPcvhHU/x6I3LOTNT4a+e3UsYO7ztHe9k6YoV7Nm3h1vygywdm+NQ6yiFoQKabfPUsZNMy0aTr/GuD76PjZs2qjouqpaVbFl9OLLutbfyFtS1rh8pewQFVtXmYFvlLB63sViuJH/fvXMXT37/CXJ2TtkbxIZGXoPbl/SpYw3dfT9r7rmbWDZB7HxbKRvhiYewFxLH4m3rypBXYF/3Wpx+7RXOHztI2GwReh45x2RZXx+rBpfwX/7ye9c1x7MnZRXIKpBVIKtAVoGsAlkFsgpkFcgqkFXgjahABlavUeVPfvK/sXT5Cm655RakRVPAauR7fOlPv8FL+1+ht8fCLU/RqszR8gLM3iH6V29V7dxKTdVW4am2VMGC7fbUTtXSYrJ1mwSqzJgYP47Y9sDdfOCxtxLUJOTHUj6eEpWiAp+uckuVdJ1gVdRn6f3ylH9sYFWCn1RKdZfNxaLOcUI8Uayq9tlQtYT2aCZWrNHQYhqinJO2aQm00sEWL9Y4Yp6AAXRMgRboKuxKFKyCcgKlcU2UbaYPwYka+57azc59zzBTO6PakcXPUSnRQlFRxRBGtKSl12+o3z2/yT03L+PRu7cyduw4A8NDSnFXmZnkrjfdwvzMLBdn6uzesY+xIwfpjWvcsGSYrjiPJtBTrA+1QLXV9vX1k+/NYRa7sKyCAquGlaj3AgW+khRxBWBMg9BzE4AlQTShSaGvC1eCeqKIvrUrKK4fIFKEWoCFgPQ2WJV2aQlSsrsxTWmvFm9VW3mz/l2sAK4KVpXSLyQIm9Tq89Tr8/hBKwGOQQIdBaxOzNY5fmaOY8cvELoVNq7oYe2aEbp7E7CaE1VnG6imgHVRZShtyxoSpN7ds4YbN72Vi1NVXnpxP7t37mP7rp04usWqkSXU5s7x3cefva518tnd+xKFpuTjSJCQH1Kdnsdt+ArCu16V42OHOX/hLJadU/PacZJ2dQFp6XxWykonhyGqVdvBcES96mA5Nrgh39n3Lb5+6PsMDW5kpDDMXOsSZyZP4QQNVgU65069G0/vVhYSZiwwWSc2PdAK2DLWvTKhrrFkuEFj/HmGqxf5xZ8zGT8jHrw6w/0GuWJEQQCWYbJjV41y2WLDxjWMDCyjWq0p799avZak23ueiAXxNJPZUGeyKin3Pr2Ow6rBQQbzJnndJbbzOKUuZW2QH15Nz8Y7MPIlpWBNxNEyzhK7ALXCRZF6ba0dAKXJOExVku2NnrRuSp3dtlNIPzz5XcDsEz94kp07d1KvV5Xf6YaNG3nooYfYsmWzCqGSeSzvQwFb8eOVYLo2tO0Engpnto9/5QBRexBt4NoJVtMxr1SrCojKwxIdZ7qWXnaMthVAClblvKR9PgnmShTwCyFdScmUQrU6X+bChQvMzZap1+vKi1aU62I3kDdtGoGHPzvBB+/dxtiFCV44cIJmGHPjps088rZHePzJ77NpKuR93aN87/w+pkZ0WjmDvWNn8Zw8hgc/9v4fY+OmTYl/sWWqmrmuHCNW4Vn1euJ5Ozc3T6VS484736xsFWq1mvKtfX67+E+HDPYP0NNdVOpXmf6y8fCNr3+Di2fOqlZ+CW4UsNpl6Wzr7aK/u5v9zYBpQ8e2cvR2D9DT18fwshH1ZXf1ks876rwkoFHEq5fGjvLKrmeYmzxD1ApwHBudkD7HYePy5Xzu8eeva45nT8oqkFUgq0BWgawCWQWyCmQVyCqQVSCrwBtRgQysXqPKv/cHX2Xz5i309vaqRGqhEa1qld//4l8yNnYMPZojqM8RSYK7laPQN0JhxRYF6lTwS4ffnyZt5W3vv8vaQSWluX18US4pbCVefYbOw+95lEfufBNN18URbaYWECtn0f/ZwKrAvrTJ9Ipi65pS8/oli9NWxDk9oKGZCpJabWWqoVp3oaFDOQ5xNcHUASUM+jAQrCea1ED+K4qqWFrFDQVdBfKIjaQlfpKif2xC9cA0u7fvZPe+p2gEM0o9ppRuEo7T9knUw4BmEKBFHp7AEr/Fu++/ibfespaxsTGWrh6lUq0SNBqIY6Dlh6wqDGGSY746w5PPf5O58fM4rkEYtwik7b1QVJYCPcUc61f20tvXh5MrkBN4ZTlKFRlGsYKrSS+/hChBo15DF79Zx6bVapDv6kcLLVqNJoXhPIO3rcTo61YgMgWrUmUBfbaTwzJLlylWdU38VQWuJpj9Wh6ri5Aped30JrDFDxoJWG3MJ16KAsjDZOzWmk3GZ6qMnZ7jxKmL6GGVjSv7WbtqmFJPtzonUeMKmE7tADrnhuQEiQdmEMHqVW9mxcib2PfqK7y8c7+SIh88cYRDew/R1dtHEFV4/NuPX9c6+cyufehtKwAFd0OozMzTqieK1anpc/z3z32WEyfH8IOIUqnIxo0bePDBBxkYGFBALIWDAlTFdkGsAMS3NQ2wEgXqM0ee4kt7/gK91I9tFGgGNbTYZeX8OLcWC/zg1R/FDQcxoiqm1Y1uRKpVPYrymEYDtxnSN1hisG+W0/v2YnvjfPQDNo/ePEPeCunu89E8Cf4JaHoaO/c6HDlpMFOuU52G3l6LZctkIyCxmZBzLhQHeG28zI5j55jyRT0akA9d+h2dH3/kdm5Y2kW15Sr1rShY9b6V9Gx9l4KqKgBO6ibwMAyS9nBpI1fgTjYBRFQv4HnxY1nY9GmvgUoHqSUKWvku5zQ/P883v/FNXty9RwFasQGQTaRmva4A6Uc/+hHe+ta34gV+YhXQDtVKhublxtOd8PNqgyNqWwGkCtfLx/flVgDJ85M17FpQVdkLhKGy9AhCL5kvbQsFVae2Z6u8V7fZ4gffeZyTp06p95i8JontgR5jBBqBERO7Ve4eXcu5qRlOz5XJGZayGRkaWk7Unaer6bFm3iP24EV9hlaPw9RUGTEv1SOTYneB3t4eNc/k+6ZNG1kzuoogijl5+jTPPP0s5XJNKY5lw+PDH/4IlVqVvt5ezpw5xXe+/W18z1V2C3HssnXrVt7+oz+qvFX/5I+/SOh6mJqJ+rfNNOk2ddbldHpKJY7XI8Y9j/lqHV+i4OIY29K5fdttDK9drzZn8sUiTlePArfFVoOxvTvYtWs7ppYEimlxwNKeEmsGB/mDH+6+rjmePSmrQFaBrAJZBbIKZBXIKpBVIKtAVoGsAm9EBTKweo0q79l7jFyuoGCBeKSW8g4nx8b4wlf/iqlqjYnxE8SVCWzfx+5ZypLRLZQGViaQoa1oU0o4ueyPw4V25wVfQbnaFrCatsqK7iuFDbbFj//M+7h97WqacYjly+uEIq1LWtWvcutUrHYgjeT4bcrxD6NYvXbwlShzc5pOrcfkkOVR1nScWPxQRa0qcLStLGt7rlaU16KmQlbEn1Z0TXKfhKn0C6QVu4a0DVnVPVJQU/LSpWG9UIep3WfZuXsnu/f+EHRp9U+irlK1qrTda6GHJ8BDoKGECukRb3vzOh7Ytgk7l1NhRQcPHqLHsTlz6BBW0+futdsEsVJtTjM5exTXn8fULcrNOpV6wEQdTkyV6S6arOvSGXQ0SqUC+XwBO5fHzhewLFEsikA1aScWiC6QSdp5BdiLZ6VmFzG0nEqx17pNBrauJb+0V7XqLoJVDcNKUtBtq4RpLFoB/H8Dq6LAkxbyBvWGBDtVFJQTf01p+5VxX2k0uDBV4djJWU6evUhOa3HT6CCrVw6RL5VwnPxCeFUnWE3HaRx5GGZewdUb1j9MzlnNzt3Pceb4Wdx5l5YfcezMaY4ef42hkX7+8stfvq51UsCqZupKfana+SON2myFeqWJbRkqvOqT//FXOXP2VJJgjk6h4PDYYz/KnXfeqdR+Um+1gdL2WBWgakiyvJ1TilUrdthx8gX+5KU/p2kKLLIgcHG0iPu0KTbpGl8++F6q8wOYcZnI6VL2IKbYIEQ2oV5DC2H1Co/q/BGqjRHcyn7WDN/LJx59mQc3HKLm2mh+iBl55Ip5nnguYtcBF183uWl0DSPDQwr6JutSiGM5nJz1+O7uo1yYqaDnuxTE1sIAv1Hj9tE+3nvfTcrWwBRVeNzCzS8hf/t70ET5LGuJbEKoNc5QMni1brXVsMnGjyTPy/2JBYqoJVOv1Uqlgu8HDAwMqvEiQFL+9u1vf5vH//p7ib9rG1Smnrby2l2lAv/8F36BW269RSm6ZQ0QqwFp64/EzqAdOpUOhk5YeuV9ySqxuGGQPlZ9zKJcV2C0DVhTtaqM8fS+djiVUrkrdWqiohWwKorVxC9V6p38XdCqvE+5NeoNvvv1bzE1Pa1U0Ml7batizRgncvD0iEZ1lv7YoUFEU/cYCGBd9wB9IyswR0a4ND/FxcMHGIpszuAyF/tKQSp2J7Gmkyvk1ecgGwIChdeuHeW+t96rxuZTTz/H7u0vcPdbH2B4eCmHDx/hnnvv5YmnnqSvp4dLlyaozJexbJM4lPlep2+gn5/58IeZOH+Rv/zaX2DJBo1S/YbkHJsSOoN2SLFYYKpi4g0OENk2nmEqm4Pq7CTr165m+aqVeM0GPf19hE5OrbuDYg0wM8ULLzyP6waJD2zosbKvh8Gcw9dfOX5dczx7UlaBrAJZBbIKZBXIKpBVIKtAVoGsAlkF3ogKZGD1GlXe+/IJpVzTYp1Aixgo5tixfRdf+ea3cImVYtGvl9WFbL53iIGR1eSc0kIidKrEku9GOyxGlIcKIKUKK2lVbadWGXKxH2lKYWkX83zsn32QlX19BGGMGUljJMS6jzTpGQAAIABJREFUgXEFQFiABskrLSR/JyxV1GSLeq7LdV2X+x6qR18D2ibHSP949QddG9peG6wKwLANjdkukz2WR12T4B4NI9YxRaUpMFQ18ktwFZSjAE/UmEqVqmPGGi0BLGj0yv3tsJXEkzV53yqoR1qVYyjMhRx/4QQ79m7n5X1PkrOToDFRYQqcSUBJElolBgK+as2HOKiztOizdGkvy5avZPnQcuq1GW5cNcT8qROcf+VVbh5ZiVPoxg086q1ZdDtCt3TVbh5FJmVf4+RMmdxgL2HgMnnqNHGjRYGQAcdgaKCHUn8feiFPFAaYQYwlYN42aXoufsslX3DImzl0R9Svom6N6N+wlO6Ny8DRlbJaATSxQlA2ADksq4hhSOu9oywlNAEiSrXahv4LfrzpSHq9+m8RTIlLgiTA16k3Zmm26qpeEtgjw0P40HytyYXJKoeOX+L8ufP0F+CG9SOsWj6UQGRHfF9NLM2WpCJ0M/EiVq31aqyGhL5OV2kpo6P3Mjsds3/vi1SnZ9E9qNRcdh0+xNiFM/QNDPLdr37putbJp3fuUcdWvpeiKMagUa5RnaspYOc2K3zmN/4zLx9IvFgl/EzA9i1btnDnHXcysGSJ8gcWpbFj55TqOJLgJVGG5sQaQCe2c4yf2M3jB77IvrqGn+8VQ2AGKfNzwxWsswF/cfztnKxtgHiO0MopxaJlG/haDs0XOOljO3NozSqG3kO1dRK763429E/y0Xuf45blpzHiptqIEAXujr06L+wLsHtzLO0fYPXwOsLYTRSefoSVy/PM4UmePnAaUW5GmqE8VhEleBjRZbT42Udu55ZVA/jymrFHZBQJb3o7Rq6oYL+sY8q3UzxYxRNYBb9FCiwKkJQ1R8CrzFOBruI7LXYEP/zhUxx45RU1RzZvuYm3P/wQvT29TMzO8alPfYapC+OJv6wMJqXmj4mDCAnD8gKP+x94kNtuu42jrx1V8HPZsqWsW7uWFctX4PqeOr4m9hmihFWbVouBgCkUTeZHsgYnKtQEpipVant1VuFTyn4juV++yxqRgtQ0nErZEog6V/xUvUB5kMrKUXNbBGLdEUHYctW8VDYfhPhhxNNP/JCZqWllz6GOLYJ5WX8MUanLmNTwfVdt2ITqfEOcIKJXM8kXuigMDpHvKTE9P0350hyRbdDwJQRPNiVkzdGVdcy60bVsu+UWLFHCGhrdvd1MVJvs2H+Ic2PHefCht3PH7Xfw/HMvcMcdd3Lg2FHGL01waXqCaqOCmbcV6A8J6CoWuWXjZs4fHePEgaN0OQVljaMZITnxGPYDHCNiaGCAyrzLDXfew5b7H6CqiT+4zvlzJ9i7f5daE0Pfo1goEsiCjcfWUpHlusEL+1/h/OS86jDQI5dl/T2s6O3ja3uPXtccz56UVSCrQFaBrAJZBbIKZBXIKpBVIKtAVoE3ogIZWL1GlV/ad1zcDjEig6YRsiRv8+3/8TjfeXa78lG07TwqPzw2VOK6wBUJcUnTl5X3YpqInV6yt5WjC3YA6qI5CRQxYwl60XFj6B0Z5Bd+/sfpsnPgi4LNIFCehQI6EuXTlbe0I1Z5HqrjJMBDbteCnp2BMn87WE2PePW2/usBq44f0yzqTJUMxgwBFNIiDPOqhT/GFo8/DHKYlOXyXkOFWXkBWAJktUjdbwUR6wVSXHFLQIkYBySt3rnJFgd2vMYLu57i6JHt5O2cUlwKHEx9EpVSVCVWJ36u9VaD4b48WzcMUStPMX5xikY9otqqs27tCD2Skn36LOutiJVLl9DXXUSEfK04JDAFumlKmWaYNq5m0NQMZj2PYxdmeO3sDJW6y7AWsMovM9ylMbR2JYVSF474+hqaCrkSG4PyXBnDjCjoNkauRJzrInID8oN5+m4dxegtJmBVfZDiz5pT3qBGG6xaymPVbINVSSMXF9q/2QpA/n55m7SmgqvEf1T8VVtuI4FTAlbFjiGMmC23uDBZ49Wxi0xevMDSXptNG5ezfGQwAau2zB3xZpTApzZUFbWxMhyOhJoT+RYD/RsYHLqJs2dmOfryy1w8cRw7MugbHObJ3Xt4+cQYrSDg6K7t17VOPrVjt2rbV/MjBau1OrW5mtrE0AOXz33m02x/8Xl0x8aIYmxTWp27lRVAsbukgLdA13WrRxldv4HhkRXJ5odtKAjuGg7x2QNcuvR7/OB8jf3eMkwrz4OlYzy2LGT+FYPxFzbwXWMLZ82CaoP2DA/bHiDW8thSVlvHF7/m0CcMThE1Zil1j+I3y2wePsFbbjjBttUGG0Zays9330GLwycLBOKna/ncvuke3KCiAL+NWGJofHfvOE+/ci5RnYocvw1AZSkKtAY/dd/t3HvTCmoRFEvdypvXW74Np9STtOFrorIM8ANXAXr59FJrCeUzqoKPZOMjWQ9lTH7lK1/h2aefUT/7caCg+tbNm/nExz9BJQr4D//+12iVa2ruyLopry3jyZZxG0Ghu6SUxTIe5+bmiAPx4szR19ej7Bl+5JGHldJRrAJk3nf6rqpzkPMWBan6o4DMZMwq0KrON9HaJhA1+er0RxVFeOcaseCrKmNWLDwk3MyyOHLuFHuPHqIRecoeYUX/ECM9/Qowy7iQdePA4YP4XkguX1RQe2RkGTfddDM5utRryfl4LRdXVNFhSCGfo2Bb6L5s+oDpWApKtkIfw4QdO7dz/ORR1q5bTdNr0Wy16OtbztqVq+m2HRqVCgP9vdRbdaYbc9ilAnOzs+TyJW69eSuvvXaM5ctXsnp0I023ybGTx4htOPjaYabnZjB1HQeTvKyjDY+45lG5NEWtImsSygu31ahhaxoj/QMErkdueAnr33IvfqkbPwhpNmscPXOUMr5awyWgSvyve0Kft5S6sKdmueTGnJivUa81KZjQZepsXjHKX+55+brmePakrAJZBbIKZBXIKpBVIKtAVoGsAlkFsgq8ERXIwOo1qrz35ZPKV1WPdAIT+iyNz//RV3nl9DiFrm7V/puq/pIwlSTEJbUCUL5ytq1ggHWlVLQDaAlYlWRyAasSuVTxPG64eTMf+/Bj6EIBgkgpDCUMRdrg9Wv4lbZtA5Mwmf9JwKqousycyURO51VHWmZNpe4VlaqoVU2Bw0qtGit/VXn/osZsxj5LkURqaInCN4SCgNkOY8cFICityFJZPyY+W+XgriM8+ey3uDR+hJxlqxbeFKCk3wUVeb6nlIvVyiy33ricn3rX/XQ7OvVawLGTF9m9fz9+5DE3OcXFk+eU+nRlb56tq4ZYO9JFMSdqPp+c+IpaSWJ8TnxWI015rc54LY5OlDk46VMJbEr1MkOVC6zsgU1rl1Hq78YUZacoTS2HuudTr05TkHZsp4BT6kfTdAIrpP/mUQrLBxP1bRRjio2C5WCo5xaVMs40/h7AqijwBKz6VWq1eVxPDBbaEFq1Q0fMlJucHa/y6th5ytNTrBwqsGnjCpYODZAXywNbPBQlMcpqh8JJ6JhIjRN1oxsHmHqJgSWbmZ63mLlU4+LJYxzd9yK4EaXuAXqHl/Hsnl0cGTvK4b0vXdc6+cMdu5Q35AJY1Uxa9QbV2aoCq2bk88e/+zv89dPfR7NNbFFvygxve9MKlBSIJzJpUbavXbeORx79UdasW6s2SwqlAmJCUb9wEr36GeZaVb5yqpum6/Ovb5+nx4lpHLbo+1aOF7zV/HnfZjytn6aAVbNHAUZH7yISFas+jRNPEPuTmP40hGIPEdBozkHUZEUh5C03W7z34Yiw4fPyfpPJOlSbdd7xwLuIBVTK3BJFp67z5CuT/NVT+9UxRNkZRQGGKEulBVvL8c/f+y5+5G0/Qt+SfgqFJQSmxbTX4OixY0oVKgrUnt7upP2+3Qaf+uRKXdKfjUhX/qnPP/88v/e7v0vOcdT6JFszgSghmw3e9e538Y73vZt/98v/jsZshShVL8vMlzFhmeqrp1iiXC6roCd5nThMjiNKUpnDH/v5T3DPvfeo8DTxhhU4KRLqWN5TW5Qqx1X+10rJL0BVfKtFzZl4xnZ6ri5A1TZklbVqQbHabv9PX0vUqLLp09BjnnhpB4fOnmJAoOWa9dywei3dZk6pWi9cOKvUtgOD3Wy88SYKXf3MzFfxY4Ntd95FlOvDFzAs5xgn3rN+q8Xs3DStZj0Z52Gk1LmyPsk40yyf3bt3cH78NBs2rqdcKSubgdtu28LM1BSRJ5+8Rsv3VFBbyckzPLBEjd2p2TkiXefMuQuqRl1Wj1Jb54sF6s0mDa+pPuc1AysYWTJMb76E/v+w9x7Qlp3lmeaz8z753BwrR+WMJUASGWwQRmCw7MYB201PO/T0co89didW97jbdLdtcMN4GhwAdztgExVBEhIox6qSVJJKpcrh5nTy2XnW9+9zqq5kFQ3VPRrPmn20irq3Ttrn2///H/bzv9/7+jHN1RqLM3Pq3AtgbzcbhF6btaVFNedtXWcu8QgrBeKC2ztPMZqTruiW2jgL0UKfNwyMsiXyOXbsOBfe+F6WvZg7vvZ1ylZISQ+5eONG/nLvy+c1x7MnZRXIKpBVIKtAVoGsAlkFsgpkFcgqkFXg9ahABlbPUeW9e45K46ZSrFoFB63d4g//zy9wshXj5IpnWl6V0qkHGPpqVXlJ+TkNYNEUWO17q8p9fT9U9Xj5T6wKY9F8Gqy0W7zt3W/jlve9Ca8ToscCAQQOyH+agjiveRPBX6+d/38crJ67ff9cg/J8FKu6+HWWbY7ZcEo+vZG27AtczWkpXJWbBFQJVpD3sBLoCBCRVOlewJVcqFf7yeDrEsLVkwU+kuB40D60wrOPP8ud3/4yfmcJQ5RTygqgp04TVCE/h2LLILA8oNutce1lW7jpxksJPY9ydZSlJYEXM4wNF/HbDY4cOs7t9z5JZ61OxTYZy9tsHCkxULCpFkwGBqu4rrTmC1QUv0tD+Vq2ux1mV9rsb1sciQ2MhRm2Npe4YCpHZWqEXF58Og1st0CSc2mtLCsbAdOyKZSGMN0CnaBDdec0Azs3Ekm4vSj5dBPHyqn2dN3KYwjE/D5gtT9e02p/HysAUebFHl2vrhSrfiBgVeCaiE1j/EDAapsjJ1fYd+A4nWad7VMVdu/ewOjQAK6dglXbMSRdS0E2USSKN6QElElbfcHMk8Q5cuXNPPr0cRy7wqmDzzF39CXCrocf6oxPbmJ60zQvvvQsv/PvP3le6+S9Dz+GYQpZTGGpgYnf7VJbrCGd8TYRX/7SF/nKbV8jscXvV1TjogLXlUJPkz+9lndRVwrQfvMNN/C+99+ELvPeNCjYOeozc4TLv0/ZXOZAXWdxzePGXRaaHhEdTHDuNFlbLnFrbgOPla8iji0c8dC1Y4x8npx3ElqPYycrytICyyCMAsIgBsvFLQwTBx1iL+LNly3z9l0mi8cS5ho6nt/m8suuY+OuNxHaA5haTLFU5hvffoi/+uptdJOQxNRVUrwp5wOoahG/9tGP8c5bfgbT0Ai6Fo8feIG7H7hNhfbJTYDfxOQkl156KVu3bKbgOgpmKq9QlW/VtyUx1Pn+48/9MffefffZYD+x1xDfhzhi06YNfOLf/RuefvgR/vzzf0ot8NBlrIr6X72ZTnl0CK/eVFBVQdtYVMaph6mEuolqesfOnXzsl36BfL5AN/AULFXqTzlH6nhSmKoaBHpLqPyrCovrdRT0A6rkbV+92RL1FKvr4Woaepd+1lDXePKF53hs/158x8JFZ8DOEXU8/HZHvV6rnQbRXbRlh3wApbiWwLq1WpNALEhcg8BPw69knZfgKPm93emmSltp8xezDAG7YRr8JbYBomw3TPk5NTlQwDnuqjkpa5zUUiwLxKM7ls2AnqI4MQyltJXxqst3jJ/aH8RBxPDQKG97x7vYOL0R09OliKktgvj5ihpZt5TSWWom63V9bYWDLzzP8UMHGR4Y5K03vY89B5/jju98C82QOidqXonNS5L45KyEN+zYwWa3wOrsYRox7L7+JrZu3sn+79yH3V5g54YqW8YG+PHf/eJ5zfHsSVkFsgpkFcgqkFUgq0BWgawCWQWyCmQVeD0qkIHVc1R579PHCDVfKUmL5RLzR4/ymT/9S+p6EVv85eTiVIWzpCAh9fc8G1wl8EH+yAW16HTkQr+v5HpFsIpcHBsJWiy+hVDzPH76536Kt1+1hU5bVJiiiOt5sa73Z33Vca+3Akjv+h+xAnh9wKqZxLRLFs+4EScU+NCxiKkmGjnNUGBV4IqA1WYibnwSWJUCVk9LyMvjEmjpMSVhOspQNm3p7d8kYT3SAoodk6X9Czz92BN8+94vY2ppgrmA1VSpJm3CKViNxNsS8YzsEAYt3ve2q3jDBeOcOH6MTdt2M7ewROi1KOVE9Rao0KkHHniU9lqDbr1Dtx3QbHsMjIxy+WBCqZCjmLcpFSSAysaWFvTApCuR3kSsdWKeq/scXvYpdyN2OcsMjlYYqubV2FF+qaUKBBHL9UXkAIv5AfKDo3S6HvnxKhOX7SIpO3R9H0czccxc2sJurgerAlDEDkCU1WmbtkKpr/BZ/X4eq6JK7dLu1pRaMgzl+CXkS+aAgNWIhZUmLx2ZY8+LxyAMuHDrELt3bWB4oIrr9BWrZs+uIIXMBha2IWpGHRbbzMyukh/ZwsuzbcYnNrPnoe+ideoEUcippTqDg2Ncd9UVLMwc4hf+6T87r3Xy3oceVVYE/VR7acOPgoBV8ayUDnwt4vavfoU//5v/puCjtGCLWlrdBO7pulKxpj6bofKNnJqc5Oc+9jEGRkdIDFFaurC6QjD3BzjMkBgRkQeaa5CzQDuu4XxDY7XmcoiE+8vX85Izjq2XCe0EM6fhrj5Ct/ZULyhLI9RNXKdEqTqIWxogMhIqToVms4XhrbJjKGS63KFgdCGyGB7bwg03/TpJeQuGHuLYOW679at8/nOfZqnZxCymQWGC7GxD5w0TeX72Z/8xQ7uvoFoq8+JzL/HpL/0JC2uLyjJDxpco9UUlKpYIWzZtJOeY7Nq9m8uuuBwnl6PT7Si1figQLY75/d/7ffbv3cvE1DTXXH01Lz/3AidmThH4ARPjY3zi//gEbhzzmX//SZ4/8jJdpQ62FAA1HROzklPzSlkMqPCsdIbLmirvI+tquVLhH/6jjzM+OYEvXq+pGwoCRMUGQca88kENApIowbItDNNUys++u6p8PjWeexstZ60AEgUz18PW/s/pSgur9TpfufWbLNRW0HIumlgDBKIETrsYxI8XU6xjxFZUehtkPEUYygs2/TtUmVkCQ43UiqSn/u3bxQgkPhOYpvwMZM2Sz9bbduv7asvqFaZwWSmSZQ0U2wcVpijfVXJ/lI79OEmhas8WIgpjKvkSH7j5w0yOb1DeuHE3fYwolUUNLzYi8t1mGSmQFdDvdTv4nY4KQZuenGDLrotpB22++Jdf4Bu3fh075yjFrHyn5uKAK4ZHuHrnDiLxaI26uFaOrTe8hx2XXkfJyOGvLRCszmF12lzzsV86rzmePSmrQFaBrAJZBbIKZBXIKpBVIKtAVoGsAq9HBTKwei6w+tQxQkMUqxoDA1X2PvQIX/jKnSSlYRUCJBfhctGaBlLF6UWsujBOL/rlYl8Uq8prtadYfS2wKr6AEmoil9q+H+MbBv/kn/4yF044dIUo9h1SlVpO3uC1taHrrQDSj/T6glVpJX6tW1qP1/ZlNfSEZtnmBSuhoSwPRdIkQCFgAJu8ptHSEpa0BC/RcTQoyqMEQBsxZpIwkDb2KhC63gqg/44CwyTyqtQ0OPnULI898j0efPBr5FwJuUlTySWgZb2vopASCWaJkxBdi7n53W/k6p1jtJtruKUqLxx8mXLeoVtfVW25AyPjvHToZZZPnGDh2AnK5QqLy3VGJqbZMV0lbDQw/A5V22RksEy+kCP2urRFWedYSp3bCkz21nReXm2zubPIVCXH1HAew4zUKS8US7hOhTVvlVZthZxZoDw+RRIbxCZMXrELZ8MwXhgoP0RTQKWbS60EDFuNWV39EWXi3wWr/XOX1vDsuVy/CSAwKQw7tDo1ul5NtQGrUB8FVhM8P2B2scbzB0+x5/njuLbG5bvH2bVzI4OVsgKrMicsy1AKSfEUtjSHvJYjXO2yfHyWxvEZjs/OUt2yE3t8M4ZdUnPPFh9c22WhI6rLQS7aOMXKyRf51d/53fNaJ+956BEVviSAVD6zqZkKNq0trOGHIa4JD3z7W3zuS3+MLx8wlFEiqlpdqSClQhKyI3/LCJJxMjwwwIdv+Uk2bd9BLApQu0BUbxDN/jtK5iId30fzYpyqSIsjzEUX4yshndUKM3SYMYe5o3QFtfwksRlTNF2i5cdpNZ9Ux2pGBnk3pFCqkOgFfDw03aHTqeO3QmU/EHg6W4YKXL0jYNj2sPIVrn7nb0J5O93mLAPFMvXVRf7yL/+Mh594lICAvOswWCxQtGzec911XPWODzKx/XKmJqf4V7/9G3z9O3fiJQG+75MvFLGc1FpC5k5tdYmg21R2F1dccw0fvuUjjE1M0Gq3wMnRbXc4euSI8gzdvHmzUpbOHz/B6YU5mp0uqyurXPemH6EUJXzlv3yeJ55+lDnfB93BjCAnAUo5g1ZT3GHFnSWd2Wq91bTUZsOyVPv6z/78z7N1+za6nqceI+dFVNBBHFNfW6O5UiPxApbrNXX/th3bGR0bo9FqpOBRAGWvzf8VPquygp3DY1Vtymgah48d4/ZvfQs979DuemrDrb9Sq46DJCaS9UTGfZxu/iREuG4Oz+soKwZdd1RN1UooG0TKhkB+ls+RAl9FZtV3TkqOUzsEWTP7z5MwMrANQwFmsbsQZbYo2cXD2DItBcXltUR5qqxDelYI4i0t1rMf+PGbueziy1lZrmFbNpEfKUAsMLVUKGIalqqT67hKce75qS2BnAvbtCjm82imrZT6jfYaP//xj9H0m2hmguPXuX7LFq4aH8NxDMySy6CmUzVzaNOb2fqW9+EObVLjDN+nEOmM7xo+rzmePSmrQFaBrAJZBbIKZBXIKpBVIKtAVoGsAq9HBTKweo4q73nqKLERKWw3PFDh7m/eyd/e/RDO4Li6yIykddPoefX1VECiLE0VrD3wIi2WAljXMcdXBEbJ1bWhctCVWq8rycrlAX7zt36ZcSvE91NP0bTXWmCtXPifo+l+nRXA3y+wmqpBX+smrckroli1I9a0NHm9rIm3KjjixacyoyXMKqEeJwo+FIxUhSZBKQ46rqjaBHwIfFj3TtL+myaAC1j1KK3pHH70BA88eDd79n6LnCNgqKdC64NVpQCLlQpVgmcEmgRei0t2THLljgkmx0dwCmWOHTvGxECBoh5iOyYLq6ssri1z8MWXeWbvASYnp+i0mlTLRarTk4wWS6weOUQ+8hirligX88TinxqGFB0TXI2i7VJL4JmVOvOHG4zpIVtHChSqFrGWjoJydZzETWgszyvlY2lsmrxbpNVuM3zBJqoXbEJcDGyppeFg5vIqeCgFq+YPBFaV7voMJE/BTv8m9fD9llKsSoCVeHPKA1T7cBTT9XxOL6yx/8BJ9jx/jFLB4soLp9i1c4NSPwqIUVBVFIQShmMXsEKD5qkV1g6dxl9o4NWWWO40KWzayNDOi5lfarJw/BSubtNKbI6stNmybQfNk8cIVk7zu//1v57XOnn3gw8r6NT3TJXWZoF2tUUJ5fLJWzpPPPgAn/38Z2lLq794N4hIsKdvFKWepUmbNXTDiLxlsmFqgjfdeAOXXHU1nTih6JZZbfgYq59m0HueRiCd/AamFaEVDOxlg85/84nmq8wj9gJ1Hne3sqd4rVLGl52QbuMxgtqzoNmYKjyrhBcFdILUpkSUry3ZgUmKJFYDS1SFocX2DQ7Xbu5iWBYXXvvLTO2+gZXZF3HimJHBIRaXl/nzv/gCmuazY+Mkm8eGaC6vYFfHuPTdt7BxywX4AfyDn3o/B04exjRdDMNUIFBmmrSQt1otCH0MPVbg1/c9Lr3qSn7pf/k4A4ODkMuTE8/OXE55htZrNeUBmnMlgM1RgFig4+ryMjQaPHHrrTz50H0cWlmh5YeMV0ZwHYuVbpOaFK/ndyp/C0ztnzsBesMjw3z0536OkfFRFXol41Za3QWuzi8scvilg7RW1ig5OeaWlxQkHhkfY9u2bYxNjKNbstESost4FtW6YHS1HqRAU9b7V9sAyO+iupUx8fiep3niqScxSkVlLyDPF2WvcnjtqUJVVKECuGlOm4w/3w8wbBtRimpa8Eqf6B7ATwTRRvJVIVtI6SqnMKra0xNLgHStU18zEhiGRiKEtBfIFSURlinAVUK6TDTdVAA3VIrYvgpWAz9m+/YdfOQnbqHV8lS7fxTIronUIsYybOVv65gWOcfFsRwseS15DdWtkShwK4pY+c6rlMpUB6t89k/+iL/9xl9h5RLetnmKS6fHSKIWkS6ewB0qjstQuYJbmGD0ihu48Lp3Edk2mq0RtTpccMGm85rj2ZOyCmQVyCqQVSCrQFaBrAJZBbIKZBXIKvB6VCADq+eo8uN7DuJGLlE+ZtA0+bPPfZnvHTxKZWhIARi5kJULe6VcFcCqfpagqZSiSsukUlWh4UqASo9Q9duulY+eqFSl9VMLiUOTFb/NxRddxW/82k2S2KSUVuJFmHrupd6AiQT9rLutf91zDZhzqUnPPj7VT8l7nO9NFKM/7E2zYuZKFsfFo08z8LUIR0FOjQImeR0k47shSkmB1z2wIJ6qjm7QVN2wCWOxrnz8VDiNgJF+Krj8rEn+l051ocPzD7/MN+/7GnMn92DjEiTB2eRvUYKdCaUJ8COdJPSpuh6bJyr4XV86e9EMk0a7zZbJITZNDjA4WGWtVkvz1r1FFk+fZG7BZ3GpTc51iA2NTVu20GzWKRgB3twM426JkWIeq2RiOjpF8V4V0Oo6+L7Oc6ebLB4/zEjBZtP0KLZr0g665FyLSqWigPBavYlu5xluUjgoAAAgAElEQVQYHFXKTwlY23D5DqzxKqEpPqCuApeGnlNATJe2XYEqCgaK2k/agtPbK2D/9zmJAmN8v0m7K/6q7VQlJ6FqosYT2NeNODHfYN+BE7x86CiDZZvLL5hg+6ZNlErDmLkY19JwkiK2O4ix0qZzbI7GydP43RadoEG91qAZ2+RGNjG1aRvzs7Osra2ii/pRy7HYzDExPMQzj9xNlBh84ba//WGHnXr8tx54SM1P5cXZU0DKXKovrCl7BbFseGHfPj7znz/FWmMFX8J2NEN5Ics8FM2hJsBbni6wMpdny4Yptl58IZe8+Xq6mDiuQ9iBcOZrVPy78bWYINEoim/zYEIh0Zn/owhttsiMAFotpBrH7M1t5sHKFXRKVZz6U3RX9oFAfFsUv3m63S5h1MUUKwOBfjIue+uOAEe5FQoF3nGRyagRcuENH+by6z+mLBfmDuxjz7e+zOnjx9GdiMnNY1QGSwpU2naBelLlwre8h60bt3Pft27lt37nE3iRhWEJjBNPUFFeSmhROt/lfRU+jCIFdf044P0/+UE+/qu/zJrfVWul3CdQTwnupVxh6ukq81na8hPZxIhi5g4/z57b/pqoscaa32IoN8jMbIOXOi1WRL2vXkPUwRqi9BdAaFkJA4bD7t27eM8tN6Plc2otTTSTIAqYnVthaXGZ+ZlZwmYNsR+R4/fkeA2HsYEhRicmGNuygcCMKHRCPCPGMxKsQNaddLdGgq5kfZc5cNY+RFhkpGpy1/33cuz4CaVY1dXzznYMpF6or1i1z2xY9M+b2ox7Lf9s8U1VT+59D0gPw7ruANl0ec3vFjE0VRsBafeEeLJWiyVVf1HZR6JgFeCrNu3Stc/SbN774zezY9eFtBqdtNZJrACs+j6Teiu4mqNYKPZ07alq1pLNEvFz7YUnmrZBIVcklyux95ln+Pf/9tfZubnMO3duU6/pBV0VyKWFAXnDIGfruNVhKrvfzI/86E/ilgaVH6xYJFxwweR5zfHsSVkFsgpkFcgqkFUgq0BWgawCWQWyCmQVeD0qkIHVc1T5yX0vY/gmRtHA6nT51Ke/wJFml2K5onz6+p6pypdPWGfPp7J//SyqVrngFMWrY55pCj2jaE2DUkStKte/kqxuUg+6vOMd7+IXb3kTrVUBACJrSi+QRQ2rXqXXIvrDDI7XBaz2FKOvPq5X+Mm+6k7L1jlaNDgqfqYqGT6hIlpGLcFSKTjCl2PWtIhuouHHMXaiMWhaSjcoarQcOnmVNJ7KhJXCrAdgldJM4FdkYJ1o8uxDz3HrfV+htnwQM5F4olSx2k83Vwo1BU98BWOjoMOl24f4wLvepOBDu9XlxOlZnnvxJRVu1WrWVQhTvd5holJmesSiVNA5cXqZ1VoLx9YxVShNDqdUYGSwyPKhI7jdhFHbYnAgT77sKP9VUd1qtgVugW5oc+LIYZZnZ9gwNcrgcFXZEkhAjaj/crk84h272uiQy5eoVodYazdxpgeYvmSHUsO6ThFDszDNwt8BqzKSBLL2bz84WA3xBKx21giEGIoNQCxgNVXz1Ztdjs032P/yaY6fnGGs5HD5rgm2bBwnX6xi2AJQXAp6BW2xw+qxEwSLKyStJp7v4cUB9XaLjpbDrE4wNDrF7OlTysvVyhXp6gXa1jBxs8GhJx/EcvJ87rav/jBT4cxjzwVWG4s1ul1Pzd3Tx47xB7/3H5hbnFHBYCo8Sjwl/UAypDDimInRYQXqrDBi09QUxeEhLr/+eqqjk8qbNegmhLO3UvK+jW4nBDJ/GyG5IY2ybjD/XyLimQJzmoZPiGZElNF51trJA0PX0wnniFbvI44bFIslNf8lxEnWj9QvU/w4e23iPYgmH1K8R99yQYUtBY3pS97MtR/8dcbGN7Lv9m9y75/9HiUbcoMl3NEq+mAFd2QUpzJA3qlij26glC+z99GH+cM/+ixdX1MQtB/0JjlGMs/S8D21m4Gl98K8kgi3lOc3/sX/zs6rLqPT6aiWcwGnlpGOuTjSFKgT64VQdivEjiOKaS7N8fg3vkzcXCa2QuJmxOmTaxwPY5a8QL1/2mKvKW9P23YoF23Gg5iNmzZw/Ud/Ej1fVerP0IDVmsfpmXlqa2s0VlZYOn2Sbr3G8MgouigvbZeRgWHKlTKDU6NYJQdLNlC0XtBSGCs1pgRMKfirrDDSv/vrWoiEUrW5/e67WFxZwyjkhFyqoCa1IdbbgOuD1fXWKOs3N/qbZ6/Ar4q2ilpdfcGkd/XAcv9xahXsbYilvDV9nNRH4LeoZh2xpYhiBstVgm6X5aVldT5EiZpujsjfCVsvupgPffgWtbYEfohj2cRBuvmkNiFECa+blAtlikUJcBSP6bPes0pRLOtpFFEZKpFzc5QrA+x56nH+r9/7BG+8ZAODRVf5upphiCnA1kiwbdGvh0S6TW7rtbztJz6OUxhUa6JYGlxw8fh5zfHsSVkFsgpkFcgqkFUgq0BWgawCWQWyCmQVeD0qkIHVc1T5sacP4iQ2Vkln7fgs/+kzX6SbK6tka7nA73v89RWr6oK5346pnFFTRav87dpnIVZ6bZyCELmYjRQoFSWWQSeBj/3sT/LuN++gtppGqsgF+Xol6Xor0+8HLdd/rNcDrBrfR+56zuPMmTzthDw5O0spn2egUmHMtKiI4lcEaqLik3CqRFSnqb2sK++jaczHPloYMqE5FC0DyadXtRXgesYGQDpoY/KhQfelVZ564EnuvP9vCfwlkcIq+4AzATUCS1QLsbT9egTy5kGLG67YxHvfdg21lRUGy2VWVtdYqbeYnJrA9wJOza3y2N5nWFheImyv0W22abY8cpZNteSQL1RVi+zgQInpDQN0Og0a9QYsrHBRdZhq3sAua+TzEtWFgqJ5u4CuWbx8+AjdbpvJiVEcW1RvqY+h6+ZxCyW6XkS97SmwKhE8TTdk13VXYBUKWKaLY7jQa+Fer1h9NVhVOOYcHrnrx5EKqfEbdLprBIEnzb8idFMeugLJluttTiy02PfSCRYWltgwWOKS7WNs3ix+ii45p0JJL9FZ7NB54TCa30YPunidJs1OBy+OaXserdjBHd6AU6iytDCjwJybL+M7A2gjG6kdP8Lc/r2qZf+zd9x+XuvkXd978IxitQ+/5IXaK03qjaYCfyvzc3zq9/8jy7Ul1lp1RL4Y99qrbT3BBbZPT1MLfDr1JoMDAyrd3alWufTKN3DFG65RLfy1w19j0P8WhiNuvyZRKyA/DBXTZPHzEJ5wWVBgNcIzdQpBhxI5nitczrdHLif2l4hae3CNOlHUotvpqhCyKEowZNOmB7ZffR4vmc5z5YYKk1t3c+NPfYLhie3MP/cs3/3SH6BHDfLbpyjt3kLo5rGcolJwigK3k5iU3AIrM7N8+g8+xcLCmgJ1AszSuawR9zeSpN0+jDCNVK0o88+PfHbu2sVv/O4nlJKxf1yy2aSsI5QHaNqOriw3ggjf84m9Ds8/+ij7ntnL4dkT5BKDASvP3MoyK/K43hora2rBsSgXi0wMlhlcWmF84ziX/vRHCYwyBB6ek3BqtsXJkyeZOTlD2G6p168vL1EqlxgYGlVeyGJhUKmUGRgeoDxUUEpktX6o9vsYSSX0RRIcRAqq9j1Q08A7Mdo1mJ2d485v3UFHQGbBJe746TjprUNqbvV+T590Vu3bd2JV3Q6v5W38arB61nVbQWb5/nl114KyQJHAwyhWYNJMNDprDRI/xBRAHoqntzqLvTUzxbEf+qV/yPYdO6itNbEsW3VbKBVt77tKaiLzYrA6lIbw2RLG56ZrhzymB1nlRcUMQb64JODs2aef4O4v/ymXTVeYXT6lvs+GSmWKtk3RFUsQAcchnlVm5w0fZOePvBvLLjJQyisIu2lr9bzmePakrAJZBbIKZBXIKpBVIKtAVoGsAlkFsgq8HhXIwOo5qvzEU4eUh2K+ZPHCk8/yh3/2VfJjEyroQy5k09CQXgu9IReyvdCqPnBQnqi68mO1Rd4mF57r36t3wRpIM6YKRkkwnDK//k9/los2DbBakwRseX7Pt7XfCvqqjKgfBK7+vw1WzzmQyya3z5zg3/3+Z/GWV5i+fAdj01NsnJxidHCIydFR1dIcWBYty8LXUw/WUQw8EpxEUx6ra7r8nHoQGv1U7x6UFnQw4OvM71vg0Qcf5r4Hv0ZEMw0jOhNUkyq2hBLKeUhEOxjqaGGT97/1Mt5w6UZeev4FlWq+tFLHMCxKeZucbWPkShx46TCDVfHo9JlfWuKJfS8xP9OgveYR6L7ylywVC4xPDpIfKNEOoDU3x0Vuni0Fg1wVilWbnISdKRBvYLtFsTxkcXEJXUsoF3NEsa9aqCUAxxb/ykKVekvawkHLOcRVm+3XXIxVLGBoDo6AMiuXej2uswJ4dXjVq4Hcuc6XKEe7PbAaht3U7VFZUUaqlsu1NgdOLPLok8+pNt7d26bZtXWC6QlRQuYZsCfonmyzfOgkldCDqIvfbdD1WnSjkLbv02p2aSUuY1svJIw1FuZn0OOYXEmUlRvJTWzk9HNPES0tEAUB//yL/+281sk7v/tA6vUqY6YXhCQ/d9farK7WsG2L5uoqv/8fP8np+ZN0Io+oGynYr1qe45CybVEt5FlodwgC8dsVL1uDji+KRY1rrruW973vQ3inv0elfTuG2UYr5umsNamMQVEzWf6CQXDEZgEIBKLFNiUtwFJJ8RYPFC/jgdGrsIJj0HmeTuu0SnwntpR/sITnKcV7b71R6nYBW3HMQDHmxovG2DI5yTtu/gSjm65AjIy/8uXPYOoeu669irlunZbnkwQxmi9WJiGuW8CRUKVanT/5zOc4fuK0Um3Ka8pNxtMZL16xI5D3EwWieNbKIqdrdLpd/tm/+S0uvuxSgii9TyXQ9xZB5VcaSDhcusap9PkoUmFXM3NzyqbDSqBiWDzx8CPc8937VMQfuqFA+2A+x1CpyPaxAfSTp5m4cCfbPvAhvLiEFnTo2hEnZ5ocOXyEudOnSSTISWwAgoAgCChJGJxboBP4ylpi64ZpqlWHqGDhxxpGIut86ofqRT6J3wu662+K9f42XJsDB17i3vvvITYt9FwKVhMzDbw6Y/3yGqM03cxIuxm+H1iV3TWx8OjfBHamr/tKsNqfx3KfbESJEY0RxiQCejsepgrRUp4DPaV+ukEoPrFT09P8/K//BrXVFbWbJ37I4hWrMLq8RpJgyH+6TiGfV2xYVO+iWJfBZ1vpXBIVsazZ8kSxjpianuLZp5/k8W9/naK3wouHDhAZBoPjEwwPDZA3NIYck3KpiDOykcFtl7HsQbvTpllfVV7Vn/v8Z85rjmdPyiqQVSCrQFaBrAJZBbIKZBXIKpBVIKvA61GBDKyeo8pPPX1EJc3ncjrfue0+/vyuhxjdsBGtlwIt0DRtTU3QJRhEQkkkYbzXjpsKKzUFWvow9tXKoiQOCRNdta5Hoc/QyGb++W/9NMOOSTPQ0IVjrPMyVDYA61RNcuj/Xwar7arBfZ0W+57eT3TkKPP1BZbnV2msNYmMBKPoUCqXGR4dZWR6msHRYcYHBiiVyrRKNkU7T0UzaEhraRSQNy1cab3tQW6xB5C23uEOHHr0NA89+F2efOq21C9T0rd7Sd+pergXViOwNRZ1GuSdmA+95xou3zlBbWUZzS3zwktHGBkeottYwdI1zFyJ0zOzTFdMvK5PqVrh5WOHibsd2ssrnFjpMDu3TFccI2wbqzBAEOYIwoAhM+aCosGmqkalCAMDJUzl15soeJrLFwnihHa7m6qfEzGaVPgEzbCx8yU006HZCfBNGN29ifFdm9BcV6kPxTPRsNxzgtU+iDkDbP47qlVRqXa9Bh1vjThKk8+l1ALcBEyfnl/h6RcO8dTe/YwPVrjkwm1s2TzJcLVMMVfCrJVZfXGJXLuBY3RoNxt43TaB36bjtWm3WzQ6AXpplMntl9Dq+syfPqF8IMtDI8SVjdjFKrMHnoROGytJ+Cd/9IXzWifvuP97Z8Cqqm3vj1frKFWybIiE3Q6f+k//gf0HnmN80wS15RUaTWnDh3wuh2PoeJ02anPE0JVKURc1pmnTDT10Q+dd772ZN+4cID75XymWGiQ5W1lMFAc1ZWOx9iUb/6jJgthQiKGFHlKIDETEF6lAt4h95St5vDBK0z9Mp3MEPREobcnegEqal2Ndr7rtK+JlHF23s8jF0xVuvOm32XrF21n16jx7Yp/yyhWVceB5PZ132tLtJrqyOIgtQyW8/82f/QX79x9QKs4zKk3l0ZuGnMmap8Bgb9tIAKppWjTqdd7zoffygZ/4oFJ1qqCpKFZwT9bMZqOhVKpiISDHL/PPD3wazRqG76Enkfo9Z+eYPznPN//2yzQ8sehI0+zHSgWmBqpcuXGUYK3BwGWXUbjiGrzAQg8D5Tm8tNjgxRde4OiRo8pyQDYBZD0WW91SvqQsMuRzVV2X3VPTjFRs4okKbdGORmnwnZ4EeFFIEqRdBv3NmH4tBKw+/vjjPPrk45huTilWo5YHlgQcii9vbyfsNebWWZW4qFtf2ZlwZm0Xj1WlHT03WF3/PdAfBxLgJRFxmh8psGrEiQLbKoSLRIWPpZuDEW7O5QM338zWK65jaWEO17KU565mWASibg1jAj8NcOvD8749gAD1dqtFs9lUFhWO4zA0OMhApaq+98bGJ9n79FN866t/RVnrEIny2XK44OofIVcqcfD552guzhJ5sgll04oMaq0mYdBF0zXEdiIJ+v0I5zXVsydlFcgqkFUgq0BWgawCWQWyCmQVyCqQVeD/0QpkYPVcYPWpIxiGhHv4/M0Xv8K3nz3C5KbNxL6HJgrAV4FVgUv9ZGa5r98ZL76CZ9WtZ3331MVwHBCI4sewiMIum7deyr/8zQ/ghhqtRMdWMCJVeQlQEHgRx+kF9g8CVPsf7X+mYvVcLePnE17VKhvcb8mnMtgQhdS9Jt22R6fWYqVVY27uNEunTrM8M8fy2hrdICJvuhSrA+SmxpicmmZqYgprZICRgYpKly7pBrYqUNqW3NFiRmsRzz54jO89eC/7n7ubrhZh9ltcz9gypFYACpgIWBUfSHzeePkGLt42yujwkAIxL7x4kG3btqCLetQ0ODqzRK3ZohQ3VaDUxMZNHD15jFatRlhrKYi7NLtCMVfELRaJc2WOLjRYqGlolsaEXueavMamikluwMUu5ZQqzBRoa+q4uYIK4un4EVbS7nk8Cni1CQSC2TnlTRjYOpuu2EVpegTNdTA1C9fKo+v2DwxWXw1aXz01fAmc8URhWiMWKwalDu55UCYwM7/EC4dOcPzkaTaNDbFlwyijo8PKE7bglll4yaN7tMGY4dPtLuB3BNZEak51Ow267Rq1MCbOD5EbnsYWv9lmDU1SzYtlosomHNOlfnI/ESG65/GPP/Wn57VA3n7fd1+hWJUXEfWetOkvLS2nIV9RyGf/8FM88sRDXHbNZYR+l/nZBYqFMuPjE5yeneHUzEnsUMc3ZYNEx4hQrdeiWPQSj0J1nF+95Sacxa/h2AsYFQvd8MlXNOwoofmXOQIBqzL2kpiOniDukkYsmwQdsCLi4e08aG9hT1CnUX+eOKyjJRaRbMroEXqSqkYVvJSm6jBM16e4wCVjPldvc7ni/f8roxdcy4njB+kKOpRguCBSY9iIIWh38LqeWousKCDJGXh+xGN3P8jDjz2moORZyb2KPFLvoTaSxM9T/kXXMExLtf8HYcjGndP84j/6OKXBqoLvAlFt3VD2FosLC0o5KpYA4tEqvtVS3zgOSbyYwAtVEFa54GJ3Pe6+7TYWa3W8KME2dcbyebaMDHLFRBWjUKF8zXU0qoN02gGJn6iQufrKKs8995xSlNbrLUzbxXZcSEIq+XJqxwKMFItcPr2ZEfF22DFGXdkeyIqmYUS+Og4xW+0D677PqlrvLYN7v/Md9h94HitfxCrlCZpy3tJgwzO3HlhN18903qyfbylYfVU7gnpA6sUt//Vvr1asrv8+6INVBT4FpnqRUqsqmwb5vbeJJOdOFKmFYp7dF+zmpve/nzUtR6O2KoeuVKeaaROEMV6tzdzsKRbm5pWNgEBz2QSRQK/A7+K123iep0KxZJzImLIN2QLUlCp4w8bNLM+fRvNWlRLcypfoBBqzSys0Wk3Qg95xGWi6hZ6EalMTwyHUHYKG6LmzW1aBrAJZBbIKZBXIKpBVIKtAVoGsAlkF/n5WIAOr5zgvjz/5EradJ2ku8MlPf4FTQY6JQk61tUorrLT+S7iUqNLURa9qET7rVZnaAeqpwsfUziid+mBStX5K+7mW0DJidM/grW+8nl/4xTdyT9fmORIucwx2W2m7uxtFOEaC0zLxvQ5G3iLX0YkTn64hbeiGAoO+nmCJp55qj9dw0NOEalErybFGMYGtYQQxhVAnMjXVgixtr6ImU4os8RkUBZ7YGAgoEgWbHhIYMVbsKN9XUXoJSBGfUvH+tKQd/Ry1XO812AfCArFOVBOOJiF53VIwec1IFVUToojToZYkrIR+6hcYhCwvznHy2BFOHT/B7PHjrC0sk/iB8vsrjIwyMT3N9JbNDE1MMDgxQaFUJK+ZTM13efrBl7jrgW9w/OVHVHu8AuGq9V/aqOXnfnusqC999UnEy9LrdlSb68DAAJWyiW2EXHrBDjZMjFAtFjh8+BCupVPUuzQIMTohtcVlZtZqnJqZox6EaCHqPIjya2R6G8fXuiw2Q2zNITZihp2AK7WALVUdczJPVfwLTUk8tzAtA0v9btGOTBUe1ek0FRySMJkwSNCLFbTKMKO7tzK0uYppOyq0yrQked1R41WgsITlyJjsWwGcATWvgD6K5rziTKZASRSFDbrdFgJYExlVirYJ5E+T0uv1Ossrq3hel0K+QDmfo1gqEhgW5cIwc88c5+RDzzPkW+iFRMFWxxJVXBOvXVOKt5XlVdqYuCOTDE1totvq4GgJgVsgHtqME/kEtePYklbuBXz0d86vTVjAal+l2ldeKrDaDVidWVKbJ5pp8Bdf+BPuvOsbbN6xmUq1wPDQMI7tqBo+vWcfMzPzOJZLEAepH7IQSwmz0gzlMxl4CT/23jfzhsIsSXwAZwRsXJyKTy4xOfmNgPyBKnO6p3yWG3rAYKhhS31LJYKPfpjqpRcwd+Ik995+DwcPHjgDUNO5lAK/PlTtw0J1XnQYzGnccMO1vOHdP0rHtClYhgLZrXZXbQQ5psXS4qKCnALTbDlvRfEaBT2M2fPUE3zz67fRbAg0S99HeXj2bAHUZ1bK1XQDSbw5BbTKv5XKDj/3K/+Iia0bSIIIWxSIYcT8zGl8z1M/K3yZiKeyRrvZVN69ajNJoKamkyvkyLkuj935TZbnF9HCiIqbo1ooKM/jqcEB3JExdrz9HSzqJqeW17A0Eyf0Wd23l2ce2cfcYI4Xj5/ESnIU7DKatYpmlSlFOn6ryYWXXcTbNm9GCxq0d0yxljhEvqx5EU4IfoJSmPfXbjn2NBwqomvG3HXXtzh97ARmsUCuXFLqa4W6e1YjCosaBmFv802+O9ZvtgloTb1dJWwq/T6RUKi+8l4WQ+lqUOuoasFP56ecDxVCpd4qwRCfW/luUmtbiB7ryldV1nypv4xvsVuQmwDtju8xtXETIxs28cGf/AgrSyuqBV/WxJGhYRUqduzIEe65/VaazQa+7/d8dmUTYn0gY4p9FStWGYIyOwICsSKJEt577Rtonz5GybU56Pu0/ZDjx09hGHa69qZs/QxY7m9QpmpojVZz9e/n/3vKjiqrQFaBrAJZBbIKZBXIKpBVIKtAVoGsAnLVkvww0sf/H5XsiadewrJc6rNH+eRn/wK/OE5FAmZETWOaZ5Lk1cWfggvpVWW/RTYtVQpWRS4kra6p/WAvNkSSmJVvXaKUQ2Fi8aH338QtN1/G9wKdGboUCbjAKrJmSLAN5BJo1poM6RZHXEkVt9muiUIO8h64sUY7iTClZVN8I4OYlsKqFpZob/WEnA9dU0CfhifRTupwxJs0Tfc2REAby0W8TiAKNOGncpeeEOoxtvLUS9FbOnRE15W+xn/vJrXpQ1a5yH++EnNEfTKTgmYiuE5eZZOo94COoeEliYIuJURBqhEI0NETPD9gcXWZmblZVmqrnDw5Q21+meZyTQEA8jlKo8Pc/IEPcHEywOPffZY7vvsVFk4/C4arLugTFcbzKqiaSFK5tLmnfe7iPyhqLKVSE+uAMKAgnoAFl2q5qMbBwECRC7fk2VHNU5TOavKqaN3GIi8vrnDk9Ayn5uept7sMTmxhsanTim0FtWJDw7JCpqI2F+ZCNk2VGBgs4zoCR+WsiDpVUwnd5AoK5jSbdZr1GmEYKD9EpzqEOTSpwOpwH6zqeQzLxDTECsDs+Yj+IGD1757H9WBVoG4QypkSQNMLYeuFJwmc69dKxr0E5yh7DNsl55bQ1gIe+uo9LB04xs4tO5ga26B8ZYPOCu3mivpMJ06cxtddxnZeiFEZIG1pjvANF2dkC0bQJWrNqhCz2A/58L/+g//esHvN+18LrCrYFcSszS0K1kMzTW7927/mr778JUYmRtm4aUoFHcm5EZD19FP7WFleU/NcxqsSdfY8TmUuaXpM7Ce85S3Xcu1IA0N7jtxgjIOBVYD8ssOx29sUVoZZidsYScKqFjKsW8SOifvON9O+5nJaouZca/Hkw4+zf//zZ1rS07UmVaue8fJc5+WcyOYKCTe9/51c9ba3Ejk5uq0GUbfbCzDSWF5eVuBSQobKpbKa26trq6yurOB1WqzOLbLn8Sc4enJR+ayuB6upX6dAQwF6KVhVHsACpTUN04j54M/8FFdee41SN8pGxvziPCsLC+n6Eab/Jqpl8VhVKv84Vj9Lu38+n8e0LArFIo/dexcLs7PkbZtKrsDI4CDlQpGcoTO5Ywfbr30TC0HEzPKKWsc0aeGfPUbtyWdY6nR5od6hvlwq1ogAACAASURBVOYr25aR0SorDZ9B22L7ximuufwqRmtN5rxVljaO0k5s5Yus1MBBjK/Wo576VAVbaQpEyxo7V1vh1jvuoCmBZ3mXfLGkfErFDkE+zxmbEbEoMcx0zRQw2vPn7p28dP1MxDogBfPyRwHKHqhXv8tjeopX5U0rft9xasmQwtb0ZzkudS5kMIYR3UaLRq2unirPkbVMaq7bFgPDI2zcuZubP/JhFufmabVFzawzWB1g7tRJ7rrtNpZmT521fuit8331bn/sqW+/HlSVny1Tp+sFVAoFPvLud7D/sUcJkpihiy7jxMwML+7fr74LFaTvfZf0f1//mnJ/qylzLLtlFcgqkFUgq0BWgawCWQWyCmQVyCqQVeDvZwUysHqO8/L4UwdxLZvD+/fx6S98ncr0DrROm1A8VXsBVmcuiuWSVkJk1oWVyH19oKUcCHst5+tb6QV5Crg0g5C27fIrv/TT3HjtVu7wAkxLZ9LQaCQBBS1VicoV6OpylzHb5BnTU8rEaSGheoIt7cPynl5IqZ3QzekKnpY0HUf8PaM0fEb8GwUGRsrDURJzUuWmHL/SqsrLKf2UtPemMlwBq6JKTaFR/6JfaeVSyCr//opkru8/2JX3rGHwbDGmJlzaAzOCrqMTGzCiQQA0iZVHqoQXFRONnEibtJ7LrNS6BxIkPKkpbdTNFu1Gi9VanVOL86w26lx/5Y8w3Szy8Hef4M77/5p2/SSRtE6r1thItaCKQktqciZhW+CqgFRRg/XOm9wvdgzyPL/bIYrSEBwBnVVb45bLNnDD7l0MVkroErQlXpxBh1rQZa7RYO/hQxxdWqRrVjm6FIBZwHVNYcrKczAXB+zS61w94jA0UVXhOpZlEEpbtrTCS4t1IacUgZ4XsrCwQL2+hmFp5KtjOCPTjOzayujWQSzXxdTzCiL9zwSrnr9Gt9shiDrqmFKYIvULz5zw/jjvAyUF4gwTU3co2QUac6s8+O37OPjwi1RzVS7evoPRogNejebaCiePz7PS8Zm8+FJyYxNotoV4Ecemi12ZJCdA1VtEk7bjIOKD/+L3zmtlve079/8dxaoCq2FMfX5ZtV/rlskj99/H5//Lf2Z0wxgbN23EMDTyOVe1zT+z5xlajbZMoVRzKBsHArl68CkKRcVqcPGurbynCpr7EoWdCXlpk27qWPstVp6JsKIyK0mXyOj5gCYJ7rYdWLe8h27epuH7LBw+zZ6Hn+DkyVNqs0apEtVGRQqn+rf1ilVRzOZMjUsvv5g3vOUGOip8PcLRdYqFomq/F1V0qVDsAfsmnWab4kBFqXWDdouw3uLFPfu4/7G9eEF4JuhLxn0fEsp6KGtdCvXk7xT6xYHH29/3Hq69/o089vCDdNttNm7bTOhJaFlXbeLIWhN4PlEQpiFIuoVtWeRyOXL5HKZjYzkOh55/Ts3VgWqFYi5HtVxhYmyMyPPpBjED0xuILIeTc/Po4lEsx+O16T79GCefewZ940awHdWiXnQqLC6vUbV1Lrn0Qqa37Wbp0BEOtT1qgwOEouyOREmbbob5yo9ZNscSlpaWqNdqqtyy6bK4vMTBo4dpdNpojkW5VGGgOshwZUgFOeUKBQXhpV6FvGzERKrrQYKdRJ2ffof0NeI9eNoDqzKOBKAKNBVuquwpZJ2WY9MEXsp2Wepz21fAykiQc6rGYZJw9OAhntv3TOohraB7+l/o+Ri2Ra5c4U1vewfXXv9mlheXaLVaKohscmKM5/c9y9133EncD6rr+xf05v3f2ZNV3wF90CuWFBFDeZcbr7qCo8ePYw6OcM2N7+Kb3/g6xw69gGWmG226ZvXGce/z9wZz39agUV85rzmePSmrQFaBrAJZBbIKZBXIKpBVIKtAVoGsAq9HBTKweo4qP/bUQfKmyaPfvZ8v3vYw05t3KOWMtMevb7tVV7w9xZioT/u3FB5aqapoHYRa/3bK01PaMnWNoFzht3/lI4xvHuMLjRqRnWNXLo+mR+QSnbyuYwhAPe0zWrFYymssJzCUMkK8RMPTwG4HOIHOi8VA/ftEYjFigIVGTtSmQUQp0Kg5UA0N8hIGIyk4ki0ukEzCSnrwNHVQ7F0s9y6YBSzLo9X/KvFqSlZNUU79ECNW6jOria+khrfcUoDKGCyhFR0FHPS8Q9uBlgi4dMjp4CTSRp0eT+o4mypl5RgEzCbiG6igbKJ8Uv0goBjqtJ5v8tDDj/Cd7/01obdCoLwT0/b2vhpTgSJlCyDBLgIzU5AiMOJMYE0UKGgmKkp5vMARSYOfsHV+7dId7JycJiladGOPdq2ObtpYRodI2viTmOdPnOLb+w7y4nJEoTyImzNUq79plJUqdcJY45JCwNbRItVqWfkRKmipSeq2RSJWDE4BQ7ep1essrUjLeoRbGcYd3sDwzi1MbB/GyYlPawFdQoM08Vj9YRSrPeXZOliXfv6Yrr+G53UIIwnROrtZ8Mqf+7D1bCK6pNsr6KablAplBSUf/Ov7eeieR7C7ETsnRtg0XCbptFmZWeXE0grm8AgbLrqY4elpDFsAtE2g5dBlbMRrwqOVfcNNv/HJH2LUnX3orffedwasqvmsVH+pWrA+v4JMWanf/qef4vc++TsMTAyydft2XNdScCvyfV56/kX8ZpdmECnILh6ryttU7U6k3slm4LN7yzhvcUpw8nlGL4/J7XZovhAS77VIOg5GCDVCPNPDiHQi28S89lqKP/ZWDDuiHUY8+8hennr4CVZXV8/4O6fq0VQdKrc+6OqvQgJWZfNjfGKU7RftIj9QoZgvMjE6RqvZYHVpmW63q0Kkup2OCiC6/Oormd6yiSgRpWOTpNnh9MuHue3eh+gKjOupIWX8KzsAgX49sCrHIOFQqfWEoRSp49OTWK7FoQMvMD49zjvf96NEAud9TylTRaEqrfUlSYW3HSI1LxNKxSIDI8O4+Rxtz8MIZKMjUmp0pcbUdAaHBhmqDihfTtlmaTTFpiJidHwY4bR6CGsv7eOZO77B0MQw+Q0TFB2xETCx9Dx5y8atDqEPbyPSXU40Vjk2dxrDNtJNI1F7hl01j+srTZ544glOHD2qWvpN3VDHLdBUksYkvMxPYq668hpu+rH3E/rS1m+qwD3xdZUxL5slsvnVajfVxo0voViyvqi5lHrQqvXHD/B9T31WsUuQjQXljao8thXFT3+XZa5vx6E2hvoRYqlyWtr9n927lwfuvw9LbC5kA6nfVSE2AprG4NgYP/EPfpZcuUi33VF2HrZlMD0+waMPPsz999yr2vrXQ9T1atVXTL4eWD37bwllU2N6cIClVpsL3vxWJqa28uW/+HOl5pegPllzTSNHFMrm3tmOjz5UlXG0trp4XnM8e1JWgawCWQWyCmQVyCqQVSCrQFaBrAJZBV6PCmRg9RxVFrCa02Ju/eo3uefZ04wPj1DrNNAkqVtX6PEVNwkcSpuBzwZUmaadKrd6ir5+K3z/MWYkTpUaoRFTGp/mX//KT9AYKfCV1hrisjjkOliiUu0EdPSYquvwY90At1TkuTji4eVlrhkaYqPt0NYjpWJy64GCcPM5nUIiwBVyJPhJpNr4W6KAjXQO2l1KfsyUXaKqmQpYmjHkPHB0MOXCXLhHIDYFAgBScKpHosqTa/veZ+15LIrC9Ye5ycW5qVv4QcjqaoPaWoNcIa/UeKvLNUpDg0SlPCteG18HN2ejuwZaTldqW8NM/xaIKkemoLZ4M2piFxARi+IuiRlsRZx4ZJEHn/gujz76FZKwQ2CA6feBRq+dXVSRPU9E+RwKnIY9pVoPrkp9RM0lHFq10wro8bqULY13bRvjqvFhBW5801GehI3aHLl8zMjwsIIqkWXz5Qef5LY9h9HcMvlqSSnzXPJohkbR6bDJ6HDFsEm1UsF2DBVgJX9yrkUkXqMij9QN0Awa7QZ+6GPlKhTGNjKwfROTO0ZwXBfdKCjFqqGLx+oPDlbXidJ6ish+u39Mp7uK57eJ4jRJXsZ7mvUlLczrcEo/EKz3T9I6Ly3LloAzUSVaDmPuCE/ev4cHbrsXbbXOZCFH0mpSX1xjdmUVrVLh8utvYGhySgUjGY5NgKmUdnFUw5JxF8NP/MtP/zDD7sxjv3H3vWcgYR+sqs0QXac+t4LvhdiuzYmDL/Gv/vn/pibF9KZNbN6yUaXai+rzyIsHqC2ukNiuskAQ4C8bBS2vS6T6rnO4Xocb33MdF7Rdgof2MFSuUdhlE53UiU47BIZGM+koH89ID3ATjdVcDvNH30Lh6ktZ66wy/8zLHNj7AicX5hXIkzmixp+qc6r+fgX46iuJowDLdrEck+nNk2zbtY3h4XFe3P8ie558Uj1PgLDR2xIRv+if/sWfIV8q0vU6VNw8reUV9j7yOHtfOKIU28ozWjYwRNEtJ1+AtJkqVvter0ZvvElgkiceyaLu9jpc8YYr+JG3vJmw21aKValZvSZrHVx00UUMDA4ppeXK8rICl8OjI3R9X6lCg1ZLbfoIR5Q5I8cu6thqZYDR0dEUVPq+CkoTCwE/DBAXFieKePSrt5O0fEauuZrBiW3kDQc7V8LMmTjFIrniBMVShdDyeeCe25hdPqE2M/K6iRcHdLwu37nrPo6+/DJuLp9C9L6vrWQsWaZS9HcDn/fddDMfvuWjnD45o45HgvZK1bJStxbdnPpc8nw53rAHOkVxL9DTJFX6qjAvuT9IwWoQiF2KbOSk8DT9rpHwMdH1v3IjQ36X54pDhMDnp554jLvvugvLNpUfePoE1DkXJe7GrVv58Ed/jm4cEvoejUYjtRIIE+74xjeZO3UKQ7xmXnV7dQdGap0iD0oXAvFg9TyfsuOA32Z842Yuf/s7MRKDu++4neWlWWxTU0rlRDeV+lYWkz64l3Emf5QX9/HD5zXHsydlFcgqkFUgq0BWgawCWQWyCmQVyCqQVeD1qEAGVs9R5Sf2HIFOnb/40l/zwppB0dTpxOK9afUs8s4GkEgYSR+s9oNdlKrKFLWghJykwSevVpYJeBDFmRd32XXRVfzmx2/ieMXi+TDEjRLVBj3X6bDoCzQ1GNRMfizxoVTgcS/ge8vLlEs2w26BjabJNDr2Wpeo4PCyFTBp2PgSJKOCqdIL3lwzomSYHHVjOlqXAc0hn6RhM4QhhXbEoqWxZmtsxGJUYK3YAooCLBC/U/EvRFkYqHZZpeoUwCIawrOqufU/r//cfbWvCu/S5Pmi9EpVoBJ0Iq2yopySYBPpxF+tN/GiSAU46aauAFsn8jHKYlJp4knwlgmBK0eWBrsoWwNRFZJQXW5x4HtL3Pf4XTyz73YMYnwtwg40QnlEzydWWmVfDVYVyOlBVQU0RE0mMDVIvVmRIDPxqQ18HD1mc9Vld3WAITdPFLbxm0sMlnWGh4coVyQYKMeyb3Df3mPcv/8EnpWnVKliOxamHVMxYTQOuLjUZGiwSr7g4Lo2hqkpz0JByH7gK5jqSIuxZtD1QjAd8iNTDO3YxOTOsVSxqsCqqJx/OI/Vc4FVlVjfXcH3Owqspha0oloUZe/Z9PP+5kFfCSznW4KzTMMhjhIMNScM8gWb9nzAvX9zD43js7jtLqunZlhYmKEbx2y84AIuufY63HKZONaU36zAewF4JALZAvxOl4/86/MLr/r6t+9R0Eb+9L0rVZiVptFcXFPBZY6bY3V2hn/5279OvdvCLZTYsXMLo6NDmEnMwomTLJyaJZFjkzmhW4Qx1Dst2p5PqGkqSG76gu0MNkM6p8QbNqBoa+QjnW1+ng2azrOs4cYCLBPs0OPk9BQj77mRGgFLtSbz+48wc/o0ja4ohc/e0rF7VkHfvye1Ko3VZkOcmOiWxvBwiS3bN3LRxVfy8sEj7N2zRylWlQe0JoAroFqt8pYfe6tSe8t6IV6mnbU1nn16LwdOL6V+tz3gJRsPAvCUP7PVD0ZLW9fTlnVdbZwEsvbFAX63xdvf8w7Gd2yiubaqwKrcTENX7f2FYoF8Lq+AnMz/oOOpnwW0ptYHAv4CwiDCtR3y+aIChxIKJZYBtuuQLxZxnVwa8KTuSzAsg2MvzZAvb2Zo625qXR9HK2NbLpoZYjsaOTMn4mIKlSJrh1/msf0P0sVHa4fIf/fcdScvv/CCUubK55ZWe+URK2NfAgqlLd/QaHd9bnzHu/n5j/9jZk7PqBA33bUpVSpq8ydn/d/svXmUZVd55bnvfO+b48UckZHzJGWmUkMihCQQNmAM2C6XwRhwu/HUlG3sGtwud9nV1WW7y+1e1e22a+GysQtM28VkRiEQg4QklJKQkJQi53keYp7e/O7ca3/nvcyQQFXV+Ye6/7hvrSBDEW+497vnnOD+zv72duAYFqIglrAzhlVx5og1SxrDoBLWNJU3K9ejWCmhI2769NT1rJnqJFD2Av01q+9zzdfR8iXRQrGyeWb/k3j061+H5ZqyLvrdADTWljBDpLjz9ffgjW99u3g90+KE77e6uITZ6Rl0anUcPvASF/rratkfaP/vDTq1xos5iwKrXNMNHesmJ7A6ew3lSgXwSmg3a+h2WqKSZscGH1HKLgla6ag3e6UittOuvxb/Xyj7jKwCWQWyCmQVyCqQVSCrQFaBrAJZBbIK3FQFMrD6KmV7/qUL6C7P4m8+9lksGWXxQQ2NhBij14bJcBqlAOKNIG9a++FVfTUTAZICq1T09VqN18BHAbIwkaQRNm/djnf86D741RKMUhF2yUHq2RIutZxEcGHB7IaY4M18zsI1PcHVKMIKImmD3Wg6GIOGUiPFopvimaiOsu6iYrlItRB+EqNgWtjd0NF0U1yyNYxpBhhwk4uBjgRVJai2Yyw7OuYtYCjR4QgQVonVuUBB1VU9RkWzUQZQSGgTmkIPASsCYgNw6EdKJR2PlQCSvfwMlCEMIITQdAnOoqrKYMt1qiGm3x4FotRmsaxBDDPWxU8wZIgUW4apIE1MUXARqFDl1SaEiWJ4o0W0gwCRbUEvukgKFiJLg3utgePfvYJHn/kqTp56ApZuKohBRap4KKp2//51FFgh6dtM3FZ+iLzOcmyJLzCDgInQNQ67MJIIYbcr7cFRmmAi52BT3sKYl2I4Z2CkYKFQZlq4A83UYbtl1Ns6Hjt8HgcuzqMWWagMlTBWNjFIJWS3g3VOFwMDZYGPnmdD0wihqYBUQWlBHIr3pEEFKPmubsGpjmJ4yyasu2UKXiEH3XBgUPGl8fWWBOcwF0fFlCkfzL7KtA++FRTt2Tv0WoYpT+Z4Zq273UWEDI8SBTavbR9Ms4TKGkD5RarUeP6MUJXt4QTl3BywDFsAq5430Jnp4OmvPI36tQXo7S6CWl1CsQzXxdDkJAbHJ2HlCqISJ4BjSjwhbhy1pJU86LTw/j/86E0tfA9+69GXeaxK4BLb2nUd7ZUa2s2ueGR2Vpfxr3/vdzC/sgjdsjEwWMbG9VPKaqLVgt/uoDI0jGKxCIt2BWGMZqeNK9PTmJ6fhR4kiAwTjqUUfFTs6lS9awHuSGy83xzGM8ksnAQoxBpC3cLF2zbCXjeKpcVFrKy0sDizgpbfftk4vaF+5/x8uVq8D6ZMbi6kOqiILBVd3Lp7B+644054+SKOHD6CR771mPSM873iNMK2rVtw+527UVtdhpbEsBiGt1rDpbMXcLHWoiAchmWJ6lLGRBwLbLTp6UvFYS/A6Hr4Et+X84Xt+1qK977vPaiMVnHxwgXML8yjVC5hz55dcFwb8/NzCDtdtBt1abEndCNANC0Ttm3DdT35l8sJlaqeSw9WhluZ4kNM6O26ORknOcdB0SvKvAhNC7FZhm8MII6ogFRKTkujA3UqdhsW0+ttKqpN5OMYjbCGbhzDTXV89Sufw9//3V/KJhDnIGFvf3xzXeDGgs3NAwLCMML6rTvwL37391BvNtH2O4BtolAqi56foNOzXYTdUICzgNXel3jm9sA1x7mCq1xr+BUh5Jxbs07JnOUaJT+LESVdtLs1dLoN+GEXHb8uSvLZ6QYuX5yFZflYWFjAzIV5pL5SvZqeh7f9xLuw49bbxEvbMlIsLSzgyccel+t795378MRjj2NlZUnJXF/h5dvDoD2Y2vPj5rGD72WiFXRRLOcRd9rwaf9Ajqrxs7krc+Nvp/h3y5rbn8prTWVSdDvNm5rj2YuyCmQVyCqQVSCrQFaBrAJZBbIKZBXIKvBaVCADq69S5QMvXcT0pVP467/9CpJyFVqYItITaUEWpVKvFXRtS6QETPUeon7rfUnLrKgpbwAQuZGkP6KuI6ASKwqkVZPwoFQpw60UUB4ooTpYwcDQEKpDIygWShgdLiOygY6dIrQ0gY5yz83AljDAcGCjVtBxGoGoTHMwUUt91LUEI4aNu1sGzngRpi1dQIOvx6gmGmItwngKbI4M1FwDJ6NAPFlNKq4SwNJTVBo+As/CBSNCVbORY3u3eASmyPsxQsNE3QgxDh0FzYQbqjqZkpKVwo0haiqGadX1CG6igrH4+kBPVYo1fQNNg0+8bi5AeMDbdfFflO5jBe6oXmPt2CJLONtpdwXoEkij4sKnR+t0B8cPncY3vv1FXJo+CJOALyIs7Io6dq3CktdIvFZ5/x8EkizeCTrS+m/CFQ9AQl22exP4Rt0AUbcDUtc0DhCmhniAjropdg472DrsoaJpcDwTOQY0mVQ5G7BMD4lm4ko9wVPHryKNQty5cQQl+GjUatL2T6WqZQGOzabdnl+pY4hyl96IBLkMGKLCLbVs2KVBDG/Ziqlbt8KruAqq6jYMjcDLFrAqFqIcc6A9AIGaoLDrUFm+6XnWynjtqc8kfCeJ0O3Oi/9sP+RLoHlfYdZLTb+haFPvK8CS2wc9pSqhC3/mOgVcO3oRB79zAH69Ddsw4BiE+wTINgzHgVssS8u2WBnweMU4g0DbR9gl1Gzi5//dx25qnXzwm4+8IrzKkPlnMIW83kSj1oRr2ogDH3/0B7+P8xfPw/BcgcWjoyPYvHkz1m+YwtDwEEqlQRlHouDs+S0TYh0/cgQvvvC8jEvXccUDuN3xe6nwEQbTBL9mTeKks4K20cVIM4EflXH2lgHohQJWay1cuzaL2Ofak0oY0Q9//CBYVc/jGkP4F8M0NezYuQ07d26Dm6MK2saRQ8fx0oFjSg2pRXjd3Xdh86Yp1FaWsLq8BEczsLq4gtWlFTQ1qk8T8Vnl+kd1qWwWcZxZyvJEBb7R11VZKtCPl4ccBRGiOMCeXbfgfe9/L3LFEo4eOyo2AYNDA2g0a6ivrohdAIP01NqoSXI9v6dC1BK/arazmwJQc1S45vMoFPLye/5c4uyovoeGfKEE3StDc8pIzCISjddObYpRJS/KW8uQ9ZYPAlMqT5OE3QU6PKeMNAjwv/z+b+D57z0q6nGejAT1cbNJoCoDrqj+VNCV67vjFfChX/8whsbGUWu34BWLcHM5uRYEpgUvhzgIEUaRbNqIWlUsNWIYUBtxnDEEq6wlwStfG0aBbC71/+5QUczrQDV3EC7jzKWXUGvPAppSuBLc+mEAS5tA0HVRb55DbXEZ184vI2p2gURHrlzG23/6Z7Bp83bkvTzOHT+I/d95EhfOnIZlmhgcHJZOBHrCUgm7Vkm61mdc/Z1TqmXx15XvdbTadfFj5thTdjj6DR/gvl1If0z3fGN/2PjutDOwelOLXPairAJZBbIKZBXIKpBVIKtAVoGsAlkFXpMKZGD1Vcp86OBFfP/FZ/GZLz4JY3AIRpSKnycDpKimWgtW+29BJtRX//Wh6tq3X5ve3QdSN36v2uAJ9ngDmkQmOt2WtH3TM5R6T9v2MFQpoFQdwPDkONZtWI/JqXUYYKt5MYeczZAroJ0HZiwg0uWdBGCukr10utjmGzifS3AZCeYiA5qtowodOUTY7gMbdQvHTA2P1GrQ9QQT5TK2QEdVA8q1LmoVBzWkKKds05WuUrGWpV/rqqNjTosxmKbI0bc1BopxAjsBLrohcqmFiUhHgWFbGuC1Y4GzoaYCtPREecEaKp8FiakjkjNXKlcCxoQ/6YEXUV/2WvWjgLaIGsJAeRFaHpOxExy92sDhE6fw4Ff/M1YbV5TqDCbiqPMyqNhPWee/VIdtGa1g4+gA4jTA9MIyrlxbQL3WgqbT35KgI0FMsNv1Bfbp9BrVTSRRBDtpY13ZwJbxCqZsHR6/rASua8CyTOi2hYrjQLfLmGnEOHvyJHJpgPVjY2i2ffhGDMclTCTIUenkAihtiGemaVviPUmtMlV7muXAyJcxsmUrNu7ZAXcgL4FPVKsKWKVilVRVYCoVh8p/tQ8BFSjtjWmhrT2lcQ/OESLHsY9usCxguQ9U+br+OKbS9JVjmm9FdaYcuyTF26Jmy9PGYE7HkWdfwJVTZ3vemJ6oEE3ZtNCRmibsXAGWgFWiJqqlQ3BE0AuSSeVJ5OO9//Zvbmqh/OLD37ju56jsANg6rqwAaDGwulQTdbOlA3/2f/4JXjzwIhKT6eUp7rnvHrznve+B4zriv9mqNyQEqg9W++3inmPj8MHD+MbDX0fXD8UbtzxQxSpT5QMfnpni3XEFSTHGuUILU4mJYEHHc04ApzqIWtPHar0lkIvKalpR/LAHgdYr26fVWsNrqgA6bQa2bd+CrVs3wrR1WJYLzy3i249+B5cuXUJloIQ3vvkBLC3OwiLIazXF/5LjbN369WhHBhYWl3D50hWYto3q4KAkyHe7gWo977WuKwsA1lF5A1OlK5sQ3DjSErz3ve/B6+6+Bx2/Ix7BV6ev9BSJKVzLVGFWQaD8W3ut4gJWTVdO3fFceLmCqIlNy4Zl8l8DAfGkZsAwC3DtQQwOjsPOF5FaLmLYMm9lTU64hqsuA8LVfjeBjIEkhWVz00WDnjoS3vXb//TnMTtzSkLLZNOldw34XjwuttZTGUxfUsd2we2gN//oW/DGH/lRNP0uitUqNEPZpPDcyjymOIYfBAJWpXY9sJqEymOUoVOyncLNI/qwyt8FejurNe6HMwAAIABJREFUcCoJguv9nt+HYRtPPvMIDKcL3aZ6voE4deS5RlpFHBpoNM7B4kCIXfjNAN8/cAzloXX4R+95P7Zs245vPPRV7H/kYcRhANc2KcgWNa549NKGRYLSboSk9ddgwm5l/aCgqgBWKo1NE7X6kngycxz0Nxf79euP1+sbMRlYval1LHtRVoGsAlkFsgpkFcgqkFUgq0BWgawC/99XIAOrr3INjhy8gEce+Qa++eRx2OUB8R+lOpStpJLY07vB7cMkUVj11Uy9G9C+qmctUH25R516H6ql2O7Jm+d+KEsaMcDEv/6e0kUJQ9re2YYeSiI1lYy6pJdbpRLKA4MYGaxiaLCKUrWMwcEqCpUi3KILrWzD1W2scxwsugZWGP5kxNB0A7GmfPkmWgmKroNLNnCKXqJxhJyhY4NhoeKHmIwtPOkQoSUo8nxFKJdiMNKwzU9xwklFRcnQLN5cE9AwzTuf6jjlRKJIHaSlAb0n4wgW3yBOUTcSDMESZSxVtm6oPAHEX5H+rrQDkKAXAkalSLvejivt65KrLSCg34JOs0t+3nPna3jpxGE8+JW/RZK2BNawxnHE4Jcbist+EA8hRhB18eNv2IM7t4+jXMwhMXM4fuocaktLCKMQK7UW5haWMT09IxC3vlJDFGnoBlT+mdDpaZuEGB4oYe+whUrOQU6PULQ1FPKWQF/PMqCbDlLDE5VqfXFZgKJp5wXmEqyaJiEQ1bEM7UmgWzpsx4FmGQhpU5AkcBl05LhILBdDm7dg25174A0V5Tr0FauabgswZD0Nw4NtlWEaxeudvRyTfUgKjfLnfjBSLP6KVIgGYQfdYEkUqzeUqmtUbPS67SWX95Pd+mCVbeKELozMoQfmynINF751AZ2VZehRF2EagfJcgThUA4shgAbToXdmToCkSmn3kSYh0tgHEno0+vjZP/jETa2iX/ja118WXiXwlopVBjN1A6wsroIeyJ5t4hMf/yge+fajsHJ5dAMfGzZtxM++/72wHEva7F2Ndh6Ez7GMz35yO31hOUVOnTyNb3/7MczOzeHOe16He++7H8ePnsKlI4ewc66NgTTE8WoH5bwFu53HsytL0Jwc2r5q9aZKPmZFXk2w2tN299eWG9YOCo4plWUiitXNm9fD9RxRf5Nbzs8t4YUXDiCX87Br161YWl5A1GkJ4PY8B+MbNsi1WZhfkeu2sroK03JE2dxqd1Wrf1+pS5MJUSwqtT4tRFhX2YAIu3BtC7fcuh3vetdPoFAsotVt4ujxI2g16mIrIdlKPSWj57pwLNpHKKuCiOp2XUM+X5TNBPrfOpwLuiXqb688hOLAOJx8Faap7CPof0orBBWoRAsG9cWrwvckGFUbZISYVNpyjMYwLQtGauPi6dP4V7/zK4iCebHRoAWIZbF2aiNC+VYriCigVbxgU+zbdzfe/pM/hU6coDhYgU4gT89sACVaW6QpglApSrnu0ppE1MUJVa8aLM4V8S6mhys7Etjqr8BqH1D2n0N7hmajLQrgO/btQbM1i9n5i1hoXEOj2UTOGcDK4grSeBG6rCMW4gA4/OIpjE9tx/t+4Zex/6mn8MwTT4B4moCYx6f+vpky9+hf+8oNQ+VHrECq+humgqbUJgrHXYRabRWd7g2wuhb+/3CwqtwGXrl/0Gk3bmqOZy/KKpBVIKtAVoGsAlkFsgpkFcgqkFUgq8BrUYEMrL5KlY8fPIe//9Rn8PzxBTjFgoQUxexmNKic63nCrfGceyVYfaU6de3H3AAg/fe5AQSltZsJ4ZIAvSZ9Wlp6AcO1BPhQXcXWUt5oMwGbafX8Wa8ZWW7GE9MUeMAwo1zZw0CugNHqCFyGxQwXMVweQLGQhzNQglXOoapZsHIGVq0UHUsXe4EgTmFrOnJ+hHWpiWecBB2iVV1DV1N+pOsCE7sSA087IXwtRZnoIiQkAEagoZwAl+wE+cREjjfOGkN6+N8aVvUUK0aCMn00Uw12nCCPFD4SdAi2YGAg1WETMMUpzK5S9NK3U8FAQapIQ+XvKUEvVGCGicCMZ06v4pnvP4lvP/pZUBBHtRghibxUu6Gy7AMLAbNxGz/7Y3fjji3DAgsS08PFq9MoWAoyGpYrytLpmRlUqwOYvjaLE6cv49q1OQEXjaaPMKQHJTDh+pikh2rBQcUBBoo2SkVPwqikbZbQkQAoTLFab0v7t+vocBhoZfEaK+Ua1YMGlYa0AiCEodpOPC9NOK4r3pzFyXXY8fo7URobAEwLpulAZ9Y4VWRiQ0FlXRGuU4VhjChrACHYvdAxEaQROIc9wMXRFCIIW+h0a+h25wT+/5fAan+jQcCMABcVVqWComy4Tg6PP/4EZh+ZxobRERQ8A+2og4AwBjpcg0CMGmA6ArgCsmTzgEcaURXahZEquBqHHXzgT/7hptbJz3/14etWAP2ALap4CQVjP8TSwrKEqeUcC1/+4mfxuS98Hk4urzxkDV1Uq1Mb18N1HYH/Eq4ldezDL6UU7fuCHj16BE89/TRdGfAz730PJtdvR2d+ETNHjmP1wGGcCRfgldiWnsPleg1p6iAIUvED1bnpQsC21nryZWf9ciuA/qYPYSXVrNy4oTfu5Lpx7NixBeVKSc690w5Qb7Rw5sxZzM3NwyOkN3UE7TYKnoMNGzfALRTEb5QLy8ryKurNFqI4hR8otaWsZbLhpNrYCX8J8SUUSzZCDAkCo2I17znYtHkDbr9tL7Zt3y7j+fCRQ5ibm1Z2F9R+i22BiZznwe75tsqoTDTxWWUIEqEqrS4sy0Zo2Bid2IKh4a1IzSLCmO/EccvPplJVtdbLf4vnLwO2aI9B64bweoCZrBmJLkFxvJa2ZuOFp5/GH/6bDyPn+nKuPkME6ZPqFRB22xJeZ3Gd5Dkb3DRwkUYR7r//PrztJ38ay802itUKvHweYRhJbYoM6NL0G2CV7f6iLObxKTWqzQArqvZ7GxVc22kdwLWW1gAyr2QR4wt08as9fvwYfuRHflTWPoLuRjCH1dUGpqfncPrkMXRbC2JBwL8R/Jwr52cwtm4z1m/ajEOHD4q/LTcJUv6RE/sBFZZHmwfbUYrV/rjqz3EBoD0P5v7v1J9EWiWoYDuet4KoNwLubrxe/f2TB2t43fzl5SGIWXjVTS1x2YuyCmQVyCqQVSCrQFaBrAJZBbIKZBV4jSqQgdVXKfTh54/hz/7ir3F+yYCX92BohJymqDvpqXcDXig/wD5YvXGDqSjIDwOsN1Sr6ia5789IlY+kQmu6pL3zXlZUXwahjSaeorZnSGutamFVKi6l7qRKMpWwFMKMhOCDvoGJBp836YkP+BF8+lXG/NwAvp2HA1PCjvLVEoYHBjA8UkGFateRYRSHB1HMF2Gx/dYyMWDomMkBoZEipIouAbpIMeRrGLA1nE5TTBsx9BhYDmOELvDW2IalJXjOCMBPK6QaKtBQ0IDBdop5m6o8Da6poUVoRQ/LiCrWVGwFCIZoO+AhQcnXYFypodX04bk5eC69IlNp03WpjCM0JaATRRnQ7nTx5NElfPOpL+L7B74lLbZaqnwL2ZLO0LC1Hqu8LoQSOd3HL/zjN2P3lmEsLddRb0VYWlnEaNWVwKRipYplBhy125icGEOj3sDpc1exNDcv4PDqtQW0feDqzALKroWibWC06KBsJhhwNAwUCBhd2JYlbbeEP7phodPpYmZ6FmGSoljIwXYYmqU8FgmdUi1WoFegoyOt/amuCVhN6UtaHcK2fXsxvGVS1J6GQbDa8z8UMEJVXQWeMwzNHOrxjD7cUJpoGW/Xxy0tKLrwA57rCjrtSzLubviyvlyxuhaY9PDKDW9VBleZNhwnh/379+PoPxzGumoVUxNjMB0DjdBHvdGAQ1sDpswTxNoODEOpCkVFF3UEporXauIjClv47/+Ph25qqfzcQ197uWKVYJBfHEBRguWFFYHZBIzfeeyb+NjH/0YguGEamNqwHuumJjE2PgYqK5Xi93ryzo3jkTwfDYZmoN1p4+Tpo1hYncGOXTswOr4DBTcPO5fH8e98F8+98BxC+vRSBaik7zwMAasIY5X/9kPP9AfDq/g0pZzlGmIin8+h223Bsg3s3r0TE5PjsuES+BFWVlZx7doMzp47L5s5EjKna1g/NY7bbtuDpeUVUYkymGlmZg6LS8sIaIPBTR4qMcUUWXkA8z37Lexco6g7FgVjqomPaj7nYteuncg5Hvbu3SNWJleuXcbp0ycQBl3ZHOJ5y2aQbQvk7r9vYtjI5wsoFEsKVvfW3OLErRgZ24Iodpl3J+PNNBMJfqLCX1SvvSA2BiqJIjnmsRuora5IgBY/j/M+ClPuRwhYdAwXz+3/Dv7kD/8ZPM9HGOuwnBwqQ2MYn5jEytwsrlw6D4MKbyrBTRvFXEHOY+fWLXjvB38ZS+2O2LYUyiVEYYgkSsUKgJslVKxyQ4zhVFSsrgWrDLki/JRHT7FOsMtj7NLjOYokwItq9ihtY3FhBSdPnMMDb3xAwDTrHlJRq+dw/OQJVMoeEIdYXVoVKxIGqX3y7/4OpYEyoiTA9JXLAtWThECXfyzUhhkM+tA6MHoBf7LB07N9UHYhqkugr1BXiVs9/3EL8Lx87+8WjbH5d/KG5PqHKVb7YHWt8prXv9Vcvak5nr0oq0BWgawCWQWyCmQVyCqQVSCrQFaBrAKvRQUysPoqVX72ie/h3//5X2E1HVKts1EHluFKgJUmPqgKiF73++xZAfTfrg9bXw2uKvDUS1BPVYjJDd/WRAXKUFYpUcl8JhPRUzipjZTWAVQ5EawRkrJllBA1AhJbQ2yosJDYBIxOCM024JjMNYnRtG1UdAdp1ELb8GF0U+ixhU6QoOlH0OhR2o0QuCYSz8Y4vTtHBzE0PoTRsRFMjaxDebCE4kABA5UcooqJkqZjQDNwyGL7P+RrKQZaRorNVJKmGi7amkDYq1qAiVTHDs2CEQEHTR9+mCBvebARYyzVMBHo6FgQX1ieeU48V1N4HaB1ZAHzc6sCjOjZSFXnunVjCNMO2q06yrkc8p4Hw3JEXffsqRU8+M2P4/K552GCITup+NbS+5Ngtf/o38yHYYixoolf/sCPY9NEGVevzqHtJ1hZXUAxZ2F5cQHjE1NYXFpCu92E51go5guo1RpYmp1GGgW4ePkqYli4OruM9Zt3wW/UUWCXcXMFhcTH5ACDdzxYjgHblCZ3UaJSLVZbrmG51kEu58DzVCgQlbf0NtWplpb+ekPS2XWL3psQRZnh5BHni5jauxMbdm+X0JwUBF03wCohtWUOwHNGkZql60BQnfuN9l/WRgX09AC8v4Jmax5+5+J/E1jtA1YqcXmdlBWAJR9RKJTQarXxzY88jNlzF7Fj4xaMTI6iE/moN+sQn0nbgkkPTfrQavS0pdqPqkmqVNtA6sPgDIi6+OCffu2m1skfAKs9KwDBz6kmYDXsBigXPDz/3NP4yEf+XHxpqXi8bfdubNy0Saw2ms2meGX2PSg5j7k5wutGK40w4IYMQWeCensJ04uXcPXaFQwWNmFybB3sXBFhN8LBQ4exXFtBEEQoGiZz3hHoDOvSkYSSTteLEvvB02WN14Ld/rFQJUhOVi6XEARdNJp17Nq1DRs2rkelUpHXEMoRnp44eRoBg6mYTG8b2Hv7bahUSlheWMbw4LAoJqdnZ7C0tAqNoV7Stm4gZrBZ6Pc2NehNKgxN6hEloXihUgBJxayhAbft3SVK4LvuugObtmzBamMFhw69hIW5GVi2CqFi/WybgVXqewGthbIoVemrKoFTVKIaJoY2PSAhVZy3ojymx6tmIOyG8tpCPi/HpDxfbbFA4FDkc6enpzE8PIxcLidrAUEzu/Bty0DsJwJW//zf/0sYeguxZmPfPfdj5547cPniZaRBF2dOHMfCzEXYniuwtlwoyjg1EOP9v/wh+JqBkckJVIcGZT3vtjoYLA/A1E2ppwKrkfioEqxyHae9Qd71EPkBGo26+PEyCI21GJ+cgFvIC/Dnc7khEyc65uav4Py5E7j//jciCjTE9M62fLQ6ES5euoTtOzaL+tfSbKTgfErw7/7g91EeymN4ooqZa5dQX15Ft6a8XKUTQgNGRsawfeet+N7T+2X96f+96/9NU5uGymqCD1G8ildzgkK5ANfJw/dj2RAUga0EWKnHD4JVFdjV/x0HO68Z51GjvnxTczx7UVaBrAJZBbIKZBXIKpBVIKtAVoGsAlkFXosKZGD1Var8rU9/FX/8ic/DKg/LjXCS8qZdqQfXitN4gy5wtQdJ5abTeHnQR/851Jz1Q5LEo47QJIkoDILfaYmXXRJTqUaMqNOSEhEDe5g4HacwEk0gKdVjol+jqi0OJc1cefIBjuOJAlSUhTpvcqnKVB6ADCYhpGCzrIRk9UJvCCB4HLz5p3KJ3n88U4bI8EvCVrq+gIxE8+Q98rkCBqv0cx0RcDM4OCQgplItolTxkC848AgHXRPswe9YJloW9Y9KJWrBFE/Vy7GPWapcDQvDqYnRGNL6fwwBVixgADbY/E5MOFhPUDu6gFaDsNYWL1BNb2Pz1jFcuLCK5aUlpKaLOGyh7KWojI/hwJmL+NRn/xJBsKT6/6kwk5ZjauuUlQAtFwh/GQkTRyk0o4PX7dmKzetHUMrnJShmZXYaY6MOrly9hG237MHs7AKa9SaWl+dx1513YXpmHs16QwD8zMxlNFa6WJzrYmpqHCtLi/BTE2cuz2O0kMPdk3kMO0wud2C7lP5SjUkFLb0XfTTaXblerute9+xU4F15ePJ6M7BH1KtUmFoWvHwBuuehMDKKqd23YnzHdsSmco3kdTYZYJWa0J0BGLlhRkj1PGn7gTwEqWyTVj6PHPPSRJ2GaHdnUGteQRjMrQEiN/xpVUvyjf++EfBjwDTY3q6CftQmhI5yuYzFsxG+8H99FOHMMnbuuRV2pSCBPhEiuJ4rMJbCTTXGI6SRDy1qI427SBMmlYUCsX/5zx+/qXXyc199SHlE0lOyp4xUvpEq5KuxvAq/7gvMW5i+gP/t3/xrNJIIWysF3HvnXdAnRrAShvD8ALEYL7/8IcFu0pat6kv9JtWJbI0+evQY5uaWsXnzBngFR+wOut0Ex0+cEXiswrQ0FItF1Go1BdK4ifLKz7juhcnPp1JQ+TVznvIaBoEvr6Bi1fNczM3NYXBwEFu3bUSpnJegt0iUkAnOnjuH2Zl52LqBkZFhbNg4IWCvUilLy30QppidWUCr1VU+z3xdrIKpeKF4ffubQ/xMsX4QWxN6mOrwu13xUL1j723Ysm0zcrkCxscn5DyPHj2M02eOo1TKiaq2H4Tkejm4bk5AqpOzYVlFuDZhO2ueh1HcADM3hnyhRNdUNVeiSNZBDh3WT1kSQMZhfxOM3rF+GGNhcQUjgyPIl4u4OjeDrt/G+uERFCwL3Y6P48dP4U/+6J8B4VW+Aya3bsed970RszOzOHfkKFZnZmR9Tu0EjlYQC4Gq1sFIdRRTe18Ht1TG1h3bMTo+Jv6oBKn5XB6e4cj62vY78KlkFTipiw3K5UsXcezIIZw6dlS8Z/1uW+bpQKWKiYkp3LJrNzZu24Z8uSwbaxyvV6encfHcObzl/jeJMjrh3x/LxurKKqavXcOO7dt6nQ09NakB/NVf/kes1uax6/atML0I3W4dy1frWJxfESAbdUOMTmzDzj33Yv83Pw2rE6BpGXA5hvWQUYqyXtKzlosMg/Ycx4Tr2kolbNloNltoNLqinOcVoZI2Tbjp19vEEcCq1M7XOwd6umzpxuh5uNZXZm9qjmcvyiqQVSCrQFaBrAJZBbIKZBXIKpBVIKvAa1GBDKy+SpX//j/83/joVx5DbmgUBlPKefeoKZ88hVHVo+89J9/z5pGtkJLCreBq/2ZePfuGMlCeL29DUMvgqgSmtD2rhG96W/J/2XppkkhEVEIBmkvvxaCXDs3fE7apf3lcBKsEJQJwhbcy9EbBjTiKYZmENoSwcjt/HXz01UZUTPFmX4Eh5XtIFRifT8AhKqtQ+fjxi+2tcnNsEgISsNjI5fLIFwooFmkvUMZgtYTy4ABKQyUUy0WUi0UUcnkUSw58Jms7QKgKK2pXL9FxVUvR1KjQVW5/VU1DeTnE7LFZBB3Wji3YAWwnwvqNIzh7cglhp4MIJrqdOoarHsyBCp46dAhfevBvEcc11U6usdaSly1QlbUQr1bxNAT8boSxaozRagFRIBgYrXaAsNXC+NigJNoTDDYbqxgmRM6ZmJgYx+Ur83BtG436Imori5i+PId2I8bQUAW1Rh21LnDgxGV40LBvQxU7h/MouoDnqCAuJIacvx/64mHJMdCHQjdCX3i87NClio/gimAV0EwdNlW6tovC0AiGNmzE+JYtGBwfRyIFZKI5g4UcWE4VmjMEDZ4ooPtJ5xyr130UeR3Zakzlahqg2ZlGo3UVUbjwXwWrfeWkvJ94bfY8UiUt3JDxQQuFy48v4+RzL2Lm7Bk4nomJ7etg5ggZLbFJEDVcT8LG8UgLAD1uK+Vqqnxgk8jH//CRJ29qnfyHh76ivF8ZvkNA1Qtc4maHZumoL66gvdKCl8ujvjSD//DHf4iSZ2Df9m2wiwUscHvCduFwjq9BnvyegFxgau9fAcMcbQyMihNcm57B0aMnUSx6mNo4Jdchly/jxMmzqC0vwLaUUrlarWJ1dVXqxf9+5eMGwFabO3yIR6etQp+o4uT1LRYLoq69fPmyjN+p9eOwbVOUw7ppolyuoF5v4vix43AtB7t274Sm9QKaetYk9HvlZgLBahD2FPbcmOj5bPK69R/87H6gk/iCcj0R+40Ud7/+dXj96+9WUXw9X9Z6vYbvfvcpuJ4lth58vePmkMsX4Ll5OWbNJHxzpP09TUMEcFEY3g7TG5ZNGQJLrlG0AeHiJapXKl2peta5YaI2JVgbV9fR1oDF1QbGh8dx+vIFfOaRrwqof+sb3oT79t4GBCHOHjuFP/3j30XoX0XEOWE6KOQK8H0fvt+WoKuIgXxOXmwRKjbgdev46V/6NYzvuQunz59HrlDA8OgIya5cx2KhiKJBYxOOFHrVBjL++O+jDz+IF7/3HJYXF2HqgGVocExD1pWR4VFR/67UGhgYHsE999+PqY0b0O4GmF6Yx7WrV3DHrbsFpgcpgTnzFiMszM1h3eQkbKrbU6V8pxr4S19+EEsLs5jaNI7p6YsoVT1MjJRlPjRbTXSCEKY1gKkNe3Do2UelG6JpAAWqWVOqgV2xp9A0dfy8/h7nA3cJkwT1Vozpawuo1TrKEkDMibk5pP6uKKWrCh5U45brnxrHtP/o/57jt1mbv6k5nr0oq0BWgawCWQWyCmQVyCqQVSCrQFaBrAKvRQUysPoqVf6j3/3f8fALx1EaGZNUesIpKm5UZPEP+qcKSFoDVl8GqnqAdW3bpNxMStANgaiyASA0aNRrKlRIgofo+UhlIoErw1jYzmqIPx9VizdUPrxtVSnptuX1bqqVHydJnPoMlTIt/oSEHWu8Mvk+cUIlKT0KTWltlkioJJH2Xb6OalZCCvHfk6RxwYHX4ZxF79UwUgqsmGpX1YacsreWvq6aLmnXnuuIkqxQLGBo3SSGygMYHRrCYGUAlYEBlMplVCo2opyF2GJmTgpfA0qErvNdXD4xD7/NllWmmvuoDLiYmBzCiRNzMAhMNRPtTgPjEwOoaRqe+O7TeOyJL7APH7okhMcKQifEtSqNW3l4KhBBn9Ofe/MWvOmN96LT7WK17eP7B4+gWVuGCROdToSZ+UUsrdZFCegwaMp10Ql8jI0MolRQnoTXLl6Fnjoo2V00uwGW2joOnLyKJEgwljdw94YKJksmSi5giepZtfXzOhOMK7/Yl6cVUWnM68gxYNqEq/RANEWhJhdPNzEwNoFSdQh2vojhiQlUt4zDrQwgEGGZA8cdgUGwqrlyfdeqDAXz99q4CeAJVpF20excQ715FWm88v8KrKqgILbF0wrAFtUgweq3H30CwVMdCehaWZzDxQunERgRpm7ZjOGBKlyOM3oyEnxzTyEkzO+KxyoVcikVxlStpiH+yV8+fVPr5Ge/8qBAJJVironKfK1itbVaR2u5Ia3nadDCg3/7UYyYXYwNjmKGfpUMW3PzMr49wkdeQ46uXtCQgE6KX2nbESmYz3kbBgFq9QaOHD6BMOpicmoSju2gWCpjYXEVF8+dlZAmvj6fozdqV0DeK8OD1LVSMPWGIl6BVZmnUOOZ44iK8snJCZw8eVLm/+TkmLS+1+t1uR6lckV+fu7sObBbe9++veh0m6KQ5kdQPRzFGq5dnRUAG4YKUtLXWew36bfaU9n2j1N8S8NYVKpKa5sI6B0cHsaOnTswOjoqx1cdGMDQyCCOHz+OM6dPolRSkJKfSbUqVds8Rsd1ECX0mQ7hdzuAU8Guu98KGEWZLwMDA+JdSmU9LQ28XE4+j9CY6kdZ+xz6r5qwUw3tFJhvt/DS2dN4/HvfxUqnCboX25GO7eNj+MA/+klMFKr4n//5r+PyxRdg0n2ASsueBy3XJc2yEKYpSrGJ4XIOr9swinzOxr0//yEUxzfg6JHD1GgKWM3l8+KPSsVt1StJcFa73cHyyrKomvc/tR+Pfu1LMp9tQ5fQtGKeAV4GLKqXc7QPKYqFwNziMiJNQ2VoEI0gQq5UkJ9TZc31OqKPNCAdBVyj6rWaqEjpKdvtct45WFqsoTo8LJ6wF8+fg6aFyOVtrFs/hqkNowi5YWeUMTi0DScPPQLPs+CnidSOq2g35Maajjgggw7lZ2kUih8wGzuMYh611QCrq21YtMawDGV5II0Wal1T47fvHCzJXQLFqXBVSmeg1Woi6NRuao5nL8oqkFUgq0BWgawCWQWyCmQVyCqQVSCrwGtRgQysvkqVf/UD/xxH5+soVAehUe3ElmZdwcm1wOs63BCFnkpOVtkzqr1xLfhQ6pwbr6f3H4Em70QDvwE9bWEc/xbMAAAgAElEQVTdOKOdYsyvBkjCGO0mE7U1mF4RuWJZwb92R0Anb0SlrZ5t1nEiEJYp5WwRTaIEYZSoABhd+TwSMLBVuB9CIh6uPZWbBGdZqm2WqlQBrWugTV8Jx/dVCk8FdcTHkUEptiMKPVG58u6eHe5iN9ADP2EsLc08/iChr2CE1GcYkAnD1GHaloTkEBJUqlUBrWMjoxgYHcHg2DA2lgcxpDmIQ7aIMtEb8P0OXI/nbODAsfOwJHxKQ7Oxgi3b12OmE+Dhx76OAwcegaH50oYqKjMef0rllTp/uYYJ6xUgjkN86KfuxK6dOwSWwXRx/MQRDOYJpKrwwwgnz17BlZklFIpVNNst8ak8dvoCgqAFPQ0lOEyLNbzuzn3QWtNoBMDVpQBHz80L/KTkdnvVxm2TZYzldZhIxDNVGIPA9pcrSfvXSFkZaGIDIFDVNhQol3wjejamGBwaRaFcRtcPkS8WMLprG6Z27YIzUEUCS8CqZVLlp+DFWrCqvmfgEpWcTB5nUFobzc5lNNvXkMaEbQpE95VmqnY3rAD6ilWlAFXBSlT6afTU1VV41be++S109y+KeplekkuLizh4/CiQd7Dvzt0YrJZ7QD9CEkc9D89AAVUC/7grylWGWP3GXz97U+vkZx78MgydbefKT1YU5qJcZV+zBr/RRmOxJkjQ0RM89cVPwV66ALc8ihlDQ4dhYbqNxLJgi98n30sXwMWW/74CVjYtUgUVgyCU8c/2/uPHToNKTS/vYHx8HJbjwHZcnDp+Ss3POBbV8CtDsV4J2/ut9v3nERwSnPG/CWT5fLb/T01N4tChQ3KcGzZOIYp88e6k5y2fzzVkcXFRYNzevbtx+vRJ1e4vbf/c9LExN7eIZqt7fWNFJb2ra7xWnd+Hu912F6YGVEoFJIjQ8SOMTUzIhgVbxqnIvf322+X4CHn3738SzVYdrVZLoCM3apRtBxD6XfCKiyI10XDrvvvxgV/95whi5cUq9hILi6JSpWK+1WhCMy35uTo2yM95Tnk7j6U0wJee+Q72H3pRugK48ZPSDsVPoQcdjOccfOj9H0TSrON//f3fgBWsyNTl2hYzSJB+1px4RgInNrBzrIQPPPB6jN9+B+xb7kbYCfG9Z57E/Pw8ytUKLHrNysYIMHPpKq5duybXmNdreXkZly+cl2PnVz7vYnigApcbKKYGh0pbQ0fQDZFyM4CvqdWxUq/j9jfcB6uYR7PdxMZ162EbCmDKFkyaYmVlBYMDVfGNDXwfYeAjny/h4KHjmJlbQqtWw+XLF6UrgH65e2+/FW99+wMIog46oY0gyOHQC0+iUnQwXqng8IkTmF1aUZs/AVDwimIJQZscLfIRdJrwbBtx0YbfMeF3U5gOvWDVuEnSQDaGJOjM6AWVuQypU2MoDBN0Wj46nUCFMCYpmqtLNzXHsxdlFcgqkFUgq0BWgawCWQWyCmQVyCqQVeC1qEAGVl+lyu982y+gbpdgei6sKITO1sde6z5BQv9x3TNVPOF6XnE9sNp/Th86kJz1rQEEkCSq3TsIm4jDVYwPWviNX303cg4TqzuIAl8AQye0cODIBXzv4CmUiyZ27dolysrVlRX4QQjfZ7u2jiDlnX+MTqcjykbRFmk6XFPZE4hyUNMF9EgrLmHC9bblGI5jK5UboWevvbn/e1HLMqxG2tR7KiMJXVGA1bAY4MIW4UiUbGSSAntEBUtAR+0WeSbBRCwqp5LpIUxj+EmoVLIEo3HKU5DYJambbcCiytXNoVocwNDgKIaGhjFYHRT/x6HBsgQ9FdOCtKEGsS4QZny0gpdOX8RnH/oMzpx/HroWApFq/4+lldxUUJs/IQymv2nQlXbkD/7EXSjlC2i0Omj7EbrtGjaMlRClAYrlASwtt1BfbWDDuvUo5DxpqT5x9jwoFKRtw8piAxfOn8eWLRtRm5tGN7Zx7Nw8Tl2YAQwXaRQhZ/jYO1nFjkG2k4ewHQsmPSKDQEASoQuPa63VhEk/VV6HnlpVXVOCVuVHyutqO44AJKr36JfrDI1iw747MXrrToRw4TpDsKwRFSbVe6xVkKWp0heKZyXfM6qj0VZgFUnnvwms9jcVeKyW2WvrT3k9CcFzaDWbeO4zT6A1v4oCLSQMC80gwOz8AgpFGwMDZXi2JV6qMe0Ywq6Mn0T8GpQnrpZGdCjGb37suZtaJz/7pS8ptar4kSqoo/7VYTom/FYLKzMrAnZyjoYXv/ZFxDNn0HDLmOOwttlqboufsXia9sCq6NklJZ7BS4Ya01Ekc1Sga0SlaAPnzpwXoJZqDF+bhE1vSteF3w4FxnEOC5QNVTDW2sfLFX83QvT4HAYxEVqpdnWldGVA0+bNG3HkyBH52aZNGwTyXbp0CeVSGTmP9iEBlpaWsGv3bgwPV3Hx4nl4Xk7OjV6Zy0t1CWhLEo4PquCV528f+suxrlFZ8zhKuQo6zRpGhioCxC9em8bA8Ki0xHP527p1M/bs2Y0BqpTdPJ5//nt49rmn0ai3rkf79W1XuEFEP2EJR0os/NR7fxH3v/2n0enGYh3RqNfRbrXFEoDrWjfgXK1cX2+pXKXylQrYZT/BV158Gs+dPCwKV118WUO1YZQaMLmBVl/GYL6KoUoV505/H+H0WZipDy3kutwFt0P4XIbhWYjx1t1bce8dezBw131IhqZgpzGuXTonIXdULdMCghtWtHHhWPAcR9Ywrjtf/tKXcenCBZkbuZyLSrmEUs4V5bupa3AMHRaVqCE3f2KYtosoTXF1ZlbA6vimKcwtLeDeu+9Bt9mSkLXE0MQD+sKF87hl5y0wxPIkRRKF0pr//SMn8cILL6G2uoqF6atccJDoGh544I14x7veiiCm13OCbtfGCy88BatRw2Si44mTRzHdanJHUFSqI2OD8HI2ikUHpYIL24IobWM3j0MHzmFhfgXFqot80ZDAtOqgh3zeU+PU5qaGWusIasMgRRhw46GF+dkVzE6voN0O4TeaNzXHsxdlFcgqkFUgq0BWgawCWQWyCmQVyCqQVeC1qEAGVl+lyvff+25YYxuQsrWWLbE6E5WVR+pahVYflPLGnwo4PhSAvfG4AVP7Kk+lJqKMihCk3VqFiTZet2cKH/y5tyEJGnDcEnQtkqAqMz+Kz33tu/jPn38U73nrZrzn3e+WG1GGTAV+KMquC1dX8eDXHkUUd7Bnzy3odDtottpodwI0fEtaipm4TdJJj0RRg61pyyS7yeVV+2wfrF4Hwn2/TxEn9sEq1bvKYkCAsq48HalSJMyV5wlYpXKR6eERiMZE1UulJAN5HFsAGZWYfF2a6gjoJWukMKjmFZhGMKXONZFwIZUWLQpaghKHwTwequUJDAyUUBgYxECpiGrewfFzszh89Hmsrp6HqcdATPCciEcg1WZ9lV8c0f8xgR+0UR0s4Xd+7g0oFkpYrnex1GhjdvYKtk4NYXlpEdWhccwt1LBUoxVAUYJ+VpeXEHY7KA948LwCksjEkaPHMD4xiObMHBq+jmdfOoXLV5ckp4o1YWL6+oKJO8eLGMyxFT1Bnq3KSSpWDgo2KKjWh9dWj68pla/y9qTPque6kpKuTHh7ITJsKTYt2LkRjNy2G9veeC9ipwDDGIRpDEobvLJzUNeuZ24hoWnE5vwoTU8Q+jXUmxfR7NDagMrn/7pitQ9WCeUM3ZV2cbZ288GxUCwU8OTDT+H0/ufhBYTnlqSdM5ytQThWyMGj12YcIiFUpZI4iRFL+BVtG6hdpHIxxm9+7OYUq32wKgrVl4FVDbqlI+r6WJ1ZFe/LStHCqScfw8yJl3ApNeGbLiyb4xoo2B5SqrUJ53twltdElJxUjif0tQzR9X2BapyH3BS5cukqVlZWZa0YGqqiWCqIitvUHAGcVG32YeV1ixE5/1csLirf6zpAJLyiKpVgttv15ecco7feegtOnTolqtTx8VEBq1euXEWpkBf1M+cyA5tuu+M2MNyJalq+Dz1yebzT03NYWa5JuJ54M4siUtlV9L/66md+Ju0+pkbXo9VYEYuSdruF5WYTiQB9zvUY1WoZt99xO3bdugdBkODxx76NCxfPydpECM/PkTZ+5aqARKONRwLLKuC3f++PUZ7cjCTRxV5hfnZO7ADajaaAYKre88VSzwqhLN7TEszn+/jod5/G2SsX5Zqk3Q64YRGFHRlXhLaayfUnAELOUx2GGUNbXUTRr6Pk1xDWF+EHXVGPmomGzWNVPLBzPYY2b8bWN/8MmomOIGnLBgrVo7QgEKiZsF68mrxgQNHL4an9T+GTf//3spFRKBdQzOdgGTocy5CwQSp+czaD51IEvlLwQlTVJtrdLuxCGXvfsI+Ow3j9XfsQtLuqm8FyRBl97txZ3LJzB0xDeXezS4IA/6XDx/Dcc89jZWEBs1cvQ09jOJ6Ht7z1bbj/TW+UTaTlWht+YOLQ4RexdPD7WF/zcbCzghlbhxYnKOeAPfdux9T6CYGlDB4jwOW6H6cGrl1uiSdvZdCE7bHrg+Y2avRwfVP+zj2/bi6MCVXjVKRzQ8HG6VOzOHviqszF7JFVIKtAVoGsAlkFsgpkFcgqkFUgq0BWgf+/ViADq69yZXbf8z5MbdwkUERydNaoO2+o25RySxRq4jEoKEDuffvtp6KwYqOlQBEVWNUHELpOsOqhvryIvN3AW960E+96y5uwsrCKUzOzGBmuYv3IoKiPPvapx/DMs8fwL37pR7DvnnskVInt9/S148330VPz+MhffBx33zGKD/78z6Lj02OxjbBLwzsTRy8s41Of/iq2Ttl44L59ovRaabQQNLuYq7dxeamDdpOttqvoBh10e6FVVsibXQuFgQEEnUDUgrFpw6Ray4zRiRpwNFellsdsGTYQxV1AjxBHqagR2THLFtCE0FRTdaJXoul4Ann5GsWZebPNeifibUkVq4oKY4s1W0NT2KaqOYEza+13mRCvIRZeqwK5+sn2mq78CukLq96nD4RUyztVV0nsy/H5kY40SlByI7zvx/ZhbHwCuUIeq6vLuHLpNPbs2qrMJGHg6PEzsOwcCqUKHM/B9PS0QBTP1eHkPLS7MS5fuIwtG9bDbyyh3rXw8KPfE/sAKpRp20Cwq8c+NlUd3DJZQsWMkdNS5F1HzoWBaYTPbMUOqZimIpLtssLmCVTpt0vow+ugi40D24ZpX2DZyktSeeq6GLrjNtz24+9ErBdgmwMwjCJ0TaV6K9Cj1KSiU2XAjMBLwnEffriARvsSWp1Z6D3rCKnzGsAuXrvXgauCf6oVnmDVgZnSY1FHzPdOdOSdMq5eWsATX3gInStzKNgWrLwHzbUQ+iEcy4RjiKZYgDfHCj2BxfNT5lhvgyNJ8Vsf++5Nra2f/tKDL2vXF7gsmyNq7tILd3l+CX6ng7xj4dTRl/D8k99CaHmILReW68J2LdkkaLV86GEXE6USRipl5Yfseag1G5hZWYE3MCIAMGp30O60sFJbwtVrs6it1gQYU6FLEEkgRgU6oSbnilgsiIWHpjYqfghU5ckLbOXmBwOEPE+1VIsyUlmAlEpFDA0NodFoSGu45xDUxWg2m/A8Kop1Geu0tdi+dYv4HM/MzGBxaRVBEKmwKrE3oCr1Roq7gH/x4eVapFLfCcsMuvmaLkwGquk6GvVV8RSVK9c7B85Itrrfs3c3xoYGcH5uDodPn0HcDUXZKxBe1gql9pSAsTQQ0Ll177341Q//T2h3Itimg7Nn6Utro1Kq4MyZsxiujmBgaBB+GolfL60OCm4BcaGATz7xTRybvoqYtQno28uNnYgGodC4ESRpcKqefXdYwkgj5toSI5/4GA9qWB+uYNKKUMiZGCvlYI5PonT3j6K6aQ+6VHZrKbqNDtIgUmFi9AruKXxt+nXriWwKfeyvP45nv/MdVCsFUaoyWIpOKvQSlo0lsT6IpVuA6waPiRtKnF8cHlFqYnzTekxu2CSQutmti0VGqrsC50+fOYNbbmEYWS9oUSwmbFy4fBXPPP0crl2+hLmZa7B0DcOTo7jn7tfj7rtfB16B+aU6/MTAicMv4PKZM7C6IS5cvYS4Z32RL5l4w4/cheHBMhLDR6T7cMwUJrsWjDyCYB3iuIOCu4ig66NLVbDA1L63M1dTpXRmJwSD45Qfig5DK+LsqXkcOXQOsZ+B1Zta5LIXZRXIKpBVIKtAVoGsAlkFsgpkFcgq8JpUIAOrr1Lm2x/4RUxMTFz3KXylUqyv0up7HPbBal9deKP9n/fC9IqjWvMVilUCMs1C0GnAM5fwU++4Ew+84S5cPHMZzx48hqGhQbz9zfej1vHxp3/1EK5MX8XvfOgf45Zde3Dw2HEsrdSwaf16TIyO4MnnTuBzn38Q7/6JO/GOH3sAQWjAsFNokYFC3sG3nz2Fv/yrT+LdP7kXP/2OtyAFw2A6sFIdHc3GJx/8Np7bfwDvfMd9GB2tYHpuBa12G37Dx/RCEzOrdbiOhthvokNb2EhHEHaRujaK3hDCxEfkhwJBTcdQsNJPJN07ijpKTCm95fTyY1N3Csuht6zfgy1K+UrvR9tw5faa4IZqLyZdx2LHYCLpAW6+H39PdZQK5Aqvh2zR84/1Jlyk/+IPavwUCCQwIVgNecOveYjbXRS9Lhy06G0ggTP0y3RMDTu2bcLEUA55x8PpsxewcdM2TExOwc3ncOrEcaRBB9VqAflCHmcuXEFtqYaxahWxFqHddfAPX34MMwvLCsKTiOiWpNoXjBBbRovYOJhHxdbgaRpci4CvFw5GeByE6IahtPcLtBSQT39CBVapFCOQ0RkWRehhskWdbbXKYmD0rttxxzvehdRi6ncRppWDDkcpfwWqmgLIZPOA+EvS0/h9iI4/j0brElrdeRg9oNoP/LruGfxqYFUUqzbs1OEUQKjFsE0PrlHAqQOncODJZxAt11HxXBi2iUBLpDWb7dGunoAKXQH5ApiIenr+vWJFG4vK77f+0zM3tVB+6otfvg5W+1YAhHcEq6ISDlMszS/Cb7fhWSYunDqMQ098FanlopXo6KYagjhBx/fh6Aa2TI5hy+gwzUClXXvLLbfCdF18+sEv4+TVebheGVE3kPHd8pvwfdpmKC9VUb4WCgJXm822tMqTmvU9cOUEOYj/C2C1vw71Fc4SPKdbMkf6c0GQvJjockMhEusJhyCPreZUzvtd+RlVvIRytDlg63/fc5eAcq1FhdogUupLU+TUyrqCUL7bDeDm8zI3O+1Wb4NKIXGeSpgC7AFYN1iGrccojI/jwuwc6kv166FqEpInsJ+KbhM09SS2/ZkPfhj77n0ruu0QV85fxpnTZ7D39ttw5fIVaTGfmtosym3bs2G6DlwvB9vJ4bHDh/Ho8UOIEh9pEMiXQFWxACBUVSBbPdbaL/QSuhTXRMH0MaH52GhqeNugAc9rwZjYgMq+t6PrleBarkDtTqcl9Sbw5oNzkqDZEg8Pbnp4+MR/+jt89ztPoFrykHNd2RxhwBU3n7ipJ2MgDAX0ymw11JrGvze27cB1S+iawJ7778Ce9dtkQyzSCIp5Dds4c+YMtm/f3tvsUGGDBLMz0wt49tnv4cKZMwJWqda97a7bsWPHdlE3Jzp9XNugSPbk0RfRqNXwpnvvwxOPfltCuXhc6zavx87dO1BfmsPgSBFOiT7DESw9ls1AXduCJG3Bs2aQxjoSnZsulmxwcf3ul5q8medKRS8tKci3Q9/EqRMzuHBuDkGrc1NzPHtRVoGsAlkFsgpkFcgqkFUgq0BWgawCWQVeiwpkYPVVqnzfOz8soIPtu2s9DtcC1v73ArN6itU+WO23/ysoYvQUUEppd923VBKeUkRBA0OVAO/9mfuwdf0wgpaPGDYoWpsaH8TZyyv4s49+HWauiX/1a78o3oEHjx7DxUtXsWn9RuzZvRuff+gxPLl/P379V34St+3egYNHzmC1XsMtO7ZjcnQYn37waTz01YfxG7/yTrz+9t1otCK4nglXN9GMDPzHT/wDlufm8Hu//U8wMpiT1lyCI8sy8PRL5/DJLzyEt7/lTmzfNIXVRhut5RpqjS4uLTVx8cI81o8x8d1Co+mj3enAjxI0uuSTjkp0p5JN1KxMrKb60oFpKyUcE8pZS/oGqqAchvawDZ5gR/k4JlTHEaxKG3EiUFTCZgimRFLcb5knrKJHbCwtzn2lsVyGvgduzxc2ZYGpntKpCjUQt5u4564NuOf2zajV21itt3Hi1Fl0Oy3xPvQDX7wbl5ZqqA6NoFIdhuN6aNVXMVywMbVuBNXBIZw8exFhN8Dk0BBKZRcLyzE++4VvYYVegUkEg2CZHoWGjjQOUbRSbJuoYmogB0+LUdTZzs8AqRSmYUkKe7PpI0kCGUcca4SqDKSRwBvHFMUqwSohDtWtHT+QkDOCppE9t2Lfu94Fa2BEzpOwU0AqVYD8l3CVQU6U1Wn04aUizpLP6/qLaLSvwveXld5XarfWDkC5YL5SsSrzQd7Tgg1HQFKiA55VQH2xjZe+8QxW5hclcMyi3YO0+scyPgj96FtpicJVwXOqOalY1c0eaOuhrw//9VM3tU5+8vP0WNWue6PK2JCwLfrWUl4ILC8uotNoibJy6cpZXHv264g5Ng0XTqmMfHkApm0LIHQI8tJIIFisAXahiFyhjAuzC/jYZx/EfLMt6wBb8EUcTC/bXms//7VtU/w//Q4D1Hqhatw8EJsMdc5KRfnDHjeC8tZu7PAz+mvX2nWJXqVyDPQ5zuVQyHtoNJpyvUMqaxlMFBMIUkmuWv/5vzw+Prgm8sFrTMWtgrjq+OSaGxa6YQxb16QFXTZS+sF2PW9pzmMTKaqOgXzOgjM0iLl6E43lurw/T5XrgMx9dgUwyChOMDixHv/0d/8tOpEF07Bx+IXvC2gMk0DsD7Zs346gG0koV6VcATwHpmljodHAF/Y/jrmwi6jbVkrViCpVrgE9T+l+QL1atHtfwmhFOU0rEgGuvY0NN+dgW9TGXRsN7NqzG4PbX0eeiaJGv+YI7cBHkCbityu+3NxPobqXGzpaDM/N48EvPIRvfOVBFFwDFucvg6pEcU6lrlLac+3jOdLaQ8K8GKbY81DOFRgeBbzx3lux/tbtWPVdsRuhMpi2E6dPn8aOHTuubyKkBOqmhUuXruHF5w/g4pkzWFmaRxwFGFu3Dne/fh9uu2OvBOE12oGo70+dOIiVxQW888fejjPHT+AbX39Y1thtu/agWBnEiQMvYtOmCUxtnZDNPMvUkVgt5NytWFm9AkOfhWV4oLhZbC0oQL7u00urF+WxSkGu2kRL0WmnuHxhGfXVEJ1G46bmePairAJZBbIKZBXIKpBVIKtAVoGsAlkFsgq8FhXIwOqrVPmt7/4duRml4osAoQ+O+nBuLajrJ6CvkTtd98VUytW+ZrLXwixt70qhSSVmp72MdWMufvG/exdGqy5MgWcm4tREuejg2RfP4i8+/i3s3FvG//jBXxBFXBDHaLU7cB0Ppm7hE596EBcunsXv/ObPY3RkEC8cPI4r07PYs2s7tm7Zjo/8zVdw9PiL+Je/9T6MVwfw4sGjaHVjvPneN2CxmeIjH/s0pkYK+PVf+jkE3Qbqja54YQ4MFvClb34PX3/kcfzeb38AU+PrEYQxDEI+3cbjL57Co4/vx2+97z6UK2UBq0HAlm0XX//O87g0fQ17d22nSA6NRl1UcUsNHwuLDOchoGO7O99Lh8/Qe9ORtvEoDMRrkC3E9BQkqCAopQNoX7zH2sVUtTKFmgpLgW9MMg9FlUfFap9HvfK6KWKjrBmC/4e99w6y5DzP/Z7O4eQzeXY272zexSIRIAKXAMEAkgApEmLWlSX5mpdUcJV0daWy/7Jd9h9W1b2yZZUYBZAgiEAiZ4IkACITWGAXm8PM5snp5M7tet+ve2Z2CVxT6yrU/aMPajAzZ07ofvvr72z/vud9nsglxgTVa+Fzn7ocu3cNY3aeQpscnDpzGpVqGTptUxBifqGOk6fOoKunjzYW9UYLJ0ZOQTNzMHRq2ZZxfnKGAUlvqYjerjym50PsPXAKjhew36RCMIqgCfunUjtsiM2r+7FpZRfU0IHitdlfV40DGNTqH0qQQgl+4PJ4pH2i+w2CcYbBakFWAOsKrFyOwU+z3WH/Xdu0UFqzClfc+nFU121A2yN6RApVIYAU2rEEVpKClaCrbLKSOox8uF6NVau+X0u8MX8XrKbAb/k5QucMefoSWFVjHZEcMYTUYgP7Xn8XM3tHBYjjgCyPgQollvOrRwGk0IMcB1Bo4CyCW6qZsN0g5R/5Tn7rO7+5pHnyngceZGWupJBCU3yJMUKMXoYcRZifnUOrVocmKejMjOH0i4/A8z0+b3OFPCzb5jHGvp/cqi7GnKKpcMj2QjXQs2ItnnvjHTzy/CsIyN4i8Pk9JW45F7YJwutXBNkhENCa3It57NIYIbCYtvy/x96KY3jhLV30Sb+nliU8HyXi19DtoKdaRqlgo91uotlqwI20JHArgbtJUB8FQvG+KYrwYU4S7SOG4XSchFKVNpoANfnhyuRdTEFKpDuVBSik40YbQPCP5rkum0C+j5XbtmKh4+H4waOsWEwDApePKSgWdn/yNuz+2KdRo8WnSMKRfYd5u44dO4LhzZtgUPhTuYqB/iFYhg3ZMqDbFl584xX84rXfINQVthOgN5EobIt9opfGmKjico27AKzUsk5fdDxCRUWkGgDPvSEsRcFgbxlXbVqJ3Ts2oWrGcNstXtyIZbJDIVsOIdGUOfBKYhBcyJfw8vOv4N4f3QVdCqHRY3mRjhTEpPYmH+gQvuvCMi3kLJsXnsgGhcYgnfuxpiInGbi5x8b6W6/HOa0Hni9xEJUAq0dZsUrHTZxHNEY1HD82ggN7D+DMyAhmp8Z5XjVyeXzyM5/E8KZNcPwAHTdCq+3jzJljbBnw0RtuxMzYGJ568gn+3Nq4fRdyxW4ce/ttDA70YN3mNdBtBbZtoRk2oH8OYT4AACAASURBVEvdOHrsTWhmG6ps8ZxG5zbXl9TOpBAmR5aArABkBKRqTYIVfVfC3KzDIY5+p35J53j2pKwCWQWyCmQVyCqQVSCrQFaBrAJZBbIKfBAVyMDq+1T501/+u8U2WlIcpan2DA6S8CR66qKajGGFuFC8wAaAL2aFoowuaqnNOf076Z9IhecHLWiKhyt2bUJPNYdizkKhYMPOlzHU34Mnn30BP3vsdVx3/Xr89X//p3CcNoM0uj41dBPT07P4p3+5C7Yl42++/cccIOJQynIgwbDo4ljCf/6nB+CHk/jbP/8ah6YQ/Juaq+GyrZtx/Fwd//zDn+Ij127E1z9/K9599xgOHB7Frh1bsHXbFnznRw9zqMzf//mXIMHGmfPj6O/NoVTuwYPPvY4jx/fj7/7kM7CplblNrdHkQVnB/33X/Wi0Z/A/fO2zKJhldJwWAinGyLk5/OT+p3HVznXo662iXl/AQquDRifCyKkJeIGLSqmARm2BFYx+qMAJySpWQxh0GHGQIisgVZ2qMYhSkmAlqi2pqVIV8fIgseVwlY4TtxrT4wljeQHysosvfuYK7Fw/jFqziXqzhWMnDmP9+tVoNmZQzufRrNUxMTmJVWvWoViucmr1kWOj6O5fwa3r5Aq67+AxSGEAU4rRCgIcH53F2FQHHqmT/UQtxwo+glcy+8Zu37gKG1f3MrCOySMx8KHELmTPgRZ6kIIABmk7AwrYidiH0dQVGJoOSRGKT/L8zOXzXBuCOqTwI6WbUa1g80eux/qrr4ZLqsmY2v/pvZdUeezdkIQFCdWqUA37fhNeUEcQthMf3PcGq8sVkYsKbvYsNaBJGoI4gk6KRwd47pFfQ5tqwbQs8R4BgW2fYTqBY4QBIq/NEFpV6NwRSma2QVATCMrOxRK+fYlg9Sf3/3wRqFL/f3oeL35HhIXZOTTmFiDHMsLmPA49ex98p82t6wVLR84yODhMsSwYhvC9FNacCu8HQXdJzyHfuxY/eeaX2DtyChLZVhDQg7AHIYS65EkrI/DIY1iYMS/WlPablJLvI1i92KYkndJYUcpWA6KtffH1Ikqbp0WKAKoSoae3ghWrB3D48CE06okHND9DAHvR3i/mNQbJpCqmMUgLTrQHDMtIfU3jTeFnEfTmfVRkVm2SrQAdr2TaQkwK88BnsKppMVZu24ZiVy/2vPoW6vXGonVAujBFJRlctxW33/FHUDQLfhjC8SMcfucoRk6M4saP3MChZwMrBjAwsIKhNSvlZQVzoYMH7v8pThzaD/SQirVLgFWqf6IK/d3iLjs3xApE4m8cQdZMQDPFdzPH57yiOLx/O7dfha9ftRJ9RoBGh2wtCILymZXMW7R4QfbOHkzTxrEDJ/Cv3/kXwG9ziBZtByn/CazS+cCLe77P5zF9sZMDqX0VWljRYecKUGIJH7UUXHX1Tpwd3oRxn45tzDY2R44cwcaNw/yaDKnJfkZRcXL0NA7vP4SRI0cwO3GebT4qff340te/gmpvN8hoo1530Gq6OH7yMGYmxnDL7pvgt5q484c/YC/sDVu2I1/qxuG392DN6pXYceV2DtWjMUDmL516gEOH3oBVoCAuBQgc8VlInQsEh3lMi+3UTZtV0jOzU/A8B6pqQpYMNOod+M7CB/Fvoew9sgpkFcgqkFUgq0BWgawCWQWyCmQVyCpwSRXIwOr7lO0zX/n7xZZXDgphVRkbhQqlG4PSpaAecWG+RD5S2CFgRvJ4SoVO3o+fS+ocKWKw57gduI7DreHU4h1K1PZsoq9UQtupY64OTidft3olcnkTlXIBxVKeE54dx8dDjz6FNUNl/NW//wY0AlHU0ixbsHMhTp6awj/853uxfoOJP/+TL3L6eqQYopXXb+OlN0dx90NP44+/8lHccv2VmBxvYa42j0rehJnrwT985x7YloT/9M0v4/TZCfz65Tew67L12Lx1F773o0eAuIZvff02nJucxPjkDLasG4ZplPG//fOd6OnW8cef2w0lJmsDD2o+j/3Hx/D9Ox/H3/77T2D9htWsWJUUCzO1ED+8+yFsXteD66+9CrPT0wxq55ouXnjtLQ6hqRZNNJpttNoeg4tm24NG3o+xz+2kVG5qJSX/QYJADKCT28VglVqlCdjJmgSn2URfDvjybZfDNgsoFMsMVg8ceBe7dm5BszHHrdDHT5zg1+zp60e1qw+TU/OYnZnDUG+VYZJh5Rm0UvAY+YTme4fwxNOv4o19J+BFlHbtcNp3FMaQ6CsOkTdVbNu0Gv29RfZYJHsBGkuGLmOwr4j+qomD+3+LaLQBTSYoyjIvbh02dZ0VcARMNLIEMA0eoz6PV+HnKlk2BrZvxfZbboJSLLP/IoEXsQiQwMDFIqUumGLMkz9uEDbZG5RFd+9hBUBFT6FdurAgVKUKVArJIkgrK+yX6867eOzex1F2ZFSrVZYN07ggEElA3HU6DMQit4XId7lNO91O9qclKwBWPUb/v8Dq3ff97AKPVYKrAnCSTyQjQdTm51CbXWC/VdlrYd/T98Br1WFpMoo5g4OfLDuHctVGwIFk1B6vQZUUhEGETruNmZka1NIgFrQ8fvHW2xibnILTbLNXMKs4CSRL1Oou4Cel2dcWFljNR4pFarUXbrvLQN9Fc9bF6tT0GIhFBgFWL1Dc096RelSNOf29a6CKK67ZgYmZSZx86zw6jiOU+pqAqFz3RLmankMpDBZqw4gBKqshwwAFVcXw0BDmvADnpyYQEBykqY6Uq+zZyk4LrPItGzKisIO1l+1EJ1Zw8tBIYgVAMF14uDKoh4RP/ME3sGXX9Wg1Gjxfkvh65MB+HN63F9dee9ViQNPs7CwmZybRacyhNt9Gu68CzS7BX2hB7e+CD30RrJJFyQX2CRd/HvCCA1kcCCsLobLWOBAwJksO2sZcF0Jdgp6zEHgydq4dwieuWIv+goYChbBFAUI/4NAnAr0KB5GRBYEEZ8HB9/6ff8LMxFnYBsHPCDpbmICtDfhYku0CnadUZ/adlRiq5nN5dFd6eNs+u3EdtvVUcXZlP0ZiSwT7uQ6OHj3KVgDkwZxaKhDYrM83sOeNN7HvjdfRoXAx38Gm7ZfhD770ReTKBfghUKu1Ua91cPLscYyeOI7PfepTvI3PPPE4jh87go3bdkJSTRzcuxfrNqzF1u1b2DbDUBS0ZAug4ESpjkgBxs/X4DUXkCsW+Zg2G03uNKBpaGJyihW5tO+HDr+LOPBg5XMcftdotBBRyFh2yyqQVSCrQFaBrAJZBbIKZBXIKpBVIKvAf6MVyMDq+xyYT3/577ltl25pyyIBF1JaLVeIXQjrknSTpNV2yWdV4NRUsSo6IQlgEVCJ4VEfOnvwparBGCHBUZJb+tTqTu2bOQSOg6bbYQ9KUjUSUOO2ZbINCGPYRoC1g70wNAVW3kLOLqFc1jE308Cvfr0H64fLuPXm61DI5SDrBvK6BctQ8NSvXsOrb+3FX37rK9i8bhXclgdFoeAoFeMTHfzjd36EHZcN48uf2Y2WS2FMLkxDgRca+MGd92HtqgK+cfsncPDYUczMzeOybTvgtA38r//ln/Cha9fhCx/fjX17jqDjNnHZtdfgV68ewEuvH8bf/dkNMMlzs15DT183To+7+Mn9j+Jzt+zAFbt2oeN0oGk65lsyvnPX3bjmyi245rJNnMLuBgEOnjiLV1/fgw9dsRWRbqDTarEv4JGTk5hb6LC3IvuBLkLEJEE9yZXnY0feiaTd63TQX1Fwyw1b0F3Ko1ypYm52FqdPjmLnto2oL0xxGM+hQ4fQN9CP/v5+OG6As2NT3HI/ONAPUzfR7HgYGT2Ngb4eSKGLQmUAP3v8eew9fBaqbiGicBZSZPohq09JxVUpmtixZQOKBYMcFKHppPg1IMkhtu1cixuu34nzYyN48YePw51roKibiH0fshLDMgkgJ+3xqkw0XbSPJ+COGoAV3YA9MIDNN+1GZc06xBRWxa3mCaxjRV3iUcvt6WIAE3wLAocV1UFEajOhMEuVb2l41eJ9SWs/ARGCquT1qpCxIrWqUxiYaWFubA4P3/sw+lBAV7UClQ1aCRiFcByyOugg8BxQm3rgdXihgT11eUFDtJmzAjNREF6qYvXH9z7wO2CVlZnsO0sgEWjWahxgFXkh9MjD3md/iubsBKtUS8U8ijkTdi4PO6cmr0X7KgAYQ0SEaLYCjE7MozSwEpFVxKPPvYKRc5NYu2EjNm3djtn5ecxOj2GhNYd6cR5XDV2Dd9/ag9rMArfWC//gxZB6MVslIVbpIk1qE3Ax3F6++HOx9yq9BsG9UPKxdutq7LxqG86Mncb8sQZ818f4+QmhYE7OIFLa8zzD9hkE9jSEdNxC0dJN+JeWiHJxiCvXDuHm667Ac++O4rd7DyEySIGrI/YjaOQvKhPQjdlqhLx0w8DBum1bIGkGjh86Dq/j8NghTTXNa3SuWJaNz3/9z9DdvxZz0zNw3Q46nosT+1/H8SMHgJDsCSi0KeKxT9pxnQLcYgPx9u2QKECtEyDqrorzjhYIIno4/S9ZTBClFpYXyz8XaFyzHQO12MuApkHRNFb9+pLG7fgMgFUNkWUzLBzMxVjTU8DlG4exeVUvLCmCHAQI5AgKL2wE8AIflprDvT/+Md565SVeyOJxTSOHHhu4i0CcIDu5YrCFDPUNWCZKpTJyVgWmDnzlhqswoMmY6OvGKbnEjyMVOM1XBFZ5kYkCFFWaEVQe3+++uReH3nwNehSgtjCHTddej+2X7YBqaPD8CG0nYLA6NnESp06exNWXX46CaWL81AnMTZ1HqXcFphs+Du/fjzVrVmLT5mHkTQO6LKMpGwibbRQLCtpegKmpOkyFOig0tDod1Op1VMtlaLKK46OjvEhB+WRTtXEOSbQNCwvzLZw+Mwa/7v43+s+nbLOyCmQVyCqQVSCrQFaBrAJZBbIKZBXIKkDdjcuvxrOKLFbg43f8rfiZWraJJqRt/wRX38Pv8HdVYxcqWBch1LKWXOot5aClNEwpUcBe/FoXKqpSJRdvnFAhcZgKtR/7cJyOaDFP/BtZ7cX+iASNaJsCEk1xq2neLsI0dMzOTKHTaeDD116NFQP9sHQZtqmh0t2N8+dmcP99P8ett+7GzTdfDdeVYCCAYeRwbqqB7//gu7jpI7tw6/VXcpq5H4Wwiznse2cW3/n+d/HFO67C7g/dgLNnJlHvLGDFmmE8+PiLODs1i7/8kxswOxHi6NEjuPq6nRg9E+CxZ5/CN7+8GyEszMxOore3C/NNGz+9/3589Q93o7/ajdgH8iUdr+8/jTd+uw/f+sYtHJKFgMJidPz4sZfw1oEzsPUcIJO+dMmiYbG2SS51JDlQ5Bwi34EmNTA0UOGaaJqBZqOOKHSxZdMaKJIPQ9Vx4sQIdu3cjmKxyBB5moKsKiWU8zloOm3zPBbm59BVLkLXKMWoirvufxKnJmrshSuRnywhKJ++KJ3cQV93CTu3DsM2ZQavErXT6gY0Q8JlH9qEq6/dCUVXsO/Xr+OVh59G2VOgk1+jLnFQDNknclK4qnCrPLeRk0+jrvHfDdWEmiuga9tWrP3QNVDyRQ7RWlRVE/pURdu4JAk3SdrGKPbheW34QYdbl6UkcEmMZRp9iQ9nCltjej61/1NbPHlJitAeSabvKizdwtzUHH52733ocYro7irD1IR6VpEk9tF1OvNcF2qDdjttYQtA1g6UMk5t5okfapoz9O1/efGSZq0f//R+0eKevF6qWOX8LgnQJBntZhvTExPcnq8jxLvPPYja+Ch0K4di3kY1pzAcJHWdCBQjdS6pROkQEP4iL2QJ9VYHUasDWc/h7hffgb3xKvzRn3wbK1YPwvFcRK0Iz4w+hr2tN/GR4EaMnTqN2vQcFmZnMTMzgXp9DqHnw3eD5HwXKkrBWJPQqCSYbfG+5fPMRfYkiyCW8KNELeAFbL1sA5ygjYUZF6Zq4/DeI6zUFYFUYgEioIWeWGZFfLVcwDwpHWMJpmZC1TW03Q5WGhpu2bYSm9aU8PZEjOdePoTZsA5Jz4sWdvIXJkUwjVUea+RLHHMLOc1bBGllL+AAMI+8WkMKBZMhGQbWDW/mwKeZ6Vn2+CQvUt+pIyKv5TDg+Yda1EltS9Wh7fTJ+mLtFoSkOg5CSN0DfI4t+V6nw2e5r2pi57J8ZAm59iKElckDleCynmPrDZ5UScVKYXB0QtI5ougo2zY2DhawdagHuzevA+IGadGhkF8yQVZoODFyAj//3vcRNGchKWSbIcPlgLAIOQKOmvC9lUKyAJGhyqRUV1HKl1Cwu2DYMr5w/Q5Y803MDW/ElFliRbznuti/fz+2bt3KVgD0WcGheSFQb85h6twcnPGjyIU+zs/Moe9DN7BvK39mqBoHVzXaHV5kIxVwV6nKFhjO3BjOHnkXRrkP86GN8XNnMdjbjcH+Hp5vyGO1QZ8SzQU+BuR/PTU7y9tczhUxW19As91CX7UbqiTj6OgJdPeVUepWoRRpQdGBW+tgfsbB+fEazh8cu6RzPHtSVoGsAlkFsgpkFcgqkFUgq0BWgawCWQU+iApkYPV9qpyCVVI00cX+ojKVDPOS2/J2/+Utskus+oKYafZTXQ5JKTSFYcL7gNX0fZY/J338cqWs2A4BaUWLLsFfSvYmUEGBMaK9mcAqQQcCsPQ6oWQgCiKYps4XxPUatSAH0EgBqSHxs9TQbrno7algxUAVpUIelWIOlVIV41N1/OblF7H7xivw4SuGRXK4ZaBcKeGZJ9/E0794Cn/x7Tuwa+NW9mEkRVKjBXz/X38Ku5zDv/vC9Wg2Ag6K6l01iBdeGsFv97+Fb3/1o1iouzhz9iT6e3owNhvhlddfxR2fvxnNWpuT01es6MbLbx/HfK2BL3/6Gpw8P4NqwYJhl/Hde5/GqYkGipbNrdTvBVYFl4oQKNSObwFeDbs2VbF93QpM1mpothycPj0Bx/Vg6wYC34UTeZicmMSqVUMM1EjBNztfQ19vLzYMDqJYKGJyahKFnI6uah66GmOubeCu+x7DdN3jFnHygmXAEUns70hgaM1gD7ZuXAMNPgMZUivTaxu2hBs/djW27tgASZWhBhIe+t6Pce7tQ+i2itBJner7oMwjnRR0qgi9ocfSl05qVlODKelQDQtSdw/WXfthVNesYZ1uCuHYo5b8MhNlJCnm6EYw1fPbrCKlIKvfD6ySBYD2O2CVWuS5oTsCfvi9HyA3I2P10AA02hKyGaDWdApG8uj9PIarZI1BAJgUoLxQwLBWwFVW1MYxLhWs/uie+y4Aq3GihGWfZOLhsgqn3cbU+AQ8h3yDYxx+4XFMnTzIYNW2DFRyKo+DXMFkmwgGq0lQE6fHx3S+SQjcEJ3Zecj5IqaKvdj+mS8htno5uK1a7sKbZ36L5w4+iZs3fwLX9F3PtXe9FuLIYY/byfFTuOs738Gx/YcWF1KWQ3FWIiZWAsvnjPezCGCFcKLS1C0Tpq2iu78MWQViVYccKTh28DjikJSTIuFNknTIMYXWBSiaMS7fvhX7jhzHfNODZdqshHQDD+tLeVyzsoyhHhWlrh68snccbxw/gfFWjFimVneyPuBsex5lVG4GtooOSVc5yI1GCg1Gn1vmwbCPguxc1+PtIWhPHqM0p8kKLSyIRYF0biPwTx6skiJBi2J4RhGhZUMKVMT9q1jNyh0CqfJ3ma3LxZ7MS/UULqk004pug+TLyAGqBom+yD9X1TmwS1YMSLqNwO9AR4xKzsIffuxKXDeYQ+RFcMg/mML1fBrbAfY9/AgOv/0qAlXFxEIdzYD0vzLvp2WYYl6HBMvQYakqdFVhK4DB7kHkyiV89PJNaLkdTJeqaMR0ICW0yCP62DGsXr0atm0Lz3A/AFoNHB85BE8qQm+dQWNsFFJ5ABs+fAvazQZ/XtBClefHmG+0YFkSnI6LYr4AW5XRnB3D8f17oNgVNCOTLTO6igXYps5+svlSHshVETbrkElJDBXTc7OgNZ/eShcWWg20Om1U8kU+/hMzUyhWyqh0FaAWaKGwBa+zAKfTQaPVwqtPjn4Q/xbK3iOrQFaBrAJZBbIKZBXIKpBVIKtAVoGsApdUgQys/lfAaupLKPxQRVAVXzkuu6XttimkWvoTtUwvKV3pfvF6STw0P5DUOcvBqrhvOSRJtyF9XYamF3lair+J12YImySpp2FaIomZLstFiFa6reTjSr8T1OL3ZEEWhb6E7EoQRBQCRepJHQ6lzHdchCGFR1Hjr4xcvsoKMcCFZikwTQu2rSOfz2F2usOK0+uv2YL1gyugKgEHcoWBhUefeAqbt6/CV2/dzcFFllWAbJi4867H0fBm8a2v3A5J0dFpN6ArGh579iWcOX8Wf/iFT8IPAnSaTdi2iWde2gM7Z+Pmq4bxwuvvYP3KIRiFbnz3vqcx35Zhahor7ZYDlCXFKrGVGB7752qI2+P48id2YveuzfCCJieHHzh0AuVKD6pdPWi3GjhyZhrHRk6jv68XrUYdtWYLp86cZfUipXq7XsAty7uvvxblooW8rePQyQbueehJdAKFx5AaB5wiTx6bFKATum3s3LwWG1b1c/o1HStiWaSztfMKPv0HN2H1un7GoPTaB17bg2fveQgFX0GO2uwDgukxgxZdlWHpKsNV2VAYrMqWBp10caoFT7fRs2Uz1l95JdRCntXFrEZM1I4C4ItwGfp5EayGHV4U4NbpxTH8fopVAVZZrcpAn74I9AhIZJs5PPbIoxh54QBW9fdCiyOGlhqltTNgFeCZAnsiAkE0vhhkUeu6CE9KA6aCKMJffPelS5r47vrJve+pWBWnQQxdVuB2HExPTPLY12Vg9I1f4ezhPdANA4ahoZrTkC8UUemyeLvo1Bb7S+pVDZqiIaK0cwqSazTRdAJEvSux9sM3I+7bhnyUw2v7XsLTZx/FZz58B65edR1a9RYvitDYpHCy1sIc7r/7R3jxl0/Bc5rJuSt2ObVyYNfN5Ly+0A6AbEuEdcCixyrNBAr5mkYMKSvVCp9LQeiwb2m5twtz07OIPFLHkk+nLyxJ6D2iAL1FAzddu40Dke689wnMNiNWEredDmJNwgpNwUeG+7FlbQVdpQIK3SsxTl7Fx6ZxcuwUvGgGCw0VOcNGNW9C13TM1DsYnZjDvOND0gjsSgzxuW1dEdYBsidgMG2JppKqkhaSQlZmcqAWz3FJq7wsw/MDHt+KRJYbEiI9h7DcB3nNekQLDTEn0Lhf3vPPKVOJbQsXOB1awthhseZso5DYBdCJqWqAbgAE1ikkisG/CsganbREq1nRumNdHv/p5iuhuQ7aFFDnR7AVHWHUhHzkBOZO7EFHkrFnZAQnxqfQJlV7THYaMnRqoyf7FtOEbRiwdZPh/rpVazCwYh3Wr12JY50aZsPUz1ts+8zMDCzLEgsntIBCitd2HadOH8bpOQnK/BGojSlI/RvQteEyDpLK5wpso0LhYLRwFccO2q0mCnaBA7YCp4G5ibNQjQJqHWB+Zpq3ixfoNBXFYgFapQ+duUkg8BFLGuqtFqLQQ8my2f+ZIHBXsQxdUVFrNVHu6UUQxBg9fQi9vTlUqmSLINTyT9yz95LO8exJWQWyCmQVyCqQVSCrQFaBrAJZBbIKZBX4ICqQgdX3qfItX/yPizCCfe2oZTjxebzYyzB9iQtdFZasAJZ7sorHLCWrp6FYKaBd9GWlQJtlQCSFBsl1/6LKdTFYi4Ow+FEJvE1a4NleQASepAE4QiBLylYCsRErlDjdm1RexGU5bCZixRcBC1KZqbJOfcOIZIKCZI9AKVERAyQ/8uF6FDQkI4w9VsnaVgFR7MLzPW7nVbWYLQZ0tYh6o4lqt46Vvf3I5VXkcyXkbAOvv7oXZk7CZz96HSSN2qwt2LqFnz74GF+033HbJ2DrFHoTotX0cNfPHsbmrcP4+FVbMdPoIGcaOH5qCv9y/y/gSDkYBBgTuL38GCwyE4IEikbd5rDjaXzt1ssw3FXAWG0OxXI3Q9ThTVtY3KZpCs6dn0Wr6WD71q2sqJybX8DRY8exYuUgyIlgenoe589PYdvmbVDkmIHrS3vP46lfvoRYMhBTS3vsIyR7CfJRpLRvOcLHbrwGa4b60KxNo9NssNeoF3golDR84aufRO9ABR5ZRhDsbnp49t7HcPKtQ+jWcxzqwypjBbBlGbamwjBVqIYK3dKh5SxQs72mGIBuQypVsP6Ky9G9bTOPQoJVQqmaeK6yP6VQQBP0JrARhBSiw7T3PcFqOoYJvrIFQGIFQD8TYKLxRW9CY5XC1mZmZvHzf/4JwmYLPXYOehwxRIxo7JBnJ20TK8WpdTlIxq4AidRCrpBEl/03Q/zF91+9pHnyzrt/KlSAqQJWEWFSIqMphiYp8F0XUxOTaNUbMBQZYwfewOjelzmES1MVlHIG7EIBvVULqqahUaeQr5BD1kzDZCUnyUBjOo8cD+1aG16soTC0Ad03fAkj7x7B/Y//CF/85n/AZRuvRDsEcuSe7DvQNeDYwX2478d34dA777Afaqq8TuPFGAwK2rdYA6FYT+AaQ16h6EznjxQOUhs9qM1e14RfahggIIW7ovKiQeC6i4stdBwHumKsHlqJq7dvw/CaPjTbbfzLj5/EZD3g+YL8Qt3Ix5Cl49OXr8fOTb0ol1bBtGPoJi/DIAjOoNzVwOnxPigwYaliW91QxeHRMTz8y1dwZLKGUCEwryNHKsvIh+N3IIV0zMWcSIeItokXBOhMkmh9geapJbBKqfMEjkNTguS7COUisOUyoH8Q8vgcLyYxtGebl8RXmOfBpJaLBrbiB7It4HHJ8JUWqVIbBmG7AZXUqhpYPs7ewjQXSoBlswVErNvorSr4H2++EussoBP63NqvhhIkxUN09Dikk3sQaipOzc7i6Ng4To1Po0P225DYEqBUKDDwJ6V6wc6hUMhh2/BmrF2/HYXuHrxZm8Ncy4emkG+tL0efkgAAIABJREFUUKF7HtkeJL7ItFhCfsVOA+fOnsDx8x2EEwdRCNto6hVIXYO8/EbKe7IkkFUDHgUChm3+yMrZOfZmDf0OArfNwHRmronA83gRi0K3KFyOuhakXBVefR4afa6QetZ12Tu5aFrw4xDz9RoGe2gcSGh3OrCrJYyePIV333yTz/H+Fb3o6+vCQH8PHv3ZM5d0jmdPyiqQVSCrQFaBrAJZBbIKZBXIKpBVIKvAB1GBDKy+T5Vv/sLfCBiReJimwGI5oOAL7iRx+71fJrUCSJKlk4v1VPW3XP23/HXTVv7loHbpZwHAFhVopDjlYBUBBwiiijRtAQzoP8FdFnGMeBwnaKVejXTxGwrlF8FVhKyQjOiiX6Xnh4gpwT6idvEIPgiUahzGQh6aHqWBs08mNb26glVw0nkAP1TgRQSlCd4IxR1BvijqoOWSGWUEKdYhKx0o5MVJwSzE4fSI/TdtzcbY7AxytomNK4dQzGsc8hIFCn71+m+xc9dmXLdlA2JdQcm28dbeI/j5s29Atssw+LUTFeYy+MRwKf0fKWObLQyUHfy72z+ELlXCxHwbplXAmbFJrFs/jNNnTqKnpwvjU1PcUrtyaICh6NzcHM6dH8fmzcMMqdudECdGTmP1mvX8vsVCDg8+9y7eeOcgZNUEyNsxchmsko+p67SRt03cfuvHMTTQA9dpwmnW0ZifRb1VQ1evhc996RPIFw14pComK0eoOLLnIJ6951EoTZ8DsygkifKBbElGXiflsALNVKDbBPhISadBkQig5eCrJipDQ+i/4VqUqxU+HoTgCbAKpTQ5ngo1qk9ep4HDwVXcPk32Be+hWBXjTYSxieAqYQUgvFUJ60pQZQKn1PItIV8q4sAbe/GLBx9DZ3wGXaaFomVCVYiMJecMbQ+rqdM2dzGOhf8jAVsx7v/yB69f0jz5rz++5wKwSu3bfD4rtI8RDEVlb1WyAqgv1DjBfn70IE68/Rv2tFUVGXlLg5krYKCaR75QYO/PM2fPwrZsVCpdyFkWckVCpRQXJMNrOQzuQsWAuuoKBD1rYZQH0L12BVQKyotNmASXAw8vvvgsHn7gHpw+eQIgtTABWgj4S+dpGkZEAUWpC8ASVE3A6kUKdeEDqzH89X0KUQvZn5S74rnFPWLPy60b12P7lmGoMqlaA+RyOexY20TO6oKCMrfCHzl5Bv9051NohtSWL0OzTbihj9V5E5/atQ5Xbh+CWarAIDEnIhgSqXwnoWk+5mvdJLQGIvJJpXFisi3J6++O4q6nXsKMFyBX7ebQMPJS9QKXxx5BVArsI5U8jSuVfIVZ+E2qf7H9rGzmYRQhCCNEpHAOHHjdQ5C2Xg3aGrVeY5AceS4vdvCYS4PcaIwmKt+lgUWKYGXRu1jESyVTKs1V9BspQhVhCUDHiuupGqxmlS0TsWEjZ1u4btMgvratn1vkeQ6KAI/qMDcD+a1nMD07ixbNE6aJ01MzmKm14IfktWpz2JtJlgNxxAGElXIZm9YPY+XKjZBLFfx2agGTCw5ipYM4EmF0S+emqA/V0pCBVruGQ8cmUYxr6ExPoi0TDC1z3VgVrmjQDALbEjTJ44UCqje9pu87vOBGQnKn47NVga6IcSBqF6Pmy7CkEJamgrLCaq0WfLeD7mIRbdfB5MwUhvoGGEATmI8NE2+9tRenjxyD73eQr+Rh2Ro2b1iP5391aar0S5oYsidlFcgqkFUgq0BWgawCWQWyCmQVyCqQVeDfWIEMrL5PwW76g7/mvywqky4KrEoVfhe34C7dL668xe8EbS4Os0pb95d8WFOvRAKrZBGQKgGXb2IUEUgRbalpcBX/wmBMPJLDq5LU90XbgCTtXWTdCG9XUhMK6wDxXLYlYC0lPZ1SpCk0hdrFCUCEUGUTUuwhYNWWCJmhbQkImpFHpmwhjDvcxh9JhF89yJFG7JQa2RFLLchkPxArgmXIBHBJ7aYhUusM5aLQQOxFCGSCKQHkQIGet9BszSP2YnhKCDnyoEs2OgwAXFQRABS2ZenodALMtADNzEEJW+zryTnayywQhNIttURQ0W7WMDyk4E++eCP67RwcI8T58SmcOz+NLVt3YmZ6CqZp4MTpCfT09qGQMxF6LqYmJ1FrNFnJB9dDxwlwbnwaw5s2cau4JEX414dew9GRM1A0ExLDLIeagBmo+E4H3dUKbvvsraiU8pDJF9frwK3PYnpuAn2DRdz6+RvJfpLhikJwVTHQmm/j0X99ACf2HEK1UuWamoiRg4RCAlZJsWrmdJjUnmyakGUNpmJBNfKIDAvmh3Ziw8aN7A3KAGZZ2zORNgFWyePTQRhTKnfAIP7fAlap/Zm9VWOJw6korZ3S4Om9ioUCjvz2Xfzipw9i7tR5VMibt5hnUEZAlW5kHUBjnOEbQ1UBVqmVnWFMHOOvfvjGv3HKEw//4Y9+kvgRE6gllaEYIwQZ6fwggBV6ASbHxzE/O8cqwdb5EZzY8wIruBVZgqUrMHJFdOcNVKtdsKwc3n13H06fOou+vj6G8aWCjWqpyEnw5MG64DQgk++tPojq1Z+CtfMGhBPzcDUHauggchp44pFH8OAD96NYKqNQqcIslGBQuJhHwXQCYhNQpUAhgvuCM19o6SDmhkRlmSgW6TEMzWgxxPPg8uvROZwokcMIH9k0hG989Q6UbAVx6EClNnxZQtk6itl5BREG4cPA8fNT+McfPoy6pzJQC6QYqqmjFDj4+M41+OzHrkRsyjCVItSIAs1c6LlpeA4tihSTKYsWC2TomolO28dMLcSTvz2KV04cQ6BbgE9KXwdhSOdNAEWhbSElc8jhcgR4SXFMi0E8D5GHBiQGx7RPDqkz2xRiFaG5bTuk/i2Q50lBvyDmY5qECMYSXOU5c8kKYPmgosUjnit5ZYPGphgrlAUYMVhlIs/hVRIp+xVhVxFqeYasMCNIZhGQ8uhbUcDfXNWDActCy2lClQ3Euoq400Hwix/jzMlT8AMPQ2tWoxnGqHkeKEOMrDWq5RKK5O0cRbA0HYVCET1dvejrXYWoWMY75+dxfsGBb7iQYlrIEjYzwtM5CTmkiScEPCnEmbPTsGQXBcNkpSzNlaTS5sUMVYcXxJhdqKOnSjML7TXZpiQQWo4xN7fACyh91S5+L6onlYqOyanpGqqmziGI5OcwvbDA892q/j7UW02cGzuPlQMrkDctOIGP2VYDBw4eQm18Eq1GAxbPhzKu3nUFHnnsoUs6x7MnZRXIKpBVIKtAVoGsAlkFsgpkFcgqkFXgg6hABlbfp8o33f5Xi2rUxTZpuvQm8pPcOPGcSYxQuZHSU3hB8pW28CVkLz7R2izgEN2XqKyotToSqtK0jT8hDsmFfszvF8YiDZzaLFNBnwCo4mJ5yVP1QiUr81GGKiK9nWnesrTwpQbi5UaDwkJAhNuI24XKWfFaF7fWL9ZEXmo7XdLILr7SBeFdBGPe6z0khhzpLWkNT5SSBHrT90+hAXstslqNAEQScJTA0/cK8OF9on2gY0HhOW4LpYKGjcMD6Okpoi+Xw/T0JMOcbVu2wLJ0+J6LI4ePY/uOLdB1Co2KcGpkFLoKDKzohx8pOH36HNqtNoZWrGZ/Smof/r8eeAnzC7OLATu8nQnoaDfr2LJxHT5x040cSkMqVoZerov52hjWbszhQ9duF0cu8lhgTPtsQMP+l/fgybsfhBnpsHSD76fE9bKpo2josBUCf6RC03gMaeQLmrMYzBJkNQq9GLhiB4pb1iLWdCgUYk6J9uS7yuMzEDYA5HsaU5t1qkpNx5Tw8uXxHXriHGC7DFXAVG5Hp/0RqtXlY0a0VEfQ9RxmJ+bx9itv4NDrb6I+MYGybMBSRDgPtdvT+UIEi7aNEI2kSlB1nU+vACH++s63lo2V3//H7971Q2gU6sXqWhWSJiFSKLGe3kuDGpK5p4/pqXHMTs5BCwF34RwOvPYrWLInQCzBNMQo2RpsK49KTx80s4iXX3sTM7PzWDXYi0LehmbnOZLJCWMEUBHKMuYcF9OTdfSuW4fP/elfw3EVjJ14DWd/cS/ePDyCqbYHq1hi0Ow6PsIgREBgnnx5k6AvXdd5/iHPSlaaJzYAaa1Fe7xoCaevdL6wTJMVxPQcArSUQO+HATQJ+J8/dzXWrKbxpDBAlRUdpL8cXHkO8/MWgnAVvDjGTLOOh36xB28ePgvdMtBpkaqWrD58rC7l8ZVbr8C6wSoKpoxCfhb9q0/Ad8uYPLkVXtiFUGogpkUUXmBw4Tab8MIO3hit4edvjiAyLUg07khR6zYX593U2iDtFEjnZlEXgq6pAjtiawLJU+DFeeDynbygINXaiD1PDJRF2bpYZmGVP817NI4TOwU+X2nsJ2RfQFYB9umLtf08fSc+t3TASL2qWYhZLU6qVQWgY2UUYeVKuH3HAD4yqCF2G9BjC64c8fGQpk9i/LU34TUm0dNjQYIPT/Zh6AXQ6M/nS8hbBYb6qkJzV4yiVUKpawX0vlV4d2oOZ+tNPr+pbcDzXPZa9si3mD6faE5iRe+SjzfNaxRmKD4nRCAcjRuCw64fYWJiGiv7KzwGSDlN+0kuMIpuYmx8DLpmoL+7W/yNzlGd5hcFe4+M8PO6KkXEsoLzY5Ooz81j2/btDG/3vfMONg1vRLVaxRNPPgkYOqbn5nB25BiD3VKpyuPxo9dfg7vvve/3P7GzR2YVyCqQVSCrQFaBrAJZBbIKZBXIKpBV4AOuQAZW36fgH73tLy+Ah4sgkU1Il/xKBVwVceopwCTFDl2kpkCSwJbwjBRK0kVPP/YEFA37Sxf67D+QqE4TJRoHVgnVEYOmZTehOF1SvaYK1VTV+l8Dq/zmizfxM+3D8mRscd9yALoEPX8Xrgr1a/qc9FnpFqdhXunfwyVGvfgc5h0JWBXvu+RHy89/DxibKn1TYJBaJVCv6nIl3wWFk4RimMAfKaN8zwFil9WfBCEZXskyyqUiNIIYkgTXaWDFYA/yOZOVoDOT0ygWyRqgj0HgqVOnWZW4ds1a6LqJhYUFfPeBl7ilnm4MLGiPKDgoDOG067hi5zZ85PpruNWcWuiF4WmEjjuLdZvy2LJtLYOGWCIYRM3QEXRFR318Ds/e+yjOHRhBTrMZtshhAJta1HUNtq7CMg0ohgJZlaFoGsy8DVU1OfFbNgrIDQ6gb/tW5FYMIFJIVUr6YTFuw8iH55Fa0CXXz0XricVjm4y7SwWrtI9+LHFIWOAFaM8t4MzxYzj8yhuYGxuHFSuwqLU6UayqqgSNYsUZ3mi8yEAQ6D/efWlg9Yc/+IFIu9cI4GqIPI99UA3LgJovICAYHEWYGz+PsbNj0GQNQXsWbz7/NNTYZYhMgCkIA3gOBfRIUHQLdqGIc2OTmJ5dYMsCGr30OC+M2a+SKkyPDUltyVYcHrbf/HWYxSG0j/0SRec8Tk7XMNF0ELIKlYZ8skiTqNBJdUo+rlR7Hkc+qTmXfFTT84A9apM5gyAshcuRCtjQdX6e51ErvlAheomlwOev6sPwChvduSJINBrGNG7a2LLpEBbmDdTn1qNVL2G20cTBU5N49vURTLRE0BT5AKu+g5UWcM2Gfnzutm6sXhugWB5DzqTjVcTkmSGMjW1HJFNImw/fiRB4LtxWEx03wJ7T83jm4Dhg26xU9R2h5FV1UoAnwVLJfMRwlXxHSGFN4yn1WSVRZhjwPubkHHythPaGdXDomNYakHhM88TLcJS9s8laQiFH0HQuF+A1VU/TchPfkXhZsxkAbQ+XXVhoEJAliEhgVSawqpiIkwAumZXjRShWHtcPd+O2Ld0wog7kQAUxfJrWbciYHzmAxuE9sNU2rLwKn1rx7Tx01eDgNwKZpJSl852+DNVGodCFfN8qnPeBI7M1tMnrmvybKVCNF9NiBvPpsaYpVKjAyZ+ZFqXCxKNWdErwZ5KkotXu4Nz5SaxfPQCFfY/JNoH+JrPlwZmz53gsDfb18LnCkJsXG2QcGj2Dlb0VFHIGQknGwkITtbk5rFu7lt9r7Nw59PcPoOM6+PULz6PU1Y3J6WmMHj3EkLlS6eaugBuuvRIPPvzoB/zPouztsgpkFcgqkFUgq0BWgawCWQWyCmQVyCrw+1cgA6vvU6vdt/35IjDlkJhFj84Ugwq4mqpWBcwTqp0U7FGrKrdQsn8jBfHQxSe1TCY2AKyGEu2lQskqQAqjxBQiJEpMBqSkUKWr6otu1La9XFV7MWCk9xSKzkThmqpdl73OUiiWCMlJ3+VCqCp8NFO4thysLr5/Anl5e5PXF2qw37VCoBCs5bdFEJ1YKIi/pWFcQlEmQMGFsPfieqRqNsHALwz2WVKwEgSgmlIvL+mxZIYx9PpB0upNx4kUfQQNSKhGWIx8DWRQK7gK3/FZvUot4SaF/rTaIIDV09vNXqzNZhMHj49zl3CqNBQdyEIp6Llt7L7uWlx1+TbEQQBV0RlqENCF7GDDlgKGVnXB93xADthSgZRnJGM0JA17fvUa3njiV9A8wOCWe/K6JX9QBTlDhBKRJYGqEVxVYNgWNPZK1KGYFnSriNyKVejZsQ1S1ebgMYsUdtTiHAuwSmnx6YJBCu0X658e68hj+MeKVVnj2vx/KVZVCWj7IRpeiI7roZTPoWhbaIxPYM9Lr+DAK7+F3CLNpMqghYC6pJD6Uvi10vlCYOl/emDf7z/bLXvkd773I5imhKAzi/bMecSNBVgRoOX7YAytRVjt4mPRGBvH2dOnEcYyAreJZx/5GZqNeYZFPilQA/LyFOesT63XiaKPMdyyACShLBcwWAxghVuySSmb7xpAKZ9HRanD6nRwcqaGqY4H9n1lb11NJNgnYJV8UlM/ZB6f1IK+TK26eM5S8FdyP4FYGpP0e6peTRWtS3NWhLzSxtqeArYMrsSKARmVfIA16+bQVz0OK2eg3TLRqimoN32MnNFx7zPzeP2EAqNEtiEe+swY127wMWQAN9+iYt2wBMsKEbomqzUdT8WRAzvRbHQJeO8H8L0OAq8Jz1Wx73wdL4zMoUMw0HcRBQF0KeRgrfS8Fi3uwnuXVKqkDKcbPYYJJY3fgCxHZNhKDoFewnx/HxxS9QYeJApe4vk0XeRKLAAo4E1RE8Wq8GpNF59S5aqQxNJrJ/MQzfD8nOSLPFA1jbxIEJPHKh0bhYIAFcR6HpKZx7ZVPfjq1atQksmCQOFxTXOCIucQubOY3/My/LkzKJZUmBT4li/yYoiqaDBUQ4x/ckaWAF0lf+Ii8qVeeMVu7J+pYZZAPIUSSgqvQ9HnBt3IYoA/ZwjqJ4rcdH6lOtPMllrQ6LqFdsfF0aMj2LB+iEOzeN95XpcQSQpOnj7FfsIr+nuFpUKyDEZq/f3HRrG6vyrAKinxaW4jH2F+kDh3m50OpmamMTU7w/PSsaPHUZuZwPz8AvLFMmxDx84tw3jssScu6RzPnpRVIKtAVoGsAlkFsgpkFcgqkFUgq0BWgQ+iAhlYfZ8q3/S5vxDXgAkIWVRLMdgTUkvxp2Up3ITlkrAdgmOLPp5yzG2ZnusQsYKmC/CUPibk9POQE5vZQ5FCWnSTAYjwDhSKQQ4AIq/LZLsWlZlSohZaBhEvVqy+F1ilHVgCjWkhIpEUn2DR9wKry+/jCiRhWvzz+1gBXAxW6bFCBXaxIpa2SdgJJFfhi161yxWr6d8vPj7p9vD39wCry7dXlEt4MlIYFz2BXo/azhf9bdl6gNEwglhBJNGx8hAFhCEokMlHHPqIA5kT1l2X2rUpKZ1UYXJi3SiOK90YCrFakGBkiE9/8mPYuG4Vq/a0BKxSK61pRRjeWkRXT44hbAwfKqmgybk2DoQi9uwUXvrZk5gdGYMpq9BkBSrBVQnsyUnel5apQ9cVVvwZ1AKuixAaydSQ04uI9QIq2zYht2EInuTDNCwYunEBWBVHiuhh6rGaKqwTmBJ6DKb/LWCV9qTlhWg6PgNKW1NRydsw8iYsWcWh1/fgmfsfRmt6HnmVFLmAH3kcrkTPJSUh7d//8vD+S5onf/C9f0Zr8hwa547DmTqN3oKB7q4SXKkLQe9a6Gs2QDZsNCamcfLEKJq+z269jz5wLyYmpzgJPiaYxhYghLOJkorjQypIuhHopnUQXj9IPI55vFM1eYGE6qnDUjVsXrcKjZlJFNUYY3UHkxR0RaLImMAq+R2L3UzVqvTz8lb/5VYYdO4zwE1avlOIRkCWF0CS0D1WaSb+q2kRVT2PoNWAKcXYNGTh5iuB3VdOIldowzBlOC0NUuDDzivYux+49xngmYM6Ag1sJ7G+GuBrnwqxuhihVAZWrAFKZRNe4MAy+iEpFqYmSjh1eCWcto2YAu78DqKwjcCXse9sEy+cmEaTg95orhPVdT3hLU3bf3EgE40Fhn3LFOq0+54fotPyEdhVYNUqhD6BzA5kP7ErIWV8WlgmkDyBJQtdotVfYQWqBI+OX2IXQMeVlf2kpvbEglhIwW4Ev3UDGvkWa6TUFJBWhAHGiEkCbHdh/fo1+NOPbEKfLrFqm2Z1XhyTNPaRDRdmcPLlFyAHM1jdbcE2LUSaBU3VYRkWdDqOHNgVw9BMlHJlWEYBUqEL5zzgdNuFaYoQORLJz8/XoRo6jzlueAjFAhtDd/4MEFA6YNAcIWDIq6HddnDi+CjWr18Ng715iSnT5xSxUQUjJ0dRyBcw0NudWNcIdTa97tv7j2FFXwkl20DHD6Go5M8do9Vq8eciHUNaePJj+kQjxXTEKtaB7gomyLu62Yala1g71I+fP/DgJZ3j2ZOyCmQVyCqQVSCrQFaBrAJZBbIKZBXIKvBBVCADq+9T5RSspr6EKYAMWZWaID9Kqk59VpmkUFO5CNhhfELenwRXggClUgldXVV0d3ehWimDfA51TWcVEoFUAm0L9RoH0tRqC5iYmWYFJF3sMhCRJG51lRNwecFmL7MCSO9PL5xToCoA5EWWAQlUEPuWgkzhsXqBScB7WAEsh6u/L1hlH9pl7bwpWE23eQmWivbVpMpL/p7L4BQDqoug0MXq1OVWAPT45X8Xv1MLsEBdJAcVPpWMrxK4LKA5HUN+Lz/x0ZUIyAhvXQp3klUmDSLAhcGaaLFl5XCsszIvVfSmCljHcZHPGfj8Zz6F/p4y+w6Swoz9PiUZ+YKCDVtKyBWS9mcQsJWgxiEncgeKBC2SsO+5l3HkN+8A7YDBqk7+i6RkI/AoydA0CaqmwrR0WLYFlcacqkO1TegUtCObULu7UNm0AepADzTbgGno7KvqkZKQ2qYJLtMYi5PwmsUjk9hCRJRoT8o92v7fT7FKdeoEMWoEEMMYRdNEwTKhmKTajVAwLEycPIOnf/4wzh4bhR6RSpdCz0RdFSlm6PW/P/ruJc2T/8c3P4mw0YLUbmN+YhKKraF/1RAq5T74uW7oq7bB7lmB+bkFHD18BJ2OB9008OTDP8Po6VNkMsmBRWTOQPCTBaki+YoQGS8OkBKaarbcvEN4cdL6CuE0H1rgQit0Y8uWzag4M5ifn8fJ6QXMUjCcRopVSo+n9xGt56SIJrhKUJXGUqpITWEjLcbQfEHj1jTI71LAyNSDlb6ngJV+ptdK4SoB/Yg8cWUJrttBQQ2we1uMOz7uYXh1B81mhMg3ELoOikUZx0/F+PnzEh5/W4Mby5BdBcNdDv748wG2rbZgFhwUywYKZfJspTGkQJFNKLBw8nAXJs92IQgNVoIHvsvWBPvPNfHLQ2MIRGc9AlL5Bz6CBNilc00KWJdEwUIRTOOQws1o9mi2XbRaAaKeAcTdPZCbbSBuQaLhmninpsdOnKtizqHFMWqPT5WePJey9UUSnra41AL2y6Vke5FHF4s2eUXmeZ2BOMFr34NHC2Z2CVK5D+t37cJ/+MQu9Gsy2mREQuFZClkSEEjW2EO4ceIYDrz4GAZLMXq6KmwhkEu+CCSTYpa+66oGy86jmO8CYMA38hidncX+/XswPjOPHVd9GKs3bcPYzAx/fqT7x+YSvICU2NOQrUWisubwRKoBW10QjI1Z5UpjPfBJ1S8Uq8dOHEcxX0B3tcwLQ6zKp8fJMo6eHkN3QYdlqmg5PiSa18h2gOeQGDp7uHr8iaSZOuYX6jhz6gy2Dq9FJEuYnJxhxfzq/h7c+YM7L+kcz56UVSCrQFaBrAJZBbIKZBXIKpBVIKtAVoEPogIZWH2fKn/09j+/ANylClACqwzPGJcs2QGwijVJFSdlFCnsqpUK+nt7sXH1apTKZeRy5HEpFHek/IlY+iNahuliPL3QJWjSaDYwPjmJ46OjGJuagusH4jHLkOeiWlNeUp6msHG5JcFS+/5yYCnAZIrtlkCpwJ3L0eqFCtWlMKnlEHf5tqTbsAhnL1CfJriUQCXbGS4h3OVgdcmPdcljVRRrSc26HLIwGEmUgvQO3E6fCisTmHuhdYEIr0r6fYWSS2wQ4iSUSSgKBSjjG4sSCeyRtQIdfQoAIu9T8h6kYyqgAh9XOqasUGV9YnJsBbwlqNHpdBiYfP62W1GwNAYTIHCq6gxkylUda4ZtaIYvQBgF2UQRTAo7i3y41PJvGJg5dgZ7nvgN5s9OQ4kjDn4iAGlyYBFBPAH5BFi1Wa1KATOqlWOfUnq/WNGh9Q2gtH0L8oM90FVS4FGbdifZv8TblsJtFlt+BajnYxb7wgf03wBWCVq1vABNRyi1y/kCcroGnXxmKeldDmEbJrz5Gp5/7EkceHUPlA6BefJ/FUCXFMH/8PilKVb/8Y+uxdzsAjyHQroCGLYJu5RHqWBBy/VCH9wBe2gDGkGIwwcOo9Mgz0sbv3jiERw5dhQxQ2lAoYClxMaD/UwTexAGnQTckoEgxl76Bcg0RiiNy48Z2O7YtgHe9AykyMfo1AIWvBCSQorCgFXPBNyp4gRCaTzQOEpDrFKoSt9TRSsHVlGYlK7z49NzhZXSiSI7ha0cxJQoGH3PY99YUmnS8S0ixs3Xufjj2xywxWZItqIhq6tHT2lCY/GeAAAgAElEQVS4+0kHvzwgwSgZUJo+rlwb4Mu3R1g3pMOwfNg5oeRWVQMK2WjENjRFg+NoOHGwC7MTZLmgotFswfc9nJz38PzRcTQ9B6omQ9VMBK7DHrWp8jYFxen8w8F+PPbofCTbDhkaWXO0fdScANKKVfBMG9Z8A747D0SkhiXPa2rrJ5xIcDwWCvdFg2mWr4qFFj6dxXyV+mvHNDfQf2RJQdibLBb47+JxQkNLnwkKA3CHAHG+DKV7JTZ/+EZ865OXoxL6aCsGVJo76KFRzCBWJ6sPv4XXH7ofQWcam7asgyEryOeLKOQKQgFNYBUxq10lI4euyiAMiRYlZDQ8B6+88mv85q13sPv2O3DDp29H06PFO7L38NBxyDtZjB+n0wYdc94v8mTlxS+hhqaFArIEcJw2Ivr8Ya/WgMe1G0Q4fOQwyrRgWC7ywhDP+zQrqioOnjyD/q488raOtkswVqEXpZkQYUA2BaJjQzwnxuxCHbMzs+jvLnNNSQEcBh4sFbjnrp98EP8Wyt4jq0BWgawCWQWyCmQVyCqQVSCrQFaBrAKXVIEMrL5P2W787Df5L6lXIgWc8O90ga8IdSLDCG7VJ6BBwUPiwrNaKmP71q1Ys2olSsUiTN1Au9NCvT6PiYnzOH/+LKZnJuE0WxwqUq50oVguwzBtlKvdGBhaia6eIRiSi9BxcXDkOPYf3ItGo8EX+wSCGJREEXxStLFHK/lQUlu7+BtbFEgyyGYgVqidmIJekot+AivMTcjrTkQiETEhWMBJ16kHLIPXNDFbtODKSgLTWCBGjxWp2NzZnKi6GLmRepP9HQWZELB1CcqKNuSLvVdFK3V6cb/0PNL00rYQJFxKp0/JKeFiVo1dZN2QYiwRQLNMNyiYyQXhNPRcdrHkC316xdQrN9HV0j5ChS8FiKIW1MBArIZw6aEh3Ue57xqndTu+izAiowDyYuT0IRFixIpW4bfaaTewaXgdPnXLzQxWSN3MajtS9SkKuvoUDK3NE2OEppu0h4ijOjnB8hgLQeplCX7Hwb5fvoGz7xxF1GzBknQYig7bUKGrBJiFNyJBDFKuUtiMaZAyVOPQJt0wEUs6PMNAedVq9G7dBq2ngk48zyn08GlchIgUH1JI4EUcSx5/qbcvw1ZSrBIsoXZmCsYhWEftw+piLS9QK8ch6p0QLTfgFvtSzoJtUVo9QWSx0EDjIGdacJpNvPzMr/DW079ELlb4nHFDag2X8F+eOnpJE9/ff2a7AFS81hALJahOfq4hcrkcrO5V0AY3QaoO4cDREdTnFpDPFfD8889h7963OQxscYJIFjYEZKZ7xVhMR5xwDEmMQRJSl9pdxBEdEwVb1q+EEUmo12YxNt/AAqv8yEuTYFvixUx4isC4pomWbApYU8gmgM4z8P10nOmUo1qT1y3ZjtD9BBrJQ9jz3WTuSGwvFJq/xFxGwDrwfT7/+dzkUaejUo7xZ59ewBWbyI4khKRF0AILk5MBHn8pwEMvSwiMLlTlWXzpY8DNu4Wvqq3pMC06juRTTN64gMpA2oJh+mhM9+LY3h5Mz+g4Oz2DjhciV6xgZGoW756bgSuRT7DB85LntEGhgLQYEHo+z7mL4Xd0biaLKjQ2eLsVGQ03RkPvgl3MoVObQlxvsj9yutDEC1qprUpy/ouDKkAzLbCQOpzrnaytCGiaqGPpkazkFPMcK0kXvbIl4QsrSXBcH+QuSv6qkZnHrps/hf/ucx9DVYsQBC6PFmqtlwMFgRzxwoY7N4Pj+/ZiYMMKDPR1oTU2DrQbqBgqVILtNJfSxpMliWqgXOlBMV/hRR0vCDEdhphrdFDpH0ShuxeRrEPRdDEfc8iU2EeCqjMzM5ienoYPGbqhsYKYIHcKsn2f4L5Y4KLPFw4+832cOnmS55ZKuSwUu7zaRB6+MkbOT6FSzMG2dJ4bFVVnFWzbcbgm9NlFr8WKZEmG03EgxyEK+RwrqAnOhoHPdhB3fz9TrF7SJJc9KatAVoGsAlkFsgpkFcgqkFUgq0BWgQ+kAhlYfZ8y33jbNy9QU6ZQiAAe/UzKH1KHEUshONVstGDrOnZs345rrr4ShZyNKPTRabVw5OgBvPLKb3DkyCHU6nN84UnqVVOXuW2VgAG1UDdabbikntNNXH3Fjbjxps9iaHUvLCVGY6GFhc4CQjeE67qsOvJ8jy9OO50W/CBEq9NhdRRd4NL99N31PDjczh0j8nyGsqJllb6Edyspg/g7hTQlba3UwsyqogTIUJlYKZe0tS/6ISQggQCtaAW9sN0/hXAMPqQlf0SuZ6KAZCCVBFmJFl/RspqSq8WQK4a4y8OrBHAVAGhJdZeq71L4vAi4lvkbcKD3YoCLeKdUjZkGDF1sHUBhN9S8qiqUfq6hEzXhRxosWcbK3kGUyyWolgnfjTA2fQKT56a43pRiL7izgFncxu21ccWuHdh9/XWISTHGrcm0D1RzGf0rdQyssMW+qWYS/lJLWrsTmwEOIFdw4s13ceDXL8ObmYMeyAwncwxQY04TF+pfap2XuD2cPBtlQ2F/Rk0zOWDHl1WoxQK6Nm5BYXgtQtOH47WgJMFdlOBOqtS0Rlwb8pulv6fUSSYorPIXHwNQSzqBVQH6UtUk/U6qyFonZDWbpUgokbeqaQKSKtrTl4W2maaJzkIdv7zv5zjy+h6UNBNeRLAnwv/5xKFLmijv2JxDb3cPg1sab1RzqiUpyk0NKHf3A5WV0Po34XzNxdgEgaIyXn3tZT6XGbb9v+y9d5RlV3ntO3c8OVSOXdU5J7VCKyeUJTIGG2OwjS84DMdrMB7vJj/z/GyME9cYG18emIzAYJCIygilljqp1S11qK7uqq6unE4+O74xv3V2d0kPjfFu/6G/9mE0XV11wt7fXmuV9m/Nb05JIiNMe80hUL37mser1NItsw2TKlShYz76O4tIeC4M08J0qYSyy/GgwocI0TnS+cyo1T8KQxOrCp+WD4ZcW6WUBHK5nPwReEWPXpmXIRqNxoXNl0jpKepWw5B1hesaySw5v8wtwn5dx207S3jvfRryySZCI4QdGCgvmzg6FuD/+V6IlycMrC828f63AtdfnUSxs4FmRcTH8h7cyOE6R2BuBHlRMlpIYWo8iZeO6PjRwyMo1U1s27EBxWIOPz18CtOlmsD/QEvAJRAVhbWJ0PUFHtZ9ziMXplw3NWZ4/JxjpmlgydNRzQwgrftozp2VeWZRJRmtLCv8s1euGZpG5avauBD1pISAXVxf+PJIXS+ev62AsIuBUOrnhPX1mrJzafgerEIbvFBDW/c6/MJ73obrdm1E0KzKcXOGpnQbTc0Xm4vKzAwyCRsDW9ahVq+jsbCAoDyPhN9E4NRaNhC0iiCYNJDJFtDe3gnTTKoxlStK+BnHE4PWPMmd4saRsjmI1vNUiuM/EAX9yyOjMgY4tutOXVmZ6Nys42YW5DP5J/L2bdTrCBn41wr5u9hxEGJiZhH5XBapJH19FVjla7kRR69wLh+NJjeguIliolqpwNYhmxoXP1dZqHzhM5+9pDkevyiuQFyBuAJxBeIKxBWIKxBXIK5AXIG4Am9EBWKw+jpVJlgVbiI/X9F+3lKi2XYCVPJISErTw0BvL6698ips2LAWjlPF9NQ4jhw+gGefexqnTx1FrliEZZnir5rNZUR9ypvLXC6L8fExAQiex5R5G7lMFpPnZxDYBey+8hbccdvtGOrvRiBGg+pmN/L/sxO2utEVeqX8HBmUJQ3oDCQhSKXCSVRHjvjWUbXGgBK37ouayvE9Ua2xndP3mvBCtq7yJtoRJZEoLcNQboR5gy5t77yZZspzq63YFeDaCtGKfCRb7bbiOSp0U1MBXa3mesNv9dmKulZ5IlxQjNKHUvw0V7bX8vQvmhSIurVFTSOb2SiQKgJZkR+uAoEXlavyshYEXqmkjKDJyu9dsDkgajISCAIHBtPgdQc97Wuwa/Mgeqk4thuAsQyvlsR0I4XTU7MYOXoY1RrVdgpKRkBMCx3ccN3V2LN7J5xKTakb6VNJwGkDaze0o7M3I2MihCktxbx+yqNT/aE6lIFUS2OjePaB/8Di6VEYzRBmaCBlWUiaVKAxKI0QW7WpJ1MJZFJp6KaFhGXDMCyVWE7lIqFXZxc6t2xFdrAXdVQBNMT7VdkbKDAuV/JVitUWqnotWBXFqkpsfy2kJhhbqhHe+shYOorZtGxQEGoR8nHcEpZFyvBCLoeZM2P47ue+iMb0Agw/lPH58e9emhXAe3d2IUHvWZs+kFSfqvNjyI8FX9qbk219CNrWYB4FTC5Ukcuk8OKRg3jooR/LMSr1otoweNWjBVZfe87Rc1TzcwgjVCpzsue+jiJyJpWZDmYqFdQCsVeVsDuKfpnWzskQgVXWRRTkVCJToZxKyTVmsFE6RXieFKjG9m+lpBXvCgVPmw5sUymJFUBUwJKbAPS95Bz1PHWtxa0kDNGf9vGBd/vYub4CK1AK9XrNxpLj4YmDBh58zMLlGxt4y40GBroDJNM+aq6G0CPQB1K2UuYS7ruBgUbDhJUCXNPCwWMZ3P+tWUzO8f37cetlmzE6eg7JVBaz8/M4MzmHJVgSIBXSJsJVVhwNbsD4oahx1YYMlZbKd5br4mJooZ7uh+ZV4M2NwQhU6NnPe6g5RaBKFbBSnnIjhbXhZhFhczTvotfLv1uBWRFUjZSz/JmMYUMTlabP+ZpOwzcSyHStxe23XI933HUr3HpZHTsdUgmsc2n4rouMbiFpWaiGHpq0OuD49BuA7yB0mvAdT9Twru9Iaz2DrTLZvGyUcM5xg0CU41QwE2TyIsg85Cqg1iIeI6E01aE87pmFJYyMnIbjtTbixB3AlDHE14lNBEE9vb4N2i1QRa9g9krgyvc+dXYSHR1FZNOc01S4G2pTrzVmxW6Am4A8Fk3H4sICEoaGdDot9eDvSrX+h/jXT336jfhvofgz4grEFYgrEFcgrkBcgbgCcQXiCsQViCtwSRWIwerrlO2G+37rwk8ipSG/oRvKH9UyE/AZZhSGGFq1CjfdcD162tuxsDiL5/c9hSd++hCmp8+hUMihs6sdqVRS/P8mJiawtLggrZS6zlbZFKqErMRnuoadO7YjkUrixOhJaEy1djQUetbhjjvfgquvuEJaweXGNvJulLtltsIqj0He4FKtpW5mVbu+rlkSsKPa/X1RjjEgZd+h/ShVKujo7EbDaSKbSmJpaQHZZAqe6yObTaOjowMBgYvTEAjEBHdRwjaaF1SxosAMCG154+1KqzpvxgltBO66jgAbx/XgMXiJ32eQCdt5Az5fQaLoj0ffyih5W0SB/EyVch6FxETI+yInUcAkChES+Eze1QIir7rMhFkKiSmguRK2iHq2BV8iiNtStoWSX50QlZathxheuwY7N+zEquJp5NMHoVlTsPwqgloHFhrrMFnfjJdOzeLYy8dEYcxHBIAsw8ddt9+KDWvXol6utKwMCOlMMDx809YBdPTk5bzZ6k31IBXQDIdRzci8rqaCkfUSXnjo+zj17NOwqk3onqa8VgWsKlDJ8cXzpd9lMsXgtJTANVpE6Calr0y5h1gCJPtXoXfzNujtNhy9KqU2Qio0W5CuNeaoaYwUqwIRxdeTkEaNRcKUnwdWWYOm62O55qLp+cjYBgqZNBJ2SsbmxUfL41JapTUUclm89MQzeOI734NeaUALAvzXbx64pIXvnnVF5BjgZeqwxDKBc4UnaqCYSaGnLYf2rl74mX6c9/KYqYUC606PnsR3v/sd1SYtnseEoxdD4dRFjiDWz4d4aqCSxyr1JMFqZz6DznQKpVIZ8/U6AjMpGylu02HxFbxt+QhHwDnyVM1msgJWCYkzqaTYSnAO8hipROSHWbYtc5HjkPOZoUf06BX/z0ZDxqX8mwFFnM8yN9Umhjgm1DXcsKeGX3xzDV02AbAvgNT3NRw4qePz3wZuulrD1VsDtOV9uI4BnTCfilWdnpw6KpUQi0suxuZDnJ+gy4SFRhhioWxgegniIbwqa+HXbtsLix7EhQJmFxbwytgkTtdDzNcbqIgFgqof/Uh1CQdrbci04CrLayYSWAxt1NO9QGMJ/vyYKuOKsMGVCmq5bLyaAvWbYhdAexfh0WIL0NocaDF0tVET2QJwmWkpWrne8Hi4mcEWeG5ANRpS20yhgJ1XXo1Ve67CYFc7tm1YDc+ptxSvBmxLlxqwU4AevIS2TQmrI0AP1brJzRWxNfbF2oWhXxxl9EpOp9KyUSLru0ZYHoXz8fdD5Ber7EaiB8+Dv5c4lrLFNpw5cwbjE+eUVQA3g6iwpy9vy9gi2qyLVLoE9RxDK0PS+JxXRsbQ292FbCYlimyuPmJL07IRIeDm82gDQEXv9NQUMkn7VWA12tD89Cf/7pLmePyiuAJxBeIKxBWIKxBXIK5AXIG4AnEF4gq8ERWIwerrVPn6e3/z/6Oyk5tvja3gFty6K6qhnTu24c7bboFhhjgzchwPPvgAXtj3NPLFHIaG+gU0TpybBFsur7jyClSrJezbtw+VSkVugD3fFQ9Wz3NgWwauv/ZauQHdd/AAauUauruKSCZzWKjouOWet+Nd99wn78k2TLlZbnFAcfqjusqnSoqwhwBVx/z8AspV2hbQ05Q3uAaSmRzsZBbnTh9HrVpFk+EkLQVTNp9HqbQs77N6aBBDQ8PyWmknj7KemLnj0jfxolKPN8qiZmTgDlVltCMIGFWi/EOVN58CqsqmgG3gdQVTfV/UhwSzBM71RlWeS49CuZH3VfuptKJGqqnWz/kZEkTTggMXW8gZFEV1rGpjjR7RlwJWVwDVlX6Yyt9TPXOlSi0MPfihCd33sWXTemzavBMdNjDc/mOcOfs0Dk/YMI2qAMAdq4F641acrW7D/gP7cXp09EK7Ms+jLZ/CfXffhp7OLjSqNQGSVG/R39HO6Ni4aQC5IkFJUlrrQ400SYVfSXs2oaXO5HFdfCNPH3wWh37yfQRzc9AaHhKajoRhIplQbdLi/6hRPci2cUvGnC2KVUPAKs/XsEx4VIkmM2hfvQFtG1bBz2nw6L7INuIorOoClXk1WGVLbwRVXw+sRnVtNH0sN1y4gY9cwkI+lZKgHI7hldBH5hyvBRVylgXb9fGtf/kc5k6eQVo38CdfeuaS1smtOQO5dALFTAJp24BFtaCl4Fg2k8aq/h50dXWhFiYx5WVR1dIw01lMz0ziG9/4mnhcCgQm2BOD4RWPFWD156lWBY2Lk4K4G1OMjGxCR08hj0q5goV6QwKJCF4dAnmCW2axteYor5kaB2x5N5FOJsQ3N5NKwTJ0OISpYYhisSjrRKVWk+P0RInqicIzGgcRfBVrE9obtCw9JNdJCWZl/nBDodOu4cO/1MDmPgfLJSZZqaClZ18O8bnvAsW0ie2rXeTzBuoNQwLZmq6GpaqO5RpQdUJUm0A9yMBxGzIeuYDx/BnpRuuI/lSI37r7WuRdB7ZHNaaHhbqLI/N1nC9XMFtvCNAlZPTYYk7rCMLE1voTteBT2TrR0NBIdUFvLCJYPCchU5rW8saNvFVb6m9lVWKg6Tawc8dWAZanR05LcJgKJlS+wq9VrdLi4NU2Aq0NHhJlvtJpwqnXsKp/AO//tV/FFdddh1o6gdBrQmPwncBGBeYJs7lmi/e1WIJQ5elKKJ1O4E11qOfA4wYV11+PClzlL8trmkgmVC10UzyAo+WNteHvCrF+EIWzCj+LICe/JiDt7OoRkPryiRNYLpXkPahepqethO6Jn7jaLFPt+voFe4AIrEabkEePj6K/r0dU3rTaiJTP4pMrFizMsqIPtyEbbucmJtBRzMnvSb4/Nwf5O4LHHIPVS1ri4hfFFYgrEFcgrkBcgbgCcQXiCsQViCvwBlUgBquvU+jr7/3tC2Bt5VMIJwnByktlXL77Mtx5282wTSYkH8bXvvoFHD9+HHv37kVHRztGR0dx+vRphIGOVDqB9evXSZvpiZOvoFxeljZtAkTeFPMGksCULZCpZBrNhouazzbsJDrasmBY+vSCjw998A9xzTXXqAAjV8V0K/Wqclfk+xAAZjJJTJyfwAsvPAcbywIYqQ40EmkYySJq9RBuaCKXNmEGDkC7AKoN7QycZlPayAlmiDyolGQIDuFnJl1EW6EoadABg2JavqF0OSWYoQ+ix+8RsNqWqApBFStbl9n66bfSrA2lqLr4UNYFcgMvAFeQqMCX6DMEtnoKsir7AvXvSEW18u+oPZUAR1qaW63NERiI4EDUmv+q9wjUcahaKoVuBGzrTQfbNq3HlZdTPZxDXpvEYMf9+Mz3l/DI2DqEiRLuuOajeMva57BcmUa5uR3nz5/H/oMHBF7wwWMb7GvHfXffgUySnqxUhLHZVxcFVypnYWh1H2zbhG4kBCiy95pt1AJxoLxvVduxjmqjipkzxzH69MOojp1GWKlD9zykTBtJSZE3YUm7L5V1KtTM1nVR0Rm2LYCQDp6EdJQYeoQ6hQIKG9Yjt3YVfJtWE40LSszomkmoFdV0Avc18Ur8/wtWqzUHyw1HtGxtmQRyKabFp5RKrmU3QLAkwMl1BQI7niftxU//8CG88MOHkPaBj33h6UtaKj/w1ntw5MB+lGZn0ZY20J4nmLSQtgzYqTRS+TZRki9VKsh2DaNz7RZouW5UqmV89atfEpWnqKEl8O01h/AaxerPg6uESz7tDAiXjBApM8RwN9+/goVqA00YyiqAMIwbG9Sat7yHWZeoRryuNq+vZUHnRkYIsYGgpUgyQYBGCw8mwddRa3J9oVI1qQKFxNuZx+G31Ob0mjVaKm+OCWX9K+PfMqA3XLzlWge3XlmDQ99NR0faAp4dNfHpbzuwwh5Y4TIcKqt5vLQtMeixKUl5ovan32bgGbBtbgSZcJn+rhOw6dBDE1u70njvDTuhlUsoECY3G2IpcGh8Fsu6gcm6g5pHxbwjKnnbTLVU0uo8OIYLhQLqvo/ji3U0U13QqjPQStPi7QnaarQ2TsROo+UvKxDTDTA4MIA//dM/wvzcDL78pa9g7Mx5FfLkO69aBy5c8chPuAVdo+/TOsOQueqjVi3hnrfeh9//4/+MUrWm3ovrlqt8ulVam7JyiVTJhqXGPqEm11CuvV5TteITdkr7vqnBIAlvKfklpMykRzFD5Bh4pwg+YW2kzhVP2Ja9A6+9ePTSFsb1kKDyOZ3G1Mw0RkbPKo9Wy4LXbF4498jDW7Xr075G+WHz/cWft/U4eOS4gNVCNiM+uzw3gmE5HqmVmtfc6Gs6LsbGx9DX3Smfz/eh5zGPi9c0BquXtMTFL4orEFcgrkBcgbgCcQXiCsQViCsQV+ANqkAMVl+n0NffSyuAlvoo+ruV+ry0VMbm9Ztw7523IZvW8dKR5/GNr38JlWoJ23fsRHtbJ2ZmZnDs6FHlQxoyqIPtti4834FlqYCiljGq3BgTGlFpykAqwimbKkXiCAuoux6K+QI68iamZnX81m//Z2zevFVMGMNW4I26Z1VKIM1UaqIDB55FszqLX7prE8hvqg0H1WaAU2NzOHBkBMdPn8Sbrt+DbesGEXgO6k0frpVFzc/h4UeehOcs4crLtiNlG6hRKeY2sVwK0TewBhs2bFI3yCHTxNUNs2/aOHduHAunXhGYGiZSsHgsto32oXVob2uDxhZ/8WwN0GhUsbQ8J+ozHrtFv0/LloAZBOp7BFCECGwFNywSV19UVZKYznNttb2qeG+lBOT36TsoqdJKEyiqTGmfZ2t9GGCxVEa1WhOWQXBBUODpIrhFs9YUwEfFrNgguMqHlmrZXKaI4YEOWMk0GpUEhvOjSCX+BZ/4QQYHa+ugmYu4Yff78N7hlzG3aGKx1iMBYvsPHMD0zLScD6H4+jX9uPOOW6Vll7CZisKQ4VAag5PyGBikeozn2gJdRJ9UCDK93qQKlco0wqQAs0tLmDl3CqUTz6MxNoJwuYKg7sAyNSQ1W6A428QtkzVTTb1G4MNKJmDZCamheLsSlLAFmeo2Jsz3DKBz6xZYXUmEVgNhyxNXzQpBfQI/BC9y7LXAqrID4FhU3rCRL6xq7VUK1KVKDcvVhnxWRyGHfDoNQ+OxqLbuSAEXQUmlmAWS+QzOHnsFP/nSV6GXa/ivX9x3SUvl5//5M5gcH8OpYy/h1NGX0FicQyGtIZ9JoUqbi8DHYG83tm7ZBDvbhlnXQNnqlFbsr3z1yyiVSyqMSawAXqtYXdEmvmLt4IFGFhXK91Ylx9NzWA9c9LYV4foeSk1aJHADgkpaUyliRZnYqrOuyeYHa8lgNM4pVofWDgLMTUuUfzwuWnZw/rh+gNJyGb6EKiXkvSSA60JIGBWEnlKlywWmRlIk+koxbOoIXRc7uhu49+YmMhkNXoWbJToePgb84AUNeiIDM6jBF1/SEIaf4DaCCsnTuE3CelmqIuJNKi6vYsMQiK1AiG1D7Xj7VZvRnJ9H0TKQs0xMzizh2MQ0zI4uTDdczFe5FrGNnO/BdVQTP1keZzJho61QQKnRxLEFB41kG4LyFIzKHEx6BVPtLWpOdf70thY/1TBER0cn7rn3blxx5S6ceOUYXjzwIo4ePSnKSl4D1lx8plmnlk2IihRTliui+qbvKMcvJ3LI8MAm3vbud+Cut94NLdlq02+qMDGDa1Kr/tz1IDCN1KWi3OZa2VL4N5sErFyflHqW7J4zUAu4nijrB1rJCESFhkwyDdPg/Is23dSaSV9hU9S9LffwVvAUz4G2IvJ9Q8fo2XHUnCYMy4bv8HeSUqtGwVWRMjjyVlWAtrWOeh5GRs+hWMgjQ7sNem3Qc1Za/wmzVa2UN7iOpuNj9MwoVvV1i00J10PlcavA6t//5V9f0hyPXxRXIK5AXIG4AnEF4grEFYgrEFcgrkBcgTeiAjFYfV2w+mF1w0wVYUCFjVL91GpV9HX34+33vQVtRQuHDz+Jb3zjywIN9t54C5oND+NnzqFer6JWWfk06nYAACAASURBVECjtgTeFLPVPwhdCY9iKArvjAnOTN5kthLpqTYS2CE+nypF26GKNWEL6Mvms8jbIZLZTXjv+z6MjkISGuGqbqv0eHlPD7B08ULd98yPsXE4iRt3rwetGsUzUAvx0sgEHnjkAKrLS/jge+7AlvV9AiADx0O6Yy3mmkV85CP/BetXufjtX/0FFLMWXNdAtVHBo88cRWiuQu/wBvFtJWyjaMrUA1T0JJ79wQO4+qmHsFu30AhslEwHD1FddcebsfOyK5Q9ABVX8HF+cgSVyjmYDA8KDTh1D6OzZZSXlrFudSdyyRycZh2+ZqHqJrFcXUQ+qUJXNDMBi36tRlrCmmAwQTzNvHkBiD2dQwIa+Fm2aQs0rTUbSPoQf9nT0+dRrTpIpBKo18vyXFuzUCim4ZWa6B8cQCKdguYFaDDQh2AJPpJhDn6whGpoImyksbXzSVSrX8af/2QAZ8M++GYKa61x/N4VHmrhO1F22fbs4qVjL+PkqZMqJd13sGfXFlx/3dUCkwjn6EfKy05Q2jfUie7eHrGLII4iuFZeph6y2ZwoTempyIvOtuC55QrOjZ3A0thBGDMTMOZK8Akt2d5OH1YGB1HFSAjNgCpNgQ3WUb1XS/Gom/DgK+9QzYZnJZEdHkT75g0w2vLwNVo3sDeaveG0dSDca4FVBlexBZlt5pGaVqcKlyFJCgiJYyfPMQgwVapI23vSsNHd0Slt7Dw2MeX8OQ/iIkIsI51AeXoGP/n8l+HNzOFjX3j2ktbJv//7f5R5RcDYLC/h+P7ncPiZn6JcrsE0PWwdase2gS505HLwrBQWkMJsclDg1Nfvvx9z8/NyngL5XxuI1KL7BOGR/2cE3JQ/KjcNFMDkpgIBEr04c4ShCUJPtdZESmmlmgaSyYSoILkBU61UBdgbli5t4Xxffp+gPmFbUk9C2kglzfekElCFgSkYqYCgAtZUlUrgUhTXF/28dW4MyHJ9YDBTwbWbKljbm0BSdzG9CPzwUICD4z5Mi8dnIqCZqd9QmwI/57HC3VgdQ+szCPWGCkm87coNyPgO8skkTA04+OLLqIY+ij19WGr6mFyqwCH4ZZ0Ctqhb0C1bNh6SlonetiwWKg08ObaMZqaIsL4As7okdhb8KDORUu3znEMtBTkhX19XB26682Z0D/dhevQsDvxsH6bmlhAw4Kx1jJHiPTottu/L3BRbFxW4JuMdQLNRF9X+H3zso9i2fQvqtZKsTbQ+UedNfK02EeR6t96UV4aAle/Fa8/OhCgkK7LSkN8hKtdPteZTi9tS30rLv8xDQ4IMuZHETgl+n966mVRGfs9EmxzcYJJQNMPE7Ows8oU8yo0GFkoVgLY3Tdo2KPgcnX+k9I2+F9Uj2hQhOI+8eyOFtZwL7UhMU9Yt8Y+GJht6oyOnsGZV7wUVtTy31cHwd38Vg9VLWuTiF8UViCsQVyCuQFyBuAJxBeIKxBWIK/CGVCAGq69T5uvu/Q3BqoRFkg6tWWg06kilM3jLPW/GxtWDOP7yfnz9/i9gYnISb3vne6AZGYxNnEe90US5tIDq8jQ0r4lGvYqFxTlUq0yADpCwbbiOugmP2jF5GBHsUoExSv3kBh6spC0KtFXDw+gqJHH0+BRuv+PduPGa6xD6dWi6LUo0CT1hSIgWoN6oYf++n+D6KwfR19GJw4ePoFJexOVX7IaR7MCn/vXbMK0Q77rvRnmPpdISOnJ5WKl2nJ728cUvfg3vuG8X7rjpGkyMnUW1qSORppoIWKrlkW7rluZ1/lvEWYaFSt3Fi//+b/jNl49iUPOQD9IYRx3fM1M4/663YvvOqwQyUrVkNZuozh3F8HA7PI1qTB0zkzN4+LkjmJ1fwvt/+U7kkwbm52fQv2YP9NRWfOp/fgLXbM2js7NLINHi/BwOj0yjUqrg9us3I5vrwPzyIsbPz2LNut3IFdoFSKSsJF44fhQvjo8IfKC/qB/6yMFEXwWwwypqgY6Gm0AlawJpoKujE0kGOdkJqV+S3oykPAHhAuBoJqwgwI7+h3H8+I/x54+tRzmZRlAzcfnqcXxobwEzpbeh5hGeBTh+8qSEWGkalYg+rt17GfZctltacDnGCFZVUFWIvuEOud7j586pEK+W6iydtNDX149CvihKO1Hl+r60q09PjaM0OYLamZeBmSmE1QbYjmxRoWgpxaqAVWkTVipS8egkUGm1jlO1KlDfUC3CTT6vWETbuvXoWrsOZldRPDeVCptqxSZTdESJHYGiV/lNrggOE6MKaXdWwGS65AkcTFkEq+1IJ9jSrawQfl7rPMEqEa6RslGfXcAjX/oqmlMz+MjnnrqkhfLv/u4f5LOo0s2nE5g5M4LvfvMbWBo/jYGuHNpzJjoSBrqLbUgXCvBTRcxZPfBSGXzruz/A1PlJgZyezo0CBRCjQB9+zTkhs3EFxBbg1lI0Sh2o8APHkyNK6nQqIQnpEcSKbCqUEpBqVZbdRy6dkc2Baq0mNgEqyV55V0pokXjrsk2bfsYtVbF4a7bay301bpTSXI5cYKt4Zrb8PlX7vjongW4M6/ND9GUquGJtCR2pEMWsjrqXwHeebuDoFBWYtowrbrRoQRNY4We68iK9LlgNgaTm4b7LN2JbVwpBrY5q3cH05CR8y0Y63wZHNzFbrqHRgpmmiOW5saL8gjMJG0O9PeJT+7Xnj6OWLML0qrAbFdk4En9PWmxIqJ+yVIhgYULTsPOayzCwcTUWxs7hxPNHUPUDeFS2eoThF2E3Xy/gE8pOgRBRPLO5ccRlwnNELbxh+xb8yq//mljDeE5NbDnErVg2mOiRq17PR6T6jD6H64+MHyo4VwTfUaFKmK5sU5SPAN+P15o1YFAi/Yr53lxfuBlIKwaZVyGQTqaRz+dlU4XnXq3W5WuOLXYc8HdcKpfD3GIJvm6Iaj8KklL+2Oq9ouOVMMWWojUKVLMtS8D/yvPiz9wgkBq4DjcZHalfveni9OlTWLuqX8F9KllbFiz8+1Of/NtLmuPxi+IKxBWIKxBXIK5AXIG4AnEF4grEFYgr8EZUIAarr1Pla+/5oLoRDZTSk0pC+nTecONNuOqyXWiUZvDNr30e+w8fwLU334ZiRw/On1+EkUwhU8hjaWEK9cUpzJ0/g5mZ8yiXS3CdpqRzExJlMhn5ZAlkct0LASjSmnvBL9Vns7UKG0qnsHPnTnhuHVMzs+jt24Jff//vQIMDU1chIzxYA5a0eE9NTuD4S4/hLffuQM7KY3pmBr5XQ2d3O+ZKOj712f/A6kEbv/SOO7FYXhTvv85cCoaRwqP7RvHYkwfw4V+7DTs2bMC+Z5/B+clldPb1YNv2XTg3BRjpPCwx66P2lO3+KYxPTmHxP76C94yM4rizDN3OY6EyDatnFRof/HVke4YRBLooa5vLC/CDMQyt6sK56UmcGR2FEWoYX/RQWpjAhz7wFliuhumpaVjFIQSZ9fjKVz+NX757O5KWheXSIqrlOn787HEeAv74A2/FiZFzyLYVsVxxUW2mkc4WRWlKOPrFH38PBxfGYeXS0JsezJqLzZMVvLfk4qbQw1LvBuh//If4+8d/iB8efgTZ3k4BFT16Cm+79hZ0ForSokq1aYAkAt1AKqhjx9D3cOTg0/irB/rhEArULNx3cxl37NmEc0s3SBo626JHz57FocOHxP82Yem47ZYbsGnjOvHSpbqMGE6pCTUMDHfC9TxRuPJ7/Jrjoq29gI0bN6K/tx/JZKrVkqyjUi9jYmICtcV5NCZPYe74AWC5DK/qI2VAwCpVjLSXsFtgleq0COQLOKNHJzcRODrFlzGAb+hoWgnYHb3oWbsB+a27YSaTcNjGTdsEqlV9jl0FXjj+VI68oEX1JyQk4ZhW3r9UZzabdSw2DTQbDQFhbYQ8li0emISd0WMlYOVQYxu3lbFRmZzF41+7H42pWfzx5352SevkX3/ir2HaCWl1rpRLqCwuoFEp4/gTD0KvLyKd0FFI2Shm0shls+K5uqQVUc+34YFHn8HoyJh43rqGAwNseVeP6JiZCk+wGqWpR8BZYBShUQs00yOY6l+WjYp1qkzZ1i3etS0PVL6vTG/+XxAKJKcXJdvSNQGrClpT8SsgNPLLbSnhIx9M2khEwVcRTCRQpWZaBWppImRVNgwKIq4Eq/z4gUINV6yrwmLYnhGKavT7L4QYWeSYMUU1GlCVCNpwKPXmax+vB1alXdzzsLk7i7dfsRp+rYpq3Ud9aQ5uoMNKZxAYFmoMbxJAZ4mPMDeUHI+gz0A+m8Ha1UOohgb+4Uc/w2xI1XkVnZYOp9ZQ3smGsgHgHgLBJR/iyUwFfsA2fQ92woJJewwzIZtgVMayFpGKlK/h1wk7LTWr1Wqy8ZbL5XDZZZeh6dSRyqRwzY03om/VoAQCaiHBbohk0lZ2KK+CqdxIUxYFBKkRuJW52ALq0biQNUHAqke5qtgQ8Hk8hwhyFgodKBYLonKulMsolctqXrfenyC1WGyXOigPYwvNWh0zs7MCRAfXrMXk7LxsmAX8nBboXKnYXdn+z/eO/Fc5zmhR4TSVL230PH7t+FTPGvA9hhV6gG5iuVTG2bNnsGnt8IXfidE84t+f/Iu/vKQ5Hr8orkBcgbgCcQXiCsQViCsQVyCuQFyBuAJvRAVisPo6Vb7m7l9vKXw0Cc6pVGoYHlqNu+64DT3tWfzggW/gh9//HgaH1+Gyq69D3WU7r42K42G5wpvoJsZOHsHIKy/CdRqiKqLqi0CEoIYKJyqJohvPqIU0gl303FNtlq6ooKhI6u3rQ7E9j7m5SWQzvfjl9/0u1q5fC69Wlw5qIhWqGKlmGx87g9LCCdx12yY4CxXxLu3ozKNSq+K5w2O4/4HncPOeXtx723XS6s5WWjg1pBMZ/Ou3H8dLp87hdz54F9b19aJRLcHzTdhpGxNzDSyWs0jm2xG4hEpUGYaAncapkeMwv/1v+M3JZSz6Hso2U82rODO0GrO/8svIFvtbYTg+GgvzsBPTGOjrweTsLA4f2o+B/gEcO7sI21vAe95yMwxHw+joGUws1TAy52KpMo73330dPDdEw63AgI3vPXEEhfY0+tpyePzxp9A10IObbr0TiUQ/Gk4AokJirM8++C2cNeoITA2icis1cOdEFX/a9JFdmkdlaDfSv/+7+L3HvoknJ47AKhYQNB0MJQp49013ot1KSW3F15QehwDSfg07190PZ+EAjpxhe6slaejr1+sI9VtwurQLblMTkDZ6dgwHDx1EELgo5NK4+443YaCvVxRlBELKBoB+kzp6BvLSwk3IwU+qNxqiEuW42bJlKwYGBiTgjMo1jpFGs4ZzE+cxv7iMvFbH+cNPY+7kK9DrDmwBdgYS9N9kyz+tAKjaNdkGT2lh5M3LFnP6TdKWgErtUABUg7rkZAaZjm6077gK+Z5+OFZSfDQp4GXEET0TFTgklFMZPCJOlSpRZxoKUA01ekG6otyer5akFrm0LS3w9NflBoG8wc+DcUL+DCSzKUweP4Wn//0/4C8s4Y8uEax+8hN/Dd00oZnKekPqoml45tufx9zIUbSlU8gkDGQzSbRlsxL45JgZNLJdePTQCRx46YRqozd4frbyIV2pWmVNRGX6alAsz6Mfsai9PYQtJaQXKNUvgZsEE7Xmf/S+Sl3JoDplq5BmejoYfsXXKXUp273VVwqSWjKuVPhatK4QevERwXqC9Ogh3rotf1u5eq1QMmmb1xl0ZqAzuYztA8toS1qwLQ+leoif7A8xVmHrOc9ZuRob9FX93wSr0WhJoYm7dq3GUFsG9UoNXnlJQr4sbiYQhuocq7rAwHQiiaSdFH9inksum0d/Xx9cO4lP/eCneHGmCl3z0Z1KSEgc4adm0R7DFnW4tMzrOur1Ohpus9WKrlrxlWWLGtcEq6rGhgr4akFR00hIrTdsWIdMLiObCH19vRhc1Y9CRzvyHR1YKpcFblJFnLDoc6pqrlrkffFupppY5qP4tJpyVbgeEHzy/SWsULypW96oom6n+l0ZCCi/5YshZITtbcUiOjs7xVN3aWkJZYGrravNOhqGgOA0FdCGgYXZGRlLk9PT2Lp9F5aqDVTqTstDWIUIRu35K32QozEaBf7JMZu0IVCgN1Jgq40jbuBoauzLWNGwsLSM8bGz4mnMTcyLMFZ5rP7t//1Xb8R/C8WfEVcgrkBcgbgCcQXiCsQViCsQVyCuQFyBS6pADFZfp2xX36XAqkE1KKGpYeGWW27Bnu0bcPb0S/j0P/2tKFiv2HsDPN1E/6oBpO0kzk/NiDfmmdPHceLYAbjNMtKprMDAnp4+dHdR2TqB5eUlucmW9OMwEHWP8l5kyrgKApKbV2nL1lCvKx+8zsFueM0aEJq4/a5fxB13vA3N8oI0SkNTatjQ1HDk6EuoLp3FvXfsROAzFCtAs15GR0cbfvDI0/jR4y/ivW+7Clfv3oRypaxasN06DDOBz3zlR2gECXz0996FsF5Do1aGZqRhJDWcn2rARQ+sVIGR1RIIQ1VtYCVw8NALWPPg/bh9oYSlUEcXW2gbLp7Ysgbzv/orKFrtCBwXgRFgcWYcqzsdeI6Dl0+cRmdXARvXrsNnv/Igtqzuxu237MTC1AzKlSXkuwfxjQeeQjob4u6rd2F6uoxETkch24Fv/eAZDA3ncfX2yzA5OYfJuSl0dA+is2szKjUfCVvH7PI8Pv/IA5hPBHDrNVipNBLVBt5/toIPOzoONamIy2Em24Z/Krg4N5yB5vkwnQDbB9bgzdfchLxHaO3Dp+2CXkfoG2gzJ7Bt7ddQ1MbFi5eg12FrPNI4ePatGKtsRuBRcerj1OlRvHjksMDE/t4u3HPn7Sjkchc8L3mtJfxG19HWaaNUKmFpmQnrCqgQNlDlvGvXLqwaXIVMOiOKWoIQr9nAuekpjM1MYbC9iOb4CI489iC8pWlYDoGXBstQgWgEiJIkb1qiuItaehUYVVCV4412AUQ4LtuMGZRFgLVqHdqG18Ho6IObSAlYpDconx+1kvN1asyy1VpBKcoxyYxs25LxWalWMDF7AoHfRCGXRDaZEB9cQ6MH8Ksn5AXlmgAuBVZffuZ5HPrxw7DqDfz+Z5+4pIXvE3/1CQkPErjaagsnWB3Z9wj2P/pDdCYMFHMJpFrgN8vztZJwjAL2jU7jocNHEbCeokBV/qQraymK1ZY1h1SgBSwjJSqtAgjJCOwIRxnaRZrm1ulbexHSXlDASnhXKF7ABH68hjx2qoJp+XDB21I5pkpNBKxe8Ewl3A5FSUiQT3sKUWC3/JxJw1U7t9tqTW8pl1tqyKSZRmgE6MnWsLF7GRlDRzodoFQN8PiLGsarhMEhmLPFczPErfV/X7HKceR6TQy3p7F3XT9ycGXOhq5S+3MucIMgm0oglVDewclkRlrZubGUTOeQz7dBT2fx788fw3f2HRPunG1ZJjhuE5qlfGz5h57FfHC+sVR2KgXN1OHVG9AIKj1XFLhJtsS3gqYiCxe+zrYSAkdXrxnGr/7q+3F69BT27XsO+WIR2y/bjVWr12CxXEZ5uSQQ1NJ0ZHMJOV7xQG3UlSWHacpaIXYOpikbKxwiiWSyBVOp/lbAvDV01LVrAV+Bry0lK2Fms9kQQFsoFNDV1SWbegsLC6hVKzIP+bP5+QWpQV9fHwr5PE4dfwX5QgEzc/NYt2EzjEQGi6WqBI9FY3il72808V77PdkU0NXxRKpnPlf+7au1gup1AcFUZ2s6SsvLsCjNjZ7X8pWmCvZTf/WJS5rj8YviCsQViCsQVyCuQFyBuAJxBeIKxBWIK/BGVCAGq69T5b13fFCpl+Smr4r169fjvvvejLRWwxe/8Gn89KlHsXnbbhTaejG/tIxcLoWO9gJsM4G5mXnse+ancJsl5NtScJoa+noHsWXzdjz77D6US0soFPJAoMKsqJbizTBvtqU1k5529ElMJi8EgFD4xiASk7DHtJDNZLBhy1V436/8ATRnQSCVoWckEEuzdYxNTOLw/idQyDto2kWxCDADF9mkhvGJaYxPV9HdU8CmoS7xA6SPZ9rQUPeAJ184isD1cNebtiNBAGGZCM0MzJSBsAbk2rbASGSBgN6QmkChhg4c/PHD2PTYA7izEaBk2Gj3G1h2HDxy85UovOeD0B0TOj8raGBsZgS7NxYxe34OR145ge3b1qOvpw+f+l/fwj037sHm9R2YmpiCYZlo6x7EP372W9izZw2u37kazz73MnLdGQz3rsLX/v0R3HbbduzdsQsvHTuBRD6H0M5iqZSCr2VgJQ0cHjmGbz73OIJCStS9qVwW1uICfvv0Mt5XN3HCXcYaM4UnzQD/rasdS8NZhL4HO9Cxd3gTbt9+JXQmcounqQnfrEPz0ujNH8DGwa8j5Vbhm4DFjlk9ROj24Nmxd2DGWcWodTiuh1eOn8DRl48KUFgzvAp33nartHRHwIJ/K5CvI5MLRK06PT2FucUFGRsEFN3dvdi7dy82bdyEYrGovDGpdHVDjE2PY2xhCkNdfejyfTzzwL9h8uR+2PWkQE2+Lz1W+YdQjv+WRPRWOrpSlVGaR3pDgEe/TEOgR2BCPHy1XAGZobUorN8Gq7MXIf1CBfzSCkCBQqGD4tmp5o7yVaXq20I+V5TWZI738clDcJwqChkLuUwSNpV/IdPDLwgwL8xMgYtCXAnOknj+ocdw4mdPIxOE+N3PPHpJ6+QnPvFJpbA12MKuVIgMM1oaP4GH7v8y0m4FnXkL2XwG2WQaWYZryfkU8MpiA9/cfxDVQIfJFnS+RwvURSBU7DFaYDX6XtRGzs/jz4v5AkLfRaVaRWdvF/SEiROHX7oQZhSNDdWir8CtSL5VhQVsWwkLoasClKIxpGkqUIvXOHqPC+DeoFEAwdZFT2faEvC68TUBbQlaYVbROfHvpJFGaIboLzYwnF+EFfrIZIFKDXjhVAJnyjy+QLxieaz6JVgBqKESIDRsWX+2dyewszePUrmGpOYrf2BoSNom2nJpZJM2LIvXzUIylYZuWEgks0hnC0jm2nBoqoJ//O7DWKyUkbZ0NF2qJAlK+ToLlmXLGqva6n0kslnACxA6tBJpiFe1Rv9Qhou1VKqskQSFtYKlbFNtjhGO79q9A4ViXjxzy/U6dl1xBYbXrhMlea1SlWvtN5vo6CyIUpSXs1apXAiPq5Ur4n1KBWu1WpXfB2LfIBsdCgSra9RSIAtYVeMiCoYj5KWPdbNBawKGTulo7+jA0KphOU+uKTzetrY2TE/PYG5uXsDr0NAQThx7Sc7T80P0D61GsbMXC8tVuD5V0QreR+PptcA0sjHhz+X4uAHQen5kBaCsAqjKJWTl74EAdap1bQWn3UbjwrlJIFcYyjH/zcf/r0ua4/GL4grEFYgrEFcgrkBcgbgCcQXiCsQViCvwRlQgBquvU+Vr7vowSNM81wfvK9929z3Ys3MT9j//MP7h7z+JRDqN9Rs2YG5hEfWmo1RHlilqxAMHn4dTr0vrNj0RQ60P73733Xj88R9ibGwC/b0DqFSXJCW63nCQbevCnfe+A5u37RAv12MvHsYLTz4iQK3Gm82QXqseXM9BAu3oXdMuuTDtuT78zoc+IsyJIVf6hRtZgjSJJ5LWXraFer4D322Cii16blLB2HQDsQZwAleSqqmoIlej0pCvK1XKUh1aEfDmmMcyPLRe7Ayi9s4ojCf0azh96iQmRkagOS6Smg6PLey2jTW792B49QYJ9YLFcBsNTz/zDOrlMfiaCa28gM7eTpxv1DH2yglsWN2NQkcvG6yRT9koNX0889wB7N2zGdu2DOLoiyPoHexCYGt47KH9uO2Wq7BpzQCqdcKIPBw3jVrNREiAkjHx2L6n8dih54BCCk23jmw+D3NiEn8w7uOOZgKvhFPYbPXha5km/rmzCaevH6HrIQsL91x+Pbb1r4ER8LhDMJMn6TTQ1/40VvU9gYyxTD4uMeBeoCGhMUgswHhpN45NvgmV0ITrBjh64EWcOjUCx/Zw+ZZNuO2GmwSG8NoFPoGJCcdtoK0thUxex9zcAmZnZjE1NSNtvPPz8/AMB3fecSeuv+5GdLR3wdLMVgAPcGZiBFNL0+jtHMCGvtV45bnH8dMffBX58jKTtqTNX6cNgs5jNCRNXnwcJQ3cVoq5QIUaCZQjNBUlqmpdJ8RjqFWQzKNteDP6tl8Ou2cAnp2C7qnUcNcP4RAeUQ3pefB8V4Xj1KrS4jswMChAh2D19NiL8Jpz6CwmkLZTSBopNe4EyBC+0JaAKmy2P+uidDMZsBM08Mz938X88dMwtBC/+y+Xplj9y7/8y4swVFet92LHoQV48ttfQfXUAfQU07DSKbQXisiYBsyECYtzBmn84NhZvDQ+A50Gv/SnNXRRNHuBanEmPaL/KdW8GTuJbCotta1SAe65SBWKsmnBQCMqvnuG1sNIdeDlZ38mzzMttptfVKLS39QPCBdbQVlCuFRbfMjwM1oICIBm8jp5G60AFFiN5moEVy+ogCNY21LUKtuAi4FVK1W4lmbDtgystcq4dkMO1aSDucYsAs/EC2cCnC8X4NYaMEIPLpWxlinjIFJjRi3hPB4CUraJUzG88ljYmi/Kb0JM3xMP58t3boXmOcjMnEc+YyCT8pFNGWjL5cVnmOp8AatUrVoZ2GYaqVQWtpWEq9l46NCLePLkaUyVG1gqVcTHVzysCSvpCSs+qhZSqTScZkOgaGSfEEFEetvS4iCy6uA4kU03blZotNpQGySJpI1iMSubB8m2PO5481tks6JcqaBeqyHwXAn86+wqIpvKiKcpbTwIWalOTyQtGScLs3MyFg2bCm4NKXqWtuD/ymuoatcCq63jU/YxarODYLVRZ4idj97eXvT196BWc1Gvu+jp7sDszBQmJyYkAGvLli0YPzeJqalxdHZ0om/VBrR1DWK+XJLzjjZ3VgJ6jj0qnCOoHylXpRiiilat/BFslW+3LC4i6qRv8gAAIABJREFUS4ELnuI8fteTjZXoHKLr8PH/47+8Ef8tFH9GXIG4AnEF4grEFYgrEFcgrkBcgbgCcQUuqQIxWH1dsPqf5CbPcXx0tnfhPW99G5Kmh69+5Z/w5E8fx9r162AlEjh3flJ8IQk9ErYNz21i6vy4ABDexBO23nbrL2Bq6gxeOnoQHe2dWF4uwXFqonIaWr0e7/7lD0C305iamUO93kR3Zwf2P/konn7ycZg2FXFUMebghxraCl1Yv64f42PjgJbHh377D9HV2Yam05B0crnZptJKFGkMnyGXUmn2/L7TpLJVlzCt85OTGB4exsT0JDo6O1BaXEQmmUIum5GbelEl8bUtYz5pDfcI6ZR3Y+TbKDBOV0oln2nxCOALYGKYloakTkRqCuzhzwmJH/z+Azh+5ijyTO3WPDQCB01fRy6dhNeso8mgIj2EGbqo+RqMRBppw4NJu4QgCc0MUWpWYYRZZBIudEuHYdIr08LVV92Egf5hUW5Z9AycmcYroyfRFDWecpVM+j7WLlaR85pwtAY69ByO2RpeMQK4lgnH85G1Eti77TIMtHcpuBDqMBwPfcUjGO57FGn9PNyaAztpIdTplwnoni7KvmWvG+cmr8Pp6lWoVMp47oXnMTUzCQd13HrNNbhmz+UK4gg80xEGVL010NffgXwhIa3J9OAtlcry9dzcHBbLc9i9ezcu27UHnV09AoTo48lwnXPT45hemEJv9yA2Da5DaWoUjz34dbijx6E7ATQ/FO9OAndbM5T6T2CNKWAqCrMi3Gr1HJOwy3VV118BO1gpIFtE+7qt6NuyC5neASTSWZVeHqr2XwEiYSBhbVRfE6Ty0d7eIVC+Xm/gzLkj8JwFdBRsAatMspfPkNZ0+q0moWl8L0fZY9DN12brdAWPfvEbqJ2dEpD4R5976pIWvr/4i7+4AFbZGs/gJUIfKqTPHnoWh370LXRlLeTyaRSzGWSpJifg0oBGYOGlmSqePDaK+bojileOdY5/ttpz7ivFqIlEwpa5yI0WnWuCbaFJ32TWy3HFi1S3TRS6VyFTHMTxfT8TlZ4AVHr5tpSoVJRyHaCyT2CpQFXahlDMq0PjBo54bipoSBUqvxbfzhWPlTYD0fyN4KYCYK1281bqewTDjEQKBQCXoYlbtg1jxG/g8dFTMEwNE4seatYgQnqY1uZl3HAjx9DtC5s00WdFkE2NF3oWRwBZHaSIckMGtbXjzrtuw5tuvREHDzyPI9/7FgbbkljbkUOWpeF5cdxapoxry07CSFKhnkEilZH11LOLqBkWTk7P4+vffUBsWqjW5jhVlr0mbFGFJgQCM1SNNYxAobJUkIW0tZ5ShawUq5w7ovYmWLWoKiWUD5HNJlBsK2B40wbsvuoqOI6LWr0pnQlypr4rAYK04pifnlabb4AA9/7+XszPzsFrOsoDltMtYYvdwcVNs5bNxoXrqjZBIiuACEqKNzctARpN1KpVmZf9A73o7OyGYdhIsc1/YR4T58bgOjW0dxTR1taDY0cPo6u7G919a9HdvxrTCwwZVC390di5uPmixmM056PfCcpS4uImTRSoJde+ZfURbeJEYFX+3fJjjQBt9PeffexPL2mOxy+KKxBXIK5AXIG4AnEF4grEFYgrEFcgrsAbUYEYrL5Ola+9+0MtxQ2we8cevPn2W3Hm1EH882c+iYWFOWzevAV1p4nxcxOqkZat1ZaJcmUZ1UpJtQFrGgYHhzDQO4yDh/Yjm6XXqidQky2vbd39+MBv/KYAu9n5JTRdX/4wFCioLuPg80/i1MkjSGXZ5pqAaWWwbdsV+MX7bsbjD38fP/rps3jfb30EN+y9ER4DsgSq8oQUZBF4QM86XamBUqkUZqam0WzUkUwlMHLqJIZWD4uiMJ3JoFlviJqVII+toTwnx3UutL1KSyc1VytaPCNQQjhIkKM+XSLMW5X1leJWgJ1KNao3l/Gd79yPcn0OKT0pqsRq00GzqSGXsRG6DjyCNvqV+h6qvoFUOo3Qq7InHQHhJW/ewxDpRBpBcxG+loLnN9BOIHPHfWgrdqLZrImnIeEjk74D1xUPSB4lFXOhZWCuvoCsZSIJCzAS0A0bBttSWwArnUqrGpI4hQYK9glsGHwQBesstJDPs+GFHsyAIV4EPp6kePP7CwvD2D/7q5gtL+LQk89gamFWlK1333E7Nm/eCN9ptupkwHUJFR2sXt2PTMYSj0Tfd9F0mqhWK5ibm0W9WhHl2aqhIfFwFG9QUT36Am0XSvMClId6h8T24fC+x3H+2YcRVCrQHU98ghmCZDI1nhBR2t+V3yKBk2ichSUFAkCiNv4oEcmT4mniu2q1daNvy2UY2r4bmYG1YIiPaRAiqnbykAnrrBv9gx2mg4cy/ghQG80GpmZPw3OXkElpYk/AuUI1cb0ZwDKzEqJmWjwURwG3UIeVSiDwmvj+P38OtbFxmScf+bd9l7ROfvzjH18BVgktCVap5LWA2hIe+trnEJZm0F1Mo5C2kU+nkWwdE61tl10bT50Yx8GJGQQaYV0gwVNULRKacfzT15L15HzjxgeT5q2kBQZVcfzSK5SqW55IKt+DYtcanN7/vCTMK/FpIHNPwBW9bilb5RYF4WArOT4UUwGyTBWAJhsHrcAsCaJaoUpdWaiVEEwBTTV3RTXagqqvUqyaNvp1Dbs0B1dvXoXzSeD7Lx0Gg90nS4DRtgFJw8TM9BlRdlMFGSoGrNrXWR++Pz1Skxls37ZdxvbpkdMSztbf3498Pit1yhUKeOs7344r9l4OL3Ak/G/s0Atwl+aRqJahM4CKUNm2YFGtSzBuJ2ClM0jmCkhmctASNjw9gUy+HYdeehl/9w//iGWuu6LkN0WRbydTCmBKy7kH13UuhENdgKqtohFc88F6RgFWAuLDAAmbfqm01aBq1URfXw92Xn0F2rq7Zd3j5oLGTSZdQ7NeRWdnm/jblhYX0N3ZhZnZGbS1t8k0W1pYko0rfgbnC8Eq52PoXfQrjTxeI8XqykCtSJ0s58J1rtkU1ery8jI0PUR3dxfWrF6HXLYD8zPzmDg/juXlWWiai3Vrt+HcxCjSqQwGhjciW+zBQqUsFjQrwXikQlXq00AA7sqNNhWkpb6vVK0t73DZWFOuv5EaVV7Xsg8gWJUR3Apci8Dqf//on1zSHI9fFFcgrkBcgbgCcQXiCsQViCsQVyCuQFyBN6ICMVh9nSpffedviHrLtFK480134vJta/Hoj76Jf/viZ9Hd0y3+dxNTkwJfxatSlJ0hSqVluUEnXEkkUujvH8S5M2ekbdWyEyiXlwU0NBwP9779F7Fx6065Cb32hhvw7L4X8OLRowIHLaeBo0eexQvPPSYJ2IadRaHYi3y+F7fv3YrREwew7+WT+KUPfwRXX34DfII4SiZfBUmUysjXAzRqDdSqTfT1dWN+dhpTU+fxzDNPSqAJb3zZjrph4yZs275dWuVrNRWqwvATFoJAgUiSKc4rPyMqX5SBQwApCIUtysLolMUA1bIe27k1DYsL45ieHsHOTavFixCNJs6OT+Opw0ewqiOHy7eth6NTwelgfmYRzx8ZkePYuXUYhhGg0XQwNVfGyOg4BnqK2LR6AG5oiHWBbqSxdfs1MMys4F0qZC1Th990pJ2W7b4EoAtLS8gWO1B3G8glEvAbjrT7FrN5eISChFiaUlBGsCIVlrB2+AH0Z/bDbITwrBCTCxrmFgmSTBRSOtqLPuyUBz9MolZN4PiBX4A/PofmuXmc1B3s02u48ebbsHlgLVyHSk5+jiU+rNA8rF4zgFRCpYUTTvLa1BtUri6jWS4hk80incuIepLnIf6Oji9WAY7XRE9PP7q6+gWOlBamcfLR76B8bhRmk2E8Bgw9AbMVMkQgQxgqnpErUskJ1/g/pX5W45oBPp60aitbCNe0kejsx6rNOzB01c0otndL7XVR7nHIME1czk4pBCXtXLWxU5HZcJcQ+FVooSst9I7vYGFpBkuLDbQX+9De1gXbJDj2FTyDBaomfaeGH372M5g7fkjUnh/78oFLWif//P/8sxaYVhBLqVYJxw3kUgkc/OmP8fLTj6A7qaEtZ6OYyyOTTMNKGKI8dD0Tp5YdPHLsJCaX2brPjQDOE64ZhPkKjPL6cT/BTppiv8D2d8I3O2nA0AzYCbO1SZBENj+AmZNnMDU1pcAqWmCV4Eo8UNX15nsShBPOcWzbJqeQB59wNaBKVamyCfUiOPraIkWbIyvn8ko1a+TnGfmsZvQE+kIPOzMhdmzqRGKNjuOzJ1Fxk3j6mIeTkwaSVkJ8c2FYcu4MI1JqdjWOCNhXr1uLd/7ie3H9DTeIj+jLL78siuT169aJVQXHcEdnD1LpFCqVZSQsHSHVr1oCbrMCt1Fh8VXbft2VzRWYtHFIioLbYCiblZAAKq5Ehg8cPnAE//g/P40lrr28Nr5Kpk+kUnJcTW6ySJCYUqeqx8UQsAj2CXBuQefICoCZY8lEUm0cSdggMLx6FfbsvQJagp6vaQXIDUr6PVQry+jv7xNv1YRpoVHjZkIdPb29mJ2ekY0HwlR6v4rfKkMNPVdtlLWAY2TVodTISpVMz9iVf9MKgGCSfq3czKMtwMLinASDrVu9Dpft3ovSUk3CtsqVBSyXZtHVMQBN8+T5A0Ob0D2wBkvVKqo1ZQkT1WElWOX3IoXvyvHDY2QAV6RmjV7L3x8XKtzqeuA1iBSr0XtEUJVj/X/8yccuaY7HL4orEFcgrkBcgbgCcQXiCsQViCsQVyCuwBtRgRisvk6Vr7vzP8EPmeDcjre/5W3ob0/g61/4W/zwx9/H5q3bRAE0NX1e3WzSBy+VkpbneqOmbnI1E/l8URSQ0xNnMTgwhFKlhIZTl1bMQr4Hv/Zbv498Rwd279iG8fPn8NOfPYVStSbqzKmzZ/DCzx5BZXFC2olDzYKdLmJgcBXmxkfgNGrYuOMqfOj3PgbaMbrNhhh9yo2pqNSYVi7aVZimhmqljoX5BeQyKfz4Jw/iySceRaO6KL6ZkjNNlZvvY+tll+Ht73oPFhZKkhTNxGjxfJTWXaKeiwno0c2yKFtpP0AYRCjnB9KmTbhENVhAF0nNp20iErqBmakTWLemgISZxP5jR7Bn6zaMnDqHbz38MG7buwNX79yEHz/xOLbv3IHA0fGN7zyKzRtX4xfefBPSpoem5+D5F8/gqWcOYc+uYezdtQOj4yNo7+rF9EwDRqIXgZZhDo2gYMIoKuWovFpcWkR7VxvOT5zHyOkRLFbLKCZT2LxlC9r7uuEuVpDqaIPJ4gUBPC0U6wSG2AzmjmLDmm/Dpl+i5uPUZIhXTprQjQw0s4ZswhGPxIRWRXslgY4lE5knN6Hb0ZHs6kSpsw0PdWhY3LAGiXSb1EZS3ZmhzkRw00dffycSFoGYauEWCwLfETBSLy2qFmixD6BSkXpFH6EXiiqN0CedyaO9ZxD5zl4k7STGnvo+zh99HlppAUGddgBsW6bFAv1ZV6rv+G+lOY7UZ1EauNBCje3d9PGEQCKfHoqWjVShHb27rsamXVeirW81PCOhxl/oKQR/QTGpgncuqNHYAq8zJdxHs+Gj0ijj3ORpzMzMo6d7CKv61yBNhSrDsZo+PBfiCezUKnjxR9/G5NEnYWkOPvaVg5e0Tv7Z//hvLcWqsgGIQBkhcCKTRmnmHJ741pdhLE+io5BBoS0rAD6VSCJtWtLqXNYSePbkWfxsZL4VgqUCnAxbWS4QoIova9IW/0wFryFKVU1XbfAcmxR2Vhvsby9g/uwE5mdmxDZAPJKZpC7Xm6pr5X/Luooq0POxfu1q5LUQx8+eRTM0EPBcxCu5ZQbQUqKuBGPR1ystAKK5HH1vJVhlbZKmix2pBPaks+jrTcNeo+HE3ElMlwLsHwVOTnHThGMrQGBQZUkeT0sDE03XkWO+8pqr8Xt/8AfoGexDrRXYp6CkahunfQjBJx07eK686BIeBV8U3aGloe7WRMntNRwZ97Tj1U0TCTMB27DkD+EkVdiO78EMNZw8fhJ/8zd/i+mZOWisq2+IZQPPi8+hjzAVtRqDoNQMuKC4fy2AjsBqVB96FnPtp48yNyQMQxOwun7zOqRyGQmZ47wBfNSrZQkKHBwclKAmXuGJc+cwsGqV1KheayCRTCKTy4gVAtfParkikFz8c6NgqNZmDy0QpCuhNY/5d2RTYNOfVRLKWEZXNjO4QTM/N4PSUglXXnktNq7fhpHTpzAzcx6LS3NIJTMolxfEM3b7rr3oGliD5WoVy6XFC4rVlSFpK48nGj8r4SrBKsFoZFXA5xCEy8bNBYCt1gixMJBwKxXCFv3N1/+3j3z0kuZ4/KK4AnEF4grEFYgrEFcgrkBcgbgCcQXiCrwRFYjB6utU+Ya7PoSmF6JvcC3e9da3A40ZfOGf/hyHX3oR6zcx6OOsqD2jG1i2lJbpZRf4ojai5142W8RyqYqkqdo6F0vz0K0QTiPE7p034aP//c/Q3d+NRq2Ep556EiNnRlFrOhL8QSDQKM1hcuQ4jh8/Cs2wEDBkBwmkcgwGcbFpw2X4nd/5qASgBExZlrbKllJUIBnhaoByaQm5TB7l5RL+9X99BmfPHIdGv1Kdf/iemnhLhroh9gZDazbjne98ryimqJRKJVOi5pQ055aScWXojNwUR1pWqrYkrb4VpMMbe81DaLgIPA2a62Nu6hVs3dSOb377R5icnsTQ0AA2btmDJ59+FjdfswXnRyfw3IuH0NPbgW2bduK5F17Gnss24e4bd0HzavDg48SZGn70yD5ce806TJ05g0MnTmL3niuwefMe6Bo9Z+k1SdRM/9sApmXBcx3MzEzj7MgIjrx4GJPT50RJmzL+X/beBEyq8kz/vuvUqX3r6n2h2aFBEASlRZGICyi4YBSNOIqjZCJZzMSZz3Emmgn5J3pN4jdx/mPmC2aGcXQSNSMZxYm44IILirig0GwCzdJ7d1UvtVedU1Xf9TznnKZB0B4mMkqeytWX0HSdOuf3vuftnPu9n/txIFxXgxkzZ2HcmPFcqqvqFJ+gQbMZDlwq7p5c8wyqgu/CUSjgYK+O1shEVITnobv7Fei5/UhnFBQO5lC+S8XkeBCj1BDCipezQfMhHxy+EAZ8IXw0bQT2lZaR9xNFhWIbjC7tdrWAkrAbDpW6kKtGbiKdB4vCOei5hCGoUq6hTk2iNCMDtahAy2rcwAiKCkcgjEDFKHgDYWjN29De9Ab0SBuKaVKaSc6hxkBUZ0+6OmUBG59FLy4jN51kdOUs4hrt2tnBTWIgi3vs7iTFR4FaPgIjp87AhMa58FWP4M+g7ElyABqRAuT0s4RVVlvZ0UwHLBQoAgCIJWNo6WpGd/QQqivqMKp2POcCR7t7EB9I858TmSTUIqAd3Ik9bz+LgpbED/6j6YTWyb/9wd2DJd1cSs5fhrCsuN0s5r37+9+ha/tmhANueEM+lHlV+FQ/PFTqbwdysKMnpmHtx61IZVLsSnV6nHD73HB7XVCddkMo5PvSyD0uZA2Hrq6TaEqOaJLGqVTeD7erEmG/E1WVVSivKGNxNh5P8CZOOp5EOplEippfZTIsQlWUV+C82Y1o3bIFr737HkiCy9tVjr2w851qjpUpXB0hZpmC3FBx1Sr3pv8OFVZJrHPrecwp9WOqx4nSGj/yNTo+OLQHkTiws72I1rifIybsJJbb7cY9ZzcEMmp+d8mihfiz274Bj4+aRCV5Hpuq4KCQZon6uZzO7uEsNb/LpKDnstBJ0Ke5Srmmqh0KjQFFYdDGBDVLy5uN9yiL1nTXk3vX6XBi7759+If/+yC6eyJG5EPRyGUlJy05ZGmzgq+ZOyexRMjnZG0EsHvd3FDiTRYrc5riBBzU/IrcyqZ71G5DuCSI+lF1GD12NErCYR6zdCqOgf4IXE5aSWj62FDQ8wiHSxAKBbmJoMvl5RgEfyjI55aIxXnOWFEZQwVKvqfIAT5kbC13qOEyNjZNSGTmpnDkXtWzyKbT6GjvQEdHFy6+eAFGjhyD/QcPoKenB9lUgoXV2po6jBp3GjevyhYK6Il08TkPLdHntcLMeR3qWB2MiaHIEE3jdc2YT8ZmHwurpvN28MY1eVIUAF3DUPGW3nvXd//8hO5xeZMQEAJCQAgIASEgBISAEBACQuBkEBBh9TiUz1mwnLucT540E4sXXYa+rm345f9difaOLlTX1uPQoYOcU0qOMyrDpofrjJYzyjG5SzQ51txIJlMoD1WwyzKVTsDhKCCRzOLSy76BKecshjPswaSGapR4bIhFWtC8dze2bt2JQtGBmafPQOu+D/Ev//RzuL0B5KmTu05CZZ7zCRcuugY3L7sN/f2U2UoiBrmv7CwysDWOH6gp46+A7s5DeOmF33OuKsVIxuJRdpfRg7chaBhygtF4CqirG43K2nosumwxAsESaBmNxdWirchCBD38WqXdhDBPmYrsUDWbnFhCHbuPNGSLOaiKA3oyjkRkP2ZMrcXB9l7kcwn0JgfQ3ptE8+59uHbRPARCYRxqPYBEMomOnjh27z2IBefPQOPU0chrRRQcNjS3p/Ffz72Gi79yGhyZLLoTSWRyQP3o0+HyViJDDje+MIVFbsr1pK7ce3bvxCvrX0CKcnDtNtjIXWtXkCvkWagaM34CJp9+GsbWjkfRRg/5Weh5N4L2dkyvfxKq/QB0RceO3R7UjP46ppx2Dp57/m5otjJgnw0lL29FTcSDKSUjEAz5UCxmWHPJ+7woej1wJ3U0jyrH+7OmIObxA0WV6+WpSVMgoMDnV6mG2+j0rpAjzcY5iZR/m82nOBOSGnSRI5HcuDTmmayGVDKBgpaDP+CD4vKhoPqhuvxwJPsR3/cucu17UUjrzI8sgSSssj+PBBqW4E23nimisvOYxntoOTm5EHleGdmp9F8qbVe8bjjLqjByxmxMnD0X3vJqkOHQzgNA2isJPSrfT9TMJ0+Com44/Gi+Ag7eKEhnU9Dyfew6dDu96Ghr5/Jot5NKtotIp2IIhcoR8Lmx+al/Q3p/E/726e0ntE7+4O67WZhiocyMQSCBlTNPXW52Hh54byOaXn0OQZcN3oAbpT43/E4PPOR2pOxIEo6LCt5rj+Gjzg7knW64KUfVQ+XcdtgKJOoDGrluKSOTcic13fyvIebl9Ryyeh4Np0/DRZdchnH1dbwxY8QpGPcSiajkkKUbjJhRYyISJn0+P/yqitf/5V+w/p33EaXmYQplspLgTg2XjmxcZYGyBFRLPDwCIG1GUDO1oo1dsxQr4LDZUO2y4Uy/B6PsCsKjK7G/0INDPe0o2BXsaLfhQJ8XdmceziJJ0nSP2uHOKzyu5TWV+D//770oCZcgm0ySb5GvbbBJFHGgRnlG+CavQ7SxYDQEy7MAqZk5o5RjSznLVCXAAif9O7u683wfce6pKf6TG9bn8mDvzh1Y9a//hoOdETgoCgBUNm+IkrQRNrhJRE5QU0C0RFVDZjUXR1NMJKHSygl1OqhZGZ0ruUqNqAe6R2vqyjFx0ngEgyHEBmIY6O9Df18v5+w6Kd6gUEQ4FEJ5RTlfYzAUQlVNLb+XMlkp5zqXybBDmj/DzF21xFWDH3Gwm45UnXOZqWoik80inqBc3yxyHCWgM19y7CdTaW6e2HaoHadNGodvfWsFSkKlaG3twN69WxAKlcDvL0VN3Rj4Q6Vwetxo6+w0G1gdKXpa3MhVyo0OzTWf2dF0NTfhaO5zHARtspmNsIwMYbMBoinQUpzC0OgAa17+xTe/dUL3uLxJCAgBISAEhIAQEAJCQAgIASFwMgiIsHocymcvWM4PftOmnoNLL7oI3W3v4hf/8CMuka8bMYqFj9GjR6KzswMffPABizT00EgvElbpvfTATa6d0lAV4mZOnYIsMrk8rr7+r7G9I4x93f0YN6Ea584Yh/mz6xFyJfDUU0/hUGcMDeMn48Cud/D0E4/A7fGj6FLgURRkNGqaZMctt67AeefNQypFZeAkYpCAY2aCkvhVKLCw6/WF8NabL+Cl9c+gsrQM0WgP0pk4O7+sFz0c00OtoZsVOf/Q5vDjiq9ei3PnzIPL6YaW0wyz4RDXFpfQDoq4BXYWUrk4vfjhn8SRIrnYSBQqIJvohZKNoHHmeOw92IL+nk6MGDUWu1p68OZrr+Jbf/JV9GfS2L19G6ZPn4kd+zvw0muv4ZbrrsCY6iCLcg6fGxvf34M33n4fl8+fCT3Si6LXC9gDcPproBW8KCpujgLgbt3FIro7O9HfG8EH729GR/shaBoJrYaoQmNED/rUfIzHzePGBecvxIxZZ6CopaHnfKgNbsOkyv+E29uLaKyInbu98IfnwukpoifyAWzqdChvpVD98rsYG6zA2Np6o6mOloFSyCPjcCHrsSOQyaGzNIj3LmpEb2k5kHewUARkUFPrg9MJ9PXHoeXJ6ukA9XkngSWdSoI6b4XDYZSXUv4oZWzmuZN5TzTCzatUpYDamkp4OSfWgTxU+OxAtn03Oj56G4VkHMgVkc9SebUpKhpePHbQkaPMEkNI+GFhz2xARM2RaFxJUDUEeEPcIvHN7XYgZ1fhqqnH5PMuwPgZs2H3BCkjwyh7t9l5HsZilBUbRyKRhJ4jIYbcfwqcLjdKQiXskM4XEuzI7evtQ1tLCwu+Pq8XOV2H027j/F9vZQ16d7yHtx77JX78nyeWsXr333zfEOFIVGUB0c7jRaX81DWLMlO7d2/FB88/Da+iw+dzo8TrhdfjgEdVWERjR3E+j86UHa8eOIRoDnAqduRp90Mpwl5woJg3fsbacCCXKm9i2FRolEGJPM448wwsXnI1Ro0bww7roYKVJVpxnq5ibJoYjc3I1WmHksvh0PMv4NmX38C+TAqaosIFFXkbCZDHXtw+TVglw7KtSI54yo11wGErIuBQ0VhVBld7B0aHPQifVo0DahRJrQsetwMf7lSwbb+KvIN2fRQ4XApy0GAzDppEAAAgAElEQVQvetiVfNPym3D5dYsxMNAHVdc5g9biweKy6VIklzv9zxLXOPtXpaZiCud1cg4n5auSezub4/uWMkSt7FN2X6sOOKmRldMBj8cLPZHE7vfewTPPv4IdrV2kGsNmOlaJqeHCpnlPDmsjAfRoZ+9QivxZphBI3yfBk4RwEszJ3U8xMPRVXlWC8RPHwefzoae7B5GeCFc40NiNrK/FiBH1UFU7u1XrRtQhGAhgIB5ndzIJkT7ahKFcbo6LMNZp4kL53SSe0vqcTmeRSJF4mmUxNZNO82YUNT+LJ6gMnyIADNHTelEUAmXQUuZ0oj+CG2+4Frf86S3Y+ObbaGnbgaqaes7yrq4ZCbfby5UW7dGIGddATaoowsIQ7AcjQyyB1HTGGvPX2Diwxpe+Z4jBRqMr6++WO9podGe4hK35YP3cHSu+eTL+v5B8hhAQAkJACAgBISAEhIAQEAJC4IQIiLB6XGH1Vn44PGvGXFw4dy7aD76Nf3xgJVKpHMoqKviBf9SoUWhpacHWrR8Z3bvJqVWgLtHuQQcPPYS6HW5kdA1Oh4sbzQzEElh68w/R1FWK9/ZFUcjk4bHruPm6M3HT1ZPx7w8/hLZoElMbJuPNV57Bpg3rEQyVIVfMw0UlyFoRgVAFvv3nf4mqqhGcz2koA+SAM8p4ySVHgieVDbe2teE/nngYDruGoq7zA77X5+JqbM5HzeX4yxAU6CG8ANXpRH90ABNPm4Gbbv06gsEwshlt8CGfy8HpAZqaVJnlndQ0XuEGR4aDlcvAySCZ08B5nbYC4vEo0ul2TD9jDLZ+1ARbtoiysnq837QHXZ0HcNPX5qM1GkMsGsH4UWPwzpbt2LpzF27+kyWoKqE8xhwcbg+ef/EtHGrvxIXnT0dfRycSeTsqKkfDH6pDIkVlsEZHdiO3L89CzI7tH2Hjxg30yI9EIgZ1iEBMIgeVq9JDfULTUFtWhUuvugJ1lTXIpuwYWfEWJlY/B4+SRGe3ih0HbEhl6dpz8Pj80HtGwP16CrXNrTh75ESUBUvYLUbOQoXFCCdSagHuXAa9Ph/eu+w8ROvqUdAMRcHpKmLixFrkC0ls37kHh1o7WVi1O93IZDTOUCWxpaK8HHW1dSywkohE19Hd24W+/iiCXgdG1lWz+011+Fmo8LmcKCSi+Ojl/0KseSfUHImxRSg0HGZep9FrzAbFdJiyQY/GNG+KqyR4kYNRsbGbjhp6UVwFjy85tKkxmcOJvkIRI6bOwNzLr0HV6AY+dzpOrL8ffb29iEaiiEQiLACpTg+LTn5fAGVl5fxnEp2y2SQ8HjciXd1IJhLw+/x8h5Lw6fd7odgLcPpK4bRRqf6v8c2/feiEFr67v//XLOqS8M55pma8Ac0NXVHhdjkR3bsd75OwatPg9bkR8LjhJbeqrQi3g4RpcgvmkVI82NTahV0dfYDiRDavGY2MuHmb0cTK+K9xrxg3qwKn14krrv4qFiycz65pEswo75PbVpnCtnHtRpk5b3mw8zDD4hutOS7VjoGt2/D8U89hS3cnEhTNQM3tKXqA3cCf/hoaBUA/ScKiQs5yEtWVAoKqgsm1tZgVCiBxqAWhcAj1c89C9TnT0D3QifYD2/H87z/A9r0p2H1uULIuC4FFHQUFGDmiDnfe8zewOyk7VYOHxEhyjSqGQHmEUMmXbjYyosxVFhLJ4Zw3xG8zUoLWGRZZ6WfMzvMUCkAv+r5xXBLMnehq3ovmzW9h78FWbPq4BUkSUtkRazcb7B3O/mWbtZn9eazYBOZjrnvWedM5kTOW3kdrKB2XXKcVVaUYN34MC66HDrWiu7uHRVE655JwiJsf0nhTo0Kfz4t4PA5Ny/J7Sagllyoxos2sTCbHDftoLacvOs6gYFqkXO2h52XMLprXVm6wtYHAf+cma+BIgN7uNly28CL8yQ034LHf/BalpeS0HYX6sQ3wB8MIh8r410E0mRh06NJaamQ8G4I4vSzhd9CByvEElpBqOJMPO4DpvYdzVC1hleIBeH/J2pAbIgZ/77YVnzWN5d+FgBAQAkJACAgBISAEhIAQEAL/awREWD2usLqchZczzzgPF5x3HjoObcKDD6xEOqPBFwigtbWVnVHsmtJy/KCsFYwsTBJWrYdMEj+8bjcyJC4WjQ7eyVQWX7vpbuyI+vHBgV4U3R4gpWHppWfi2zdOxe8eexiBqnrUVZTgvh/chdYD++D2+FCw2eFx2hBP5jDzrDm48eavw644zeYoppOoaJTpk6MwpxlC6EcfvoffrXkUfo+KBD3A5zS4vU5+eKd/JzcYXQe9OPvQVkCaylC9QXz79u9BdfpQXlFrPMCbAgYLD6aoSu+jvuXkrqLSeooMIMOlrhTZFUpF58U8NTFR0dbZjo2bX4bDR02XbFALgJ6z4VBHBF6fA7VVQeQdTu68ruTzaOuIgKrXqyrDcDspq5McsAraWvtQgI7qqgA//OeyOqqrR2HaGbOhOrzczIsiCMgxSJ23qTz6jdc2YM/H26HrGVBJMecPKgqLGSy+6kaznWQ6g4suvAhTzpwOF7zI5xSMqV2P0WWvwA8NHd0qPtxbJGMjvK4CBpJ26AfCCL2uYUwmg/PqJ7GTjZxkumKDg8qp83bk1CJsuTT6fH58sHgeovUjkM9RZX4e4RI3zpgxEYlUL2fNvrlxE3K6DWWVtfAHwvD5g+zsJNGF3MlUwuxwUjdwEqkAr9uJEZVlqKkoRcAfgJPmlJEayaX/uze/hh0vr0Wxvw+6Rp3RrUxJ06FHgjiJp5yPy8ZjYx6RuEoZlvx3Ej8MAUSnrNN8gf+u61kk83l4K6sxa/4laLxoEULVo9gx3BeJorO9A50dbcilUwgE/KiqqkRpeQ3fM+Sytpx2iTgJqR4W0Hp7qWFOAT6vj6+Z5Hq9mEcg4IJq98JTUg4k2nHWrEtOaPG866/+HzNjlZqP0RdxJKHVhlzBBrfTgci+7fhw/TPwQIc/4IGPmlc5qUES4CDxjiIx8kWkqUFSXxbv7G1HkjJxCyROkuBllO8fFuQsgbQIh1PFpVdchmuWLkEqnWShizY9aOKzeGfmvRqRn8bY0LiQuE3HJScr2S1pnhX6+7Hp9y/jrbc2I4I8UpwVerj7+tGAPiGmDmlw5aDNBYoCsJMrV0ed34OLZ5yBMUFqyOdAZzKHMV/5CmpnzkQ6qyPV34N33nwbv37kGWS0GBQXvc8Dn90FuyOHCxdcjMu+egX6EwPGPU25pCrNW3IyG65GPh+u6jfzUk3R1Po3o1GXEQtAjfH4+6bUrOUMJ6uR5WnKz7xhoEBxuNDXeggt773J7s4N2w+gM6XzhhLd5+ya5BvEOI9jCauWwDqUGf2Z1k3+MoVkcqnSmNDhXE4nwqUlcHnd6GjvRCwe57WF5gRtTFjZ16xwmgKlkYtaMHJTrSZV5nVRZjHd5JYzl53KpihtsxnXQSIsM6Hj2OjL2GAbWl3Af2eBWsFAL8WwJHHN1ZciXFKCnTs+xsi6ClSPGInq+lEoK69BMFjGDbWS9LvBrEIwfq8djgSw+AzlZDlWrSgL698M0dvYtBm8RnP86Vt5Gn9TULVcsSTefucb3zihe1zeJASEgBAQAkJACAgBISAEhIAQOBkERFg9rrBqOFanTTkbl1x0EaId77NjlfJMS8srsG/fPtOhZDzY8gOxAhYpyZlKD930UMgOJlWFzk/wKuw2DclMBldc/V302sbj7V090NwF2PM2XHXBdKy44TR07N+PulET8d4b6/CDO/8ShbwGh8sJu80Fp7OIdKaA625YjlmN54FMQ5SnSA+7xoO3aggNNqC7p4dL3De+vh6b3n6ZS8WzmSwLdIWiPigssvPLdB+xSmkrsuDlcnlQXz8WI8dMwKIrroZOIhupZYZSNFjOawhfRUPwIwcZZxAagl06lzGctHkdTtWLj/fuwbPPP428LcNZh3R+FKEQCAb52NlUCpqNflZFXid3m5NLkim6oEjOXBShFW0IeCtQzMehaxmQuJDPpDD5tGk4f958o0lKNgWbjfIsqQlODt1dXXj1pfWIRjqR01LcBIeEDhJEuPmMJSqTSJzXcfrU09EwfTpGVI7isvVxNc9jTNkb8KoaeiJ2bNlZgJ53IOCzIZHVkW0OwvtqGpOKdsypGscuVY1K9W1FeMxs3Dw188lm0FFZhu1XXoi+igp2rNL41laXYlbjFMQTvdjatA0ffdSEeEpDuKwGpVUjECqtgs3h4G7iPT1d2Lt3F2IDEVTXlBnNZupGYMKYkagIh+HzeJkbuUqp+zoxi3cfwttrH0P04x1QyEmrG+5Hoz8VlfyTIG4krZJySsI8/TOJHbopeGncAKcArQBk9QJSWQ3ZnIa0loO3NIivXLEY5156OcpHjoNWVNHXE0X7oRa0trSwE7OutgZjRo9CKbltnW709/dzMzHOkyS3n2pHWWk5SGClkmgam7KyMp7PVPocKAujuqYGLtUNxV8Cez6F8XXjT2idJGHVEsgMoUrlhlzU5V0rKnC5HOjevQ3bXlkHj6JxFIDX5WZh1a2SP5LEPbZ8s0O1L+fCGx+3oWUgYQjaLHixfHTE+bFrFUVMOn0i/nT5LdwBnrIvXQ4VLoeDM4zNG8wQs9iJznsdHP3A97bpWqXmTixW6Xn07DmIXRs2oanlIFoLGhSbk8dwOK+hoqFqpzJ9895ADlNHVODKcxpRXVaCaCqLfQMxnHnpxVCCPqSSGkcX0P3xyENPoOnDdxH02+Cy2+Fy2OB0hXHj129BWX0NshoJoEXO/XSptMFkOCot56flaLRSYbk0PE+N2szoCZ6D5FCltUrntcJwreosaLKr1aZw/jCLciyaKsj29aPzo7eQz2Twxs4W7OlJsHhNmzwcrVA0NgdYrDWFWWtTbCi7YwmrHFVgMzayuGEh/Tmf53nrD/r5Wjs6Ojgyg+4jY0IYX9b1Umk8cWDnptHvz3TF0uaGITrT3BxUNq2cV6scf/Dvh4/LjaLMsbfEVUtg5UgJm4Kezg7U1ZTi/LlnItobhaq4UFNTifKySlRW1aB+zARQC7RMrsCbKNY8Zie7mf1r5KQaQvdQYdVwoRqxKpY4br2PU7xNB6uVs0vnZji0j5yvFvMVt9LvYnkJASEgBISAEBACQkAICAEhIAS+mAREWD3OuJx10Z+yQNcwfgauvuIKxHq34cGfU/OqDtSOGIE9e/ZxKSeVY/ODJAmpRXI96pyxSg/X9LBPD4cOhbqI098pk09HMpNE45wlGDH5Ujz9cjN0Kncuarhq/iT8zZ9fhEhLHL3RHvzrP67Ey+v+C6HSMuiFNNx2LxLJPowcMwk33/It+PzlfI6qSiKnmV1H/cC5O7xRtk0lzb99/F/wzqZXYbfl2TVLogJ1LGd5yOoAP1h6aQgZqsOOvJZHOpXDpZdfjSuvvh7Rvn44uBO12cTIZNff14f93R1c+kvv5lLbog1jakcg4PdDL1BJvA6P04333nsPm95+FXYly+/O2+zIaAXu0q1QCTU1AFOp9NeDRLrAIrXP5+IO8OQPI+FpIEdCoAPloSJUqNBJsVSLmDx5OqadPgtZ+ndq5FUkwaXIx+7u6MSzv3+G81UV6JxvaAkc5FglMYIccYbIQc2CbLj48sU4Y8o0ZFMaRpevR0PlG9D0DNIasKcZ2N9qg8/ngD+go2uXD/ZX05iZVXB+5Tg4UUSqoEG32eBxkNtQYfdqMZvDvkkjseeSryDuDrBwltdyGDumDjNnTkEq1Yu+3m5EenoR6UuiqHrhDVbC6S1BkWIbsmnEY1F0tR1APNaF0rAX4bIqlJfWYGRtDcpLwvC4vezWI2EmTm5dPQ0VWex6703sev0lFHtaoWeUQeHKRqIGCT8ssoJzVal7N80NElWp7JjiJnIkjGXzSOs60rkC0jkdOXIkO4E5lyzEBV+9HqWjxkNxupGMxdFxqAVtrS2c/ziirg7l5eWc2Ujzk3Ig6f6hjFh229ls8Hrd8HoCnEeZTJG7lWICyji6gqbdmIYGBMtqodpt6O9PQs9kMGva9BNaWf/yL7436Oij+WF8UVOwIop2BwurHdu3YOfrL8JHEQ5uB9wuF5feO6nBk2LEE9AcorxeDUFsbo1iW3sPH5cE/SLVrHNIrZFfa4lptEmy8OpFmDt3Lrt4fR4PN1LjzQly5prNgFjOGmxeZWRl0piQ05x+jjZxMpkUcmlDmM1392LP/gN4d88+dLZFOI5jOC9LwOLzU8CNzZwUYaLkMe+Mibhw2iQ4HR582NwK76hRGH/mNBxqa0UhZ+cNEafXhr5oCm8+tx4d+z6EruVQ9BQx4bQ5uOy6a5ArFuByOcnWjv5EDC4jQeSIGAAW4NgxfDhj1lqbWJTTae0yG6qRU5pEZhJezcZX7BZlE70Z60CbOSQvZvNINW9DsrcHmz5uxbaWHmiwGdmt1OjPbJhE+17s77Y+w3RVWvwsB6UVBUDrxFBhldYQp13lsaPvB4J+JJMJdNHmltnwTeONIWOuD23+R2dKL2rux2uiuRZTTixHMuQLvFlllfZb84iLBoZEKtB7jXnGeyqDsQXGNZiN6mh9KxQR7erCjGnjUVtTgkJeR1l5FUpKyxDyBTCyZgRKyqpQ9PiRVRwcETI0H5Wu0RBM6bhmpvcQEdU4D/P3kBkVYDlRqXLAEluPFlYtUdkSYS3Wt91yy3CmsfyMEBACQkAICAEhIASEgBAQAkLgf4WACKvHwT77kj/jjtYjaibiuquXoJDdj1/94if4aOs2jBs/AZ1dnRgYiJtNPQpwOh3Iajl+0LTbDRckO3PoId7m5Lw/Kuks5tNQHDYEQ+Nw1S2345n1B9Ae83Am4gXnjcRN152FF57aCEVvw3NP/gp6Og2tSI1qdKhwYCAew7VfuxnnX7AI1EuKHrbJ9WS4Vsn1RJ3kDdelURYK/PY3q7DpndfgVI2mIkb+oFnyze6hw81IqAs4J61ymbEDWq6AK666Fl+5aCESaY3L2sn1ZBrpkEqn8OIrL+Oj3haoHhdrc1Ta7cwXsfC8C3DG+MmwUyfoYg7FvIZIVwuCPiDktcOmJRGJ5/Hu1r1oOXgAl188G+GgC8l4DIo7iB17O7Fr18dYcOEcNIyrRS6dQX88gbe27UBrSxeuu/J8zkDN63ZsbzkIRQ0hEKyBnjPKXclyqdPnksgZT+Cp/3wSrS0HoCrUpMtgQYKIkRFoZFuyeJNPwx+owuXXXouyUCk35BlV9gYaKl5C0ZZDJk8Nq4rYsc+OWCKP2ioFPS0eaG+mcUZXAReWjUVAcSCl5FCw2zmDlFyAOXIX2lXsPXca9pwzE6kCCWTgzvATJ4zC6ac3IJuJQdeSXIJL4mE8W0Q670KmoCKbzsBhV+CyF+CwZ+B3Az4P1TX7ULR7EPD6EfIF4XJ7oLqoeVcBmZyOfLofiqKjP9KJD154Gul9W5FLULd5o1s9CS1Uhs6OMdJXCyTUk8vYcN1SpASJQlmtgIxeRIpKwDMatEIRqtOFaTOn4PyFV6KqYTrUYDm3wurtakd3eysGYjGEwmGESkIs7lCWKLmmjQZFNPfAY0DCldfrQS6no6enh0ufKyor2MHXG42isroMlbX1cAdr2dWrZ3KkyuP82Y0ntHDe84O7TQEzz6Iq3wOUF0vCnuqCy6miZeu72PvWqwi6bSy0OlUHHHYb7EVqUmQ0VjIcpBryBT+2RZN4Z38bz7eCTtZAQ0Dkjvd0fDO7tryqAjf82Y2oLqtALpNGgcQ4l8o/X9SLLC4alelG+buhi1luR+OPdC5GlqmRYazZqXlSHiFfCB99uBNrf/dffK8MqfI/gpN1/1qH5rZRJPhRmX5BAXnQR1YGcfl5Z2F8VRjxVB5vbd+N8smT4Sz1cnV6KFgOnzuMdC4Fl9+D/Vu3Y/Orz6FhykzUTZ6I2vqRgMfBGaFOmwKPw4VEOo1YbwR5TeP4BYqDsBpUkXhIryOa45list0U6qwoABJVuYye5i79j+YuRy9YnMjKb4OqOGGPtiJyqBnv7DiADw90IlOkkngqk6dmYLRWGscyHJhmvrApbg4VnS2hb9DpzPPFKN13kDDPgnqBr8fjdSGTTfPvCPq9YK4uvCbTadJ0oPuLhWS2qhoxKyyucxM1G0fL8GeRWGqOnnUOg/m0Q8Rz499MAX9IFMDQgberTr7nezrbMWlcLUbWhREKBhAqKUUgXIZyfwCVwVL4wpVwVtcia3fArhvuYY5iIIevKWhbwion81KTQmpcyO5vEmLNKBEz89YSYHk+myK6JawaQvFh9kMdsPRncaye0BInbxICQkAICAEhIASEgBAQAkLgJBEQYfU4oGddvAIFJBEI1OLKK7+GERV5PPfb/w9PPf00Ro4eA72go7W1hYUnKgqmB2RqrETOPnowJnHV6LdOD7uGu4mzAthEprCoc/a8r2LaOYvx0lt70BHNcsfxaQ2VCHsS2PLSQ9i7dy93huYoAIcdifgAGqbOw8033wqv1288vLLoWuQMTPa7DXZfNtxtJBC98MzjWP/S8xwXYLcbbi3j50h8MJxN9KK/8x+L9ICsIJVKs5h18y23obJ6NDIZHS67grwpwCi6jq6eTjz+0jNoG+kmPykK8TSK6SyUlI6vnbcQ08c2IKfljJLhdAr5XBumT6mF1+GELZfCgY4+PPXih+iLtuF7t14Al6qiL5ZEQbHj1Xc7sHPvAdx63XxMGFmBZDqC6ICGZ1/fju6ubqy46QpUBJzIZPJojcTQE3OhqAZYoKDS6aJNQ44yL0mg0nW89MLzaNr6PlS7WXYLGwvig2Wy7LoCcsk0zjx3NubMu5iFarumIuDfhtNG/Bf8tn6k01QeD8QzdrR1FZDKUBmyDYV2Oyo2Amenw6hxVkArppBQbXDYbHAVCyxQdowbiX3z56K3shqFnG7UeBc1TJ48ASNH1kHXqfNQHgWdOn4n0NWfQn9aQSwDxAcicNkdqAr7URVWUR5yIOh2Iwcn0gWFO807VDe7qB0qOZlVaJR9Szmz2TT6BjpwYNu76N66BXpPF4uT3M2cHIBUYk1ONOpaz1mqNhZms5rO5f6aZgirfTnFuN5cFl63gsqRtZh5+XUYNW4C3IEAgqEw591Ge3rRG+mBXbWx69SYX4XBsmd2GJoRGiQ2kTOZzjceG0AiEWfBrSQcRk+0l4XXsooqhMqrWJjOUWREOsnZsQvmXnhCS+WP/v7vOG7A6VC5IRgJ35Tlq2Zz6It2wwEdbds+RPv2rQj7Xdzp3qWo7JKksXZQd3WyrbKrlNYAO9rjObz+cQeiOXIYKrBR0zLa+LDCP+nOV1VccMH5OHPWNLMDus6ZnHQedM9BpYxS47gkJlK5upEIYMR70IvERJrTlrORyuq5iRi5Z/M6uiJRvPr0Ony0ez+XoQ9KsmapO7kzDWc5lZkbReb0mVx+b3fwtdcFVCyYNQVTRo+C0+HGR/t7cLC7E1POORvhuhr4SkIsEFI0BW2E0PtzOQ0FRUF5XR1yvPZ4kE7EqIMcsyD3ejab4/WA1pl4PMGl/PQySvENh6/laKT5wBsfJF6aWaTGxgeJ2ZZT0uxObzb7YtaDblO6vhyciR4kDu7H1l1tePdAL2LkTOe4WzsyeSMOQNEN8ZMVzyEd73m1HuKitURV62do3ad/J6Gd828tYdXj4UZT/bEBoxHckAZOhqf/yBeLouRw5gMfLuvnU7IaBR7VPIvPzexPRpsZQ3/ueO8j6zdtXsT7ezC5NoyxVUEEfG74gyGU+wIoD3hQUVYB79gp0CvroeUVzsUd6h4eWvZv/b4ZejXG7xPj989QEZZ+vyjmeQ4VVY17yNzaGuJ8tZy5X1+27ITucXmTEBACQkAICAEhIASEgBAQAkLgZBAQYfU4lGct+DqK1IHeUYo5c+bjnLNG44PX12D1P/8SvqAfLrcLbe1thiCjk7tTZVcmCR5GSSMJIuTQMwTVw41EyI1m46Y3Rfgw7ayLMG32BSgobmjZGLpat2P7+2+iu3UXnC47Nz0h8S+dyiJcUoblK/4KNTU1MCL76Fgk3pBziz1BR2TdkXhFgs3HW9/BY4/9G5KZAdDpkFjIGXjUIZvdcWYncrNbM4mvJHikkmlcvPAKzL/kMsDmJvkFBTt9itGExwVgd/PHeOqtl9A9zodiVkORnIQAynIqrp19MUaW10LXsnDYncjEBuBU+nHaxCrYKCMRMSQ1O37z1AZkUr34s6+dh3Q6hWxcR1X9CPxufROa29rx9WsXoMytIqvHoSt+rHl+E9KpJJYtmc/5l1mtiCz8aO3OI5mzcal0kVxWILHEEHzojD/a8gHe2PAyd57n5jlmiSsxoBxXEs3IvVZfPxoLLr0I5RUjoOezUDQVqqsNU+vWoMzdYTBX7IingGgij4EB+owi7CSgtjow6rUQJmUD7O5N2zR4qJmR04NOfwh75s1Az+SJ0KlUnB2hOagOG8ZNGIfKynJoVCqbJ8EzjUwmjXgqi6RmQ1pXkEmnoEJBadCNylIHyoJOLtlOazYkKKu1qEC1u/jcPG43vG4X7E4H1KKCRDKB1s4D6Nq3A+m2Q8h37EW8fwBamvJWSXg2mlPRxgCLrIUitDyQ00lYzXPDs1ROQW9aZ/dqidPOzcYmTJ+CyRdeAbvbi0BJGAF/iBsFJeJJ9EWjcHucCIVCg8KMNd9obnLzHwfNQxtHZ5CQkkzEkUol4fP5uDR/IB7n94dKS1FWVcv3VzKZAjUtshV0XHrhwhNaJ7/xvW+iqroa5eUVUJ0OUA28w+mE3nEQu97bhFwigc6DBxDri6I8EEDA52FB3ipLJxGU3MPsclZoY0VFb9aG13e3oCVG8QZ2zt+kJmMkEFKOMP3s2PHjMO+C8+H1OeH3+zHQ18tl8uSI5W7wlNVJrj8WoknkNjY6KALDcgtmc9QVXmPB0e1xQ3U6YVMVeOwOdqrTv2994228+PJGJDNZIw2W3JnkmGeLK9ApUkQAACAASURBVOm3vA3CqipdC4m0JAw69TxqKkow67TROHPCSAQcKrK5Il7ctgunNzZi7GmTkCOHIW0k5HSkUyl2redzGlxuN3zBEhRo04Q3b+zIJOLIaxkkBvpZwHY6nMjpOQQpU7lQQDwWQyKZNHJSNQ1FbgaomU2MyCnsZC4Ol8sQonXadDBcvNaGkCVcDm2WxA5WkrvzWTjj3ch2tGDngS7s6EohmkjxupjSCxjI0vjZYaO4EnNNtSaUJfAOFSmHiqy8bnKeKG1ikLBpKIQkBgdDIb7nKEfYEiJJwDXWbMt/enjqfpawOvQcDrtoDR2Y/075yEcJsNbRh7pueeMok0Mm2Y+pdaWYWB2C32WHz+dHOOBDRWkZgjUj4R17GnRfGDkW4ym7+0jB2crHPdpdenhMjGxhbuBmvlhctrTjo6IDGCU7Vw+L0NZa8ac33HBC97i8SQgIASEgBISAEBACQkAICAEhcDIIiLB6HMpnLVjGmZ6ptIJxE6bjmisvRLxrO1b9099h796daJg0CdHeXvRG+2F3uvmBn9x5JArQF4mpg5l4phBpiKvcG9t0aCmcD5q3q3D5fFCKGrIDEbidNuTh5DxP1mXp0bbgxLVfuxGzZp/PwhU51KymS1x6OSSbj7MxTUcgueGysQgefmQVdux4Hw6nUQLvcwcGH2S5sQqMsmx60d/TyTQa58zFVVcvgapSVIEDCgk39iLnp+ZzOtyqHe9sew/PfPQmkiODFKDI5dR2txNjbUFc33gxAt4AcgWNs1lj0R6UBrMYNSLAzbrySh6ptA2//Lc1XJL6J1fNRVtHB9J9A5gwpQEP/cfLSBcKuPmqi+ChUnVbHlm48c+/WYsRddX46qXnAnoKRcWB/qQPbT1Unm6UzdqhomAjVx81uykg0tPD59C09UN8+NF70KhZkk2BPxBgjpT3Se6zyqoqfGXefFRVlyKfJTsvCZ2kPuUxrvJVeJQPkdejqKwwWCViHkQjGlrbdOQVBwLloxF/yYGzdicx003ilRt5ex4RtxO7zp+J+PQzuOs8uZAVcoTqGlS3EyNGjoTX74PGCmcW6WQcmVTcyMu1U2MlJ4o28iQCPrcdAS8Q8NjYTRZPFdCfzHJzMYfDxQ7D0pJS7vZNGbvkQu3p68XuvdvR3bofaioBd+9e4zMGksinNOgauVap2zx9kTtV51J/MhRmKV81l0c0XkBayyPgdSLoVOAPejC58UxUTDsPUJ2GSKk6DFciuVajEQT8Pni93kHHHotjZikx3Q8kntL4kBhF8zaVjPNYeH0+PhdyVpaWliIQDKGiugbpdAax/n6OT6Bs2isvv/aE1smVP/0RO2mpcZFNdfD5OWzAwNaNaP3wfThhR0dvHw50dsOtujGirBwuVxEqZ/CS887YlKAXicOUV5wqqth8oAtNbVF2qg4t34ZShN/nx6WXL+LGQqTlBkNBnoduj4tjELweL7tfiT8fl4Rns7SbBH9NN9YWigEIh0sG82pzeR3xVJI3NnK5DLRMCn37D+G9D3agKxJBPJVDhoQrO8UcOFGguAEqMSf+lCShUnl6gbZN0FBVgskNEzC2qhRlHjv8Xj8OtHcjGizBjHPPQUbPsWOYcnkpmoNiP/Rinv9LZfAebwC+cBmcHh/yxQLSJKzmMujuaEN1VRULeCTEUn4uiaskqBN7yoslkZbEVaPsvMCOz3g8zsf2+f1wcPwBNQA0yA4KlgWrkZXxPiPPk+RkwJ7LwNHfgWxXCw50RrG/P4dMtgCny4loIoP2eAaa4uIMaNqdsiIRhk4qSyyk7w0VVo2V2fgeu1VpwwU2FoKpyVpXdxfnA/O5GhL8oAh69KQdrrBqnYP1/qMdq3xOQwTWoZzozzoKLLwX0klMqg1jQrkPJS5y5PtQVRJEWbgW3vGT4R/bgLzNiayheA7yPuLYLLAfvpIj/o1jLGiT0RwLc8zymuFUt5yuHF9j/l4kYdX4/WNEIFjcb7zuuhO6x+VNQkAICAEhIASEgBAQAkJACAiBk0FAhNXjUJ5x0VIoUJHOFOHxVeLqxVdiXJ0P63//MH7z64dRXV3B4k9nVwThsgoE/AG0d7QhkTByDalpEosgZn6k9QTKTlYuvyeHkVEuWbDbuExcyRfhJpFHy7PYauSdkoNHwVfmLcSll1yJPHWXoUw/h9HJngRWq/u39UBqXRKJq93d3XDYKCczgbXP/BYtB5tZAKFmSj6/m7uxG12ZKWPTEHRcngBOmzIdF1wwnxua6Hkbd5m3HLIkrFLJLWUkvrjpNbze0gStyg+tIwrV7ULRrWKKvxpLZl0IKiym87MpOvoinaivc6CmygWbZoNddaGrM46HHv0Nzjt7OmZNHY3Onii7mkorg/jn376AujGjcc3884xO9nYb+hI5/PO//wfOnd2Ir5w1BXk9g6LThWivAz19eWgkLtpIwHCxSEmuPHJbDQzEuPlQIjaArq52dLS3sThEzshgMGQ2rlJRW1sLf1kVUEhDKVAubpbdwHbVi4AtAbfzDWRSryHg1OB1FlDQihgYsKMv7kFWHYW25Dhs29KCMZ0RnKu4EVZV9CpZNNd4MHbRIoQrx2AgFYNKogSVc9MIUyZjIICCYoPDpcJpLyKbSpgl1gW4nA54vB64A37Y4YQx4mn+OUPILCIWTyOdy7JwXxIKY8zocagsq4Lb6UIqk0ZLRxvefPt17P94O9SChkp7DB5FgT4Qgx5LQE9r0LIatHwBORLo9ILxpRWRyRpxAP3JAouIIR8Jq4C3NIyG2efAP3oq3B4fykrLeW6RsEriTX9/DMFAgIWmoXOTxWIWmShf8nBXdRJiyLFKDmN6D90o5AwnJ6TXT0JcCIlYP1KJBOf1ZtMp/Mmyb53QOvnLh/8JA70DUMjd7FLhtisoJpLofv8laF3t7OCN60UcivSivzcBR6GI6lI/i8SUp8lCHDdL4sBTuG12aDYHtnUOYPO+Ni6Jp3lH18qN7Ao6Jk6cgOlnnoEYlYfnsygpKUFNbRV8JKgWCoZbO2s0daPrp88i6c4SomktCYWC/P28riEejyGZSCARiyGd01AkZ7GWgUobCtT8rLMH3b39iKXSSGQ1pLgBGcVYcLAAKKyErrvE60NZMAi3y4HxdSWoKi9HacCDkMeNoqKiP2eDbcw45FU7kmlqOpbBQG8v2lva4PP7UFldCbfTjkwqCafHC39JBcqra5FMpfl70DPobGtFMOiHzxcwnPW8hjmYATl3KfqBULJLd7CUv8hNziindyDSZ25Ykdv2cKQKN/2yStULRjwCu19JKKYSfXJntu2B3teGeCqDA90xOBQVdpcL3YksmntTiOfpjiKxmMbzcJn+UKenJVBa37MqEA4326J1Os9rF60p4yeMx569exGNRjlDlddLMzvXcPwf+RqusPqJWADlsFh79PkO/QTLCZrVshxfQ5tiY8v8GF/uR1AF/F4faipCKKuZgJJJ02GvqIKtaEeeoqqLh0XOoSKz2YFskP/Qz6PsWWveGl3xjBdJp+w6NqMRLK40H7h5nLnxQv+1HKs3LFlyQve4vEkICAEhIASEgBAQAkJACAgBIXAyCIiwehzKZ158E5frUx5hKmvHzGlzMP/8s6D178bqX/0jdn28A1VVFZyZSPmQmVwOkWiUhRFDGDBEU3o5LFGSRQOrG7YhsJLEwaITOdyKJLZx4S5go/xTO4o2O2afcz4uuvAyeLxBzqKjslNyKnFpKeU+0nOr2aGZHu6tJiJUSn7w4AEoSgEVFWUY6O/Fxzt3YN/ej1nAUtQiu978fh+i0V54fW7U1tSgrKwS4ydOhtvlg+rwwOF0maXClBtphuEpNi7H/v2GF/Bh3yHoHhX53n4oTiccAS9mjZ+CC6c0wqHxozRdJVpaDyIcLqK8zIViloRVBa2HIlj/2gacfdYkjAiXIFMA8kU7Mrk4Xn9nF+pHj+KyZFtB4dzGvv4E3nz3A0ydNBGjqio46zZrVxBylyOPADv+nAp1uVdB/YOgUFftItwuDwao9F3LsvutveUQNyoiMYvGh8QqKjum/xapnJ4iD2g8bDolsXIptqOoweNIwqFsgWo7gEI2xu5SXS9BZ98I7G1VsG3fAPpjPVBUHSV6DAF4kVbyKBs3EpdeuhB+XwB6RmPXL7nHyOGbzGYQ6e9HT28vxo4bg5qqUi4xTsXjUJUCPC4FAb8b/lAQNpsTWk7nOAOKbPB4ArDbHEhlUkikkiw+VVRU47SGqSgLl8NucyOZTeFg2wG88eYrONi8GwoxKqZQ6nbBkYojG+lGLhaHlqH8S3KnGuX/3Kwql0cynUWWYh4UB5xOFX4HNR9zwV9Vi3HnfAXOSsrhdCHkDxjNlApFpDMZxOJxBPxB3lywHNQkqAx1pHETJZsNHq+PBRdyrNI9xF3WXS54KBLArrL4RvEU0e4OFHIZ6uzETbC++b0fnNA6+df/52/gsTnh8nmgqQX4HQpSLS2IfPg2VI1Eah25PJDSioglU0gnkvCpdng9bqPDPTsjjY2IotOOgOpEUXFiT18ab+85hDTdx5SRardzEzyvz4NRo0bCF/DC5/NCz6URDodQXV3N9zNtcFC8RTaT4Q0bj8fLTbWIA81JikPwesnFqyHS3cVf1HWeNkQo+7WoOuB1++D2eFAS8GCg+SA6du9AKpOBTlmo+SLSmo50NocMOeoVG/xuF/weF8I+H0oCfo6VcDoLCJE7uLQUbqcDOZsDO1sj2BqJIaPrXLZPm0dxmi+5DJxOF8orwpjcMBYlIS8Lpi5/CGMmTkIuZ0MmGQfyOfRGulhOpWtXnca10YvH2enkdYiiGNily65gsxmfmWGqU7xEIsFuZtp4sgRYarRGbl5d03hzKkfO10yGhf0MrcXJJNzZfgRtCeQzWcTiOmzFHAo2GzrjGvb1ZdCTop0TEmuHtvQ6HDVwtEBpiX58rmaUitGwKc+bJeTGndjQgF27d6F/oH8wC5dFUcPj+ok5e2LC6mAk7GA8yxHCp3lvWSzZCUyiM4n9qhOTR1Zjcl05Ur3dPK/r66tQ1zATZeNOQ97lBM9uym6mqIsh40Lf5moMGiczfsb6DPqdxONqN4RV60Uub45WoENyXI7xu3EwboF3G40qj8H8ZZPt9VdffUL3uLxJCAgBISAEhIAQEAJCQAgIASFwMgiIsHoyKMtnCAEhIASEgBAQAkJACAgBISAEhIAQEAJCQAgIASFwShEQYfWUGk65GCEgBISAEBACQkAICAEhIASEgBAQAkJACAgBISAETgYBEVZPBmX5DCEgBISAEBACQkAICAEhIASEgBAQAkJACAgBISAETikCIqyeUsMpFyMEhIAQEAJCQAgIASEgBISAEBACQkAICAEhIASEwMkgIMLqyaAsnyEEhIAQEAJCQAgIASEgBISAEBACQkAICAEhIASEwClFQITVU2o45WKEgBAQAkJACAgBISAEhIAQEAJCQAgIASEgBISAEDgZBERYPRmU5TOEgBAQAkJACAgBISAEhIAQEAJCQAgIASEgBISAEDilCIiwekoNp1yMEBACQkAICAEhIASEgBAQAkJACAgBISAEhIAQEAIng4AIqyeDsnyGEBACQkAICAEhIASEgBAQAkJACAgBISAEhIAQEAKnFAERVk+p4ZSLEQJCQAgIASEgBISAEBACQkAICAEhIASEgBAQAkLgZBAQYfVkUJbPEAJCQAgIASEgBISAEBACQkAICAEhIASEgBAQAkLglCIgwuopNZxyMUJACAgBISAEhIAQEAJCQAgIASEgBISAEBACQkAInAwCIqyeDMryGUJACAgBISAEhIAQEAJCQAgIASEgBISAEBACQkAInFIERFg9pYZTLkYICAEhIASEgBAQAkJACAgBISAEhIAQEAJCQAgIgZNBQITVk0FZPkMICAEhIASEgBAQAkJACAgBISAEhIAQEAJCQAgIgVOKgAirp9RwysUIASEgBISAEBACQkAICAEhIASEgBAQAkJACAgBIXAyCIiwejIoy2cIASEgBISAEBACQkAICAEhIASEgBAQAkJACAgBIXBKERBh9ZQaTrkYISAEhIAQEAJCQAgIASEgBISAEBACQkAICAEhIAROBgERVk8GZfkMISAEhIAQEAJCQAgIASEgBISAEBACQkAICAEhIAROKQIirJ5SwykXIwSEgBAQAkJACAgBISAEhIAQEAJCQAgIASEgBITAySAgwurJoCyfIQSEgBAQAkJACAgBISAEhIAQEAJCQAgIASEgBITAKUVAhNVTajjlYoSAEBACQkAICAEhIASEgBAQAkJACAgBISAEhIAQOBkERFg9GZTlM4SAEBACQkAICAEhIASEgBAQAkJACAgBISAEhIAQOKUIiLB6Sg2nXMwpS6BvM1b9w4uoufkeLB57yl6lXNgpSSCGzb/6OV6sXIZ7rvoyTt4v+/mfkpNKLkoICAEhIASEgBAQAkJACAgBIfCFICDC6hdiGIZ/Eh3PrsTKZzqOeoMD3uoGzLlmKZZMKx/+weQnP0Fgy69uw6r3PwNM9WKs/NEi1Az+WApNv74XD270YP73voslDcE/PNm9a3Dn32/AuFsfwIpZjj/88eWIQuBECGgRbH5yNdZuakYkC8DhRU3DfFx/8yJMGrwNmrHmzp9iw7jleGBFI758s/fLfv4nMrDyHiEgBISAEBACQkAICAEhIASEgBAYDgERVodD6Qv0M4aw6sG8r1+AcYPnNYB969dhw8EUxl5/P+664HMQ9r5ADD7PU4k1b8au6OFP2PfKamzom4El18xEyPq2px4zptYMCkSRTavwwNNpzP/uHZhX+3menRxbCHyBCBSaseaHP8X6vhrMuWoRJtENkonggxfXYkukHot/cA8Wyf3wBRowORUhIASEgBAQAkJACAgBISAEhIAQ+EMTEGH1D030cz6eIaxWY8VDKzDjiM+KYf19d2JNzxzc8cAyTPqcz+OP5fDsYG072qH6x3L1cp1C4PgEtLcexHceacac2x/AsqlDfq7QhEf/8kFsHL8cv/j2l9GhKqMuBISAEBACQkAICAEhIASEgBAQAkJgeAREWB0epy/MTx1fWAWMf1Ox+Mf3YFFlB9b9cCXW1izBcs9GPPpWB8qvXImVl1EBu4bIpsex6snNaEloXL5bP2spVtzQiPKhdbqxJjz+i9XYeDAFTXGgZvYyLAmvw4PvNw6Wwlvns+TrXmx8ZCM6yiwRMoXmZ1dj9QtNRomwqxxTL1mO5ZeNhdekab136bfL8c5jG9Dcpxk/99Xv4PbzdKxftQprd0SgFRzwjmrE0tuWobFsyFCkmrFu9Wqs458BHGVTsejW5Vg03voEAIUINj+xGk++1YwYXaq/HlMX3oBlFx8+j08b3E8VVqkM+rFVePzdFqTo2LUzsOTW5ZhXPxSihpbXVuORZ5oM1szhJty8cBKCCn2yOU51y3BX3QeDvBzhqVj87RWYbx2rcx1W/nAtqlc8hBWDivpnHZuOP7yxTu1dj0d/sxZb2jVAcaB87BwsvnXpkby/MHeBnMgXgUDkuZ/g7qfTWPTDe7H4KGdq86ur8erA2bj2qqkIDs7xFXjoGzR5rbVpKW6veAePvGrem2VTseQ7t2NOfj1W/XItmqJD1qabGlHO94u5zv2+Gktu9eKdJ8w1zFWDOTd9B8tmDY1CGd7cR6oZ63/9KNZu6TDXkbGY89XlWDp4LOsetc7fOI/Y7nV45JF1xnnSPXPaItx0RATCF2GU5ByEgBAQAkJACAgBISAEhIAQEAJC4PMkIMLq50n3czj2pwmrTY/cgQffasDyX65Ao2KKAZ2Ao3oq5jROwsixZ2PO5CA6nv0JVj7TiZpzl2LZwgZg9zo8+tuN6KDs0O8vQg0JGIVdePTOB7AxS2W+SzCzMoWO99dizaYIMCRjdDDz1VGDqec2YtLosTj73Elo//UdeGCjF403LMfi6Q60rHsEq19tQfVVK3HPQiOddPC9lY1YcuUc1PujaHpuDdbvBoJBDc7TFmPp7HqgbSMe/91mROqX4P7vzwcHHVjn523EslsW43RHC57999XY0FKNxT+8B4uqDVGx6eG/woObzfNoAJpfeQyPHnUenzZMxxVWCx1Yd99KrO2bhPnXL8a86gFsePJRrN9TjaX33YV5YUsEItZRTFqwFIvn1iC39UX8++82I9V4O352y1Q4LJGpGwhOmI+rLp6E0MAurH96PXZhHu76+6Xgdj/HEFaNcfy0YxPjYYx15zr85EdrEZ0wH8uuXYDyxJt49l/XYkuhEbfftxxTXZ/DRJZDfvkJ9G3AT7//OJrLG7H8m8vQWHu89NSjhcnDa1P57CVYPLsewUgTnuM5H0Qw68Skq5ZiTh3QsulxXnPqr70f91xsRJwcXjdmYPGCeRhbfnjdmLHiXqyYYWysDGvu0/33E/M+vnEJFpQn8eazq7F2i47Gb/8My6fRNX1SWE1tWYW7V22BOnk+brhmAcojL2LNY+uxqzADK368AuYpfPnHWK5ACAgBISAEhIAQEAJCQAgIASEgBD6VgAirX7IJckxhtaChY/Oj+MUjm5GasQI/+8aMw4IdFmHlDxcbYim9spvx4PdWo/PCu3DvtUM6dDevwd0/XY/yG+7HHecHEXv1p7jzic6jynxT2PjzO/DowOHSeON8gEU/XDnEtdaEx//6ERy68C9w1wKrxZMZVVBYjHvvWQTylRnvDWHZA3dgjmUyzW7Eg999FE0Ny/DAX8w57G595m6sfLYay/7xdswhoa/pcdz560NY8L27MJ9FVAB96/GTv14DXHUv7llIn9CCNd//CdaPHuo0i2HDgz/Gs7gMd90+j8/j017HE1a1TQ/iOw8fVQZtlkBvOfMOPHDjpOOyjr30E9z5pANL778L84KmaHPUOBll1lEs/tFKQyQ+Wlg9zjgecWzX8MbauJYhn0VAdq7Byke2oOHme7F08pfsJpHTPWkEUnvX4aGH1mJXzHClj50xBwsumY8ZR4isxxFWQ0fe48acb8KkGx/AHXMHfe1Y+4OVWFe5DL+4fQ7nGh9z3aC813t+ivUOc20a5jrH6+F3VyM66OY3Nm3W/Gg1tkxejnuvp1CVo8/fXFdqluGB2w+vUUhtxIN/+Sia596FB24YsraetNGQDxICQkAICAEhIASEgBAQAkJACAiBk01AhNWTTfx/+HmDbq1jHCc4eQm+++35MKrHj12+ii2rcNuqfZh/1/1YcsSzf4chYNQbIiQLijs/mdd6tND4aQ7ao09xeO/dglW3rULnUKFjUEzBYaHxmByPfq/lWFUxdu4CLJ47B+PqvHBYIvMwxuJ4wurx+GxedRtWR0zxeOtq3PZPuz7JWkshlgY8fjqXTxunzuMLq8M59kfDG2sSbcmx2lk5A4suX4DGKfUo9375ercPYzjlRz4PArSxs3sDNr70DjbuNmIxgpOX4i++O8/c0DmOsFp3ZGm9sTYNmfN8rtbGw9GbOZ/Mme7gzZd6I396mOscH58cq501mLFwERbMmor6Su9gYzoD11Hnb25ylN38C9x+7pH3Cd//HZLJ/HlMMzmmEBACQkAICAEhIASEgBAQAkLgi0hAhNUv4qh8yjkZQmYZlt1/M04f8nOqKwjvESXbxxbsjulOPIaA0Xmcpk3DE0cpgHAX1j+xBi82tSBGGavW6xMxAkcLJMMXVmO71+Ox372IppYYZyNar5oj3Gcx7HrlMax5oQktFLJqZsV+5+g82eMwP7awmsKGn9+Bx3cf503WNR5TKDr6PScorA7j2MMda07d7d6MNY+sw+aDHUZebHgqFt1yMxY1GOXX8hICwyJAIuvGVfjZr5uAuaZz+3gZq39oYdVcG5f/4+2YseUYLuxjrHPsp6es5CdXY937LejgzOkgpi5cfowcZFMIPrgGd9+3HvVH5B0bdHi9eH/GMZoLDoue/JAQEAJCQAgIASEgBISAEBACQkAIfMkIiLD6JRuw4TtE/2eO1aaHb8ODW0/QsWrmn26pMzI7x5V5EPQ6DNGh7bOcZ8MUVnc+ijv+YQtGLliGJfPHocwThNdx7PcODrGWQkvTWjzyqw1omTq8juWf6lhtmY877lyAo/r2AIoHQb8DOJ6r9Ig5d4LC6nCOPWzX3pE3gRZtxoYnHsSarV7Mv+deLKn/kt0kcrongUAMTU8/iXdgNaga+pEaNj74HTzabK0fX2TH6lGoshE0v/E4HnyyCd4F9+Dea2jyi2P1JEwo+QghIASEgBAQAkJACAgBISAEhMCXkoAIq1+yYfsfC6vDzB403I6dmH/XvUMiA46XsXqU63Tv47jj/g1oOMLRNcz3YnjCavNjd+CnrzUc6QxLbcQDdzyKAcuxepyS3eM2pDrGXDjezxpZpsCSv7sH881GVfz2WAwxfxBBihs4DuvUGw/gjl/njsxY/Sz33jAzVo849jAzVvkam+fjrr9bYjTKotcxmmV9yW4VOd3PmQA3y9s0Fsv+/vbDGcnGTYD1992JNelFWPnjxaj5XByrR2UzWxmrfrPB3TDXuWNHo3yWECwZq5/z1JLDCwEhIASEgBAQAkJACAgBISAEvjQERFj90gyVcaL/Y2F1sFu21U1+LHBwA9Y+sR67woux8vuLjFxE03W6EZMw/6r5mBRKoeP9tdyhG59Vzm+KGk3ljVhy5ekIYQD7XnkRG5pjn/3eYQqrhvDbBO4qPjUEDOzDqy9sAH3E4SiAGDbcfyceP1iPeTffgPkNDkQ2v4h//91mpOZYZcqfPgGOK8IWOrDuPrOb+PWLMY+P/SqeeHojkrPvwH03TjIb7fwEK58h1uSsrYf20VqsfmwzUo2342e3TD3cZOy/K6weMY7HO7bVGf0zxprdvxuhzliM5Zedh3JtFzY8/TjW76nG0vvuwryhwvGX7H6R0/0cCaS2YNUPVmFLtgZzrlqEmXVBIBHFro1PY/3Ok+pR5QAAEMNJREFUNCbdcB83wvtk3vMwXdrGiod1P1yJtTja6d4BVDZiyQ0LcLY/gheffBTrdwON3/4Zlk8zck87nrXuvaVYPPcz1jllBhbfehnOK9Ow6421ePzFXai+/n7cdcGxzh9IbVmFu1dtgXf2Etx08dnwJd7Bi4+twebUDKz48QrMsHpvfY745dBCQAgIASEgBISAEBACQkAICAEh8L9PQITV//0x+G+dwR9CWAU0RDY9jlVPbkYLZwp6UT9rKVYcnTsaa8Ljv1iNjQdT0Mxs0jnp1VgzpDnL8c6HuoWv/td1aIoamYVjL7gZFyRWY/VbDVj+yxVoVI4nEg/PsQqk0Pzsaqx+oQmRLGWCjsW8Gy5A6uHV2NiwHA+taDS4Un7iY6vw5Ptm1it1Lp+9GMuvb0T5MJpYfaq71Tz24+8aDXsc/npMXXgDll08Fod1FQ0tr63GI880Gaxd5Zh6yU3Hz2+0ZsPRGarHdJB+1rEZwLDGOrZ7HR55bD12d6agwQHvqKlYdN0yzB8vCtF/6wb9Y/vho/NJrblzDW1kWPm8n+UANaH9N5tXLfm6F+88Ya5hrhrMuek7WDarfMgIDG/uUx70ukeewPrdZr7wJ+7jYwvBfM88Yq5xigPlpy3CTTcvwiSJJf5juwvkeoWAEBACQkAICAEhIASEgBD4IyYgwuof8eB/5qVTQ6gjxEezxNexFPffOQ+iH3wmQfkBISAE/sAEhr+59P+3d7+hdZ7nHYB/GJ+FaEUhSAw7wf2grNgt6h8xpph6ZXGJXCKD1VEPFhNLLIJEpTFUK55LbYhCnLJgmAvuqDx2WuwWu1Ab4kE0YpVG/eCRuGyCIRYbWrNFJDbDJlgUQdAwQ7KOHMt26xA/mvLqOh/Fq/t57ut+P/14znPu8cLKESBAgAABAgQIECBAgACBRQKCVa/E7QWujOXlF15NNm5Jz5cezUN5N2/+/Mc58cb0TV+3xUeAAIGlFBCsLqW2tQgQIECAAAECBAgQIEDgdwkIVr0fdxSYOj+aYydHMjF7FUCSWkt7uvv60r3wFV94BAgQWFoBwerSeluNAAECBAgQIECAAAECBO4sIFj1dhAgQIAAAQIECBAgQIAAAQIECBAgQOBDCghWPySYxwkQIECAAAECBAgQIECAAAECBAgQICBY9Q4QIECAAAECBAgQIECAAAECBAgQIEDgQwoIVj8kmMcJECBAgAABAgQIECBAgAABAgQIECAgWPUOLGuB5fNDNRcz8vxQTj08kMPPdCxrM5sjQIAAAQIECBAgQIAAAQIECBAoLyBYLW+88la4NJKh508l24YytHXtR+pfsPqR+PwzAQIECBAgQIAAAQIECBAgQIBAIQHBaiHYFV1WsLqix695AgQIECBAgAABAgQIECBAgMBKEBCsroQpL3WPgtWlFrceAQIECBAgQIAAAQIECBAgQIDAEgsIVpcYfEUsd9fB6nQuvFpP/bWJXH4/yX2taf9Kf/q3tqVpHqpxFcCT32jNm8fGcuG9meS+ten4Wn/6/3xdah8AnTo/kiNHRjJxZSZZVUvrZ7qzs687G5obD41n+NnhXNrcm85Lr+TUW1PpGDicgdkrU6cvZKRez8h/Xs7MtaTW0p7up/vT/ccLO7ntHas3rVlrTtvmvnz9L9rTvOrGxi7/6njqJ89c33utKes+150dT3WlrVF6RbwUmiRAgAABAgQIECBAgAABAgQIVEtAsFqteS6Pbu4yWD33k8EcPNOUzh396fl8LZMjR1J/fTJrvjqUfU9cv5v1erB6MWnekK5tT6S99UomXnslo29Npb3vYHZ98Xo6OT0+nL3D41n96a7s+NqWtF4+nRPHRnPuWkcGXhxIx9xj14PV8STNbR159E8eySOf6krHunM5uvtgzjR1pveve/LZ2mRe/XE9Y5Nr0vP8vnSvmdvJLcFqY82mjduz8/GO/MF/nUr92NlMbxrMwac2zO1r5j/q+dt/OJumjb3p37o++e/RHDsylsk1PRna152PdgPt8hi3XRAgQIAAAQIECBAgQIAAAQIEVqKAYHUlTr10z3cVrE7k+LeP5O0v/032bGnEi1MZ/e7unLjWk5f2dad1IVhdne1/ty9dDzY2Pv/c+z0ZemE2nJzMie/sz+ja3hzctWnhtGumz+TQt47mwpf25OCOtoVg9XxHf14a6Lzx3MTx7P7J29nyzT3pmgtRk7w3mv3fPpF89aXse2JuJ4uC1fk1P7E9B77Tlcah2Kmf78/un9Xy5IE9eaw5mTy5N/tPr8vA4YHMHoyd/Uz98lBe/Jdk6+5deayl9DDUJ0CAAAECBAgQIECAAAECBAgQKCEgWC2hutJr3lWwenuk8X98NsPvNALTxonVNTcFk7P/2bgioP8HA+n8n5EMPX8qLX3fz64vfvBygOTs8LOpX2zUm78KYNtQhrb+vrOii59dFKzO93j/Xx3Ins0Ldw0k757K3hdG0vaNw+n/3I0Tq6vbHsuWbX+WTW3r0nTfSn9B9E+AAAECBAgQIECAAAECBAgQ+PgLCFY//jNcfh3cbbA6dS6jPz2R0xOTmZq9Y7Xxmf2a/NxJ1N8XrCY9Lwyl+/0T2fvd0axr3Jf6gVJzQe2/dcwHs3cOVqfOj+bYydOZmJyau2O18Vm7EMIuClZ/fTyDB8YyfQf9hbtbZ0+oLqpde2hTer/+ZDr/6OYQePkN0o4IECBAgAABAgQIECBAgAABAgTuJCBY9W7ce4G7CVavXb/XdPzhrvT+5ZY80nJ/mptq+X85sfrW0Qx+bzyf3NKb7V2PpOX+5jTV7u7EastTB9L3+VsJV8/VWPz3mUxPTuTUkeGMvdOe/u/tSqfTq/f+/VORAAECBAgQIECAAAECBAgQILAEAoLVJUBecUvcTbA6f+Jz/U2nTKdz5u8Hc/Tq4hOr8ydTG/ef5qPdsXpp0VUAF44N5uVfrr/5uoHpMzk4eDRX73Ri9dpEjn7rUMa/sCsH+9o/MOKZTL03k+YHZ38ta/6Ua2tvvr9rUxZy1vHhPDt86fpp24WeVtxbomECBAgQIECAAAECBAgQIECAwMdaQLD6sR7fMt38fLA68/hg9nzloUWbXJ37P9GU2szZHPpmPROtndm+7bN5IFfzm1+cztiFqeSWqwAuJs0b0rWtKxseuJpzv3glo2/9bzoGXspAx2yAmUyPD2fv8HiaNm7PzscfzR/+9s2cPnYiZ6c7MvDiQK4/dvurAGbeOJTnfjSR1o3b09P+QHL1N3n9tbHMbuWOVwHcZs3WmXMZ++efZfR8a7bv35OulmTq9Zez+6eTWbe5Nzu+vCG1K419bcrggd5sWLVMZ2hbBAgQIECAAAECBAgQIECAAAECv1NAsOoFufcC88HqxdtWXrtwUnP61yOp/3AkE1dmklpz2jb3ZfNv66n/6/rM/SjVqht3rPbu/mT+/Z9GMvHeTHLf2mza+Vx6/7T1phWmzo/kyJH5eqtqaf1Md3b2dWfDwm9L3emO1elceLWe+msTufx+UnuwLY/t2JzpH9VzZn1/Dg903jh9+vBADj/TsbDuLWu2bUrP00+ms6XxyEwuv3E8wyfPZnJqJpnd1y3P3PsRqEi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4P8AUTeUqaZKWwk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grpSp>
        <p:nvGrpSpPr>
          <p:cNvPr id="9" name="8 Grupo"/>
          <p:cNvGrpSpPr/>
          <p:nvPr/>
        </p:nvGrpSpPr>
        <p:grpSpPr>
          <a:xfrm flipH="1">
            <a:off x="4562475" y="1590261"/>
            <a:ext cx="747712" cy="2588166"/>
            <a:chOff x="5729176" y="1775902"/>
            <a:chExt cx="1191284" cy="1140874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10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AutoShape 2" descr="data:image/png;base64,iVBORw0KGgoAAAANSUhEUgAABVYAAAKaCAYAAADVtAJTAAAgAElEQVR4Xuy92871ypIlZHt+/1q7dqslWoIGqdVXwB1IvA73iCu4RbwBN0j9Lq2W+iBuECpaat6ETe3aVRsVqlr/Z6OIcE572nmyneccbha11/o87fTIiMjMkZEjxr/7V//tMuACAkAACAABIAAEgAAQAAJPEBiHYXjPKulfLJfjz5+/dN88um8ZhsHrpu3VxtvpI6erTZT7PzB6Avbut+922r+PMPKf9B++z9RUX0h97/M1GvoQ32dq79P/2M+Ojo30bYijv/kxHs/yuIWfcwGjS99924bph4bGe32THzyXverSx7v60PdD1udYsdw9y/exF2zdF6fPRwaK67627mykMvLRy3WcjzsE6Gsx0zMu+Pbl+3GXf6D5TM2Y5QbjfEcwXwnxTZ7x8s533voNjZn+I6z+FSXh0lpbLgyIt/p/GMa/+V8eW8DNV+NnQAAIAAEgAASAABAAAs0gcGUefuVeD4Aurfd83+1735X13ZVnenw33+L5zNF33ed7H73b697xxEP7ftrnfbsP9eUJjPdpiONlGBgj13V6pmcHuJ7LRuzxLI9b3s/xuncY7P5zeIjnMzWsjNlgfJ/5vs9heL7PI8S9HcPVgfSwl8dNu1uM7TwYme/3nO6j5xja5PnM7MSqs52r3zjv8+maw9d6xTeTWRsa5PvMd3ODfNh5M9AHjuM9U0FtuTL4Wb811DeRn7VErIb4Hu9JgsMafQZml0H7ThpczzH/ffzb//WxBdx/O34JBIAAEAACQAAIAAEgUD8CV8gm7/mtutG+8FmWYZic8+71Wb7vtt53ICsePdP3xwYTef/c/hw/jNZ14WQhY/bN8Gr6MgzLFIBYPbzM693qe47Y6b/vGkbqmb4Ncbj4++WORb7X667Zuv27b+J++lyDL3t9z/owT1vnla0zHsgzl2UZJnfw8IvPDOQFYtUZY9aP8P0e7X0GX/Z85udtjh95PlP6x+Nmj1uEyJqGYQmxeXP4Wq9xxRZj9Js3vra5Wqi/MVut1DOm257hHSBd7hKgLe90/KekqJeRuT5oNYILvq99Ysi2eAZA45eF6COOsAHsN8QzQrXFbgrj8i9ArHp4C24BAkAACAABIAAEgAAQsCFwZY1z5V4f1K88zzdjyLo22f3xyrxf284rjdeA8f654zm+r+H7PLNVvJ45DcNIID29bsovnPrbsmi8ZRteICgmbxhmAxacNuqxIHa+bmeQznvXPrHed/ij7zNP3b1mFh7/+5Xn+dq6bz9SW0Jl4THsnn7jXOcfPsAXI+19lozV5XsYhvmCYwaKMZeIVVfsWO3KFyPr1960de27DUZ4uZ0eMcHZg4GIsktHQ2yNCvFNV5zc1RaXjTkBNmeG+/z0fc9l4zA8PcRznvTRPAzz3/kMLp7ohPgeDvYBsorNTR7/m//xPw9hSZ6g4DYgAASAABAAAkAACAABIOCLQKgJte/7dvcle3WaF3m/xfdGWkH43nsD/vNPQr1M3/BLn3OnKSQ18Mtr+OWf/n5YTORqWkA3iO98T5A+vfuQcA0OxhVdMqC7333ndyasvod/+PWfD/PXP7lIrvq3Qb35b+eJLfvnMg5/903/259+mIdp+PvhRyLP8G+XPwp37wxn49KCkr7tLib4XekILMs8fE2/H17/8f+wI1dLb/Wz9v2jr2n4lfaPh//uv4aXPcMSvwYCQAAIAAEgAASAABAAAkCgGgQyLH/olb9+DT/++T8elu8M76+mbypuaJHdqm/UuHwPv/3+vxyGH/90GAbKXC31KhLUUsFCu4BAZgTm4TX+fvj9f/Y/D8v8/2ZuS5rXk0oG76t9/ff/FaJVGszxFiAABIAAEAACQAAIAAEgAAQ6RID1PH/9Gn79Z//YLAfQIS745EwILD+Hv/+L/2L4/vGfDOMlOYBM7cVrgQAQKB6BZfkefkz/aPj9f/o/dUOsqk4BsVq8eaKBQAAIAAEgAASAABAAAkAACNSMAIjVmnuvwbaDWG2wU/FJQCAvAiBW8+KPtwMBIAAEgAAQAAJAAAgAASAABJpFAMRqs11b54eBWK2z39BqIFAwAiBWC+4cNA0IAAEgAASAABAAAkAACAABIFAzAiBWa+69BtsOYrXBTsUnAYG8CIBYzYs/3g4EgAAQAAJAAAgAASAABIAAEGgWARCrzXZtnR8GYrXOfkOrgUDBCIBYLbhz0DQgAASAABAAAkAACAABIAAEgEDNCIBYrbn3Gmw7iNUGOxWfBATyIgBiNS/+eDsQAAJAAAgAASAABIAAEAACQKBZBECsNtu1dX4YiNU6+w2tBgIFIwBiteDOQdOAABAAAkAACAABIAAEgAAQAAI1IwBitebea7DtIFYb7FR8EhDIiwCI1bz44+1AAAgAASAABIAAEAACQAAIAIFmEQCx2mzX1vlhIFbr7De0GggUjACI1YI7B00DAkAACAABIAAEgAAQAAJAAAjUjACI1Zp7r8G2g1htsFPxSUAgLwIgVvPij7cDASAABIAAEAACQAAIAAEgAASaRQDEarNdW+eHgVits9/QaiBQMAIgVgvuHDQNCAABIAAEgAAQAAJAAAgAASBQMwIgVmvuvQbbDmK1wU7FJwGBvAiAWM2LP94OBIAAEAACQAAIAAEgAASAABBoFgEQq812bZ0fBmK1zn5Dq4FAwQiAWC24c9A0IAAEgAAQAAJAAAgAASAABIBAzQiAWK259xpsO4jVBjsVnwQE8iLQNbH61//3v1zywp/z7fTpP9d/xpwNefzucRiHaZyGur/iMQyGB4zDMr6GYRiHcQyJ0DyMy3esRlf9XA4qC/3/aw4vy7AMr2EYvwLbTdVdy42nxeEwTMM4/ojyMcsyD8O40BuiPL/2h87Dz2qR4aiw/BiWcaq9G6K0f1kIFxqv4lzLMA9Bh8E4zczzVI5r9eHDzR7GYZ5lnoPrjACNJjMbfgx8FhquZL6zLJgvHOCX+UKtVyybqRWPz3aHXVOZManbhtro65BfUXVICAmE5lkLjeXLOND/jX3NyzL8pOVWgnfF/pYYz5/neSCMrvTE2DexSt0wD8PwW9UEEDnEOE4Dlqk6tyJ3eA3LSBjJ4iPYxSMDEavXnC7Y+wt+kEyjZZFR7zUNy/jFzU81eawFK+lWIpzjRB2itNNMK2pB/LOdRI7J2FXXJdHgNcyD+BWuIwLjsCwJyLGxPttJZitMjNWFD8Vjshsh5XEdEeCFKo9VAed/J5hXcpXtB31w6oNq54IgVm3WnHJuDHK1nbhSbTiI3AW8tcukapqxnHxqXuSdkgiFwWvfxZTkMxNAFy4QqwwWkWOUuUqT6fqMijJVkdmlt3oOTuMrGjHGmXXDPExVZ2ZeiBiXb13W7MbLP8z8A8pyjkccZv64x68X8ocyVmPHS8lcHXnQx6UQkLhDw1VlBBBljTGpiv7U8DKSIZ9kQk1bFyCAjBFlmXljR3ys/Lgzz9NKqlbQ2MRwqi063v6OPl7RcDUja9XSx3WRYyBVSyFVt7nPNZIjcbjB6zwQAKlqBolmHkJyphrLJY3leyaClf5XGkLXw0wKuUU4jCvkKohV7jra7v8exuE3zmys6ZpGcgM4wrHP5GQcET8pMqPI8X6iFzSOw1sV1UgCqAkbLcC+eMcwPnFYU7RZE5BpoyLiUeVPRNajuckmGZX1R0WZq5w1xqQqxiudlanNinQWuPCmBS4NAkoSoHBilUmq5TXMvNGFS4cAZaqmyv5R7+c5z7r5hTnEYUSvglURqaN05EZ9vpvLrusi5uvr19gtrsL9Y4Ogm3JwpiqxUWp+nJ6L+u0bGaumrmdJAKKgPabMIFbfKCq91Xo0M2lgQ66q3g0kO4EyVdMs4imDbOLMZ1x60oAo1lqCNklHyEI11+SxVCtaeCc1neYsTaJHylgtFZDM7apHEkBIVZk01hIHEnbuQuRPBnKMZ4keM8WEUJTwKo47HP/LxofiMWWrYrPCNA+kDPk0maoH+lA2lKG3qu2YOsixNGuHEuLd1TbknhfXYT9XUW3/fpCqpnFKZmE0nqfeBNwoMMlcJb1VXGcEKOaof1z4gFj9QIhMm/RWiSAreSlP5q+KVZXcTpf5xfo7HeOWxUaqCYAM9ESuIiqZho46JkOiq5rKbmJ5QOjnqmJVpI+ZarPi8xsUMQ+R9T0uUuSL/kvJcUcmi9BVNXklHePOQKqq5hROHoaOZdeeRxkKyseu/TLq3apYFRHy0FXVk3esq5rRr2iZOlMhNMzRdR2kNi/K3NZRfYa+0/VdCTZdx3oi6ihQ3cNBrJqJ1Zk31/PHG5YE4KOm+dtSkoGreONDroJYPfWcKmZVot6qTEFAqjrcjSbT0QsVGNqwkFZvCeGxpJC0teWtDVlU89TUnvR4v1bbKaqBeRvDsyHJVBW/Sn8hc9WEuSoTJxs7JV4bqYqJ2rl/EhWrshrGmpWJ7jGsela91YLwkWTIzIR8icFmbVOaYlVuAJQkQAlElLu1ee4ojyBLqW+YB/Mnby3JlsuznSfIhv3tTtgs7INvPg2k6hk41UdSrKqQuLMsAykCsCwBqUWBYP3oOCn2ZS/MDWL1YOtCIVDG6j+sfyloNr0W13qxxmFJ7boZaQP/bNNVTVBV2dB22YUnvd4y9+EDQ375cSqzt7yMcJGOUMcwMJjsulbp/mSMO2oCDVkAA/ejdIwLK2ZF/rSwBADGKx2pOnCWQp7Nis/2CLkqBa3QV3tsZEwXSZJSLiJVRQIAfaXzK9FVpSs/PihmZfeassixQsiNUgLNoR2ljQ1l2U6hnVZAs0CqmjuBSNXvZSxo3kULPpIEIAIRxOqx53wkAUCsGu2dJAEo+zD/xGxr4jJM44sOuBcQKstrAuWVjAl1VU0IQG/VZhuiU1LaRfqGZDs4/rCLNu9+UpXK8w/+ogIkmZnYXPqgf/hfRHO1DP8SOkrpqpbm8QW0J5euqvHTUczKbBUkCbD6VUaCVYpVSaYqNiv0vUWCTCIFVcoFSQDrjLCo+WBJdlOK/Uo7SiNVFTolridK6blS1OyLcvFSOmedqX/nlIGyYEF+temtgnM6QkVZq1TQStainxeIVYNhyQKeyNUSjldKeNwkAAqKDIU0RRWrYpwyZtzIkeVxGBbKeuayCbgOCPDydK2YWwQ4rMMGUvXYF0pXlQnnIrLqJKdOpDZEZxrXHgFBR8as3OQq0d9E/uTUOCzZOpQ2Zmk2DHLVaDWcuZpXb5WLW8ylZDmX518yMhCxWpJf8ZEPzt3HpUegDHIM2aom+8y5pvLxmTLsx6el/d0DUtUQ82imzpvrOmquDDuhjFXSXJWrpDE1Pz62zNXxr/7wr5apJJIjP167FtAk+reVBMppVLRQnobXSLmqOdtRVOe8GyMSAKqoThn4yPFBIlZLIObL6zemgLKPuGQ5pKv6A5mqGhPhzYqFCsCVc+QUkgB2X1bEc+4NQSJUiVjFZEzXXyXoqtrsaIYkgAEezlrNJbexjLIQQ7Eqbe+o7TaKOWURq2tzF8qlxWVCQMb2XDl2IFVtlgliFX57B4HsS7w7jU7wG4pydPy/lIQVY0wm8nctZsWRuagNywQd5XgFnU4WvdXPG8c//uFfL8PyE5qQRgAp81AKEuW7IAFgXwYS+UPEahmk6tZWOj5I9pPTdvJZre3NquROTnJVZTmXRByW0FvvrGsqVlXsUnDVg0TmqpYSl9zetJs6aknMRXVG6KrqfZlIVaJXSqdY8mZmlhAHjW3g1SJVe0/Tyq0arSpWlejFaT4vyFuEkitNAuD8aSMfHVxzlFIZUBCE4z8kfdahGrFAqtZMqqq2C4mHtVZ8T/V7A0hVPU48e1B1KypIlGMSeCVXy+NY/Gwx5l1SzGqWQl/ri5hYpT9MXLAJQUnfAUSs5sMHEgDWYZ8X8XSV6PRcuKCIo7kxQ8u9Z8s8SGUp3HvGk1+J3RApj4XqHkdZ4KyaswUP/LRbKEVl0H+ffqC2LYQASnmJN/8opCBTyi/3fBdrY5ZOqq4L1Ixaop5oZrlN5svpJBOgq+ruZtFVLZ0go1g8DtMiOvMYtw6jViYmhrwZMwi9j9Vmo+nJeXds6vWOTO5cPNySrVrOKUAfwKgvv0s4ZOrT2Az3ELFKmb07YvXfrGzq9yAkEMjVD5KBp0KEiSJXU/aa6Ai+WOMQ1xGBz4zDMvGRgZ6m/WkJjjLR0LdqOwKWqtVCHA7Tj1QvrOo9pOM3DF/FL/xEboM2VJRvYXmkDE0ITiGeU43pMnP4WiUAqjL5RI0tVVfV9PmQBNAho+IOb1pQDJrixh3oqtrdU0SXSNKH7ovbF6ECBWWuYj/QNh8MhbTrOTVscrm+Id7fayNWCQmQq/HswffJIFUNsa1CUlV9CR15/+YpD20KIm5uPSwbpawIsBr++Mc/KGKV/us3NCGNkYOWjWmLWbECB3RVzT2yFtUpf/An35LM1Tqm/b7D5/P70koCyNEvzhgbyycOn6N77Qk8KIy0lVOyBMDxmxRxiGJWZ2SEeBZJgPgbplSpfOaYjCh38jwqOlSl5iwkAcwTEM49ibYBpRan5FfQVTX1gpCqRWqqWodfkomSFKDy56/X5hEh7k5DjpWe4RwCyfvPqNku09jPfWxb/iVI1c/e3c+8Z54H1klKsrjYLDIGmONrVlsrsUrpCDtiVY6piCYksutOsPEEiHBJhw/tCqBclWkIosm0ZPLWMQEQchXFrEw7eeqcgdK9ijH1oGeL/iPHOqSMfIAsxOoX5cjHAD/aM2UHdTuGEe1FlT5YClrRuBXvosnizIQ8SNUzyrXoqhrsI1expnjmGuTJkrkqsSfGJVkQilSFX52XMrJIrY9UlS/hE4IgVk+uk4YUA6lqi1ktzI3T2FGMyJ/mmTFWWiBVTetbIiRpHihnyGr1L9ETpSKaaWy0treoYlY7YlV9Ag32IIDMHUoLVMpcjRGW1Fsl1fpV6c5GbGcQCYD6Mg7J6UQWAFHJZCOCUbyLssbGSTR5cX0iwBIATKzWuIjf9ETrbH88a2SfYvInUtyhidZIuqo12k083N+jOetp1bVZcYgMq/3Ex6rGNxBBxrIbgTfqKB7PMzLATTYxD69qSVX5JslaRdQ0kBHqWGXwkQukqivOho5lrvfF+jvI1VjInp8LUtUQxyTSDzPPA+u/WBjzm4o1ITnp2JvCX4z7jNX3MkAyVtfCIPWbQegvUNk/pLka50KxKhuuI2eq1qjxoTJcRBIgEskRxySTPJURiVrMihZiZDtYypw7lHZT69usOBFAoPdOXfteXHDmYfi4M6NYlTk+LrSNVjOpqj5t3fBC6DSsKANrZi7j8D3TQqyNxVjoCQTPoFjnrXaDBLlqs404xBh8yoR5a3PjOPYTOprV/zyQquY+5Fk3zwPpqn28ku+kjNVvTltt43tCeSCfDqSDn5vG6p5YXbNbWHMV1xEBAm+MVsxqHKZxRJ1K48j/GobKi3lJNXP4lqmLVcGvsEGbFmKQANBhLjkzL6pXXHWwl2EeOsZmv5KM+ZCD+kxHldmvcJ0ZbcpSaGkjB8WsjFa+ypGE2LiQE+KvarXYYkeCrVhVI6sTsp11Q7k1YiuULYQjyJCt2gup+mY0wPqFckPb8Bf9HTW+gM/RNUaqSj+QJABlrsq/Ydz6tE4NsbonWGmGBwJI79C0SP2N8RmCVEiT4isoVqVHW3Z7qOhQ/QtVRRySKiEuQ3+z1nOohZMccQ/jp+30mNihkKrkW+0MjpKZCUmAo63KhqkUs3p+QVfVjiFlgIeLYc/7K8wTwhLzYdpUyFM4nj7MXF3WhdjSQpZz+H5hhJvbyEEhK5elhCFW6944dmH09O/tzP/OSISxn6cIl/n7p3mH4K3NnEXNxap8rPXnTAQrrbUQW/d4WYhVug16qzbjYl2t4R987M/jnoVJVfp/uDQDI5PXRP7Uj48a5KflZ3vr7gDGG1YSgEhVyf5peeJ4FfY3qUr+1FRWHSFBZzFosXoVldbvF0CEWH0GjpTt+UJWndZkaLNiarSSu/gWLgMCrLFFGvk3EGJYSQIAuqom9Hgzp4E54Of3rYdEybUexuUbVlfFT8IQY/WvHWJ1Vutz4zD2Ewv9ep8LUtXcd1zkiRNX7kwGKrGJZRl+Ek3IzW34Oy92h4NYXRepy08M+Fpgld4qFbO6a1gqF3NiYhXXGQEpVlWnrqq1P3lUooxwLFR1OAWRBCDZiOYyXMJECS5WNdSuq2pegsOv9NgsRIytBNA9SxI93vYIjntonH7VjK6q2bck85kIREymjyQZH+u+QT7Tz1gCoJEiF4G86f0Y2cxR2qqhn17C85C56uqF+wRZ4wSHCzjH33uI4/dt5yG4jf4cpKq5Y1l0i8fx1udHIoz5/S3SADIdbP2b3Q7tR6xy5iokAQzLVKqRtv5zx6BocSKZqnd+7e7iuu+QJA5FqraIkPgWwpGOUH9azIqkI0gCoEW7ue/XmwQAkaotb+bI0VzxLdiAshg5+qUkAa5v6lAxpnmArqreA4l07iHjUBGr9+NQu7/cNDN9wo6Kx8sMXVUzlT+uGzmtx/GNXOVxC3OXD5O4R461PMd5HkV7srF79vMc4xafAGLVzAi1qatqIZKXZVfMqvUx2u3NHsQqPWQZluWbDuG4n9jlHZRq8Pe3iXqRAIAx6kyHqri3pf+oIRDhW9qooQ4uD7dGcBSr0vrTqqs6EjE2EgnU9uJN5Fqgt6q1Bc6UvyYLAF1V2wSnF1J1R9HfyMzsYorIumN+matSt2jiQme49AjMJK3R9Cbg5lOcW7nQmgsZ4UdruE6MIVPVOmJ1SNxftyFE5bMfAhMTAt8LzQPplG1PnA4Rq5Sl29M3m33Ak1iVByzLb2vVZYC3h1RVox5Yb9VXClpooxdV4+7KAf0CspRZGYdparEAyCcGPIGGJIDRMGQidDGzbvyBYlUaRIWjJr3Z9rPq2G54frPZz4iBf2cVsngfRr8NUyJVKVuV/i+uIwIjk2N9YaOKoYEA0u8MSv161575PPdGyF+LHkKq9kWQsZzEQoXQsNbSbgp6b7b3ZTdXPKtX2wKxarcSF4Ph7XpXjLGReymNQyQA+rro/NKwjMP3sgzzupzoNb5Qz18iVqWYFTQhT7s3b1WJ72FYfnNOpOX3NGkiWrU/J/QJOc3qqmrJLiX9DN/STqL5P7IAnY/prMf/e9C38YPj8y4hx/o6HK+IVWSuHrZ0xKWYeHaRq0QRoViVefdH+dUdn6z5N35ZmTV/4ZO2j0rLWMeP8ZBGC7H2N7nuYriRqrxcufuYKn9HttPXF/t3kx85hrWVCdGeSQ9eTfiuJfxNsps7AZ2+q/vRVTWZuuisErFKWPQsv3aRWF3zCKmaOS4dRbZqrYpmpu3ifVRIABgw7PMY98ITaTm6jOuMgOyKScg2XlysCgvVIz5Kx2/kQl49LjiEPOx5sDc7jehlmslVikikq4rNCj2G01pwqFcaxJ2V2et4JqdRKKP3c0x/66qiWJXRNAQ5la3apwWNnP6DjHD9fMa5wurTaDy+undiFeSqh5HoVudYmhqB++YTS73OATdYZtZbpX/vF4uLxKqAt9CxZRSzskQmkgRQ5OrRuCTR/ovJH1ynCRP7I8kj9IePLLYUuQrb0FKrb1mAs1/RImycfnQd0C2rVCbHpFhVrwPepicKgnVvKUoSQC+5IaQqNiv0voVj3GpWyHrGOLqsW44OnLm6C7t80ptJVRxV1vnVSkd3JwFwxmJmvVWMV/roq888hE9ZKWfE6Dc8yFz1X2ciU9UQg2jVTrqqXSas6DGhzNXvWdI1ehy7bhGrciyXji27jg/6O21bdxIuv60ZQGcSA8WqzL3NwYmJ1f7IHzXIS9YqfEu/4DJJAizDMv7SeJX7+1GSj/8vpK3an199UogoZmXesKBZ0Gfc4aPKpFfcLRlv8TkKRVQEDthsG+6dxxfzxhZlHW6+tcxUrKrnTS4r9TPMVFjx7Vc9j1nLSqzeH/tb/uWZGAOpClL1msWDXPXDC8SqgURkXVXEnc911ioJsBZL9rOwdu66SawSAEKuSoYdrjMChA1JJnzmzhOxAV1Vk70oCYC2K5W7vEUGetFbhW8Z6NX3KC97Ysv4RaXOOqvE6LIk0ZKiiAN5BIWVFGtCESvT7juNW2rMopJ6vUpHuH1roIxDZCnsgILeqplYpb+sGfNcNZhsB6P7ES/Jmafj/z3K1ZhjDopZGcarD7YH5AZIVY9x+3BLGmI1Z6x/cn5fhOnuYyT5ik9aMDzarL1Qm0NrOvZ+4zOmIFW1yAmL8bo1y3mvQG4UG16U7NKNmtfvD3norg+IVUWu/oQmpDGWE7GqyFUKMONA2aoP++z6yFHBL9iRiBzDhHrtLZUV/mhIqqDn7zVRySZIFHqtEgD3ntXyr2Td8aP7TNXPPt70RM3HVOQYS5cXZdZRdc/hB4hDowH0rqtqAkZms/V7z71ZGscT/qmxWhXr8Qqpeu8d1pi03Ef+aWtkDfTsKWsVh/UTnz2rrdgto9GVY5W0vrxvDQ/Re3dd5D6UfXW5ZBHx/nf17ZFbYAAqz1u3xpxnLweZ54cdjJ/3gIBIspBUlBRavM5x5vaDd2C42V2u9gs2Qq7i2hCgM7eTFLHqEJvnxCplrKrKp7CrAwI0uClyVUhV0Kp6I+GjykQ6X4/cDVsd+Za7EFrDABg/jaeNa7bCMoI4NAG1LF/iVz0aifWblZ6xgQAh83oE2n2N6CCELvnGnfavLxeCg7Lqblw8AX9OHN1690dzmVkIcx2x5GPcuI4IqIJDt4xv3HXXbecLRerecR63PZBfxDxS+cTcg3zxnuhyw3G6QzZMHz7kxnvxkzgIPJnPX8mS27/n+LsnbYiDSoanrkEH5GoG7Ct+5bKuxxWxWvGnRGz6MpCmqOil4yIEhFSVNUCPMechsaqM6HuVBbi2oxraBPPuUNLXnFZf6yTxe5hGdWiwfee7OrnnLNUOi1X52HlXHtQAACAASURBVD8f5b5DNsdcvbkazkTefeLB134k6+eoUyc7iLvEBVdr9X9/Mkje6a93K57FB46Bqu9HQscXzXsw1forKsYkEfm+ndb67fZ20x6zysaE7ZixenLOqE3L4Qn18sX6mLiOCMigxMQq/Snn+Fx454Bc3XfQmqmKk1xaq9XNj9+1ChCHzphJet29NUXhceNK826vq668pOJ7Jfn7c3OcMBPfwpxZ17VcrInyGTqPO7QuJ2L1YWZKxd4zDIGIVQrUK6ma0aiyHXvZkSK6JQUx9lyM6FAY5NNy6JchdupzL4bvLKrEFXEdEaBFGGmUENHh168qqLc8cWBKg4jPlYwv7Vt9+0pn7+EHZXUgA96lECBCdWbtUJ49Apg9AiNNDkmvmHCZveNObyDKSA1ydd/vEmnUogt+JdiocVtlca//1XM8782v3jEa+KxQbIR8r7bg+m7JAv+cH5c2J3R9Q4q/i96+hCRE5xSI1/sOPnnyVtUQawGxau9PwocyV3v2LkWqsmxEveb/uOUPidVtNzU8IfD42wp5gGiryiLsXMyqkEbmbwbLSczd7/aoAUx2BV/QnNVY5nbcVC3i/Ujn/EaevgU02E9UrAmZq+vkkKrcoyCTyRJVFq/YCy1Y14I76U236DfKJi6N69gQlLX6NHyTPELGjfUyDYZVxrTj+JMNuDK/NWCr3vqgIZINArYr06OwvvoEXvnONJ2z5+BXbgJIkn1wAQENAnyq4mwdpLrPc0LOzPzcKASOhAAlIoxd663y5voqk9VzfHlMrNIxbgz6prCiSFVFrM7DwuQqLi0CCxGrIMlk851I1fs6ja1aGGv9EOl8wgZ2Y+tzqu/eO7kqhLyqxo3jTJu9KN8h4YhjzKFJtKgl4dIhgKxVWmx9U5V7NhJYyoECsm6OggRyRJUHxbjqjlciyYK1lb4XVUaqCZ8tuw5Hc42rU0mvwwUE3ggwoerYHEXmqt1gZpZM6G8uRISqErzs3aUeEas0qGHgt5Cq667OttQgb/selgEFiYyoUbGmztdmHJwWIlY7B0JjJITNmfxRN2KiaB7QaMpE5Gqfl9BfRKoScdgrCjbroL+ZsKHdDGRm6mlVldvRa+yhnN2X5O2ywBg2LI524hrHQa7ax6Q+8YEEgM9MxeZbigBy+Z/Pe1q8h08zdTZsQSLCEWs5W5XmNJ/6qvtfUeaq1BjEWG/Y9umumJXIqxFv0WKkvP5NN4lVQU+OYWCRqoOddDF1tbglnZ6IVSxUtebKEfu7S1JRCYOPfFQZfnW0D5VxaMcGkd08DFDmYZ/Zh5uuKvxqsw+Vbal2ms2TaSJWZcKNyzSZ7nFWuemqwjI+7eIaMdYneegXS3ouZgVS8OBVazFXH1zgU+4NC0gC+MWgHu6SJEt/snSeRRoAa9WjddBceRzmuYc5Ea0K1PH/Hr7XLxLcJlYhAWAGWChVvZGtynXDMvyDXw91ede8Vs3tq3qlHB/4gq6qxuaFLlWV3G1OAWLVho5oQvZCrioqkHZTVTYmBv9PYpUyFGgy7ZpQU9Yqjr2bfEuN6z2Rq6yrynYDn9Jurl88cQIiyDxy9YPNNUK+t+WBSwJAh4cQQJAEMNnKCEmA3tzoOAWULfOLUj40uya9VZCrR/NR9QmGtZhV2+ZFaysuJo3rjcAtYhUSAHoLInciSpWIVfdFkgDQWzXi1FExK7VoWFZSte96emeLYHxGdYzb7Vk9kRs+aHzeI3Ube9BbFbtRpCqqlZ+nfzJiyT/uiREfElvJVRypO3qVQDh2IpkgUUTpFV+PQj38wierbo9DP+Thvd7vAx8Qqz7WccW3IAlgR7RHSQAfG+vlHtkul/nfNb9ai1mBVDOYSvvFrGbS1vdYO/TiS+o7LxKrMujrKjH2Bpzue2WZqpcA0C5ql5/DMEISwEyu/rwU6Gu1QVkwqGJVboKj1u+8227WbvEkf+QdkrUK8seEOCHafvYhfaFkqkJX9cMS1JjDkyI/UnX7PeUpzLwVf2USftf36/tdD34lWc6S947x6sNGeTPnfu2BPsjD+15NhfTaszkVM8SfEFfP9nEnU1U95Z24IEfCgO8B3paJVawB3LH2qgTAict4F2ti73K/sJs7hC+jpF4uurzKmLTx+UoCAAW2df15kViVQQkDv941KFeVsg19Qos6pCpZqyBX9YhKXkzrF6XRQ1fVbAH3Cw5BFsDkO5K12rZvSUYdSFXNMvVw/N9nxNo/hTJXe5GTuDP6tE2uSrEqkKo6v3pKjIFYtftbm/ioeYqsrdpagN+Jn5+/UX1+d+2p8ETmqrkvWiZXn1tgw0/gYlXPCFHiMvj/Q+bqccuC/11I1S0ruAVr4qSVhWrB4HpMrN4d2HqAnuhUPwmAw6SBw9pv7yy7HrC69I28yzxTEkhzl0wY6cOkWBU2LI4T6mFYHhfyArlqoqxpqKe8s9YuJR0xr37V2veF+J4nhDNFLCJWmVxtMTA/BHjNU3j4lDJ/rqq/4vjXuX9Eou75RKVN8jCcPbdXzOqTWA2HVN1P2vuBGmeejDfwK4c9UEYdpst1O82l1o/DEmC8IqNh4rCLYk2XAH7fTLFnboh4/mZdVWYt7gHS6K+oi6fxx+CZsUrH/iYsoozGcJdWVQ+kKnKUuYpRTQsxL+AbxIaOUAw/UKzK4FdyjNtHr9gWpRu0m4CDUouZq7RzPjMh/9R2AgJdxKNWUf0gWbwoZuXu0rYyV6GraupxdcQ4XLwBCWT3rjYkAUCoWmduu6P7TwhV9Q5IArh8SjIPcRbBPbK3cIeQquGIMXXcPeQzW8B5iz+U5amSqer8Mi5YxqRquLlOnUgYWj1+DdP05Ueskv8RsYpLh4CQqvdD1KoHOXwPA/+DS49AewV3OGtswYaFrr9FVzWUfgvIVXNUIbqkLcmN73em6v2o3GYUpg08tVnxfEItmasYs2x0WytyG0qvWDJVn9tOc/5FElmBPwrkqmXUWkm3wJAnfpwsskOQhokbnuR1e0mEEBjt/QlyC+cufEsukFViypzExnO9RGb9YfWGRWpDfVHo0TAXUmHfW3vmKmXd0to8/GwnLM5ZnsbJp7/woSVLxqrKtphQrMrSSyIA8DyIsE4JyFUL0nzWQOoXhji+kMXz5KU8qSPicPyRsRXlvpp3Ph9LABy/DzNFO7la/8YFT+zGr2FhYhXXGQEpOhSKGFOjHshVva2p/OAWTqKIrio213U9HUoCQPdskKsucnXL+qwv4oNYtdn8fp4fcs4Pn7J7Cq9P1szV+nwKLXYiwLqqzzmL83uExRC9VZWZGeM9zi8s9AbJ9yTJhDj4x/1sTr9ZJpaPwMbLAWsmVbfTxw5ilXZT6QdxO6zep4eiVRUClFFEGUDt6R6G6WMhV2u3R9Em+RFEjy0MrmU8RQ3GyxhCAkA7ZS/jQ4tsBQ2b36yyHnIRk/JTifgRUhUD1ifuISUAdD06izo/LgMCdUsCUJbzNzJVNevIZRinuBm8IIEcQYXllGq81DiLserYe0+LVbmsAZmrbmKV7gC56rKk+v7OhJ7sBEZrvJCH9HiKzNiMPc7FWarsPV+O1w8hO5hPLPHxf/TnHtdllCS5jVSV/rRqrKJYldk0KRWasw6DhSi1w0MR6XtYQK4aF6kjRW3eMqkjKH1+CFV9lUrltRJYIQP2R5DiLqVK7vGCNwru2HpvHsblu1q7/El6xfx58ewnlu3Hfa7oIkXFZT1NEPc76ny6jFR1bpZysSrOUgg306mzF/WtTjGGg1z1I4LqsStkqtr6Sh3Tj+VbR3+CLMCB+tltktZErqIfHRGQM1WF7ox7lFtlZmIubuoRWodKMas6OAxKWqH2xrWbekZw3jZYOahxfHHBqn1faohVJcQv2aq4dAgoWjW8Uwj6lDn2DaEbY1SiRWqFFalX4jCcdmg73ikDPvlTzGPc9Pw6CY4UPS0T0+/qaEklHSHkIa4zAjShToDNMg/YuDijz/Nnln+pL7eO9IprPLYWNwrIGEIT6lQXyFUXuarG9fBz8tB9LCeuym9n6O92PU/Z+DSlWXfCp1w9so5b9Q1bHh/W1y3chQn5nM9CcWn8ua4eFWJ1phyxoo/gEkk+DSQFJSdtce0RoDngOH2Squxqf/zDvzmETTmiAlLVZEBCqsbl7jnxeliGn7BiI7lKmXWVwUOp9KwdiuuIgNAOkskb72KGY/0n3ltqfbIQq5JdVwsJJL1JWc6xbafWXk1EqjI8Sge7VqzitXtTgqxnY+ebJ9NcuTQeMFU+OU/GIYggm7HsC6eUalSfp6zKXlCnxzB2pqrui+BT9n6WehDI8UnvDWHfSLqYcqUby7nmwTotTPnesMjFetp6jon1aGO94/lz37qqyFU9g3nQVd3foJUCgASA2SDl+L8kRMcNURSUiFitZyH23I2vPKG2YlYkASCkKibUn/1Mi3fRVY3rUfu3IrPOvkidWOu57EtIVdJVVbaTzn7KRkZaJ/O1tH5FNC75Fq4zAsxR8iy64Jn02mzyKyJW13OD6M4PBGgDKk8WDogguymWjU8eQr42580xP5aK5vXqy0fv47WgVfT34AXBESBSNf7xf32zmVpl38ozXgYHM/gD52EutJgVk6rEd4kOFC41N17hoOP/cmrpjM+OWF0P41JqKzIUtEbEIrVJmXuVtVr+QiyL1/Ei9We2RY7PN6uCTCNnqmJw0WFGxwzSYyMTaboQ7869IlmrZRNkdJRmgV9pXEqm0aJVHH8L8NQA6K06hoayyVUpY5eWkPcZS7Pfs56Fy0Wqqu8vmzzM3UtqXC9vMUjzDJB3Z/vIkal6bMXn0WXMCXX4jDOI59zR7er7RQIgwxzw0NCZzrznmIteBSz5/XLSgtcyBW3s8Ax1oZOA5Y2jybvo8EIWR5h+MZKq7HKbFIDswoNkMHVbelqVOpAzgIbfcttSue9fSGu1XOKZuTvarEihcVhuLxlbJse4cxHO5dpN/q6U/cpSJQGkdWI7EFTfW4uyaZXJm96SRFKUJtLwLx366yGw9B3j8ca3XzGJmCsuezQ0yy1lZByCWLV3fun4YI312X8gVrMEs0svfevfYki/hFvum0UCID85xuWsOE8jf1ty98kh+vG/KnK1jLZJsduaimslxW3VVbWtOz+kAFKJhicFIdDLpowL+IWP5UJv1czOlVfMapvcv5hYjV2HMZCZJ32MHONWWXVJX717GWaKZuTLI1fZr/hokyLky5g45rLe83tlOy61BMC+HTJ1FkmAknbhS+kjiTglFrOSo198/AuXFoFSSLHSycPc5rPJkZSwkM8nHZG7H668vwTfgl85egySAFdMOuu9aoZRhF/R6TfOyiwhHmftFsPLl2Fm1YT8+EACQN9FvLIap2Eaf3EmHYx//MO/5lpf0FU1Oxsx00Ss5r1+DkKw4tIisJRVzEoIBbIZkgDIHyxLs5o0xap8vxr6WrWQq5+6qrljsq99pbhvy1QlWY1V5CLFiy3vQDEreweUJQlAhKpsdmG8+ui3teZQCQvUfbtAAtm8S2k95xoj9hu24k+l2U/mweG96VYSLpAEcIxYiljNfGwZG7aOfiokU3Vr5SpPxeThOqDmDkAFvl/I1VwNW89SQQJA3wFcx1VJANj7iIlVSADYSFU6apo733DNcVl+Q3lGY1fJPksplwTHr6L1X/NhpTIOS1nAZxvJ8nXBpTeXk7lKxI9o8iJTVdeFKgOcNgPLsGqQqw76p4ieEr8qhZC/FJwS3FyGBIDW3/OtwhLg/uwVeYlntWmyjVMlEYjPkA3z6xIkAI5fsidW0V/nfoYkQBjbj/2UUiQAdP61EaulrP9i94b/86WIXr65uxQsRb/oemyczMWqjvePf/3//NsFA4hmAFmX7q+CtDEXJg5JEqCMJbN/uEh0J4u4kOZqvsCwTea/RP9xhALksffzFKty2SB8yoZQ7mJWIgFAxI/4Fa7TlHXFhUjn0i6Qq6YeUWXGco7pG6mab9wszWL37ck5n3Dhkpc8dLUu/98Zn1U+JldrSrafHJgci4aWiI8QHCjWZBy31sxVjBg5PMj+zqVgbXQ6Tk2XxGVlPbAi1aPbxk5qclV0Vb8XSSTEtSFAZko1cqbph/fp4/FPf/XvwCgYrEgEAEozs+9VEgDdpu223MWsaLxg4oe0VUGqnkjVZVr1SUrzKx7uMZ5YEMhJrkr+jyJVS7SdXKajFDsp5uTWK7bQh1K5ANcBge1QXD58aKOLytRBsmbfOeVmqR6dCOSqg2jg2JNnzCiRNMwdhEvMVIVP3bAK2utGxvwN4OL9hGV8MiYW+X2Z0KvblDBPbPZra+q7FPE8suZqmovr3DOpyuaDjNVP2InHGX+9lLAHYtVCqhItVp7LkxOQ1ir0VvVdl1cSYKHgNLwuOWGa4Jn3LVvRoR88qJbnVwqfZKNZ3g659fZ8kgAzZasulI2JbNXPrlM5j0oe4VbHJvgRslbdIKcnV6VYlSJVy43KbuxC31EPsUpfDnLV1v+UfRjaPuzvE0IV/mRDqWTSee9PyFw19yITq0l9K6Uf1/Uu4cPqiTuSFa7aXBfWKVpL2KQiV795bYXx6ry2mgaRALiWtAJi9eAh63SaEn9T+M7Nd4BctQOnFvHpjvLI0QZKxvz1Zp+2/TOy2GXwT6XPi4YcA+Mhv/jd37RIUbXlaRQqJsXFk6/xxdmqGPh1iJNf1YKNxGUsVM/9yMeNeKGRTspGSNVrE8YUPl/CO2SNmirKhflikKtmHAWbFFu6dRHyYSzP4ykU2w7zqRrmVpAEcPStKmblYQK4JSYC4yC6qnVdotSimPn62h8PbYmX86yUbOJhIyeWkKl67stxJVWvy6uBWD2hSVmqJAFQ7iVhiFyBslbTZ7mUi8yuZRysaZGaprUs40UER8H6NmmQ0L+F9Fvon3q2t6GxZepJEbtIE3d413YkQr7kiJzPs1SxqmpI5wUnLUz0OHN5/Mf4KUCce75MQ8l6bPm8ai1WmmjuEOo7QaxaiFV2q/h+pVpQA2kYyu58nqPbqK4BI/iUvXd5k5RJGR8rwD2xECi1WJXP9yJzVT8jlCFrHGZKW41EZPDmOp+yrWYF4WNSYe6ZXsPEa8/rE0EQq4cuIFK1TAmAs61skgAY1fSeRNs9QgDFnsQxwbFAAuDYD+qoxzJSVl1tF/zK1GMjbeokyK6bSVeVJhXr4F+bBcVrL8U1tVkR7y3hn7wWk0lAHoZve/wnSr5b7E0L8l4qBFfPscH4yH++IfZ8Idb3gAhyE0FxsCeflWKluDRrlV0hqBoxUpmrKdYSNdnPPt4QuQrrT997ND9WJ23Tv/35G/k0I095YD06NMnH5gi6p3TuUHgL4P7GnZaabInTWqzqXkIPiNWdJZdZrMoWuCgkqcxVkECa6dxKrMaTBJBMVRJ9hkaJdlBgmuCr0iETkgDm6BNfb5WOqMgx9xRHOJ9PEFM/QTLAK50UIXPVYS7xyFUUq9KPVEKa3JtIp/Z966wwYWZmSd/t2xaS2wgfNyEBYCIFFBlZI6Gqvmmr1r2ts2r+Hl9f8b5PSWdhGeoNWZAbmVStdA64A2DLWgXBquMxKGmVsldDXbJ6o811SACcMOViVaSrel0CQD0LxOqOqi5dAuBoADKGkYt8rwWtQrldS88RXb9YiQQyn/hqYkEWvtdV8KYs8FovzBTNPce1JKN0rIgNoFiVCVwhVeudhNJyQAgOXDoEaMtU8lDCXtBVNXsUCwDEmiiE7Ubr05C16gY7FkYt2I8bPf87lJ527bgci1nxyNtArPDvSfedkAVwYxTsDhEsXpMN611d7fGAJIBtbrLqrQaa83PSSkCiNphdZ38Q6aoSn/PshG3XxOqWB1Vfruqn/dEy7Cf0VvUrVBEAWjOkQk+GuFL5+KqYOIwTyYQSoIzD+jOAUmgexumFFE8VqibkJbupqiBTG5PGYPiMREjWTzgLsZq2WFOwPkjwIJmbqII7IV5IcwTaBnk2YQzRkjKfQVGHTp6U2bo7rYpFHt5pS3m/2U6jPOt0SADY+rYVYvVMAMU7BVeer1xr0ZiqlPm1ZrV1dyOZqh9+xZIANOdpYc0Y3txEEoCe+2ySIpmqJAEQvo21PlE4ZorpX7d1Vfff3jWxKkCIoir9v+cmm9Os5pVchbdoe4FTS78D7zITwXE/XTyntcR+NwXuLasu9ttiPx8+ZUOYaNBQupBCqq7EIYVk7KoeoF91kR5OrmJ7jOv5amooWavwLzNeYTYtlF+1cGzQZVt3/h56w/VOG0L/BsSqHVHB57nMTIu2E9oWW8JI6a229E0h+5vwmTCkh4T09Kw2i07S5i8dMH1GHEYFPuvDBZ/5AT5MqqJexdmfOAH8NUwTJR48J/a7J1Zrz1X9tBCSBKDMVVx6BESuOcRFwUk0ODAIHPGUQ6ytYRPGbkLYXonPIDmSp74ly1xVkAl+tfWzsr32/EplroJctXn188zVeXnx9kc0TZwSg5JXm9rWxgS56kOuehmK9iaQa3rsWsxUVV96lAWADXzagJIEoPQ6YHM/tph+ycVcG153boXinhNc4dHP/8R7xazkxNLMpCrWVqdeHKdhnH7IqaUAV9fE6kRVPJsyMjre9D0MYxzdwwD2lv8RLAlwb8DfJlTkfCQBsGU65/+wUloguqohdn1K+aIzwVVey/K3SFRR7xJkXBmUs5whAXDuS6WmrbDJ39uhWiBTPJEEUIvxUM9u4TlbPt39zFWRAMDJCgMF1Lw+OshVSyRgOZJ14+JS4bK2Cfm7sVPZmiLUWibWkLnq3rRA5updTzL8bpSCQy1fnJe5iKaoyBiDCNz3t9KivXL6iDNdmVQNQxy2Yn/Kl6bpl0fFqo54dEmsrlOilVZty2klWfy32wRHKw5j/I4HkgAyaaQCF2HSxVvDmuBZOIu31eDd+pTmiUUKNnfIVVnWUu4i/MrcA5TJ29ZYJVNmiakLkfKoZn7qfhnPaQPvXtYqJADsMa1l4ue4GHsS3Vv+7RNJgF7sx7f/eyNWfXHp8T7eKF1Ai4Xs+zYlAD4RUsSqWm/Dgo4WREkIo/zjaVx0YokznX1/4Pnc2m8jOCbKVA18+rhLYnWvq9reUlUWYCIJAC/SO/49SQAJ9FQxDun0OlzlGHerpKr6YkVwtBc5wgySord6BR0lHSG2c+WXYVpc7lPe+6nrZoX/RKrcb7K1DOSqvd+ukatCqlKGS9tHB+/Zel8Zh8hadVgJZa56GVJfduMFye6mliUAjljApxyj1bpRiqzVq16kv791CQCdf4FcNdsOuZe7ThylLLygq2qCkXVVfwRfd3ZIrJKKQvtHuCUD6OfAW4a4TgiItt/sJTm37cKL/mNb8hFhjEOotNZ0VU3YwKdsVnNFb1Wooq+VkAep+omryubsxa/IGPjQUpig1NhTxBr8sBG/Il3V1je67nWynDDsL96ADLItVP02TZGlesawp0xVEKwXYy5prV78CW4/zAQb11XV9beKKdtBJljRcX2wkatHbGSNSrVgvpuTvHweHZaRYhLVySEJgPBz5O6I1baKVVkmifwn0hMVTVFcGgSYWHVjIwGenJAIINCqp4llk8WqXB7jthvXE9r9u+TKufIrWStopM2K9rRDQ/XtlsXby6SS9ESuZWaGwrr056xTZadf0Xeo6q+S5YLriECv5BiIVRuxyktRq7OQ3UAL+gwRiFXEWBMCkAR4ahujHOPu7PosEqc+vj8cXCzPPI/DTLIbBxuhkex7oVowlF8H3PY4ErE6jb8G1VXdP78zYnUcXp1lcCyst+qX5dJZ3JbPXYtZ0f80LrY4VQj6jydCdd1KXMbwqfR12CLIVdugT5mrRJKZ/ErpqrYvH3HNmtXCnTIO+5RGIHIVY5ZxoboqEpv/TkrHtK0BCQAdRr2SqgoLkKuWeMySAJIb/nlBAsA2ivUkAWAjEEG6233LI4/l2mSp+bvljErPY5ZortIJU8xn9Oa+sCSALMfVuLVIwVIuWIXrPfdZ4ZmGH8M4EacT5+qIWO0lV/U4HSRvI71VLFS1LrQePbVuCPKuD/QftcQqZxz2XHEa5Kp5aDLrrW6kKiZLZ/xoKtlyETifyQzIVTtK+qzeT13V/UTbB/P27+l5gbrvXZCrZls/F7PaiFbYjz1G9IwPfMoxYqGY1eUBdstU7Tvj8FMWoG8stOsFJla3M4J0Ymle2pe8vOxQvNx8DdP4y3o6JY4tdUOsTp3qTMjuuyJXQQKdHJEhIdKZMusOpDSRriNpqsbb2bgcGAr6AWUa9k2qUmfApyxL1DVv7nNTh9xKJAB6zch0OTFNkLCRQ7kaWKzavEu2J/YXFSoQves4E0aX5Zb8955JH+2maMmdlbltprgDGzrPkfeY9IzP59Flics942GKOZS1itHJHeAkAREZhwoplg57T3dgQYdIzNgQmSqb67S+WiABcHSzcRymiUjVuH7VCbFKtCoF836dkRLDobdqG8yo2JcQQGoyRDtAIx9zx7VHQA1uIgGASxAAwaq3hE1vVeX9yKAPUvWMlyAEbHbIsFQLLh0Ccux0izucpfCeMPY71zH5FUiOw1JsW6XCwTQIHHVDAdLZfpRPwbc2bIQAwnzQ5C+87Qd4rOGETr1LPQ+M4zvPYvLw88h7mqhcQnyjYtuuixIyfi5bzYrn0ryySf/sOQ9JTFVz4bErkD46teVhe1ydQIj96a/+XdMhblyo6JAg0XOQksxVRa56WEZ3t6iITQWtJJgsHKCw66xd1HMl98eRriErazqMPuwnspRvthYa+Od3Bjjs57BURSGvg6URzTzP38j80RE/Kw1PXiWiGyrLGX51hKuEhdHDIBr85yB/XJBKhhRsx44T8DFtWGxx+ElEVkULXdYa6++P182no4BrSy9lH9LN86p+/ATN6yjthEBucwjXagdR3KHTOog9x94SkyFO56oN6HSzfWxh/d3V1/k8+uI9rvFaqtzTuhxrcxO0WrnCAgAAIABJREFU5FM/E+RqNE6s0pAg2aq9X9vgDL1Vsy3sdP1YAqBn7VAzSrKABzanQX9RpHzv0UZPxRP1I6Rq6ogcivS+M7vyn9DJRgX86mw9awbQFfhVl1NF1AfuyI+hVdGThzx4//unvGuvbwSRz7RtYdrour4ICdHgkM/w96GQb+3hWfXbRuxeCjF2yJbi/evJb++/9fOXZ3mRfWYm7GhDa1/ACrh8WhFjs45jSOq1rEQBjgGccSDdWfjVAR4m4b+kyv1CaSyp11ihxpn4z5nnYfh2J/8+akjDxKpKoydqFdeGAO2EfQ/DGNmySoH80lbhOoHl9ev+qHLqVXUpE2lO193NGOV/ooq73rg3TaRQ9kJEf2ZH4k8Jp/d5V/9RlqZFgHGxQ/xJoRGTaSO2UsThhl/d+Mm5EUEectFujhPns+3vuOPsnvHs4+L/2pXtEb8FZb6BFqhYpGrIH9JiW72KKy5n87B97Mk5/uli4F7zsEz7TtkqnXQEfOtAOL/HcLGnc6G4lD1W9ruwcXHoH5oDQnPWsPiUbNW3jCGdYGLuo4C5a4Fu9v1NerT+a7OrnzD+6a/+N8toLcfo7wzn7+MDd3680jf33qwgENBgWodJ43vv3O1wwqnlRvC2AV31hff9Qhzul623H/Xgh7nfb2k6a72k75cHYCb5KWfy7gd+RerfEpQKtKDibDuuFnUdg1vtNr1mGpZxWvWRntjOje+4/uVZfjFSxnOWN5f9Ui7RBALo1Envhfx6QPKJV5VtAc9bB2L1jCH0MQ1r1EVmgNMajMmvhFzFdUZgPQsHcJgkPBKpIFY3i9myVT/ntkRwPJYbaNQ1Fbnasx3JphZtANL6CjPks6lPXGCbfWgHjxSyQlqhKTSQJECsXJbxb//4vzc6JNJuquj6wRVlUvju6JX8AS5Hl9tX4/5ArNFh+8FnoajMB3g0gBFxiEuHAEWaF5NjdIHkMFnJMkyxRvpKDZNtBn6l7b3TQp6KplTaz6majdizIT1NGK+Odkf2IeczNpIMxKrbO0EAybwGGeAa6n2d05jOjsJ27P6FMWtlcXgu6I5F3dwhRyTXTFX9WD4vdO4CoOlsgvyKMldj4NMwsUoreMqsQxYQkxnrrg8Wqeawu+Yp7G7oRC7hzkjEkyXgI9CNw0zaNrg0CFC24bkSIyaL2qFeJkrIXBUCnnfg13/gWwYE9seZcDTXZSaIO+uIhQzwk6mojLppPC+1uBr1rnyOy876+ztij+rznrMLTQSG6+wok6s84oME0m329BdPZAbITCoyVfXdv9dVNRrIOHxDEsCIjuithpcEaJpYFbhmXqj2fsnmBvJ3zXZAOzu6XR/YjgkzWYj0jg8Rhy9kihlpn5c24xAEh21EmocJqYfDrE5W4PjXh7FIZpRs6Hxewv7AdOyzvd5jDyQATIPVMkxEOBs8aMtcDb8Qq399IsSqTme0/m9zxxNkqlowWjPrbChy4g8GLiNEfWb1kkFMw4CTFVq74OP/PEe2b0bwKn3B6RSTc1EhKyJYQ15NE6sCFA34M2ev0qSpt2tVQFrJjf6+36+/9xIAx19AEsA6IeLsuj5nRJJRh6MW5tmgaM4qCYCTZ+HYu5GOpkJWPUdrznLucLz2G69kXuOcUMO/rAtVf6zbuRME0LkvFRlImqocdy1xR8hVya3DpcOSiuNS6O4HH0gA6D1h0wD3J3VmYjj4xHc/9uMTR3raDFSCRiwdgRNLJ/OQhKbXR7Eqlw0tC6VA+fuh63kt/Z0lAeYxqN5qB8SqIle/uzQroQVR+dUUCGSC7Nr1AblqxI+DfJ/4QFfVNrzuNWfNk+SeJoxXJyNCrva3aYFiVS5LUTZh8qt1O7U/03EB9/H33mIPMlXNBJDMAu2kKq8kVp/6vmRpPd1MxGqfpFhPZLKPRUt8JYrU3x7kN+5NQ5/3t3RPT2OVkoRQNSvgVwdLXiiJ98fKW/hZOXsV9FYtG+0iCSDju3+8Mj2wE2J1I1d7OwwvdoKdCp0DyByZtDF9HClwrrhfPKzjrg71VplU5R3VOrooXSsVIFuxKte7e5o0urD4/DsVs5Kxq5dLkao8bHWU9eTTv6diVeZp4ntxiqRVM7I9xR1kqlo8bFmG18VxnGTZZhBARlA587DxGI5MVceodZOk6Cku+4z7+3v6kASglHeSELsYlK+CWdn928mKH8N4o6YHyFV7h/OYTofbAyy3OiJWCVTaTaXM1fYd9m0b0FW1LD/PRXUcrldZKE7Y3K7IVSnIhOOAGvuibJX38X//OIvJtNlX+8lcJb9CsarjQkr9uxDNvtk8233wLZCrIFb1NiCJFtdH8q2YVcI5VlWvWoZ5dmcAV/VJu8buN7mwAfjZi3cyVY92sBWzYnq+VjOJ0m5Frra3cSGsBemGqmzVKADW+lDWWPkapvHr9hdw4gJnruLSISDFrJ5j0xmxSmw0Eavtm5XUWJyQ9WPwESlUdTWTt88j795hhovEte5bKFZltwc/CQDdM0AAmZClzNXW/WqQyTSyFD6MYCsGs//PFxaarAeJy4ZA63EHEgD63qd+p7oLd9YDQqxNw88O4vK96NGuJMDx5ACI1TjEqv8m4j0LrfFXyvZaHbNYtnCahpFqmV2Y5tTYl9fbPA3TSBIAzy4Us7LjF6KYVXfEqpTNJQKIiu6067n0hVIxDtcRgWsSALpfY6lqtKrGydVl8D/i3pXnsUuspOpNcqzVyWIIO2g9axWkqpn82dzp/nwFvmX2wpaxoTngzXAcImwV/QxVIPAJPlz4ouF1xNMObPHoMiQAPKwiACsmR5dpva4yGe+Pfx4tru6W1sYtPmODzXWDHRJbRRIAYXwAxaxs80Glt3of6w6JVQKUgnXb0yGk0lscx1tX1fQMZK5aZyFNkqtyYBC6qqaeV9g8U7FubbIYcrbeKrnKB3EhAaA1FVnEqz/dn+jRnAfJdX2Rq8hUNfe3Ov7/xKPU02k2+I29dgPYEnf89aFDjphxnxWK5IjbysRPp74OlLL0dileT9AVwlsT4xH5dW3Ml9ciZ0peDd18sBoiVV+3dFVt5jcv65otso3W+Hgasyhz9e6cuVNilbhVlbVaY7eb24xMVXt/3pMAOD4TxKoLZfGvdi4hVUlQvZ1vCvslSgLgOUBtTBbDovum1ohoa+xw98xZdc/tJg7ieZ4anoiQxQt8y9yfrWEDYvXc1+xXdLaC9nICurYUs8KlQZwTWVTiYa1xfpNk2aym1m+JZaUsARnUq6Slgr2vtnisryv3ubVnhZNYEQmyqBO2AZKdy+2syy0bh2GZhmm6r6tqeiV51LzQqeaQI+HlDyz2B0/I1X6JVQ7YJAewVq8stnuvNEx0VXH2S4+ZTKlfVwC13Aty1Q6kktwIBHfmx8wqyxljkKYnSB4hrOxIayRHOPNdBnWENdwzczxJFkpEqtKFRepnH2yZqmEDDvzKMWrdTVHI4UKWd6JYlRkcip9ErIa8yK9oNYHEVcPcm7SeKz7Svd/owli19fG7T9/kTFjH2rJW67afkLHm+KzaiVXe8B1HzAHPHctZqiMXqwrrV+pVIFftnjnP4/BNFa0u4t83sbrqrd6pChozUN57NhFZ07CEnjHea0yBv1Jp7yEDFMhVa0fzRLr+PI63rio2zTXdLcW8rg48rgABAsiEkCw1WihmRWS8WjhhsWoiVpl2drmL/99RzMoxZNVPjYFUtZGqvIyPknsgi9T2y3f6B5v9ne1IkWCsMhGrAcepg5Ep8pBVg0KOh/eMuahf1T1XFhko0VeNZz9FdZhvY5ZxmCYqVhUXF9JbpZLucd/i+9Hl3KeW+9/fNK5fW/x3TaxKF0pmXc17ze+DEoGzxsox8ectCSMBoGsHyFVb70hWeL2LVSF/wmZjPrfmUp7Ahyp5tznG4F/3hDFuH43sVzVflK2KLIVjD8bP6pJY3EhiZhQHEGzqHLNw/F9vErEkAE7+y+QqnRyjq+4IHda5ZJ5Mi/j4MS5cyyEBYMdS/CrO/O/sW6qQFfxK1yszZ9ZVRlCiWJXBweLoqpq8GXqr5jgnkgAydvleIFbf5Op3lVOh9/Q/Ernha0jl3qfykWOSY/VnZcbrPzUZqm+hSoRq6CPu8XDO8OTxxepIMReQIFdN/VqrJIAoag1TKEmWDHYf8ZXhtVXNRFPEz6j+0TWSq8hUPZvdnhijLVL/pdE9E2b6cJUFuPeEln+1FbKqjgCqjbCKbEafEgCxvWr7GJo9LJQWjv449XB9c2UULTW56Th8BS9W5QoJpLdK6RrpvNnVonL+TvPBn1yh0g8dEKtr37FCUmVZQGvuCWeNRTnbVI5d327JWqrA2yFuv6iBI+/3v93+S9nVrot8lhJB8Ctzz4YrVuWyu/omjK4vCvF3yQCa3tl1fgN+iDc/e8YyzKwbVUt7n33t9V+rExAxNwKpVe0czb2Osd8vaos7IFb1xCrhItIpJAEQP+5woaYmRJD8/OTaXaKVyYWOEvTFtbaZ766praG+2faclJmqx3aI/czvYkcpvreWd1QzZpHv44StwaxewxRBXs1pwywJEDdRxtmGgm/4nodhTQp3thLE6h4iJlYpczX+5MvZMx43rFPFqiYoHp8V8JYYuqqm5kESwNpxCxGrtWStit3IEXdcZwT2mbzxMapmspjBVGgzkAmD4scs2e3lDQtIAJwsJf3x2LU/oAlgH7YqwQcSAPpuJL+iLYrUpQdEbxWSAMbZcuHFrNTJARCqZr9KJQGga8HMa/X4c88MU7rHryx5viznlVZSFeurc18v01qwKvbGusmvKQUqz7sfG36CB4jeqvtFIFY/MFKVzOsI2pyNieBksPKUpKpqAsjVFshVJlU5W9UdQPu7g/zqtcMmDUglTxbz2gBJAghlWfqlxisUKtD1lOq/NP60bXJtmoel20+u9pUee/bkD4igvZVs55VS246aCars1dTvr+F9JVczB7HqYUEXNAc9nnbpli0m+x/PvfSCim8uebxS2tMja6tWDHKUphPlTBIAeYlNroqy5G1DFHgDPJTsl8hV8TGzAYNYPYFNxwyoRlq5F+vM0L4PdFWNnRSvWJXLLkCu2slV0TIu9RIJgD1xWGpLc7QrbrEq1xeVPGF0tT3230eW2yibXJ1H2o3HbFpvC6mJ1V0r3pl1sa20zueXHncgAWDwqIVG8nx6jKK3OlQmgpTKR2WefKUgSKqW7d+D8eoTdUUolJAtCkkAu0dQMatS7Pedu891GeqSAUkSd1gaRZGq+efIpLcaX5E8CbLBXyLFrOwFYEGsamGnzNVyi1nxVBGkaoGkqmpSXXqiwSOP5YEl661CV9XQcRJwWBMpZzGv0gmOlH50etdKrOafkploQ0gA6JBJVazKxzbhX2aUSsVmmkpOAfCxujj35JIA0H0NHR3EjNDczyVVM1d+Dr8yzQVpMlhOzCk1LseJateeWlJGuBCr0zBivDrsVPD20jAxqUoFXQuZwfOYBXLV5HGktUrkqukCsWocP0jGt0xJAEgAWBZAPOjnFmBG1qptClAmuUrEDwYSfb+JPwmpmn/gx2Ta0EtFZq0uH35VSgbFtSVKzLtLOsqIglaucSumJVx9NjJVLQsbtdFUQIa8ylot+zzBVesLd39J4zkkABz9qjbZw3X/7Se9/akSHezbH3rzhyX5FX8CH//Pv364CWe8ny0TE6ulYSMyNlgTmzreVswKxKqJWKX/zpIA5UyHhK5TEgDx/LzWJ0tPlbLrA3LVakeFFbOSYlXl7MSX5YOrXnFBWfLFTRoL6TAuD1XQQuO9CYgJ9dtCPgtVZZQAONksiFWXG5cSd1CsSt9TJWWq7lvIxwddxtXt3/PHnc+YjKPKR1MsSQJA5yYLrydA2umxIf9assgCqGJVohtKyRndBjnth48L8Tk/iiNVVWNJqoXSC+Fb5+7jApWz/HO8xr/96/9jGTgo4dIisPzk/1xCPJDNQpA/Jktlbcwiekq1EH5ljCpM/pRBPqNYlS32K1K1rLhTCsFR3qhZTjErltZYCVVkqm6WIosc9e8lzCw+rRi+Zffq3PggU9XSP4uo65e4jwNJgHL9Cpmq7r4ZC5IA0BO/5c3GymhRvo0L8avXMEzlzXNy9g0tf5mufEsA5GyN/d3QWzXjY9JbHf/8p79clpn2UsvJzCzJxGQSzXXSslN2LExQ4oyxgA7LV6zK9vFlEIcFdM+pCSIHQFc+jCTiUaYqduT0NrLqqhY6oc5NcJToV9Im8a3cmasirSEXxq16iFUpKlOudeduWe64A2LVbAGqiF+p8Ybm8DOcy9CByzDPmTLr1oy+Uu0mf8yT2XrJ9FhJmqK5++vz/WvpqAxj+vuELXiLjy4RYvU1TNNXWaZiaA2Rq2UKY+aHbyNXN1kvIVZZTIGy6zJ4Xn5c3C1YeDrkvi/SHTMvlKFPYoJXaATKVi3xykcclojGqU3rxkWuti7DF46nGMFX8gjlTqdzkxy57Nb9XpEEyNNzoquK0xWH5c1KqJS/eAex6vKvXHEHEgDnnnkXHBpLKqtjtqBv1q4rSVvZZe2p/i5x53gsP9bb9z4Mv9KjLAkQ9SQe5IrLsWw09HPTkc9rsar1hC0kAA49uUoAlD8XlHbz6bOlhPTC0B4R5nl0GuWbBvZ1xcXEKgPHIxpUgIwwMzZ5FqooVmUz/vWociYKwc8tQa5accpErkICwNYrlG1Y/mYOJtLmPlTZW34xKtxdQqrmoXTDfUX4J+XSObv+JbLBLhPD67/u5RepYw/IH4NlrRtINZ02/V5EfRDXEYGNXE1BOuxjcor3VdXfPC+vh1RVPEY942xaa0g9XtE8cFLnEhHqdp09SrGqQk8CmqxS9FbLkoRL60Hmt3GBSvpnzb98E6sSlOY1c7WU5pbTDt5h5szVlNMhGdhQVMdi0MXpqhrDElapNndOnDH/LlaFxBFNr6iYU88gmnrSWM7IZI83LI7/lttIM7sFsVq+dfi1EJmrLpxSxh1IAJhj3ZSpOIvLPnR/V4WAcEbQ3J8Kozv4+v4GpKqNKFglGSpMNVQxWRVO8rWH1u9LOVZxnvNUz/ohWd9zpurXIMW86ruWVRKgvpbHb7FIAtCceRw+iFWQqzYCjyhOIZ5TLE+3HEfoqlqm05Xt+iBz1eph74JWcYMg9wLvGOLSI1C+BMCx3SknjbVZzZhszJJiVcj8+bSQVEdbw9vlurELTUgjtKniDkjVcxcoYozOVqSYk4f2LxSzsiOqji3TXSHHlH08Dvnc0PaR83kiAVAn+SO4EcGBrAnj2pky5oNvRq3HW6hYFU4saaEnXVUiVmu+ZpYEqDk2xEOfPODnz+VMrEpAIgIRZ8C08L/1VuMGbaHgsEg1u0ANEgC61ufT6o0XTgI9OYkkANnNC7qqxi7bF/Oqa7maiuQIZO3pHsOVsuOP56pYFRarZ2JV1hl1+ZPSAcBU0E0AxXRmSADo0aV4T8u7miQA9l8imnVLxuoNMa02zLNjaEKCWHX0zXuqUNt49eFdoDAs3RzDr+R1VPB2/SdMCGjoKSSNQKQq4VP3Z83Li8etyj8jSidwYTKlsfrxBt7NwEEVI+qMzfcq6h22b7blL4KTCVnJT6Apda1uDXLV7FvkAXHwEd9S2Zhh/baNp1HMeVWa/yM9AHLVbInxMldXvcCp1AKCub1Tjeq1jlfwK5cFxYo7yFQ9I6+wJv2+cawzW1V9Fc92uJgVLk1PRyXHsAF4QPy9g1aXrqrNc+b3aZ16x94YkeEtlxAka3U3v4G+/qm7mGgjtdnpVXkW+PZpNOrOC7JWTb6pJ1aht+qIZSv5sx5dlqqJYS51WLxWDY4wKNifsuYppHhVpHdAEsAGLG3qiC5k6Gsa5kq1bUIjcX4eHeMmYixcLIvfZvOiO8e7i39npMxVrhgKCQDNhFpiWCsL+FjkYfF+49PAd6V3n5v97kGmqh4nlanKiVF+UBZ9Fxe+gAK/sY9CZdchU9WxruLj/+2QqvK10Am3r7VCrLPW07sgVQ0DVt26qib7Ablq9iwjscohCcWsLDGJAjZlrarBKMzcDRIALhzXauWu24r/O8hV+4AfmlwdV1K1haVYaOOWDPBWiuSBADLYR3BiVSbUarOiFQIxlHeJhhlTq6EemfU58Cs3/CEwetfiXnXq4FcH3JdleLXhUu8PQ+aqm/R7qgmpfg9/Ms0PVvk5d5ir5g6mDaFlY920CNKZPFZNrUx1gkCiNH4nLlbV5mku6K3qTcVKrFJAgiSAlf4ZBiZXn190mFKiEiQAbDskw9BSgIpz5P25NRbwhKB6q1Llvu5DgzH7ROmqtnO0IwTBERPxnM8eOTMljEIS+xSqv1q6M64We3I7ipCZmfwbYr4wED6QADh3korpfK4ixKQ7ph3ceDZFiu/3kbUbD2j6J5J5+KQQIIhVvYG8MW24IA1nPQdOgmrJ3e5khQtnIcfcB85WbQmR598i8eZrmBo4CWhm5um0BdbWR3zsxKrSrIPeqtnLGBvKrnt2IVPVhV+txapc3wVy1Ry0QxyQE7uho8q4dAioTNX28AG5atmiYnL14UWbFfArB4iNEavr18K3LFNCSZO67VyQADATQNNIy/j72N7ulAQ/5DXAKguQ4HWVvUL6fCZB2ofyKshYPXT9250ezwiKtimMWZYxi2IqJ7P428CbqOaklXYkj4IZ8TIO4/TVjK6qZTUxUObqFdsJhnGhD3ISq9zuZRnmQJmZheLwqFkiCUDkqn9QOr6Ql7lYpBr6oVVSVS3A2lwoPHIq9eOHmzpSD30tdDYC588+aUsC4BRTcQTM4IJSLUVkbO5dyFS1LFKCFIS41y+pfoVFqh3pu/jsSR8QQEcCqD0JgPM6AMWsHJ7F5OoV30CmqmNU4Gnx3ZlAqhEnzHvmWRJZrthPmDeX/pTrWrRiNhOw1HbtqqvacBb4/rOht3pYWf/5T3/pxTYovdVrexqlB5OA7Vt+3hqa3id/mFTtY3C7gros/Vf9lis/rOpe6K1au+sGuSpBTY6oeAW4quwlRGMVqdp23LlLcIRAuPRniCTAPe9gPV5sBL67+Ghn7S/cri/ESveH0O27E3sgAaDphXWDrDVdVZO9vSUBQhtkE8/zlwQ4yga0H5OvdXAPEgBHRO7E5Guo1n234ONieVTWuBS75WRFXBsClLTQsK6qcdxapgBnt9swJL+M1fVbl/n70RGnNiAzT4fGhfC5dolOCRapZlTXbMPGSWfauABPYfGdi+SqZIBD+8XqV0SONe5X9P2YTNvGrKtZqzSRFjoWC9VPXFsrVmWfycjiCknhZpQEG/+NC0gAGLCkonsjnQfzx/LaLLy8u5dlHL47+l7/HtjijquYFYhVRwRfj34/OWnp329l3CkhuZ84chV1n7mySABQpqrUZACxekT51bauqsWo5gVrboLnErHKTgRy1WhWCxUEWUjK1/9S6fT+v+jnTlny90H+SK9Cb9XsXGon1WdStOqqMrnaj7/4f2m7uqomDHwmjP74NXTnmrXqdhPJYkCmqq3vVWxyo9mKBcGvfMgLd28jU9WM0Xq2wg1iQ3dIsR0pMYhLh4A7Yx4SAK7YRCN6P2PVHo2tWBPTIHCxHQJeYzpOLJ1thgl7Ipx/dJt0wKt0kKvXiVXagRdyFdcRAV56st6qD/lDSEJX1UiE8B/kqEE/FyQBrH3tkbWqyHgU1TEgSdvL76JDPfkWMlfNvrUMk0cWx3u8Qmr9G8onVarbGNdWwt3Dftr43utf4bNQBbGqW6dSpqpsrfd6fbMctutobo/ozANl9dJ1zFw9/jtOVhzs47087Wv+d1qvY8wyBg79mLXGoYnW5bjO9jQME5OqPY9Ywmv1XszqcsaqDGSSmYlLj4BIAhA+5oELmap261m6I1UVHiBXbQSQHOMxb1xwsarOBzYTfnKYUlVy73NS7UNy9DeuidaqvbYbJAB0duE6jtq+LUESwKePbXEHEgAmBN9lJ30gbvIeshsqi+uXqtEkBJaPEnIVxOq1fqcpdK+ZqnukMBe0rLRW0nnvW5JD/yL28JrB9XL38hqm6auXr7V+J8VlGbf6jDS3iFWQqy7foW1mylzVLsWYcCWjw06qHkfJOux5Vwzk6h1yVegh6BWbsXt1Tzr7ifO74nu7f58WWqzuqy5DAsDW25uuKt3V94IDC1X3QvV4BzJVQaq64guJ71PmKi79esqUeIj11YbXFpuJ6Fg10mFQPNeRjHCQzUdzUHNl+b9y0o1iEfzqgBQXqxIJAFwbAkysLn1m794mVoVc/YYQtNGTKKv3XHVZhXBUKjIBt5JjnS9SJSsTs2n93oReb3UZXyKvgUuDQH+6qqZtG5wAMzvISEX0jvNG6Gk5IgqO6qpKwiBX7aayxweZqmasUALjExs6WjljPqgxmHPGPIgfg19BAsCwnFDriVbXDne131fK+UCs1r+8CtvPvFUxUqZq2OdWjzOdJuDTozSaM2MY5JMexXeeqsfvp4fEKmVm0pH3MIAFQb2khzA2IpmgupIFAnBU2dhL/UoA6CCB3IbZnVXskTvIbqCratms4JhDUSj+oFJSCDa1BQSQafHFYhHvP5JP8XGeBJORGuxGtXHLVIU/ffQbZwDhcsWdvT/Btza0yK94pELdyYMJkW4drSbgXTrf0m1YHO/jmH27oOk+zj/ogzs/Va++81sFAj2DNWmxCaiPzb5znLvjPRVbWzvwxiO2n1z/8XYC6UZNl5VUFc5Cvft6G45zhA9SxHe6sOeHb/tC+IGF4jKuMwIUa6fpl2EMLY9w1/xYAkXMOHYC1iNilQkN6K3afepDb5V6tqcq99fCjUyp+0wd1yMlO6nQ8TOTQLJxMQ0zNisszgYJgDM4u4nutTB18+67s4Gbr3v4s2n55slHi3rFd4gsHREvXHNd/frQLDx+7q7W7fGQqLc8Vv1Smww3Ut+5dqAieHy/UvEhvvcf73ub6H1bvf+6ll+JAAAgAElEQVRL1Rhfwn0cOGv++QvvolXk79QcUDaPH6zkFbfzZL70pG/U4vbJN2h7SDaNsWFqXknMtOn1wHSKdIzHjZI1+cjV3J8Y9uOGFPoAIpwFm3kWfIDSuas4vRDOtQNmHF7T1/B6/dKlxTwmVkGuOnhVmkDw8UqRfkbwNg38yKizkavhRt3cw2LYmR0PZlTlHsO9wURIAoD+hA2LT4BU5oa/P/jfee4KX1ohnJ+fn3SFUJLRSjONvg2CWtSF9f8reD1eFuw4ja0/bwNypekV3UukmJAc+3WqrDny9X0pAMosp0abUW2O34dYoJqtNdz6IacNxrChbX4D+7GRqyCAPtHZiMNSxohy2kEZh0SqTqJFy3k+OeNGOcjoWvINYvUNyzSupCpp8lY533lma0GI1Y1ctTUmxmB64eOzkgtEroZQmXiC4RoQ2dCfXHd+vWrYGJov//nOc598Ry2/laMLG3F43wY2YiEH1jIwP9oUfg9c++Mcq/aY14PVdz/5/jv4K0YmzzGst/h8LSafqJ3hFqmJGpz0NZAhccFNlU9xHRGgwmdARYfA9B7/AJB1pYAFqhYejFdnWGROKeQYX7zU2goSIRJ9IkAzUGSubpiM4wvJTgYnkUzVLZOX/WrNWoVfaWLR6lu9Y0M+RZmq09hvAfJgxKpbv+8OIRHaRPNNaJlaxITR0qFS7AvXEQHJxsRiVWcZgotMFsNr57Rki4g9a2+u7D4WqVZqA9mFns4vQ1a+eYVnMxPctm6PAgo9KbYMw/QxiOfZZEtgCEFegQznlSck2QhU4tbalMgjyDHufQh+Z9chQ16LG1f+IAfrfLmliMMgAauxh+yx2c+V2WxYVBQDva7Le5cEYF1VIlWnry4zVZVNBCJW5egXLj0CavwCueGwEBRCOwAkZWRAApntRmFDxCoSyMw4IfYQNor8gSyCxVJkgwvDudd0ZssG7x0wZKraDOZ1cqi9FEnnDIcBOIxZGzCYA34aibKNaaKsqHPs5ZxVVJXRE9Kc5LOSq16jXHs3gVS1r6lUsSpd3EHmqoHnYf30YehXEoB0VX8Mr9eP7vnAAMQqSFXbsHOcMmOy6CJXv9sbxW99EUVpEEAu6NTAL8e/iFztneAwDPrIBmdg7lcFdlliC39fJVta+JTE34DMVRCrJhZDqtzbxqWdeG9iuy39dT3Pl+nbSeMQ1xkBOXhiLzhE+FFmJmaEegv6nktQfs9j3SZCPk9rynorYfOW1tA0TTLC16OCZTW9iNYouY0iGpOwEUpX1WY7CZuT9VUgViPCb8pD6Hmy6IZbin31fYFUtfW/bZH6jWm01XV6jz3I/LGYB8VdrEJvDz09a66OlKqB64RAvcWqyunMXscsjFU2G/Sr4i4kEGKTDklChbPrOoMHuqpmv1KEsyv2gFy1j4+9kaubrqoqQl7O/CFHSx4Sq9hNNXWaa6zCYG9BjsHrlVwlUhVZ4HeJVSI32HJAEGkh7DPuyLFb12QxxwBczjuXYaRFKPzmdpds6/deQJQMZ/iV2WREAsClSef6+22TbOKHihzrzc56+15fY6U53pVM3nnudS3hIH9WvXnKXO3lggSAuacJGyFW/S5IAoBclaX2OLxev7tkO34WVu9dD4hVkD9GatBjntwnwXHBUbrVWyUh/l4W5v72IIUK3OQYJAHcmPYYe7BItdkFJADcXuN3R29Zq8hU1dsFz47XiuV+lqPugiyAdV7dQXodJADMHkNc4BXyRz0J5KoZ03lYhh64Z5CqtpFoHOgo9xX1OWStukd28q2mE+aXYXi9fh1ery9kM+3M4QGximxV4wTQ7W98R48Ehyc0kuXRnSQASFXr0H+BcJ5Jb9Xf2Lq7s6fYA1LVQaqiWFVQ/++FXJVwjCh7NB5JOWA15xsXiFUbsboscxcZ0hizTFbgJwFw/DUkASxkNZ0PZMmEG+Gqmp9QlrN/NmY1nxWooYIN+Zb/A9UaAnqrdsxaJlen6Wt4Tb92MSb7e8Yw3CRWQao+JVXV73siOK4YptzbE7kKXdVQpKpsWgixiqPNlgl12zPp9xFcLFJto9WN1ZT6yYVJ+PXYX+8vepAEQKbq2T45Q3X9z/dijsdRp3rdIkjLe5gv37OdIPAW/hA6sXR/7QlytVdyVUlHYMKiswDSx7wiraHftEAxK/ssu72NC4rFX6/fraQqfGvf/zeI1fsDW+Gj9uPm3ViiCn3YPMHxAFrGpnWNJJCqxkHJUwJA/3vRW73rlw+stpqftht7lPYjBny9MSqvgHfEctaWM1dBrBpGnJVcfUqOgWK1bwgqaaBYvpvnuUQc5nlz+W99Rqqq7wO56iBX56W5+TIkAMx9rrB5Ml7tM1dx+Mk826as8Haucfj6+t0wjcgC125W/PlPf3mht6GranOMC0B+PKZdciNQGGlcb3UZXphQW0zl0aA/rMWsAplii49pL/4QnX7vyGCL/Xv+JmiqpujnVolVSACYrWe6LQGwfyZoVes8myfad2fbKTz/7jtArBq2K9bik/TXJ8yzZI21N9+5a2/n39HMaW6omBVIVZttbPIIj9ZYO8JwmZ/4Zzg7LvFJnOTTBLk6Dq/pl2F6/XgUjUvso+dtWqiU1xUpAJCqMUjV/U7q805t7wkqTJO2VquT6UuK4e11sfWLngz48mCSBCBytcWFWBhjaGOw32FBWWMTJnhm61iGkTTVAFEYB7I8pTVyFZmqsUlVRRrCOU1Iy3jVphbt8/lO9JCW+AWrYnHAVF5krdq7kHjVNrLroKtq7mmRR3girXF8tvgV9NdcPFHdviVFzr6+fk08DtTxOp6ZTF9XiFVIABgneoH6vDmCIxAu8pgW9VYhAWAzkXCLDEgCuFyxjdizZXqFsx0XcjX+nUq7tblNVWJvCLlacxbiRmQF5DdK7KrbbaLZ8d1yVbdf2vkPax+z9nIGGK9Mxhzn5AnIVdu2KxGr9WfXkXYo/ErXzyKrQdiExkeIVbKdzgcnw+ezsGHF4JBPfb2oWBX4wHMXj8NIReDIr/ykAJCtGptUVc+vfbIYN5y2Ra4ugwSn0INb3D5I9/TQuMxU0AqJQMYOrD/2QALA7p3rjDe0D6CYlRX2+otZkV5xurhf25sIGpIAwJUWgfrHK8Er9DwnbS/EfJsifmL4FmQBrGvaNWu1Vn4MpKrZL4VUjSc/95bbwGLr1Alqj71GcpXs5jX9yuRhjIgccyRJ8WzyqWFaOR03sQpS1dYpMQaeViaMcYy5FXJ14p0NXJ8ISBYHBSdVfCgcQrJbSFnC4Z7Z0pNaiDtYpLpGqxgjVkteEOdb6pYEALFqsoqJZEcwjsdxGsdTj+NVTQWtVFthO6ZOjkmqbu8kgoP7IosFl/1Smil8M0tWdju31snJCuiq2khVwid+Ji/51DzjFIdt86ImcpVO47xevwzT9KOWYJC2nbRZQdmq6+XIWAWp6lqmxuq9FkiOONiocwbVjPYaGECq6mxjWxjFK+JABAf01c2eWXPcwSLVFXEpoxdXHgTGao/HQVfVYDELZaqmIFZrlpGI6221jleQAbDbxUielWDDApIA9n6orZiVHG8XYRZcRwQ20jmBaw3LTJsW6AeTHfKmThVGSsWqvobp9QvkjnT9RTGHSdXN1i3EKkjVXKQqvbfWCWOaOFEzuQpdVZeNxCbIIAlg74H6Yg9lnNBCzGVZvf59Fb7q9fML+m6RBajFUJGpajMd6KqW41j1jVkpCPly+udaS+LoqpraAHLVstHOp7xqWY9u2qHX7K2Hu6VYlZp7xF5jKURnNp5a5jvp7YBLcheuuUrFqihblYpsoycPNkI7FJoMcBCrN3wp1S6DOByyFfRdVKMkAEhVl7ulGvC/2a0wTNgWG66+KuXv3IvoS0t3IFO1FFuVTdNa4g6IVW2CAh3/5yOnJVkV2lL6AlV8f1kJDvTXGQFxqByFUUCuusjVteJ7wWab4oh7wZ9vbZrCJtX6at+Y+btW1NK0m+U2Cr3Ibl4TSQBsx9wLbWryZlE6zzjRJuC5kJeBWEW2qq2XUrrBPM/Q8DKzP7Sfmtyh7r8wzfGm++3L+0sa9FPppNFYNmNlbOzwGhapqvEyWcQGlL4za4qPeeNPqrfXQqxCAkBvESNJAMhuTiqTwXs8EVAEWQ4CwdVE6Kq6EFLHuF33xfg7ilm51rwl661CV9XcewqbHDFRrSOWecQM3dBFUvsjJavkFz9FV5WKVX1hpqOD7KCrur9FQ6yCVHUNMH5mGe6umkiOcF/t+aSFk+k9b855G0hVF/qpB37ordp7pIa4k9pmXDZc3t9BrJbXJ5S59t4WKLB50jjsO+m7BhIABZrs2iRVkbpk28WYdbYfIZ3jF9VxWS4lsmCLVo8SIUMFiYq7xnGYoKtq6BaSACjBryAJYPObEiUBiFSdOCafMzKLiwEJGyRqXvYicAdiFaRqaaSqak8NJEdC2/58VfHk6upXJc/2s3Ve3iOVvFuI/ThD75d9/EvcCVlj+s6Drmq2kOb54lL1VpGpau5AijZQGvM08Ey3iV+Vt9kOQtUwUlEG+E7/MZPZ8GshCWBHnyQzy8qug66qbbQqgVR9cxizbChj48K8cVFK4qrSVQWpeu6rhTdyXtbMgwOxCmbaFKRyT9NArDqmW0upQi4gVXU9V9KxOCJWc/t3zsWE+d2CSimD/bGdWKjaRitYdJk+ddgTLFBvFcSq3nIm0lYtZnNUNr3KaU9Z3lbifBl9ZbIRIscKSeph4od8C+OnqbdIEqAUeET7EZvrur7KqatqWvPJiQI6ZI7riICkQuT3LSJTv16/Q6bqyURlS4CkEVzHuXbEKkjVUknV944PD2h0ZAZhad9XrLDII31p51SoWFUhE8bCxrGSiFUZ0ECu2kyknEJ66+CGGGjpLmSrFhburM0pSXMVpKq+q0RXtaR515b3IwRrTRYfv60yXint7fjvc70Bc/YzQtJHU5HFvEgSAJcZge+ZKKBcl5oD5j/ingsB13uJHCux4JBkhI8lHihwQZrk7zxzJ4ySvE3/kq+vv4C0hgYajjosq+HmSldiFeSPlVTIaOT7V2MX1bDoWf/zQsRqKVup3Cboqtpcp6TFBshVV5BTWRz5V/CQAHCMVsy0uPoTfy8FgVIkAUCq6mfTfPy/WOZSFXwsxZrLaEdZxGpeuaMyekRHrNKGAFVVLnOw4iPvRa0nyulJLv6akQBSBZmQaKSzCdJV/Sp2sw3kqt2Pcxazek2/Dq/XF7LAtW41DaOnZM345z/9n1iFWew8586BrlkgVx2Ti2L0VkGq1kKqqnaimJWpx8qRBCh1EVbGkqfgTFU1kJa5hs7effmKWUnHFMptZO8XylTltAMAlL0v7jYg75wZpKq538olVanNfCyXREVxnRCQzLpceqtEHEoJQVxnBJhUJWwKhof3LJAUbjRfCjup81ZJV3XiglUFG042hycJALuu6r5p45//9O8xchg6q1Rg8k4Us1m2/4uzk6s0qLnTxf0/qKU7y15oiKAEBhabxeWJP0oCBX1j6ptxkYrGMN8642WezFXyqzrxStFqFKtKgXK8d6ixKmdmG0h5Xf+WTaqqFqOYld030+utoliVrUdKlQA4tln8ith5TD50/alSJFKttcZhGkgCAGPVuTdEAoAywP1tFcRqZaTqfsCPNx2t/cmZt8NGSqUvlZbP3bdlE6uEDu8WXgiiuRFN/f5Ug/3nd4FYtfdzwdmqqQ204vel1luVMIex6mQyq27pVM0uxaa5WrH5B2966rFKvW+/CLuyIAsOQJEPFOm5WnABuWo2Ijm2rGpcxDc2JQEQ/031vUFhU4tf8cyDtHpBrmqNLZXeKmU3v16/K1KTtwgvJLkaLpLnf4FYrZRY5aAE/R+LpechV5ehjp14/xAR5s6SilW5vkgmi2UfpXF9Q+y/p4s9dF4IPmXvT5ypim3vqZ6fThIAEgC2Pl2pn2poVSHH/TMqUtlzKe9JN17JF9dEbqTuIyn+UZetglw1WwnNPkSPNq4lgVS1j1iqWFVNsUckATB2mXo2vt4qkao/hmn6pbKIHDfWyNMpmec1DBdJVR7/IQVw7qDI40NQi0g9YQza+NgPSy4JAAkAe5eWn62q2s/6UchaNXZnuriDTFW7TyFTNfYwkvr5aTI4IAFg6lfWVeV9tbrIn9R2WuP7Uo1bNZEbKfuxRlJVLbLfx5dTAlbJu4gbY3I10kX+VK/tRALl/dhxmMbXME51jlfsV3OdbY/ds0LvxfItKXL29fqluo2uFLjzDPCCruq+TSBWDz0Ub2iIYwqpJopxWh/7qaqqZ/xeXXgRRpl1sb+prucftc1qWnCAXHVQehEn0h+DFJzK0hHIVq0rIvq1Nja5OhJ7iOuEAIpVtW0UaebL9Wwgp+3tuk+eIGvVbi3xyFXoqpqR37CpaW21/x6OybxUx+LZ1M80yw89dlE25tfr13XDIu1IUP7b7pOq9G0gVisnVnlHIxHBUb4z6FqYQhIAmaom26hJAkBrPcs4YDPV7PnxYo8cD6p1spgmVoJUTYNzjreM67geerEBCQBbb6JYVQ5bT//O0ONW7fOcWD1ASxPZF1UZh7HelOa51M8qMzN0ZE7zBfHeIoVfKfsw7DuIAMI8UI/pXh6hdozmVW8VfqXvayoUF+oiu3lNv3JGJvDWoEq4PChADmJ1h2k4sw1l/v7PCT1R9H9zDXfGJlcnnj1CKcZsC7UO+rSLiuKVIFbLi3JrNj5mReV1TcAWhc/imLFItfQPlhkBjbfAR8WeJ9c6z4ndVS0d40bmqmU+SOTqvAzErYaYmkBX1bamogxw0iuWq/rYQ3IS0Fs1dng4SYBxeE0/hun1Qza8Ygf/2p5/o1jV8RNBrK6I1Eyqqk6NPWmszT8+2xuJXOXt+G1wqxuj8K2vfrCXKcvwHR6app4YOva0YTexurgtXVU6fo1TYHpbCU2sQgJAjzN0VWPFqnKfqwiyEGNNiGeUi9STlq1l4BqT85nnwGmZTyAu7Lc0O/lmguzpRRqQ9RU6e/rVPr8nOoyzDRvyK7WG4DlPCPPxAbKye0KQq6/pl2GafjRlO8G6kcX1n/sViNVVHDhYx2R+UGiCI/PnhH09p9KHnBBBAsDVQa0M/GI52Nsz9Xe4uAMJALtPtUWquuIH/h5OewykqtmaJs7caO3MSWvfEzYahBuzoKmq6xmRAahbV9U23wlnP2HtuoSnbeTqnRhEhRVVNibm3Lr+pKJDraytjt/HchszMimNsWcgOZJ7Xj6NX8Pr9cujY+733lz+rzhSPZQAUF/ZPbF60z6LtRIM9vquoeGZ+5oFgEL0+pqpinHf6AutDfwzyQKgv439HSr2tGY3QQcLJWAGOwwKa+kPe565SovV0r8yX/tIAuBYaDFfa0K8+Q6hEeK9dT1jy5Ii/7jjICBVrdsVtzCtw4YgCWDvJ9KEvC4LKXFromrcSGTQAqxI53vxqnzfEr+iZfqdeFz+94VoIek8X2Ix1k2u19cvwzSSb9EFfFVfUPHxcfqU1njST10Tq5cM8wnKiX+78OIbTqOHPZQkgOiq4jIQ2Y1iQ1mrrcaNZ7YsMef6RPrzra1OFp9hq34dMts+TIuCPgVckAXOZ76FbFXDOEULjhb06YI6Yl8PeyIJgPHKZCttFKtyeQLIVQe5SgWJXCB+/J02OJ4Vjrn0uupuFtK5h7hDahuc9V5dH8VtsPInVUTP723j8PX6daBMZ1waBN6kahhrA7HaqJWFyh5rE56n5CpIVZtdtD7o0zGMpVHi+L6/Cyv2NO60bjvP8L22RLn/LvyyRATuZq2CVDX3pkgA4OoZgSdjFsYrw4bFOyuqdcuS7DoiORBHzn3NkgAEkOfUhfyJiFVcOgS2TN4elh+8aTHDq0y+cEVv9TUJqYrx6ogmMfeUqfoKmijXLbHqGeerju9PJoxVf7hP429LAkBX1QVv68Gb54kjMleNA/7ltFXoqtp9igwOW/euuNPH369mrkICQGsXi5ScbH2s+vx2tUjtYfZ7LRpcz1oVcam+7MeNacu6qravRzErMzpEOrs1ISkmTasEgNvOeryD9DHHqS+iEeSqc2XAmzq2a9NVlUKCuHYIEJ0zfgUlVenpXRKrvUwrQaw6QshlcpXINNpRRXDaIyt2Jrj0Ag30Vm37qDy0eGevwp9cU53GJQBcn4+/fyCwzaNN49A2w+klHl8xEV5esOZYj+P4W23+CmRd3HuFXO3TdnzMoM1iVdYv54RMylztZWXpYwef9/iQqyIB0GNMduPJuqrDi5LrursWkpOA3qqx37lqjCH20Hmcr6+/QLEqLXq0u05ZvOGdqjtitbehD4O9bRy6KAnADoiBX49oP6Sq+n6QqzpLUBEWxOrzGTAr+D9/DJ7QHAIyrtsnhJAAMI1UhBzG8eacIsAHuefLYjfgf3RgS0aUYNOff0Fv1eyA6tiyiXtWBZkCuHBzj5CEFdLG7DdDnnKgsG+hN21eJWiLWZGu6u+kKFOH8dgVCJhQ5SJ54S8Qq+ExLe6J7slicU1O1yCO1h4ZYSBVrX3S406zSEeNKF5psQxX7OnRbvyDG4hVf6z6u9OcxYHj/yZroEzVCaxYf85y4YtlAf+5oaXGMSE5+iMN3fApXPrGBuTqdXIVpKrNu/opVmVDgddamA4bITrrrY7Da/oxvF6/uEN3j3coLedIY3lXxGqvuT8ucqNHv9q+2R2xRZaejjj1jZRxsdoxMDLWQ2/VPinSR14sUK2oIVsV4daKwFkSQPys43DstJipWwmAIzSQBDAZi22+jDHrEzXCSjDpUALAYEAgV23kquitvseucRwmFKsyAEabFeJXiDtiM6zeh0uLwJ5cJV3Vr69fuzw54DaPcRhflKkaj9DphljtlVTdGxkIVpvLmc8aLFLmAgtWDXwY8Kki7EqsxovT7rGi4DuM+j9ggExLMxSrKtieS2rapyQAMlVtfbPSPyV1X6a2iCY6Lj0CSjNeZa0q8hBznTOpKhs5RP6E16mr1T6FWKXWY9Wp60PC5vtdlwGEvN7ON1JVfAzxmj2K9VYZkVrDQ9R2q0QfkgBYxskhFhW1KWU+nE4sTa9hmeKOVyBWy+z+aK0CuWqCVp+5SqQqBjX9hFoN+MBHNG5mLC6MROFRHwk2o11yrBNGbMtHGwAbe/DnIgPEqrZ7KUuVcuqwOG3M+uN+jm6ujHFrw5xij2TTxV2kxu3lOE+Pl7VaAqH0fGNmZtKZtB8f2E4JUMQxnzWRB2vPI7zvQsnDqo35xAbuFsQiPaGMeyb2MYjK3P/gokxmwv6a0X5uEqX+cNHtDnmlGMO7IFZTm0JIIwj9LBCrNkQPZw2gq2o1vxQBKrT9x3oeJAHcyO516tx393oHhKRMPc/Tq4eD+d25dNnWOAouNOHv5LpUjIGJ1X4Lf5hN4i5BctfOwi2QuP/DPU7Px6+f+WlrVP+dzy9l8rR1lyDb+9fPfmdkUj/kwiJTF3i+No6NrFg/gvz+j4OIXtEyi913Yhktum61KLvd3Y2D7i8mMoslE9YJD9ZaW9wZd5Xcb9mNp/86mILbT4nRZp7XsjnSRsVrGEheg/0jxttuf3o3P2yeWH0S+lq1ApCrlp5lEZd1wYGdeMOCQxapGOyP8EwD7cQj5hj8i1NcnkbV/UT8ycPuZIUSgRWvd9+W8+SznsJb4u9X0lAEWaZnNvTwiObiU+jQguF7/nsD583yQxlIPFv2+7z7779KWsgCPhRufl9Xw11CONfQ0hxtVDazbly8myDZdjkuGiOK6S7eyGELygFF0e+k+MRzZGBz6ie2GjYZ8S+V+Vx0h2ZoHBGrIpkAKQCBn7xJZEew9twM8p0swP9DVbmnosovnCbI4LdsqX/+07+/P7vN1Ogrr236464A8XEv6ZTczVa4/dKgP3w6YbHaBWkk8aTIduW1rNzHr5ZlxuBmMg8f8u3WanadZD1Y1D232idPUHm9QUNBMw/jImiUqYB16mefLjRdBAGkM3Qexzn7Zz+ew4COBqQKUDYTLIJ8yDJMMBU7ku8sIAUUANPGIcCyJWQwAURFmQDK3lZk9kcxZyOc+b8tSNIwBaF5xnxQcRUTEaqTZGJ2dDjHOdLLHFCRqvuYMw0D4YXNHSeGoW8Y//w3/+HaStmHNAjdyv3zvNObiTxU2YcxG1Tns+fbziaO+zwv75rZhUbZFJi3wd98snK/W9Zv9i+KeeltsoYNi7u+92yhMA7fK2TPnhM6FpTyPI6pyzR8A56PLlEHBgHLgS58V+TeZ1+DADLFZZCrn8hMWJ26SVXlTpwNJDnzuM4I8IwC0DAwnFGXVS6iTAtVmarHlBWcJjD3F2+0P1dAKtMgPFvFxQMpU5UlAFwJT54Pbeg2Wc3R2HQ+RbFlrSI4p+zy68RqytY9fpciVx8/qKkHULBmAhE7qrt+lfAkRKn875fS/wFOH/avquQ25RT4mIgIcC7mh6/Rf8FQr4ecNr3uCBVE7MBsjya7oT33ZVyGsU2B1AfYnjPAVU47WA49rFjECy4j+dMDy2v7p4TMNl5tI9XE2XW4dAjIKa/eL5EAEGIV1xkB0xFuxGXDeLWeLP2mVKa1WFx/dkU+Jcfa4Vefva/8hops87iuM47xaxgga5jUbRonVglLkKt7iyJHxKJdPzEUW9lPqKVuJfRcTIO+WqQljVl4WXUIKKpQ7aiKUhwmSSbyR47HQRJglQCozt7jNlgym83k2EaZwcP0I/0We3qkF6Gretc/JQ+RK+9g9NKCyLGJw05/sUcOuGO9cDQMdVTZlW04QxLAGJiU3mpPa1ElAfDaFau6G7lb/J0tU/XI+bCEwgMJuRbxi/lNHRCrtEjtPZleTIgcUUjV/iY9bifSE/CsXILdHv0kGsLqbrPq/g61lUPRZyNWJRrlKQBSepeoPMQtd770Fsdp38Q6zjkrcMf5rqdPVQVsbBWaQa7qKVX5rxsx1iOxCo9r9gsAACAASURBVAmAJx5IxCokAUwI9kmsivzTxIV1sLY6Eatr8SUXMhtR9MQ/2/3t90Ij/l0Zrwpx4c1j8inKVnVZT4Xf97DJm7SRHRsiqBfGUaQUcH3SztucMBwyXRCrTCp2Tq6qw7gdhWVPLzlLABx/yFmrqMx4whOSAJ4m1u1tRwmA85Qbmatm42BKepVt6WkvjKQfqaiOjTjs1qX4w88SALqp4p5A7Bsv/der43M9YYNsVVdvf8oA6O9W5Koi6V3P7Ojv4zwsRDx3tn7nwjq9fbSHWas1gi+hA0kAO6g/aT741lb36ICqbxm5WBXrq1b9HWEbv3E41wpTQW81bD/YntYNsdozubrPgEpnWrW8SR3/t1POFNpR5dNCAqnChLV0O9oZGYH9Vo5pWiSZHjWU+4oMlvbx77hNk+mOZpaSD9ZjLqGPlbk2K7ZnQG/VhOe6mcrLtX6y5kGq+viX7z3Tmrnqe38v961jekfjFRM/KKpjNHBfUlU9AKct7Ous73cV+DZjitKSnVgbFCeWjr2sKsBc3b1iv1q1atu0nHK+qjNidTsMX04XxG/JJoTQ0WzHE1bfTGZegkE8W08AdbOD6mlUXd+mNij2BJCNWCWw1txEGveRUv+2nj2SvehikyVM63E3ZAB9BhIfCQD9JByakOeQrLyLrK3teZH6OipYhcuAwOXdvZWU72nH66LxsLU17VoiZ0RSYf1kEfobAaNz8+hxj6cJfJGdl2WgqgWtXuRL0/hjmKZ+Nj2v9KWsrFRp7Su/XAuWE7na0YayP0KXJwHmzaQ//81/6Gq25Uuk+XdG2XeiWJVpIq3UavwpC5lKQ5y+bIuP2zpMoN34Ck16fVgJN6y521jTHbIdOHJV2Ibn09wlNJVWxGpNfZSmrf7Zqvv2QLvO1js0D2hcM5M3PkmvLo2VdvWWhY5jNs8gXu/STiQBIAGgN42rEgDHp0ASwO5yUsxqjTwNxXW2m+E1TK+v1qe6l2OqMBbU2V+Xf/v5A+IwXqy7iisOAl1lrCoIeyFX1YI8junU/9Q7dqCI1YbGsvo7MuEXgFh1gb3fyoGXuNDy/bucOmhTdVSpGoJUtROAYgHXLxCrLlwlT7rNi7J/2vyyYF+l9gBv4USSAMgIP/UFZUdTsZ1bmAbr2agP4sI6THU0/JEPELwqAQBy1R9s2mTnOWFDm+2ytpoGSADo7UBSwCjbNEC8IVJ1vKbR6m+dtd/53Km6JFap2++QarWZi1qM19buFO190v90vAVy2ude4kGeFv9IjUlhwoW9Qwajkad79M+9xeajNW5hiIRsjtLLpEwFgvZ6PnDI1oR71vTucOSo6FClxQb1d4gsXhCsNrttUdV39akA67BwHt/Yk4g5pPkOFWzCpUGAKlK3Z4BMAIUgOFq0mYC6mJgV6A2E5wXrSSaSBqCr+nXXIsWqKAsc14bAe3NqoVlgqKhDTkrkauOndTIZUsfEqjqu2soSdW9BQm+0+GXP/cSvWJV9CQZJgOf9UNsTVF5dbe1O1d5Q+ZSiJNneUux5P7xHrIYygRT93iKt9bzH6QnS60H8gZPI3oqbYZrXzFPakwRAsSoP43yenCIvYWL13maiRyurv6WlzFWanYD8OZukOqp8V1dVb+SrsBQXxw0yClbvS/sPIE6VJAE4jFUKj5DEcjx9er1QZ+FgoSqpgrJVw15SzErIVVwhEeiWWOW5EDu0v8ZmSOBjPgu6qjZ0iVh93uest8qVQCsdzWIaYIPPbrwQZ4AeU1HnqT+EWukG+KQCH0EL1GUeh/kpzIV8m1ARc7B9+EI+K2AzQhGr4leouGzqGsmyp6IQLVzsVyhWZelKCqRKpDBAj/OjQK6akGTS7T1m1Tx4EamKef+xn8WT5LRa+DURtl3tK9pNbzVAJEv7CCKFSQKAMlUn0Q6tOTrEAE9SVliEMMLjSa7lxRIMuHRR7R7mXROrQq62ldsJXVV7eFiW72Dxg8nVNdhhN/UT1va0SJGxanacUNmq2xt4ok4bqki7P8HOMb72rNWVP3+9MzLvTWCCBfPCHvReqIbKVl2/b3MnTKR1Xb5lh9Rtj0Sq1v0FhTmkqzlqwGq9EJoLB+Pf5SRKzUYpmxWxCI7bwBb1w3jrIJCrxk2LZeHipiQTVWfW6jRMUyDt0KK84VljJMtfZGbinuIjrSkitTFjeNZj26+7J1ZbI1e/4RwG33guAaB7sJpmxZtQhHJ1PAcIxEAgPKkqrYQkgK23OD9Y6oNUe0l+FwggfQeGylQ1PR3Hlk3IiEXWSzxDAiBnSFR6qxUH5ojwvfnniO+I8WiQquZRaqV/oh/Vh96q2bLJr1gSoCZyddUvIAkAVQguhu/W+sxNEz/+XIQzYicUswplKyBW1SI+wPHwUJ1y9zkzkxHxnfBu+3L+LmZmMpGrYXWFciIV9t1KZL1e4pmm1KoYU1hs2nga75VHICJUbh0WqDo7UbTbc1GTPFbIh5u4Ciz6d98DW6Y/+VW8q5XMzPAIqVzhOos6gFQNbxHXnzihmJUFtBrJVdFVxWbUsVt5Y3fVP405Xqn3glx1k6vX41X6X/A8R+mqTi+RA8Bc8KMjFi6MGF+aSGG/jF+QBNC6wvW1KIjVN5BxMhrThCyiNmhKjXOzZ7zXhVJE4lzpraoJRpo+r+MtbQyY0P00+ZWUFoh78fwi/mvifkSkp5MkAJOrKVY1ob5hGYYXH1WGX50WqpzBmyaLF4tUm0HXWcxqQqA0dCplklKcTDWQELmqgnJNwTlUkDc9R2k91zNmCQEUQzs0Ntbxn8/nihJjwyMkilkZKaCfcwUkJfffi7MkER23rtxGJ9FVJW2HZEMW7ZGAXA0SNEGs7mCstZgVdFVtkziloxvEX4wPUXqr2HX7hKgNYjWu7dT59FDFqlxfT3n4SsnYdW9/f1eLjFqKWdEkkRITmFQlcrVmLYOA5rZRzLGkNfSNBbnqIoDqyFKTo8r0LamIw4DGn+pRyfdxpoGyjuIUHUkFWpz31JS1OkFX1WoEqdc8GLPsPkkSUd+FZ4Dy0X8iVkGrfnTmdpIotq7q2YaY/5qoX6C3apot+2awgFg9IBjzyHiMKYocCeV6jDEeX/kz02YhQxLAZi7JVzWV227ZzZc8yRR9muIdZWPt8ir6u5xYKP9a9+ExWh3nHesInroXt4k8NQhziK1btuNf29yqXHxQrKrA2MebRnVKSqRAswZydaJNXRxRPpkDz8p4gzRXTEx1riOFJ4R9Bydakd5q2McGeZok2kzDxJmRuWwnyKdEeYj0GY0ZOSUdp2GA3uqj/gWxqoGvHnJ1ozceWUFzP1ZDiiJW030gilkZ9noK30E1tBpkgxaYtFl1qgmgWM1xTBGrJU6mudWUoEq5x3UXho42kIhtx9VVNTV+m8xH+7zKH1z2Ih66qi7zWoUgXbdF+bsqZoWNCx285ZKrRAC9cFZGuz5ehnHKn4mNzFV7wPrJxawKkwWgeeDra6ANC1wbAiLjqDbi8mMzDq9hmbApeNdGQawakFuW77uYJvtdLVlKyQD5eBGRqnlKu/ABB+zGnbq9uEE+j2FW/tZUEgBHmECr2gxHnVrIE/HcJj2xBADOVZiRynvuBItUO+0sRUHLzLCBrqol/hQxbKCYlXXsKtKtqFgVJIi0ZPiyDBOTLvkvFGs298G8LANp8Jc0bPHxf0hrnNfGTKyqTNVCAiJJAoxl+Hn+SHOtBSBWjcSqKJeWekFX1U4z5CJVqVW0l/sCsartIJCrpUYUc7tkmFe5kCom5hv8t0O69WEZq8VbpqoUdmCaLl8XnT6TFaNKy56I1RmXn5snA1y3dSGrsIIM5zKW8X5QIvmMbNV4/R3qyXJcmipfh3piY88ZuQRSIR8lTPwrQTXuQj74UjNyFKuyr/SkKJ1IE5RiQ5cgjXYzrbVUGkS0l3g+WIqNkQQAEavoJ/3c61XY3ItI+RfIVU8b398GYtUCWqmSAGoZhnmaPjxJEbK86EASwB2NZLB134c78iMg2o95fUpQkIVPEYlI+bvl1ALupWXtrQJ8S2i6EimpUjqvDFJVoVGDnmjOnivJkpEB7rCEogYJSAK4/LaMjUCSq0FRHd3KSk0nSiPGSorJLhvP8XfSW82ZIibrvHEYJ5IAKGBSmqMTDO/cJABKI1VVg6eVXEW/XTEbEKuuuRkfJy+BUNhohbKWYlfMLfa9aYtVub5mGkcMJKYBhV2qMP0fV4d2/HdRcy7hQr6qrRcU/Z1HrfPcMilWRSMWJmb6fitvNAe5quspFXfEmnNfyFR1TdzXv+fvqq2hKGZl7bQS9FbVMeWSzCZ3rJGZuly0pinxgiSAuVeI2MzFYkiSExWb/zGMVHG+HCqlCDOe2bNoI6fgI/ckB8AZ/GX6fhEdeWjE+Oe/+b8KrR9XBlwSGEohFSQbaYZ9G9aotP9TSmadOlRJWk3osGOHbZIAOQtL7FtVVHpLGcGPW7HPjy/LjkGxmqg66bXco5ZI8UsvlWU5ed2L5xSr9JnkFpd1bS0qeLKfEbJ8GVIyt+GyMXCojBZw79WyuTTxHB6XBoGskgDkV3RUGTFPZ5sUeUpfx+SLy2V7s0gCEIuxinqlPCnI73oNE1eZx6UQeA8B/D8qwIYlASpoZyEmthKrsoDGZUIgXyGkD+oHpKrVREssOCZHYUGuHjsOWqs1RFud6EhJi0J1kKakNpXRr4qCoWNgOVhNJQGAZappmaoELcqwl1N85v+A3tP3DsWdPMWs2K+Q9lOm0zhapbL2lyWP7ZQP2irzk2U4R7Eqq33wRmCWjrlktshcNcPFxaxYKiqdHi2f2YSu6qlThFgVeZg6znPt9VYzLSouRYK8N++IVZCrtq7InblaQgZSXlO19s5Qgq6qqYWSp0BZJuVPTFL38b6gA+BJjb79feXoqpo3vLKwhmV1k7E1Kkshx5YpTRdBy9nstvxMXmQAmfqPlqd5LBy6qo7gW8sxBiZXESGNETLxVJkL61RAHKaceogriVxXDaSqwgYzDxu5mub8rRzKGYfp9cWNqcl+UvgYE6tLbcfrp2F4Zx4nDtApOiXgO97E6rpXaHz019d/FPC1dT4qJ3mX+1hnyT1W0vF/M7m6DS0YZDaUpO8w8JbnX+VpP1q3VmhDNQeDWF7HfbRofwQsVVNVtiqmXmfEXfOsVH3k/x7/Xvz586/9Hxvxzq+vfxLx6Z+PTrmI540u/+5IhkExL6olkYbbSdlKEilxaRBICItIayR8YW0dXiU26E+dmb1lAVbiM1r4oedPX9EeX5sLqfZuEgCVnlqgWNCAJMD39/8X1YQ+iFUhOPSrUxCr0g8LF7NKe5WjGpr2u33eJtaavk982na8R+37gli9gx5+kxKB/Aqd1762ljX1ta8Kc7cULkiz0ACpau6z+khV9S1+ttMfsUrbgnIeJfYlJwexcxQb52TP/yBXZeWFa0VgnIV0TkHo8RF35KpabS9FPwQ3fviTDlJFrHLaxBKrePC60kWxqlMXSKZqmjlDcJfiB65xuXIt6njEqszyD1IAqivOEzgQqxs2qtJdHMP9fCpIVRvKqlhVip54/g6ltwpi1UU+PMcaT3iCQF3Zqu/IjKxVbacrvdUUtEwZNdOf2H7M36bogRjt91uk9kesKqwpHcEPozu9A1L1Dmrl/4azJBciOOLZTvkoOFoYBZptGxbZqmf832oaVRKq+++JYjzVuxR9AB3Vj6G/r/RbWVe1CaTCfsTSykkFLmZVbw/HI1bFXgzEKrveh0WBWN3gSCUJAFLVHtREiruuS5GrOPyum9BtMt7xMxDjv6Euy9xifomVyn2xRK/qkUohCQBS1Yy9TEFrJVY3AtHmh/0SqyojPM5CAxIANqvjFCDf4aHA+1abeZOrcWyowA/3aJKSvoiDCUhVy3gluzkefVT6LS18QxyMFbnK5y5CkGRrFj7pFSN56LPPlOCd+FQjNjmJfm6NV0Zi9XMhAGL1aD7LWjApnlnVRxvGw+KMfr3oIHPVbCeo857Oh3Rvqk0CIC9adb09JrlK5E/8A9F14a1aW68EwBFv+4KgZ2JVZsvhPYCKVeEyIUDLd6XSXjNK0FvV9p6yfZYFCNy/IwQArIiGINoCd9n9x4U2nvstKe2XlLVK/4TpbtIqFu1QIL719DaCV6qrajBaToN6F7MqzbLt7clMrG7kKojVc0fFzFytlzZM42A1ZqvukRGVlfALsTTox32LKNdhaI6Lsu7pdUoAHL/kfZQtPYBFv1HtmscYW5Cteu76mTPpaAHfCjkGYtXl4CIJ8Gzs2n6NYlVmvGvPVNVsWqCYlaW7w55FmSrXCHTFoTt/fyMchmW704Rov6HsTLqCZGZGa2WeB88zpVPM97FZ5MTGRJqqD8e+PAjEfauYXlukqkKMtzYrJFezEqv7TAsQq3oiIobeKiQA7IGudlJVfZ0MQ88WYXGHhDxPB7GaA/c2SFWFXNhlWI7+CP9ORe+F7mnZHoqpMhkeixRP3GxQjeitxHr9d/Sesbou3R97whtdZKua3ZSzGFvZsNiWqVLYpJU4ESHKBoBGjirjOiLw/7P3HeByVVXb75lya3pIIYSa0HsooQlKE1CKVKWJUsQCggrYEdH/w469IiJVEUF6B0PvEIHQW3ovt987M+d/1t5z7sydOb2Xdb4n5iNzzi7vXru9e+13yZvcaUUmyGBNybUlyV/Ie2qug1kJj9ccwP1K1xBqN1lS2reqbZ+kXhApsVoDSgUTq0Zm468kAJOq2SBVmVy1Hob98jxkotYKa7+pNqv8+PcoEfBTEoAlAKxaMm3kTx0J1FB1JlYlIL54raaONLTqJw5/T+3JWZVY5YBW+gbhkZsg4pCdGQz6Wmp0VY3GEo/G43CIStLrJAfgfqVCEgB5UV1GuJ410xBJ+2EZHXJSMKvkWHxMiFWgUBibHNRCLqlfkgBMqlqRqulDSNNblUNwgkamEPoYE6IhgCxoAPdLqjBK6CWP1O6/PYAiR1HvrS7HLvZUNW6K9PYrvVU0E6v1myptLnc+p3OwKg+DW+I/Jb1VqgTLROk3pXtBSCZVDRGVO4/UeqvW19v5eJz4IcVGBYjDEOtC6bZs4wv5rjimyOV556qDWJolAJqrmyxyNRbEKhkIEav2uputPpm6l1TVu3Kd9xRSB+twharDfiorqJ2hM7E6snk5kFUY5l5J9bjOxGqzDdXoPi+hylJ/wcl15xspAeA6mQR8OHJFyMRq4/zl3FNFEhxpJuQ9mnXaB3TR9GQFTKya0oCONqOSjOWYBiaI2iTTPPbemHzuyHhiUuZwilEmz1W7Zxf0ntDX5J2rXutkboVMY0jVczkca3WfSyyIVSo+e6xaN6IXcjV9vpjWeNl/gyi2dG82aGpi5Sf7FsFv+oFAuklVPxBKcxpePFdZAsDKMtI9X8naM7FqZgU1jxUrW6lHkwNWmaKVdmJ1uPLsuWpqBw65MdZVbUZzhNRWpojV5rnL3gid/reETJTF0kWLK0PX/7lfGfUr7VDV4UCVdBNLiN5qrIjVzKxpXBu3O71VJlXNAU9LsCors9KIVT7/s0KKf/eOgB+Xwb2XIqwUeO7SR9oNuapFuc/YktGBqWaBVNXgqFkBe6wa9TF73ocKe6qa9DGysyz1qyr5w8GsDGzCrludDKzDc5UOAUQOZplFhi3CaLAlj1XT27NVr3rprZooaU0Hazjnrw7LYg9LuWTUxhJArsaOWOWOZEECCpES+wtAZ2877+xJ/yLNEgCNbcOSAEYbUyIBMzpJBdSBvVwCD6hIgSfL5Kp3clXTVeV1gM5Gtao5G7ghxy4DOTYzsWrUv6wkAao6xTzFxc6yIyvQsDshe64az1qCGTR9WFfV4qzCCsDIOkDwGcsr7zzo1iOteaMKtwujBbPKuqp61lkjVukgNcN2JSQB4o1BrIjV4Ie6dOTgRBKAdVWN2jz91//1ai7JVaYRdScucWAhJ6wMT1seB8lseap6BCszn9vxXOXr/1bmYP9A1Sql5P2uoFRaFYuRuVAYHzv4anprzUVjXVUbzZXZUzEiVq2IeRv4pfUVk4WgQE1s8PkZQZ5V/4NJRd5JGO6+RTArRcgCaNyzJF0V5FhXVRe2mvQP707FDp30VmMKRSyJ1cyucRzMz3bIVSZVjQHNkqdqIwqst6pvF5rOrhntLJcDvGAy7lmsq8rzV7N1aJSgmXWQBEBM10kOZuYgX80ysap5rEZvIfEkVrU5aSQ+TKpa9ccsSgDUYVK9dlvboUbfv6xaLPTfDSDJMalqSAAxqVoPDfcpPUMRh+0UzIp+rP4t+lQuJ/6bURuJmlwd80HOMCoxDmYVS2I19IkzkRma662yBIB5o2ZFV1UPBY0YlH4KPH0lsvvHrtCS9CGvw6w/TKya0+56FkJ2w35TZj2H+5X0WI1+YxFHYlXuTRt7kDrsDZT1MZnrb4HACK9VXhPW0KqOuw1XulkCwMSe5GkOd7kRCDAeuuQq6a1WSVXRpyhgFVvOCARqK794X3+PpNliqrfKxGok1uBXpsbkKnurGmGcTQmARjQ0UpWJVb/6YtbTYQmAegsYlrDLulk01F9PEkCewzNxaGw/jA1hUy6tqlpJtBR8XInVGrkqiQ0OVsWDr10EiNRQiVwdFvKz+2Wc3/Nx3KwnC4kAEtU2p4C0X70etHqphVeSymneEiavucbZptyWjTEx3pGT52r1ard1t3ISYsYgS69t4fR7P9zcmFTVb0wFqu2bA07bzW1fB0rl3uaPhdSFP4/StfYZW6kVCmObcvQ6IflThbin0kyuMqlq3GZZlgBoRIUlAcztpJl05hHJCDEZrIrxaSTHwpvK4z5PyfI1SgKwp6p+u1Fvqvlm2lpCJcMAPJSSiFVpQ0ysmsE4HIqRBx8P1patT7W1jiA4UuIzFgi/p+RqAYmshuXh/mf1ooWtefk8EBAMyqvd6Q4zz0R1U6cDstP3rcDwOz2r/Mxnqfpfy6qCim2CDFA89Ak3Z0dafm6+9YKStmgmiQR2gmpGkqTF4iggpkusejaEWgKeiFUfy5HqpOr1VplUNW/qLEsA6CHD5KqToYGJQ3202FtVDxcPa7/h5PxYCsehHHploH+zc7Hbe/mHqSYnnT3Sd+VI473mkVbC58w1YlUma6dnaOO1nXftFzZvEbyq5qkWTfuJ4JSxuI4bTf31W7K+VbhnNWKkoSNtx3t/0cavOFmA/R5uZEEaqWpn1vKaWzK/98M3L5k1Nyu1dljhvV+lDxuSAtB25U68D9OIhHmd8mK1zDakoSSCn8UUDyZWU9E/pdcqT2pWpCojZESu+jFc06K8FtzJXcfyZyHuz9meLItb/yh/auIGRS1nO9fV3KRf+ya6Onord5hfx+Goy4/e7QUzr3bi9fuk1j893mNerEf7ViNW5WGgE5vwt/1zhQk2qjNyFLbxgU+v1HRVk3ec4BMEFsnIlpF3LPiRCMiRhq7jMiL1CNQI51wVGybJrCyE+1UjQhoRz51rJDKSUCWN1dqTg+rDwY6VjSbxd7nu4UMdbcaSdyTj2acSQ6wKSkyIHFsN27WpMKrOo0UXd5+/k01DLaLecL4ebU270RFa+Q0z8liR4XRVkCM93R/wK0X32MTvS/8xcWi/gUDiU63UaixGB8llz6/VATiBtHVcE9XkEeJavujKpW3kK44IsujKG13OTK5q2GvEqvTbiG7MsUesRmExjcGqosMoito7yVMesbPnqoaZDMbEjz4lRnsH4csrfparWyY4jKyF3Vfqkam3E+5hNWT0SFXt17zsYwxXUxfLqXSjIOtjjyY8F18DSQyxWiZ3cR/FX9O0hCBcytXpPh9fW4sccrEhY3x02oEJZ0PjrI45tPHI+nRm3oGpY2WPUjbGhLCwOgSMfEiMpAC1LarMnsMJmjUDE6v1xKqMGTxSgTZsI44nsVr1w2xa3/CCx5wAYnJVoc06L250zUSOvnW6qnVvkbsGP/oIMLmqMYM8fzdbiJyryFNVf4XMkgBm4wp5rWb5GCyuuqr1bRZ7YlVsT6kDqrxJ1etshE0ZFYERDeE5Rf7hRx8BwobhqWHD2wqTntJwkEOkvPB85scAAcamBkyZrcQAAbkdrbcV63so2QaTN2diI1ZaVUdlRDfWxJVY1T80jg6nuPdZ7V5NXHXawsBPuznAy5qRaGu9RjtO19OddSsSFUa7xiEP3rGzJqZzUlX7gslVoz5MgbQomFUWmYw466omhljVrv8Tccg3BvWHKPLkpT+14Qggr1X2zDReWjC5KrFhUtU+qaq9meMrcyag8SZeTlTsr2FkJPJgQs+zmclV880wk6vq0CpfAut4JR3iSKwqlmGSeWzWa/es661q65k4iDd57Zd+fq8d/klC1bjvMLlqjHq2V0EsAaBvGWYSAI1fsN6qIbkq/egzRa5q0j1JuF8ba49VGpjLakVoq/LTjIBGqjbCQ90tr2mtM3BNCGievVmGRi4VuWMZ2oDJoMPkqlnPyfoGnnVVjReDZtqYHHyRiVWTw1AKNlRaFYspO27EqjWpqsGW9bHZaKufTb1VGXcgFl0qdoWQcjWkZ2gNEJOr5s2XPc/VbHoTWndiucaj27X2d555qNZd0DrrFL4hg1llh1xNggSAZmaxJlbLLAFgOBzQ4FQi0tngDfLKZL1Vs41adr16mVS1mGUtTnJYb9XOKiVrqyH2VLWyimYJgPovpBerRNH+stsqz3T9np1FdH27aXbDxKqeNTcGrOJDL6d9PouSAGIksUEaOsUyLe8LHUOb+HAwK/NWz5bnqjZHZ239a9Xz5fqOnMGcre5YEsAM2azorSaJVKX2ii2xyqSqcXci3qdU1VU17XRMrpqO9lmUBGBS1Rupqn3NXqtWC6msLSw5WJWRRQzr+FmZTPV3DmZlRY5lp2/VqGT2WK1ZhbY1JY86Z9tUmUZ27MfmkCNekyN4urHRzEWQhumuqpOmH/GuE1JVmRukUwAAIABJREFU+5DJVZP96vC87rpJEvRhPkFlDbOoFHzcbThXOnDnK7hGrSXJ1fTO60nRVa1vn1gSqyIgk/Aac7NoDHOwCD8vQkR4qtp0p9f0VnkNpd9WWSNXWVfVpM861BxhctWKAAp/fIwmR/ZWNcPd3FNV/0t5fZDnf310suG5OrKWTKw2Eqs2Hep0TIhXg3r9StNbFVe7FUB1uB6IZu5xluvwIRebgC5w2tVau96q9YkwuWpui+mXBGAJgGYLkL2C2p54HfcP660aYSekDUVYzzQO6gpkGOBk1S2WxGqJ3MVTuKhxP6jUviRsKg7c6ckcOZiVMfJSRykJcsjerYdJVf9IVS0lJlet7DJZE6JVbfQXjnwIaLzooxFWXgNz8rAkgBVa6SZX6z1VNSRYCkBDQvYON+RPLQXql/w0EmOEifRapVHLExMQS3DlejeWRYu8UJquqtjGuwSJ9VaNm1E4A6XW9rRgVamtoMv+6cVTtSFLJUeznstypPuztOqtVkBtnrwnVsQqAcjBqoyNiAhVQTo7tDPyysyaZ6YTiGgNVR/D0cm3SXmXJQD8J1VFigoJiDuljZJiNX6UM+0LIQ5WZWQl2gUlt1bEkgBWyKVz1mr0VGVitZ5Qlf+/S95n2KBog5r2kdmq9xj9LmhrlbT93KYQz+80UpWq5XQPEc8a+VcqJ8GqTKjDKiGf7kMv+6gPoX/xIixatBorVvegZyiHjlFjMWn6FEzbcCJaCvZTiveb0meQn2YEaA1Hso7+PHSTgA68UjYw+wOOmNHTFMwqabqq9c0YG2I1XxgrPDHpDz86A5QKDJkEq7LCjMlVc4QEOZbS8ZpJVYve4XHM4WBWVqNPSjtWVZXPqvZZ/H34yqmnystDRF4RGIGYzg08E6umlJ9rb7rmVNM6LnsadMTHVZ/g1Iw99aSqVj/vKKUnBXmV1r2naj0SLAkAYHARHv/DLbjjjSWY994KrKzTAegcNx17770bDv3Y3thpk46EG5E2W/FYqteQZfL793UBR+RqMr0YgzZ0aYlErSbfFpOoqxo7YpX6XT4/Vnir8qNPqpKuqhd0xJla1XOVMdZHIK1evSwBYGLxPs36LAlgNaokf7IfWUPWVTVrcTe6qkbpVVJDb1j1ETe/p4tc1ZMA0FDJthRAVQHU52GUPVeN+xxhk5aDHeHJ5LPtuBmt4viN5uflF7Eqiet0jcuO2m1oPu657M/4xRMr0Gf4oYKJm+yMUz5/Mo7cvs1R8vF6me+r6beH6oOuqlFLVyUBeDxrAkj6TifbJpNOqlKjBOaxKgLAKVC61j5jeV5BhKGSGx2v8TImpZHyCORObwmjZYmZXLWEKHWSCUyqBk+qajkwuWrVv9KyEmJS1bilpTSG3w+Tq2aIpmMTL6/jauuc5rEi68RqEDdqpPpxWsZlf0cdYYmqgkrC4WFS1dguvASrsrK2rJKrXXdcjhN++wZ6rACCgnGzz8JNF+8YyJrBMnvPLySbwPJcfbOtla8SAHoZcTArI/hrkgD0RrImL0mqJq/cjW0RFLEqA8DZIFbpvUqlglxhbJD9PLFpkzTCkA+kao38kWowQSzSEwtyXcE18jkNdZFd0DshnxYsmurhY7+q71+8UTWe8tNhS2LWSkdVfK6FPxIAzYViYtWqoYKgs63y9Pf3Wg30NwPZJVYpUJW/WI9MLdDEgyx4oGmL5YFSkwUINLOAEudgVcbA+qOrat5wWSRXV9/5O5z5m5exnKBRKyiXK3USfwpy+TzydD0QQGGLE3HH5fugJSD7Dy5ZDlZlhK1YHbuIBeOsrSR9mPRDL2d1tv+2otIN5bz9D2LyZpJ1VeshDIJYFcH/qkS5qceq1gFLlTJaiuNj0rTxKQax02XQpORvmVhv1RzPNJCrctnis+H4a4bRphYAqapVKB/sLjha3Dzkng7vKCZVjUzA7Bq3B7MZ/pSDWZmhmGyvVTvSEdkjVmvzdzhTChOsej0sqXqrYkQIx3D8GN5DS2P4AEcJXo8wi3qrlRevw2cvuh8vdQ1gkAg2IgQqJQxWFOTzORQURdhloaUD2x3zdVx97ozQ2t6/jJhY1cdSBqsKa+epJpA89M8GrXgMop6Tc+CeBgkArUX8JlbFGkRE05RrNENiVb6oolQhXxSVidWGPkKTUSkAUlU0StVjNc/raMORKeleveypajLpBEiqiv6lBHMdOqwJOfh8kjrwMKlqTqoG367suZo+clVex7V+skmsEgkR/Da1quBqsyWs2yptb8iR356dxqHu0hszcTdBQ4FObk9zYiMUxu2iLHmtlpe8grtuuAV/uPElzBuwak4F07f/MD532lE4br/1kRz/OpYAGNmytfmJnMDCvcslVUUF58RPEwJErIYxxnmFPk2kKmHhN7FaGTZwC2KVXMUpIBORq/Swx2rNNP3UVTXbCHMwK/PhIKnkKpOq0ZGqWs4yEBrP9sYtkURsyl7XD6n93o7HoffKS59nJlfTQ646kY7IHrFaicDjMInjsveRxSyFelo7EeSquAbKwaqM9z5VEYAQvXmzQK4OvXgjLvnFA7jtlVXodtAllbaNcfpF5+Arh2+EooPvonmVSdVm3OUISYSq37dr7bWxAlVJjmemvTr591Y+9sGspK6qds3dv5pHl5KfxGq9BIChx6q2SClXKiirtbMNJlZrRkCu9IRN0H4KtIQmr9UQ1xfRWbrLnJPm1csSABYNHbC3an3uLAlg1emStImXUz8/zQgMe0eFCE7ws2OIlfE9q+TIAjgh5LNDrFb9RyMbHiPL2Pee4GeCSZEEED5KVW1YP+uf9LRorKFZPBeCBIAeVqkmV1c/h0tO+BH+vsqdleRapuKMy/4fLth3lLsEQvmKSVV9mFVJjIUoAdBUDiUv8mdfFr0WUpCX95RD6SVOM0mLrmp9vf0iVhslALQ8mqQANG9MClhFEgDaw8SqRCIoXVUjY2e9VfNhIGl6q+ytatKeIZKqVAqWBLCaYuM50TeXmiUAjFpy5HItvPZkvVWrvhV/Dw4npKpYG5Vc7tqtoHL4e64wweEXTl+nbaokx6J5Iss4muo6yDXu5Crrqpo3prgaG13Hqnplpa1/lfHq//s6zrzlfSxxfQ9cwUazj8Yvf3wCtut00CFDe1Vb6aSt7fwAMFxdVcMSE7nqR3VSmIYUBIgfuZo2CQDNdPwgVmueqs1jThOxWlZVkLdqPalKhWFiNXxSVTMCIleT5pkZ5tgnPQDiP2QzqRofUlUrCa3h7WoIhmnT8ckr7gtVJlXNbMUpOean3TG5aoZm/BbR9aV1IgGgfZclYjVK8qfWTnEfm/0cTeylJfcttNKSGp2alJm9r4N9i5aoSjXaerA5JTN1LZBL1H1L2E6anu5n8b1jfoyrV3qtVAEHXfxH/O7w0V4TCuB79lZtBrUqARC6rqpR87IkgJnhx00SIK2kKrWBV2LVyFN1mFfoWvuM6H3ypBcoV8ogfdXGh4lVCM1ZkgGI4mFy1Rx10qyKM3HJEgAWvSZkb9URJAIHs7JonLhu4LVZK6JBOYqJwEGecTgwkC3E7aPfbPEkV2ulctbv00+sRi0BMNKKaOPjrIUcDB4Jf1VsCimgRBwO3KvDn1ijsgSArmVJ54h4EJqyueJRFu/dsIwVD/wNn//2PXh+yDq1Ykceh+21AdZfsQR3vTiI9xs+2fSYi3H317dFvM4HmFTVb1kpARCNrqqRrVEgK561jNCJC7kq3VXiuT61HsWs3/BKrMpgVcZ2POyxSkCWDEhVKmbWiVXhyatGu0UUeqviCrO14WTxDRmQKH4Pk6rxJVW1kklinh9jAiiO2LCuqlGruPE4DKKFmVi1QjV+G3hZImo5Z2VLP7EqcYnX+otnLaMeRpufuESjztV5q/Ix08gWk3NVtBIAjTaUHr3V1Xj8Rz/AmTfOR7/FVDR1WieO2mcrHH/otuhY9BL+c8Nc/Pp/6ohAVxt9+LO46pJDMD02cgBMqho1K7EVRKrGb7xhctVw3S4CG0Zv02nUVa3H3AuxqtK6QiRmg1jVglUZdcIsE6tCV1WtiNOfKB9a0OeZWDVsAo10jttWI86etFHas9y/x2faZ3LVzBri1quYVI07qVpfPg5mZdW34tG/vHg5p59YjRupqm2a+VCwuXcRrUB9Koeox57h4IHx6OKRL/kaaVVtzIlaAqC+XLWNc8IbrfQurjvr6/jOXON19vqjFKw/cxrOOnpXzN5iwyoM3Vh3z4345JU9WFwHzPhtDsXlPzgZ+2xUjHw/XHUzim3Qn+g6mmzrUny2Vg1QyHFZFC/h3SuINqb5Qo6J0YCTdlJV9I1yr6umk7qq1g4Hyrq1z6gVuuJeMVdEyyqxKj15oydVNSugJhWemdH0OVfGGOZH4qwnRtgwqWrS+jEiVcUcz5IAFl01Lh2LSdUkkari/IQlASz6lvViLeh51K0EgFaudBKr2u40vjruLAlg3DPElUYhCRB07zFOnw5s+dFHIOpgVWbtkgpJgMG3cc3Z38TFOsRqqwJsv/N0nHnULth9mFCtQ0T9H67+/iO4al4Fa0gmkH5q3QVXXXMe9tm0dVg+MDrbjt6zL7q6m1suSRbGllcVRa+Sqzw06jakGBcjmLSyQKp6IVatJAC0xlTWrnlaJeLQ6pJ7VonVIZXc6eM1RBGxGjcCMU4TTFwkAZhUTQ6pOnxwwZIAJo0Wh1UQ66qajbVePA6DHsOj9hwLun7e0o/OQ0Hb5tR6t7t+nmZiNf7cmLs282az8f9aBK9SlKpeXPjlFeMxN40BeRAfXVUjy0i8JIABsXrwAZvjtEN2xNYbTrXoFCuw/KFH8Jc7FuL2BUBvyy646lpJrNKjrcai6FncsfRRJ74i6tu19uyByVUjnKLwWk1zsKpGnN14rEpSVVstm1u4smr1k6od4jCLxGqpqqtqb5AI7y0xHBG5ygs2Q9CjJleZVE0eqVojV2nJxp1LrwVpIR0tNuytarYYi7vVMrlqtk6IhlyVuXq3nLQSq/EnVaVNseeqcd+Sm8ZwHyZVjfGW8ghyzImTBID+mieacdkXa20gVidO6sCpn9oXp+61mQMN7T6U5z+DP/9iLv64Ig7Eqna7w/uc5QvGsUlEusdFFWDbFQwK7ZSjv63jquwBfxQ2uVrOUDs4IlZVCuRFj307VVasesKWO2bWiFXSVR1Sw16K2e+pTK5anBhUJQGimHplnra6lf0GT8ubMfP+NoKV9VatCKAoDFLGquSnGQGv17jDwpQlAayQDn8TX1suepst00esxk9T1cp62ItLHyE57oR33C1oQ2/dybqpE/uGpiEoKxB3YlWu5sMfl31p3tK7uPasr+O7c1VMm9SKE087DCftsoGLpAfQdefVOP6u3fGj35+JfTaRHqvaTie83U59O3AHq2/I+AarsjI3DmZluA8dPoAK1tazIgGg4eyEWJW6qs7GfyZWdSyarg+Rt2rct/AsCWA+YGvks9Ww7vfv4S3f/S55COklhFilcTTvgxdXCIhGmEWwk/3IijGpatbQcZYAaCw3k6tWXdbZIs4qNXO7qf/VW39OF7FaDV/jDRIvTePy28QV2GU9nX2mET9hkKscrMq4beTIJo9ykkCo1pOHtWBJzmwv0rfVJbjjKxfg3EdLOO+io/Hpnaa4L073s7j//mnY4JPHYPb04oh0wpEE0OZFHuP0GrGsWgk6um/6YL8UO3UM37QONrPEpS49V+17SzqtYJYkADRs7BKrNVJVzFi2oWVitQEqEaxKrYA8VpPwaJIA9ps8CbXyr4xha9EyqWrSdkkhVatV4GBWVv0wrFGHSVWjlvDrGrdVS/v9u3moTL9zS2J6wS2kNTT8tp10EKu1hV9SPQ6jl2uJb38Lw3OVJQCa2792VJRLFKFaX5NkBrMawAf/uRL/en4dPnvKHt7omfKbePGBCVjvk0dhmwnNa7/gyVWWANAfWaUTWFI4C/06VMlVZ/xVfCcan0smqdUg9lsKyoGk6zMAPidnl1iVfcr5WpyJ1boGkxFEpbdqUh6xYCHvuiD6XFJAsChnWOQqSwCkh1TVasKSAFaDQBgDD+uqGrWCX9e4rVrZ79+ZWLVCNHivVb8X6ukgVmW7KEpy1oDGG1UrG8ve76JVSTMtINacJQCMrVFiE/y4FqRVO70SGmRZ7KStDnWh651ngHzBzuvW76g5KJNmo3NcUZduCI5crSc3wlhzWkMRjzcSqKtqCBx7rprZVF6GLPfR7GRQx6SvdNwAYodYdSMBoJWFidW6ViF2mrxVk2Zo2pV3DmZl3MWCDmbFpKrF8Jagw4rGmjC5ata2fk70evkwqWqEvt8eh24WKF6+YXLVCr3gSAi/SVWqSTqI1STqqpqNEFY2lr3fqyIPUjdNAUj6y/OjUjBZmR4/zQhoEgBJuv6v1441SYkgRlD/LafSuww9i17zd0/bvgM6NhgHI6rWfwk9lgBotgxpidIZLE0RPVhvNSxyNWu6qvW4WhGrqkqEs/vJnInVKto0OJVJAsD/uS2UFDWvVfemEEoxI8tEI5+DKACTquklVbWaMbkaBbnKpKoxZUL+P/LSb9Kf5B1lhom4/+RqLR63v/VINrFapUxSxo3R5iD5I4S/dqoREjR20ubSD1pC3hxjpPVaSiNVJY+dfIw0Yj4Jc2+lbyV6F73i7zXxtu3RMX28IbEqPL18a2YmVfVHP2mF5VSRqlpN8z7aj/9zR5QpSr1V72vCLOqq2iVWhde9GMDcD2JMrFZPfMpIjq6qUccmr0yWBDAe9oKSBMimM73N6cUPbxCbWQX9Wp43TiYQu5+EjBeOST3mCtoS61V//MY9+LI35sCeq1aHFv61cW256F+aWunTQKymb4j3v53DHyGCydFPvVXhrcqPLgJEBCRdAqB5zqJ/8bb5DsNc1NIgBpa/jsGe1T5l1wFlzDbomNyBvEGKYslPnuCec2RS1RhCVZDl6V0hM7lqyPOoNJ461/3U0pOkqjZ+ee6kiUzAyGNVkqrex/bME6uEIUXToz9peJhcNW9Fv8lV9la16DUp6VdiqFW0eLZpGCmCqIOfm0v2VjVqIbnd8BPrIGzBWZrstWqFl/uFdH3KQV5gTTaxWkmtx6F2pS1dI4ZVf7H+vbbiz8Ht+DM8FjO4uoBL73iNWLVukyS9kZRgVpWBtehb9CrK5SGP8BaAtplonTQZLa3W/lze9VY5WFVzg0mrS36wKitTVKB6IA+tUk/67zKUlfNJh0lV2fJ6xKofnqqaXWWbWBUnPjJYVTpoVdms5LXKeqvGQ6dfeqtMqmaHVNVqypIAVksS55N9c4pMqmaJVNXq6pbcsLLIdPzuzTsqDDI+mcSqJqeRXmJV2r8f43I6elJjLWqbTef142BVxphJeQRJjrkhAZy3RvhfJCWYlVpRMbRmPvpXvecOpMImaJm8IVraFFCT2h1N3HtUMqmq31CSq0iXrqqRSbLequE+QGh6Ow9mlWVd1XosdYlVj7qq9elnmlhNuq6qWafL0+Rnd/ZzN9Um+iuvkglMqmaPVGVy1U6X9zroiGWjnYwy904Y5FiUoLIkgBX67slV6akarCZvconVrKyVvI7NVvaZzN/dSgJI4lBShmlyzPCrFYVXVQY2IUkhV6ldBxY+jYG+fodNPAr5qbPQOcrhZ9XXna/mWALAGGm6XZul8YYlAYxpZ00t3968nnVdVTNiVehCDx8X2cPTbDTMLLFKC6ESBatK6YqITEOQq+7mwtR/5UUSgEnV7JKqoubkEZ5aHww/ur6bUUcbiJ0vw/0ocdzTqFFqbrCNe+1Glo89V83ay7kkQFiEfFKJ1QxwP1WDSku4O//Hs2Fy1ebZg6JWg1Wlfzh2BTaRqmKplIHOJX0IjRRHXcEX2EcDy+ZhYN1yZ+krG6Kw4aboaHH2mfa22GM76ifOPfHclSxJX6U5WJVVOzC5aoSQ3WBWTKqORLDeY7VGqjoapEyNNrPEKl3/r6RMAmBkS6uga8tePTOthrwk/+5WEoCDVZm0uq+aqioq/d1YvbILfTEztHjprSrIFYroaG9Fa76AlrY25CPv+E4nKfZUNTZxTdvX8Q4lZr3GXnEkyZHSE097EJi85dxrVbuM6zlriwSSSaymXQKgsdGcjstBW0180pdXbEXoestHeIDbeM8yoVS+oEWuzgaxSk2YFL3VvoUvoLdrLYoFuwd0FZQHN0Bh5uYY7ZJYFfiQR5it/sISAPpDgpoBXVWzZU+eV4QG8OTFIZZx55I7K+frxlROTdVKacSqn7qq9XhlkljVglVlYevGeqvmw4NTcpW9VcMiVYH+t+fgp3c+h+d62YvRziRXyLdiypjxmDltA+y8+VbYfbOpGNViazVrJ3mX79jNn3VVjQAOMuCQy0YN+DO5ieDHDAHrjfHIpbTdfuge9eQQq9WVX2a5seBtwb0VRfeltAotYrJxOVhX1QKblAarsrLMeEsC5KHkx6PctQD9Cx7FkFK04U1MbOhEFNbfDsXOsWjJdUFV3c/M1sGsaFyyntes2iGNv9NBM0kAZPehyTrH5KquAciDLCMda9ZVbQZtmFgdlgDwd02UOWKVvFTTFqzKbLAVUxUHszKdj+ySq0yqWkzrvnqrlvDOA9fim8+uwEB2VxPeap4bgwP32R8n7zoTEzx4G3grhJ0Ji0lVI4yzJAHQiAFLAljN7OZ9q7ZFtdMHvfVy+jppxGoGbikbNGo49uDdosJPwUpvlUlVK8LZeIMffmuGn2N8ydVW5Fo3QE7tRvmNW1B5fB66d5sJ1XAQrAArXseorkORP2Rv5MjDtbQQ5XLJNajmxKq20uGxqRngrOmqGpmY9My05/ns2kwT+aGRJACTqvrNScRqUN6qlGOmiFXifYSuaiK7jvtC01RFnqvZ3UiYYyemdBveKywBYICjr4RqLY+ul/6DC+55C0szfVLrvt/LLwvYZPrW+OT++2GvaW1eE3PxvdVCmSUAzElVK/xcNElCPuFgVlYNZXy9KwpCPjnEKs33PKnwXXb9/qVtuBo38HKdmN3x2Ho0ygn5sSw/mtdz3PqWUhmPfMd42TSLbwJ+/i+UxoxC3747YmhiY1SqNci98zbaXh5A644XQvnYTPld7wKUc4OevAaNyVWWADAajbIVrMps9KiR70yuNuMkydXacTrrqhrbUqnUi7KJl6/XOSxTxOoQ6aqSknYG537NazWDVbfVR6yCWTGpagJjQMQqKr1Y8t5ivLO0B72ZioRpy2RHvKSU+7B8zSosXrsa81cuxwf9pREHSOPGb4LjDjwEh89wGdrVeZHqvjAadbRlNpMcesskvhQnI3WyMIBZ52u2EukzpvWp8Gb8+BOrVdojPEg8jZpBf6xFwWU4RiKt9Rx1eJMqFZ9ZV9XYIqVcjcLEc8z0VpV1a5B7820oHfsBO0+uNuAq4K/fAv63BuXxrRicPh6l9TpQKapQ+npQWLAGxWWDKEw5BMpJpwITqiPEyoeAB7uhzp6JyuRW1wRrs94qB6sy6ll0ayetAbbdzW9SLoKJVX30JLUqx+KyeIVndz2kBkvSY1WLXuHOFo2/ygyxSqc+5K2a5YfI1chj2sS4AYROiY4nC0sAGJ2lVoftoIhVcb00j4GBfMb1hRx0mlIXVi5dgFfmPY3b3l6MJaUaadk2dgZOP+wQfHTjdgcJ+vWq3gTPEgBG6GZPV9XYzlgSwKwPNnuthi0BoJWOiVW/xsow0+GNlxHamiyA3J7auNIUZrPFKC95kMOkan2TRB3MSukfgDLvaeQeeQ7AlsAxpwIzRteK2PUCcMXlwPuDBgzNFOAz3we2H1P7ffUjwP/7PTBqJrDNLlD32BKVCS1Q886McaTXqp+eqm4O6OvHPzffa3X3cxyV5aCDL4oHw08jAiQHEKDbgRvI/Wp+L3lr0vFCi9Y5Pm6yjqNtmtVDNpOCoZIWDtuvhhuJRCaI1azpqhoZuzjrYb1V07GgUW+VSVUTuEKY9JlYdTt1qRhY+AT+dt9jeKKnVD29BPLjd8EvP/sRbFR0m67b7xoXsNahDNzmlPTvorjGHXfMmFy1R65W/cYiac4kEKsZv6lsYBfBbC4iMUIfM633XBUIMUwj0B2epxQZOoWfkQiErbcq2mP1CiivvQLlqaeBpWtkgTbaHzj6U8DGDbeV3rwduPUWYEFPAyswBTjuq8CeG478d0Gs/g7QZFbz6wHbzIZ64B6oTJZEjl1ypqZl7JwA0rczuzkHY6Ve7ocYlVx49gZT3ESnSphUKlqQwUaEqBd4R81pCiNHv7DHQnmjQut/ctwhWRZnfcvzdt5rtZ2CrmvFVonQASDZz1CgM1bqiVWCuVTJnq6q0chJts96q+bzSr0sAEsAmGDleSS2nt/NiFU5fZjvd8Qk7MtUa13WWL5RWYIHb74W1ywZxJAoYBHb7fBxfP+wGShEVmCNVPU6E2sVsJpMI6uoq4zZW1UfNiZXzcxJRoatPeH3iUpptUkwFOuu4F32VI4rucJE3cyYVLVuA29vSHrNjeX5MRPUtpfeajHy66onppXxDFfaj5q4LT8xMSR15q0Mdr+utXOOJQB0mixMYlVZuRC5Of+F8vzrQKkhwNTkXYBDTgZ2ntpcyoX3AP+6GZjfLaKuA5OBY88HZm/Q/O6aR4Af1hGr2hvKKGDmXlAP3huV6QVb/Z+ut0tJAN5hGfd2xqYRG7GfUwGSdeSnGQFVVURwdhrDC7nQvWcS0yTlcj/yuXxgB4KpJlaHg1VRH7S7WkiMabgvqCBXcwyJEYKaZy9PayY2FtLEZkSs5ocG0bFoCQr9JZOdnAK0jsHQpInoG4Vhr033PSeZX5ZXvoi//PsuPKrd+lIm44tnnIyPTtS8DLwuUtxQgfVnrF5x9Vp+L/nX/Eu9pKJ9S5d4+DEZmY3m8ZDGI/O2iW6RIbmUqu1EVIzK0KpIFxUqbSgUBbnCBJ0dR0SgJKAzpwOZgBbMrMuiAAAgAElEQVT5wySl1Thfn7+XMdx9a0hSmzbV7tNwaq6ypkQ+O/OOcppP0t6XuASLiVIuQVm0AMrTj0F55W2gb8AYpg9/Fzhya/3fK6uBp28HVm8M7LM3MNrgbv+8XwB/etogD7oKOQ7Ycheos3aAus1EVAyqr5FjYspW5JV3fvQRIKKM4alhQ6QqEYfZFnU0shUIyTxyQJBOR3lBHvLTjMBAqRvFXBF5JRh8lGUrn7C1CmgpViMKxq6VjM+pqfORDAA/zQjQerE+wIX30/7oJkdPZW8yD/kP5NWr6dHShs3qEbWn01evqtpuYRRFrHoCuvRYEBtTq4pWf88r4SzfjYjVluUvY9w/b4XS3W9S4gLQuTkq+x2C7u3HQ1NVsVnFFL1WwYrnr8PFT8zHOlGrAnbc7TBc8JGZGGW3wX1AQ9t6ktwGP/oIyO07A8T24QwBMeRHbDaxlwIQc2TEIDlr1lDeZkRMYB6xlpJaovyMREAjVzl4lcRFw0Oud4Kxl9z7c5G79VFgzSqg18bKdsYZwJcO0DfdrreAh28CFk4HjjoCmFqnxVr/xXM/AK55xcL8c0BxDDBtC2D3fVCZNXGYBNP2abRHqt9RyQCV/BghwORqtV8JUlV6rKrer7ekzuDKFXIeGj7qEvXLKyQJEAx5mGQAiVilQ/iiUkQugMWz8t7SR22Nae2tOl4AcUDWjPQSeqLBTGxxqLr7MlCkwfqLlX5gZMuMzFaw7qvj+5eyLsXqiasf6PhexIgTJB/FQgjAGBGrrQsewbhr77OBQhHY6zT07LUhurM8v/QvwkN3XIO/LpGxIvOjt8YlnzkU20UQx0pwQCHYjg3jiOUrNY6MQYplA8WsUAGsC13VkIlVV7BF9hGPLhbQ60xSQUURjswIfMi4tvKvC5uX4Qk+aAkAZfXLyP/qesDMp6CxXcceAlz86ZHnSuW1wLzHgf/NBV58ERhUgB0OAGZuD+y+O9DakMij3wdummffYjq3Ag4/BuUdOzSXD/m3zlaRyVVzWO27vNhvniS9STZD3phEHHplGpJUb7tlrQhSVf/J5woNMlF2U03ve0Ss0kM6tAWBj7+3C5R3ljxiy0474kqs2lgbMbk6EiSiVO14Yaa3W1lNYoSP9FgtsGRCE1ia5yHxlNKrN7gtmiGxuvBpjLvh9pqQvlmT7nU6evbYGN2ZlpxRseqpP+G8Z1dVFybjcdYZn8Fh+nKEvnZ9Pdk36THPjxEC7BvFtmELAepHMelIsSdWCVD2Wh02q5iYjS0zD/0lg07FxGpzS8jLUtVVIQWyisuAFLrRaNfag+1ZuYf/hNw97zurXeuuwHe+CnRWP+t+HbjlKuD5d/WltCbNAo74NLDd5OoHg8CdlwD3veMgXwWYcSIqZ2wzHOeAvA31HnnXLljcHBQ8dq/WvMJjV7RQClSqemPaIqtCKVF8MqE+Jf7oyMAQDS2coHIUUYP7l9ZqGrFK/01yAISPn7cLUk+sEnAi0nuGJ/v6IYA6GssjGA+KjedhmiQAD0n6mBVI0y7AOYaJVf/AVRfei+/c8hzkkryII085B5+Z5l/6TlNictUcMTfKtU7bIN7va0c48S5llKWLk7RhIohVrbG8SvZE2ei+5B2uFqcvRQ48EW3bbnVawcdeRk0hEcwmuRq0pyohq/SvQu5ff4fyynJnvaF1B+CLXwM2LALrngL+ci2waLl54IFR6wN7fxE4ZAYwsAS4+afAUwud5VvYGeq3jkGpjcgfkkozPwisMPljiG9WiWfhqcq6qs12QZIIkJ68VoQzzVgFobfKTAYBWU+s0n8TsVoQkgn+4JMJYlWy0uwiRd2PSFWrTuhs5kzP203IVPf1dOVdkPPpqaovNSF4iPyh4Sgo3UwmVn1pKpFIecGD+NF/noK8zFXAXgecggt3jVY7Oyi78Q+16FJivdU6oiO6ZohtznGRANAAShaxKmiK2LZt0AXLbs1tIGvDCSPY42QbZYzpK3INTcRqkMft8au8RigHXTJl8Vzkr/0PsNKJDgA1yYbAyRcAo98Enr4bePZNazaGKrP+3sCR+wNtQ8B9VwBOCV1lA+BTn0Zpu05xVdmKWGVJAGMLyqLXqgxALoNVMW/RaBsKyhX7gbzydOE9R+Myz/6NxKokngu+BbPKDLFKpiQkATJsUyN1VYNeAiQvfSPKmUyGJAGytVS0336ES1DBrJhYtd8OVm+WFjyIn/7nKcjwAwXs9qET8K29plh95vp3q0W0Rm3Y2Me6LkPSP2RyNektGEz540aqUi0TRaxSgTMqC5DhJbB1Z7Q5Gclrg4ykHqBSFUCulrNyUzAMb1XCM/fSv5G74TlrO256YzSw00HA0AvAK+86+75lKrDXTsAjd5t7uOqm2gnMOg6lYzc31IBs/IzJVfPmyYrnKg0jJAEgpAudWWyq36ZZh/AgXVW7hDMhSHMWXXsnXdGsP43EqhhbSW9VKfiCT2aIVTnJZzeYlfRU5eHJaEAxx0bTKeGltO5CWtB0SiBevUys+jcFVhY9jB/f/MQwsfqRw8/Cl7dp8y8Dlyll/LzLErXskassAWBqFFY3les/DtHpN3HEqiBXs0WOyfjb2aqz5QCrYWKTVK1Pjz1X9dEV5GqO7jOl39Y0IjD4uqrI3/RzKM+usjbpOL3RuisqF30CQw6WmiwJYNyAWSFWhyrk4ayikv4hxHFvVVVFyCM4ZXRojMoJcjXboOoRq9QIeSWHWrAv9xhliliVrLQSm2APjnuTyw+YVLU6AbQ3PNE5DwezasZS26pp5KpLM9X9jIlV/9Asv38Hvnn7XCwSSbbiuE9/ESdN9S99LykxuWqOnlgI2RumvDQDfxt3BLRLN3bXfEysWk3+mSEa7ZpM3LtAYOVzsdlkYtWAWK3+s5QESLflkduF5hEWmG0SisveQv7qa4AVQ0FmE0DaE4HTv4KBGfaTJmJeddEf7eeQ7DfTTq6SbihJANDDy94GW1UVlFQZqsrNIzxXc/lMHHoZ4WNErNL7pLXqNdhX5ojV7EkCsK6q2eDj9MyH9VaN0aS+JfVW3Q34eikzsepm6tT/ZuXjv8V5L6yr/jgBZ51xGg6b6F/6YhFUXQW5MQFpN7yMMmqR6uVKfxuMU0sUAq4lAEJwVEykx+rwzs2/OSuuBpX+GnpA3s2EpdkOOWu43OR6KHEiPtWuyKdREqCmeRlGz1KRe/pO5O59FugZTETb1wo5CfjoKRjab6K4umz3IXzdkkd280jye2nFhvYQQxysqsk0td1RuSqP4OXAKuvBrMyIVU0yQZKr7p7MEasEk5AEoIVQGPOhu3bx7SvWVTWG0impKmxHuIvLP/w0IyCCWfnYtZhY9cnKhpZgzm1X48+LSyLBsVNm4bsnfhgzWvxJ3wuhqpVAXHnnfmXYIDVJgBBYMn/MglPxEQHXpKpWhoDNJrHEKuGTckkAHlZNOqIPkw57rurjK/VW6ZZg+nT9wtJVHV4fLX4V+SuvA7oSdvic3wT41GkY3Kbo+Nic9VbNFxBpI1dlsCqS8k2Yjfu4zjNLinRVKQicHw9pipLmahYfM2JV8jwymBVh5ObQNJPEqgAuA+RqRaXhiZfUBks+6V3nAh4RrImDWTXBqsFJQxF59vrxMLHqC4pY88ot+Pmjr+NdwasWsc8Bx+PLu05B0Y/kPXqq1heByVXzBsme3qpPBprwZDyTqoI8dDff2YUu0cRqislVn6Ziu2aQvPd8IVblyMzPSARII7FGrKYHn7BJVQ3V3FuPI3fD3UCPPr1CHqFRUNi0rNT178pvBBx+DEq7r+eKENK8gplmMxpZpGp2Gh6qB3ljllJTI39bRZLO/i3i5O3tbAazsiJWqeXoBmVRKbo6FMwssSrJVRlwJ42PEH0WFy9SWkGPjebGW7U+S9ZbNW4AMWBXPVc9NhMcEatKBzChDVjZIO6/1+no2WNjdPvFInqtVMjfV1bOxT/uvgt3rSFdHqDYujm+e/bh2N5BMAGrIlf3T1av2fqdyVVzmFgSwJYZpeYlX0hVDQ3/1uVN+CaeWE0pucorQIOhwAdCdThlwW7IqHKMdzPekvypzlx+4h7BKB8VqapVNffGHOSufwDol7ePxLAFYIBCqCs5tIXshFZSyxgo5VAsKhhxAaplI2D/I1Had6orUrW+adlz1czQFddOQhF0H8MsSVeVJAD40UFA6KoSp0M9wb8ZJqt6q3aIVWoFCmZVzBVF/3IiZ5NtYrVKriZ8ntcdh8rCW1W6NPPTiIBXWlWmp0kCMMLNFiYkE0QEQm/WZ5tYVcYD2+yNoZ3HonD7P6GsqRP4zzKxWl6Mh269Adcu6seA2PuNwof3OQJf3mtqrEcGr3bjzeri/7WQsuEnEwgwseqsmXOFCc4+GLGDT0+/Sk9N3Den4ZcBLfrlepuRb15xV//F5dXKACzAVZJRk6paoXPvPI7cVfcCg3KdW64Mobe7gnxnKzpCJlaHykMY6CtBzbeivT0nPVdbpwEfPg6l/SZ7JlUpOdZbNTfXpN9MrQhSldqZidXGlqbZhM5MNHkEvzmdLOqt2iVWqS0KSgGFHA2q9uf1TBOrgmfQgu3Yx8zVhBzeRxysymoK8mvoFuQhSUr4qCkanp0EmxNhLCQTyCvcQ1bGxOqTGHf9XQAdc6IVmHkEeg/fHr0tQKFrEcZc/2fkVtN1qRyw12cy6LFaxtDSF3D9fQ/jgbVD1aABCiZu/CFcdtyumOTT4tsPbVUj8+BgVuYdh8lVDwNLQj71lVTV6hyQ12oqPFa1XbyDRXRcTSk1S9ogAA6IWJV7CiZXDYnVKjZOvH+CaH43aXoKVtXbhXVru9E3BBRGj8P4jgq6lq5Df72Hc66Alo4xGDfenvC9suY95K/5B7BwHQZ612KgK4f8eqPR6dPazi5GRKz2d/VAHWpD66R2tI6aCRzyCZRmjdUlVdXeLqxd0Y0B5NA2ZgxaKz1Y2z00wiMsV2xB+/jx6GytjWJMrlrtbJM54lO71hOHdu0uK+9VVAXlgD15s6a36oRY1YjnvGI/mFXmiVWxEBLkWDIHpcbBhYJV+e0unp4BzP/zME1vVbOedFiRfy2ukatucTEkVuc/hHHXPST8YrHV8eg9dGv0tGA46mjr0mcx7ub7gHWdwF5Homd2RqQA1EF0L3kTT859Cne9uxTL6qS4Jm+6Ly49YhdMaXPbGv7Zhd2U2HOVyVW7tpK29wIhVQMEKTXEqiBXkzNG6jVpsksfoJFqC/4As2Bi1RjcenIyaeSqdh3dkcdY/we45zd/x69ueR1LCwUUyQkjX0BrXsXgYAVKIV8LhFspoW8oj7ETp2LPgw7EKSfsi80nmLslKANdyD10G3pufhiVvjyUSePR3qLo650GZPND5UH0r14LdaAAZftj0XnaR1BeTxleiw9n2zsP11/yB/zk0VVobS2IG235QgF5tYTBioJioXZUXKmUUSqVMdiyAT5+4lH49BG7YOPxeXER2i/HmIDgiDTZpHmusq6qBVleDeYVhlFRICsiWLPwOCFW5WEp0JJvsX1oysRq1YoSr7dKbvSK9FblRx8B/2lVmQ91umJ1POINTTP2Qo/WzcGFug6vvvAm3ljWjR5VlTpC1WejrsU49NUPgPVm4rWNJ+LJAuRV9+pDZ/5Te5fjkHfXYnDsFMzdYDSeT2vjkNeDOoSunjWYv3wZFvb2Y63w5NUeBZtssS/OP3gWNu5MFghkNskqcbijb3K9VgNymwwX/uByk3KNiXrSRaxqM3uimmB4PZK8UodU4rA6lao40mQLqfaxyEbTW00SsaoRVo7k1fpewRXf/jN++99FWOsY+Tw22GwbHHLccTj32K0wymQuoJ/Kb9yD/j89AmWwhNbO/EitU8d5O/tgqNSHvp4OKFsei5Yv7UQyr83kZ9cbuO4bl+GSp7qdE6O5Fqw3Zgw+9Okv43snbwkKDZA0AtEZou7frh1cuE8jzC9pmyIDMunYTJgFiWFeBAt5qoZn6yoKuWIm5COdEqtkHkQ6k96qnYM1Jlbr6YcEB7Oi7sekqvHoGBSpquXIwazMZ6YC6a063KsOzLsD59/2GhbrnBXsXang5JKK94p5/FIB+nWypwXY/qqKrSvA03kFj8Rw8gy6SErLBBwwazaOm72Vr56qfgarssKAyVVzhJIVzErrzAljDa2M1Offk+g4kD5i1eGE5bMNuEmOe5UFamERqywJYNgQFFhXBvpKRjArdxIAJbz5+2/hE1e8iz43Hbn6TUvbOGyzzyn462UfwliTdKiMldXLUHnkBRTnPYXCmno3Aw8FsPpUmYzKtjuif8udkdtlrMEh+Bo8eNHX8PkH1zknVUfk34b9zv4ufn/6TBEclx99BMIj4ry1QFnohtItQ3YG05DURGRIc7YkNGfDe4gjySHnWE80vBL6l5MbYpVyJ73VfI587c3HHyZW69oquXqrrKtq1uWCJlW1vAuK1FzlpxkBgoXIVfv7mjLeve9KfO35tc1XishDGMA4AMttgE2SU3U34m18kfxXRrW0YdzEGTj2Q7vjQ5uOJ8EEX58wiVUqOEsCGDefXIzxwOOrgUeYWNIkADSoUkWsapXSor1HaA9OsuZRoBGt6tY0ok7FsgBG5I/277nYe/a6CVg18NTfceI5t+PFipPea/TuBJz8g0txySGTbCWWW/welMcehfL2UqBrHVAu2frO9ku5dqBzErDhFlB3nYXyjLGoFI1JoN7nrsfZ596MJwdt52D8YutUHPXlr+NHx00L0ZPPh3KHnETcyVXaPxBxqAVkChme2GdHxOqIS4chlpgOLYg8TPNdQbfEqtRbLQjvVbM9FxOrDQabRHKVPFW1/+MNdvMIFA6xKhfwReH1TFYU5llTiKOu66zIY1UVwazsbv763nwIlz30FtYMkW6wD49Uvxf/kz7FDBWVSh7jx0/EFtM2wHabboJtpk1AqxvJHLLhYkFzKPEBeH+SYHLVGEe6VqnwkOOPoUWYyvDBk91BMsKyNmadSmJVTBfJaIxklDIig7V/outzAWm9wy3TCGp1GSa8VuMsCeCGVAW6MOcb5+Ez93X5ZkttE/bCNbefh53txbUS+SqlPuRemgvlpZeB+UuAoRJQKQOqUzeDPEBES64ATNoG2Hk7VLbcBJXJRRvkz2rcfc43cMGTq0ZIdXkCpn1n/Pn2r2PfMaS3yn3LCMu4YqPpqmqkKi9bay2oVANVOe2hnvpT08e0T5fkYVoft8SqGFehoCjIVWN3JSZWGyyHrqnkcrnEeEixBIB51w+HVK0bGEE6JdVr72kdlTzUy2swK8dZ967Dgnlv45HHXsdzH6zDklU9WN5fQS6X5vM4xyiN+IDGQLXYhulb7Y7vnb8bNmyt/Ry2p2p9wQR5yAcWho0bb89VlgCw0ysjXct6bKLUEqsJIFeZXjCmFyI/IRQ335lgNW6heEoCuCNVAXXx47j0rMtx1WI7I77ddwr48Ocuw+9P3wgtLvgOpVKBsmI5lPmLobz3FvD+UmCgR3q0jjg4qnoftE4FxrYA7ZOBzWdAnT4N6vSJUDvlCoyub6t2DpyW34lTPvY3POUne6a0Y/ePfhF/+f7uaFV4RWjYr6h9YjgxkARASbiC8aMhoDVTpUqsRhmAXKq6Ss/MtB4KeiFWqc2IdCZZADGr6xzaMrGqQ6yKDbxC4MVwVKorr/BSFd6q/DQjEB0urLdqbo+kUELeh0H2LnXVfDz870fx18eWYs1QCX2lCga5ozgaKHJjN8TnTj8IJ8ye6LuUgKOC1L3MeqvmyMVXe4yDVZm2nDYeBjkoWnU6j02UbmKVwIuyccwbL74lszK6EH6Peh3PxKppI8tlWbw8V7UyObfOChbe+Fuc/+tH8Fyv86+Nv1AwaaPtcOnvv4ODprhPV4wTdP2rVAGRrSiVAWK66tfG1F+KRaFrpuZzEIs/pfaKoF5t6T+qWH3Pb3HSt+fgLfdF1v+yuDV+f+cl2J/0wPi43aJ/xWd2oOvt9Id1VUc2mbzjqqBUkXePo1xraMwJ6a3a0RP1u2uHkZ5XYpXKmFfyklzVI1bfXvyIamfd0dE6IYz6xioPoZdpB5xISs26qmawR0erylLRWoTWJPGZ0iIxUt1MCROSBHBx8G6jEkNY9sh/8ZdbX8ODH/TCD1knG5mm8pX1t9sL3z93T2w1NjcsnRCH4ZDJVXNzi2cwq2gXi3HvoJF6qvoETqqJVQ0jO15aPuFpNxleY5ggFYcJq1q8oFY8du0kru+JYFbCmcVvJXj3NaYwLu6ebjz0lXNwxpwed5+bftWKT1z8R/z08I4A0raXpHTmseklWlmK+y+7HN+9+W2ssJe8g7fG4uQfXIbvfHSi+Cau194dVCiwV4VncQwmCVoBDgkOP+rdeWBQu06YmqdUkWcecXqk52r69Fb9IFYJGyJX9chn5Y0Fc9QCRd2xeLJIrBIk+ZgK+1VUTaHEuu2s2jZtv8dl2KZuFbRnZlLbjjzraOnqb/caxMIHHsTPrpkrvAWGD+FbOjFz2mRsvuEUTB+TF17e/BgjUCmXoUycij1nb4otp1KYMOmhEJc9aqzPu2JgWPGSBGBC1cokIoqrY1wsl02WDWJVgy0e6654lMLKwiP6PS4TllZ99lw1NQSVTpfEOiNaq3YrASAr9z7+cOQF+MnCIGxewVYf+yr+cfHuGOWW93VZLG1PZZtUpXx6X8SPT7kMf/kgGLpo/X0+hxt/fgAmC29am2Svy/on/bOoiWcOVmVsQRQbgTRVZaycaMc+vVLStXciENP0+EGsEh6CeFYKglwlXkGbu5RXPnhYbS3kheag2ZNVYjWOkgAVVSjcROouHt9OFhdaVR4SFnJ0yYmfRgTIekkSgLzC/ZlKSlj+yAP4/h9fwktDtc1v57iNcdzx++KgbadjfNir0SQ3e66E9vYy6HAgTqRqPa0R8f4r1q0bL3I11lBFWzga//wZAP2rh0ut1dQTqyPO4+LRaPEohX+m519Kvi0s/CuSSIm1Vo0AlZ6r+UiJVW+kKoDup/CtI36GG9bVarnpNhth69FlfPD6Ury8pjT8Q37CaMxozaPU148Fa/pt3a5q3+gj+OMfzsbexCaG+Gi7KtKAtL0eXHY3PvPxv+KxunGzOGETfHXXCv7z2GJ80DeEHsG55rHrJuMwMFhCd98g1vUOYuWAjfA9o/bC3287D3uMkkAwuWpuEFGSduSNSa5g7NIyso2EBICqYEhwOnJ2iNtDZSJyNU3BrPwiVqmtpN6qEDisEauvvv9flbzGCoWcKbmaVWJVLIVipLeqooIKj06GY0/chm4RrInJVcP20shVz5PJ6w/ijEuexRvV9ZhSGI09DjoU5x+1BUYVPKeevQRyJbS1SWI1dsRPtTVYEsDcLJlcjXm3jXHfcnNum3piVTMnsf6KfgMUfQli2r/iOmFp85awHW69RuupOYtEE8zKM6lKFVr8EC485fe4aY1WOwV7Hv8J/OLo9VF5/13c/8gbuH/uUsxbm8PGG8/EGZ/dGTN7l+J/ryzAk/OW4LX5a7Fo3QDWDZZFTIDmrd5UXPSXn+CsneoiiobQDUXAKqf7znevwUePvxXv1pVvw1M+h1s/VsTQ/Pdxz4Ov4I7nF+GDSic22303fOcTU1FZshLzXp2PZ99Yjtfmr8K7qwbQW6pgSOhyNj4b4pJbfoZPbaARq3JcdlrMEOCLRRZREatSV1X2bm6bBlNQFZQEqRrv+UBce8/Rbj3e5bTb0fwkVjVytZgrDuOjzPtgjrB1Sa7KoE16T5aJVUmuyoA7UT9SAiAGBYkaCJ3840aqakXkYFbGxkKWTLIAQs/Y7dO/AP/+2X/w67k94kpFS/sEHH7Sp/DZPcdzT3GLaZVYLcbc3ZrJVfMGFgEYeTXrthcE+l3sJAAaa+vQczUzxKqGU4R6q16my0CNOg6Jx5xYlRCx56qeqdSmqvCDWflCrOJd/OzAi/C7YWJ1NL548adwxtYtI6tbKaF3+QAwphVtrXRjVOvRKiq9vVj6wVI8MeclXPfIQrw9fAOLkhiPz/3ip7jwQ6ND6WmuJAC0kq17Cpd84me4dth7dxTOuORUfHHLhkVlaRDdfSpaW4so0oJzGAoVlb4eLPlgIf770Cu4es4iLB6xlpmEC/7xW5y5WQ0K+TOTq0bGETZ3QN7N8oBA5sxL0VrLEB5SVzUZt4/TpLfqN7FKrUpyCcWc9OIaJlbJ8MmzrpCnCa25W2adWCVEaJMa5ZpNSgDwo78giy8y1J1IoUST2+BN0cgWFPh4CGbVfc+1OOavC9FXXVRtc+An8b0TZoSuQ5WqnpkQYlWOy6lC3vfK0MEFP/FCIPakKsHFxKq50UTkucq92aRZolygOxxiOJiVPmDDnqsKzVzhWLs/pCrVZyX+eeLn8Y03qnUbvTEuvuijOGpmA7Fqx1Yqg1j5xGP4yh9fwdzhKKyT8ZU//ARf3LXdTgqe36kPVmVbAkDLdfBtXHveD/H9Z7qrU8lEfOXS43HKZip6Vg0KT1QbF/5Favl8Dv1z5+C8v76FdzTXVWVT/N+tP8IxU0dWkyUBrKatsPpULSBTXJ2ePHcQDwmQrIb05CWLDadNPBS3urtORzCrIIhVzauXNFdHEKt0zkPEal7HfYyJVXmQJjyAIugDTKoaL8LIoOM+cEvyUP7hp3EhJHVoC3Rw4fTwrm8Z7vzRNbhsXlW7qmUTfPOHJ2OfCSlGuTyIAdXoqpgcnuj0rC3f4p50rNNYTQKSTK4atxJLAsTLghNBqmqQOSBXs+exSiCFN6GHl1O8+ovt0iSIVK1ZTsyvhNgG378XpdYqpUfYSKsPMqCVf6QqlbQfL/zfBTjhpqWCNBw7Y0f8+Ny9sPsUl8Ff1HWYc8U9uPT+pVhByY+ahV9fdSEO2zgcuyEO032s17V48U+/xvl/ngsRyys3Dd/7v8OwbXkQo8cU0U7yg8KNUUVpbReefWsQY0/cRXIAACAASURBVDdoweCStVjVMhqbTiiirYXIdRVqRcXQYDdee/Bh/PDRdQJbZb198Pcbz8XsqsZqvQXKa+c8Yhr1yqCxEdIRFWCIXcF0m0AL5uXfqBleSmkIZhUEsSrndAVCEkCTApDNIrtbvpAT3qv1DxOrEg2ht0oohThmE2lIxGqomYbXTz3nFHdSVaugJA/jq1npuSFcJqBxqRq56iSZobkP4oIfP4vnxXWpTnz4mOPw1cOmCw/hVD6Vfszr78GLagVLVRW9OpVsgYIJSg6bFDqxf2ubOxgSRqwK8jDEMdkdqNF9xeRqdNg35pwoYlUuC6uLH3MMM0esanCEJAnAw5uJ/SV08JeeStyy9S0rhxu6P0yL5WD1Vv0lVWUtuh+/Hud/+2Y83JXDuG33xN8u3BkbunBY1TCpvP0UzvzOM3ixAmy4z+n4+2UfxXSXyzons6Cmq+rU16E+j6Hnr8WpX/gPniMmdNTW+MPFO+K1hW04ZY9RI4P6DnbhgfvWYspOo9HzykIsm7YxDtm6E0VtIV8uYcn/3secZW/jz397AysrBWx/8On47aUHYIoBx8yeq+atTUGTghp6SFe1VNVVdWJzmXhXYCMlAJLiqTq81KmWOZ8rSB4soU9QxCrBQYeADcQqHR6p4sqyCGZVhxsTqzULCjWYlaqiLGS7k2vEQfa9pJCqGgaa3qrogEECk9C0SRLAPimqYulNV+GT/1wmrxQVN8PFP/kUZo9OMbKldbiuvx8P2dAr2jTXjgvbR6PoBo6EEatyQuM+ZdbtWW812kFxmPtx0x+jLbqt3LNLrIYzm6fUbGzZluVLCSVWpeUwuarXvkHrrWp6nL6vGsrv42+nXIgfva1g7A774tqLtsMkSwM2eWHgHXznzLtwzxCw85mX47qz1g987zAsAeCFVaUqDb6KXx5/KX67sIzc9Nm44dwNcPt7Y3H+vp0jK6z24ZkHVkHZqA3lZeswfpdNsUWj2sGS+bh1RS9evPIR3LmwgKO+/zNceuh4Q+DYa9XK6ILRoqUgZ0SqNgcbsypPNn4vC13VZD/CATNXSBwxrKEeJLEq5vSRHqu1xhbkqri3rAoGlonVkR2BSOcgr6doubEEgPEAlDRSVdt+EblKHuG8UWpuWzFggwLF2VnRVfDqzy/H2U9VZQA6ZuGvvz4MDZJLyZ7BGks/tBbXDgwIYtXqma604esdY9DmxtASSKyK/kWnhXz9yNA0qv4/VqbDvweAQOI8VRsxsBiSM0usEk4Beq26Gb4DMN94JplgQnUEoMJ7LGn+S+GZhEr+UT63dRDeqhoiK/72VRz75wVYNn1P/OeHszDFE1SL8YNTbsaciRvivF/+BJ+c4Skxy499I1VFToN49Zc/xbdu+h8wa29cfMwk/PspFSceNAnrt+aFNJpaKqN/4RL87aFuTNpmFJTFa7DBwdtjz8b4XPPfxG8Xqhi473k8MX9DfP3Gb2BfC8mvWiR6HkX1Gt5vr1XtijuF2OanGQGSR5DYJNseaYzIIYdCjtygkleXyIhVIlRFMKuC3IoxsTqyk5ApBa23WkEFFTV57uLhDKgkj5DM67+CPGS9VVMzKdraZJQw96e/wpeekcRq5zaH4cqvzoKO5FI4JhlGLkNrcc3AAB62kdcGVWK13c28l1BilWAR4zIv7EzIVTcGYcPg+BVDBBJPqgry0HwNnWliNUBylXurycDiM9kW7RBGxCq3ti4BRMhUZQH8aKMgSVVRvjUv46pv/RK/7d0OV5IUQNFLqRfgWyfehsWHfg6//9aHMcmDrICdUnjTVdXJoXce/njmj/Hw+K1x5im7YNrylXh9QS9WD1bElWi6Jau2tmKjaeOxy9adKKztweLVg1izbgArusooQ0FbRxFtORVjp/Xhrn+8A6x3ML787b0tA9Rq+rBqqsYJO61o/x2/9FZpeUDemEQcMq2qQ6qqqAar0m4p2G+juL0pWlglacM8ciIqd7LmrUiJVWrMQkFBPsceq3qGHSS5SpMNEatJM9iwBoCkD91kO5rearKGpOBbmCZlOgcjWQBzbEqY+7Nf40tPC4FVTNv7GPz6s1sjnHipweOgmwMTq5bAi4uV3KmMSb5aSBBLLPkFfxBIBbGqQWFAsGaeWA2IXOWhTJ9q0/Q3/emh8UhFGak8GY9CxaAUkqjxx2u1RiQF27P65vwRX76nhFM/tg12mGxf4KoJ7vIi/OILj2GjX/0Kp21rtSZ231gyPrn0vveXGFOx7Mbf4IoX12DGgR/CxzYCBlf3Y3X3EPorQK6QR9vodkwaU4dReQhrVw2gq1cSq8WWAsZNbEdH75u49DrgiM+fir1m2meYWW/V3C68kquaHi9pqw7bkXtTTN2XRPBLbNL3UKBkCmiVpCdCYlXCRBsCIldHtaU5zLZ7kwhCb1VexUg6degeU6sv04IMB7Myb2kpCWB2tFDCSz/+Jc4RyvjAuJ2OwF/O2QEdVgaU5N+ZWLXVeqy3ag6TP5IANqMa2Wqx9L6UsDWn64ZgYlVzlPeHsPEnFdfNGeMPtatKKURIHFokOSxIcGYjZhuBjft21wja4EpZl3JlOZ6+/UEsxXjst42HaFPdS3HvP1V86HvHY4p9LtFxFcW1+cDIn7V4/do/4cnJu+LYzTyQzCvexE/nbIsLL9jDsQMFk6vBkatSV1UGZOKnhkBVTBOlikY3ux+74ogr1YrG40LC9FYjJ1Y1cnVs50T2AjKwbD/1VplUtRo+0kKrynpqwazSNdxataH930keuz6I3sgvK3jlp7/A55+RxKoydV9c/cN9keojICZWbRuPsd3YTiLVL3rfvidfKyroBk6Vp2o9WDqcOhOrdQB51Fzl9YBFz0z1lQSWBDBqfS+eq6GSqtUKqN1v4uH73sMu27e6nGoqWPNuD4Y2+DA22abTQWBX59n5LgHQUITye3fgwSWjsNck96NbeVUvnsZ+OGC3dlf0esXVV86xTOIXbr1WqV+VhrVDk1jzYMqsCZLJYFWSt/ByKBRMKb2lqrExpLeaz5ErlPu+7a0kzr6OBbFKZjG6Y71qMCtnFcjK23Rt2btNkW5ouohDv9s/jegUiGDlYFZNpqLRNmbk6qq7/4ETr3wfvfR1yxa47PLjsYPbNazfxhpEekysOkKVyVVzuIRsguuJi4lVM3RTS6oaVJqJ1Row5Pnlvl/Rt9y39MxMoJJqUlXWmiUB9AeZYXpCIa9HZ30kcF1VnSKr5Qr6lryJUt9SR+uW2st9ePnFTbDr0VuiJaDbttKZR4SpdllGe5+p5TKGljyL7v4BuFuiD2FR7w7YbPtJrglmUc8MjB/2WqT5Lac2oJGqGnHoNt+0fkeevPQn7X68NIbklRxIFsAHIixwc4gJsapiVPsEobWa452qbqP7IQlAmqokAZAEwwzc8vUWKSkenkhv1fzaexSIR5unNhnRUE0BifTWlaVX5+DbP34Sj/dRtxmHo886CWfsPj7aggeZOxOrjtHlKcsYMm/EquOmyMwHWSNVqWGZWG0wb3l32bHNO//CcRbJ/iADxIi0gYCYtAS3fo1Y1bCx11ui8FbVYFZLvehb9ApKg7RIdfqMR278VuiYWAzMGjR9TKclc/N+pXcVBpa+igqFR3f8TEF+yuZoHeXtrg1LApgD74RcJW/MEger0gVU6qrKy/JZeYhczQlyNd5PTIhVCGKVePd8Lie86/hpRsALuSpPDTWFkux0RLt2lEZP1fq6U5fKk9OzH47PdkFN0HsSHx0foP4VuOcnV+OHL8sAVq0b7YmfXHgAZqY1ghUTq46tlvuUOWR88dSxSVkBmknZJCZWdczCoSQAr/xMupYAJ1sIseeqvj04kQSIklTVSq/2LMS6xW87t97c5mjZdH20BWT2weqq6rddacWrGFi7wvmkW9wN7Ru1+0IwM7lqDL/sL9YGR8GYiDh0Q5E7b/zkfCEkAFQFpQzyObSXoEBWcQ9mFTtilYwmn6fojMkx9DBL6opcFYNT2qlD962QFWRYb9XcRugcjFRcGuf83of+iRP+8B7Wis87sO8njsG5h22MjjQeADGx6mogYXLVkgv0dHXZVaOk8aPq4Vgaq2ZaJ7ryVl4Vi2rnCjFS2XbotcoSAHomVL3FlcFNhzxK5s1Wo1WIm33CHkhDy1h0Iw6kKpROKLl29C97CQOr37Y/RiqbomXadmgdVUKu3OP7fT3pzCNHnLAeJT8Rhcogepc8jsHu1fazLe6IlvW3Qkf7GpRKfZ7LrHkRhll3+5WN/k0rL0vqfqWqbKEg56MvcnxKoCqZJpxpNI673mrsiFVxlqEQcAqTqwZd2aneamX4ZCM+Y0NcSpIVUlXDmyUBmi2vPk6Krt5qaTn++/ub8cNH16AfQLFtPD524qdw5t4T0rclMSBWSbNqsGGBs4HShq93jEG7m31ZroT29jLIHtPysCSAeUt6u2CXFivxVo8sSgAIxJhYNTYcB+QqE6sGMGaQVBV7LSZWdQ1C7Auk4C6g0Mylv1CJQle1vsCVSg5qbjJa2jqglNeg++3bMTBQst47VwB1yrGYOGUUoPah1L/Yd3496GBVzQ2Xg1LcCC2FHFD+AKtfvQ+q5bVhmljGIb/p4Rg7ugBU1mFgwIW3q44VMblqtdYxIN1VYEh0P7kzY4/VkTiSyoV0lEvR5snKVOp+p5pTMKtCLr56qzEjViV6dFqYz5PLL5OrevYmzlFtukhJUpV1VfX7bdZoVbl2EpqiHMxK1yQEPnp6q8tfxuX/737cumgQJVpvF8fhI4cfjnMO2xitaZrfdIlVBecWCnihNITHAZSryDGxqrO0T5MtOFjs2H3VmFzlOcoKw8ySqkysWpkGRUwxfYeHJRN4Mkqq1iPCkgAGO4SqPIQeAR05qVouYmCgFUOdkzGhGq2ptOhGLFmwEi2tRRTyOlqEagnlwTwqHZth3Fb7Da9dexd+gMr4Mlpz3uma+mBVw46/1iOYpzeo1JVeQJ2wKTpFm/Wg6383oGuwgmIhL27BjnzESR1KpRao7Tth4tY7gIL80up25YIFaJ9QQU7xA4vgg3Z5Ai7ij/UQJl1VKbzGfqpNzSNI52El6IhbL9rsaS+Rz8leG7cnlsSqFo1RBrOKG2TxKI+QBNC5tlxfOup+FRGsip9GXIROSUZh0fRW2cNO3wD09VYr6HphDi75+dN4ZrA6QuU7sPV2O+CYQ2dhl80moCX+mtrWFt9ArNKG4oTiaBzYUkCl3I8H+ntxE0hQHthUacNX2GO1CVPuV+ZmJqd0pnqsO2PdG1mVAKiDQGisxoB/j5UUwMiFjWG/4t5m0tuYWK2Cw2rYxlaSqzqwyp4UrQTAENbNexM33vwoXp5+JM7/9J7YrEqsorIE6167E+u6BkQgaOl/U93tEJdYoT3haHRs/glMmNhZra6Kd6/4Fi55bwsceeDWOGj2JLQ5mpxGvhy6BMDyxXjo7mdw07OjcfZvTscuLdXy9L+O1W89it6eQSjEJdQNguS8pZLnX3FTjN3yQIzu1AiaIbz0ryvx9xcq2OOgHXDgrKnoKLoHQ9gJeV/yGGMA4kivVYpwrxGH7lFP15ea2dZ0VXk211o4r+RjqbcaU2JVwiY8M5lcNRwlzPVWJamaVfLQCDTpQE+DebaRYb1V48lXUx1rDmZVwsqnn8Rfrn8G9y8awkA1idyocdh22iTM2HAqNp06DuuNLkCtJNTCxo/FnGmteFV4NqvYbdU67LS4WlMlB3VcJ16Z2o7ncsD4wX4c8t46tMjjZUdPvqMd02dMwaaTPaxaHeUY0su0kdHk2ULKMmnZyP7Fi0Mn7ZZpb9UqUMPEqrY4dAKgj+8mjVjlnmbS+Ex4DIPDsgDGdiLVNqQkQC34Tsg9qzKAtW++iptueBIPvLsab3Wp2Onjp+HCMz+ELesdt/rmYeXrc9Dbr3+JOj/xI5iy+Vbi5pr2LL7tUhz5x7fR3j4Km261DT556E7YY9upGKURtjbHz/CCVakYWrYILz/xLK6/83W8tLoPvesfhWt+9wlsUYdFZfWDWPrG6yjpbvdGoWOzozBx8ui62lWw6Knb8PMr/o2HFo3CTjtuiUMPmIX9Z62PTpdX07Ssvfu/2myEBL6mBfsaIuI/geUPqsjaXpRsqFSVAGCnBIm2lASQXqtx20/EmlilUyU6ZeJgVsbdlvAhTdrGhyUAzBZJ2SZVNWRq5GqW/XeN7URPb5WW1eVlC/DAjQ/gN3OWwYE8flBzr7/pztofY0+ZiZZcGX0P34vum+ePTF9pA/bZAx37TEdr5S2s+eWTUEl41umjFLHZDrPx7XP2xOb161qn6cT0fZtKLTEtffDFar6IEvImNfgq+pYDk6oSSkGsyhV1pHuL2BKrGjZ1hxbcq0y6IZOqTeAETa7KlXfE6+9hUX0HvUO7067QzCW9V0N7ykNY98YruO3eufjvc+9hbo+WcxGzjjgNX/3sPtiq4Xy60v0q1rz7KHp6NOEmKV/VMn4XTNh0iwZtexWvXXkBTvrX8uEqFdvHYPstt8bxx+2JvWaMRkvRHlaCIAsSHHUQ6956C08+9TrmPP8OnvuguxpUFsC0I3H9747GFiOwGMTgsqew5r2XMTCCsRuNjs0+jomTxzU0YwlvPngTfnP9nXh0kfZTC3bebRaOOnAn7L3DFFcerASJ0JzVpYA0d5/QLKo2jzrM0p/+q9lS9W/ypCbikP62YTtepQ2FR7UvPdhGYS3xtdevxPqnmlbcSETLKgb8AmnOyscESzEouW8vp1/2DKzzr9b1mVerqMz7YI6tMo1q14u0Wr1wQZqHHMxKt6HEiUYDuSo9VWvd0L8WTkdK/gyqyceCbCdPkhLiuhA/jQgIfFB/hajuzLnSjbf/+xxuevAtvDS/C2vLZawdTMFZ66az0HHSNJSfeQkD9zSQqsPzVxHYeVd0bLkcvTe85Xq+Kk6YiQu+chQO3Tyd1seSAMZjSs1rNWKWLObDHpOqtQYaJlZHtJmTscPWUtTSIrwRq07Ka1kUnReqQXeGN/BxPDQNGgMz3KrjTZRFcNOsoX2j+UgFmWEcwK+OBXaLUn29AiJWfcLIMu9BrHxxLu6dMw//mfMu3m8avnLY5uCT8bXTD8COo5rbS+17B+s+eA69PQNAoR35cbtg4kabjPBUlV8N4Z6vn4Vv/k9n/ZrrxE47b4tjj94H+29Vl4khe+oTNk3VKaHv/bfx4F2P4soHFmCR3lA+am/84aqzsFuTjkEF5bUvYc38NzA4NAgUxqB92n4YO3Gczr6nCw/87lf40V1vYGUTHHnM2HE3fObI3bDPts6kv8rVK+5WxKE/M5SNvisyCi03nQJpxi+ZCvJUJYwsu4Tgz2y9ZQxCoMy/DeydviKqS/vQXJ20h9NE0vk+NWWZDCdmT8/A2kBL5JFY1cqmCmKVNFf5aUaAUBHQKHRaqKKMSuxco+PSbprmrNexOS718VoOjVwlgpUf/b5VFMYiN6wjSGhaCKhD6HpnPl56+X28Mn8tPli4Am+v6EPPIPXCBD4tYwAiOl+xmBhyLUBHGeiueUTo1rbOrrTpr1Iqo9I5EXsf+BFccPzGcHjbLFGgGk9ZUXa4qBcitc1XNBLqcai/HTNW5R4iSlOxU8yQ3hlBrIomdHoi6E+7uyJWh7MOuDFJh0Q4Z9QHfo0TuRqTgxReABr0Wh5wjIYz2lVVRJA4p+OO0wFyEMueeRY33vIUbn69G30mn6+/86H4whdPwGHrG4wrajf6l3wAjN0cbYZioSU8+J2zcMHzZmu5Ajbeanucetx+OGRHsytGUqfXv6BVKgbefw13/nsO/v7EEiw1W1QXd8CPrv4qDjQqXmk5epcvRX697dBqqEC1Fvd863x880UzLPLYaKsdcdqxe+OgHScI5xSzh8jUQdqXW7GqTs0kJe8PVlRBrNIjg3IHPEcmGDciVwVG/EipywoFu48fGIkhVgk6GcyKjUrPjEgOgC6oBEnn+GG/flw1cu9x6kcN4teJvZZIkKsiEQtxSE/w+eQpYhH92AiLms04rYT0WKWbUK3vvY/Cu/ORW7wUytKlQF+leqLRkKvmNOS1YdLwfaEV2HAWygfviMEx1TNyRYFSiIZSCxtSnq6MEacFES0SeUY3xmh4Dc0gsRSAjcFL3niTc5ygOHijagM1fqUamYlPcQxMoUaqVl8IitxY8TKuuPxeXP1ajwgQar1anYhP/uRHuGAbHaaw3IXy4zdh4L5nUZlyANpO+DgK6+m8py7GVV/7Jn71mrUrQA5FbLb1tjj5k/vhoG3HGKDlUxC07gV44O934IrHl+K9fmskgE6c+Lvf4asb6xSrfzFK9/4DA3PehTL7BLR+dDbyY3SizVZew0VH/x/utxE3IJdvw4yZW+KYI/bF4bMn6K5jqNRDFOW+dl+ZB5s6BEoVVUg0aPsz6STG5KqukVRPK/LViO5ZXTlrtkJdiojVOD4JIVZlxyO78oSjIDw8pSA0Utw/Xr6tEl9mmeeAgslO3j0h6b7GI76M0FmBkC8ISQmf6pKSZIalo4aXcEY2amdhEwYobvtQffntp6GofRj98jy0vfQqlPnLgaFej4NQGBjFLI/WacBuB2PwoxuIzUJWnuolgqxU11E9tVNmDaOsLhLtgMZeqxIlDl5lbS1yo1FbaPEm1Qiz6ulnUASZdVPF8A1eHOs1CvWmiqqjq+q77ah4/8pf46Q71togVGsl3eC0X+HW48bWFV3F0MAAhp7+J9SbbkJ5Ya/4Lb/TGVC+cBQKY1vRUt/UXS/gJ9/4JW541+4aP4dNdpiNr593ILY34FbJzcfbU8Z7116Db9/2Ht6xvWhsxf7f/Q1+MrtlBBal/h70P/g7KDffifIaAmIT5A88GzhhF7SNKo70OO16DGef+Cc844AmyE/eHVf/5lBsolNlQaqqlVh61XlrH69fKyirKgYrFRC5Wh8nhtaC2g1cr7mk6nvtwJS8Vkka0xMXlVRkJItF65w4n1UkgliVExtpcNgd+JNqNO7KTaZGMhP0NxGrBau7Ce6ySfxXtIkvCq3eCBneGKKoxTmNYdEiKxLZSmv3SnTefTsKry0BShZX3iMraQIyHj0D2PNADH5ovcwQq0yqmttl/VQuvRToffsHHgmwel+LyORqHbEasZm4kgLw1Rp0EqP1n8HyWI5F7AU0ArXhYBaMi8TFKxEWtIFHl35Zj1TViuMnuVpahH9e9Ff8sllM1bTy7Qd9H4+ct7GcPStD6O4ZQP/AENSFz6PzmquQHxwL5EqozDgDPcdvhlKhBaNHtaOjhWJqA31v3INLf3Yd7lngBOMWHHzuubh433bDjzyRq+pCXHn2X/DnlU7K1Iq9zv4BfnX4ZFEvtTyE3t5+dPeVoKx6HJ0//SvyfX1QWiagfOLP0bVjEbnWNnR2tKGjGpyr8v6t+MyXbsLLDohVYDy+8ONzcPJmIyemsiBVmbfQa0GaqgYqqiBV9Z4RN5n87GNOzCnG72ZVEkA4WFav/8eZDow1sSq7nDxZLomATEyINfZ1EaaKBHyrZ5w0tLfkWTLBaEyk5SORzzxWS4SYVG22FLKRtkWvYdQt90FZ1lX3Qh4ojgZGTQBa8/oyADGejEMvGs2AnetB3XJrlHeehsE0i6k2gMsSAMbWprcgYnLVundmnVytDK2KBfceS2KVPDgMYk4L2oyJVZ0Opm3qI2bqrbt+wG8wqWoEMGmqkgyA8eOf3mr/Sw/h0ssfxcP1S04bLd8y+1zc991d0Fkpo7erG+vobjU5Zg6txITbrkNhXQHomIzKrMOxamYLxC13JY+OsaMxtjiEBQ/+Def9+jG8a+P6e31xJu55Am756hYmlLw40nFxXKpi8LUHcM53HsP/HPlSFbHjcefj1ydtjY5CBT1re9A9SKMioFRWYtINtyBfGgLKQygfeg5WTJWXz5R8C8aM7UB7roKe567D6Zfcj7cc5ZvHrMM/hctOnYFRVVMRuqoiIJOjhGy0djpe0UhVM3SGyVXerI9sdE0SQMlV5Z7TP39pt62p6nHVVa1vpHgTq8KAADr5kcMjP40IEKEqRHzrfqBxqDVf1ddiyJoQIGWdPOHD2DCx2mADwlN10UsYe829QG/dSjO3HrDd3hjcaXv0ri8Xp2w/5h1IjElKCe2d5Uz5wwgOg8cWXQTM9hmEm/Sh4ccIAVpLZ/IhGagSE6tGba8Oe/7o9R+6akkRhblvNeOXdUkASX7xo2cZdF3ZBja+3LYo460r/oTz7lqB1Q4bQ9nkSFzzs0MxfaiE3v6SuL1IT8uyhzDxihurqbUBW38Ja47abDgYVq7YitFYjIf/9FN8Z46UC3DydG4yG7/4xoHYdqL5pOTcc3Udnv7dNfj2g8vR7aRAUDB935Nw+UmzMHFMC/r6S8PCf/nl/8LkvzxYS23LC7H66E3QL/5FQb7Ygnb0Y+m9f8UX//4/rHCULzB2ox1x6XePwq7j5IfEbUtvTOYtGqEcqpLOFGjb7JGH7XyjoAmjYUkAcqCjFbONMcqhPcft9SToqtZjFntilSYJJlV1l4OCUCVs9IanvKKgKMjVuHWReJRH01vNKjyy3jzpN1pjofcDTLjq31CWagvNPDBlD5QOPhDrpuVBggCObgnFw9yjK4VSQmeGiFV57TY6uOOes5UDB5OrFi2o7TMyeHlHEKsxeOLmsWo3gMPw2JRZdt7CeDLYp1gCQN8myBRIAsD243nSX4arP/dH/MHR1fdq6cZuiFPP+yyO22w8lOrilPp65/wHMPr6m+g6o3zW+wzWnbkbeuortewunHvRPXjHdkVrL+bap+C4s0/EuXuPsp60VAd70cE38fMzr8O/RhTUXgHbx07BwZ84DWd9eP0R0ijtb9yAcTfNqSWy5Rex7uht67BQUHnrIVz+5/vx2LJuDNjLru6tDnz6/y7A5zYnQlXqqhrccneccpo+IPPsL0tnMDuPDMpdfTz3MTs5k7DgGgAAIABJREFUJugdVYWQBJCCtAkquPOiahIAcdZVra9VjIlVecWdJAD4aUZAaM4KakwfH+pmpLWaFyLH/DQiIPDJVUWyMwgPE6vNja5gCGNv/Rtan19e/bEV2PoI9H9ke3SPrq1PM2gu7qucIWKVSVVzM7EzlWsY8qxljGVWJQGYWG22CXNP1cb3ZZCQmucqrwxHIKRF8nQ/2yXsSwfEYcJq5rW4prqqeol7JX0WP4Nvf+1uPOSc0ROlGbXjsfjtuftAcx5VMIixz/4b7ffPqflPjP4Y+r7wMaypb/b3b8YXvvdffOASsNGzT8TdF8yw8bWDuyiv3YkTv/0M3rORqt4rbduein98bRboZqL2jH7uCoy697naP0w/Fv3H7I81HTV4Bl+6EV+5/DHX+W59xOn44ynTMVSusPOFTsMQU6GRqk5YnWFy1Wsfc2lPcf+MyFV5Sy6983mlIoPX29lDxKG9YkmsamQhudI76YBxADSMMsjTVKk5a4YPdTYK1kTkKj/NCGRVb5VJVf3e0P7OYxjzzzlAP/WqHDB5HwwefSDWjGXfXtfjR5aIVZYAMDQTJwsieQWMkuJ5ywjQzDgd1nkRMrFaZw3VhV/tOqWdviLBFNcraeWYGSOyOXsJ19+sXD1lUtXIKqx1VU3syRX5M4j3b7kZ37z2DbzncsOb+//sXQd4VMUW/relkV4poYTee+8iReoTkd57kSIISBMFFEFAepGOqKBIUem9dwHpNZCEkEBCet/2vpl7d7O72Z7dze7mzvvwiTt3ypkzM2f+OfOfEh9izTddUUrItI0vS4XfsTVwuROV21j3ZhAP7Y/3Kvas5NZOjF79L94aOUXyZAtphv1r2yDY4PdGRjGXp+HpL79i3F+xMJ2cgO17qe74fV4r5IbVEsP/5Fq43nia28rAthB36YbkYkKGcxZAxumVGLDzJXIM9kV7Bp9yjTHvi3ao5m9mAU7+mTG8qrpEQPlWzZpbTi5U1kpmqH6cD1ylGJeD8KqqaprdAqscqJp3QVDsufooADS/onyrxGuVA1e1rrCFDVzlQFVdG60cvvvWwfVuMpuhBGR9RiCxtKDQRLK3iglSSIBVjldVv/aYAqySkjhw1cBsLAz4j8bTbA5YVdEJ6r1h/tt15vUgB65ZZc+z+0Kd/+mouUNAoHWZKRQA2g5cplYue4PfJm/H2mjFm31TCwDgURc//DgIVdkAoXxpHAJ+XwhhhIoLrEsNSD8ZhJSwIiy3qAyxh9dj2p5nJvO6KlvoXgpTZ/VE9yoeRjSaBxiiBEi6j+Uz92KP4tGYEaVqZuEXbYuNC7ugKHvX5JL+Bj7HtkP45HVuVkFlyLqPRGIFdyWQ+u63rzDshImRw1Qr5/uj1xfDMbKemxmtdu5PxDI5DeZl5r0B9cZUs7E5kDVXYdiXFs7ouUpsHPL839TzQ0HPJrsEVgmoyjjTG3MLX9AitGX9JMogwzlrygLF8a3qH6PCwreaO5tM0R5b6nfB1eX27hm8d+wBj/I6iYDi/0PawJrqfFQF1zzHrbkQAKscqGpZUFVRGgOucjaALuk6PSUAB6xqH3rlkzhzgVU5c1Dlc8CqVgE7PSUAN+7axt1kXlW9C7MJJlvMBYyZcBb3TPgkb9bimLpqOlp7Mb/wxZEI2rwI/CTVnCHAB6OQ3LgY4w2a/QbXf/sFy8+/gflwogsadPoUS4aVI1azwWQokJX8/j/o/c0tqECgBsvMk8GrNr75egDqBzDuu65Jz+B7YDP4Maq9dAU++AoJjf1ZPtVs3F8/DzOum+sny7Siao+xWNkz0PQ2O/EXBMnJlBh6X2tYAGr2IGcX5hEY2dMZvlXn8VyVEjDeAYOa2BWwqnD75XhVtS8yRL+kcvNCeRE+UfKHW4/yypYsRQR8Fji5vckzCY43vNE5Uw7PexdR5J/zoNfXvBKQd+qLlOre7M2+M/XUxn3hSeBeRAr2hZqNK7d+dRyoql/G+b1pJnaiM3NH5VdDnR5cVREQ57HKvOBn5pTictSciwfmW8q3yvwL58SgOhGdmhLAyY1cMxdUMiOIp6rFXA5MOGhlXj2MKcv/xd18OKwCfugx6UsMrc14Swoy7iJ49Ya8kVbrTEJqh0pII1M+9TH+2rgLO+4nm/38nVYW3Bi71rRDKSNVSze4Kkf0n1swZHd0/hwa3Eqiz+BB6N84iK5v7lEn4fvLPg3NcAVazUZC00AGWM2MxrEVK7D6qYIYwDxFCqzbBT9NrwNv8z53uq8IZpEtJQ5hlplZFDzkghno1BPCZExeJzu6zexowao0B8TugFUxDftljrHodGuSSoeImvHo4mQerMpIlPCtkhsNE/Z8ZxaqWt+ITUC4aJ2VMYEDVXWrslwuht/hnXC9Ectkcq0FyeAeeO9ngvpLEhH/Jh1pWVId0UB54AlE8PIORGCwMXf7JtRtz1l5Erh6SCFyQv5RDlS1LqhKMR/Oa9Xw7FbMLWcxm3Q4YnLAKljvDXM9VTVViUQVVnBKOIvyGJ4uhnNYSr6Ga7JZDtolI5EvmzXKfiqSgQfCrWrRZOxBK/Ymvp56BCez8lO7B5r3GImpXcLoJbYg/TqCV23PW2DYMKT3ro8U0tWoE5j7zSHcypdHGB/V2vbC2jEVjPJYVTRIF7iace0gJq74Fw/zh2+iXPvRWNK3ClwIS8KLv+Dzx7G8sqg4FYk9ylLnCUn4WWxY/zeOxudHGK5o0L0PFvQupRY4Kz+j6sjfkiWHPP8nNACWTFwwK/3SVFACMPazhdc0Sw6knrIIBYA0XxdNNmqojmqsCazSBzWPIs8bNauKuPtDIpOyBACOqQzWGkoCqyooAOiVqpniIQuSiM8AiFzKKwFn5VvlQFXd2s7w1GUh4M9tED1g3035dUTGqCYmPY9Ku34UW0+G487rJMRla7n+4IsQFBCEmtXqYsiA2vArLFOQBVbpxYWTgascsKpvXlluh+HAVcOydBqnQz32TWEHVulWpfT8scwGwlCtch6rWmcYPcEwx1PHT9wY6xpDq4CqVG2M1ZtsRPyzH1N3PMMbsxVNgLJ1PsLUUe1Qyg1wiT2OgG0H8pbm0xWZYzoiiQ9kX1yLAVueIdPsOgHfCk2weFobVPc3FbTX4VWXE4erO/Zj/rEYqLEYmNhGYZmu2P71h/AFUOS/n+B9+L+8JZQci+QBNZABORJOrsfEX5/mq86i1Zpj5thWqBpoqixM7JwDZCdbFaF0JAGrLJ0Yh1XV1xaWrsGBy1PwrfL54JHty+g1yL76LJUyQascNVkTWBWLpcYBqzK5DB7uASBBmbiUVwJSCqxaRjbEQ4HxXOUkrU0CAgBCggA5RWK41LiY9toHMzeicgYC9uyA6CFrygX3QurQ6iZEJRXj1d6fMfNwDBShr3SpT5Hi9fHdrI9QMTdkqVNoms5OsMAqBcdYcNUZOsyBqrpH0UJblVoFRN7kmROXdEjAGYJZGbg0LrTAKnn+T4bdMiZgHgVSvqx0GnTeQquEYiFz0MNprhQ4UFWXRlgNVFVUaLTuJOL415ux+EGW2fRTPI/ymDZvPFoGAkWe/AnvfafzdlvYDNlT+iNBIEXkLwsw7pT58KV/WG18MaY9WpdjI2aZPO2YYFYkqYkp5SX2rjmErbfemx9Uy60Wflg5FFVdAK+Li+F5ISJv60L6IX1Yc6QgG3dXz8WsWyqBvkzqCw/BZapgxKiu+KAs8ZHlEqFzJKCqNWxBqi+aL5mMnmeFZ2wEBFx1MJvZ0SkAFNplLWBVKpVBLJEbBlYZwnAZPNz8C4/GG9lTBd0z8ValIJAFzpWKBUkk4CgBtA0DkQ/hWyXAswXEbeRIWy8b562qDwBSnFQzEbBney6wGvA/pI+ohzSjhyUbz/fswOdH31GPe70psB6WftURVT0NZXSS31WAVdIjcmfh6Hc6SiDCSYbI0t2wljHN8a3qHymHx8U4YFX7AFsZWFUcVKl3C3dAVRkDheBN8T609GpqifIcfce1hAzylmFxXlVdzTR2TmW/wb75O7D8icSwHam1Lnd0m/otxlWVocitX+Fx/LqWXDWRM2UM3ksicWL9eqx8YJ6/akCpahg/vival80vrRUD+uc5a2VEYO/ivdj0IBUpZg1/CIbOno4e5fnwO7YQbrei85bi0x7Zwz5GgmsU/pi2DD+/N6ciHvyDK2Hs1E/QuhRxy+GSpXlVdU4rVXDV2DlWiIaHCWblOO4IzgKqEhWzBrAqk8mRI5FBLjMCWCWPZnNkUni7BzjJkxvLzVw1CgDLFUs3MUIHQMBVLuWVgAJcdfRgVhyoqlu7c71VSZ4c+O/dApf77O29Z3Nkj2qPJKNtRg5Y1SlpDWCV5CMcYI5qB3Ggqv4dw1qgqgL8YVhsuH1L7xne0cRjZBymwuqxykTFzQcHlEEjjyk7l2/V4AeFK4OjUgJwvKo69ZQBVYmFbKPF0liDJzsGh77djoWPJGbNsVLNh2NF32CUOLETwofhWsooBVmv6XiTcwg/bDyNS0mmu8H7hFTCtNk98UFxS8lOBy1Adgz++X47fryfwwSYMil5onWv4ZjYsRiK7VsIlyfxeb8u0gSST3ohPuciFv/4D86nm1QBzezuVxUzvvkYTUM4UJXIg2xVhFPV0ryqOu0dLpiVdtGwhjifL6ArnD1TAhCci1o4coCGWDJ9STJ94lr5C0sDq0Q2YokMBFylJyB9HKvk6b9YLqPBXnw8CLDKJYUEmI1fDkIDYI1E9nlCCcDxrWqXbi7fqjUPNNYY2VwNspTZY81WFkTZ6qAqXdLh/e8JeBz6l1nURVUg7dMLScUFMM685YBVneOoBVgleYUOyrfK0VPrnrHWBFUVteZ5AlYQC4id1+nwnqs65FvogFUbeKqqijr30ojzXLXzKW5k8zhPVV2CIqAqoQGwaTIWXJWm4umBg/jm9+eIMPgESr0HvmGtMGdYXbQ8vgyCt9qs1xKQ/28iXkVsRL8/opBjogACwupj7rT2qB9saSCRT23vPCLKeo9/9xzCkn9eItIkWfAQVLIJvp5UH40ObQQ/Wovfq1sNyDr0wL3wv7HgwH28NClYjhDl6zbBmP7NUKuE0R4YJkrb8bIrglVZB7XQLg/ywlSZjJ1jjida81osl0NAwFU7lwvBusgFsi3OEOYJ0rSvLAmsErxCIpWB8M4qnEp0AqsEpZbIZZTgmGTmgFX1gSOAKlU208bTpNxkrrkK+A7rPWZSZ83ITMxSEbUfbGyAmdFWzU84b1V9AFDeWeWWEAGf7bvASyW/+QGN+iCldTEjif05YFWntHUAq2RuMU+7HSdxvKr6xorH0NXYIHHgqn4hc8CqdZWQL7QRbZWCAspmqyTnuWpQc9jgIAbzFXgGjldV1xAw9HMFADqbBG6IkXD7GrbsuIADr4273mf664Neo7ph+pUt4Gl18/QHmvfH8atbMPOhKeUKULdDV3w9pAYCrYUjynWcRaXpiL54CT/tvIKTJlHC+mHo2K747L/fwIvP0KIOnkDrYdhzchMWhZuAqvID0KnHhxj0UUUEFHEkC9a6ixLDq8rSFlq3KvXS5SoBuU2aY7ZsZAHVJZeDx+ODz9fhFV5AzVKt1pkoABT9shSwSswNqUwGiUT9bKUFWGXAQhKMSdVdnANWc1WN0CNQXlWrwqpMfeT5lwvHt6pzeRGCB4GlL2etuJgx27xtAA4rdsNqResCf3iQwm/XGrg8JQYYD3BvgJyRXZBoVJApDljVOWA6gFWSn0wrR/EA5UBV/VPSRpiqshFcMKvCB64WNo9VhgLAlol9ZkY4DxWUG9xBVWUAWBdih5BJAQCHtlRVM+uyGa+qrvaZqDuyuHAc/uU4fr4Rjzc5xp0Iw5p9gD/jj+k8BsiKtsC8W9dw0KggAkIUCw5Eg/btMKFrGXhY8SzEMK3qAiplEEc9wC8/ncHfzxOh1Rk3j8wFaNqmMVZHn9F9JKrWBTMOHscJsREKxROheLHS6D6gE7rW8aHxArjESIA4guVIGVynIBLlE+V4unQfwyjfqn2Bq0oKABlLAVAQimOlOi0FrBIvVeKtqjmt8gCrRJjEE5N4qqrajRywyowwkQ2RCwFXbZEU3j8EXLWZY4QtOmbBOoR8ZtG2932UA1UNgT/651SRu4fh9fd/xEoA4ALU7oP0tuWRZtCY5IBV3Tu6BK4eUp1zxxH4Vjl7zdC8suBia0JRXDAr/cKye89VE1l2ChOwantQVV2XlGsejwPo1CVjotKasJ5ZJCvHq6pXjMRT1TYnKz3NMBFcBTIQcfoith56gBsRaUg2oCiioFLY5vUcVYhxpSW9TAvE0DcpSNVbDg9uQi807dgaQztWRdlga7mpajaCB8j1BFaWpCD83FX8dvAOzkZnIpN4SOrpR+nSgVgueoPSOpaxaEFZjH70GjF6yuDz+PDwKYq2bZuge/sqKO5t7ydBi6wkRhdC5J8tk0MqMw74N7pgEzMqwVXynclzzMTKHDA70WPKo24nSeGpSkDDAsLjrSYJSwCrhE+VgKqUd1Yj5QVWWV5VShegkgo7sKoQhzV5VXVpEU8OiIQc36pO+RBKAHLbYz9rktamcsCq7nXSmGfKwpxk+P62FcKILLYgH6D1UKQ29EeG3rHngFWdktfjsar4xt75VjlvVX3zymq2icGCmUtBakUbzFtYM9g1LmYiRlVYgFV6yKD/KEi9lrPBrDhgVevaYa+UAOSJe0GqjR0vtDI5X82Zp0Cbas5hIjsRT85cxS//3Mf1d1lI04UoClzQMzAdM3y0ZeDhYKQIXytMXC1CELh4o1GjOvi0U0M0quBmczHxYMSaI0/Fk6Pnsf3gfVx9m6UzuJVAyMeQYlkYp+3lmZyPLW/csTFdrDOWQhHvILRo3Qx9P66F4h42f0Jgc9mbUyEBVYmjXIFfWLAvcBmTkFsE1cZSJZiVvYCrzsarqirv/AKrZLgkEim9rGCSuj4rgVVm2jHP/5ln7upZOWBV4a1aAAsUSxpOvFaJuziXNCQgZw7wxHMVPBJH1H5kpLDvOVBVv9YaA6ySElziH8J/52EghX0bxPcG6vdGWuuSSNc57Bywmh9gVcG3ao8QGeetamheFexuwYGrhuVvd56r2m1Fgx0pFMCqzXlVdYmdGSTlIcyuEXqDqmP5DNSl2B6DfBkBSlleGnZfIuWqMwaws1VP8gP85KTh7aPnuHDhHo5ce4XHmXkbHeApwbHiecNzyXMEmB0pwLE8GKEAJcqUR6fWNdG2RUWE+hSsHhkFrpJuyzPx+uwNHLn+GEdvxiBGC7pXzV+MnwO1/JApRNcoPt7kEZ8AZapWRvv61dC5fRV4uzDAIZfySoDIJZvEgrET8She4HLAqm5tJZ6rjLNIweAYFOGSM8//7UVvLD238wusSiQyxgNcx7xS8VhlQFVCcKztLr6wA6u25FXVqkQEPOQDLlwwK51zjEQfFNihQ0Du8mgnu5ulV6l8lmcsqKoA9kQxN+G/5SQhDGJrdgWKNYK4dSNklfBCloBQdagmDljND7BKD/B2GMyK81S1b1BV0TqOb9XwAmlXuJiZzphOD6wqn8SZiTwbVgMTcuQOEgVX8wMEmVCrw2S1S4/VggXD7HXsiCYXSLAqQwLJ75ySyyBNSkDk8yjcf/gGz2MScPdhJMIz5fBxlWBFqBRV1VSCh/vvBdiQzMc9KSD3KYY2dUujSsUyqF+7BEJ83CAU2YsOmcgHKZMgMzYGz57F4PnLN3j0PApXnyaAxKINKyLFgmApymlQI7xMEOLz93y8lQsQUKI0GlUuisrliqF8uRKoUNoXIgGPHgFyZLYi5jOkMPb0O4/SFWZq4X8s6FZy4KqeEaDBrHjg8fngFxiwCsgJFSjja+mUKT/AKgFUCbCqD3RWAqsSyBh3cR2CLKzAqsI/lQT9KgBf1bx3dTwe3VDyu+c742whCzahomVIoO0n8Zx1dbKEiNmLHFOKImPr8eJfeO0/A6QrWO35gFtRoGQYZIHBkAX4Q+rOZxFWMZ6cPoLh1xINPzXzrYQNQxqjplFBsUxptZ3mdRGCV8wHYl+BzudWipbbUzArDlR1DFBVcRlSkDfwdjrz1Jql3M/taeMyUXDODqzaBwWA5qAwL3TIQYxLWiRgNwArNz669NMueFV1Nc5SBy2ZBJL0TKQlZSLh2SukPs9C7eI+IDRLysQDJKmJiIiXI61ZJfgX80GAvwdEInvdFEwEVxUdlYqRnZyGpPfZeH/zOoTZAagcVEQDSJJBlv4eDxP9wW8aCv+iHvDx8YDIJXceEeAni4CqTgr+5Gc9JyLJkpLXx/YpHI5vVcfosuPFI3yr7OtkW6MZhDvUmUFVInlzgVUaf0osY+SjJ/EeRpylQ5ljwF28MAOrDDWCPcCqzEgSYJV4Z1pqz8/PAm5v3xIThHJCUs/VgjdIOAoAPRpiBqiqWprH64fw+vs4eHFa3lrRjLnj/zhOiIGJ5BaXTTw5RhWTok4OH78n8XFWws4tFxl+KilFLYMBsexN881sD98DCK0LaYcmyCop0guuKi4uCnxWsYHqCrwdZorcFp/Zmz2toGywhzXZFvI3p44CpwQw01NV0VenBVZZI5qZU/kUkjmKYcQ31MuFtM2uXJ+NaLi1s9gFJQBd/azdU4csXyYnNpkdy4Y7ZBnQKwPBrIzVSqIHKoHLeHzdxBA0mA4bkIkAHVzKKwF74lXVNT5kz1J32LbjdaAAlIx4rPKok5ht5EIxLjK3nJgCQDGM5gCr5GWt2AhQlSIPjyLPybNlhhHYwgqskhsf4lJvT8s3mWYKcNVGc64AlhUzqmTPPGRBIpQABU1Hy1EA6AdVKZVLPvcMEtDK+9JluNx6AqQRxn/tM/VxnAiDEnmQ0lVPjv7BEkz2Id4+wNskIca85+O9DAh1leHLEpLCA6wSefD9gXqdkNW1tM4gA0o8mvUKz+ewmTG5cz/hvFV1i8+ezxnKJ2D5Gn3n/tiRcTFnBlZzQVW6gdilElJ7x5EVyBpSpcBqAcqFGDgcOKd1ZAmgSoBVu0+0iQ7QzgIQJHOdQ8BV26k5sfDFMvKHC1albcjJ69osiczuVZa5blJxEOPWyTzDSfhWbRXMiqBcMkJBYk9gl5XWNHOAVTHhVZWy3O0G2sW7G3FGTrhVDaHihQ9YJYAq4f6xL1BVMZ5kshG6HS6YlXYNJ+CqkHitFpA9xHmq6l95TOFVNbS2Uv5PaTY8HzyFy8sI8KOiQRHCzCSALoQAAVanJfLwhidHrxAJvvRW3z0SUoSY8I4HgYscXxQmYJXvBZSpC2mbRsgsJWKAZwOpIPlWOVDV0LwyNHoF+zsHrhqWv6NiY04JrCp5VQ2PW8HmYG6V+RwlgPZhKBBKAM5TVdecsFteVV0NLqiDRMEuKkbWbkuvOsakJ85gXFKXAEFxCFqRSfgfHUQ4zEsmFn3i5pjGgDJ8q4o93RBGl98hpxQAhWRamQqsSmUyiMXGzyrerZdnjMpd2IBV8sRAameeqpoTh9ABcHyr2pcTxQHe1sGsFPY7x6uqe5m3JKiqWgsB/IRSOQTZYvDJBiERQ5AtAeQSvDx6HGv+S4awSWcsbumtpXGZeHz2Hs6EAx0HNUSYiEc9ngsIl8/vHmnE94SMmAe5uwdkRYSQCkhUXuNTQYCrHKjq2KCqovUcuGp4njkiuOp0wKrDgKq5+pR7SCX/zXl3L8MzSDNHQVA4cLyq2saJxkSR8w3z3Zs+yNb9ggN+9MhX4X9o3SEgtHzkmbu1zhDWbb11SydHnmw75lXVeWdBLgRVtypunqmJirGX+RRktUZSUAAQb9XCkkwBVgkWKBZLITfhdQUHrOrQJAlLAWDviibgs+CqvTe0ANpHlqGCCGbFeavaHlQ1ADkh6dwZXEUYGjULg59G9FHlt/IcJD1Mgle1YAgJnQTrFV4AqusQVdK5ZaOWcqCqc4Cqil4wlxbWMRRtpJJWrcZmwKoF8SZnA1YVr8itOtAWL5wLZqVdpAqiXOoiZXGp5y3QVjujDbpiwSoYUNXOeVX19dcmumNBgdu0KAvxrepoMwkYQ2LBkKjcXFKXAI2TI5ODvD52xKQMZsXNr7zDJ5dTYNVar1EIcFiYQFUiYGOBVeIoJ5ZITfbk5YBVDTWmPBNy4r3lGAsUMRGFAvLs3RbGouMt2cS8JeCzrcTDearaG6jKtifxHbJ9guFqwnmHchnz+JSvl0vaJUADxdlAOLaavzboisWrcFROJA5c1a8KBR7MykRNdSZglc4pxzAB81iw9MpC9eKCO6zmyog+KSJ/teauxVEA6Fo6HIZXlQNXTVz9mTllrctSMm0JqCpxUODQDGEa/QnZpohcshVRvYz+0r4yKoNZcfuV1oFhvFYt55BQmIJVaQrUGGCVTCeJlPCqmm4IcsCqhsQJO4m98qrqWgbJZBPxScAmaxqL9rUIm9Ia+kScRNezsng4T1X9o+KIz3cIVy+ZW9zU0j62Cq9wa04thofJlBlfePI6KqhKj2HU45kbWL1neAe61HEaYFVJAWBBd16bLklMu+khzNHQeavLiQ0pbrUNhQNVdQ0h8aWWmvCc0uqqYG4FVtMdcxtkT99ZHlxlgEMmWJXpEIc9ycY6bSGva4m3qjNgziR2jLWevFtH+rYtVcAnFrNlbGZyHifnh8LCq6o6UoaAVSIbwjkrJpHgzEgcsKoiNILgEznaZ7gq/aNLFiQXAh460EHMDH01+xMKrgostSTpApnMm4Rmd8qBPnREUJWKV074bdi5ZZn9zIFGzbimWpNvleEM5OaV5kgoIB9HBlY5cNXw/LIaLmYFzNApgFUH5FXVpUWKwCDcrZTheWa5HJwBrk2WZLmRyfnOs5Nz4KqeKWNZcJWCqgTocHRjx3KLjLIkAqYSzlniDOYMSY1/n5tj6kPKBnCxhOcqfZBTiIJVac4N/cAqE8RLTILAmTmtOGCVlTgBU4nHr6PeiSkWJC6YlS7K2dgyAAAgAElEQVTQk+FbZZ51Wx4h48Af3cc7uWOS1al1SMhj6DYsrznOYA6xXMaW7ooNOVwt3XRblGfupm+LtplSB/VSMOWDQpbXauCqheXo0MAqCzQzW5UVUGcLy9pwccyJgEIciqfv3EFVRWys5yoVkqVWHw5U1aWXTkEBoNk5i+mN4dnseDnyB64qbBuyHBPeUGcBDi05jo7Oq6r7xMg4s1huXbak1Au+LOqzSs+ipu9bCqdByhohI3zXBd+fgmiBPmCVXOBIJIzHqrmJA1ZZM5oI01F4VfUtSIpgVuYqhDN/RzkzKSWA5Q9OHLCqW3PIzZgZe4DdqaKCb9X07czuumKVBlmab5ULWKVnTpm/51tl7PNbKAeu6pegI4CrDg2ssngqc9CwvH2Q3/lh3vdMP5i7ZO6gqi5DSwOrHAWATlDVkYNVGZp4HLiqU0LsymNIgjp/J2uxM3ljmi0IHR8qglU5mSlIe0v5Vrm5pX3kSTArvsAs+RRmXlVVYeoCVsnLWomU+ZOfc36hB1aZJypy6qnqDAsUBQ8FHN+qrk3M0nyrHK+qfnPBYSkAtHSLAeb51POZS3klYEm+VY7T1tC8ci4NVHsC5lxds1hv7B1cdXRg1QkeVujQNSaqMOcBpGsq5hNIJ7yhHAigVbhOw6uqS3W4cde7v5kLrpIZKZYRblVHfUNqsW1fa0EMryqDXThrUl62c3NM406QGXMCrpoazIoCq0Rv6Mucwpt0AaskWBXxVs1vKtTAKgVVwZA+OwesyqgDmWyulG+VQ4C0TRBL8q1ynqq6lyBnAlUVveSCWenfcizBt8oFq9I3p/K75dvv91wwK8NjYzaHusJWtKJJ4MjAKn1VkS8fBcNjV9A5lB5A3EFVZShYUl2zJxY94hb00Npt/RJ5IZENN6d06iABV1l6SKP1lPCq5tDgOvkHOYyu1EEyEswiW4pCQY8gUJ1X3BxT01DmnMQ3ynNVSQHAgapUhtqAVamMUACYz6uqOjiFHlgl3C3M/5wr0YA7JFiTFQ9SDisxOeFaJV69+TtKcd6qhQtUpb1ldYdwrnL3FtrHnxyl8uPVy1EAFE5glV4KEpiC27R0K4AdO8c5JLCqeBGuPMA7r8GkvLDKF4josFafjoarRCszSy6FBDg0Y9hJsKpC4xjF7Vl6NMR4PkjK/UgoALhgVTrlmSllAnk5G2ahrcNEc9TOWdw8yxWTXM4Aq0bwrSo8VRXzy4zl3Kk+0QRWyQUOCVbF8Krm3wYslMCqQnQEVHUWCoC8Wi+HkM9nAu7kX0+calIpDvDkNowJZmV64kBV/TJz9ptmIY/MLUsswabrniN8QYBVc1jnOFDV0LxyhNE3v40K8MccYn7za3WwL00FVy1jKxoUksMCqxRULQxGEnmYTV4ymWn0GNQAB89gqludWTucnchIkoO4+4/x74soRGdkIBt8hITWRqsaZREYqGcupL5HbEQyknIAoVdRlCvrAZ4gb59khFc18TWev8yCWM6Hi18YypVV1Tsp4u68QoJEqhN8JaCBZ2AJlCjqDp6rkXJ7n4jIJ09x53UkorPl4As94OdfGvUrVEHZskIjCyHZ5JC+foMX7zJAPJnomYEngl9QCEJKeWgvR9dBKyYOL1+G4/7rCERnAyL3AJQKKYNa5cohuLgJTTIjq/xtPMKfPsV/r1/jrVgOoYsnAgLLon7F8ihVSqSzRFl0NMLfZUHm6ofSof5w9c7NKo19jzfRCUiXMeAeTyCEV9myKOGro7iXb/E6OQVpEubkxRN5wD8gFMGhKvlT0hD7IhZJEimySLAq5U888PluCAgOhJ+/O/jupglBEvkOsQlJSJcqmLN54LsFoFQpf7h6mVBWehrinpMxfI2opDTkwB3Fi5VBjfIVUbKUHuV8GYvXKanIlAvgU7Q0gotqmSyKZkhlyIl4hchkCYjHLqNzrvDxC0BISU/whAznrISVu77Wy2LfIvz5Mzx8E4MEqRwiFy8EBZdDzfLlULSYnjaYIBJbZVWCqxyQoS5y9jKY0PwoXifrspvJeZw8/+ccwBkRqgKrlFdVIodUyY+Qf1uwkAKrzPN/5wVVc+cf8VqlXCX51xVbraM2q4d61vFN9zzMFWVhuDM0fTicHVQlEiFzSgAeBVe5lFcCSr5V8i9GThMOVNWvSYXFKOK8Vg2vKEbzrdoQM3Q4YFXFWdGwxJ0hBxvMSrnQckahxknVRIDdATd/SQaiLpzCjn9v4kRcHBJz4vCMbixuCBV4IcizDFpXaIOx7RugZHBenU8/+ytmn7+BcymZkPh1xr7x3VDBR1OKPEjlPMT9OgEtbsYgBi4oFTAW/85pARdF1jcn8cmyLbggy0aO1qnFgxe/BGp5+6Ooqwt4rlUwvFNnNKmkLEH9q+R43Dl9AEtuP8Dr7BjczslhzQ4RKrkEoYgwAHXLNMbgtu1RO0wfuCVF+sNb+PPcYRyKS0VMWhTuycSQQ4BgUSlUdHdD0cDq6FCtIT6sWQ4BgRqNVzloyaPCcebCMWx99Ayx4re4mZXBAoYClHcthgBRSXRq2BkDm1VDUICF15fYlzh16hB+evICb9OjcEuqgCpdUVHkD0/XYNQJbYQhHbTJIw3XN32NkY8TIPFoiAUfD8Qn9TyZBmYm4/6hHZhy6TLuyLORDUAIT1St8TUuDC+ftxOyd1g3Yz72ikSIT49AFDwQ5lkFnar2w/x+5ZQkGuJru9Hn9/04L8uiZeYmV5R0D0WYmye8hEJ4+ZRD00qN8VG9MHipgL2aFUuf/4d9F07jn1evkcbLRHhaDN7S2e2NqkWCESgqiqY1PsAnDWsjtJieeZzwFrfOHsGfT+/jblomkrPe4KmysqKo7eGJ0NKdMKNDS1QI1dArWQbu/LIZq57dx1OxFGE1p2Nbv0rQBu/Lw29h6769OJqajFfpb/Caaq87ynmGooRABHeRO0qV74LhLWogIEDPuv0+FjdP78aqx6+QlPkaD5SRzT1R2cUbLq4hqF2iGfq3a43yJRxn/afBrIjcOSBDY7ElgaGJbBjqR23AKqW8lBJaDQuvMQ5cnCqwSp7/k8uzXNwi//OiUAKrBFCVOhmvqi4dJ+uQiD57z7+yOPA80tl0U4NZcaCqIfCn8KzeBFwllAD5efbujHNK0SdT+FY5UNXQvHJmTcnbNw5cNTzeRr1c5oBV7YJUgqo2FJDhIbVRDi6YlW5Bs9wQBg/wDgiqZifg7LYV+OpZOB5Js5BBHAsAUEdC9t+l4MEdPqju1xKLhg1C05KqkpIh4vdv0fbKXbwm+UXtcPLL0WisAi6S2SSlvKpy3FrSG63esKULuuPZkoEoqjCg721Cpa1H8EavxvNAfAEl5LxGAocKm+Pn0VPQRRO/S4zG0d0rMPlpOKLBRHNWpSAgUCxphQCuCPOqiy/7TkWvKlrOQ5lJ+Pef3Vj672Wcy0lDOi2JvGrMtWhEkEFM/8pHucB++HXUJ6gWpNEJHg+yB6exaN9ubHgfj2S2TblemAwrL5GVC7zRvEJ/LOnVHhU0yzF3NUiIwr7t32Fq5DvEa5EHAfaoPOGOst51MHfQNHRVlak8AX8tmoBBbzMgQyAmdF2Abz8oCuronvAaJ7fNQfeoZLXWiYr0wa3ZvVFG05n37Ul0+n4tLqjl5qNG6ak4NqEZvFmUMf3Ej2h46BwitPSZDwGI3BlHKD5E8EedkO5YNbYTSrJ4b+5nciSe+Rlfn7+EU6nvkQAZdYAg0LgiEZ1nZF8EZb1rom/bMRjVVAtKm/wc2zesw8a4SERBCilE8IYYiSptZLTIDWG+H2FJ3/5oXk4FNs2Kwb7Vs/DZ2ySqQ6VLzcD5iY3gptFH6b1jmLlrI3aQaFQaSQgBBJDROQACCod8hBmdP0bjilq8ZBMicXjXD/guKgax7BWR6mmM+CdLwIMIHijn0xgzBoxDc7X5ba7CWf875iWTCmxocH22fpvsrQbiuapJo8UFq9I+SgpgVUqCVVkBdC5kwCqD2pNNtnAwlDBKRSabiE+iyHHgqrZppqAEMCQd7vm//q2kMHiqakqA6I6I8wjXqRgKcJVk0DW/OFDV0LyyNxPONu3hglkZIWce4dnSMbNsjBk6jMdqoQZVGZ1S8q3Sv5hD2mKEbjpqFn2UAHROOSCoKknEibVfoefLWOoRSN7b+PH9UcErGKEeHpBnJSMyNRpPJelIYcetSJGuODJxMBqEKAZSghe7FqD+tQfIAuDl9QmOT+qH2iywSj2j5CScKwNt3lszDE1fMKXx3Pvj2YIeCFE49T34DU02/4n7bNFu/DJoGxAIX5GQtRNkSM9KxuvUN3gqTkWSok2en+LYxH6opQJCxu6egZbXniKGBU+LiUrjw4rN0NTPBemx17H71TM8laSBQIGkjUVDp+PeZ43hpopwySSI+WcFOp29ghfs6dAVRRDqWgzVfHzgxpcgJSMJkWlv8UiWpYTp/L164PCU/qim+gxeloTDyyZhxJtUpFIA0wMl3cqifeXmqOeRhbevr2F31As8keewIK0PejT/Fts/VX0bb+7kkSPy16/Q/sYDRLPgaXHXsviocj1UdZUjNvomjsS+wjNpJtLZKiqVm4Ozw+vBUwGKyhNxctVM9H35Fllwx9CuS/Fj6+IQkrGLi8LJTV+g+zsGXlYkd7c22DpwDLpUU6UXkCH1zGZ0+usI7mh0p3jpL3D1s5bwZx2Q085uRpcD/+Amc2JFoLAMGvn5w1MgR1p2Ct5lJCI6OxFxkLIyc0PbOnOxtU8VuKo4iiac2IhRx44ogVwh3FBUFIwwrxCEiABpTiIi094hXJxKAW8CZfIF9bG01xT0r6fCMyDNQfSB7+glQgLVKxFKetZH77LlUNxTiIz0aFx8cgXns9LoGJMUGjgax6Z+hEAFtpoehT1rvsD4OCIrARpUnoM/R9RWB1bv/oG+v/2JMxIF9OuGUFEIKnj5I8iFh/TsJESkvEWkNAOpVC+FKO7RAT8OH4YGJVSFKkPE7rnoeecR3lMJuiDEtRI6VauPKm5CxLw6h8OxkXgpy6Jzl6wAVcvPxq7+deBpIr2CuZqZ3+/UwFUOWM0jTkqZwGI8CgiacIYqX7jndwCc6HsCrBK8IieHXNdYPhUyYBWQsLyqlhelnZbIHq6IxyoBV3Uewuy0+bZoFvNsWTffqsLOJiYjl7RLgHlmUPjko9AdymXMKYdWCRC7V9+dDges6lacwv58h9LYcPNKtwRM5Vu1oiwdD1i1ojDsvmgm8AW1aThgVX20FIuu1sO7I4LQcqSdXIm6By8iiu2pV5Gu+GtALzSp7J574/n6Of76cyWGvIpRgi9NG6zCqf7F2K/0A6sy8CiwyiRTgFUBJozbg4UVtEya2Eic2b8cfZ9GsECgF4Z2XItV7VlXRUkstn7zGSalM7ZnpdJjsXdIO5RWBTqTIrF3+yrMjAin4GtAkTZY2mcsPq2ugsiFH8WgDduwX8wAhh68ovi00QQs6lIFXkXYdknlyHpyG1v2rsDMhDTW2uWjbsUZ+GtoffiyQK3s6QXM3roSG7JlkCIIHauPw7ahteGh+lI84gImrfwRW1knxeJBQ3F4ajeUM5ZLVtf6Io7EklmTMJ92g4c2Vb/E1r6NEKDKJxp9G0s2r8PyxHikgY9Q79aY1/sz9KzGXhiYAazyUAajWk/H0o8VukJoA97hyJYfMPb5Cwr2qSZVYJVMt6Szm9D9r4MssNoMe6ZNRUsloA8gMREPL+7D0svHcVjM0DwU4VfH2ikL0LEoW3L8FYxf9AP2KCsKQLsK/fHtJ61RJkjFioiLxOlD2zH3/m08o1JyQTH/Ptg3vjvCFI6rCY/x0+blWPTuHTLAR6Xiw7BjeGeEqdJepMTj7w0TMfJdJltjacwbtBxjarJ1GQJWX5zH7C0rsDlHcW5yResas7C6S00Es9QQ5JfMFw+w59BmrIh8xXp4i1C7zHhsHdEcPkoH2bdYN2sclrH6VKPsNPw8oDG8VT2II65iya+bsSMlEVngo4RPW3zTZzQ+CLP7zUrZQFXw0HFabbuWkh2dAVcZtIKjANAuewKs5oilLO+sHucEM4euUAGrzh2sSr8GkKlGwB8CsHKXPXllRT3riHz0nOI5YFW3jhVGb1WFNBivTD69uOCSdgkI2WBWmr9yoKq+OcVpE5EAsRM5eFW3LuTBxWzsqapomd0Dq+wr70J4/6dTeej6ywGrxi20BDR0ROM5LQLb1i3B9DexSAPg69UN+8YMQhM1jzdWBJlR2Lx8Cea/i0EaPNCqxuf4dXgdMPiMbmBVHVQleU0BVn0wfcg2fFVLxzBEHkCz5T/jLv1ZiDZ1v8eBgeWYC7fU59iwbA6mJTNMrc3rLcPhAWF5LuPSr/2KXrv3Uk9GP/cW+LbPRAysySKdMgnubRyPZk/esUtDOczuNgtftvLT7pyc8ASr136H2Sy46iuqivnDv8XQSsS3QIrEK4ex4NAu/JEhBoq0x/aBQ9G2smagKAle7VmO3pcu4yHx/vXujZMz+qCqjrhYxikogLd3sGD5AvyQRRC2Uvix3yKMbKjhkiiX4v3JTeh+6Bj+Aw/FvNth6aCxuRQLZgCrpH3+Rafj+YwmUPY07l/MWPQt1qpyILAdUQCrfiJALJcj5dxmfKoEVhvgp1Ez8XFFjcOYRIp3B+ag4dXHYKDMQHw1YhPGV2b0Lf7kJgw6ehT/Uv/QQLSqOQnb+1aHq44YXbF75qLPtXt4RGGoUAxt/iW+/5j1Gg4/hxnrV2AbxTy90bv1UqzoGAS+Jj3vgz8w4Jf9OC3OQRFeNXw96BsMqMEeBPQCqxJcXz4QXaMZ/1HSlwEt5uCHbqXVzqASOZAtlUGe+h5XfpmBgREJrI764/MBmzChOvt59kus+3YqllFAvQj6tV2NBW01yI8BZF/ZiK5/HUM4GXev1pjbfzzalTFau+wio5JvlbTGEddjK0uRBrOirwcAeV52CSvX7hjFJ6cnUgoAa6VCAawS8RHgR1qoCADyqgzHt6p/GmkLZkVuU3O97aw3Ea01wW1RbmEGVRXypVy9PD4EHLiqVeUYz151OgAOVNU/Owu7t6pCOgzfKrWibbGcOWQd9vA62SGAVW4LV9FvRhgML5ticebmmFJA9KmS6rrjoJv7i71ovHoX/qMdE6Fzi1XY0z1IJ6NBzvM3eJMsgWexoggMciGfsEk7sForkPFUVZ9apgCr/pgxaDNm19Gx9IbvQaPVuygASR45N6+zBEcGsW520jjsnD8W41IYBIEvao3fR4/ER6XdCQarlmTR8UjM5sEjIADuqphT5B2s2LYUc5MyKI1B1VITcHBsawRpkmGqlhZ1DiOXr8Ru2mkXdG6xFrs/YdwMxfdPYcbO9diaQzxWA/BB2Z5Y3LMDKqs4c9KMJIDymzgkZvNRJDgAbnn4Qs3YiuTx2PDlSExjI4L5+XyKAyN6om4JF5b/gy1TDkij3iNFykORIH+4qNZtArAq5FdCKdkThANwFXXFxXnDUFkBDt/Zjvrb/8ITwkLKD4aL7J2SZqJ46Sm48lkr6nGZLZMh88IWFWC1PtYNn4keVfLON+nZRahy8BqldQD88OXQrZhSDUBONLZ9NxEz0hk9CPTtiV8G90WdknrWs5iHWLdxHualMsJy9x6B23M6w49yyT7BlvXzMCuRQLgClA/8GF+374J2dX3VrRAy/snpSEqSwt3bC67+KvXpA1bTI7Ft6WTMSGXa6+U/ElemdUaQcq4xcWCyyVNuhSH45B+M3LYdp+kXbujYZBnW/I9115W9wbqvJmAZC2L7+fTBb4M/RsViInWzSSKDOCYZGTIePAJ9IVJ4Y5uhagX1CSNhVs622s/zuS2SM3J+m2rc98ytOnVEUAYuU4yU+Z0wrm5dGpG/wFlmn4N4ilaTfqv3IDUjxarOGoUCWCULE1lv8q/aBbWUWK5eckBVeK5arlTnKUkzmBWzFOVvWXEe6eTtCQeq5sqEchmTCI3m71/OrCo0cqWA3ew4UFX3UJttSDix9jDgKjexdA6xHTjT2TuwSueVkrKG06Vcu4bsWXagQPa2fqlRAjggqEo8lniA9OwKlD1wEXFUvp6Y1H8Hvm9gjv4TYHUeGig5Vnvg6KT+qBWgzUI2BVh1x5SRv2JeVS0KkJKK18eWofnlu+xzci8M77YRKz5QvJmX4+WOyWh4J5KlLwC8Peugb+kaaFoqDJWLBqFoUCD8A1UBYvV6si/vRLc9+3GZQhIV8NX/pmNaa/Ytti6dzInBzoXjMS6ZATJqV/4ap0bVhAs9w6fj/MoJ6B+RRLlhhfBBrYAaaF2yCuqXKoMKwQHwDwiAb6CAiWJlbCJzlOqkvrGT4+H6UWj5PF4ZdKuoTwP0KF0VNQODEVasDMqHhsDXT6gCmGs0QJ6I02tnYADLsTqo81IsaVWC4ViNj8SpLV+gF+VY9USX+nPRMXIBJr5Lg5BXD6uGz8anbGCw1EPzUef0baQhEL2aDkOx/5ZjaToDYhYrNRlnRreAh5DBfzIvbkH/g4dwi/7aCJs/m442moGVcjLw5Pev8PGDV5QnGCiJ70avQF+Csb+/jPFLluEw25UqlRfh4JCKBq5i5XixdRTaPWWJCnitsG/mJNT2JqhzDmKPrcPQ8xfxlIbM8kBp9zA0CK2N1uXLIywgCEF+PvAJ8ABfFYBXPSqmv8b+n6biC5ZjtV6lWdg5hOFYlT69iCW7VmNjFon4wkerhsuwtXspjbMmc9mlHPG0SBz4aQ6+iCPsuK5oUulzrOzZEAEUFBfj5prR6P06N6hYGd/G+Kh0ZVTxD0aZEmEIC/aFh7cLePouDIzVxQLMR+RBorhLjCQPVUwZc1a8AuymyVUzqsc8y5FKCRuvao8t1XtTsRBVBMXUb00WgcYHqn1WrZuH1KwUuORxP89vfbnfOz2wSnkmWG9Vy4nNsUuiAXcEHCWAtlFUeEcJadhOIiNbLwZm6la6GOIsLW9uSHE8AYQuQvA8eKYZcqTrGRJIsySQgQ+hm4gpQ3FZqDh4kEvXDAkk2cQnXHfi8fkQkDKITWzIoBTLIEuXQCol5PJCCLz4TAjb/KZMCXJSMpGdJQGJgCt0dYG7lwcE5JbdmL1HCsjTxJBKNEivBUK4uAnAc+fB1RCymimFLENMb6SVichGKALfS8ebec1+U5mLISHk28Qy5QshIlaqsUYTqTwtB2KxjhETCCF0EzJGmDFy0TcuEkCemoH0tBzaVgFfBHdPN7h5CYmzh+mJeIIkpSE9S0oNLOJ6IxC4wtPfHXzy6i2/7TW9RTq/MHX1oOcyUz+yYHvtuSjHDWZl3oAqMUBjB0W5dCiMWdtOBKmEhPnITfQiO9/KbHofBCJ/thFEgrkbDZ+7INWqSYx2GtqQjVVC9Xyman7u+mfql6r18pS9kZmuPkxBKtUzwZjyDzyb2xTzJJ/7Vcz+7/HBhZs0mBEBo1aMX4HhZc0pVYIXv89HY5XgVYfHk0BSxE7W7J0pwCrQrPFPOPiBG9IyJODxxEhLSsLbxHg8fXEVe5/cxElxFqQQokJAB2wYPRwNVIJXIfo+1m9fihnxKUowMbd3PmgRVButytZBu+o1UbuiL/gaNkfM7i9R/dozEMiPJ2yGX0dNRtcKBuZDTiLOb56Czs8IkMVDlZLjsG/QhwhlA3nh8QnM+u1nbEhNZ4MtqZh6CEKb4vXRulwTdG9eHUHEy9GSyvHqXyz/eSm+T1E8M1cda1+0CqmHluXq4cNqNVClnCd4Gp69kCfizNqZGPyKCV41sPNSLG7JBq+Kj8LpLV+gDwULgzCi/WJ0j1qAAY8ikYGSGNpyMr7pVgr8jERc3/Ut+jx6iWyEYcHwBSh/dDQ+jSZkFAywenREc3iJSAApHjIubcXgg4dwm/5aFXN7zsHAaiJI08SAQAC+iIf4K1vx+amjuK7ojrA99n4xGjUJn+6z/ei39RfcoL/x0KzJZmzvpkq0q13fU/dPQb3rEex0r45lo+ahm4JzNPEF/ty5DqtiXiE2j3uNCKU866NL+TpoVasx6pYvksdDGumvceCnqZjGAqt1K83CDgqsypF6fS++PLALJ+g644NRnZdgWvO8YD5deRS6kZOOF4fXYezVq3hBuIL9+mLb4E9RTcExG3Mfm7d/j++TtY17IFoXrYtmYdVQt0x11KruS46FDpkIniOWyhiHTEvOG4eUhsZ+S7AuQh0hZ3hDhVba1x1dVEkZCXDhiyCwErhq58Bq/owrDlTVrv4K759ccFVzdcqfb6+ljGPzJ2/+VlyykdFgVlQs+dFB83tgypeSSxsx4XwkYnPI7aeWxPdAce9Q1C5dFY0qVEKV8v4QGSTJl+Hd2T/x7bUHiM3KghgCeLn5oWWTIRjRMkgZuRXIQPih3Vh6LwJvs7O1GLbq7fHxqYQW5WqgWdXaqFxO06Jj80Y+wqGzx7E3Kg5JEgnk8Ef9Sh9iQo968NbBl2RQXilJeHr5GDbduIBDacnIgowadALw4edWFT1qdcSQFjVRTJXkXrPQtHjcOnUU2x8+Q2xOtrrBzHdHoFctjOzaBU3Lu+TZzhS3iek3T2DxqSt4lJmh9LBgbEEXeLuWQsdGH6FPy5KMd4AyaeqgHFF7NmPpsxcIZ598EbQ6wKMSBnb+BB9WVUVXtVkeMjzb/gO+jUpCgg6eGYHIF2X8w9AwrCoaVSyPsmEeZhgxcmTevor9t65g19Ob+FdObv7JjOLBDV6oXeJDTGrdAe1r+ug08tR6LpPi/Y1L2HX1ODZHvUAkfaTFJHLoCvNuhH7VGqBHq0YoozjgsIa2qfYXWQFz6zb1a31jp19TGb5eg9pcKDMQjM781bgghGp+a00dYHLIoPcrfEtBZKbLSyJWB1bzM1pM/01vA/lKqAas5kqS7Oec13NezSL7IHVt5FIeCZA1h3msy4CHpkrJHoLFxvz1A9qfu4ZXdHJ0wLEpo9BUAcaYNOa6gRAnqRIAACAASURBVFVGPqqFmQaski/5EMIXfIghofYZsWbJCiogF+BwR5ki9TG773h0r5bXbpQ/voDF+3ZhXVwcCASrCCekaBEffHjyAtGmci9817sNSimpAGS4saQv2rxhglYJXNvjr8/GoJWmt6SmnMSZCD84Hw3OP0EO+CgX2B0re/ZGq4pM28haLH54Cl/t3YNdifHIgIwCt5rJR1AO3Wt9iildG6OoaoApk8Ylb2bxnSNYeHAvticlQqylbj4E8OYVQ7tqn2Juz1YIUX0SbjSwGooJHedjgPQoVl48gr0ZctQIGYhfp7SH39ubWLplBZYkp0OIpjjx/TSU3jsKYTcZv+mipSbj8PBm8HVh7MF0NWCVD19+MVRxF1GaAPLeNF2chreSZJYCgJQQiN7N52B+p5LUXpJc+xn9D/zFerwK8FGb7VjdzjBhbdK+qWh04yU7x6tifr956KvgSCXVJIZj/8+rsT42GtGQah1DwB8twz7G5+06oEaYim7qAlblUiRd/wW9D/xNKRSAYHzR/XuMaagNCCbSYeeWVIacf3/DoH37WQC5HlYNm4nOqly0r6/jp12bsOZ9Eog7jKbOMfa3B5pXnoiVfRvAx+A5MJ+KaOHPlaBqrh+vhWtw4OLIXiWTQariyUtwDLL2cUldAgRYJZJxEQjZIJ6WlRDv8rNT+q1/9jDjV0TtpGp0K+T5ZM/Nz9GEvm7igjVpHSvmJows2dpAyPwBq0Yrh9EZTTVn86M1TKNIjSK+4lm3qfWTEvLfBmOLCN88Eu1eZhiQpoDelJJWuXu0wPwu/dC5thZLTulhJMHDn2eg+5MYauAqpFKn6jfYM6ACNWZEfLI4JOPUyukYEsPcRBuTXEF8h4qjT6Nx+PaT0nkOKzn3L2Dxn1uwMZMxdul4uHbGPxP7oZYZy5D8yWl8sX0r9skYShBtiV42IAzTP5mFcY10GGSx4TiwZw2mvSY3+dqSL3o0moolXcPgqrSvFLojB7KScGPXYvR7Qm73tSUfdKk9Dj90qw4ffTZh0i18vmiZSvRTRVnu+LD651jbszq89BlM8jhs/OpzzNOBwytKI8a3C9UZPqqWGY6NA1qiuLE8YPJsPPxjNcbevk2NR10c6q68oviwSn+s+LQ+AvWVnZ2IC78sweAnLylPl67yiLQ9XepjTsdhGNnMzxh1tJs8FNuQg/L0clQJ6sNC1q18Oz/azUhbtiFENjkyhseKGNKE6secHSu/rcoLrOa3RPO+zwVW1b8ntg4JUMkdMxRyYdZ2OQeq6lQ0cu+osORoRGoWPbQHwNTY2aEGrPKaY/+UyWirLXCVwQK1AKsT+qN2IPtcWQ1ZNR1YJfJ1h5yCoqqXmo2CO2Bgw4/Qq2kpuGvEYVJrslSMdzeu4+jdGzgZ9QRX095ST0OSVK3x4KCRuDC+I4rTCPAy3PqxP1pFMY/LjQZWpVl4+fc81KfAqgCVg7tj6Sc90aqSiNYlkQEk8BB5Uh514Qz+uncDZ2Je4EFOMhI12kTWar+gcbg8vh38Lcl5KRUj4c51/HPzMk5FP8GNjPcgV1+kPlX7qWTIcOwZ3gVllY7+xnqshmJyl4UY5fccFy/vxtcvXiABYdjy1RK0fbIZLf84RPlVfYI+x90vW0Hw9+cofT6C2uBFS07G4REMsEpSxqXtGHjwIOuxqlsRyUW6FL5oX206Vg+opFzLzQVWk/d+jgY3o1j90AKskqZIpEh/chunb1/G0VeP8F96PAjRgvpZQohgYVMsHDUpF5S3CLDKyILsXTyZFKmXtmLg4WO4R/9rZXzbfz761tBwPc3JQPS/V3H87g1cjHmGO1mJFJBWH3ceKpT8DDsGf4AQY216g+uDdTOQywry/J95pWbduhyudHqxLqMUAJrYg4BHoFVOYKpjSoBVkmjQaYHI4vLhnbh/xCgEKNBL9e2Fg6gdQev5fLgKeNyFvIMMmX00Uw5y6UPsRHeh/S9J4VvHov0LAjcZn1wFFTGgbn9M6VoerlqfhEjwZNc89LwfrgICitCi5lxs7V2WLtOELkHAS8b59XMxICLeWBxYpZGBGNByBr7tWEwt6FPW3dOY8OsWHFXtjqgD9o0fhAYmelrIHxzFmJ2/4bhcqgIQ65aTOwFX+83DiFpahBL9DL9unY8ZabpDLfoGjcCpcR+gqLYDwJvbWLFzE1YkJud5HqZoUcUKX2Jvr5rw1+O9ILt7AAN+24NzWrrBd+2MQxP7oaY+ijDZO2z9ZjK+0uZCoUeFwoL7YcuAzqgUbEDPJBl4emANBt38D1FGqCQPJdCvzjD80LMq3LU5Mcuyce+X+eh8P5xGNTYmiYT1sbTHOAysp+8kZkxJts9DvXSI5yFnCymFn4eH3/bDYrc1ismFkYxxOqTrMgVXSXNtq0D2DqxS3yjqtarq1WtbGdmbEsnlHEGCrjFRBVUVeXj0kMo4JThKUqcCKIofxq3F2PLmtF43sKoojfrXUdGYBqyWDh6I5fVD4Sl5h+vPDmHey1jWRnJB1aKfYnXPj9GwrI4XTppdyWbc98VxMXjy7D7OPb6FY5EPcDkng3Jz8hGC/324GD93ocgqXv8yBdX/fUWBMp6gGX4Z/Tm6VTDwTlr8HkdWTkAvGtWdjyolhuHXfh1RoTgPhF2JrMfESmSCyBBwjgHosmMjcPfxfzj/4Ay2vY3CO7btQl4FjOr8Nb5pbUlklS2c+CdIJMiOjcbj5w9w6fldXHp9H+ey01mPRk8M6roFS1uxKKcJHquTuy7EhNLpiLm2AT1u3MU7eGNY19Vof3sC+r5OpiBoz6ZfY/UnZZC9fxLKXoqkcg4p+TmOjGieC6xe3IaBhxRUAERuLgjkCSCRKyi3+AjxbYRu5SqjSoXGaFHTS317izmBwas2UJ5cU6gAIn4ei7aPFKNQHT+OnoeuZbTMDYqWM4i5PDMBL27fwMWIpzj2/DxusggKH/7o3nQOvu1UmnlxppcKYB9mHvgNx+i33hjZaSmmt9BntMvBF6fh0YGVGHPrNl4TKgDf3tgyuBdqaAZFI0Uq2ytGZsxrvIh4gTvht3Hq1R1corQaJAnRpvlP2NTFMGWCOauFpb8hUdzF+XTUs3Sb7KU88vRfQo1A7XCeiEY3dZw9y9pyVQCrpB4BTwgRX2DRPZ133EhgNcgRgVVWkURCEq3bwjw21h55rvyCkQClhVM8BGa8f1wIH23BtMaoWl/uGI92TxX34EZ9wmYKw4R2n2Ni60At/ZPg2R8L0ee/JyrPb9zQts4crP80jOYnS7gLLwVXNs9Dv/BYgzQA2lsWgokff49pTXJdLLP+O4URv21VBw5FHbD3s0FoqM2I0NXlhKfYvHkNFr9/r8PDVNuHPIQF9cS2Uf9DOcbuzk3Rz/Dzxm8wW7u7KpOP1xJ/TR+N+tqcJe/9ga6/Kp4raW90aNkvcbhPTQRo1q3ILsvCs79+wphr1/FYaxFFMX/EMgzXd3CSvcOO+ZMxS18/dMi0WOAA/DmyI8qoRtXVyJtxei0+PH6ZPtU3NvF4NbCk92QMq5sXCJXf3oMRew5gP3EDMSG5e3yMU1N6o7IuWZpQli2zKgAyCgDZ88JjI6FwoKpuQRNbWkz2q1y3Ogr80ACVVHdsp0COAKxSiaiBq7aTj42mi9HVMJ6qmtHcjf7cqTNqA1UVs4mCqw4ErGYcXYRqx28gno5YEYzvayB4VUIyop+9A0JKoFhR1eA86sCqR5GPcXTSQNRReUVE37+xsnm4ehAahbNXoa798GLhpwhWuIs/+A1NNv+J+7RNLujfbSc2tGR5nrLf4cS2pZj6/Dl97eICf9Qt3hPbx3VACU3cUUz41tORkpCAdK9QhBbXAoimpiPu0VFM+f1XHGBNiOKl5uDB5LogUG3G6XVo+89J6gXIQ3nM6jodM9oYeBqV+ADfLfoKi9jL6WrlZ+PM2Ho0eJU4JRsZialIzxKDH1Ic/pr2BxFSShJe3d6LCQcP4ho7k8pU+AHXR1fI37zKlEKamo7khPeQ+JdGsFLgKsUmpyP+4UFM3bcbh9l9o2Kl73FhZGVmtzARWJ1a0x24uwYN/zmHNxCgQlAnlHl/EMdlcoj4DbBy8GR8Ws0daXsnocIVY4DVshjXdiom1nBDckomjYUgELrAw9sbbl4C7UG3Um9j1sJvla+4KlX6Dv8MYfujS6KSRJxcMwlj35JgUGTwW2PvzAkgmC1xN5YlpiAxIQcuPr7wKqqFgyxHjvT7J7D2yC/YkpZOzz9FfAZg75juKEewSp3AKiB7fhnLfluJjZnMs7Fa1RdhT/8KundrwpmZ/BibVs/F4gxSEwleNRmrejaAP/E4zZBClpWF1Pi3kAWEwS9Ay75GYhKEH8ZnP2/HCVYmYWXn4fio6nb/ioN4qYoJLQQxdBxo7c3fZDbya5ZXldAkaE1UZDx64W5Le9DI1hdINlVglXgkiEgcFx7fYuCqkwOr7JjxeHAR8ukzMC7RnVMhGE4cahKQg1yIaS5PBFgtqOeVxgyQNmDVjReIKl6hqOCShcjUd3iZnYC3Wgrj8Wpjzahp6EACUqol44BVPlJwfcs89NcAVt14JdDQLxihbiJIpBmIS09AZPp7vJAzT65UU7GQ4fhrWBsUYy9OLQKsyuVIObkWHU9eyQPwefNDUN03EN4QIyY5EnelWRpj7omBnVdjYUuNKAfGAKsIxcIRizFYC7CZdex71DhzXwcNACMRg8BqZjR+XzMfX7xP0+EhLESPTluwqqUe7w6twKoAxd3DUL2IL1wkCXiTHo8IcQobiVd9vEKDR+LIxNbw11ZF9F2s2vYjFpOgA2pJgHJuZVHNyxVpWe/xIjUWipABimzBgUNw4rMOKKl2eJLi3qZJaP/sPRsJluTmw19QFHUCK6G+rxuQ/Q43Y1/gdlYSfeqWm4piXLsZmP9hCOWedLhEuZ4Ltx2ZP15VhxtxkxpMAGdKAaDlKwL8iCjfqu1sHvsHVnMFRUxBBngujEkOmZzzYNE18pSvWI9aMJyHzGW7Q3iu3v0FjbfvxwPaJyHaNVqGPz8Nhda4HdnxOL51KcY/ew6418e4Fn0w/qMyFIAkUona+z3aXLpFn9iLXNpi/4SxaKVCK8AETSFcNjk4t3gQusQyyKPIexReffMRvBVzTg1Y9cGsEdsws5qK0HPe49CqqRgWnczaS77o1+IrrPlfGERK7FSOpLNHsPXODVyIj0d20f9hda+2KKftRY08GX8vHIX+8Yxd4hcwEje+7IgQgpe9vI7vty3HwlTGNi1fYhwOj2uLYnromMRXdqLzH/txhekdOrZcj98/9qfrcezh7fj6yhlcz/FAufrz8UfPEO3alPkMi76Zjh/ZN+UewTMRPr1hPkAuGeJOHcGv92/gyvt3cCs7FD9+0kD7Jb34Hfb/OAGj45jxCQkeizNftEcgka2JwOqXjb3Ajz6Arut2KEFiRYf5om64+PUQlHMD4n6fhFo3orR6rGZe2oYByuBVjbF5wjS0Km7C2pwTjV1LJ2NuKiNMf+/uWNevP+qV1r3Iyx8cxpzft+EPMTPbi/iMwrnpHeDDB6QPT2Pxof04nJCOIJ+WWDR+CCppezIvzsCT379GzwfhlMJC6NIeO8aMZhxA9ACrkCTi+Krx+CyO8W4QuPfBmZk9UUxfDIk729Hl938ovQKJUtup2XKs7hoMyCWIPXcK/zy6hetxr+FdeQy+6VIDXtr0V56MvxYOx5RUxmqoVGY69oxpBCv4SZswePqzUl5VmQwySgFQaDdt7UJSgqrkZ/2Pzzm+1VwRqgGrFG7mU69VSwWzKhzAKmsAuYiIu6/F5jtXkJNJgHqqalmbiMq4Chl+LXtUn7zAqitaVPsCi9pWQYinBJlvXuHG3XPYceciLksleZ6hVy0/E7v7VYeHGi+nYWCVLuXyFFzbOg+D1IBVIdo1X4HNbfzAJ2US7pf4eIQ/vYffz/2Gn9LVXSX5/GqY1+dLDGGf31sEWI17iHUbfsD3GgCfl3tLLPmoG9pUDYIbT4r3j65iy7GdWJuWqc7DFdAXvw/tgvJq0WeN8FiFB3q2WYoV7TVdOnNwe9M0dHnB+I3oSgaB1fgbmLx0Bf7QWYIATWrMxa5e5SHSZaRpBVZrYOP4qegcJASyMpAQ8RSXbh3Fj4/v4zlI5FbVFIDxHy/GzMZ5vUvj/5yFD29GsN4xzDdk06pWZix+al8TRf1cAGkCbp3Zhx9uXcINtfkWirl9FuHzurleJ7LH5zB950/YSt7XKRK/FhZ2GY0xzVXcgt88ws9/bMbiN28Qo8jHK4FeVXtiQc9GCDIcx8DuVjPSYxqMqJA+tuBAVd0qSYOjyBnKGl2bEjGkCbjK7FnW37kcCVglEmHA1cJ0yazoK8OrahQHmN2titZvkC5vVdWaFXyrDgGspjzH2rVLsSAuDsQ3L9CjJVYOmYRuWi5/Zf/9jcE/78ABqhw8VC89EYcntoQfu3wkn9yCsSdO4IiYhJiqgG+6T8cXLRTknCoSenUTczYswsocRsuqVJqHy2NqsAAtADVg1R8zBm3G7DoaY/vkCD7fsRNbM8nFNw8Bwtr4bvBs9K/O3pLKMnF/9yqMunGN5Zwshcmd5mJ+Oy3tkSfhwHdjMPA9AyQGhkzEf1+2ZoBeuRSPt0xEowcxrJ1TBlM7zsCcD4NJQPq8Ke4+fljzPRakMCGy/Fxq4LsR89C7HHntn4HbO2aj24MI+syeJ2iNPWPGo2WYloJS7mP+d19hDQus+hT/Gk+n1DZ/pZZm4PF+EjX+EgOi86phwaezMbqRFjokcSx2LZ6ISUkM0BwaOhUXP28GaiaZCKzObOEFZD7Diu+mY6EGvZTI53O8+qolvamI2TUBjW6TEFB5qQDUgdV6WDZ4BrpVNuU2XIyX+1Zi4o0r9CWXAP5oWGU8fupTC+4a/hHMgErxaNNnGBYeR21VHkphSIvpmNWJeRInv7IMDf6+zL7WE6FL+x1Y/oGWwAWpcbj2x3cY8TwKYhRBzWL/w3cDe6ACMU31AasAUv+egcZXnrF0DMUwvP1cfNk6WDtGkfwO536ZhZGvE9l1OwjTBm3AmKoAxOl4fmg9xl+9gmfUZqyHhX2moWdNLQeAzFfY/MMX+J6N7lYhbBb+Gl0P9hrDitiABFSVcgT7edchGqxKCoZW1bjdnANXGTFqAquMPUjAVSH9//ymQgOsUsHx+RAJmdvmwpvoY53C230dPWdAVe2yoZyHPAKu2md8vbzAaghGfTQf01toXLEmv8Uf66diVqo6TOYprITJfeZicBVV4RgHrEKegstb5mHIS1UqAH/MGb0ao8tqEXbMZXyxYQv+zCJxXxWJhyaNVuGPTxiD2BLAqvzSKtT8+xqSVJrg7doIi4ZNzMuhFHUUPdbtwg2ZRHnYdOWXw9AuszG7mYrJYZTHqitaVJ6A9b3qwE8VzIt5iu07l2J2AvvsSIceGgJWpVe3oNWB03ipcwbzUC6kLzb274zKurhQtQGrol54sOB/0GRbyry1HyP/+BNn1OoToVpIT2wb2xkl3FR+SInC1pWz8FW6qn6J0KTKF9jcuzo8XVXWnYwk/L1qIiYkq4YAEKBZ9a+wp28luFGbUIY3Bzdh3IWzOK9iN9SoOQ8n+1eESHMZS3qNzaumY3oaOYZ5oV5wK0z8oAu61NPDW2DHKyF7tqVrT2F8bMFRAGhXTsqnRQM56N/KyfQgukOCMNpiz3c0YJVIV8An4ZtIKgw2keLimAF5jDuK2fECaYWmGQOq5lotPAgc4imEHJlnV6He3+eVnOdubu3xR9/++KCaJ0M4LJYj88E5rPhnJ5YkJtHLdxH8MKjdD1jRUQWoDL+BhdvJi5QcyMCDn6ABFg2chH413HKnUPJr/L1zDeaEP6N2Cg9lMLbNTCzuqnJLbQywKpcj/tAytDl1BS+ptvJRLXQYfh/VCaVZDnrpo+MYu3kDdrEmh3eRD7G6x2B8UkfF9k2Nx7W/f8LYm/9S4Il4+1WqsQQ3h6m42kacxIh1m/B7DgM0uiIAXeuOx7JuteCvMB8Id+qL+9i2exEmv1eEH+WjfuU52De4NrVZyBEi4/IujD6wB8fpBBMipEhH/DR8EJqWYp/4kP/+9in27tmEBRHP8Yb2rAS6f7AA6zuzl8XZGXj/NBwP49LBcwtF3Zol4GFMkKHX5zB2xQrsVSppPWwcNhUfV1Ex1BJjcOXgeoz77x6iad1F0LT5euz7mBWqqcBqSy9AloKrPy/BZw/uK3WMh1D0azEbS7uFIEsiw9vdk9DsP+OA1R8Hz0BXk4BVgpY8wZa1C7EqLY31cg5Eh8r9Ma1jc5QOYm8YCRj16g5+P/gzVr+JQByVkxCBvn3xx/iPc19LxVzCzE0bcCAzg1Kr+rrUxtgOEzCsoS/JzqS0VNzevxATHj6lrwF58EGn+jOw+H8VmeC1BoBVRF3H8u3LsC6D1MCDF68sejYZjrEtKsFXxRCXv7qDXX9vweqYN6zDgisalZ+EjUMbwZPF6+XPD2L45m1K+jQevynWD5mIdhVZcJXoXOJb/Hd8HUbfuc/2GyhRYSnODw9jOyRB+sN7uPtODJ5nMVQOKwlffbSvVlh/NYsUSxlQldur8gpbLpPTYF7GgqpMCYQiiri6FAZ7R7eCagNWqT3IE1BwNb8YYaECVolSCVm+1cKJrRYm7wxjV332sKES/VXXlyQgiEhgf+BqXmC1BMZ3+hqfN9PywOP5WczZuRm7acjS3FSm9DQcHl4bLsqL9fwAq0GYPWwFxlTSIsnMBFzb/SOGPWaiuytS1Ro/4NgAxtDNN7Aql+Lhtqn46Mk7lQ2Zj8a1F+L/7J0FeFRH18d/qzFIAiRogBDcvRQoLsWKtLi7VPAWK1qsuLZ4oQUKpcUphUJfihV3LRQIBEuCxmV332fu7ia7m924k/kenr5f9t6ZuWfOzJz5zzn/s7VjwZghcKGvOLV5Hn1vPyDApE/5i0zitOlHWAFWlTIvqnKP01HiVFIqd2vmd/2ESiaJtsJO/MjA3//kkCBFjKXECqzqwri7bR6fXLhh4hGqxJ3IKENJX3VRZnefQg+jZ4dle9aAVbv2XJzcLpoDLeodLfc2TqTdtQdmXqiQkxGdljC6cvQGHXpuL1/u2MJ26QrVWMqzbsRYGlkBeSNOrKX93r+4ZPJ03mz1WNhrMB8WFif/UC7/OIkm1x+ZJR6rVGkqf3QugdrKxaLu8g4W3ivIR5UrULywOnPgJUZOyHfIFsoCVa0vEmJmSd6qgm8sHsaxUBmVTABAxvpSTokyIrAq/DYF/37KSSW+dkjqPKc18KqmTmsZq5WEgKrGLxPeLRmCEkAXzr+/LKDT6bPclTovJzvZKeToRn57e8JC/PAOfcVzXYSBj15OhSJf8GvvuuQzS6QZyY0fvqLFVW8DTZAMJ1wo4pQPTzsF2ogAfEJe4B0ZKNl3kquCXTsujO1BMdNb2/gAq6Kbbx6yfd23DHr4NKpfdasuZF/3glHK5bN5LI3O/isBlAIyyC5zppBjXjzs1Cg0gfgF+3EnIgBjFgI7u3qs6zOU1iXNZ33E2e30+WUb+yLDJHtDjT3uSjeKZ3Mhu1JHYMgbHgX780QXFkXnlC9HZ/aO6EhB6RLdUF+YP7sXD+UL3xApPFzI2kWWgyLZ8pNPpSM87DVPQl7ySBsseRALGTk5d+HQkI4UNWLPPjf4acsivn72CoXifVZ9PorG0Z8cy8TScGPNSNreemhwKpDhiAte2fKRX62GyLeSPO5FBkblTnDN9hHr+/elloeh2sQAqzItb4/+QNfdezljqMberi5LOn9K01IqxG4lgNUP4g2sjqF1KUWCAbWQM9sYsXMLhw0mqBI1ORQ5yO/ghptKhi78Fd4hL3iqDZXGUIaSgu6dWd65LaXym+iDJgyfndNpc+6G4Zwiw4HseNjnIp+DE2rC8BV0VpEBUXJ0klVh5oAJtDDilHEBq0JOt3fz2aaf+TMiXNrP7bDHTeVGQYfsOCvlRGoCeBTwnCeG/upEf7O1ZGH/nlQ2S+QbztW1Y+l5xzuqv464UtQ5H3mUKjQRb/AN9ueRRj8vJW2VV2Nh33F8ZPRcj3zOviVfMs43FJ1dLaa3G0CbSmlHEhApgEORvCwLVTWf7waBiGRVemewhBVh7bzrfKu2gFUhG0EHoJQlLZnVOwas6jMXZPGtJmwiZu6nrfOq2vpmlUKEV6avg1hMYNWDL1pOYlgtK5uiVoPvzqnUP/+fIQRF/6XZHRuxoGMvGkRlQ40/sPrP2qn0MvNYzc343gsZYuYBGy1R//3L+OTIP1JiAmMpUWY2h3vpLcckA6vP/+PH9bOZ8NLoVSBqdWNk50WMMAECTcc44vhqGu05YuYJms21J0dHfoi70Wk1BrCq4r3inzEkbDMDH/qaUCwUZ3avyfQoHW2oPVz/ObVvvYry0nVQuuAU+cYCrIyDY/XFHX786XumP3suGeTi6rx07o8YqDzO2Cd+JhykMurXWcmmljaMIivAqszuE85N+pi81kLf7p9hxoalfBdq7onaoMo0fupYyHCciOTO5qk0v6LnmjIWtUsPjo9sRh5r4VhPrrJm8wpmvXhtApza0/Wj1SyrowRtEKfXjaP5v3q/AmNROLbmz8+6UMmUpsH4ozA0NLJor4JMsHhJh1O5gW81E3xPXJ+QBaralpAeVLWk5ohdogJTFXuW3us55SDEjAisShIRy0XKiSUudU+137NAVduilraNRI6EAFczRDIrbQhXNy/iqyvXuBgZJu3TanQGwFKGCh0a5DiQk6p5P2Rev48pbc1j7elNNm5bz/QH99DHKcnQmEBgCsFBK8FESvI4VKR3ixGM+cCCi+fqaoqv2y9xtQr/0IHdfmZ+NRsD4H2EwUuWssmwMWRzaMza3kNoUcIwad/68r+tCxl24y7e0hfoE7gbiwNyItEa7LNiTOs4lRE1rYTH67QEnt3HVwqrAwAAIABJREFUuO3b2B4WSKD0BXLUaNCn4FJgh4ZIFGST56N24TbM6dGIvM5I4bimXk66W3+zbO9vrHn2mOeSb6+5fikNSeMUqPF0qcGwdl/QoZwJaf39c8zfMEfiqpdRluWfTqe9tQgwayJ74c2enxcw6cEjHouLI8TYygiT4E0BtIKA8SQ/SXllFvaYQNfyJoaf1o/fvv2CT1+EoSM3n7f8hokNcut3jjdP+Gv913R+JGBqJzo2Wsay5gbE3Hsv7Zau5YShT2qnThwe1ZECDnrwx39DH2rcCkCAgxWLjObnAdWwNwxh4J/zaPLXKcnzU6WqybJ+o2hcWIDOCacsCTy5hW+PHuXwGz9eGmRvqg8SjazkkZ2NigXb8WWrNlQqZGUDCHrM/h9XsPzhbe6jkZJoydGZ2PkyBPSrRYW7XUV61urBgCYe0dFFEf4c/H4Cw5/6S+/kzT+SA18Y6BZMxk13+xCTt25mT4jgExY6p5A0VhCmKaT/Ezon4PkcVCzQirEtW1KpiBhRC8pR/wf8vm0R33r74IOIxJAhzG59BgkBDEOEYdwV8srM7DqW9qY6F/aAdbNHMyNEPF+aCW1G0Of9XGlCnyjZORpNIhMiJ3IhzyivxZWsKh7fIfYroWXvarEFrOotZJFTR4FSHkuekjgE9+4Bq9JipKcEyEpm9a5Oq+jvFu70cURUmglJ8gBKZ8msEgSsiq+58QutNu2yyCqfn/5NJjK2vjGFacoBq0/3LKL98bNmSaXKV5zH7131/EZJBVYjzu2k77ZtHDEbueqsHzqcRibRX2Y/391N29VbOW/yR0eHpvzQqzu1jPxYMYBVJ1pVn8Ao7c90PX81mtsTNe0af8eyxkbjPYzDc/rT86URmCzO121bkfP6ISbeuWoASfUNx+qxevcAfdb+aAgxE08XYUidfvSP+JnGp65HeWSIXwoUm86Z/sarc4t5nlBgFQ3X146k6R1TflglZfN1ZImgHBAJdHUB/D73Mwa8ND2eyqlebjwbO5fG3hpgqwnk3MZZ9L5l7ilcpepSDnVykzxWL/04lVbXH1gk/MpOA6/2jKlXi2oFHZHbCVfyzLuWGSkB3gUAKItX1bYe63lVhcdqwr0UBKiqli4EUw5BzKjAqpC4XKYzJLNKOfmk3QolQin1vKpZJaYEjF7gCZ9V+rokvtUUnlvJNm66CF6c/pstFy9z3P81EZH+XA54CapClMuWjZw5y9C6wvs0qlCQbLEx6Lx6ye3Th1h5+jIPZOE8euPNPZH5FVcquubFTZadCiXq8En1qpT2MqEJMH7Is7/pNn8tRyLDcFAWYdbQ2XSw6ZGpwef3bcw7fZKzIaE4uZSnXYPeDKll4kob+Ia7Jw+x6uI17gc950rAc+nSWi3LQw1XN5yUahyU7rRq3J22VWL3wou8c43df//O776BvInQoA17xtmQYHI4elHCTo6za3HqlK1H+1qFUdvpKVmsho76Pef6+aNsuXaD+8HPuf72Gb7iOlzmRiXn3ORUu1HKoxyt6zSgdCELA+n1M07uXcfEK5e4qS3BkoQAq0LGr/25fvIP1ly/x8uwMCII5v7rh/jL81PdJQf2SjX2ysJ0aNGJBqUtb73DuPPrAsbdCMA+Zw2GNm3Be8aQ8shQfI7tY8mJczzQuNHlk6G0K2cwviL92TF3EQcc8uEY9piwMsP5tlk0Mq87tZz+R1+SLbsXdUs355P60RQT2puHmLLjb3zt3CjrWZkOH9YljzRMMpG0O8Geqzx/wpULR9l14xYPw15yN+CJBNoKcLJs9ty4KvPxQZUP+ahacbOw+xjzLDiY51dOcfDqaU6/DOB1kA9XI4KJQEkutSclnZzIk78WXWrUpFxRRz2tRlTR8OzgXn799yo3AgPJW+FzJrbwsLoDa+9fZefBA5wKCiYoMoK3gQ+4FKHAy7kAudBhb5eTUqU+onftkjgb5qU+iZ5ozGTlevOSf08dYOPNuzwJDkErC+LemycEKgpSydkZO6U92dXFade0FTVKWjCr6oK4+dtSJl24xGVZOb5uNZge77ulOrAqzJtwrUaKzMkqMSWg1WjQBz4mTUDvMrgaG7AqrToGvlVFIvlW30lgVTKkBd+qQobsXSSvy1qtoiQggNWELk/SIVWRfpJZJRhYfXWbVUunMUefBDWq1Kj0LZs6GOOBkgKs5mJc3yV8ao0K4NVD9mxazKhHz0w8G5U0qbOEda30FkNSgVW/PXOoc/yyGWCpcOrIgc/aUNIWZ5DvMfrOX8GfpgKRlWZym6H0r2kAm2MAq650rD2BMc5nmHdgWxTPl6iiVMkpHOpRHJm49Hp2g4UrZjIv1KBp8jrsHN0J+cGVdL501Qw0jA1Y1Z5YTpU9J6N4oUq4teCbNp/wQcAm6vxy0MwDOFeunvwx4EPyW5Kmis4lGFgFzT+rqb3rSBR/lqgmu111ZnUdRjsRUqfzY/Wk4UzRU5QZSlFGfPg5Q+vltskR+njnLFqfvmbmuVu6yEgODq6Ok0zH072rGHzsCMesTlInquaoSNNilWlYqiwViuVAJajEMjF+YExmlRmXcDHEicAMM6MoYnyTkI0wpkV4XGLxMcG3KsBVfUn+SZKRgVVxSBF0CZmTe0xmOKQm/5hnhsknUQDonboSXTJUMivxlTodIY/8ePEqiFCdDplcgZOrO7nFRWVC5PD0Fb4vXxMQYbSjZcgU9uTImZucBRRRoarioGouXy2vrj/iVYQWuSobhcu4xw7ghEcS8uAJz0Mi0ciUOOTKR/4CVm5Tg0J5fe85L4W3mzSmMmRqJ9xyuuGSN4EeWgEB+D5+TVBopMTzKJMpcHLJQe6CzpJdJ9bjcFugqqkmhYTx9v4zXkYYEs0IbzF7F/Lmzom9Sf5NS+XTPXvM2b3z6HTLiQVDp9OuUCLUU6Ml9P5z/ENCCZfOOqLt7ORyy0X2XHEMtABvbIlM2qyt/C4oH4UXpxZCDGHcZrR7Ri8Wa03b+E30OXYCrVjkEhDC28fPJT3TJ5WXI1c7kzsO2cfcgCMJe+zP89chUnZ60SeBITi75ydHnjhu9W3Jylq3AwJ44/ua18ERiAgDmdB1x+y4F3bFlgOd1fmq1RLy4DmvgqPHXengTE73XDhZOxMY+xIYzM0dk+nyX34mturHJ9WMjjaJ0L1EviJ4VSOzDMGY0jMk147UapKKqUbZgO8q32pcwKoQkIhEUctVieJbfWeBVYldRSGXsj4mlag2ketH1mtpLAGxQSa2iEOYOp3wrSYYWA1+xcVN4+jwwJRRFNQ5hnF19Hvo786TAqzaM2LIWkZ6Gkm2DFIOCcP78HqGnTjBBW108JiLujIjPx5O38p61/ukAas6Hv0yhbrn75qFg+Ut/CV/9KhELjO+MJPRf3mFqXO/ZY2ZBaeiXb1ZLDFkCsUKsNql7iQmFXrGkZPbmHjvfhRAWChPb7b2akKhnBB6egdf7PqV3411q/vxaFpDwg7MpsL/4gmshodyddPXtLz91BCy6EDjCqP4vkNpHMOuMGr6t2wx+RwHu9os6DCA1kZvAlNFTwSwyr/HGLpuRXRSBKm+IszsPo1egstV94K1k4YyyRRYlb/HmkGf08TSG8OkL092zeajU1fNgNWi+fqwrVtTPHOD7sEZJq9ZxDJDdmFb81Uu8sAq8lO/WBMG16tHlWJWU8Emdrqnm/cEqKYHgDJXyfJUjX08hVdURDIcNgTfquAKTxKKZKOrGR1YFZ+lTGc0P8kxy7W6zLZaJIdU9HUkhlfV9h4klyhbUtIrPPm+PHVqiuIAFABnJkpsIfRGgKp6PD4hSHQC5B7sz8mtCxh0Iy/rJw6laupjXAnobPSjIqIiVKNDY3BaSRBQb7VFPR1AosHVRH1FxnkpBiVAUroeEc6dLV/R5r8yrOndn1qeqbt3CJ0Jl9wxJRQ8KV+S+d7V6YiQMpYmHreIKRQZqkR6ZWZkAccHWNUn+lKgViScEuAdBlb1t5lKuRylcOXImsMZeZ4koO/6RUlELSVleRLqIpJeCM/VlDmmxv+TEgysBvhzYcvXdLQAVrPlHsH5YdWSAVgFj5ztGFZEydvwSGmeKeSBnL1xlP+F60njTUuRfH3Z2LORBEKKkjRgVcOFJQNp81gwFEUXAaz+3q0S7rbC217fYfWSKUzTk5dGlarlJ/Nr9xL6RKA2gNWppTU8vbyFXqfO88DwZq5sjZnXtTdNvcB781g+uOITZRh6FR3DXwPK47/rW+r+E09g9dltNmxcxAT/twa9zcGAlvOYUsceInz5bdl0Rj9/YcKbq6ZtnTksb2mFiDQxwOqj6yxcOZN5pmRVyGhYbxU/NXeEZ+eYuHQh60yYAGSqOqwfMJj6sSVdOL+K6r/+LYXI6YuMom5tmduuHfVKqJBpgzm2fCSdH74x426NbXY4ywtQq3R3VnSuhLNFtFP8Z1X6fNLghCOFLWcmuzMJd1zpc6CSsVfiEC88OJJDRhKVjVyfGTa5S8YGVo2rT+ZKZiWxOybWxTm5FSSd1Sfmk9GZLDm6pgc4on2eMxOQmFT5SABrJgFX9TzXAuhL/jU0Ss66VxxePpY+j3LQt84IprTKk9QhSJX3xTCHabVEaISHb3I2qfdaTcqZLTl7k97qShZwVRfEjV8WMve/IGRlRrGureD4Sr0iAHkBqmaNsRWZR/Gqit+SV0L6ZFapC6CnnlZZbyl+wKr+PCq4VgXnakKWs3cbWDUYQkqlAH4SIra0Vous9pMigcSE/1trT2iMAOXTOplVgoHVt35c2DoxBrDqnGckZ4ZW1YOISfJYTcjoOPBR7Vl81zoaAEwasBrJ6UUDaP803KwTcQKrr24wb/4MFpuFskP50uPZ2assEj73+C4/rp7M+CjM1hXhsTrjPVcU3r/SctvvXItqNReDW89lYi0tu6b159MoNDkvnzebyLj6rrzeN5vqx+IHrGoubqfT1t/4J6r+CvwwbAxNBS2tLpz7u1fQ75/T3Db56ux5vuTmiEoxN4REAau3+G7VN8wwk4+MurW/Z3Or7OD9DxPWLGODCfAqU9Vjw4CB1IsNWL20lppb/5Iy+kYVRW02du9Hk7L2iCQPPLzMyq2rmOr30iRBV+w6JiM3LUp0YUHX93G3yJuREO1Mt8+KhDuZxBbK8la1rWV6XtXkAVWNrUjJrASVjfSH5LN7MgOwKg4twhQU/9L+yjRpq4+U+CULVLUqRLHmpARQo+c91PswZgGrNqzm5FtykjZBEvG2WI8jDf9SzFNV6lcQPv+c5bisEp1ruCbnMp2Ir47fKwI8F7IJ0xNAJnvRe61mYOVJdomYV5h0cFVLwPm/uGr/PrVKZ0vVsCgBqkZo9XQNWcVCAsL+0woP8JSZV6K1d41vNf7Aqj4iQSVXRSWojM++/s4Dq0JsQqlUSn0YT1bJ3BIQm38yRFRGCUlsZnZKuSHxRdrILsHAqg2P1dQHVmUUcPmQxb16UMMkqVTSgNUITi0YQIfn5ghpnMCq/2mGzV3CdoshLF9mAjt7lkEtDks+//Lj6ikxgNXZDfKgDDzFp/OXssvk/YKFRnG0h5LxM77lZ8PfHRya8FPvntQsLCdg/2yq/B0/YPXpLxOoceFBVObi7M4dOTiiDYUM+bF0V3fRbdMv/G3SvsyuI5cmt8HNcl1LDLDqc5vvVk6zAFahTu0V/NwqO7rHZ5i0YjE/JAJYfX/rXyaJv0CurMuGbr2pV0qNo0J4AMng7mkW7t3D1if/cSfe08yDIfWGMa2FR5rOz3h3N0EPCl484XmYoJfS5cNZxrT1YRH7lABVhcdqshUDl6SwedTJHLacWYBVIWsxr/R37Rl1ggle1Yza92TTdpsVJScFgGUjGY5vNeXFbdFCxo0QFJ6qIoGgPlI5a34ZB1aIRPB/h2sE/2hybljRqqOvNQl8q6mu56nfoCBNyGh6KeycSK1W+qcf4qx5Zao50oVFpGlS4GTWK4NNqOdbfTdAsIQAq/pVR0Qnq6PA1bhGIAtYNUhIEFGrhQtQppjTSWTij0trMuTv+m05JS59xFJkp9KHgKWF+iQcWPXl5E/j6fk4xGwkc+QbzanPKycLFUDcKiInG0UY3XkS/QzcqsZ3kgasarmyfBAtH5oTDsQJrD77H90WruGoRcffqziVX7oWQyEMaZ87/LgmJrA6p2ke5Dznp1mjGRtkcqsoK8O0Ws5sPHGKfw31Zs81iPND6+JkB6/2zea9eHmsBnFo3mf08jeCxTlpU3EI8zuWwcGYTDbgKuNnzmaDqU2rqMn6AUNo4mmRcTYxwKr3BaasmM9qM5tZQYtGK1nV2AHNmxvMnjeD702pApR12DAwdioA3envqb7zuCEhl15IXm5tmdmmHTWLKSVdtDdyGfv7cfX0ARafOsGpsECemLHoWtc4B3U9to8cTI3oBLRxq2YGeiKjJ7PKAlVtK1uE8FIwhCsnu0rq9JQAycm3mjmA1WhJZ0wuY31iFV0Wr6rNKZNic8qkRemIajAGMxrQkexrjUmF0eaDMaN5SraWvHVLnqoShVhaWPnJ+y3JVZuRQ1dYvWGRYr9KbgqAmD0VF0ZZd0a2RzAjBd/qk3LqEAmrsqZVzDEV80sj6BGS0xsslskvKAFS1hM/uVaepNWTUGBVtCb4VlVyZbwuLrKAVeP4SDyQclTKzLBpZgGrVpaoJPOqxjaVhYeL8FxNC+1JMLD6+j5bvp/I14HmN8sFi0zkr/6lDN+QlORVtiSlwkXULstG4Ry1GduuPXVKxCSGThqwCi9/X0Cdv8/z1qQb7gVHcaBXFdxtJa96coRei1fzl1nX7enYYCYLmuWVsujKHt9hgxWP1Tkf5kEuD+Pa5sV8dvUyd6PqUFJIqeBxZFiUp6lb0W+5PMBDesJ392xqn4yHx+qzWyxfPYuZQUbUMj8DGwxjfCMPVEbxaX1ZOWkE08w4UAvyWaORjG+S23xAEgGs6i78TNNf9nLDrKZizO4xmS6lxdWCH2unDGeaKQODvBor+n9B8yK2yb8f75xF69PXzJJXeebuworOrSidT4hdJ2UyV8tNLi7evObexX/47fIZDjx/jHdkEG/Q2oBZszGwzXfMrh1H5tak7dNp97ZIZpVB+VazQFXbaiPxqmp1KZqwQ6KyEeBqMnmIZDZgVSbTSVy0abGnJ2VBEeH/WeCPdQkmN6+qrXEy5VvNAlbNpRR1OkmmdScpcyW+7+rXY2MCpYy2IsT3KxP+nOSfKiXy0kn7VWoUI3WQLgPpT2rIJQrKyEBOnwKIj9RoU9TOSU3ZJ2tbUbyqqTOvRN/1fKtp5SKWrNKLtbLEAKuiQpVMiUIh+FZj3wOygFUT8QsDSKmQo8gM8ZWpp6MZoqXk4lWN7WNVCiQAKLVLgoHVZycYtvQ79pl1VEHj9+ez4iMj12nSgNXsjk0YVsw0jakcR3tH8uUtRsWSRXB3s70wJRVYfXt4JQ0PHuW56dx2+Jg/vviEMrlsjI7fUbrPW2kWSq9SVmbqR4PoVcOAxtoAVuc2yyPRiISc+Y3B27dzyKYCONCt6WLmNHSS2KJ8ds6hwam4gdWQUzsYvXc7O6WMkPoiR4GLzJU8KjVqbTDPIwPwI6aBkr/QCP4eXA1HU7VMBLAafmgO5Q5dxjS3l7vD+0zu/DmtiovonbfsmPkZwwNMjYAifNboM0Y1zCdlsrdWrAGrJYuMZOfAqghqVAGsCk0RXqtGkMNMcyK0RD6+y8Gje1l0/RznBdWHWUM56NdkFnOb2MpaltqzNXnby6jJrLJ4VW3rgcQ3JjggU8GeFt4tKhEClgxh75kNWJUOGtLFhRGmzAiAip5XNRVUJ3kXslSoTeJoTCkPcCv9N/KtCtqNrBJTAvq9K/3LRvQzXEsUJUtch+p3aayFtSXC/0V0RWoVo/OeAFZTr9XU+rrkaScjUAJk8arGMtYSr6pW8uZN7fIu8K0mFlgVu5XEtxpHMqssYNVCa8VGLygBBH9dxitZnqrWzDfpoJEKrvQS36pICiJPXdMrocCq5uR31N13wgx4RFaWb9qPokslYxr1pACr9vRot4bJlWT69KkSJZUMuUKO2l6ggrFvFkkFVjVXDzJ88wZ2mnJ9y2qzaein1M1vY1Zf2kLLn/dwxeRnZ6cmfN+5O/WLGzwubQCr81oYMrb6XWDCwvmst8ExLlfWZFXPT2leQqCMWh7tnEPDOIFVLf9tnkjjKw8wT8cVz9VJ1pjj0/pQxNRhM6HAqjaUUytG8snDNyaNKinv0Y0lXZriJYXZR3D1h0l0/fehmadwhTLj2NqlHI7WnFYjXvPPT9/S785DM8C2Yvlv2d1V79VrLHpwVaZPZmWt6LS8OL6d0b9vZ5cZKaU7g5pMZVaTHPEUWMZ8TJxPpYQ7GWDbygJVY9exMOGpmor2tLiwUJmxICVOiTIjsCpGSsyr9H/XLjzH5FmeqrFMrdSgALBs3si3Kv6eEUDE1Nz99Feg8nS/ZwkTVtAAZMUqR2uHNHaGJF4ik7vYr1Lb9pAS0KV2o6k5QZLYlt5rPomVpNDrYjqJ8H/hsZpVTCRggHCiQNU0kk9m51tNLLBq3McFJYCgBrBVsoBVK5KREjsI98N0uijZQBYMf85QnU7xNVUCVFPVS0FPCRCdVTjFP5EEAavBLzixaQb9Hjw3C53OlasHO3o3I38UF2VSgNWcjOu/lH5FTA0x/f8WnH5xhS4nFVjl1VN2rJvCUN9AE+G7M6LjAkZWteY6qePZ7gW0OXHBLDu9s2tXDg1tSQFjVvm4gFXtC7bOHMZIC4oFYyeKewxma4865JGcJ+MJrGr8+eXbEYx4m9iMkKVZM+JrmhuwX6kvCQVW7xxnysZVrA4zJVBX0aj6TNZ9HI1Uv/17M8MP7uOwSVftc/Tm2PAm5FZbmQc+F1i2eTULXr2NokoARzo0Xcq8BgKBFxkRNET6v+GJ9x1uBGejfIlylCpkY42L8GPnkrH0fW7Kr+vGwCbTmJ3JgVWJYcMsm3nKrzuJbSE1QcPE9jGt3hPhlOIQn9rHDRH+JcBVfUmcDZFZgVXh/SMuS1M/FiVhWqhPVpW4sUtYSxnv6bQAVaNnk+AT1SfJzSomNqERNBC8fulUNEJvhLeqHu9Ip51MA6US5yo9r6oAx9IOwBMOG4m1jNNAbKncpC7drjmSnaPVprqdk8oDkPDmhO2nE4m8pP+R8PeT6w1BjSmcoTLpmpcUYFWIWC6TS3yr4r/WShawakMRBY+CUpHxCNaTa15lhnqkdSlGaHDKf5kADiWv51Q65sQEVvPzaYspjKwtQs7NS9iJH+j8+yGumv1ZznuV57C5fT6TvyYFWM3NVz0WMrCUdVkLcFUwJtgyU60Cq+oW/D6iG+XjmYToyZZx1Lr40ASwk1Gt3DS2dfFCaek9+fYRv21YxHifZ5hCcgWLfM0/g0pH9zMuYJVIbqz7imb/PjdpN/p4VaPqfLZ3MCKc8QRWfc8yZuEiNiZ6j83HZ82/Znxd12iBWwFWUXfgytS25IoxKOFc2zCFTje9eW02nPkY330eg8qa/PH5ZeZ9P5elYaadrcyaL0bTxIqncOj/ltL84CnumVTh7liTb7p/TnMByj97yNEjB9hx/1+OvX2CHy60qjqGHzoVkUCOGF3VBXF0+SjamnnW5mBgsznMbpgt5Sd+GrZgpAQQFzrpOdgiC1S1rSQif0NEGuxXokdiLglwNSnJrDIrsGqUj5QozgCxpOFUt2haD/mIqBzpv+mnY+mmJ2LNSWvwRSbTU9lklZgSSK+UAAIwFN6q0d6YWeNnHD0Rxh0amT64MbVZ657NZSU9eq1KvKpavZdzVom5nWs0GsT8Svui51vNjBdKSQVWxdgIj1WlBK7G3BdkB67ujxcHtHt2I/di2g93avVAqRSCE65AqdViVjvJJwFdiiariqufApQXWZdTA1yNCay60qXBdKbWy4HcJAQ84sYxZvyyko2CwM+k5HSszYwen9KkkOlfUwZYNZJVCO8oW3S01j1Wm/PH6O6UdRVejFakL5A208ujSxtp9PN+/jV51E5VnXm9htO2uMX7N7bRfMMurpkcS9VyT3o0n8i0OgbPSfFKnMAqvPrrJ0YcPsifAiUxKwo+abOBJTWNi0l8gFUdAad+ZcjOnfzPpC57HMmtcsZFXP4Y/64L501EIL7aEEz9dEFFVc9+rO1VB3cHw8PWgFVFay7P6ISbUTVEN7XheO9fy+Bjx80oEkBNJY/urO7fiNxG5gip6hCOLBhCL78Ik94qqVrsc9Z0rU5OY/vi16DX7F46lC/emHrBKqhWagwbu5XFQXzYhW103LaT06a12Tdh68Be1PNQxPQge3CB6evmsyDUVPZujOm8mDFV0ru/WVwrSjx/NwCr6RFczaIAsD2G4pAhEoCkpTktdEYY0tFh7wkzfDIzsCpGTs+3mv7MwSxPVdvzSqw5pjtMPFfRFHlMeLfIhHefVqZ3gTTaLPGZZpKTQDy6FZvBaVpHfLZD4/MpbMRKUWXiAJ9Q4NnUVomHaKIeiQtll+udxYSnqgDtbJaEMq8JRTS+Y/VmOJ4fIeoRNrCIRBX/4qM/8aw6rseMlGph4SKYSKtvPz66ZKtiIQ8xHuK/Cf0WgywluyK5+VaN/UqMnOMzV+Mrs7h01SjXWOaoGbiaXLpjOm6iAdtR0WYjH4NXVdRjnBfG8U9FfY5L31P1d7FXSaCqaDU+i33K9y6z8q0mB7Aq0B2FXCF5rloW2a6L+3X2qrjX5ncRWBVSsVMppMQ0WSVjSUAYAGl96aMWnJCpwLcaE1iVUzJfVz4vnYe8jkp0Yb5cuXeWX/67ZgY06kdURsUy09jSySs6w7z095QDVkXt4oAqea4azhim2mUVWCUXtfJUpoazjsCImEclmUKFY94WjGqdW1/Vy//YtHYOY/3NYUZ7+8as/6QN1Yu6oiIS/ytHWPrHZn4INQUDwS1XT/b2/5CCptSc8QAuRRVDAAAgAElEQVRWNTeP8s3WtawOtUR/y/HdoHG0iaJHiAewqgnk/OZlDL9+NdqrU9mEP77oTnl3w2Ju3H8Nhrr/7lnUOnnNjLMUeR22jxxMDTeDlK0Bq+Smf6M+fOQgwnNkRAb4cOHOUVY98cE/xtTPyeDWsxlXM6ZHdMTJdfTce5iTJnaBHbloUrYn4xtVpoCbjEg/b/536FcW3bzENbO6VXT6aB1zahkW3BdnGTFvEdstninqXJuhDdrRoUJu7EUXNBrCn1zh+80rWfTqDaZMsDlU7/PjqGHUjqenc8Za5az3Nj3yreqDBxJ6Es0MoxH3NwhDWniqpgcPDimZVVTYe8JOOJkbWNUvaGJu6bPmpo+iv6zIMlBtjYaeGzMdlKfe/HXsNBdf+nD60Q3+0zrh7pifCnm9qOJRgaY1ypDbuD+bdlcTwdu73tx89jbeXrcyOzeKFy5IrnzRl7i+l+7g8yaIMEPdKgcX3IsVpbC1fVETyatzV7kdGn3RI9XpWZBceaN1P8L7MXcf+PIGFbkLFMaraPbog+SD+9x8+prX4aDKWZgKxXKiNr1YNflG3Z2LnH6iRSu8egtWpoZXHPNLE8KDy/fxCwglEiXZnXNRplKBOCM1tNcvcsZfnAtiUwpxc+KAe/6CFCiSzWqMu/bxIy7e80ODGhcXD0pWELf9NsrrN/jcuMCByxe58NqXBwG+vFQWon6hMlTxKEfdyqXIkyce8/elP/9e/IfDd+9yyfcB14M15HR0o5BzPqqWqEXzauXI657C69LTh5w9d5Ld//3H/TfPeRAUgmvO8tQuWIzKpWpQq4wrVjCGmIKJ1BDy3y1OXT3LMZ/73Hz9DB/cqVWgOCVzelGrcnVKeZk4NFjW8OYNj67dw1cnQ2XvhGf54mRXyxBO+9ZGNuLSJa4G6XB2L4Knl2vMiDXT+v0fceXcaf5+6MOjVz7cDAzBwcENj+y5KVvkfRpXqUTh/DZQxPBw3ty6zn9v9TQJsRWZzBGPIkXJk980+UH0G7rnz7h19ynB8YxgkcntcXEuSLFyhkS7po2HBvDk3N/svH6dq/5P8QkJx94hFwWy56ZMsXq0rV2BvLGosGlV2of3OXfxAhf9n3LtyVWuhjtSOHtuCrkU5YPyNalXqSD2Ruo0CwHoLysMwGHgc26cOMLu2ze48cYf/wjI5exJqRx5KFqoKvWqliXfO2SzC8XVanVodIJ3JL1sWvoBzIx8q8kBrEr2IHpKAIWFl5hs69l9Oie1nLgoRd9NYFVPOJ9xk1mlA4MyDbqQHkBV/aQDAa4qUhhcjQmsxl/oatUHrP10CDUNeGT0mykDrBrrly6o5fpDqky4cZgU68Bq3N9k79Cd81Oa42x4NPToalrsO8Idi1edZDkp5uSMnTYMvxB/7uvMQVUZhZnUbQYDy1sYqvEAVgl/ws8LxjP6tXmdBdx7sKVfM7yiDJh4AKuh91k082vmmmStyus5kfODbXAsCIzx8j4+27KZPWYizcnorksZUcEgCKvAatzy1T8hp5znMH4ZUA0na+eBV4/5dc0kRr0MNatQiT15Ve4Uc5DzIuQVjyPe8tKiyfxuPfjt02bkjzqARXB9/SQ63zZPiCX64CzLRn77PBQRt4KaAB4E+uGtDTWjcoDstKn2FSvbF0Mdj7NLfCWQ7p8z8K2ml4Q7elA13UstTToo5CLAn8h0JCABrtpJLs8JO6hnbmA1Wj3EviVlXU6gfJJXwfQuj3pv1axiTQJpyasa1R9dOP9tX0yXM7d4qwkwTxhqeEhGLmrkLEvXul3oXTe3uVb53mfn1qUMve/Nq3gNs4zsysp83Woggz9w10cFvbrDih/Ws/7xHW7qNIj2SigieJn3c26PqhrT2ezOn/RfsYptuuhQb0dFJSa3/pQhH+TS86GGBXBjz2oGnjzDfex4v8wQlrV/n3ySfaPFe9tyvrpwjgvhMuydytKr7kBGN5bI5S2KhhOze9LWN5RQFLjn/5p7X1aM9Us1p3+k3Z6z+IaHo0FBNrtc9OkyjZ5lYpsLweyc3I9+b8PiSAIqw1XhRm65HC+PD/m0eRve9zI3Hp5sn0bTk7fQyXJSvXBLZvRtHs3Db+y5Johrvyzg8yveBGtCCdAG8cLiq1RyVwrKnalffTDjGpfGxZp4xDt3/2bCunX8HqHlmS7QwgNbTU6ZGhd7T+pW6Ma0tqVwsI7VxUt7rD4UFsDN3zez6OIpTgaHEEwYAWYPysgjz4GLU1WGtuxBi4o2kDWhGXfPse7gHnY/9ua5Nhi/GBBkdjwUaooV/IgvPmxOZU8rIOa1XQzYtJ1/VdlQagJx9vqcH3tUJ5vaCt+q7gWbpgxjcXgkBQv2Zs4nzShqmm/A+B1v/Ll5Yh+rzxzhXLiGF7ogCz1Rk0umwk5VgBpF2zGu/XvksPzMN7dYs2wqCwPD40w06yR3J58cihTrxoQ2dShgAWy+PbSITw4f40E8R82OPHzg+THTejYmt8kFhvbWMZbuWMevARG81oVgbpXLccGRbI7l6FGzPT3qFsHeLALNpPFXTzlzcBPfXrmJr/YNT2LYK3bkkjmQ37k0LWt0pk99DwOtUHQdERodGm0kb87+wYr/7WB/QDCvicD8pKTATWaPzK4yX3zYnXZVc2Z+xzaDLCMija7b8Rz0VHwss4GryQWsiiEw8q1KpAmGS3fZlrP7dOIAJsBVPb+W9fKuAqtCGsLdV6nM4ltNxXmcpKbEzU968Y0Sc0ulSNlkVokFVmWysnzdZii9qlvjn0xZYNU4wOKQapnMKrHAKqp2nJ/WntzGdSzwCfs2LGL0w8cW4fGxqVd2mpX/lEXtK5Dd0siID7CKlltrvqDRXVNGUida15jIko8KmngFxwNYfXSY7svXmdAAuNK50SzmNzFCx1a+w+8+G3+YwZiXISY/2tO2/gKWNzNY7okGVmWULPQpW/vWIoctA0yAu2c28vGO/VxKwCyWySoxr/tw2pexOBU8v8n3a2YzO9Aa/0PsDdjZteTQl90pG4u4EtDFDPNoVLShwSM8rTueHjwx01oG1tqXouCkjNNpSwFg2Tcpsk9KZpUw0O5dAVaFX5S4LE3ru5osCgDbszo98KqK3vntns3HRy+a0QxZ67UcOXkdqjC83SiGVDPJ9PjgKvNXTWGKCSIiSHBiBh/qa5Vhh7tDFUY27UG/uu56ENTnNOOXzWVpuPntlkzdlguTelDMFCDSReCzbxlt/zrObbOOOtKl8QyWNy2kt2He+nJy40Sa3fWXbO1srn04MqAVJQVNvy6Es2vG0+rmw6iLTjuHNhz5siflYnjGBbN9Ug96GQKLVC5DeT65PiqbS08YF1aOpPGtpyaAjJKG1eexq6sZl5W5mHX+fD9mIF+ZoDhKgxz1kds6Ion2NNRfK6nxyt+bzb2a45nLWJ2O+5vG0ODiHenbnJzasWtoTypE/S4qC+Xy+gkMuH7PAIzJcEBOBBqrLFZ2uPKeVye++bgZZfJaaMeTU4z/bjk/hQZK3saiX6ajqESNgnDpN5WsMJ2rDGFWp5LJd5Ec+oLjm1cy/eYFrug0EpDtjMYsKsi0xzJ5dZb0+YqWxWIOYMTlP5j7x062vvaPssdt3bfKUJHfpSlTW3ehYRlz71Xdhc103Lad84aG5TJPutQbw7Sm7gavVZO2Ix8wf9IoVgi2CVULtvTpTZUiFmCt3222/PoTPz68wwMio8bIsm9G2Stxp2Hx7kzt9AFupkFbLy8zf/E0Vpg4Qoh5LSxao46JeDDzeDs5ZYuOY0vfKtibbCgv9k6nxYmLUc4HYrcRJrd1T1gVrkoPPvBqzbhuH+BqXD5eXmPp0jmsDg3C9DRgHC/RMwciCELoZxG6fvApY1oWMaECMjzpf5c9v65g5oMH+NoIUbdHQSRCP+Rkk+WmfKlBrOlRATvDNwle1QiNlshbh/hmywb2RIoLDgWOaMyj66J0XEZ2eVkGfvgZfWqbTq70aMkloU8G20+j0cbhSZ+ENpLlVUERlXmSWSUnsCrEK/hWheeqGbAqfhBGtKNaEKxbX+reXWBVv0grFXIUWcmskmWKplQl6cVT1fL7BHhop0i5/Hr/rR3Mh/fM75DjkrGrfTWG1BY3i/lscJ1GcmvzZNpff2Byy6mkVvlJbOhcNNqrQveGYyu/pu+jlyZbbg5GdF/GZ6Xj6oXeUJTAVROjIvTKXwzftJZ9cb9u/oT6Y85P/SQaWBW/PjnHtO9W8FOE5W2ttcodKJujEbN6dqGqaR4v46NP7rDph2/4KsBoGjnSptZ0vmttfgUetH82Nf6+auJh4srwzsv4spKpsanl8c451D911czLskyJMWztUIGc2SH02Fpa7vuLW4b2nR0bsqRLH5oUj+1Ir+X6yk9pet9UH9TUKjWMVe0rkUNg6Fpf1kwZwWQTAzB2UctwwoXKJXqy6JMauMcFVOo0vDq8hk6Hj1oczqy3ohCGcZXeTP64uNUDQdDR9Qw/9Dd/RoTHm3nITlmF6W0+pV+NmHQFCVWrDPt8OuBbzQJVbWuPRAGgjTtsMC30T6xUgsZGKS1Z8QNY3yVg1bhv6SUTP/kk5ziKZFXCZzarxJSAxKuaHm7WX95nxZJxjAsUcIgMN7uqDG/YnPdUwtNSiSIyCL8nx5hx6QK3pdFUU9xrJEc+r44R69Tdv8Ks76cyy3CvqMrWnPm1P6C6cyhvwqxcNsqUqJ3yUqZYXpyMIKb3P4xbOo9lFqiMQlmLdT0/5+NyJrekYb7sXj6BHj4vLUAcBR81nssPjQtjJ4Cb1884seErmnkHSQOgcOrFqcEfUaqADLRBnFrzJU1uPTcZHGdalBvGup6VcDJDhYP4fXofOr3U21TZc4/i/tha2Andtqbe/51gyg9LmR9kbrzky9mBzf26UM1KkkypYt0LNkwcwOf67iJT1GZLt1bkfRtAiOBS1UQQFPCMqz63OPb4FmfCAgyAjz0Nqi9gayejQajj4a/f0OrURZ6Jeuzasn9YL6pERXxp8Tu4mj4H/+CMXjK4qYrzUela1PUoRG5lpD4b+qsrrD9/gmOhrwzgWTbKlhzLoQFloy9sIsN5umsG9f+5ItmSDrLcfFiuFyNLZeNNaCQKZTi+z+6x78JudoWFEYEcJ1l1vvtiLM1iwZjjvWboIvE9sIKuh/7iqoEENY/T+wwsV4VSeVxRa7VotBruXP6Z+Y+NHtUKSuTpxHd9P8bL1E70Ps/3Py9h8Ru9J6gAk0vnqECzMrWpnkMmgW66MG/+vHiUP1495qkERirJn/0jlvfrSsU80cqgu7yDQVs2ccjkQ7I5tWXjgO6Uz2MEMQ3PR3iz4ptRzBd5JeSN2dpvAFW8TBQw7C1Xfv2WAdduSeOgxI589l58ULQe7bzc0Gh0yJWh3Ln+P/Y8/JdrEYGSXthTmF6NxzKyfm7kRpz25XVWfz+NOVFOABWZ3bUzpd6+JVjSsUjCg3258/Q6h+9f4IwxD4OsNKNafsXg2tECe3lgEV2OHDNQgHnRq0ZvuhfS4h8UZsUGliNXueBRoBB5ChocE7RheO9dwoB/TnFf4Dvk5oMiLRhcqTDysEh0Snj55BoHruxjR7h+HbFX1mTlF6P5wOw4E8mtDaPod9NH0ncB7xZ0KEvrik2pmVOGXK5EFfmae0+vsv/mWU6HBxnmjQd9649hfLP8er5ijQZdxCtOrf+agd56P2VHVTUGV6xBhbwuyCN1KFRyvK/vYsO969J6KIqrU0tWDelFmXhSFcRbt9PLg1G8quk/pEt4ZOppkDK+3ZHcwKrEtyrAVYV+bZE8Vo06Zq+UIf5Zc1R4d4FVg3Rkgi5BJoGraVvSg8WYthKwYkrrbSfBN5YO1yfpkKoQlxd6QCy5Nchn/RAa3HkbB+hkj5tMIYV9ZXf7kG9atqJ68VjcDonk9qZJfHLD2wRYVVCz/BR+7OxlAqy+5djK8fR/9MrkJjYXY/osYUCx+OmJ/hBvSGYlwmJvnmD+b+tYHhgabyBNtKS068SFqa3JYSlgnwvMXbOUdSERBNqoUU1OKuepx8gWbfmgpA1/EN/77PltBV95+/BW+jQHWteawfcWwKru6j7G7NjJluBgg0yKsH7cdJpYhHq9+GMxHx45IxmR+uJG+6qD+KZVGZxlb7m2bwNfnj0VlTiqSMHP2devJi6x0E+JWsL3jKHYCR+T8XCkeoFWTPmkDZWkg8crfpr8BWPDYp8sDjjgJLMjf7aitKz+MX0beSbAEyKCuztW89WZU1xFYzM0ylVVgtaVOzO2RUmcbKqjjjfHtjD6r2OcCn1jkL113VKhxM2xKp826s1ndTKrNRa/eWVcbPShy6lfspJV2Za5lMRB8Gqlw/3K2GuhM4LKJr5Xgu8OsKqXkJ5vNfXnlVZAL+lYb1JfIuYtpgsKABEtf/53xm7fyHoJAHVlVPtFfP2+HjI1hg3KIl6wf9lC5jz1xlujI7tba9YM7sR7Bn5BS2C1bPlZHO1VIgH7MGADWAV3etYez7JPCkXvDy8vMHrmDFbGcI1LKrAqwJ0yLOg3jd5lTSeNFWB1TE3UNpJZ+W0bT7OTt/nXYgLIcKd78wV819TGRaoFsGqX/1v8v4zOYhpNySID76OMXL6QjUYZ2A/k4fTm6M2uOIDVl1eZPW8Gy8PDJC9SO3U9VnTqR8sKJvyzRnV9dpMff1rC3OfPDBQRZZnVeTz9qhlg9dc+HPhlGV/9+y++qKlbYSI/dCmLo0VQT9jxNfQ7cJrLIUFE4MWoTpMZUD0Z+ACenmD40kVsNgBv7k71mfzJYFqUtrCPg/04vnkmg/97RARq3FQeDO4yhx5RjhU67q4fQafbPgZng9x8VH4QM9pXJJuJc7YklohALv08nRE37+It/UFNjZJjWN+rInYGtbEGrArtqug5mq2DqqJGUAKIiydxcxk7sKq7sJ6u2/ZwztBWmTztmPxxB6oUsu5xO3PfNn4NCEAtc+c9zyaM6tCWYsY8DBbAqiz7l/w7/n2ry2HomV8ZvetnDkg6Zk/VYmPZ1K98FC2HGbCqbMneMX0paS2w0NZiG/SY/Ru/Y/6D2/igo1SpmWzrUhKVWm8LGmnC3+75mponbhrOeAUY2WEBn1WNHt+Qfzbz+e7fOCLtN46UcG/P0t5tKBbDiVRH6PXjLNy2jLWhwvdbjouyIauGD6F8DgOv6ptrLFwwjbUGv5SyFZey9ZM8FsnPdLzeO4Ump25KXrYqeUVm9plA86jcFGm9uyRv+1qNuJzQ+zNnhKIHV9M6VifpkkpuYNW4pyvlKpRyuTmwKiacg0qOnSImZ/c7D6xKXAoylEo58gSGyCVdDbJqiF0C+kRVxoN8Gpx1Yu2eng1NUAKkTDIr7bmfmHTKj2CJo8VKUWTDI6cHpQt4UbFYMfIXMOyusfZay4uTe1l88R7BEZGIw5xaZUelKp3pXNN0Vw3h4aEdrL71nOBIDTqZAjtlPvr17kyxeDoLSnyrUjIrA9+qz23+PHaEfU8DEQBEvIpchVPedszqYuOqPiSI+8f3suTEYXaHhCDC6QRgoJY5UMClAm2rtaTPB4Wwjw20DHrB5b//YsvthwTqZKhVrtSt3Z42VSxcOF/5cPLIX2x94IdWnoPynnXo27p4jEO47sb/2HDqOudeizg/caGVh7rVGtCudgEUEa84eeAQf/73iBc6HQqlHe/XH0SnCvEwmP1v8euBE5x4/ooIqV41HvnK0KZJI0pKQ6fj4c/LWfI8lFAbKqN28qCKR1HKehSlVPGcqGwknohrbLS3z7Ju/y9s9PXlqU4EKuoIFxypyjzUKtqYPnXqUrGopXVto9ZXvlw6doB1l85wKuQ1b5AbDFERXqUiv0NxPq7alk8bl8HVNs1XXF3OfL9LXMap+1lZoKpteYsVLVKrk7hV03sRNo86nhzh7xqwKlECSF7hqTe59HzFGf9gkxJ6L2QjzqjpZVoFn93PpN2bWBciIi1cGdVhMV/XiN5IxSFV6E7klfPsunSeR/bFqFqkJBUqe+Bq2OZjAqvfcKBjGVziaVtJcrYJrIJTjiHc+box2Y0qfPVHqvywm3soKOJSl4IBR/ifVhgJSQdWRR3lC/Ri6+CWFIzqfyzAqqXXaqAPq2YP48sgHTJ5acZW8uDOv//jF4OHoKv751wf0RBna7aKBbCat/BU/h1ePiq0XoDxEZItJAQRzt+zu9LBX48A2Tm1ZffnvajsbrCdbHqsavA9uIqeBw9yUcBlitJ80eEbRleLJWX6g9NMWfUt30k0DQ6Udh/MgTF19SCuFWB1fdeyOFje+7+6z19HTvPPSyWlC5akSrHSeJp6ZSZysoXsn0rZw5cMYfsqWjZcx9ImNgzB4BtMW/AjdxU5KF+0Bq2q16R0EcNN+cNjjF25mF8Mtmbe/CM59FktHG0tYyFvOLzicwb4GgLYZbVY/8VI6hqchq0Dq+Ij8/NVl3kMriCsTMN5MDIWYDUyjDMrBtDtscGNWVmX1QOGUt8KqCqJMDKUx0e2Mv2fu2RzL041z3I0r18FZ+OZwQJYdcw1nLOj62DVuo14y59LBvGpv97z2s6lP8e/ao6rQSZmwKq8IesHf0btggkYyDf32PrjClY/uc8TdFSsuJDNHQoiM6hiFLga+pTf957kaaicXG6eVKtQAY+o5FwhHJ0/nJF+/hIgLhfy6fsF9S04h017pT0+j4/2neaWTpwYPRjYfDKf13LRTyvfE3y5ZDH7DS9Ur7mWH1paSbYV7M3m7adRZHclp5M7FatUJndmS2RloACIjIyZiDkBo5wmj2YGvtWUAFb1u4cMtUJtDqyKH4TQHFTiR/MxywJW9fKQy+WolPKoG5800eysRmNIQPCqpvci9hY7paDbSIGeCqeIcCsomTFFuJjPtoi5YuuOWPfD9KFs0pWxLRsxqn25uIC1uIWM3/cKh16V0dgSwymMTSmmLx5FuLzGB58T3xMYxKsnAUTaOeCayxk7p1i+y1rTol/ie2OTh3jPGK0WW79Ef4TrmvhMgX5Z4qaiDiEDdQL7KOoTHqli6KRsNFZcpaXvsCJfmQxBvC3ChbTJoauiD2FatG9f8sgvEpdcOXDJYYfMWp/iMdQSuVqEhnC/JzwMVJHTJTs5XB3J5iBHpk7blDLx6X5qPyPy2wgVSJF1x8bHZIDlOLWHwdCeDnH/JaZdPFe2NOpndLMi/Essr3HNrHcRWNXbzHpHhLjkk/SBlGUlq4pFiOnFUzWqi/53Wbr0ayYFGe2ywnxevxd9ShXGyyu7ZCNJ4KpWhkxSopgfFxNYncmRniWxjwWri1GLBbDqqH6Phppz7NVoUcvqsG/icN43BHe83T+P9/88xRPsqVf6C2o+Xsast8FokwVYFZ+spHHNxfzWwUgmGhNYfTC2lmTK6WPzouUSeOQn+u7ZwR9aUDu150Svyjw4s5Ovzp2VQqaViqrM6zSaftWthL5YAKsuhefiM7yoJCojqCr2LIkjL+QBS74ZwXSD/Saz78SFyZ0pINlmsXishvpxcP0iJt29iTc6CuX/jB19G5M/jsAZnx8/o9qVJ3rqBXlDDkz4gsoiukmnJfDgPGr9+Y8hDFtJWY8+LGpSgxKeubAzgtPSjYLB5k4Oe030IzKYq5um0O7qHX2EkKw2G4aOoI4lB6ypsr3WgINCb2tGFR1vTv7MiL3bDV6PXgxrOZFhH1gB1Eze0p76noa7DvNQ+ltBvuwwhyFV9MaxbWBVRfGcrZnfuwvl3PX6o414aJsKwPsCyzfOZXGguPhwpEH5cSzvUiYWfl9DB4UrsjhLWc5BC2BVmWMsN7+qbn3F8r3Jsu8nsjhU9NKOykXHsrl/hagjmrnHagt2je5HGVvJzay1oAnh7p7lDDv9j5S8VyXzoLFXIzpVq0m14u6oncw9V60mJQm6xfyZE/jOgP0VLTmXg328Yt/Gnlxh7U8LmPUqABnOvF+kB7O71SOnOBOGPuKXZVOZ/vqtpK72ygr0qVCf+mXKU7qIC3JTvcnsgbkGztl0GWIbD0NFIdM7JmXUklLAqrSEyyw8Vo1CEnyrAlw1TWaVBawapCMTWd7lKLP4VtPFnBJT25isKl10KI5OiIsLtUiElgKUABnh++Pqowhbji2JXlzvJ+R3mUCcdLqsSxILoRmdhNNvjkrroyxsXcFlnOXPZV0+4uIiNYItskBV26uQSOIggFUbjuIJWb5S9VmVAVzVN2rdoH43gVUhC5HMSoBGKXvQEOGtUnaWrBJDAuklWZVlx/x2TKPuiWsSMKYvLpR2cKeoS35K5vakQgFPynp4UtTTGYW9AdgzqcQSWBUgU7uidWmUC8KsXDprI4N4kaMlE1qbRBWZAasqGlSawpdB39HuzhM0FOPb3tMYWEENoS84umkh/a/fIYg89Gw8jvdvTaGvj7+UaCaxHKsyCjOoiJxf79/HH8jp1IRV/QfzYWHxoaH8OaMnH7+I5lg1AqviVwlfEWCn9i2HF42kncTlL6NU2fmc7eeJ5uEpxi6dwwrpdRmVS0/jfwPLxrz/twBWFfYfc2Z4W/KGhOs5VgWEK1eijvTh0P9+YdaNy9yVxkFJzUpz2dXd0zAqsQCrgQ/YsHgcX77SRyC9V/5b9vQqHueqEPLnXKoeOCnJBlk1fvhsAi2NzfmdZtSCRWyJCDUk65JRWO1JKde8eGTPT3nP0lQqWBDPgu44uiTf2qDzvcfeX5cy6t4DRBpWh5wDOTikKQUSEo4uvkcbxOWNE+hw00fyRXBz7cC6bh0p5xFHX71PMGnlQjZKt49udKw5lqnNPCV+X0tgVS1Fn2mlcHYlLjSvNo45bYphJxwDIn1YOW0Ec61wrIac/JFue3ZxVXKYqsI3HYbRsVJCP9BkslpyrCoasnVYL0qGhksXqTIBuIgEQJGPOfLXNpbfuSKBnshKMqL5WD6tY4tjNRuVcjegTQEbYLQmhNeUoXubKuaRWvcOMWrNKvZJSWcMnOgAACAASURBVMf0xVVZkIo5PSmVy4Oi7h6UKVGB0oUc9Q4dlkPy+AQTli9gi2SsqGld/3sWNouLXiuEyxu+ptvNB1Iov1P29mwc1JHi0msa/P78jn5/G7lj9X1yV3tRIVdBvFzyUNyjDBU8C5EvTzYUiYySS9fbo+FwJZJVxTsaM51+kEqiBEi+NSc1PzMlgVVpSptyrJp+mODWclRF861mAasm0pEOGXKUqRRfKZIy6aPNMqYSp9yE0YlL3Qzj+WMcQUElYSeA+ZQTTIas2XhJKS525PKU9+dKhSYy5DhIJlAG8qgzClmskwJYlfjZMqzkU7Djwms1hflWsygAbI+fOJ9EaNJnsqrYtE7KZypDogTQA/NZwKq5vPT2mbg0Tal1JytZVSzzyrBXpbzFkIi1+c0TDv26ilE3bxi87ywzu8vwyF6Zlh5l6dCgJTWKmYesxARW49EHeQeezOtMFAxjBqxmY0iHdUx9MZVCf90gAjc6vz+KpR2Ko/I7z8Qlc1kUHIGbQx2+ad2HQucn0uHuY4KTAKzauw7kTn9XZixcxA+acCJxpEr5SRwWoKNcw/GZnWnur79qEsmrzIBVsaGIyfXkNF8unMNKCSFyZ1j7ZUyvrQJdMIfm9KfdMwGrgZ1DG/73VS/KW+I/FsCqeDaHyp2onFNGsWpD8dcE8RqRv92OEvm7sbrbR5SMSugTC7D68gLjZn3DWkkRVbSst4ofPooLiIKQo6tpvPt3A8hWnZX9x9OuZFSH8Dv8MxMObWennqsgyinDeDlnJy/Gx54Vea98U7p8kDsZLk916B5eZ81PM5nwSh+On7/IePZ0r0KOhFIsRfhz4PvhDHmqH59iBYextW8dcsSRJ4Dn/7Jp5XgmSs3LqVjsS1Z1qC4lTjUHVoszuFJTGnOCkZcuGeZYYb7s8C1DqijRaX1ZN+UzZsQAVnX47ptDs+NnEGle1XbN+GHgAN6zlvzsTQghAcGEmkV3KbHP5oiDm0k4WozkVYJa0Z0CplNWG0GQNoxgXThBaNDhREmvL/i5b3UcTTxgzZNXxWPOU5QpvebQrZTJs7pQbm39nrk3znE0Qi9/86LGy7EMdQqX5/2i71G/en7Upl6j944wfu1StkpzzoV+Hy5kfIO43GZ1eP82jQ5nr/BCSu7Wmp8Hd5c8iKUS8pg9q+az0v85D3Qi9MyyZKOCcwnKeVSlWcWaVCmTLXPBHjodWp1WSoqW4YtMhiqDurGkGbAq9jIB/ghwVZQsYNV8GoibJ0EJIPFrpZQ1neFnXsp+gABS4kvBmbI9SVjtQl2Ex7MAEEXJUh+LuSXx0cbkeU6YlGN/WoAFWXI3l5HxDCP2fHGbKnmKZKAiXUBJIUaCe1Uk3ckqMSSQwuCq/hY+Y+lNamiJkEqEVoegK8yoTodiu5IuvbKAVasqI+Qjl+nXoOSeA1nAqu1Zmu4vAQPf8O//fmXCybPc1YQRoA3jheS/Z17k8oos7D6evpWiOZsSA6w6ZBvEg2lNicLAzIDV3Cwe/T19X6/Ga80f+CHDM0cHdozsRLG7P/L+hl1cBwp79mVlwzpwYjIdbj8kIAnAap4yK7nb343nOxfR8egxLkifXZAxrafydX0nDk/rRFvhFmkFWNX/VcPjfctpf/hvqW/5cnZkU5/OVPPQ/xp0YBEdDx7nmFaAoV6MbzOBcfWNGYUMMrYCrNrWKDW5ZE5ULd6NSa0aUiK/6X4WC7D6+AAfL1zBcaliOzq12MDShrEliNX3IPjvVTTZs18CVmXyGqzqN5Y2UcCqniw05OpxVu3fxC8vQwnQBPOaCJOkssYvKUCvWqOZ3c4zSbQ/wo6KeHCNJasmMceAfRUtNYXfOpTDOaHAauhz9q8axWcSsCqjTJEv2dr/PZziMs787rNz9VeMDNADUB6FvmJbl/fI42oJrBZhbNspDPS6y8Ll37BUhOkLr2i3gfzRvyluLq/5adIAJscAVjU82vENLc5cleTo4NiGTUN6Ut7NQiue3eLXbRv47cUrBNOBThdOsFaDFhU5HQswqNdUWhq5T60Aq7Z1zI5cMgfKF+/DtI8/IJ8FXplQYFUur8Hifl/RzDJSPyKcV5dP8ts/+9np68fryDeGRGmmPZOTTVaYNlV6MaZteZyMdzv3/2bS2iVskpYqF/o1XcD4hrFfFAjdebBjOl3PXMLXGrAqTdjX3Dt9iO1XznD0pR8vteIiw7IocVNWZFDzgXSpYTGXbQs13f8i5BOpEUZgJgBWDXmHRL6SjFbSDFgVghKGooNSLrnUZwGrMVVHgKoS32qKxldmHVStTloD+JPRJrSxv8JUE3yrQnWyYAjzURQaLyjHJOBZcpdK3iIoAETO0KxiIXfDUpPRL1PFNm9vyGaeNbdizi0jJUByyyaLAsDWiqKTEqOkewAoHgui8MoUPNjWfDPfPSqAmALTUwIkb9FmJauyKdAMNaciIwm4eZ1jNy7zv/vXOf7Ch/90ERLEarRGVHZN2DloEHU99atzDGBVXoq2edzJrRKZz2PaMDK5CseCHZjezsQX0wxYzc/KsUvpKj/H8FmzDN6VJVk2YCatLg2l6NknqPBiSMMe9Cnjhf/hibS56Z0kYNWz3DKu9s0Hb+8ya/oYZhowZWfXbhwZXpYt08czx/A3S49VSQih3iyZ/Q0z3r5CpB2tUX46+7uVRGnELJ/dZfPG+Xz1+DlvUFMmV1/+GNeUHKYcmFaAVXH96oQSLWEEm4yBW74ufNekOfUrWAu9jgVYfX6cQXPns0PqtIJGtVbw88eWSF1MVQ49uooGu/fzny1g1fiKSHjo48O1a6fZffMKF1485Gb4GwmUitaEHPRrPo9ZjRKe7UdnqEXs46H3r/Hd6knMNQCrRUpMZnun8rgkFFgN9+PgypEMfqL3fC3sMYI9vWqTLa6Ie//7bF/5FaMDxZflpnX5vkxoVc2Kx6onMwbMo4uXjhd/fk+fv/7imkQJkI8Wjb5lUeMw1kwYwEyJg7YxW/sNoIqU2EvH013f0OzUZWnsleoP2fRpf6rksVi9H/7FqO+Xs9vqCiSnWbMtLK1nUDQrwKogKbBDgZYIDJivVFOOvH1Z0bwhVUpYj3c3B1ZzUDlneao5y6UEwTGKXIW9UwW6fFiHwlGe1VY6/PwJVy6f5djdc/zhc5t7Oo209hg9nx1kXnzx8XQGGTmKzYBVZ/p+uJgJDSwS9Zo0I0ZKo9VKwGr3s5fxMwKrQ7pTzto0EGd4n/84feE0R+9f4YS/N4/QGCgv9BXnsm/A8mFDKBc7JW/ybrgpVJsAVQUFgPhvZioZkW81TYFVaXuQgaNKTn5XsVFnLoVIDuVO6WRWehqA5D4CJ8eXp2UdGY8CwJq0JO86VRYnpKVsjKuM4FpN7tDlLE9V2/NWIvvPgBQAMfRHJ8j6s/hWY1uhk5tvNQtUtS1t4aAQYcgCm5a7ZnK0LUVbRPGtmtslWcCq3laTPFeTQ9iSs5q4Asyy/6yJM0OBqpYfINCMwNfcPXuMn88dZJXfcyn7uoyc1Ks4gT299CSblsBq4WLjOdq7KjkFHmMtklZgPJZJdcyA1XwsHbmM3q5P2btuBr0fPCUMJbVKj6X9s/mMfBWCikp8N3AYH7kouLE3GYDVkvO4OqiI9D2hx9bxyY59HJX+vzx0ruzJ/9m7CvAqrq275ko8BEuCO8XdChSHtlCgOIXi7k5LKcVanNJS+nB3K94ixaUUKBQp7q5JiCfX5n37zExyNblJbpJ7kzn/9773fjL3zJl99rF11l772r/nGBOVijVglf9nNWpu3Bv/jHt1jClRCB4qJZScFsHvX+Hkw79wmsIBWCmOBQNmokcJo3FjBqxyWUbi5cQ6UOh4xD6+hz37fsG3T58zkJJDVnT4aCp+bpmf7T9NSwLAatht/DJ7HH5gUdccKpeagt3dysHdPCGpWY3RB6eh3J//iEmiqmBxnwloY8xYteb8tFnjDYi+fRl7Tu7BsnvXcJV00aBG6YCOWD24LQpJya3snIskwIe0e3XPrmPT1vmY/CaIuZmbXw8cHNQcBW3jatbfoo/AlU3zMPL6VTwijU+fz/C/Tt1Qs0gi2dfuH8aw5Yuxj9UagE61v8bEjwta0VgthMld56BbaerrWPyzcCyGPH3B2JIq90+wobkX5vy2E/9QNSbAKhBzfitG796CQwbqrZIY23IM+tY0Y0eGvsPNMydwLjgSUXoesc8OYWGEFFbvgY7N1+CH2iLD3BxYVXfB5amt4a3nEXPzDBbt/BULo6RBWxz96vTF8I+Lws1KUmETYFXREBuGD0Z1gmCkhLjG1iYfTUpiYvKdiGiEPLqF0//8gVX3ruK6QQceKpQv2A8LujQCk3N9cAzfLP8VW9mwUuLjusuwqJltKQCmHx8bgRtbpqDrzYdMY5WkALYO7oJSieH81KaQULy8/x/2H1+GeaEEd1PxQrPaczG7aeIXFHa6edo/Ju79DBlAV9WW8VSkH+xC+5R0B1bJkCQlWjhnoAO0W9Lep1P9jRwl21Gmmd5qqn+Pk7+ALf5isvOMcNygiwtirgpbMbkYW4DWWjdiADnqlEo2liUALJzMVAIgdSUY0tLD3RIJXU7LtjjTu4SEIEJEiiOCLWRdVdu9S7bRkASAMzlACttC0zExV4VlK37VkoFVwbBxY8tqqmV7jU8+o5S5DDbMRePK2ZMr8vdu4sKTILyJiEL0B03QvqT1HZ7hxUVM/GUW/ieyNrMFjsbdr2qCqTc+uoYZi6Zghvi3MuV+wJHOpeCdeIR5vOXMgNWfhv+KPnk1eHNgARod/YsBXiaFa4ars3qjcFQkLmxJObBasPhM/DewuPCK2Chc2jgVHa/dwysrRB0LYDUmCCfWTEen24+YFqZ9xRvNKn2N1Z3LwlMCnMyAVd9803B/RKn4+evxefy47n+Y+z6MJfrxQAB6NJ2NqY3MgaQEgFVNEI4s+w7dH75k+Fdg1jZY3r0rakih4tYaz0fjzC/90fqp9HV18efUkahAzFBNGK6fu4YHQdFw8yqBjz/Ob/2MEPwWZ7dNRfu7z0Tc7QMsGj4LbRN6r5W2EGNVo6foCh6IDsOVrVPQ6dZjQXJA0QDbxwxGZVtR2YYwnN5+GI8VWfFB8bKoWDIAauajerw9uh5fHd6LE4wx4Ydun8zH5PoJU1aj909E5ZM3RJZnLgxuORejawrCrKYaq4UwocMM9KokoNeGm4fw9fql+I0tuFlRy0+JK6FBiGTf0Bhbe/dFJcZYBfDyBlas/gEzwwQuaf4C3+DAwKrCuDMu5BAsjIsDbi5Hw8378ZT93QudW6zClFrWgVWV3yj8N652/D3H3SP4Zu0ibGdarRy84IfmjX/CtEaWaLUJsKr8GJuH90cVSafUnkEQFoonN27hzusoZMlbDJUr5ofKGvga8hLn9y7AsJu3mSYquJpY3HcMmpCkQMhFTJw9HRtEpkuOXCNxYthH8LRyHiOX0RkM0L+6hrXrf8KckHB2IVg070Cs6FkfOT0A/cvXePLoAe68jEC2IuVRtVwgFNbw9XtHMWnNYvzG3uuBD4sPwvRWHyIgMXlXe+ySHs/QWmXQQ5+B2Qd0oUzya64CrjoFsErbgfzZA+GhksEf6+OSg5ta6VAAKD3Gvyu8U9JVzSgCCbSZcVMqWNi7DKyaeiD1MbuMVToGAJJBVesjXGKqSlkqMwpDnsYTJdyhjOby2Irve4kRLiTcSRmQzogzciCL1YFFZmGgKjNSxro5I0CemKsEsEpFBlbj3YDjeGaf5BXaFSgYW1Uu1i3g/GxVHs+2/YJvr9/Dtcj3eJejD25+XQ/e1rpU9wYrpwzBaCFaGj7+I/Bo3Ec2gNVpONalJDwTYUGaWM0EWM2F2YP/h4FFAdzehjpLNuOymYk9sg7Ds4n14E7A6gZHAKsz8N/AD+Lf8uBvTF+3CLNCIywunCyA1XuH0HPREmxP4hqjUDfAnhFDUU9KRmQGrAYWnIIrQ8ubMMsNF9ai+ZY9uATS0AR8Pevj585D0KKUiaYAnmz/Hs3//hevGCOvFfYP747KTHnBgHdHlqLz/oOiTd3RoOpsbPmigM1hHHtxH8ZsW4ktYmIkv6yDcHlCEzCy6b09+HLpavxp4KFEKSwaPh2trIGlBgNe//YNqp27I+quFsbPg+ehs0AStrvoDDxiKVRZ/IXh70VosPuICCLmxMBWCzC2hg3Hu7oRrTYdwGvOGwWzl0X/toPRQHr/k5MYt+QXkfkI5PDvjwNDmyCHLR8Of4N9y0Zj2FtxQKAKVo74BvXFMHdzYHV8u2noU0W6adDj7vqx6HH9CV6afzkBq736onJRlfiNPB6uHYJmN1+xkHiOq4x5vb5B82IJMDlurUXjNbvxmNWdMLDqlWMEzo+pA+M7EP7KVnTfvB3nRB/z8mqGpT17o4aoFyw12ZSx2gibRgxC1SQAq/z13zF68xrs1emhQF583eUX9CpjxRV4PYIP/oQ2J87iOf2Zq4yfeo5Hyw84wBCMPbMGY2SoQJNVKCpjSuvh6FzNFBQnf9HqDdDzejz7bTI6/XsLIewXgejW6DuMrR/ALhufHdmAn07tw0GdHipVVfzY6ys0sjY0Yl/j0P9GYFSwcMVRrXBvfN+6HvIlxnq129PT9kEDAc4sFDCJk1jaNjPFbyNpTFfRW3UKYJUsntcvAG4qDm6JMPhT3DsuWYFwOnVXcamst+qSxnFQo4VEVRl1bqJEcUoZXLXqK+wQT7p+KThnyqCq7WFIa35GYtRJX0pzBQGHbjS2xLvUFLiQg+YxJ6uG5DZSoPOcgS/hU9RRgt4YD8qZkVELzct0cSEla5KBVeOe5hkbnMZWcugIBgaqyrOVtbHj/KCq0Or3h9dg+JFD2K/VQotc6FxtCOa1+wDuZmco/cMzGLt4PlaJ8oklSvyAc31LCIlxzRirBYp+jePdq8OfGI2xViYXdlvGIsLjiwmwGohp/RZiGGUPD72A7lNmYoeJkZVoXGMednbMB0RH4sL6VABWKRL54DxUP3hGBO3iG2AOrAbtmYaqxy/hHXskC5qWHYjBeaMQHGuqNalSeyDi5iaMePaSaWYC2TGoxS+Y1VAUBeWDsOq7vhjGqIsAAatXh5Y3HWGGCJxbMwdDxbB1ynldvNAI7O9dC75xUpgJMFap4qCLGD/rBywXN1ScogKmtRyMXrX8TYk3BsDw+hpWrJ6PH4OCEMxaVQLftR6PobVFBuPd39F1yXIcZH9TolzBAVjaoTGKmutovrqHreunY9irEGEfp2yAPWOH4UPj6OkYindXUE4ti0JkFVrHSQKA8tTHzTqh/2HOwp+wMiyUMUf9fRrj+7Z98HFJU+ojf+cU5mxfgWXhEVDAC0WyVMK47iPjQW1DMHbPGYSR76WEbTnwael+mN6+CrIKJFShsBt+De79Ng1D/72O2+wfvVAlbz+sHvxR3KVEwsAqgHd3sHntLEx4G2q6r1U0xrbefZjGqkH6yqtr0WXLXpxjMhIK5PVpgMmdB6I+aRyb5iwD3r3C5T/moNutRyzMnYzZvsU6TK9lXWPVGrAKPgoXV0/DiDu3GDBPMfylSs/Cnq6C9IdUTIBV7iMs7T8SDQhU19jYUNC4J6qt1ObHB9F38VIcFyvMl2cEtnauA/8cZt3//hmObvsJXz14hDAoUSTn55jdpTMq5hIqCj+2EgMP/o6z4vcWzNocc7u0R+Xc6jjJER1JR+hj8eLIGnx74hDOS6/g6mD1iKGoKr7T8O9m9P5tBy6IddWrNBXzPysMlbEP0N8en8Tk5b+KlylqfFhmAhZ2LMWiF12qiMm1SXc2o+mq2uoHumh3BXFDpwFW8/gFCBmX1VIImEu5eJo0VsEp4EYIUIomgAxGbXGU5cVJKqOeU2lsScmsyGTykSrecajPSeuKJEmSA67KoKrtQSiFVBJbNaMwVc2/lra9xAqn/5bHlaUv0HlLAICSVmRQ1ba9MpKuakJeQRtp4cDDQQZWLS2VtGRWxFTlRKZqMgZk0oavSz7tUpeAb27ixwVTMC1aYgG6o1H5gZhUozxKBHrCTR+BF7f/xorjv2Nd8CuW7EWtLI/vWo3G0JqeYEfUx9cwfdEUzBQxKU5dGf2Ll0ZZX+sMF06hgoeHH/LmKIPatcQM3mbA6tTeCzGS2GvRL7DxxxHoz5hhQlGrqmN+x+HoWsUjVYFVaN5i9+KZGP7okRCCLBYTYDXkKbYtm4jer8LAwxv1ig7E5oE14aMgggVpOilM94PhVzB80hSsZIcEDuWKjMHeXjWRw5suuYKwemJfjEgIWKWfvb2GnxbMxS9RYUL4OHKjc/3v8XNzCZFKBFgFj+dbZ6Lr+fMsiZJQPFGzSAeMqlkbZf046MJf4c7ds1h7+RQOxYSLIB2g9OyCqxPbwl8CxaPf4fS6aeh25xHT36Xi7t4ES1u2QcOS/nB30yH03jVs3r8MP755I2ZW90GDEoOwtEdN+LF6DHh/9ijWnv0L1/VuqFClOwY2zG2KGfI8ovUErpqfrgwIIjbj8bNxALhaWQnjazdHw5J54Y1oPL19HstPbcLvcTfzPmjx4ff4qWV+E5kh/tZhTNy4FBsoi6PgaSjp/wl6Vf4INfNkgRei8Ob1dew9fwhb3z0XgXTWi5jbewJaF4v390SBVQC6s0vRcu9h3GK6s2IRgdUqRYixSsnfiGoZgSvrx6PTnedxksXeqrLoWKY+mpcoisCs7jBEh+De7b+x57+TOBgVKgL3wjd0aL0J06qLc7WZxqpVYJV+9vo0Rv/8U1xCLI6rhGkdx6B9hXiE0TR5VS40yP8RGgcmIJrLsIfCaNaiDEgCC9p3OLh8BiY9EcYXBzcUytEcUz5piqrFskKl1SDs8Q0cPrMFPz++j9cM1XZHgyozsLBNwXgiS8xLbJgzFJMipdRmCgS4l0Xr8p/g02IFkdtTj7Dg+zh97Xf8ev++eEFAH5kXHT/8Ct81zx1vf81jrJw3DYsj3jMbKpEbjYq3QN9a1VA8rw+4qEi8fXgV+44tw89hElvZC+0/XYJJHyVF+yT+len6v0hzNgMmq0rMpq4ArjoVsMqWKw7wVBG7LjHzZs6/K5VKqJRcsgCgzGkx+76aN0gTu33Pu9JT0naGgEO1UsE2JPKxyrIHpWRWSepb2n+LBk4OKJukd7nYw5kBVJW6hMaWu8IV7lLTx4mSmsxK0FWNExVIn0Y76VvpgErnx4zIAjc3Oa1TQjIrGVi15o6UekqhIIjMnkLgBj0pr/7WrEVzjpWc2PYYNt2e0Z9biy937MdBvdRyDt7wRnalGm58DN4ZYhEJAwtFVsANpYqOwKGeVeElYizcw+uYuSQeWLXnQ5TIgXr5O2PlkPpCuLUtYFUXgYsb56HH5StxOquePu1xakgHlAhQAOGRuLA5dRir9B387cMYtGwZNrDEOUIxBlb1Z5ej7Y5DOKLXg0N+jG7+HSY1FABOAVilc5bRWIl9i32Lv0ffR88YEJnNvSqmdR+PrqWAWF0Q1k7ui1GJAavE0ju1Fj137xQTbFHH1Meer4aLDNDEgFUKVYjGtY1TMeDKLdyN6zCh37MqVIAhEpQSigKs4zKye3yMNT37o35Rs5ni0WlMWLkM66LC4gBYNdyRQ+EJT4UBYboIEC9TwN3d8EG29lgxsB1KSGHT2mg8PLgCg44fxVVwKF1yCg70KWuS34yYqkxX1Vpyaj4K/6ychhH3buOF+C1quCEL5wYV9Ijko+NAX2KX1iwyFMt7V7Oqw4nb+zFu0zpsjRVCy6nn6FuycF7w42LxzhATNxbY3xWVMbPDaLSvYAqq2QOsIuoNjq/7AQMfvRB1WgWNVWKsErBKo40xdRkISXqyM9DnvzsiOE3tUsINnsiuUkGji0IEtIg0s0/BgG5Y2fdzFJAi4+0FVgGEHV+GPgcP4F9mCXcUzt4JKwa2QH6xLlNg1Z5RT8/kxszhv6JtLvH5h8fx7fLF2GUQfI1iS5jvqLygMmgRaYhCOPQioKxAPt/mWDqsO4r70LNGRIsn/+Dn1XOwIEpiHBMoqoAnvOHH6RHFxyIirh6ybHZUKzkICzuVt2Dnx/6zCp127ccdsYm0I/eAB/yU7lDyWoQbIkHqrMK44FA4oDuW9WuGXOasVntNkh7PiXOTXqe3clmRHg1K23eSnxG46swCbE4HrFIXEXBI4SyOSHyRtl2eFm/joFIpmI3k4hgLSLqqjqnNuWtRKwRwVfYey34im9CFjl2XOhKYKh9TbTo8C6nMJAR52iiS1qobIYh0cZFRqe/Jnd6SkMxK1lW1ZWQCxjjoeB7EWM0skzg7ICs48DrixtgHISbXTe35nUrtTGJsQmgtrVmSZIJt76H5OP3tZ4+N0+MZV5EAMLcNf+s4xm9ajaWRUUw71wNqeLBjpx6x0EMDDtnUhdCqYgeM+qQSAkWiKavn+XX8b/k0TAiPBzUEyMF24ZAFNfN2w6bhDZCNMKS3V/D9gjmYExENHu4Y0Xcjvqe8TeARemo12uzcFxe+q8g6DqETqwmV68NwcN5gtHtJ/LJs6N1kCuZ9mlc490UF4ez6qWh+S0iYFOjfGwf6NEMxpgOpw41Vk9D62i0GxnnkmY63Y6ykuedjcWvzfPS8cC6O3anwHoqQ7+tDAQ3OzuuNz5/FgmJN1KpmODO9KwpYS8BjBK5qzixC1e1/4hHj6ClQvMJPONktH7SG91j8dS9MEpFMZc5JeDmuog0j6nBjxSi0uflUZOBlQb3CfbGkz0fI7m7AzRVD0eDmCwb+5Mv2BbYM64jilEXduERH4clf+/DTsR3YGEOB9ARqKdh/FDAgFgbooUSAW1F8XKIJ+nzcCCWMyH3GVRkeXcPWfWsx69E9poNJkKYnVFCChxY65kMclwsfFW2P6W0aoHCAkXcYYvFw76/oduo0A7OKF5uCEwPKM2BVkgCI1gmMapvEA4MGL4/9hoXnT+JIWAiCr+rfgwAAIABJREFUaS8FJauDIF26GODhiVolRmN5t4rwSGgKe3YZS3fvxB8vHuC+IRrUuwKIybPv0IGDt8IflfPVQ9eGrVG/hKUQq+HvZfh090HcY1hEeUzp/B06lbYyIl6dwdhff8Fv4qWGh1dLbOjRFZXyU1SAYGFSXGEztC4aDw7swqZbF3A86CmeMdBXBXc2Sgl8pC+lPsuKGrnrol2lhvi0Wn64GwN+b89h4s+zsUmSgfAchJsTG5mA2PH9asDd1YPR83YwQtgbAtGi4iD80K4Mw1ZebR+HJhfvipq5wq8SOxPy8MWEYavR3ciPtDcvYOepfdj46CZu8TzzGncGi5Lsgw4aNv9kRfW8LTG2RXNUKBjPDGZiNNJL3zzAn4f3YcutS7igCUcMgWdi0LeB2YVn4L6PWzWMaNofX1TNYqPBBgQd24EV//6FY8Ev2Pwg9L/QJhJN0UAJL2VBfFyqI0a1rgBfVyOrEmBv4KHPyNqFiWwAhGRWzotjOCWwSjYl3Tq1koNCPqFauBg5FYGrpJkpl+RaQEB8MhOoKi2eBMrLyaws/YZJAtiptxrHUk2u+2Xw3zEtdeschQz75UxuQ8Exhp08M5t1s2gQe5JZyRIA1ocIY9TxgDajCoEnMDOws7Q+2CiZVfqNMGcDVtm6LiWKszHzxEsAZNjpN0Uf5qqgatxHB4fh5cN7uHT/IZ5rRW4gT9CGG7J45UKVcuVQqrA3OHPgMDocD88ex+q77xHg622ZsdzMqrwuGiF8VlQsUguf1RNFNnWRuH7kFI4/fIznGh907/0lSkhRxcHPcWT3XvzNZ4e3/j3Cy/bEdzUlMMuA4ONbMPnyW3hmKYNOdeqiYnHxb7wBoZfOYvNfl/EQXqhU8WO0rpEXbmJKde3lv7H7+g1cC4mEonJ/TKplkWtdaLk2Ajd2b8SuMD/46N/jSd4vMLeZH8DH4OHv67DsuScK+HjDI3td9GhqLhApRU0YMVc17/DHgk3429cPbtpQ+JTuhP51haw/z7cswJpIf2QxBONV8Z74oV6ccKqlb755gPPn/sGJF0EIhw8K+VdF+6almNZq7KX9mHT6Pry9cqF84ar4rGEhJlNlUWiDFRSCZ/dv4NT167gVEYpQrR68ygcB3lkRkKUI6lSpiBIFvMAllowsIgbhL1/g1t3LOPs2Fh4qUo0nAMcAlXsWFChSHfXL+ENt5ZO0N89h1f4tWP7iIdTFp+F0/9JsFiIN8Gh2A2hf4d+8xaP7t/DP8zeI0OgomxF4gx6eWfLhg0JlUKF4NqjsAcEiYxD+9B7+vnIeF4Pf471GBx2nho+7L3J450G18h+iStHsUNuKfH91C9u2HcIdTz8UylMaDT6qhjyiLK3pl+jx6uQpnHr2GE8jIxFQ9BO0+rAofETZXXo2ThJA+H/AB7/Hm6cPcfv5U9wLjWZneALJVG5eCAwojtJ5c8PfPwvcs1jp8NgQXN61GgeicsFfEYbngR0w8dNsto374l8c+ecRHoYEIUjrg+IFquDTesXh5Q7ob57A/OO34Zktm5DILLHCR+NtaHZ06908XkpC+k1kDMIe38PVx49wPySS9Ru13sDrofLKhWL5S6Fi8UB4mF8OiGBuHLiqNUDz/AEuXPoX10JD8Co8CO80ekDpg9x+hVC1ZEVULJIHWXLakYgnOAQv7t/AxWdv8D5WCyhEsFevgTJrCXxYoiSKFLAyHyZmByf4O88bQLqzGTYhjJ02Ji9Tks6YExanBVbZIVXFsYzd6beFdsIeY00iwJnAVY6FgcklORYQrhSZpngmK4wBpBTCK2XvMe38eHCVNtO2aYeyrqrtQSNJAGRG0iaNJw+lAtaIL5lsmrH6uYnprcqgqm0voTMqsVUz4ZLFGOAaTRA8VZLuYfqtXM4FrEr+IiWzsm4XQQJALtYs4FK6qqnUhbQTpDNFRtVBT67ZpKQwHC1cZkOLXXIZREZicl/gyN+FhSMiJBY6N1/45XRPHEx11Lt1Grw5uxfTDmzBy6pLsLV1Nob5xOgNTAIgXY+o0dGIfBeFGLjB188XblYBUkcZwrIeKVVXZlyz7bWqCXOVAHmehyZWC31wOMJJHsDdF1lzupsmzLO38oz0nHihrqWNYCa8XLfWlc6qt+q0wCoZkRZ6d5WQsVsulhZQKkgSQMGSMcolqRbgQbrjmRH8IUsRc0xghCcWQJhUu2aM51kyKxvjiuPpGJJZPcd2/0prPW0iM611eDpIcPAU5TbSD/5x3nFoS29VBlUTAFV5EVTNtAMLiIkNghvJbTCN+fQbWc4JrAq+Q2uWsDbF20dmq9oeV7RWyfOOYB8CD+mgKhdrAJmgISkNK/IZAlUJXE3Pucg5+kqLW2sXYOnbGNRv/w1a5Ac0BrKPDCeKcphsRjbINBab7soUMzmSOgI0en2mkRBL0vglCSi9IVPqqiZkJxUlGXSyseXUwCrbKCqFrLB26R4myUszxsMqMZmVdb/KJAKHyejKzCYBYM1ELOOySpiS5O20mYVIEoDCKy3AVQ4K+bbQ6ojLzExVySA0rxCwSmPLg6ItSGRLLnEWEBMqs4sdYyaLkKxKLtYswA7xPAFAmdtCBKxScWdSNumnr+XMwCodTmlcxVuHY7q8crEOlkmSNbJ9BAsoOEpuKvuLuT/EJbOiawuSzCTgME5nPxPbKzYIx9atwrKHQajZ9BsMqe3LwGZiq8pFsED8ss0J0SaZ2F0S9gkhyRnJTwgljbIsG2+rUtI3qbw9o/0fJayS/cfSi0jowZlKcGRwkpqT1K09t/nC73a5Wx6/AKsNIT9n4KqczMq6fegQT8xVmyI8KZkpkuQbLvIwD54XtFUzeyHPIODQTU5mZeEK5B00VVOyL2NGuCwBYHvUuLxOnQMnBCZlo+BYQiu5WLGApAkpmkdmjVn3EpqHdCxRgQw8M2CVFwB5ktsQLr3Sfnw5M7BKBmLAKjML7XPka1NrI4sxyOQxZWEa6Zo9TZatlGzBjYZ9mm7lOQLHOEECICXtt+KUQnUOrjTJmw/BsElphebeK7zXeyHwgywwcDy0emJnJqWGJDfSJX8gSEfEZ52UXNgRZ9GUWjslq2hK3y35G+mGGvhM7DnMkLzNkUNzsnPBh84xDGlIaXS27WZfK1MyAiwnzNdhAgnAviK0PSktSDGwyraHFLasIHZd0l5u30e5/lMUiqJWKYz0VpPaTa5vA3u/QGaqmlqKBrOkt5o+x1R7ey59nhPmHjF7JR3q06cZNt8qhRqlZ7MktiEDx5KyOqRno9Pg3WQKAoAI5EgsByM9myJiWRx7JmUflpI2JPaNFi0TGeGOPqCmzAJp/WvpWGJ94BAzinRVHXF4Sesvc/T7JMYq1cuSDDJNyJS9RdLAS0otbm7Z4x9PwYChXk2tfqV1SmCt2jBQiiccwQQp/QLWjKQYP4Fnk1IPCx50tsXcQXZISTUMcKYQ95RUYs9vk9JZ9tSXRs8IyQMFXVWLT0jxN6V0NKWRERJ8DW12UjgpO8NnOLgN5DcaPSUdshxZKXYbB7c1rauj76dEZ4Ier7MFdae1NYRV1VphRCgH7HnS44tS650smksrEA+cadZJGrCadOs4BFil19LhlLS11HYkhEt6M13/FzQhqdWU2EHaqjqTmzmPfXlDRti8ONaejF1HwHwaRV44tvWpWxstcUyPlsBVpqeVuu9LSu0pXUwEUCGlH0QWIha4kxknKYZMxWcFC5OWse2XCBIKKdxeG/08uTUxf0iJOyTnxbwwvmhcpTTUPWUAbXqoJie+FpEMkpygUhg7xsCqoMVG804qDl4bVXt7xGcPd7a7JMkcBMgzMkICCSrTwXSp2llJmbpon6xSEBkhVZvkcpULCfIcz8Z0OUNYaTCbcyhUmbHmxbDujPBhqfENpHuYlAGZGm1wkjqFtcrAtEPlYmkBCXSWzhB0YSoX6xYgqR/ZPoJtaO+n1fMgdQQqzuQ1LgOskuGUtFGkxAUpvSdPbg8keycqhVcku4JEj930BjqAuQnZC+x0suQagrl1nMB0cmthoVgOOBnZa1W67aFDvFwsLZDUbrDX5gnZmrGHU9QZAjQo1OGIjrVeh7CR5uHuwFNYSr88RWZz4I/J9nQ29WKMeecCnh34mUmuSpjXOBbGLQCGjvDPJDfDiX/AQ8cL9iHNTMY+dOLWplfTCJAngMyBU096fUqK3ytJAdBoimVhgymuMlkVGAOryaoglX9EYcrCmiXKkYi3OvL4ijc8W7dIqoW0emXDxB9URd9JZRd1vurpcE5OobLeNFrCCVSl9YrtNhlzLD0u45zPdFZbxAaVMLAy+/ii8P9YnZx0yJqfCJcVom3E6A/yFzmJnu1xbp6fwEVmBIc2k+ZjugSky/UkR8o5tCXWK3MpYJVRxkUYJUV76uTO9OylyYFEpJ1bilqdoDsIvDFBL9ODkI7kfmMaOF16vULSZmMAUHo1wgnfS4ub3hDPmUsr27gC3MRCDYgZBcBTRYz59Eua4oSuE9ckWuw9VELSJnlwCRdGlDRGOog5c9+lR9v0PM8yBzNGuJiQSL6Jt94TjDFPF8ppNTGnh0PY8U6JsarRC6GDqbebSrgxzgysEvuHDhySbUh63530aOVp2WqnErhKzNXMPrYY+yczgqoGLV7/fRRrLtxAkCo7qpWrj3Z1C5r6igiqWtO5lsFV23Mli57M5AOL9n+xej1br+RiMawExqF55lJRS1TSCZftZm4Bnp2zEoqCy+g2oz2OVidcrjvjtthlgFUJVCXpZ1cAZNLasUlQnUBnOqR6qhSM5SIXSwtIAJCc+VSwjQSqyr5iaQHhsBGv30L3FZ5qSpois+ssrMUT+CMc4mV2nQD8GAMc8viKt0Ac49DIKAwAUggAkFwsLUCBKGxNz8T2IWCVwr5oTk7PY6qzAqtsvTIL4yZ3Id9hWs/ywLKwAGNH0byTiffLNJZIOoK0VdNzXKWLe777F1NWrcPeoCjkzl4TX7XvhjqFTSdZso2WoqusGEeQXsuEdrOjs5hlSMg4E65ZTN6JB2INeuj1KRZ6ssParvWIMOcIDHCLcSVSEJmeKPusTOhAiXQnceUz6zmUkZ0IVCUw0EmLSwCrxqCqk9oxXZolAczkXxLgTA0hcNWX9FbZnCRPSiadw/OMdUjhp/ZLJqRL96b6SxmdnjHrkpPCI9Wbl64vYHMOW/hNm8EOqUyPVgZXjS1DDE06ZLgrBdZ8Zp12mASAyP5Jeq7HdHX5NHk5jSvGUrDyNtITdeMErWe5mFqAxhOBzwSupiBfkkubNSomCLEpzv6achM4K7BKocq8FeeQkr96yJIAFp3P9tCMEa7MnPMO2wMKwGqmA1UBRPwxFRVPPkYu7+r4pnVXfFbWy8RHaG9MsiMJ7ZBl1mrCcyqnUDDwLDPtCdnlsc4ArV6KsU35upORamCMQ5IAoI+yNfEwSQAhR4FcLC1A846SZqZMZB4myUIyUE4uV+wSwCrZUJ6erE8t5qCq9JSa4+ClIrp4Jhp19sy+bIUnZl3m1teitYxufAy8cJsqe0m88zDbiBIAli7FM51nYgBJbAV73C6zPEN+5E6SCUxvNfN5FQGrOgPHxpU8qky9nl1WiGGV5uNBkgRILOFOZhlH1r4zU+ut8sD7qHfppqtq3B/OCKwmFsZtrLea+WZl27OGdKZnY0upzFSHVLKKsM/JnKAq0VHeHVuP4Tc80KXGJ2ha1c/CUWKYlnPCO2SJwJIZgWl71mMBeM5cUjZCsipZV9Waf0jJvBJXRxDIGjKJxdYo45ltMlMgk5SsSoRx7Jl+0uUZpwdW6XhKoKq8aFmDeASmqi1GtKeSY+GVmRDfSHQwUVicu4pCwDIf/GEMqiZqqEz4gASq2oLGJPBQSKQnH1ONXUQCyDzU8YniMgvAKoR/WbKcM+EQsvjkuMsKSuaVgEHYvEyXXvKiZdVKtIlm804mm3YoZDAsKsgphpKzAatsvbIjLI58x1OpYMxnuVhagKKWGbiaSYzjcF3VkFjmhyovd3CedhgxWgtdlA68mwfUPonInFAofpgWWnscXXw1p3aH2lcUbKR/0/PQv49l2ucKNQfN+yC8CQlFMOeHIrmyw9dXDU6jgZbCKThAq3CHwjcR0JkWtohohL1+h+CIaGgVavj550NATjfALREbRGmhjQWUnmooPBJ5NkYHbTTZVgXO3ezZCB30sXpwbm5Q0PcmVIilFBOLiOeP8DhUD87DD4E5ciKHvzugtqPPjB/RGGCI0kJPt6VUiEHn7gaFB1ENTetKst5qrAhmm39rEpsY97iWhyFCC55TQplFKWRcTaxo9TBEaqG3Fl5D7qpUQUUhWuzWKr4yWqtidHoRkLfxEmpPpAYGMX8DRwkqVSooWMhXYg0D+DANdNbGAkXSKRRQkPQLsRvcjPw/8WqFJ6L0MMRqYVCooPJW2UzoZlGdlgev4wT/tGFf6lUCnJnL2AnqkHllvVXrnUdXFhK4am/3uuZzHHQU6UbjxU6/Sc/vdGpgVZYASNg1BNDZdmGakCoF3OTYSksj8TyUDHjmMpW+FlvPRAkAFr6dnrOPE75b0lVN7DaV7aVELWPZhpYdSZIJBJCx29TMgAKJIZXpmVTHCYdTXJNorWIhPHY0ks5kxAiX9VatG4vsQuBqppi8xbWKQpUjY2Rg1dwjaDyR7qx9Zw0h6YWXSpCJktctU2uSDVWUzIpu2zNBIVyGQnIdUV7t/AFNzl1FKDyRjXND1dozsaJ5DhtV83i1ZyEGnz2Jc+yUHIDG5UdiVeeiNn3y+a8dUfUZhyxQGdUpEG4k3ze+5jZAi2hkRa18PbFm8IfwfHcba9fMwbh34XCDkoXQCtCdgv1vOkfRqJDGBInVRCIXutYZi4mf5LXerlfXsGXfTqx98gBPDRpRhE0HA9zg514Mn5Zpi1EtysDbClAWcfhn9D9xDhcMBnBcCQxrMgKD62W3ai/9+ZUY8MdRHNdqYEBDnJs2ADmlJx8tR7llh6CFAnoY8Gm7rVhQyUo1vB7v/z2D7Wd/x5oXD/EWKhFH1UMDL5TIVhu967ZCi6o5E9fIDw/GjZO7sejiCfwZq4EHlFCA1nYD1MpAVMhTG52q1UO9cv5QGX07AX6JFk0E7pw8hG1Xb+MtfFGpXBO0r1sCXikBWJ8fRv/lm3EuJgzRUKFQtgaY0bsvKttyT9bIGGz6tgsmGJTwZigheUq8fxigg4bLjirZcsMXXihesCo6f1YfAV5ANIGqRsmATb45Jhov/zmAlX/9gV1R0aIvEjnKAAXnjUDfMmhWpjE+r14K2bNZt1bEhu746K4WXqBLIOn/JPIZ+bIKWZRZkdsrB4rlqoh6paujRqkAuCUG3tPrHm1H69W/4SlUUEIHL9/PMLtDF1TLn1DPxeD5sd+w/OYzhOk4eLvXw/h+NUD4unkhuRqW0NW+BUv4eVwyK3nFstYLZBUBXE2KURMdiU70AEUA8tAQcO8in+i0wKoMqibs17YkAMx/RYdUb8bMlCcly200ZYQVdCEzi2QC8xtijYkzlOwV8V5Bcw4t+vYeNuj8RQAQ+ZBcLC1AmpkEPmcGXJVkNXQscYyLrPxp6LBkETrEs+yvdhYVx4EiLsR9tZ2/yjyPERlFlQmQZzqDMZYCZGDVmncnJgFg7TduHAcPlRxrYW4baXYiDf6MvF+WIpaSQP5MfGLVvsCqmVMxOzIYoQB8PBthwZf98EkxK3ujlyfRf/6v2CPWqvJsg+NDv0BR67gie+rh4m6o9Sgm8XaYPZEjsD+ODW4E/9c38L/lk/FDbFKqyI1udUZifKOCUBvjuTDgzeHVmHTmKA5ptQlU6IvKAR/jq8/bo1ohY1CRx8s9M/DZucvMVkQJzOvZHCuGd0ZxX8vqwo8twueHj+ExASiq1jg1sRNySYzQe1vRdNV23GE/80bvdisxvpKZzfWRuLrpe3S5+QixIEjQWuGghhLFcnfC3E4tUNIW6Hj/OCasXYodOj1ibaBjKiigRjZUDGyEUa3aonIBo/ZwiewHQ1/ir13/w6hbtxECD1QvPhCz29RC7qxJ6TfTZyP2TUDVM7dA0LdQlKhfcxFWtkzA4RCOvdN6YXiEvXsWDrm9a2Nw26FoUcRGsqqHpzBj41Ls1uoRkyCy6INi3hXQqd4XaFs9DkKPa33IzlFoeOWl3dikF7KhsH8LzOjSFAUs1S6MjMUj7Ngv6Hjib7yUxiZyoX7tyZjbJKEfRuD8iq8x4GmweHFeDWu/GoXypnLF7FylIcDZXpPGtUyWBEjM+zlOuDTNiCdR0o3XaElWIzErOM/fnRZYpfB/J9enTbdetBdUlRpIYZWeKhI6lpNZWXaaoJmppvCJjDgrmSybQkImGfwx9QJpvraWrCqxQU7MTGKFMwZQZkAQEzOI0d/JJm4smZUIkGVQ+9BGkQB5V1r4k9CNKXqUIDECnJN6iKdjKEsUZw/LJUUtdNEfE2NeQckdMm4yK5IpJjBeGlcyY9XUV5MDqko10KUF6Rln8C1P8gY3Y4RnXL3V1NJVjbm4GV227cAZ0eo5/Qfi9PAG8DMhmUbj2qY56HH1P7xgz+VC/6YzMLmed4J9FXtkFloe+Q+3DAKQSSxTAqdMz9oEDhr7dF60q9gPMzuWgOrpdSxYNgUzjHBQ2rWpbIwADt4o4FsFveq0R/uaOU0uh8NObcTYP/fimMEQd0b1VOREUY8scDdE4VnMK7wWv0YBD1TI0wZzurVC4TjQVI9nu2eg6fmriIr76hxoW30MprcoytY94xJ6ZCGaHz3O7KVwa4eT33ZAbsmmd3/D56u34D/2Az8MaLcUY42BVUMMrq7/Fn1vP8U7o0p9lIVR3lMJg+YNbmrCEGbE/C2afwS2966FLGbSAPyN/Ri1aQP2GzSIN6MnSvrkRXboEBYTgue6UISI71HCA8Wy1cGEL/qiVj7hH6l3eHEfaHU7GPQMJzd8ix4vI9nzOQKGYkfXeshviS/aN7aDH2PXmqkY/SbUxFfy5xqILT0aIZdNvDAMv8/sg6Gh8ZTuPD7FUMjorbw2GPdjg/Em7t+UCAzsg8296yObOUv55d+YsXwJdupjjABeBQLdciO32g3QReNF7Ku4uohH7cNlQ8vGMzCmto/Jtwbv+hqNLz8xiv5RwRPxvig8zENrND4UyI8vPxqBUY3z2J7zIx5i85qf8cvbN0Z+Cfhm748/BteHr5m8Q3yjwnFh1bfo//it2KaqWDFqNKpkiX+C9sgx+uSAqvF1kL8w1rC8aFn1fZbMigUyuRACacco1ugE3MKVPsspgVXGcHElK9rhHI58hG4ckzJ0GMChoIQ7FM4gg6umfcEzmxBLQc00MzNuIaaqPunXhRnXIEZfJumqJmVcST8XklnRgp+RvSd5biBoGRMzPGMCz4KshsACT47vJM+qrvMrAsYojDs5EaeC3qoCanlY2dhIC3IbGXLaITCeQFUjx5GB1Xg3kDK5J3cmkPRWM4uiRFLsRPM4XViQJEBGG1sO11U1NiwfgVOLxqLTkyARcCyKrz77BiPrGCEs9w+g+/J1OMoTNOeOmqXHYmWH8vBJLEw5JgJBT0LwPloLEiTNms2AiwcWof+9uxB4rP7oWK0LehQvgkBVNKJ0gNI9C3IFZodHVoB/Ygqsuvm2xsImjfBh1liExsRzOFmoMklkKVRw88yO3Hl8TPVPgy5j1oKfsFonAGTeyiJoVvpzDK5XFv6Uz0LBIfrpRew8/Rt+ff0S4SRrAz+0+vgnTI0Dj60Bq/QNxfB91+noXNLUW1MCrMae24ghe3fhKNucqFHAuzaGNmmNhvmzw8eNh0GrRWzwRfxv53IsixQ4nRwKoWf9r/BtEyM08/U1LF3/P/wcHAwi/bpzudGkVEeMqVkaAVk9wFGiJr0eb27sx6J//sKZ0Fd4yVZ9NWqWm4KVbYtBJQG1bFDZWLfePcXJtV+hx1sBuvXINgQHetZHAf+kjGCjefLcMrTcdRA3LX5eHJM6/YDu5W2hhabAKufWCodHd0C+aA27KKaJgeQP9JF3sH3feix++QSv2F63HPo1HIzetYwQW20oLm2dg5F37zOGshrZUSl3XXxR8UNUKZIT7nT44BSIeXsX/1z9E2vuXsVNg5Yxi7P7tcPCLm1R0uj7TYHVAPRvMRkdfEMRrpF2oAqoVDq8e3YTe85vwQ5CpgD4+nbG9qEtEGhDw5W/sh4dd+7HXZgybjlFFfzQfhg+K2VL/DUcl9ZOQb8Hz0U2dE2sHjUMFcVhT62K1ZHYQRKBCytdTq4j8DTkTaG5eQRyj2Sf5I0XZ/sVyRxRwipXO1w5HbDKwnGZXos8dKw5eWK6qrYGhnRI9chMKeTsnSV4HgomCSDorWbEKZvWbj0v3BhmxO+zt6utPWevrmqCY4u0jDNBaG5y7MwO8WKiuOT83ll/Q8xvNq4MLrfup4lJaT+kTSRZVWINYTrhNC9nNIQjsQ+38+9M6zkDomPWogdkYFVwCiaP4IA5h9yGklnJW0LTwSbBEyqFIAmQUaYeFlkhrld2Ti9Jf+zFf1i4aiZmhGuggxr5fTpiz9ctkYtAtag3OLJ2Gno/eolYcMjn2wCzvhyAhsY0wCS8UXdmCWruPYJnDGepjCV9v0LLItZ1PM2B1WIlp+JIt5IguSKpUNQJscBtXpDqo3F390/oeekKC5X2VBRF94ZjMLa+eUg5D+7pOczcuANnosMRBQ5lyg7B7PZlxBxHtoBVoGi+odjQrQ78jQi8yQdWo3Dyl6Ho/zqcgcBqt0ZY2bMvahWwYqMXV/Dr6llYFsnBTVUA9coPxNy2BQTT6HV4tX8eOpy9iBeULAc+aFp9Cn78LD9UJhIJoiVf3cHuPcsx7fEjMFVsRVXM7/EVmhc17lwmvm85thwKrPK4v2oAPr4TZKVPFahYfi52dBK/0cLvTIFVj8CJuDGivMVTLGHpi4uYtmQG1mopZ0cBNC4/EFNGaadpAAAgAElEQVRbFYw/Zz06gMFr1uAMcyw3fFhqLGZ9WhZ+1tiyMeF4cGw1xp37S5R3yIbmdWfhh4bxGhGmwGpN7Jo4DCZKE3Gt5PF8y0g0v/la/P4qWDZyDKpZe29sOK5tnYSe919CBwVyexeDZ+QdPGB1qVC64Gis6VnRRn4z28CqJK/GwDFHFI78j/RE6RTLEG5H1Jph6shIyaxonxMr6qq6Wi87HbAqgaoZxtMd+CHJBVWlJkhJQSg8V56QLDtG0FsVEu5kpCKw6lIWhpGR7CF9i7TU06Kf0jBu8hkvlRKZJO9Fkt2B7EJJU9jMkwHGF4GqwkGV/jsDfFCSezShHwjsXUFXNeUVk9eQ79iR+iLlL3PBGmhYUVh3RjljCHrFlokKZGBVOEoyBrgDxhW5OrHBiRWegdzHoSOYWKt06e7qM3ycrioBHKm8AIccWoDux8+wxEwUnt62xtf4sUUxuN9Yj082/YH/eDrl+aBjw3n46ePki2cGHfwFjY6dZmH3KnUDrOs7EPVt4GTmwGqRDybhz65l4CWyKNkhnuk/JtDTYbfxv8VzMD8sHHooULXM99jYsZjFnk+S2oq9dgUn7z6HOl9ZVC5REH7ZpLptA6vuXAC+aDkfE6vHMylDjy5E8yNJlwIw3DuEUauXYy+bKzjUrr4Qaz+3nbGJ/28Hfnvsj3yBhVCieH5kkwC4Nzexes0sfP+ehAvUKOnfAcsGfo48CSSU4m/vRve1G+JkIarXWIZNLc0QPS5+RY9zSUcCqw//xsw187AslhiYxTD0w1rIGfkAO66dxhXyGfem2Na/FyrkttbnpsCqT+DX+HdENUFOz6jQBaDm5RUsWDYNy2N5cMoy6NdwKPrWFr9Vp8GzPVPR7up9gVnN1cKqEUNRKSHJ0pjH2LTgG8yKFCZ572x98MfQRvATzWUCrHL1sOWrASjhaX3aiz08BXVOS/qyZfDLsAmoa01a9uFhTNm4Gju1JMAYgN7NRqDYlV/x3fMXIgu1MpaNHGsdlIV1YLVCForkAmLtTVph58wtSAJI05irz8x2fnQSHiOLML1VF05mxVjOGtdJVmXePakFrErpGrnNF363awuYxy+AsVRpyZWLpQUEJm/KC+mtUtiySuKNp7zKDFUDgatCWHfG+Sy6iZd1Va33JwtVFrMqp7TLiQHEAKCMhsyncCjQ3CXIbdDYcn1kVRpLjN0iL1cW3iGAqiQ74jgmL0nZuGcAgCOFQ8nmz4ktnxEudRLSK5aBVeGywlGgqgC3CBrY8tiyvuempVylUCaeKT21BraD6iVswxEsZ7uaE/Uep1d/hfZP3jMP81MUxGdlPkehx0sxIywaPDxROXc3rBvcCNmtMR7tegmQEmA1Z54BWN+0JsoGuoFTUlIdQccvTs6JLnZUSnDG4OG9TWi8ehcesvZ5oU+HVfjGksTI/kp7BKqLsA3eYj9oDqxyyK72QrQ2EtEUsu3zOdZ0/xIV8giGiDi2EE0PJxFY5fV4d2IdRvz5B86yWvJhcptp6FrFBgKXgM35K9vRaetWXGDP5ESXehMwsXGehNcbw1tsmzUE48TkT7nzjsXRQdVgHkzOKRRCFJ20+XYgsBr0x3z0P3UKlwho8miFP/p9Cq+X/2LBziXYxg7TBdG17jeY3NSagKuZxqrfRDwYZ9rZ1G7N6wfYv2c1Fj68gfu0z3VvgS39OqOYhF+/fYCDexbjh6dPmSyEj/9A7OhRFwEJSgpr8XDnRLS78ohJamT1aYY57b9EtYICsmrKWK2HfRMHIJ+1W+foUJxeMwZDXkWwcejv2RzLhnVGISsuoD85E3WPXgFTtlW1xpFvOyDH/aOYvnUltmqoFbnRq8lEDKtt7SLEOrBa3lcAVVNlj0zzckY6pNs559n7mCAJwBSN7f2J0zzH9oB6HuR2rkqmSC1gla6IyDZ2A6u5/QJkXVUbrk1Dg6Y2RwwRWr+I3ULhlQKdXi7GFqA9ENknI+itSiwFA2UBkYuFBZhOnZhx2lHmYWOLUnbLnHALk9JsQ3qrri6ZQIcmdkh1IHDoKP9zhnqEZFWO15wlGRs54Y71HqalnMBndoZ31WVdTHJmsHESy+zAqsRUdcQ+0HzPQ8CqPLZsjS3SCKcLU2eYXZPehlTVVbXVnPsH0WvNBvypiTEjhCjgq/oQP3YdjBYlzLIjJfHTUgKsAp4o6JYbhb084alUGhEPhMnToA3BI3U77Bv1YRxLkb+wBPV2H8Vz9kRBfN9zNjqbhLfb9h/pL8LYNQdWy2BKu1I4uH07/hIfzBYwHKeH1oaHAtCeWYSGfxxLWvIqXSj+Wv01uj4MFmssjYVffoNPSidAM7Vhf+35DWi/ezeusb8Xw4R2U9GzUiKIuCEMJxcPQ8/nQnquAnmGYtfAOnGsS+lVUjIrhwOrmmdYPfMrzIrWQAMPFCr5A450LwTEvMHmuYMxXmSDqj074ti49shjIR9qnrzKB1UDyqCYuwfcOIA3GKCJDcKDsBe4HxuGCPDI5lMPw5v2QLMyRjZ+cRubN0zFzEjhDJa74NfY1LEisnol5Ox6BJ36H9ofOQvqvRzejTCuaWc0KSv8yFxjtU+z79AphwY6AwH5emg0YXj56jaOXDmMg+HBYjKxHGhVbSwmflbQEqzShuLk8lEY/joKPJQoW/hbrOteCpwmElc2fYOeDykplTtK5GiPBf0/Q4CFrSyB1VWjhqG0t4HJZKVWkcBDWRLAmoXpYsf1wGcWXWsAtDrh/OCqW9nUAlaJJBcWq7cPWKUb+MCs/g4BDlNrEKdHvZJjEajKWAoO8jLGHlNw8BJoq+nxaU79TjqculHSFBfdSEvGpQMqy6YnFxMLMIvQbbODQVXpJR6kt5pBkzWlxJUIkKTLHC+1kL3S1WjhElPVwHPQU9igPHdauANNN5QAJDX20zQdUzSBcBMvF3MLsHWLWL2uuG6J+o8JJYHLzMAq01Wli5xUWs5pPiZJALYllHeFFpMLRaEQuOpqXIQ00VW1eq7X4c3Bxehw/CRum/w9N9pXGYp57YrF+VpyZ/KUAat08lHAC2p4WOFFGRCDEDTDpR+6QYrajjq2AJ8dOY0nrMHVsbjfaDSxJdFp9FGCzxhzx0yBVYVnd1ya0BC3lo5B18dvIaRtKoVJbb9Ct8re0P21CA1+TyKwGvsK+xaNxnAxCRRQHsu7jEGDUollCbPsDc259eiwZ48IrJbDzC8noH3pRFZgfSjOrByDbo8oXRNQJO8QbOlfF9mt5IpiLGGOE5irQY5JXqW7sQcD163FUdozqCpiWJtx6C+Cwc+3jEXTyw9BPE6gNKZ1/RadLABnc2A1MS91R7ncbfF1s89QNr/RAvz8FtatmYIfhbxgyFdkPNa3LYesCTFWeR1Czq1CpwNHWUIsoCwmtxqGVhUFnVVTYJX+xQ3x6eH0iAX9R5rHFfDksuGDXO3xY496yGEFV9dd3okJe7fhADHhuPKY3HE0Pi8poKeG80vQ8o+TeM6g1SIY23Ua2lpcJlgCq8tHDEFpH1qwUnenFg+uJtY/mfPvtK67UgAlkZ00WtdnrDgeWCUsB4jUGNj5KlHGKgsbBA9irKbuEHTNgZVSXVVbX03rG22kWeILuZhaQExmRaxeyvLpihZiLGfK1Ckfkiy8m805DtBVtT1seHirlSBZCbmYDy2e2cVTxbmcZIKgq8pBx0BVKnL/Gvcu00WicZWKTi/ohMvJrGyZ2FX1VglQTSxUObMCqxI4lmp3pGIsrqy3an1USZwGSmSldCFwVdDWT8fkiuEPsXbJPMx49xokCkDF1+9L/Dn0cxT0SfkikTJg1RclvPKjqLfAWDVfyQ2aEDxya4stQyrFwa7v/5yP1if+EoHValjUbww+tgNYjdspEHjIPtsUWHXPPh43RlcEnl3BwnVz8HOEBnq4oYBvO6wf0Qpefy1GqyNHWZIupVs7nPi2A3JLhNG7v+Hz1VvwH6vXDwPaLcXYShwQ/QJ7lozFSEcDq1x5zOz8beLAqu49zqwaaxewyuzDKQSGmiOAVT4aV9ZMQKfbj5muaUBAf+zt1QT+EkJ+9yRmbFqEZdEEYStRtdQErO9ajjFR40tSgVU1cqkLoHqp9hjZpAKySbmmrAGrbcoha0L+z+sQfG4VOscBqyUwsdUotKkowKeWwKrtU35Bv4boX70+apUpgqxW5Yx1uLlmNHo/fAPiFntl6YM/RzaCt2SLkBtYvm4hVgQHIQbu+KjCJPzYojDcTAjLlsDq4uFDUN4BYzzRWYKSWXGy/n5CZ1EiIrjCUZT2N8RUZdLcLl4cDawSSS5aa0C0jjhhiQCrUog7Aav5/QJc3JSOb74jJQCstY4Oqd5qhZxx2YpxmAC0gm47KQehaxXmN7KuqtVOk2xDh/jUKvQOprcqjy0bfcCzCx0KP6XBFadrllod4qB6WUhlKrGcHdTEdKpGOC4ynbo0uGwmnXBiZsp3gta7myIt2KWOiyxcQqhy4okKMiuw6mhdVVuThCATRRcXrrfnSYuJj9YpAVx1jYHFdFVTkeVsj801/25D1y3bcJI97IZW9Rdi0afx/Dp76rD1TEqAVf+8A7Hq05oomcsNnETTNn4R28SJ/xH/XXNyARofOi1KAeTFd93noUdxe75AvIYVwUNzYNUr+yhcHi1IDgTvn4UvT1/CHQYz5kC3xkNR681xzLh6HI+TAqxq3uLPZWMx4IUQik/MzIVfjsMnpZPOWNVe2Igvd+3CRVZPCUzpOBldyluhnhqbwhCG00tHovtTUhYFCuUZjG0D6lllrNLf2YgirQ1HaKxG3cKsaROwRNzj5849HPs710IWostygO7+ZazY/iNmhZKiLWmKNsX+cb1RwoRFagascpUwt317lNLrmW4ou1znFFDqXuL8tRPY+uQmHrHKfPFh6fFY3KGQUPeL29iwdjLmsMxVdkoB8HoEnVmEDofPIIhUbb0bYuynnfFJOaGBpsCqB6oWboMm3tF48uQkdocFMZ1UweMK46sO09A5IXZx5B38Om8SllNYLID8hSZgd48yUJAGLXVxyHP8vX8xxt+9x2QJvD3qYG73QaiZ27izzYHVD7F42FCQxmpaFZqThWsL15ib08ou5Als3XLy7aCgqypI82WE4khglWxDc06UNn6PnCBjlcayllhAHGRg1cybUhtUlRYzus3wJvaYq8U4pcno45kkAAuvdJH5WtBVpcQxcqCyuYuQbZjgfBpN3iolaRkLGZflEm8B6gcKliJwVU17XRcYXHGssVSjjbmuh7C1iudZYp202BYJABAHNxe5iU/rnqXhRACZSwBAIqhqz7DKjMBqaumq2vJJSWNeTmZlaSF2bOdozXL+NT1ddFWtOdXjU/h66QKsZcCNF7o3mIuZn1hLFpT0WTIlwGqRDyZjb+dS8EhK8qxbq1Fn/X6mdQr4YPCXKzCqVALtDotBVIgWHnl8oRDlZIW9jh5Pd89A0/NXBZZg1kE4P7Y+WE6hyCCcWPMNej0njq8SuT2Lo7SnO64HX2Fh4XYzVg2xuL9nMcZcOIOrrImB+LrlDPSrkQCNMDoEMbFZ4OEnAJBS4f/bi3G7dmBXdCR4BKJnk8kYVy9HwmciPhS/z+2PYe8FdDPAvx/2DW2MHIngsVzwc5xc+xV6iExbj2xDcKBnfRTwt98/dOeWo/muA7hj9BMV1PDj1OB4HSKgYUzW+JIDPT+Zi+/qGyOBpsCqOudE3BpVHlreAI3OwM5YcTYyaHBry0R0uf2Y6QlzykZYP6wPyhBD9s1d7Nm1CLNevGSAp0e23tjVpzFyJZi8SocH279B2/+esf1UVu9PMK1VZ9QuLoTnmwKrVbFj4mgUoQ01RQv99xsG7dyJcxCiqrw86mN6p/6oX9Ca/XiE/bURYw/twzmjP6vhBl/OA2poEcnHgHrdeF9XpfoSrGhmfDmS/sAqDSvCMOSjlvVxQuu6YJ+02KHbP1bpyThd1bRgZSStacl+2lHAKo08rR6I1NJlDg/pytsmsErTLYGqbPhznAysGnUhA8fE/yS7Z+38oXRI9WZXGvK0ZGI2MbMnAUAqttdwfvvQei/oP8p3d+ZDgOnUpXKosvk7GTOTGEDO7zp2zhiOe4xpZqpIu865r1Np4We+IyZkkrvS1AfINrGpkKwqIU8j36EkaMRelfvD0lISQObMCXcoYzbtAe1NcJHZgFUWGpeKkRW2xhf5jrtC0JiXx5YRwCT+TzqgErjqrGu604CqZK8nf+G7ZT9jORMO9Ub3BnOcAlgtWmIitrcrjSyeSfDwlycwaNEiHGS3QEp8VHku1rTJY2MYafF4/xYsuHQOVzUalCg3EvPalQThqxxnMANWB+L82AYCsMpsdhyj16zGvpgos8RfAOfWDqfskQIAEPXPNgzftQ1HGZaiQMOaC7GseXbr7eWjcPrXQRj/zhe5/UqiYbkW6NWwALv4xru72L7pZ3z3ivRf3VExbzcs6tME/hZJjIyqfnIYg5YsxUHxnypUmI8dHUxojlbbwQU/w4k1X6PnO0FpNsnAasxbHFs3CyMfPEKY3VtVNSoX6o+FXesjIC6plCmw6hP4Df4ZVgVavZ6dr0wLj1d/zEG78/8y3VaVW2Ms6d0bVQIJ7NTi5e/T0eHSLQjc3XKY3n08mhVOoHGh/+L7n2bjN/ERn6zdsWvwp8gpgvOmwGodbP1mED6QtFMNGjz/czGGnD2Lh+Lvvb0/x7JuX6A0tce48BE4s3gYBr8Wmbt22it/vtHY2qMqPOMuJcJxce0U9H/wXPTXtGesUtNlvdWEO5DWLQXnfIQr2v9pKFmV0V2Fna7otI85BlglsgrPmKoUKcl8XNyRWQVW6RGaNvVG6LksBSD4CGPVMdukXaGtBTHr3ONuE5Ow2Ui7Zqbbm5h9VM4fAsZAVZaq3PlupdKt86SwGJEZRfNTWnm3BG57qumQKgNA1nyA7nNIboNkN5y1EDshPQAOZ7WHyd48DXRVbdmBlisJXHUFW6V1G2lskX1ovkvlHBLJ+jQ6n0qXFfZUkJmAVbZH1qcNA9zWvOxJ87I9HZMJn6EEcW5K57QOk45Io+iBRLv+yVlMWvYzllJCEqcCVidjd6dSRuBQol8CaIJxasMcjLj/gGnG+rlXxejmQ/BlpThINL6Sp8cwbMli/C7+S768I3Fg4IfwYAk8DXi2ZyY+jWOsmgGrBi1eHlqCvqdO4qZ5s9za4bSdwCp0r7Bx9kh8FymcJr29W2Fz384obYX9qb26B8O3rsdBniBYX5TKNwDbBlaDhNe9/m0c6l16ICbWCkS/pjPx9Uc2aJcRb3B21/8w9uZNvGRvzo3BreZiVDURGUzI1EFPcWrtOPQwAlaPDaqPQHv1Om9uQau120SWLr3ID0VV1mnJ0bogkX1Mz+XD+C4/oU8Z6XRgCqx6Bn6HC4PLMgkAi8LH4t7O2ehy9QZjwirV9bGwV3/UkHDk29vQedMO3GA/dEetMl9jdtNS8LH2TZpw3N6/ECP/vSy2TY2qFWdjeatcca81AVa5etg8dgBKxgHCAHTBOL5iAka9DInTu8+evRe2DWyCHMZd8PIUvlmyEPvFmjl4IL/K2zKVmyEWoYYIhIjP+bjXwri2g9H8A2nTHo7za6dgUBywWgOrxwyLB3vtGFqOekRgZlJtaXXKc1TL06Iensk+OlMEZUbSVTXuQUcAq6SrGqU1IEZn6c1WgVUCVXVmlGQZWBW6RWKqpjU0RtOQj4qywjo3eywtph8rKydj1RHz0JkmJeN2CokKeNBglJcU0x4UwrjtZ0Y5ysekMUwABx1S5WRWZv0i8qrdFIIsAGVedrYSr/8oc8DN+4aFqYg6funVbySP56Fw3nk5vezC3suBZd5WO6EYrT3Jqsxtl5mA1bTSVbXln0xjnnTCXVBjPq3GnEqpdLoLQWL/ONUloBMBq78sm4KZAhESOUjzs0NdFMxigCHGClhGkRCU1IokSY0vfR8dxfDly7EfeuihQKBvE0xt0hL1S+eASk+RYhw0Ty9h+6GV+P5NkAhEeqN9w18ws6EPKAEm0WZe7J1lG1ilBoY+wOZVP2P221cINXbopACrFDa+bza6n/1HBPU8UCJ7K/zYrRVKESZKZz3eAEPINSxd/zPmhkWJO7IC6FxnHKZ+aiTZcHcXvli9ERfEtmRRV8CABn3Qr4o/6JKB/VDBQf/uMS6e/Q0zr17Ef7wOBnD4IP9ArOhcH7ntkdZlyavGxTFWFR5fYFv31qiUVwE+2piKJTZEoYTCgxY64f9/vW0s6lx6KITkK6ri+1ZD0C6/HlGx9C/xReXuBcXdDej0xwFcExfLapXmY0sHiYFsCqwqPLvi2OjP4BejZdFLHCWx4w3QR4fj3av/sPXgGqyMoKB5wM29GdYO6oqSUrKs6OfYs2YuZr16JcgBKAqiaek26FujHHL7u1PYBomiA5EheHZpOyaePYWrvI6Rq7J4NsDUL/qZhPInCqzS94Q8xLY1UzHtvSR6EIAv60/A2Poiqm6IwaPf52PAxctMYiK7Vz0Mq/0ZPinmB10s9ZtYCIij/VX0BUzbsAJ/sEONGyqU/QFr2uVnD+kNYbiwbiqGPJQYq0Uwsef3+DSbHgYSeTYrnEoJzp0Q0FSYqcVqZWlDc9sK5xda1+PB51SwfxKqlGT5DGnJIkxC+1LyaEqBVeotSlYVQ8m8GKZjeja2AFZpnBGoas6gkIHVeKZqWoOqkgPRIYw20nSrIRdLCzBdPwKAnMw8TDpC1FWlVjtZ89LVlQT9R0CfzkmHaN9ESUFcQvcwjXuMyZEoCVx1rvBKOgRJGodpbBKnfx0bVwYemvRarKR9P4XecRw8XEgHOy07l5ZyWtdJ79lpShJ0VY3bnFmAVZpzmDxCOneZNC/TxUU6N8VpXFdqiHRMZXqrqQEQJOOL2UGVmKrpPCebNP3JGYxfOh+rGK7ljR4N52DGx47RWA0+9AsaHj2N1wQWqOpgbb+haFTAhuGe3MD8FZMxM1b6e17U9S+GD7yts445pQeyeAWgeJ7KaFwn0Mj/DXi2ewGGXvgrjhXJwQ/VA0uhuIc7YiNe41LQLdyPa4YKpXN1xIIeLVEojqFIjNV4jVX3LANw8euG8VIA4m/5239gyNrVOGD8SerWOP1dJ+SWmn13Kz5bvR232DO+6Nt2OcZVNhqtsUE4sHgMRr6JhIY9w8FXkQcVc36AEl4K6EJvYH/IK7wx0tEMCBiA3/s3RHbjPFe8Hu8OL0KX4ydxV2yPAl4o6lUElQMC4QsDYmIjcO/NZZzXa0VgjkN2dUmM7jgZX5SycwYJeoaTG8aj52sJEMyJ6tmLo4KfDXaswgPZfWqjzxfFoXx9A2vX/4ip70LBwwf1Sg7Dwq6V4WFrfPLRuLZpJvpdu858KHf29ljUrSPKs5D5MOyd3hvDw6XB5IWaBT+Eca4yQ+RjnAt+jWBDDEKhE8BcZEO1ov2xoEsFEHYYV+7sw+CNm3AWBtE2Cvgo8qNu/qKQRsObNxdxKjqUga9UFHBD3Wqz8fNnpjH8dgGrhHVf3YTRu/fhqKi146msi2UjB6Is+WHIdfxv+Y9YHhnNLgNKF/sWqzuVgZtNEj6PB+uGoM19SmEFeHi3wYZe7VE4O+WsCMU/6yZh2OPXcYCsf5YGaJLV+lhUqX2RPX8tfP5hfqMo2WRMeNZ+QvpCoGRNcoSgdYuKyazEexUHWT2J1ZDSK89k+ShhVUaSAJAMkRJglWxDeWCitbbJYPHAKunUUXgTR7qqliWzA6tpqaua0CggzToW9s7WYDsXwyQOK1d9nKzBQk/F8Epn+Q4GqlJjnGpHnf7WYWNK1FV1hrMG+Q7LuCwPKxPnYGQHlsxKYNc5QzIrQVdVWNicwXfSfzQZt4Bn2abTKllVYt9OvsMuLpwF4UiswWn8d5pviBXuFIxwUas4OfkDMwOwml66qrZcknyHxhXprbItYRr7rrO/Tkpmld5rulPpqhp32uMj6L9oCfawf/NGj0bzMKNJNod0a+ifC1DvyCkGigEVsXTgeLSwmqQH0Dy+gXXbf8bEt++tnj+tN8gNJXN+gSX9PkM+41BrPgY3Ns/EqOs340BG679XIo9HPczt2x81TLAxHi/2TMcnohQA59ET175ragGsUp2P1o9Hz5v38ER6AdcUJ6f2RF4JLLyzFnXW7IsLG+/Yaj2mVzMbpREvsX/VdxjyKnHV0ZxZ22FFjw4oazVZlB4Pt81Fv8sX8SDRHlQgq6IsxrT/Cp3KJyTGalZRyHOc3Dkfw+4/EjVJE30R0y1d980k1Lj2P3Tefwb/6jXQI4DJD4yuYdxxlnXp/l2Dz7fuZZILauREs8bz8FMj+k0YtkzuhW/igPjE2+EOHxQr3BeLO1SHrxV1CM3lbRiyawfOJ14VY4XWKjcR81sXjZt7pZ/ZC6xCp8X1tYPx5RNB3ZW+sEbp8ZjfpiQ8rq9Cy52HRL9SoFHD1fixbsJSDbGXfsOYPdtxCgpkdSuNNjX6o3/97NAbwnF2+WiMfi1Bwol/oNKjJdYN6ohCVuyU+K8Tf0JOZpWwjdI7mRVdHutEXdXEe9P1nkgOsCqliCPCSqRWAJ1tlThglQ6nGlgHVenHmR1YJRumQ54Cq/3mSQl3GANI3kabG4gldqBkVk5CWxV0VQ0Z8tYnJdMpA8OSyYxKyXsT+i0D5lViMqvUeomL1kv9Jeit0m2zkH05PQvTf+QFQXW5mFqAAh41emG9YrfN6dtVrHECMC8ks5KLpQWkdStdkTExCRwJ8ienZHRglcYTY3Akxzip+BuO5+GtVrJIHXl0mRqaXQoqOKiJ1ZtOxqE2xLGcU9EPklX1qzvYtn09Nrx9A2SthV5Nu6BlScdQfPlbh/HT/kPY8R4o5N8AE9o1Rcl4Kcq45pJEVmzQc/x9dB9W3L6NZzHR0HFKqBUqxua3VjjODd4eefFh0U8xsFUJqK08p7/+J2b/sTIZUjsAACAASURBVAObQkMQw3h/AhOLcjd7KIuhY8U26FuvEgKt5IvSXdmHeUeP4kikBwqVGIIlHfJab8ibBzj0x1qsfPIO73gvFMzbDcv6lI2Pog6/gTmLVuNURDQ8vAthWM/R+CjASlXR73HtxCHsuHYCu96/RTg4MXqehxZqFPGriY7l6qFdnXLImoieqebmBew9fxxb713EPwYDlOBYe+K/vTBalG6J/g1qoEBgEvs6Ngw3j+3Dqn8v4WZMBGJAEloq2+u6whM5PT/G/NENoT2xBrP+fYK3Gh2Ubo3x88h68ElsTPKROLtoPtaEhUOv8kPJSr0wupFgwKebJmHs7dd4RZMyp4KHQmWiOc3zWsQY9DDAAwX8K+CT8g3RuFJ+eCYEFr56jPPnDmHT9bM4rZFYuUb9xeVC3YKN0KlGPVQt6WN1wg3f1At1bksJp8pg44QJKG1dRhZ4fQVL1/+CReFRLOFaNmU+9Gw9HU3D92Lx33/jvwgdcgXWwPBO7VDYN5ERHvEOF39fjNUvDFC7+6NwkTbo3dgf4KPx5M91+OW/O3geG8MkMtz+z967xkyzZXd9q6q6++nn+t7OOXOxZzwYM+YShGNHkSUC4RIpCgmxAYMgoEyCFIJEIgLEEQkITOQPRBEJ+ZQokSD5kATGgz0Gh0gJdogjAskEAzIzwQbiMZ45M2fOeS/nufW1qqLf2lXP091V3V3Vdem67A2vZjxPdV3WXmvttf97rf9yh6k2wxMGgyt555O/Wf79f+U75VlM4nuQc9n1I7iMqS7dpwClP7g1N2Q9P0Yhkza7hf6iaYFOiTN3KLAaho7czH3l19+luQ/A6pzsHyS5RdH7DKwei1d1mx5pt26aWfFfrGNKiIlGOyP3uOBqDBwSNBreJjtWJWA2G/Xzqu6bhRjgoIQQVOrYAOK+96377zEf7TGTDy2oun3WsSuAsRTqrLpVJemXo3XrGMHi0T8+wwvE69ax0LGi1QNdBlYND7ipsGjiUC5j28xq69QMlH+fZIT6Z69xvKqbIrhbyPJ+LuH4TIaXJQvoZiaTqcjo7ES8lGpx3cQHoVJlOYtAFm8mslhyNLhnAMoMx3J6NSR5cPu4n8vk1bVc3050XYRwdHh6IVdPLuX0ygPLSh+8wM1EZktPTq5OxFlJFky822wpy5upzIKhnF6diLtaos/dr2cyu12Ke34qwyc7gMzomTfvv5TreWB8jeOKN7yQt955IiPmJuv0zAPxX7+Wb7y+V0ogvZXjyPDkXC6eXMn5k8ED7+k+USf+vgzFf30v8wWgJcPd/l7eSE4vxuIBBi8D8T+cyHTpyenlWNzdyaqPj5364l/fycI7lfGTob43/ng2Xcjk1Y1MtfHatgEH6VBOrsZmXrLIjyqo61u5fn0r97OYNoGmV2M5vXwiT56Oduvc7Fq+9uUPJQgdcQcfkY99256mYPf38urnvyHXC0fOn70lb3/TuX5gcD2T5cKRIfq3qVPbPnexFP96KvfhiQzOPQljQHcZSICOzja75yRvhF2dXI7EyZHInFuHIrbgBz5Ro6D5b9PhX3AMZMDn+j5S6WrgDW1KFmFFn34YsGp4VWfKq7r7xRRYhXtksWcp6yuw2jRQNZ5OTiGhBIBX1I5NCYSNaGalHZUtqJqqnmQb7kqlP6ZOm8xMuIyPn5l5TDlsezZlp8in1jgoWsiU+4euynt3Xk2UXLXvFGdGaSZvtY866O6sVArMQ7dx0B26/yO4jI/RoFKBQwCOAorTZWBVMw4LyKYOzeUwWZsM1vGwFj6DZlYcCNbpe2LqCBsGJhUGKh/oappuV7w5oGTDzf8oFvlgS3TIqsmwDK0GjWM62FWnhFnUwwoatbVAYQ0lQNy2qYSP79gtkA9Yj6PctNWPRcSr2nVnlw9YVdRf5n4gt/NsVZLO//CF/ykkW3WzWdXmFPYRWKV4hCzeelQ6v9FYvtUtMosyDbWZVVRLVNOa//BCZClAAaBBWf6p7ewvsKWimVF1CAdOyNOBKa+041ECWloZl3V7NQPPmjVmTlOb6pOPqSt6WAHofMyX2PNszAm/rFQ2DX7PY76agmN1omNRNiaZTUVGV4FV1vImZoBvzpVS2cQ0UUUmsoO/1XXLoYqpvmZWjeVVbcD8GtlQWWE2rW0YcfVSMS/Zhi/N/o5rM+e4UWZs9t/nvRLZs04BqgLM27EuASQyJzOYmdgH6jREeJZvdfdEKLiqzb6q1XcO1udLkZow3KNqXx5gFQSQ0Ph6GughYJbVyvlvv/BjIQ5qX8lrH4HVJvGqpmmhBtKuyVy129SkhADFFFytsfYU12ca67TjxLBu76YBtb+dy7nu99n1PDpwkplpGFKyuNMmvX2174I0tIle3DSlYvmQ+U1pVVzWVu3XtenuJtgCTI15Vdvw9vCEk5lprSo5W5iS4VCvAXNQDvBymsB1EVg1HOntyZAn5qGZFcuWta2UmFApoqqvtoipI6KG321wybW+IwcVdFZmXW9LbKX2ZDNXt+qJzmPFcSC+GFDV73qt8gHWaCqWQt1ftW3E4KFJmbAr1+r81UEJEPOqak+GtinPAe+bB1iFmOZmGmjSStbh/Pkv/JjJbd3jEPsGrCJD9U8N1zKTPQYZe8NfNKtGlnyd4cw0G406RnyiaikAktJGNgqqtmjdPx24tQLzdehoKc+INkTnQwMAVb05sryq22aN81TKVOBIb8/AHUMJYJet9DlDLkOvek5IuA3LAg67BqzG1BptWq/QJuVbtba11Rl6LgeC1YKrjedVPeJSgb9hvYozDquOHcr7VLNPrj53rLw3rvtOVYKr6M3CD2TutynSqWcGtBIwEJkH7Uzo0TPkiBag8aBLPVO69hQDrsITXv7mmYQVeK3jQ8A+IElZgVWg0ckykPtFkCt50QCrGUZfgFXNOIwygDIJJoPsqr4E/nU2qXAf7gPIq36XJt6frDo2GnWUdRueOqAOO1YloIAzJactO01lHs+GAPN2RtM0mk386bC6TWp8QGF5VdP9iR5WROBYW9ar+EvQnRPXgqvbVgoOA5VDvQrXQ6VgTK1RkuJ0DVhtA69qqu6EoaHbGLhK21KF+rQ1utFcCUc0axWAtYphaKDak+VchQy23dNwzprDnNaOiBOyzZ9QpeydCvhWtalOAKgKcGglvzl/MehsDiuq8WtV6oy5d2hK3ivOeq7+O6p5ArP60OyrpEfE3PoLKABKumcbbpMFWCVTlUQww6sKppNdQhZY3dCCGFTNkfV7dD1iunFIZ5Tmxm9jndPDvKh8FFyt1mmb7B+76KcZhFn42ykbFrMLusrYc4tUXwdlAryQRj7ZF58sjhNzwqYsr+qmtEwADUcdDUDaaVlQ2YiM9CQ+izb07BrHyIe1PUdMl01IEcBRZjZml4DV1oKq0exbvtXdZqClpxWAq9Dq06S8TLvKZtDNv+qRV7X577rvDS3f6j77MnyrZcTM8QHgzPKqpgodOQM4d4V2xICrbQaI93mPw/+O34naxkQpgIffS5Od/Ghf3tYNxIGfvw9YNdVKplnVIawjFlhdmZg2gqoPOCrgoThyqWmr+6kdDtTH1v6MVHq4VkcxKWTJX6INmQLSxe1Ig4DmS8Or2jr5RBzw6A7APA0w7HiUQMyRBt+q8vqVLB/N/gma20DwmLpgeFXbwVe8S05j19EMO2tZSSlhToCrbsnIcxV21RVgVddy/D7/pWR/Vqe/UBokOOZL1p06v6HKZ7FWDb3yqi1ss6rds6XNqlp8CLj5dehPz/CITOYYr+Nh1MyqqPvRpjo+HIdtSnfKJKrCFxkAiMN1DKsjERQVBS1edwtP6p4bsAeFEqDobBPezBfZutxX/U11338fsMqe83ZBhnwo7gGStsBqNKMxBUAbeFW3KaFmKbiunJFcZx3TupiUE9I0I6IErKhTWr05DooSDEsBkNTMOEuhCxkc4wGb1PI2YnUvJlU+j+AZcBUAqCzbAtgw2Zj29DrtsGLWAVCV7zI84Y4M7ZqVaqLahNEzXc0Ljyibjs1Y2aBAF4BVs1HtTsYhhQTQbdhmVumW4+ihTjlrumY5dwg4LOxr4htElCMAq8bnlODHSnu5IjdiT/GYmVnkTl38bSybIsuWNtXxfeVWtSMpAQOqmlLlztiVY8CsUuKdTiqNoUwocmChlCxL07S0K944z1TvAlapkJwuQ5mw+VSryi8hC6xGs4EI+Vf2ZiPPZJdxbdwUhAw7O5ISMABQeaWnmk7/sLBZia9KIJZNnm56TZZgzLdqSlWa/KbHeTeSweF6dktoFKegasQDeZyvae5TY15Vsuq6MgYRuKpl73YkJFAW32rMqVXFQVcXgFVi6Spkc0yV1mZWHCgf8yUa/GxPm5sW8ztsULuUjVnmdGlmlPYeKPOux78XYJYbBTsd+7TyhOscfmiBTGdLk6kaNzor78Xaf6dHXtX2f0vaFxg+0WJ+uZuSMWBonLma9xs1BvRDWfa4B9w2YNX4nFCbVT1yOefXQQusrjSr6sqZGLjGRZSZmdfoOn99GMrAc+SkpGZWVGD4EGvZsSYBpdWA/9E3hxX5XVMzBRoD80U3Ys38usPfKt5YnHhkzZvM1UOH8qo+2NXh9zn0+U3+HTk/2lW5gy5nGGXXFVCdJk9d4XcrBK5GThie66oAjrYDq4ZXtUurlVE5PKg2GUSBOrQWFzao6AZF+VYtBcD2mTBNh1rerGqXolEJ59qs1W0iwvdACaB+J2coh97MLa9qqmiVV5VO7h1H9MuuLi1rzWjCfeChNZm9+d4GUJV9eeuzCPN99trV24BVSv8BVckEPyRTNX6IBVY1U9URv2NaBkfJOaW5eVezAsrapp/ScAcAqAgnJBtUQFWCx5y+rU2iOuhdlaeuI6XKmwIYAsy7TmVdhQ8SeEN+ZJqm8O8w2+KUMAgdXdjsSEpAS+MqKONugqzRHcDVcZzybJ3q2rSwlEOhflAzq6gct8qKyjYDq4Yjvbt7DaWTcM26Zc0q6e2MbXkG/MkhIK0e8LuX5VzWekAnd8CfsCv8jymCWc1c5c82clkXEh4nzFnlRRXgdOnbZsBbDFE5Z9l4qrLlcFhlGXZN98Efs3aZL+zudx4qTj0UxLYyeh3iPygA+t5jOwmsGv5vQFUFnQuO3gOrJP6UIMeC01DNzwmiTw8EOKp5oybdNdTyODIP87pr5eNd4VW1Ln99XrvEq7pNY+GE5F8RYL5J1lDmu5CfMBrQGCS/bZEBTsDY94U/bT60TKWjhxXx96ru2IY7W82RTYY5tMhnsdgVXGxVjrYCq4Zao/3NqvbNLboz9lw9vLAjKYFDmlmhN1UeVrR5nkxlRffXcgVWcciRU67Wy7ZPI9TdrMhn3xcQ+018X3w/yAgX7btjt/5umsB1jFc1dYpM80hiQlWf3Dv1bs37tq+B9TFL1mrMq2p7wIlsAqtU1wKq0mS7eFswkV4Cq/HCp+XKHT5hZEGD85CuwhYA2nBLyo9E0xRP4IbMs9fQUmXbrCrh52O74rS5K7yq2xYzBYA8R0YldhXuUhjAYk+zLz1tzogCPfI/dq8ct+jcdpFXdZdtAQBRvmxHUgLa7R0DyygfmGoWNRxWtBVY7SKv6lbbckTOIhqkjOrTGxPEx1J6OsjYzMryqm5XDdN0qPwGeU1WxjjOscBq+iwhHy2w3eN4pstAu9w/chw2edbrfTc9rABw7pOSARxGnKL1SrsdTzN8q7vBVaVkWUY0UH3SnS1T+AismjVqsjANq1i3yoiLegmsIuuuNKvaZ/o0LIBbSzsul6Ex+x7Ysr9DO0and8DVfSP2R4ES8VvvtCkvJMLC7/ckoNYMoEG0EdunPD38O7Y1Xsmu2wWwmsMK0wjOjnUJxHb12FW5+xJi3bINd7bPc2a+Vbq/1tQ4po3AquFV7b49rX5hzLeaIeTpl2Cirx1oA8bd+VG6UY3443sppD0fPfUD03F6H4rWJeEp36rhkuiZS8k0iyZzdXsWCzKDPmzm+3Z/lSJRrVha0sgrk7g7d5FtZrVtSg0f6FZwVWNAY1vWMRkZxsAqsCq8qgCrZVae9BJY1Y1qhzNVN80PvtVTAKA+BTmZl5VQhq6r2YeZ0ukjULWna9tOqXaZV3XbhwPIkxVO9rMtVUlKCU5IwGeNqbf4HzITDKia2Wh7daF2f8Xv9Oir0RiSMrEtex6YPvFDj6ZEOw5MlVe1vsOKtgGrWhrXJ6OK1SgMtXmnUtn0yKfk+dSh5+manjZi6ghbUpkuH9YqNqu71vw8c9GWa+Mi0jgzsy3vXed7qr9JMSxDrUbm2KJXcU4e2c+iw4o8v+nStTGbhI0I02dV+VY1I3wdnSBZZb409IV2vV8HVkmQu5nRrKpcS+klsNqXbNVVVYG3juwxbXxhx5oETMOd/ZyQlgJg+0aDk7C6MqOapr4Dz5RX9io7I+MkYFts4AGBNuUTl3qZJnBm4bdjVQIGTIVMvas84LvmW/1y1HDH6kW6BLCtbQBQHbyqq2/VJmAVu1r2OOMQ2yIepKGVjQjXbYtlCM7MYQrNjyZlkP1T8kasK/4NiiwoAPq+hTfgqh2rEljzMxuZq8SANKta2tOKVKVhb7XoW2nFpiSiM2TTzMquWmmK4jrhGsajlCwLm6m6KauvX78UDsJuZ4HygEtYrkb1Clhloes6r+q2pTxuCmJKc61T2pSTNgVxDbiaNkxAHROG24BpHf5ho1FuKn2bJBwD8ycDe5aauthDRzJ0lL9uTW+U99Gxzaq2KHvMq9rnCh7WLQXm7ZqVqiXb+FbZnxoe8Po8aVuAVS05DWwnd3SHjPAcdL31KVMDngQdwCrfqu4dIlC1RrNqgCSyvQLZP9pcUXvO9HuP8dCwqUeVkdm0xFyl+hHpCPoCb+jc7+Px8X6pEf+RrWqRenNeYzhFywXC9s9CO65QIhKHBDrTNBBeVaVkacfr1/aWX7/+oHRe1bVDpD//hR/LFCN84sk7tX10VQ/qY6bqqizhrYtLwIyXtua2Jh9tCpLkWzUBteVV3WaXlJsqf0tPh2a4kAE0dG0GUKoOmFPUM4BnylTi7rnoTU38j21UTe3+ag+b1bZiAKiN81j1OwOMUXERL+ePTeCqfvL6/dsCrPaRV3WbJsDSQqO4LefJ9SpQA5/mqWxMw52YOsJWViQnysjGdCt/AM4aOJ91vpJtZrVb2jFlAlmqZKv2dwexXU74GkDVOg9I67SRQ59l+Va3Sy5uZqXJTlAAWKQnIaxfeP2+3Mw5rKgGA+tFxmrssPvEq7rN7JS3Lm5mdahX6/DvBpSeRg13YpPTLIUwsDD0xrxrBjgBdU+aVe1TewCgsyHAfDXOet/zm/x3JELDHbieH/xx6OiBhQ2oN2fOAKqaVdfkSa3t3UIZOK6M3Ww82LW9VoMeNNCsXvNCdfKqroqgDcCqcjlb2pE1zR15IieuqbawK9ejaHRD6pisVZZ0+HgtwJHi9MiMolQ5CHufqbopHXOGvE4LUNTGDo2XDnnuoc/KujSyq5osm9+sqgw5GPlnnwWtWFoGWtFlx4YEEOMh8XGUqBCEQaF9RxlTErmG3FP7oA071EIpAOa79QYJFNp9FU76IOs4uz2kCYp5OMQ6vvL6fSHucTRto/zRC2AVsbFBtYUGRoEoqwTgsHyrSYOKAaC4rFspADgxzLUklm+oTbwjsqFJQRmLTBO/75B3Ajw8G0IhfvzRxJNK5fXz2KA6WqpsdSepJ8ybllQeX4Ua9QYjV+TEIev5uK91SCBX9RsjEqWxUeCwmjfcd9fbycuqPzPT/S9OX6ReZzjSLTi2KRylsqHsPcrM3Pz7vnnPNCklXVSWauf5JlO17KytVcXeo14HZrbPeb54ZbIyBBFmc+tYCoAUHQfA4YDU6Es8B4fN/4Ez+Dj3eZU2fs0MOpDucHcbfZwBDgXk/pHpop23iTn99z+rQVc4rkmqK/75Dfqo4q8C7chkcViWc6wHh9KV8PuigCAbxEPv8+jL0/0IqgJ3KAlhWxuWH+aCik9c2Xc40Dd9+eU3ZDzwVipMyxVIZmC1bHnUeT8A1R5XKidEjQqduI5cjcgAqgaxr3N+y34W8gF4prySdPpWLshlCyXlflM/7DUFQJqI0R0oAc4BOQo2BlmLxXPOJzobsiPMG0xv7KlyPnbj8s3FygQk5yNX48S8r1Y4ttQNYLG7KH9cAaEgga3IYCQQgkZA1WJvWuAlG/pT8n44DIw38QdNhAJrqn0HfeVhv1p9VKQ9OW/E5mrfT8g5jNxO8ttK0H3V3b1vsV+s5juKWFH0jIdshX2SMddzoEzcYwsKknO0K4s3m3T3z3sZc25isaK6k28VMMBhqOAz3H52rEsAibia1WsbeK5KhnWGEvcFJId2rEkgPjyegjpbm9qtHVHMY1XISICD4/u5L/MgsBnyG0pBH5jbmWnKxBi5rkD3Y00saT3sRU8HnjZ/LZ47u7EmZuJYLXLQFgVC+UIZ85IPpwKHxjKm2ZflqUvxyKZxgdlo7Auc9/09i8M3KdeH3ekh3ftAPeCpWnLMjfZ5mAjNIoAGXI3RH6PG+d8/3kQWOeEy5Wf5n62/ijYFB/16R5q9ds3FIZWxz8miQC26BpHEXGOxJ6v/9Q/xuOtvmRf43PqNMZYUgZIAvtCR1L1JNTZwkCU8fJq6kAKTacCp3eNk4MjYMwT9dpg5i7MNJ35Y+JC0mAY0cUbMF00Dsg5FTl2JqlGs/qzOFjHPmedo3GMl8ygZpUfQ3ih2Md+0biRCiTsg2dDFL9sGlWkeEIvyoJOI1qxDs8Ga6F3zv1PUOMYPlB/TJmYkJYhN3S/XuUP7rTO7tSyMMlcP2ILmV98G/0IzVZfGrux4lIAm0ojIZB7K9cRU2DI0ic5yqG9VFTJ6TwZe6dXbzn/81//ynn2Gye4wwFL+7MaHdGftrZA/nI1Btfwcs2YLC3D4fJz/uX0wWk5+6ms6dNygPc9mWrUl2mxcDmlcEL97nrukh5+59arII+MEo0NX421TFhnj2dCRMQ2Jcn9Ud3+AyDSTF76x7n7mQV9msjBDmQcmG/yc00IrpIQs8TcXQ1dGdhP/IBvigJtlEJW5W6VZUxq6ccPJGx2Enbmr4KGV1aqsBk6oTfTg6+37iLM/LZdzuiagIXCHKmWNdqI2GUDsKexISsDw0dIiN+r63lshhdrlfqbAYZEAvpsC5CAHcAxwdXVYYHXHfJO1qhVo3dSJrF819QPNVrWbq3WJsZbPlyJvpkEC02G5sgeC6RqGObHPgmO+zEQW54/9+I922lQpjbsauXI5ssHQqmqx4NumQ9vd+XJpMqPGA0ezXAy4ase6BBy5HLrK7Wety8Q8BIvwztqRlADAKhUqsXTOATgAD63yrONkUaOv86Gj5ac2iiS7BUC+9/uKVLcC0xiHORIR8UO0AXA41gwy64k2JYBNXQxMdm/fh23ItE0DTAPBGFQ1Ptgclp56ntWdLWIDHBt6g16blR8E2pCJslw7NgAgEc1U3RYjW3B1u8YArPJPd1t9AuyjBCEOKwDkq+KQb62tRg2kr6eBTFm0UgZNuam4yJ8a2VqpZHvxKHnsxDN8q2WBq50HVpEue9O3xmziNW2294P1fhmsl2H0XigrAvApN12pNDhXvtX9LAJ9lCGchxdDTzzlKen3iE/i+y2F5NfHSz1Zdcgo1hPcMY2+ADr6rjtpOkOzprOhKwRFfR4z3aiSNdZvOSR0QKmOQpkENI5ZbagAF63IuetqsGjHugSQCLZ1qXQk/ZUOmar2DDB9/gn/OCRN0COEhuf51Ou37uyyGrhWB57JXO3biHlVl1AA9O3j93yvVnNRxq20bOkXW2B1jxB7mrm6jJpVkQxmw8BIR6IKJfCcmxmZvNCObNcfYkH+9Tjk2SocAFUoEwYkI5Tgt3sBrCInunV/5BQuhX4nAGF4lCnbU58tAXUAPYLJjIoNjKwfKAHQITuSEgAYAwBiw9HXweI28TlNjfPG+iqJ5HezxViGjtD9dVNDAA3JXLUAULq+cBiIbfUVAOIA/m7hR5xR/fUv27wJPifYyEOI2ZVHjqNN9BTi6LFvTpOd64Ra0g242sfBwbE2rOrjx+/9ZrLjaSCY7m/4X7EpwFVrVuvCVOo3B75VaH6o9OqPz+bbtVlVsBvg2Kt+Hb0AmwJYzXKY0ye9yTvdId12euS42VvdL32l17DjUQJxvwcaVQGs7kuQxxOzz2LP1R+vnF1jwC/IXC0jkaU3wCriPR2IvBj3m9cPUHW9sU52xev6lQo6+8nTVNYwSI4vhgSMPVrRckw4XKt9zeJgQSNotHa1suivtIkiHKKMe9uAbxXeQ1NQYJf8VTmxLwVcJWu+b7t47Oo240Ysh6tq/6V66hfIInSUWmOXzQydUMFDa1fJadesXhrF9ezUgjgHCgAbySR1glauMx9QdfdhhBOGWmlBlosd6RIYep44B/TlaJs8TVNcUWo1gFXbrCo5g4Cpd4vsZdwWWN1hBWStimk63eloOaKUncx95SvO32enbZ4k5/uSzDMPFVTd5CvedifTdNrSIG2TD6DqeOCpXRWJmXsFrLLgPR27ygvZs1ha9QjOH8AfG1CnmFUEqm479UFmJwoAGWoJO1YkEMJNYsqWAcn6JB7Lq5puCbGP4T8BVf0dQSD6YmyrXALxrtioUiYM6F7Zn008fphGBYAcfQOU9+ptGIovjkwQkopnu8dl+wVweGYBoFSx0szqatAvug0OAU3JYJ9W6r1WZWJkeg9gV3syLU1TXvyyq4fudqSA1FEzq66DZGFItpgj94ulbVaVvrWSW0DVnHvPrutNMZ8RNbMqdpNG/1r3VjGvqvrkRr9u7S9HZe2be9/EyDkGmZkcClocI2XN0qxeV/daIBmHHl70Dlj1XEeej105HfQLAIL7B1B1X7p4Dvvs1KW+b4DnXQO/TjOrseVbTRWT57gKAAGu9mGgLdhUMR9liQAAIABJREFUnOHSH9hr/+wiG7J+TAOQ/dfHnSvxy8XOCvc/q41XcJJKxnwZZSpN/35AH3jYAFZD0hT64U4yT4vy+IGp7k3hMByRnL+fe27UCC3zY3pxIaEzwNjTUTncWk0WGmCgHzqZ/HGTv6Oqd4OyRpvq5ABKWfOp1OlJyJNb9PCtetpEr7tOHLu6X/jat8KOpAQmPjHyYfQIXdabwroSZa4Wvk9DbwCv6t3ct7SFG/NDfMy/NxNfm1Xl7WOmVDYRuNpht3ywVhMJjjyacpsd/SErV6+A1VjSQ1cUXCVLqg9DAaCI/7EP35v3GwPfAGT7hvZddgikKQGDP4pf7P/dvvt26e+c9mgWRw9QRkBDNmIAHXY8SiCWBpyqW5pUpooLTBXdYVGzIykB1q3LUVxt0d21i4yxe7hD9wKHfdMS08CLDHBklGfTybp1Bd+qjaQTSqMHpp4jFx0/bCcbk4ZVh20VumxrZsWCViPvSg6oNnQ4bO9nFVwWrQBYhXO1ewNQw/CGklmXV3e6J4/1L4qruejknmF7tVUceda5rss0uXgZWoAuDa2ppSHTfGnWq259XvGpCkWup4HczQ+3K0TKgTKZq1a+ySmBMgF6Q+LlQ1IwewmsshiSGfVs3I+mKXD/2GZV6f4sDABVOQHaHxbFV+CQzoaGCDp/KF7crzb7DgZ0BiBjD9/VNZFAkVN4gMOufuMhehbbCHIBWM1bS0FGJlQtFgBKSh97wrYuQFg7OrT7qx/zFVvLWptmDnLCUOYAzlGTmMxqEIaa7UzZu5VqmtQCuRp45sA0s1Dbc6GpWHL0ENACFZvzRvm/oavJO+K4kUZoJ5qZmfcO3b9eM6Q8elt0a91i7knIgALAjqQEwMSuZ35hwNn6q93aFUaZq51xPY7I/dzXiqW8+4c+2OFsEcrriS9Fe3lhVwCrWiRoR0ICRMpnQ9OEMe/oJ7AanfFcjFx5MupuGQ8LPwCQ5VXdYhZ7eFV3GROgKnyrNrkuKSUcEU0duki3EQOHlP/HdpXf7eZ10+26nmpKQNVDCuOQJYv9xchkuFjZrs+9chkPXKUk6drQEnff0ADYkZQAoPMsKDbvp66puOgmfFhEa0INoAGeafjVpc28NuUMDvPHRSTalt9qQ9dDydTijwzhMqZ80FpW2rxjT2SudglcXQa+TBZkjdn1anPOif3uF9mb6uzzFV3yx/u+9ZC/A652JVqe+4HcLg455jpEcu36DZSFH9xBO1KOz2E/MVK/3BXtKW8+9UDQBcdwFd/Pk5LQS2A1Fr2Wx41MBlAXiXxZ73FS5ZhgeQrbiDspqCoHB0UKAEXNrA440GiECKp8CXj9TodkAFX5lPrvHZc3UYpr+dQf5b/qY+YZeVW3zR72BCh/Slfh+qe48U8061a3Gu6wVk3hYsvZ4KLxk1XSC1JxQqmy6atTwCqcUC5c+FbjQLrAvUr6tibdBrlceN3hMsau0B24Ve1ISgB7WoQlNHQNDTBPo7g+8GAfoksx3yq/LeTDDnl4qb8JJQhCocTd8qomBUssyFoORUKZo906U6YkUu7VAb5V7csQ0uV+eVBSRsUSPvrtoXB+fW94Vcscum55wIbl3rfMdzzWvTgmBeeBb9UCqxlngXCKzEOyVs+H3Qo8CagXweEcHBlF2MrLmOkl3JgHcGqtfrA57SFzleMe65TWlCE0G4yzoeFb7Yp1kY1JiYoFVddNPw6hyVTN0qxqn+PAts6j0tx91/bx72TKPxlRptKNr6dTOQGjzVPYnM9QNxnwqsb71CIbTO7GccWldjNXiKMbClTSV7C5oKT7fAAfbUk3PeJtKBck09mMDnxQibKkogu7KgVzVlpA0wgNvl5LZZM+UXHWahEfVqIKHHQrwJ/Z0n9IWrFW9ShGPA19BwCdq9gRtVlvDlK2PD8CXOXQtQrB53mPA69FY2hWRdKKHesSYAm/nQZyo9Qa5XoczczUKtNy79uVOQRchW+V/jFZR68zVmMhoVDwrZKt0PZBsMjiY3lVt8+k8qr6JWQpRM2szoaOjDSLyBJubkqdjcbVyGs995gu9aHIZKUJnF2G1gPqGFQtKyxCvk9PDMeNlfVGoCWhlnSfD9vecZlsOpH7ZVSO2/YFuPT3N5mqy1LQn8eX4xz53AJA6bMVhnI+oAlju/2OZqoGNg8lbZJZo8g2VI70IhngiZuHMmQjRgaQXbQS0jHllZ64OTappbvUAjc0wKEvU1uqnCpFDv/utFlVWVFg8jHl2msBZWjgT5VvlXi5OvGX/tVKGc/Buh/IZOGX7I9Lf93ab4gpzZahvLyrNu0ASgDNL7Tr1uZmS9fy8+Eg6huzX0AWWI1EeDoQeT72OpKlABl/izxrza5qrl11yhtkjV0OowyX/TZX3oNbcCdDmeC2vuEOGqPNqlaynO1UPyogS75m/5SkkzHlHZx1l4PuZGaWJJ6I0z9UYBW+1bZCQGzAYlC1LN0pS8ZNuA9NdViuypZNGAYK/py5zkHk/E2QTRXvEB9Mk7xB1ipNidro5wn/OLCwYWC6lhheVXO4Xi5QY/KJho7b2UZoRe2uzXyrVAECqlYJHBaV77F+j78hU7XqvWe59nosaVX33NBxNQu/LeAqXpgs57uFr02k7fw+6obyo/uhvL6vwa5ENCbsShVcWRYWx95U4EJPl6WZlQVWNREtFJJVyVIgc7XNJ81w/7Cwlb0RK0tJj3qf0JFlVMZd5nsQSFPufjF0Wq07Zcpk9V7I53zoKVdJGzepfAugIXzFdiQO8/SIE27MqqRDGcaZXfBTVY8giCaMUNq0zbZYpSZLs14FrXv7qj2B4cXE71RhV0gcziiynuGFbJ/2VC9/qi0uBqZzbpuGyca0oGr6nJkMeTJVq4yR2U+QAdSFKrgqdB/wZOBGDSpbsuEiwxkKgLIax1Qh12PdkzUKTlUAsirtKv4+C77tmmlHQtasOiaioMKZtSqU+4WvXOB2rIKqVJyIXE9DbZJXx0BtaDzdgeLtSsRFktiJu78C1wKrK+InS+HJCdl17Qqk40+wzap22FIIp6pTaVA09ujYbdvrpc0Cpzw0iQMAatvwtUylnoCxbbLhfWcl8apu+3YDzMcZQO3TnyrnNOYJx7ba1jRlRoMLuK6rFFDb7h2lajOv0wdwrDqdxx2TtUpmph1JCZy4JnMVkLUtIwZV7TZ1dcaMNNabVVU4pyFdhEVOPVfgw7YjKQFiQmgB2gCSkaE6XfqysIfriYk01VymlLtObKwNenM0u4+aWcWVX0d7j11bcjGNFSn/B5Bv0RJbizjZd97O4J2t166IddqcBFXl5BAxnHieUEm5KxnBAqsbswC4+vapq4rVpqEnPz6n8TacTps3eFXny+qcd1zCoNljYKttqcOoUck9x9Vu5m3aw7MRg1fVmlW6olCmXDKzRuqD2IRdthSYr9bEgOAgnjfgc1uaprBO3SoXW7vW2Wrn8vHuk2gtN5vH6mSkwLzjKLjaxkOvqucDhlIyei8G7ahksryquzWCJnkPZdxV7+RDmoJw2J6nn3DVGt2s+xMTep7JXG3yAFSdL2kcY8emBKiqIFv1GHtPC65u10elBKg0eihgC4455JrOfZn4EInZas81adJ3YB7Ih9PjNCCnSodEjeoizwK6c+SfsheFMmGwgyfcAquJSQoVVH3ntD28fjhPTjdsiUq6xSlPyRJHHlR+Om74VslSsCFY2mxw2kNWbxvAVe3G7ZtSZbvArM9mnGVIVl1dA+CHTWqcmWnnZF3ypwPkQ4DabMkEEsjdIu5W3ux3rUu3H57DQYXgc+ppOmTy8EM5cRxtZmX4o+ycrM6759AoDjoSp9EccMwkPXVs5JFmtWYd92vWbaWJgrvOgqtbXSnAqmlQ2Ty/Q8IEvKqzihsy1b7OFHwgMQayMY0n6T1wHK/T9FinoJiL/9x1G5kUolnOy0Am9rBiHU+NzIg+MNczMnmLq8Ahd4h7o1CAa8eGBEKoHx050cN2s25tisn5j37889rK3MrPCO+Bb3XoyrOTdmQpBDS4CAIbUKfH05rJW+e6D9/q+dCAh9auNifFgD/K49Jg4cTcP5Q42fEogVgaGhiV2Kwqq4xPPAOutiUzM+t3Fb2O+SA76nRAM6vmrui8J7yqcPLasSoBk1vCOQXZqvWtHGYetMSJg4s9JU59nTNsC77VJlMmKFexzQBP7oLE0Ww6wB86Ztc+QrKe21cFV5ecYr7VJoJkfmg6lZO4Yse6BJAIoOriyDRZTdSb5uiKoz6vzogiy7eTsAKoCm+xnb+V/RW0an4o11NA5+P6HA67yFxtWfF2FvUr5ZqhrungGCnA6n/41z6voZhV7s1FI5TnyrfabHCVsiYCRrvup9sKTsoERfUE1PGTxjQF0czM4zrHUjxIiTchexhQjLJlw1PSvKEZ4JSpQFZnx4METG6bGZT/HwNzRl8AD/nXRN05trrA5wcnJAt+0wa6owE11Bp29hIAkILOEa9q/Z7RzAiZmadNPvE6olIPnFCeNJRugxiQZmd2bMTxocnJhgJAxxGA1TAMdPOFbbWJq7dOXUI+A4/c3mYMtIZYdbpYGkC+Ga/VqLeY0KyqIXtPi1/sUI0IWK1rD7xLSc3eyjRjUr5iu2StiQvKQsr/7xfNoJ9jvaJS0IaESa2Os3rZa23G686/81d/OIQX0mYAJQMyYrCPnHna2bOJjltL3DWgtst+Uu1DwUktj1gaZwCOo8TyjQrA0l7Gcx05HzSzmRX2RKaqPazY8IkRsMpB6jEPUx8yM/Uo1UZmm/bFgQUNGJu2pi/hVV34EgIAHQHgaLJTZOtOFq8fHhcQx6TOXVEAqIkxz/Hm0BwrwUf7jEW9QUMbMtkzwK0zMuMgpwH+xglDuRh6dsXaMlOeS/aPKa9swpgslwr+2O1VcjbIjidbtSkxclN0pgl6m/YOxv8d366Ic+7m/uNBV1MFVvN74WOYnZtZoM2qmtQjD2CVzFU7khLQrF7vEceIAVbn3/iRHwqfnXrKAWT4texAAvDHMCg9fTGmC1iz5BLz25CNaWHV5NwEbFIpVT6ScDQzk9LKoSgwb8eGBELTefBMM4CaIR3dOoeUuD/yFTfk1RohoDiTd34km4qFwONZ7Dm4oBzDjnUJmJNUA642ZcPBYcX9MrYry5GyOmOs4CTHz0KyRo+vz3CKXkK30YCNWLNs22T1QpfAoWATBuuVyca0K1XafCzggUQ+DdjbELMDzJO52oDXaYL6Jt7Bcz1x3eNXo8x9X2hYdaz9QyMnJ3opzIkD0mNULO2SS1NinabOXRPA1fulr9yqR95CNG+K2HcuRT6c+MoF3qRBZMF+i7XLhhnJmSGB5WTgKY7xAKx+5kc+GwIAPR8PtDTXgqvrgmPTwwb+6YknDYml9QXjZlXNMsGGuAPN4DAZq8ce6Axly0Pdh9nZepgP3esYrlWa7jThQCwuVW7awnZsHY61FnMiM6oBZqUiYbGHqqVpmZnHni+ejz1xKAjlxrGHdn/1A+XktWNTAqYBCE3gDDzWBIAs1AyFiweqlia8U3M0B8a6q4HhzDymZLRiKTTdle1Itysoaxoz9F2wLVd98zF1pzEy2XgRpELmqjYFOQL6zH6PhIzJYinQrNmxLgEkcrcwzaqaKJ1j6EybdCR0XNGCoZonj8fRB+Z+DiAfHsW2mzxPVNa+vvePzle8TUaWb3W39ngOOMZjw3vnMz/yOTWxk4EoeAi4amHpdSEikauRI5ej4zfcMZm0jjopG1CnKDvcj4EBnpsyNDNzYMAOO9YlgMMeR+DqsWUDoBpzRtmpepwNUwR7PF7VbXqhmZkAQFFKuN2qbtoWTfTciMqGv9Wv1fFhBQ2ZmuORj+1pHp/P5n2m4Fj9c7NLCrzN2BU5A5d3jg/ON2fGTFkD69aToeEfO8bQ6gHLq5oqemJk9TsNyVRNvGQYGr5V165YaRN4zGZW5NIp+ENHYDsSEmAdb3rGoQVXdyiu8q3Wv2bRBO6WEnd7WLE2OTGe8+qeTF7D69zUoZmZHAjaApnEFLGSs55T+a/iiYFVrqST+dWJpyXMdmxuUkPl1jofHVc2GJ7p/tpgCzyS8jAzvm82HE2SDu9lupnz3yIylSPJqImPxWGfDTzloz3G0E0qJZU0OlO7IvQ4rp0fQw67njkPHYEjs0mDt2Gpwq4A5+2crc8O8uGc9MnJ8bJ6ATfYjDXonKsxKszWHfmQddhE3WUVfUK1xREyxxozSVtehA0R1RZXR6q2YL0ia+wYhyVNnxveT3lV+S8N1F2aWRHzAK7aaot0bYIOQDNXa4zDsOkZpcpNIjhskLFBV3Oz8Bv0RumvYoHVfVPk1M45fTMnG9M2q9qcGXzO3VzkZuq3IkZmP0HcY3fHKTaGbFyacrsrwGoYaAxyeeLJxcjT/17norbPFRz77yaQhhLAFTq+H0uztFlVw4DDY89N/HzTrKpZoGr8bgBA4wEnPkdTnaZMU+p7DB1XzqOM8LqdtnZ/9QE4jnGW29xpiWHUuFlVs2DVR7mxOYUS4FjZY82dQeNroCMx1Rb1Whb2NIFXtamKc7SJC/V8Da7iOehqQ2MtYh4O2S89Ub5Vu2FNbIuUb/XMq7eSCTwVkMOaVdKA0Vn8TfPhH9Mgbmw7Lm/1wnU2s0JvFn4o0+XS2lXKjHCQc7ugSrI9XseuV9sDHHY6cK5WHRGGTiizBXGgb+0qZTqQDdmqbUk8MPsJU6lTte4cLTwv8GCt9BoMVjNWjcPUTdiJp01lrOgeJRznBsAHCbh6DOo6DnyWgSV+TtV7MnkBVRu87oPHnz2UDzb4RQs4lkN/qgTZnisXg3obO8Slyk3ljDpUnmX9LhDH0COUdcOK7sNif2n5VrdKl0MdKlLqWtNZpQBV4eS1ni4JyAH+AKpiX80OUGm4I3Kh4GGz37Qi17LztkjkQjPm65lH5VVVf2znIm1ikI1WVrREV0eUV7JJtdOZmE4sKs5crdK2Da1GIJMFAIddrTZlTew3WQSt6+RugdU9VhPTAkSFlOXamElworr2dubbbKIN4eJmaLD9wZ2vh6RtGkrBptUWdlrT5o04eY0KwFwUKin/kxNPTprUrakhmodS0en92ckjUW3VrxbzcMzj8qaqH9iy+zMni2U7yk0xKToKGypjG8StqhodsU3DnXp2GUifRW3OYYWdioTVc6pNp/I2nKYaYB5w1fYyT8J4oXBMejF0TMOdGnbxEz+Qud+cRmdNWtKUdoTKk8Y0q9onnUDGrquly5ZtNSkrzwnlkmZWFVNoGQAI2hpLAZCcBdMEzoDOpjFm0wdxPfZEM6tjN0JrqqyYR89lr1XdfGJP08UyotZoqiSO817EfrOg+byq26TTBj9wnJnlqSBjjvGXJb+ENoEjy3m2tM2qUmQb+CJvpr5MGtVdMbsSaGZmzZU62d/u+FemAKvmpcjMfDI2HEDWOT1OlOGtC7X0lMzVukbTCcPrkkNaQB34TmuCIgMAkeXiWmA1RWnYm54r32rZS33yYdqNm8MKC6quCSfettPFvQ0llasvfzZwlXLDsgAl9Z22BRyYkt1bzTCaA1cx1Bpt051qZLJ6V7YbjqhdtcjnAADRv+rcjbLr9JOq0qHqZ6H0J4SBaaI3MA2JqhpQQC0b1uSsqm/Ne18yDckCb1nyj34muwiyVi2VTfqsV9nMCt829X2Zty1tLK+BHHg9B4D3y3bHyBa/2DX5joSsWSXHIxT+T+Z+67KcDzST7D/TRqU0yAvkw2nJQs/+FqVcyR6LvVZ1EU8pr3mUm2wFVrG10yGZqwPbzXxjaliMyY4CWDUNiaobmlX30FSnuue09s5k/yxZF9rDj8nhO6WDp4PWSr3SFyc74Yqy7go3qdjVZAlnVKWf0sqbszml1JQynraJR0tzh3EGULW+uY2Ty+b9YuRU1jQFwPBuGXd/tfJf15FQQdW2gWOmYsbQRJ2RXVehX26jTcW7Utb086hErszvQPqsU9iWPQRMkazyFTefrmarTsBlrDGhZyqZ7EhIwHWiZlYlZq4aGii6cfvWrlJ0juxvQNU2HQJuMx0Lru5wKo7pZF7WYP8wXZKNafr22PEoAdZveFVfT2LakXYLiMamyrfa7s8oXUW3AqsEi57LJtWTiygz02LT6/KHZ/XFuNpu5nD/wFNnR3pA3XRe1a0LvYicKwBU5pLWFS3BWRvfY5rolT9mPvyPVvZpkvUjXtW2SoezLhow0hzEjqQEaKCH7ym7vBJzYiNG5lhbdadKfcHf0LCqGo9W5Zube3PMMoIn3HOtbaWIm8zDU5pZlZzFobyqSsli/dm62I2joZrygR6hlSIy30G2M5Qb9twiaVxl8q3GB0WLIJCZHyjXoR3rEgBMhc6H/VUXhgVW98yi65ZyuAC3PhVLMV+xlfu63OfLUD6cQJPVDbvi605cDr3aGtVW4912AKvmgWQpPBl72s2cU0M74k0G9CShckK+MzYAUNmDgNryqqZLFXrSBRx+LU7hIIDWhjtud5xsmTZABgeUJGVuNAyvaigAq3YktqkK+rSFV3XX/FFRAJexBVdTpAQ4NnCUM7PMdQtQldLB9tQO1OUBDC3CzIeMod1DGxeQuepZuo20mdQGlVSjeI4ohUIJBsbBuolzKggy262OCjhrJm/Lv4PXV5ooxzRCsyMpAcBVjzWL/1fArrBLgHgyVYkF7UjGgTSe7Nres4jO9EFHQtcrXBLBYcX9Iq5Y6oPUMn5jxP99PQV07lamHKvVScS3alcuow97gVUuInvsrfNBZeWDGVWzmZdp4wJHno29Ut+P9R4n1WLcsFR5bN7Mhx6BjtMlbV4qfdkdNwcAuhi0poltvWIKKVsur7FDXFKpFAARt1m9H9TspyEfsn/IOGz74BPgW9WGO3a1T0yn64SatUpAVMZgE3bvm6xGCwBtSjSUex/JlCPrMuaryD2Ah8euowCinetVSRrHCTgG3ypxc9EB8GPOAK0TS1qVqTqBtqYbI9R+pjQFsXyr6TPKTA+8QSFglUOKCaAqGwg7EhKAH10zeTsQB25+nAVXdyi8w8p+uC/lsOJ+4Zss58Nv00mLDAIaeQVyAxdUBwfVbyeOI24JMU8XxJMJWNVAegh4yIKGzVirWZt8J5QXJ56cDcuRjMmqCxQ4tCMpgTAgW7U7qz5ZmeDyBQ7hO6sm2s18ZJqCFPU6hvunmwHjoQqAFcWWhEnpYWpRQR/6MiX/TnnCaWblaY5LyXdv/+0Afs6GxTfxbMBulnBGWRmva4WxLMOryn/vTtRJA8/TqJmV+WY796tzT1bv1aDYoY45XLcHFSkRoKmsCMxa3iWwhEQBNqnQbdjE1fQ1Fvl4LlWC+XxOTAEw8w340+Zqt6qiD+I/Eg8MtUb3Rl6d6Z4E9nyR4+hBVR7LivcQlP/TBM6eA25EgVBkzUMFVWlA2dVBdSD8+zndcifFkQlYZeuNsC5HroIclhIguX2C1++t03Ky6zRLoYWNY+qwEIKj5dKUxnVlkcS2KM0dAa7WIcSWPYPsDbIPi3RcBi+E14aNqpVx0n8RTJky7m4NLc0d4JeB6O3YlMAIyoQhzawOA8e0w+ky0Exn6702pWs6lc8ChNs1gCxUmo1zzxHTv9Na1+rsA6Gzybg88LBdqwc0A9yONGAVYAwucE3x7KDuUf/GumWtKl3/PeWihcomj4RCBVRprGNB1aRcY470PvQeyKc3/fLBodpUdrvCA5OwArWGzQVL6grNqq6n3eJVTbMIpbJxnVKSoNpucRmBVfOZcIo+H3sypqlM27+8gvcnS+Hts2KdPQFUAVZtQJ0yQRFPCTQAXVsYya6jm/mAjYI1ro3Jd5TLmI3GIWXdZpMaKnBoKQDStqkmq66rQZEB5lnw7UY1MfvajRo+2vy8ddjVhLLBZaQ5uTa5FSzADbsluRsTyFU77NBZry6VbsMuWpvqx1oFXYKhTMg39JDLZoCnCo1sOgV/uqxzYajAPFQt+bUnn6619eqB5+VK8kFvJotlp7PGDp1L1nK4MbGrPuw9u7Z/PHTet/0uzNFPB52BAkCzMa2zehCpcjkHos2qZsue2FV0oFwkCapsXT7G/XIBqxIGwknh28q3GoNb1pLiicN0aEb05OSwMh6qL+BV7XC2+ME6jpb5PhQJ3KKbS78CQJo91s3vO3jyQ0Cf0JR1H5DFgc5MMaqOljcdKte4hGcROlqq3GVPTmYmvIcWAEpqCwAQVCTYV54NB+DPHbWDXQY4DjIu08AL0Nkwa3TZskI5cR25eAAPu/yt+ZUBLuMnAy8z3yqbMZaqpQVVU4WNfGY9Co/GruHqtVaVVAfTzMok+exatwwFAGtVBP7kN+PO/6LLvKrbJi9PrNN5Bdj8QPhWlXM1KgpIEQBRDqZ1M19qMpiV57qQ8DtvJoFMFkZOfRnsJ0ZaUdDfdSsXsBr3+x0PHHky9mwG0IalxPJ5duJq9mHe/aaWN/XJAnN4Gsiflx3iVd326WRmng7koMzMHOJs4aWOyiTmzMz6AagMRPyWT31j0Y/+T0qVKePuZkHl4zejOyeuq5yidpOatB5wMWh+sjZNAYi/W8Y8dVaiqxIlDpjDAx4F010GVuOWXGRlAgLZsSkBQ5nwZJjtsN3wqloppknA2FUcZfdDRkAbNGBEh+xISgA6AJJ99oE6U/gffb+jKRnFNIMYENC5jwk9+/SmmGRb/us9zazwxHdzX32yHUkJ3E4DuZ33s1eORzOr6LC9jytXLmD1UXVCuRh5cqmZmX0U2243Qsbhs7FrMoAyehxAQ0BV66KSAgNrJlu1D7xI6AsHF6bhzo7jwox61bXLKOeGEiBLx2XWexb9mDMqqy12TWbpm1QRqpTZxPfF57DO45NteWW6hg9c0YoLbw/fhpZUKl9xHywl/zcuQgOs9um8HgDoEr9s48FUhSGrF77VXdCzqVjqF3CY1bpYo2joCgjUKzDyGnTCAAAgAElEQVSEKkHHUXDVVluka8s+cHXhBzJZ+hI3r8qqc324jmXqdtHtpjq75rFXvuQQhY4yV/WnGxsFuIppdNaX/UNm8bHvXIq8nviaydvHwV6bdYtKwT7uuw8CVlmg2HxdnXhaumwX/HXTAQAEGANcjVH7XcZleVW3S4eqeNPBsz/uCQAIcJXNmGnOYEcsASXIVr7V3VzGSC1uVmWll5SAgqohhxX9ko7nilwMqLboeol2/nk1tmWaVKaHQ6a0nbJBbKvb5BF55WcMyQ8dpR0xGeD9CSn5Yg6Ur/DLKon+fHtWTaHR1ykNKp2kZhjgMD48trLblCkVJxxY9HXQII6M8EM45vsgM8+Fb3WTJ5xkFTpyLzVpxVrVuiZgTVD59KFZlQVXC3gBx10DT1nrNct5bpvAbUrVUPk48upu2fvmk6aZVZQE1fWSyA1FOAhY1cOLMFSAA0oAsoDseJSAco9IKBdDT56OyOrdzj+CHE2jAivBTQmAKXLiAwF03wYHFzSUGbhWMRJ6AUG258r5jrJugkVtVmX51NfEF2vTnCzwnqoWJ6lPTzzl3LUZC+vWpaWnA0OZkNyGOTLzTbZqDB32zS/v+l4OVOF/NLQj/drGqysJQz1IBkDMXqvTFw0ywM7V0DUHpisD2RHj9NUf79MAYuMZXFA9zoZmn0ClBbrTL8+yTzvM31nHPcdQAsRrOv54svC1b4WVWXI1n/sid0vfyiYSjY0Ft9vaajMrtuPX00Vnm91m8zjJq/DR6NCre1+mi8A2n1S/bCjYDujfeeg0NOJ3BwOr5u1Dzawjc1W52fT/2yUsnlmU6gI+2pPtJ81z3zar2mYJbDaCHoPO2NS5lg9adHBTR4B9aGQFCLR6GMZ/VwoAy1ecalbIh0xVTpz7OlihKFGh7N1m1iW1APlcjkwZz6p8OKggW9UCQGlBtcg8NJkcfdYpcprPXFdLl20kmNQTpdtQyoTHv2mzqh5RsuRZdzjAgXJEMw57DqyyWgGuEhda20pZtwBX4VsV03QHTtWZ6XZrx4YESDyAI93SIzwKps/+JYuBhK6rdHz3c1/7Vlh5bRxWaHZ8IB9OAVWzSLQf12hzXOXBbsb36twUeJcsPy0MrPKQ06ErVxHfqjW2R+Vh0dJAeuRG5ZXrimV5VXcYGqVfLPzNsMWjvEUMAJ0NOIXvsyTSxU/mIVmrqw13kNJ0aZvAbVPY1WZVR1HqBj0U3RlbACh1RgiGrkauDKLsOoCN+2UMHDZoEhvxKoA/jpYqGy+dJfRqxItX8hIAQGStWgAoTbyhZh2eD2hIZA4BDahaMNqvZCaPe1MtOQVUPe5rNOjpoWaCoz9Zmww26OVreRX4Vl3X0Uq3KfyPFuFIyF3pERbwFds9RUI4GdGfokcbRvLF5c8UlrFLzqIK5H3DqYruFB3F4iTz66I0ZviG4jPwGO/xPrfTfjaB26cPpvm4SZQ7LDw2MbUm2hWYNeY7i67v+p4stl8QWDWPZ+91PjKZq1keum8SuvL3WAFGLqWnZNc9brjYqAKslmPYXZFY9B1RxqEVjvFBAKsng47NcUmfA7h6NYJfy9yQjDrbrCopXF1QhJLKMsK5kibvyLchhr4awrdqV63NqUBX4qxeDnUAVU33136DhmkqywZ1HpgsKTuMBOBZpVrHdjNPWpYmI8C3SgaQrPLHW9talRbgmII/GcGOftgeXMZOsSZxhQGFonoa+8rDPSaZc9t+jcqgO/uAl8Ofvq5pZayKZTHAKli0BzlQ6pGyPr5DRodMbulyv084RdV/VWYlzEMJt9g7i9jb3SKUm/lKhW2BBxf46cO7Gpb/wyfjEdw+9B6Kaj+sT5oI5VpazE1lovL49d1SG3o9zFlekUei3quoDbmgFGAVcdEU5HLkyfnIVUTYNrR6nGHdpLoi75yZhjvKGdVH4tCMSu/7cI6V4XozPrDhlwEaXgxNhottZrU+WYhk4JqMcHQGDsismpP1ut3qUUZYfbgCZv0Glnua6li2sXVZA/ygO2xW2zSyznv6N2XX2VMOdBwygCSFUyt+iwNk9wCYFPgS/amhIDpsGG7z+DaH3CMMHT3IsXa1ATZEDU4HZJBtCDY+5DlE3vFv2OjtAlfy3HsfEJHpXqqDbq5TK2ieTyLhGCtwcvOy8VhtmJF51VuNS2Nu/wNs6EDTx16yrNDEyWcucfNmQ6JMs9Hpi5a+aThkQ+TkNLNOUf7PfpQ13eLySRnhM6BMsGPFF0ZZvNfzpW3KmaIYk0Uo7935uscaD51e8sjvsxdWYZo1WXD1UVKsUTdTX24m/aKOKA1YRZQ0s3o29vQ/i5wk7FPgMv5eYDu39ngNbDO8EFk/ZCk8P/GUL6rwpqBlCH4son2y0oZV+04MM8i7a5foRmNorAoZoj/HGQejGPq6Rd46tXQjNO8D32reu1PQUuR9jPyL+boi/cO1KEIzFPZrwgAFKjZ1+x/S0ivCQ0BVleXhAtV5j3T3ELEpkJJh3tPvvQpt7P4GAiPPozFI2ucervvxGxz8CZHtlgKKHTIB0W847KJhEwB902OeAp+Z+6fo5/yAhkzz0JGvzE/kq4uRfH0xlA+WQ/E37IRmoG8NFvLR4UK+dTSVjwwXMmgZVU7cUOfMc1R/1l8/v1/J/4tV93GoFebV+HyEB5S7X3qPdCS5lbBLP4gQQoCNhR/YjMOUuWWtovyfjEPWq5OB5XneZgIWXH2UDN4PMP56Hmimsx3rEiBZ5eV9oPyhhLxUeLHdepTUIatPF6Vs1jd4sE1xcr/lQmyunLOTOIu+P/IoCViNIQZOwkLt2L2NazU2xodMkQPti0lTQvsD/ODqTw74+dobs3SHGV+Ca6EDoDFIcZDp0H21+eJi313MQFKfHVFvXA6cKEvhQMXo6M+UOmKlFPcQ+zGgbPZstYQoNbjnfz3ktLuYxhkQMblYxcAiCeCcpA5sMJ1qAQRCcIqSyWHHowSW0u9GXrt0gfOtZWj4nQkWre6kS4seaJDzty3ruRo/QN6GRA2HssUZ08CVL03P5O/cn8ur5SB3bMKS9HywlH/67E5++fhexm5xDrhqZGPuyloOHy8L2pCM+Y1mVlU+u233pqMwMaGh+ikWd7bt21ffVw+QoMiCHsGCP6mh6dQ3oGocplI1eUJ/gjZPfIXvznple6KYRreAqjSStmNdAmSAv54Ecj1brYmIMB43tjVrYatSoyYDDKzv8eBsEcqbyVKWfv/0oyRg1cA1LP4PHTz3LGfFYBbDQFv4HjV50bj0TYGhUOTZqafZh/0OFbdtUh15e+xFJz41TVCDHwOLDJrOiSrrvg2E1icLn0OGM5sN13OUMoEMuz5vwtLVmcXekbOh+8BH22C1r+XVFAAqkvhZy1se5yEsVSQoxNxvnMCPHgCO47xTU5+Kt6FkmaYyfadACkOaomBX+zln3/gD+T9uruQfzsYK4JcxyFz99Hgi//zFtVx6zWt7RKXJapMz3YQ5opmZumzZsSYB7GlMsy+yeg+pLOiIPLGrhW+4Q9uy76lT9PNloPz6q5gz5kTWMxWUxIl91p/UuYCuxaMvSn8HGeCAqtrorL9i2KIeobyZBvrPFJE+aoralvb9IEK02RqrAsRX00CPQ8G+xoMLDismgUy10Vn/PExJwKoxMHh/SBu3gGHSTwGqIh/+k8yfj50PFADqn8rtX73OBq48H1kAyFgVfLwGPFS76vHmYlNzkIgfgapxHjYnhaeqO9ay1uVlFjgy5qFN6Lt4FDi0oOpWZ0w8BEC26m/YpNomeukiw9sArPKvzz7aDwOZ7WnkdR+48hM3T+Rnp6elAaqbswLA+itP7+XXXFw3KoN1HkTNP1YcMOAq4OGVRVZTjYu1/FIpE/q7gV8Gj9mY+yPofl0B2DxZhom+DKzxaAxZq1QL9j3mSdOKPlMCsBe/WQRyt/Az0Wn1y6pEbmeBvJoav2PG+p4qrmSygHRyZ8pBDpQJ8K32LR4MApHrqS+3U3hV+4kGlgSsmowxylSy8P31zUFximq6VD6emo4Hjrx1OlCuEjseJRAXqj8dedpVOO723kcZxWC86XJvgcL1U0GTnaAZHGsre6jcWuNh/xa0LDbiwvU8cDX7sK8ahboslKc4i8T6dY0eVkCPECS1QzMzPcOlbkdSAogFgAy+1b4dgpGlAVfx7KGpTrqO/Mz0VH78+oncBl4tKnTh+vIbrz6Ubx9PannetodoZQX0VVu8LtIgKxP92Z/re9RPqf3h+CTKKp8O4K7jtKc/QbM2JoMCwF/pxl37DDT3gcjmfrGbGxNPxGFyn/cSu2YQ4KdvZcv4lMkykFvLq5qqGrNlKB/c+3pgsXXvGYGHpkIwHXxtrueo481CzZinuXJfImb24rczA6oGJVUh1TFTZT+jBGAVrlPKBqNS5bLfsOX3Q9EIqBOb+FDk6sSVp2PPLvgpc0wQ9OzE04Zf/Qmj1wVB6X+eLvctN5Ucr28OKZZ+OjgGrnE6dGWo4GFflrSs4jMnqWSu9hEgU+AQn5xVXD27TjfxKVzGsRjwy4Cr6JAdSQkAqrJm9W2jGigFgKPUGmmDv/1vN0/k796f115yiaZ+x9md/PrLD4/W5Ep5VTGuHWlzsMuu8q1aCzOaFG/t2aQCrvYpAwhgFZAD/bEjKYHJIsrk3SMc28xqt4DICu9TlZfhVfVXsjGtdcUSIFnlA5pVLVJwi4SYzH7isZjArlqrImK5V3C1J+nyk3mgFABQAfRpnd40i4LAanSaukKobs3qUcSEQqRFA6ym+CMFVGO+1b5txPYtY0hs5Io8H3naNbdvQw8rNjij+iaDbd+r2T8BpV/bJYJtQQlgwMP+6c92yRiiZ/hWyVz1egaQWV7V3ZoBBUCwx17IerYZQOlyxNPE4GpfNqp4FGIcOHnTBs2p/vKb5/Ll+clRl7BPjWbyrz59VTs1gIJjUWWFs8vfhoEMXVeeeGTXxezGRxVZ4x5+6rly0aMGlfOlLzSQsbBqUhWJj8k61POKDJoa861muTbD7Tp3ideDzDqNfsNQXk8NqGrtal2NkcfLe19uZiZhLsugwoJ9FvFOxp9kuW1nrmHJx/d0GuOB6tIP5cOJrweBZvTX0xYDVjVgpAyjMzZQyofEndcBVTlp3uVsMLa3zzyBGsCOpATOBo48IfuwRwBQXPqlHIc9dk6b2qCdcQVA1cnUGReaDTJXPa06tQDrqjxNWTfNrPrDPcYypdUD1qYSjtaAY6xXGdahqARM1yxKc6081+SptuXCuWr8t9PZ0mVoWIw9zQDkUxrEwKf6o2+eyy8cGVSNJ+gTo5l8z9NXcubWE7Q+NqvKYFeRJZ3QzEp5Ie1Ik8DVwDW21Vm7EgmpAAwdpQCwYEVSC4iRb+b5uTHh6fU4tOhJBlkeD4KHcnsArr6Z+dqsylJBrWqHieMAVF/d+1srT9L1KVRQlf0WZsU2zdrXo6RAgDhsp/9Htiggj9U241rm/NWdL9NtJUvNeM3a3uJAYNUs9ZQ2xQ2ZanvjFjzInIqJkqkTWO9kTQ9N9g+Zq33MzNw3nTgiOr1fAZB11SutCEH5H31jW3YkoFXNUk3yqm6TFCeprpyN4mZNPVCgHErDWQWNHaAF6Pp4AA67/qEHfN8DPcIOCoC1EFwBNMO1evJwaHHAgzv8EywKSgAOBLt8OOZr01JDr7E5KP8nU/UfzcYHzfS/+JEr+e4XF/JLL8eapRiPd6cL+anX9/Lj37iWf3Q7y33vbzuZauaq8nVWONTnKECmXSezPykM5HLgydg1zXfsWJcAm3jA1SHnOirWHLJtiTDZO8xsp/LU2VJeVbgxD6BHQFPYZxH7WPAnKd6uUwKQ4Xw98zNnY7bEXZTymtDOvXcb0yPk9amh7s8HD5v0vL8v5RMafBNDmUBFStcko03gpoHczexhRayABwOrZGLOlOPQlixtWrMG1JRxZzHzqIzlfOTKk3G/MjMzikdPey6HrlyQXdfJMPpREuawwgDzdqxLwPCqZuH9efydlmHQFMQ2s0pVJ+Igsla7zLeqwGHErWrNal0NkIc2gQvJBc8X8plN6mowbT3WqgTwPWce/FrdhMfQHRqWGoAjqTs/cfNE/vbdRa6Mu4+Oh/IHf8k78i+8cyVPhrsbXBGD/tzdXD73ldfy5778QWbl402/6/xWfsPlh5l/k/dCY1es5USBDwhgptuQrQjA8QTw0IKrCZnhp8gIv9Tsw44BZFGFG6Bq1lLcTErVkYuwq+ki0N4Dhw6qBKnW6VERXC5RdRVcpfQfCgDLV5xUB2LAr98sZeIfvvdkXfVcAyDmjSVzKWhLL1aaKAVX88XZTf/cydxQAJDw1OUkgjzzcBCwSqMCFjabVJcU9QOoui9TdeOnbL2uTjxtaNUxu8ujj1uvxRmRtQo1QLfc0uMns+DPl7ZUeVMJKDdVcGwPr+o25cGeAFZHke7YRf9RUmaxB1yFb7UUU23cTWhUpc2qDt+LNe6bynoh9qeUnGY6BEx5qNrWQKI1q6ue+VBpmxIws2Z1K1MBjwwFFI3O8M+b2V8/dX8uP3H9JBftxr/2yefyB37xO/L2ySCXwDHrL7y6kx/40ruZM1hdCeU3XH0o33l2l+tZWS8mNgZUDfNkqm7cnGZWcWZm1uf26bpT19WDi+7whBtqDVuxlK7FepDjhwqsFl3KAThGVBPYJStV2F0DV/HHryZLPQi0Y10CrOUv70O5nvq51us09MOAqwZANEeK1sAe5WR2nlACdIVvlUQnKABYs+xY2Vd/5kc+l9vTzHx4VXP/rPNy1ywFyuJoVJDXn0S8dU/GnlxyHG9HQgKU8DwbeZqt0LUBDs9hRYGD+K6J5OF7sjSr2vXx/N7zHCEr3GzC8hpnZ0WraGN8kqp+p2OiMbyqJmOV0bHPK6SYD/QIGgEfLhlAKug27EiTQCgnritw+3VFQmzEWKdMo7PkeLUcyGdfvyXX/u6M09Vf/nu/5CPyez/1QsYFTnd+9mYqf/yL78rffXOfSRWvPF9+x7MP5PlAj11KG8A+2lyxKNdcGMjYdeQiysws7QU7dCNkQ0OrAu6rOdKgcgAKgF1dOZvztrW/CQc5d4CqBcu5YmaOYZS5WvuHtOCBRAOAq12gS4j5eNEdO9YlgC3cLUJ572YpJn2lSJRiMCG2WFACmIjy8Liye3NlDs7gMR5DCdAB0Xxw42symEUD17U1Z8aqCRhtN710k9eSSrIUCjgTBQ/Hrpz0qPNpVgeKIyKIfgZApl6pG+bMV9BRz3Z/TdcEfA4nY0VGfJJ6fsKCViR4KPIWzf0t5kRZN5mrXRlqV2E6+NOVbzz0Owyo6kSHgMXyCgirUBvAwy4Ei4fKdNvv8D1jjwypbmStamUF/PFb4hx4Vf/B9DSzGP/db3tHft+3vi0nBUt10Om/+fJW/sDf+Sdyl7Gj6i8dT5Rvtayhh4D6z9yxCDARhkbC54CHbsQLWdaLduA+xNnQg5/D9axcxsUOiI4pEvRGDyt8y1OXNg9gzfBjlpnQowBQB0tzy9JjEzO3Ox4Eg0dvPpzBBm7HqgQ0A3wZyNduy29A7jqhZmY+oiEdQBFLVB8obNrczCrmVb2dcdBVomA6cqtcwKrhVbWC3Jz7WK8Ax9I64+bRFdwPzWSen3q66NuxLgHlhBw48mTkFTpba5JclVfVB56w870+L4ZuRGVThvOGb9V1RMFVgQfIjlUJIJHziDKhC5JZRLyqXfiWMr/B8D86Ea9qWXcOtSnIwLPlX2kSZSnnUBAgqBiMXdZ8HXKfyB9HnLxpd/jKfCSfe/2WzDOW7Hz3i3P5T37lN8vHxsPE7dDT/+92Jn/pq6/lr79/o2X+v/ljT+W3f/Mz+a5nZ6lcZayl//XPvS//xT/8RqYPHDqh/JanL+VTJ/mbYKXFgX5AU52yAL4oA+gBXLX5P2mTSubh+cCREac6LT3ZocqNOMfyPyZnmBiQLu4k9JQ9yMqEEqBAonzZr9So+7UZXI2pIwBVywTkGzVBBV6GtfL9u0DuNZO37L1nqBnPI88kNrQ35ikg4J0/DbV6kmqmtg324tCxvL7jsKJsvWmbNDYRi1Cr1jMDqzipydJXoMOKMjn5mlUHeW8JgZ1mKQxdBVc1Vmy3rpX+9nBCXg09uWh9N3NHA2kaFahdmZSL0uXV1huSsQN3S1msI7rfpWx56MrJkAJmK+t13QjEc1ylTFhpwt069VHgMKIAiIu/7Ew/TiMy0QZ5pet/KOOBYw8Et1gMfKtkrvKfbRzK/xhlY27Tnc+/eS4/myNb9T/7VZ+Qf/ljTxKauC/79N/6RW/J7//Fb8slSP7G+OL1RH7L//mPM4v40+OJfG8JWaus5WSrmrW8vDlmHQQ8vIgyMzN/WI8uBBy7HLSTuw67AjS04E9SYdnEz/1AphWWm65mj5Votp2xvrbyrWJPgKpFGp11ZhI3PoSDnNcTMnljvuLy1qvVR3FgQQ/KMONBa1flvfldcRoVTfTa1tyUA8BXt0sBmKd3gB0re6sglJtJkA1Y1YA6CHQzZkdSAhykaqlyib4Jh3Q1Ms2sSrxtJ6aPTReZh2+PPRm2WjiOTBZFCcM7MaVrH2E4tAw1QiV0Y2Eol2NPPJumkKo8lHUDrrY1YV6BQ+1yb0cyoKOTezXZ2spl7DoKrrZVd6rWGAAgwNU2reoxgxaZmAaQTx9fnY/kL715IdMgW7D9qfMT+W++61vkW85GiRt+ZTKXP/z3vrKTL/XPfscn5F/6aBKUfTlfyh/7+1+Vn/jGTabpHDmhfN+zD+SbR/NM16ddRKUS8qkyRD5xRMFVaJCqseCDP78BP8SuRC5ByciPagFCpnFOxKvKJtWuV0k10mZVUeJBVUoW00RBZWNHugTaBq6yHb+d+8rJa8e6BLSMex7I+/fVVx+zTkFrqJW8eDhLw7ahjiQjtKf6lv34m3tfpmyw7FiTQBCEMp2HcjfLAKya7q9QAJSf39L2eVHV0s1GVKpcMsgHFcCLU1dO25w+VsEkm8xDOP0cefvEa+UmPi5TyUgFV4EUm3tLNhwxBUBVb0kMfQ6dhMbSJRtuVS9d231NWffpsH3gqtoVbtmu+wltUV5VDisq0ve4qQin8PxrAbZRm0XFD4rXLcMJ2Ra/Y/gf59qsKl59k6L7yZsr+Vt3l5llSln/D/yKjyWyTvH9f/Err+RPfvHdnff6PZ98Id//7R9RioXVAb/qn/rSu/L5d99kfpfvPr+RX3t5nfn61QuNXYUPDfIOukmGH7ExjZtZUW9hx6oEzGHOmevIGeBqC5xP3JQT3SmrKqdLOkFW3WRZTyYvnnjoOan0Il2SaZFvGbSkbBm7oiHTLUkr1k2uTTniuF+E8vLe10zwYs2qsmiTwY1GimFsjx2y3KmL14CvcVCq/Qka/oEAh3Cq3kyroI5o+MfvfD2D/80XIrcTfE64K2PVeCTKm6YRx2HTJ77uqcFps/hXdSbmhCaN/u3zgWYC2fPU5AxfDF15OmpZBlDEUWcWNoa1rNWZxYFXwae1qT0E0nQzb0N2S72+zQRDAKsArC3Yoz6Ih4NUv15hteZpyAVqjeonlMYFZpPaJt2payJZx7ErslfbAK4SKM7JxtyRBU6W6l949ZZ8Y5nkSt0m1+/9+FP5k7/843K+cXD8wXwpf/Snvyo/+f7ujNNtvz8EWH1nsJDf+fwDGbvZozmTY+gYUJXIumplp6MwftlztGGTjRySmsUmFUoAbKvpg70DcQ72Zce6BKrkVd0ma9PA02SE25GUAGsV+9CmD5pVkZFpqTWSMzVbhvJqsprJWw+qEDezsp4u3XriJnpNtS6WqPt5INcTXw/Z2xC31uWniAMXy1DuJo9N4HZwrJpg0RCq1/WK7XkOikZgVPUmXgGOgStvnbcnXbzOWUQ+T0euctLWs0QU/zrwVG0CZwHVNWHGG1WcVD2bjVDGgIeDGAAyZYR2GAmwdz8dOprJ0QapKHBo16pU9TW8qvUUEJMxEjcuQHfsSEoAenCyFJrczEozkB2Tqaqb1B2Aw7uLkfzQ6xcyy0gDgER+7duX8qd/5TfJW6PBmoD+5stb+cwXvrxXbf74L/uY/O5PPk8AITdLX37gi1+Tv/K17BmrJ24gv/3ZS/n4MB8dgOFVrZd2BFZZgNWxa1erNCXhQOdqYOLBJh6axpn9VAGyh7AjKQHAMUDnujFncMMx2WMOVS/l9Mzo0vxiU26DM1fRmZu55VVN0zn2nS8nvoLO9XOehsq9DzBv7Io3tLHh4zyFMnLpbdFMmVD6fz2h54ldr1ZtC8zC90O5n5peObFObwVWATYocbenPunL4mOpcvWZCmSuPh27ctnSsveqAwucNJQAml1X9cMK3h+9YfE33V+b/rYFPzbnz5V2xDcHFvUMY7uA8kPd21tgdV3uJhii2VfT2UhY0siqsyMpAcQC1VhQk7+JgQPteupJK7JcjqE3NLE6pRJFK5ebtxZo0BiKzNQf736///vuQv76zZPcYvzDn/6I/JufekugRmB8fbqQP/7Fd/dmqwLK/uCv+Lh8dJzMkP25u5n82z/1T+TLd7Nc7/PrLj+Uf/b8NvNvtOkQNFC1z10oLFdPtVlT5tft1YV0W77SA9PmCShuVkWcY5espFoaXtW6DteTzydjFZ5wC6ymxBLwqHvNTPIBs6AZE6C8HRuRfBjK62kgH06DKFGubr9ofB2VTGapr/v5zdYIGlSyVnHY3rSMecBUMlUnC1LB7LzFmsT6AIwzmQdyP1uvPk4BVo0BAKoi0P0hdbMVtuy3Qx4xBUBtQVGUAfTizFOQw6r2JvzDKbMjz0auKT8te9JLup+C8XpYUdINO3abZRAosFr3gKKPsvdB1Pii7uc393lGUVnsyext6iZe1yt4eRtr+ced4bjp0DFABmwL39xAfOO4kxJtLViv4Aht4prlh4EQL2aprPjRN8/lZ6anB8kUkPTXv30p86EGo60AACAASURBVCCQH/rKa/lHt7sB0e94eqag6qcvx4nncWD5F37htXKs5h3fPp7I9zx9lelnWv4Vc2MeQbmdMNRY5wngof6/2qLRTPI5/kXQJbhyTkfqhmWu0ugWXa87G/P4c7L/DQCb7xcx+LP/+qquiPlWm+iXq/rmPPf13GatWdj4zcyX+4obneWRUZOuJUv19YQs8OO+FesU+ywqmuxISgDQmXW9KeBqEIhcT30FDk0+pp23eNYAVmlWpbLZCL9SgVWyVPUk3sZqCc1HJg9k8zXrGAb31qknIw2m7diUAJmHTwDIGiicWG+wK3tatzlzlMSJsOE4lsshkNZmTXqcaufIzJCZDSRCBsd4YErkmjR4wyWZzqH1iUmrMoeAyOZYdsU7ke2sdBtNUpyGvAvuBj7IJjWzwgsrGb82Ots//NCRz75+Ib8wP9l/ccErAGGhAPjU2Sj1Tj9zM5U/9Pd+YS84m/bjT4xm8juevRSPEqEdg78CAC0ffOQRNDsqpyTj+UKB+WNaeMFJrejnbN4vYy7jJixcUVNOaKBqK8qpSLZV3BafQxf3plRJUgHX1NLcKuSf5554PCgBjuD5Ul9zsgjkpkG6k0eW1V4Lj7PI+3e+ZoFnOSSt9n0CBVWH0Ek8rLNN0aJqvzzb3U0zK/ajx7Yu9cezQBtWPVaR2rmK98WzhQFV05LBEsAqWQqGUD2bGvTlqhhi0EYFwPjHOAUPQwV/np96tntliuIRO18NXW1e0DSqEj2swK7sqc/GzBlfA6h6TJ/DcsGBxXgYlw/aBeRxoljsAVcNH22ThuVV3T4bhlc1W8ZhlXOKxgzdMOoMW+WT2nlv1ioAMt1sNGCQmwAf7z5e1fhVD2lcdchnfs/Hn8r3f/tH5Z2TdU7W+F4v50v5Mz/7nnzuK68Pub1kbWClzbz2cM4e9AIH/MgJA7kceHLaDNU54Auq/QmbVLJ6m9DRnAwXeNgsTV36nFNqCujchMF+j5iHap2m7SUaIZ8QYLUZmXXsHV7PfK0gsGNdAqxV790GmslrEuWOHb+bOaKS6fHQ4tjv1BytiaFvZAPn6jGHHlYor+ox36KZz/b9QG6nocwpB0wZK8CqyVKAUH0ZpapadX+UmMlSkIgb87iTfXXiCv/gaLNjfY7g9Xs6dB46DTdBQgTStglcuqay2YAaoT5e1e0WQwANcEjZ+/FPdptn2WQeng7MaWoTBut93Y1jmvDdWd6B7Sl21RR6BDLqyHpuQ1fhLPIt+xp8D5mHTSiRI/7Lwqsay+CNP5D//uXbcpejcVVe+f2uTzwX+FifDGndlBzfmC3lP/2Zr8uPvpu9YdXmXc7dQH73i/flqWdyUdMGcaA2noSeuwGIC9xsbL+eDQcycOyqtTlnSIRs8Eu4nlm2NGaud/1ijngmh1yLhgCHee2v6uuJj6EAaBo0hs4YXsh6daZqeZd1f+RyLNnEFbUvp8sH2sKyvqsr96FZ1fXMVAQ2a5j+Dewp1OqpOLM29jBFeBvkQ5XyMQb68urO3wocHuOdmvJMMIvbSSBkrG5brx6AVXLpSBknqI6awTblOxrxHoBjTSlRYbF/MvbkgtLl49hdI+Zk20tQWvlk5MnYqzuETr6RHlZolrMtL09ueuioZ0DVJgTUOEyAH4DVkXZrsnO2OWdDV7TZ15EPUzXzG1C1cfFiAzwjMmG9okS7OQ04Ql2r4Fs1dBt2rEogDqTPjsi3avjjTTZmVJOTaZKqBlYBVf/Ipz8iV1tA1XenC/nBL31N/to3rjO977aL9gGryuUcPGYcNmEjGDeKG7kiV14zaZAKTUrBH8eVZueeI2dHapwCsOoHjsnGtCFFYkaJ/24BVZsQBKboG+AGh8l21UoKRykBnOOAYoZXlWxM/6jVbgVdVGU/h1YDCoBl0ETNDfWMC/DwMRxs4ntWNj17b3wsvlWgitd3S5ktpbE+ea/wKrsglPtpIJP57grbB2CVgFHLmxq6uFUmpww3jkuVG5FJz/uG5hQVcPWM0uUM39C3S8isezqEMuG4X075/2OJip2peDbYELKJJ6uuaQE1mOrZKOZbtXO2DgCF6nuUj/ZIojG8qgY8tGNdAlpZobyq/O9HmqAdkwJ/5SkG1rxXO7oqIRKy6zRDqmYBcbSlzRUVkM8niiqBVThVaVT10fEw9aX+8e1MfuBL78r/9eou30unXL0LWH3gVdWsgwYqbxDKqQff6upGtbBIOnMDQHAywsc0N615+oIgkCn88TntqjPC3/Eh+BwyVZuStJL2qugL4CogUM2q0woVOAa4iilNl4F8OLOgapqSsO/82q0f9a1ortayh9BwUF+xue95HEM0yQgncBnXuGhR/n/7YFd2Th7nPpT5IpTbKQeluzXC+cwP/5AWqlhC9XRBPTSrOo5l7XyqgocnXuN4D5sgKtwBmXVPAciO8ELoDR2KKf+y1D+rrsnsLkKafzRUNpo95omckwbkHEN7jqCwOR5pKBOgBTiObABVt1Db5PiKbl5qQFVHDy3qDMbySJPEQxqD2JGUAFIBIINvtU4JxV3uWa/yIk9VAqv/1Xd+i/z6dy4TsmAV+ekPJ/JHf/orBzWqStO9bcAqh4BKOxJVVjTVrjTmcR059eQoMU+T7dlwZsK/LzKqKcMOveEfIEfew4omy7KsdyNGBhyDfq7pI84es82s0mcKn1hnJ3OSVV5NltauUqaD2O/rt4HAWdx8y8IvG/599ssm5qkz8mm653nkeq7jTaeLQN7c7wcO63iXpj1jGQRyc5/erGrzXZ1//Uc+G9ItzoI/6dMIMTYGn3ezUYtShIA/jrw4HRwte6yW78z5kHgxoc8OdAlXR+hmjj1NlYvNLhKr02f4xlzlRCIAaOrQLAXKB0fpnH5Nfe+63st1AjknI7xmgCzOVG2u5tQ1A+vPQR6EpYZXlSzwZgKrceny2cAVz5pWqrKwiT/3PMMJWdMgU5WKpUP0ZhK48j++eks+WKZnlR76Cd/x9Ez+81/1Cfmm0+R9f+ZmKn/o7/1CaaAq7/jWYCG/6/kHcuqupyOwTrGRj//XpgKrfIMbilwNaHxht6drcUe0WScjnKzeOgCyIDB60+RszENts+jvlFYj4lUteq+6fm/4Vo9XqVPXdx76nLrAVfbjb6YA8pYIanOu2He+mfryasJR4HESH/Lpj4lcoZOgebAmBLTivfN9ZaGrnVAP2ocVZ61iTu/fLPdmYxb6lhb/+BrO2YyYjvM7P/fZ0C78ydlWc494VRu7iY84Ic9Hnjw9sQt+ms0SQJO1Cr9WXUO7vz5kKdT33Lq+r8hzTLOqUIKIbqzIvar+LevY6cjV0ly7TU2EcJoBdDFytcNnHUM3Y5ZXNVXUhv+xOc2q9ukDzayouLB8q+mSgsJm7LqVZwGR06LNFbGrAwOdWejKX3j1lry3KBdY/T2ffCHf/+0fkdMNB/NyvpQ/8cV35X99rxin6qbkPzJcyO98/oGcOI8bdtarBRmrerbe/LWc9x1FjdBiGqTmv/U+b1Hm3x2lAzinkV6F8xnHOYCHB5pVmR/duHsRA0IBoHbVuLfb/kLardvyrW4VUNXNrFijbue+cvLasS4B8Ap4Vb9xF9MjtMeyeFOWeezL+sukZiMf/E4la5buqUJ5c0eWs2m0aMejBFjBJ9NQ7ufZecCd7/vsX7R6nKJFyjfWhlU/pGzZkScnrlySpmDHmgRwEWTVvRjVw7eKMWnpVwuAw/pVxciFLPC2OB3NHjsBPIwXG7voGL1hBk1mlPLRViwWC6rutlbK/9tEjwDwQBANpcSxugrX7//yPZHsOv4Z2yrXwCJCloN5VTe/5C+9fiH/eDbO94F7rv6Dv+Qd+X2/6O1EZ9y/+fJWPvOFL5f6LG72i0+m8tuevXy4r3I5A6rGjSfLnYLS3//RL4uMHUdo2MSZYCteuyJpbN6WOcXfnAKuApBVAa4qHUsoCz84+LCiJnEc5THEgFAAPPYeOMprHPRQpYly2VPUS9Vy0Mse4UfIx62IxgY3PFkGcjO3vKppfm22DBVUZf/ZRq8PpEpGuJZdNLRHwBFM6uGRLFUmHix3Rdcu99NQrqda69ZK3aliXuLqOnBAKADyJB5YYHXLjJhS5fbo2Mh15MWZZ7nrUuYTN0Q36hcnXuUAEMHiwrc94JLTEDVHaWETB9b6ixPPEqyn2VYYyMnQ0+zDktf7tactbLOq1JWKJUqbK4btOul/6GbuRRlA5caKVcRZNd+TkjhHxp6rhxcGWi1PSOZoy9Hy/zIA+b9xeyV/4/ayVBmlAauUgf53P/9S/vQ/+Hqpz+Jmv/riRn71hcmCVV5VqisiyZf+sIpvqBnhEXhoj9vXhY3mDxxHq5iQUZkLlzaBC6geiAH5iie6ZbdXiqxlEIE/LXv56HXjZlY0tLIjKQGTfVi+16EKkGZVtsI2KXPA1Jf3vmastoMCIM1yiHlCORm4SrtTZrzTDTuNmll5XmmRoPJcLwJ5fZ89G7Mbstz/FdpgOxC5vjdN4PLECRZY3ZAvQRcnqsqr2qIRp4q/c274Vu2Svz55mnk4MM2s2FNWAQKhM7MlQEcz+Q2Pqc5wqwI45zn1Oeb7bj77ZODIeAh4WH7A2KTvzP8ugfoa5VsFXM1/g52/UH8cgart8sglC2LL7QhAiaVj2v96nlriU0ICaad2rt4Sv6DSW5GdQOkyB6dlDvXHJQLyPzcby+ffPJdFiZziv/uTz+X7v/2jcrZCBXC7DOQH/9+vyQ9/9XWZ4pChE8r3Pn0lv+hkqvdVUJXmQ/p/lSv7Ul98y83YFEBhDHgY0yC17yuqkxTzCmfd5cBRkFVnuYSgMG5WZcGf5NyxpQIcmy0pPG330AaeXvnZY+2WyuPblw2uclBxPQ9Ud+xYlwCYz5tJIK8147D9w9VmVo7tT7JlKjVjvqSscBIIX5PlvLSYxaa44Ui/hcuZQDnnsMDqisA0+4dSZdCftkWhISVOImdDVzNX2/b6OfU29+WmBEw0a5Wuy2XLJw4aW9DgNLfsiv3AZEZx4kNXvfYZ1uPXn44oXbYdd9b1wSw6lJyej9zSm4KgMfP861oxlW3Jrx95VRUWaMlbJ18Tv0yPuDoayrRRSMgFcDUGgMr4BkBDbVZVkt7cBZ42sHq1HJTxenoPDkJpXvVr3rpQbjHAzv/9/Vv5/T/186U9I77R88FSG1edu0vl1odX9bFiqYW2FSUGoDM0awKYb1dOe+lTnHrDkUtz06hdSgnA6nwZ6P7BLllJcbOJnyxNJngLLSrxQaxbYxrj1qOqrXlK3ACxLL5VAI6bRaCcvNauNqLvUBRwfnXvi1/ioeZxlQ2aKOJB18536kQYyoSi8SBnFNcTXyZwh9oM4TVJ48Mms1DuZ4f5HAusrohTSyq1M25796nk0z099ZRv1S74Sa+Ew37rBL7V8sDVmFfVHqYm5U0v5SBwDF9xy4ceXAAe2mZWKTNJ50pHzobOCh9tsQkHVKVMmYxV68uSskQ2UAB0YZiOy5QQduN7ypwTJEIjohPXcBkXWbm0VDkUmWujs3LHX/3wmfz9yVm5NxWR735xLh89GcrXZwv5Wy/vSr8/N/ynTu/lNz0hC9Z0cvc743FCoaXY1YCNWCWia/VNiZcBV8lcLZSxqk05qR7Ix8XWauHleHl4igFVu5bJqzzhNTbGzSHyRlzKgVgRu2IvTqOqu4XlVU2b0Lt5KK8mvlZKdmbJiuBUbRKna5ZduFbnnhiOdevEIx48TDZU1d5MA7mbAhwedo9GOJgKXkKbjy9DuZuwlh8GBlpgNZoYNhss/mVvNiqY9723ZPP19tlAxhWU5u59eMMvwExivtUyNhrYHZghJU52JCWAY1osu5PBATB/OqKZlaUE2Jxtlmc2GVAmFMXHTOMYA6rakZSAdnLXBPCuBEVRM6uHYNrO+qoElOonylwttlENZBY4ldgVzat+9M3z1oH9AyeU73n6Sr51NNFsOv7pZqMLthVlB6I7gKtkrXbFY5TlIbCncw4FY4DsgHknq25mm1WlTgkxMtmGbWxWtU/HYr/MgeABarPv9p34O5mHhw7AeJpVdQ2QP1Qeq7+DV/WDezq5d2d/tRnzDAcGVjUrMv/Nrl6xjLTS64BmVuytyMS8nvqKeUX1GmWoZAfuESotAoDzssDm0wKrUR80FAznXWTT0iStwuDePjeZmXasSwDHcjV05GroaQlzkaGgqnJGFbxRkZdo6G+1pLJjmw24CU+GroyHNEKzc54AVx3RRlbwZhaRDmvaAdQ2DbWEcl9LM+TJOFSu6CJSLve9it3NdIIdajOrLn1XMams/lp5/VxXO8MeOuZRZl0Vx4Dz0JHPvnpL3l2MDn29xO+gAfjMt7yQX3Z1Kh8ufPlf3ruWP/sP3yvt/tzo48O5/I7n74un2apmLe+OXZlGXBDYnHqunCsNUhWzX+qU1HqzmCbq2cBVyolD5p6GTOwh7EhKAOBnjl11VjyhnA6qb4zbVt3CnrCrvAMgnmZVpsu9HasSwNV8cO/LzayboKp+axiI67oy9Aywamp18utRdzXHJCPk4lvVZlWhgqrQ1pi1zso01hHfN6Cq4XI+XC69B1ZjXlWTpdCtcT505dmY7DrrjhIAEJQJI1d53A7dp2pJpU+GS7f0pvjXGDoNfNOSTnAlNYYo/l7l3CHuXHmizazswrQu1VBLTuEeO7SZlTZk0i731rA2NfaRV/XwRb8cK6jmLuS2EEgDsNqRlABigSNcAaAcgR8HQr64MqsY/PnS5Ez+6odPxbS0KzZ+7duX8oO/4uPy0THF7GYQp/2Vdz+U/+Cnv1Ls5tGvYXH7TU/eyC89vddDwPAAAKCUF6nhJm4YyMXAldNDA54a3vGYj4Cz7gngag75AFoDAMEhb1er5OzRsHSyjEsqjzm71T6bQ3bTzKra57T17nn5VlmmAFU5sLB2tRFhh6KNqq5nZPLq7qqtapHpveldSaWgGd3+1kwCebjIWAbJc0OaKmcQDfry4b0vU1Pulu9xnb4aiizDqzqZg18cRgHwoKXf99m/2Gu/9cCr2kGlwWyuTly5OimemdlB8ehpD+DqIc2sLK/qdo1QHr8gFILqrg5tXDB0ZER5peNGjrirX5vnux4XezJXDR9t9hHzqnaBkiX7V2e7EslyTgFFQpfrDuOOyyvN4LMJqAdXYU2AqjG4mvWTASSr4FXdfD6cv597/UL+yfwk66ttve6//M5vkd/4zmXi7x/Ml/JHf/qr8pPv3xR+xidHM/ltz15KGNL8o+uZ0qHqztMHYL7XoX+q7pARDt+q7uN3gexR+iUb1TmAfGFN7N4N6FV616NMXvYT2iQuX8jTvYnf8kV5wNXruS+TRWCTVlJkCa/qy0mcydt9ZSPFgljw8cCr+9+cxykgH8DVfZQbYF3Xk0CbVVV8vp7n9RtxLUDqdI5sQt1jFR29zljtMqgaKwa4xrOxJ2Sv2gX/0VziQBi+VcDVPOWVJmsszlKwTn7TCbGJ1wyOju82WOxPR54MIwTInHLZoXtSFnuPZlbZM8Itr+p23VFQNcoCN7hqt/0O65ZyhHf7Mw9yFohEG8VlRJ7Rl1nAJrUeYf78/ER+5PULgRqgyPixX/1t8unLceIWgDV/6kvvyufffVPk9jJyQvktz17KNw2msoh8d9ftCoGNJJQnUNlYOHBNf0wOjyMXniOnroir6YfpOsxaj8pMAVXtsp+wQ2RyBzBGM+BCVtquH2v2mNJt2JEmgSxUG/Cqko3JPsKOdQnQBPi9W19mvjIn9WRA0UjWKpU6XaPAKmMKQ82UpwnjLno6bVY1wyeX8cxu3WNOgzx4VUuSTW+BVS1VDk2H3E6PkG7Ljjw79Wwzqy0TDR3Ak5EjlILtGugMl+CYyFIw3cptCPUgM+yJpkN+D+wq+mgFD0eWEiDNbhwnVN8DuJrFSrQhU6ed8eEfxzoF52xfuJw1M9MNlVLCjqQEkA9Zq0PtsbRdRsAaZDiTrVrn+ImbJ/K37y4Kbf7+3D/zKfnn3rpIvDZcq3/ii+/K//z1Dw/+JOT3Xee38usu3sjckBUffK+2/RBaiHMXGiTbDiR97hx5QjWKUmhtB1ZpVmU3qUkJ6kHOMtQy7r4NtIWYBxDIjvR1C97MbdJhrXp5v7CZqinKw2HO12+DiFqDC/qlY5iUhoPEPD379iy+BNAZ35Mmm9kikA8nQaerSLPIaPOa+ID05j4olcu5l8BqXFIJp0LXcVVVpDBUcOPp2FPDs2NdAjhsuMdoaLWvIdEjr2qsOVaesTRxUjSA69NmQ7PHBoCrMbhh9cHog7EP7CluZrXL73BIQVBtmX+SUtLDCppV9SyYNJmZIiNIe+1ISACPQ0Migz0nw2mT5WwoAOqOc8poZPV7PvlC/sinP6I86A9rjIj8jQ9u5ff+P18upBFQAPzWZx8IIGO3msDtFwvrNDjypefKmK7CtWvH/nc85hXYytBx5HLgKl/4WhZztGcgc4x/PXPJe6dFq05oAKIcfv0ccbfuPFy9fZLUNkoA/PDr2VK7cte9XrVB/q8mvryZGi7IfjoeqGyIB93uJ8QdoJBEyXGD09V1if34qzuaVVmr2hQrsdDthGZV5VbY9hJY7QMFwKYCYXQXI1eewrdqk4ASbosTZgLpCxoSbXFqrGcz26wqRTrGKVH2xV6jbxU8bFJPBo5yrophZ7MjkoBmHtJwZ2i6e6YNBQ7FlPjYsS4BQ4/g9DiDg47LTq6GMn3SIWzrTJumrGYqGEPCF9Os6lhZzh8sh/JDr1/Ijb/F8DNM1G//5mfymW95Id90OtLM0p/84Eb+zM++J1+fHp7b/sTz5bc+fSlPvFnvDitWRe5JqOAqZ4L26OJRMvEyBD0UtABayaQZzaGEUYxD01K7XCUNmAPA+0X3m1Xtc12UvJPEYhNX0yW1Ca6yZ7hZ+HI3t3zFCfBHRHkx37v3xQ/67KlNJOO6prmpHojalWtDXUKttIj5VgEO39wHMl30p4p0n29e/fv9LJDJrHzO2V4BqxoIUVLZM94fVaQQAmhHLkeePBlnK83No6BduBaHpHyrKRxJOCg2dn3owph3Lk2zKrLqyj31yfsex7yeAJqsVdOsqc/BT3IWHAm0NO585On+dFU6ChxGINAx56+pz+aQGWC1zwNKCcDVfdUEfZUR2XXQAjzKxxxwQR3Bfx5zlAGulvn+l54v3/f0A3nqzY1sekQBkNiwh2zCRC51I2a3qGl6hl1BmxCrCdligKr2EDApLWRCwyH2V3ZE3bptM6tUVdAoGU5IszVV2og3c793SRlZ7ITM+HdvlmZ/ZRM3dP9AEQsAq91rpey3lG8VPlpHbqeBXE+xq+7tIeLKmyw2lHYNGbxkq1ZRYds7YBUn1dtlPzQNZZ6OB3Ku2XV2bEoAUPWtEy/KAHrUFOVVpQFI0P3GMXm1QkFnbeLQb50CU73g0GIH52Fe2Xbjek6a8T2unI/WD3UADqEB6K1P3jHB2qwKeoTOdyvfreX4FwJp+FZ7jIPtFBIl3XQ0Rz7qj5WWpRnA4XuLoXz+zQv5sEDmahl+kEzV7336Ut4azB/Bnz4rlJaWhHIK36rniudYL7yqZ0iD1Qou2lPXUdCHw3Uqc+xYl4Cp5gpkastNHwRjACCTuWpHCgAUUUUBGL6e+hrr2LEuAfab37gnk5comWEr4gycGsoJlAD8H0X1pqh5Fn2+qYUorPqrd9BKwdCRV7e+mBzwXR9ZVADF5uCQbzffahK6DhqOyN19ec2qNt+hV8AqGw0NikrQo4MmsyE/UvDwbKD8dXasS4DMQzbwL1YAILIUCBiPVVLZ1DnSVlWho1xjdq9h3IrnOXJxYspyrb6say4SOR24SpugTeAADoutyU01jcLvRbwATV1sV33oVr5PaGTXacflnq/faXJCJDHfqmarHoFXddf8vfEH8qNvngsg6zHGR4YL+Z6nr+TKXTxwOR/jPZr4TAcOfs+VM69d2/biW1EzG/E6vS0cVroN5aI1VTlpo+i7FKVPKvr8Q/TSkCM8VgHOlraMO7HBdqBC2l7FxLxrA5UDo8Ui826a8R62mOqRzD68ZptS6WGx+WaAkduFyXTOOsxxUJEvj59UYAOsjUSLvQMyMHyp2wdr+WRxqHZklWgbr6PZENyhywKcs7Hstzcp3CeZGOA71BRUi5Tqq4g2rVaKGnvGp9zdmbdi37UN9Ir/or861BfEi8A+YaX8Xf2A2lK9g++l79DAq6Z6uxfAKpMWUMZd9+zVqyuZn4ZSAR6+deYp/6Ed6xJAJpdDV/8xKFOxmapJLWEp8OGcbdgm/pj6jDkp32oMzK/4nP+/vXdZkmRb0rTUbn6PiMzcp6prQrcwYsCAZsCon4LHgCmDGiDFkCkILUJRA0RaGMGD9Bh4AoRBc+qcfc7emRnhd7sgny6zCHc383Azc3N3u6wllbX32WluF12qutb6VfXXJOVpu/79zJGmzjp47QHu2ncncDEPXAWgs2ZV196zS78vuwQpqKofZh10Nr9sELXj8hmqlkp68C7W+pvqSs87uthsos2GsqxGfEgh+8npb1m3AtdkcVwKdNU9UB9+RlVfAqXFv18+y/+1mt+N25Rp/k8nb/JvFt9lrHOeyruO86w/4e3+ZWIKTH0OYZfUUTOizedcuvTSR3OYvHZcf4fLPtZk/yRCSOD9GHbilj9ssbq/1t/WPlymR/trBHGNLaTP1aYylqs3p84k88Ab+p5wmLsiS0q4ZgKvsaLq+vpu+x+4VKUXyMBkQJXlPpHvm9jS/JyToJOWvb/baL35qjRBHbh4H8Xy59dQ+ZztONqV6foMb+hyHcvI8yTg0GXVJqcmUGfpWVTjXs0KaDDA6o4VrmHhddWgiWYQRV2MPPk6vQ1i31XZZO+NfL6OXfHJHEvpI5o4jHZdLofvr3xjNlqRm1LNzAw8LX0/9jnm9BRpJ+r6G2kDmqTg54FKQgAAIABJREFUakWFymKY1+iyZljUf33levahInlPeSn/EQpIlb+88Mo6UFr2zGuebTJTTDT5s6Hy0bL3Zhf7K8XWgp8bueFyjiVYD5XImEvuzS75EeC/Rpvy08HdCHIRtHAvdU1JRVZPxTJ519PPP4dj+ferb/Ijvm326ou7l38z+6v8rb99FxYNiajYsXvBA/1JTIB0H172rWb9aGCQtdbIjRp4lwu3oGHVfh8LLdieLHpYKC32yVSjIB47jARY5gFVX2nI1Kyr74GIE1mHIn9dRbKPWLOyzN4efFrTn0DQQjtOAyJaA1PqiNVefqxthvypqikN1D6R11UkSQp5jX0alndksW3adi7cj8aU9EZpun+D81/+7//Hg11+9ZyNQ1ll0a+z8kvLHdQE650i7jzV93ucm7BRrJ61WpvXIv006BhCrL7muDjnJe57iQcTN+Q7Il9G8K0WHWKzMo76Diu8RpD1sITch2SFAiVEdnQJXz0duTIJcEpVf93v63GoAM6GbN6OIwlkgI4rMp8Y27IA4rGOGNvyZGS5Wo5VJ20gWH/l6KctKtilHIfG5xDQGQUGLr43aFxWwrzz/7Ofy/+5eZFlDCzT3Ji7ofznkx/yHwfLk0Z5JqA88ZwUAGJPONyDahbg0cNYaCpPGoJNm5vMR95JWcMS2dCQKQT4ATwUmUH4bPc8uZnRSi/f7AeteERWABxbePzi1vrhh5iXI7INE/l9HcsqTcxAXywX7fnZwKZsY1yTlPC6ieTPyzBNULCe5lBrwiiR12Uk/DMbgIZjSt7tWasIyNGgxSSg+Wtz+x/nv/i3/1vts/9H5kU996wcK1dmP116MpkbzzNPnma+Xe1PhJVwEIO/xYZT84AjmYX7WCa+I1/mppnVx6htMpfUtdLfZ29U922Ofl+j8RRdGV+mvpKIs5O2S5yZPsANooZdycippHTXXJzGtijfweUsJp7MUnD1mtv28bdEmCcjsp6tVWXzS7fp67io+qgpmc/hsEomvOgGcUT2GFzGHfDKv0Zj+b83L/LP4bg2RYArifydv5X/bPJD/sb7yFA9nPEszBU4jgJkyn044GB7lkGva9V7END6m8N93n5PJu8Hh7yChyNXRqSv2nEkAU1GcB1Z+IaPdshjFyXycxtrQy+nxt66z7ID8/m+juUnmbzphxIYxBUX0fz0WRZVvo094ZAzD1mvVrtY/rIMtVmyoQ6161WmQ1SdLNeRbPd5RIC9DgDixUqmKgrZk2vRIKgxm9wvO//6f/x3dXGZzoiV0rhvi0Amk6Ev9wdbRrJGAVUvkbF1Zpabe1EMLdpHEoUm0vwy87Xbu83MPJYxjoONEOCqNpXpwCG+OS0pvhPZ2NoZl/+za/7JwcuRTRiZbuXw1rkiT1Nfs57t/iivT9gWsmEzPeSs3iSJJRLHZoCfcV4s4WTVZUs5fhnbIuCldCQdGczxn8Kx/L/7mUAXsEx8gZe1aPhOInMn1DL/fxWs5F/4W/FK1gcYAIjsQ7IUhuukOagCGuKPbWz9WMsAegiQbncfdsUVZLACHr6MDDebXeNP5MYh1XVkRrnXQAd6o6CqNh2yI5OAoXFK5OfGyEexsRM1waZ0v2PFVrzu0USPUtMBhi4IHAOqrpSw2GrIoYIo6LyJZb05T48A/z77wQFvec56FfaBUNk0lcgyCGAVadL962+/BOINeMF/X+DI/EmzFOz6VSCBKJb9DlDVDBzRLwsLAJ3TFQ7wTxNPbWzIg+x7SpwOqjCGLI7jb+egSrlyhqqmf0uUEHCVf9qRP6QGvquN0IYIAL2XKkOtYWk1CszDMF6SAa7NFU+uAADSJnpaTdBd+wJwXccmRXDqRqUB1PP+xMAdIwWAdIUfVOZLZlcZr6ql1jjxu2kV3XoHPUIeGtOyZap1xpYSoMjG2AXOoNsoaDLY5zXeaEoiPwA4tBKwz19b/dsQx3KXyPctzbzOC4d1yxbqFMtXg4LY1aDQMUNx9NdlqNQa1q7yurGhWdUmks/YBdGdwDazOuu4dL/suxp0vxa4HwSwmhHuw1v37dkXd8hemxJ3utzbpkPFBkYm7w7iZ7qum8MoUVZKK7/NLQBUJDTsaz72ZDE+pUyovvnq6i9Y7ClPCSObxZKbw5RXNd/B03hmsjKfpgDz3QV/bqW3uCDI5wHIhjYyAAhQ1YI/xbMPrypZh+eaClGtMx1Rmjs8/fkMWNWcHzgzXcdUWwzooEoGOKliazoq679av3uoK0hjtYlSztlzAEcis8CVOU0Y7chJAKk8B672KRjOMF3u33aJhFAAdDiYdYs528WmWdX6wtnTSRJN0rAVgsWzgFyGVcWUyF/TZlWGB9yOQwns9rEs17GEJRq006qcrFVAROue8npEVq9WMl0Jrg4CWM3EB/jxMvfkae4PkmtCObWiREFVG/UpcM4c4OGpOxNNpVnTy8zyHp5KzhxSHQVW6bA3pEOqAu+Jiajusq7KgzpMXN7k4GugRyCjt2gowDHyFFy1Z/y8hOBFIiuc4M6Q5KN2pZnONvWnyG72USKbKNHGVeeGZikERn8IEVr2w2NJOU6inJCe2UkPYsCnCq+qrazI72SwJXhV4cZMPq3zx5ZEnkeujAkI2jU/ZztgznPfUCYMYRCn+H193DhmCN996Ru1l4o48pdlpMGcj1rA87/EGwMeWnC1WEYsVxQIZi0qL81BN//ebGxoVvXbOtTzlR0fElA8JxZ5XUe6npcd8K0CrtrGwXmJaTWKNrMCgq4/BgWsIiYOqV8p6x4Pj8iXLMyQxjE26pOzGDbUZPICrH52SKXhDgDQwKveC0WkjQsmnkyCYXV2UFA1+mhwUd8d9+uXLExgYhxSPzEr/Wg20bOxK/OJd9WC1i8JfnwNtgX4TAbiEAabRpi0aFhlR14CiIVDahnMGTCejaJpDDIM/SmvM4k2sSLzEMn0OSiYZYCT4bzHuOw4lkCaeEA39zJ2peuWkyglgGYA2ZGTAHyrU6//AJk2ZFpFug+0K9aJWYnIb5tY3uBVLSkczmMka3iejVkUuRW8jQFXddXqqeeBWi2WX99Cpdaw43S5SuRtZZpVlV2vsjuwXim4yn8YUrZGCSUCUh375k9d2xocsIpcA9+Rb0+BjAZUXgmYqsBh2ZWthAL25RLMB0A15LSh3SmLFyoOJmS2kLU6Txuh9XVJqzO3LH1k1T1PTDOrIQwADhZ/a1YFs032Two6l9EFgB+4eodY9l5WPrORyertNQAE+UriyC4+T8RfRl69vQZQFS7nCqAz+kI1wZC7Cp/VhyTR9Qq+Vcfpb+ZqEsPFe1BZ0dsDeT3LZ3+3hqeuUkeqRLl6n8bDycysIl12gQCrkx7zrbLvNbyq5QJdVeTXh2uhR/htHQkZvZVGYoBDk5lpx6kE2AearN5+SidOYvnnn6FyyFcFDvuuLcz4Ep+z/ZxX9Zwc+L3vmio4O04kkPqdqe8ZvtUa5jVIYBXwbDp25WXhi++nWRw1hNcFhWSzyBdGNLiw6E/xlJFtCOhc8qAKMP8yNQBQT9WmlmpnMcVp4MrL1E8DYf2VEKXtZChcysasJcyO/4hZRy6mpLL8xwBwfJ37g8nMLC8ZE1imIch0TEZ4v+1qn9gM8CLdMFzOgGNxJXAdE2STiO6YOHx/9aeKTWXXkmc291wNuvdVMnEUyzYUKbnNqSPGTv4GTkfsgwYgcKTXUQBA+ZlPFVwnRXCzlybzkHVr7jsS9LDbO3pDNt33DTxQffUc9dQDq4IT849vhh6hDpczEqWiwFYIFs+BAVdNdm8tx1Vvam/7q/TA8CvNquC6rnB+uO2LtePuSpEVirxdSTuCzsApSvYqttrnZI06M+dTyZQmslT9/TCB1VRKi6knz30/xCcibKgtr+qZhQkOvx1RH8OZVXZQWvll7otvS1XeRZatfzjsaeDJYtLfbuZ8KxyH/LHr/rHVYEdshgB/qm6KTLMmV17gwa5ikGUNt+PXIR8oAfoaaVa7IrPOGlWhppIBrqVfFY9RnFXQHYDDcUAJmDWuQwEjUfwN4BgVYP06ZCQSx47ysLHPsfjPiWnpQTWRDd111Cyq2wa/WAR0FaYRWscXmQZfH2AVXxUQ1PEcPcT3RTxmDyjy24osZ7tgnaoNa/iv8KpmPT1qTrzJrus/nURds2PdMo1fawq47oNv9jtoIxL59W2vvSv6813NCIw1/Ocy0jXrKq+TVudONCDYF91pRsZ6l0RMJRPgasXbDhpYRZmeZmnTlJ4qFs2qlFf1KgusqFUduVwBoF0kkbYaLL/he+8oPHLly4xGaNb1Hx9SiaK6782sOqIOlV4zA1Xtun8CqqYHqTK8qucErs2sxp48T4fF1VtWAQlczCaUnvarm3nGq8pm2i5XeW1gmdpSXXFFyiFypQkj/FpVN4tl9bPL15H9g9sxnJl9kJDRFzJcKpfidnkiy7473PpRLJsaPHVHj0hMRjjgKlUFOvqgPmXleOm6RLTJF+BqX1iiqMj5volkd6HL/SXR9PHvWaK+b2P5uY4lbsAOFDzsESjf9JxzBv3geW5A4E2/YIX77aJY/vhjp0ELuw88PVmL/HyLNWmlKUyHc8TYt42Di1QUSxp79I2pZlODBlaxWqgAyI7ioNq3ULNpVkXnOOueTo1GQdV9ZDhna4qHQxjRjJd59YhGhXWms5cSRVW+1Yxuo7Nf8vHi2olRGzLZrsrnFiI4Z689xBP0yug2eqA2jX8C3Fo0+uoLvxYuOCJzzIKqhbqCbHaRaElltS3e8e0+goKmAWP5cGLjKtzKGwLpQ70/8VLOzI6nH7JWhVEsNKy6TnNaOV1XvRQFkHEshqdO94DXWJZ5FXSHRmhD4ZivMgHmkOrIrON8q6gK+vK6jWWFU25Ab6rIse3XIh94Vf+imbzNvC26k4GrzdyxX3f54Fttxo89RjqG/un/+7GTDclg1q5OpgEO8Fi5VZsCVTNtIRFq7LmWEqBA8fE988BLs8LLWcawgVWT7asdc78+BQoA9cWWNfuH0i9bU1loCU6cyJ5N0RULPz+la+WXqS/zsSXXKgKvfc9VzszeAEBpsyqbpJBb89V1arMqwLEr7Cq7MxvpX56CSgtauWWvH1dBB0D2YR/KlimltLyqxXqJKW21k7sxqmvgHy0DJ6BMQ5mA7DG7bh1KnX0TAqbZDlTGXeeug1efjDpTqnyN5vTDZ57O9XYHr2q2WDUhn0R1ZwHdhjWtnNIgEuTT5WZWgD80qvq5jRUIakJr+mRd21jkz280q2pgE3ggGORMtrNtwHhGW6D6Iau3o8FA1qjvq1D+ugrTD7SWdTjTlP5/fwsbOVsVaRCZmYZSwo7jfYLhMV6MyieyDB5YzQ4qk7Er356DznNN6MGAsxPZLdSqNLu29cLi4H3a70LN5L0+YycRwMNfnnwlgna4uR0fElC+VdeUdaecLt0Uj5lX+A0BVe0sH88iah9JogBQk/vpke/Il3lgmxecMRpsK+AQ39HNNJaEF+YQRlamHXkJ0KxKuZwbFA+3omRZ+VY7qzu30xbWccAfOr538qBK8zeCx+wDq3bjvp1Y23NnMsD3lFQ2DTgbrt6p72rDJo1j2LPq0byTvwIlALbVtZEFuX5sbTPg07lDzwlS/LaOZaklS83PL3e0fKvnrYalHEoSs2Y1L/9b2Su4xdsukj+/7iW2DvNEzIlEkRhe1RsmyqEyE788eHgrXWjrfQlacN4qs1+2wGo6i5SezsaefHnKupm3dXo/fy8tVY4pc282Xbyb0si/NUtNuAVUbe6LtMQpcOTbYiSe2+Dpt7lXfNidTOmpI08T32TXPexNrnuwdmLUhkyW//FQkhpHcAzQTPnOLdb9+dgTGg128Bx2ndKV+LVmAI2999LTroFAWBPAD6Cq9Zz5CYcagWBFk6Bq9hQ20mQ9E7y4PsBYQlk7dAnaCAAEuGq4/bpRzZQF1jEmyv9tbL1I6UyzKm3mdSOnQ+LPzHdk2qMquCbNF8q6uZ/SbTR54xveC1UhwEWmquVVzQuavd+PTSyAzjcyK30oZwioNrp6lrihiuqtu9fMij1OLP/8cy8EkbsECN96Lrl/HMeyXKfNFW/8QM7qgKtqW9bAjqUNT7jvHjSoPC8gC6ymosOc2UDDtzonu66rSsWGehvd5CB2Y5u+z+3hf9zHjU8vh1QAoC+Wb7VwHh0xlACGb7V7g+yfDdmY3Xv1m74xwCpg3jqMJboRPya29TxNgfkuKs9NZ8CUxk1HKWdmx7IPAVTJVr3lQezG4r/Z7QF9smDFrdQe2yUoaA6qt3rKzUR0sxtnGqlZCp7pSN2FoEWiEWNHM1tMlrOd01MlUXoEgoA3XszJHHuiosD2YMzZqYJjriOLDu0HwXxet5Gs9rZk6XRCWb/fdrFmq94iuH76PCoKRpZr4+z6R0l3mcy6my2gpW/MOhXLr2+RLMEtqF+y9ETv0iOgvt5EsoJXtbRMa16YYtpU3mpzU7t1OBIkQWtSw8ha1QaVnwjIAqsnOohD+sPLSHzf/EUXNtO8p2YqUI4L+HOPla2m7T7yZ8qruoVs/jYDP/TtyVfOXptddyxjDnjY1rc5AFDXyMcSWZPdArOGXWxOJpZSUxrr3BYco6Lgy8xXEMiOvAQAxgBXkVNXBpxaysfblRe+83uu9rH6nFsO5QmnWVPgamBZKUbtjvpI5IGbyMzvBpcx+8A4EvXHt8rGvKU+3vTeKHtiMn9Ys26fPZEoePg149/vjmu+6TRkN+8S36oCh9tYwcNbVA/cReC3eogjCjb/vorNPvBOeu47jqWI+mROTbCUBb295y2SMX5fh/K78qreSXFuZQeN3lcXK9ntRV6XkdkH3ks8ialk6lKlTqOiv3AzL6U3RD7nhgVWCySDUv3hC3yrHTpkKKgaS0g2pj0Y5WbVoZT7Dpm86Mwvi0DGROLv5Qjv6VVqPsuAJ47MAlcWE8DVbgiH96bsS4n473EWqynfR/1MI6rawfP2A7/8NPW0dNmOYwkgkVHgdoYzEwCIZlU2BlisyfRV3JFSdw/DolpHm1mZLAWbuXpiW47I2KXhTna4aaP/MYrCAYwSd2tXJ3alTYYAVRPN5r2PWcG3arhEn0Z2P3jq6Uy1i8hCD/H3ww3q7B0IcgGqhrfLy6jzWo//jcM6JfL7ymTy3gtU1dNEYvpbdOQocfe5Agfwtfi2jeuVSQb7uYnkt1WUBrruLqIWPzBRKp/lOtZ/3vvwqecJz9VzusWT8nsJMnonPoGdYtuywGqBabHYT8eeZh86HfHaZKlaXtViP4nqh7tQM3lvvcgAMU18V74tfD2stnNJe+x6AmUCf7pQqvLOcfhYkbXu6eg1yz2g6j07TsPTC9/qZ9HC1gnrTi/EUkUzIgDWtnqejAOSakrbrKpYMeDFhHNMkxTugwApwPEOrtpV631iMvFT+QVDVEDyTwszgAwFgGmuGMeap2THgQSwo10YyT6Uu2fyojKzkaOcq3bkJUBx4CJoJ9+q5VX9XGNZw39f03jIrFf3HhmlhE1iyUteq1HI6m3lOTTR0v+/riLlkLfjWAJk8gKqbnePsCrzLhoU9AAP25vx/BC90SCtowk+gKtF/PvOv/4f/h1okx0nEkAkLwtf5hNP99FtRe3fKQB0Q20dVE6RE5GYQ+qdW+MCHD4DAFl+raMpMYu94cwcBylJdgu9D++JPZGtapMU8hOEf4Rz1pRU3m9kXMZkPdvNdF7uRFANZ2Y7S5e1VJkmIJYCoNBoyAAnO+oR5abvzayUP6q9mS738zbHT3IlUQAo8zut2hNCq5E1q7qvS37UdJR8ruHvUY703ePoEQh6vYwcpQaw563jqQP0Zp9M5ir7ijYdRwkafwfgsE1Lj/fxTFriyPdNLK/bWBu7PmoouNpK8PBREjl+LntC6H7MeLR1GUXZhbH8ZRnKUoHDR79TO+aJt9BaCvaAm1jWNIF7oF3xPugOXMaArIb/1s7VoSVpMyuM60Qszn/y3/+vyWRqD6mnpoU+sweCb3WsZTztVKgkTiQG/NFGBVbxD+dRs+qiREJqVe4+EnmZBbKY2FKVQ9Fn6wTAz9PE0y57bRxsqNlMU1LpAs630/wfJjoI55HPI/wiiz3A6izjrnuYFNr5YDIPTTOr9ikt9r+N7kMd0c7Z+fyt4HImWPGImcsyXKAE8FpcQviIeTXrVqKZ8jTc0SNqi/aE7P/IVn3wOewRU/PpM03GdyLLDXzFae35g97ScxL5NjaJGnbkJTDxHJm1DCADOFSqI2tYRxOGp1ntRX7fREoF8OhBiobiG49YOB/98SWez7plEg8fLKDErFF/ftvL64ZmVS14pxLyu98liWy2sQKrt26uWPab0B1oAVRzrIEdiQ2pgGFA/Xg4nH/13/1TMpsHMhrZLmBFika677fnQHxtXlBWFe90XdqsCm5VOwokECcS7SB+vj8AxPKBQ3qZ+TIdty8S/2h9YUGFMuFpYigT2jQAVemovGfD2K5Xe7iYOKhS/kW2qmbLP8gpBr6rGeGWbzWvElkGx6RFzazQFWyezBZLAZCfM6SDvyHr8NGDBmhQblBGaMexBAz3mCjfahu6FyexCVJsd/hjksjsnB0dcOBVJaMuuhtd8XmTSaCJcuQpbW56Tz7KLtgxmjv3DSfto7XY0Bwl8rqNWgNwtGkO97HIr8tQ6AX86BWLxAcGwCFr16N1p03zlL0LywKBdhNrf5yE2Af+tgrl5yZrINhGaT3unQyvKpQ1j7aqDxkQQKbSgmQoO/ISwK7oHXO4X3b+5T/8U+J6jizmvoKHD7S5Vs4Z6j0fu0oLAFG2jsf5pXcZ6UE1Mg2rbDS1AFzgAL+PlFf1kQPgB3CV8twWqM0jRZF7NvIgs47sw7bwrWJL9+hy36qJKPkyzBdJP/A/Ptis1JbgEn2ZtTMzs6RIb3YZG2jAZ+yrDUPtigaCdrEqnA5ioxtOqy0ZmvUMoailBCjcXJBZZ8SDgB63ssdxbOhqbEnFyTyZrO/9vn2ZvPPAkamfgRwtMfiWvAYx9jnNrB7ImKABwFi0W7ltVpVXDFapX99iWac84I9Wncz78s8P8PDRb9W+53PG+sjqvfeaZc7h8KpCAbDTA8S936F9c/LxRlA5iryuIl2zHota5OWE7gCs+qa7qR0nEiCJbg61YSobBVa5Jghcmc19JTq240QCKSfk08wTQOiHDzITOKRSotKes9jDxZK9ADNEI69786oWCoCmFwoA+RK0A+NozTzxIjjsDFxtgWUZUDU0PJB2HEsATIwN0b15Vc/NA4sYZRhf5v4jsY3WqklmW0ELmqYAqMKrakfBQTXJmsC1Y89KJh2+GNsiMGhDgqd+MNHMqIUvYnpZPSaTQ4MVIetV/FBwt402TcdwSinfeerasLlIBcWrPI0oIbSWVaQ7ZEcRuHjEspWtUDTVUfDHLllHU4Q4aFalmbwtNHwCymSOtZAFqRXSYqkyjV/v7RBNFeAff+41MeP+z2+F+D95iURel5Gh82mpz8GulBJAY8n31p+2z59opcUsTWR5B1Z57fHEk+nU002jHccSQKleFp7MlI/2sfIBVI0g4rcH1byaOiJJCqq2wUEp4TNdTye+gquO8xj+vDbbs3Jmjj2ZQEdy9wU/k4yJGMIXZbPqCs1KDxom0tyege5QUUCTQTvyEmDd0gaMD9oMZc2qsCm7XBWDqtvIcKS3bfBG8BgHDwIO2yaP0/ehwGvqkSV1b2DV0LBEEdUDbZfSg94vSZSnrq0+B9AQcBUQEd/cPut/0LwBuSQiYzLmvfsDZOgLzZhWO8sDXqQBm1DkT8u9RC3msQC+ADx87Cn9cfZz6clkrZri2/sBrKxXf/y5U3qNtvrkS3K7zd8bz7/eGF7VtsuG88SEToPWuHLqwDpOIysNmGYZq2pmZNfRrdt2XM4JDfVHYM8L35RXPkqxyFIAOGzhQew2jqfiXeFVTSkAHg2Af0B2idJIAB4+TVrI1VtRxLe4nDKDl+nj+Faxb9NVuX1lGLeQd9V7Ihcizm1c+NkkvsyDHIF41W/s4/VZedzsQXQbyldsQdVC1cp8DsGKR20nPtN53o/ABRUXlrsuLylWirHLQcPRzNV7pc1rsCJJZLc31Cx2nEiAxpO7WNerx23UL1mWAQ8XcLPdG5fvgMIgEppZ8edevjHjVf1BUx1rV0daktEj/Okt0sqTtouHwlKTmWnHqQTMntBw0pqai1uPRH5bhvL7OrLr1elSJSZA+vMNLue2W5VZTX2XSqZ76M2t9bL5+yOV+cg7BlZ5DFQAE8BV23E5t7CgVGTVfVn4ouWVD8hcjeHTsryqhRZBpDvcRZK00EHhMgPPka9zXyaBXfCLFns4Ib/M/Ifwre6iWKA4tBvqg5lJe1Ox4AP+tDWWoxtFz5Fvi8AeUs/sFSjr1ozwO65ZSlejf5rfwPThjgA/ZKtqD7gWfxB8q3CEG3L+Nr/pfYWYVaMA/lAGpjzhNxaPcusnos0t8MvthOTvOw/HG/VEZbN95yu+8YRc8am8GVmZs9H9MzOveO27/RRwTMHVOwBkLFH4Y8AfZda421d240Hs/f6yjGTZkcU8Aw9tA8Zi/WKpYl2/ddiC9Yrs7z+9kuXc1kDX42yQAOmP10grlrqyTca2Rp7XuqbTj5vF4yfjc44yVrO/9gNHZmSPwc5vx5EEcEizsSdfnvy7USZo922GAodpN247L7l5CYk0txBUPXxRAI5vT74hEbdz+C4BXXId012Pbu9m3F5CWlKpFACWVzWnjuk+aJtm8rZZXXWx9135urB8q0XzZIKCnuHMvAO4qnaVNqzqyobxnvqNz4FrrOXL1btI0Bv+mCaDt/fL95yLa5/lSCJT31UO9VseVA2omkgYUT1g56Bo3kg62LBHvnZS7/H7JFEuSPY8s0d2a7rHt9Z8BjkI2NatxUNFzo9NLOx17PiQAJbEGvVzm8h3zleG1qSDAAAgAElEQVQd8v0mu84GLc7ps1Im6FHrdmv6PorlP3zfadKKHYcSMH5GeVW7sl4dvL6eJ/zHUYy1XZcKgVVeejRyZU5TkDtEC9supNP3U16/qScvdC+409AN9Ta2GXXn5E2ncg6qcXIX4KDutGvDncCVXwDm696kp79jqeHgDrCqHalvvInTg6o4rehy38YpBSTYhHFrmlWVkdFi4iqf8R2wwzKv06prAFTn49tHmg2vKrQaok3g+N/3AHNbJexPXoYsBROsuLWHa0YiJujFRhrw0HBCduPNm/n+S3dhFYErE36tm1bIKahqKGss/JOfFeixyFSltPLGW4dLKlHy780sakdh35S9t5i6suQ3NX/ZyBGZ+2nTlOZvr8AhvKpvu7gbanMDGZy7JRq62ify64qkFemcfnKKMJmZdhRJAIof39WTV+MCoqLi17ed2lZHHHLjMjhrV4nIZhfJ2yprAdcxDU2gkoAGyeiN3d8fz/RZYJXN82jsyUwb7txN3zrzIJz1l3kg08ntUw/1oKoUAHY7faQgWkPpCB1g99uoOx0AHFHw8IWGO9a2cjYPuAplAryrtxxYkx7EbPPXYzGnbgYuLeXT6pDbYYH/MvM0eGHXrbz1sG5NRxln5m2cD+vVzvKqFrou9TmAqmnp121m4DZek400PPPwhXfpvW8jjY+7Zu5x5FK6bIKDTR40TMWSqazYh6JNFu0EnMxqDKhqeMC7OIgj08zK8kLmZ0+rUVLwuWm/A6i62sfymjYDbvr+XdTF7J11rYoS+esq1n92cgAAOY5WE9hC9OIZ1KzehhPo4jiW7+tI/rqiu6K1qlPJ7/ex/Fx2n3N2pMFke9Y6nd+zwCoXQm48mXjKuWpHXgKUnn57hm/1duCqZtXRqZz0lo6ubbfUHUDVkA6eXampTIXBOvZtAd+qdUqn+oGaY1uGb/VW5ZWJ7ELpBBH/Le2n6N5wFRNH7VKp8uF3sFF8mftaumxH0brlKC2AKetueiSyiyXl02r63t2/H5QjgD9dClYcHrSp1mHNMlQ2t9Cf7s6x4R4zvJBNAqukirG9Yb0CXLXjRALIZm+aVXXRrvgaozuOPI+yjHA7y4cSoGKZZl/YViavayXEPnMTJvK6jTQT3I5jCRBU/20dy3Lf/YMnW0HWLjvyElDKhAYrUcAs3naR/OUt1KocOw4lYJpVva4i5QLv+jDrlqvBdjs+JPApsAqS53muzMgeuyF42NkJoazbd+UPXwCAbgOuAhjuOal23wYbn2aMOtyFCjx3ceCL/vZ5lPLcdPELbvPOmpCTGC7jpxt0M8eUoIwgc0zxeLvfOppIxEEWR8diFUffgF9+nt2+7P02FnDbuzK/45Gna1ej2CqVAym3ql2u8nOIPUGtoRmHHRzvmZnazCorzbXOM5tKCvQ5u489V7Ler00ArJoBvjcZq9auDgwnbfq2D2OlR+jyesVXqe64Bly1lADHDpL9IPKBMgHajSYGQPzPbZqNaQ3rSKQkqH7fxvK6MfRzXddHy7f6ucUgH23I3cBhaLOP5c9ve03MaOJ+Tdh6W+7BuXO5hgdcSbJ6IR/lWw08w9Tb6IGiLbNW/T0uAKvmhp7vyPPTSMAO7TiWAFk/8wnNrCjrbmbBf9+ox4mE+6Rz2Zh305EwVtC5YbHf7fU5MJE59m3ui2dZAXJyZ9l5nvra3KFJh60AB8Dh3Wa6Iw/i8CIi6wj+x+6fNOATXQDM23Urp4CcTdkMmc309Rsiw6sqsuuB3tzKWumO2wfxsN7CtargagMHsVvJ+1H31W7mUCZQbXHF5iSB1JBu5WSqanPFZveXj5JPc89NxPCqGtC5D4PMzPmIrOd00bJTfjSt2Naz7yrIes2A5xpQFf5QG604liQBoldtVhVLD5Lq3j8OKlE/2+9cozw9/C27fSq9jNupa1yJNgH+6zKUN+VVteNQAgQoDK9q/2TjOY5mrjZNKdFVDSoFrOpGOnBlvgg6C2LdcoKQz7cnw7d6zUb61AgNr2r/jLCJuXAoqdzTIiXR7MYuDsOd5mhmHZmZNpv+ZIOXOAo4v0x9LZNrwray8i+I1e04lgB2FCaJlsf1YXD4Algl8/kKfKMPoij8Bkrj4Fu9tozHNIEzoGo/NKf5KV/vE82S74t88MXwrULZYkdeAp6TaHadS1Qn5YKvKicNVsSGssYuVydrFf8zSWS9pbliVcm2+3r2gS/45WYSyNr9sRXfTjPrXEcWfv2QDj6YhjpU5bAPrH+nii/fkctXYSK/r00WeNczVTORs7flWwDm2ffUhQ47MoWVXzPLnUQ2njazqup8zFr12zqU72vbZPt0ArKqk+U66k0Q8PQbAeZHnj1rIZdSwKpeSBR+6stkalJ+7TiWAA7pl5dARkEDABAch1Ei0b5nO8aGlMal5HRnulT2YWBbcELOaSpjjSs3pRzenyY0s7pOOCxulH9pFYYdOQmQxbEhQ75HsoE7CnAVANGOvATIWJ0GZPXWty30ZR+bJnB25CWwo5N7j+q4dZr1kArfatZwp77+9FNnEqEh0dxzJXEScWqUeymoSjamtatjFUkpAMj+MU3g+qV7pmxZ5At8q1f45X7alfmqKU0Ya3Z7J8j1qrrTZwlV/zYsiSPn76tYAFfTvI/qN2r5Lyy4+skEOSZztRr/PrqSyI8NDatC2Vu7OhFwonyqUAD0gVf1nPaYoJf70XS6X8tyJa9WGljVvTQZQItAAntILRTyKHDlDy+BeFcCQJQ3Aap2lYi/kgZWvJjIY7yPJYz6UxjHouTTCG3uyzhIS3MryqXvl1O2vJjQgbBqJPVDMhzC6G5qz6nH2qLRfHFkHXa/S2WRHdDECkqJrOy977ZS5fsMt5Yr05Gxq0pZ4WkmHk0uyHS2Iy8B8FR4VfsqHrLrCFoox7wdRxJQLmPP/KkErCZU4ojsdgZU7RtweK2aOABAe8OR3le7Ut46X+QJdF4PX9dKrV+/RxwL39XgRVnRYFP4Y7qVU7Jsx7EEyDf4yypSeoS+Z8gb8LC87gxFV7AK5IJ8TJVXGeuiWVUsvy1D9cl2fEhAq7kSkbd1JNtd/2VjdAe/XMEx91BhKgGrusVzXXl+vh487KEslatnMfPkWTkzyzikvBRoVmV5VYu1A4kmyqtqQmKVQIAWK5xCfYko3+qXmeE9rKc9Lf7IK14tSVjkE1HOzPey7moSouRrqyWVabrLFe/Tu5/SVZkmeT0+bNDJ/GXuVYzE926mCz+IzRBZ4aYhUXm7wm/FiSO7rnZjuvH04mooN+0r+JMBPpTmTkewQ9qRk4BSAnDQqGBXCYFjuFX7l43ZhIawR15ves6RrmfwRJ7HXgrMNyG5Ht0jMSXdT76j5d1lBn74txRU7bVPLiOMgmt+38TyuusftUaRONjmKLhaU1Z9/VkG/WlW73tG+OcGFsax/Ol1L6sBAIdV5h1QlZM85f/rXc/3gQeCoZIp8Fz1z0MdFYFVIyb4VmdXgId9FTaLNboEsArAWqm8Mo1sRHQ37THAUXfuFVSNYgmpVelr4IeupyNPXmaWb7VIT3DUgKtkSFWBngFVNavOUgAUmp/SI/Tc52izppEnz1DZDHe9P+t+WauwKzZEZQfrHaCqNau8xIDENqFoqXLf1Q17ApgPfJrfldefsnrW5evQAw4acEKqZEocNqCB2ip/fN81p+LMclAlWLEz3JjlsqkqPqNll6MuLyMOqlYXiqaGQouZ734KrmbHBXhVl9iVXbCORemIQI9Atupg2OfSszpUUdayip0eW0EDjp2TEIH1RH59o1lVVu1mpXkozfU20iBgX5orll0e2fOM/ZQ2dIAqUQtYRbiTiad8q5XAw7Kz0vHrcNYvi0CmYzKASn5MQqMqA6raaGqBzJQeAefdb7J5uG0oeX/CtsrqTkkV6/plbJABfmj0NS7ZNAVbAjgEWO0rHl93Xk2zKsP/2PfSL2TEJhHbopmVHXkJkMGRNfq6lLlqeFUpVbZWdSpJlQ28qgOK5LDPAZhnQ12+hLD/VmhyTuGhFZl5NLP6ZFFPg+vwXA/BH1edfdYreFUHxeGXsOcReU6bWfWlmVDVuT93vaHb+OBbPWdd6zCWnwMEOMrIGTD1z0tDjzC01dzyrZ7XEGyJPTNV3WacWlciv69oVhVJOJBAVxl7MtckEoYir8hmgPQIme6MvGpVcOXl2+4rawKrkPE7Mpv5MrIdlwtnGL7VLwtfxiX5aC2v6ucOPtxFEqcNQC4d+tttcpffDmAe8HBeBZi/fNvOX5Ft+gBVX6a+4Ui6ELnIsjH7SsRfd1JZ+AhSwInU82TVIxFhW19mgWbX2XEsAd0MeSYr/DO7wg7ZSFte1WINAk+FV3VIp1TlZqNZU4Du1GvW1Gd7BLKYeI5M9KBR/KVU5MByNCA8vtKUU620ofNk6WyFSrdv6cVm1wN4uAgor2zpaz7otQDbMaep76iMikwLe/rrKhxc1ljZKfnTMtKM1SEm8uqeh7J3m8VSqC4ZZQJrOvUoh2O9C+XPb5avOC84kxz34y3qdbOqS/4F24JvlWompUUY0LpdE1g1IuUQBrhqm1kVqxjZPy8LXzjMn8umR+E4gFle1WIZYosRoOqAoj4cwgAPv859ofGOHScAkJYZAK6eB4BMowJT4m6zfz7klx1E2ETTyGtPE7ghLXgs9p4j354Cs0205nVkXKgCtmWa6BU3s8pA1aFlt5Txw/iaDcGKeJiF3L7nyiSg4t0iQIf6AmwB7EPZMqalLjf1u+97QChZ2OcMyB+XsSmaVWFPlFQanzNEpw1XryMz5cEuI7VhXUOcdOq7cprHgj/+vo6FjFUrtmOdwJpetyK/baJBV0myUhGwoFpwGAQj1XwD/kY5wt8dD6XtjvyHHzutyhnmTuczGcbyukzpfAa+SeZsOYZvFd0ZkAO+ClhFUNpReOaLbwGgnKXhi+ZTmlkFB+n0J5cBqu5iiS36U+ipaFYVpV2VB2SX6oRouPONhjt0aKy2Fvb6atO50pHZyNPM3tPB3yv/Y2iz6k5lo3p00KxqiOs+MpiMXHmZ+faQWuApkM9s4qWdYY89D6X/ZKra5SovOGRCIIcs+aH6a/wJ69aI7DGLAL0rSVZkywFj5pkMqUw+AKvwqu5C1i0LrObW8zjRTNWh8Kqe27yRnzELyHrO6DZ6vc2r9nFQJkBl4zuSHUXxx8t9Ij8huzZhwmr37PHV+Ol1CD9mLNGQSiuK9jupy4UKyS5ZxUrPectPj1osUTSrWoJb2FLAnMA2cDmvM87ZHjuRkp9G4GKilUzD8b/XAatp0H00cmVKaa4lWM+pGlm98GUuOMSfBts5pFKCMaRa3JLGqKICdN6GCjoPySgzEZmGOyZz1VaqfChOlrVClPl54ptu5gd6xd8TSR1YNW4py0JOGefskMEx1viniS8zS7dRqDdspOcTmuh9WBb6EibxoKgjShmViVVoIAfbGvLQjJ80KAivKOu2BTQO1i4n0YzVadY1F1CVyooQapYha07xt2uAdBfLnsV8QAezc5qATS0CR0aaQWb15SByoeIgoAOXMf8OcPhj4NmYRRpCkAde1V+XsVJBWT0yUgIAss2sin0K9gTVD27nxyaWvyzDQWc5F9pVIhJFsfxcRpZ25FBAiQkkUwmnnvmTdeuqlg00pGPPeeEZZ1fN9/1X9YVVg+N0RUzvcTWwqgAY5YMTT2ZT3zrpglmjnJtmVoBkh0pFeXuWjWm3SMcSYJHbb8PBd/DEISnf6tSUVtoCy2M9QT5f54Fm12VjG8USRoOiOLzoPpQiCXqEFHQeOP6jsmDd+roIlG6j+lJ6UeSdv4BDBlnhGZ6xZ+N41c6n8yLJfUBWOphxOQOOWV1ig+vIJKBpk12xirR+5IlosQXNFfcpr+oAFccU3+ZH9l/3+0R2++E11fnMU44BV0eOKa/UhawBv3pQA53tFcre9ZqGWjzrmt+fviPeBtCZ4MXvm0jCoo0OcmvATycqKO51TUSEyWsqS73ce0SRyO/rRF5BV+04kgD6A41NFiA8/Evllo8ILJeT8yXRAsZoa8OG7uc0Qr9jPPLpK5kvTpQz9LdleDEIGCex7FG0ms5JKzdq/taw7NQIPBlWRvP/avhUfqaYjj1cFS7oTuRIfNHl1BT+wRNrTN0lU73495l9ZBc2AqxyMzIzJ1Nfxqz6duQkQFbdH16Cj6zeWGS/Gza3zTk1UV7VjclUreXheqR/SADw8G+eDN2Gta7TyXUUGPs6CxQAIvuHKPxF/90jHSn1Kbp3d2Qd2mjqobwAD7/Cg21TwgvVaBx4MvYdLRdkv9jMkaKUxnbmIvU5EZmH5pUfsbFrm7DQk8AzWQqArGfH1QrVzB7h+teoDv6xVXbJAlc+3jzEWPed6oaJqn9Bpu2mWUedcZYCC5WJyQCytCP5HY+hGkF3iuas7i6R7XadeaQcOLx8Yi5QD6M3dVSHbzwHyZM4tA8JIhu7OvXIyMyAWtcN3l27oV/l8FMZXPsyWV1AmazuJFHffN17Xye7Vv46TuR1l8hfVoY64uajmaXr4zWL0OCKH8EqdE4VCR6/LkNVm6bA5Yqv1+7Lk0Q8Fw71qxxCu7+x7tvhj+9kVnVfscnfNQas8lIAP/N5IJ7lW83NkZbHjVz59hwoP+R+F0tia7/yusxuhY7TRFOv3mw0aSqPuxdu2vdd+cOT4T3sw3if2rob60wMieFFopP5bOQqwKF73U/2u4p/XLmpMQeCeptzffU0U6Nqdsjh3Ff6BHxODDhW/xDcB70r+gY4IacHmZlVvlOj1HFdTTBPyg6X11h27fKXVBfPLUXauADeOmpQz4zs66/jCc/08hopXFEGlH6bARYqWZa4XpohUUVxen5tlvVimgd+spBnf1V7rT/M9qqpOzXXoMMTLd9Y6RM0UzXWvWCQpwlXMMhk7VQdmQyqyuI056L8c82WrflQJmXdzyP2PDacfDgb0CIst5GQzWvHsQTY37xtoI5IZDrOqi2q2kLfpZroOYJmX7raWfHokr/ex/LbKlKaBDsyCZh1jQDX2zqSXRjpmnV1onaPBezDR1u3HL2PconI5K0XtOuqOBoFVrE3DmDzhf95lsKJtOptIM1NOFBi6HXWhmzzXwfByw7UVbBR9ocLyrrHroShiZpeM67lL/s4RNZ5C0cPTAZUqDvyIA+babduGLvua3Tkd0SZ87hqpvt1LMA0yzDzV/33yitSxQAO5HysM1U16ONdPyw/kfHIldEBAFT0RYdPqvrUQzVRub2DMPUU6Mqfm1lLO5leegP0Bq7nzwCyS/fo69+TdaJVSxVHBkVc48Y/cKVrtLHe+nesz8Ufb7KRElmkXMZmv3hsWZkHuXY9+3iD6r7o47fXyLEqpGqeGgSOzMa+Vu1c8+YV1a/VlzMLq11sugZfNyWt/s66L7fdxbLZmUPqbAx4WPdO/f2dUox5roKrepgf/GC/LbLcRLLdW7s6VQfWn+UukdXWyMbzRKlsMvczxD4N50zG2JajDb8GD6ymTScBVddhbDnBT5QmimNZbSPZbLM2Z47Q3+IDPxm8Yz4SACsVWat2zTJVJ/F+WKCqnsv/5T/8U+PbXs1gqRD1yTbedV7ESXluzLar2ubrOkgwTWzRrLVyz+UqKjDIXAXgMM8v99tDyz38RfVfmzupU0z/7bj1TzknmWXs1Xn/00NwBuypfFyRX558XfDt+JAAAMdme6YsLjWcqmePOvZ2OCdtOjDD58P7wJkJwGFHXgIc4F/mvhL022EkQGBgQwPBNilzSyaHg+pmTzdu0ZLup5knowAEyOpPNkXISA+pI09mE5MhZaUjCvyQAVQz7tYSC7jNa8D7uNpE2pAJXYEmikZxVm/y8uZwOsH30KCy6gbnNtP3wLsmCqqu6cZNL68HvknrHu2IymW5Mfz6ehp0EqWJmoz8K5I/Wveljb2QVlH6gGTD1iQCx9/XkbwByKfJWo0JueM3Yn+z3kWygprv4MCIxriua/fNRfObFtGM3DrISscV5gQgiPdOJSywL1/fOLBKBiNlGMN21cfqYSI7prN9EsXi0JBIO71bKZ0aEmAzANDXmffR4a0v1lbjO7LMSLoGY1d25CUQRtF7N24ADjIzh75ZPKcnzzPkU62ioK86p5vGff2s677KJfsuwDFtAqenDfwy4KqvPFJ2HEsAkRAwnYzTzqcDFRDrdxyJvO0A5O16ldvfUKpMuelBgwsDcLhqX3bkJaANPEeeTN4DggPcNyciZDmTOaa8nnakEjBQGPb0cxNro7OjxBNH1K48MjbsyEkATHVGp6+BnkXZ2/zYRNrp3sbWP9QjSzrb7WNZrvE5+Uw58AwwDJuUUOxYaC4ILcAAVysVSBKabNUhCqBRYJUsVbrmXc3n3bMF8L3cM854VR0JRo7MJhZcLQJWcUQvM18WE3fw4DOLFmXK213GZDhUN13sFAjk7CI2RR+HDYD5+dSWDxZJjEMqWavIaKB7abPoiwibRjgg7chLgKw6U2764W8AD8nKXKht8Rvriw4lx9kd+Zis3mEO9n7wP6I/1rLyOkCmKn7nFBtTgGPkyRiQw46cBOBZ/fJOmTA8GWFPr+tQKcTsOJSAqeL6uY618qTI6Thuohz8ZNjZcQCepck+VAeS2Tuk/SAehCPD286AquwDhwuB5a2C1Rufs9yEul6dG0rDaMHVs/IZLLg6QF7VQyVoDFhVvkUaFVSgABjSIqdcpEe76UQmE18mNZum9F127IG+zGhINFwAiC00NgWoapMUChb/JFEOv9OIKV2oKa2cavaYBYCOJZdI4LsauKC5wxAHdsWmkTJ3O/ISYK3aUG6qHdaOD6PQSMynZNfhl4cHcJzXFwN4aAPPyTD5VtkDrghWKK+q1Y1TXSHjcL2Nzq7lJGQupr7lWy0wMrQp8Ay4OqxKL3OmAlTdAapaXPVIOwCAXgFVP9kjcw39CVizkgFnkH221xl5xr4Gs6STAR4m8ts6lE3IPhBY1a5ZmY5QbQKout0birXPhm1mdV46aBSN4gZF9AOvKs2qBny8agRYzQAgQCDrmg4igtm/0uSpIDOKRWw69WUUWKd+6prMZsiVb3NPu1KbRl3DGLqOaWMwuOoMD6QdJ/AgTXWi+GxZHAAQh1QaWtnDSF57KFsmc/Ww2dcQdAzwB3OyvKrFs80mGlAVXtVzI/BFdQeAnmEB1mNJIZ/FbFjVKFkGOMDqpYPYEPzM6TeyN35dHfPU5eWQiE+zppSrd4hy+uyb2f9NA0+eRkMKmNKNO5bt7jwgP0Q94XzgOq6sdpG8bSKJosung1EAn7ENCBbpi3I9+674A4m1Ezz+yzJSKih7ujrELIw0KP+nuWLZMn8yMz/6tgzRI30CrtLU3RkIuGpBVXMmuqZ5VdZ6iU0jf0wbp8sL3FDMLgPIyFQ9d9igc+V0GmhE1Y5DB2/+fTZy5XnmmmjqgATEgrbbW17Vc1MOqLr/BP3B9mgKQtkyumPHsQQI6pDB8QWu5wE1LzCgquV/LLIH1iga6mhm1GfeNm0K8u0pSHVnSJ75kif5aGZF1vxQBsG/n+uwdCPPociF78SuAFXJkr88Epn4NEIb1n7nslw+riBrdazZdf33O4Abb+vLWWNV5NeHa0mIx56+Lw3tSLnKpESrmExAsP+6U3We2QaOB9LM6q/LSJbvwQqrC5muJBLLdm+aK3LGKju0aSf/zybVF4oM2wo0OazHusbcw6uaNg8sqzt9vO4qYBWBEPlRULXMnrGPEvzkmzSCc8Creu5SMjKnEy/tZt5jw6s5/3CtPg+oIZEBOChzt3ZVpDIc4veRyeA4Zy0KDdEUhAwXGqFZTsicKD3Kusee0NBqCIdU7GobAsjbxepUGZQeIYy1PM6kcHy+DmFPk5EjL4tgELpTdenC98DzDN9qn1d0VAU/TFMda1d5LdEGeVtKlcsfUrkLfhm+1T7rTlWbyq6HJ/zLqO8BU8Nx+IMsZ12vrCYc6gs+5/sqlD0lpyWX88SJhcy66Qi+VVMFZ8exBMCc4VvtLd1Gkshyl8jv6/PVbkPWCcBUgoCfJa2ck49WlYKtlrTHocm513yrWrZuQFU7/9dmrFKOa8GfnH/ItkF5XtViV4IzGmlH4aHxR112rWRBs5GmPG5OFkfPKQGUNDyksY7lVS3SDjJ5WfzL0iOwQaRTN7QAdhudlyiUCc8zXzlp+zzwyQA/hv+xz19a79uwJ5pVxXF5K4EHm6CF6WZuD6qnknfdRJ5mvq5ffT3EA3CsdwDy1YDDelrapV+ZoCjrONk/VV0OgYvFxFN+Nov/5Od9BGXCyMinj4N9zk8ADhoy2fEuAVO47cjrJtKARTUuZ/Nbyt3pbTGkSp0qKkT15Mjrl99xkkTIct6FIr++7WVfYZ9TRXZdvVbrjdPKCrNHrud3LLh6XgNYqTiPkrnauzHwZlWn81kzY9UsUJQNZs2qeqgqtXXfZKriqMrnxWt23cSTMc2aaj+5fz807t2Qz5O1CjVAXw+p2gAuNocxAxxaTTjUaORDJLUsqJr9FmCDhjKUgdlRcEj1Hfn6FPSabxXcR4HDmhvGPuuNcjmHsVaeVPM5iR5OoQQILE94gYrE4gEAwbfaQwAIbUFvFODos4HU/DYCgG+r+tyYMNg80QjNLluFMzD1XVkErng96/bOEkXjGAIW1rCOp159zj6RH+tQz571croTCQJXJlQT9BHkqOmvsp9x6qCKEnC1N8Pw8skfX0NTlWPPVkdTmySxrDaxrCvwqp7TDd3qwLlqNwU5ESEa5Vvtkd9xEkciuIptbP19vmsBq5r1GxU3ZOqNI67xIZleaXTsE17Vc7emNHc8pnww2y70aGGrIc/TLRWlcXBCBj3NANJS5R3goV2RitRFQdWo3iGezMyXeSD8045jCThwZgae/OFpJD07o+qHAsRDqxHaJnA51cfT7PaxllTWHb4v8odn+FYtAmgE0qQAACAASURBVFQkQygToPrpU3lllgG+2tpgRdGc43PIVIXS55pBQxmCyda08lJkJV+MPJn5UNlcI+X2/JbgMQHA15XJcu7JZzUmYPbGvy1DSa7JOHSMTdLICh5+O/ISABwbeaL7ZcSVdNzAOFv9vo7kVbOc7YxnEiDRgODCfh/Jz2Uo9U5Xp+cJk5lpt9vFeoZPH7k9oYjCN+yhBLU2dSiBWsAqJe5KbExuvR3vEsj8dZyRPtdw4H7Kt0p3WDvyDpso89e54czsU7RZQdW94dWyC//xvGNGcWyaVX3Gq/qZvbAvJOsZTsg+ARzN+Ag67Doym9DMCs7MZu7ahrtYXtXPZwHAGfDnOp9DUxBPXgbWCK28fidKtaHVKD2xLdapNYC8DQLm1IDDKlm824q8qkX6hLpMoYnS7LryGjeUK8n8AVyd+P04qFIF+LoOxTBrJEI2kB1IItHD+0+6le+baJJMtYUoB/bINrMqVDGOoGPPZNd1WQ3Z26z2sfy6hADSWtOhBJR6Lkrk53JfuRLw0/OWOFppYbcHxVIyzax6sGaFjql0s3Z1NNEVgVUOYCkFQNo4xi77x4YDAHRNSrQCQL4r02m/MlyaWs7YDJHB8QK42pN4vuVV/Vw7OKgq7ch16I8eTMlSoDSXLE2bD3Isd2wLYBWAtQ9+XbMx02ZVV6pOU+6rVfdhQw2wSqD0Olswm4HnqS+zqSuuY4OCR4eXBEoAR+ZTX9f2rtuW4VWN0pLKVqn0w1/GVJ2YksqmfA6HsBnNrPyua85tpocKJsBVQKDr/Nht3q/sXTmgvm1CrSDo8neU/d4q10VJImTHL7eAY83MM/tuMjJpcIp/tuNYAkgEcIygRWcXLfxxlMivy70GAR2xe5PDWQav+LnOfE6zFsB5y2aunpcpXS2CLpeiRI7EVydlNKtzbblbNWDVSWS/q0oY3pZPvd17ZDygoPYmW/W6RVrB1cCV2dTTzbnNsDueOxZ7bbgzIm21Ls/S7fSh6p3ZUBOFt+n0eclRGgc4di2omt2ZQyoAB3yr9fi5qs5ud67Xg4bryh9e+sG3appV0QTOhlNPtRBwjJLTKGpOPx03UaoWGoP0qZqgKQnRNAXf02U6Eixps4/1jzWrvGYAipGtWpUH/JKOoTMElKm6sCMvAcCfJwCyTnIZm+AWwCG6Y8exBNgDkh3/ur62sqJYsmpbY+/aY1svp005IRVcJWu1e76Hs9VfVpGsbRO4I/00zaqgq4llRbDiRimHqAznLLsDP+N7XEe62FaZvKRoJ3YPWDSt5Jn8y3/4p9I6r924I7v+nMrS5PskEr13xr1+AaLZxXjsyphmTVcCtX1b8TMA6G+eOKR2nxKADXWTAEef5nsfRo1zY2KdNGsie8yOAwk4LJSJlp1+exp1FgDiG8hNAPxpGuDog75oA5BdLGGDoCpyQeoj33AZU2JpR36nwHrOIb6Lzay0y31IEDAWMsiMlV2/1+mLnnCIh1eVQGCTgQX8GfejZBlw1bJE5TWGAzzNrJ4I6uiGvDt6yfxudiYb85pqt77Y0el30CDv55r16jb+BlUBXIXOxo78mqW+x0uz67pjVrr3+7GJ5ccmsuvUybTGSaxr+esKvuK0/PhGyk+wq0If7xu9RXtvC99qp3bLllf1U2VywUjLAqtEVDMi/g751rtYk/L/3IBngg30bAZ42Cmzu4vMDWWCI78ArnZoE30oHM3G3GNXt4oX3mUqbvaQKOVVbTozinMXugMAxKJv/Vl+M72Y+PI8pyN196RDhqrJAMcz2/EuAaYScCzlxoTW5xZjMnLlae6l2XW3ecYt3vv29wRwcwX5TABXOyYamr+tFJC3VnWsK6bahMwf1vMMCG1an1AXmu0ArnZ0y9O0SI7uRzLvNPBkDt1GZwRkmlUtNwTXrV2d2tU+EnnbxNp/4JYDaihsiyaeduQloFzPQXea6OGD37axNqyiiLQ7/uD22ods6Ffxto5Mr5wbD3SHQLJtZlUgaK1INkGLTrDTAapGIvEVzW5vrG4Pvb2DOUVxOWAVYAOOQ3tKPV32zf9OruRVPacJ7A0BNuZwQirNTcdOYrdWcSeR+diTL7Nu8dGysDHIGNvuLPhTpCbaHTek3PR2G2oFgGa+pdoomAB8zwt0GxO/cx2p0RtoAG6oOrf2bDe7v/KqAjqrcG6znnBIhad3Mc1Kc2/znJsJ6WY3NjKHVgsqEm1mdbNnNXtjDkVk1GlzxWZv3fm7IZGNgj+mueItB4cwKgqmpJDZmciJ2ncdzVo1fKuMNltYImGYyFKznG+sOLdUyobvTbxPS00TZANf8T3WctPAE7/set3nwW54SrTml7Movoc0nxvFZBt7bQKAgKoA83ZkEjBrt3I5w6v6XmF7ewmBXRhw1fq5ImnTII4EsTavVvreCqqSgWzn8XQeFRhnHafC6FLGKvIjqkH2Twem/fYeIn2CqlWa3w4BtFrEDVabrJkVmautN7q7Sd88SEsRHUeB1cW4Wx2X40g0+8f6p2Kl2e6jmy/C2BOch5TmdibB5Y42RkOHr++cmXd88BWPAlA1gPwVN+npTwF9NrtI4vjWK4npuAywOqcRmhrXrZ/ZpUkzTVOmEy/tSN3ud2edXW0T2UXWropmapc2q7pD8o8+HsxwNvZl5Ldbbx71djSz+jJuf1CHw+nrOlJA3mLkx9rC8k3GITRZgDHODc5WRfrpuoksJvCL2SrBIvlgW2P8Tos3zAQpAFXh5bX7jo9Z1Mpa+Io3kayhHbmzgwZYZRd46+DjnT+rscdhW60OtccpqGonMD/nsGkQxCHJsgywSnTDlqgU2w4CVFD15ot+IrOpr2UqLV7PGnMwVW+ETH558mTid0M+Wqq8w66qfmm/r9comONoIIdSlVtDMYaKzZHnmZdmAPVbvnW+jvK4l7mvZXJtH2S4mOyWe28Z2y4Zc27faFMdDhv3mUvoNgBXyQy3pXh5HUE+86nhW721r6uroVo5QHPF3e2zMeu+4yN/R4D0db03e+Q7bs7IHnueUm1hfd3p/DMN8NYBrrbW72g2ZqR8xbZp6Qmo6hAANPQITfOAX/YViVLYEPQyo62e+fKX3OqKse9oYLCNkuFs9dsqkleawCk39X32OreSdZP31SZwu0h5wB+VOZpxy9sten5mlevZaSm4SiJmSHP2JjWyP/dSUFWpfIxX/DRjlSxVSlXsKJZAfLcMDpOZCSWAD3+UnZAjCRCJA/j5Njcdl9ssHxa0jFfVTuPJhjpJlHAeUPV2hcoFAIfnymLWjeyxR+gMGb2Aq+3tZg6Y6miGgm1WVawh+Jz7l5sm2sQK3QFEtIfU47mBMkEbEilA9gjLvvxMeFXftmQ5X752aFdwOISnztBk3RdY1Uom19HsujviuZ2ZYuxpDt9qGzkzCVakvKrYV0tN/2FzvY8T+bnCru7/CqYKztBtmAaMdnYOZwFwDsqEie8Y/v0WiYd3+74xoKo22baOMZ06QwHAHnC1CfV89ahhKAHei30f9Rqtfa6u644jrUJ5UlCVxooWEC8AxJVX9ZiZ6SywqqBqROr4vfJbWqvruRfTfrg0RrmzfwLYgBKgiw1lbjm7GQg3G7vyPM2aptzyifXubUjDzQJnHVRehvgcU256/2AOwPxi2mbwsJ7ONfErPaROPHmGj7aFCFDWrRzdsSMvAdbxLbQjDzgFAR6SsUojNA5k9rBzdExVeSAfOGnbNtAYGseQjXl/j9w2aRy/j2b/bA2v6gOWK30ZBYAA5sc2K6tIW/A3LxnfaotAFipyoADQJnDWsN6njsI/zlU/VoZz9lbNFUt5FnjCR54mstiRlwB0JGO/Xc2soI74ocChekc7bQewKr5muQ61AfmjV/OsmVXKpGjn6UQC2JbvtAhaTZtVPWqf02YFMc2q8nT3hcAqm0Y20zZLoXhKaVb1GNkkEoxcmY4tuFo4M44osPo0aWfHZQNwmGCFHccSIJOXSCrg6iOGdj0dm4Y7DuDhY17jEZ9+8ZlsxHyyehVcBQBqz6ZV+cItr+rZOWSdovzrkYdUMhQAD8lctcBqwSHVFQVWg6Adm+nM9aE3dOO2rjA/Z7t9nJZUXnSfN70AT4xfHmlGuB2nEqApyNeJLzS1evhQQ4rl+5KmOvegEHv4F1d6ATwNgZz19vF75MSJxXVcbY7L+tWmPU8lod7wYhJ9xp7pav6IoG32aQ5VgLHIX5aRbG2FbW7G4yTWygoTBGzHak7Qi2NES17nhlZS79asW2SuPnwAqkYEvB7+Jq17AWVhIjiqsjmeq0JgNQwzgKMFE9sScb67ozjrqEy0+d7yodxMtJvwmAW/C13k7jh/zBHZvDSzmrcsi4N9NFljgEAWXDhWCm2QFxte1UduYdlAU/Y+n9iuIEVmOwrgow1kOmpPFge8qhu63D8IkL+je6v8KEQCMEaGFJmjkjxu3jxX5GnmyczaVuE8qnzm7QiYso5S3k4GkB15CZB08HMVtuZQyPnrZYru2NnKSSBxZMy6NfKEw+pjB8BhpFzX+OZHv81jZZF/+iaM5efqUUkrJ3tSPTUnEriuBgVdg67akUpAG7TAZew5MsLxPFCZeZc/v4Wy2dt8iCIFXW5CDa63bY9sKphsM6uiOcOcWK/gXH3YADPEpuw2MDcFOivvvKqfAqumoFqbVbHqtyOw8TCdOn2wiiNJKQAeLBvW+PHEk3FHmjXdexLJ3iBzdRI8vvTU0EaI7EIOqw9WnHtPRInnAarSUAfwpw3SIQpP2Tub6YfuFkvI7t6X6Ebad+Tr00gbPDx6kOVMhoKWVNpxJAFDjxCnPufxc8WGwvcd+bKAJxwOKXtQ/Ziw9BDvw/VssnofNWNZBvgSXlVrVjmb4hBP84/78xV/7uDwx2SutiExs42ueB64yreqmVIPGmSMvbYIkH+QGHKPTRzTyPX3ZZQ2Sn7cHOVlYnjCoYqyCRF56WBOY88VZUy487SRqcoS9duaICDr1Z1foC0GdOY9kA6VFW/rsJW9B9jlZO7YbjUKbEtEKy28exuWYl1psypAVTs5eWAVUPUT2RxkrJrSf+XTsoJ8F+ShKKAAaAd6n4innSttU5Bza9tk5GgWR5AmHz7qqIr+mGZV1q6K5uq9WVWLnE7gu1ryTvm7HccS0LLuwJWvT8FDD6nvwKHlf8wfVAmmhgZ0NqVfLTlwKDAv8vWJ7Lr2cYo+1tYppnRkPHaUkuQRABCaQlbLakf1gN0EnuoDprTeRtqxvG0DO6eSYDqy4GrR3GBPi5EnU5qbqju8p080wb+fAIc2WpGbHkTyfRXKbt82qzIIA4AqwKrSbTwQmG+jdHgnYuzIhgw7xHO3lSMRWe4j+W1F09K2Sudx70Wyys/VvtUc6dgWvpn1625687gpqfxkAqXwrd79JGp5Vc/OlRb/acNSDQ0UXvcOrGo5bvg4Iv7KGnenH2TGrs2qWsO2bN4KAGgyAQBicu+5UbyT8Gs+BungkDhoQAugzSsftCECUCW75TGcvDUFeKefZbyq2WGjLRrMe5hu5oHdR5/oAtsf6DYWE1/B50fYFW6YzsFkZLYIj7+T1Vx+DJ2myVSI47ZY1Mc7Q0kwHWNbI2tbBVPpOLHMp4H6n3vPHlgqoOGWTaMdRxJQnxPGstzAV9w+4WSlufOxr6Xv99ad9kkk/0a+6yolwEhjOveTEMEKMlXbluXchjnDlqAcwa7uOSdVv90ElJ20mdX9dKfqez7merMnJHNVM+bvJB7ow/74k2zMOz3wMcKt/dQfb/uHNQOu8tKsVugPtF525CWATQV3bGZFQ6YICgA7HbnJUIYY8Byl8jm/z3oHVg2vqlXrUwlkFADKT9I2RSNSGJiOwo8AONquLThrOua+zDik3nfxBYDCnmhWZaOpeU3hIAinalszOFjMxnQzn/kmS6Fttv9g48O2yFp9BN+qAoehzVIoUgHWKQ7whh7hvj6vikp+WXgyGXMQu3ssvsprPuBac0idz3wNmN5rBtEWSpXXD+xy/wBhl34kAdLVOhR8T5v3WmT/wC9vm1kVTy18kIuRK6M7cWYSPF5vIoFa437WXFqtH3ohFAD0Hfi+Ms0V2y2ftEqQjHDXZNi12Q88YmKhAxj7UCbc9ulQALC9+XUZ6nol98/nu+0HXnl3zp7Q1ay27eEBv/RJ6Axrl2JQN9afS+/Str9XvlXXEf8egrG8qp9OvxuW45xVYDUC4KDzl9XpI6Fm8ojhf2wpsML+cBR4Mp3Y0soii/A9kZeZrwDQPf01G68NoGpqV21z1o9+HwOqtteukA8b6KeprwDrPXXn0XNT5vlshAB+foFv9Y4dqYlvbfbtBeTLyO5W1xjakTbxqp7/Ulg2vizIzHw8D/at5qPOfTkU4Wuwqbk2JLq950FvAA45pLY10FVHlk39hiAFFABd4UhXnvCRm1YyNSWFftwHa5r4noKrt25mpXvAfSzLdTuznB85o+pztAlclNKOtBtWzSLrVAlqMPnW6OEjJ6fms7EtfM/4xvtB6Ph+bEL5fZM1u739GllTJHf+mSmnZw9omiu2FLQokIomOmNT5LB057XvNr9qW64rt0Z5kr1ITPGAHTkJOGA5NB8vgQY4/9F/+78kXdkw3nOujW0nKshW8dQVCAG+1TFZClo+aBeZUxFxSP228LWD5b0GmapsHO0ikZc4gCrAahdkg219mZM9ZjPrTmcSawJ0/vY0uktHavywNqtSWpZ7WXJ3npM1qyL7p/0jkSBwU9uy4Gp+vhK1rRl8qzcEVzEjwNS15VUtNBkywJUeYdeO5orl7DrRxqYz7WZe7hdDuorMqJlPM6vbNiTSxjGbrCHTkCR8+VtZw1/XkWxbyat6/v3BfjhPTAyfhB0nEjDNrJybBXXY98EB/tdVaJtVncgeWFXtahmmFUvd2yR7rmv5Vs94FQ24uzR+vc3+PglF4tC6tCIJQI8AFkjkogzG5vzd3/+j9mOy+69jceKSko6AP7y554nMZ8FdMly6ZnpZN/NfaJpy40gz4A9Zqtu94eGw48SuElPGTYlcVwZR+K9PI9txuXDCEnmeBfKkXMa3WfCzxwKqdgWQv7duk1VnuJy7VXcyHTtKt+HZwMWRyiRJbHjCp75MAqh+bqNRqMt6Z7rcd8cj30YW+bsmstkCOncz43ACMG+rLQqVhW7LgKuzoGmAzPjfMExkuQ2Vr9jpRKDrXjYlyqW42sSy2nbR5yQCew0+2VTq3Mgx3286Gn8S69bEd5oPCCainKF/fouUY78MwNH4x7X4hiSskB2/2Xc35RBrcj1XYssJUKhpjiQycj1Rrs+mXI+CXSLRrsXK/cBXUzHvqgnc+du//8fEgqoFW+okkbhLnXGdRLPqFjPbcKcw4uAkMh97miHVlD8qeg58qpstwOEDPUGLH73bR50iKc+mkcyxp6nlMi4CHyjh+bYItCnRrXjHiMQDrBrg0I5DCRCkUC7n9+aKt/RwzcqeZlaLqadl77cG5pt989veLSvjI2A6m/g3a2ZFpirgjzWr0/mkAZyhAIioPMlKFW877Y3e3TTw9LTpjh15CZD98zRquJKJcwNZddvoHZC3ANCH7LGk9S6Rt02Xe3okChrS28KuWcWeheLApvn3CR7/tgplCcihVePWr2XSVy7nbSTLTfdTDjlDaFsLu9UvOm6lfKsNNuRmzdrBG213CYXYEbyqUSxOhX4QmrFqxXm48IPeJ5JouWk1lPrRctTMTPhWAYAe/TItez4z6TqJfJ0DADWfTp/pCmWDYXcDhjebNeRDF0/TVKd7A3tazHwtzWXh7xJ/0T2krVm9i0DGWl7Z7BM1q0673HdTd5qVxvHdkAhlygR0urkxMk1BCFrYZlZF++jE8K1OvEbpSCyv6udWCZhKAxDofLo8NDNz7EpwRxqkrsiLZYpmVs9jz3DXNbBwsS9Yb2Ol1rDr1elaZYKjy003eMAv6bFWCY69RvTm0rO69veGb1Vk4rnSRMI2dDU/1rH83HK4aniD2TXhnrwvoKqhHQnTBuTdXrP4vIz+qJt72tsrlO84wp+rB9XtUABYzKJQlPCqCtyqFZsVWmD1RJyaFU1THcOL3bmBrQGswreqe0W7CB3NIRWnvzwFAkVSk9l1GN5uL1pSaUdeAl3iVT03fzSSoeydhjt25A9N08CTFxoSNdi8QBuAvHe5t1I/lYDSI4Sgql3VSRO8RGegk4BX1B6c8nqOzyFDqqlmVqgMWXVkgttxLAHNOFyHvVnLAVUXml1nZ/pUAshkDLg6aqIaJZEtzao2kQbXrbg/pK38jxGZqsioJz7HSTRgMRv7lkal0LUkMvFpomdswbRlrD4A1163kfzArmJ7pj2UIHZFj5zlOlSarD4NwFULrBbPaCN8q4CqgIZkZPZJcRr6FnhVRXlVq/stC6yeTALcHmSrdndblChgOF/42kWuuko0pJUtvQ0L0SRw5evcE7I5mgBX0ZYwpMGFdVBF065Nh/aR4Ke6ro90hQUACiwnZG6qmVvAHzgzyWBtYsDHu7NN4ApFSRYHXadNELAZeTcxZ3XvMRk58mwbxRWKD8oEgqVQJlw70xxW3uhy3/FszLp69tnvsoxDALI+HepGvisLpWq5hdS6fU949+eBJ7M0GaHu14RRLG/rSANd5gRhhZ3JErv6uYlls+tP48nEibWRDOcJGjH2YQ2uq/vnfgcn5DRwDWVCTXOgWdV3Gp2l65W1qw9p43Mo/2e96uMgkKzJbhb5y00vQUF2g3XpSN5BVSvbvOnANsK5s2YgxwKrqUiN8Sam81cPhk/5ILx1Nk2hcDbJ4HiaugquXjMAauHZ3m7hOLzmTv38LTbFQUP5H3sw+Ap46+CFbCp7rAdief8E9s8Aq08AQNeZlmYn0DjGjrwElB5hS1OdK4XcGuESEBSZjD15UR5s/rdlfz+cHtdNtBs1MlKOuRoulZ9kvKo9ccmNajAllVAA9C2Rl8MXANB01Bd/0ei0a1PTl3F9vlUFDlehZo9Zu/qYm6w91XJLs6qMV7VfOsg3cp6wDRiLbZIYO5mrdZZzgn/wqq72tlnVoXTROfwMa5XuA3uac0jiE0f0vq3HTa1e2Jbv1Eigi0XivQWsC+dBQVURzQSrOQYNrB6dSyDwxXprHFZqyv7GP0tkNPJkagnWC+XMIf5l5ilHUl1sFVVBZ6AA6Cp36C2V0PCqUgJ2hYe65QvWvDe6A9eqaV7ATfp1UKgplvefka0KuGr4x+rdDbta22ZVxet+IpqpGvUMc+ZwoJyQExO4aKKaoJ72tfVXho9W+VY5qFZ8zYxXdbXrH3BYURSFl8OrSsYhmeB9HKxVAECWbzU/u8oJ6TryZRJInWILyv8JAnaVQuxW+o5Ph67mbR0b2hE1raqe61Zv18x9s3VrqmeJ+pmZzbxNO++Czxl5pilR2YEf/n0dCxmr8Ij2TW/KyqHoOm0CR4M8miv2dL3KvjuzKRuwKtaYynyrgKqU//frWH6NOb3/Vt0T9AjRdYEcC6wiSDJV04ZVfXLemgE08dKGMhVWtEZUtN03YZmG++fLjK65ppt5VQnh6OkcrFkK7f7cu78d9kSWKrw/SvxcWbp3f+VKDyQTHICDxiB98hmVhFB4senYOvY9eZn5KWdm+buqH6Yhk+VVPSddzQDH72jKYtK/rE788tPMFw6qdhxLgDWdpimLqV8pYz4LAr5tIltZUaBU+J3lOk7Xq75qXaKZmQS96gaT+yqZ7LvIrHsZVam2SLR5oPKqxv3b51w738jkxyqScAA8fjQZnIzMWcKOk3VLG8U5JqhTUjzfV5G8po05rTyPJUBlBRQAfeNVLZ5nk7WK3lhwNS8hDQo6jq7tF4dtVvWpiD54VbmshDzP3G3gwKqBw0DuDa9q/4brmmZWge9doSb9k0v2RePAkedpCj6X/MyMNoLNIgBHPzWnpDDOXEazKjJVe2pWOuc03JlPfG1mZVxwfUd8nbTb92skQZf3r4ugGgCUiHI/buEBsCMnATLjDf9jv3WNQ+pXeMJ9RNA/8Li+ahvKBDJWFzPW9HIhK/zw0vKqFoqdw9qG7J/dMHwOAMdiAnhody5FCrEY+TL3y/Hvs8/5uaRZlZXlsSzZFzsCOAYIZACRfq9ZBDrhwSaoXAbjqL8GdPOXyGTsO5/Tr2liaiKrncjv673stSqn53pTYToz6rnX1V7oPzCUobhqGg204Gp+1pVv1XHFvZTYHaXZqna5ygsRmZCpGl/vbwYPrAKo9jslOtFDGLxsNN6x43T7JzIfO5pdV5ZvVe1PAQ7Dr2rHiUzTTNW+l6jw1WykNQPItc0qTu0ATq3ZyFOArGwWRwaq2s1T3qvAqAGoqpQ1PT9sZIewr89Bad0Zih9WyMKhG7Ur47GrDVQ+G9qQaR/Lpi/duBueaDLAX1c949X4REboAzQtplKnYWH24HbY1svIk7H3uXxYo34u97LDMfc80FV1WvFRy00sy52hWBtC4Jlvpmx5OnL1zGVHXgIkrNJI73zv10RL2//0GmnTUjOsk8okmSSxvNLIS4MVw0LHPvhW+7//reM7AFcD+FbPiSd2JKa61mIWOfGqhwkTkQZAVfVYf/f3/zgs6yRD9cNL9YxX9bw50rUSWgAa7thl6kNO6AKg2HzsauYqG6NL8mEfTRQ+HM5ZrLSfR55hZDI4hrD8KQAUeAqu2kNqwUaa7KipJ89TTT38dGiXe8urWigjsNSh+Rw2irOpCVwonUid7heXlK7Df0/GIZQABHfODfbQAIfw1A3sHFZqZlmnVmtTxj2kwR4n41u161Z+5gPXkeeRL/yzaEOIP1qR5byJbcVSgeFA5fN9FUrS0EG1S7YJaDgeeQLXvB15CYA5k7nKqpWcOB8SnX5dRmYfOCyX/KmqmP2PaValHOkDFY5SIbmO9KxtRyNuAm8DfhEULehghjSrsqBqoaydrOlkchn/KTNZwwVWU07VoRw2UEM3DwAAFBFJREFUsLXRiMxVy69VZBhsghYTVxbjz8t40BcyVUPLq1roXyj/D+NhHeLhWyVLAZDDjoKNtEdZd6D8Y2cBIIDDEI5Du5s+lZFyOYfwFfepuWI5SyHo9TKHqxeeLZsFdCg10zRFZDELtKnV6THeBLkoq4x73+CinDYdX0UgZ72J1LaGODigLsauBYDOTD58q4vAy1UyAXKQMUajs6GcH8raBz4J0OP3lB6hmWNq2ae347rESZRLlIxw9oY24/J4XkyjOAOuZtkIShcviXzfxPJjg11ZUPp4rY9kvxd5XYeDXsvVmkh+cpy0oVk7bL4tb4F84FqFczWL+PHfIguqnp0il2ZVFJ2Y9iCNjEECq0gu1qY6jciwMzfhkEokFVoAO/ISCHxRSoDpmQwg1AVOVUDVgQYMP1Ub+MYAf4ZWooJQOKQ+kT02Kst6OBwLJLPO91z5m+eRAkA54BC7CpNBcUZVmX1tVpX6nCEeVF03kW/PgYzoamXHgQRMVcA4cGWWVqMcigfgEFDVBivySkOX6c02ls2OspOmttPdU04AIGgBzpfmdu+bmnpjtGIWuDIP0m7veuNEK5V+LPcKcAzRH38m30gS+bnCrmLD4dvD5oqX9AtgFd2Beo2A+5D9yzlZIR9tZgW4asxK6Wp+XYbaXNHa1bHk4iSW72+h9q0Y+sjAVdvMqkATsB0oAVyTEa6+J4S68LBUe+ga9PH9ukSFiaFPaHAfOChgNcNREzLqBsBTV2Q+ABtQArDoD/c4UexYzCFV5Je5n2YAGQllQCHOSXlVBwbIX3LDmXzoUDkEXtVz8sC2qjZruiTbvvw9i/105Mm3JzgzP74K3QH44Y+1q/xsU6JMMGfYXM6JjEeuZq56XnbosqtXpi2xxAqOTbXawlGwVRsy7WPDxdYXJ9LQd2gG+D6SlS3jVomSWQcAlPYGaUjK/bgNMiFrdZYGdaIklqVyHFqrOp1h7Gq5I5M3tA0HNbPONDglmcWOvAQM36qjQR2CFf/8GsqA+jGVUglCp2AV8KqyZlmvY8SmZe8uWaulxDi4izRw4bpCl3uyVa3iFKuAwzreMKiq+jkkjlWVX2LI1IesaL7vyGxKwx0bFzw0N+VbdThoOPJtAWVCCqyKATa2O1PmZMexBAw4ZprqDHqdS4n5v8zLN2salC45JiP8aWoAIIYCh6FpWGDHsQSGyKtarANGN+ZTT/l6PUov7HiXQNY0ZT7xDN+qY5qcAaxas8oryj5MlKvO+pz0kErQCw7+mzazKhsIad86QPbPPHD1oKq8qlu7CTy1KmYNsPnnKrI+50A4LFXY1ZCaWWXn7ItLNHyZcEK6jvy+juRtF71nqmb7w7Jeo0gfLz6/6AK4KAEz4TStkXp0rfc6fqbCqrLdxbLchMM+WxXMFUcIldeBO75K/glN4a+suKz7Ao6jtlB7ZHXs2fPTXjH+3qlemY0cSD6s+zK1f2iCURnuUvfxpX6Xlv1/9NS5QvZFujkoYNWCqqoCKG8Grr47p1LaOIyL2AzR2OF5Yg7wLLEsbmSsXuEzeis8QFV4Va1wjG2ROYb+ZJvD3k585Q9LNJjzdTGS6YjMOkfBHwtw5AVpeFVpkMdGT712ZWn37QdQrALKU/Z+l81XxwRI5g+ywQlRVmntKj+BEZyz20gAV+1IJZAkSmUDB/bkgPewCfnUBfbrEurgK6uHd02Wd/hJuhyUCSOHfSCAfL5UGWqJa8c1+wXz3VeMhCCnQkqV78PKBEcdcrENXQ/ngNO7AeioyEE+p3Okel7cH630ZGYVCqV/cOZCdBhgKT301Lyd+b2SIVxUSINuxJFos6p3TMicUt+fX9kurrIFKqe4QVpTXVEK726gznYt43hMQbFMktyTqhQ7TiTAHnlNI693qt7LKveZEMGHjPLWG1eRdBo/IDWaJx177A9qjTiMBf5Q3/Uqnx6aWM/qCfF+v8KvUEUJ3mMCGnWMtvh9B5GxirEgMsOrWi8Sdb/pvs+TsmZW04nfoDrd593v8RQOGl8XnkabdztTqtzA3vker363Z2BL/NkNlFf1nKCxLTqZU76cueoqa3WdSHnxu7BTq5Hdl7aOrPLOp8//7BuoqvzD81hCNvJkORc8iP/U3DJXzySu+f56T/z4Fbyq+9Ds7+3IJJAoRQu2Bd9qsX44EtfkTVBwJY7N4bKy3M32Vuer8m/NTxzHTXmxqs84fhgQCy5jblIV0OL3fDu/q+N/FJBpYG9V59kf2mFoe87dQzN7XVN6WmOKqk9Kx34B2LzbZbvlD4DENCTqb+D0XRc+UQo+PwrhCn/0qnQbpbrGHrA5Al1T39WGRPQdcgbIrVo0MwBi8M2+aUOmgiuaUqdrJjB9rQZuUVk52Wqut5EiYx48P3YUSsDTvriPmKF2Tgi2FO5i2aE7duQkkEQi+02o3KHjwBevzjlwAHI1AWUSNWqckz+RzyCAVT3yaEQVQnUTFbADjhKR6ZSmIMfyuPYwXz3m/TEbWQS39vxcsfYcHajJ6nUd+Tb3lOPwEhyfHUNqv7cCSY/VS75BaTLKDsfQalT4Rdk7d/o65KGdGTX7p/p2SPmD0s6XdQRhAu71Z4VfRvDl1r9F+vziG2BL48CULZ+vfqELfJ2vN+BW3c/PbOA9c6PGK1wT7dW5F0fmE1cX/Ef7hBqff7OfZJ5mtTWZvJ9bVh3lMU94hMzNCsOo996Z0Pd7wEORAN3Rpstl73cAJpf+zcFUpxk+1/gd/fo6z05fI3v22XsAPLPnmXga9LLjQwI05FxuonwDQdTiyoy6rstZ+Yo3BLoSw5kZfHQz7/q3Nfb+aluOVuqw93mED23sWxq6EWsJlCyAqlrRZceRBLArKgEJIrNK+b4vTt1NX89lq1l1umRdsSnvkYyifSLbtaVHKJzSWGS/jSRJD3CcJcf+B7Vhj9SgkU8hGYHzqHE9ZffLnz/a+Rf/zf/8bqkUgihQ8iDb5XABsn7V9+WSTVJIzO6jCzTBRJpB7Q8HwEAlgO3wfPV+yKmu85qMXekwePKMK/QW3TvVfaVMcFwhwy5rCvLZV119qNSyoLpbUmO3V4hAP61S+agj8jT3LwBk1fWg679QYDJOZBOSId/1r2n+/bHzfWS6mU+04U7zz+j6HSk9JTMTvmcE5NhgoBapkv1jqweKtZsyd0qVcTkAh+O0mVXXbaGp98/WZxp3wtXb1+zDqvJi32MaMl3Bq1b1oR25PgN/qFpiX6wZLoFrmujZhetoFhUccx15GttDPIJhnQJUxa7SttMd0frbv6ZSHe1pzEnGoWY7qT0FgaZm2lEgAQOuDv1A4UjMPmcd1sYoeq1cZPJuY4EG4HD4riuBZym0zs09wCpnLrOmX38gdb781//2CFjtIxDgOIkEY8OlYMb1guuHcSZCpsK1gGA/ZHH8FbrUU/0WJwocUoJqN9LHMkJvIOUHXPX8uoBw/7SHbEfbOKZoXs3mmcwfEjgoy52NPxru9E8TrvsiDvDPU8rem1nsr3ubR/7abFFocsYhtUpS/SPf+p7PxhdvtvCAG5ZEQMPJxBNARBu5yK/t2BTN0PBBgx50ct9EGrC4JtO+jzJkR4O/2WJXB04HcHU2NtUWdk+Yt60xgYuRl1ICDNG+4CoVBVWxK1vTlfcO7AHJVj09e7ouiSx2zTrnT103qcXu1Rf/DB8v2Zif8WH35VsrfweF2ftEQoIVBfg7wGrgsm4N0Sd/Lk0SDMF58D1NIBnO03/1Pw0gBBJricGYxg4WWH3XMMp962amVjb6rv0gITJmoj74IeXhGPoh7GQOs00R2VHzma/g89AHznS1s51xi/UAQNWVMLUrrgEAotlXQDdzO44kgDUBPL/Mhp4BBLAhAgWABVXzRsL6tKKJg4KqDAOuAqrOpoEJKNvN9IHgDO0CG+mnmW94WYcon4RAhaEAMC55AEeBCmsMh/gVZdwnnDjojoKrE3tIzYkz7fkzH3nKt+rUZo2uMFEtuxTfC6i6tsGKwpmhwRmZqgQBiwZcqx7gqh1n5JN1uRqWgEj6229j2SsPuF2rTmc/DhOJtvlgRXYd61bg+wqu2pGXAPjO2KeS6Xr5DARYNUL0fRF/ZAmycUpKxn8AcFhD+5AADkgPqQe+m430KG1GNMhD2CcKwsF0NvVkSgbQEA+oqWy0vCmimZfl0ypSF+yKg/zpAODQTu82cJGTDXugxdiTp2nWZHB4wQsOqh/gj12pPiRgbAleVQ6qySldhMNG2pHZzB8mcHhBVbCt2cjQkQxxkIX5883yPxbOfeIoPQKZUUVHeLY5ZGZCZ6P8yAPe95xb618mvlCCOpShYS1HZLMzwKo2fLPjaLkipLXZXc449H32g8PRnSpqgqsxwdJhgYvhluaKkVaR2qLjY42hWVVEQs+Fxhicz8lcHZJfrmJbhm/VBEyvyVwdFLAKoEhmlIvgqki7Z9cChAGq9pH24dqpKgJVs3uSXUcWkAWA8lLWsm6agqQlctfOQ9d+zxaHzBZ4Ve0olgC0I0UZh2wUM3DVHlDzsoP7ZzHxZT7W3fSg1IvDKiWD0AAM6xhRZpoNL/hqY7IU8htBAB+R0cjThk02a7Vg3XISzVpVyoQBDfzw6zLUxjHWrvITT7Oq3QXaEdaqaWCaVNp1Ky9D+FafxyaoM4xVKxG2fz/W2NWl5ooDcjbppxpeVdOs6tLZE50ha9WCq3k9Ya0n0cfReOAwvDfNqnZULNlgxYlCOMKhKtrFEpU8e3quKyPLt1rogLWvDuCqT++P+qvW4IBVZEXHXFedUn3BdXVZZEGjxN3yaeVnMONVPUePYFLp2UjbErAi/aehw2zqD7LjMoFCw6s6jI1OVf8XEVH9pI6bZNVxBgBVvfkArh/5rnyZwbc6HAAIKJUGIBs6nOocD2+9/ky1OWCtNzRxOC8XZEh2y3RimgxacPVUooaP9nk+LLqNtzX8j2Q5D8B5VvxEMsDXm3J0PmQAwbdqaZCKAaBp4Ml05Io3AEoA9n6AqrsSwGFFlezF5TSr2lfYI5OsAS3ANQBHLwR35iNMM6v+g6tQsuzIALeVgMeakFYoaaZqRZ9DxuoI8NDuqXPWpU30PMfIpya4OjBg1ciQznqjQXbMNZmqNuhzZqVS0PnzkwaGRuML28yqSIY0s3KUb3VIGUCoDJvp0BJAFhoWTeAAyC4NbAq+VQWA7DiSgHJC+q788hSIYUzoP8gIEL/algM4hqUuxpYAf8iSL7M55gC2gAd7QMB8WZ0wfKsic/hoe2xWGZcsGeAAqzYIeKIh7P9oOrSKKvUe4BAGB79pZlVW64ZxHeKYEjAlGaGnaxbe2JFEXteRrPbnOQ6HMeNFALuj9rTdQY9weR94eIcsa7UuwNFXmRtfbhrAgmeY/WA12XZFNlsoWfa2EjA/X47Eaaaq0iNUGNiTgqtkQ9mRkwABUxJ9yO6ts6QPEljFAXGIh291MBshMsYj0zXYjgIJJKLcLWUyOFjMAFd1URuMAl3WmkyzJiNXFnNKwC7/putX8M2UKVte1eKZxJ4Af8rYFXcgewwAyNJt5OXJYk/2zxdsq9Zy3x1rA/Sh+cdp45jufMEt35TMn0QzDhnldIE9jyuLRTAIv1xV+hxUn6aebqb7vG7ROPDHshpwWFWWXb0ejuLlKqzlc+Blg3PVZJDZ8S6BxIA/i5EnowaagrRRsokTy3Yn8nMd2mBF4dHKkfU6rAyqZrey4Op5re8736o2qyJYURE4bKOfaPqdkiiRkGZVNWUDZKh8qz31y9fK21SjsB+svqgPFFhF5GTXueKPMvSn3ygQB1XTkMkCq6cGp7yqsQFWyw5tZgVfb59TXMoK4+Q6bewwcmU+q59KX/PRd/0Z2kImJqCqNavCHbUeUiuYlYIaBly1AFCRMuNvXqaezOCuu6u23+9hrFXbveFVtSMvAapOlB7htFlVCWFNxq6MJ/32yyXEkLuEtZ9g+2JKtQWZh/2zLrLFyMakusKOYwmwfm93hnakzkBbCChTqdND1akjkqPf0ImaRnGB7pf7ZVv7OJbvy/rA4dXCbesNEvJ4sStTWVH37IkvhmsVgNWOvATwNyQe9o2FPiJhBUqWKgeIoSgICSubOK2wrb9P1sxMf1g0SGVVhFWK8xYVF2ZNL+9/BgysmrIdP3DE8/u32H8oj8kWI1O17sJWVhG7eJ0BVROhXLnK4HccxABX+3gIqyKLYgAIXr+0acq1N2vp7/dxoodUu+4XT9AlXtVz02qAeU+bodmRlwBBnW+LQLPmy2UrdkeKyqsaxrLZl89y7s7XXf+mAICAP6bjdPmN3vuTnURmE1+CUQYA9QvkuFbCGtSZksXRL7mwRq02kaxrAofXyrXNv9cA6T6WtTaBq/+mcB5OAk/52XqGHdYXysEvx54rszQZQQ+qNQJDjbxIQzdhrUJfvq8Mr6odeQlQWbHdX8/lrKXLV3Ae9n1uSKrD/5hxhRNriaA4j2/JcrYVtoUz8g6qXrNgpXem3H3i+y2Z+Xa9hvZk8qvz0Q4aWGUKcUY+i33PNtIf6gmvqukebMexBEyzqjSjroZ4sg5yo6DPwHw9rQHEh291MQ9M19x6t2ntrzCnreVVLZwf5hqe+WvKuElsmU3hW7XgapGQAX7+5nkkXs/So9CZ9T7LUuib17jOneFTNftHD/H11hzTzMrwYCt42DP9uU7CbAgSrbYgqEMAow/D6E2ivKoaXO/HZzU2NQQAl5RxN4CNYVOTwDazyk2Oqp2RDZmrjK7vCrGlt20sy00oynTt1DhENKbF7bsRTRVXm/1VwYrDryJrVcuW7ZqVm+yM37kfzawc2azC0l3u26f5t32jZJ9IuGuOy9kkiXkytnyrxedZxwRM/Qry+f8Bs2me6kaKnNIAAAAASUVORK5CYII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54691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82169"/>
            <a:ext cx="8386527" cy="40888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número de documento y fecha de expedición, posteriormente presione el botón «Continuar»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40607" y="2980182"/>
            <a:ext cx="2340865" cy="2420874"/>
          </a:xfrm>
          <a:prstGeom prst="roundRect">
            <a:avLst>
              <a:gd name="adj" fmla="val 4710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" name="AutoShape 2" descr="data:image/png;base64,iVBORw0KGgoAAAANSUhEUgAABVYAAAKaCAYAAADVtAJTAAAgAElEQVR4XuzdC3hU1aEv8P88E/KAGIgoVBEbrKRcg/LQKAoHOUaoxGqopCqoiAgH8eOiR6FeqMKtQI9SP8ADRUQFtUGN1tCCaOAQQaMUlHgx2JKKUAlgkFfIkMm87rfW3jOzZ7Ins5NMMgz8OR+nksx+/dZj7/2ftdc2jR8/3gf+CQhUV1efdxrZ2dnn3THzgClAAQpQgAIUoAAFKEABClCAAhSgAAUo0BYBE4PVUD4Gq22pTlyWAhSgAAUoQAEKUIACFKAABShAAQpQgALnhwCD1bByZrB6flR8HiUFKEABClCAAhSgAAUoQAEKUIACFKAABdoiwGCVwSo4FUBbmhCXpQAFKEABClCAAhSgAAUoQAEKUIACFDgfBRisMlhlsHo+tnweMwUoQAEKUIACFKAABShAAQpQgAIUoECbBBisMlhlsNqmJsSFKUABClCAAhSgAAUoQAEKUIACFKAABc5HAQarDFYZrJ6PLZ/HTAEKUIACFKAABShAAQpQgAIUoAAFKNAmAQarDFYZrLapCXFhClCAAhSgAAUoQAEKUIACFKAABShAgfNRgMEqg1UGq+djy+cxU4ACFKAABShAAQpQgAIUoAAFKEABCrRJgMEqg1UGq21qQlyYAhSgAAUoQAEKUIACFKAABShAAQpQ4HwUYLDKYJXB6vnY8nnMFKAABShAAQpQgAIUoAAFKEABClCAAm0SYLDKYJXBapuaEBemAAUoQAEKUIACFKAABShAAQpQgAIUOB8FGKwyWGWwej62fB4zBShAAQpQgAIUoAAFKEABClCAAhSgQJsEGKwyWGWw2qYmxIUpQAEKUIACFKAABShAAQpQgAIUoAAFzkcBBqsMVhmsno8tn8dMAQpQgAIUoAAFKEABClCAAhSgAAUo0CYBBqsMVhmstqkJcWEKUIACFKAABShAAQpQgAIUoAAFKECB81GAwSqDVQar52PL5zFTgAIUoAAFKEABClCAAhSgAAUSQCBv6nOYPDhL2dNDFVg4czmqUITZfxyJ7OS2HIALNVsWYdYrVW1ZSYct2+vqXODLSuw3vMUs5Fydhdovq1BreBl+sKUCDFbjEaxemYc8VKDiG+PFdcUNecAnFfiH8UUMfzI7O9vwZxPxgy3vfBLxKLnP0QTOqnrQOxe5qETlvmh7zd9HFLh6HOZOGoFeKUDNlvsw6xVaxUWAdTku7IY3GsfyOav6XMNgCfTB7jnIzaxF5R7eJrVbqcWx/bTbMZ0VK27NTX5rljkrDvYc3ImReHJZAfDnKVi48Rw8PB7SWSsQEqwe3YHljy1BhQhWV45Etq1tu137yUI8vsJYsJo7dgaKbsxBj3Rlo666GlRtLcaitZVt2wlDS4/Ak0uLYC+fiHlvG1oAwATMX5WDmhcfx5KdRpfh51oqwGA1TKy6utq44djF2DgBeDX/UfzJ+FIofGEjHkkpwb9NWmFwqUIsXv8Ikkr/DQ8vN7hICz4Wz2C1aN5rGIkyPD57TTt9g9KazqcFePwoMHE+Xsvei/tmroqpxsiZy3DT0SmYtTJ8teKC7ibUTpkF41s8u+rBiP9chqJOZZg4tySyWf6TWPZvtZjSVtdYrSempRthZd3zUPRAIYZekYUUi7hScaBmTzmKny9G6KVKFiYseA79a9fg+efLWvCNbUcchHYbRZi7aiSw+XHMeb0Dw49myzwXRXMexPWNZXh+QWmb7QzV5Y5mb7ftTcD81/pg730t6XvabWcMrTh+5dN8n5s1fBqe/FUPVL+2CMs/i33bEOePApRiyoINhpwS8kMPzMdr/Wqw5LEl2NHkAGLbzlvjM2HBaxh6sd6SNShPkDbUbPu5ugizH7gejZuex8L3jY8bao1lhy0jzh1398TelY9i0dbwrU7A/GVZ+HjKQrS9VbXmJr81y3SYXMw3pNd+RHiz491FWL459n1myw6AwWrLvPjpc0pA9JO/6onvtpSg+PVy7Ecv5N5WgHG/zEHtu3OwcH282+c5pZ1QB8NgNay4OiJYPdtqSNyC1e7jMHf2IGRY6rHr6VlYdeRsk2nd/kQOBFu3vrN+qYQIVs96xaY7GKtANFbraXfCXExYMA2DPDtQ+noJNuypRa8bx6HozqG47EgJ5izYoPnyRVzU34yTTz+O5THqN9qj3WbdOxdzB2QAzl2YM3NVO315pFMwzZR59r1z8Vjf77D8qVVhYXW7F/A5sIGzOVhtzRdO8SqSoZj2h0KkfDSv3W5AzotgtZniOxvauQiG+lTfp/PlaEvq3dlar7Mx7unHkPP9csxa2REjlFpi1obPymA1ByknK7Hq0UUoD1lVa4PV1i7XhuM4BxZt0n6652DoqCIU3ZiCqiWPY8mXsTjI1rYvBqux0Oc6ElNAXF+MbFiNR1+oCDkAcc0/v+93mPiU8WE/iSnAvY4kwGCVwWrc5liVoUOvHShuGIHRjuV4fJmx4fdne3Nuj4DmrD5mBqvtUzyxCkRjtZ72OcrAWuUFydW1cvRVyG1q90LMnjsU9a9rR9C09mYg8kHEvt1mYdy8ubhsRzHqbx4Nx4rHsXx3OyP6V58gZd5BGjHcDIPVGGK266rO92C1XXENrvzcDlYNIiTax8S545d2fHesF7JqluDxF7Vn49YGpK1dLtHwYru/kdpPwVMrMbKxGFP+qywGG2zttRSD1RjgcxUJKpAz9TnM6FqBWXNLQgdMdM/BwB712PGl/wmGLIyYNAOFg3sgRcwY0FCLqs1rsDAwXYDSN+7/exYGXpUF2w/luG/mZ5j8+2nI+mQK5r0fBJL3SD/bi1nyCV+99qdu67oeyhN/etsKf+Kq+whMfrQQAy9OgU0sU1eDiveXY/lHmicw1M/k/SRF2Rkxan79IizhqFzd2stgNcbB6q+XbMRtP6zAP66YhFsuT5NrP/1NCZ5+cBH832uIz9yPV5E/LTiBQN7UxXjsjgG4uBMAz2l899EKPD6vBIfkGn6NxRvvB1bl49G1/h2+GIWzn8Ok4ZchzR5c5pl5JS2ehzU+I1ZzZMfRZdMULHTMwOJfuuQ8KaHRai6KZo7DiCuylAbfcBLVW1/GvNf9F3rBDin3KvXR4br9KHt9CdYEHi1s2vnIAMXxKVxXjECvdAeq3lTmCMoaPhkz7hwYmC/FcbQK5a8vRHHgW2Fle5VbgIHDc5AlJsluqEXl+wuxSHYw4qZ7KHoE6lTo4265Y5/EuGE5yBJ9k8eBms9KsGhFWaBTVrafhx7pygoch3ag9A9LsCFGI/La7fxlIFiNbtt074xPBaBcGJ58ez96+f08DuzfvBxzAnUlrB7cPhvLbqjFkifEpOf+P0MxY3Eh8LY/wGvNCVH5llKWtb+OeFw4+c9yvPy7NYHAsOlNfxby7puG8UN7KSdEcXL72wnk9g2dCiC0DrlkHSlZvBxlgTpibD3tVhfasOKieSuRu38WZq1s+ghNyLfD/hE1/m05qlDsfzQx7CLBdbQKZdo2PHE+lnXbj71ZA5HbzYaarWI0VXPtVumDQqYm2B7abiMecr/JeG5yF2x6ZCEcjy3G6IblePzFsC+Pwi5Ymuyvvy4F+o02lPnVRXjy3qHI6aZcHDm+rwipO0q/WI4TvUYgp5sNkPW2DC+/6cBND4+UF15yuX1lWP50c3U5vP5H6uua62vbUJHadVGdYFXWqUqUY2DgXOU6WomS3y9S+m5RD6aKx2fnoTSwbyJ0n48+f58VmCKiTecH0QffGDzz4JC4OFf6Ir2AMffeuZg8XO1rHLWo/LIWfS5vaV8TrZybufD332So58HlKzTTeUTzNFi+TY872vlbahk4lwCIcjNS8NQy3HRsSeiXxTfOwOJfASXqKEBD50TZZtX2qNNmdafhCWvnsk95exWKQ66Jop0vw5CvnobnJmWE1WFxDTcDPXbOwpy1+o89Rg9WxVMKk9GnWjPqU2xrag9UvTgLqwZErteAsfNz5Os15Rhbfq5Wl9H0ybX/KEPJK8WoCJyHjdQ1gxW5oz8mg1Wg9MVa3DRdnY8v7Bo4ZCqAKG1BtMOivuoNuajDe4rV6Tn0vqRqeTBgpB1FK+OOJja6vYjtR/aRHwenOYkajij9muMTF3JEv+9Ur5maOW9EdzXQvzcJdqK3N6M2/BwF4irQfSSefKoQlzn24m/bPsCmv+i/RCrngfmYdlUtylaXoORLB3JGFWHCnb2wX8xzKvtV5f4j40A5iletQrn63g3/wLMpv/NfNYrpz+aiZ4U/bG3a/nImzseM/g6Ur12NNVv92+qDmtf897ThfW4OJvxuBgbB/5RgCobeOx5Fw7Ow95XgQBZxPTPS8imK16xB+b5eymeG2VA+cQ6K41oIZ+fGGayGlUtbpwIQoemkfk5898EKzF/4F9RdMwlPz78P9r/egAcWKxtrEqyKuVon98DOl+ZjyZs7kf6LGXhs6mjYP7gbDywW0WrTYHXAk2/gueHAltcWYUVgmUJcvHs+Cp74S4tqW1yCVXGzOSkF6+RNRh5mLP61JtBSdj9nynOY0Xu/vGDdsAdqh9QH+195FEs+CXZIqf8sQ4lo8I4cFN47GSOzD6IkMAeUfrBalF2PyvWrsOZd/9vxijD3jwNRu24NSkUH2T0HI8dOQGFWpfrtkLq9Vdcj43gVylauQcmeFAydMg0T+tZg+aPB4Fw3EMx/Eot/mYpda4uxbksVUm4ch/Fjrwc2z8G8d8VNSQFmLxsJfFKM1WK+lt5DMW5cEYaayzHx6bO864oarBqxbVplWxasFqKPqwafvv0yVokTyp2TMe02G8on+Dv+8HogQtSwUYTihuLmk4GwtbUnRBmkTM/G/ndXoXh9FdB3pJw3tM/3L+PRxcrXK01u+uV8PVmoUpeR9eNXI5DtCAYkuGEGFt+bgb+tLcYHW6pQK+rIfUUYVFeMR59XH9gzsp4W9Q4d9+EJC5Yh638ivAgh/EZCDUBC59kVFwnT0P9YGV5+twSVDrUN99ofHAUr6ur1Gdi/tRgvvyLmRQr+0atvedMXY3zG31C89gOUq1MTPHj3IJx4U2/+uVAr0X9NTlmnlI0ou7HBUEXt4TBhwQwMcpQrFyz+/c2uwRr/I5gxK/OReHJxAVK/LEbx+nJUpSj9y/Uowxz1G3d5A3yFC9Vlf8LyNyuA64ow7b4R6GF2oeYzxcvRtxATphYg6+uFgdDIUF0eOxS2T2dhzpuir2tdf9BxNbG5LekHq69dl4HaPWVY9XqJtJ08ZQJyaparj4n5Ry5rRh90n4D5T/dEhT9sjcn5QX/kkaHyiVVfE1LOOhf+D8zHjMHAjnVrULLefx4cgazqVXj0BbUPE220WU9jNUE3WI16/hb7HO1cYuBmRISoox1YrvniTuzPzSf9YauRNqDsS9aeEqxauyHQZofayjFrdrHyhWyTc+9IPLm0ED2/L0fJWk2fcpUDZU/NQbEM/owcY7ixEqJmfTYR895Vf9dvGp6bloGPH9Z+YRC6XPRgFcDVEzB/Uh/sXTELq77MxbTnp6HHbu2bmfXrtaHzc7TybvW5Oji3nkM9v+c6y4LlIl8SEv1a0VhN7uBP+YPVKQuxX7RXdQ5fZThD+MhTA21Bdzn/9XvofNUtDwYMtCMDZdzBwoY3F6n9DH1sMYrMpeqIVSNlINpQEfo4KrFB3rtovwjRa18GXHVGzEVtkwlcFoYLjR88jwR6YeivCnDz9Tno1cUGxw978emHq7AmMP9xHmb8oRCOl0OfVhOjXSfbStTrQ3GuuAxVs+ZgjXYQlZgqcW4fVD2s3sM2+YI+/PoqQo4yaT4mJH+AxxeL66uw61dxfzE+FWVh5/DcRxdjWnoZJqqhrhj0MrD2ZSxcXKEOBMtCzuAeqN+uHyafRxVA91AZrIaxxCJYDR+NKl5WNckSHKEaHqw+8ur/YEDl3XjgD8r4VPnngcUozfsOBZMW6QSrt+C50llIf+/f8LD2Tdg3PIvSZ7qiZMTDeK0FNTsewaoILH6NPwXmJ5EdTbIaQqj7Lj7zYManmPd0cSAA6XX1QKTW7ECV7ID0Hi8Sgdk4pG7x3wDoB6sjXZowKqJV+PpFB9gHexfNwqrAI71Nb7T1ApqiecvQZ0fosH7cORvLrt6LKbNFcFqEuSsHonblQizxjyxp8khBCwq1Iz8aNVjV25noj4a1LFgNfzupeHFKIbDOH9Q1rQfi4rTQE6yDoaOM2nBClCerDHy6YA6K1W8f0TsXA5NrsEO9oA2/6S+csxJ5Py4KHdF452ysHHwQE5t7eVXYI9+tXk9H1pcI24oWrIa+IE3nZkC43x4aZgA5mPb8ZNjefRSLxJcxoq72qtJ9WZ7RqQCMfU69yFmrbte/H3/WBLIRwtbJv5sA20ePY8mWCFCtKfO752JZ7x0Ifvst1l2I2ctysXeKcuEmRwWH9YviZ4X20JesZU16DnMzNwVGy4TXZXERlqMZiSmP4vYnsTi3Bo/OXROp9GP4UpT2rMwRgtXsvVg4c1Vw9Lt4qdDPgi/0Ux7hqsJE2dcrXxpOy/w4UB6xOT8YC1Z1+4hRT2LZTVFelBdW76KXs96F/4NI3TQx5PE2XD0NiydnBC/u1fNJc55GSlg/WI12/tYbhRV2LjF0M6I+/RBo/+KL05tQ+2Jz04GEnRPvnouVff2P/fmPuABPLs5FzaPzIFtS+LlXLNO/BotCnsTIQtHT8zHwyCL1yxADx6gDHPoYIiCu2aalB/sB3bO87surgk8J+ZfJnTgfk3vvRcn+HBResgNz/MGx/IBevTZ6fo5S3q04V8ubzBq/pXoE3Yswd+5A1Czxl6+xa0Uj9bjDP6MJVjdAGVGc8+1yPL5CRKthddRQW4h0rR7el7YiGNDF0dvH5q/HOtzY4AabBqvqaDHtiDJDZSDa0Ei4dL8QNjoVQPg1u07/Hi1EMtDeDNLwY+ezwNUFmDCoB8TDuvX7NmCN+th61vAiFGZntFjmRHUJitv6MjgxGGtUIUbe0AMHAy+vCn8aLrhrISP3I7wQsHDOMuR+O0c+1RQyUCNwXtTe907A/JWXobLZUaRhfe7E+VjZY0fTlyiHTyV29TjMfXAEeqW44Dheg+/+XomP3y/RPKHRYvJzegEGq2HFG4tg9bZD+bjnWc2Kf/MGNl78l8Cj/6HBaiEWr78PjYsL8PgHkepa+IjVWXij7DKUj3gYK0IWEZ+7DYfy78H8FlTbjg9WldGCrhWPY4k/oNQ8Nht422j3kZjxRCFyLwAcJ2tR830VKt5dgzJ/WKUbrCoBQfBt8hGmAtB527x49GXa6Fz0ygw+tgTtY8a622t6UdI0eFG+Lc7RrDZQPJpHNgOPZ3odqP3+O1R/9TFK3vV/Q9SCAu3ojxoIVqPbNt3plgWrNyF09CIQGtTp3EyKETeTbOqo6QLMXjoQ383zf2vYlhNiFkZOfxKFV2UBzpOyLKu2lwRO/vJWMeyN1bqhos48mbljZ6DoxpzAdBVSTVOHjK6no6uIke1FC1ZDHn3Tu9kOf6wtsFHNjXyTka/BPdOvb7koeqwIQ/uq8yOpH1emEGjmqMSItbDpTWSY1kUTRDwwHysvrwyEbZHWFosyD38cM7it4HQlesev9xi5CHO0ZRH6GRFCFcD1J3+grH9UrekPjNSh9v9MpKkANI9lip1o0naVEPu7p0X/Ikb/TUbKOn/IHqvzg7Fg1Wgf0Xy9M1LO4X3uBMz/Y0/seHgeSkIKKmy/9dpoK+YMjjQVQOgbzcPN9A1DzAzejIR8WSymnhn4HebIudGUP9HagHgbfYGr6csxQujCzr1yVGydmBczbMqREFMDx6jbkEQ4nIeD8kWj+iFY+GKGRqzKhZRRd0Mz96P06XkoCZn+SG9/W3t+Dl9XS8/VYvmb4RCPcYbNlx3arvS+ODYaYLV/L9bsFkKCVTGiWExpk43q5Y9j+Zdhx2WwLegPggjvS1sRDBhoR2LKiGjXY3EWj7h50X6GXhz6a1ddDaq2FmORf45GQ2XQXN3T/120/kn5wiMs2AmZCi2438EQKXHL4mytI+fjfoVczwbu0Qdi2h+mYWBmK0Q091DGlo48YjNr7FzMH1yLRXJqw+gDiPT7RnUvAtcNO1EkBohoB2botb9YBqs3n8ScJ5aHzB+b1Xcg8gbchIGDc9ALVTovNzSmd65/isFqWAknfrBaiB8fHINnvjdedTs8WBWhw8RcdGmyiy5Uvxs2mkV8pncuRgzMw4ABucjpVosNgUfa9DutVgWr/SZg/vRBwPYNKP6oFJUyvNUZsdrkmyWjwarRN5iLDjsPA24ciEF9ewG7NY9IGi/Sjv1ktGDVkG3TXZYj6HTeuth0BIuRG0W9UTqagCNLjB7W3vi28YQoD6cXcv9dnIgGIveKLNSW+R+FbmWwKh/zVx5BXPdRuTJqOyxwMBqadGwFMbY1w3OsytXplHkzoWlgD1oYrI78z2Uo7PEdyt9fp0y/oIbiwS9u9I9NjIaecFXTHg4N1SjxP3ZjJFiNUZnLwOXYHDy+Qn8uRCka8oWUclztEqy2sj8wVova+1OtDVYBMSJ+4P45mLOrSPOFjr8ux+L8EMNgNWq9i3Wwqjn+RA5WtTcjmumOumlGnsgaaqANnH3BqtIfyOkMvrpVTm3yJ80USHotz3iwqkwBkJtSi0/llADatUUIViOM8gku2ZJw0+i5Okqw+vEULFyvd+0Y4ZzV3t1Va9YfHqyKeWgnPYfJl1dh+UygSOveXKgXcmOuVxYxCFYNtKMgQeQybg1TRyxjqP0YKoMWBquGXHWC1aht0q+WeGXREeXNbRgTyBo+DhNuykGGzYXar0oCXzLk3j4NBWL+dmOrUT/lQM32Uix5P+SVuVHWIL5Y1Hn6Riwlnv651YXV8tyod98Zvurm7jXF1D43oXZtLfo3eQ+NzohxnSkVs341AxNSPsbC13boTwVwrw0bAlMnKvsWOhVAL+TekIETn2gf+1e3/e4ULPyoRdjnxYcZrIYVc8cHq4DuVAC/mIU/XleDh2eLh/rDR6yKqQAeg/0N7cusACTIVADijZYj6l8OTAPgLwI5p2pWhTosXQSMvYD9/sf+xaeyMPn3z6HXnvswS06B0PqpAJoEI3fPxWtXfRd44Yfcp+6T8dzTXbAp0OkYu1BvGlCISafno0/1IsxaGTaSxH/wvXORl3ECFYE3Caod9Cig5JGFiMW7P9utR4sWrBqybbp3WRPnY372XizSPmIrPiaC+XtTUR4Y+dTaYBUQ25jb7WOUpxagz5dTgvPHteGEKL7V64X9gcf+Zc2d9Bye61WF+57Sf6GMkcdz5XyfyRuCLyzwn8Q1j/AaWU+71YM2rlg+anp1bXA+VP/6uhdi9tyhqH9dO6+pTpnr3BA22aUWBavi4mk8bH8Nnfc1+lQABZj9xxGoXx0+ajNsnkLdqQCyUDh9AlK2LsSanUCsyjxiW9IAxSZYBXQfEb9xAmZfdRTzXiwFWtkftLF6xWjx1ger/i9Big/3x2iX9kVmsTo/GAtWjfQRRupd1HJu0ofqtye9qQBCR6frjQCOXpztNmJVznsc7WZEuV4RL5vI+p9ypP6yDyqnaEbqGmkDulMBDMWEp67C0d8tUV6EpjcVwFXfhZ0z9aYCiPaERwRfdST+hpo+uNmxPPTlXDqLGAqGAAydvhhFncuxoDoXM/vXyLlpg7e5evW6tTesoetqzbla+QIw7FpObyoAA1/CR6/FcfiE7nk0V46y77WnChicgsCob8NtwUiwqj8KutlgwEA7MlLGcVA2tElD7cdQGbQwWDXg2nTEavQ2mchlYajA+KHzRkDMJzzjBhuqNq5DydvifQ1ZyBk1GkWjhiJDM2e8mOZm2nU2VAbeuTEUt95+EzJ2zsMSGUo2P4hHzqfc24b6r8Nehqlzjyq+AJt21UnNy6sKMW50Lk782X8P05qXV+Vh2h8eRK996lzvR3oh91dFmJyfypdXRajtDFbDYOIRrF5892K8+lDoy6seeTgfXT/5De5ZuPMce3mVCB1uwoklTR+lgnihx+8uQ9VTyuPYRU+vxFCv+mKXfVnIGVaIcffmoFa8rS7w8qrrkbon+KIG+fKq3gdlGKlMKdD0ZK8bjIiLkwd6YO/aJVjy0X70unEciu4cipzkvcE3jrdgKoCRnhLM+6+y4GN/o57E3DE9UbO5RH05VS4KRhei75HVWLi2GrhhGhY/0At71c63tncuCsdOxsjU8qiPCsf9TBYtWDVkq3MUMlAbiax9avmKOjBKnCjykPp37Uje1gerEBOEz74eWajBhkdCX8LR6hPi2LlYeaNLPbntR1bfoSi8bxxyDge/TGhy06/30qmxI5B9WvPyKnGjfb0LZa8vR/Fn4mVuikWPk5rPGFlP3CtMpB0Q87lNwyCP/w2VtYF2eNnRDZjzuxLNYyl6Za4sf725MvjCu2G3YvRNGdg5d4ny5USUYDW83Yqb6KGuMqz+YzEqkIORt49DwQ09cKK5qQBun42VN51QHwUKPVYZcPaqUl+IJ25WpyH3tOblVWL9V51Aqb//ilWZizeYzi5Cz0NlKHlTebNn7m0FKOxXi9ULilEdsxGrQJbo6+4MfRFb0a+uR8aXSzDrlSrlRV5R+9qztZK2IViFmAKnCH3M9agUj9VqHiWWZm0+P4g2MRJ4ex4WauYLa6++Jmo5R3i5iZGXV0UNVm8sxLj0PVgjXg4Y4U+7BavqY+vR3qQro9V752LudVnAoQ2h8xsbaQOizT4d9vKqsYW4Pn0Xljylzufb6pdXtTJYhfhyaBoGptdjR7PzxSqFYigYEmHt3akol1MAZKFo3nwMPCymM/BHq/r1unXn57DzRqvP1QZeXnVOBatiSoBpeG5qLjJcezUvhzXy4iQ1PFjVB1XzZmGNdiqv10JfXtXiYMBIOzJQxmft2WbBa+hTHWXaIUP9UbRgNey8YcRVL9iJFiIlcFmcrXWE+xUvgSzk3T0OBddrpmZziYyQWbUAACAASURBVNGvJVi+okzzYtwsjJg0A4ViJK0NgMeBml0bsHxxqfqZKE9HirY4KQu7nhBT8GiPVe+LDHVb1/VAigVAQy2qNq/BQv+0IeEvrxKr6z4Ckx8txMCLU2ATy9TVoOL95Viuzlsrt3h1EZ68dyhyuqljgR21qPxgCRa9r339b7zK4ezbLoPVsyBYFbuQN3UxHrtjAC7uJBreaXz30Qo8Pq8Eyuuswkesip9djMLZz2HS8MuQJmZwVpd5Zl4J/tHCetaRUwHI+UcGhL9cwb/D4u3J89HH/+KT8AbvcmD/1tVY8pp/3lHRIV2Gmv0pyLkiS+lI6vaj7OU5WBN4lMxgsIqwDslxEtWf7UXK0B7YO2EWlHGGxkasIl+8ATwXXSwnsWPxo1gisnExvH7skxg3LAdZom/yuHDyn+X408o1gQmgQ34PwHG0EhuWLkJp4EK0hQXbUR+PNLdlYO4bI7YRdja8Q1dPXItWBENr/ZdbGJhjVd1k0bzXMLS+OHQkqPxda0+I4cu54DhQjtXLgmWt94h1YI5d/wnxawcu6/EdpgReXpWLopnjMOKKLHkCFHNtVX51AjlXhY5qjr6ejqoYrdhO9zwUPVCIof72LMp7TzmKny/WjGAS641wo6BzkbDjo+VY4r8AaG66AL12K+vfCOR0s8k26/ihEpUncpDrKVHfyBt+jOGjw8J+r77pc+8cdS5fdX/zfqJcsLiOVqHs9YUoDvRfMSzzsLbkOlaN8rXLsUZ9WV6sRqwG+rrhOchKVi8kPytBsM22oT9oRZWK7SJtCVaVEciTL9qFx2euCpm7Klbnh5FidIOYguLYDiz530sgHv6K2teIi+QvT6LP5Qdb3teIc1rEcm7mwl97k/FZ2I2IkakADEz70X7BqsGbEVnxijB31VDUrw0d9R44t/hvgHSvN/w3NGr/I64Jvq9AyeLlKPPfYOl9qRnezkWf8vYqFPtfihmh72x2jmtNI5JPX1xSqfsCwPC2pjdHpPIZdW5n+YVPAeyb52Deu+o0JWL05+9CX+SpV69bd34OP2+08lwddi1X+48y+WVeReDG1+C1Ymw7p9isrZknP3KnPocZ/Wo1gw2MtoUcTJg3A0MvtcG1bwMmPi1e4qfTl4Zfh0cNBoycS6KXcWzgYr8WQ19MiM1GDUeaC1aBpu3LiKvB/j0kRErcsoh96XKNFKDAuSjAYDWsVFs0YvUcqREdGazGlszIPJix3SLXRgEKUIACFDiXBJSR1NFfpHa2HLPyJcAczFoZec7gs2Vfz639CPvy+9w6OB4NBShAAQpQgAIUaLUAg1UGq2Cw2ur2wwUpQAEKUIACiSMwbBrm3wpUrC1F6Zdi2psJePDe64Hy4Mv1zu6DKcTs32djx/MLsSHk0bize6/Phb3rdfuTmHmrHRumhE6bcy4cG4+BAhSgAAUoQAEKtEWAwSqDVVx22WVtqUNxXPYh/P6lLGx56FnIF7HyDwUoQAEKUIACzQhk4d+n/CfuuranMueXy4GDn7+F/1r2UZPpCchIAUVgFH7z0j34edIJfP3W03j2LxwpzJpBAQpQgAIdL/Dzib/D9LyekJcvRz7BC795CV/j53jo2em4obv4aWv/uHCw4gU8tfLr1q7gvFzOarWel8cd6aAZrIbJcCoAtg8KUIACFKAABShAAQpQgAIUoAAFKHB2CIx4bDHGibnkxZ9jO7D8fy9BBUZgxuJxyFV/3No9PblzOR5dXNHaxbkcBcBglcFqAk8FwBZMAQpQgAIUoAAFKEABClCAAhSgAAUoQIH4CDBYZbDKYDU+bY9bpQAFKEABClCAAhSgAAUoQAEKUIACFEhgAQarDFYZrCZwA+auU4ACFKAABShAAQpQgAIUoAAFKEABCsRHgMEqg1UGq/Fpe9wqBShAAQpQgAIUoAAFKEABClCAAhSgQAILMFhlsMpgNYEbMHedAhSgAAUoQAEKUIACFKAABShAAQpQID4CDFYZrDJYjU/b41YpQAEKUIACFKAABShAAQpQgAIUoAAFEliAwSqDVQarCdyAuesUoAAFKEABClCAAhSgAAUoQAEKUIAC8RFgsMpglcFqfNoet0oBClCAAhSgAAUoQAEKUIACFKAABSiQwAIMVhmsMlhN4AbMXacABShAAQpQgAIUoAAFKEABClCAAhSIjwCDVQarDFbj0/a4VQpQgAIUoAAFKEABClCAAhSgAAUoQIEEFmCwymCVwWoCN2DuOgUoQAEKUIACFKAABShAAQpQgAIUoEB8BBisMlhlsBqftsetUoACFKAABShAAQpQgAIUoAAFKEABCiSwAINVBqsMVhO4AXPXKUABClCAAhSgAAUoQAEKUIACFKAABeIjwGCVwSqD1fi0PW6VAhSgAAUoQAEKUIACFKAABShAAQpQIIEFGKwyWGWwmsANmLtOAQpQgAIUoAAFKEABClCAAhSgAAUoEB8Bk8/n88Vn09wqBShAAQpQgAIUoAAFKEABClCAAhSgAAUoQIHEFGCwmpjlxr2mAAUoQAEKUIACFKAABShAAQpQgAIUoAAF4ijAYDWO+Nw0BShAAQpQgAIUoAAFKEABClCAAhSgAAUokJgCDFYTs9y41xSgAAUoQAEKUIACFKAABShAAQpQgAIUoEAcBRisxhGfm6YABShAAQpQgAIUoAAFKEABClCAAhSgAAUSU4DBamKWG/eaAhSgAAUoQAEKUIACFKAABShAAQpQgAIUiKMAg9U44nPTFKAABShAAQpQgAIUoAAFKEABClCAAhSgQGIKMFhNzHLjXlOAAhSgAAUoQAEKUIACFKAABShAAQpQgAJxFGCwGkd8bpoCFKAABShAAQpQgAIUoAAFKEABClCAAhRITAEGq4lZbtxrClCAAhSgAAUoQAEKUIACFKAABShAAQpQII4CDFbjiM9NU4ACFKAABShAAQpQgAIUoAAFKEABClCAAokpwGA1McuNe00BClCAAhSgAAUoQAEKUIACFKAABShAAQrEUYDBahzxuWkKUIACFKAABShAAQpQgAIUoAAFKEABClAgMQUYrCZmuXGvKUABClCAAhSgAAUoQAEKUIACFKAABShAgTgKMFiNIz43TQEKUIACFKAABShAAQpQgAIUoAAFKEABCiSmAIPVxCw37jUFKEABClCAAhSgAAUoQAEKUIACFKAABSgQRwEGq3HE56YpQAEKUIACFKAABShAAQpQgAIUoAAFKECBxBRgsJqY5ca9pgAFKEABClCAAhSgAAUoQAEKUIACFKAABeIowGA1jvjcNAUoQAEKUIACFKAABShAAQpQgAIUoAAFKJCYAgxWE7PcuNcUoAAFKEABClCAAhSgAAUoQAEKUIACFKBAHAUYrMYRn5umAAUoQAEKUIACFKAABShAAQpQgAIUoAAFElOAwWpilhv3mgIUoAAFKEABClCAAhSgAAUoQAEKUIACFIijAIPVOOJz0xSgAAUoQAEKUIACFKAABShAAQpQgAIUoEBiCjBYTcxy415TgAIUoAAFKEABClCAAhSgAAUoQAEKUIACcRRgsBpHfG6aAhSgAAUoQAEKUIACFKAABShAAQpQgAIUSEwBBquJWW7cawpQgAIUoAAFKEABClCAAhSgAAUoQAEKUCCOAgxW44jPTVOAAhSgAAUoQAEKUIACFKAABShAAQpQgAKJKcBgNTHLjXtNAQpQgAIUoAAFKEABClCAAhSgAAUoQAEKxFGAwWoc8blpClCAAhSgAAUoQAEKUIACFKAABShAAQpQIDEFGKwmZrlxrylAAQpQgAIUoAAFKEABClCAAhSgAAUoQIE4CjBYjSM+N00BClCAAhSgAAUoQAEKUIACFKAABShAAQokpgCD1cQsN+41BShAAQpQgAIUoAAFKEABClCAAhSgAAUoEEcBBqtxxOemKUABClCAAhSgAAUoQAEKUIACFKAABShAgcQUYLCamOXGvaYABShAAQpQgAIUoAAFKEABClCAAhSgAAXiKMBgNY743DQFKEABClCAAhSgAAUoQAEKUIACFKAABSiQmAIMVhOz3LjXFKAABShAAQpQgAIUoAAFKEABClCAAhSgQBwFGKzGEZ+bpgAFKEABClCAAhSgAAUoQAEKUIACFKAABRJTgMFqYpYb95oCFKAABShAAQpQgAIUoAAFKEABClCAAhSIowCD1Tjic9MUoAAFKEABClCAAhSgAAUoQAEKUIACFKBAYgowWNUtt1149oUnsNJImV76e3x7Z//onzxSigl/WootAIb1X41Vwy6KvkyifsJ7GBvfmYulx4Fbb/g9pvZLa/5IDpViwttLscULJGVMwof3jMEltkQ9+A7c70Ob8du/voovMATP/HoSrkntwG2366YO461V4zHzFIDOj+DzCQXIatftGVn5N1i3fCcuKLwHQ+K/M0Z2mJ+hAAUoQAEKUIACFKAABShAAQpQoJ0FGKwyWI19Ffv2VdxS+iaqxZqjBWP1u/Ds6iew0gl0znwE6+4twCXm2O/SubjG6g1FuOXvx+ShnVthPYPVc7G+8pgoQAEKUIACFKAABShAAQpQgALnmgCD1WjBatr9WHdXAS6JVPKWNHQ2MlLwvBqxWo01r07Hb08B+YNWYtkNkUbnnsbXW5Zi6Z7t+D7jEfz32OEMVTX1rHbLdFy7q0r+ZOKID/GbfmGV8Lt3cE/pClSgP14Y+3sUdD9XuqfzO1g9vus9/HlPFm4ZMwQ9OXL7XKnUPA4KUIACFKAABShAAQpQgAIUOAcFGKxGC1ajjbg0WinOp2DVqAk/16xA1GD1nPU7f4NVz/fb8M6nbuTdNgyXppyzBcwDowAFKEABClCAAhSgAAUoQAEKnBMCDFYZrJ4TFflcPAgGqwamkuiwguccq+1JfXTbG9iIfNwzpFt7bibB1n0U297YCNwSNq+vtw4Hv3fioku7wZJgR8TdpQAFKEABClCAAhSgAAUocK4JMFiNdbDqPY2vK1Zg6a7N2OhqBMyZyP/J/XisfyOeLdV7eVXzo/OihmunqlFatgIv1VTha3cjADuyM4dj4qD7cVffTP36Wrsdaza/gzVHdqHaC8Cchp9nDMFD109CQXaEF025DqOibCmWfrsLFeK4YEdWan881H8Sxg26FEnaLWlG5yLSy71qt2Plh6/irR+r1X3IRF7XW/HQTWMw7JKm+/DFu7dgzAGxkQK8M3UMnGVL8fw/d+ELcczC+LIZmDtyMLJa+uh0K/3ac9+1ZR5egNq5VJurG63yanZUtaaeijKY/giuCdu52l1vYulXpXj/2DGI904lWS/CsB5345ERt+LnnfWr4qnqD7D001fxllxGqbuPDClAw5b/aP7lVa2pw23qvTsmWD1YvhrrDl2JsUWDcUGb9jexFmawqldeEYLVI9uw+v3DyL1nDHKNTEOTWFWBe0sBClCAAhSgAAUoQAEKUCChBBisxjRYPY0v3p2IMQeUFwqF/DHbkeRthLPJi4baEKweKsWUt5diowhHm/yx45o+v8cbv8gJCT1rdy7APVs3Ky+W0llmWP+VWDUsbE7U+l14/vX/gxfPiEC16Z/s7jPxsnZ+1CjB6r8q5uLBz7dF3If8ASux7MbQfQgGhTkYllGNLSea7ktS15n4fNxwRMjwmu54K/w6Yt9jG6y2wKu1war3GLa88x+YUKNT74W6OQcLfvUC7ro4tAicu5didFmpTj2wI8ncCKeo1zpTcbSqDre5W+6IYPUgtqzegoMWD3oOG49hPdu80wmzgoQMVmu34Y0Pgfx7hqB9xtlGCFYTplS5oxSgAAUoQAEKUIACFKAABc59AQarumW8C8++8ARWRin/8DexO79YgP4fb5bhKZKG4Jmb7sftl9jxw99L8duKd1ChBqChy7UyWPVW4cU/TsfzYmPmbEzNm4HxP7sIOLYdq8sW4cXTInjMxGO/KMbUPuqBHNuM6a8vQKnYj6ThWHX7DIgMtfafpfjdhytQ6hLrGo43Hp6JvMAQ1GPYuGY8pvyorO+ufjMxdXA2upyuxvvlC/DbIyJMs6Pg2tV4IU8dIdtcsHroHUxYuwJbQowycfJfH+DFba/iLRneZmJq/mo81tceKIFgsKoc72N5M3DXzy5Cg1ju4xV4S6JfimcKV2JcxDeNaQq0NX4dvO/RRisbG7HaAq9WBqunKv4Prv18u6z32T1m4uVfDMcl1mP4+pNF+I+vtuNforr1mINddw0JhvzObfjtH+dijWwTwXqVfGw73tq8CM+fUoPz8GC1VXU4Fh15BwSr1Rvxyu6LMOayb1Fc2x8P/XvvWOx4QqyDwapeMTFYTYjKy52kAAUoQAEKUIACFKAABc5rAQarMQtWT2Pjmjsx5UexwhwsGBs2Qu/bVzG69E18HaMRq86dC9B36+amoabYfP02/PZlJbS6pM8LKP9FjnKUf38Vo7eIZYBbb1qNqX2DB/+vzf+BoV+Jcax2TM3/Cx7z/+7Amxj97qtyv7P7vIAP/esSi3oPYM3LE/HbegBdZ2KXf7RoxGC1ERVv3Yl7akRopmOkDc0yZ2DX+FsDo0+DwepF+E3Baky8PLjvQQtg4ogP8Zt+0dt0y/06ft9jE6y2wKuVweoXG8bjt3KahiF45qFJuMbs9z+Mt1aOx8zTItwtwDuPBqcPEGFs/8+3yw8Ou2o1Vg3XjFD2VmPlS/+BZ8/ojFhtTR2OXh0MfKK9g1UnKv/8Cg78bDJGX16J9948jH735aNPwFKzi+pIyesHOfFp+V7UeXpi2OTRuFJ7FHX7sG3TVuz5wQEPLEjvMQDD8q9Bz/CpMhwHsH1zBSprjsMjQm5LCrr3HYb8IZdC791Zjv3bsLF8D444PIDZgpQL++LGm4egd7oBQv9HjlRi3ebtOHhSrCMF3XOGYQC2YmuEOVbr9m1D2VZ1m5Z09Bw4DKOu7tmy+UWNeniPY/fGD1HxL9XDdgEuvfZm5PfTzmcqAs93sLtOc8w/GYbJt2lKIMJo1uYC5CO71qHsbwdR5wGQ0h39hg4Atm1tOscqRF3ciz7hZS52x3UQX2zchp1qeVpSuqHPdfkYdkVLCqgFZcmPUoACFKAABShAAQpQgAIUOM8FGKzqVgDNiNW0+7HurgLoDoJMSkPnwMhOzTLakDEQJpRiwp9iN8fqF6W3Ycy3IqAcjlVTZmJYyCSnjfjXnl34XgwhzMhG3mUR5lrVZjVbpuPaXVXyJ9pwsnbrdFy7U/z8Ijxz52qMuzQU7NR32/H1CTEk8VJc0/ciZURixGB1F55f/AReFAFOxiP4/P4CZIX5V5TcgnvEEMew49JOBbDg1y/gru6aBXcvxeVlpfIH4aOII7Xvlvt1/L7HJljNgWGvVgarkfvQyPOyBstzMJZN+L/ID5m/oflR3JG2F82rbX19OwerztAw9Zu/LMeeSx/AHVeFNGzlEERoV7oHnq4DkD/yGnQP/4jjG6xbWwF3/1EYldsdSZ467PukFBt/6IOxd2nnbj2O7W/9GQf7jEJ+v+5IsQGek/uwdf1GHMkei7GDwmZ5PbEda/98EH1GjsI1YqOuOuz7fCO2fNsNt4wfBkMzFzgq8d7rXwCD/PvmwIEv1mNr1XGgzx1NXl7l2LMOaz9zI3eUss1m9y9SARv2APZ99Ao+tQ1DwQ29kW4DnEd2Y9OH2+DM1SmL5qYCaGGw6tj1HlZ/CQz2H6fjAHZu2Cr71j4FYS+vihSseo9g29r3sP/ifIzK640LkjyoO7ATZZu+hvW6sRjdVy8qb1ur4NIUoAAFKEABClCAAhSgAAXOdwEGq7o1QBOS6szxqLvIj6WYsEYJTnVf2BQxtGrNVADa0bH6LxKKWLG9p1G9sxRr9nyAihOHlRdHhf3RBqtf//VOjN4rhhzqBHSRNhIpWD21GdNXLYCMQCO81CoYjoVuL7bBaiv84rDv0YJCY1MBdFCweuoAtmx/E2v/uQsVZ5SXV4X+0dbTYyh9tQjTRSCv+yKsKMFqC+twbDr59g1Wj3++Fu+cuAYP5avzdqjTAtz9y9zQF8MFgtV6DH5Af0SreAHWJt/NGB8ySetxbC9eB8eNBuZu/edGvLTzAhTdNRgh4xz3rMPy6t6YPFo7JPw4vtlSCQwYhisNDIoUIzbfqx8cPE61cA6UvYKtyaPDglUx5+wmYPh4DPuJphRFwFvqwBCDYa5xDzESdT0wYjyGaL+4ObAd62t7YtSAsOg4ZsGq2O57qL/2IeRna47TewCbVm9F0i+MBat1f1uLN76/EuPvyA0dbfz9Fqz+yINhD9yMsO/FYtM0uBYKUIACFKAABShAAQpQgALnsQCDVd3Cb0WwGi14OxuCVe9hvLV6ImaqL34Sb23P9j8a7DqGr93KvJbtFqyKeTWXzcWaRAxW47DvCROsHirFhLeXYosM6e3ISsrEheoj7D84D6NW/lwbrEYLtpsJVltRh2PTv7dnsCpCz3dwfNBDyP+purfevdj4yhe4oHAsBmeEHUGzL006joo//RnOGx8IDSPFQPKtq7El+Q6MHRQlAY20fuderH9zE45n9UPuVVfi8u7dkKIzoLY5793rlmNf9mSM1kxDIj6v+4j8sQq8UerEsPvDR8MewbY1W2D/5VgMjhrmtszj6Gdv4J1vrOjTdzD65XRHt/SUyFMOxCpY9e7GuhX7dB7tjzTHqv5UAGKU897ekzH65+ElILzKgFvDA9rYtAyuhQIUoAAFKEABClCAAhSgwPkswGA1VsEqNI+Kt3YqgLRJKJ84JmTagUjhWvOPsutX6eC8lmkYl/ffeOba4LyWkbYTbSoA3S0ZmQpAzwjA2TEVgN5RRSnfdtj3eAareVetxhvaeU8R6bF+TUhqG45ld81EfmB+h2amAghMZdGyqQBaU4dj08G3Y7B6UIwoBG4OCxD3ffQStnceg7HXhj2S32ywqjP/pwYgvd+Y0FGhrqPYXb4FX+w/Cod4eZ3/T3o/jNF7273rKPZ9sRu79u3D0VNOIL0nBtw0Ctf0tBhgjjAiNFKwKo6zZDe0U5lqdhD9Co0EhS30AFB3cDcqv/oG39YchcOTgm4/y0P+jX2QHj7fbayCVbGeD4AR44ZAO1AWaEmw2vyLrr75y2ocvtrAaGUDpciPUIACFKAABShAAQpQgAIUoEBQgMFqzILVsJdXhc8DGvHlVdrlms6XWr1hPG75+2G5l9qRpNqXL427sRjPDEgLHol44/2y6XjeBSRd/nvsKegvfxd8nH4IVj00B8NSg4sEX14V9gIozcurrvn5Srzz79qHSY+hdHURph8LmzO1tS+v0rx0CxFfXtWCR9ubaekt94vy8qp22PcOD1a1o64vnoM9Y4cEH0PXvlAqZPSpZnR395nY8+vhmkfXNS+vCnvkP+TlVf1XY9UwYy+valUdjkmP337B6sEtr2DdN2JCZJ0/KVdidPgj71GD1Y06LzzSW/lRVPzpPRzIuhHD8nqje6o6/LTZ9WvW43XiSOV6rP8iBUMiTEsQvtUWjVg1uh/Nlm/zgWO0qhGY0/XysS0LuFsyxypHrEYrBv6eAhSgAAUoQAEKUIACFKDAWSvAYDVasNrcy6vEspY0dFYDSufupbilrBTy3UtJQ/DMTffj9kvs+OHvpfhtxTuoUOczDX/B0r/KJmLobvladWT3mIH//rchuNB1AFt2LMWcb6sD81WGvPFehKd/nI7nRR5jzsbUvBkY/7OLkHS6Gu+XL8Bvj4i0MxOP/aIYU9VpG3W3g8P4uvJNPFu1DV+r+xeyHRzDxjXjMeVHMU1AJu7qNxNTB2eji/MwvqhYhCnfVsMJOwquXY0X8tSXZEUMVgEceBNj3n0VX4QYZcJ5bBte2rgUK88o25mavxqP9bUHSie2c6wCaIVfh++75qVc2T1m4uVbcwBXJi7pqrjEfI5VHMCalybit/Vi7ZkYN+j/4pH/dREajmxD6daleP6UMlVE6GP9+svgWBU+qFiKZ48chhIZhs0F7NyFZ1c+gZVylGSwXiUf2463Ni8KbitsjuPW1eFY9L/tFKzKR/4rkHSr3mhCMcfoejhv0EwRIAt+G974EMjXG1EKQMwpur3LGNzRP8rLiiKNlNy/Ca9sS8LosPUf3LkeB7NGYXDIRJ0tCy5bPMfqmu24oPAO5LbhvUuGPeq+wZadQO6wKxEyRljMLfvPPph825WhFSnaiNW/uptMYyBC9C3W8LlkYzfHavHhn+Oe0f1C51g9sg1vrHfiRs6xGouOgOugAAUoQAEKUIACFKAABSgQIsBgVbdCaEbhRaswIS9hOo0v3p2IMQdEqBn2JykT2c5jqNZ7c/2xzZj++gKU6rxIKjspE9VOZX2hgSeAkLktwzdox7B+/41lIy4NjiCs34VnVz+BlTqD45LMdji9SnA27sa/4JkBwVATzSwnPp/dYw7euWsIAi92by5YBfCvirl48PNt0qLpHzvyB6zEshs1IxhDRtvGZsSq3G5L/Tp638W8rn+cizWaeqEN5WMfrAJiJOm1n29Xw1Bt6WQiO+kYqmXdCQ1JxRcKo8tKdcrTjiRzI5xy/5uOxo68nGZb4S+Pa20djtaOo/6+fYJV51fv4ZWqnhhbNDg0zFP3p8lLrcTPo43kdHyDdW9VALmjcHO/7kiRb7f/BtvKdyP9ljHBOVvVUBc33IERV6bD4nXi+L6/YdPW3ThqazoVgPMf6/Hm58CgW25Gv+5JgH/E6q4UDLsvH73DH5XXMxX7trYC7v6jMCq3O5I8DhzZvRHrPz8Ce/g0BQAce9Zh7edA7q03I/eiFLmPR/6xDVu+TscthfpmTTZr1ANiBO86HLxkGPKv7Y10GxAYsZo9FmMHhU3J4KzEe699i16/vgPXNJnrVQnFj/+8AKOu7o4kOHGkahPKPj0A5IRNx+A/zs/cyB01Ctd0T4LHcQSVH67H9sN2nSkP9OdYhfcItq19D/svzseovN64IMkDx+FKbNxQ+XxG9AAAIABJREFUCet1YzG6bxvS6ajtgx+gAAUoQAEKUIACFKAABShwfgowWNUt99YGq2Jlp1H9yQo8v2szNroaAXMm8n9yPx7LvwhvvfQEVuoFq2KxH7fjxb8uxeoTyst+Otv6467+k/BI+gfov7lU7mWTYFX88FQ1SstW4KWaKuXlU+Y0/DxjCB66fhIKsjXTA/iPU/380u93odoLJFkvRf5PJ+Gp/ofx5Nql2ALgkuwXUH5bTqiM6zAqypZi6be7UCGOC3Zkp/XHXQMfwcT+oSEoogSrcsW127Hyw1fx1o/Vcj/Efl/TtQCP3DQGwy5put8xH7Ea5mHYr4P33fltKZ7dtAJr6pWyLRi0MjAyuD2CVXl4X63AnE8+wBbnaTkaOTtzOB65fhKyvroT98iB1WGjT2U1/ABLP30Vbx07hlPiBVap/fHQtTOQf2wuhu6qApCGx0a+i6k/C61Wzm8/wPPbgsvJbQ2ZhJ/suhNjxLbCg1VNnW9xHW5TH98ewaoDle+txrc/fQB3XBXhLVBqeHf5fXcg1/+RaMGqOM66fdi2aSv2/OCAxwtYUrqj79B8DOkVGq55Dm5H6aZKHHF4ALMFF/TIxeD/1YhP/6fpaEux2uNfb8Kmnd/iqPr5lMzLcc3wm9FPHaxuiPjYbqzfWIEDJ9VtXpKHa9Iqsd2UHzr/q7qyun3bULZ1T2AfUy7si2G3DMGlLckJDXrAcQDbN1egsua4dIPtAvTsl4ebr700dBSo3Dcn9m1+Bxv/UQd0ycXYX+eFhuNHtuO9jUFbud+9jmNrfZ7ucR7/ej3Wf3oAdR5lu5dedw0679quM61DhGBV7JLrIL7YuA071f23pHRDn+vyMeyKqG/5MlR0/BAFKEABClCAAhSgAAUoQAEKhAowWGWNoAAFKBBVoD2C1agb5QcoQAEKUIACFKAABShAAQpQgAIUOIsFGKyexYXDXaMABc4WAQarZ0tJcD8oQAEKUIACFKAABShAAQpQgAJniwCD1bOlJLgfFKDAWSzAYPUsLhzuGgUoQAEKUIACFKAABShAAQpQIC4CDFbjws6NUoACFKAABShAAQpQgAIUoAAFKEABClCAAokswGA1kUuP+04BClCAAhSgAAUoQAEKUIACFKAABShAAQrERYDBalzYuVEKUIACFKAABShAAQpQgAIUoAAFKEABClAgkQUYrCZy6XHfKUABClCAAhSgAAUoQAEKUIACFKAABShAgbgIMFiNCzs3SgEKUIACFKAABShAAQpQgAIUoAAFKEABCiSyAIPVRC497jsFKEABClCAAhSgAAUoQAEKUIACFKAABSgQFwEGq3Fh50YpQAEKUIACFKAABShAAQpQgAIUoAAFKECBRBZgsJrIpcd9pwAFKEABClCAAhSgAAUoQAEKUIACFKAABeIiwGA1LuzcKAUoQAEKUIACFKAABShAAQpQgAIUoAAFKJDIAgxWE7n0uO8UoAAFKEABClCAAhSgAAUoQAEKUIACFKBAXAQYrMaFnRulAAUoQAEKUIACFKAABShAAQpQgAIUoAAFElmAwWoilx73nQIUoAAFKEABClCAAhSgAAUoQAEKUIACFIiLAIPVuLBzoxSgAAUoQAEKUIACFKAABShAAQpQgAIUoEAiCzBYTeTS475TgAIUoAAFKEABClCAAhSgAAUoQAEKUIACcRFgsBoXdm6UAhSgAAUoQAEKUIACFKAABShAAQpQgAIUSGQBBquJXHrcdwpQgAIUoAAFKEABClCAAhSgAAUoQAEKUCAuAgxW48LOjVKAAhSgAAUoQAEKUIACFKAABShAAQpQgAKJLMBgNZFLj/tOAQpQgAIUoAAFKEABClCAAhSgAAUoQAEKxEWAwWpc2LlRClCAAhSgAAUoQAEKUIACFKAABShAAQpQIJEFGKwmculx3ylAAQpQgAIUoAAFKEABClCAAhSgAAUoQIG4CDBYjQs7N0oBClCAAhSgAAUoQAEKUIACFKAABShAAQoksgCD1UQuPe47BShAAQpQgAIUoAAFKEABClCAAhSgAAUoEBcBBqtxYedGKUABClCAAhSgAAUoQAEKUIACFKAABShAgUQWYLCayKXHfacABShAAQpQgAIUoAAFKEABClCAAhSgAAXiIsBgNS7s3CgFKEABClCAAhSgAAUoQAEKUIACFKAABSiQyAIMVhO59LjvFKAABShAAQpQgAIUoAAFKEABClCAAhSgQFwEGKzGhZ0bpQAFKEABClCAAhSgAAUoQAEKUIACFKAABRJZgMFqIpce950CFKAABShAAQpQgAIUoAAFKEABClCAAhSIiwCD1biwc6MUoAAFKEABClCAAhSgAAUoQAEKUIACFKBAIgswWE3k0uO+U4ACFKAABShAAQpQgAIUoAAFKEABClCAAnERYLAaF3ZulAIUoAAFKEABClCAAhSgAAUoQAEKUIACFEhkAQariVx63HcKUIACFKAABShAAQpQgAIUoAAFKEABClAgLgIMVuPCzo1SgAIUoAAFKEABClCAAhSgAAUoQAEKUIACiSzAYDWs9Ooa6+VPxv+0K7xeD5JsZtitAEwAfF6YTCZ4PT40es042eCFy2tCepIZnSxeJNtNsJmARrcPZ9yAxWKFGW6cavAhRXzGZobP48EZlw+NPjOSLT50spphM3thhg82mxVe+NDg8uDwKYgVoMcFyWg8U496F2BPSkJGJzMOHzuD040m+Exm2M0epKUAaTYzUm1W1DsacbLRhE6d7HLbxxweODxmWE0+2O0WwO2Fy+2FzWZD106A0+WCwwM0eExyv3w+IMVmQlZnC5LMHpgaAZvdApfHA4fLhHq30PHBInbPapIeHpcHHthw2uVCJ5sFne1mOFwunHYByRYLOieb0OByw+sFTCaFMq1TMrxeF9weL1wesV0zzGYTPF4PzCYLzPAgJckCq9mE0w1unDpjQnKyFV06+WDzie35pL1wSzYDndOS5XpOOtw4Wu+B2wekJZuRavEhxWaG1WZFXYMHR+vc8AHokmpDZqoZDU43Dp0GXF4fstLMsFk8MLnFEQI+saPycH2wmcW2AK8PcMKGM40e2CwmpCVb4XQ6cdqp7IPb1SjL2GQBkjxiUTOO1LlwptGH7hnJsJh9OHLSiQY30L1LJ6RZ3DjpcOF4owleE2C3+GA1meT20pOtcDeK/fXBA8DhFsdshtfrQ4oVyEi1w+Nx40eHB2fcys52TU9CstkDh8OF5JQkpFt9OHHGA4fTg26dxe/Uuubzod7twym3F40AkixmJJt8sIrSMVtQ1+CCx2eSZWK1eGG3mORnTpzxyTLJSgZSk61wNPrw/alGWRc9Hi/MJhMs8MFuNSEzxYI0mwV1Li9qT7vQIA5CrN5shtvtk9u1mHzobAXSkqyyfgBmHD/jxjGnOGoTUm1A12QfMlOt8DR64G70wWc34ZTLgtrTHmw5JVbasj81dT8A85/wF21gYZOo/D5lfaLcZIEE/og6Ktq/qAXi5yalkoj/kvstlhE/UJZR/kv5P6/XC6lutsJntcCclApX2oXwivqSkgxPcieYO3UCzFbY3XXwmFxw1B+HRbQnqxvW5EZYfY3wNbrgc52B5/BJNNaehjXdA9uFXeB2eVF/4AganMlosJ0B3G7Y7alo9LqRnmLHBRdeCLPbhPoz/0KSuyvMGZ1hNnlQf6wBjV47UtO7wWmyIsVrQaPZB7fbBpiSYDEp7UtpjYDVLI7RBYvKIvo3n9sLi8+juJjEUXvh9QkrHyzyZ2qDD2CJfktdgUnoqH/kf5hl/yNA5UfUn8lFBbu/Oaq/k12ySWzbXxCa8pKf98g2rKwruE2fxaful9J/BX5nFuUvCtMr27xX/LfYIa9PLWOvchpQfy53y6XWP3noovf2SiN4TDD7LGpH4kMPrziJqH88jfC6RecgaoU4Jyjt2yp+5nUpf0U9lB2Q3KKyH5o6J/8t/4bVffk5eehqfVTrqPy4+H+i3qrrFBVXUMifCTCn/IxJdHJepQzF/3pN4ph88Imfq2Ur6rQ4FTj9//YBHrGMVyziwxlRX+WeC0cT3F4zPF4TXF4XPF7A4xPHbJL9uMcjd1f2N7LuAHD7vPD4vPB6PLir4v+FHWT0f4655yEcOnRI9s3dumahc+dMmE12ZHTuAqvFCpPZDLNoi2alYlksFoieS/xb1AmLxRb4ndWk/Mz/O/Hf8q9Fqd+Bf6ufCX5OrFec1zTLm32Bdcm+w788xGeUfQnflln0Hup+hiyj1mlZh/3LiTqi1nfl50rnpP2MLGPNMuH/1upqPxdNPfBZyaL2g/76qNkHvfVYzBa4PY04eHA/vKKPsVjkX5/XJat554wuuCCzG6y2JFkXhUfg/OzvQvxtPPwX/n5D1sZgg1H6a+WP9r9D/23S/Z1sD7KvUJYVLV/Wd/lzpY9Q1qm2HbHPAA4dPIj01FQ0OOpx5OgRWKwWuBtd6JLeGRdddFHguP11RlwDhpeB/9+65aTpE/x1S9knpcz9f7XHra1b0co4+PtghxyyP7If0TOVHY3u6odeP9D4ZjWf/LbuFGxWO6yiHfvM8lwrKoW49kiyAPaQ04YPTo8XJ51uNLo9aPQCLtHPiL9eH8xuNzyiT/O4ZX+MRje+/24/amuPys97RJ9sEtfCVlitVtnuxf/K+wG17GWzE/VS9fb/r+grZV1Qz4/+uiY+L/Za9JJes7jsssBktiAlJRWdU9Nx8vgJNNSfCfEUq5DrldeiwbbtbxNiW/IzSsUMqdsWedWu1M3g6dCk1Fv1Gia8IPTqmlyHWXttpFlK1LMIK1MWUdqTf3/VmqJcL1jENaAXJ0+dwukzDvkrq8km+2ur2QKzSZxfXPK+wedLgsWiXJ+IGmcRZeEz40T9j3C5ncjIyECy1Yzqf+zGoZr9yOp6AeBuREp6BlJSeqFT52SkpHeFxdYJSZ06I8lkgdUkrpNPwOtxoZMlCTbRH5s98Jm9gDkFXiTDbPHACyfcJiuSzJ3gdftgtZjhMbnhM7lh8ojrPeXaQVxOKPc8JpitdlhMbnkd7YJdnuds4nhkvRDlpV6HBC4hlfs7f9sMXE9Je9H/qf4+s7zOktci4mdh9v7yE2c3/x9tf6LtDyL19U36H3Fg6p/mlvH/7toBP2tV+376Px+QbUzcq8r+UHO+Fh6ivXo84nrVHeijrXY7UjqlIiPjAnTrdiEyM7shLS0N6RdcgOSkFNm2kpJTYLElwWwWfatyblbag6ibyv/KKxefUzRotf9Vr5v8l7NKSwq2TXmeFa3Z38ZEf6vf3wX6R3ld5+8v9fpHcW3kQWODE2fOnEFDQwNcLhcaT9eh0eWS95rKlZNiIFqyct5RLmnleUlekwY65JBykH2Pem1nMokaotyrKNch/vOF/3iURUWLM6nXMHqF6q9P2msli9Umz2t2ux1JSUlITk5GUqdk2OzJMNtSYJLnOPE3KCr+rZRBoKapZdSAI4cO4B9/34tGpzPQw3vEvZF67+Z2e+RxCDuR4bhdTnkdKAzF9Zg4vk6dkpGelo6MLl3Q89JeuLjnJUhK7SzbnChDpVcXzUl4insaxdmk3hN63G64XW5x0SvtXW6XvG4ROyzKye1ulH1Ao7MRHpdXuQdU//q84nzigUcso54bNJciIdcb/r5e2otzTeDzat/hv64Kq2v+tie2I+AC21Y3JMrD6xZnQOUeI3BvoPwrcN4Iv14IPx/4/51/xz2tauPn6kIMVsNK1h+sjhPBqkcJVpPsogPyXzCY4fV44XSbcMrpg8sXDFaTbCJY9UHca5/xABazFRa4cdLpQ4rdjE5Wk2yoIcGqCP1MIoTwwipuJEyQweoPp0WXaUHPzCQ0nnHgtAw47bggxYwfTjTIYNVrMsFu9iI92YQ0uxkpNgvqzzTipNOETsl2mE1uHD/jQb07LFh1eeUFfbdUExpd7ibBaicrkJVuQZIIGRtNsNnN8kb3jMuMOnFFKsIWEf7ZRCxggujIXF4L6t1uGax2sZtR73bJfU4yW9ClkwlOcXHqEZ21kpGkdkqGz9sog9VGEQLICwMRGorwQqzX2yRYTUoSwaoHojjEhYnYFXFJ0cliQnpqEtwiWD3jwlGHV968pyaZkWLxIdVukcHqaacHtXUi4PWpwaoFTqcLNachl+2WbobV7IbZIy5qgp282SfCRHEB4xO5tBKsOt2wWc3onGKHs6FBhuciWPW4GmVnLs5NySInUYPVBpcSrFpNwOFTDTJ4794lGekWD07Wu3CsUeR4JiVYNYtyFcGqDS6nSwknAFlvnF7R5QOpFqBLinIhevyMVwbe4ri6pdmRbPHizBk3kjolId0WDFazuiQj2aQEOjY1qD3l8kJksjYRrJrVYNWkBqswyWMUgZrN4pPLHD/jk58VwaoIlR0uNVgV4Zu4QTGL05JXhs6ZnSxIs1tw2u3D0bpGeczCVZSzCPfFpYAImjvbgDS7FW63FyazFSf8wapP1GlvMFh1euBq9AFJIli1ti1YXfikejIJXh/Jm0+IGxNRGy3wBSqB+HnwRKbU4KbBqrzU0lxL+f9TXOuazDZ4zKJ9m+G12dDQuQvs6V3hSUqDOaUTbGk2ON31sDachLvhBGwmN8xWr7wYh+sUGo/+CJ/HgTNnGgGXCaniAjEjHe7kRrg8dniddbDYMtHgbIDvjFtk43B5G+XFRoopCS7XadTVHoG9cydkdMqUFyV1p8WFRhJSkrvAbk2D1WyHK6UT4E6G122RbVyEbiavGaInEzccJpMXZhEoibDRJyJ09dpGXpgqd3SBG0d/qKq9B5N3kxFuyvyBtLxwV77ECpz4Axd7mi885K+VCx7thb4MbsWFhvwrrivUK03/9aVyraj8ThNEqSmoGkb5y1s5Jn94HrhxkTcw6p2TkiCqxy6+CPHA5LVIN/UKBT28ovWI/l9cnLmV/xUO4qZI3X2TuKEXN/AeJ+B2Kl/QqGGm8iH/HbPqJ36nuWEKOZVpvm+Q9TokWA1+G6B8mSAS88jBqk9ZWG0vyv/Ki3afOP+JGxzlv0Wfq3yJIPopcQOq/Fx8yeUVwapP+eJMhBliGXG4MmCVf8X5TglWRaAqKWRgBdyx7csWX38V3j0RJ0+elH/T0zqjS5dusFpsyOgsbrCS5cWmCFZlSOK/ZRBf6InAVf61BkNWcUZSfy6ru/+/Zfk1H6yK/lB7kyHapfbf/gtmeYMnw9Xg+gKBbKAtaIJYk3L5Kz+vCS3Najir1Hv9YFXbVrSwkS6a/fsYrRC0wap/mZC+oJkViGMXNyaHDv8LbrczEDDKEMXrCwSr4maso4NVpV8PDWGjBauiHSidQjBYFW3tcE2NDFbPOE7jh6M/yPrnamwMBKvi36LcxY2P/NPiYDXYIwTCbfXEpBeChAZc0UpY+/tIwWqwb9eGe0o3Fdtg9eFZC9C1ayYuvOhC+b+ZXTNxQeYF6JqeirQkG1LEjbzNAnG6Ej1Jo8eHep84L3rhFjfeIlz1uOU1qCgvMXhAfFEtbsjFkIgfDh3Cof01cDY4ZZ8krsPkF802qywfGe6LPlh242oAI/osuT3lplyEP/7+UvmSQzHQnNmUU4RZfFFjkeeDzumd0SmpkwxWPY1yJIN6GlG+6PKvQKupBCLKDbTcL+2FiLq8OXBOCAbtgZVFOo9EqBIh3zlrPiN6JeX6SeeP+nN/PfQ3ERHUiH0WgYQIVRsbG2G2WWGzWmG32WE1WWSZiPOh+MLR43HJIN0srk2TrBDDLOqdDXA2uuX9hs1ihQg+nI56nDp5FB6XE3a7GYcP7Uf3rAuRknQhvL56eEWYLu5dPA3wukQY4oLJasbJY4dQf+x7ZGakIvvKHBw7ZUKXbn3QtftPkZySIa9hrVabvD8U9cF/nSLCIItVCaYsYvCA2F8RDlss8IggXpS9uwEmqx0ma7JMXYWX+FJJhq/q9YA/7BODFLT9eyBk9Xjl+kUZiHtR8XlZOzXfs4a3dX+wqtcHNAlO/al72Bdy/hJVrqdCv6wL/i74JZ//Z9cNvLIlHUvgsw/dfUsgWBXhqtVmg80u/oovU9Q2KNqhCOFUK2GuhGrKdY0IT8Vfi82K5E4pSE1LV64HMjLRpXMXpHXujNTUVKSmpSE5uZMMcUVI719OaVPKOVu9C5D3nEpvJuPwQNuUVyvqD0KucOWJWjMyQLZ/5RNKYKf9E9p2ZPmrP/K3aVeDE42uRjQ2OpXQsOGMvAdtlHXYLf8qAZxy3pJfdGi+BAzpitVwX72K0HzhEby2DFyfBkLm0D0OXjeI/s1//aK9lhFhbPDf8vxms8Jqs8OelCrDVntSMmxJdliEv/jiW3ypIK/jRV8WUIbX24AzjjqcrquHuNbxl71oi4FrUhk6u2SYWltbi/JNH+Lbf/5T/j49PR1dMrogo0sGxDcfory7ZXVHr8t/iksv7S2/vBXBu81mV8NpsQsypQ6eWLX9m7j2FeGlHHigXPuKMhF9iTiXiDLyOsU5RpSL+Jnov5S/ImAV+y2uicV5RPtFnFinvJYO+2LaXwcCX9YFGp5yrR38kkC5FhdGYv3yd+K62yPOSWLwmpJF+VcfHqwGz1lNm67edSKD1bA24dM7A7eqGzw3FvIHq/de3lVWfLsIVpPkuCIZuohQxe3ywOkGTjmVb73TRahp8coAVoxYdXtNcnShOGFa4JHBqgj3kqziusAjRyuKEasiROskw1iT/LZUnIBF6NDQ6MYPDjHKxyRHrLqdDtQ5lW9lxci9H+uCwaoNXqTJYNWCFKsZjoZGnJDBqk2GtWL032m3EgomiRGrYoSoCFb/P3tvHmtZdp33fWe+8333zTVX9aCeSLYoimSToiZKpEQNlhRDQSjJsiVFiAPbymA4kRgjgJMAiWMb+SP/BQIcwBYMR04U2xE8yJYpSxQsQuLUHLrZze6u8dWb37vzmYNvrb3vPffWe9XdZdlx6L5Esbreu8O55+yz99q/9a1veQ+CVcI/xm0Eq4SMdSq7BOgqWJ2mCsl4Q6rClovaMlj10Y2oWE0wELDqolt3kUhmRzPlXGIatQhOmYpagApfwhBZxBjtgsdboBlRteJiOElFsapgtUAkXIcKBGarqd500WqEEij3BazmoPirWXNRd/XcU2kwikvs9xP5zE7Dx1rTRZKW2BkBSZpjnYpVgtXSLJ38nIKKPIJFzZhTFRvDxyTWsdGuh5JRpHqZYLVIqcjKZB2tM3tdOqJYZVC/0a2L2m+3P8E4BbYJVn0Fq8cxRW6OAEyCzEjAaigZL9meCXAvRfXJf7cCAn1PzsNpUoqiOc8KrLUDgcljC1Z9Ba883s1uDSEzlBzXjipgqSZl6B76nkB6Uaw6LgaTTEFv6CPgAuQKasTRuJSs+3oFrN7lhXY8Abu8hhzzVNz26q4oUYeZI2N2LGBV8IGOB4fQtkCbilULVj0Pp5Mcx1OGKQ7qfoGNOtBrULHKDGAhitUBFauj4pEVq+X//MuyGM55oI1KVSlI9UMl1WujJzPJMcNXIe9GiS3BViXDKiIQCcxUmyLgiAFGGCBtd+F22vDaTUTNGvJsiOHRPsLkFK6fIIyY1IiRx1OkyVgSAM12D6WXIa+FiFZW4dWaKN0AzIyUQQ63u4lydITJndeRegHqUYD+ySmiVg/JdIQyydHhzTPMEZcFBsMTFMMpQjdCK+jCbTUF8BZxiHxSInRDMGZAGcB3Iw0ePFcVPvxyHDiM2WzcMxPLacZ/FnybRMgsXl+MMU3aYA6NlGLypM4z+pJJNm/A4MWqUKl5lBC3EujLRTJgVUWfVpFgL59RmtkgeHZgVrZjdW26KVbdsWbxdUzoBlk22kuqIFUL5XBKAjsFz/wZwSrvDwZQnF9gFBhUKVs1LtW/KAnSp0A2AZIYDrPKVFGZzLkErhyfdrmdKR4WpBSimJ0N4GpgbsatrmX24ukFYaJLgnh+p4pq1WqyLKC1kFWfRlWFBpR8CUECNyJT0aIqbBVoKmCV60gmINUCVwILfm2+XtSrAmEtWNUNySd+94/ednDxI//Bz8oYYWDNQH1tbRtRWEO72ZGkhGyUXCYHg9m4ch2FWgo055CVm9IF1WlFscoNg97mun7NX69jbhmsWogwUyTO4GhFTVh5L3nPitqw+lmcVuT3Zpt2lrpgWTVz1iZarqv5zOqJnoG5isJV57iznz+L8c39vRyAP/Qiyg2cY3fvLiaToW5wqaoQhVqBTqeL1bUNBBEVq1T32e3t/F1nn/fHqFit7qH4/nbD8ccBVvcPOTY9USF1W21cuHBhQbEq38yA1YfBj4VrZvZ/D4Pky9fhYdfpvN/NN7tzwLL8vm91a/GoitWLT38C9VYLzXYbrW4Ha5sb2NjewvaFbfR6XWysrWFtpY1mg+o0B1keM+Uj9yWhXY3qKUIaCho4Zk3FFDe9fPRPj3H7lVsYnPSRZplm13i/UYXOP1yTXFW52RWD93VuYIVVjNkKDq14s8JdxTT2fpYhSwjkeej1egjcEP3j49niasfdLEG2gKnnoLR6LNXzL/OEJOnOugst5n3wd7PqkgcGzXl38/x7LT+D85Sup6L9kmMRVToKjIZDHJ+cCFQVlWIYyN8+xSi8HLJcqXqMfxq1miRMx+M+Dg7uIwx8ATTwgb39fRwfH6EmcJZBfAbf9XF6ciTQOvDW4EU5XFYUEmp6Dfh+AfgBas0VxKN9vPzFfww3H2Bj/QaAdRROhFanjbW1dWxtXkZW1jGJp8hM4oQiGqn8CFQRTKASp7FW4eUZxnGMwAsRD48w7PfRWruMsF6Ta5KmGY4Oj3E66Mv15/okqr6wJmO0XqsjDAOBzKxarEWhVDcGfoAoDBTgUwQUhvKd7Jiq/s2qi+q/z5sDqvf7eXMO17Dl96o+d3nO+ND7n3nb6zdf8As/9TFR41qgbNdX3nP82Ry2ErQqEOU50aQHdzJ2vmYMookRxiYyp5v3ZWUKz6kiGIJlAAAgAElEQVSoWtsErl2s9HpoNttod9ZQr9cRRfwTzaCrqin1YasW9ITYDLv5XSXtrfGjfU3lJpRY14BaObA57LIkr3rPy8dIdY3Ou3rtmSCggjKWtYSQlVDR/slzVlGmUlkqanUjJlCFvz2WOdjTz5gfqy3c0hjBRhsPXtJ5rGGeZ2MKST4YsCqn3lHQahPYPhMSgZzfMIwEoNfrrdlaqK/Vz00yqlS1GliqjGxVnARDeiZl/Bm17p3bt/G//LX/EXfu3MHG5gZ6Kz1sbGzg8uXLiLMEk3iC8WgsVX/NRgsbVDmvrWH70gWsEL53u3L99Rjmex3VOZjKH5nTq1kNjfN1/mc5VqLXxyhbqXSVa5YmM8iqIFWfL4DWglV5n7nq2FbC2J/xc6RyYRb+c74h/8gwHo9lnBAyc1zI3txTMYEmfpdEMAtrw5IYxX6/yjZD7yMdB5/4iZ95pHv8m/VF7yhWl65sVbHKARoGDmoR9VpakM0JcgZWE4hqsh06ArNqkYJVbiBHCVWLHgKnEPDVDOZgNTal9wRW9ZDl/IwHWJ6v5fDTpBCwGmcFLvRqUsLSnxRwPB/rbR8no1hAK7mGV5ZoRQSrDpq+g3HCcidCVF9Ug8fTDMNUFaBU3zJAYZaWi1CvXiLNcgFetAKwYLXmAesdWgtArABY8k/90YRgNbUqrRKBrwscN9ZzxaqPFYLVLBVFryhWG66UUy2DVVoVUDlAsKrTvcmiVMAqy7yGkwT9sYMw8tFrEPjohn6aGbAauOg2AgE+LHs/GmeiGm5Fntgt0AqAgcgoLnAwSKXsv1P30Gs4cq12Ry4mSaJg1cngFabM0FUA4El5GTUM/J7AtHQxFSsAF+1mgHicoE+w2qyhyJkt1LKxuinb3x1k8plrnUiuyf3TWJSe250a2kGB/ijBUaKIiGOCsWDNddGqhUiZ8SKQc4A4KQxY1RJ5AnWuy7R+4HWh8mKDYNUHxpMUYa2GlsfzYcDqioJV5KnYDRDSjmgNId9PISd/ztWpPy5QsvyfpW+eKlwJhVWx6mA9mlsB3CdYdT0BJlo+TqVlKWCVqluqqw9G+p2lmMQlaKdyzRFYrVYAntgDcHNzOuEYJkymlUOBtXqJlYaHPCkFrBYBwaqLg3H5yGAVf/1X5go87mlsdtfuPEwZtt0ILBDEUvSrs1VFM8pmg2VKQfmTTEr2FNIyFVE4JdzQRdCIULbqcFdXkTZrCL0UyfHryE/uodFYQ1oMkOYjhAWQjRMkZYKw3oDntBGutJB4DialC4rtiqkLv1GHt76JoB4h2d3H9PgIre2LwMkATsOFEwU0Z8BkeBN+f4ww2gAaK8hPDzHd20M5TRD5deSdJsK8j0k/R5moEiAAS+7qyMtIlBZB1BDYSsjN+8SVOu5KHeFcijOrXpeNlJwu3Zg6QmWrwaSZhFkVIIGSgX6zudkGpZaEFqZKXoqX5vIf+3xzDHPGvbgRYKm+cBz7sbZsWeW2Nvw1TxC5sYC2OVSVkEThaqmZ8nkljvlwiUznx30h1w0QgYTr1OAEIRCGs3JyfmcqaGTzSFVLOoUzHQKJBaxa7qZQy9VNnERT89Kz6lImiQELwaoBvSQN+IMKWLXPRbpgA2ADeips9bvOr5koaQXGaqJNMKooUhkUlogJ0wWs6p+M6ubSQWKy8AJURZHKvzkP5zPgymSUwle9r77/ERSr3/sDP4neahf7e/tSAra1dRHtVheRXxNIR9WZzFem5Fw2DdDyc91AzMEqN6VnqUypeF1WYiwC1sWyftkgUvE9g7dzXYvdNMo3roBV/ptzUxV82v+2YLX6nOomVN9rcexbOLi8abafO7uFKqql6u+WYc1ZgfFMNHvOe5z1Gu4NXK/E/sEO+v1jKRu0YJXxSrvbEbAa1eqqihEF0SIl+jcJVquQ2ULV6v3wVqwAeG/v7uyoYnU0xP7RvlQOpUmKlYdYAVTP/1kAfOG+n5WXL57l8wDpm8Hvf5fB6oVnP4EgqsOPmvBqLTRaq2h1V1Ff7aDWrqHdbqJZiySGL/NEKr+mpwcY9U8xHQ0lNm/WWbFRw/paS8rHu922KF/bnTYazQb6h6foH59K6S0tUTRZqMm6mJUHtux/plwE/Eqpvs5jmniS+7iS5JLqGJss1GyBQIXV1TXZZ4wHA9nJz+d9yVCaed1aTeh1VnWarsOEhdWxOZtTbJn4LPEwT1aedU/KKrEgvZs/6/xxswiXqu9LHGSPi+CLD+6xTgcDDAZ95Gkqcbp9UGdiQRBLcBWIuwLF03SKV1/9Km6/8RLS5AT1yMFKp4W8DEQk0Wq00GmtoFlvS5VCvdbGnb0drG9uoN2+hgxTlF4gqlKvCJCXU6TgXoOCjhJ7N38PJ8dHeNe7P4p6fRPT6QSHR7dx7+7r8B0fFy5cxYVLj8EPWxhPJ6B/mOsW6E8TAVuZlOCWGE0nEiPUG3W4Tgt7917C9OQA7e2ncTgdYfeNHbz8+k2MRhOBHwp7FY64QaQgn0DEWE9QrcmqB54bQYdZjtVWBx96//vxPd/5XSKoOWsOl0JvWeOWErAVVepZa8CZoHUJrFafY9ef6jE8Klj9eYJVTxXIPAeybkpyS+E6z40ICSVmNJUgnq8QOqzNknN8HX8m348nz0R+M/WfSQ5TmMK4RNLoBLdRU9SsYkPTW8Xm5hZ6K6vorKyjTvVrsyFAUJehSuBr/jljUYxrFyre9OzoeTPWYwu/t3DVXLNKFZjEf5JwVJW9wDILn/l2Uvqv6mUBbFmGZDrGdDJCOp1iSrVrogCWlaYlE/dVhbJ175pn7mciAp1oOActKSPMxV6MNSoVDVJ+v1jZQxslBX063q1nF5XYomglYPUIywMRqIndi8BYAlUfXkh7CFUj2xhYYxv9OmQS/O/d3V387m//lsyr165dk8+Kohqu37guTIMiKJ6Lo4Mj7N3fw97uHk77pxhNB2IXsLG+hcuXr4pNz9raBnwCdl7zykPiEJn2dH5TFXv1GUrzZa9gqhhEcSqWBQpcOQ/RGoBAlN5YjkmWSDzN9cNUPlCtbxN2Mj+bcWA/jb/j9+GDogLOqzJ/eJ4kCeyYsevErILC7oGqmeQKeD0rmV6NBX/gx37qvCXk38ufvwNWly77TLH6xLpsdLmQ1yNCBp3MmaUmWE1yRxSZcVGi5avKkx6rhH4WrHJDHrol+ilEVUmFKic+C1ZZBk3FauSxTKQQBSRvSpbNE6zSl/NCl1nNVBSRVEBtdH1RZfZjbkRVzUJw2AohsG2alKL2IwwmLDuephgk3IjnqAUKB2TRdj2sNmjHyDJy9YSlCpfLSuRQXan2AgSrXLcKh96wPkb0uDQ1PD4Xd/osyneimpUeq3OwyvMTOo4oVgkW05R+iAro6lEkysa0yGdg1crTWT5PxSpLzQMBqylORqWC1SYrwbV8NM50weL379R94TuDaYHDMRWiDlqR8bGlT65YAShY5Ua/1fBBZg3Hx/0J/Sen2Gh5CFwGWhUrQilv57Xj4p6rFUDhiccqJ/tu3ZfybMLATjMSsFoSRDglagS0nNz7KZIKWKXHKr1JaQXQDegLm+BQQCLBfCFWABwTrShERrBqMnHTVEE+vzWVnJ2IATRwHBcYJqUAr/WOb8BqhrAeouWWc8XqSh0hl5MskXGW0leXHkUFy9t4znMBq/xfn8a7DC5oo+AVslkgSKb6lcenYNXDOAF26fngaDDvegQ3LKVzxA+YPrG0KTgYphiRSs/AqrECcEq0vBJtlnSZTcPJlCpvRxRlBKurNWBFFKsKVnO/RD/xcDj51wCrf+NTJsifZxoVkNnyHrMyampSQZQEFCbLW5VpmjnEJDFnmwdxPeIGghVgXESR0LoUUSsCqB5eXQEnj2R8jMn9N1AvYnitFRTpREp3htMUp+MY7XqENJugpPVCXMfBYR+1KEen1cD6Rhuti+8DemtId18GBj787hbK8gAuNxDeGMU0RRBtwC0PgHoL5bRAPh7D5+eMhigGfdaUIc1T9PdvodNZx2RcYHd3D2vdLTTDDorcQ7PZRZm5KKZMaBAKBgB9hiSlPc9+zjdPdhda2WyJZGexfH9hCpYF3tTey0bQvof971kIYWLZavbfgld9jhVzWmWQ/JAKo4KqpaUdowR3lSOZ1/4baK4Z60W4yu+sKgD+QkqX5EPVH01HkipMLxiPVZ45J1yBE9VQBjU5HqZUnJKbdGMRwMQMVavjIfJxH+5kBDdLFMyana4evwLAalA1/8fchqD6e1PFZ5RDVrFqFNisvxCLB3Mt5b/5DwUIM5g6swWQ2n/ZjGiQp/t+vmRK4CrYlL6qaolCO4BU/KoIWhXGqkqV70FfbKrFqWq176VWAN/3mS+97eDsO773x7C1tYnhcICjoyN0u6viuRa4kaiWagwyjY+YKlxEl/pQxWoVWspGgZuDsywCZnYBc7BqYWoVrNovtQxVNeitlM6ZcVndnOj4XhzDVWXt/L3nfqr82VlgVTcDS6WKZ5SDvtlFmN1TkiB5kMg8DOJxCFFsdXS0h8OjPVEIyfNLbjxytNptrG1sSjnn/xdgtXru3gysuvQKNjGSuifPN0BVsHpwfCAKtSxJxPt3a3tL4inZWEpZuNCC2bk8C4ZXx5AcY6Vicfl3512/h12Xf5fB6urjPyEKZi+swSNgrdfRaLYRtGoI6wHqzQiNRojId1FSzTVNMBnGiEdDjPrHmA6OMRmeIJlOMBkeIjRKMFZi1Rg7tVvYWFtHs9FAVA/lb6oWCV0JyqJWHVEtktJk+5D7XHypja2JrKuZzHOzazNTpi2tXdwv1GqikirZh0E8BBc9fvkeMrZ4z5JxGLgiCvylTXH1etuN8Xx90DlfX7MMAuavPM9L9fxxYWKlswablK1rRRT3UQQAg+EQw9FE1gpWp4n9kDG/EoCQKUjgz6OAe40Uw9EpXn/lK9i5fxc3HnsMvbV11OpNhFEdo6NjgGCBsTpBhZTlFmK9MR3voNNpw3d7YH6GCUCqlX1W/ZSMzzxJALpOjGy4Azeo48LVZ+EGPXhBW4pA8jLD4cEB9u69wYISbKxfxKUrV5E4jNVOMZ6UqDXqkmDk3iZgyT/FMvEIWd7E+Pg1FIN9vLxb4KWde8j7CYqQz9F7nspLSdaBjk86Pux8QBDDc8bKknro4cLqOr71Xc/hhW/9Nlzdvih2ZSrP0MdZULT6c1lPRMuwmOBbfs4D7/UQsHpW4uc7Pvjcmy0dZ/7+5z75/apeNmBVzoXsH3RPaj3JZZzIOJYmALNKKaso59cjpCNcs1YrTIqKd6uUnZtuCCam4t5S5njeuwZ6Me6iGKnT6WBz+5KoW1d7a6pqpKVAu4Mooncr31Ohn1SzGKsekQ6dsSba9UHZnE3WLyUMra+yTWzL5TLWERJfUuloqrhsYrZiTWIGgwRVTOKJktX4tcbjiXib044mE2inaknuB1Rpr2XulRlBLMDOelSrY/S7GpW0gah2HNnYSa7nTAWr11OqfAmOOV/SVk7gKWGq2jrQUo0DgInXIIwQsvLVtX74GntXT3OSMFlD8Rf36/NkjlrtzOdW+xom4fv9U+zt3cPNN97A7Tu3kcQZGo2GVBJcvnRVEnC0nGk2WzL/W+XsvP+GTXTpEv4AZF06eYSrtATgeReLAMb6nLtoVWJsAziXyHOML6tVnPJvQlmZL4wqlbETQTA/eH93VziFVEGEoXyng4MDOQL2CpJxbsYdf6bXfy6gmCUOK6KK5fmFz/n4n/jkI93j36wvegesLl1ZC1Z/+vENGcRUZQpYtb5/XLpYPl16GCSqmmz6bEIFRAGbD4lrDoZxJhMFq++pWGWTqmgJrFKtR19UNscKHC7CnEgIvErsTRzJnl7ohtIchmCVDXU2OwH6cYI+S6I5iRT0GHXRJOgKFDaeTCFKQ3q+UrHaj0lGc9QIStlIJNNmM2tNZkbnYJUwkqWYBJfrHfWORcwJjqW2pShWpzk3yKbxCsvDmTGi6rT0MZBmOx66NQ+TjEDXUbDaYPkwy2OWwSqVpep9JUouCQ658VbVowWro2mGk1Eh5fwrDapgteSU3qziseo7aNd9eY9BXOBoQruFAs1Am4rRUoCL6DApsN9naWGJdp3HSeWLj/tjF8PxBJttZkcLuDwJJlsvywM9T7kAM8OVl5gULiYpFas+VpoBJtNYjo9gVX1TKLsvUSNMKIH7p4nAhfV2KKB+t5+IspjNqzp+gf4kweHUkcCNYJVl9BxH9AljFt82r6L1QSrKL6Du5ujUA8lmEXaSbXKi3OhQsVpiPCVYraHp5vJ7KmzXOzVEBKs5xyb9xVS1KoCe6mOOQVGRuuhPMgEHPOfi/8vGVo4j6tdlxeruIBFvKvU04jVhiFqKJQStAKiuFLAas3DKqJwFrrgC13n/2OZVPPP9aS7NvFiGRouN1ajECsE5eVNCsEpFq4vDCR5dsfo3PiXXeGEzUmlIIoGLPmFm8K6E+4xsrcAu27xEg1RZkPxQAFuSEA7QyyOFVy8RdUNgW8uRj3fvY/fuLTm/a70VBIGWGrJJ2auv3UV3fQubW2vY2d/F/miIV27fw8XVDrbbdXQ7K7j8+OMY5z5arQ2Ug324eVPUsE7dQbB2DYOjW4ioaA3b8KImEvp3lr40aGOcURYTlIMj5KdHwP4xkukJ6t1VmUdG4wnczEM6yNFb68ItfIzvD+CmHBMRomaL2nKgGmiZIJffX9TPhkbOzrP8TEGcOVNGxmMDMUm7a+MpkwmWK+HOvebsi2VLWGmkIOfdlEfLHbxwqSyd4iERBqt9gLzGrAESXhvT/8Xf8OnGCsAct34fu4k03rzyIp5UKt51/KqyFLhYmiy3GwKtDTi1BuBF6tPF8n8O7nI6g/1iATAdIR+cwhmcwI0n0lRFIa5RnshJPGM8SmnS0kZb1FKqZFAPPOvcrEBZn6+ZbmlcZaCqHD0TRSqJMpl5G5Bpjab181KvVb16rBiwvm85qzzoDV04plmMKgVYMiueVISqzLxL8pKqV87vuhbxIz/6+28frH7gIz+Mzc11CcipWmDJ38WLl0WZzZIvKlHYDMNuBCXQlvnrzT1WZ5tHU9JWhaD2d/o+D4JV2/ihCjLPUsNWIWrVH6/6OqsmqwI3q0yaB79nQ04ZOkZFcpYawf7+rL/te9t7ennDeNaQXAqzHvgnrzMvwcnpAfb370sprM4RhAkZmu2WeKHVGy39udxfi28zO44/RiuAZbBl53beCNVyuqpilWB11rzKNn7jepdl2L+/i1azgfFwgMOTQ9mUsVRPwOrW1sy70yqny7cAVhcAioGr1TNjf/8AXLPz3hkb/je7XtXJ9eGQ7c3f6VGtAH7hv/xNjCYTnA6HGIzGmKSsDGJszrmExKiQUnLG4B4tSGSzOkGRxShSWuOMkMZDpPFYyjIJuHMCh3gq3ocs16RdlZhOyDrjwGclmClTb7UbAlpaLQWt7U4HnXYb7d6KNmqp12Xj70vpNoGLTZbMQYVtCMjVju8f1uto1htI2bSUk+gyMGUFADfYUv6bYjyeyHFaz1fOD6yvE6WjJF7UNka2zwZGiTehUXtp05i3D1bPh7jnK1b1Htf4lXCHpaoKA4zy39it0S6N51/UWJlWUTHBPxqc4Nbtb+D+zh00a3oerl65hs2NC/ARifCE34vpPFaNpWmiDXkyB/fv3cHNN/4QG1sX8cQTL8Cv0f4hMuvMEE6mdzDLg0kbG14EX0DHFKMpj5PQsy4ig7xg89kSx/v3cPP1V4AgwubVJ3DxxrcIqOPehD6NFNhIRSDt2U72cPd+jPj0G+hggi/dKdCnsKasIWVDWbke1WaajMkp5tC+E7zG9Aa/dOkSnrl6Ge95/DpuXL+ODmM7yT+xUo7nbTERc16Cy/68aiPzsDl/EdIueqxWXzdfd3Ry5us+8sK73nwSOOMZP/fTH1M7CCoWpUrHrKcCKXlPGsJagciLYHfuk699DuaxktwnBK1URdqqFbkGtPkwyS0+x6czru5ZuG/e3trGu9/3HsRM0oynILhjzMN9MMvYad/A6jI2yao3mwL8CbSCsDErw64e42IuxK4issrMbQaMxZo9RUxC69po48BZxv/M8ywqXXufm1fK+3MukbL0FGnGsnSqN9W7NRkPpVoyjqcK+8SiwDQ7PUPGrmuLET8srCuaHKw+ZJ9v4nSqbefrNkGrqQ4yjbH1XFXiMuOnyyaWhONsQsbrSk9Uz2d1grF2qlobGRsB7pVtYy7ZfYg/9nzumwFGEdg48v37/T5OTk5weKD2IsP+icQjhL71RgOd3grW19bQ7fXQoTK+XtfkSKXp2QKWrlTYz8MXay1mrE7Yp2WmKiYj0dJ+8QFP47lHq7E7kMZl9A5PklninGB1dX0dO3fvSPKI9gesEn315Zel7wDXI6uw1Q2AjjnpD3OeWGPJOqAai374oz/6SPf4N+uL3gGrS1d2DlbXpAs5QUc90qBfH+zizIHuiK/lJCtFXcjmVPSoJCQlWB0nhFcOIp+wj90tS9QCDXJY+i5l7FRu0mqATTQItdjl0uWmtMTBBBhMSvS6kcCl0Zi+iA622x4GcSal5ywvJsat8fMDvlcpkHI4oV2Qi1rNw3BMdavmgMNQt2gEnMwUrbfUFJ4l2lTR8g8BIMHeStNDj7SYRvL0jGLWNaOa1nQjNRlzLc1gsxJPOs8zq9xteJgmiZwfTpQEq25ZIE6pslVQ2aAJuUN/1UyOmRMcJ1mZPAxwa7CUnyX8SYpTglUqU2vqQyqb+JwTdiHAmGCO322SFDgcZaIIbdBj1SNwdhFGAUa0WOhzASnRqrvSXImP48TD0SBBr+1L6byWU6jOjZlywm5fohc2OKAVgF5fZoh77Rqm44k2KKtHCI2/EsWNLaqvCipW6evqYKMbSpn/Xj+W8vjNdoROWGIwTXEw0SYvhMZ0bOBmgGBZslSEFQ7tCnLxYeX5pndspx6Kcpc+umyexe+/3olQd+lFmoKdFyO3wMk4xzTOsbESwZdyBOrmClG/xiw3p1qI2XKP10BH+SgmZGFm0BMFKs905Ps4HWcyHlYbPhqhJ2VX9/upNl8Q7yOqqFXVSjDfCjyBhPujBMOEHVaJ4qhi00Y2fK96ADSNVxTBa3+S4zRRP1ZCVyqL6Q1KvkObjMwHBrGD03GJ3x5UytDf4ix9b7CH8q//N/LsarZO15Zq15+5H5o+2ULTCo3jzwtrDUCQrgELF7MkZIbRRxaXKKMxwgaTJ0DZDnEYZLjz0k3cv8uTf4Snr27DaQTYO8jx4sEEq3UXmA7xwvseRz8/xt//gzfw2tdzrG85eGKjxIWVNt7/3qfguWt4decNPHnhcdRzmmvUkNZKwE8RENTWuti58xKKdICmU0M26aP31AcQbTyGPOsD9BdLMqQ7XwWKEG7aRzEdw924inw4APbuiwaivnYJp4eHONw9wfRkjGIwwWprGxu9KwicGhAQjuUI2PmdNgVOHXDZgEkomaqZpeJHjC1mgeFckVo9p3NgafQ0RuU6o7Hm2lkFjNk6zsqeNexk91z7mLMW4zFlPFIZoMsm0frDmhdowDtHrhp5WDXzIvg1Ek8zPjgn+ygddo7WTSvfX5pXMYjzQ2Bli7JllD4b8eTip+pkY21Yxde5IVwmr8YnKIcHwOAImIxRMCFmToEA2wVj/wcHf9WiQpsXVD329LupItWMa2mqZb62KLeVbIoVgFE2VeGqBGImQKf+VMuW+DeTNSy1V69U8RbWYSAw1doD8OcM2TluqASSglnOR2IRQE9WhVcf/f2vvsU7e/60933w41hfX8NKr439g12MhhNc2L6ODr2NOW/3tJmVNIyhCYD5ew5WK+X/lYZV1mvLKiPEL2zmrcr5bw5rNa+w6LtKWx2JIpaAWRWkVkEp/5vlcbbEbWFTZprp2GPhc0QBIskxvQeWmdniBlmPfRmSPABKz/BflXdf6OI7P/eLm9vFS3de93Fu2ngNBoMT7OzeQlRjik+Pj5u+Rq2Oja0tNFrtuf2FURzbT5gDxLOHS9U6YPk7W2XGee9ln2//lnnemhFYhZNRfOi9UlGDmNJwNtHZvb+LTrOFweAUp0yaOEzUp1hd6WFzc1OSmToGdZOvGz8DXJZUaHoNFumydV+eQ+/5c+Z2JYvn5zwwOps7ze5/EdCeVw56tnJSD3NRiWXf/7s+9P63fX/zBfun9MbPMJ2mmMYZppMU40mMveEI/YGL036Kk8EpTk5GON4fY3ByjKOTPgbDPkbDPqaTY4zHuygxglMmKLhh5qZWFI8K51h9xPhH4JYajpt51Ki5jCLNliLLtWNDWl89P2knwIY5rVYTnU4TbXrCtvg3f6YJHqqeUIvE5oLlxYEfagOaTO2dtAJC7a+sn6Y0DkwzDIfDmVJJ1ifxUtXnav2ZiU0k4cWkrYdGi+rOUHYPnANVNXb2JRD/vspjPlaWr6UFaboqEHIyLuL6Kn/AaihVltGehcfNcywNfmmLIw18Swm/CKvSjFUlXAykCzCGo0OMRyN87gufxyTp48lLl1CPunDyKephiWZzFV69i4Be9TxXbFx15wtizRa1GjjN2ti/9zqubG+jvXoVUaMFr9WDiwl8rynNdHjvhX4k1Tilo36lnN8LJ4XjRnCdprqrF0Mc3XsFr3z1yyiyU2RuidbmdaxefhIImqqqQ4DBcIq7u/u4feeugJkyTnCtfhfX1xr4/L0Qu14PZUrgnooakps/fia5lfj85gnqQYjttVU89dgNPP/0U7hy8RK6jQYC0+iXajed6fVBdV91bluei6vrjH3d8ppgL7cKXazqbj5AZgZHRllr72xdcuaNfuz6993f8fwj3d+/8NMfk2SEqBiNDYCsh8YeQb/4fP2dmWBKLKeKR6taFQGQuVflHjEwVTvW08vXl8+wkFUaXklfDSMOIFhNU1y9eg0f+6GPSyTIpAAVreyxQQXoaDiWRBGbx94AACAASURBVMeEHqdseEc1Od/T9VGnujEMRfnIRlnSfDaqwQu72qxJLArmU6Q0DLXzpbnVZP2S08umtPbX9rpoLwAZAzMxAxvxMg6mn/wsPTsbLXLdbRNV81mi/pWO9Zq4SRLj1zqzEEgk8cTvzrGncYaudaye1Xhd1ad633PeUY9U7gUEjsteUcVRCk251hlQLNdTbVE0fllc/xTKarwm51b60vBvXse5/YO9pgI5jY2AOTI9RmuLsTQy52KOxQmRiSzawVD5TjB5sL8nXs4HhwcyL/m+K5UG6+vrYhnB6ij+OwzrIt6aBe7y4QrNbbPS6oXnz/OMST49x7IO0DZLmn/nyKQ5NuNkFTTYP1rtqdeB6xSV+UzU7ty5I9Wjq+tr4l99cHSoCleJK3XMyfUwsaJeO41h57OKjWMNI59dkzkU377y1CPd49+sL3oHrC5d2ZkVwJNryGPKx+mxSlCiGjZx9aTahv6UBKspGxs5aLD0HpmAVW6oZ2A1IKQinMrET5UPaYAk/qAQ2FpnVo5l2FxbuZEoCmkSdDoG2t0InaDEhLCwBC60fQFUhE9U/BFMEd6ymVE9VGg7mpTSE6VeDzAasYmUBlfMtvPmS2NaAbjYaHqSDZlkqv5kx3k2ISX8Ywn3atODm8XatsV15ZjZeMsqNTgZcpHjzTwtHUzY8IZgteVJRnoklUwEq+o1S7BKm00udoRyoeMizjl5FFJlze6fVF0yz0yVrgWr4yTFYFyI12un5sLzpZ00cgNWo8hDM/JlYid4OxylUqJer7lo+I7aMESelMuzO32Wl2jXXGmIxJ18P3VwMMjQaYZY8VWNKxo0qu5kYVS4SiDE8zQhRE4zyaSvduqYDsc4SUopH2OhYpxMUVBxmrNJU4l92g/AxdZKTVoYEe4Stm+0QwGrozjH/phKC4h1BME2G53xGqjUnwoM2g8YJUZZouYCnXok6owTqpKnuvpSldpwc6TTFGGDYLXEySjDZJpjq1fTkmOCP5RiT0C4SpsGBhpsYCXOdQ4wmqYy2UrDMzbwcuip62M40fOz1gwEaDMjv9tnJ3R6PJgkMs8b/WdDD63AFWXswTBBnwRXFBX0WiRET2VhptKbYJU3Fc/TkFYAiazAor5dqQOdkMI5F1OqxT0HQ4LVSYF/3n9UsPqXK3f+3K9Mod8skjGeaEu7DqnE0+cIzCCm5iLHbq2haH4lKKEnQ+om0oylWecXnaBfpnhtZ4iv3NrD0VEfnUYLz1zt4WgSI2oDv/GHd/HSnQLvvhzie56/jg8+cwNfufMG/td/+jJOjj1c3wjQ8sZ49sktfPzbnkPOhT4u8eSlbeRljLX1J7E/6mN45+t4/EPvRlb28Nnf+jRefPEVtGsRPvjeG7jyxBMIuhGyYQ6ndwORN0Z6cgd+uIZ0sA+fCv3ORWRZAL9/WxQZOaicbgkMuHfz65jujjHZi/HkhaewuXYVXiuUgKCg0tkJpHmTU2Ng6yOfEBqq8p0lenNvObt4G2MnAXn2ei5eV92snVFWY/y1JKiw5EClDUbMaa7TLA5lQEPVjDbH0vSJMb+b2UAsL/f2OG3wYhqZSIxUUafJTMm7hhM5/dFsMAtcKLh5dNRbtadgFb4q3JGPBayWKdUyoShpXKpYx0dA/z4wOEY5mUiwKxsF65MqXanP3hFrJ1j1nFLVnULZhceCNyxPvchMlb8yUDaBmkM1rfFQXYAzBnzKJt7RDtgEqzy3MZt1Sbk/lacEqyYZxufRGkPgKxWsJpAnWBXFq9oD8NNFxVoW+N7f/9rbjr/e98HvE0U31d6j8Qn2dg+xtnoZ6+sb8t16KxvalMBsuLixskF8Fa7qmJvDUQtEVaGhScKzfr8MSmfvafZPb6ZSrW52FfrqYxGyPdhESn5fKe9chmZVlUH1d8tqxrNg2wMQTyovH1TE2uc98B5VC+MHxiLBqo/heIC7995AGBmlisPk3RT1qIbNrS20Ol3ZJNrSybOggG2c/uCgsXP2g4Dv7YJV2wxF14BF/2FJllTUHXauyZMUu/fvo9Nsoz84ETUMpwwCvbXeqqhKCJFETWV83B4AIcsg9Zx/L8MVGTtLyqfqmHrYDbZ8jc9Tvur4VBjzwAz6bwCsnnXMoq6SjSvNtWhvpf6mBAicX+hFPxyWONhPcefWAd74xuv4O3/713D/9FWBeCzBlD9UuErjNEYki2vSfC6trlHz5i86Jo0VSsUDj/MrE1m2tJuqISqcaEvS7HXFYmBjfUMAO/38qIZt9+gHzTJmbdBDlZb4CkopZyHdweU720YpcDCRw1LMwvm04FrCmIyVSQRKLKmXxoWUgFR8Ks8cBPPvuHA/V2xIFu9zvfji8yofy9gRImygjdAXv/gFHB4eIgpYReYJXHICJhgV0jhsIOj4SPMpCipO0xj98Q4ajVVEQQ2vvv4iXN/FamOC9e134ZAeuCf7yKZA2Ohio7eF9vY23PEIf/Tpv4d0cIzHvuUKLnzrJ/Dyyy9iXRqdbeP0cB+tlTUE5UQskAJWgyQ5YqSYpkM48SmKpI+EXddpQZUxYTwGvZzKooOdgzvoH/Zx44mrcAnPN69h6/qzKLwmjg5Pcfv2fbxx6x529vclNubWazsc4YZ3G9u9Fl7cDbDjrCMumZTmdTV7QwFWhYyL91y/hve+5114z7PPYqXVQBlPUdKDkSvzcpd5Mw+IAvWMOeE8eGrXlLPmAgWrJgFr3lPBJuMOjZklTqjY4fDfAiSFY+re8Hu/871ve/3mC37xT318dq9YRbZ8vvTgsPBHk5S6DrtqzyPrtYpF7Ovs+v7Aes5130BU8VKfxZOVhJQBSdM0wZUrV/DRj32/3JPS2JifIWV62r1e/jAJQ2HRaITBYCDKbJaX09+Upea8X9X2IURTGmSxcVYbrWZblK5MyBAUMgnP7/PgQ+9JLSLSKiSdD9QL315rK5KR55gYRn5n4LeEbUsg/sF529oiaIM0gr0kniDmH6oqE/q2TsW2pExpGaWqS3vtVc5LQE1xlVZDEchKUtJAVT3mxfPNZItd+xbGoIlnDb3V5wh057UPZd5hHCFCLdpIBD58WgZQyEVVq4xNVSnPaecZkcJZi5iJv/Sc56IQtYrWo8N93L51Ezdv3pSkEasYbly/gWvXr+PSlStyXVmFI2OUPEE+/2yPa/Il671q40xtbFXoOTSrSzVPSQ5gn2vjUY75W6+/hnQ8wtaFbbRXugs9AUTBbb9ndc6YNbhdrOjUPZiuNdZGxl6bqLn+SPf4N+uL3gGrS1fWgtU//dSGwCnPWwarqlyk6nGUOpikzLRiBlZZfs/JimCVj5Bl2Qk7RuYGrDILbRsvUQXoos4MNzO6VAz67F5aiE/q8QhotQJ0IweTcYZRXgpYZTd3lkuzoz3vB8LZdkgvWLU8HBKseqWA1fGYYFVL7ININ7upKFYVrFItRFhFqEplIcvNGUgS6hE8EqyKWJNm/aJqVWN1PnhuFsFqIfBtpeXLpEu4ybJ+C1bZwCop1IydIJQtddjMRIybWUQrneVpK0CwWhiwGmCcJAJWCbkJRIXBseFVzq1/DoJVVayWEgQdjVLxglWwStUqG1950rzqcKjNq1o1eswqWKU68qCfod0K0QuYVeOGXoNSMY333JlilWB1WvoYp7S6V7AaD8c4ikvUGyGa0mRqKt3fOwUbguXYHWYoHQ/bvbqUvt8/mQhYXW9FosakAnl/rK3RqHpWsMrvyvJ3Knqp9PRAESkVX6LSdfj7UMDq6TTHgKpIo1htOJz0UylV4OcRrFKxutWri/qM55iZfIJVXm/+LSbxAo91+oxjblCo1mZZDJkp1QUuRvQOKAv06oFYTTBTtj+gPxUFCgyyVAVH6Mzjb4WejMn9YYw+xyvHjDSxYcCgilUGnY2AYFzh8nCqvsQCVoMSK1GJdsDAQe+33HMwmNIyoHxksIq/djZYnXejV2j2wEO6NC7+lIueLaniZieTjEkIpxbg3vFtFBjALTLsTvt47eQUt++e4mRUQ17P8MLjF/DMlRv47Rdfwigd4e5ghMMjQp4EP/PRx3B9Yxu7sYv/4Tc+j6PTKZolS8IifOe3X0THifBtlyNsbHZxctzHG4cn+NDzH0bkJhjt7+HC009K6fW//O1/iT/80mu4tLaC73jyutgq0Bs4C1twG7xfWJ56GXUEGOUDNLurcK4+i8BvofjKZ5HQe6lVR2NlFbnjYzo8xPGdm3jjc69jw7uMG9eeRthsCgwTG49UvYhdNv3zQnDg5nGsoNOAVRvUaBD41sGqBsb2/GsDA3kI+zSatBlg1Z/ZYFqxKPPntqxf7yXbzbUKIx4IMMUKgM81JVEGyLKpht1EW39VVayEkOyWUfVdLDRQZOfhsrMJJ6ozIydzjFskagVQTAEnECggKtHxMcrBLtA/QTlWKwB5j1nnbw3mlx8SYM0alTB4krDboOX5861nqgbpBmqbp83sAvheMt+bxll27PN8yDypXlyq8FK4yvdKuKIJGOUr6ZuqYIMzBf9bBDmiZuUfVYMJiJVGWKoNtg2svuczX37b8dcHPvwxUWNdvHQRQejg1q1biAJ2Xr8sgXej3pZmVmwIqeqVuV+tBR92g7KsYrXjaRmsViFYFZzaQFd+5hpVmSmPq37GIjStKIQqfqvV54gGbUlNKp810648qGg8D6xWT/BbgaoyxozVwYObsSUVZSVoP+sek00Yk1Kej/FkhDv3XuNtIkofbkQsWN3Y3ESzo9fsLLBqr8vDwOp59/ijglX7fvO/7fxgNyXWcoMCNAWr7WYL/f6JbLotWF1fXROwysoPBQLz7t7njQv7fR92c1Sb1TwqWK2+/zJoefCzz1ay6rGeQVwBPKpi9dzvbSqgqDCilZGeA03+EiWq+J7qT+D4sI//9Bd/Cf/iC6/DFVk9/e5S/cMOzWyxaZIodg7UwWdb1S8q+nh+pDRzti5VvA9lJlQQpOXdqoS1dgD8PmwYacE67QRqXfq70mZgBZ0u/3SlYzkVSVREUfHaaLJruUIDwoTc1VJmWd2MylZsAQgP2RhJvpc5jkz7LdhajLcz0c7gSeVFAlWoRstZ0aUNCz34GA7H+N//1t/FG2+8LolVXhffZRUd598QjVZD4JjnURnKSqkSqysNFDGbjgGrGy34Nap0GYdGaKT78FqPAfUOgiBDOR1hdHqE/ugAyWQf2QltkUZ46spFHBzsoHH1w3jmfR9DrRbh1ZdfxOHtr2J1awuuz1Ji+hNqgi90xVMLeeGj9Ai2fGRFH5P4FHkaoH+SYHfvDorhMXdsuPHEu7Fx9QbyaAXHYwdff/Uudnbv46Q/1EY78v1Ut3exPsD1WowbN57G124f45X9BJMgkDibnxm5Di5sbOBdTz+N97zrOTx38bIcU5Kw/DeTRncCpkyFjT3ti/O1JmaqD1l3GDsYMFR9nWEosxhpFiuZMT8vaZ7PZxIGmWZR8t5GFW01/FJ1mLE7fYzJdIKf/+kffzvDavbcP/cLP7IAVq09is/xXSkPr66v1kNVldKLCdHlNU7GrxA9VlipytyeSzlXS2s055NLVy7j+3/g45Lk4DWxVSFSqTKDfsYGylQcyIQjzYm4D1PgSpUjgeRJ/1jUiOwUL6DW9QXa1mqErF1RuBLIUWEeRjX4IRs68V6huvlBn9Dq+qYfm4uVG/msrHGGxlm1ZCmx6vxhv78VT0m8YvtKzAaOUFxJxNPSKTMK83gylms+HY9FWKWKy0TiPFZbcVSyklGjUdOoduHDTTpIeIOOKwXBMioVvhortvn8qpWSOiBt81GF7qJ2nnmWU5UcwOecWuN8SdhqEutnjM6H7QX0HuH/V9YzxrxJjOPjY9y6fRPfePVVaR5FK6p3P/eMVCcwacSqhJXeKtbW1hGEBK1n7DHl/q5Ul1WfchYItccv65o9rlLG1N7OPQxPj7G2sYHe6qok5uwwlQVQvOBNgtx4wVPoNtMW2WocUwEhsgfjIW9jJv7d27j6SPf4N+uL3gGrS1d2BlafXkcW5zIhRaF2QjcFBuqjWQDjzJWSc/FKDT1EDkvhtVMzPTj5oPJwnGo5dS3QBiiEsrQC4L0T+jRlN82rCJ08TzaX9FQ9GtEI3cFqI8R0nKGf5bjYDjBh46w4F99M3gC0E2hHVKzSn1XBKjtvE6xOJhmGqfqi0huK+fs5WKUqKEdMKwBpLEKwqmCRoHK16cPLVbFKYkamJlYApjGDNZsXGMouphOW+3hYaftSvkdFb55bsGrK/qtg1SnFY5XHIDoysQLgscwVq/UwwDhORaHL5klUrPoBoaqCVW7sa1axCmCaljgaZ2JLUIvUCqAROOK9Qih3OEpE1dusOeg1QoHGJ9MC+4MM7UaI1ZBHYtRVFbBKxSqBszQeoxVAmilY7TYQD0Y4jnmt2CzKQRJPBa51chdxUWBvkArOIdikJQTBKqHgRjsSaDikYnWiYNV6rNZ8wmdaNWRIpVbfl8ZkBKsMTGssta9RsZrjZJKJ3y/nvo12TawjkjiRkjO3zHE0SBEnObbZrUw2DIUEcWy8xj8JN7WOK+eXA4qwNEl1016r0YdIy/u5wRjz52DvJVd8g1mptjfU5gxUimgpKsEqG1d5aIe+qKAJVgf8HlwwRSmrQIqxAe8RglWnoApbG5ANWI3nemJx0Q0LtAhWM9pRlKpY/WMAq/PFs6o8UbI0C5Jm0GleGGHWmJl3GYuYqZZ26SNJxXndx0E6xcRJMYkn2Nm7g93RAW7tDzXR0Gvj5d0pblyu4fmLVzEep9g7PsTXdg4x9APcvBtja6OFn/rwOrLMQ6e5hl/97Vdx+yBBmk3Fv/bHv+sxfO3OHp5creGjH7iIe/cG+PzX+/jRDz6HCysuRlmG69vbuHewg3/0O3+IvcMxep0I260unrp+EVc6NYyKFDcHpzg6SFGrt7G1WmB7fQONTg/OhWuY7NyC3x+gub4BBDX4UUc62SflEJOjfSQ7IziHJVaCHpzEhVdvASsdsRCgXYoqV5lI8ZBNxurjKzyOc6NGC3PDdx0PCgA19FqM+OaqsHlWvgJWreqU72IEpnYjPwskZu9bBau2VbOWKT3sIeNFfKTmxzKDk9JVRCZKCaBYzs/GeJzweTwEq/KgQqC1BjcIUXo6LxO6c31gp8CSHsr8WgzaJycohvtwhkM4tNFg6ZRRGM3P3TyrbIM0BavmHNNzTcbwWUrsSkZaqDPXE0OCzRyvFWnawEDf15xc05xKPFaNckJtAPS6Me0kkFQSVApJxQKAEJUBvyhW9U8G3VRQBSiKVXMq9bUlHgWsftf3/TAmowSbW9vY2lrD7du3MJmkuLB9GY1GC74XSuMJKiNU1TJXgi0rVi0ktT+fA9S5YtVu4vS6LJb/6/JpSryNkmcZllWh7GxzVymDq/5+PkYXlR6zzz4HrJ4FYc8b78sB/5mw1WzWqu+xvKm3x1R9TnXTMntfaRLpYRqPcfvua3DZMJGqHQNWoyAEwWqruwLXdGIWf+IzNiZnQSL9zPNv8D8OsGo/w3Znt/OF/b4KVnfRajQFrI5GwwWwyjJCq1g9C6y+FeC93LzqzI3b0kV/K8+xL/n/A1ilD93OvQy5V+DiRaYLtUcCww8mfNVvUePz/bvH+MU/8+fxe1+/L17SjEGsYojzmSR/rbXDbN7XxBVj7Pk6pnPsvKnI3N9Rc2FaKqsMwFYSGCgrNRRaLmvhkfUVZDwkZa7i0RpKt2wCgaAWSbMmAlVCgnqtJpYCTLr6Xia+jvwdO1ur75+PULqYewJp/IBesb6Ut2o59dkNac4FDMv3nSkDlvtdoBT3IPxOAb70xZfw//zDf4R7+6cKB8Ey4wQl/d4ZK8qL1DOVMV+zFmFjNZLYnhZgnZqHjbUe+oNTTAcDbK+1sb3p4bW7KWImMJ1YSuYpSklzxpdTXN8Igek+2g0XtUYDjc4WLl56HzqtDoZHd7B//yZe2xvj3qQNeB14QQE/pBJS1cFB5GC16SKdDNA/GYmnfLsZIM1OcXi4J4IFL4pQoCv7u53jU+wfJxixUYLjwavRSkCr3KjGrTsZvmU9xXuvXccTz3wAL770Mj77pZeRtSME0RqevH4dT1y/hscuXcRqq43AYcOr8SyRqnOdJkm1JLySIK38t0DyisrU3tv0fa4mWWZToVnO7f29MBfI4m8SxxVLgMony7HMGuykKab050zUp5NgjeDtV/6zP/vwwOqc3/6lv/AfnqlYrYJVu6Y9mMicv+lZa5m9zxTYVb3VNV6SsyXjd57J5/e5ePEiPvqDPyj3XLWBkHyGsQGza8niequesOonrFUlWs6t5d70MqWiNZlMRZQUT3MRt7ABWyw+rpxvHIGDje663OeNZlMsBejjzE71kpQwTZ6MikFjNluVZW9OE3urzcM5iXljDyIym0ozI13P5yBOz7L132dCisecib2NfB9+rzgRhWtCr+JkKlWgrMplfxexv9CTbJLEes51lzm3TJp5SJu0sSapNc4SxSr3rvTipS/xzCtXE5SBxBFsNqoxnlULu1QEWwuGRxqhlZhC/pNwV+NlXs+dnXu4e/eOCrwaLdMEi17x2+LHTeXs2WD1/IOp2hk98NpZeKP7Il572g9NRn0ZK6xUEIsHNthmjLoATVUCLWN6ZnmnSRxtVm72EMY6bQ5V9Xuvbl15pDP4zfqid8Dq0pWdK1bXpEmVliqzDJoDVYojtQwCBKYuRrF6A9XZgd4pRE3JjfUMrAb0/WT5JqGrliwQrLKsnoOWilXC1QAKDunNyE0om1MdDUsEUYmNVg3TaYbTJMN200PCxlkCVnWzTAjXCmlH4IiXJ9WdBACNRiCvG6QssWewpSoINtPhxLvJ5lXifQpMWbbOsnCJNxfBKlWbAlbpccnjFm8UU9LE7qfMUBImTzJpZkOwmmcxRjnViiW6dU9K3MVPtdCFS6wAXJaEKlglVCSo5D1MxSo9BmkFIGBVrABYPuEK0KPv8hysZlKu3qz5MqcREh9WwGrDgzS3ikICaeBwGMsx1SMHvRpLBTwcTQocDDPxNGWjJAJEbcSiXpnqs6pNmQgE2bxqRI9Vx8Fat4GpAavsQNv2XEwIVtntnj1pAOwNMgGGWyt19Vg9nQo4ZzOrXlRKw63DCb1lHQRUrBJoeqrq5SRIhTPBKmGxmn4X0rCMYJXdAo+nbAylEGK9XUPTgtV2UzYKBKv0Qt0iWJUyNwtWFRRzkePixmZcAlZZYpbRUJ/nLRSwygCRE7GA1ZLl+R5qHsF8ib0hrQ40BlPLBFVxtyMqVgMB2QTaAzFBZ+Crfr4WrFJxTbDKrC7VbHOwSsWqi26YoxXQf0vHIMHqYMrnlfhnp49mBYC/+ikTpPI4CLXmTR4WJKmVtVNVfJbcmQCXP+NFtSXUtQh3pn18df+udIrNihQv3d/FGwcn6EY1PHl5EzsnJ9gfeXjh2iWM4oH4fDFwevVkjN/8WopGmeInX7iE91zr4h+/eBcvXL+I2wcF/sHn7or3zmojwPNPdHGYFnjx5h5+9APb+MjjV/F/fuZV/OCzT+LG9Q7uHe7jg0+/gC+/9AV8+aVXcGlzFUk6wit3h+ix6UavgT96+Z74Al9e6+BgdIzrVxv44LOPI4828PKXXkGUFnjy8avYfPwxBM1VinngEvazCZ7jw0sKlDsnSG8ewjlJ4Nc7cFa7KLIMZZKhmOYIHE/UaOxoq5utqs+nBrXzcyphupmRF6/r7GkVQDLzR5WNnGqtNdgw10ky3xWYYrO5EjiYCzvzsnr4OBKLCKt0krc072u6Mmvgwe9mSny8yChWNUC8UFCfrypshG24ARtXcZPP8tDMdPPlvemgzAo4bKIxPUU5OaF8XJqN6WM5ELab9Fm62iQG1COZE4Z9haiJ5Bj1J7MNmB3W0pTQJMu1zkw9VmUXYP7QT9hYCEjJs2k4JSWnpnSf34vfSGxM5GVa1s91TZxUBZ6qhyrvdyaHOP41iCNs5fPmjbC++/defNvx1w/+2J/E4cEAjXoH169fxungGAf7h1jprGO1ty7KEDYbqDWaRqmiXl9yho2H1/Jm7UFgyjVwbgVQhZ/nvZab//PAKT/bgsll0Fp9jT0ZVpj0ADCtdIY/63VnbTSXAcrsOUYMch7UqwJJe36qF+utQjt171B1KsFqCTYO1dI+AobQD7C5RbDaU7BqNvxvBlYXv9fZYHVZdWrHgEZCtlpuudyf43M+Z8zPw7zpiNZ+zF9HsLq3q2D19PRYlEus4KAVABWrBKtUFNrNnz2O6lhYvhEeuJaVa1/9Hm/2urdyg50JxB944b89xarMQ2eAgf3dI/zq//YFvPA9z+M7PtJBSDDg2loFMw8LDEixe+cYf/bn/yJ+/5Xb0gCICUGro9frZ+dM01hEZ04VG5iJVcJj2ciqCpX+oPPHfMxx9yCxtJljePwWzojPogGrFgww9nRRE5jCJi1sgFNrtFFr8k8Hzc4KVla60qWaiiiCVJa8oiDUmIgimqXHhFxShhyfSglrlsdodZr4wAvfjqAWyHx7ZhPEOTaefZ3Z6T5HhS4rK/s0RKHsJf75p38Pv/O7fyBJrcInjFJwzWMspWFjDs942kpTHmnMmmF7xUW3WeDapS7WV9q4vzfAINM52ssLNGoJ7uw6GOf0o6W9Fxvr6hWj5+5jV7vY8MfY3FrB1uPPw8/HWF+/jLrfwODgLm7t7+OLrx3gc2+kSEMPfk7pA5V9GVrNAA3mQWlndjqB55bodmnX5mFwOsagfwovSLB9cRX3bg9xOs6Recw9r6NotODQ083nu1EBy/2ji+v1GE92Y1zduoYr156TKr1XX3sVXq+Ox97zI2ix0RnBGddoKfktMVFhvtpHGACoQrbqWq8XyYyq+X/bxoQGYEl3dVs+b8Kfmai6miiuem4bdaEmAubjmDEa9yUUbyhETQSm8Tux2lKvh5YM8zP+u//6v3gr08sDwYOTggAAIABJREFUz/lv/6s/PUtSWjscWZup6jYBYXXtk+M0TdusYnWmKK1YJNh1qvo3nyc+rhXvc4mdRCapqkh+TzYF+tgP/7A0p7P37mweWgKQs4iNx8W4dhb62qZTIhE0UZ1tNqf7ThHP81ym9DlN5H4ej8YYx1MMR5OZ9ZjsucSOwENU72qSpd6UhrW1Gv2ba9JUixDRqthVIKYP1bU/+JjDYY17q+ubrIuS5J8tjib2tWXiNrWpJfMqRMkxGp7g5GjfJFeYBNFElIBtGZvzGExSVsZL11YQcY7kNVLfWrVfULiqKn+1dND3kNfSh9U2xpPyGrXq0ocqlZc63L7lcbq4Ftr7Ue8TsYox6wHn3iQeiQ0BmUUQ1SSu4bGeB7YfdhBKnhYfdjTpLVq5T+UHOZJ4LCpoC071cuh8txAfSTWmrklzcFr9PN0czOIldZORR2/z8ls+d/8+PPEdsLp0ledgdVWqM7VUuZQmVtLt2XQO53iaZBWwahSrZJcsAWEJOO9dNlpKctaup7LAMrBiKTphE3kZeRKbX7GRE5sWsZSesLMfqxVAEBTYZIMkNqxKcmw0XAGrfaNY5TQh6sYA0qyJ3ZSHY6oHczSboYBVNkqSkgABIo54rPKx0dJSVKpU6RUrkC1X8+hm6GGtFcDPY4FlLEWnGnSS2smQE7or2ScBq2zYNUllw0orgCKPRSnLMvBOnY29FsEq7Q/YqEkyV9LFlRkUVawug9VJkmEwyWQypWKVNoWcpMqMx09g7KBVC2Zg9WiSYzQlcHXR8vX8RFGASQYcjaj6K0Tdu1ILEEU+Dsc5DgYpGrQHCOkbS0WVAav0OxNzbF2OCMTVYzU1HqsNsQI4nhZiBdD2PLECSAinDVilx2pWOtisgFWCc17XblSIZ+7BSJtXcRywXCLyS1ENC5ygT5ij6mhJihmw2iJYzXOcxKlcP67ray0qVnPpWtlqN2VBY2MufuetXsP4hxUIqRYugGlBJYduUAhWVVFNsKo+vATSPB4uFgTJhLucvC1Y5RiegVVRoGpDNQWrVJxSFUHYnWDIzquiWFVLCU76HFu10NHmVQzOZmBVSzloBdANIU2sypyKVYgVQH9CpW+J33pUsPo/fWp+55su9RonWJJqlHuVgLIKVtXkXFcVqsCpKkFUE6Xq5+6+hvvlVMb2vf0j3Dqa4HQ8xnNPXYabTXFw0BcvsNVaHWk2xBOPd/DlW338q5fu4o27CR5bq+NT/9HzeGX3BH/7M7fx3c9tSxnpP3nxGMf9GJv0ZGsXeO7GY/g/Pv9FPLXawS987zP4h5/9KtYbPfzkx57Drbt38cz1C9i7s4tXbh5jPE1x+6iPm8MhLlFNUUR45XSKTzy/ibQ+QJEGeObqNdTWavj7v/sKDu8c4CPPPYvnr63ixrVNrD/zIcTje7Lxr289Jd81Gx7CG02R3j8G+gmC2EE2yeE1m0jKAuFpLHvUIua8oN7UnJeq/kZ6uu1mXD1Y9bEIOlWxYS+ZXewrz5Gkt/588XmlNIOYb8C5cbGdqqynq1GiWvB61spf8VGsxJPGt7ASpsp/sg21WgHo5zrSvIofq983gOfWBcKKYtWJAYebTJrSyeQDxGMgHgHJUP/N2c1sdHSMLgKMB8BYmah6djZMdVwrR56DVcudFQozoNIG2ApPjUrVXgvtoGIuj23eYoMwtQXh6xn8cS7T0n5tXiBzPJNmjsJjzof8nfWG4t/iW8mmdtyGiKqV8x7wKGD1xz/5SezvsuM3cP36FdoEY2dnB04ZYGtjG1HIzr1tKa9l+Ww1qK8C1HNL+uW66vibqSkqpYPV1/E5VrFqm1ctg1Mdt2c3KlrY7C08z473RV89HpnMwhXwVAVQbwZWF54r4PjsUNhuuGeAfun4q696GGDl661OiOv5nbuvI8nGshnhhitOJrI2UbHaXlkRyGQ3zMvjXieA+b3xZmB1ARhU53rzpe1sVAXI803HvIxu/j4GrJoGFfM1Ra0A9vb20KzVBazSe0/AapZjvbd6JlitXvvz4PbCea5ce/vzN4Pbb/b72ax7DshcHB3zc78MZP5tWQF87UsH+JVf/gf4k3/q+/EnfuSyJOPZ0amYeXwbMF+kuH/rCP/Jn/lL+Oxrt1TJk7NLvWw9pdEi58SZYtX4cssQs8koEaKp0pRjQBPh44XGInZNEsWqUVkvQh1+jCYZbSmznTMctyYNidjxOoiaqLe6aLQ6aLS6MnetrPSwutoztgB1KR1mMknBgiuKNsaB9BokzBycHmM4Osbf+7/+Lp545gaefO5xjCbTeYLzjFv9rPFx5n0ny3aJWlgTW7G/+Wu/js996SvwGi2d56nkZLm/NGxLJNkq5ztTteg0jsVbvOVN8d7HV/HYeohOfIJ3vfs6fudLb+DTXyiQuF1cuJTiic593Dxs4aRowiNECiMwBPPdDD48xMUE3XyCZ69voew8jXqnjqtXrqMZdfHaK1/GzeM7ONh5Bffu7eH4tIUUDWlyE2CMelDHyVDfr9NNRThztJ/i8HAfaXIsHvortRq+5al1vPj5m5gUEfxeE0W4Di+sofRdeS/xUqQFnOeIZdPV1QZ6q9t47pnnkUwLvHbry9jeXEN361vVEsiUr4uVhCwsKoRR2wrjoShsSNf1h80HqoJkV/dYoGe73ZmVRdu1RpWCtoJovkbN73cKdPRf4q+ZsWs8of1YVYnGykISqsYGiNd5tvYJ+3LwV/7if372AvImP/0rv/Lzs3WzClBp5WTTxQvrKOOjmW3OHAgJjD2nEZI9hBm8q8BV618v95LvCeCk//FHP/4DAjAtdLX7gOV7YuHfZo8x+5lhCd5sHjGJGwPmbIERP9c2aqJliHRtpzEbEzhpqv6t9HEldJ3Q+zQRhSv3HkzIEOQxzml1etJEj16unCNCHj9FXPliI025hQn2Z3YS80ZJsu4JjFOAKuNIqsmN/6e8xlilUSxF+wPTKIlcJEkGODrcEzsOxl/cd8YJ41SOZVWTqiqbvGEeC1UrhhbWNAO8dQxwVCigldhAGmQpKLfxwuw7LTRnOie4OWdsMvyViH7pZXPLFYW11ZhI1hI5XaZZqJ6lc+/hxdcuHoj1b7f38Py3uu4qqDYNwORzeG8aVYbE/rrX5/3LKuwZJOW1NaDbnqcHx7O1TeOcMfdZ5efWO+94rFav1DtgdekGqoLVguRJfFKBkNTTbFbEoBmEPI7ALoKk+gysMqAhWKWRsypdk5xqPAWrXMwIjyga5UY08Pj+rpSAM7sZ+HSzhCgaT0bqlbq1EiGJC5zGGdYbHliE3p+k0syIcxn9OGkX2mDn9JJgVYNCKihTQskZWNVMTsp6fgGrvuyTYzawompVupBqo6tm5GKtFSIoEi1fErBaCJxkNpIPHqtAt6JAXAKTKY9HwSqKWDq3ky93GmxUVUqjI6oy+aj5LmoexD9UNuRSHqEqJ4JjUayGHhoRFavLYJWebMIMjcWBBaulqG+PCVbjDCEtEghwWW4e+qLKPR7HArVrgSdek7XQw9E4l3L9euRhrablYoSL4rHquvo92S+j1OZV05yKVTZecrDebarH6jRHvRaiE7hq5k3FakrlFXAwYmc/PrcmoH3vJEE/KbBOT9c6fUtTaV5F4E61KscEj5mwWMGqWiWMCU/Fh6uUYK1FVUBR4CTO5LqQ9a22ItTdAuk0RqPdkIzosQGrm6tNbZDDcekU0kSNPaLEV9dVsCqKal4DWh3Qd5WN1cQ3NRfAzMZSPIqVGtXELPdVKwD1feJ41S0yy9VboS+Anirig1GMIWkLB6wAFUL0TNSwbIJVp/cLgzWozQWTAY7vSsKgy66vPssaHAHbqUu7AEgzsn92enbG9WEx273BHkCwOlsc5xtkfZ35hcAm/lszkrZL+iwzaNQDrkvv4hyx5+KV/iG+MTrEEYBBkuPmG4cYDlKkfooxUsTjGM9fu4L1Vo5xmeJyYxPdiy7+zqdfwUu3SrzrSiAdsX/pJz6EX/8Xf4hPf3GI91zlRqrATh/4yq0jeDkHY4oPPnsDrx7cxulpjA8/voFR5uPm/WP8hR96EoM4wStvnGB4MsTRNMHBKEXh1tGuR3hqu47JyQG+5eoq7p5OcP8wxgeeu4ood/DFmyP8zhu3cLET4b1XmpgGBS7UmvjZn/okIjZLGx4j6F1E6q/DjxI4+UiMnYs0BHb24dw9hdPqoqh34J6OkB4N4GalbBjLPJHMPQM6CxwVNCp81N3qshWAXl9tAKNSiwVwKuPOXG3j7D67rDM1qnpE6wsrYNUoklSmaUvlzTW3Q8AOpIpxY4W/qALUgnkpo9dyr5JWADOfRBcXy1CbqDCwyaQtHMqMajXe1BM4hKt2vPGmSqYCVZ0i1s0Cd3kGGJ034i3wka7wpSpW54GTWpwoEDA/N6fOfh9teFVRFM/K/yupaZt3kI0ev5GuBZzfpIrINEqQxlNGsSq/4+ZM1KmZlv9bGwBprkKQqhYBfD3/rWBWj+Ujn/nSw27nM3/3kz/zszg6HOLkZIzt7S1sbK5id3cHo8EY25uXxGM1ihpYXVuX0k9bDmgHE+dBDehN51mBo/OfifrD7H5mYNU2iDCNNGRIm+6ztrmGDonFbrdnQdZq4FxtXmV/Lp6JVjFpO9zafAGv/1LkvwxWq9DrLNA6O6lLitVqIP6w1z0M1tnvW4WVVrHKuOXezk1MpgPTqZl+7QpW1zfW0emtaRdxKd04506w90n1RtVZZGGsPHQjbAC2FlaYAjxbOmfmI3v9q99Dt0yL64l+Tok8NmC13sDJyTEmk7Hc0tzQbKytY3V11Xisqkem3KkVWP/WwCqxT8XiQweMsQNZ/P6z9zuPnEuUO99BVkH9+Tekmcsrqkw9hPPX6X89j1WjwJfD5Jzj4vNfuIMvfqWP7/nBZ3FxA4iocfBoOEK3T3qg0jdfx8Odb9zDn//FX8a/+sYdmYuZ/JNu9KI3ZDRi1KlmMy3XcnafUVKolVu+eNcpWJ3GA4ltmFgS/1Qz7hSsGoX7chJF1HHa9ElLbRUWcK9ABSS9QMOohWa7h1ZnBa1mB932Cnq9rkBVKlb5h56rkR/OvK4JUAhWqVzz3BpCKZVN8bd+7Vfx1PNPYOPSOmJRjGrctvjQ9faBKgmTc7ZzkUACe1Jy4M7NHfzG//2beOXuLsJmB4XvaW8Aaayn+yXWl7F/AL+r5wYCg3jve2WGtajAk1se8skeVjsNNOtj7J8G2DltSsVLrxHjydUTfO51B7v5OmK3Dj934ZVTFE4EN3eRhjl6UYYX3rUGd+UGwlYD77/xOJq1dezv72Cnfx9HL/0T3PnSZ3F/XIfj5BhkAU7TBjoXHoPfqiEtPYxGDvqnbBzJ9RTI2EAqmaBTDPDsUz1845UDnGQNZK063M4FRH5kvquOeVZ1bfa6+PZrDTx94zpqVBk32wjDNk5O76BFCNu4oolHCYWktaeMqZC5VhGdSIdUyT/zWbxSLO2Xh71oC5aM6qNLEDjvh2HKjk0Zt53TDAaaV2lUGiXSzk0Uk2mKNM2kLF33RWonJop9Mzw0OlaVoCgIqRwkKHYd/OVf+nNve/3mC/77T/3HGifaddd0vGdHkvkaOrfe4bmwNgn87IXnmASInfNsonO+nho7gEpZuib8dd7i/c2Ky42NdXzsh34EQcQmZjYu0vG/fKfo1sHMezKn2IQ25wX9ley2Z+uUzhVSeSVTkCnitxBTXk7bQNMg0FSSmglDEicC1BPC7wTDyRhDAtcxrQVUVczrx1ic/Tc4J3TXLwokFi/Xen1miyQ2CDzvFr4bkG9BnSTQK/7Quv0zalsCdzM2WJHFMexTYBb3BayKbQmFGezrwioBeW+zJ5BzzklBz5V6/JqhLo2f5qpTiSPEx1YbYlsls7UIIIeROE0UrhyT+u9F+7G3ClbNPmSuDdeIYnbtbMMuvUZ2nHGIyCcs9YmStdSskcs3h0YbD66XOs8u/WpmwaLsRI5H4nJ9F5/zC/vqmKZ49pglUcPeGbbSjPczOQPt+ORvrb4QOy8DyLm28fdy77N5uPytkP0DH/m+R7rHv1lf9A5YXbqyFqz+3FPryDNV57FEn/CTaioJoo0Kh55N0qmdXqmhj5qTSWk5ARQHZ5KwYRTbUlGMlAlkZQDD92CpNffPLDEn5OPbE3YRvnKFpWcmy8N5Y251WUKT4Xico133Efk+BqMpxuKdzY6T9BIlLNRyhlGcCsBsRiGQxziK2aW8EGUON2SczDibrTZUHh9nbGBF/1Sx6pdgsOYDvVYNNXpRFalMxrQQGBbM3GlZA7ua0jOU0I1QcMCm1q6HtaYnG3sqCsnhuo0AkaMl/1TE8pjZKKkZOYhT/kxLkSSMozVBLpovaerViEL5PmPzmSz5r4VUctJjld+DC4WHdo3d2Km0LKVL+mCaynnpRKoSpvKSG/Xj4VRgOBWshJqNkOerwJ0TbXTQa7pEHrLZEd4iYNV4Q0qTFSBJXQwSqu8KbHSamI4mOIoLKZsnBJxOYuSOhyYzvI6Hw6Fm5Vj6z2O6f5rgJC6kgdBmq4bJdIrDUYaYRv8ca24hvqNUcZIei8cqwXam34+LOK93txkiyUscT3Mp0ffKEl2CVdpWJDHqdZarAEcs1S8KgcAsMeb4owUFVanWY5XHF7KBFMeuZENzKdmI2InW4UKvYJXAmosY/VMJx6mYPRwxKFYvSQsSCIhboYsmlQiFi6PRFMOkQG7KL6SRTU77C5ZKeQJW2SRnSrA6zUSZyo6YLd9BJwIaouyhN3GBxHHFPmGclvinJ48GVou/+suzuHRhabWQzy6aRqFu1saZolUWLpP9c4KmqFTuTYb4Mhs7ORn2+hPsDwZoFBlWWiv4wt0+vnF3gI2OjyvbHi53A3TZ7Kx1FaP4GL/2ma/j/sDHt2/V8PjjNXzyhffh13/n8/ibf3CEpzZ7WGvqRu2V+wMMkwBFOsVzN3poRjn+6OYYFxo+Lqx20R/F+PbLHTx1oYWv3TnGV2/flXHJRntMXPaaPoowwv39UzSbEXoND5fWV6Vpx869+2BPpenEw8DNpVnYOHZwZaWJX/n578SVG88gPjmSUsKwtQGstOG7TZTjEzi1C8inR3CP95HdP4KbrcHtbaC8f4LidIhASnF0w0rVsprTmwwq/5IOedowbM5DGKxollTPtU7Ws1jVbKYtYLEjQYOaCiw1AalSDB2nmlkX3GfgoFETVT9AHdJ0nMhG1/qMVomkZB2sFBUlrU74/bwIpSnvtIrV/5e9N4+xLD+vw87d3r7U3lW9TE93z859EzeJkihSJiVQQGTAjuQo4iJSiixZmx1HFsnIhmFLIpP8kwhIIsCAAwlxgMTWFluQxEjczcUUZ4azT/fM9FZ71dvf3YPzfb/ffbdeV/WwW/5H0hTQqK6q9+67y2/5vvOd7xytXOdw+BoWp5hMhlM4rNpLlYiJvbaHKW8zQe5mklizC0JCNJGjMS2qJJAK3qyaXVYHVc/XXGMBVKs2cyFZIdiPAYJNwZDad8VcKDF02ZpoqLbmnikzSRmumk6kpiim8DQTu8Ro4xuglL9z1LjRGlSJiRW19dj2JsCrSSSNuQoBWcoIvOPz37jj+OtHfuxjGE+GuLHJQL6Ney9ewGh8iK0bN7HQWcLSwjJ8r4aVlQ002gtyTkzamUjYNsOCZWqSTWGuzLcLmuBY5GIkqdQELeexSm2F9r1WQscG9/PM1jLIai96dpxZwG1ZOPY1NpA/CdC0x9VkxTAnioTtVifp4obbesTc+24Hst3uHG5JIkrnoH/LsLOzhf7gAAEL0Z6yK3h/uwsLWF47Je6/CgyUjMBkvM9Yugrw35qy2MTipPMo//444NWCqErenuloWsYKJ17ZFK78eQRlaGhBzcv9/X3RYeOzZXJyHLCqz0nP6NbnO7u48rO93UQ5ybxK5M6P+ZLEb257vR1gXj7PO5mwdw+sWqkFJuX8f4zx0MdjT/Zw3yOL6DZzkBFGqFlqXkbWhK+kOSqNrDafvYKPfviT+MaL19RxPYuQcx228Lho2vNLjzF7DlpAk/WCiTtje65hcSKu8sJcFdkl3V+41whhtlgvDJBjWUxlBqJpDJC9gAwstsBSXzWoiRQAtaHb7UV0O2Sr8v8tNOtk4KvzNGN8gqVcXwXK9ZS5Vq9U0QyqqPgJfu8Pfgff/f53okpiQMJX3SrhINdq907zQO145OvtGqCmO2pAefmF6/iT/+/L6O3vk82AiMm46YISnW1JxJnX5AJWiu62AP++6C/K/UxSnKpPUQkibI8IpvI9FTGpWvBHeON9i7h0zwaevz7EUy/tIHRrgNOQ5y9AVaYO5MyZGq0KHnrVJax067hv4ywa1S5GwwOMMw8vfvP38NTXv4wkaKLppxgFp4SEkldO4+YYGIW+spyh+7JD0gmf6XSIZWcLrzvvY/sgw+ObPoKlFYDxNqpo1CpY6rZx4ewGHrxwHmdPrWG6dxVLLbZjM+Yja7CKrc1rIp1W6d5TMM2OrE/zgskywQyCavG6AviyMZIwQOR15XVeJYBK2vC2vV8MP2ctwNJ9KKZDiTwP7ovigSEy60cXg/JeONvHtDCgf9O58Y9/+ifuZDkoXvsvfuWjOm/NcSiMIbCaaemerXszSZ7y/lZeq8qFqtlePMeKFMajdnXqe/l/E/+5NE6Lsbi4iHf/4A+h0WqpbIiJ/SSa1YpIcf7l+1VeR4s9xMROs5sz64LT1p8y6Kqv0mPOWrjLnyFMXjMe7HcFzvTcyV4W46zxWMg/wj4mE8m04LPATIMs5vWNzgL8ahW1WkNMltg9ImsQDaGMydeR6xCTUzUhtWsfT4VzkKfsOmxJH+Bwfxu1oIJ6lYxVNcQuPydrlma7u+wYmj3X2fOZf446Bs3YE+MqBWIdlwZ1GpfL2DHGWEowKG1+9lnrjS6NWQOIS05xMhBb/ot9LpqJ6LGOtNgzdqFEmpG8knspa5eSxZJUixgypMz56JBQYFOUyWj2HKeiZ0td8Zh5BAsfzN9p/t1pY2N9Del0gr2Dfbz40ksiD8O5LeMiDgtgVfV+lWGsDPSjkgDlcy9PZrsH/Ow/+tW7muN/Xd/0CrA692TLwCrBUU4wgmECrFKs3gCrZNTwz5NIteAIrFIbKPBVJ1XAqYgtLr4k5wRpqaXKxYCTmYAU3894xAKrFdFo5caobDwCq0lCxioTiQyHE7I4HVmYhuMQ40RrGAR+G77qvNI0aDCNBFhtCDAX4SB0kcQZ/IDtKfy/0hsXGwxoPGGNEshigMUEmcEOGZOLzQpqHhMFA6zGiegcCdBHxmpA3SGK8lN7NAfxQwabNL1y80iugazebsNXYDVNEZKtxfZvn4xHMkyVqalVHhX0po4p6/8E7gisjsNENE25sFAHlexTWQgMsMqEtlOvSJsVgUZ2IA+nISq+J+AeMRsCq/yUg8FUQEhqUS3UyPr0MIpy3Owl0pa32KQJ2QxYZQVWzJtcNWfKMod4CPpk/To5VrsGWJ2moruzQGB1GimwSh2izBV9Ue67ZKhWfQ9bg1AMswisrjQp8xAaYFUDBDKXCZITGCcgT5CTwCqNsKiry6fG573YrguLeH+aiEQDGRHdZqAgZRKiXq0IWLE31Arz6kITIGNVTNU4BmkiRXkDla0geC5SFWQWW2A1YNuyPmMefxSxdZmSDARdCazSZC2SqmABrFKb1iWw6qFJBi+B1eEUIxYhqC0jurwWWKV5m4cGKSRJigmlAChzETOf8NA0wCrBYlbUyKqOHV8Mv0Zxhj86uFtg9ZeLmW+IjvpzsZOZIMYEMkVMa9hH9s2cT7GfYpql+FZvE9enI1zuDbF50INfbWK1GcBJa/j809uYRj08fLYrrJil1Tr29hI8eM8y9nYP8Pkn9rEzJVs6w/e8oYsfeffb8dt//HX8u6/t47UXN7CztymFmtivyr0hcL5Sz7CyUMWzWyE61RrOLNXRG2ZoOREurtbQCUIcZCku3xxhawKEWQVVj2zrCM2Kj3NdZZePyCjuhxhNU6y3fNzbDLA9nSB3ldEd5zk+8B3n8QNvv4hJVMGV3Ru4sH4RncYi3KU1CiXD7Q2BjfuR0/Dh+aeR3tiF07lP1jx3r49svy/Ou15G1pDoaqj+KeeaYXwq3llO8Gbg6FEgR9uNZC0lq6gc0RQ/KPCnBAQbEBnahyQTCk7O/tmsVwNaAUdKBxaejWmP11DH6LlaVoPVHhLGqgKroOOqYRNSCsAy2cDiUprAoSmBAVYJtObCBOFcE6hS9UsJrBLYKyr1tn1Hr43r0cnAKq9dmaVK4DDC9JacK/EjK9rm2oRfXwJoDVgrTFb9gwKrlr1rZXH0lundNExT1UvVoJ7/J1QhXHdhNVALXDVX5Z96b8s+oG1mlvFHCYG7A1b/3o//NwiTKba3dzCZpLj3wr0iGXPz+nX4ToDFhSXUq20sL59Cd2lNmT0CrJqmdJNcqUP7THu1nEyWQVCumwULRnOyY4FVxR9UF+w45uosgZjXYtX7X6w7jiN7ffnncjJ1HABmfzff6nUc0Do77owVVT6+Pc/jAuOi5e4OombOLU2McgFWDw534fuOxCxMAPlUugtdrJxaF704BZ1mGpvKrDya9BwHrM6DA/YUjwNR50+/nEgaSE8L7bY10q5jJXa7Tid9bvF0UgCrdA+mbp6A8FmGtZVVSdoJIlgztTsBVm/3PIrrkETt1sSQn3nc139uYPWke//d7/iOOxgp5Zfagg+jRXL5EuxuxXjy2W286TvOo1llQdgm07oWMfYUSFWWQgc3n7mCn/jgJ/DotRvK4LHAKtcpU4DTLglp4j8C5gvQYIonnM4yFtIMYTJSzcmE67mufMLul7VdxwIBRGFREYAy+plmhTWAvRLSKcHFohqNTshaJdDR7iwYYJVSAEvCWG03W4VJ1Yj688MhRtRXNZJjPH/mMIwpK36GR5/4Av6MaSq2AAAgAElEQVTLD/4w8hpzFS59M1CmzFK1zujluy57r+eq+Yxp/RWpH+QYjaeSe/DayPDj58aUWOA6XzChjFmh6HGygyGVDqnRZCT7QhZ5SA+uw3XHiPwVjCcRPLeJrc3LiA4u4/7TAR6++Ho4wSI++5WvY38cw2+uYBRSfikUbwxKorlI0W37eOfbX4eaE2Kp2sCIXgZkFHsNXLv6BL7+6LOoBS20/QR9dwUD5lWRi6SmUj0A42XqwWpHHXUJmVN180O86VyGFzeneGanDn91DdW6hzc88DAeeuAS7j13Fl2R4oqQRRH2N1/AYquBar0truQkoxwc7qiuZ2PV6DVbnf9itz06Lwr9CVM3LmmfFnNLUyndrXWRNI0+Zg+3QLkBWRUIm7X5l1v8teisX9JMb9qr1dhJC5CCvYsB0YzxqbGZPYcc/+Rnf/Ku5jeBVWmXFN1MnScqU2Q7R/RDhPUsxrvmXOdMH8tr40n7t+zJZE0atrDet1uB1U6ng+/5wQ+A3yVOtCxZvdMWBbMP0JyRCZBKd8E+L65Jsy8D4urDM5jt0fzG7jf2PeU11Wq+6vMqYYOG0amFEgV/hW1IAI/AXJJJSz69QUgKCmNKx3GOmsI97wlBV78qLNc6WfFVmuhVUBUzPRq+UYdD4ySek3S1GjmoPGKxKkE4pRTAFiqej1q1KQzS1Oih6huP7kMij8H90L6mhFvL2DOA+y3PlICqkULh63IxuNP4wMbxEt6r66phd2pMz+ehKZ+OJw2By7JvQiMvTJ1sTFCwOqUIoWxuro9iFkXmN/1lIoKlStaTAsZUJWP0vYqP8P9cC3m+LJJxraB2tnynWbXIzvliVsb9hBraBMp7B+yAmWDQ6wnASvbxe9/3/ahTLnAykZji0ccew/NXLps5IwmYdmSYNUH2KGOwKK3+5U4EM6mlU6pU6LXj8Mc+endyH3e1MPwVeNMrwOrcQ7LA6ocfXpFFR9qmySLUHFknG02eRJvSEaCLgUmVRkuuMaBi6wsnTkRdU9XJIZhJTQu2SHA+C/BKMxgRN/dACdeKl4vkADdwsvvE0CgmsKrCw71pKkxSVp7HkxAjFtjFO8dBk1IAdU+0ZIZhJC3rBCUdAqsMFMhoFN0fsmmVsbpQVwo9wUgBrKhvR6ORNBXd14VGgJqnbEVuXPz90AKrRjRbgFWwrZws2zlgNSSY46BDoyNW/BJW84kROqgHAaq+miRRa0V4mIqsChhJN3vLWB2HNGdSEexW3RdmpSxusnhzoSGDkt6v1ItVYHUcRvDJeJwHVodTASFZlVuoKrDKFvvNARczYKHJc6VBrG4MBFbJWBW2mhivuIhjB/15xqoFVqvQtgu4aLEtLM0FEGcQv9wMRPd1uxehF2Zo13wsNwKEcYKDUSKgIgPuAlglGJwSWCXAooEqtUl5mwisdhs1CZwPpglGZCSnZKwqsIokRIMLcUZglSxVMlZbAsjxOqk7S2A1zqmrSxahjiMJhAXM1fuq5lUMvFVUn2CmR8Zq1RVglYHwwSgW1oEUbbkfZQRWee8JrHqYZo4wVscEVs2GSOYyK5ucEwKs8pkmCcZpJgxiyjbw85sVoEOpAI9V11QqnIlDMDyT4/37uwRW89/4lSII4H8KcHUWEZY2VNPyVLCrSosGgWgvxGaS4anRDeylU3yLoGLKxMNF5CQYhR4uv9TDPWuUfvDQHwF5x8GNHQdnOz14KcdAgBuDFC/c7OND770H73v3W/C//snX8Qd/+hIe3jiF/ekQB4OhaHdRnzKgWL2botOsYirM9hzri00Mxh7CZIKVioONygD+YgPXBz6u7g8Atw4nSVDNY5xbW0NvGmI4GiDMMylc0FwiiCtYqIVo5zHOLFUQN3M8ez3GGzcq+NG3n8O50xfw6M0ruLh2EadbHTTvPQ23vYbR83+BPA7QePXbkTtd+NF1pIcJ3EoNTuQAhyNE2/vwDsfwIgKryvTMCZg7bLk0dav5HF80V2l4MQO3TkrQBWg179cQSgsGiiraFiJObm3rm/1NI0gqLDDplpCqpCcowQbXp8KcwCYpBCxtu5hqDmkjroOc5lQOtTuVwbFBnW3DHnVST1tOORenbC2kFi3PyTBaC3WDGDkpV6YtS09YW9Atk4LAqFzKvHGCEdCXPxaMU3PRBjBVhp9BQ+WsZy3/CiIbllehJyw0oKOta8YJW3cBLcppaz+fmW0NA2IyU+W6FNjgmq+6qlZTVTWf2YBrg1W29fL/b78LKYAf/dDfR5rGODw8xNbmDtbXT+PU+jK2d7YxGk6w1FlEq7GA7sIy1tY2pOmX+5Jt1ZU1wbBPy6zSMktCQFKjBcZ9t/y6skbYUWaFAogWWLVB6jy7dcaa0ZbSeUCMY4pmKvar/Pry746LQcvApwU07euOFjA05hFjuDl9zfmfy59zHHj3cn+358F7uru7jb39bdE1J7AqmoN5jk63i9X1DdFMs8DqkSDfTP4CAJ5bSyxgf9w9Ka8px60vdkzq0iBKc0XSpazEWbWizFgtH8sCq0yYLGNVQPssxerK2hywWmZOvTxj9dvJNex5zT+f2zFW5xvE7+bZlsfWced598CqgkfKYNPOsStXBuj1hnj1604jcGkMaBh8XPYFWNV1yuM65jq4/sTz+MiHPoEnbmyKVA33BmnjZwrLG2PlZQyIJWVt04Lq+xUjn8Tk3RiWMO5PpgKqRnFoGFsE+gja6voq7fACrGqL6qzQMmM1KRua+5nqDnp+AF90VutoNttoNbviNM0W3na7K67PqvvoY++QBjdjTKJQugGUteXCZVwmuooDHA6v42d+8ScQugQ9dW+7dY1hPjBzmS8/u4LHazwW5Hp4bHNfZX0wADLnKvUehZ1tJGJmWoCOFHsp7cX8xCNjLnfxzDc+A8eZ4ME3/6CApQS9vvXoV/GVP/sj3LPWxLmVNeRZBde2bsBrtfHGd74PoeNikpCsoR163FnCwTbi/g0Mtl6AN+xL3Li23BTdyd1JjHFwD4Y0Ge3vY+ptKAiceTiMx8inMZJojDSPpNuHbOQ0mkix+PxqGw+u0hOgg9/9/NN49VvfjDe8+c24tEB92xzT8VgcuaU45LkYHlxDMukL257sv1ZTwdXBsI9g4VJhhKTEm2PIAmXK4wmFm/l1vwzC2eMWeqgGxGGsnwi7WsHv8npKrNKCcbZV2+5T5e+z92gXYWoMjlkQ479PfVK7w+70619+/GOy9xBYlfFrgFXLPNTxasCgQlv1ZJmd8l5r90C7b+p3cmLt+3WPtnIvLJzwWii1QWCVhnFyPCEQazxYLu7NP8NZcfoo81fWpOJxl567eRbH7UtlIsjRz5k9w/J+Nb/+HolnzJkrYKZznaAg1wPKQND0bjxV8zuCr3GkRsgFCGf0pTn3692ugK21egNVsutrdQSVqsaVLjAd97F14xoqXDeDKsbTqRybX8zHabLFZ2tZk/YaZvGgMTg1cL/9vb2eo2Nb2bOyjgq5gEQe4wEgRX2Azbga8tr7LoGxYdPP9lwFP03cKx4BCoxaMHV+Ttm/a8u8YhS2rV6KEqZ7ojyHrL4sQ5h6s40Ll+7Dfffdh1q1KhgEYwaRU5NCrGGjM1gypIjRqI/xcIhrV1/C8889J699//vfJ7EU9aypDWwJAkGjbhDzmsEXIiRRVGgyR9OJjHVKidg5LAZ1wqJVktZMHkAZrj/0dz50p9P7r/XrXwFW5x6vBVY/8ogCqxzEBH+o1znDXMi4mQGrdJmvVFw0PGqJOKJLyQnN1nmPgJFpERLmowCrOnnJECWbkixVApRVl8fxZaGdB1a57B1OE9ElFWB1GgnTzAKrBNpovmQZq1EGqU6TbXpIEykyEE2rYiEFUFcgNEoJZBEs1pZOOjsS3CPTtC6gWiJBEYO0CV9nND9FK1zkUPReEFhlOEXTKwK6w6kBVhsEnfkaZVzyRtYDH7WADFMDrFoHRvoBs9qcE0QmY1U1Vsmm47VaxqoyhxX4VgCO107NVogUwCiM4HkO2hXvCGP1kFIABFarFSxWafpF7VIHm0MFW5baZNcSWFUwjc9LAwzlRBDIILAqUgBujrVuC5PhGHvTTLRYl+ouIjKG4aLB4DoD+lOJbrFENqzvYmsQ4zBM0a4qsMpxsj9OpC2fJ1sV8yqVArDAqkgBUOcIbD8Dqm4mLF2eJq93GMfwMpUHoK5TboBVPs+9oVL+lztNaT1mxEvGKlt8CNKplDADYwOsxolsnpRYsOZVfB5MCISx6npoV3iOylg9HCfIRIjXJOIGIG6xxT/wxIzsYBRiwvkkLEMgyhjgJyKBQWkHMlZpZjDNMgwJrJK1zOdKA4EKUKf4eUw2CFMYV9jQkzj/SwOrxfQ3iUCp3H9bYFU2dan2uYh8B48P9rCZ9fH8cAdXtw/RNJpBl0dTXNsDmpMaVtpAGiRInQa2RxN4uYNp2MNCo44HVz188YUIB4MEv/T+h/He73w1fuerj+I3/+/H0HLrso4EVYLhkRizZQgkcGjUq1io1nDYP0S7XkeeNxBihIZbwz1+D14zwOW9GL0JpS5qaDdrWKy56A9GGIxToFJTjeM0ljlHFdTA8XCp00ZQTXAjnkjR4ZGlAG9Za+Bvve11mDgj9A9TXNioY63bxsK9r4NTydB75luor51GZeU18FbayEY9uONYmCqErLz9EPnOAPH+GE6YwJfxDiTCiGZ75gwY1ediGasKrB7HmLMJnBA1ymwsiXhNq1aRcaiiGPXUbGCoBiWmdc6yiUx1VtrQtJfHaJppACaBmGVxkulDNrsNzixjlaw6Ma9SZiIZq3I+AoKq5rawx1m1jkMBvOU4li0rr1TGqhB8hbE6A9JsT79tZToOWLWBv23j15O31UGd83LeRgfQagjrR5faBi1vRYCBsn4kf+a9VHCUQITVSeXaIochM91qpgpAa4HVTFpVxaSKhUcWG2XJ1WBY7zOLL3cHrP74R38BYTzCdDLG9evbqFUbOHfPGZEH2NvfR7vewVJ3BY1GF6ur66iQoSRyXSY9snqphvmgjBZlPUhALGwJwz4Vfa85YNUUmmyr8CxBvRVYvR2oyvtgP2cWqhhgxrTvlse9/f/8d3naJmmfB1ZvD8oqy+9Ovl4OfLPnUj6mBWqZ4B0e7mF75+YRYJXjsdNtY3X9DPzKDFg98lm3AVZ1fp7c3XA7YHUeVDUz0zALOfKV7VIsM0f0mGefeSKwmmdYW10RYFVAP5EQMVqcJY3Vo/dt9ky+nfst4+iEy/+rDKxqZqyBB4vMjz9+iOXlCs6ea8qeRjsiXcDJnqTCqvQaFMDq1W89K4zVJ29sSceA6s5pC78k5WbJnAFeWj2W+e+RxWUMCi1bWQrVIahPqbp2eiybkNr1U0pw1vWaoKSv5AkFNgxriuuzFCA5JgJ5DR2lqzW2/DdQCWoIKhUBLxTAIPkhwyRSbTwL9ds9zHcIBHuYhD3U2xl+5hc+isPpSLUJj0gRzJR1qYZ67FeZRSbECGXhytptmGSFAQ/XHeYYGVlbkayfBFJk3MpeS70/dr8F2s4a9fGVz/wrJOkAr33XR6Uo12l0kYYH2LvxokgZLHbXpbvl5vZ1hE6OU/e8Bm6zA/aFVAPKfnFNzhEO9vCNL34G3VYFaeKKtmP/4AZqrouVe+/Hva/6HgyHVzHYuo7Vi28WQIJ5X+hECBAIMJKwY49SPGmOy889gZtXn8WaH2O4ewVve/t7MYqBvUEPK+cfQUoVXzKTjdkt78xkPMa1x7+AfLiDRUoGiAu6g97BDroLS1h+1XtmcUXpZhdrUsGcNn+U+KMc75RoqpKjqFmOZVOKLuIcGFRu+ZVlwRxP13pdeyTvMS39CvAfZatZAEnZ2WpmJexXthMbFh4B7t/61D+/k+2jeO2vfeIntahn9lspXhZM0nI+bvZDYSoebYc/Cpwebf0vr6fWmZ7PRd9jtTh1Xefz5DUS4CKwurS8rGPXPAt5kYkV7QXofTVg9XFgeambQRmmJSkA897b7UvF5xSfYQHe0u0251QuKlrpBz3lwlG1JIGg3E6bC5HoJexTMjDZfSTduAqax4l+J3GMHRjCck3t8whkfao3aqjX2Y7vYDIdo15ryrUe9vrY2t7GYDjAVAz0dJ3jdzIyORdtUVfNklSLX/JMc7+szqeNGUXfl2PWZ6elrp1iiirj30YA+nxZmOZxZa3m9YiGsLLpGdHOYrYZM1o7IOzDto/cSBIZpqy9+1ZXv9DVtgUuh+ufD3g1xRe4rge8VzxnX2LRxeUVKSQLo126ZrmgaIfx/JeOMNWr5rzr06Cw18dzzzyJ8WgkeX29pjkkgW+5r3JfCMzqGOV1k13LexBOp8q0NXPYAqkid+Sod8Lsd/r/D/7UL93VHP/r+qZXgNW5J3scsErSKUEzyxzhBCWwynYTsh/JKg3Yuu0ru5WAVBlYlUFM4EuCMa3aEoBkGzznfoXv4Xc3R7XiCWOVbf674xRhSMaqL+/tTel4maNZq2ESKrBKsJPvFfMqAquuh8EkFECPrvHKWPXExIoVYS46FCLnQrPSZNIWSCs4K71knRK0InBKYHWhWUGDbM2MTqkMmmjcpDp5No1gizzB4TRz0adrfeZguU3XcZpXEax10aKWqe8IwEKNTM5lXjNlDQjMWWBPHwWZTPxMBVabNSMFECZyrWVglYsI03QCxgRQGRPwWP0pMAhDuWd0plfw2peFqQBWKwGW6mRUQoHVAcEqGkoFwh4W0wEhi5kAowBWHcRWY9UAq9PhBHthKosfgdU4jAVMbHDjydWIjPePEgmUJ9geqsYqWZ8rjao4Oe5PqHcq0anc+xmwyjYdgiueMFtp+sR1nbIR1K5lW+1BCDHT4g3iM+N9I/uiaRir+wRWBTRuaOuxYawyCCecLMoOhoHM8xRmaES9YF/kBMhklZJ9ibHaMsAq5wGBVTEHcg3rgWA35Qoq1E515bp640iAVV4fPy5M6YieGI1hv9BYDfNc2vxpxiWutoGDTiUX3Viym1WuwpWxP41z/OH+ycnySYs2zauyT/3Ksd4nZa1KC9oVTEPZmDVBt7o53Op2EeFKMsTlySG+cvkZqdgvNtsIIx9X+lNs7Y+xHjRQqQcY+wEODiMBtRmILAQ5grqDWtXFc9eGSPwKfvQ77sWPfNdDuLK3hX/8r7+M3SG1b6lpm6HVqJDYi8EkFuZumidoUHOQwbOboO13kTpT+E4DF1qhzPVrY7YEViB+uUGGGpNLbpqi3evCCXyMQpoksaBBozAfSzUgr3J9auD6/giduo9Tboq3PXwGtUaGl17cwtvfeC8eXF3EuUsXUO+cQe/Gi3jp2hO4/4HXo/6at8H163AP9hGPBxqghx7SUQ6nP4WzN4Dbn2jA5qsmGj+7YJwW+J8yVpEfn+BJ0GchE8tWFfBeeJEzMEX+psAq2/NUXtS0exqmKw3zyCois0fmvnm3BNommiuCX+OQyhZKbb3TESEMVgZsfgUgsCpoHYFVyrkYj3GyqKjVRo2j6RgOrespDUDnasGCrRUCmeRabJFkvsRQlDFpDBG4n1jQZAbwkuVnA/symKpIwZEqPTc0OfdZomD/zu+WwWvorUcKDtalVMymBERVQFSLUKYtjL83T4PBOe+UmFcRRhUjO2tWxT1G75EAIAbzftvn79y86qM/+08wGO0hiUPsbB0gnMY4vX4Kft3Dzu4+fPhYWTyFaqWJpaVVdLuL0vk5Y6zMgC3qJ84naPPtZ5axWmbCyIibY9JwzNlW7yJxKTTdNFmeBzqPAqszVlFhYGIWuuPeK8+1dHx7Tpq3zY5VXiuPFihs9+BMs+/lguE7kQIoJ448Ls0Wer0DbG7dgOuqfJG0z2UZWu0W1gisUgjaAAcWXpShbosBBuQuOjOLE751r5j//JN+Ls8HSdKMCqeCrjO3XCktm+Bo/ljRZCxSAJaxGkWhjg/kBbDK0c/k6nhGWBlMeQVY5TJN/XcLrA4mCb7ylV08+MAC1k/VRIqLeptVSnA6jGHZ6URPGAcepVc8Fy8+9jQ+8uMfx9Nb21Lsor4qco0FydzShJ370kxTVOAISXjZzaOAE4tiduGKk1B1BguGjzH9kLVtxlCz3uZ8P5NdOyd1fMnMNRIw/EadVY4LtoEq44sgBGUx+Dth4nJNNXIPpjQl49TOf+lnc2muOsTZiyv42N//MPrjEVx2VpTXAmt2Jmd7q/aqnJmw+Uwh3RSc5D4ZkyBlVem94ZrPOLo/GclVkb3KNVD2FtdBQg3/nMk+maYxqkjxtc/8DqJ4Hw++/Ufg1haw0FrB+OAGwskOHC9ELWuiUmmiN9xHTkLDqUuIpchJ4kcsQAU3UydL0NvbxcLyEhA04Ds+RpM+28oQtBrIYhcvPvpn2H7pObzxe38YjVYTaewiYxJAgoen7DTu4wRsr734FK5fu4LlZg2VfILz51+F65s30Rsd4MwDbxFAh+uVtCCT+SeGZim2XnwW3VoFrc6SMMPGowF2tm/igQcon7R25NkLiC/jpGhdKS25do8+Ke6179F1yQIgZOKqLI/piiniGe3t4WfaPc1+GAEZ+yXsaaMTKYDLHJgqgKrosaruo+p5TtDvD/C5/+e3X27LOPbvv/7Jn9IBRsKHYaxKs74BeMv7DJ+7AFkGeDpuvy7vheU9sShilaQA9HcEsWbAqnhCBAG++wd+CCsrdEE3xTr7KI6pP2q8aENEmzXMLtfOOzMAZn8oiiuz52yPJWuIuQflol9ZfuGkG17ek2ScmThX7o10XhigzeCq6pumYLstTgpP2MSM5TUrCdUszbIch5QjGY3UjIvgXoMmeg0sLi3JWIvCSI22JhOj/Top2uUVZNX1Q/Iwe7289pLMEs+Dko2iCUwChxgJauu86sNWZJ2gVIHP9dIAlAodK/MyjiNh5BL0ZU4WRyGiiepkH2XPanHSnkv5O/eL4+MvkgM0NrYsfdF+lZyDbdCymAqJyLJWBUDldQQ+mo2msKSpo00N7WajbQppFcmPy3i9ZcJSb5zt/5//sz+TNaZa80W6gnOSGqsHh4fY3dtFrSIbo857Yyyo60Np9JjiXzHErfmdiR/tePqFX7674sldLQx/Bd70CrA695COAqtqwEG2KgHTAlgluEjDjbwErPpkPyqwSkBKnNWjBC7bW8j2TGj6o+xKYYjNAausDhIso6YhAwwCSwRWp9NMgFWyXdk+7iQp2o0aphGBVUoKKLBJYJVt8qxI9wmspgRgq3CzGPuRK8CqODUaYy1O9LWWVsrJhKQRUAGsxikqHrVRAzkuGau2hkVglGAaQwZ+CbDqMqBz0Q9VP2+1U4GbRmLAFeUe2lVqgpIJS41VrcgzbmnWvFuAVR6Vmo4Udq4FBliNUoymsSTtraqaVwnRiqwv6nn6HjoVBp3aTkpgtT9VYLVTJSitwCoXBzWvosYq2aJsQXcwSVwBVtm+ukzwk1XSY4DVQgogIWOV7Es1rwrHUzGvYpC93OCGEUvLepOM1ZRM40zaTAms1gIfm4NIQHJey2qjIpuLMFaFeQHQv4waqy1qrBopAJZMI2kzUxSUmrUEUQlCH0xzjGmEkyrYSmDVSWM0RSqArfrkITpYateRharrxuOLlqpx6NbASgEkslVpUMZ71GALAmNr4whopQAIrFIbmIHU4YQC6NworN6jhuOUcqAsgQKroejBCvrtkPlMYJWGWCoFYM2rItFYTTCOiEuxWOGgW+X9IBuDLFVW3z0DrGb4g727A1bzT39cN+y5t78csKqDXkEJy3rcbOe4vH8Tf3b1RVzdHWCh2QC8KjY3I/RGIbyc87KKiRdiQAbDlAYNmTAZ7un4SKoOrh7kYoLWarTw+ge6+HvvOId2eoh/+UfP4PHr3OzqyNOpMMiXOwvC/D6YDKR9HXkVHtmC1TFO1xeRRKlo57YrKfII6OUjIK4K0yvCEGniIOK9pwEdEwbR4tW+mJW2g81ermwNbwo3ddBLPFRQx1o9Rauao9X2UYkiPLCxiDc/cA8uXkhxevkcDqcp/vRzX8Qbz1/Ew9/1fcDihmhMJ72ByFSg2UA6jeCRHX5tH9m1PTjUXBZmvThcIKcsQME85To5A1bLwaQNko0QnsalJaMd7cg3mqEWhZGg28W0k4urq1uvUIdFk1dGTBO25kfyPef3ODUgK5MsfoJB+kpBpZyeDhpNhOUkPOR0LrfAKlxlrEqbO19F2QsaV42RUWcxCaWQxGtnYUqlZyV8FfBX8WBNPNWAy36eMnKPA1aZUM6C9RKwesQfgQFrSf/LlvRLJhcc5zTFMwcrxrwSIXi+2rpvZQDIaCCrP+VzFEMrbfkX8JShLNuxeCf4uGXtoRyJaXulnIBxkRU5AcXT8M4vPX7HodRP/+IncdDbRhJN0Tskw3qIhW4XyxvL2Ke+5TDE2tIpBH4drdYCVldPwav6GmDOJZrCPpoDPK32qh2T81IAujceNVqQYNqYWt2pFEAp4yrmBxsXZ4nvzMjpCDBqXnBcIjkPrJYTGHtci5nYv82DtMc9mOM+v5ivx7zBHpvfuZcPBoe4cfOazF/GUlKITlM0W00BViv1RqEPNlsTlFEjCZ9hzPH7recyl6iWzmceCJUZb4sOJsGziawF3jSxtMCqzktZy0rAtf0/Gavb29sCrFJjleZVkjzeAqyqs7YFO8r3bnY9R7P4k+55+XbPM1YLsPg2Gqv/OaUATprEd2texeIMNcntwr/XC/HZz97AW95yBq1mhskkx/7+ABsbbXS7VVOwOgqsXvnmUwKsPruzLcZEKhPDlYp16tTsi/xJ1DVnRQquB9RYtQw5goNCGWJuoFp6bP9XF2WCWjSfnOlHC2BhmIt8kmUQQdn/qutq2+Q4Hgi4yz/pPCNRgME510xRypN9h8eiMEHxVTbcol43u4WSEI+87j588KM/hsFoLBqu5bXAzvEjgIYiLjquZctTnWgx+rNMPcGBZ+z8IrAAACAASURBVOOSMgfMdfjFfEgY/yVWnxqimM4w5iUIhXG7UF/G83/xVTjOEBsPvwmHU8paNZGNdqUVn3tHu9oEnBq29zdlfzlz7iExY5UuIsbvzA1k8SIAXkWYxuzxkRptTPYvO+PyCdK9m3j+if+Eb33jy3jv3/kYWguLqFW6Iq3F7r8s17HAOIN51uDwJtJ0IuB2LdrH+vr92Oz1cNDfw9LaPUjzQAFje6No7OV5iJOJyppIvMBZRf1F+kBQTusoqF4ANsey7E3mZYqW5TnF+xnFU7mnakClXXiyV9HIeG4v0M8xxebS2LbPX4yHbGs0c17DYiuzU60+K82QBuMxDnp9YSIeHvYwHk4ltxlfvvPCKE9VGauuMIcE/ClJAZTHmcrVmG4TU3y2a+f8GloGw8p7uvxfugHLRdQZmYqFE14r7+W73v8BrK6uaieHBb+PA1fLCNW8VJN9FkdQLGNMVmzqR1fMWXFv1h1R7DPScTdXBLFzv2T0WAZiZVjnvLcG3zPzW4oBEmcaKSgLDsv2Zn0JbA5U7tYi6UqLSCy4DwY99Pt9mYtcz4g11BttrJ8+LYUkGmdxr7SsU5JAoph6pArci7kW2ZPmvsuzU4zXFGX0enUdUXkpBTA5VmfMfxbF+NzIgqUMR5V6pfUaPMqUyf6r4K3qoIZI4gjpZCTsen6+/cefCbjO30M9r5n+tsR5hiHOW7awwMJ9V86V4Cb/JvNGOhpUX1VICVYmRQyqjEmVdEix8Kas1mZ7Ae2FLhYWl9DtLKCz0EWr2YTn1SRWVt35HMl4hM/+6Wfw/HNPIctjdBcXBFwlSMv7+tLVq9jb3Zkxqq0Br3geWNm043fs+TyMr/rlf/rpk7b3v5G/fwVYnXvsFlj96COLYIs/kzsCowSiyCgquESJ6sNFCUSflK8hsOpRJ1UYq+rgrtT0FFmi1SGfiKKwecgiZRKgYCwnQ8WhARWp8Ax+MnF7H45pvh2gWaMcX4IwAjqtqrh+jkOyHB0Bp+qBg0YA1Ks++mMKUAO1GkFCglqJALWsMlc8tlSn0m6/0vQkkaE0gLJWlbHKlmu21VMKoFslt8fohGQZJpkybkW7SaoZxhAgzdAPHWEirbarqCCVFv5xShMmH+2Kq9WpRFuU6NHVoTFOpqYlpOtb6XaptBL0MaZUbK0XQ6MUaDd8tAUkpa6rkWpwPLQanjByxek+ynA4ipCRyRp4cg/IhCGw3B9O0Q8VwO7UAtEwSeMx9sbAMAVWOnVUU9V90aYxkfgxQSEDI5U0GAqw6mJtoYVwMMD+OEfqB1juukjGY2S5j3qkLe39MJTPXmrUhKm7PZqiN6YRmSeGQ6PxBAejVFjKXEArXoaqC7TrrH7HMhbYikOnv0msgSulABZaFQWLR7FcE79WWnU0KR6TpbKBUBdqZxLCzx0sdQjITxBkBEwJoGYCwBMMsZUrMTOT6l8Cn4xTtpoxyaN0RRrKmGOQ06lxTjAgd7A3mhoThyIPkHMhW5XSFTRGI/hKXFVbjVy9JhpiebwWT5ixiGNMKIMRJvIeFiEI7HcqHNu6AfP3NDcbTAgeAr9/l8AqPv1JsymXkhDKHcgztyDZrOObiYSMUTKjmQuwBYYbWJziqeUJPv/442IS5SNAq1PF7tDFTn+KXhjifLuKFw5inF1PcX0EhKMqDvtDCSzecfE8FhoO/v23nkOY+jjV9nDP+jLe/5rT2B5M8Vt//iiSqY+qr63KDJY5Z+kszeBjPJ0g4YKRJmgGFSx22wKEj4cj7IxiVPwAGSIxcmAlt+IF4sQ+YttOmojeERMIsmGqZL94CcbjUNgfkbRnq/5u4DjouLmMh4trbcSDbTxwbh1nF4DXXljC6uISNod7uHljF9XqKbzz9Q+jc+Ei/FYd0XSISm0Z2eI9wF4fyLaQeBtwd/bhPv8C8gEJ0cKnRSwuyA4CskSYhLguQhZGrC5queVfHh1RLwU01ATLcH3EFEt7uMg8kNiQi06jimylJiAzpP1SZToU8BeUGqA23XiI7HAAZzCBx+qIRnAFhiqAIpNFs05YJrOG91xwGto/xnNyMpxOKlAUnPsA2d8JnDhCHk2Q8zvbViXJVJBRAmaa8zkZXD5QCSg1mSYLicCj6qyqPqywn2SZVh1BscM2BlLKfuGPZPCYW1Q2tTKBlOiASaBvAnQm7HLjtGNBkiyrqWreLwUu7gfCVtJWUAFS5VBkUWsQzP2C/9i2qWmnMqzkeOa4bPsXbJesdjGN8uFXArzpD79wx8HZz/7ir2E43MdouC+B5ebmFgK/hlMbG3Id2ze30G4tYGlhSc574zSZ2AuSPGsXBgFuNQijaYwwCgyDp0jIjAarykvMGD/8vzwRw2RTlo2uM2WmK3/mayyoYn+234sA1rAhyuBHWT7ABvpFMmnaJcs3rUgozfMoJ5Vl0FSLvtyHVDeSXSaeo/qIonVq2HUCguaWxaefJOdn2OLl5EfuRwmgPPZhCkDGdSjAeDzES9eeR55HCGqkzqshBPUkT61viAaZ6PUKRUOZZaI8YcY/B5obePA43z1dF7KS4+/tAFR7bse9ZpbYGg3hAmjS4kKh92e2lPljMKna3tpCk9ItBwcCgnDesCC7cWodrVZLx5HRwrftqbcDTef/Zuw55kwAbz99bCJox2fxLGV8HjWFKY/BeWD+dud5uzO4W2BVdmkBqtgJk+GFmxl+7/eu433vOYNadYL//TefQt45jf/6g+t4YLUikjOeLJL0MXCRuimufO0ZfOhjv4IrWzuyB0k7iDEOFPBcWvl1L5FdxuCGYmaVVwvDNS6sZJ9p7KqAlibNBFSNC7MM0lm8YecgwUm2mtt5fGTczJnyzFiF3NOOPhsr6WCNqOzxizHt0Jg1xTQa4eG3vRnv+eEfQjjpoybP2DJvZ1C6DGlW+Y0uoIJPFtwIjDzNfNHJAK5GTbuchHvcv0r7t5Wv4SfGQYo0jPDYl/4EzaCBza3nUYGHpaVzeGH7Mt79vh9ALeigt3MVXhrBqzZF+5+dNzS3PXfpEQxCavuz42+mA27HtgAdZu8SEmTOlv9tIPGwu3cdz7+wi1e99hEEbo5ufQVU7+I+LWx5YdfqvjAa7om8DNl3yMdYWHsYV559AtPhdZy/8GohmJSBlfLcKq8tZXBGur3Ml31mer5aHL11jiuLsDxO7LNPY+r76nkTEOK6y1jRr3VFv5z5qbDrxJCRILAjuYHMCwLJYkJbldw2zsdyf4VxzFw4TpBFMYZpLMZovV4f+wc96QDZ3dnFcKymbRKCsajoB/I56XNfv+P9m28gY3W+M8SuUfNje35fldfNyfNYAEzv561Fz3nGLnPb8ppo97Dv/P4P4PTZjQJULcd+J12oxIRmj7Drq9WwL559+c2l4vaJxzwGXC/vUcWeXxpf5bX9dg+lPG+P7olH5QrKY9BJYsPST6T77PBwX1rRGWNLvEpfiLoWR5lUS+cru04N6KzsUx27FujsDwdCyOKzUXbtTAZD9O3NPJD5IkUbnRfyzzC0oziUVn92hgpoy64pGaPEPwLRphYzrqrqmEoRywuEeCReOWmi+qNktk4GmI4nYhQVhwRhE/FjSWh6mGt8pOeqQC2P9brXvwEPPvig+b3GQnwd8SHbVs9cQvSpeR00PTRFEQVotSDH105peMt4nzl4pyMAf3dpCcgqok+txIsM2zeu4z99+csCrB4Oe2g0W3j9m96IR179OiyvrmJndxf/4d/+X1Lotd0D9lmWeSPlMaLDyNzbEhOb1/Lf/bP/8a7m+F/XN70CrM492QJYfdWixFhM9lh5FWKTMZHQZJJaMo4wEtmSzNc0ArIWFVjl9lUAqw6rk7quzoBVGkqp8BWBUR6bYFqNH0R3+yQXHc7hOEen6QuwGhJcDHN02zVEcSx6lzR64hbJtnr+I5tTgVXKCgQiL0AHeyEV8jp8IIy5EBDoo5GfLwvXNFbgktBSFOcFsLpQU2CVE58Tb0TTIammmPYRA6xysRpE/Buw3Kqi6pB1mGKUOKJ/Shd5LlRkHLKyFHg5FmqBgG2huOhJQ0oh7MyfyQboNiqICawSpBQWLsFSKinxODwPMn1nwCqlBQisUtOThk/U+bTAKpPj/mgq+rXVio8WW93rBFYn2BvnGMTASreGmgmmJUmRFnkGHsoKYEWd/8hYJQRHYDUaDXEwyRG7HtbaPpLpGEnmoUaQN/UEWPV8F4v1Kiqeh53hVNh9bHPfWGwIsNqbZBiz/Z26ppSEcIGOtH1HMhYI4pJlOI0VZCGw2qWOARwcjBVY5f1bJbDqpaDLuF+rFcAqmYmLbQKrYwFWq4ExkLG6iFLpZ0uAgtNsp5pprHrCWqO+J9v0+TrKGIguKhzsj2mIZXSZ2Laj668YZFUJ5GeuPA+CuMoi4mcosMo224rjokZ3uCQWIHoYJ1IYIBg9A1bpEJ7JXOPxhlMWB3L87m4JGP02V2lKAeDT/73ZJEotsdbwyGzeViNsFtyqxmlA8EFMq4Cem+I/7P8FnnxhB72xj5XlLlrdCh5/dh9be1M0Wl000hDX+inu2QiwHbroHaToDYdoOTlef3ERqDTw54+9iIQmR+0OLp1v4lwrkPvyb778HKZODQFnYa76tmQ+MN3R6jBZ2qno05KpvLq4iEoQSDvtKNHWOJooEGsL6LBNQz3R+NGWNc59NbUje1wpghznBFg4z0UfXcA7gnMeLq7Q1TZHPh3ivW+7hMOdAbpeDYejARYXYlw8vYTLN8f4vtdfwr0XXo9Ks2KC+CGy7ll4aMLt95F2FuGSdfLiVeTXDuEMc6RsS8wr2pJNUMRqFUqwYNmn+pBtKiLJtVSMFTFUWMjy6QVzUcCUukKNGpxmDQ4p0KYlSFpfCkKnrkHC+5mGyAcjoD/ggqmooIC9ei+0GZiyAaZQpuV9c3IEamuGCautNadTAvJG04jzQPRkqLOq5lU0sxK9Urlmm8UTVDUMaWFlMJkNiAto0UeYOdTHZWcFF29N7iXpIEO20ElVtT1lGpFJKtxRCcBUY8uYWFkzK7kM/s4EqZROMKCCAgf8R33mHJGkaTOpMRZpxFnV3CNl9ukTYVtuwuTNeHhLU4AEv8peFQszAywF1ZoYtfGs3/S7n/s2Z/bsZf/gl34dYTTEwf6maCYeHhxKYXJt/ZQkmtub28I6WllaFYCC+pbLK9qSyWvXFm3V4nJ9MsXI7FBQwWpnafvWTNfNyj7o62wLrhr5WaBRtIaN1vmRVsY5Rmw5cZS7N5d8vxywasGQ2R3RvbVsRFVOnrSNTK7cgOhqkCaAqiwLyrwSNphtUzQFR5U2ytRcgcNV9SCKc7aJhE04jn2YJWB1Oh3jpavPI0kn8GnIwzGUpgZYPY1WZ6EAVqUWkDrIuEfK56qRG13L2fHgsEIs4GqJWXPMCZSBjuOSz3LCyr+LOZtJMkQjUu6JFmBOMhdhMra7vY1GtYaD/X2wZZzLhwVW2+22vr8AVhkXHgWjjrt3R8aG8a43i8SRNsrbTaIyuG4ZQGKaJADM8V/HAal3A67eLbAqO5UA67HU17YOgP/z3zyDU0uLWOhm+Nf/doT3fOAc/va7a+jWQ2Qp9yId4wLGuyme/9rT+PDHPo4XtvYEBJWgX5ilqZgqKmPRPN8SsKrADIFVY9gpxStjkmKKgMo6EsETw6oyDE27ylgdXd5nWehnSWuxlZSA1bI8hK7NpgRs1gYpKRqjxSJmkSVL11X+nR0vYRxi4fw9OP3Q/dLRFsgaph0RYiBFMgjnj5yXLRoZwNT8TEDC6lkWoJZIJJi2bflIXTP1O8e16ifa11uNWV4iPRrqQQVXr3wNu/tjrC01UHc9HExqiNDDww89hMHeADvXn5NuLVTbognPWhdNgO9/9RvgVFpSCJbbMRcW6o9qdCbaoamHvb2nkEwdpINd0b1vL3awtX0N9z/wWgSNrmF86vXweOTUTkYHmExHqAU1ZFEf9e4Z9PuHmE72sLZxv8TP6iyu65/oEprC2jxwLj+bqMXOsKPzx66hekHFGmUZsbY9WsgK5got643dgSElKVJhyKciF+HJesMuAI6JSlCBVwlkT7aBBqdT6uWYIkGQeBiPRxiNhsI83NvbQ29/H3vb+xgOhhj0BphMyDKWCnjB5mZsLGu9idLuFlj91K/+dDFe7H5Y/l6McRMDlvdE/k337JIJYGkPJeO7/Pr548o6bPY/u09bYPWd7/1BnD57xhTlbWSlccMsMj1hzbRyUKYQaTvmZLzMv+UIm3WWpxRjpcwJKb32CNhpr/mWg5ujfJvp0+yYpmB/zLnRJ4AsfZKBuAce9vaF4FGMTTgIag2sbZyWormE0gRWLQHAMDktsMrvAtbzNSVTt/mCnt2v5TUlGR47XxirskBMEJS5O7EKklLYUczfEThVcyq9J1wjKLXCfZh5Eov7XAOUQK5rOY9HeUdhs07Iah2LWaGYwRlwWGSv8ky69mrVmlkTbMu/5sH6eExsZrofGFey21YlH/R8rEmqHzAe0jiO41LWatfFYBTjTW95Ky7cdwnj0Rg3XnoJ29euYjodiZ/MytoqTp+7B52FRVmHw2mI/+O3/hdcuXJF1gddq2wcUx6IMy1jyQTL5rVG4oLv/dXf+M3bhRd/4/72CrA698gtsPoTjywKW5WTn0CEMFaNpp0MQtGUUbMkgj0MEgiUeV4mDFQmVmS8ss3Gd6kBouswgVUJ1DK63zGnVWCVbxFAjZOYwCpbyMMEg1EuLM1mnUQqBVbJWOViQ2CVLvHMs8lWJbBarwSiscpzInhIUyyyK8vAqjBWcxcL1VyMtoQJGJMNqC7xTKRYqKauIhmrARMHEyAME9L9SxupSfC5MLHDlwGSAKuIpeWewGojcNGtE8Al41KZpgRWF2sVaVmeB1a50BDUEWCVBk1RjIGcX6bsVzEEy4TBySCGwCoZmAQCCdry2g9HU2QOJQIC+GQF+9RL8jAYTcQcifeZjvX1ekXMY/YnGXpRjpVOFXXTssvPEOdW0d7jT3xmCkj2p9Q7zXFqsYVkMhLzqjT3sS7A6kSeSy3LxKG0H0Vybou1QMwOtgVYJcPQxfpiAxMCq9NMpB0Y0BKMrHmOAKvUfyFYzGshS3kqFXFXHOEXmqw4AweTBAMBVoGVdh1tT+lhFMFm+wIZqwRWl7p1CQr9jAA7K2RqViZN4GICpjIU1HSNklhYWpRQYODNCmSSpxhZYJVjjcxsAXYVWFU9WtVr4abG6yCQn+Qe9gehPD+J8QXEU3bHPLA6yYARNZqEsUqJgBzdiiuMbB2nJWA1B35352hbzLezghNYzT9FYJWnbYwizK5aOKMXGke2e00ZD8IO5FzIgGk9wNcPruEzN7+KUVjFJAywutxF7iX41vPbmEY1VGtdONMJ9kMPiy0Hh5GD3X2C5WOcbQWo1ieo1tt48oUBxjk1Ult41YMdtJBjtd7C55+7ghcPCHWS0UIwzZU5y/8zEeTP0mZHFrPvoUVXXQJS1KolIzmkoHyCeo26QzWptIbjUJgdDBqEYShtigpLcjwwOeBmrUkBq7b8HB+dal3N5IY9bKy0xaQum45w73IT+6MI8BJ85wOn8c2n9tCq1PFdrz2DR15zGsunLiHtXYXbXgRqZ+G7HcCPkTDQjyYgXTzYc5D1x3BGobp1ug5SMjUJ6HCdNAzMcjAtjEzbvuQquCO/M8Ue6jpRfy1ji1etAqfdIKUfWZVJpAbERTecsJP4QVy6fZFqwHiEvN9DPqHZFlt8FQxV8FPfTyaHQXMMg0SBSserSkVcHElBxipZUualCUFjzlHqrEYCfJMtlbBfwKEmtGEiGUa34MrSeurD9cha1ZYf+UewVsajgqtkUgsIllBJ17SWWR1ICeEIFNBl0LDsLOgp7EPV0bZIsxQQ5Z91mzUGfuS+sJLPtlIDNurbNPgU3DiJBHwlACU6hcIa5nVRV4pwq7bGcg3KaGQnjPBcgllqSzEY5HWSof22P/zytzOtj7zm5/7hr0tL7+7uTUThCGE0xeFBH+1OFyvLK+j1ehiPJlhaXEI1qCDwq1g/fV4MBCT5px45mUo6FBUgMAwJJTgzQC4nZxYwUOkf247LYzGJsFmTcGUKsEITv/mkep6NUyINmjVLP2v+q/y+W1hOJsE6jsViQUGOPaMyawBUDbRpbiPFF500JvvgXq+tovMghsI9WvCwAINNfo47b51LqmPIexrHIV586TlMw4EAq0xwKXNDQPzUxmm0u2ryJOcjyRmQRgRf9VykMML5wtvOuI3hQkkbzN63cgJa/r891/L38nuERWI0OPXcjS7wtwGs7hBYrVSFsVoGVk+vbwhjlV9lYFXKPHOMoyNr4NwgsIxVqzV4XBJ63GSywDlfz5iBP0tSacCwkybgSePsuNfP32P7mu9+x3fc8fzW+67se4lgXMZ8Ln7/96/gq0/2sdOPUcuX8IG/tYjvf1cX9aaLEDEaYEu0GTduime/+hQ+8rGP48rWgchNSAu5BVNVBboAVqVsV9S9OAe1u0w7VC1oqm2eOnZ0T5FjGObR/GSZAY1H28GPWxPsuqHz1Torzli09jPt/FOzE1t4pFRTLsasUzLLWh2EAfVZtdvFSswUAJNZo2goaY9xFNwyCrEm3pNzk/fo7dVtwayZEvO5UmCVdVOAA2MyI+sjDae68OIYyxs5UF/Dg+fWcc9SG9d2Etzcfg43btxAFJLdwpgxAOKJxGGvfvABkcfa7Y+QV5oFh1xaug2oq8+IcY3GniztVfwq+oeXMe5HuLDaRrW9il0CQeMe1k9fRO6zMMquBT1fruceYmH4Ml9o+Q4mvW2srJ8Xgke/30PQXkfu0WDM6KyK38bMiM7ej/KzVbkHs6TOaW1zrBxdLy0AM2s7thGQXWcFnjM4K/dOzmOZw5UAQb0p7c/Mmaqeh0fuv4SlTgu7h0Nc3jkQiQSGM/v9A+wNDnD92RvgerV98wb6h/siXUWwltcrsahMQMNwFsCF91d2TMMk1OtKn/nKXc3v/+Gf/UwB1tp5Yte+kwDW8v2aFQWModWR4iRZiToGy1+z/ZHA7Ex7Vuev7ofveO/7cfbcPZLQixmvdLa8PKiqn2OlHMxGavfTOaDyyEkZAN4sKvKtwElPAFePXtStrOfi77cFVq2Jnr5a1m9FF+0vjmz9ZKwSVBVgFQ56vX2MBqOiW0dMAyvsGjoDj7mHAVaL4xodUgEuzRo6mowl1uT9tb+z526B0/IeZIv6R15jOlvtcYlVEPy0PxNYpQwB5RKZ92qbPglUxshKDEw1rpMYXDABI4PCu0GmreBBaupFOQPOExrx8VhhOJRj83zJmLXnqzrMdiezAKYtypsrKAr0prtpnvVvxjS5H+//wA/h9W94E/Z2d7G7tYnJoC/rMU2wuotLqNXrqLdasn4eHOzjt//V/4atrS0pWJfjNDvHbve9GIOmc+iXPsF4+5UvewdeAVbnxkKhsfrwgua+FDCnpmWgLeGaaCnoQCo7zZkISnLTbFYUWCVQygFNYJUJZdXPxeBKGKu+AquSo6fcrgnEEpAic0/BUK71ZMP2wgS9UYZmjQZQNBWiPmOGdrMiyeo4VsCUR6FrOtulKSUwmkYCQFEjk60tg6m2+VvGqkoBuOhUFGDkYjQVNqkCq7xmvq9VcdGtkvWqQSODIzJHuTiIs6VUcikYrQL1w5hO89QSDZSxGucCFhIU69YI4FIjk22iKSq+gw4ZdOy8ZUuABbYE6FIQjQADdURZGRoQUEsyNKo+WuwBYhs2N7qM7FoPtYrqs/EzpPXcAKtkxRKfEfCajNXxVFiXNboV8n7VqsiSUHRK+2GKpVYNTY/BsbaEi4QAE2lhqahLNQFVAVazHOuLbcTTIfYmTLUqWOtUkU5HIq1QJxM48jGII2EZEkimvIEwVsNUnhkZq5MxW8YzjCK6iXoFsNptViXJFHan60srgwCrrgFWiaaTMTqJBSzmLVxpV9H2FQSq1JqywBNYrToeFrt1jCcjBJmHiq+gxrHAqowPtg2xqs3mdnWwZSJNsJzjv200VpnLEli1QTXZWTahpgyAaKPCw15/Kmxl5gNkXc6AVTKOyVilLm+CUZJjRKbvMcCqavQqA1YYq38JYBWf/tXSzDfVShM4yBwvNjzDFDDtysT3BJSCg6vxEH907Um8FO+J9EOaBkhoapvkGCdTDBMXURRgtbOIq3sjdJpV7PYn2Nkfwslj3LvWwfbwEPettbB5mOB6j600Di5sNHG+WZXx9cLwANe3I4SJL2wbgh+qe6UbtAVAuUbVKSNBxgkXH5rUkeE8mcg8CSqeMBRYUaaOp7Jxc5EGkFWI7TZwME2nYogBN5BxR704YTl4LhYrAaLMQ0QTCidDu1LH2TZZ0sDNfohuDXj1+RX8xZURkn6M+zZcvOlNG3jn296KFTJr8xTV5bNw0BZ2t9MO4FfbyHYHyA/H8LMA2d4AydZAWNVMBggKE9Qvwg+T2Ba/EB6OMjK1hdNEncxTuU5QCoEs6noFTquOrKnXpsGw0YRjwYwLshSQuDZ7ApgSEM8Hh8hGY3gTojem0sZqm2k3sm1MxTkUvaJGu1Xk2XJsSFe/uY6UzsEMHmNkEd2jIy3U+SzQ+QJkiaAAGcM+pBjDRNS25dpkXz4z1ZKPMlpYRY9EJ8qlWZYEfUILLbUNMimiOYsmRzrkNRXnnmCJt5nRcuXv1aVaoCRz27VFijpcGeUOjK4eTWHssRK2UWZcI1lRNGEY2TwJE0ne61iOxzUoz9iBoMw4MvvJqGHCr+yHBO/642/cccT28//o12XdHg4OcHCwLW3XFO733Ao2NtZFZ4rti81mA4tt6l95WN+4gM5CRwuoXgaPaxeNG00RiIUV65bKSwq8GgI6cweqe1g4C5NV7laM7AkLfpRssQYcyvi3SV05kVM8UFMmSRxtklwCKe3fjgNk7U0qdA9tbD7Hdi2Cv5IWmLTSRwAAIABJREFUGOeZgmiesDgYaNdYjGnWpKVe2vRMssPCjmiAioyhgq0CtNOsMWbrtLbEWRaEZaidBKxp0ia2TXJc/v+FF5/FYLgvWsjchwissl2P+mydhWVVkhSiuu7JWcwWOqMza7FeLxdg1ZWiuA7Dk86hYIOVRtp84lZ+zUmMVdNkeuznjMdj7O7siJzK4f6Bjm/RVPewsa5SAPxiDEDGrXArS5qBJ02CcmJ5OymA4wBae0xem+4lmcQM/F6h2zxNgObakeeTsPLfX+4zjruGvwywqu20LPwBO/spPvfZF3Dm/jX8x6cm+MbXGKsCb3htF3/7vS2srwNVvRoF5N0UT//HJ/CRj30SV/f60tIpxS4pOqmBFQtjwpgWR2oDYxmW0ey6zR5kQAc7xnR95Xt1Punvj4IVM0bnUYCnPE7tPl+eU5ZdbvdFy56WZ2OA/mIdMesKgWEKyUiM31nCtFLXhHpuzJefEfcdnZ9m75pnqukfzb5gFxx7hJIpovKybn380v0TwUtbqDsOHnhtF+21+/HQuTXcf3oNT18LcePGE/jiF76I6ZB7unY2MCtbW+jgYx/+IL76la/gj//4M0BrwTDATMHURAXFp8qzZOGOh2F3EXD+zEU8cP89uPjA6/C5L3wWo94erjy/ieE0luKeslVTJb4wHvZoFJmh5qagHSjrr5Q4C2pNDM0+JvJi7BjzfTHRYX6k7EktUInmqewB3De0e0jbj5UpbF8bUPPbsC4Ld3DGAvKPr9djynvMmiFEHl//KRCvZsoSC7HA51akAMUC+UOXLsCJUzxx+UV88cVncOPmAXau7uNGb4yR72Pc8MTTo5okqBBkmk4RsRtvOhIZqTymJrEkstIZp+Qbw9YVNpu2QSRPfumO92++wQKrZdbpUXB/tlfOxnrJ3GpOCkD2zGIvNLqtJxU2RZt2Bqzalm0+VwKr95w/X4z52Xp4ErhaAiNL3VRmYs3uzcuArMftXXIH5uZmeQ2W98yZV5Yfxkm46gy4nb2iAEBPYMe6BCUZ85GUA4gUwGg4NMUn5pqAF9Rw6jQNKCti8ms7YWV9FKR11h7P8ywDq5YxXN5vynuyAN8Sms/WKumWMQzy8jOU/1PmgmComLGpAdZMR9gaYsUFWErcgz40kiOYdVNMpjifA5W9sKucxIpyfMaM1D22Gq6RrF0Sd8t8sYU5o+1rGP8qmWfBVh0/fK4kxMy+ZmzSOHXx0MOP4FWveZ1IdGxv3kA0mWrXabWGVqeDSqWCRrOJSq2Ky5cv42tf/oKcF9cKLcDMtLbtZ9wyluwSb70IzM8f/blfuas5/tf1Ta8Aq3NP9hZgVXL1GbCq1VhNNAjiRamjwGpugFVfgVVOBCtUTlCWexCDOe5tBbCaSJ1b2KFcxAMnl1Z+BltZ5qIXJegNqcXpoNVgAuFiNEnEGZzAIhmrFlgliCVAYdXHJIwLYJUmVIOpgpxlYJU6ld2KMmQ5ya2BFfUa2eZPpiuBv4VqIKxDLgJcRIYEONl7wxCFC4kFVsUxnmAOsEQDJZcgHEGyXEyMaCJFAHdCxiuDdt+Rqm9CfaUSsCrBqBiDKRi60Koii2MMI0oGqC5pk4xVMUThQmwYxQRWPU/bU8n2HYUCGi7UqNRE6QEHHt3PJwQxE9QrVWmLqjdqAqz2pjkOpgkWGhW0A6sJR4kHXqeyggWIFDOWeWB1hN0JlSwrWG1X4ERTYefWyTBNPAyiUIHVKplRLnaGobBM6XS/sVTHZBwKsDoWxqpKF/B5ElgtpACoNSnAqgIZNTGvIiBB/VJlrHKRJFtYgNU8Q7XWklaF7UmImusLY3U8GcJPKW2hOohyTQY8kQBGWLkZYraI+b6AOr5hPpCxSmCcwE8rIEOS7fk5DsaRjA0JFg3IwnPh9VFnNYKHg2GIiUnYyeQrgFWP+p2uaKwSSKI51pDmWSJtRXkN1VitexwniTCBqcs7nGqCcLeM1aPAqrJLZNaKl4JxApXAUJMjYWaxesibFrgYuDk+f/lJPBv2MWn5uL65JQyWcBqgt5+g2cwxSKjV20AQ1LE3pomVJ7q2Nw/3wbaZ02sNbG6PcXElwMLyCl7Yy/H8jRs4vbiMt15cx42DbVw92EWW1bE7UkapbcW1wYWySgmk68bbojB7hUxn6jGPEYmekGr3kp1LKQMitGx1kRZAtqpkECkGeV8eIoxSDMaR3F/KaRAY9FOC5zW0AhfjOEK16qDpJlioNbFeryBKQ7Ra1EOcYrMXY38vwWrTx5mVOr73HWfxva9+CC+8tIn7HzmDPM7RaJ9HRjbawhl4jQ7CF5+E05+ikteQ7U4R706RRQS3SDtja7saP8l1W6kGES1QR2YxwRD2PIsTYhuKnP98tnwCbtWF16mT1o8kqGrLJANveer6vEUWwDLn+JwnylglsOoSWKU5hroWFo7RJIfbtnqJceXcCPpwXrkCSjN13YiV2SCBJAxQReaQCehkP6EAtiGiEttjzE9jt0ZQRdVT52d1KiUbVAEAuRsF+SGXADES7SfLajAmayWWLa9X2aQ8Fz2/gmlq9kOFarV9VEBkOW9l6sm9EsYsEzcyghUsEKYq/897IqRcgtRq/qEMK1eCWbkP0v1hRBtyAmqBsnWZvIqJFANRBXje8yffvOP46xf+299QY68kxObmdUw5TycjTKeROPqS/ci2bO4xa2tr0oq7vHIa3cUO0nSKyXQo/wajPqYDsr4J0hA4jARcFR1Sr4F6rSlu9QTFms0WWs2WaFt7flOMEgjk+hUFVskUoGTHvKaq/GxwlYLNcAKTxiZx88BqGex6OWB1HhgTtqIUGXxhbHAP6ix1pIX+xvY1PPXcU7h69SrCKEKtVkW71Ua708GZxdNiylCvN1Cp1MXBlozfaDCWLhMmKVa/i58x36pZfqjCipd0TPfbKy88g4PDbVRpnmhkQQhAkLG6sLSi8h4yLrWeIt0/RgqZUgTU6eX5C2OVdVhTFD+SVJ6QIOqQPwFIMgDZPGNVX2/2jbls1R7LSgEQWD3YPxDA7ThglaCqFiqNMMkc2/h2k0GZgroG2esog/XHvdeen7TvGsaqJHEGQD/uPccBqBb0OOn8TgK1/1LAqmGG8hYNhxlu3BjBrbXx1LMjdC41MBxHeO5p4MaLCX72Q22c7mpljstP6uZ46suP4SMf+wRuHoZqsiIxigVWWQ3T5JUxq6xnRzhaalpW7D3m+c9YqUYfr5ACOApSHAFMTWGpfO/kHss6aRiXZk0o38cjIIIFbxmTH8NQF4CPEmW5g6SziGm9Ix0OUggvp+ulQoytEx55psIUL4FFZUa10ltnL7evE4ajAlv2r7IOyTaSgWFJDQ4uXaphZe0CGm6Itg/sjysIahm+8ehT2DvMpEjKfZVx0GqjgY9+6L/CE998FL/3h/8vcgLFovuvsZDWxmft9FwDRC/UyyS2OHe2hovn70O1U4PrtrGzswU/j/HM41fQG0bIpAtGC+mS91GnXlIO7l++dOJN2e0jG5+n7fbpROedyZcK4LpoZT4KLusYMHIJIr9gZGgoWUDJJwOsck0WAMfzBYi1xTzuLQRMuNdwvlbrdcM012IfX8/jiywK2A0Qyz0YjQYYDPrY6vexsz/AaH8CtBfhvuF1WPy+d2H19a/GeWprj8bID3pItncw3LqJ4f4ekmEP09EIw8MewtEA2TRCnui+yM4bC2aJGECaYfrYnUv58B7+T//8H6iZlBn3cq8sRbxU7CmP9fK+WNZYtYxqu8ZZHfnjQFs7eK3GqgWe+Huy+d/67u/HxYuXtAvCxDa3Kyjp8WxnnZnP9kNOYqpKcfB42HNem1XWBzPWi4knlcTSejPX9fDy5zsDbM1GoocuWKv2x9lnkLHKeI8xqmqs7mE0JGNVJo8sGdSrXz999lhgVaeaAp527xIPiTkpgPI+Y4HV4nsJWLVAKkkyIl8lkoNWlmXOjE1IJCqNRkA0DmdaxSJNIG397OYg+YXmziQwsPOQYDL/xm6v2dwuih6Gkc9xxgIwxxLnq+ivGvapfWbFMzFse134j3Zkam1gVjxQ2RH1ieBtW1hYEiCYxlhcJ0hUqARV0WMdT8bYYszLosl4LBJiXCNkvpakFubPpwxe272oeI15/B/7+Y8f2SL+pv/wCrA6NwLKUgCcLHSX4/pGcNQnc4IN4ULhJoOPbe3KWOW6SbyTGquGbCAyAmx/rBFYJRYpjFVlZ7I4E9PQqgSsEswkWMUqgwKr1GJMUA9o2kQ2gYfhJBZglUECgVWClwyhax4BTAVWxwRWI2WskjGowCpBBx8Vj8AotVkdkQIgmMK1ckIzrChHTnCSoBYy0bfs0uCJLFsCOI6DUaIVWmFTCBBntP5o6JS40ra+1Kyg5hIozDAMczQqCqxyDpIVWwCrHps1XXGF5gKhi6kugIJfeWyfNoxVyh4kuUgBNFl9NSqHXFPYrkSgkAkYq9m819T05KOzwCqBXAVWCaLGqAVVZflSdzGNcBDm2B1FJWBV4AZtbzdSAARECKzGWSaMVT7f9aU24skQO5Mc/dQV3VNKCdDgqDYaI0KAQRRJkLRYZZuQi93RFAcTamJSY7WOCcHeKRnICqyyMk5gtV2vCKuN95TmVUxsCdRyF+X95WfxrvWmidxnjisCqy2PQWyGSrUhYOzWOETD87G0QD1XsgEJrCrwT4axNLuZAJSgqejQZLFUxqtkrIqLKZnFsQDjfA3lXXmefGyH09jos2qQaDdFBp4E1eO8BKzKX12Rf1ApAHWmF9M2GhEkbGFPxRSO84AsbAKrvB/Ur6EOMJl1IzKnc+Dfbd+dFAA+/U/NzJ9p7xWAnWE8CfvHaOdp+7eOCVR8fPNgE1/behFBs4UrOMTVa/sYThNMpw78lG3yPoZ0gvUa2O9PkQQ+JoMEzXod+5MDAXjOLFexVq3hhd0R7lvvYn/s4C+u76DrVvDwhXW0awleuraDzUmKQaJmYxosqg0q4xUGMWpOJLQx1Cs1YaayjYU+7GTLsVWO45ZrBoF6DcTE/kDWDl9a1tRRWKu3nH+MgliS4OgAWKDJyZZmEEFGHscngUC277WqWO8Cu4cTjEVb18f1bQ/rzQRrCzXcu1zBu95wBjcODnHf+imsrLVQr3Wx0l5ETlbUpdeShozkpefgjlP49UXEezEOX9rlw1Y9JkQFO04q2+ZL235lxAnNWAAiow8n7F6ux1y7yVxrBXBaVaSNrly7BKhkg2eGrWXah5kQ5OEYae8QWW+IPIyQcr6HNHJQcwYp/kiFnOOYi7s9J23RVL4TgVUaGbpYDcVrVU5VijRkqLJCLlq2yoRKZJ3VQ7l0UWWBRdbwKmrStqnAapLSlCJS12npJlDQUppik0zGVjLVp6y3xril87/GdEoCTNEQlIZDZVQRADDsVVWQVDMq6hjq35W1KtCEaAsaANtIBtgCDYeiGKiIpp0CGeJ8KjUAPbJKyZpEW07fQ+qQ6QlUhF3Ne0ETvSn+iz99+o7jtJ/7h7+mK42T4vBwB6PxISbTMfq9voCqy0sLoo03Hg3QbNSR5omwg3mt0+kEg8EQo8FQ2HsKpBO0VhaubdGUVJVrZFWZfWQGNBpNNFstrJw6I+Bjs9lFs91FtdpArdFEo7JgEmF1j7btbeVg2f7/OPDU3ojjQMoClDXtpRZgKCdR5QDa/p6vIxjJ9T5godHL8dKNF/C5L/05vvnVL+Lq889iNBqLRAM12TmoGJBXG200W00BkzudLu69cAkPPfQw7jv3MBa7S0Wrnf3Mk2QAdPZybmjPPrtELl95Gju7N4RdwRhF2PVBgLVTG1haXpXxoiwXlV8W0zOGKLoMaBsvt0oekhjsnFToPMg3nzzYPaw88MoglmWs2nMvgFWjcXkciDgajbAnjNWqaKyKOdgcY1WeWQGsqub5fDJz3M9FosPZLBXCW4HVEydRCbyzLBtlVdPcb5bEld9/p8DqcffXHu973vnWO57fZsU37pIaO5J4sHlzgi998SXsDIAP/N370XZzXN6K8a3rAR65H3jDuu5zwnQmsPqlx/Dhn/wEbuxPjaaEXcvZXUNQTtdVSbpFM7XEPIUaW2nyy0XQMJAY/MmXKWoZYLXMuLplHpvnNV9YUcO8UoxSJNVGy7roOrAu2DPzTV1HdB/Qs1FTWgKr2dIqpvWWtm/LFjEXRxUdZAYskMS7jJnOgFVZygvWqu4J8qmKShqcWXXpi7OxUksyX4RFAS+J8Kp7u9hYXQfCPaSjAfxKF1nNw6PP3MTmgSPAqRw/neD+06fwkR/5uxgd7uPpy1fw2HOX8fTVTZH+4YXLsykuUBsrBPvIqAHpYP2Uj9NrZ3FqrY1J6CFMQskFnvzWFez3R9LZQm4rZWvk1I0sCo8rRW7KubkE37XDRbThjR6vfb52HSjPF/1dGWQ/YfhbkFqe0VGQ7Qg8WwLG5TmYAolZOOTZMrZWhj+LwzznHE6tDrTayJtLwOlL8N/+Vqx871vx4Ksu4mwjgHeYA4MJnL0DYHcHo50tjPb3sL93II7vo8NDRMMR4skI4XAoYBQLhxITsQMqJ2nIweCrf3JX8/t//rWfv2XtE2DUtCWV7+1xe+ZxwOpsnzVj1IzJMsCq6+vsnpeZfCSqvPXd78GlS/frGDOxk2ACJwChdu7pM5vNMy3p63OVR308jqpz9xgAtvz6k4pW8zd+ft0+tnByzLmUj6850dGTlRiCoD2Z/hZYFSkAMlYVWGWs6xFYPXNO2OCKrRimqjnRMhjKXw3HlAIoaazOAcb23sz2F8aNJT1i8aJg1dXiLmqOJcaC9HshscEwS6WdP1bDwSTVNn4xbBN9Vu3G0Vha/ScsEMtcKzF6rSIfYEBYKx3BTi7eA40VNUZk/MSOZ42ODVhqpCd0kdJ13+4jxX7BBbz0VTwH+viIQ6yyYQneUgqNcgRVksjqNTn/w95BwVK1wK7dl3iOFmTVOVAyArMdeuWCndHG5Wt/6hfVDPqVL70DrwCrcyPBAqs/+aolAc6EdUrRZY8MFV0ipWpm2tWFsUqnexFfZwv9rLWf5jpMequ+Mh05IUV+lWwmAnQ0XeDvnBxBICqKwqxkNfL/Z+/NoyW5rjLfLyIyIufMO081l4YqjZYt2Zbk2caGBQ08Fv2YjA22AQ80ox8Y6IHVdOPu5jE0C0N3A83YPLfB2AYPwhjbz4NAkgfZsiTLmqca7q075JwRmRGRb317nxMZ91aVpCr44y2jq1W6VffmEBlx4px9fvvb3+bPO6MUnX4i/qD1qg83TbHdjwWoURnYj2IpH+fxlQoEq4S7PsJRLLCXG5RKUJAu64SchHNUQxLUiWLVZ7mfLxkili/ztRLeXMYcXUv4fflcAlRoP5BMMIxibR7BLCo3WcakvRdTVZhKk6ZKwcEg5vGlAmVmyr4suARnIjt3HWmARFWpwAUzUauEnn/oi+phplqUzApBJhtyERyzGZbN0PE80QGp5BPScXFzxVqAilXy7kaZXe0hqkuC1QEh5nCMYjEQFWSl7IsJficENroRKrUAc6JY1UlfGleJYpXnmWA1lddn8ypOjEsEq4M+tiIHj/QIslwcoU9rEsNn6QxcDEZjaWAyW+EG3MNmd4gtA1b30QpgOERrqI2+tHmVeqzWSiwZ5rXRa8ey2iG5mOsicBLMVLSrZ5tNzthMawJ5jzpV01QZ+oF0TCUwpv/vQrOGTp8NgnSsivrWKHAVGWpGmIsGr5Vk11jmKmB1IosLrx//zYpqHmPM97eKVSlJciW7x/uEY7HI94GLVk+tAIwNHhKq14w3Ea+PgtVYfEE5VnlvEPaVCgR4FqymiMR+w8FwRE9b4H0XC1Z/7ZfMmqVBbhbsCqRSBZ4NrsRDT0o3YjiFCR7sbeOe1rr4iG4hxT9sPYZBb4L1zgibOyNcvm8JZddBZ5Cob3ECBcb9AdYqZQxGHZwJE6w12KyqjPvPxDi60MTJnTYe2hxL8mBxpoKVZhWtdg+tcCTJkhYtF/xAIAInJ258ucHPSsEJR1ha5voCgLgxrNWoSqF6NZLrS19isQqQa69esdpIUkvjE5akZaBNg8BSoYgYEQoJ79ui/F66ejI4H4WSOFqdLWHQ7SMtlOT3nVaIei3F4aUSMAhw7FgRc80qvNDB/uUGCmmI45dejrmZGpzSHAr7r8ak18b4yUfEqiDw5tHr9LH+xCbGIy271s2fhtUCBg0Ylp9JlpfAx5TSSfMCHcMC7wsOCqUC/FIB7lIdbrHIH4o+VXJGBIGFEdwkQjoMEbd6iDoDjPpjjMME0ZBeqGMJxmTjYDqO8jgU8NhgToMigZRy9nRjPhfaEjmF4Lw+2gRQAbbYy1CNIwpj3jFqmcFSTEJGKrrZbEmSTmM2paB9gLiyyswkwZFR5DBRMxzo2pMVmJpNpsJT4/tHr1M5bj2rin1VXSr40wR4MvcbqKqSWrWVEQDEcrlUO8jTXkC4MM9lqqpTqpHESkAaWnFjR7WtNuNDIYDrFaVxCq0HtNEYQX+KcokWIWPEowG+5+MPXXC89uNvf6dRhk4Qhh10epsCVzs7ZzQBUS6Kt3Vre1tUCON4JH+0yQG9brVUk9+5HjMotRDUlm8yHlCvYyoYVH0sIIpQimVX5TJK5ap0kKaalX/m5w9gYXEJS0srmJ1fQrlckzhDFNRm+2xbo3Eupkppt9jEwImz/PhMQJf7uQWr2cnjesZybyqYCMtlzLhweV/7LryKjye2TuDW2z6DWz/xcTz+wMMojEYIGAOUSqJG5XihclfGeMET1QYTBDwqenhRwfqca1+IV77iNThy5DK5l/nxdD+kzWNkE2bgC8+dJmjNJosoo+DjiScexanTj8GnfY7xVCdYXVxaxuLSmiQttJxOx5Y0YDNleuJLKsa4VK8bf+bsRtjdTduemzw0zQ+2vEJRQY0qiXg/CGSXhWKaFLYqIbmftfzBNAwDBr2e+J8x8dRutZFyMyS2SL5YAdDrTFRZvK/UyBecjSVBkgNkJnI3G68crDIHblwxd90zT6lQMubPAoxMgtt6YMp1toDMbgDNNTwfXH0mN2t+Y37RYFXWPvUI97wieu0UX/7iY/j0LffAX5zBv/jOm1EpD9HtAZvbY7S7Lm56QQPzjQk8SYYVcM/ffwlv/JH/gofWfQTFCAnjKAn61QbHkeSTKlNTNqVydO5k8mfCuUw8SunxSosdSSFh4obwUAYmkfJWVheYdcbaZNhzZMu19RybctDMEsRUhZl7Q44j57tpIYQqZs2olCSd2axnTVGmY4THPuJNMb+MqKhgVYHwFKDqIqD/y889u+CKTlk6FHf9j16u5v1yD+CY5Pogj86YjMIDAjjGKkzjztUCsZ7yXHbG1l4QZM6DkP0Z1DpNPl8ywLWXHsXrv/P/kB4Hrd4At915Jz5951cRO2pfsfvLNBcTUE4P8hiHV6s4dvgg1qoOdjpDOMUA/VGML93zCDa7ERInUN9wCZIYM/E8a9dtTRpSfqKrPCtXeD/vMlbIk2gdHHq+7Ek13pkKMOxJ3+25LQ8Vla+ZY+Q1uInUBJe+lgp05DcC4hXEKb/V6hophzbg2GVAys/VbMKZW0a6/zLg+uejevMLse+Kg7hs1sciQ8whkLYHSDc2ge1NRNubGLR2cKY1QLfdRnfzDMLWNib9HlgGHkwm0hC4Xq2gUauhWamgXqvhT3/555/JlHDWY/7b//326c8yoKPxxW6GaQUdU2GHxu6a/OU6qj7n9v5ShbB+2SaT09/Za2RFIlwz7dgfhiFe8JJX4NJjx7PEsL3b9KDOTUc1TW2vcf4xuT4B+TNgEh5PdeL2ws2nArOZTHz6FzMYn+bSmHE5XQJUkGAG2a4n0xqCe/U0YY0i0OnsoNftGt9lbWzN/cuSgNWSihok+LEvp2u5jFezJ+P5tuAvW6N1gO85BI2vRT2efz2JtW1TJl1vLVhlLG39Vhm7iVKVIJXfY41rxIuVcfY4NopsfRwBqm3+K5DWKF21YaEm1PiaMkfLHsEkfb0CypWaJPep2JKPYf2os0SYTYraPaidjs+P7imi0T3q1GpGpBJG/Wut4yw81eq56VyjCUL1seXnzaCq2M5p3ChfRgSib6ZQnPH8z/2H37qoe/zr9UnPgtU9V9aC1bdePaceqpQUUEXBfSBLy9gpkDeACMTUCmBIRdiEcJM+qak0uuJAJFjlfc4mP6Igk/JTLfHi5EGvSGZtPCdFIGBVAYCC1UR8MztDVYTSn5EdPDcHCWbKVJ46AkwJQwXe+nwfoFr0pVSfYJXwtRr40gyI6lYGCb6UNWkDIAK4EuGdTBIeelSNmVCBqo8SPVbLvqgGrU/JgIqocSyl2ty1WGjJm4tl/1THzZSLqBVc9OKxQDJCzdmqL4FSSPUPSw8JVvne0iyLpec6IUoDHd68lM17VIAG8t6dkCrcBKWij3JAH0mhCTKRMMAp+6ouZcAwSiEgj8y5LipRLTKkqmgYRmgNtKSxRKBXIpZ10A+B9U6IoB5gMQdW6YmrDZk4iXCBTeUzEGTymJdmG1IOsxkB97YJ3lxcPVNGLRnC44YdVJrGCFxC4kBUP2c6A7mOhJv7Z6vig7kTKljltQ5cBZ8EyPyMLOdmVpwQrc8mVbQLcBKB3hybBKvdSIOlRtlHo5AKQGcwwePc6o9RD4ClZg073aHM8CzTl27c4p03gfgjmmBDJmHjvUK4bZtRcQPBccRNlyhWxQoAaAvtVRBK6MByOn5VS4E+xnHR6Q+k8RXhjTTyJVBnWZbLe4sJAH5WtQKg3QDvK0KFkk+vXwclVxWbVLqOJ45Ado65v9x4ijTveWZtNq/COcGqbG0ySJZ1G+I2XtSbVCpv4zOnH4NTLuFwcxFfaW/h1jNPCFx6bH2EdifBNZfMYhSO0OqwUUQkvkKbnYFc50tm51ArT/CFx9ZRrwW4fL6sSi0uxK6DT3y1g0oRODRfh++lePxMC76wbmSuAAAgAElEQVRTQLVYRScagkJElk3TT5BNxuhbysSMhWs8n0GB9heOqNBr5ZL8XrKxkwkiXhsGmiZQZaChcFXhXsxNoKNJEKovvMlYILFX9KUTLtWTET2cRT3MsrIEK+UiVueqeHxzB0MnQLMAHK75eLw7RM3n3ORjpuLhuQeWsNVtoV4Fjs4WMbO0hGsuP4L6JEWnNIfZ/UcwOnka4ydOIY7LCFbm0RukeOBLjwFOBSX6pZpsMPeGYgVicSATPARGLH9TUgzXiQVSUPnODQcrDsSqohnCr5bhVYrwyiyX0WZW9A8b94YYdyIkPcJUzgta/pOEPUzGZtNt7SHkuwHxJqDm3ovnXiCj7d4LYKavAaRueGywpRtN3qdUFktqQ6JvDQAJpagQ9IsOSuUARb8kvlTjkKX+kdy7VOdocKYbNwaC/cFAKhb45UzUr1VtAxTaJmzA5ei/Tf5I5tDEKAat5onvrw7ezNQLSsq63bNsnB3XOW5EdjehZ+pI5xEZz3QzJIRQhacASHps0cOQ//GcFysoFGsoeDXdpDqpGP/DiVEqJKj6CXwnxvfccvcFx1//6qf+kyYrCwxwe9jYfAzb26fRa2mn2lE0QhxRYU6PWwIULbtU/ztPIKKoCqSTrK7dXLe1vFL/0IuVQeh4pKVhkuQzTVn4WF4LKb00ajBR27gumo0m5hZWcPDwpTh2+VU4eORSNBtzAmaYAOH6J2PSbOg4fhVGamfu6TjavSmU672n5G/viZN1jBBSgLGPhOX9xQDj8gS33fYZ3PLh9+O+u+/CRH5el3uJFRtUQPAYbHk/IaCsp0O1SWB1DNdr/j4oVnHFFdfg277tO7Fv7ZB4zcsQzTWzslDI2iKoCkaVYYRkp0+fxJMnHoZXZGJE72e+x8LiMlZW9iGd8JxYyx6j75BmGLzP9H7OwKqr95W5I3ZvBnPKm3OpcOQWyO7b6VqjVhzGzkJsShQW6/qhHsxawpqVP6DX6QpYLRZ8tFstUdNzXqYafW1lBWULVk35L+0MaB+Tv67Z9RXl+fR4prDGql3OHgvnHRvmtRQc6xizyi6rBLLj3yq7dB82hTj2GJ9u/OVPvj3+iwWrVoWk+R8X/XaMhx88hbs+v4UnNzZx6NKDeNU3XoK5poNOL8GHP/wwZpfn8coXz6NaHANJAXd99k58/xt+G6/+lz+AY8dnEQ1StHd66PeG6PR6GA562N7qoteNpKy11++gNziDfn8bSdqWhqKlUoLBcIhiUAWcEZzEFwsmFKjydsHQJh5FAnNsKSrnatlHmP2AwsipOtieR9vIkPsOUUAZ/9TdaiJjV5TZVBjIloFw00SOJ98DhnzfmUWMvbIkF21Cx45z/a5XijHAub/0hrLAJQP/mhG0N01ujNqKjd2fU97DrIniKm0S+3xhrt0K+01zIDt/8HPFEdZmm3jz61+LQXsHd3zxTvTGMe566EnpAzC9Z6b0V84h5wfO0XGE+TKtwjyEI4owYricD1FAb+xiEKqTq501poo4/Wh7x36WUDHMb+9cIs/JQTcLPTVJmffXNfevVdzqlsZcDI2d5drzqklDS08tjyzddti00mSypoePgljXjaQSx2HZF8Hswhxw+Cic49cguOoqVI5fisV9czgw62PeSxGxoWi7g3RjB+mZbYRbmxi2O4h3NoBxhCBNpN/FfKWI+XoNzXJJKmw0/oqRMm6Kx/i3b3nDecbQU//4937jHSZeInifPtbGJfln2+sxreQwaW1jqULrK/tl5zZ9zjR5IEmtnO2AfRx/Zscg7+sbbnoZLrviuGlOqn6/ZsCfF6zu/qR5AGviwj1AViwynuasPWOwauD8RV0E+8nshGBgffZaucZarsBFKjxHsufodVrotdtamMQ4kknWwMf82j4ExbI0qbUl9jrn6L2u41f/bhsp5j9r9nfbS0ueYOy59oDVafLJgFdaYGUQVCu5LEBlQt16rDJus3+XhlwEq6Jgtc+f+rFq9Zn2A8hUqsY6Rm3kWJfLz689dxyPew5ttG0fvyuxa4aHPt7OQla8kb+KU4jKpJ9YmVkQbq5T9ln3xDm2QmEKzFWcIfsOY32XB9qMWRnz6ZqlWQtWxcq8iBT/5j//z3/M8Pq6e+6zYHXPJbVg9S1XzWal0hyTjO19elfagEgrb0UVSXjI0nXCMDagyoNV3jwEqzpgtbSIgzMDqwJAWeamYJUl64RvHNw9NlQasqTXQaMeoDCJsd1P0SizIZYritUOvTWpFhGw6ohK8JmA1Sh1pHt8WZSknCw8UZcS1HAzIaXsObCqPiVsPkUVnnpgMkChylabemmjKoLVJn3Y6MUYj0WByK0By4XpvzM0no+ElfWyKnNZfkzPTZkeTWJYfCE9B03aHhhP0+EoFi/IKVjVjAk3xbRhEP9JOAJW2/0QUUqwSgjNcw4pJRxEI1GzsmkVS9kJVvn6g8jBRieEX5uCVa5HBKvigWSMA88FVsNuBxuRi4dDekAVcKzmYZbOoiOqNF2xXqBH4mytKNd2o92XZldUYxKsRiGtAWJQ8SsgyNFrWS0qWBXobBSrhO2Er0VaAZTUu49Nt54OrDaLDhabNWyztAd8b+OraKC2liuoZyrBKkMFbnrzYJUBMEEtARw9Vgn3CWEIvRUQqfcVwSon32pZz7EFqwSmorATAKSZLskmS8mzL91paWXJpmyjWF+PyYJakR6rroytAbs3pi4iZjsnDv7yn1SxysUiv1k02VPxH6SiLsVDW0/g7u0NLM8vwAt83N8f4FOPfE1AzBMnIrGhOHxgVpSOm60Qvk8FSwkb22006jW0z/Swf7GKXhiiN4xx6WIZK6sL2N7so1SN8ckv99BzxpitFnDpXA39MMS9J7vwnQC1SlkaboQRX9eX+z8mEGKZtURiVBxrokA3ZNqcjSp4qvOGhFYCZniTUWWjHWm1HFyDk4CJDnq0TWIsVQIsLzTQG/QQhaoqZEOTcDTCIBxnzeNWqiWslX2c6PdwMgox6wPffN3l+If7z6DTH+FAvYpR0sJ1h5Yw6I9xamsD11+2BCdwcHRtHi8/pl1C3ZkV+KghOXUaO9zcFgIpG+qsj/GVex8VAF2gGpeN5TjOCFWl67Iu8HLv8HXMRCKgix6+BVWzy8Bj87mkI1CWiQrH9+CVqJx0EbP53pCNcBQ20z9tOKalSAqfqjzxV02kyZoKN7UdCOc+2wXeKhOsI6n6YRGsarQkANw03LK+k9p9u4hqUFDfRdPNV5PZrC+coFwtolGfkc1eFEYIhwNpbMcvqtzpsUaLlk63Kw0DUup+ZAzoTo8begGrzJ4nIy30Z/AqgZHMdKI+t8opKuRFBZj5qrIcS/VCelxspkaFfQHOpKBKLYicXuwP2JCK4JFBpUJVDWxdNhDhc4ISvHIVbtBAQTow8zymGDHLz87c8RBeGsp6+uOfvuuCA68f/clfhufGcN0Qw+EmTp54ABsbJ9Fvhxj2I4Qh1WTWUkONMajA1UYiulFSBYN6VYnyWWDqVPGYNadRjqZQkH4CIgLTQNyC1QwksuOTAAMqEgtoNGdxySWX45prb8All1yBmTk2ZnIw4gIr97Na6ORL/81tm+m17YbwrM2+OWv5n/Oy+omDmGrT8Qiz1QqGzhjv/du/xEff/360HnkUs1Uqun2EYmMxgawyBhRLtUmhgGq1Kj5d3PhwTIkVQkCfP3bRpmehh2uvuQ7f99rXiXdtGBrfw4kqVDkWrL9XtlES2M91v4QzZzbwxJMPyv6f6wBHIqs9qPZdWdkvHofShC+3YRAFhVT9meBfFjG1QMlL784FPc65cRMvYZsMsQoZkwAWCGw2a6wOMOBd9rCG5eTL6ngpeF+yeRV9ywlWeWszOUJrgNVlgtWyXDHb2IxgleXG9vrtgpZ7vNdkL2oqqeyWfC/kPB/0tLBOPoMAm+l75jsxW79HvQf+8WDVbqYvFqxqoxK1eSDHlETJcISv3X0GO20HDz+2hW/99mM4crgC14txZmuCrz0wwPOuqaFSpfKqgNs//kW89vW/i3f98c/hla8+LDYSNjchYZeulhgOOR/QDgR47NFTeOtb/i+UKit42Yuuw5/88V/i8JFlPPDQwxgnJRSdEq5//mEkcQtfvusLAmWpyEw9brynoNDOM/wM4ouc++L6Jj+zHcfF7l33EHt99yRRJ0ops9E1Y1aH/RTWSmWZk2LsOli98lqMvJLYSzEul3YFJvbT9ULV1lnjLblY+jOt6DEejrK+WcKhK4MMf7P5zgCiASfZR8wSFjn6l3tepoySyU8/wxRGOqIQZc+Ct/3ID+HxRx/GH/3hH2Lx8BGMUECXvqBGCiavbuCPhHZitcGaGiJUVieESDyuq5x7mMxkhWAg+xFC5XwjsN0XyPqvGg9XA0BsE177WHvPaQNI6/eqv83fj3KMU6NtfQBVllriqLGaqPD5M9mEiuKNCsAJm42yfEIaWXEtniI5PZ6JiDxknDCpSiFEMoGzuAiHVQWXXYPS0UtQPnwAjcUaZmouWKNU3e4COy00uj2sxSmWPBdzvo952ipxnuZ4YAf0HmOOjiQX+tFQfWxlX6gJ/J950w9c8PrNJ/zhb/1r49O+29v4fGA1P9bFb9+A0szWJLceTuGqDOzsepxtCaCw1V47JhKf98KX4PIrr5QO8RJCTOuCnuJz7k1QWLh68WDVvpldu86rWLXy3XMd3fkSsfl1Nfc8rQ6ZJvR2zVliI0al+Uh4CcEqlc1SSSZ9aYDUDzC/tiZg1aEVQA4u2vVA7g1WX+XAqv3d7rVbRTDZeWBkzb2Q6TfBx4o/qk04mfnNzpUCEq0lF9WpbNpsKpMy2CqewcYOgI8ZKTwVu4Bcsyv9tybR83BVIaW4QpuSf0+sBEfjsfRWsTEi4yhp/knPa5kbrFWFnI1sfFpBjIWbey+pruHWHs1kyHIx665YkD+XZN0Uaou/rYjIdH9uFe/LyyuYm5/LVN/yaXIxyNt/8bcv6h7/en3Ss2B1z5XNrACunFUrAGZZBPKxHDVjEUYJraXQBEF8LGFnkZBUfFbVO5RqwJJfyMo+ObBtaQFLmmMDVqVUlfCPm7uAih9CrAnaA97IQKPuw0eMnWEqsJBwsTccoZMpVifiQ0mwSgBF8MQQp8bylnMoVtkEqCFWAFpunqSeqCGpO5LwiIpV+luWVLGqWWVgSNUpS3QYY7HZCBdYA3WGMZtgJWgWA/FUJVjtjmPxQF2oB0gJxsSDR89PrcTJVsEqmYWZUXQCJsxwqcAMBC4SHFIpy4xomQ2+rP+lRL+uNDmSMnSqGalwHUSiLOW54nXhNMXNnwWrVOnQ/7NcJFilX62DM51QyiGXAr3mU7DK56t0XsBqOhHfWp6D5bkGht02NkIH97OBVQIcbwZYKozhjyKE7Aw/Jsj0M8VqHqzum6mIDwoVq7ze3NxL86oCy+1ldcnAKkFQl+SRzas8VQbzmljFKq84Fca0eCDQpBKuE42xIypnF/N1+n0OZUNYctXnUEo7RY2mkEFVrMywTcGqDU6pPKZKmhM3FasWrHYj28xMwWoyUs9VglV5jFGsEqwKdJHqOd1gSNBDz1iO+YQgng3OCFimVgC1AKh42vCKDbAIzmldwSv0F6dNx5ILmKFFsfrr/8HsyvjEnPrHxDtaumpKI6lS9xzsjHfwwOaTSNiQpuyjnyS4N4zwlZOnMQj7OPFEhLmFGczO1tBrh+gOQlSLBPZDUZnWy2U8caqNmXKA2EmkI+tCw0VztoJy6uOKS0u49b427nxoE5VqHfvmGuiFPZzYGGAcE1gwOQBRMhP+ecWyjPMRgxPzGXRBZnmdAtNKsYiZWgOjKERnMBBVrCzVJgCwagmeTd6TxSRG2ZlgZaaE1eU5bHV6xmbCR28YYsDFn2NEGYiU/c+WiliuFZAkQwzGIarVEhrFIu491cLR2QCztSru32jhW65ZkEZcn/7Ck7juyAocN0Gj7uEbju/HkYUq+vR9nl0TmB522hiNAwSNCoLKMh57bB1PPHoa7AcWj6jcoMpaTfJ146SKMemIK6pB7XSZpCEcl3CMXqVs7FBCmkZi8B7RNzWZYDRxEUoWmx1/eR9oEynqzWOHFgopPM4HNNGn8ojG89x4icpbm+goNCWQ5QaJ1h0arovfI1w0erxH1IeLfp5WxSn7J6NYrZYD9SSVEn1TUiTlOjS99xAU2QxJFeRWaeG6rBKI0RsM0e30MIgi9WkVuKRgVcaxbNzUiDLzhJUxrsko1lvKUUmpjxioarkgqy74G6XVWZAqulxRbvpwvUAU/VSsyt47ZSk2fe54/4wQiXUBgZoHJ/BRqFQR1JrwyjW4xZp2KjY+cdL0i0mXaIh42JUyz3d+7sKbV73tJ34W8biPTvs0Ns88ie0zG+KvGoUMim2oqsGu7mGpEJ12srdzE8eTrNlGNSpw2KhgqLjn5RX7CW6CDYxlkG08hORndjMgwCxVr2Ce85Cb0mgsybZKbQ4rqwdx/MorccnRy7G0tIp6cxbFoCSKT1EesNsuAS8bykkZ/1TNeC5olm3kc+xCgI2sZgn8ItfDDj7wkb/GLX/15xgN+6hVKrIZjiNTXs/PyyaTHPP2c9Ojz3zpplPnYFGE0x7ILyo0naS45prn4fu+9wdx+OgVaO10Mg9ufh5RzOYbUxiw6rlFtFo7eOyJ++U41f9Zwerc3AJWVg/AoXpdbjutHtq18UrUFkT9NLSM/lxecueDqfmfW7Cav476e2OpIeBL319AqliQ6A/sBsueq363j83NTQSeh/ZOSzucpykqBKsrq7vAqlxPJirFq1i/smssb3i2knAvWN31nKdQM4uPdgaGjQ1BTqWb/S6n6MqrK/PnKz8O94KjbNDs+ctFg1WRwFufQgftrQSnTmzjUx+7C6OkjO7AxXd+91W44vKGlpa69BeNQV0i14fJpIDbPv5FvP4Nf4Tf/r2fwTe8Zr/Mv5IQknJjoziWPgIaW0p1B4C/+ItPYXZlEQcX5/G52x/C8288iDe94Zfwope9Et/5XTfj+OFF3HfHF/Drv/ZOPLnVxX0ntjGilYDxUlW153QTzLhPAYCeHFGnK10wpbR27lV1qpnkc+NewaqMOwuK7DU1A5TjkhYyy4cO4LVv+VHUl9aQjNl4KDaVC+odKOW4BtJaMGHVTPJzxuwCY7m+WpihFRqiADPzomzO5d9Mlml5LT+flOCa56mViqbrtERXxSsWeOhNrv/OSnilrJ37LQ/f/s3fhNOnTuJvP/FxlJsNuUbDQSivrwDY/MmXyJpESMpkuSRjeJ5ZSaEVHUzWSlKRx8EjMxZEyhlUFaZDwzZ11AlW1tnc2FYIbipazJxvf60CUzNPKI82SjDbuM5FQnDKcgFuPglM+YcNEP0iJp5aGUG++5gUfN2c+mxsvEfryCRWyvmYTRUiTHoD8cb3FudROngQwZEjaB7ah6WDy7hkto7jlSJWABydJCh5Lqq0VBoPMez20eu0sdPuYTAYYjDsYxwRCLFag30dVJRBUC8KPlZ7jMb4929Xr9QL/fqjd/2bKVg1jTZlHpaY6GzvZwGpxl9cDGhyYJXiGzsfTqEqX2MKVfMJyvzcZcEqvzOZeO31N+HKa66Bw/MuR7I7KXLuz2kB4F4oOa1kyj9PWei5Aeb5wOZTnt+nqWQ567nngac65s8DVnlPG7BKxWq/2xawyr2TxBy8Jf0Ac2tr8AP2NtF7SK2i9lRgmPvJJqbPlwyVWNdE31renldxGsgpYi0LPBWmyr+tt6qMVyZZdsPSKTilFYBaQVGxyjFuFa1W1ap2ANa/VT9LluiiAMQkpBi/UWwXRlFmH8X7R5thEcyaPgwmuSlCPBOXSrWzVE9a2wrts6F1ltMxuGsNNtGDtd3LQ1e1KND5zJ4f+znseODP+VnZ8HV2dlb2XbKvkVjQrlkp3v6Lv3Oht/fX9eOfBat7Lu+5wCoHnqhK1aZFh6pJ3MSyKSdATWWhpxWAglWFrvQc5c+1K52mwK1fxbnBKq0AWOKtClCCVcLZRs1H0U3QCieoUplaLKAbjdGNdCLhsRGWEToS8hJwZmA1Zgm3+v9QDUlARY9VglVRrDLbkgOrKvOmNyzQKBWks7sosqhYpRWAgFUtJyRY5STKzT79V8NRimbRx0yxgH5KJWVsFKvqD0jFq5ZMOqgVtYw1D1a187X6hbIEskHKkhCsqr3BVLEqLagzFXC5oP6SDKxYBdvuR+LHyfdQsKoWCwSr/F1A5WvBM1YAEwxGngAwp+RhxQBfXmaxEeAGR7xGNEjiOehQLWjAatht43Q4wT3dVJp/HS052F92EIxChPSdjdmUrCCNsdQKgIpVws8U+2aq4l1KsNqVMn/XNK+i+ljL48WrV9RDU7BKxepctSTnic2rOqE2GaLCV8Aqm6B5BfHlbIV8rC+P32r3ZdNZlM2DdvIWNRknZhNoMrieglX6DOrES0gkYJXd5w1Y5RggZLaTLWM7Gthz4q3QF5IfgY8RxaRm5anEUf8ZhRQEqxy3DG67I8JTwmRX1LJU9VboH0xFYWqga4JMsfre9X8asCq3tGT77L2t95Udq4kzxsO9R9AaDDBfm8eOG6KXpPh/T62LtyrH1eb6ECtLiwjTMUas2aeH3niMU9st7FtbYZYGW62BjNv+KBIw+5zDS1hpFKSD5pUrPprz+/GBOx7CifYEjWIdMVXP0VitPGSfFWF1dgYzpQo6vb54gnUJrMUTTkG1FqQ60vWdjcfmGw3xB2r3e6JUk8SGFueIbyw3E0zo1CslLPicwzwUAg+taIRuSA/VMoYTqoVHGFChJmfJFQuHwgRoFgj5mZUO0AtHAvDL7hAPtMe44WAVURJhoxvjzd9wNT5z7ync8ZVNHF5YRt0n8Ixx5cosbjiyiFE6wvLKIazONDFon0GxMoOJ68Nxi0BtFl+9836cenwHaeIhGo/geLxAqilStKrjyfdYPszyegJWjlebddamgUNuCuNYlP0CpH1f/E0nKS0UqLTUeUk22aAXKhMCVKyOgNGQrWFRSHn+aM9hAkJ5rM6Rss2it6g0uNDjq3ezzJGW4Qs8tcEkNwQe3CIVwQGKRe3kq7s3TfxwjmBX+2gUyr8J8gjJ4oQglRtdblzV5kHKjaQCQBXlshGUTsb8mYWrChpU9cdAjc2j1AtKN5V6jXWzyOfmrQxs2zMCrIKAVZY2eR7XAQ/exMcojcSTkMfHhmm6eQbGpQqK9RkUG3MoVAlX63CDoqo4qUJmMpONFllWNRxg2GvjVz994V2F3/jD34vNzQ2cOX0a21tbCPuRbMZFW2xAo2ywrGchga5V1dqO7GZjllcgyPgyqlaFAK56e5tNt6iD+Hz61JrA3W4K+J3bOzkXpgEKj4Hji2ugeAuXKwIPDxw4hGPHr8ShQ0fQmF0QFZX4faVsOFmWJggy0nIbpky5Yucw6x9ngmtJnrDywZuI3QzTqO/56/fgb2/5INJeT/y0eR3oM8scgS/XVpX6PGar3FVVR4xikYkKqqV5zxhFG5tFsKIlVmuEMIxx1VXX4Yd+6G04dPgSdDuDbINrIXW2aZLxRwuPAL1eF488dh/GCecI2jNoM8OZ2Tmsrh6A6xdlbGcIIe+NLdY5quqSa21AZ76sd29Ufz7IuhesTo+V969Vqk7VaLye0rwjN4b4Xjxn9KDe2NgQsNptd+CIzznBagmrqysolUoZxJfNkayNU0hiN0yq3jt7c/t0YPW8O5mc8kQ3aPqeGZg3T9wNTZ8eJpwL9p/rGC4WrIqikuZVskP3MB462N4M8cBXTmOUevjq/S28+puP4opjdS1bFOsTenBrHM5nEay+4Q3/G7/z+z+OV776kJa+iwc11elMDjGhMRIloNjjMKkhu3kmjB1MIvWkp2XAf3vXh/HSV92Im593FLd9+rMoJBN88EPvwZfuux8PPN7BVi9C6hTkPlYbCYX+CnqmCRh73nUtt2vEtOxSYKE00bO/U6sVe80EU3Id2gNWmfiIoj4uveIY3vazP4dCtYHJKJL4SwrfzVDToTUFFPq69mc67uzwy89t2bU16k37gvIYeYJWyBgaZbIdU39QC0G5rlm4y9dQ9ZSqZWUFk/iUQDTB1saGrPe12SZCej/L59aKQIFANlmoigF5c4EIUryi1W1sWMX35nXkPMzhoYpcbU5pO4pLHGAaVsrPzL+z7xOKRDTplAFdY3MgaufsPEzvaR6hRs8aJ5jJUdYVJsEl8S1QVSscUND1Fh6b09AGwEBV/t1xERbZ6M+IAswxanyg45afNe11pGLtyPHLcOVlh3DZ6gL2L85htV5DjSN/PEASDrBt4A+VdbR/Yrw0DKlwHmFM0QgrZ6JQYCMbPjLxB45Lo2pUb1MPv/jTP31REGUXWDVjWs+tgqTdrFBhk0S/4re/G5hKTGTWcwtWBUmdB6zaA7bPsWsVP+tV170AVz/nOXBpj/OMwap9RRmR2fmwScm9c6VC1fOA1eylnub3+bN+oWD17AVSf6LB5FlfMt8IWI2lIkrBKhWrHbkWjJVVsepjbtUoVg1Y5Yvlk5Byrs18mLdS2rsm7fITNeXr9mf2/pPXzUQyFqraJI3C1Uy1mlOs7lKy0vLMQFeKw1RlmvNglXnANL2SGG0a28txiGJVYxValXF1ofJ5zIZXxi5K1wRj7WQeuzsBYMb3nvGajVPTD2Hvmn2uuMaONQo88ufJJtHEM980srIx7NzcHJrNhklSa9zJoSCNrpMEv/DLv3tR9/jX65OeBat7rmzeCiChotQqVsUKwG62dQkkaCM8FY9VbniMYtV31R+Uzx2niSioZPIwC7tsiunpxwSiNMqgFYBVrCoA5Ow1iF202DyF5fU1XxpUEayWvYl4qRKs0gOQQQKfUqJ35jMCq+rvmoHVnBXAyBj1M760YJXd3akM49eQ8JTl2BLLFjhdymaRxxsK0E3RDHw0SwX04wTdUZljnBIAACAASURBVCweq3M1AlxtTKRZmQnqpUCWJWsFoJsJsyEVWFwQ2wMGUN1hLI2ArGKVEzfnGLu5zcCqsQLoDOgDmYrqs8SNGYtX2Zk9GotNgKiEfAtWeQ09bLSHmPgO1ugHa7L/VoXDAHcXWA1j6Uq/Mt/EsLuDrhfgzu1YzPb3uSkupcI4GmBIL8wEYgUgTcc8Nq8aTMHqbE3gG8Eq4agoVmlRQCuAPFgViKPngeeIymg2quLmmmCVil7+vVkO0AioXlavNILVdjQRxXCzXMS2Aau+UAZuDjRQIfy0YJWeggzKuWH2qdgywSjHhFoBEKxqUzZubgn3bHJerADiWFRVHItUM0/o9ToMEY7ZHE1LmqgYlMLDDKyyLjJGZ8zxlYIJC4JheqxWPCpshUsKLGcwTIDP+O2irQCoWJWb0sCm3EbSLjYC7EwziGHSx4O9h9EoNuChiFZhiJ0kxl/d8xBao0SsJMb9CLPVJrZjZh9T8Zza7Iyw09vGwQNrqFBNEA+xeaaPpWqKL5/u4blXLKPulHH/qQ0cbrg4vFzHyQ6w0fHw2EYHW0M+toKYzauiCEGpIAHM2twSomiArU4Ho4kv8wwhH4EiL4Y0T3EcMEVDsMrAYKO1jcTn9XRRcDxpjubGIwSTBM1KUVVhnosw9dAJJxjK3kQ9kmNXlSeEd4QqTBxVSmUUMcbR+QoqaYzWyMGp3kgsLOb9CF6lgWQS4uqFWVx6SYJxcR533HkKj2+Psb4+wI2HZrA4Sw/lFC+9Yr/4anpeBXN+EbUSm68VUS7Ni7LVbTRx8vEWHvjqKbhpBb1hH6NkKF6LJITqL2S81YxQREqm+YeqGCooYlo1sKynpGpKBt+Er+UCPGlGUtXSfm7U+Z4CRjWbLm2ZxkMg6ov/JLtKc1ahmtM2/uKkLk2wJGLndonqF4Wjja54p0hMmkxonTHNautAZCMoNqNTn0nOT7yHCNu0U+lYlK7SQMU8Xu45ERbackRV+lMB4EniS5WR2tvH+s5ZFY9xCZBrrJuOscNSfgNWpYGVqjGsT2qmyjHAl+dd5g6eM+lnxuoFqjJ9xE5fSvpF7WqCQSYWR/U5lJrzKDYX4FYaKFTq8MpluD7VOZz76dPJhXGEcb+LYaeF3/i7j19w/PWN33g9zqxvotPuizKZ10uhiNp78JNxjZZuvrRf4HU2ZfxUqYrSKqfMtAGrLdPm+eL1oQ+0BvxGtel7opoe06/cBNk2SJV/Z7BD/Ujlyst1pgJVS7H5GHLxUqmMRrOJ/YcvxdVXX4sjh4+iXGrAo8I3naBUqWoixZQqTsGqKdM1Z22X+oaQz52gWPFx2x2fxZ/80e+ht70h3sn8PDa4ZidZrkUWHvJ8KPQvZl609vMJWHUJOmgtVEKcjNHp9GSAhdEYvf4QL3jB8/HDP/yvsLJ8FP1+Pwvc7cZVDpWNgiQ2oHfrAA8+fI8AWvVv1QRnc2YWa2uH4AWlPV3Gp7DHIbhWYiWB2lStevaO8HxA1W7i8h6r9mf6Xce1LcOW8UCVLht00qYjHiOKIvkZlR48b+0z21g/fVpiETb18Ir03k9Usbq6KmCVX1YlLR6re5RZTwcr82BUTukz2FDnfTuZGJF1z8R753v+tPnL+W/Np3tv+x6vePGNF3x/y9ItykcHgyG9fx18+Yt345aP/A0OLK3ixa+8GYPRASzv83DooFaCaRUS+wUACWvJnRi3fvQO/MgP/TX++x+8Ay955bxs6AVqyMZRE01WBSepu1RVbgK3RZ+o45WJh14/VOudiYfTj6+jOVfHe9/7AfzPP/hfiJICnlzfEqstCwvUcsECbDP1muSOzgtMXk6VVqouMsCF40+aTslo1P9M+WZiLCpU7Zq3AqCIYYArn3Mt3vJTPwUvqMCV6iTbVkob11pqqokYVeKbt8m9m33fPZdOuEtOTWgDQxNf2TGpfqoK5zPrDv1HliwS9ayhOPK5TZMXWet5zIw7R7GovdjboFytSLyW96Ge3rPGS1PWK+2PwZeW6no2ruFritWLK70gxHyE85EBXHpadO3UuSoHT1U6r5At80s1ChzzPKmGMIkw61MoDfYkCcu1n2X86vMtvQrYuDIoitUO51eP3qVMFktMbv4E/E57Md1XcI5k1aN51eklk2oVBwmrI40P+3gcolatgHu7OOqhPxpKfO24fM2SVO7QhoYAifZCZzZPYXNjA+12C2E/1EY+kgTjus8qBSayzXi2ghdzPX/2bW+7qPv7j3/732bJSV4f+6V2XedSrHI911jGlilnySh6wu8Bq/o7vXbnglj2HsxbAdBj9fKrnotrn/tceEXuv56pYjV/CvINm/Qeviiwmt2XzwCwnm8dOJ8y9XyPP4cVQLZWiAqUogULVtvodtqavKYwiAVdBKv71hAEZVWs2nt+D1y1at08WN0LDa24LbsvpYR9b1JD7aumyfE9HqvGCoDJZDauypf3Z39no1n6Bec8VqnInnqwWrWq8WG1ilgrnHDY0Fyr4Dg/0GqNMYL1a7XqV5khxD5D7btswi0/PjL4uiehrrYxdhzkEnVyq9iMmZ2l9LRnilqjrp1WJxhRhnAhXXPm5+dRq1WlgkIMvsS+USs5WLX2jl9610Xd41+vT3oWrO65sucFqyzDlRgj17xKiL0j5e1kpgRiVNgFAlYJwhQa2oXUglUuoLyJqEQcs6RX/D93g1UO5jBx0RqMpZScilXCw3ZIaDZBteSjH8ZapsvQznNEhZgHq7zRCC/7LME3j+PCSwUsFat1KgHL9Mij2s3DIEoRMZg06xLBar3oCYCkMlXgaQIpx5bGkiwFFUGIBmMEq2wqxKZKzSJN4An8CGGABXqsJokeh8kmE+ZI1oOeI7Kqq7eINNSZEDB7qJcIVuk3S7/DRBrhUMkpAbAtS3BclH3CZW6c1feWYJW2BexSWQyYL3MEEoaEmP1Q/s5zVSlqF/Fh7ApYTQvASkWb93A6YrCgCiQet05eBOmEmcxAL883MB52ECwt4/PrQ5w43cH+wMXRmgefpTLUvJ0DrO6EVASl2DdblSClNVS/XH4wOgDQpkDA6oRqJlV6EnhasErbBwGrE6AzUrUrA1qqYtmUzDav2hlEompebBRlLGy1elKaQbCqZcAaCBOs8nqqNcM4A6tUMfE8yKSbTEQ5ycmfHrq0iqCbEr0+rbeU+NyaMU8ILjYRXgH9KJKGOnwfji8uYnxfAjoCDsLviVhHcHyx0dJusFp0VXDAU8TrO+Q4Sv8xYPU/alC1B6zK2mQ2TtzWSnfHJEF73MWp0SnMF+ew2enDa/p4IonwkbsfxHZ/gO7Al7J/Z+yi5ziIRgmaQYAnd0KE6QDLi/MYbLfw/GuP4tHHt9F0E5zYHuHgsQI2nhyj1XNx3cEAVQd4cGMTfnkBncjD106cQsHl9WtiGNIqIZKOkuxnXyqXRIXqIEB/GGJkFKv8XIEfwAkKiMMR5iol+K6D0+0uYgNh6KHcKAaSjKF9xFyjin67jScGY4SyQeMGtCDnOiY0IPBLY2lIJl0jGfh7HmbKDq47uIj2yXWMHRcb4xgtJggS4LK1OhZmqnjtSw8hijfxR594AqszFdz5+BCPnIxw7ayLw4tlDEYxji+WcNnaHLbbLSzPL+LaI/tRlg3BDMZ+BBTYPb6KO297CNHQlTLm7Z0ziCeEYHZDliv7kzlEm1XoBkD73hNosuswn0KH0glL2en3ydIk0zk29cw4ZUlxQh9peg93kRKshl2ko0ik3qJjZ/dibthFRaEqTw2SjXpG1hcXjY5VrHIrbkqpbQMau1EwjWqomNKgR3dwUhwk3cJ1I5/ds+S//Cycq1ziEZO0YhlpYtR6vMdNEx2Bw7bZQPad54LKLM4BPCNMJpgSSPOZ1CtVIbuqj8RBTb1IJyxt4j1tIAPfl6WV3kBKahWqqm83X3tUX0J5fhmlmUV4VKxWFax6vouJgFUNjOMoRNjZwajbwa9+6JYLjr+uPb6E4ZCNpRhse/C48EljRKMU47xjwZstRzNNe3iOWJbF+56+3MzK88s2rbKBLtd4eVUmNAhpvamVgNghGKiR35CzHFjLaLX5oipvjNcVobgFCRxBtiutW8DM7DwuPXoMN974Elxx/BqUilUZF5xvJVErL2c9/HKqEgMjshOYpChVy3isdQK/97u/jYe/9AVJkAWFMoYEFNygs/TUmaDA12YFiZSDxfJzAkL6+fLvvV5PAu9iMRCYyrLPublZlCs+tjZbMgeWy1Xx3hvHIW6++eX4vu99MxYWFqWUlABRAnxrlmnuB/r3huEA9z9wN6I4lNeXdaLgotGcwdraQQSlqiSO5NxZFY1lHkalYmqoTbNEBStWK5YHqrq32705tf/WcavqPQu1+J12Oeq6ook5wg+qt9bXT+P2z92BJ598UlQp/Nq3tg/XXHstLj90BJtnNtXaqN2WZA7HWLlYwtpTgNW9G++nBpZ2Hjpb6Xq+m0gBoaqv5c8uxaret3u/ngqsPh1Q3Xu+LxassqleezvFpz71KLa2gU994hP4u7/9G4TtHrxKiCuv+yb83L97PW66aREV+v9Kx1Mq/ktifeV4KT77kX/AW978V/jv/89b8aIXH5T5lImdcZSgVKaSnhEcky+quFIff4I3lj77GBMsSW9RTfQyTo6dGIVJAeNBhLf/2Dvxp39+C9Iy7TEoUFAfagttFRbqGFOYq7A+22TTsonl1dJAz/jvSIginV/MddM5SMv1CUmNgnWvYlWS0yEuOX45/uVrvx80dfL4ugQBhjHZ97d8U5Sbdpjb4zTQd3rP5NStcpNNx5C1V7GJKPtvSQgJBCM85neN/TPAJfk9nlzrN6j3pyTCNPeHYaePIpX8oxgf/djf4MUvfjEWlpblcRZwZvCMVVcCqemlbXzYU9qU0ftWlbSxxAzseeHCEy9yA4l5zXNQVY7R+N1aAYYkVeV4NdGmX1M1rsJ6C+mNUtleeQNUbeNDqqPF8kWqIVg9RHDKeJjrmKsgtaC+3wFthASq0gNcsptZg+QM5nIfw4BPQvGi+Puf3tqSyoTAL6FWqWGuUkS1AAy6bWxuncFmawfr6+todVpiWVOqlFGt1cRHG4WSKorFnoZrbCTfOReqms+sbzJOJ/hHgVVTsi1qX7M2PhVYpcpcro9RrFpQT+sPOy4ysJ11YdexZcdevtrA/t0CLSbLLr3iWjzneTcYsKrJ0Av/sgpzTV+fzTFNBdQzeeHzwdFsGJ49f2cve6Fg1UwG50pIukaxSrsR7vv6nTZ6nY4kolgpwzCK1WHzq/vgF8taMmDXfrMG2/ssA6vGcuQsqGrvL8MAtGeAxkB5qwJJkJsElCpJpzYA1qJE1alqBSDCERN37bICMD8XGJqaJld7PFbzVgB5NTvHIlX1OhbZw4LK7xDjSEGsTVDbMWibo+eTYnZNzZrWmYqY7BLnhSV56Gpk/tnzc/E/93jSQ0E8Y00DRFoDis+bTvqS5E8SNJtNScRQBMMkB7kVV6lqvY56vY4f+ol//0xG6j+bxzwLVvdcagtWf/iqGS33YQmH6fPCDp8MnAQkyoaWmXIXbMjOzRcXPQIvqikJiziYRX3DDZdVAcgmmL/jANbO6PwKAukNLnCWqjE+l+C1E8ZiCVArBdLZXZoXpRPUqgzkxxhGiXRJl+ZaLPEuEbYl4t3GOatSKYvXTS8ei9KvQG8p8ahMxMezVi3ApdQ9dTAMJ+gzC8Fuz1TgEu4VqRqUolcxVmSJ9shYHzC4mRrwT8CGWGGUSlOq2VpZNk+EsPyEM5WStHkJR2P5XFQuzpWNUsqUsbKslGeWvmLsH8/GURU2DqHCY6il0wwkKlLia0puZaIgNOV5U693ThjtwVhKykuFAOUi4XEs4JXv3e4NpYGKKFZ9vpaqhze7I4Spi5WGL5sfXmdeR+7JbVdrTmx8bHtIBdkYhw/W0ax6GAZFPN6OcN/XQnl+PRmhPupjkBSkTJdq5pmqqn22+yO0IlXtrjSrcNnkK1Sf1dj1RG1aCVzUinocI8IhApaE1z8U+Fqm/2ypLGo++qh2hpzoXMzWAtRZ6snSZqpZWVofRVhpsmwzwJlWDwEVzhKwazZLFjPpOM1NtIUPHCuqEuJ+hGuCvr/QHDRLLqrSlI1jVCdgZoklgDYeYRzH2mjFxYiNy6KxeKxy/EcmEONGRXwxqRJLWPJurSa0Qze9c6lYZR8vNrxiQmAMF2xkxlvnfetne8093exNj9XJr79TNyUSU2lALWsJFYZUZ064OaLflY+0MMH2YBvb9Hz0fWwNWygHJdzR28I9W5vYXI/R641QrLFMvoR+35emELVKFae2zqBYb2BpfgHbT5yUe2BtbQ3tVg+ndzZx8MAikvEEW2e2cfzwKlZK2/ja6Q5aAyoWZrAxTNFutVEpFKSTOsuq5xsVlAsp+uEICZtaBSm2eiP0QvoSO+Lp7HHcl3xsDUKsBDH2L9bxhcd7GIw5fMYI4GKG5bSESJ5gQOmUPlXUaTmdNCIgjJUgORVlK43XmQhhA5kZ38XarIdOu4elSg1Uy5xojxC7wMuPN/GyKw/hplfdgPd98lbsnDqN46sH8ZsffQyPrm9ipRyIp1fRGaKAEa6/bBnzpTEWZ5dwfO2AjLtCUEOttIj+pI+g6OHeL5/EA187jWajIiVo44TXSJvLycZTyjh5HYVciVeeNDuQAI7Bf4qEQQ4DLP5HKFVqwPGrApVURaJlnhLw2sCTAcV4gMmgBTfqC1gVsKXuxLvhg9I2A11UxTHTs81AjK2A1fmb1xdIKx6ohGxWcah+f/JJ+HIyRG3JoL6r+Jpa6WrOA9V6wAnblFVLsXJmB5A9Vse8/N5TH1h2g9E5geeSqtvpZjELfOX8TB+r51oPj4dJpa9AA27oBBfq+U4aqwjm9yGYa6BQr8GvzMKtFoEyIV4gx8rAjZ7A0c42ou1N/PL7PvJ0t/RZv7/80KoEydZ3VxU2nMRiVZlaT1dTmq+bUE10cg6jYtSCSu3mzfVdkwk2yOcYkwYd8jOdR60KoGA2vrrX5lymm69hZErIRB1hAlhpzqQX2W7U7Xvw+NlARtR5tLapNXHdc67HS1/6Mhy49GpZW1Q5WzTe5QTdsSiIVaxgMJlRQHBTUKgE+OSnPoL3/K//gajXR+A3Ze6m8kuUT5xrcrYItmmXBuBUlVuVrlpvUMmqcbiC3SJ92ycJOp2ONLtjQ6+Qa1sc46Ybb8Qb3vhWLC/tR6vT1fEltbfWD1gQsTz2gQfuQ6e7KYkkQgfC8cZMHWurB1CuzAgMsmBVjtd83r2Q1A6O/M/zGw177Od6HG0Q5NKYChZ9HyEuWloriUEHJ0+fxN/93Udx2623ItrcEVWixnVF2bSwo+6Nr3oZrnvOdZibncXOzo7EWHy9SrmK5ZWpFYBVrPLuK+QaScndn22acgquXc0ppqX8e2+K8wFPXbH1K39/ix2JJM1tIw0L2VQVeK7z+Uxv1PxzX/mSm57p03Y9bjQJMdhM8BcfO4Uz3kE88pXP487bPoczmwN0t4ZYWfbxrnf9IG543hLKnq8xuaZXJGFGu5ZPffB2/MiPfgi//+534KUvqslnOnNijI+9/1a89BuuwcqxBWFljDoEdUx8Ub/TXkYsY+QFFYRyeklFZazzfzQY4c/e/QH8yq//Pta3uPBqk8NJUsY46cl7EfgkaQSPljdybc0GV0YzIzptAqiUbyTWNGrnojCclQxsCEibKOtxaq5kdn24UVdlISuOhrjpFS/H97zu+2X9IoRQJb2xGsj7knJTLaVp03FhmzCxckK9XvU+yMCjWfbyIDITeXJeMucmT5KMy3duDNq/qkXOJBnLsUu8Jk1EVdEliS7OP34RG+vr2NneRrfbkQQM76FGoyFzE4EgE2TjaCz3q573aSl51mwuB5ct8Jakj2l+xzJgPZdmTjZ+iDV5/aICTeJqA1n53c5RJiqW2D0P7vSxTMrxjypV5f4nbKWgRTyrCVK1eaJtopj/bv8uvzfAxb6HnTO0r4dWNHGep9czAQqVd+MoVNAzHsux85zxj1/insEXJT2taGi/xJiL55jKzZFYBeRKohmQC1wzTdbMZXzHW996Uff37/zXX9BqT1M1pHZGmkzmf5JQNkBexwbvRxO7mLVoeh6MTZYo7LSCMQ+u7HmygmP+zu5t5TVMMoGf+8Clx3D9C16MQlDWBqrc91wwXJ2CYnu/WnC8dz3ae/KUP1z4l03aPt0zNRKavodNtJ0Tz+bArCjm6bFKsErrsF5HPHl5uFwvCDhT18fCyj7x2Gf8w4pXEUhlcba+LwEov2wpuobUGmDaYhRbWWHnGp2fdU+X/SzXwGqXdcdEYarGVezxovGJ/GFsZjxVbTMrqyqlbaL1HbVl/JwXpMGVKDx3K2LleCi0M0lk2WMniVTtENLbmErHso65aVpqylema/c0+ZQfN3vXdrnWJlaw53ZvXMSwK/ObNRYneX9tjWf1nHMuFbYk4g0mVcgJ6NA2g1qzgTe+9V8/3bD6Z/X7Z8HqnsttweqPXD2rgZIBq1qeqapSreDQiZ0lSApW1eOTitWzwKo0djRG+Nl4Z1BEfyYNTBSsEojRI9CCVYjik2CVpf91X31X+aQ8WJXMs8AySIMTbmpGLJMxYJULHcEqy6iZOeJqP0rYqd5Box6IdyBLqqKRgz6Bl5TPqkK3Is2iuBDRY3OCKJ6Iio1ATTwEzUrEc0F7AZZoNyoFzNVKUhrFLu68wTOwGo2k2Q7LLmfLCkVGxtuEYFXKWFk2wALTAkvi+d4uBuEI/SQW37eqgaHZZOtwc2Oaiwk8cAWsUh1LsFoKPMnw+wXK8AlWQwWrtG6gItWDALut7hjDxMFKU8uTCb8JrLm5EZ2ZEZ2x2U27H6MQuHjutUewefpJ+HNVzF9Sw7137+DRu/tYqgPBcIBR4skETkjNc8DPS7BKiMoFcrVZg5fGAla3hwlidl6nIjmgYtWXRceC1TimYjSS1yi5LprlioLVcIQ2pcTwMCNglYpVVZMS4LKL++pMVSZ3C1YL4vE4LROwYJXj2BpdE6yKT6VwKUKHFH36H7oOmkVHADdfg++tfn9UbnlwDaSklxwBOMc4QT7VwvQ6IrTSUizdiEs2npv5NEY/ShAl6rHKQLPCMehDEhaECBxjYr/BjNkEeO+pi/NYnfzGfzLgiwuxUYLImq6lz4TmBd6RVMh6MdpRF4NxhH46Qmc8Qn/i4bM7p3Gi18Xjj7Ls1UFlhmPZxelTA/hBANct4szODg5cdgjNWg2DrTZOPX4K9VoNzWYdJ7fWMcfGVcUK2q0+5kouDi66iMMEj6z30U5UGbDZ60vnd3dCv+EYtQq9a6mki1CreeIf2Yt5T2vDWEJDbvoqjRJSNnpKB7j28D48cnoTj+2EBmClqNF2Ix0jod8YNwumM7ANMiW4MrCMXWJHVCdSp8nrTG87Sb6UFQolAxwtl7BUKSOedHHk8AJefvU8bnjRi/DQZIBPf+ijeM3NL8Adj3fwX/74doS9GLOei5VagFVmjEYDHNvXwGVLFVGQHFpYwL6lRTTKTZSSMraxg0ZzESce38Ltf38vAjY9IqxLtHRV4biqVCU4MBtPFZTZ0lZj1s6O4pOxgmM/gGfAKpsBSWkmA3SjjxCfOtk/svSwL2DVCXv6PlL2bkvsp2GnBZ0a/+rPZ/oGmkoTFeMXpzLQHKjTxxMGSw8racCgKsaM02brleb0Y7EVUJW1XCy7MeaUlVPS8opZH1otk5taAmijFgepKGLVO1u/tORS/UK0jEiFI/pKtkGWwibbJdlsfghjZTei72VfK5ldRXF+PwqzDRRqFfiVGbi1MtwKN43cnBKsEvIPMdjeRLi5iV96z19dcFB2cHU+S9gIKDXdYbmGMcEmP5OmjQqEed1VPaBWCqrA102YPRN5qKpJmWnATCDL59vSfIJVsVJhkkOafLkYjSJpMsavTIBjQLQE2MZD1V4bmY2swlxKRAMte3VcLC4u4YU3vQIvfvFLRc1KOM41nK/LTToVpNmmkmuqKfPnPNIZdvDHf/o/cPtnPoYSFU9+VTYFfG0Lou3GhMdOlSq/c1PJDYYFf7oBSmXjzT98jtobpKhUS/J6VLVSFcUxRh8+buRfdPMr8Na3/STK5ToGoXquihJQzNC08RTVHw88cD92WqfET5blZtyb1Jo1rK0eRLU2a1TQ0+2FHSTnA6vnG0S7IdDuTSsTvAK3jW+aBd3MMhaY+AwK+OKdn8cH//L9eOjuu+Ey4WRsITgedH3TJl1jZ4LLLrsMr371q7GyuioVKDxHtUodKysrApDtNZfrThi2B6zauTnfvMoCbf3dhYNVglMLGfLnQtWFU7Bqz59u4nZvs88HbZ/qxrXX6WLBKq2YWidDvPuWR3B6soz+9jrikN2WhwjcEibjM3jzm67HVZfVEFCxxpuDXs4ZWJ3gk3/9D3jzj30Yf/Dun8dLbq7IvMbp/cPv/gIeePAhvPZN34i1S+eELRckSZViImo4nScZWxPkWdG0VBaYzSflCPd/7SRe/4afwj1fO6GNh1IX+/ddjv0H5jAc0J7GR7fXRij2QWPTQIX3YoRoRP9srjUGrIpKkgrTGAU3QqFAUMgjNh3fbUNKU+Jsx4VMwwJWGT+GeM23/gt89/e/DiOpzTUQwpay28tqk2Ti1T0F+rq2UXAy9TydrgfmXjRhw94mN1IxkQESu8CqqlF/sbtUlf9mLKn1Jbx2am/DeLjqFkTpLSrJOEa/10W7zUSOj7u/cg+WV5Zx6OAhbO9s47777sPavjWs7N+n1XBW+WhFBaZkV9cxXRepkPRog+Sy+SwFAbrESjzAdVeUbwniUSQqziqrLqwnqhn0MlfYplRSmaCNqbT5TK4pDeMOSb4pSJUKBMbOOZjKv+8CqPnfmaadfD96Mts9mb0n5d62cYbroNfvixqVXzz2UrEoNgoEH3hjYQAAIABJREFUxJzrObY5Xw2i0DTV0Y7lYcRmi/RbHWpyPYqyLuq8BgLWKAKxCUNzHi4WrP7mr/ysAHHtQaiJfl4X07rKgNUpIOV+gXOCrPW23wDPo0lYWDAta1zWdX06j1nYbnNXuwB4DqzuO3oZbnjhS+AXaR3F/e0/PVh96oDn3GKSc4LP3As9E7Cacy3P4OozBavcQHDdphUAK+oG3Q563bbeui5FTQSrBSwsnx+sWigqEbeZzySuOkdnezuX6Jqld7UFq/nf7QKq1hd5omXuFoRyLRbVqliG7W5klQFX8Y9VlWm+eZX6rqrvvAWVU3/9VCqZbBx5LrBq/VVt7JgHq/kkjV7KaZLT+gPvXpf1X7IjfxqwKvM279ecV3TmbW3mC42bgZmZWWFL2vDKsK8UqM8oWH3DW37hqYfsP7PfPgtW91zwrHnV1XNyo7JDsXQRluYJUw8byUbKROIglCbA2pCJ5dGUwe9SrJqMp0002cx0ws0QoeyE4E3haKngieqMr5VXrBJuNgJHFGcs3alXA1GshiMWlmpGWsCsAavc6AlYLRPOAN04EigqRf3cuBKsEpA1isCYYJWfoYDuWH32OElTAVoNCgIFOVEyJBVfWD7WgNUsIOfGbFKQ8r96qYC5egn9QYieqBQdzFbLYA/FYRhJV3GC1ZmS+ZxUIjJbasEqMS59SQSsFsRMngrFPids15dj0uodzagwWGG5tFUkcPIhbCSkKxV8Aas0VQ980d0qWPXYGMkVAMkNG71Rd/pj9CJ2RC8KRD4LrEoHYBfDMZsP8VyMcXjfHDZPbWH5aANXv6BCvIa/fs9DcCceyhMHMa8Pyy99V30sHQtWedUmWJ2pw0v4viO0hqmUU9NKIlOsGisAq1glWN2lWPUSdIYjdOjD4HqYqfioeSmK9BSDi+1hjFE8lhJsZg032/1dilUbKJ8LrBLwC1g1wSZ9Qy1YbRQdVH0CKqA1YHDBoFFBO4Nhvi4BBoc+g1DCcwJTUX9JkGQVVXoDSkZvkkhzLCqixxMtNSZYrfr0qHVETUYrANoEiBKaHqunL06xmv7mf5ZrLBDZ+grLnkEhOg3YdZF3MXQIVEMM4xHaURseqvhCawf39jtyvHfdt45C4KA+U8ZOq4/eYIJqpY5el2NwgMPHDyGgNcZOF2dObcNLPFRoN1HyUGEfAreIXm+IeiFGI0gxF1Sx3QdOD8ZwxjFO99oYeyU0KkBFejDQw1IN1fct1dHtxdjshSiWyigXfQl86WlL3ys2r6JVyTWH18RT+db7TiLxygIWCas5j/D+6fYiyHxkDM3zmymO2Yo0vYsRcnPnF6UJXjNliVgBW8MYpckE+wLg+HIZNx9bwvP3HUW3EqHamMUHHv4Cbli4XjqO/7v3fgJfeXQHZc5EE1p1ANetLWFGkgkxFioxllcXcPXBQ6hXimhUG3D6MYLFOTheESee6ODOz98Pz6MfYYooGhlKxYnRjIWsq7HCdw2yTNmRIECdDwRZFgJ45QbgV7U5hJiu2SDNjFERYrAzaB9pfwdu2NcyGW6IzjP8rFWJnUtnBtMH2gBQN3KmY6jw8KyVuc7BcvAs0zRec0Y5ls9AJ65aetiv7HfGA45cU1i7LaE0Y93CnyxYY5WAQNCc951pgc3gywavUyA73XDrHKJA0r6/M7GeZub8mzLvZHYRwdx+eDNNuLUAxQq/V+GU6THH8sdA5ofRKMRgaxPh1jZ+6X+//4LDsqMHliWYtYpGG2hzTgrEMkYhYP5cSgAtmXg9D9zgcg7i/MXX4u9ZcimQOE0lecLvqtqZ2gVYOMnvqrbkOh/LWOVrSQmnKDk9eS43sFYZkZWWmk2CqmWoVB8LMFXlg6oG4vEEV111Lb7t278Dl11+lZhcSNAriixWy8Tq12W+5LiKPu6+/y787u/+V5x54lEppXU8JmMnGBuwagEyf8bnEJpSwWTVSVZ9wU02f2+bWlnFBY+1VArQnGlge3sb/d4QQVASv77xOEKvF+H7X/dGvP51b5J1gXEME3DKV7TKgeqqhx56EBubj4taShTAPlCrV8VjtVafM6ry6dB4Oh1PNjb3bDj4CvnzbseKblCmiTsFrFzP9fN5vofbP/85vOfP/gyPP/ggZoISSj4b+PUzAK0bLN3wFUusZuhheXUV3/4d34FDlxxBp9dFtVjB6sqqjBV7zgWOWL818xHz8DK/qcqD1ami/exbJq/Q2nUu9oDVXWdULFTy5c0Wsp29jbf32oVC1ou1AiCo6++M8dkvrmMzqaLBRqxM9LZ6SEIXjdoEL3rhIlbmqQIysn+qyy1Y9Sb4+AduxVt/4hb82ft/EjdcN6fN09wEUauAL39hHQ/c9RCOHlvGja85BqfA+IXJO9rPMBEFeNwb0H6K9wobs3O2nUgrKIGonc4It3/+Pnzik7fj0Ud38PGP3YE3vukH8JM/+0ptlkeRw3iAeMB4PkY0HEm1izQGGkbY6WgH6UGvL0rBbqcryYpHHrgLt9/2CUmsEawyQape36pMzKvfVGXJ2H8iFU+v+pZvxqu/5Vu02aFVeeV8MmznaLmfc6Xt2UadKfy892puqO3dzOdHoa3tyN9fhLRUD+aTIflxpP6M2kDRLxXRjUKcPnMGV64ekFL0YsFXUDlhc2EfX733q7jtttvxXd/9XVhcXJQqnC/f9WWxGzt6xTFNTMn8ouCB9z0FBPz3FDzpXMS4kKBSIKq8vsazAhCNJoGqPAIkijZEEFMgmNQv+Ry5Dt6iAM8Uq1rFoIkXreJiAkaU+eK36sJl0teoVEW1Kj6mLP0viGejeK4ab1YqUnmtdH2agnALWQmI+cXXYxzXarU08SZ7RwdBSavpuGbwHHHeoo89YZOFRByXXMOiKBRFH+d/WUM5x+UBzT8RWP21d75doC/XMI4BAd7aZlfWTjtvZ3tQG+fYKqBcubR2U9f10ypW89fJvoZU2Jn1wZ47+W7WQiYXVw4dxQtueimCUl39+E3t0oUFKU+tWL2w1zLjzSQuzvfcc4JVE1Pmx4x9/nSNkN9qKk3ixz3vkKvq4vooHquTBMNeF71ux1TSaBxFxeo8FavVhoBNl3PlrrjRKlP1etsyeYXjZ3/l4zcb6+9VrMq9nYeHxsrHqkU17tNxbuMwKvXzQHX6c703rL+qfLc9EIya1R6zrV5ipY0Fq3bOoWKVY8keA49R7nujjpYkjvnM+XVbGipmso/p+cg/Vj7vntOVn1/ts+zxEf7IvWW8YTWRZ/mWqs9pBRCU2Cybsa/GSyxmIFitNxv4wbf8/MUM2a/b5zwLVvdc2r1gVRWrhHdclExBh8lCcnMjvo8sjRdh5jnAqlBZswpLttOabtMPScvqOUgFrNJbU3xzVO6eB6sEczNFF/0xPexiASLRSMEqrQAYAFDn6QdsV6MeGLwB2EyCN2lnrGBVQkwGc2kicGSmWYKTA6u9WLt+8zkKVn1QmMHsLVEdoRY9PwlWWbI5VcWkiFIXUZSIN+j8TEUCQwJOJr1nqyWBmMx6WsVqs6iKHIJHC1ZFJ8RmNBasUvFDheKI/pIGrBZ9UQVrt3rNoIu60sBWqiI79KOMYikBKxVVsUqwmilWDVjlOSAwpxKPgJAl9aszXMyl2ES7EcvmVL1FGAANRim6YYponGB5voJ01MfsSg3HrvJw7IoVfPrjW7jryy1U4SEKI1lA6CHaZMkrIIrV7SG9uwhWa+JzRQDdomLV9TKwSoAspcuEaTwnpps8x1ORitVSmc776ErzKtEPY7bio1pQsEpF3RY9eg1Y5UDc6gxQoipaNrLalVjWSxMAWgU1xzIDRfEFM2CV4mOeU16jmbKLOseao+fNKlZlPIhiUr1TuWhyQR2L0tl4V8oeR72K7QbAglV+FvEeNmCVvsL1wBWwShW2eqyqYpWq1/dvPN12+uy5m1YA+K1fMaVs07I6WYvkdPDeYYfTiSibIzdGJx1iM+qg3W+h7Mzhb04+gtAt4Ew3xZ0PnEapyjIrH5vbHZQqTVGPsXEOy4QOHzuAEWLsbLfQ3w7hJmqvEdPqouSiUm6itd1GxY1RFmDqo1KpySZoMHbRifri68t7cP+Ch+ZME2e2+3ARozD2KaXHVncg3laLC7Ny3rtD+l4x2REjHXuolV3cePka7r7/BB7tjkQByzQDbTKoWuh2B6IEtipVC0kUqIl0BK5Dd9IA6WiIRW+M69YquGzGx7DTRWWhhAOzdcxXF6UhUacX4Mn2OtZbpzB2Qxw4eDU+d89J9Acd3NWO4UQp5otscufg8oU5BM4IadLFUs3BC665EleurWHQG2BmaUEC6WJtQWDwqSeGuP+r6xjFDPo148z7VJvsMEhT1Z5uflQ9JsoZm9UWA2luejUgTghWS3U4QU067tp7wYaqWoamXZjjMRWrbXgEq1IEpmp6hY3ZM+T1p5pXDUkbfZYIKrATz1QRme4umRNv0qwk2o5ro7I18FKOT/6n6ppMBSQbegOQxcpAFUXqR6ZfohtVCa/5Y+GobT84vVdyT9MsddaVV5NZVhkgd7C8da6cS4SqpnNY1pHdKKNmmghmD8BtzsKpuvDLVbi1Bpwig0puMH0xV+DmLmq3MNrZxi/++QcuOAA7fsmBTI1gN9EEgFTASHArQaR63aotj5rxczpkKRihKu9nKhlsUMyfcw3R5+h5ZcDNP5xL7Vpog2QCSWlkJb83SSeCXfo9FnyEwxDdbleUHKoS0gDXbujsh7Y9ahiga1A/UtUoK0iiGLNzS3jlq16Db/ymb0Wt0ZQ1mHNjHqpaWBHUyvibj/0V3v1nv49k0BdrIHpgM87hZtkG99l9b5JeFp7aY+PmgR6i9tzwWK26VSDtOMLS8oJ8llMn16XkWZs9xYjCMY4cuRw/8zP/GiurB9BuD6QaSJMfqljl6X300Udw8vTDKHjanCUouqhUKwJWG82FXWDVJisudKDkN2Z6W+1eT6wVgP05N45+UEA36uKWD30QH//QLeht7aBiVL28fSWpYhQ2vKaEExzPVNjxum21trF28ABe94YfRL3BZogulheXBLzaTZTAbfEBnoLx3cDy4q0A8skGeU0DVs8+d7Y73tnHMG08NFXG7H3+MwWsFwtWJ7RBSV2MUw9j401PH3jmOLptBxTfVauMUZk8Nd6TIrRXexMqTz/6vs/gx97+MfzJn/80brxBLTEEriaBjNevfOlR/O2ffgaH1vbh5f/n9Zjb1xCrrNBNEIQO+ie3BPwX9zWR8HoZSxR7juV+liS3g9EQeNdvvAdp4uOnf/47UChQMURve/XoPutLrAXyRbnTR3zwfZ/ET/7YL2C7u42UMYNpaqhVXFNVJp9hrQC4ToajEN/+Pd+Dl7zqVWrHZOZyndRsAtLYapikeLZ+2GoIxbG6puRLgc3ftXx0eg/Y5+crmGVO5mMEiiq0sfO0HTfaX4rJMYoYItRmZ+H4ATa2d3DJ3JI0gGN1ztLiAkZhiI1Tp9BqtcVqiQpwqYLCBOVSWeD0g488lKny9b0UEIjqN/c59H0N0DUWL2J9kYxx8sRjWF1ZlgSclN1Lw8aJJFoIXuGqLUr2+U1cbf9NZWqmTDONB6XnBv1U5XcK/qR/hQGrUyUrVaye9IdgA6u8gpWvKc/juczK4/UaEOjy99na4jhod9qaeBOvW520NHHEROFYFNPD0dCAJgO5Ep3HRK3HdY8JRQoc9jTryVsB8P0vVrH6q7/80yhJApLHqPcHgRH3I3xvrfTUagqNh9Tj1n5OmUszYfTZVgD5ddzGu1nvMaNQlfsnZwXANW9x/yHcePPLUawQrHIeVlOoC/v6/z9Ytfd3Bu2yIPc8ey7GT6IWHsNLxwJWqSTnHKMJ6lTECPPL++DvAavZe+3xMs+D1fy6lT/X2Rqe2S3q8VlwaGOZs60AtKyfe+A8ROW+SZtZaYOqfEOrZDy1vsgAK6snKbw4F1hlQ+CCJj0snOf7MTlGsMovCzSzeUEU5lPP373jdPc4s3HAdPxZsJpff/fGOXp+NP6V3xn1riSYzXWWH4vNQapgtci6xRSTWPcAHPWNmVnUZxp4/Q+/48KG/9f5o58Fq3su8F4rAKXzugiLpNsYqMvmTAzjLVjV2hkqVgk4WR7EBUuMgA1Y1YyP3ZRpwyhu5qQBBK0ABKx6ArREsZrQv3IsMJWNpGZKHga7wGqMiIbLDBoFSKYIitw4qlecdA4uKljdrVjVploMO2aaxcxjdRR7ELAq5uyOAN5K0VMVrlGsEmrxuOS4DVhVmb76X9IKgI2XFhplWaB5/ISwM9WSfLYwHCHiBOtQgatZGgWr9MPjmVMYIBlqKlaNxyr9OWlnQBPoinTM1g3MXrAqJZqOh244FhsFljqKxyoSCXx4LK1+KIC0TC8mNg4LXDmH7WEizcLWmtpogBlrZkp9KRFWwMmgiyCdClFCiqXZOobdHSzsa+KSoykuv3IWd98zxOf+vg1vMFLbBF5fgtUy1YGqWN2mGhEpVmbq8CcJumEkitU8WBX/V4JVaZ7DDBI9skIJaTOPVU9Vnl3jsTpTDUSZSNUzg3lVrCZYm63IudrqDOVzs2EJYYBknA1YteGyha2ZFYAtj0ocuZ58/FzFQ11KA+g3O7UCkABFlL0Eq9p8SxYuXmMmEYxyznrKaBBoMno5xWrMlkFUS3lpBlbHo0QapHEMhgSrkxTvW784sDr5rV8xd74JjIxHn3T9FUXaWO0gCoX/j703j7fkLKuFV+2p9nj2mXruTqcTkgAJYZI5CSEQZBIVRHEALjIPgggiOFz0iiKoKDNyVfCKKCCTudwAIghchqsgIMGEEJKQpNPzGfdcu6q+31rP+9auffqcTrr1+wey+TWd3mMN7/A861nPWliLe1iJ17E27gowvenEEP/ePSwNqq9ddwI3HRqgvRCg2zVQOKzWsdbpY9ijdlqAu198nsBRGnh1TpD1GClg7FFuoDDG/Ox29HsjpARtqxWsrA/RoCMsEwrRYGL0egMMR2PUKsA9z9+FaDDGkdvXUSylKJQq6A1Nt2d+tq25OWARRa1o1EYmwN/Fvc/eSVo6vn3wKAbS/jGtqVolxJAMhNg0KRVMuhZUH5yEQYyR9C+BSjzG7kYZ89UaWjTMKw4wqsSos7V3XMHtSytIowTRuIjlJMXdt1dwvDPEvu078NMPOAe//3++iSOrPRmgzYUB9s1Usb1WxvZ2iMXZInbNNXF2ewHt9iIWztqLaNBH1Imwur6EY4fHOHaU86rj1E0tYZBmahLLzZZjUkGUWrTseefbJAayRRNOl46M+OoMCpUWqCdi3cim+qag3PQRxMqI4y7S/ioK/Z5ALconlAgg5h5ZECr2p3+kmGPxwSeeWRDO43MgJZm01P2zyehAUqNDKTD0hiSWgbo2LR6D/w27Dhy/1hblkltDYbMat09ojWrrZQwcU1ZbmIQHnLSAAb1xwABsWv9T5+L0rPwRmDSssaXI2J+A8wQWHPjcrKIycxaCmVkEDaBUq6PQaCMIjXlUQAUx9cXjCKO1dYxXVvDrHzp9xur5B/Y4qR5rz2IS6lvaLfG3goqBYAamDp0UAIF0soGI8KnoGYZiW1rjCfdpYxrRlIn7uwXEzojJaWWFLP4VqWdnunUEUvmo1qsOHLXgXTpbbh/zgIRn2k70t+xeeoaTD+C5B0obVxrwZVx00b3xuMc+Hne/8L7sN5kGEfhMqYReMsYHPvRufPpTH0MwHKNSrGDEeUIGHnXiN7B880Afr4Nnq3r2qoL4zDTPwFW+h+AvNbnm5toCj6nBrJb+QhG9fldj9Kk/+zQ88ceegnFMBjHnh0PpWTQtBDh48Fbcctt3de68fmFYksTArl1nod3eJhfvKWDnDoJ1D9xkyYTfAabYatNgEZMPDzhwHNEwcDjs48Mffj8+cdXHEHf6aFRohhQjoNEj/zgJAEvoqA1ubBiutWQpBsUAa50OLrr4Xnj0Yx6Ds/adhcWFbeowyIMuBFaljryBrbPZv/11OJUUAE930+86BbBKHl+esTr5/B1LAfz/DazKNZ5JuwOP3IJt9yIgMMozZrzC+Wrzk9rPlGIhsErQ8hN//zm89JX/hL/78Ktx34vr2jsKxRiFcYBUhlQBovUCPvmez+PgfxzBI37hgTjnobtQHJdw9Jobcfia70nz/cLHPQzhYgMlFvekP+vW16y13uRW/ufbP4rOGvCyVz3emWBVCXciKFQzIlg+ojFlbFvDMzZyCvzvj3wOL37Rb2B9tIZRMkQUDwU4sZhiCfNk3PAQGEtwTlEW6pkvegEue9QjRXIwYJE65M6Y0BfffOu4g1A9OGF7ke1Bvihu25r14qpwpyKgFRTzBTfGU5PPOrIJP5rbKl3J0Z2x72yi/IKBZtXmDFpzs4h7I3Q7HayvrKC7toKwUkY9rEhmiWxfGt5VqzWtmV4G5tiJE7af54au3Sd3hf1emTG+nJZyYj4AS8eP4KN//3486pGXo1lroVpzWqTsoHMGWJkr/UmMVesEEbDqZQAcYChgVXuIyQBonRd7zYBUD6xOgNRpvdV8i7s4qN5Iyx2DxddWrZLWKskdy0tOVkb2iTouvo/XinsW97tBNGn19yQM06A0YJV7JiUAJm3PTmPcFQj9enOmwOofvjYPrLp75Lo519ZWNXZpnOOLewawOsk9d+4Z8ccb0jqpBLOdtIdfp6yomD1rhV6vlyudUMrZDDC3axcecskjUGu0f2CA1a3W6vyemUl2bKXxmgdW4xj97hq6XOw8sMqYOyhhYcdulBttW3toAukBW6uOZuvdJP5xZn6b1Z7yhZ0csJoHU/NrVyYvICDU5ACsC8VYqBsZq/7fGbhKEtoGxiqlANilw4KWlxbIz4mK5AatIM8xxNcYE9EUjsfm16esOCIMZDI28/cmyy/y98CxG7TsuoLuRIJkEs+cVDR2wKq/JsxxJiQUyztYcOf3UmO1HFZEAmDxUilXWtBa3Gg18YznvuoOoq8frpfvAlY33G8PrD77njSv4qA0gXdNiiLb7aeZKQRXh96EKjWNVaaRZLdyA9XEZWgn5l9+ZSCVmuxPa+uT2aKXApAIOVuekZlX0eV9tkZglR4sMVrNirVXU+sm4TdTE4hSAExQzVE4GacIK8aSJNsz01hNTWOVrfmUAmB1iW2o1AMlsCrKSMJKLNCoUmOVAKS1EkljlcAqA9ScVhGjKrpDD8c0jAIWWjUdH9vUeY7UFyVQSHBowM2ZDvahaXhGY4Iw3gzAQF2ZBxWp8VqxduZhhO44QqVY1vdQL0q6O46xyriBYKJFaUWBqp2BA1ar8vVGuUwgO8VKp6e20zywOk6L0gpd6gyxZ5YJIANhM5gKpcnHoo4lRmTc0kSMLTU7F2bRW11BY76Ce11UxNnnbscNNw3xlc8dRW04Qi+ZaKzOEFgNAiz3yFg1KYDdcy2UkthprI4xDiaMVR6fKYIZ48GbV3E0VguBzKsKpSQDVnm0840QM24sMYY8MWCbQ4Ld8w2NRTJWCXBTW5YRpthUOcYqEwmytPjwjFUzrzJNYN5PohHz9RKadIMeU+OVuoqmx+YZq/y8uWaz3Z4aq2ONDa9f6XVzTG/KxgFZhJICULu/tUUQWG2WA8k2jEZOCiAxKQCCfB8+cmYaq3jbH7lkwCVAbHHQfGdSRIAuMoC/EOD4YBlraQco0CwuwCdupqZuCeujIf7hC7di0AvRno/R6SZyqx5Si5XmZqNY2m4H7nYAS8N1oFJGOoyxdmRJ13ZI0DOJUA9boNhGOljFKCkjDeiwbU7TheJYrCWSSwgmc4NfbFWxZ3FWLO/jywNUKsaeXFvroMqFpFDGWi+iB5F0hAkOR/2hTMB2zdcF9t+62pGECX+XRlaMR3vpEJWg7Fy6cwujA584vfj7TFIpycHCA8GAQTLU+hGOEzT486UQo2EHF2xr47ZejHorwt12NvHAA2fjHhfsxMve8QUcXu2iXQywv13H9nYFDQxxDvUT50O02xXsnlnEju1nYW7XHiTdLm654XbceuttGI0qSOKq6a2pfmrsHAsOxmK7M4GNxbK0e6sGMrFOjZ1lyKOZKY0LJRR4/cMWkSfHvhSVxrEy+Tlr/U4oBTAgY7UnGQkCq0zAJ2BqDmSVkdsk+ZzrmUHahIVjTEnTgnVV4tiKHRPzKh6HaRrZ2DQ2lddT5XNk4Fvwz/njTo3n74zZ1GblMlfv/KxquDOV8sfO3xDrwgOuTkeR8yEOhgbOOjH7DMRRZ8OEda41wkG4Zg5hunK85jpLXnauTc2zEDQJrCYo12soNOYQVFnM4veZji9lVsadDsar6/j1j50+Y/Xc/Tt1m5kg8uHZgAo+BZ5Y2m9gBIHcMXps1Y9YFOUmbusj56AM3YQamHkJ9wYaQvZHQ9MEp04p9RNdkG8th1yvTCKA3+G/qxwa4Ml/s22T6yC/x9iqFhjb+22ucX1m4M/bwVZRPU/XZV7fAp+3RJ0B8KA/wr59+/DYJzwZl1x2pVr4yeoSc4vFvWqIwytL+F9/8zZ8/V+/hMKQ2qtlxBSP1PC0QicfebDUF754Xjw2tZM6Fq4P5H1SbomYsa/YCdJo1gVMHz50VMdIdh8Zev1BDzt37sV/+2/Px30ufgCGLOi6MUiGNLVpDx06iJu+f52167LzpFZGjcDqzn2Ynd0uYDX/sDlyeoU2n3TZuD2Zgedb7n2BaXa2jS9/5Uv4q3e8FUtHDonFob1MgIVp7kp/MpdEeWMz/gRBPxWTEzP3uvTyy/Gkn3wSdu3Zk4GqGbgtjdVJguXPdWMSPJX8nkJjNX+tPGBghZbNWv11NUw7WWZNkz/+Hm9MlTZLzvPP5e9N/vkzZqyyyErWXZFzmGw2W79B3cOUMR8fDJi5GhljSKxMMVi5rqW4+oP/jF9+1WfxAQGrnOuxMYXjsvZ+rs9RL1IB7YtX/zu+/I/fwD3vdQCPe/Il+OonrsaJ625FUK/8+korAAAgAElEQVTjAU9/AubO3a5YjsC5DcMJX84zUt/8xg8hLG3Hc3/pYdZREZOZyPU1D6z6whbXHNOq9ti655L+/fs+gV97xWuxHq2jG62bDJNzUM/vO76QJoiT1yiN8byXvwwPvfzhIjMwfrMc3WtuT+aPPrtRfsZH/a7457s1JvfWf366vV97R6btvWHWOmzTxkSu+4NkFukAxihwPSUVOSihyLZ1mUVZ4aFP8IZFYXkBcI+dgKUqFtFkleur84TgHiqTykyb0YHQ7tBp8Civd44F+lIUrEi2fOII/vydb8PTfu6n0QhrWk/VxcZExRkclnLzRGuj69jwe6EZFzuTGv/fU8CqAakCWrlHEUh02qvTwOoEXPWADPcl3yI/AWBcfC192okZDs3zbB9yDzfAvBQA/ybw4xmDfJfk4hywKj1waVIa628KyPovAlZf/z9+2Vj+PH8RMgxgF+nImQNyP7K1ybLrzJTKkP1s3Yqdsa4HWvPAqmaqI3fcGWB1dudOPPSSK1Br/mAAq6cqgJ0OsJoyv1OxK0KRGr3dNRlYMfDze158KmBVgccEWPWgo2KRnMbq1OqxBbDqY5ipgpArAgv8lNlUXmN10vp/ZzRWp1msBFQnGqseVNW8SBJ1OW0GrDLu8+fI4/UFFPNXyE/NfBHAYVFq67F1W+QLETxsrttau3F33qQbR11+Pq43trEF6fnnuG5SMrKdAavx2L2eBqjPtFBrNvDsF/zmyT/4Q/zMXcDqhpvvgdXnXzjnAu3pASnmKiuLxB5dBTaRaRO1To0JKMaq0+rjhu4njZGNGBw4V8OMzcCc3txl2aJNraBy0bR9OqMYvcjaZthOT3AqHkdo1kzfrUNGKJ2vSTkvsH2b2jum3cagglUGBp3dIQFOxphMwqztsJgSAK2oJZhswnFQQj+iU51ySEkFULOxXqHuqwHGBEFNA9PMPziZtVmlMSIUMWAiGaRYbBszpzegaVGCVlhGs0oN1kjvIRDUDKkpWxZzh/qpBAcoVc6vjQhOl1I0K2VtlgwCaX7EVJiaqdaqP6l683pJR0hAAnUlDVhlsEEDrmJgLGICh53uUEAgwUUGL/ws4gI64xjHOkNsa1fF1iXz0qQA3HrDNFyap8DayK7F9vkZjDrraC+muOCiIvaftQNLx0v4x6sPIRj0dJ5KrgsFac/yd5f71Ookk5CM1QbCgt3H5f5Y15C/TdZvI2RyYK2EcupGgFXqslByolBEuxqiXEywNqJ5FRnQARabVRlL8dgJxh7vkpUA7FlsaUwsd0YaJxVpA5ken5IRF5xIdkBaqKnGEsekadnyvhekBcvFe7bGNu6ygO1lslgJVmTaRDZnKtSAotZfnAo84PWSa6fnOjgtQAMTCAwlKiTw0vAeMl6t8U/ZpABonjWktiAC9IZjtfx95EieGXjnVnJKAcTv+CMjkvN/2kycyy0hIHpscaMqA+vxOo4P19EvsXAQ4YbblvBvJ1Zw1s4QX7v5ML75H+sI5hvo98cYjgZotprodRK1yRLoqzdq2LNvN9Z66xrD7fYseus9rCytqHVEoIxsh42lyO9gmxeDVm3QGYkrRikoIiLgWiqjVa3irH27sHL8GJa7PdRrIZCYuQBBIV4fsnY43qgFKLZKt4dKsYSL9ywiHq3h60fWME6rqICJAzAgsFpyxSAX35Dnw7R7yIvFNYPFIrEfiggJBCZjDGTwwvWA6xe1hcdYqJXxxPO34aM3LWF2oYiL91Vx6eMvQzos49Vv+JC05/bNt3DR9gWsLa9gkK7hIedtx/0PLGCIAfaF27DvwD1RPbAH0aHD+Mr/+apAGYLQvQGNFBKNg4Q3S+2XBnxtDKT8axmThrOCbaDpWPqJCdugK3UEBFbJKpQGn42/zA/KSQEEUU+M1WTYQ8E5ArN1XaNIoK0ZuHHumFPsJEltk9XtgkADOw0QNoYZx75muiXjZA9SMlkft4TQVN0oCSI+tXOjDlBg1dm1K3pbB34HNXjtWpgxkL6J8zoxTTWCcpK8UBu/gZ/lgLq1jvkacOxpImTgKdc+aSwp+eUkJZjIEcJ12bGRpOdHE0Kv9Wetlro3gsGrKFVrqDbrKDRbSOttpPV5BBWafxhTmutATPOWwQDj0Qi/etWH79zEzr3rvLP3ZlpxkgCoVEwXKqKepxVJuVwJdEyBQT+SJjjfG1ZpNmQAK/90B2SWp1qDQhYp4gS9/kigtuSBXCcL1xImttzHaHTnjZ74XQTgWISIBiNra69YkU2afw7EppQHnycQSWYMGeieAcF9nAm2BzSV8Oi3JsZK/B4VPpDisY95HJ717BdjPCpqvrDQMDc/h2/c8G9471++E9+79j9kzicgo8BkaAKu+cQ/C9KdXIxP4FXwca2lHoD1YKuub7GARr3htFJTzLRb0uU7duQ4SsWKWJ8ci5RGeeQVj8TLfvllGCYVSZlwpI5TgtEVHD12HN/93jcQRQMUOfdrNTQaTWzfvhMLi9un9AzzoN2dBVj9Z/h+rz9nz00KIgIjGBvFMWpzTcTjEd70+tfhq1/4ogE7DvRQq6MDGQwAsXXUmz9wn1QXU64ll9eOOpBPf9Yzcc755+ln2ZGjMSTgXDvvpizTSUFkssacKkHm1CCreiO4ecrvscAgh71Mikj5CTn9u5tkdHcwe8/UvMqv7Vkc6Irs1qkwRYTUERDcpKEUi1VWzCrg/e//J/zWb3wGH/6H38I97lkzMFaYjI8lgX4vQRxECCspbvjXQ3jTb74H+3ftQDk8iM9c9WU87ZXPxE+87KmoikFNEMCKLBZWOYDRgX5v/e2Po3nuNjz95x+C7123hE5Uw8X3raKkFm7uX5Yb2AGbIanWcUm78KgKAvv++j0fw3//nTdipb+O8biHYsr93swMTWvVFwq8vIjFcQQCn/vLL8WlV16J7mBogLNMDi1J93uGZ6Nqb8ntY0ZMnW6d1ye3qGdMz0uXtOfHg/vgVgUR7aH8bidToGNxT03/qB2Asf5z4LAX87dsbuo1fxhTx+iugw0D3rvIjKUKJSwfO4Y/f8eb8Iyffwoatab5WSg3IPjq9Es8kOpykzzAqW4gRyQQa5UbnvKnkmNdm7mVWt+5Tjj2qjFZjcXq2alcY/x6vPHvrAiSaycWsBNYOzyvw/LyknVLeEKBYg5r+/WgEQv3ZqhosYd0vWnyo25Ie1/GdsuBMRNwzPKAV73whae9f/MDv//bv4J6nQVXq3NyVpAR7NckfrcuqUND9foUY9fHOrl1S/GJzS/NTcZq2T2x+eWZqgawS4wiA2i5XzfnF3HJpY9Coz3vCtGMhexeTj2mmJ2nm6dMGOQnr+ubf9dWK6+N+s0nqBVzJ0c9Ma86XWkDyA9C0lvjkfLPQa/jzKusMCxd6kIBs9t2ImzO2nT0OkcZazWb3K6Qb2PypHNz61L+rKbmsWL2iTGTjV/7twc+vXkpAUVJQbnWf2NhG6M1r6Wq7s6xyQOQ1W2xmUkF+DiNBewpYFV5sDNndjJPGWOVLFd3TIrCnRyHUfAmY9SP1fzfW00o3Wt3sbL4Jrc450Fb5T9ZzuQMXl2crn2Ax8bCGwLMzc2BOs/ROFK3M/e5mMwddoIUivi1//7GM5rjP6gfugtY3XBnPbD6AppXZbp8Nn19RVUtGhnbiBtSQXqbdIsPyWp1bvLcRL0enaqQG4BVfitBN7q9k91BFlu5wLbxsgApJkPdUYIOKXzSKQ2tnToeoVENM2CVL/MhwIxB/QZgleREJldkrHInEvOSiSMZjk0Clw5YLZQwYpVSzvBk5xJYLaFGExyyAsgRI7CakLW5ObDajwgiJlhs13hyWKfLe5SiGRIMmgZWKTnKVn1S6bs0CyKwqoQ8wIiswUKMRlhhU7gm9GA0lhNrrcJAxIA8v7BS+q6khMSAgm4UYb0fCbQisErYgtdYrxFYLRS04BFYlaatgNUERzt9LM5U7TWyS3QvXXuxNk8DVldH1t6+Y66NqLuG3WeHOO/CglxJy8Vt+N8fuRFxZyAWL8cAQcpWaIyKlUFkwGqSYGd7GljVGCqR+RxkwKqATjIaaRQlYLUgjdXZDFiNsEJm6jgQm1HAqrZSB6ymwN6FFvqDgfRQqXUbMpl2Rie+bYBJOsFKJr0EHjywKqYdQYm0KGYt50G7VrLziVOsjsZTmn6Gb0+AVdYWWP0m40DAqnPddniuY2mdDKwS8K6WUtTLBjaT7UwZCYJL1LklSP7hw2fGWE3e+cf5gh9p4ALbxgkNX0ooSPJiiLWki6VxD90gwfpogGtuvA0HBwO0Z0N85TsHcXgpwbhWl54qA9davY5BL1U7moDVegPbdm1DlEToDfpKZNimtnZiVRqLav9UkG0MhG6nqzZkYlFq+XUgmtpleB/GgYEWCvhiSQd0h4TjGdxbgK9knm62I4jVStMDBokELkh7nikFqFbLWEm4LpCdSzMA6nJOWOD8OYKknDssLBDQJyuPwT31yshuCwsVGe/pKIUEUi2wgJkicM7ORZyLdRzpD7BaaoECc6/9tZ/Axz/3DfzdJ25AUCmgxnEyHuGsGvCws+dwnwv24fx921FqlNVqObvtLKRzsxgcOYbrv3wDVtfWUaREQoFs/UTGFAQjNdKVs9k66VvlyfTLDJU821PtoJXMSXlMJkfYQCFsIKHxBIG9gKUxtrPbdymxYKIsYHUNGHat8iRglLqzFgj55NSYEgb7+n2j3XXj1AE3FujydWvD51hOxQxlxc5JAfiAUmDqxGBDrvWuUl1UIun2GQeK8jdjGV45J2Nv1qPv47EySzH3dqWbWjSZcHD95PkrBdd7xELXqdqeYDGaN/cg+Gyceq/DaiuPsaw4Xjnu+PDJzDClMWGKQhii3J5Fsb2IoLGAtEjetEt62JpFo6PhEHEU4RVXX3Xa8dfd9u/JEsRJe7rXVOVQdZqnhYIC6l6PRhzUyquiSJa3Y45yLg1GkQpj9WoZtTDEWqcrwyW2tkvJN+Y+U0BYrhhbepyiR8kWqzYZ857MRq6hI9NszZJBL4Oi+wvU6zXNs16vJ7MariMCMsnodyxWHzBzzOjaukTcJ2DerfkBD3gonvH052J+cYd0V7k2fflbn8ff/fVf4vCtN6OUGjudRFgWW7XEeC1Yx6bSWu0Sa/6WB5t9SxtfM81Ytv8bw5ZABKVOCCQyeS+Vjena7w5UXDJH7AJGgxH27t2HF77whTjn3IszFpIHVk8sLeO667+GUdRHuRzK3KlWbWD79u1Y3LYDQck0STeCMqYjPHlsBdpoJLvW5mljD5eKunnGAjQzw5lts/jMpz+J97z9HVg/QW1NA5jVZqs5aK2Fnp0y+V27TzIgc1qIeWbwk5/607jysY8RiGFGLQRXXWJbuGMpgPy5ngpcFas9n2TlTFo2u0amGzid0ua/f7Pf8tqrpzNhzxRY/fiHPyUQulatCnQnK50ayuza4vXL9CwJSkkPM0DAAi4lXMSOD/DRq76I3/+9z+Oqq34L59+Dloom+2UOhlbQ4p7N+LleJROihIPfWsM7/vjP8eXPfg0rnSN40Pn3wFNf9Hz8yBPvgXqriKAyuWZZMU1PpXj9y9+PvQ+8CD/75Ivwfz97Ez7z+Vvwopdfim2zrkNChTYPilrhTd+hDc5AV3bC/MW7Pojfe/3b0E+oMzsExjSfpPEnwVL7LVunJwANY1ky83/xxS/GFY9/nBj6BG79+u7nQzYvNFbct206pzZ/fbOxNA1e3vn5uZmWa/44N/73qf99MiC18Vin5oe2sEi0cQKrK8dP4F1veyOe/nNPRrMxo3VPhUm3Zk4zVE8GRqaAVbe+qogVeKPHaf1VMvI9qJq1CTuplbzuqme4+33Fz8s8yEh9br9XeGCVxTsVO103Tx5Y5b7n26AtD7Z9wACkyX+fClj11/I/D6wa6JQHVv13bwRWuX7m1yXPUM2uiQdhPZroljiB2bkuG75fBRpJm02Yr7wmtfYcLr3sSjRnPbBqa8TUFDmpXX4rYHWL573kRoY75FfU0wVWt4JVT16l/1PAKoFCGZlF8oMY9Dvorq86U1mOGTNRbS/uRHVmbnNgdQNj1Y+vqSKVC1r93Ntsr7cONctb8+N3U2A1V0zwHULcizeCqnlgdeNrWwGrHBTUWLUCvsWcfC+7Vfqum0q5k9t3NIc5hl1st3GP3Wp/zwqkZrWwaecOf1/X0S2/Hli1a2RxFI/NFyx5DRl/87sJrFLPWOsCZRTUGUDCG/PKBK/5g3eczpb/A//eu4DVDbf4ZGA135riYDuJWbtWeDE3A7Hxhikd3QmsGmOVFUmOYQ7GKWBViyVfI8PENioGekzOJsAq2Ul0YU8FrnKQE1iVZmc0RK3KVlyI6UiMjg+CT2Q8sK2aAKkYq2ylL5LhN1IbvxzZ2RhPMxxqZTYJXJIlmCIulO1zMqYy2QOaLlXLJVRKDlh1WpkEV7kh22Zt5lBs36bJTjlIsEBgVaZM1HtMxDz1wCrfw1+vV1IBq2wh6CaRAgxW7qVbm/LfKVrVEBW6J0cR+mr/KBpj1W20PkQju1FaqFsAq2yO5QJH4KRLFiedMCnPUKLjfJFIRAasLrRCaaKyFYjXSK3wYncaD0KMVWlIJtg+18a4t4bzLprBPS4OcfzYEnbuuBs+/rHvoXO0q4WHixYB7zywSsYrQa4dDljtDscytKKsA4FVAvRkCjMY5v3gteH3rPQH4rVVCazWqmKsrkeO7ToGFls1mZwRGuJ2f4LnigC75siq7GO1P5axVbVIoMRVqTkeXaWdrFfplglYJZvSABJVqNOSzMgY5LTDokzKiLasyRWR7F6vI2PVQTpwszWKYDbZxtR6JdNRkJJYFTZuuXAzCeeNpxyD1RE4FwqolVMxVsmY7snYypiKGsv/CWA1fScrbC6MEHBG1haB+1gAEwW6o3SIXmGI41EPS4M+bl1bw/eXTgj3OtLp45obj2MUFLE0LGBtpY9SJUC9XkW/R3YtgdVUYEZjtolChdcVYsXVq1UMOz101juqAnp2HJPDTm+oQoOATgYpjuHO9kaHraJSDtEge73bMdYhuBYYUE/ZCl5fst7SoCzXabGRxTK1YIOMOwaLBHC4uXLOq/VMLfTWamVAYYJqEWjWqCEYoEPWsXSRSOaVmx+GHBvOQErVS64ZaYwds03sm+1he3kRt6+10KyN8cRLy/jCt4/i09/qiN3DWD8sRHjkPRfxhHufg/lWE61mDY1mEyMO8l4BK2sDULPg6PERji6dwEitdyWERIPUika2pLVqG2bp9ES9huoEDZwwOGPOJTIyx0jI4A9rKIYNxKWaQEG2m9l3On1VVW+pBNFHQmB11JM2lCVxZQPGM91UJsP8Y4xQP75nu2ZZpeTAaUhzlHMd0i+xkaEwEvPBpABMt1phkoBWK5Ww2OZZowSDOOM8kGSSAXasHtCcbiviBeL4YDbBuei+3++BTnDUEgxigh5YtZYhgagqLrEIQgoCQXkaEvjWICdFQKCYjFkZozgeidYXMmk5xsaIOd7qLZTmtqHQWETA1k4X9OlzYsaQMRPjV/7x6tMOxM7es8P0o3NJL/9tgCa7IUw3j8Oj1+tjOKAhlGnmcZ7wb76Xa2Y0jtGs19BqNmSS0iHz2xkRqWvDGSNy/aO2OZ29Dfg20w0WNrjGqYvEJWkerPS6r/44aRJAAJEaXGzX5DFXqOHJTolc26VBJwaoG7Dn2/eLqAjgLaDTW8eFF16Mp/zUz+HAgQsQhk184ov/gA++76+wevwoCknJYhQ5nTtmXM6dNgNwXXLCc/AJvf89ngfPgcCpT8QFJiNAo0Gd9REGw54Aa64pfYLljEtozBIYqH355ZfjaT//Qq2FfPBc+d+UNvn2df+K/qCja8DvqIY1LC5uw/adu1Es104aF75ot9mA0Rj2RYYcU86zPCagioFS/hw5cmuNOlbWlvGmP34Dvv6VL6ljgHGPf3iWmI5fTBcWhg1A98k9XzMpFdv4eM2YYN37/vfDc5//PMzPzztGNXX2KdRkpql+Dcn/Vv5c8ud0KmDVijgnP/LHPv2qkwfJPXlHv2Utzye7vJ9qAp8psDrbPl8AKgFumas5p3QyyzkXKR/BcVOu1FBmQY7zuz6DIlnhxQrCUohbjyzjppsX8OlPvRJ3u6Ci1nMPrCohd3NjNByjXPYltCLWjo1w9fu/gg++972IxgPc92FPwROfcB/c+0G7UJw10yR/HTwhg0PqNS9+L+732Ifgxx+3H0cPR/jkJ2/Co3/8AmwnRuMkGRKyJBUXcT89GVgd9UZ425v/Gn/ytvcgEek8QhoNMBoPMExGCJxDuxXOJi3+jCWH0Qg//9zn4gk/9WTJa4njp4DMAbG2qdnoV8Bxcku/DUi7o67ONiG4+qR+CwrrZkBmnjG3EdgUO3Wz78oYuROQ9lQgqb8Om68LWwBV+u2Yzr2STFpbXsI73/xH+Pmn/iRmWm2te1zrptaVDWZV/veyNcCzI3PAqkaVns8Dq6Ypq8+5YozWErFWWYS3QnyererXGv6mdRFOAEHJCqjb0jIk7i3UiiZAwjzOACwjVXiQyHdH+L1qwsSbsP88cJUHsKYM0YAzZqy+7ndejlqtIsYqu0J0Xq7YsxWwqq5Fl1P4dS2/vuWfM2q6MVa90WMm2ZADVr1sAD/La1JpzuDhl1+J1tw2Z3ZH8Kk8oQpmoGq+gDBdTJiMw63G3ibvd1IZCvD+ix4i1ZzMB3UF/81/xFjk7vgyjRK13zqWI4kejIPIWF07BbBqnUy2kLjvO01gNX+Efkx4IJXsUY1LtwYyVvLFz4y9qmKo/Zlq73fM1Lx5VR5Y3fQzzNdcp6EvRNwhsOrNgV1niuIryVr44tzWhc38uWf7siNKbLpmuuvshyf7x4z4Z3I/Ap0zxqphTh5YXVhYELDK91Cmy86PuJf5+bz6tW/9LxqRPxhfcxewuuE+bgRWvaGEf5ttTpsAqzG1VguoFNmSTwaYvW8jsGp6abaJngSsltiOmUgKgDgTE4xeZOCqB1aZno+GA8faJHPPtU6zMsLuZQ+sjiMBNCUFkQH6oxH61MaQFhDb1phMpVholuVCT4mBJDCqN3VECaySqRGWCW4RWDWAUQ63semMqtKpNhgDVqmfwuPlOZD1KakC6mJGBqxSCoDO7j06SQYlB6yWpf/Wo1mQGKsEm1MMCLQWUrRrVQNWc4xVgr0bgVXTWLVEVqzUcYROnzqtxrojI9EcnZlwjgR5kLnJxIXfx/bb7jgVY3W2Xtb1ZXhMcFfpkwABAzsIbq+N6HRPYHUG8XAN933IAi68eBbfue5mnLXvHHz204dw8PoT0kXlb7KFtOkZq8MIa7S33wxYTamxSrAXGWNVhAXHWF0dDAWskrE6lwNWV/oxRuPUgNVqQRVD3mtKG/DvnbM19HsEVmMBt/WSaSZpg3GBMselB1bZvsuxVFbgbveZ43t9mANWOeDowBvZgmxtsAY+8/0sFNi1o0REJM1dsgF9QO7ZCB5YlRRAP8HIyTnwfpKxWqOxWxBIt5RsJkpukC1MgOeDhwzgOp0HpQDSd/5J1hlmgQI3GY7BRMZL0hwsJ+gEfRwerOHEYIDvHF/BbavHsGNhFl+74RAOHhsirQS48dgAo2GMYjlQ6/+wj6wNuT7TxOy2eSU8DApHgyFKQRmjXl/mCwyUJRqeAq12Gykq6Pe6GhvS9jS1TPtbIKtpKtIdm2YQo2Ffn+W1J8jIOcsxz5b/sN7AOnUq47GYpmSrEFGlvhzbW6n5S6Butd9DSs1UJXITUIHgIcdilVIMpbr0lzuDPmrFijTGutFIkhuci7zn3GjlapvEqBUSnLNAeYISjvcCzJSHeMGT9qNRnMVbPnENhnEDvdUlPOCsGh5+z53YMTuLbbUWdjabAl2O9bvoHulidXmAzjpZb/MYUBepRH3nMSpkN4o5YeZr0mLL/3EAjbWgT05LAceYoIXps8asHFRqQFhHWqrJVE/JklrgvWiptTEVRn1prKbUWJUnJmNGMlZtPbcDMdda6fw5Rigvz3yPSsnG3CxJc9TmiAGrglgFRinQkUCSMZcy462MsSqOpDODmoDIVot2DDyCz/lg2fV7ifQkRqpLPvQ8NfZcUKtEzcADM2k08LWc9l3wy2TNDCIIsNJwiACq2B0C5Zmf2/mQMUvAl0VDrl4TmQIrSFLqJSmHCJrzCJqLKFbqGrs+kRbbwLkN//JnP30601vv3bN93lXf3X4tPW4PJKcosWhVZMFurGIH9T+p58YHGasE8RhIsx2fBYC5+QW9/9ix4wJdG42G9i2LB+yPgs4RWZvU+7Okl4APgfrM7En32AJ+vk5wNw+0MYDld6+srGB1ddXp8dncHTpNPI0Jp3mn3cW5OfO/1SIa0DGabNRIWqZ3P/9eeNovPAcXXHAv/M3H3o2rPvoBDNbWkFIfmEY7vpjkQAyfsPv5pN9yOqKeHcXjl27amICTMTf5HjF8aBI5ilRk0r4xIuOULELqqUcYDkcmuVCuCLjevXsPXvqS/y4nb81PE5RFvz/Af3znq1jvrAggI5ARVqqYn1/Art17NWbyoEY2/nOjZXMgZwIW6RxdMuI/bx+fJHwENhqtBj519cfxrre9BcVkJOayZ8P739AM5DhjfOQkHqiLq2vi7nXWhuiK7XxfuVrBs577bDzqiivR7fWU7xMs1CNXfNxqEpwaTM1/asLmyoOfW3/eCjz+9a0B2PxvTDP17szEfeRlD70zbzvpPWHz3KyP1TOaNB8yNyRCIjShY1xiHT8qCgUFVAIWckoYpgHasw/D5/7pNThwLjsu/ErqAU3uAUXEkelblypc22x9ZkfSZ9/9MRy+/mbc3rg3Lrn3ubj3febQvmCbAZp2UG7tNBmWVz3/r3H5zzwYj75iPyNQfPf6Y+iOirjPRfPuOnO/5/rB37e1wY3QjLHa7/Txx3/453jXX7wfCTfoNH1mJtMAACAASURBVAJi6mEOEbHzxoECtk44wJQFJnokREM8+elPw1Oe9jR1gHG99ol2HpjwFzuP4eTnUsaBc8wqv4VsmdCraDYNFk3euzVrbytg9eTfse+2+bw12Do9x92tIXi6yUPXhfEgW+hRRndtFW//09fjZ5/yE5idndV6xIK1kQTc/ptpqk7Pg2zuOGB1I+jn/+0BWANUrd1fxlI5cFXr8waZAPvcpIijNcetRyb9Y8djRbgUS0snJM8iEo32WjPjNWDV9ieSWfz18ntWnt22Gaiq++LyQvv5AGdqXvUH/+MVDlg1xqqOX/PCg02Oyep1bR0Jxt/KPFt14xq21fW3zh2TdUioxSwd38m9JLBarNVx+SN+FO2FHU4D33wHptn9kzj61IvbaQCr7osE9m82XvMViju7om7xGYvXNnswf7DYNb9v6N/OvIodtSSXDXtdB6za8Qq8KxQws7AD1das1uMsxnZzd0L0zel8us6tqYKdOrxOPr5sDfNjmvG/Y5Xn2aoZsOpizClQlSCrM6ny8gD+da6tm0kEnIqxStzBM1Z5Dp6xOhQpxOfXFjsZY9VicP/IX+et92q7X5vHMpPrlCdaKHfKciY7Ll0Xb5hLEpM6rApYWFhUTMz3szNC5+vAVd7XF7/am0Hf2YH3g/2+u4DVDff3VMCqOvuceHbWoqKkw3QkB7HTSFVbOjEQC9M4gD2bzwOrCrhkFMSNzKQACESVEDspANP9mmKs1kMZNgz6PVQJ/FFLcUSg05I6tgJb+3YJY4opC1gti6FIYHUQpVrYmBSzysBpON8oqe2cOqgEOwnCyMXdA6tMMsslVMs8PpqBEMhl1cL0Oe13yXajDlUZPf4mYgGrXDmNsRqjUSoKWCUY2RtFDlgFas5Yg27FstIRYzLAgFX7IMYM27sKNL0aGWM1oJnWJsAqkxHnbMnv6TIpHpChFKDOdmuQJTNhrApYJVIcpMZOTYroxgRWe2hS37RaMcMuMZAJIpgFDBcWkwJgAm0aq4jX8bArt+H8C+bwrW/ehL37duPrX13Htf9yRPeWgUBYJrBKY6IUK30HrCbTjFVqrFIKgL+blwIwJp61mqzRYIXAKun5bBstEryOsDIk8zDFtlYNbQKrCuwDHF0fKLHY3q5h0OtJi5VGUDUyVkXI823FlkB5YJUBpbR+HbDK+0xglRqrXGhbZKxKfzXA+thaCDYCqzK/8oxVD6yqDdlmz9bAqr1CYDUksFq2e9ChIZR4hk6DslDC392WE+C/k2u1Aat/6jZ2noGJChOISOORGNTUAkxKCZbHa7h9uIbl0RDfuPUIjg9WsTg3g69edxDDUUHj4PojHVWsiyWg3gglBWDi+mx5rmDvOWehM+qptZnarWkUyRCj3+upmMAH5129VkezvYju2pq0JcmgNcaqohLb1JwBAyUEeAJGKLa5oytKNhiZVKzEFsg5tzZ9BosjboiUaGCQTqZZAWg361o/jnd6ej/XIVuXIq0lLDpIjJ5gX4mFF7p42ljp8/i8yRNF64UyEVhN1Oa/jQz4eIi4GOAB587iFU9/CG65YQV/+el/xw3DAoYnjuORF7TwgAPbsaO6iPbsDPY2qwrMbzx8OypDYOn4AIMhAeudcornaXJjT9lu5EKJLI2SWLyFF6rCCow2oFKBn4vEYumCmnlVQmC70pAcQFKuCOjk+OS6oRnvWJdicRNY9Rqr1JVlQE9tSqevlekiyRzFQEvT5wIWulyLTGqhpAM2Iy2vtcrVvhzQ1MbWP98CSp1t7h8isTrQ0uuiEVLm/uFs17LRz7Z8teS7RDYfTDFg9qxJr1Nt7FqaFbo2ZGcKQvC4wO6LoKe5Ssaq138yUJjmX6Z7rVVfVW9LbAcitLJAl2ovsbWGfQomlhexEFcKJQOA2izSYjjFm1DypPuZ4qX/97N3cmZP3rZrcTYDAwX8uuRXEC/XpRI7TRL0BkMV/riHVYmayOjKWtvZjs9W9rlGDY2ZGSyvrqs1f25u3uYjtVPLRZTJ3KfSbETQkIE3pVRKYl0ShJURyGBgrFWa7lm1LdPbVBGKhbdmE2Ss8n38bYJuHtBkksviIh/+8+Z2bgG4B2qNkWtmiwW6mrMLYKWDBz3wMrz4RS/DRz71IXzi4x/BqNsVSE5t34ADUmC5JTOeBeXHj09C8oCrB1SzbhzHUvSyBQRWvaYo1xLOJ1MOpUwKZUW4Jwfo9QfYu2cPnvP8V+Occ86xfUFAAOWVxrj2+q9hafmYpAA8sMrrv3vvPpQqjU3HxUYpAP+mzUBWy2umzR4yprhkQ1IUWICKx3jXW9+Cf/r4x7BtfnaKjegTPn2PJpcxce0+TZho/C0vAeCTM42zfg8Pe/glePGLX4xKpSbweWMLq1aMO0ic7+h1sRPz+oKbyAJMX1CnG51jgN3xRJwGYvPXfqvjO1NgtdrYn3VXKBl1OpfWWqkZ5go6xvi3zo2KujQKaQ2VoIphmqIx80B85Z/fgP0HfFHMfdbFfOL3x9QMHMoJPklKOHa0i907Q6xe8y28+VXvwLcqF+NVL30aGsvX4bzH3QfFWmjlL9dZxf0gGcZ45Qvfhyc+61Jc8uD9SJIi1le6uPofj+Mnf2IfanUrVrE7yT8cXKfvEluPHgFrHbzud9+O//W3V2GsOR7JbFP7RCGRhFUGBKhg7HRWEav99AlP+Sk87TnPMVkxXqqMJXYyO3QzwFTzKKe/a/PKAzGTDr+NY4W7xFZzcNM56lt0NnyRX6c2G4sZCO1ePBXQuxmQPDXPFHONjdWIEgadLt7yxtfhp5/0eCwuLm7JWM3uXW6+5oFV/xv5QkV+vmfgqi/KSGTUxrdfg1mQ38hWFZg6xYSdFBX93PMKI8vLBFatq8oDqRPw1J6j7qStadPa9aaMNAG+8vfDA6v5e3OmwOrrf/dXJVklczp2VjDeVVF4Ett4KQA7vxwpwIGtBpLmTK02mIvlr5nui2JbYxCzE0evb5ACSEolXPHIx2Fu207HWPXAqnaTDcPyzNilVoSYfNbmoX33SSoDd7Qo5ws8m713k31l41lMfSwnDZQHOwPJAIxNGonseAGrq4rFPd+Yhq8zC9tRbTpg1Wus/pcDq9adJ1m0OwGsbsVY9fu4X08TB7hulALIQNuxAyczGQJ2DZtWv4/R+Fl2JDGX0l3V/HJFac5xZ8SW36s3W1Omb+UEWJ2WNdqwo+eMsdS1l2m8WmHcgFXnH0SGr8whi9KCVxekAPWcka2TFnvGS377jkbhD9XrdwGrG253HljVoPfBsnufLcSWINiiYm7x1I8cjI01SgMraTi5Nk8OYIJO9l2uPVQ7nDFHvRQA2x3I9vQaqwThemMDJ1lJpFlQMQzR73UE1BFYpaYpW+05IQjmUme0TL2zDFitCEjrEVilLqWOyZzqeTyzzZJAEIKfaWAJhE+GmVQQfCSwWquw5SqQI/GAwCrlGhV4OLCZi1ihrOMhsLrggFXKGNDNvEowrsrkOwXb3skMY5t3nYyemBqr1pZEKQAGwUOCRcE4A1YlBUCwiZ9zGqueIaIwmO2brtpDILETkbFqCV2jIkssAasMkTIpgBI36FggNYHVXgIcWe+hUS6iEZKST/afSSL4bU7AqmesRgm2zbXQqIzw6Cftx7adRXznmkNoz9dwy01FfPHqm1zQYsBqu15RwrjUGwjglMZqzryKUgDUMeUYIou4WbXjNo1Vjp8A66MoY6zOE1gtxDKvImOVgO9GYPXIOhN6AqtVtbyuDwiYBqipfdcAh2nzKmoExjKc4TiUfAJB85gawtRYjRywWkBdeIJp0/IzHONiabsF25tXkRVBKQAmyrw3yvpVWJhoUMpYLI6x2qMJmgHg/Gm2otfKbO0LZCJDppuAHLXAlvC+W84UWH2TA1YdwEsgMuG3MyiglmgZw2SAo8MTuLVzAjcvLeG6Y8uozjRxZGUJtx1ZQ73WxHduXcXRzgjFoAJKdFLfrd8l/GlmJWy923vBAWkuMpCtlUL01+gub4YoBvy5+VsqozEzB2okcgNnkBLHPD951ApkYoBNlimrh7zWBDCK0sskKGcGA7pnbKWmVmxKtq8xFeQ+zkII2/VrFTESq0mCXXOLWBsOcMuJJRlEkS3Gn+LYoIwIJR3GwwGqZKrWGuiPaZY2cICeoF0x1skESqkXJtA2QKWQoFoo4aFn78VDzm2j1Oziw//vIK6/vYe1cYTZagn33tHEo+9xABfu3ol6q4JSPMTx24+iP+xjd3seh491MeoXESQNmfY5GEkJj8BT5xnhA07lYr6FnkmRmJ4EnA3K5/8iaqjKvIpt7CWg0gLCJsYVCoaYLAbnqdgyxLXdPDEpgFWkw57Olyt4SQUPRa6uE8EkFKyV3lj+XD0Wepwf/HcgNrkCeM5q6R7x/bzWTGic5IgkW/jvifyF7ol0kQ0c5Z8hr7s7X807X+gmQGsb2DRgqZMigGoGgFw3CawWCgm92rSncNXhcbOdiysmzQjNjIvH72QXCKQXpNKEOOH15LuL2hPUaZFwrWeBjvPK7xU8IrbfU6ebwGoFQWMeaXUWiRjTvo3YKISemfKiz3/qtIOyHfMztic6kw8Gs7ZPmFEkb4a6OAaRrmO5WJFGOffsai3MwFAFle0GIpr0rXZQCquoVUJEoyGqZRoqsdXYNMDJvqSpgfYxx7DkPZRuF4siND0YEgCZrHsWqNK8ryymKmUAlAw4gNMH8EMCda5tzSeyTjHLgnPXwu9BZMYZBIg5xsYjBswB7ne/B6JfiHDN1/8F48HAFesofcGFwy6x/12foPPfno3hZQC0B0YETo1Rx+c9cC291XJZjA9OIHuNxdpY44vdLyoypwUVlvj+Bz3oQXjkE35BwbtPHwkcjJNUwOrRY4ck0+ClAGZm2th71n5Uqq2pceGv5UQaYyuG3ORc/e9taV41jhHONHD7wYN46x++Ad+/9hrMzTfVAaD12AHk/NuSKy4YFuvxGhlz1QxR/D2SNmOaig3NZGUUDWWE8yuveDnud7/7a5+cACET5tAdA6d3BL5O2mS3mlD+Nwx0MimAzX6X8cFmIJnpRZ7eMZ8psBo2zsqYeFnbsyRsvCOLxRk6fhWxFAUCRe6BVRTimvbImbmH4Cufex327TdWpz1yhSklkglGA1sfb7puGR/70Fcxu2sB59ZTfP5LX0OyeHdcfu/9qNzyZez80fvjnHuch7RInUaLc7jWDta7eOWL3odnvOwpuO9FbZljBqMCPvDR7+PBD5jHvrPrOtZoxDg7RbU+MdqRiZmKUgHWltbwmt96I97/kX9koIh4PEA6HkhiJaB5ropb3ojIijMGeDF2j3Dlj/0YnvmC5ysGt70xD+BMz5mNHXvZPVcx0T8sD/KPrcBMyRW5NSY//rYEPzcBVk8LmN3wW0aNOPmx8Tuz8S7wkPJQ3K+LGPX7eNMbXouf+snHSeeZ65H5aBizUWvvJgzzqWKGc6rnUfjPbPa3Z6x64E9FA0qXeWmRPMjqnttYjFHhd+qPFc242C8tLWE08sAq9wcHprj1XmuZ72jLAau6eq5Qne1DuU4heYhvGAtnqrEqYJVSAAV2R9h4MybfVsAqr6mtSxsB07wB1cbrnV237BeccSC3Ke7DynHt2nNNj4IAj3zU4zG/ncCqjRFjrPrdJJsJmwCtW62808+LyenWopPmR64Qkv/UqfaHzdidfgxO/XK+tX+LQ91yfjszJ5IepoBV16VrESXQmt+OWmvWDHvZReevnMgPds21bDpQX/PLzZfJ+mOM1fyx5EFe6WM75jXjUQ3bnHHVZv99KikAD7xuBqz6+EjA5B0AqzxGz1jN53/KoZSnedLYZBLl76uXizn51pwaWPXXSddxwkTJgFWPBeSBVV1D5vXFoiskkbE6MUbUPNLAKuJnX/ibd25g/5C86y5gdcONngCrC1b/kmmHS4SkyWLtnEpIXXumNFbjBP2ICRrbuA0I8m6DxlK1LcGSYN8iZCZSbH3n+2VgJaYgW7CtoWkwhtr9aRpVD5lckEnTR4Xt+cWCjDXY4k/GLPEUgiBkmvnqA5kzZJuSJToYkrFqwKoPttqNkkAQ6bfRzVQaGtYezgA1D6zS0Clia388ngCrOhUyVsm9KuizPPK5ZlWMsu4wFhDL5Lylaj+NPQhgFSUv0OD/8TklvmxhN8BvJNHBBDNVShkUlWzwc7zqNUkB5MjyDsSolAws4Hv4fes9Jnc0gWIbounYis1KADNJxMbju0MyjtICiHUeX+sLEGtVy5ICkCmWZAC8EzcEYK6PUgHG2+Yq2Lu3hCsevw+NRoqDtywJaO935/CJD/wHhgMLWgjeGrAaYLk3wrKAVTJW6wgLiQyITnTHAn3ofWCMVbamkUnJcWNgYpdjQcZCAeYbdZQLMdZzwCrNq2arRR07saTD60PpE+2YaWK915MRGu936MxtjHzgArACGaums8TxSCMIAmsMxDheyFjl7/P7mmWgLoZwQd9JZp21iboW5jgW0M1rzvtJ86oBqZFMMKfCDTNcKpdpYhZhuUcA146HjNdqya4FD4PzQG1LNHBI2LJ75sAq3vGWSYudLrBprIqtyOp4PMZa2sN3u0fwrYM3Y6Xbx4mYEyzE9d+/WUHBOCjjupv76EfGECxVCjKm6veHLokuSL908aw9KJQLWFtbR7PewKjTx6A7NMajpD1GxtAtlVGsGGOTx0OwhtfElh0PrNJ8LpJJWr1ex5hg6XiIApk4sZlVce0QLBeUTf+Ukh48rgFlAyxhLnCtKQE1zg/q+RWA1SHNu6z9ncUZ3s/hgGsNW4vZA0nQDGK9DF2iJ4xIxG8XzDo5Ac593ju2sT10/xwuO+9cfPH6m/Dp796mZLZZAnY1mnjgvgU8/O67sXOmjh1zM8BwgMO3346lzjJmGzMIw1ksnRhgvGKDJjOIci2bAfnLAv7csmrIqhthdnD2FNdxO/dI7DwWkBJExRLisCVwNSlztgViGcnESoEeP+NAlFEPKaUAhn0UKK9A2QXXFmpBhgF3vPZci82MiZ8GtvWZXBvQWlGiZhwf7iNiRGgdtfVNc12azq69nMcp1pQp6sZpwbXdAwOnucr5YMUfYwzZfRYdydlj2TzUtXItdTwuYoz8QzZtpRDJKLBC/WkWNhwQWXJGXMYK88mLk0lgtwbbYpMCePSU6mCC303rWSDL57jeEoTVefAexEBUCJHWZ5HW2kipmSvcwAqOLAj4a/Ssf/7kaYdjC+2GxoQ0UwkuOhF+AsNcv8i0lu64a9vneFczHxOoUkHFDd77FsHOagnrnZ6OuVAiaGimiHPtFuo1mlKNpbvKFne7xgWUwormkJyVxZowfTa2VpkOrt10FkKZNBKMJFDp2+oJLKp9LEkRjUbZ92hfdyZtAm3cQ63DLl7h91MWhGOSeqtiP9P5mxIiMzNYX1vCsN+XyZZGq1pdXWDu5rFv+Vfh2GmQ+XZ2Bt8GrNoxejCXh8LrzbWJnS0EU/m6me5FqBUDLNSraDWovz5CtzvAeRf9CC571I9jcc/Z+iyvP9d4fo5/X3fDN3H7oVvNlKgSolatozUzg737zka1MWOprEsUNOY3MbOy1cBVIjaMpAwcUExmibESOUo7cO0cB6jNtfCNb34V7/ijP0TSWUGzVUe5Qscvx+yiW7YrkPE5k9Yh4BWbrq6ALs6zMriFVOtV68BYWxdAyzlKo7KnsUX7qU9VTGgGclaI8Y//KmD15ITaZ1oTtqkls7a/5383S9DkmJ27+FlsbHJA/p7Y4Rtrf9IqmwfvApwpsFpu7puWAmDM7ZZ+JeiOLSpw1RtxaY3h+lxDISWoXcL27Q/Bl770J9i9w/ccuJVU32VggBzVo4KMo3q9Er7xb7fguzcfRLVDYsQqvvG1azFcX8XuWgePfNIj8OAnPAJo12w9EwKQoLsywMte+G68/Ld/Aeef33IgUBHXXLOE2w73ccVlO0Ri+LevL6OXBviRi2dRC3kQJgfEpJr77eqxVfzaK/8AH/3EP6MUkgk1QEIZgDG10ieFPTk3+44Hrr/jEdJiAZdccQWe80svRsqiIvcbx0DMTw27Q16v280f26VMeiil/Jd9YrooYfG3y45EHjDfLa4vHkRxe7SkafxYmAZ0tfe6Y7BhNh01+o/54/THbm+bfFceeNFv5V/Lf8kmbcVepIfrO/fxaBDhTW/4PfzEEx+FXbt2az0Ss9GtmRzjnps3AVOnFxxrybcf83NCbe5unk9JAUjCwrX3874SWBWbMmfM5uTPDIi1nCj7OwNxmY9yHnNdM1O2leUldQGmIhQQhDe2vQezTHvVa6m6q7zhuvq1UwCMM3r2C7LWAH3fmWusvv53X+kYqya145T/XaBnsZVxNCbrlplk2ugzBrtd7ZNAZvea9PFzUgIuErOCjbw11BeS/YbyoAS4/IpHY8fufQ7cc0WPjDWbjcbczd98nJ/McLV5p1jXz8GpqsX0+M6PLn9vJ2u0F+h288evwb7w5OJhX3k/mbg62Rfya/fWwCrZqmMRIBhTjgY9dNZWlVfZfChinAZozS+g3p63mCTHfp2AphN9ahF/cu+ZmudbwNb6Hu3HzmTNSXrZOJ/8UVzmiqECTnXs1lHE+CkPtPoCd+y6iOzfriVe/80cmZ+fdAgY05vmnmSam3mVDKKdeRX/VpHdSVSpq8eRw7J8ZooWwbPPFy3ze2o2Wk7iTOeWUbt8bjyRiJHlRpnOspNOcGuBYt1SSUVvFn/tFyfFC43ToICnPv+3phe6H/J/3QWsbhgAHlh93kXzk0TFbRqmpWeFFtOgc07NKcG21AGrBIQsQCPbUS240VhgnfFcbdKbxqoLzCl9KHDJgFWxxAiOEmCkxEA0Vps3jahm6gQGR2r3p/ZhNBqgPyagaYEI29oFZgkEsdbTaoWM1TEGo3SiD0UWZJqiWacUQFHJIkEvtpbSGMgHPARvCUDSmZ1Mn3hE4JXu7EzwjT3oYB9tzEww+JiphwII2Y4/ILsQiZ7jy0xoeW5MzFrsR06MdZsqrbfEMaJLMb+nZuc5HIwF6jHhoHwAZROsOmk3kPukgFVn5sLj6/SHYnjVwnKme0vdIrIuySzi87wLFScRQNxveb2PqFAwbVcaXjm9XGFdApsLAtEJrNKZfmE+xgMePI/7P3S7QOGl40tYOjZGvbEH//Deb2N9nULPvAdFtGvkvgZYGUQ40Td9yF2zNYQFsnhHON6JEUn/iyzbQgasSlyeV4ag1tDARW5U8826TKjWh0Ms97kxAAuNEPP1kqQACJIeXhuBXibbm02sdProxtS/pNyAN9+xhVGBUEDszIJp6XSWC6afKfOqGIMI6EYxKIRPYKxesrYFspIJnFBbL0vC1JIeCGDiPRsSkCc7m1eAlV9n4sFxxrEeVioK/FeosepAIhYJ6uUAocwDgCFNslziSpBDwOqtZ8ZYxdvfam08TIOdPhCDTGp4FiWtMcIt4yP4wuGbcfDYMhabTRyKYnz/0DKOLi2j1mzi+PoYty1FGA2de2ghQLVK50TqyRpzjRtwtd3EwvbtOHHiuHQFCTh317qmo5aYHh/HscwQKBUggyayAGPJB/jNy0TYXVtfALUOc9x3ux1Iy4/ts4OhWNqcWySIWEc121HKYswaoMOg14ods826Wra5yfM7hvFIjEvOpVa9qc/wS2gU0+33sE5dLhfQCqiU2ZWxO8UScBqSZPZU2UqFAs7dWcOBdg3XH1zFUX5fuY7hoIvzt9Xw6HvuxYV72tg7vx3bZmaB4RBLyydw7c03olVpYGd7Fw4dPoZojXO8jBIZUUqeyGJgKz75zZZ0mS9DLnnKZBRM8kIsHrWm27Xl+hgVy4gqDSRhE0kxROoCbnljClzgvXVmTVEPSW8NGPbUbinCNpmr1NPkHx2DAaiSEWEDoQNTd/bJ5J8Aq3yv2J8q0pkLKFm0xsaQOIVpUqUAxT8ogsHiWZQQyAQisWhTDEGXThY2DEI1Rqu5WYtJwePTfmX60sai5bFwryHISwkAA4TDwkhsVcqMkGnM/+ZYKqPvmK3uXluJECnX6CTQnsK1aUjAjS2paYIOagKmOK7stbFYqvQhHqfcrwoYFapIam2gNoOkVLZbJ9ZoybSCUyvS/cJn/+m0w7S5Vl37NOeUAmi5tXM9M1kM7g8DrqWxtRmquMNEthhIw5dAYD0MMddqoxcN1ZpP1iGvOUHDmXYb2xZmdP/X17vokQEqPUfT3OP+xECaBSfBNA4k9yAlT0jsZXaYVKyIwYdMs8iG5NhxoGU6NodmriU+MVAC7MAAY9MUtTZ6Zq7/2zN2jakEuafzGKi97NvcrMtgkszo2FQkMxDF2kU5jizJ54P/5v7rj9H+bcxbA/Rd6zXHVjJGtRBgtlbErtkmFtstYNSRJvslT3g6DtznRzEadbJj4BUTsBrHuOGmb+P7t9yEMDRN1iqB1VYbe/adhVqzbYF+zhBxs4Hir5WKJDn8Jp8gaidwurcZA5x3YVxCqVHCpz51FT7wF3+G7fUQzToLjpS2TDAcJRgWSuhTMoCrBSWCNOfsnrDDh+xdMpwRlzEupQhCdhJQ9l3QqapFBFYvefilePFLXoJarS4Ne4EhYoicjPpsDnZugg5NXZDNGau8j/aYgD7+306pccv558eN3YdpGYCNbKIpRpEDy/jcox5+yWnPb82V5t7sc1uBztnzXq7FozEpTXHY8RFi2+y9cfWX3oYDC0x+x+ilTISJi1YUR3E0x9S+T2h0N0AQsvgSIIgCxEPG4D18/cvfxqtf8UYcO3oYj73ndvzSS56Dsx//IJRaLfTjANUAWD7Ux8tf/m783h/9HHbsmUWRutQB0Fkd428/uoaHXRpi/64a3vxnB7Hr7Cp+5jFtdS1ZHwW3Ws7xMVaOrOGlL/0dXP3ZL6HEGI1F8jSyQqxrK/Vt0Vov1N3BOKOPmfk5XHTf++J5v/QSFXENHJse1SO9IQAAIABJREFUN3ouK1RSU9aAs2KBIK4r3CG04ILxhSv02P21eIqdIDzuAgtaEh6vIUh77n45jUYPgspE0R5bgTaTQuGp32cdGg5kyIxhbGxmQKD/LRc3ZLI5GwyxePwys0zJOk+QDFP86Rteh8c/7lLs2bPPNFb997puB38tN47HyRybZpVr/+f6mwMI/Twy9rfFyyz2++cFsDriTsZgVQxva+EE1LU13eKyiR4pT391ecVprBr4Y92HLp+VRAS7TYxUJNZyboywRLrxXvmCvfpv2PFmKLPWwF993vPOaH7/wWt/zSTvONcUW7n1xV0zk121tUvnydKDWyuza6XPTPRAs04MbyKm4vdk3cqvY5PrOF1w6kcpLrnscuw9m9I1EwmMCfg4RQvMxrz9xx1LA2TAqJU9N+0MyLOCdZxOK9w6KTJ43xXqqefuJnQG0roiif5yyISPlx1SMblpvvvJ8I+MHLbhrgaSAbA/zPejQR+dtTXluQZSM+4uoDk3j8b8gtrM2SwzAfqmiys8L8aQXvpos0E0/YkJy9Wzd3yhgH+bk72TVNtgNJVv7efvsUjlWao+ZlP85aScCLx6IFUmq+4488CtdSaRuMV4iqQ1G4fsfqJpZRYL8nlSzWRMZ3Hg1vtZLse+E7Nq4x48VWhywKoVVSaAs/9aX0BnTEdgVfJzDr9iPOzJecQKnv2KP7wTR/PD85a7gNUN99oDq8+5cDarLPpggm81jVWn2eK8o5VAxUAvMtYoQQ1qjnpgla7CBAGMVeI2AtderhbrsbXqEsRkC3ipyO9hSmmAKQEl6sCR1UJgtcd27AL1DwsYR0P0maTSZ4STmCwStaeYeYhYKiHZOfYd1kxLPQ3TD2zV+T2lDFhlcka9VX+cBMcIrNb4vZzzZMUl1HV1WhzajC1J5MJF0JGTr92oClilkzuTDi607Uaoqy2tzCTVRG1WLHnwwKrc7FN+/wZgdRg7puvmwCoXfJ67v8JMnLuDkaquHljl3sKklSxaAquSAMiAVYLYgYDVUQDM1muokHkmer6BGMaGMb2ttYiGYBG2b4vxmMefi7PuFgJxhM7qOg4f7GL7jrvjqvd9C4cPMZg0YHWGrf1BgOX+CCf6BlZOAavdGGMaeBFYLU8Yq7xWMs4iy2oQCfzmOFxo1gU6dkYjUJ+VnfbzjRALG4HVcoptzZZYlz0Cq2KDTnSTMu01tpnngFUC6RyH1tofiz1NEJXjf4bAb8U0F/nciHS6vDA/W9JZgXOePhzDxoS2hNvryzCpJGuLgCTZlytD07DlewishgRwHbDal9mCsQJYyPhPAavvfKsDVV0VnyzqaIRxcYxyoY4T3dtx7egGfOvQCYSYQWsmxLUnjuO6Gw9hGIcY0ZSpS0B7JE1Vzl+NQQXbBWuzcm1VxWoZ23btEpjBimerXsegP0QxICN0KGCVYyQMqwKAeG3CWk3BdK/TkblVUUCrv2cWn9VqVVRrdfS6Pd0fGvJwk+eGSDaFTLGyeMrAEW2gbmXjGlWrllENKxhyXI3HaNcbAoN6dODSg+tJWcfCAhHZ6lxCGADIEd0Fz/kAR5quhSJaNNAqBmjVyEAbohVU0W4u4tqjaxglEe5/txCXnb0NZ881ceE5BxAmNYz7XayureP7tx9BJS2hNA6wtLKOmVLTWtiZ9Jo0shkEUpuIoIZnKrgDcRZKE/amSxL4MsM+8uuZOERBBVHYQhK2MC6VBRLympFl6Rkcsirk9B/3kfRWkQw6ardk0YEAINd1HlNZ/8213uRDWHTgL1ESYfcgBS2zCKZSTdRIsV7X1FhNPuYVCOxMt5jaRelI94RMbgGSCf/wGA10FaAmSRqeG1nnKUbWU2XJba6FjmAqgVOCq6xpcb8p8zik2zySnnU1KKEcFMwMkAC5dg2VlSYBuitgeYk+/S4LAQnXdoITlKMxJjuPVUAmdZp5/RN2YgQYFkLE1TZQbSMWY5Vt6cYgIU+MwGoJCZ786dPXWJ1t1gSsMigU6EeWv9rQreA4IiimhcaKmmQQkjHOfW84Gmh8z7aaaFRDHKWzrQqXJoVDDePFhUXpKff6Haysr2tsMqkhC1QBNcGIzPHWWkR9kM95pkJqkeYkdow+wfZAMPdRgosCRh1rNA+sCkDJDEnMKZrjwDs58/gVl3gdLze4CKzyN/qDgaQLqHfq38v358FTD5oRfPagowdWrZUumjKu4rUUQ9VdU2mXx5EKlPOtOhZmalhsVjHXaiLqr6HaXsADrvxZzJ/zEAwoseHlD1Q0seP/3k3X4sabv4tqtYJqJVT7baPRwp69Z6PRnsslIKaDrodnZGyI7aaTismKJfBACay19fq2fZ1HtSz2yp+/48245gufwQU7Z7B/xxz2LDQFIFx742Ec7AzR5zpZDiWxoNbDoIhqGJr5HyWH4ghHj69q/Pd07bgWUBbDpEfWVtfx4Ic+CL/0kpei1Z5VVwANyILEQNr8I590bQQrT/VaXmN1+tJ4aQorkvuHMZ1PToZOBfT61/LXeuPx2y2asOAe/YjLzijj2hpY9ezGDUCyNkNb0yhdovOLa5ht3h1ved9r0EqWMRj1Ecxsx649ezDfbqBdB+YqLqbWfg4cPnQMC/OLqNfInLC50V0f4k1v+CDe+qZ3oz1ax+POOQfPfM0Lca8fv0ytGywurd7axctf/df43df/DPbsmxUQT2A1iWJ87POr+PY3juFnnnw3vPuvvoMrrtyNyx86q+JoyEqv9i9rEz1061E877m/gX/+yr+iIskqM0o0dir3LRZgLGYTmOi0xqNxDwfOPQ+79u/Hs17wAhUmuMd5Pe/snniGt5tLVj8NVOyNo7GMMSmbJZ6ewA8Wq1zCL4dpGtmK8q3ODhTKiJIiGkJR8ow7N+4yKZvNmaaTwWGF5Y2PKfBgi8JJfsxN/bfRae2wNoJe0ldlMc2A1TQK8Kev/3085kcfin379k+AVYHeHrz1bNRpsHorYNWvlRuBVQGA0sp2nY857VSBrOokm7SoT4oaHoCdXAh+F+MO/35jrC4jotyUA1SsXdqk0rwpsQdOsn3MdzVssa76jiAzXmPh1YpCZw6svgq1kCQanivHmAOJ8zqy/rxyOqg8vFMBqwKy3d5pXUV3DKz67+R5rfcjAav7D5zrWN8OSM0XKE4SQvXj9jSAVQfab9Qm1r7s49xc0c23xvN1AnnMBZgjCeMm8EejSXbw6AnuUY7OKzY5AxTrrNF88vtO9v0TYHYrsI7sU+5zLEpzvEXDAdZXVw1YVas718ECGrNzAlZZMGaxM38+GwsrGp9Ok36zTSKvp+73QisuWY6QB1a1zzt5AcVSyodszfQgqo+xBK7mitkT8yqvX+2AVV5XFk9zRe9pkNKA1VKxbPkEc+w4lTFpvshODISFVB8/bbUh0hzYj8X8ezbek81e2xgrmOGwMdXzBXv/XR5YZbHfA6scKr1OF7fccovOgQArR8Y7/vYzZ7SH/6B+6C5gdcOd9cDqs+9pBgV+E7YWE3ORNyMGR4l2Ts5MZmlexecFogpYtcoiJ5CAlxxj1bd+cJLRzZ2TisBqoRALjCCrje2K1PNkuz/1UblIthtFgWsM/uuVohirvTGrIMYtYLs+NyK/KTJooj4qwdJpYJUsnpOBVSbDBHOtmGzg2BSwmkAgGg2sxIZzgABbYtlGTPYUKzMEVpm490expArIRG3VzaCEWplbAatbMlbvAFj1jFU1otOJ2AGrZHnVZUTlgJhi0UDmHLCq1mk6NycFrKz3xbBtN2sIU7Iu7X6LdeSq9YSd10eUVxjhrP3Aj//kBWjOjqWdOBr0cdsta2i39+Mz//A93HwjjY08Y5XAaiEDVhkkEliljqgYq5QCgANWKwGaRBWTsRnUCJQviLEqYJWM1ZYxVk8JrK6PwK7FRTpNdwcCVul9XSlNBKizdr8csKrxWKbOKUEfMkWNsbo+HMs1u10roiUDJbbok+VMNrFNJgWFZGBqPFurGMeegFWLICdVyA3AKiUSaODD97BAIY3Vop0vz93YeP95YDV5+1sEbPm4IZWQP4GWIg6tr+LbnWuRNPqojUOUSjP41vFbcOPyKm47OMAgbmC525eR2NqAjCQDJPhdBASYENtGTbBZ3YSYXVzUtel3OloFkohM6YpkABjgMujgBsZkXW22bCWu0Air64BVa2sycNQKh2KtV+uIY2o/9RFWTc+QzuTlUijdTBY7eGy+IqtARIGki6tSFh4qYoCyTblG5mWlhH48Qn/I4yKTkG1oOdZHZgTkgnvngK4ARSx2Xo8iZoISwrKN43EwxI6wjkFaxpH1dczNbcfeeowH7i3jfuct4MCOfRh3YgQKzAq49dBRjDojlIYWQW5rzmDUHyKOqNVION/cSX3LPa+HtWz5ljEJRli6pGBq0k5Ijqs0VqmNTYOtcgtJtYURDcsohyHw1QdhNk8UrCZ9xL01pL11FYrsOKh17VvqCZYYE7hEDVPOMwKuQYp9w1gMUYLBoRKm1MafKD+GBQWFsiNgmJi9/S75IZQu4Z8Ag6SoAhD/8Di7DlhlFTwiAJca4EpWrmaKuhactRnZ8AJQWTBKxZSnDImBqwE5pgINq6ycOw1W7XdZg6NrDbBN0bFFDHBl0Kr2QR43YvTGESLOAYKqkllJMKCEDCq2p1GTvFBFXGsjDmeQBqEDVn3hMkY5HaOMBD/6qc+ddvzF/YfrFANVAZligJJZbGZfLEKNnM44i4J8jfrCMoxKxmjWa9JPJUiw3O9bAYHfwQ6IWhUzzRZG4yG6Q7bUW3FG116sejJ2CHQbSMeHT049+0Ja6JS0cSwFDyqqYMGCCKVBysZeFWLuvsOSBmM+2LsMzCRTSWzssQX5Yr9zvemb/If/DNkFBCd9guFNsnycoyTcsSYswDa5ojxjVWAKGU3jUQas+vMT07VIUD7AXC1EOyygVS5grhVq/6d+ObW7o1EX5ZkFXHjpk7BwzkMx3sBY9cyim265Htd/91q1hHpgtV5vYPfe/WjNLmZmLQYgOeatGy0+hvGDx5bNCaDnn+cc4/jlb/JeqjDkGMONxRDXfP3r+Jv/+S6s3/I93OfsbXjQhQewo0XGY4ivf+dW/MsNt2ElIYuR8kEmZaDiVrmMVq2MHbNNVIsJjq7EOLi2hltPrEhLWWUXSZgn6He7eOITfwzPeOYz2YphfkIs4ucYWflJkAc3/b3dLOGanjhbaax6YNWAx+yRMyjaOAHzbK7NJqdPziaAz+RdG8HXKy+/9LTnNz9Qae6e+tzmLJ+TwVW1VwcVXfs4CnFg74Px//7tz3DDjTcq9gvrDezfuxMHl3tAKcYFCy0x+7tJjJWVDm7/7iHMzS9i11mLqFTY1ZSgmIQ4cWgVv/4rr8enrvowrrz7hXjc4x+F+15xKb7w2a9ivGMX5uIy/uLqr+I9738F5lrGsBuzEJekOLGc4L0fPYpv37qAJO4iDXp47GN24BEXFzHbIGGAa4rJahy88Qh+8RdfiS9+/Zuo1tiSHykv8TIWUWSxjAGrrisHwGjUxf0f9CBUZ1p4+rOejfbCojoOfHt/Nh9yDfqKFcis5R5ahFj8d9+/H7MtAjReb3Oj5A7Py8YuwZaltT6u/e5tAmAzyngOIM2bxfl1SGM5azvNg1Fe23cLdvYpWOnuCk0XXjIGn4Fj08AO4weuKZRjoixIAX/y+t/Ho654IA4cODdbY11q6NirmwOrBiydPAeyOeuZgzlNVL8GWrw2Mabyz+efy+aUlwPwv+ViPYfDWgE6JbCz4gr6tjdF0rrk2k0RMUe80V7uJRk8YGvgq6Is/Yb/23GkxWwuqNhPOR0e65lqrJKxSlKMdXt6nU3H1s2uk5NS0sH4ln27zhNw1eLz/B5LgEsxne8Yyt2cPCi72dq62h3iYZdehrPPPV9dnqY3MM3qPdlh6jSBVbFI/UZmjMapubGRqino2djNmfSPztHutz89FgmseOiY0o58xXMgmUBeMMJcPcvXxw5+RlrXR35998clkFTyZfScILA6xPrqinIS+30zZ/WMVQ+sTj5/MmM9z1jduOfZfJ5+eCDVpBTsHnssRD1rOc34Owus5pmrPGaLsaaBVYGkXHMZKzn5gjxjlVJqXEMlBTCOxVj1YKxdSyPTUT7qVA8PrN6ZDXOzImf+c14KYDNg1ceM3qTUA6scN91OBwcPHsTKyop04nlr3/Y3n74zh/RD8567gNUNtzrPWPUi/H6Q+ZTdSwFwQGkiM6Fi0utYo+osp9Ov01qVYYzTx/HJslv6lXhGY1vQqGdKMITAKvUlCaap/Xs0Rn/AFuwiZptFDIbGYqiHBFaH6I6sNdQzVpm8TxKwzYFVvR4naNVLCJl80mxCQK4BvdbtyclO4yUnBSCJgdSAVbV1WzJjS6YFXwRXOVE9sEpAuM+TSCJprPK4e9JyTMUgaoYE4YwlK6U3pxloUgDUZS2jRikAAauEOyApALIZ820VxlgtCUTwwCqlAAisEjgic4T5YlCYAKs8L8IPTHDFokwLWO0O0B0nIOOpqvM3ZpoBq/bdNBVbG0GSAve5bwWPesw+tduXAgKrXRw9NECStvCNLyzhO9euahOTxmqNDKUCVvpjHO+Z2/eu2TpqJQKr1FiNMKL2LFnGFeSAVaoTUhqCILu1w3PRnOcxFlN0o0jmVbxvZKzO1ygFwFYemnFFCCsBFusNLHd66CUpqmq/923lPjiyfmB+N09W49EDq6psxeiOUqwT1C8WJDfQrFh7g0B7B6z64IUaiTTJ0rULeNxjc6H1zuaZbg7nibF7yL4msEoAyRirBYQEVtmej0Dnbi7oxsorlsp4363kAJ3e4/b1o0je/mZj4TmZA2nzFoATq8v4+q3fwVJtJG3efc0WTkTr+JdDN+PG433cfgvlEEJ0QG3VMfo9E8uUHp/Tv5JWapFzk5IXMYUU0ZqbldxBn/egRxZqKr1AbsTUZiTjTO2vrH7SyI3Vy3IZiUv02fLHa2ubsQNynblIoVDFOBkh5MUiaDSiviIBjIIYgywaeL0/XineP7/JWzGGusymvVVRWy1Zw2P0hpFpozF4VJJvEgJe88hgF84rzjtjrJseNcdnEXPlMmqFEtJyjLlCAeujGIcHBG8rWFxoYHcY4uHnzeHeB1qYb7aAQR/llMy0Bg6fOIHu8Q7CsWmLzVPbchiJ7sjQw9rqybQ0oygenZWunOGHIi5rgZQGnIAXg1W4VhIwE+MzILDaQFxpYlQKlRCOyVgVPGiYlgIfXse4h5TA6qCrwhmZ5XQLJmDKdaISxGKqssgUinnOecTngX1DAzNNZ5Ut43bcFi37oJWJswMs2R7pgFUmdgT7CEiSZDniccfWfr8amEQA5xaBVXGXnMmVCoEZ4Gy/XQ5iVMSiJagKVAn0OmC4wrZ/An4ZI8SA1CmfEh2wNgcL2HW/LXjXXJJByRhRPNJcNcCXgDC7EigLE2ruck8YFUOMq21ElTbiAotutgbJYCogsMrrmeBhnzwzYLVEWZxSSYUKsYfVnm9wpO27prElvXKOLxYVR0PUwypmZuo6R+oS98asb421llUrNHBjWyvQpU4pgWvu1WIM00mZgKOxun2ix2tjwb0zB+M+RfkBaqs6HVXfSq8czUkEmFyQ7cO+NV/f6pJKD6wa0MmuGQNA+fDMV2PDW0FGLFkXuHtNV74uh9qIkjX2OxuBVS8FoLXDjQ1LYMwxNs+E0OsyrgP2zDaxp11Hu1pCo0q5Fxtb2l+oJ1xt/X/sfWeYpGd15an0Va7q3NM9eUYz0iggCYGQBEIEY2NswIDN2kZEmzXJcY0JJmOCExgE2Disves1BkwwYIzBGBsBClhCo5wGTU7dPR0q59rnnPu+VV/39AAzu78wxSOmu7rCF95w77nnnoPNl/84Nl70VER6pkvNhy3/lvgdPX4A991/t1qe02SABoG0pQmsFsemh8fjtYWNk2jTyrVHDj7XDd1hPDdM5Lhu2VgmFa+DQCzFKPY9eCtuvfFbOPbdfYg1yrhk6wbsnCygWV5GrdZCpRvHQ3OUOOmgHw/MtZpFKjKcI0AhGcem8bzinAcOreDQYgmLTe7NslMx5ny7hXq1jp/9uefhRS99qUlsD7RNh6BSOFE6E2t0vWRq+NozmUqdzlj1oPr3kgIIg6urASkX3YbacsM79NoE+VyB1UR2ZlXL5PrAqkat+3oHvDgda3aBtJtx7N7xRNz+nY8iGm2jpZZRSs70cWy5jHg2iZEgKc36hXILS6dKWD6xgC2bZxDEWUwHRosj2nPbvTi+/vWb8cBt+/Cdf/sqrrjmUjzvCU/Ax//24/jp61+Me799Lz5y0wP44tffi6JaHRwmw+J5u497D9axbyGPkyt1LC420Ilk8KRdJTzu0mnFgxrTvTYOPnwM11//G9j7wD4kGD/T7tMViXkfWKhlm6pnrEryiM+3qnjq039Ca/EvvvglGJ/e4ExRh3IA/j569hvXGLkNUGao35ac15V7dmG2kB4CstQfJeDQ7bsuMK+7aoXD+ZUGvvmf96DWZ+HQyXe57huvY+ohkvA40hJqC+CQTRoGQkODagD0OKQl/Dnhc/Ibbpj56nXbh3qvti4YmMW1nQXmLqK9uIDV6669HOedt3sArIbXrDNJAXhphvAYXTV/3NoUBvX8Gqg/rWJpekme4ToZ3hdWf4flctbRM9QQLpVW3JpvRSAC7DRmTCSpC8zinjGf3fbjboRfV+1swsw8v6ZyNBYKeUmbsNuKjze8+tXh6f8D//yed/yOOqoCemEoxrPxZNfCS085fdPBvjj827CoYzII/hqpG2LAWLWOo7X3Rb+vQsLdNYxEUKo0cNXjn4DtO89HJAyEDeI4x2BddaZnCay68/EfYVr/Q3D1NEKskyvxBda5uQXMzc2hUi5hdHQMW7duRTabdkZbvHc0IbZY3+IMdojwGlsh2M86MrX92B2MYR/vrZl/Q2CV9CCg3aqjXFpBr8t8xKQABKyOjCLHoo7rJLI14XTTM80rr0O6zlwfLA9r/iZAMwSs+q6dMGPVCCoEQlczVsNt/2s1VvU5LsbywKoIK8zZnLFoeE4MgNUEEE/QsJJDyoDVFUoBOJarrU9W2GUceoaSkYv7hvcnPLzCMdgPOsGGGquesGNrgc15uyc8v1WMVco7Vio4deqUivYiAcVieNMf/e0P+rX/JV73I2B1zW0OM1atHcPYOOaO6eSzXeukX3g5L7hg1JVPGYtKxiaGR+i9BFl9i9lARJ2TjAkedSsFrFqCniTThmCNgFW6FxNY7QhYHc3HBaxyImVTcSWCVbZPD4BVq+jJaVxsJZMCqLd6MlsieMjJHQZWvRSAACunsWoi68KExDzMJAhmirw4AFYJc3pHbLMscpXtHvVUjbHaaFsSjU4L+WxSySnlAZhwyyQqyQQDaHZ4vFG1vhE6I7BKQITt82TcUqNTwCoZdmcAVmn6ZVuFtZ56YDUVJARaEzsisEoWLV2WKR3A16siSt3PfhSlagOldg+j2ZQASLHRCCgLsHDXFV2UmrzfHfzET87g0keTHRgg1m+h1ayjVo6iUovhoe/Ucdutx5VAp5IxFIKYWrpXGh3MV034moxV6ojSmGuBwGrfGKt8rpBOqLVCAAAZSTDW5ipgNW6GVsu8pm1KAQQYdcAqr/FcheylCMbTWSyVCaz2dF6esWpxqiUcxkA2J/RVjFXd5x5q7QhW6i2Nr7FsHLmEmas02321iPtgXMl2j0ZuEc0BLtWSs9A9PgNjlVqInRYW62wnNoBFUgDRPtIJbslR00R0BtYEZ1gF/LvD1DY8uweBVXzkBjlSEnaT8VYihkqjjgeP3IulfgO9RIA0505+BN8+vh8H6ks4cGwFJ48B5UYM3RTPu4loJyZDCN/Oz3GUSqaQTKXRajTQaNYRCeLI5LPIZLNo1upYWV4S+z2TygjoKJXIanYtihQ/J0NY4zIpMIxIQ4wgqRNM59zl/eGMYwIVjVHvjK83QFev63XELmERQGzCTnfY9uskTVjI4DrB4kmGshiU5CDDmw7lyZQYh1WeA0GhmJnMDdts1WCooogZydk66R2ZqVdZiCUQ70WRH+ljx8w07juygMOnSpjKTGNiLIvtY0lcs7WATcU+dmycQazdQ3mxjnaDLPwmIrUO0j2a1mQQ1CskjdDQWcAlwUEBhVE2oXsdMQMSybCxYe2CBM1dp1WlugGTJa6F1CiNoZVIo5PIohVLS+O4HTEjPgGrCu4YqBFYraNfW0a/VUeM0gtO1oJrhMBKSrFE4morJ2BJYJW3iWz5LU0GVdYax7ksYFXHKGqaM/dw7IJwS7M069gKygCQGqsEhF2BgW1pXRoCUJe4r5Z7KvvKgEuM1wiiPcek5ldRYibSGWhHp6SlShDYJD8E5jtAS3ubqK4sJJ2pim7FGcozGMWuY4sHNf16bRUPJLeg4zO5kHqHAKaTBYil0E4V0SGwSgaZWBIxa48ne7ZPdnIPj/rSuUkBEFj1bG1vEiVWAaUAWBiU0SIZ20nJ0tTq1BPuYSSfVaGn2WlKK5nrKoNgslppzMRAkvOLppPSVPVOyk4egUG3TkJAiNNE1hiNIS3NOANWBaAq0Cb7wQJrn5sZlm/PeZ1U/hsGMrWUOjZ6s0mJGANVyUjlf3Iwdu1sXBPMcZZspC4Cpz3LoJkBMhkUXgZgNfBlU94DtqvBqzDTMcQQikWQQg9bRvLYNJpBIRVHjkVVFepoUthBOh3DSquL9MbL8NinXY9k3FiwAmxDwOrcqWO4++69Ao7IWqVsQiZNxuoWjE5sABkcmlMhNupAfNYlCErQnG5kmMW6qmCuRIzjtoFEvItMJo79+x/G1z/2F4h2esglA7WljmfTiJQrWCnXcXz+FHKFEVQRxTHKsVCjmftTuyGTDl6zfCrAtukRTOSTOLnQxl0Hj2KuxjgmLi26RKKLIJNHKlPEM37qGXh3IZMqAAAgAElEQVTyU586MK7TyhAikK4HrPqEaggiuKQ4BECdC7Bqg9fAmPUea7/PJ2PrAUffb3c+VykAAqtaQtdhm53+nY65qtdzDjDZjaLdiGPblqtxyy3/E2MFUrU4VhIoL7aw/+gBAYoPPvwgdu3ZjXx2BAcfOYp0UMCRw0cwN38A22e2yVzz+OJJTG69CNsv3oyVQ2W85qW/jKsvvQivv/7ncfzh7yIeCfDwfAkf+ObD+MQX34bplGwXNW5lqEfJr2Yfx0tNoBjFwzc3sLBcxxXXjGJqJIlCYIwmjtmH7z6AX7j+N3D//n1OY7WDiIkV6rQ55z1jVYmy2wcJrD7/F38BRxcW8HO/+ALMbN7iDLEstxkAkKG5RKmCeDeqTo5WtItcMoarL9iF2SLNt6zwyD1nYWkZ9XYbsxPjyA7MmMg0iWKh3MbXb71bwOrwO8hmdUVEZ3dlQ9Yho4O5638f6svzVWFxjFVgbIhN58fA6cAq17QQe9a7rK9lrHLfVVs7z7CDeD8QsPr4ay7B7t0XrAJWPVD3/YDVtePV/z7QtA0xVgdzbJ3n1gKwYZDWyK8KHAfzY7hO2PUUY06Gjm59lzKckXkos8U9mqQAz/qzEaKjFenC4lUDeJm7KufUptXD6MgIFpcW1DLM59/4mtd8vyVg3b+/m8AqtbUDiwkG4LDfHwRUDfVTVV4Pga7DazLUmh1cUyaDTiLpTFIA/p6G1xd+fqlcx+OuvgY7dhFYdRWPwdB16+X/sxTAqqq74wjbl5AU4KfJoKDAP8XyqFSr+PKXv4zPfe5zuPvue2UQOT05ief8zLNw/QtfgKkNBDRpcueAWrX+MzHmPWWCz33Ys5AJSGv3RKdreZbJMrhHaI8xYLSn9n7ua4xkOgRWV2he5X0wDFilFMB6wKpG15rCiJlLWVyz9uELp+HnreBrxX5+1iCmcKQPM1lzsmgqPtnnh1mpYVkA3+nnn+OCtx5jlbEXza/WA1ZTScZw5iHA8UO8Z1kSCQ7IdAQKX2jX/HXX4fS9bX1g9UwTbDA+wkWCAXDqzavsOg2Yve4a+evEGHFiYgJx5ogRoFwqY3FxUddBhqvxOF7zphvOaY7/sL7pR8Dqmjt7JmCVLftW0aFrOBPUsC4LGXQRaayGgVWylQgkMgGjXmWYCSL4T5tYD+2WJdwBzasIrLpWup7aC6MCpepNMgXjGMkZsMr3k1HHth8PrHK1lRRACFjlJkhgkmAiGX9Uy1NVK8RYPQ1YFdvCzo9BHyUK0mQPkjXXgZJ7SgHQpMEEz32gY1py/OxcKin3eYJpNbZKdjso5FJK7Cp1YzMRvGXSxUW4qY2cvVnWNkBw7ayBVTrqOWCVrC6aZFFLj4xVXlevsUqGJeUV1gKr1F4ksMqEb0TAcF/gCAFCtU7STbzXUWtuuRXX+f/Ciy7C1u01dFoJRHs0qaij206hVInigf+s4Nabjgq4pYFYjsBqLIpSszcAVmdH1wFWQaCLxl3BacCqZ23y3oxTriBOE60OlgisUmM1Y8Aqmb8E7U9W2kilohhPZ7BYqqHeJ7A6lAJYD1g13Uyymxzg4oDVZi+OlXpT42KUjNVETMk/NYKlvemCKwU3BFYNq9HzZKwKWNX4s+TegAQCe2SsBmLuhIFVSQEQWCVjNRICVskoZGIUT5w7sPqhDwp84lgj6NaJ9HDoxBEsVecQGcnh1PIRbCimcKyRxSfv2I+Hlo7RxQHdJgHYKNoJmqs0UEin0ej00Ww0HJM0JnOVdCqlajG1SqM0fkslMTI6ij4B9MV5dFo9ZNIZgbDUqjHtNzIFaDBlOS01+8SkJaCYSJhua48sTNO55XimzqEPitjeyI1OcgDtphzLCUS0qB1LfdRm0/4uDUMzouBaQPiQhRO6dc+VKgI4swS1gzgalIAgGBWhC7ax59juz0DCgB1jqyvkk5aysZ15b4v9AEEyhUftKOJA4ygOHWygGEshnZlCoTCB8fgpXLExjku25XHV5VeiOtfFySNHUasuo9aqIdEBsr0U4vEUijwGslXJdKfxEuFRnkekZaZVLkw2dN//uhoUEHdVeqx2jQioNyMxNBJJdOMZNGMZSXHI3Z6Alys0iIVLxmq7iX5jBWjVJPtB8xHJP4j1adqpgfRJ42qrJ4Nd1ycSxUYnacA39EWd50GappUHMHxyoqTPtWhaXEvKJC8+11sCqwTi2roPzXag5JagKtc8HjvrWF0wmCV7jl0AZIGSjUhAviMWKBlYBqqaWRWlC6hzKu8uy8xsPkvjbU0w57KxwaVmIK62T2rumt4fC2naGKT/Sn1YFjA6aLaTBmhTbzUaoJUkY3UEXUpOcNEQW5OSBREkydPv93DeP33lrOMvdhwQWOWDQAONj7ie0ODFtF8twOZeycIb9+ZSrY5UIoFiLqsCQb1lRm00LRFzK+H0ymQyxrWNLATTi5ZJlWNHs9jhenMHTPZkwuYiD8kDmBwXpmNFtqYZffBhjszGxCHz1Lcx6v0J3iMrsvDYeNyc1w3piZsuazabHej/8dy90QDBYoKofPBzqPlcLBb1nhMnTth+77RN/QUfmNWsYYopkQoBEWGgLcr9Dj3sGMtj82gOeTJVE1FpNEbjcWSCBKhU8N1jJ7H98h/H45/5S2jVqquAVd2beByLyyex98471IqbSsZ1D1LJDDYSWJ2cMbY82xdDhjsiTbuHTywMWHXmoSFGhl5GGSUN5iaCVA+JeBOddglf+fIX0b33dlywbZtYgA3uF5S0Wazi4IkVdaxsmp1CJB3g4RPHUW7TPDSFDItgoB56S/qqW8ZzmCykEOmlcP+RE7jv0EnEEhnJDaFfQ3F2Gy678om46uqrdX2oZR1jC8w64IjWWScFEZ4UqwHv9aeLrfWrH2EAxgqsIfaWQCq3trv7HwZw1vuW7wesDkCu0Hh6+lOfdNbzW2N4HWDV5uVqTVq/N1gTlsl2cAfhmOq04ti55Qm48asfQaoYSGM7Wu1g8eBB7F8s4Vvf+BL+/aav4S3v/RMkahHc9p934sUvfz7ue+AgvrN/CRNBBvvu/hIOHjqB637qWShuGsNlO/fgWdf+OPZctgcfeMvv4vBX/gPRThxzDeC9Nz+E//OFN2OMxVPKfbk4iXtMvAZ8c+8i5kttPHSgh1KvgSvPT2H3tjQu3DGGSJ/FEeC+Ox7B83/+lfju0eMCVqWXr14Fi9vDib/OPQSsvvyVr8C9+/bhuf/t57Flx04DwxjXrrnPA8Yq8wluJbEYWvGeZJmu2n0eNhVziFA7GFEBq0fm59WttmV6mrZWKkgatNfHqVof37j9QTQo0j8Aba2FW79LgmktoGqvFJA0GCtDIx9j8J0+z72u4np/C0tgnglY9fPLDmwNsIoA73/vu3H1VRfjggv2nDOwqluyBuhwlMzB8+ExrLV1ja6oJ76EAVZ9rogzPu6xvNJA1dXgVNm1Ihsb2HJCsEgVDxAPUohTo98Gj9YE/+BnscjIOGotIMVvJfg/Uixgfn4O9VpFc/FcgdV3vf21Bqwm6e9h2uvuiIyF64DV8LWyPXQtkOrOJARQm0mmdWF5YHXt2iV+x5q1hL+vlGq48uqrsXPXBbpeusYWGg8LUf+PwKrkFtz5+fEymAdkgLpCiGcYqnMsMYaP/vlf4K1vfTvm5k4hmYwjk0nLz6HVaOGlL3sh3vXud2BiclRrX6/b0j1XcRIkaXVwz9334b77H9RevGF6Gnsu3I3Z2WmtO5TPsnsQkuYIz0NhCtaJydi802qYeVW36XqcHLBaHDFglTGOixFXFUeU89jYFfiobp/V892Px7DGqp+7tqbZ8uGvjz4npLEaZqz6cezBU5M5IlFpaErl/0bg2H4eSgF0WuwoM6PWMwOrjBWdeVWnpzb6IQhsa+AAWHUNw6uKJYPujxCj+AzXJLy++OJxeGyH11PuP/6Y/fH494SBVUoBkBTG6UBgdWFhQdeBsSaB1Ze/9o9Wrcf/1X/5EbC6ZgSEgVX/J81TP689kUe6dcYGkqocmXuOsEPGEoMZbkcEp9guSBaidFYJTEhUz7mwS5fNgn4y9JjoMSGnzh0XcSbPYn3SXAdxjGUiaPZMA4csEC5eYqKK/U6tONPF9DR0MlbZhseWfAJwZGKZLqq1t2ZpCiETLLJsYko6ae7EgycTix6/PO40kyFSajtcdGhERMaXI7ENgihrByYylE8nkU5QD7aFCoFVtoikAgEQPI5qx0y6RlIpMboa7ZaAAbLNGBw0CTBFIsiz9S9IoNVpS9NUZlTxQG3itoHavSG4waRQmp7M63t9adHWadaUSIgRw3fwXKj1SaCPCwKBYxq1MOhi6FFvtLHQ6iIXBMgR6HbfYTqrbXQ7SYECZBHnxnp4yasvRTRSQqxLXc2S7TndAEcONrDv9kXsva8mQJyt1mSh8jhrbWCpRkZXD5P5lJjH1J1drJGxSjAzIhYEr1eU46XTFnOCrf4EVglSUMd3LMMkziQJltu8rl1M5tKYIirba6Pe6+FkuYmRgMl2GvPVBlrtrgAV+i74IHdY9SR/lzqNtqkRUNY1dcEt2bSlalOYwUgmgZxrT69SV9Cxq/xmaKC8ayyJRSV3QZYwx6gY3vwOYa6m6UdnbG5kKzWOZWt1p0YiNVZTauG1ccdj4/gleMQ2nI8f8tXQH3wpF2OVwCorqWR0BnEsVhZwdOER6RoeqpwU2MLg9YtHyvj8nafQLpeRiiaR6kdRjZrTLqUQYqkkao0q2i1uqlb9JQiazWYQjcdQrdXksE4G38hYAa1oC812CyvzdbmdFvIFOQ23Gibu3usTYDB+AINEAge8ltbSbNo+Q0aCtcoYCZiBZwKxgM7GbC81w6FUKq1rSUCFmohDAMQVhozCJeOedCotTbRqo0YrDCVFYr3HAyQZQFJXmXOfSaEzR+KAkfwGgyAXDKY415NJjJCZF42g3u3hRKuJiWgMGzNxzMzuRK3bRDJoYvdoGldumsSjt82i22yiUuugW6mhsVhGr9ZAwFW218dEPCd9TOmm0u0+1Ba2ilVlNFAHXDrxUhf0OuVox+Q0dgVNNsg068QD1ASsxtGVdZJpWGqZRBfNfhMRtpS3yoi2qzLliPYTSFIpMcL5SK09slOpT2oak0pH5N4bxawbpqsCHMdgVfqpoMszQ53zslgARiGPsIjlNJ65CHoH3w61YrkWO6DYG/Fwr9ClcNVwHgwBS5lXOfCBRT/phTvzAuqcqpM5yvlvLWKuj/CMk0v7ogxLwolxD7EOi1AMiHmveOzGxG754+UxR5JoJwtoJQoyESNjlcfE/UD7jmMnT37+7IXxC/m0FdKcGYMZRFkQyXXEMxlUcXcGV5xL6VTSukXIDiZzR5uJmUBI7zT0YDIq47AugVXHthTzx+vS2X5DMJCgrtY5B4Z6Zrlv1aesCa+gZ5hyPHi2Ko0PyBqwooklNQJAaSJTq+k9PgHUdySMVcvX8338O7+HRlXcPzkOuI6wUDMyUhC7dbm0IoDWgmxLStiOrlY5jbfTgQz/nWFQVUF5oi8X9M2FLHbNTKIYWCGPXZPxIIFodhyHjxxFNJ7Hj/3Cb2F6w2ZUmpaEDxImBxKXqxV8546b0WyVlSQG8TTS6TQmp6cwuWGrY/CalI8BCH1EuQ5zXY+YURnnEGcjYR3NCW4eTneOr+E5s9AArKAQbyGdS2D51Encd/NNyC7sR5KdBi0WLnvoNDro1dpYWCqjXKtjZuOs2Hxzi6cErmfzObXzsbjUpFREp6Pimc6t30SzHUOt0laM1okBK50Ozr/2J3HhY56g8/IFR7sOLKCtZoufCUD9QYDVMHtlCLgMGV+nJ1+rGatnAk1XfbcHdlwS6e8JCywci1EWJLleqBrGwlgU1z3ucT/45h165Vpgdb1rsPo5blS2poXHLNe5iTzBA1U9lPBTnqfZImO9KTb7+NiYkm0y2JlMcj5JvIpAiwqjJr/B12ydmcLx4yeVH0yMTalbhNq95WaAy655Ej7+ydehxxShay3Kko5hkawDzJ+IYO8dB3Hbnd9FfnILNmxMYyTbx5Ov22QFxVgXe7/5AJ7/i6/E4aV5xBPcK2gCYzEbj6fXb5ym38fjI2P11972Btxx02346Wc/B1vOPx/q2dKi7wHMoYyGjUDWHdiFAY3zRCyBx16wGZvH0oj2bdbQnHa5XMFEMWe7TkRqx+j02QEBrNR6+Np39qHsZEkGXDzta0M5jsEaM2gLNnSE83NYIh2uRf71HqAd5mungzB6rcCutTqqZuJrW6V/jYuNWcRWwZt+FC0kYxl84H1/iEsu2YZLL75U43nwncPq7g8wlsOasaczrhXBuMLmWnBFv7uC9uB1IaCWQOF6D2MoDq9LpVQe7IF8lvrnQTKHfruPI999EN3Wsgg83C+iUWcASe8OAkhcXyUL5cWVrKMhnS1gz0WXYXZ2Axbm50G5Ae5B5wqsvvutr5NBJAFCmoIaG5XnZ4QI61TyfaSO9MScnDGXaeq4rqCIzTc3P/w+o8+TKZYLGfWesDarGU5r/DlmLD97pdTEhZc8Ghc+6jEqkCloYnGAOrwqfrvOJI0n+/n0x/B+GBBIzX07EF5LykVZPhDF4lIJjUYT6UwauWxaOUq/U0OPRf5+F416A8l8ESuLZfz0M5+LBx46jGJxDO1WDUGspz2X5rSVcgV//MH34AUveYHWHJIURAWLBbj/gYfxoQ//Kf7tX/8dx44cMfPFTBYXPeoivOhF1+O5z34mRkcLAPWc2Tq23hkxRmW3joyv+ujW66iUaNJkOQsf7ORIF8hYndL4EX1Kw9LABAOoFXRr9bF4xGJfu46r96TwYXiQ1S6n5VACC9Vx7P5TrEp2pgG2BrDyd4ujVzNU/e+UarH/uHcZEGuvJzuXz3tzMH6uz1VFgIlERGwLm3py7zCN1SFgzHjTx24GCrsigic5DIDV1WPJjy2zJF4ffA6vsf71itNcPGyyH8OYWHQnnpuTAmCn5fjEuOJfvp/HXlqidi5lBjk/k3jZb/3hD7Du/dd5yY+A1TX3+kzmVQNJyAGwatUuDjQ5SPfJ2rNIhJPJqmk0nLLFnwEHg6gwsKq2I0TEqiRYRLCQyTnBPrbj8rPDwCoT/vGMuUITAF0LrHKBJ+BGBqBE650hA02uaB5UpfmPbSXG8Oh2kZPbrgGrDLC4kVI7kq+jzhQDI9L/04kAQUAmIhNTMyIiAGZ6fm5BdFIATLRz6SQyiZiYthWzeUee4Gysj1q7g0qLzJAIislAiWyLQasHVhFVGyYnfj5IClglK6jaahqwGmOSaQuM8hUH7jB59UAr2ZoEdc8ErJIFzOSTDfYGhJOQSFZkG3P1jlr48kFUwKqvgBIYoJkPGVd0hty5J4PnXb8bteoiEmwE7tfQbraQiKZx/EgD9958Anffb9eVZmTZpJnuEBhfrHeUdE3mksgm49JY5XMCVtmemqBMQkIMQG5MfYHeNIqiVmlXAAQ1VrNxAqst6bbV2j0Bq9PZIbA6FwJW58LAqotGw1V8MRccy4DXlsCqBR8WjLYJrNYcsJpOiInETYnmZKzWrU3WJAzPrZt6o2S2thmokv1L4NvaWVTlJrgRmMnM9wNWtdg7kx5+7icOky9xdg9prN7wPgPn4jQt6+PY4lGUW4uo9Zqo13ooTqRwsFbDZ+48hlv2nUC3Y2Ml0k+gFzGt30I2j2iPWmgAW3EJxJBsSNMpmeFkkmIgNUpVBRvFkTxtiMQgbdephdZELptDi2ZqTVaDaUBjzFdebysUmC4vAVYDXQxEcTXyELDKdSaOGPU6mNQQgO1Drct8rwEpLQMefCTp4hmZtcTY5kyTN56lLWTWUmjBV5J6ulynegTELD81kIfmGX3EqUPGMdqPIROJYCIJNCNp6bJVWk3M9DPIZRO4YHoMT7/sOiy2ajjWWlCh6PwgjgumRpFOxdFeLqNdrqJbbaBfbyNOSRW21osXayZ4aqL08YW5an2PwNUG2SpgyDFvedxcC7ts4U0kUY9SY5WgasK0SrW+SSxCrEsCq9FWCdFOBbEu9fXi4AxVuz8NTKQNaoE9x77mg2uLnGkycF7LpPJUfxdk901jdS2IRaaSaT9yfLlqvJNl8JV4JjwK+hy7nI5pQ5djC0oNtAwdmxJg33nB5IPFBB7nUKJADNszBGzWbqVQ2JKJEBMwKhKSOURbi7XprxprgIFpH+1IAp2ggHaigA6Nu5QIOXdUrgssmAHIf/Zfz26C8z3qjnB6u46hqSKoM5XzAOVqYJV7Ehlg1qLb7tDkikmOY8CE7p/VI2wtU7HHAase8LY5yzll4KaNB66plhwaU5Xzy8AZjjPpFDrdLd0vp3caJLieGMDmEwElKbyyvh0rQSja5iT3NX4Xv5egKd9DUJXfFyTTqFUr+p1F2Fwmq7W3RvmNWk3AkbR5nb4rQVW/HoVvggd+/XOrQLkoC8NRTOdS2LlhAhO5JNIBPZkswaBW5Yljx3DhxVfg8c95JZLpPOodMzrxY5//8rVk1X5n782oNZaRzVA6JSWgksDq1Mw2Z9wljR8dipJnFt60itl941an+9Oj0RyTvqps3yy5CNDvsXjIRaGMXKyLdCaFamUF+++4A939d6nbgN0W0pVvcN4TmO5LOiKTz+nesTBsybtVdtV1wH1OOr42Z9lFIn1nttMmoijXmkiPb8TFT/opjG3e4cwTDTS368mk3MD8taCmFWJWr3vrPbd24oTB1cH1Co9rB6DbZ7nCyjoMu7XfPQCAQhp9vqjBa5/N5rC0UsK3b78NjxzYrzU5mUpKr/jDf/D7Zz2/FZ9kN6y6NsNjWh9cskRbZ+1AmRC7jyi3T/9dMjsEtYZSGH4Oaqxy/fRsPlsG3V5Dg08WU63bRMXjaAKdTgY/9ZxfwMf+7je1v7Bw1I1S8sRgf/7/0lwEN934AO564AhasQn81v+4HLFeB2lWw/qUAunjP/75Drz4pb+FudoJdc+5VpJBezxjCN8+67VEDbxp4Xfe+3Z866s34qk//nScf/nlktfxwKrCgVUBoWGO3WhMhQd20LFgQGB163gBVB8g2Erz1JVaGZMjI5bn6Hw4tyw4r7aBr972kDTW/R7hdU31nSFdv8FAEMiyBgi1Kp5r4w8NmUHH3JChtt64t/0wBKLainlGYFUu6SLPdAxYjWdww/v/GBfu2YzLHnXZ/zdgNTy/V80rx6r0fx+Mx+G0HKwBg7+FsJVVn+U03TWv+0ClUrH4TfsXC559pNIFlBZLuPv2W9Aoz6Pd7iGWSMqojQxWFv9UKE6YbJWPb2R4RH3+ZBYbN+7E1OQ4lpaWBKzyNW/6tV87p/n9rre+DulMUjqrEa7bgy5Rb59lnTUcU4Min98DHPPeA9EM0rQXDOIyx4D1sgJCaD2YZZ/J1/NyiqXpwGxes1qljsuveBw2bt2N+QWeZ1lv3bptGwqFogGJWhdcXOcLvCJU+UthUZXoCNprnQ+AGlkZsMawuFjCzbfcgn/6wj/j5ImTmNkwhUddcjGuueqxOG/XdrRqKzi1MKe9b2rDLL699y780stegfJKDYVMDhP5HDZtGMOWjdPqxFlaWsGGnVvx229+A4J0Ql2c7As6dGwOv/OGt+Izn/k8xnI5FNNJaSUz16Y8WiKVxhvf9Lv4pZe/HN1eA9Ho+mQWRW8EVrttdUh1mg1UyyX0aM6rk6XJdh/J3AgKE1O23FI2yoIpx563CxTpOYzCeWAYCMs/uOvqwuDhwHJFEUkZDIkJ2uOdDJiP0cxgyhtNmc6q4mf+K7k1+pWQRDV8zuut0lxYxQUvy0aAlYCrmLUOsB201RuonqZeu4vfOE4Zh5GxKs3WkA48iV7UvreY2saiLpsr2mjunqFwcqandcl0rdx19Z+rvMaTAVbLAKiYRfkF3q9WC+lMBlNTU5KvIoGGx27AqhERGGO++Nffe05z/If1TT8CVtfcWQ+s/tKeEQNCXRLkWasOg9Niy2o7B7tnrLYYSKnVlH6vtmkTAOT/mHR7d2ZjrBqYZ8CqVQY9sEqgMc22Q6vnSMOyRr20fhSTmZh0OAk0Eljttdtis7aEXZLZxu8yYJUTxDRWY2I7khXJihEDHg+sZqVhakY7ZKyaWZax4JhskGlLYJULM82MyB6TKYmAVZdUus2a4J93xCNgS8CQLfeVtlWlCKym4mRsGrBKggCBVX5Hq9sRYKnWVeppkrFK8yoPrNJMp0UJATIYqevhEym7gby2YgTb6qvzqNbPDKySsSrdPbKkJO8QEbDabHdwstpGPpVAjsCqCvDmpC4H1UhXwHaz08Y1T5nG458yhdJKCUmCM/06GrUG0okMVpaBvTcewG13tFYDq5G+tHiXmj10WwRWA+RSCRl6naq30XQsLTI1Ce4SP5bLtK5tBFUyKdpsG4hgLE9gNYJyvTkAVqcErNJUqi2TgrlyC6PJhNg+Jys1Je+mregCTBdY2CpuzF1f+aOshAIotzE1exGUaqaxWqQUAFvBnBGNB1bDraQeTNBmQu1esq4dy9kbCnG9l3ZhMtCGtlzroEUzN4IKYcaqcy7l1sLNWTqzsTg+eeTcgNXuDX+ke8r7XmvUMVeaR6VXw8n6MsaTBUTzaXxp/yF87a6jOHmK+nnU++2gWu2i3Oghmswgm0oh1m2gH8TUisuqMI8rk83ZbkZwfKSIfqeP5cUlMaSLxQLKFeoORbR5BfFA76XujljsbOZ2Bg8eUPX/EhgdAKsuwODm5jM6Mlx5TayAThaLrV80Z+NnkpFmgIj97gN2n5DH2VbL2RMjw8xMA/jxtVodTZoJOU1WAyygxIpzg8C0Pk1AVhTFWFyMaJpqVXstJUgbghRmEcGLn/BE7Nq+DffPH0GtXcdsNouJZAxjhQSCTgu9pTJa5SqiLHzI9M4SAZ2bglBTPl2dRLtEehXQ4MFKF8mGWrPkeurahaS3SgZALIVWLKEkkkZxZNvICRJ80OwAACAASURBVNmBgwK6GSB2Koi2V5TsMt0k3K7CmYJ2A60Nt3Y99S44J2N1eMy8yo61omXMR9sOeHXAut+aBiwIvdS1T3jCA7sdjFvsHKA9MOsNuyxEG7TRCUSxouCqCjePk4Up3VQuCgaam/7raobNYMt05lj2u0vwHVuAbCxj4lIewP41cyAXRBPgjATStu3JvIoKtQaCy+CL385rToD102cvBZDNBKvaB8ni1I6soNiYAjY3TAZA+lKOGSXJGxZK29beZYZPVhi1VMhYVGbWZvc1DKzydwNs40gmyfZOaJ0ZzDfXasZ13QMzzVZLhQ8ex/D9dmw9yRCtBgQUd0QMqCRjgO/xBlQqMIqtThkNSpZYIsACC4+fxiKdVlPH5l/DO0NgtVZvWJHMwTTG7vW6ZcMxHAbx1gPZWEDNJ2KYLmYwko4jm44hn81qvzh8fB61UgmPufIaXPO8VyFXHEedc8sxTm2IGLBardew985bsVKaR4ZsnVhKLInJ6UlMz+7Q/bPrOgRX1enjmS+SDDE5Deoip5IEACrodVfQaDbRbLLI59aWfl3rViLIKKk6cv8DaO+7HbEgkFYwDRo77Z5NDfpYtHsCXXkfmXDIFNAxfC2mI+OZ61dUxcW+CuJk7zDx7qPciWLyvMux67HXIUuZGHfOWkrVdWTa+4N1YN0C0jCA/X7AqjGvhmxNf9/CLDdL8N1nah1YXQw6E6Dqx7YgNfd+D6ySiUtzrk//w2fw+S98AbUWdWwDMzzsdrG0cGR4EmfxUyI7PZhTq6/RalbTYK9Thc27ZLvXEIDRwXt3b89c9MU4i5U5vsj09vOcbZHhIpi/9rw+HTLXVGDj7kBwMSb5mVY9gRe88Ffwlx/9ZcW6ccqIRKl5HRewxStdWWrgXz63Fw8cmMN9363g11/9dFxz1QiiEUqrkGwRx5c+++948Ut/B+XuitNW1YZmx6Ml1pjnfh55pn4i3sfbPvgH+Mrn/gVXPf5aXP74x6NHDRm53Q73oHBhT4zVaFxrMbXkWfx9zPkbsW1ixAoWABbrdX4jCukMOs0uciwqcx/h2O13Ue9G8dXbH8JSXerfxs4LA0yKryWEPDhmv0/Yc8N9Y7jXrBkoDldR8c4VVAZ7jduetP+E5EvsPIfAqr0s3OZswKpUZHttpBJZfOgD78OunRtwxeVXrAJWvS709xq+w+v6/Rmr+pyQ4dIQ5B/qXxrB0kC/weP7AKt+cpK9aExg65xkF1wymUOj0sDD996JVu0UWpRLS2ZQGJ1ANJ5CNE7Fc8Y4zCuHHQJ+3Y4HGUzPbMH09CQWFuZlisg588Zf/dWzmNXDl773nW9CNptCLp+WyR9zNeYoPrRSLBtin4upSs1Xx0xdtdaJjDA0AfOvUVw5kD9xDFgP4DofA+6bzC1tPY6qC2xqehZf/bcbBUaeODmHdDqFZz/7Z/Arr3gVcrmcsSUJLnasM9IXPwbrlIu/LG4b3jTvwj53ch4fvuHD+Nu//lssnzqFBLpi7sajKew8byte+epfxlOf9hQcPnZM+cPMxk247a578Kuv/nWB47u3bsIl5+/CxokRnL9jM8YLOfSiAU41WnjuS65HZiSLTrOGWJDDF77wFbzqNa/VnrdpvIDzt8xgspCRB0QkSOKWO+7G4657Ct71R+9XLBiNmJzQ2odNJ5Ot4g7cbjZQKa8gQr8EMXIZV0ekKZ4bndD6wPM3Ivma+MaZfXimqbXR+InsfwyV/ENdQorRHEPVCkrDwrd/3heoja3qAFSyTwmoyoTUAFYZU3Hfd4CrmVcxDghJAbAYTilDFaHt8/z3cJzRX0UmpY4swziPXQ6S1AjpmarTiK/zpb8QC16qsRzXkghb59qfqZbo8pz13sOuS37/4JqYO7cR+pxUH2NKdmiMT0woFqCR8NLSogNWe5K8S6WSeNGvvfuc5vgP65t+BKyuubPfC1jVS10+SjaMB1Y51sXIo9K72pjNlV2MVSZUfb6WzBS2RquZ1RYSAavRAbBKAFPtpHRrThhTjQ+2CBFUJCN2Ik3tP+omtpHPJKVJWm20BKxyQpIhS9aZr5Zx48ylE3KNlrapVAiMachAgzqtNGVoEXRh2wMNkmgS5UT1B8CqEsWoAiwDVmmkQlaIlxUg+kENFaPaEyzkZxNYLbds8ygwkYsD9U4XpQaFjyMYkf4p2/MJWDIJ58bopAAAmUaQvUuXcorjkymSXAdYZcDGzc8YrNaWTGC1RqOMRAKphANRqUnXMc3aIWOV2m+WjDGZPl5pyTQrG8QQmBWMo8ZyY2ii3Y0iluzg6T+zDTsuSKG8XEcmyTa+qgJLgmW9Xhr337If//KVsj6BFcAsWwJiEVSaPSw1qBnZxQSB1WRcYDaB1YaLc9lKScYqnbrVmk9gFaZP26ATXzSCcW5+iQiqtRYWKfXQ7mIySykAAqsElXtYqBJYpZNyGifKVZm2EFglIKthGGbzUbze1ba4uCZ5zYh+c2Mi66kLMXV5nQupmD7DM1a5GXmW1hC0M+1dPk+GM4FV6dzJgGoIEKllNWntRmcCVtlyQTMlhlJMVpWwxmL4h6Om23U2DzJWOzf8oVr1WWUslRbRjLQw1yjj8PJJ7JzdjMPtFv7ipjtxz0Pz0qEsjGVw3nQUnUYbNz9UQSKVQzYZQaMbAeXw2DpYrzdlipErZDXeyWSl02oun5fBz8rSkiQ1GEnUqjW13zPBJHuM7/fFkGGSxvFsUgBM5BjocsP3bEiecxhY9ckcA0wxCJ3kh60jjsWqoNMcQMPAmmqh0ah0hxk4MBCiGVwikRTIWm/VZTojMx8lKEAmkdSc7jTKYpwnM0mtZehTT3YSnfISxRyR6vYwk0/hZ3fswRPP341KroXllUWMI8BkgsxCguMtdFn5Jx2WixkFg6mzpGA4prZe43q5tgAfWzmg0N//YeK/mtmyygVYh+/ciVmEosxBNIUuEwfq90oKwFgE0mbkWGPbJivxHR5jScBqVPZVQ/aGlyZxSLCOVltGJDKQApBm6UAJ2reJeZQ0BGKEAyLpo62jLyfqt7uPA9DSBaBk2Xjw3NtPDzYwS6bsWrmklj9xryI7U0iUp8WwVTSUrZ1hotGIRACs/05OBBfU+u4J7XYKDCXshH4/hl4i54BVJ10glq88ap1uaw+RT/3b2UxvvTbnjBJ9vLlWCsAKDGzTH2qWSiOYRmTcC5xcjCR6BEgO2zM1txlsSyd8yECVFq8YzFEE0kO1tvzAyQAMjOUc0OkTPwbaYVDVM1V9karZaA20T7lGejAVzqxOYE7HNJTtnMxkwEsc8DklhDTkqjeciV0UCRY6k2ww5qyKoN5ooFqtap3mGkFAlWuOT1QG18CBlmGQbS3gJs3mIIaRbAIZMliDCKYmxpVsLZwq6W+7L3wULn3GS5Af34B6kwW7IWOV+wrPnwXku++9DXPzh5FKpxDE0mLhj09OYmbTTgHDApFcm6DYPyGGhyKafkvxGLqnEEMd8VgPQdzWyFK1hnKpikq1hHqjhCQSAnpHx8axfPgoTt3xde0znIFc46wlJopesyOAlaC2zAF94kcGGI3aKM9ErfpECtFYAvVmE/OlmiSGism4CtmVRBobLnsCtl94GfLZ3KCQz+ssQN0Bq2cCM9eC7Wtft96k8SCIB1nFpAnJeITXUa1fITB3vft92neyME4AMtTBQn22f/nil3DDBz4EFhC4hzeaDa0F1EkvVY6f9fzmG84MrNrHnXZ9Bgx7/nXIcLY4KCTzEWIKmu75sJDn1w0lng7UCYOqAl6d3AeXv16XzHMvDZHEr7zyN3HDH79AUjo8/26EgJGNLxYMe60I5g/2JZ/1xX+/B5FoFr/08t0yt2JewO/83N9/Fi9/5ZtRizRU6FefkQMMdSx9K876a8BbyPUhn0/inR96H774qc/jkssejWt+7MfQrrfVVeNZo/66+PeLnhFNSDORTqTc7x69m8BqVqBxtx/DyXIDla7dy3qphi2TaZnSWnzRVYfW1+7Yj/kyCwpu9wvJAHiJHiP4hQAWnZb/3bUf+9/diFmLJ5hp4+r9StdEF+N0xqrpmQ+Bzu8FrKaDHD7ywfdj65ZxXPmYK9cFVtd+9/oD+wyFSr/HhPaa8HwMxzZrayzDv63/2QIjXdGTx8h13jNWeXEYdqVSBbRqTey77y40qwv66niC8esYovEkoixCMmYOseX92Oe/fO3Uhk2YmBjHwsIcatWqgNU3nCOwesOf/L5yztExtqCzS8n2ZSM82ZWxzlDXdcN/XUfI2gLS2t/9nmiFq+Eo0vh0e7rJQHhpDOvWyucL6McC/OWf/0989jNfwMLCIhJJiwGKhRH88stejte9/vXI5nLGdpWPhMnuhe+ljxUlpuDGq2QHaPTZauN//9Vf4D1vfzta5TKefNVjcNHu85DLsO06wNe+dROSuTze/K53YXrTVtx73/1qz9730D786Yf+FEuLi7jq0RcLH1hZnsdoPo0Nk1M4fmIJVz/56XjhK34FjXYD5fKSCC2f/acv4y1veY9Moc/bOIndW6YxmU1i25atGJvcgENzS+ikCvjvv/ladWhEncb82rEtNIBFJZ1PV0zVZr0GdJsGtupaxBBLZpDIkHxihk7hx8C8KkIGv/k2SArAd0R5FrB702C+SXUhPPYdG5PAoQMw1wVVxTQlrkDw1BlQhcysrIPIpNX4M6UOJEknELajHF6mVZIIMG1WY6/aOmRxl8WYflwxTuP9ktHXoNPJCsneqNRiLmONMk/lQzHRGaip6+mn++t6xjXJ7RNhKQDGfCpMy+vG/AMErI6PKw5iLkbjqrIMmK14z86oF/3au85pD/9hfdOPgNU1d3Y9YNVQ/eEKwMWAYtoylnEutmTZyXCJRjOcRGKLsq3Ri2RbiyNjfk1/aZipXqOWCzJWpa8ac8CqS8b4rcQZPHg6njZNFCY/ZKzSMOR7A6tANk1gMuKAVSbAjrHW6yJDgWsBq56xGtHnMaGMR/sIJC8AJOX+ZlIFkgKg1iIXPY8RO002sbw61G5NCFw1YNVYL2SsZmik1elipd4WA7aYSg0Yqyyem84KWYk05QGyQaAFX8CqjEeAIBLTe+3h2jQdsBpmrNablA9oiW1rwOpQY5XAKltYqGdLIFrAqlr6ujheayMfxGU2RWDViErGWO1FqTEUR3Gyj5/8ma0YGYtJuyaXzqJD1/CO6arEoxnMPVLCJz5xApVaS+B1NhlDQGC11cMigdV2FxPZhIBvAas1Aqs0aiKj1IBVajXKbT0aE0OYrGMaRTG4oHlVlsBqvYWlFlnNBFZTmEzTaMgxVistjLO1I53EiVJVBQACqxl1UBvA4qtmhP29rqYHVi3xMuYWmbrlOpN8Mx0jsMqNryx2zhBY9QG9QFVJAbB10saMuaw6HVc3pdQyuwZYZWs6GatkEKXIJlZ7hr2f4D0LBGRnfuroOTJWP/AHiJKJ1GmhunIS/RRwsLSI+eoyJjbN4BvHj+FjX38Yc/MtTOX6GB0pYjLbwraZSXz1tuNYrHSRTUfQiCbFzuD5EVjlvWLrBKPYWJCSDmKP9zOTMeYvdTr7fWuTYvWWjvQELFsNBQ9DMXZjf8o4iBu0rqG1oXAd8Y0iBio4BjyfdRu4BSJOO21NMELWySDBdoY7YjUSlBGQPmzt5lsJAGc5ZjJZ1Fp1LFRKah8LonHk4wlsLATYNB6g3u5h/2JT4DgB65FMFOlUAZtzBTz3/Atx3Y7tWK4vodQpYxxRjHKjbtcRqVYQdcUcS+L66LctcRXJSBG0Z5MQjPQzn2vs6sB49XK+mg3gwVUGb4Ypcv0iyzeJSCwlIX+289JEjywdLUdij5Kl1jcwlRqr3YrWXUoB9NVO5eQIdFzufoTaaPlls61wM44lndbxM5QqWKsV5xNNW2WNkepbKI35Y4m7fYwDNX3iGfEFB9+uz2NzF86tZwNQ1a9vLkEXduRgbAMK1w9/DJsPJfBunFlA7NrFhC64FjgPug6S2Rj6ZKwm8gBlCDR+7Xo4FTf7/E989azjr7AUAOfIehqrXtPKt2eJPc/iZoxAJdebnoJJX0D1XbIDVoJnSjpdakvgrRgVUFc1FjXmd9IxEcSccKBsKNiXXmNo/fRzUyxapw8aTsoYyEqvUuuXY1O4YF5FGEqIhApmHqiVTnOjodayfD4vwLfVaqJWr6mjhSAxj496zGyF036gxOZ0xqo/3lVJ0aCVEsgkreNjLJNEPsE1HJiZnjC99GYPAbrYtH0XNl/7s0iOTAlo9Oft9w+Bi/0+7n9wL44cfURmZMk4gdUkRsdHsXHLLrGHfHKvYt0qcILyHD0k4x0kYpRaWUa/00SPrFMCgHGeb1ua141GHbVaGe1aS8Uy6or1yhUcvsX0fcnmp5QNH2QwsaTCBNIn3p71YsfOQiI13lsyNowmUgKu50/R8CGCiYkpTE3PIDY2gWBmO2Y2bcVYPmegk1u/jbHK5OZ0KQC75kNGYjhxMvbV+hN2kMC77/DJ2mA3OS3LHTJWPXCz9t/wuNS50wjMA+SOgUuDtD/5wAfxqU99GvEgwBWPuRKXXHQxquWq/vv0P/z1Wc9vviHImRTA2mMIGxutTiq9UeDgHcYNkj74kLfrI/2wU7sNLbdxOAYr4zxfABjEUCrExNBpG2u1L93sqKR2Wo0Av/E/fhfvfcfzTHKFcRAJF2T+UySoE0O92sc/feYW3Pqde7FYjmNqxyhe99s/g7037Uc+m8fjrp7GJ//m83j5K16HdlJWhQIx2C3hW2AJrPo5ZMl9RMDAzMw43vbBP8I/fuxT2Hbe+XjqT/8UumRrsJrkTjosBaBz4jlSjohruANWL981gx1TRR03r9uJUgOHlhqot0xTdffmHEbphG1lcHXY3Xj3YRxfbjhg1Y3fEEN1GIMamGIT2XeW+D3GgFG7p64ouAaYWQ9YtY8y5trw/R54p+FOCJAJMVq9FECfupL9NjLJPP7sQx/E7GweV195tfaUwdrjtTnXKVLoXoQ8NQcM3DWj3n/WYA0LMdYG4KHd2VVF8cHrQ+vC2gnl40U/H6oVylM5LVBKWXW7SGWKaDfa2P/gPeg02OpLFmsa+fwogiAlkEV3jkmqK8p6dh1jkxgLRbPbMTY2glMLC2jUa7rf5wqs/vM/fRpHjx6SPwTXaeZrjGmldb6qJuxZ+MZ/WQW0+v0gJM1kbNuQnMHqRcQBYMpcXDcL2YuMIUyP/cN/+lf4/Oc+j2wyoyIscxISDpjr8ta86lWvxu++5c3qXOOeqjm4ak0e3j/PDPQMc+55c3NzeNPrfhu3ffNruO4xl+O8mSlsnZ7AeCGP0dEiGrEkbr3rPmy+8FG48rqn4KGHv4u7774L373nXtx31x1oVJZx4QU70axXVUSl4fL46AT2HziOpz37eXju9S/EkWPHsbiwgFazgtv+cy/+5m/+D6ZHirjo/O1YWjiKQhDFRbvPR6E4iqPzKxjZvAOvev2bkMwVlUev9zA0w5+bxawELSPs6pOpqYl5MdaLBVkVoa0nKQRt+3XIAat+rNu4HcaGtr6tPgpb9123lVuvDdS29/o4xuuJCmgVA9UBpQ5gJahISQOBpCqgD4FVmljac/Y3snzZhUIg1Z6zHM0DqxyL1FP3BXweB70yyFjtuLjPOEYsTNj4cnSMQYebwHe3rgxM60KkDc1JT6xY/9as+yyBaOvIc91XTmuVxyxwmM9T1jGfx8T4uGPd9jA/P4/y8rKWADJWGYte/5p3nsU3//C/9EfA6pp7HAZWTXbFbUmuPVdTVG37TLgMWGXwQRYkgS9SwrmIWts/wVTGI6ZDaE7e1kpoagCrgVW9VpqmJgWgxIKbXrsvDU5qvhFYRSKlNjYaTzHBrzVNCoDHdjpjFcik4hIcJ8DHY1SLDs+j20EqiAkAJbBqrEgDYPkysjpkukX3aJliUCuUSSf1xqj1aa2QaodUec4xVp3+K6UAyAClxioT1Wwijlwyhkanh5VG22mspgQetnsG1MqIk803rFBGgSyNp6TR2UFDCxpkaBPQSEsnYUERb5MxVk1HS8xbAattsfBSvF/O4IpMW0oB8D4RWGXlnUkb2/0GwGrSXO/FWHXjgEEb30v/763nB3jST8wiFmWiXJdTMTWs2gJseURx9Etx/P3H5nHsxALSQVw6c2Tn1rvAUqMn0WsPrDbaPZyqkmVKYBVi9haTSV17sjVpXiWN1WYHTYFrEYxnUwasNtoCVglYT2TSmEwTDG2jCYAaq2MEVlPBKmA1zcBe/dzDNla2q/FkuZiKdRU3nUDqJGozicRRqhKA76OY4vWxgLwkJuVqYJVXQOZVDrShBEGjzXtK+QCnze1YeesDq/zuKNLxCJI6RgM6DHuPmKlMLIZPnyNjtU8pACZA3SY61UV0Em08vLyAWrOBzmwU//jAUXzpG8fQbcaweSKPfMoCp0dfch6OHW7gnn3H0Yl30FOwx2A/inqDV7yPIBUYayyWVGKdyGbQcrpDaSblUaBaqqDjJ620E1kZ7Tjnags1KCgiXU6x2wkuOzdytS/6YOF0YNUACs5kA1C50et+2MC04oVrf9IG6rUIuW6p5VkvsgRZTETeR2OK+2CDsgDFeBITmSQSQRdLzRbmGx2tg6lYHxOZADumJrFhwxZcs203HpstIIcG2t0G2o0+Emw969cRqayg26hZ4Ol0VsR+5DyQYZwzgBITyII1I6cN9fJ8crx6KXcJ2KAErsXC1gr11djPNAeIRD2waixNSprQsMM6C3j5zSwLbKduVxERsMoVhuxjqeXZ8Vjapk4Fza1QME1g1R48+BCwOjggM+47LVoUfuor9uGWSAes8vh1IsYU8KBCj62YvqXIs08HwalLVAXu+mDU2vt0ygQ3ZfIiJyvHYF19dfU6p93kW3598GvsILauumDYMY/8XqlrpzFJzYks+vGcAAjT5ZNJ+wBY1VX9+NmbV60FVo0JYPpbXsfUA6uqzFM/1+11HOt6nfZKmxPeUdbO2xyRfU+ifnf7ENdQGVax8BqNqU2KRna8tE0mOc6cwreWiQXhADoP0nlmhbEZTKPRP3y7mApe3LMcsBoGdtTO5TpJ+Hr/eXwPTfkoFTBaLGptn5s/Ib09xAKxVPl6Bv6UBeCaru6PswBWLV7qIhnEVbybzKcxkUkh0WthanwEkyM59Kif1qhjZvsuTF/zXERyY5BUpLu2ArocY5X7077v3otH9j+gy51MZCQFUBwtYtPWXSr2WD5l98iWCwOCuTdTmzKb7gpc5e88OjJYmDhJL7rX1vmyGNzuNdFv9bBUqWOxtAxUSig9eC9q5Ypkg7RGdynvRDMxqisbo1NxIK+RmI0ENuOKs8rNFhaWK9oDYjR5IFszP4ax7bsxvmmzWGC9WAozM7MoFoyxqg4RBwb47ht/74esNI7B9dh3fl1fH1j1oDs/zyf0AoecOZkfQ/5fC3xWMzvDx7DezwbGO91gavirLRZ4z7vfg6/961e1l3z0o3+On/u5n1URmon/9IbR0xeXH+CZZH5m/VdpYVqTdXsCwECJ1OaxnYPEutya7fYcp32nsegZZQP2mjNNdSCfrZsuHRbgY8ANQXHGKmpPjsbRrCfwxje/C2974zNsH2McQ8ap08NebgDfub2C//i3O/EPn/wSji+U8KLnX4Y/ft/LcPu39qHbzeIJT9mEv/rwJ/Cbr30zugF3G7JT1TfmCuTcR4YtppoPDljduXML3vqBP8An/+ZjmJzZiJ983vPoJqOYymv3rdVYlSY+u2YIjMTjOubLztuAndNjGv/cBU812jhe76LBFh1EkY/3MJWJoZiKSX6jG4nhG/ccw9ElahsPOLEWu4fMq/z89wVF/c7oRHIa3qjWFxSG6E64ocLrqA7GsJtLtkdS439tQcJpl/vxEgZWte8SGKNGZAfZVEHA6obpLK656pr/b8Dq6sLIMN+Unum6jPFzAVY9OG1rYK1iGtN2Q6LqQkokcyo6HXzoPtQr8wIweYtWlssqFAwlfUwr17Pt+K8Y0ROzeOyTfxKzszNYOHkS1VpF69nrX/OaH2A2n/6SI0f24Stf+RcrHDgWvzfJ9WukQFT7xTUK+bnnc3djt0qqRWadThtWwKrXUrXv9p9jhAaufbYWe71idv0dPnwY73rH7yGdSGJydFRzQKSTVhvxdFZ5Guf9m976VjzxyU8ODWUvv+XnqYs/e4z7LV70BWAyAt/25jdg39134CmPuwIbcylQ4m12cgIjxQIi2TwePn4KlXgal119HQ4dO4p77roLj9x/NxZOHEFteR7bZzdgpJDHSHEUp+ZOIZVIYmrjJoxt2Yodl16GucUVzJ1YQHXpFO65827cfsstKKTT2LptFidPHkG3WcPU6AjSQRr7Dx/Hc1/0MrzwN34b/UhikHOvvWM9Sp4M+E6cOwQs2+h1qsphtUcrpgqQSGbF5B9WdMK8YdN9DsuFGKgajqHXGVKDNd+DsC4iD8UWPhbS2HfdtQMpAJfndnsESNl9ONRclb+FA1gHbFXXeaQYjj4ofJ/Tb2W+7MFyYgsZkm1cfMPv5j1mXCHA1BUJGFOwaCzzcXYFk4QTIzZh/gPDQvvqsa0xGpYwWefSDNZ3nwPxS72hlyOPGGHAxqK/JolkgNHRUWRzWSMFdlo4fvw4FucXlJ/JUDQI8IJXv+Oc5vgP65t+BKyuubMeWH3pBdRYdVT+gZaaLdAEJjj4zS2diSAp030ZD/XIcnFVCjJWqUcTCMi0FobBQ8YXBmoQMJNbL0FVtvITyCSoJYZrX4F5vUWToB7ySbYZBgJC08lAGClNFPgaztEgQSkA05mRNieNkKgDRsFytiozAXAbBgGzdDwmxioXBrauxeIBSnyd3OnJUO2LwROQfcOKioBEyh44INl7qTCpIKuOAG+vJ2ZKPm1JXalB4JfATFTapQRkeSy9eBQj6YwYlPx+Vk0JGkbEUFSdldgXcwAAIABJREFUX238SbYud5tKgNhWxOvDNks5LvpA2TlK++5Whg/1RhulVkesIRppEbDmQsWWchp0xaI0nzEAnIwUNpoLWK239Xq26AesJAmEJKOV15TgVx9XXDOCy64sCvQma46M3l6PLQ9uo+zFELSBb3xjGd+8cRnpbEyGVPxGGhiRsdpqdTCejUssvNZsYaneUbs97xk7qXiteN1pMqZKF6JitjZ0kYGJQlqsWjFWG13Uul2ZYU0xm6S2VS+ChXIdYxmyplI4tlITozoZ7Qiw9NQ/c/e04FrAp6uQiaHs9IFsQ4pipU5glUZkZJOafnCZialLpsKMFplXqbU3KkdlVnUdtKWEzdym2fLJttS4qn3LdTpsM6ZxwCrZ0sR3enQuNcYXj5tSAESwzxVY7X3gfYgGfXRaFbGYWuk47l04gZOVU6hPJfGle47imzcdQyoRxcaxOLKxJObKbVxw8Qi2b9mGW7/5CA7PzaNBTb6OscAJKjY7fcRTaeQJXARZrKyUJNdB7cpkKo5mq4pcKisjCsoBtOoNS4qka8iWXGvBkArmgPXogkMGKqzx0uiHYI5jr3JDH+QFIdaY7o4YvgxymLSTQ+LaqJR8GiPUzOf6YnAx2ZVEhmOueiZLKk7GLJ2xacxBzciYwIhul0UYjk9rd4yjialUH3tmJ/HE3Zdi68bzMDuawlg/h4DgVd+YuiiXEakuod+qquKrlnq2hvd4fEMNtuGK6bVkQ0uoZ6L4gxwuri5MdqD0IOiwoFYsMFZqNau4yNOtmjpexlIwxoP9PEg+yBbtUpi/hn6rbtpQA+On4THZ+Oca66o97k+zxNwN0TWGq3sMC3cGlvj3D/6uaMwzbTxYOgRYw4VqBrKDuDYEHg+CV3+9woyDwc9kr4eSVdfyrPMf4DQ+uPVMYGf+sqqbw4PXPACvh2vgtCQBaM3n2AS6DjEavGXQH7ifO6DDMy65xv/92UsBFLIECodt+p61yaNiQYvzjW2N3lTAkpuh2dFgbSSe7pJ/FSicuYSSLf1sF8eDeooLpH0aQ5p7W8r0T32QzlNnwEyWKh8D+RSXoHl9Lp84WoDhjssZYvl2sabmvbveLrEUA4FtwyqiGFDvQYYgmUQ+n9XxkK3K72byW6mUNfZT1DTp9dGOWddKj50m1A5zQLJnAvnPC+tphxNdiuqweFRMB5gsZLGhmFOiVsykMDNWQKfBpCWKC57yLIxfeDV6bYLeFqtouA8Aq6hc5A8cfAQPPHin1lAWrGjmxfV109YdyOdGjXWuOWvrGGMNtvznUz0UMixoU4KGUgBsuzZZFb2u1TId12oNyyvUwDZQcHFpGbVaVXFPc6mEA3fdA9SrmvNNXttIoGI1YzRqK3OZ9sx5FWoiBLz7MiWtNanJXVchOt1rIb15D0bPu5RaFU6AIYbNGzejIGA1xKJyRU+TlvJGHkPDKhUmNDdNq1/nws4c6eomBIwTODamjBXpaVa2sLiIO+64Aw88+ACymSx2n78bu86/ABumN5hhBWdtq416reYYW84V27HELEaIIN41PXbTRfasT+rZujHnHIdHCiOolep45zvfgW9/+2ZkR0fwj5/5NJ70+McbU4YrggOTzzbJCgobDfsN4ahawgZSL65LYICxmjGftPLXPHjPhnuo/VEFSl/iCc0z+yMvv2kueoDWCpoGANo6z3tjGo68WK1OHm9/5zvwut98BmKuutztU/uYjKQoji338OVvzGG5EkO1dAqtUh2XntfHM5/1GDx033GkEgWcd0Eef/yHf4W3vOP30U9am6pVuKyYYEZpXWk6m2a0A3C6bVx25aV43dvfgk/+3SeQDDL4by95MeqUGeG5D2afdSsM1z/uZdRY7Spv4H+X7NiAPTPjYoPz/tX6fRxdLKPS6mNyYgTdRlNaxOOFLEbo0NWL4Jb7T+KBUhuFSF1xSLOfQIKkBhZBVHQ23wJqzVsMam3fhG4LNH2VbEdTshrMW6Jd0zBXqVWSLG7fDRUc/C3WPRGRxPIxgjxK43itOH/Yqhx6aE3VoHKMLumEd5HPZPBXH/0ztWQ/6dqrkKCMCtd2PyA8O3L4xaHIJAzyDEFOazcJFVT9Hhw2qlmjpeqg1zNOF4HHa4Y4u4B8gZ7/2vrgNFbZhUjpp1RButHHD+zD8qkjIgZ0GjV8++ZvSWuSn2EK9K7rUV9i63an3cfszj346Rf/CqanNmBu7gQq1RWtP69/1avPdmrr9X/9vz6CQ/sPYPfO7SrEikzh/QEGca5BRv4e21psOYefh9qfGU+vMbCy6+4kpgaF8SHjldk5z5t7BnPPXDaD+++9Dx//y7/EpplpMUinx0cxMVJENp1FtlhAMpPDwnIVhQ2b8PyXvRzdKDsqrHPPNjevv+niWYJziuU7A4ke5kM3/MF7cOuNX8OVj74c1ZUlpNDHzi1bUMxmcPjkKTTjAYqbtuHapz1dDNdbvnmT4tKxQga33/INRFp1TI+OYGZ6Coun2LpdwoUXX4rNu/dgesd5OLywiMVSBaWTx3D04H4cOfAIot0WxseKKBSyiETjKC3MYeuGWbQiAS594tPwlGc/TwXY00tWdmqMPVQcdvEd85JarYJOgyZmVtJQbhcNUCyMyRhtkL+v+VDm2GabO4wK3LI7AGN9DK4yvOYqu174mWYCK0oCyRmM24XosiBuRrAm7xI1eToXI3ngkl08XWqtSmfVJAI8mNpuOfCUz3f5GoKv1OdnoZaFV+vulCGWy2+TQYAc9/uB9w0NoFZQW1xELBFDs01Jl75k4bI0RG41UZ87gm5jCf14Av30KJLFCaQyWXWc+mJg+JK5Lec0cytddSfd5iehv6bEhLyJl4x8PbCq1JCYVhvZXF76qhZLk6/VwJEDB7Byak6FasoEEFj9xVe9/Zzm+A/rm34ErK65s2FglS3PPljyCYycLum865yfOX8ZXLBLjOY+3Lw5yAVORC1ZI9OLiaXpuQxbWcQEiXCyh4BVAaPUWqUsgAGrDOYbbWqT9sAu73SQVOtcKggEQtZqDemvEiA5DVhlG3JA3iXbyJvodPmdBhowWCBwRHYsdVOaNGMIklipNcVwJbtSemQEVUVnpyg98xNqrHaVwGhbci2OHliV9kYijkKaYGMfpXoLbPMn25VgIQHcar0pZljGaZmyVYk6k2QAqv2dWnIROiobw6bdMdMmfg4BaxrrkFhlfCJzO5FEoLufHlhdCQGrPPZonBXGHmota7NLsYrJYEHaQRCweqLRkasxmby8cmrmYtVf2qBdBCng2h/bgJ3np1Gp876SycukrCXnXy60kV4MyU4PBw7H8fnPHhDgnAnYQphAJ9LGqXpXm/VYOobRXEqs02Xqp3btnvNYpfHKtk6x9CIytuLx1aVjCUzkUwJ/w8AqGbBT6ZQBq/0oFqsNAatkzBxfrIlBkYq2BdwOQZ1QFOZcwOW95IBVu79scYig3GgrQKGGFtv0eQ3JzPFSAOFEQwLxrr2R91yu9C4I5aIuXS+1Cw6lABarNLgyJi2fp8kWGat8I6UOvAYsCxEcb+cKrHY/+H7EUhF0m1UF1t1cCntPHsLdxx5GYqaAr95xGLfduSyAffPGLGrtFpYrLWzbPo3HX/1oPHjXPtx6+31o9lMDxUyC413EkM4XkMnlFIKy0EKDuWpl2VqCWcQgJkxH9HYbtQqrlmQbOnakWmA8UGAgkyFbXDeY3JiWmbHmqPPJBGqtftMgL1LCIkM5tVAZsGrBJB+WlFubCdue6ZRmzEXJDTj9Kh8Q+hYqHoNYCgS6CaIQpGFBut/F9EgGs+konnjpHjxhx0XI5EaRjkVRjOSRRgvoVYF6Gf2VZfQpbM+WcaeLpoBIQZFrax84A1sSG2ZvDJftcHgRZnJ4RqsHNBXV2ujre2CVoZsBq5F4SuC4b6MdBC8eBFT7OnVf6+i32do0lCTQZ4ZASX2Tk9nwf5tthhgjqxhOw7k3ZK4Mz8mbfQz3DUv1B63Aw1tvz/kkchVjy3+eS/rXHOsgD3T70+qszJXT7cK5a+hbJx0Iug7rSHIOYmU5RvXAXGsYeCuojqWcDAO1XE2/0jOQrc21f07AajGXHICmXiPRWsuhAg9Z0SzmeFMBD6zarFi979PJ3bNWhmvm6kzAs3UJrBqIZaZS/HcgHeD0tDzTJwzIyOjItf4PmXR2Z7TPEXRTi//w2DqOweFfr7XAJdDUheWxmuEd9czjKBQKAlxU0Oqx4EhAk6Z2DcmspNXu2UO1w32opzmtVjnGOA50C5//mYBVdoGwS6SYTarrY6qQQbRH3fIAm8dH0e9GML71Yux+0jPQShXQqXENcUCWdwd2c4qt44cOH8Q9994uZ+hEEEMinlR72qYt21EYmRBYbwmdWoZom4FUooN8wK4YGvYZW4YdOrVqRdeDhkpkSxJgmJiYwMoKXXrbuk7UQNM8ivTBROrgXfdgcf8BfTbNI2l8THO0fCalrg7GSQSLmIwaK4ddPZwUMRV3Kw1zaY80KhjddQmyOy9CI06XbdM33Ty7EcVCUXIvQ0YVmfMRjVMfg/q1xNg2bi3jd8djSKaSWusPHj6IAwcP4LLLLgO1TXl+9Tr19Cq47867ceM3bsTevXvRJHAq/bY4Lrn8Ujz6iiswWhzB7Ows9uzZg3QyJXBVMhUdA2iVPDsmsSWJDszzbdCO3a19XZ1DfYwURnHy6Bx+753vwN333oXt5+/Cpz/1STxqzx4tJ4x/w+ZZZ5NopYqrGau8Vlp7Q2NIjEhvZqTL5hNT+yabt1x3qEvsARkHXakbbViWOn3/sfeufd4KZ75Ax73GwNd2K4WPfPRDeOmLr1VrPWNXA9YIrsRweLGFr992EtniBMYKcUQ6XVyyPY5CJoITx5aQQBozGzP4vTe/F7///j9DLzk003InYy2lBDxZTNW+b3Jk3XYT1zz1Wvzqa38bn/rkp4BOFC/4778sszrG2WFgVUDFYI+QbZCAYA+sXrh9GhfPTCjeJkmVUl+HTiziVKmFjTNT2DiaEFOba9qmkYwK599+eF6da1fumtZ977AooeSpj35AsgOwuFhDpVpFPE6hkL4KHNQn3LlpBuVKDQ8+cgSVGgEMV9iTTJa/jxYfRKlrvB5bmYUrkcP4XoKENpY1Oig7FnqsD6z2kM+k8dd/+edIxeN4ypOuQiIIrDC9zn4eZqG6I3Qs8/C4c1/q5ko4juD715sXw8LrmeCt4T4dPgYBq+7B57n26fxdfZ2UB0oBdFs9nDj0CJYXDiOqGLWBW2++CVNTE0inA+U3KoSSzaq0yzw9aMY2Or0RV177ExgdmcDCqZOoVkvas9746nNjrP7pR96Hg498F+fv3qkYUd4Bik1Dmuf+EuriEbRz0nCquAxhOYJ5Vi+wNdbvo8ZidXtqqGNCIJLY0iYVwWmay2TxwAMP4NP/62+V/49kk9i+aRZTY2PaA0bGx5EIUmh1gA279uC6Zz4HkSAj4zp1GDgTJbE4Cb5Rl1Ma5syHayhVSmjVqxgpFPHZj/8d7tl7uwqJ99y1F8VMFlMjRWSSKRw9fAzxQhEbz7sAT3vms5DK5HDTt76pwv/ll1yMG7/6JRw/+IgKmakgaes3dZ5TaTzuuidj03m7cWR+EfNLy+hWl1FeXsRD996LTr0mCaepqUmMjk5g6cQx7Ny6BcXJjchv3olrn/4MFQi9NbfWz4HfPLtljQxCUFJlpWgXjZoRVxhakuBBmS1E4sikC4gn0pbrOf+AoRRWX2Gg9D7dfbSx6vYb3uqokXKkgU25nRjle0iO4PU5gla1huLoKEanpxGPdrC0cMper4KKaaLqIx1r04OnjHfY0s9OFl43AaRionr2qplUGaOTRleu/d+BqYPYLqSdmkxEkM5knQGvtdkvLi6hXW+i1qwixVZWd2zpZBq9lRWMoIuNkznMLy5j775DiBcmsHP3BWirS9Rym6FPwpDMG47P/FoR1o0O71VeF16kKWe4ZbGFASm8JoyzxifGzeeC59Ru4fjRQ6iunJJsFhmriUSAn3/FW89m6/6hf+2PgNU1t3g1Y9UWXR+oacwpuiToZACoAA6yUDywKsaqAatkOkYJTEYJhJj4tk+QfQGRgSVxESYvnPRirHKzIhNOwKpprNbbfSU7dNvNMAFqt9VuJ1fzeksGV2SWkEVBpgUXJC4QXOCSQUKBU7VpjFWTuzcqeDJOwC8hUISGC/EgidIZgFUBYDFb8GQ21TGumi14ptGm9kkCq/EYChkyVvsC4wgO87hoCkW2YbnaFDs2k4wgnbRWzFqHwU8gw6Yo2XhsKSRzl2y5Hpm7dIw31omMlcTq48JMhI/PW7VS90tSAG2sNI2xSmZuIkZGLlm1ZJKQxRIVizbg+2hQ0SczuIP5BsFwyHwrkDkA2bu23hCYHp+K4anP2IKx6ThKKy0kk7aBd3tN6UqREUWxxjQNw8oFfO5z+3HsZE2auGLlRbrGWG13MZ6KYiSX0rGeqhGAtntOEJpsVILMBCc8sMrjo5QCA6LxfFI6rLV6G4vNDmqdLsYzBFaTSpzr/QiW622MEliNBzi2VBNTNB3rgP6ew0XWA3gWnIjBSPZzEFfyLVCV1TsBqx0lgNkggrRaaaKosu3BtdWtBVaVokgM24xQfHgn8ykFPmRgRgU6MuFdqnXEDBYrRhIOQNLBOZRLYMst2Ze8V1zsP33s3DRW+x/6EyBOPeCGKpq9fIB7Fo/hrkP3YGrHLD7+H3fhjvtrGAlS2LyxiBPlZSzX2igWx3DllTvRXGli7x0P41SpYQwosr/qDTnn5pgkxxOab/lcHjGaiJ2Y03WMkGlN0CVIieVMZhQNZQSfepa5F+MfJG0GbimRlSlNoFWLwKxlu2cAVn3OKIA0bs7USo6tddAYNQZIKPATU9QySdOJ9uufvYfPmXREX4UVnwhwPiYiMeTiUWydKOC88Rye89TrsCk/jn4kiXQ0hXw/hlj9BLqNKqLNEnrlMnUtzBQjFmoNJ4fcLY4CL4XlhduAHEV+sG6HqRlDYHWVu7VYVZ7tyc/jOmzJmViq1HWNphgZmvNlCHgcJCccb0zAqBfVJvDCRM6xe9bsIQJCvHWtZbwQY1UJfjixOj0pt+XUA5e8H/5n/z7P7HPPO/aVHefwtauTSz/rKKewxkU4fOyaz34tCBdbhsfjk0T7NwRe654NP8wwP5NukL6L4we7JvUBy6sfTck4zLfdObs7h+2695+DFMBoIT0ATcOgIBNxsa7ZFeDYpIME27HNlHz59v8etdMNWFTiHhKcHRRbQ2w2SQA4xrd/7QCAcoAP/+7BMs9Q5b7sL9964K1ni4bHpsz3XADviyC2pho47AFdaScnEmIXNFtNYyZ228ilAhTIYEUPpRrBP5hMT72ulsYYNcUZLzgpgDDgy58JmNipD5NZXaN+F7l0CsVMErF2wyRrAnY5BNg4nseWXY/Clsc9F+3cKFptJl6mWe8fgznHdSWZxNGjR3DnXd9Gt9+UpA2B1XQ6i01btqE4NukMw3hHu1rLY7Eqsinqurbxf9l7zzDJzupaeFU4Vady6Nw93ZN7kqQZ5YCEIgJhwQVjMJ+xLds4YWN/+LEfTPZ14l4TPuOAA0aAwGAjRLSxsJUBoZw1Go00ebqnc3dVV87fs/Z+36rTLQmQfO8fW/U8o1FPVzj1njfsvfbaawV9DUnqmMDJ9bbbom9GwJDXSrYP/x4eHlK5Bpp48rv5/QI4d0IOCiemcfC+B9AsllGpN5AvlEUPLZtOIBGParwi+yjPJAKsNCHh2ASwvLiCerUmbGBftYaB03dg+KyzsVANgL4eZJESWE0kk6qNa+aXaKwayWHvErXzxrqQk6VKvUSenQcOPIWvf+1rmJmZxjXXXIPx8XHMzszh6NFjmJ6awvL8ghjKcH6TvcwZJ7IYBPQN0z6ZSWNychLnX3ghzjv3XPT39asMUJ3Jssr7MPlsE0jmDmDMYuw1im6o6V7iOGbTfXjqsafw4Q//KU5MHcelV1+JL37h8xjO9inT7IdsRz8q+3KTI9o14ClsaWJojxADHJkY1WxZHlaPAVANadCuMX16dzX2qpTmguQ4MqROmxt416d0hHlMdRivyNpBAu95z3tw7TVniXGJdsJrFw6BS3alreSbiMXpvsyzpgWnzG6fGqanl0SrNzMUwedu+CfcfMudaDnm3pm9116LALbmPGAsyeSfLM3Xvuk1ePtvvgNfvfEm5FeK+JXf/i0UyxU4zE/WUBx/OLC6c2IAp48RWPUJI6zS7mB2pYr55QKSbhiTIwk5V+vtNmIOdWR9uP/QLBqVKi7aPSYxd6MTkBiUi59SA1IulK58oydPo9RiSdYZ11e95ccTR05helHNYAlEM4YRAoaYDRo9arMfde9ht+gnogY9ky4WSY0ppDV1WrP/PIex2kYiFsEXPnO9nMlXXX4R2CbL+87TbW1B1jt/7P97YpPnAX5/2Fx/fkD/+YHVLii8jldojX3s/kEdbXmuLBc1WiWwyhBn7qQCq7wfzPMeeeQhnHfumejvT8uewRymRUY0CSDMVyhpEeggGMtgw/jpSCYyAqxSs5p74fvf+Vs/aik/7++v/7u/wsGn9yOTTSAYUPCM+55XVd+ufxOMdoE4Ww6261IK6OZhwTorfWRfKxGLLO5erCUdH9RoDzqolit4/LHHMHN8Sop09BEZHxnC+PCIjAFbvsULot7B5tPPwI6zz0Gj7UeDUmmMmRs0qWTnZUNd5UWjkyztBiq1CurVisTy6XgCTz76MEqFPJoEsk6dQiYRE7xh+9YtCLaAXKkCfySBeF8/mv4AVksl8R3ZsWUzDu5/Eo8/+ABiLgk2TBRaUuRN9PXhjPPPQyieRK5UEm31SKCDZCyOJx56BIcPPoNYJCIkbhpxkbE6NJBF39gEtp91Hi644jIp0lm/mS5wx7xExolnhGqP84woV1ZRKOSE6czznc9hccONJJBI9wuwKZIpHhkTvWCN+/n+QvAwsl8K4vJcbSsjX2Q71NzWdWN4bP8BfO5zX8L89DQ6VRYOgdGJzfiVt78Nu/fsRi6fk4IT74Po9Ernp56BNkbjvdDuTAVTrXQA5YO4j5IgJPmwsFit2RU7oPSadRyMV4aZS06I0oUqtcTvy9iDjNVCuYZINIJatSIkJpddpOwALJQxHE9gJBtHqVrFgWNTODq3jG279iCRTctnWHkaK+nWM/ey/BFrJPHCS09zPu1ssNqwuu1pbkTgNRAKIZ3OiJSBbq1trCwuoFZelWsWYDUUwk//6svA6po4rfPc0tpL2gT/q7zIAqu/sMNKAeguazcTwQ1bBFZVL1MSD2nnJ6NQpQAEICWwSiCPB44cBUo91wNftdNs1YEbDDdevo7rna38LEwIsOrn4dZBpaGt0CHSr8NkljSUzRikwypNEvQ9BFg1ronWVY7mTRZY9TJWBTwLaNs+N0O+ZzDoihQA9U4pYUAwkoAogyHRwjTAqmWsCvNQsB2tKEpFqk3XXT+SpNd2IGBcTeQTIMAqX1MoVdHyO8i4AVASlFjhfB2YJ2bhD4pOYyoIEcHn5t9u0OCnhVpLW1EoS8ANl9ViMdoS5oOC03pA+kQTcw2wSrdpR4FVatYymY+wci5t0AFJIJk4LdQAxwdhgzp8X5EZIAjVQrXawq69CVx05Qhc10FupYxUOiyJR6tVU3MvcTT3I0r5hdUgfnDvKh59fEnaB3mMcMPKNXjQtpB1Wfl0BdBdpnFGm/VAMn4DSPDzpZVBtTWrnAd11aLl18zGw2IIRpB4pdZCmQzYqIOBSEjZOW0f8tUmMtGgAKuicSUAGA27LGuR77wWWBU8TmQlyA7qAatkMfNe8j4zYKapFK+2ItVXT6XYJDr2XckE5AFlzT/Ubd2CSmwHUykAEfWuSDO8AqsBPWzCplOKEghcK5w/wsH0B/HVU8Yk50VsQKcK88DffkIq0gImtpqoux08uXwSxxeOIrtjAz7/H/fhif1lOL4gBrIROVhWyjUsrdSwdXcGkxt34sn9h3D05Am0mmydD6JSJ9O7g2gsKsBqoVzC4NAw3LCLqSPHxZBJOvVEloK6OxFJ8ujQ2hBHbwWqvIRCDV4ssKrgPoFV/osYZMh+0msJlrvpbSezGSDb+TjHOXasKEvbsyaAkt4JgKe6bwryknHv0Sw2AKdXa5JPJDNOQIVWE4NuGGdtGccFO7fjon2noVZsIRCKYDCSRbS6iM7CM2hWKgigQQQDPlKwDfgrTX1MQG2reLfy1ANEvSBn73Z7gVX9LtrGJ7CfeZqtq5vWN/mORmtN2DmUVAmbdnTrMGtfagAvrjmya9t1A6z2tF6fM/XMnuRlMymw2gMoeyDV+us3wKphh3YF+SUZs6ZivSRNmsxMIcSCxWuvpweqmnRBh9zTSmef762A97ILIggWuH9uMreWGLsO9JZ7aEFVD0DcbdckqE19W7bLKwtF0yaDdAidpgl8+c4Xsbr1qQRW1Vld2QV8CFhFtpR0Q2gxR84Qj7kW9x1rOCGBswTZHufedcY/dk4q6KryOV6AxgvGrgdhvIG7t/1WY4S1n2n/zb6fsEXZ2mYYNXbdC+NRirQ97Wyv2yyd7amXyHONrbr96YR0l7BbYnp+EYUa5WgYw5h2OmkXM0wRD4Cs49kDELzAEosliVgUaTIxKiX0JyJy7seo7Rp3sGXvhZi4+G2okq3cWBYA0muI4QVw2UEzNz+HRx+7D9V60QOsRjE2sRmZ7KCy8SXmURA/ElyUgnE4yM4WjVta7BxgR084JGNLcJXjz7332LFjyGTSmJgYF1kAMleZCNVrVVR57JfKeOru+7F0/JR0CyzlCyjX60glE+hPJaQIKjxrc05xf/YHQiiVq1hZyiERjSGVSKCytIrsrlFsu/hC5OouZueqMogT4+NIxJNaoLMmK9xD2BVlWMjriz3s7OF9vfvuu3HvPfdgaW4ey7kVcWGy0KVBAAAgAElEQVRmuyjZsGR2kalKDd2o62qXgUkI+d0JWulaU3kKu6s0Wg3Rrt152h5c/MpX4vzzzxNNXgFUjZOxEoh6EhV2/lmQSjpLOh0MDgzhzlvuwsc/9lEsryziZ3/5OvztX38SUZp0iJRzj1X2Yhd5LLXBbmnKRpO8T5PtrgSGLpw1b60/eWIeYUB59kSTm/IZymlU+RzvPZBd23x/7zhIIm4MxLSG1W0CBloRDPRR+1A7zsho1m4SxiDGzZ5neZt6fewCqgkJgqAovWUl5nGoVc/iEM9sLZL09n9lMnfYGSKTUYt/6unQwk9f9zN46y9ch299/Vs4cXQK73rfe7BaLCEUcAxzzA7TCwCrfspl+TA51oe9430inVFDQGLsueUiyg0CqUFs7o8pSMACFbtR4MOjxxYwV2jhkt0jIu3EDjvG/aLSKgVdawxmO9YZCxlzVTLIfA4eOzyHQ9OLKsklBAzKZNWlg03nnx8taSHutcvaUEjkvtBEpVyXoofcVZ7lArCaaeRldZoWWtljKVXQ6SAei+BLn78BjWoFr77qkucFVtfP4V56rWe39/HSU2/v+b/2E18QWDXxlCU+EFjVLg31/GA7ejiaEfWe+amjyC9PSZ5E0+P777sHl154DlLpOGodFs58JB0qG7odVNZxoIVQIo3xzecgncpiYZEaq6sSF79Uxurb3/pmbNvOroQo2uB6UI8G7Uy0q1jjp2452Ejx2L1Y9lNhNps4S/ZXfYUtQprJo6u+G8IogCaFy1YLETeC+bk53H/PvaiX1f+DTEzmxRuGh0Xea2lpQfb5WDyJka1b8crXXoNoIinSPNVGXdrOmRuqXI8aJ3Ftl2gyVamgWauKvB+l7+753ncxc/IE+rN9MkdpiLeytCQygGfs3IFoMgVfOIJANI75QlG8RPqzKZy9bx/uvuu7+Mo//TPqlYoUj2NuBPVqHRdd9kpcevVVmFlYQLlaQ6VWFePdsaERPPbgI/iXb34LfamMSMo02enpo3FRBEObtuDn3vEOjG3bLNfYLSKYTVdTCFasKxJftagNGgyiUsxjbu4UmrW6/ExtdOZHoUgcw+ObgCCrLtp9qUQIq+kiQUd3Yiv2ovebZ71IDhBYlbyFTOsYlpdX8YEP/S/c+OWbRH5ocmIY0UgU80srOO+Cs/Cu3/tdpLMZYQbXGzXtFuDeaU2aTEs/gVeJ+wikiu+F3iMFUhkbrW33t8/jPeba4RpXNquVy+og7DJnC3dN0arVmpzJ4XgWswuLePChB7F9y0bs2boR08eexcyxk+iLpYXIMTExhkK1hiNzCxjbsl2M4WxsKMUoKxsne4uR4fGeTWYU19NP+M+kxVn5GAum6lliWLkdmkR3xOi0r09Zqxyf/PISKqVVZazGYnBCDn76V14GVr078cuM1XUnoRdYJcjpNZTQyWg1VlUL1QKrrbZf9DG9UgBSZaMumLQCqB6Tznll3cl2QjCypUxIgRWCbIYlqKS6pnyJlQJgwkMQkGwQaVtjIudQt7EpbdICrIqrsbY68GDgwqNO6fMBq7yWkI9ALa1oOrLxk7FK53dqeTj+AEK8Hr8P1FjkexJYZaLF3zeYcAmzh1UaiqKy7ViZsMpODckBVKxSO5WmTNSIVVmCYrmGWiCANA2tQiGUW34cyFdxotqRw5vBVzrsw6AbRH84gCgDcG54tQYY3hG4tWTVNsfBgAtGcqwLrK7WtA0yQvMtgtw0/DDAqlS6qLMn+reWsdrAYo1ALQFnBVbZXkL9SLqDUoPoklcPY9fepGi5FFZLSKUSqNeoWVQXYJsVSgKrMfhRXK7g2aNB3HbXKWHMsEWSbYIKrDaRcX3IEFitNbBcaXSBVd5HkQIQB3g9ZHiPa9Qq1U47ZKJhAX/L1SZWaNRF86oYgVW2fzSMSVZDwFa/AKtFATDiDtvrzUElwaSGJbKpGsMgfqqVArCM1WbLL4k3WSoEVqmxSli6TCMQw6q1FfEuuGDMG3jY0MBKlS2Nbpthyci4hCxjlW1xQo2RwgXHIezTQgSlMMg2bIpWo2qG3jS9Vh9rfWD7fD8LsPo3/5/MXx4iBPwbMeCJxWM4XpiGM5HCbfc+i6cezknLUzAeEKF6tnQ8eXABycE2zt53OlYLRTz48NOoVILqomiYKdTK8QWCqNaqiGaS6BsZwfTho6jlaN7gR1uYXmqCwkoyq9IEVvXx3CPQBoJCxpHii6PrW4IPrj0F3r2BuiSBFgiRRRFQXVTOJgFW+VptK9GwRhM8ssDVjU5Z79Qe5pygTEi3/dzca+5nBJJ4S+kuur2vH1eduQ+X7D0dg6kk2ojCDcUw4HPgn3kQnaXD2kZEIzleckPBDjZFUudN0iwWmKR4ZdhGwsZlErQ2Obb6ps9JTrrt6mpmYJmSCkp63oOFBQnouI840pLOAoDVC9TboIGefRtfS4FV6QWWai9ZZb33fC6zxNxRn2WsWjCiB0p477meCXpPlWFrix965qwFVu3MVmBVZo5J3NZ+z7XAqhcIlNdY4F3e3cotrDe/8erbeliq65lipiCjyZ0Brg1zqtvSzO8n4IdxzSaw6o9Ie5id51aiQrVl2y8JWKUUgE0ivWxTeUcW+Ti3TXGux/QyoLqcyS1hZUvgadaCZQnYFnjrJm3vu64Hw4IzhlRWD9Xui8LKEhdWtplp8C2vZyxhdGW7ra5mNxB2hefRBd+6QJK5/1Z6xSNlwOfaNm5hypCFQEZpKIDBdBxD2YQwVysdB489ewTzhTL8wYgUWNSVXrUOu8xYT9XHQ95dAwgSU4mRscrCYKuBoXRM2Ow8o6NxB9vPvwgje69BMxAVx+Aw19460MF+R+o5k2lCYLVQWpEuCjJWXTeKsfGNyPYNqn6eKUr7fC3EfbMgS4RdRWF2fYh7N9vzue8xydFOGtGW7QAzM6dw4sRJbN26RZKIQqGAaITaeG2U2cbY8eHgw4/j6QceRzzootJoYLWioGgmHpFzWuSbhJXDG8V2SG4PQRTLZTguNWGpndbGxjO2YGz3dtTg4tRcFavlDjZu3CwJ+fNJAfCYXg+q8hNoCrX/qacEpCQwzH2YYHBfJoNIKAQmb4wv+CAzKuySGe4HARWychVI1b1NCmzCCiLQotICVUpItBoIx1xM7tyJiy66COeecw6GhoZl3TRqJsGkXrHRV5f41uzT7CzhOslm+vDlL3wZ13/m0yhVCvj9D70ff/jBDyEkTCUePx6d/B/n8PY8J54d072vy9LWrVMKphJjmy4PrzSAfb25T70flX1ox1rWumVimSetL+x19yvjli6sCI5jU9+rp52peyEL9EzOBYYnS1QoyRoLIKTavL4Ou1d4/TyvCe5QgzUkuuqMscNhGgoRLGIrtu7X0vETCoFafiJJwX8zuQNJFSwmUOvwste8Eq981VW487Y78ORjB/Du//khrBbLAqz+OIxVEh6aHR+2jqRw1qZRufaZXA3TSwXMzOdE854FrdM294nEFcsCBCQpjXHg2DyOlVp4xY5hRIIdHDk5i1Qsgv6+jOisSmu2Pa7NeEsXHBnRYILvx3SugoPH51CsVKRbbmQgi9EBGgjpOBD0Zd5B6QPdUlX/2DZp1Jsd7H/6BE7N5iTs8bPA26H+on7g+nOT462s7rrEJJT++Mo/fQnFfB7XvPpSGVe+uZex6p3C3vfzms0957M8n23nn7e49FwA9sUDq14pAH7+WmAVqPs6cF2COcDCqeMorMyKZA58Du77/ndxyXn7EMlkUArGUQL1pXlYNdH2ce/2I44aYiEH45v3oC87IKaIBFYZ4773JWqs7h0bxKVXXoqzzz8TjU5DATHjO7L+PLRt5F4pFRvf2LNXYlqvjrU+Qe99l6XaixN55nEONWp1xKJR5FZyuPt730MpX0HUpc52CI1KCbFwRApIR44cwujQkGhS9o2P47Vv+3/kPCE7vdZqoF6jXqcC+Vabk+3gLGRVqcNN5qLfL/v3s089iXvvukv2yWQiKXljYZUM0AJ2btuK/tFhBOIxZEc3YDFfEc+SyW1bUC9X8bWv3ISTx47LuVmuFCUf70tnMbljJ17/xjfAibjIl4pYLZekM3Z0aAR33XoHvvNvN4vOJwuDZLHHYzSJTOKCy6/A6972NoTE7IL7vadY1SP4wteuSn7McaOGe7lSQH5lWWRlYm5U5VCIYURiCKeyKh9nQFWZ4574nLm+RKQCUprikdy/kMYifnN2+X2IxOK484678eu/8XtYmp/FluE+/PxPXYtz9p2Bcq2GO+5+ABdfcRleeeXlyBVWtcDeBU+VtSpFR/NZzN8VXNTPpga0mvYyJlQmK7uBJS7i7wi2ivSPie0kXtLYkf8Ydrk/h+XrEWfg2cz199hTz+Lb/3YbFpcLuPrKi/GW170GM8cPYvbwcUxu3C6AuB91LK0soh2JIpwdRMDVrkN9GDzJ6IzrPF+3iRpSzvPtSyIUYwql9veiV03IVa5fSWCJdFKBVeY7lDFYnBc2NccxlohLPPWWX/7Qizy9/2s//WVgdd39/WHAqkxaCR5p8CKe3UYKgMwRA6ySXm7Mq4LUWBXzKgVWuwmZYawKiMIkrs0KtIpoMzZzJFjqKCOVoA+1NZs+ZZK024gTOGupqHYwFBQTJIJuZLYS+JR2RGNaw3NDgFWfTwySvIxVbmbcKwmscjGRUUhB6WKlIS33/PwesEo2BeM/bQ1kgsbrssCqGpUQnFRqOZmbBFb5FUs1A6yijYTbA1Zbfj/ccAhBN4qT+QoO59tYhquicpKAtxBGW9znCcAmHCDqbwjImmKCRTaU0WckEM2gnrq4Ajp1fAI45wjEBqgH2pMC4PXTnANkxlJqQHSolM1HDZmlGkPflmqiys6v946bjhvr4Jqf3IihkRAaDWUMhQJR1Gt5AV7JNOXG3Gn5kfAHUFnOYT6fwbf/fQaVSgNhh18rIAxTAVYjfmRjrrBOl8sEVhmOcs74EA8HEGbbqKnA8x6zHb5h2HhkBAmwSimAeguVVht9orHK+dFAsdEBgeUusLpsgNWQAqs9VtRaxqokKkZjNSRJqFbrGk0/CnWVAoiH/HCNaUeZ7RMmMbZghsYsPb1EjhO/r1WI7AWX2lIaDofkwFopNQ2wquZtqrGqUhPVhpqIKbCqCeBNUy8NWG3/1UdE4zdAvU1fB+VgFU8sHcFUJ48lfwlHZit48tEV0Y9yk2EsLC4jm4hhbqWJaNona2awPwF27xw8sYhcvoCgPySV2VbLhyrnF/WV+5KY2LUDy3MLmH/mmJhD+URbTw9AMUky+qFacFE2hQn15a8e4KQQO5m6wjSw7fjomVetAVfNu1gzCGqsckNpN2oGrFfNZ/tZAqyRMeoBMQms8v6I/IRJftpikmQcqAWoaopW857RUVy8YydeccZepKJRBHxBpKJDSFVLaB79DwQrRQQiUcUkuekJ0E6w2EGQ7eCynJnwE/Ts6QgKM0iA1rXg6Fog0ysXYPFUD1DpCUeYLolusU2uCaz6wuiIFECPSa2Db9p6WMwgyGuAVQtCvBCwqr+3h0sPWLXBvjdx0gTcBkpm75NiAu+HMnltNVrBXm9rvnWb5esVtOw+uqDv8ydi3fGzF2rA0N4bGIDVpzpgKqHQC+hkBnfNY9YC34DqbOk6t4wiZZQRZOV3k2KOPwz4CPpYxirH3wKJ/zlgtQuSSICrRVIxvZOTyiesB+vCzvvR1VYVyRcFVqX5zBhmrAellRXtGS3R61YgTMENNYHzJsvSxipsiF6yoCAMC5YvBGA+1+Wd18Iz3vuQzxT5jp72IrVEGfgSTCtXKnLGsUsj5QYxnIlhNJNALBRE003j4WcP48j8knSt+FvKFuNa5+1bf70yXp6Pt99ZE1cg6gSRCjuIBXwYScXhdBqIuC5GtowhvWUC/ugQgpFBJNOjiARjwor2rokueMwCVbUiUgDLuXk53wmshsMuRscm0DcwrA7CBFapr+dvI96ZQSjMcilZmZqYqqRNr73Py2bm2Dz++BPyHhMTEzJWlE1gYVEM+zrAoYOHcP8t3wXKahJVafmwnFtFNOTDUCYlxpSUdmFsUaauar6ECJNJdiek4kgMZtCqNbH3nH0Y2jAgRezVsh/z+SBGRyeQSlKLUqUA7HfXtlfDyDISRzJ3CVimM/js9dfjy//8ZWTTafRls2JoupLLCSASj8XkOpOJhLBl2H5I2Rk1TVNDsgrZO3We3ZoQ8rN55vI7s/WV06tcqwi7MuAEMTw2ijP27cN555+H3bvZ8puQayEjia9h1469fs4dzj0ajf31n38S3/rm1xEI+fDnn/xr/NJ111GFR1uzDatzzUT+MX8IxdW8Sqm2vcRcC0wGKuw6fJtxNIVkdf22+y7nujpUd12apRjJlvweGGPvj3xHKTyrKRjXlwVv+DvqGvJnAcqNpqMYdAYdBHjO+LjnMVZwJH7nGiNQxW4Nn6+GYIgyV5wPTQQiTfgFvGILrRYx3ZArn8kiQyweRyqZlDmeiMcFYK3VdFAIMHKfzedX1GAlVEJqoA8P3Hs/7r37frznj/5Qurr4aXKzewfHGiND1VhtSUcHgdVNgwmcvW0DWGh/ZiqH5UoLxSqltRjzB7BvaxYZ0W/SceLdeHZqBQfmcrhq7ybpRptfLqFcKsBxo+jLxGXtMJ/hHiDJvej/atEwIBrJhEEDKDfEvwj7j5xCOuZgy+iAyAlJ0s+1YTTG108hThHG1vc/chBHplYkz1FQldIf3iKgeSWZr88BViP46o3/jNziAl77mstVSoZkEkMW8H7mejDUC6yuBVzXn5s/fPLra18YWJXz1hZnvWeTl40ra98yVtk14kOd50I0JQW1pZkTKOXmUS7XBMC/5+47cf65pyMwNIqV6BCKIZqS0T+ghhKLYn4HI80q+ho1KRKlU32qsfqfZKxevGkMNTTwmte/BpO7J0UXVnIKysbY0EQ638yZa4rL9rztniFdUzk9l9eAr4ZIYodK5p/ZB6RgxA5D2Q+DEm8/8djjePbRpzA02IeNExuQW16WbspXXHihSLIQF6g2Gti4ZzfOu+Iy1Mn6a2jLPwt7VrWL3YoEbGvluqzROs2bWfCqV7XDIR7GgccewT13fhcx7t/VGlZWVhCJuNiQySCUSSI9PobM2Dga7QDisTQSThh/85efxJOPP4GdOydlnSyuzMvn7t2zDycOHxXj3Te+5c0IpRJYKRaYAkvM+NV/vgknjh0Ts8pKtYqIG5cizq7T9+Dn3/Eb2LhjByrlItyQx9RV4mGP3nenLqAhc2krAVWvV3D8yFE8+uBDOPzsISTSGVx8+VU465JLVcZFjHUtacCYy7Ibj1quIiGn4CYfGt+wsER5EXV5ZtE5Ek/i+n/4LN73nj9BMhbGNZeeh8vP2oWBdEI0xB87PItte3bi4isuR65c1IJ7ix26NOJVfXaRY6hWtZOAn0+TKhsvWDaridv0mmwsYditYhyo8Zt0IUiMq+eQG6aWP4u7lP4JipxCuVTB8moZn/ncl3DoyCls2bgBv/5Lb0My1MKJ/QewYWAUk9uZN57E8vIs3L4+BDP9qLIQ2U0stBuiR8Z+bvebxKi2eK/RuDkqtdPaagj3sACp1ptCukobxJNJZLIZLV61mlhenENxdVXOIGqwMs5489s/+GOe2v89nvYysLruPnc1VndktL3I9HhJwCUnt1b2xZleQBEGqUy+/eLCblksbE2TSqwAqwzaVBvUJppKCrMJlQKrXASisUopAb81wFJXYrqNE1giqBuPstWb1TS2tjnKWK03RYuVEo5StWWgIYLIPql2cZclsCoaIR0NQvgI+YG4GwQ1eBiQB0MuirUGanUChgwelbFKgI+xKFt8GJSLZow4BvdcxcXJ02iM8PoJonIcSmSsslrTaSk71udDscLWDqDtRrCCIA4vlrCKMJrBGPztqmwYIpbPAJGswk4LlLSPB1pIhfwYdB2kQz7EOFbUQTUGQPz+HGVuxdV6C7m6akPSjErkLQNk1XaEIcp2Ov67tAmxXRCQSvhyjZtRExEJcBXwZsszq21jG4O44poNSKYV0CTw6OuEUa2skIIHl8xLAqttH6Ic5FoTuUIYt9yew9RMCQFjTpSrc7xbyEQD6ItHRM5huVQXlqno/wX9AqySUavgClBuUYdLDby4WaaiISSteVWtLb/vj4UwGCVI2UCxDhTrDQlARQpgqSRaE8JY1Z49c6h5gVWdkwqsMmkISoAp2kEtBcl5mFEzjyptfHJN2JraitDTINTfKSNGWU+s7AmwajRwbYWSyTLZFty0V8pkXpPApkkeQVWC/9RorbDYK+2e/DuAesDBt6fKL3qnJmO19VcfEaMkVYntYKlZwMnaDKbaJdx/6ggK7TCefTaPerGBseE+HDo2A4fC4v42hob6sTCTp+Q8TjttJ04srOL40RPyPZ2wi2KJQRJZyx04mTi2nHs6KsUiTh08jOYqdZSUJaRafDyEDeNCXFftHqGHoAYU/I+27SuwygTcmNBIIqEAlOJHzw3UJRhlgkfmvGmf0zZB62hsWo9lrmvEakExq+HTFhRF2ejK3NP7K/IbnRb64kkMJiM4Y8MGXHn2hRjLDiOAKgaTQ4jn5tCYuguhVgCtMHWGKYKuxkbiou0Pwc9kU75GU65Cv7MxppNPq2t7kLTckC3F11utWDsFvABkT9usa17SZYas9UDWeRBCRxx0bEFAQhCZolLZ5b1h6xxZb6SjGTOFNuejXmxPu09aGBn49VxNRzxSAN3AX4ew18JjNLi5tnWec0fSdeUzurBWO8/eZtv5oCNgpBW672vmgqECdWeGp924O8Gsw7fZE7pgvpxTFli119oL4Cywqudaz+xF75ynQGDYp922LgFCOE5kRIc1Wxa2J+eD3gdLJfL94+0veo3TOInrS6esSkBIwGzaH6VdPkBGtoJZ9jlSsOi0lV1vNKgkwDfgrAAocngzFDBOqYZNLEmbAXAtU9VbaBJWhJEVWJ94C0NAzk59b2Vk6+K377EGjLcBs5FN4fNFrkYKHaqZTPCRiRgLWgTRmEjw/ZJhB9loGKOZGAZTMYkXfJE4np5ZxKNHpkQaIyAJq857JltrgVW911Z/3guqSvLjA8JkMzh+ZEJB9EVdOO0WBoYHcfrl5yKciSK3WkQyswWR1CYEOzHywjx7nVlL8t3ZYdLEE08+hPmFU3JNTFLIABkZHcfA0JjsaRyqoJ9dQRVEO8tybtUa1JRvIpNJIhaNoU4du1pNwXS/T85ubZkP4MSJKRw9elgYmUwYXDcsckPs2qEEz8mT07j7ljuxcnIWsXAY5Y4fx0/NC6A6uWkUCScoMRLHnZJQ7Eqp1VtoUP5gbIiBEyqFIvadtRdjGwZFNzMQTGClFEY8OSAgJZNAkaIwzGN7Duu5qmx+ZeYGkEmm8I+f/zy+/rWvoz+bFR15giXLq3mJJah7liCbRMC/oAJxAUfAIC49zudisYTFxUUZX5k3hqHNJ0gxQc4lzZ05P4WZgw4i0Sgmd+3C5I4dOOOMM7Bl82ZkMhlZ7ey84Bzm66kb26w18ad//GHcddcd6B/M4tOf+yxee/XVCMjWIPYwIjvzUh6//Tsf1gKraHRaGQDGvFrUsqAn16IayikIapAYE59oPNJsE0Buolgto9X0I78yh2AuhyzjPpHIctCqVtGJRNGYGJO9OegPSEGYc4tnhZivcu0Fm8j6cvCtPiXeBwECeL4Awg4L9A5a/a9EIxhXlXNhh7E7h4QDtrLXZR5EAlFML53EN5bvQ3W5iur8MvzNOrKJNH72NW9BNpSCvxOU+0xZE+0CtfGCmlapLEgbC4vziMcTiMajoJzSYw8/ittvuQPv/cM/VOMlWesWWNWzzCbrGsPp+/A78EQaG0jhnG1jMo6zK2U0afFKMzMhBHQwmnTg+nn+qVkgSR2HTs7jwHwFl5+2AYkQOz18Emsv5Qqi+8tYsy+VQthxsLS0LDnVwECfxMGqB6+dA9ph4sehGZqOVjExnEGl1hQ/B6vL6I2A7ElFPUYSQe599BAOn1wRqSbKCID7jpyzvXhBNyLThWcYq/zkRDSKb3z1JsyemsLrXnsFXDLKmE/8CGDVC4a+VFBV9n67SCR+fn5AVt6/27XjeY7njOJzCFJyTyfwz3vRYCEkmhJviOXZadSKiyisFuELOrj3+7fjrHP2IDC2CbPJcVTCISQXF1DK5VFPZ1BNZTDcamCyVsPmTdtEn3NxaQGVCkGsAN73zpdmXnXDH70b/3Lzd7BSKeJNP/PTSCQTaNAbg6GwGQw9Im1bvxYWNXLTf7cmVUrWsSCsznU5v0xtxStIIgQH0RZXAE2oDm2aQLtYWFjAvbfeIXn6+OiIsJdb1RpOP+10xGNRmaMEUy+99rUY2bZN9mIxOxJQ1bSedzpCYiKQWi/XtXvAx3/TTgLmkGPD/WiUCvj8p6/HyvwCoqGwALw8J7YMjaKVcOD0Z5DMDiAWTqO4XMa/fePb+P6d35O1PjExikx/EvVWCY1WHdsmtmJ5ag7Tx2dw5lnnYHzXDsTHhzHYn8Xxg4fwr//6L3Lm81Gi70OL0hARnHHuOfiFd/wmxjdvQb1eRWF1RfZDmmhRnoByccIVFwCZ+x+ZjhrHEJt4+P57ceM/flFMj0aHR1Cp1FBqtnHpq16NK3/itdohSbNnSUe1a06PBgUQtVvGgq+Uoeh1OsjZEQgikkjhb/76b/GxP/kodk1uxuuvfAXmjz2NTCKKeCKFJw/N4s3X/RzOuOA8kARULldEliDsRjA3v4CZmRmJAwYG+mUf4n7E76iMVGWeKrGoKQSPnlQAf0dglSZWSrJSTVYFVW2sS8yDZxB/TzYwz2lKAcTiaXz7O7fhW9++DaFgCO9+129itC+OR+75PmLhKDZMTMDfKGJ+9jii/QMY2LIT7Q4NoJmxKsAt9UEpBvQKsGvPUi+VqbuByLV15VsVjAcAACAASURBVDF47SYGkK1P9j6N/Qhwk5Wa7ct2ge4lYawW5Dxl58zLwOpzo5eXgdV1Y2KB1eu2ZRThkphPo0vuzYZno8wJAhymesi8S8yXVJFZpjlBVTI3mSiKm6IwI3VT50LUaruaSRFY5ZloW9z5Ok5cJm8EK8kgpSM8nxONhKUtnu280agrmxWd4hnEcaGx/U0uW4BVVsoD0lLDlvEa38MEPPz4cLCDeFjbjLiZBIJhVPhZdQaOBC0VqNVqe0d0kbiIef1sS/eabggHQTRG2OZMV3u2JvFzWyJwz9ezbY6ANJ3s874Qlpt+TFXbWGkF0A5QO5Lj/NygQcE47euhRmPE10TaAfrCDpJOEP0hut13EEIT/hargHR/biLHbh9AmKT8HgSJuWkQjG4ZLVsmgpJsUWtMgFU+p4ZIiOq4WrVkS1Wt3cDZr0hh1xlxpFNJFEt1SVzI6isXVgVYDYUDaNWMiHe5gnRyAEun5vDw4x089EQFPtbd/cBqrYNSrYlUxEF/3EWzXsVKpYFSS83LRAqA+rKhgFb1yLLt0JCLALoCXJmEK8AqnV2Xqx2UaIYVD2MoHhRNudUqWxkbSEdpckYpALZ5BhENtBHptuoaCQAD+gvYJtOyJfecyaUXWC3XqaXrR9xhiz6BFL9Uu7XtwYyjeb2A48bRmnE52yhsAGsNHbR6TM1cZcbmy20JuH3UxguqFIALaj2Rta2tKPz6ZV8Qix0HD8+yvf7FPQRY/YuPwed3QGAs2OxgtVPGvG8eB8oF3Hn0BDpOFKeOL+HUTA6ZdArtZh2VdhBBh8CB6vHOrywg1RdFJj6Ak1NTAgQGQmEsLOS40mXdd5wgBic3IpiKYnVuHq3ZApqFClocf353ATppdmZCCs/U9zLkeK0M2sR4yrT3stpI0ITrSmMRw9SxBm7dSqUyZwScFTCVyQTbfHXcnme5mQHttUaKlg9fa0x2+BqOA2s2rs8vQCr3Brb5XbDzdFy45QykswGMui4is0dQWT2AUNuVRKTjJ0DK5RaUFhpJrIWZTWAiqMxRAdrYDqmJXhslLSaxykTmMw2k6LSgvdWaHMofAwAL+s7fc456Cge6+4quowYRuqNLmUD2atUtEiY+C2UsQhFgIvtNmLYt+BlgMZgk65vtmLyHync07+WX4F+DeX2MkkVkEiICwlrUUPzQJkzGh0rZulaH1OjFaiZhmLxGa1Vvutc1vPd5At7aGyuar+wuJdtDAX0BHe1Q2Ykghiod0RQjU1cSVZkfFlg1gLqtykn+2WN+yXo3iUoQNFgThTrZP8gWZAJLkwyOsSQrAtpSy9eRBI5rRRJ8MQCySU8H/r//9xe3wAGkYq6ceZzk0n5nEi1bmef4sMhGYNVbrddgXrVV7Z3xMmC8r9ch7rEseLZbVpsCOQroSOJkWstES90DgFqdVS9oav/fJozeNkX5HpKEaDyylilqgVXtsKAxAh9MJHi2C+st5EfWDWE4GcVgMiaGioxleG7NVXy447FnUGkp65Tnjq55ZZB49yM7nvbGWGaujCvjCkoQ+Trod10kHJpHOogOJdG3exQTG4eR6csinhgG/P2oNyJot8nsNXOZQYxhRzMx5zza/9SjmD7F4hVjCwJKDoaGxjA4ulHmNYE6x19DyFlBoF6C67qSGOdyK/Jd6HRMV+tioSD7pOiL8hoNq7JQqOLxxx8TMDKdTgmwqluFVPmwksvjvu/fi+MHDiHa8aHQbOPo/Kpog+/bMyEdNWz1py4mz8NgNI6Gz4+lUhljGzagxqQ0l8fZ5+1D/0BKkvpUegB+XwRNfwJ+JwEfi7SG5WjjIO/c071a1zi1+04ePYZP/c3f4eihwzrPjP4bgWJhtWYz0tm0vLQkGuF+x0EikVLX40ZL2I58brlQFEOPcrUq5mZSRLBt9NYcTUAt/XxJHumsTifsbAbjWzZjz2mn4exzz8G2jZslac3nVnHi+Em44Qg+9alPiQHOjl2T+MIXvoBz9+0z00aFgWwx78Uu8k9+4m+l24EJKvzUztXWzFajgkZDi/OcK5bRJrEGiwgBjdl4VlP6SsB110GwE0Dd10TQSePeW7+J0Ddvxt5KDYXmPNKVEZbqEdy6FfUPvguhBCV1vBqzxlm800bR18bezveAA5/AQtGPYH0ZzbaDmMvifgiz47+LcuZcIUy0fGE4PEtEcqctjFAWmxK+IA6XZvGB6a9g9dAUOseWFSwOhvG+1/8azhqYRLPJRN0xjK5eB1KvYOopgIlxTFvakQ8++RT+9V/+DR/4g/8JX0h1U7vAarcrwd6N57Lis9ksLpjcgIDR3uZYCgAr8YbJa0QpR83teCbMzM3jwRNlXHr6BqTDPOv12mqdFkrsLMtXUSzSSBTI53Nwww62bR1Hiv4AXZkqnts8QAI4PJ1Hrd3CxGASB6aWMDmWlVhYGswYHkurv55PEllJFwJw75PH8czxecmJaOAnrDIDrCqby0IUqrHJ80tAh05LTH6+/a1v4cjhZ/GG110le4cw3yXGWDtO6wHUHyYFsL7I9kLrwIYTP0pWoLtPrJHjsaC73ieCeiqRowBN09eGy3XUCmB59hSalTxyuSUg5OLB792JfXsn4Y5uxMn0RqzWi3DuuQ/5XB7BoSE0z9gLJxrGxfU6Nm3cjnQ6LaaABG+55t7/Wy8NWL3z+j/D088ew2e+dBPOfOWFuOTKV6JeoukWc1gjobMOWFVLvd5Dz0fKb3kAWI/kh8eUQ4FYxn0WTGPc11awM+ZmJWZ8+sDT2P/g/SLVl05E0arVxItkYmwD+jNZVBs1DG7aiNf/zFvRCpD939YORtP+Ly7zjIMMQ7VWInNYwUiesewo4Joe6ssi7br4/Gc/i4fvfwBhSuYlYsJOp9nx6O5tiPVl4LQdLJ9Ywd23/QBP7z+k8Wq7hUQyjrGJAQyPZhCO+JGMRjF7ZA7TR2cR6oRRDPoxE25i75Zt2JLqR7nFNv4mFvM55CtFtAJBpAYGse+CV+Dqa1+PweERYdPee98PcODp/RJ37jv9NJx95mmk1gCdGnxN+pdQyk0xkEq1hr//87/AyvQUztyzCxuGRpDJ9mFqZg73P/4E3nLdddh25l4xWPELGMv7aorf5pyzEkR2jYitqATNCmIG/CGEIlH80xf/GV/6zPXYOJTBRWeeJiQskcNpdxBPDGDPBedjbPcOVKRr0o9wNIq7bv0evvqVr+Lk8WMSG0xObsO11/4EtmzZjFKt0u0s4nko0lCUxjD/r1rlagooADw13I20kz0jbUHFAqsKBAdQLpcFWKUcTG61gv+47Qd49NHHcfUVl+P0XZMoLMygUS2jXCujWlwUPGfrrjMwvHkX2jUWnZh9BCWWJ1bCbgLZtUxB/sc5R2WvFnNS7bC24LWSOnqa+pyT8WQCmWzaSAF0sLAwL0Qh4lOJeEy6JH7yl97/43zsf5vnvAysrrvVFlj92cm0bJ7igkqmiemEpFMuD7hAkHo+GvRLi1nbJ63S3EiVVabVBAHyiBsIqKosF4nX7QEuYK0FVjsKrDIgJPM0KL73AqyyLZFt4Ix5YwRWJTlvIxaLCLW8C6ySXepQ+VKOV9OyxIAyYIBVsg5YXdbQhiYPZKwymRbGKisqzbYAq8p8JTjM78ok0SdGUnIQvwCwyk2Gi5ZD0wNWm6i0aJjB9nZHGAZsl3u25WCuUEO+HUDLiUqAR8CHm+f6JE42KwmQLBqkWnHUoGHFPh2ooj/hoo9M1rAPbqspRjnUBOX1ElglA1c08DpkszYIwQrwzdFgAC6berOF5YYP7UYdUQZqTOREuymAYLSJK169BdnhOtKZDIrFmjBjgv4gSnQcbFYRDLECR0azg0Yuj9HRjZg7MYVTs3HcfNuUVISZ6OWrLRCkVGCV5lc15Ais8ve8L2QShwMC7jLB5clcbEOAVQrKE1TzAqsrNUibfn8sjKEE21bo7kxgtWmAVQdTyyX4Aw6iwRaiXY3V9YGIAqtsT+M9t4xVAfHaPhSpseqjw7NfgVU/3V97wGq3FVBMC9YCq00zNxSM6AG6DMbJWGXAmKt2xIRL9HydICLUyfOzbaMthQUq4uYQwKlWByvtAKaWXhpjFR/7S7TCHXGsdapNtOM1TAcWcOupRZzMF5GvdjA/s4DFpRKW8hVMjqawWGyJcyplAYJhPxqtCqrVMtKpfhTYVhNwhG27tFwUZoq0UQz0ox11ER/sRyyVwsLR46gv5OCj2VmTLHbG7LqWubgJPHkT6G5ibRzrqQ8surA0SPF1xF3UMl7NK7ttnb2AXYNLAS5l/+FKWysf0GsvWROWyg/C0hO9MtVklRYpX0B13Qgmd9pwwwEMRJKioziciePsyS04d+tObA46cJcPodleloM82CSw6heAVfRya6Z9lAwpfwi+YAQwGrWyYarVJtCmG6kGYHTOZFJEdqskR2KqogxsAfrEYMEYJ5kATQIJgzsKG9SaJAlTToFVajXbpIz7uSS+wljlTWlJ+6qfRaMOCyfadkyTO0VHucmbNjU6O6wBVn0YbRinZm7gDRqXGEBO0You/0TGWoIeBcm9TBVtn7dgqkE3n5elLNWMtcAqAQWCSdQi4easDhCGvWVa9OsG4CcQKVQjvQaebwrk6T4kZ4/EtlI+NC21+jfZLzqXxLMZDdk32J2gQbO2qJpWfIFUWPRzxH2U7C0YuQr9AHPDPvlvLzogSxAwDHK+K1DKh2Wm2jlNYNU6A1sjDxleXrNpR30+YGttIqzXSFCVIK23XVj+na3SBpQU0NaAol7Wg32e/WwZa29LuMgRmPZ+Y+ogAKaJJaxunH09i5mi/0ctPTKTLEjc6WAgGkRfIoqRTAJpN6RdKaEgwm4Ay80gbn34GSwVqmKSwf1IgQzjHu+RVOjuCx4DIwsY8/6mwyEkOkB/VFmTq2xxHExh97mTGJ8YQrY/jbCbQgtJtNpRNOpuFyQWrWPzECddP3DgwOM4cfKoJNUM6EMhBwODwxge3yLtPX7uLZ0KAoFFOM2qAIl8TrFUFFMRMgvHN4zKa6UNVljJCrgTbFxeWsUzzxwUQ8HR0RF5vsyDel10yQvFMg4+8TSOPPW0uPZWGm2cWCwgEAnh/HN2IROJopgvolxe1Vb8dEZMGCnxM7FpHEvLy7JXT+7aImPNRKWvbxjhcAJNJNHo0MTNQUAYlSo7okRE00HQ7XbS+cb7wnb/Rx98GF+58Ubsf3K/3HPeg6irgDrB5b7+rCRCTOR45IcjEWGgFPJFuc5kMonhkVHU6nXkczl5ntUkFtZKl7Fj16/eGInHxNyCxb0GQm4Ig2Oj+B/Xvg6XXXoZ7rz9Ttx883cwODCI6elTmJ4+iQsuOh83fO4GbN04Ye6uFhNfKrD6ofd+CMFwDEPDGxCOxNTpmW211RyqtZLsW3Yd2fUvRR0aLrINP+wi7EaFxeuPZ8TEjR3iCESwsP8xDHzqK4jkHsGx0Tn03TeCeCOITiyO/F98CIGNKTmG7FjYNSudFP4gdrSuR+vpryBXd9Cp5IFOEOFwUDpxCqkzket7FypOGA3pUmFM6EgtUUypfPQUCGDOreC9T34e+cOn4JtmgUAJDW/e92q86ZyrwSYOarSrhNB6aSe9Nrt/yf3yq17koQPP4qs3fQPv++AH4CYS4vyuBQze2PUAoQWM9f0FTE+nccHOCZH/4fHK69Jx6FUJbVQpgBIgzNT7nl3EZaeNIS2mtpp/NMnU40Eb9IsE2dTsKmZn5lmFx8axYWwaSyMqeq02XiE7uYOTcwUsN9o4bTyDY7MrCIcdYeBTAETYprwgwQy0W8cyVu978gQOHptbA6x2jSxlHNcDq9rya4HVm7/9rzj0zEG88fWvkrHvyrvZ8bMz2xN36NjoWWof64HX7i88/7MecO3VaZ9rhPW87ysj3/1N9/4JSFTnmawSClyBDbTgxjPwtQNYmT2FRiWP1fwK2k4YD37vDuw9Yxvc0U04kZrA4lP7cYavjaq/LX4cU4EYBs7ejd2VErZO7Pg/Bqz+/bt/EWNjG/HFG7+Owwvz+OV3vgNh10GzQfmG5wNWGVcoe9s+usVJM0ftWdlbF8pu164QdsapQ7rcL553gQ5CbhSthoPb7/g+7rv/PqQcH4b6+xB2SKKpoj+VxsjgEKLsBgj4UEEQP3XdL2Lz9q0oFHOmS1KNq6RrzzABeQ412LlJxF8Y71UpnnNOjY2MItj24/P/8Gkc3L9fADzKBRA3GB8fFBOqWDSJAw88icfveQxLsytCdBLpGgKVMu1b6OtP4dLLL8RgJo37vnsfjj9zEm4whlokjP2lBQyHItiXGUP/hiHsPHcftlxwFqrSNUtd8Az6x8YQiSeUrdhs4oEH7sWtt9+Ko4eP4I1veAOuvfbVaNVW4UMdvjrXchONdlPOoBPHjuMjf/Kn2Dk2ivGhAUyMjGF4cBhONIp/vOkmbNu7F69561u0GELmDNctQf8mzeLW7l3dWSyFd91smAexMBh2wvj2v9yMf/zsZzEQD2MsFcX2iQ0oF8vS6RgfHUd24zj2nH+uyFbEU2nc99Aj+OD7/whHn3kWsWAbO7ZuRDIRQ9CN4LpffDv6R4fkXON4Mo+zxXEBxj36rCoLwBzEsDxNIdKrk0/Taik8m4I6ixqrq6sI+MM4duIU7nvoSRw5Pi2yiJlEHEk3iGCzgmppBf1Dg9i6ey+qLR/SmX5sGs1Kbl5vVBEIOcqUJUXFkjS6MgHPt6Os/TfJpwwJygtge88Sfr94KinmnnxrjufS/JyYftKvhgxqkqLe+Ivv+9Ef+N/oGS8Dq+tudlcKYHdWtOCsc2mTGj8+FVtm0m7BL2WGKvuo0DImdybYEAF5Q62mVqeYTRlGoLQZmkiEVWplrBJYJYzH1vSOtnGJVqomerUmaecEVtVsikkG2w+o50gpAMoFUFeJG74QvSRIUGYOq/KlagM1uhJaTSVqrAbZsk9WYltamRjYs/XNAqtkrRJcZRsZgWbXGIkzQSTQJa2NBqaV6rQJ8rzAKsHAck01YWNRtmiGsFKq4b5iB1XiDGIew0SmYdyBe7qB3sBQ03jVT1XZQT5Pg5aAryqJfxhN9IWDyIQDSDkBhFt1BNot0VIlaL0GWO0YsXsLrJJz2mxihQC5AVYJBhNYJuA7uMGPK66ZRCBURCbTj9VCWVyKqXm5uriARpMJKXVjIK2K1cUlbNi0HfPHj6FcH8KNXzuMVlV3QDqpVuptJCOOHAYWWC1Ln4u26hNYpc6rtEHRcMswVrvAatyVTZiVQTJWV6tN9McdDCVUKiJfbaNCYDVGdk4QJ5fKopXGg+QFgVXT8s3Nm61uTESlZZtzkGZcFdVOTIQJSvO7+FVr15N0KzjE1laViZCghawnIzDEec6qm9xPOQjaAtKxapardaRIILqrgSDCbNn0q5g2TeSLHQez9QAWOgFU/Q4WF5Ze9HZNxmrnzz+FTqAi34nEi2CmjlP+BfzdvU+g7YTQqjYxPZdDtdPG0sIS0uEw/OE4Vot+LORyCIQp0K4SEW4kgVx+VeZlkewwDgjNoiiX4QOGtk8KOzmZysAXDiC/uITAcgG1ChkaBEa5Jg2QJt/GtvWbLnOZ6kwoCBJpQGnHjhqCIj1hDKW0BcXq8NhMx7ZKsXggpRppgXthpmo3LPVGqAacta2q3FMccCdiq2OtWZEAZ9CJIxXpIDYaxtt3vwr7+jIIVY4rXibmc7pHCVzJKj11+Vh5ddiKH0HHiUnSS3CVlSlty1K9Zcpz0CmTOqedpo4d2aOCZkvFm8mUAr+SlFAiRHsk1fyq+4X5/U3piexdyQddkBDN4g0VV+rck0mOtaAnk3RC05SBoeayjyB/C65PNZqoB+djNUz+MPgzSZTBP0ebas4l10BgVYUNe9ckG1mPPmyDG+1gM6waA8p5J7wqY5jvJtIDPbDUUEJFQ43XRXZSh3+sBbtxwtYCSEeY25JQ8Cwim4UVeF6jGC6odIOAqrKO1UBOIFIB+Ex7h9EmbLMY0m6i1m6qzhi1uQ0L0hFtb5oZaQ7Eex90aJ0aVhMz7hfChldJhMBffudFr3ECqwK0GCMqvkG35V9azLVNkH+8RTwFVbU4KKCeJ1C198S+l02U5f7b9m0DZtiEuyeNop/P89cG5uuTQwE/zNr1gqVMpnRbMEC7Aa95lgnLxoCw3q4Bqxum16xxQDTiYjTqR18yjr5kBFEWh7m/hmhY0caqP45bH3wGJ+bziEfjys4guOYzJg5WRqHb3aAZrPca+HPAAWI8e1kgDARRbzWRK5eQyabwmlddgrPP2QNfgKl8AG4ki3oziEajTwo/ZDBb9pe9ByzoHnxmP44dPyxJjLZ0B9A/MIDh8W3ws6uD3TqowNeZR9TXEjaZAGZ+HwqFPJaXlxFxQxgaGpLvK5qjFRbGqtKeVypVcfjws/K7zZs3SxGZwAkTqWKJbLoy5k/N4/CTB1BeXBFm6eGTi0gMDuK8C04T1lJupYC5xVlQ+CmdzUobKJmvA0ODWFxeVG3YaBCuG8DY+ChGRzcg6ETQbMfR8cUFWPUFQ1IMCFJGiqGApbGvWwGMOZjs0TX64IED+NhHPoqpqSkBNdgKSuYtNf94jvIaSqUiauWK3KuBgQHRkKVT9dLSEpYLJYyNbkDUdZFbWUG1XJFCM//wYQsTHCuOG7+7TcQsm6dCCQAW+uNx7NixA6urBUxPTSOdTEmxeml5Aa97w+vxqb//FPpSSQOMqBiAGBq+hMf//pMPw++4GBzcgGA4omu1Q6bSorQhSxuvWRtWE1tAXNFpDEosRGDVjcQQiKURiDtgPSIUiKBwfAqJv/siop3bMH16GekjMfTdPQgUfVh55xtR+R+XULRTl6VpsxYD1HYLGSeA8cqHUD30ICqIoFaqSvHezw6oEEFFYG7w91GM7UPDV0EbYWHQ8n6327w+MmrbOOLk8ccPfgHVmTzap/II0hi13cTege1459VvQzoQ1zPZrEe9jrUPb/zMTh+et8cPHcOXvvhP+N13/z76R0ZQqdd/KLC6/j25traODkph1+6JWvtX7wXRGOwynn3kEqBUrqLcDOKSPaPIRBVYFWkjH+W3tJuNRyePweVCEwcPzVKACxtHaJziE5ID2uZ1gTam54s4VW7hzE1JIaZMzRfQn4wjEVIJAgEbeB4Ke45SVAwNfLh//0k8fXT2BYFV1ZnSPVNjWDqDa9dFKh7HLd/5dxx46km86Q2vlr1C93ni0c9lrK4FT3vA6g8DVdeDqd6x9zJWrS7s+nuz5r2fB1jlfODa5ToWYEX2W/bakbHaA1ab1VUUVnMSCz9w1x047bTNcEc340RyA0oPPYSrJzfCSccwMz2HO546hsErzse+YBCbR7fJHjQ3Nyes2P8MY/Xj73gT9p6+F4/vfwZ//8Ub8dZf/kVs27lVJF1svNs7i00sYYwb1xdEvZ0d9v/5WokxxC9ATZhJXJCchYVhJrkkuMTT+No3b8Ftt92F8U0TiHe0WypBHWt6gIRcDA0OwXUdOJEI7rr/CYTTffiT//WnmNg0jEatIPuS7QTgFKMvSqVcRq1U1vyIkhMC5DUQpg9Js4MnHnkU3/+P25ChTnqARboy6p0mJjaN4cyzzsfJZ6fx4O33orJYlNbxQlu7DnhPyZJt1Guo1orYvGVcihQzx04h2A4iHkkhH+zgkaVTCLeAvaEM/EEfRvZsx8984HcxfNpO+DrsHiUdTDtpFZfu4MSJ47jhhhvw4AMP4Vd+5Zfwute9Fo1qHs1mGWHG8wQa2y1EojF875Zb8eUvfFE01lcW5rB31x4xhWS3xczyCoa2bsGr3vxmMVDivGVBljrh8kme5MQbg8nZY+Ik6V6l5JAbwz0/+AH+7MP/G2PpODKOX8wy23V2wzk4WSljaOsm/Nrv/L+IxBIIBF28+73vxw033Iixvgz2To7hwjN3Y3RsDN+/7yG4yQx+8md+Ws4/be3X4qHsay1+R8oEaEzUjeUkRzHdHGu08oEIuyGkc0LjJb7Xwtw8Djx5AI/tP4ijJ+YRzwzC54SlCBwPBbFlMImxwTQ27ToD/tQIbv6P2zA3PYXX/MSVOG33Nuk6DbZqcl60Q4500nFePT9B5gUOV8NoJ1PZ5kzq98HvrfgSv7sCqxndGlstzM/PCuuWXUPJZFy+20/+wsvAqneUXwZW1805C6z+/La0VLYZgBFKYit7hQuGACmd3gJ+RAj+sLVPGD1AWSr8yrASqQBWwggiiYaSttR3FYMk2VHggyAT25+5mZAZyYDFC6wKY1WcBVugtnIsQpYkD8iGbFRs6ypRF5VttX5lZ1pglV+P78kgklIAZGpqm7JGMaFAG3GXjkoWWA2hxu9ab0rSJcCq0RilmQOF5yVQMcCq1aKzBh/SFtNlrBKMpcNsE4UqTY8CcCJRrDaAk0tFHAZBVgbv3MC5eZvE3YAeNmmzm6y8twFxVRRfx0ytjFSvkqG6024g1m5hMB7ChAtECIAYYJXfifeK40DgJMT2TdFtU10/fp+lhk8C0AiTwyClFPi2DezaF8WZ548gEGoinRpBvriKWDwilfHVpQU0GhURqmZAHwlFUZqbx/DGrVidnUK9mca/fmcac1M1mVf5Wh2VegfJSACDiUgXWC22NNkX7VvHh6jriCYlN7hyW6UALLCajoeRcp01wGo2FsRQgvpRBFrbYmiViXHG+nFyqSJ6KGSsxlTkTKDqNcGc9M2poZJlYWm7FFXw/ChUGnJ9ZKxaYJVzl/fGm2B7gVUBWj3AKj9VvZCMBpIHWF2qtjTQptOtn/INfmFVsb1kqQHMNX3ItUOo+8Jo+INYmp950SkZgdXKX/yNtOBxLVQ5N+I1LAXy+Mjtd4mB2St27MRjR+fxzNIM2vlllPJB9A1kMLtQwVK+gGSWLRAKGLvRqCQOZHvMLyxLkiKHMJ1+2aLqJpAdpch8B+0gNYdrcPJVNKoV+KQdjcF77TAJHQAAIABJREFUU6rR0hIjQUXPqEl+lvZtoUEqHtfm/YGwzbjfMCDzvk6BRT5RNcl6jFVrJ7EWWPWCS70BXctm1vVIEEkBJynqS+Wpjn6avfiCaNVroiU3NBTH757/epw5kgUaC3DYi8VAgPzvRkWkL8huleA+GAb4JxwFQgmAxilsDVe+pATRHBefMFTLaDfLQKuCNqVLKE1hAUHZXZVxbYNmBVVb6gBoEiR5BiUHZIwUWEUnjCa1xmjiR9kJ6i2zyamjrUkK7MrowxEWf1NAVp4BLJZRa0qCJ7J46GRs8ixzKzFK1FZhXtFpFTagMeQS0JcP87fobJqf5RIpN2D2OjMovTZ1eapp0bc3jq2QorGnbfoEUoWtyrli2uNV2kEdtVVL1jTl8i8yKKgxyr8pv8BDx4ydbelXYFXngwJiDBz5/o7M1Ya/jWqriSolZmiO4VcVTQLjIUrCiKqtBuxBhy25NC0MyRwnuEYtY/APd65P3Pyi13hSCnhG1sGjjyrzTVr29V54gVXLbu0xXHvAqpeB0AM9e0CGdbW2eyDb+bzAlJj7kM3haRdbk+B1tW17YKlNMNQMoSe1YgsrLJjaz5NiVUslAGxrV5sGENzHoV0ufZk0hqMBxNyQnm2Uc5G26ACccBtFfxK3PfIsjs2sICrAqurMcS5ZyQJ7zXYcvYxAG9S70vLWQcAhoKGtctKe7vNh964tuPKqi5DJRgRAjMYzCASjqNaHjaUYU1XhUXRZSRzHo8eewaHDB9FsarLOfS/b14eR8W1w3BDrnvC3y+i05sTgksBhLB7VfarTEiZmsZBHPBYXrT6+B8GFfD4vUjpkDJ48eUJAlMnJSXkNWa/cP+icvrySx+rSKuaOT2F1bgGlwipylQ7GJ7dj8/ZR1GgusqzAaiQYRCadFhA4mUojGotjYXEJ5VIZ9WYVg8NZTGwcx+TkdoTCERTL3FhiCLtJY2xEBiM7BHT/fv6Hgpscm2Q8gdtuvRWf/fT1UhyPRKKirUtJA+m2ajRRpZN6taIFymoN4Qg1akflvh49MS3ndyaVRjqVksSvXCxpwcjIW1BWgkDtSm5FIjCC1mRahcJh9Pf3I2fYrmz1zFF3kHO9XldWnz+AhaUFvP3Xfhkf/bM/QyIS+T8CrH78I38mesADA6MIRWIyTNzNSsUlVKtFWW9c59qmbs0ETYGL7cHUcKcOcSwmyb7fdeBSQsRxUZzJIfnpG+ALfQNLkyVk0zEkPz8EHAqidMFOFP74V+GvqCagYnFaJeJ4booXMTD/fhROnEItEEOpUkWIUmCOD/5wBJFqFQvZV2Ex+TbUnACanaAU/am7RcagWEM6bTzQOI5PPfR1YLWJGhmrXE/BNkacNH71kjdjT/8WSYCp/8p5TradNWWzsbOdOwJ6ErypNzBzYho3fO4LeMc7fwubJ7fL9b0gY1XiDS3U6lqy0jMWUNZ+D6NqqWevSKTxueb8EdPANmJhFxfvGUVfguJOyrKSERSj2ZqAWKvFKprtAJZXaljJlZBJRZFKdDA6lIZDAoYpNE4tFDFDYHUjQXofFvKUO2ljMBtDodpGrVrHYCaCkJjiMaTlOAMP7J/CU0dmVB6NBe02dUYtQGwZq/ZngkQaV7H4TWD19ltuxROPPYI3vfE1PcaqAHTr4mgPONSLy3oaOj8MXPWud+/z/u8Bqz0pAF87KIxVAqul0ipaAQf333U79uzehMjYFhxLjKH2+EN4xYYhhGNRzC8u4PvPnED04nNxkZvAlg1bkUqlulIAnI8vVQrglk+8VyRcnj58An/wsU/hoquvwGWvulhlPjyM1TVnkEcex7sGrNaqncc9AErzRyvnoMAqO02CcEMR9A/048TUHD760U8ily/i8isvw+r0YdEa5UkV9PmQicXlXAm6IQyQHTm6FX/1D5/FW976Frz3vb+DdrMkDENqODNmFaY/NVarFZRLNBTWnJTfaTVfwPT0FBYXl9AkYebUNEKNmuQqzI+ZKwyNjCKWGcb3v/cIZg5MYcCNIeL3o4QmSuUKImTiO2pwzc6nWr0ssgWhjh9hh9qoLpbRxiP5GckdzwgkMUgTolgEV/3adbjgp94If4iFKqtWq6A19xqybK//zGfwD5/6NP7of/4B3viTr0OrWUa5nEe4pecLC2nJdBo3fuYG7H/4UcQjDkr5ZWzdMCHg8fLqKhLZPmw57TRccs21EpNKzMXOGBItDPhv4x97HzlO1IEVIgBJEDJu9JyJ4vjRw/jLj30cxYVZJQ01OshmhyTfuOOhRxHOJvDBP/4DnH/+BSgXqvjVX/9t3H7bXdi3cytO3zKM4UwUQ8PDmFspYjZXwFt+/ufgRlj0XMdQpfyhBVVl/1CWMGN5a17lZX9yDCkzwHiQv+d3oNnjyZMn8cAP7kOVWMhcDpWOg4YviBOnZrBxZAhn79mO/kwcwVgap3I13P2D+wUHOOfqq3Dazgn0O02kqNPO8dYmPT3/fgRjdf2+owUklTEQ8oTs8wEDKKuGbCKdkmKJ7PPNJubmZ4Wxyq6eRCqhwOp1733RMfp/5Re8DKyuu7sWWH3bjn60qZ3Z9iHfaCvDkG0CIhjckbZ2JtUumQ0E3wiemmqnv9VByKfGUEFOWraMihmVimuL8hwBWbMIGEjRyIgJtbT/C8FIDZXEhIpVDsNYpRN9xA3AEWp+QzRWaZRQrjdEKsBqrJLnqK7SKilAJup6YJW/o/ETgVVWdpWxaoBVYZiqNIEAjwS5CKxKwd8DrHbdjf2qMWIdGqn/6jjy2dV6G6s8VAIhlOHHqUoHU8UmmiFXgRBLYxf3d7aacwx6CUUXWKWJEQ9BMhHs+LEKz0SO3avGacHt1DEacbApFUa0XYevVfcAqxoACbDK5F5YxKrFpcBqG4uNjrQoE6BmK76/04Qb9uOCy7IY2ehDLJ5ALD4g5hgujaLqLeQX59FuVYUVVKOrIhOmuXn0b9iETnEZhRLwyOMN3PfdOQTCIRQadVRqHSRcvwCrrUa9q7HKBJRgYizU01jlIJVaQK2hwA+B03Q8pMAq3YCrHeSrDWQjQQwmKO1AjVWgSmA1zplJYFWrTKx28Y8+egGhJgfSF6P6vMYlWN1RGQT7FSCnpEPIJwAJA9b1wKpBhbS1xgRALDjwkOpW7Szz0gA81BDigbRc5UFlJCwojk6zM38HuUYHJ+pB5Ij5OBFhdRBwYFvCi30QWF35q7+Aw6Q14KBCYNXXwkIoh08/+j2EKsDrzjsfD83O4geHj2F1bhmri2XVRSY7uVgSIDCZpjh8XeYqNVCrFTKA8sJkEKDTMeZUjTacSBzuhmEkx0dRL9VRzZXRKpXR4Z9aGe0WW4IayqxcU7HVIF+q6MJqcWWdqdYqW/hIkAwYcxk9JAWTE61nY3zEBilhVHAv4YoTaucaxurzV4h7wGqXASBmIcowYhClgkdtxP0ONqTSaLfryBWWsSHTh9+49JW4aHxA3LqFpdooS9IItmlWa7I38nL9ThSdUBS+MF20Y8LO5X0h01ILKQQ2GXc1gGYB7fqqgLM0n/CxwC3tMJy2DvwEELttjQoMknHZoWQCmb2tJgL8uc1qiWqA6oCHwK6EWqeNKl1z5Y9P9nwC4g0pLjBMU4MOzhcWzhx/C66YuYXFJJDtMdpmb80mNOpRxqrRh2Kyxn1TzLhU2oH3new002hgrsmMv5ifGH1VCcBNq72VNzAyp+ZFem84NwzwJkAvQVUZG/NkKaBYEVUZAD3bBGtmG0EDnQbZwFxwrIxry1PTBJNceyyHcQwCZO2Sp0fGnZ9MYy1WNNjexnHk35QFEO/HupjexdmqLIYcNDkgsBrh/6lhGRkcAdXrk+/95y8VWCXzVcEOCwrwm3bd161zuIGmLRNCgQTK55gzyDARbODqZcHZdcM9UQpRHqdw/o4glWU98GdqpVsWq7eYIcm7RwLA/ixr3wMMy7ULY90nrE27V6wpjnFURTajIfFJOuqiLxVDPOoiagq87Kxg61nECcl69gcaKATiuP2RQzgxn5M9TNv/tJhpkwmrpWrH1I6lvV6Oc1TOFGXF+/1tdSsPh0XHk+yZa19/FVKpEIrlIsKROJxwFLXmBn4joONoR42ku7KqpdXs+IlDOPjMU2KgIQ7rTgDpTB9GN26H47rSdUDTy3ZzBhF/VUwV4vGYFhfEFIMtnsrM4PyiTASvnYDrwsKitGDPz8/J/rljx6Rsa2JiFQ5jJV/Eqdk5lFfLaBYrmD9+EnOzp5DIjmF8x3YQ06tWqlhazGEptyiwcDqRlFggle1DuxPA4aPHsTg7i0Q6jrGxIfT1Z7Bt+xYkkimUqyy2RhCJDSDgJAFxqGeCY/bvdcmSggqq7cgNg/t/KpHE12+8CV//xjelxV/0DX1Af38fEmz3rtexsriiIBGNfBp0/FaDSDajc97ydfw9gRHKCDAJJiDLxJFjwTZPq5sYCrnyGr432SwEUI8ePSqJt+w/Rn6DgQPvVa64ivd+4P34vXe9Cy5lJmwxSBRJXgg8/uEn+yc+/nFhNWb7hhGJJbWw3mmjUl4WxirPYC+AogUJA2LI9/ZJvBuNxuCkEkiRueq6aMdCKM7lEfvyZxBN3ozVzArcTAixe5II3Z5GPf7/s/fecZKd5bngUydXDp27pycHjaSRhDIgLIQkBCYJEDImLNfG1zhz11zveu17Ha6v7V28xtkmmGDJJoggchBICDQKKIfR5NTd07m7qqsrnzphf8/7nVNdMxL4J7h/eWl+Yma6u9IJ3/e+z/uEYdT+9JfRHRzsrS39zfTFY4eROfmXWJtvoqM7qHXbsLoeEgaHDQ5S3QBNZwSzhV9CI3k+R3miKCPAQGBL5J1OiLtbh3HHo99Aogm05yvQGPpkA0lPw63nX49Xn3+NqpXpSc0+IVaqRMM22U1kQ1E7HWX3DBNbnl/Axz72L3jnu34BF112KWqNplIKRPVg/1En6ePcL7mGosCw2CU8Ps7xtanAbKWekOtUZxCrgav3jghbnvc1r/J4z6ISmMGtlRoH1GSwApVKFXPzVfGm3cagnYE0LAlzBeYqbcyt1XHRloKAYPSan1qqI2Ensd4M4Xdc7NmSQ86M7GtiYPXgGRw6uQBDgr02gFVVM0US8B5jlSBbBKz6HnKZDL53zz144rFHcMubXi3XvFiIPQ+wGq/HG3/++1YA/x7Y2hvA9nusn8Pu6x3ReLDe+7mqK4WZ2cdY5dpPUJj6gWTMWF2ch9+pyT1EsOcH934He8/bjMzmnTid3YT2kw/jsrFBCbFbXF7Eo8fnYL7sKrwsVcCOyW3/y4DVRz70J0iYCZyYW8L7P/hvGNm2HW++5TXQTZVl0g+SPh+g1E/06JeW9/+uCgVkQLSi59B3OZPLI18soVQYknXvjjvuxEc+8q8CQr7pza9HTmvh2OGDkrtAj1V6/meSGRRGRnDTzbdgbNse/Odf/y/I5nP4xEc/iN07t4gFAIHUVqOOdrshIX+U/rdazOZQEusnHn8aTz11ANVqDUFCw/adO7BjchRedRXd6qooMWgRR9a7M7oV656DQ48fxswTz8BoNcWSjoAtla4MWuP1ws/N1ynlM5IRQEaobTlYNw08XplDxe1gr5HBkGWjYKVw2Rtfi+t+9d1wigUFXjNHQMgeLOsYaBjirm/fg//xx3+C3/+938NrXnOj1Py1Whmmtyo/536Rz+Xx7S9+GU889AiGSnmxtkGnK3Y8yXQG86urKG2axBWveCUM24LLfol7Ps9rFJzUv+7E51o5+akMBK4tDIykVdz0yeO447ZPYGV+FloQYGF5FbpTwNGTZ3B0cQW5wQLecusb8bv/5+/Ab7h47//+Ozj09NO46pJ90Ls1OHqAgcFBHD05gwsuuxwvvvGVas/rurLv8VhIDRTZLcigOWJ0ik1ABKzy+3EtpO432rUYUk/xIHLgxIHjwtw8jh84hEq9jQcfPyh9r54pIDc0ivHRYUyMDmFucQlLi0vCoqYK8oJ9l2LzFS9FMhmgENYxFnaQIpitqcDf+P7+Ybtmr1aNVBxC6otqY9YHyvppYzgX1625QlasD8WVrUtgdV7UPrQeyuQyUkfd8lPG6lmH/afA6jlXYQys3nLesICBy26INQKX9AMkKyckQ4zeo8rLhxwnaQ41ICtMJsrfNKQkfV0F/KQTlFWHAuAJUCpSaBWKJItqD1hl70tGmEq4lQAMTRe5DAE/Bk+xASArksBbDKyyhm10XPFY4TNa9FiVcZP6t2KsmiLHb3W64uEkyeJREFTGJu1fAas082ciIBmwlNJYtBGQ9x4Bq2Q6Esjhgs33wwUlYpHGwKo0ngiQpGeVoaPTDVFzgUYInKl3Me+b6KQLSNBThjY2/IyUjAZdYRlJo943Id8oOFgckIHDwB/FLuX7ECAloQogtmXjSQ37SmkMBi2sd+n5EsjxEgCc4TlBiDZlFyEBTB4rFv8qzILPyXPebXWRtA0Jjwq8DorFFK571SBS+RqKpVFYdknkvoalSQJ8ZWFeCrV0xkG70VTA6tIKBiY2w/GbWC7XsLBUwuf+7RDslIW610WrQxmJhqGsI+eSHqt1psiSSRGFV5Fpq8KrArRCSkkJrFKmEvSAVUoOaQVQ63RRpLVAWo+sAEJhH8fA6plyE4ZlIaX5PxRYjb00JTxD2LyRwTXB/YDXmQIGzgJW/bMlrKrZj0yxY/LdOcAqsZt4I+CGSn8znr+1FqW4ioEsScaOiY7nYroRYjqRhkGpJOWlGsH0LlYWln909/U8PyWwuvYPH0A3sFR4Q0KD3dEwZS7hC7MPYycK2D08iWPdZRyu+JiZaWLpxNNYXG0hl7XQoalsguxKAz79amW6a2BhfhnNRlvkkJ7nincZNypeX2oirkMfGMLAebtg54toLC6jNb8Ir1KBRnk4fYEjYLS/+JONWsqOBHTdUY2E20HgsyHn/aKYRWpT30i4FahMGIUE9FTjpFYdiZ/rTcmf7wCq199oqmIpJUFk/hfbfjCIjuz5dsfD5kIWFw4MwPNDnKg3cMOIjl+46hIUBschuuCwC52FU9uNgDsfQdeHZueQSGYR6kmEhi0AsgRYCauQV6J6rxpN8rvrCFtrSHht5a9KKQzXCoZ/kLkj97FqMmk9INRo+rG6XXlNkbUzACFQEj7FWCUQZYotRBuBKBMaAdf8UFQItEahhJtngOx9Bv4xKI9rjcnzb1jIWhYyXO9MBQwKftlrVGNgVXlyy2sSHI8kOAnxZ+JzKwsU8YmNHitrn4RHbfiaqvXwuT7UAkRGjVSgKRmsvBEBVk1uBMoWIGqwOFdQQEt8BSQUM5jHjCA03x+Zq6BPJ9f6rhSZEsjA1PnQQyokuGrKdSkeuRrbZQ0t8RvTaQOIpu+jSaYcLQCsLt1skaFdioS2ebAcG6adgaY5yrNV3jP/qvZY/OXXXvA9LuFVbJr6QJ4YuIzBQAHcerYZipncAzg54JR9STGL4z0ofiy/r4pSJfHnEDT2WOWbFXZqVwE7EqQUsxz61Lr9YIQCJJSsPy5oY3CKP+u954jXqVibpqwvfK34sfy7hEdqGkqZFIbzKeQsHSkzAZP1gLAQ6b+pC2go71vWDx/riRTufvI45io1eT16XLPh45LUD6zyteNAMAIL8XuOj69P0JJJ6l4Xw8UcJjaPo+51RB66fWICb3vHm5DP2VhdWxYLCP7nhgRWLSRCG0GCe4Gym+BdxH1g5sxJHDp8AJ2Okk6SsZrPlzC+eTcsBjOJHV5HgNW03hLAT/zB5V4JRA6fTiXlsZSxtTttYV2SXTO/sIi1tZoAq2R6MryCDTePARPfq7UG5peWUV+rw2+0MHPsJJrNGkY27UBhZBjQWnKfVFarWC4vCdDCxpb+paXBUZTX6nj48SeFVbRz104k0zxvPsYmRjA2PiY+fobhwE4NwXGGAI1+s6y71L5xLmig1gTFxhbf8iDE9s1bcGZqGn/6J3+K09PTYnmwwuTuRg2jI6NyPAJfk++xIeRna7stAVwt3VJEwGgP6ZKlks2iVCwKEWC9VpNjFgP8vBZMJymfLwZtCWTzd+ZmZgX4FgBe1qLIpzkB/Nn7/2+86+3vgCVhRxHL/icAVv/mA3+FIDRQKA0jky2o4WMiRLOxImw7z++c3exwn4isXRQ5ICGBXgRWtXwRWSsJK5OGkdSwXq4geOJTGE18Aw2vLPVI1s7C+MQoMGui9mu3onHNJb17T/bWiA3/oolvIn3wNlTKQJfs10QbDqUPHGaTPKFxjU3iZPFNqNpvQKhXoOlpGWjrvAd4buwuvtF4Fl9++FtAA+gs1aA5BFZDaB0fN4y8CD93xauQdNJyrUhdFKvFzglSivcE2rEwVb2ytIKPffQTePOtb8WVL3kx1n8EsBori+Ln6F+j1PcUehCTRJSCt49CRUCTrFDTEjXfZbsHkM8QWKcllfLwFysguqiS7NDtwqQfg25IGOvRU2XMTy0i44TYs2MYhVxaBu/lVohqs4ULtw4KMGjpPlZaGo7Od1Crhwg9FzvGHUwWNbER4DCSK8ojh2Zx8MR8D1hVNinxuh8Npn8EsHrfvffi0Ucewlve9LM9xqocBwKUffLlHwWs9v9efFz/PVBV1taeFdCP77H6XGDVkJqA0AytALRAx9rSgjBWO50WOkjgB9/9DvbsmURuy25M5yeBA08h7zdlGOC3mpirdNG6+lJck8lj5+RWWRcYXkUrgJ+Esfrw3/6BMLen12p4/0c+DVgpvONtb0JhMAcvOtYx4NarYGJfdlXlKMsf9qORpUo/uzUqiGXfZ99bGhxGcXAY6XwOtp1COlOUsMP/+T//H3ztq98Rwszll+/D+371nXjkoQdx6vhR6ZF5W+fSWey74qV4w9vehanFFXzoo5/A2MQ43v2f3iVAmTq/DAbtoFGrYq28hLXqGlrumtSr933/QWFQtlu+AKtWrgg7k8HVl1+Eqy/Zi5TbhNWuw/FFU4VqZhB+aRPM0MHTd9+LA9+/Fyh3omwQG/lsRhjhrF14T+XTKRmCE1g1NAv1pImna8uYra5hh51BIQC2Zwex42dehhve92sobhpTg+3ICoDAHgOQKYh54oln8IEP/A1+5T3vwUtfeoUoZzmA6JSPyRrIAaatGaivVvDVz92JRrmMVq0qe+fO7duQKxXR9nxccd31KO3crey32JOI454iQ0gGTX/IWDwUYLCSeOPrMFi4NtuYOnwITz10PxrlediWIXZsS+sNnFmp48EnnsVaYKA0UsSmTcP48z/8A+zZeR7+4s//Ao/s/z7O2zaJnVsn0Kytyf5npTLYtnsvRvfs6cn8uR/G9R6HXqrGir+n6jwhSfRZAMT3Mz+TWEQwmJIXHM+H62KtsobH738IbR94+shpPHNyDkNbd+PKl18vthHPHjwIM1PAUD6D6WOHkExm8eJrb0I4tBM+ahg0Wtiid5HXWgj0JhJ+PIx97iAsXmPiuj+uJe+7b7/cp9u3b8e2bVuVbaTkX6h6L95PSCAq0GM1AlYXFud+Cqz+Ox3JT4HVcw5QDKxu3TQmTQUXXSnvo2RlFXu8IVPrRWtHLLBYh8pmhZN6AqNjeoC0aQqIlk4EsMKOJNvHk3o3SAhgxsKQNSdVQSx1JbWYARxceDxKpLlIMtRHk6Q4ygpIx+YFX2+7aNH4nlYAui2TLfoD+QkPecrwNAtVD1iiLIwsAt1EMdGCFjJ93pI/3W5HGFe+z5AiArAEETQK9lWjYRrCWGXfS1kA/UiJMXFNEWCHaYfC6lMOho5pIq1r4o15qpvAyZqPqq8hNExpzDU/ligr/02RtkkAiAKf+SfBDBWgovyAxFycXCg2Fj6bUAW2+gxt8LrY5Oi4cDSHrEYgpS2Jo2QDkxHJiTmPLVe4ZoceQyqlT3zmWOARwHa7qPghWm0C2DqSOpt/YGK7g5fdUAKzJUpDIyJfZeeTsh006jUszHMKnoBjWWjXa0g6NtzyCrL5QaTSecwtnEbKGMdH/+lZNHwddNZqtwis6hK6RTn1Wsuj6ktAJTKeMxLcpFKWyVD2fBc1NxCQnwedXlXFNAM6Wig3QzS8UGT/w9K4JVCpuQKa5FImfMoMVuswCQAZHmwy2hJkiDFwxlPp5gxRF4DKAEPaBNsQOTkBP94LBJE92YB4PMkqIJtZAlmiKlt5WgnsI1NX8cujX6VsRCp8TBpx8bbkxIz/zyafjNWuhFfRS5ielYZhox5amOmGKLNxNlTAiQrWUdfE8srKCwZdCKyW/+EfBVBw/QCuFiCn6Vgw2rj9+MMY15K4aHg7pmotzKYs3P3kD+DOLKG+5qJeryGbsZEt5GSowKA3M50C1d2Lc8sy4eUgIpEwRfpzbhGt6j0NyUIJej4vgKS/toaw3RCvUiaiK9kvpaDKv1IYH1CACZMkbScjgxIypr1OA3qCwIqy1FCkeTKzCOo8lwmkyE8b8kgF6JztadR/QHtM1d5z9aXNhyHSRgJ7hjNYXKdRfAI7BkuYHB5GoZmB3ZnBGy7ZhckdO6G5dXhwoZFd1lXG82GnrgK87AwSZhah6SBkcBUZybqBgDYGoeSAIrBCaN0W0FlH2K5JgcrzzwA7piiHpo2EANzRmqH8EsR7iIx1eqiEXRaeXeg1+rMq76hI5KQKJw4vYEohts4gtcBD2fNQ5wDJZcIog350JA1PEs+dUEOWwzNDR9LUkLdMZG3GqykrC1kzxSBew7hPZgiBTQbtRD5RwthUDGIOT3iP8dhortjDKi9TKW4VyKTCtRTLUxwYWITSC0u85PhRFMNTIHhhnUcfj3+3mIaoI6D3lFyfke8u739hwPDq4eAwjNi9ZPorVq3mteAiRM1LoE6fb6oKAhdG0IGjdYWhaIcE2B1Az8CHCTdJaqQNz6BtB+10AsXWTDThcF9xA9hybAIEBJYsRxKvuaiwcCYjip6T3Em0v/j0C77Hi9mUYlpG60Q/qBqDIDF6E4fOAAAgAElEQVSYyXWAx4MF9EaDpmSvCkxSaOjZkkN1cOX8RZLp+PfJnOMxjUHH+Pvq9TY8EePCVZ5b7COU6kPk930sVTnfXCUFwFCDNw5UJBUzCjrjoJdSMVoQFZMWiilb5P+WZciQlYCTYuwpxm4cACU1CvdFBFhxQ9x3eBpTiw2RQRoaryMO1jaaifgzCbCaUKnkcn9GQDOPBZUeXquB0cE8dm3fLLLz1VoN67V1qTVueeubMDI+jNXVRdlDUlYKXY3g8zj8RFrZi0ROECHXNt3E4vISnjnwGOqNssgcbYNsiSwmtm5FOlfiTEqGq123ilS4hMFiHrZlou02oWeSKDcaeGTlhNga7CmNY6szgEzChu0ksVRexcmTJ8SjdHx8HJOTE8Kw5zGyHUf20sXFZQGGG/UW3I4p9gVdr4lSkRI/D57rgz6jlfIq2o0aHMNBaXgExZERnD59BqePn8TmzUPCpOV5YG1Dr9ORUXq+6tDJRtQspHKbYNvD0EKGWHlRYrtSBcQAttoDlc88WXPCJEKIBx58EJ/+109ibXlFWKS0Q2DjRMCT4D5fm38yOCNmnsYWFTF4HwMvymaAHmp5eRyZqJT/xeAhmcxktuYLBdTqddnf+XprK/Q3VV6uAoCbpjyuNFjCP3zoH/HKV9wgyq34K16iXvANDuDv//HDEnqZSmaQJG04VMOyZnsd9fUKPJ/s2Q2mXizR6M02xKNYl2Ni54ow02k4KQeWk4NXX0N76g6Ugk+jU6ki6ZnQt1swD1kIPpqDftnrMfPuV6DDNUx3EQZtJLw00sk2biz+JeYOn0a72qYHBzpUN4DruwE7SCFhLsPyNKxr5+GZ5K/AZbBqYEE3M2ibGZhhFe2Uj08s78czTx2D22whWKnKEJjrNwdxA9kifutlt2CXOSxqD/oEd7jyRoqX52Pw8RxzHV5cWsG//PO/4Mbrb8ArX/daVNZrMtRTX2fXDFw/N776g9Q2vKmjwINoQEfw+rlKFykPtQR2bdsEy6D9D8NgHUrFMGRJhKHkLrQ7XWSSNlKShwCstXwcPzWLtfI6itkscrYh7LL5uoZURsPFuyaQ1APxT9VCDSttD+t+AmttoL7exsSAg4mcDlvqBA1PHpnFE4fnodsaNG6vQb03QFas440hGs0T4rRs3uOZVBKP/uAH+P5378att7wGtp2ElXTgul3xm1cDj43h5lmARmSn1b/mS08ZcfN/FLD6o0Da/teQs9d3us6qPcUSYeO9MSCI/yZhhjscl89UZkAAyPLiLPxOFa02138fD+2/D9s3FZDbcTGmcmMoVGdhzawgobnIaglMdTqobT8fF2fT2L1ZWQEsLy/LGsPP+N/f+1s/zu2N+//6vyK0kziwWMb7P3QbEr6GW3/+Fpx3wQ6px+I1Jt7b+z/vRt26MbDcALv6A9kowdTh+RomJrdhctsOCdK0LeV7vLpWxf79D8gworqwiMNPPY2rXno5XnzFFViem8Hs6RPIpG2Yjo5rXvMm5Me3o9noIJPJi5WMyuBQ95U69xzGBgLYMiwRbg2rlSoeeOQx5EpDKBaH8dWvfB2Hnn0GQ2NDMDMpvOzlP4PdW7cgpwHpIEC+NoNZV0OnMAo/mUPatHHXF+/EQ/d8H+PJLAa7GoYNW3pGN3RloEHLHyeTwkq5jJyTgW9bOFYr45lGGZs0C5s1BxOpPEb27MZrfve9mLzkgt71QoBc6hmLg/METh0/ho//87/i7W97Ky7Yt0fqUZc1fe0kPKo9u4Bj2ThzZgpf/MLnsT43J5L1LMHrXA5G0sbm83bhyle8HF3TlJrH4hCew3ySZqjeZa/Tp8SKzzVxCr4H9tlLM6fw4Le+ivWpk1g/M4+t2RFs2rcTs4kW1lsupqYX8fX9D6JjDiBfyiJhBPid3/5tXH/9DfjanV/B5267HVkTmBwdFDUcCSHZ4iAuuPRKZCcnZQAZg6g8g/2Aalzv8M845Equr3gIH6/DfK9JMlYjZjv76HYbRw8fxiOPPYWBwjCM0MDJEydhj21Gcu9VqLR9rFfXcf6FF6EydQDHHrhbhnrJ3AhSo+Mo7tiLdNrBzrSLEZ0aYLJ91Vf/ui9/jxRuoUyeeUgN1GpNfPNrd+F7+x+THj2dMfCK616Gqy+7TKyjTFrSxGK5MMDAQEkGqCw+250WlpcW4NLexraRzhZg2Q7e+M7f/rHu8f+oD/opsHrOmY2B1U1jIyq4IZZHxz042+RzJinxU6jgJlYQyj9V4AtJG+zK9MihTM7QkCWDxEqIFwiBSpHEcDUiyCD5J8opUNgkAqwqdiaLV9dlc6+al8DvCuuEfQgl2pSt8k4iqEpgTuSdLB4NylwtrLge5houWgEnvBZG7Q4GdR0FNmsmZeNd6AJmMMW3IxJ7m+CepJaeDazyczKUgn6YsgZK4rFikMrvIkSSRS8NmVtdPFNtYSEw0AE9twgGaOJfpHxR2cD2eXSGii2ijOEVQ1IWLZEV+Wi75JWxiKDbv0qpptQgbwCbCDbSesH3kWSwcUL5h/SA1ah+JMOXTI8NYFV5wHFxr/oBmh0ltczQMjDhYs9FeVxyZVZo/YMjZJkoLzs2Ns1aDfOzc3K+kpaJTqMuC79bWUEmU0QmP4DFpWmkrVF8/tMncGquDVcz0Gx6SNs6ClkHDbcrZvxrHptfFRzFILOsARQM+q0CQcdF2wtBIJ7gG4HVUspErdnCaovAaoBC0sBIxhR5S6XeFYu2fMqEBx3Tqw3ZHLN6F0lZZHn8iOWx6CTzSUMzYaEuBjZA0jDF7oLMPLIuXY+FL6XvobAALMp1hYkWt/5RqFi8I0Yhb8J4CsnwUvcT7wn6x1H6zO+RcSnAqu+BHqsE6OjttJ7QsRokUPd1dEMNgQAtit2nZM6aSCVe6BeB1dW/+3sYEj8EYdI5AdDKW7jj5KOoLC3j5kuuxaOnprDsBTi+Oi/FxPraurAq2IwxXTmVyaLhdqCnbdSqTdRr9NhlocBri6C/8gB67hdBZx53G042j4Rlw2u2RGYqMQK8niMWKm0Y4oJfDS+kQ4HhqGaKw42gw0Y22loFlIgtATaq7P6iUm3Aihmn/q7e4fOCwNFmvQHSng2sElz5uSsmcc2+YXzoa0/D8mxctes8XJgbwNraFEYcEy++/Boksm0Y9ToCMm7FR8lDQM8/L4DhZJGgBFZngFGSxrFi9SAraGzITqa83wa8BuDWBcwgyKgCikwBZCmhFehImhgVskTpf0j/NmGrKq9QrU2mq2J9CZNX/GI9WSfoX7zu03rCxYrbwUyzjcWOi9UuBzH0rzaE7Z2lB7JuIWd6wnpPmTryloGsbQrbnOYblnglM6QpgU1e5D9KNq5G2bsKUZHWik0fw7FCAsBki5KO78t1JHYOnHZzokPpdzQYkmApSvU76jMmCLIKEBsxliVESgFpQn0z6NsXhWuJVUFvQ+sRk+Uc83kjtiolVVLgeq7YI6zRy5uWANJAejCCNpJhF3Q3dKCA1VBLCUAUUPpkWHLPdjkoE8eGAB6asOjt7XqwZFjGPSqQPUrXCaqTXcsEGbKWeE51JP709hd6i6OQ4TFWwGoMoPY3YrEEStimkhzN4Y8ahDyXSbpRtMpzxMdVrrWNt9a7f3hsY6bMOeFYcrqjwMfeI/kcEZM4ZkJIKxYFoggrlq8rp5KBi8ojlreE1Ajc7yM7Iq4/aUoF5VRzT1OWQzGwKn8XywIGQJExpoBV7p91w8aBuTUcOD6LrhsgnXTk2pAhapSQ2w+skkku/+ZeHsnlBGgNPBQyjiTtDg7khB3KEMVGqwXbMfCzP/tKDA6VUG9U5XhLSFRgwQ8m4CMte5YIgniPEjA2LSyvruKZA4+iur4sQ2FTM5HOZjGxbSsy+ZKEOCTCDjQOi1szGCoVMTBQRKvTQL3bwezKCh5ZOIbqehWXTe7CvvHtyFoE0Ryx+jj47EEcOXIEk5OTGBwsIZ1KwbJMGGKwrmN1tYz5+Xk0623kcqNwu7okPg8OmHKM6enY6apwp2ajJh7ruWIJLZ+BH7OolauYGCtFQywV1jg6OoKRkWGR1NFqnlYcdmoQyfQoTEtJ25V3Pa+GjX1EQE/TFkCwUi7jqaeewgMPPIDpqWnQV9d3uwJmkjlG/1O+b74vnhseawKgsb8sn5nvRZrniLEdDxAor6Y6gr8vUsaIlclzRtsbASTJxg4CmAR4NQ31tTUBVOJ7gY+jj+323Tvw0Y99FJdf+iJlfRLdF8TgYuXWC73Jb7v9U1IjmvQNNHgNqaW/3amhVltDt9vsHbd4qKCq4mi/k3shAlazhQhYJXs+B79VQ2f6Sxjwb0dQrcBzE8hO5sSXOPyehuqTe7Dy6+8G0nl4bgu6znXRxEiyjquyf4XZg1PwyVJNJ9ESYFXty0ZIVn4XFrpo6yUcNW5B2bpUvsdj7en0SwxQSXr46Jl7cPzwSbjNNoLVNSToJSzAagBbt/G2i67HTXuuQld6AlvCF0UR8iNkoR2/i9XVNdz+8dtx5RVX4uZbb8VardYXIHa2UuVsYHXjZ/Fr9Ja/iEEd6eI3+CaqwlDM/kQHF+/bg+FSTq7mtWYT6402ObriC7yyqgJAg64r6xH3RtYLGnuIlbLsd2MDBWFJlttAKqvhEgKr4sfNWkET0sh8tY7leoB6syuM/bGshoE0q1gNTx2Zw+OHZqGZzMYgoMsgpI0QrhhYVdfvhtxXAaspPP7ow/jut+/Cz73ldeLPS1k2By+yZ6gJ9Vm1VG9PkM+zUWP1QM4IWI2v/R8GsJ4Nrir24/PVbBs+rGfXflJvR++N9zmBVSkNojBlj+cgMyDM//LinNgtNVu+AKsP7t+PyYkMCjsuxpncKMbbZYy3uJe78DptHKtUMDe0BVeNDGLvpu3I53NYXl5CmxYnPwGw+tX/8ctIFgbxtUeexsc/fxeSponX33wTrrz6RcrepW+vjteTfpZjfEpUjbsRkNdbe4S9LqNGmFYKA0PjGJ2YRCqTUXWl9O/sSwI0qnWcPnoU3/n6N3Dwscdw5RWX4aYbb8Dg6ABmF89IbXXx1ddAt7Owufbn8r3amj7jvLfV+SITk+rQNubn5rA4cxLLlTIOHDkmBIFCYUj6n+99926cPHUUoW5i89YteOPNr0NSSE4hBjqrWGwHCPJDcHUHg8UinnjoAXzjzi9jU64EZ62JTMdHmv0C9bAMaSarPUlbmyqShgMtncLxegXHGlWU/ADDmoGdg6NIDg3h1b/1Hlx0w3Vyj3J95d5Qp6emYwu7f/r0GXzkwx/DzW98HS67/MKofg3h1uYwv1xFteWhVm/ggbu/g6cffhAFzcN4sYCxgRIyqTScQhHXveH1sHJ5uCJ9Y3eqvJaFHRr3iX1LUa92o4KFnqztJu792pdRnjmJvZvHUZ2dw/Qjh5EfLuGCl10Bc6CESrODe+7Zj7ufOAIj6cBM2viFX/olvPY1r8XJ48fxsX/6IKaOHRZrEuYm2Kk07Ewer37dzdDyOQmpIpgag6jxOtEPqsbhVbHlUwysqvgCte4lHQMm+0KqvFjLLCzisYcfxup8BfUu1740SvkkUkOjmNIHsOBaaHd8bBkdRPXwD2CXT2Pb6BBqLQ9V34RX2oSBTZOYcALsHLCgU60rJX20DvVtpLEdjBDXxFpIx8EDh/Fvt9+BwcFhbN+5HfMcpAQeXnHdtdg8MS7ngrVjvL6wHuJwleA6sZfFhXlR2PKaHhgYlud883963wvdvv9D//5PgdVzTm8MrI6ODPVkLr1Gi0yDCPDYKCwUm4SXtVIbSOekilTxzQvh6Uy7V+wrmkmLN51GNiLB1hB5LYGiFSLFhlxss0I49GOSVHa1YdMKgMAqGatcowXA8Vzxq2JjQ4l2i5T0IIRD2Z+hSdhQEwmshRbWOx5W6e0UyqvLVLmkdTBuadicpGUBQbsuTDbFoYZaJwZWNxirmsFpcdQDPgdYjcAzSRDkcYJshGQULLe6OFZtYzUw4FETzM0qEaAtwLUKQRH2mR6FWFGiz88lafJRIIfg1ZQIcIrUESN6Ah0sMo2wi4IO5E0DuUSANKXDYpnARFwyW/sYq9H+2s9YJdPUZuAXQ1Y6XawHPhptbiomMqYGy3LxkusGsWm7hVQ6jeHRMWmCyCyi/1ur3sACp3KahqRtod0g48eU0COLm2xhAOXKEgxk8MSjLu7ZP4VA09EiGVa34JIt1HBR9kJ0DQu2RhsGMtsC6D6vCw1DhTTykooewudEz2PzaqKUtkX6sEJgtesjT49VhlWxQKp3BVDJJQ34oY7Tqw2Rj2YNDykC7hFnWrZfLUQ7NDHjGjhDn1NKdQ1DgNUsmyvLgJlQUhM2CXlblwAszXPFl1JJwgQOUEqwqNhUOBDDC3jeFCtbhasEcrwIjMvxty0JOlnrAg2X16yOJehYJ4tOsuelzN0AGcl4MDQszv94jNWVv/17waDU3agLO08rZvDt8nHc/dSDeOe+a3GqXsfR+SWs1Nfhug1Mz81gvdaG77EASCj2IQGKrIlqpY7ATwjjW6QxJHRF7I9zJ+UinSMzjzJrMrPTGdgEF7u0eqiJlyWpvOIwGjUYPWZlVCTy2qcvHxONeU58vwPf58BBnDIVg7GvGX/uLhazSvoZKarw7596xu+9F26hTm7v6ciSe/meLP7oF/fhX790BHc/3sJN+7bhtbsnceLMNJrdLl511bUwJiw4lXW5dskkZ5AV5XpsbTQ9hdDIAWYG0JMqpCv2cJMsNWlJhNXN0CoErqJmcOhk2UjoZDqS468JizNBoDEGVgmmilSH/rUMoFKFnErbjkL84s8USXrarot6p4UFNg3rLUw3W5itN2T2lbRsJPUQWR3I2g5SpitrOQdmZJ/nk5YAWyn4sBmOFwJ2QseWgO9TgYWBmVNsZPGCVcCqoAJ+XVkXENgUzyn68iUQOCkgmRLGEn0/BQiPfGMT9QZCgiKtVi9kinsM1xfV7BE/VlN+SvMTTFAnwNrfdcRnk6/JPYvniHYcik4jwAm9mituF+u+K35sfN8Wk3FpB8AhGqXL9IbUkgKs6kkyBGjpYEZWDeocerQooPdh24XGojVB/QGVFSqcjYx6m9JuBgeRwUrQ848/+oKLMFoB9LOB+huujWtaWWjEEkvxWetXo0SvGg8e4ucQ4El+LwJJz5ElyuBIV4yuc5s/FVAWPfacx3EvFPm/hK0oAFQqCoZhSpBkQgpe+gxyr8yaDFbU5N8ctArgykGtgLDRoJIJ88LMi0551CyR2aqS35UvLD9M27SxEpg4cnoBJ49PC/jKdF8Zorpuz9og9lllIIewX3VdmOf8rPy3o/nYs3M7tmwegU6mVIKJxi7ml5YwMJDHK677GQwNFMSfutN1hSGUCEwBVoNEFmRXJGS4p3xWNcPC2npVGKvlyoICVnULTiaDTVu3oDQwDEO34XXrCLx1mO4Ckklb/Nx4i63WqzJ8fHJ5GmvlMl688wJM5gfU4IUzB9PG6ZMzOHL0KLLZjIQ+ZdIpsQFQN4GOVqstAGGlXIXftdFqa5K4PClgm4ZmoyFWGWSf0l6AYF+gGZheWsH0qTNw6x3s2jIix6jrEeQ0MD4+ik2bJuCkVFCI7EZWGhbB1dywBDPxPoyvu9jr1HGSMGwbP3joIXz7W3fh0LPPYn2tKgBoNp0REJSsUTJVhVWaz2NhYaEnWyeTigArr7UaQTUJcbLl92OLByUFVCEuTIGPWWF8L/wdKldYS/BnHDIStCWQQq/4VlOFmLAupbXCwsIirrj6Snz0Yx/Bnp07Fcs6uql6ZcMLvsOBT37qs5EPPKWWBFbVoKPVqaNWLaPjNjYGjj1eYt8sJGKs8rMncwWYqYzYNJl2VoZxrelvouB9BKlWDevtDgojDuyMDm8tgeYTOczs/s+wxvbKeqkZXbRDHecVZrEn+CecPjwN00jKut0Eg2A16NyXOKhwLVhaGyz253EpTmhvR0c3oGue2KnkzBSmkm185Pg3sHBqHl0e13IVGgP56EXfosTaxNWje/DrN70NXs2HZdkCuirP7ucPMeEx5/22Vq3hU7d/Ctu2bce7fumXUDkLWFVAqHQhMakksk9Qp0jJ/HvVQ8S6VGtqzJDaOJkbzEEGc/mYnBhFLpOE67lisUEbAp6zTDaPWqMNw7Tgtjti38M6KEiYMO0kvK4Pn2Fo7IfoW20wNC2Fy/dslkGnWNxw+A4fy/U2jp2poNUFtk4MYixnyOCTkPMzR+bw2LPTMMlo8fmYlorK64GrG3uAsiCKBtsEVpNJPPXk4/jW17+GW295HYqlkgDa9GnuVy3En/4sMDRW0MQDhej15K4/R717Noiqnu2HAavnvtbzAavqtEXBXFHtHTNWFbBKK4ANxmplaQ5ht4ZWm9drgPv378f4eArFHZdgLjOEzZV55Cib5rC20cKTrRqWhrbh6nQG52/bgVwu27MC4Pn/w/e+98e4u4Ev/9mvYnndxW1fvxdPHJ9HUjfwsmsvxStvujayqVHe6f2D0B8GrJ7LxI6PKYF8evNnsiWksmTgk91YivYyQ/o9+kmvrZaxvLCAmVOncPSRJ3Ds2DFZb2/82Vdhy+6d+O5D9+Pql7wUV1x5NVISpKdIFf3rpjoIMcBNL+gmjh16Gg8/9pgECDKAj6q8dCaHankVX7rz8xKaWCqV8L+9+xewbed2rK2VUQqaqDLrIpkTAsrQUAntZh23/fPHMXf0JF40uQ3BShlpL4QhNni0L+TwWke93YQR6rBzORyrVzDdWEc28DFomZjMF8UH/+o3vg43/+avw85wAEL7glD2Bl4rPB6HDh/Hbf/yb3jNq16BrZtLqFWW0Wm2RFVyutLAOmzpj5ZPnEB99jS8yixMt44CSWWFHEZ2nY9Lr381hmkbkUmJkoyCKgbf8nixNxSrhxhP6VMLMYg149g4/tRTuOfLX8Bg2saOLWNiozZ96DQqJ05h79AEdl96CTBUxPzCMj7zhbvw+LFj8Ao5vPg1r8avv/e9CFptfOQfP4i7v/UtJK0QQ8Wi2MJc8ZKfwTXXvQLtgPWOKx6rvWulT+ofS+V7oaRdrle+ykoQJZoCOrksMWzcctQeSmb+swcO4IlHH0N73UVTz6Dt+xhMh9i8ZTOWzFEsaEXp5TtzU9imV/H6K3diz2bWAxpWq13cfWgGx8pNZI0Errt8L1K2yuyR2/wc0p8ykVNKUX4WWjpMn5rCvd/9HsaLIygNDUiw5EplBRddvA97ztsjdgAxsMrn5HA2l8/IOu26HZyZOyNqyaSTgmU6eGD/A/jQp+76se7x/6gP+imwes6ZjYFVMgn4tcEaURK+eBHnza/YK1HzI+1SNHtPbMj5pCkiG0pM9ygHVewRKYB8T6S0w5aOghkgrYWwaSFA9knoRozVmE2jpPcEVtksEFglMGEa9LdTPp+tri9TazLZyFCtdkNUuj5WO2SKhnCl2WbQiAp8MTxPGFfbcgbGDB96ty2BXX5AoPZsYJUFIT11HEPBRVwkFGNVKbOlYJS0dxX8wTKGVgAMyaj7Xay5BtzQQcNLoJHwUQtcrNSVxQCnLSLpj2SH4ulK3yU2lyIrUs2mMIVIpfe66PgsBnRh5tLUe1ADkgnFJONmkk5ZcJJMru3IdIVyXfssKwDFlhV/KgFWaROQEBP8dc9HrUW5EkFOYKAY4IbXDiJT0FEsDWFgaAgubSL8rjSfnWYTSwuL0EIGi9FjtS7BIFq9hk6rhVxpWKXUuiGa62O4/dNPkJCGWqBjpuGj7IoOF5ajIZlyMF5IoeAYwmwuV5s4eLqCRqBjb8FEjk0lARC/g1zKQIlpva02Vlq+SJYJrA6llTdepUGJko6sQymuhukovIpWAOmoIOZnZoPp6wbKgYEjdWCxa0iSN+tOgjRiS8HPpntwNA1ZQ8eAY2HA1pAUS4dGr2DgMRB2VOTkSe8pnmBeF2LjIM0yr5mEAFKKvaICbAicVlo6FjoBFkIN9YS6jkXeTTZZ5JlG8JLHndfH/NyPB6wu//XfSUXrhwoQEl/CTBLP+su4/cA9uDI9juHNW/HM7BkcPHJUjnvN76JW72BlrYnKWk0M15OZFNLFNFZXmITMABvFwKZUktYVGyDlhvRahjD8j40UPxfNawkgm2RnKOBMfHUVciNNRszo5kBCyY/JIGLYC32MCZy7CAg88l7p2ZX0S5v7F7ooWCL6Fo9/jJWeC6zGRYWEwGy0Uz0maZqM6kQXb75yXJqYz95XwYAR4A27R2AYKUytzuEVF12C8T27EZbLCNv0MiKLnCxSsp8JMJLpmEbCygswR7YqrxmJTON7iya/lLyAonROXsmUcyz4lP+blMOSCZRA4LoIuh1oDLgTFl1kCSAy70jW3cOGVQJ9zFhFxwXaLoJOG263ieV2G8cabUzVm5heK6NRp0zGhmNxaMQBlimMcwbgORrDDANk6MtsGCjoDPEJYIZUJpjYgQwMsTiwhLFKHz0YlPvyconYpgE9IsmqVTJrmmJpTN9OZiSUg+FTTJaWLwmV6gK1CsJmG+F6HYlGnUkFEqagDER6fbByBeCFRZkPm9PYf7XXmfHQ8viSvSvCc2ECi5djAHQCH2vdDirtJlq+K5cY1f7kZaRDX1ioFJQnDLKOHRiZrDCNCKzK24iYtqE0xh7QbstAoEPPMb+DVpfnNSHWKmxY7GQamuWI36b+5x97wfXXucBqXHTG13fMypPGRx0cYdXHrL2YIaEetzFw6NUDkhS98bbi2qBXI0j+3wZL6NxhRf/7kO24r2jvf+34/UmxyyGOMPQM+TOrezK8JJhHJrVkWdEOQJjQUYI31SMC0CpAdyNgK5ZqK5CWHo2M0VhPmKi2Axw9dFLk73YqI5LwmJnB9yne15aFZquumgWyKvusC0ZyNi668DwUi2nxXiP7p9HqoFarY/OmcVxy0YVIpW0BNdsEVsniljV4DH4iq5gVgRosyr2uGag16kOyQDQAACAASURBVAKsrqzOiRWAqdtwcmlMbt6CdDaPankN3c46BhgypDfg+y4mxsfEx7TZaaNWb+LRuROoliu4Zs9FyLFGokezlFc6zkwvYmp6SvYUhl7Rj5UBHHx9FQ6kC7B8ZmYOC/M1WFZBgNWhIQuWoQIpuJTIdsdb13LQCoFnj03h2NGTcDQL528Zl/WI3oWWbWDr1s2Y3DwprFgeR4ZdEViCkYSVGoDuZCVkL95HeOwdJyXA5pe++hV89UtfRmV1VY6/bZoSYJXJZNFqt3rhY5VKpRdGReYqry2eO74eAXWyTskw5WfjF8+zBFkIAG8IQykO+eLrimpCgjsIohvCzHJohUOwlaxY+hJHgRj8PT52dnYWr7/5Dfibv/0rbBob29hFIn/nH5ex+slPfUZAb167VgSsst7m2r2+XkG7XZPaIr7XnjNKlD1NgcpONgcrnYWTsmHYKRm6Nk/fi0L37+C4q2LTNDTK605Hw6cHvoHZ2ltRz14lmQBuUEeg2bhi9FGMrX4W0yeXkcplEFpJtIUcoMGkuou2AS2y5GnjFaIeFnHIfztWrD3QNK7bIbJ2Bk8lV3Hb0W+hdnpd7KnCah2JlAXNMtFdrwuwPphI4f+65Vcw5GfUWs2pigQ/bcj5+0EnKrI6vidS0Ds++Rlkszn8xm+/D+Xaep8VQLymKZWYOn7nIH9SFGy8RpyyENcKMQgYb0BqqMN9xFY2apHEnveVQBBU6Bi8v3i/qzqDKpDeEF4wFqUUJCObn8PzfUyMFXDV+ZuRUuWCvCdWDW1oOHJmDSvVFnJpGxduGxCbFJ7rQ8cX8PCTJ2AmlTIvETIsayPw8/msANSeQGA1hYPPPIUv3fkF3PLm1yHDJHUODyOQ1DLIin2uSkiOQ0yn7gNx4z1JRcM+VzHUfxyfD1g9+zhHRzsCWHrbejy862Os8nEE2FmLUxkn3FyCZpEVwNryvDBWO1TOwMf+/fsxNpHCwPaLsWgXMDI7BdtheG0CmYSJh+oVrA1uwzWFEnZt2SbDKVoBkOn4kwCrH/s/3omDJ87gs/c+inXPFm/2iy7Yite98ZXI5TI9H8jeADIKf4w/u5rdxIDThgduvMfLaWEPaaVQKA3Boseyk0a+WJS6jOtkOp2RtVy6UKoBvC7a5ap4SX//3vvw+JNP4zVvuBmHT52AYZv4xV98Fy644AJ5b3GNIcow6bPU/cS1kusivx568Hv41Kc/LYBqJldAvjQoNkhUi9z11a9h//e+j6HhYbz2jW/Eta96JZbWKjCba2i0OJxTjOmBwRJy+Szu+c69+OTHP4533fwmlI+dxOqRYyhqpgRU8rpmf+Wy5/UAK5fD4bUlrHRaSPmK2f2ivbvRqrUwuHMr3vH7/w35kTEhWfG+kSBDZoekk7j73v348p1fwr4dm7A6c1CUoiQZrHoG1s0stl5+DQYmtmL26FHMHnga3doMvNVZWK0qhmkBBBO57RdjcGwrLt67BxOjgzAZMh10pB/iGkGgXwbQ0YC4x1g1E9KLPnTXN3Hg/vswOVrCxMSwEIharo/hdojgoaNwOPgbLSFIJ9FddfH1Jx/Hd86chnPx+bj5nW/HkSeewcP3PyRe7c21VRkSlNdquOKl1+I9v/EbaLUqMgDlvbLhp6r6qbhWi/+M/fRlKB5ZAShQVQ20c2lLBjDsYzvNNu6/735MnTolaTHzTVr2NbBtwMHuyQk4QztxqhVica2CxtRR3HTRNly9exy5lCY2NYl2gLsPz+DLP3gWqUwOt77uRqSsiLB0DrCqBmOKGEFQnesra4XV5RXc973vwai7svcx46DldzE4MoRd5+0WnEf+iyx7aCvE4axOUlerjVNzU2h5LnL5PE6fmMK9d38P339m5gXX6P+RH/BTYPWcs9tjrI6ORKbs/IUNbyEJbok8P3mzxwnZEk4TLQKy0UYJd7Kse0K7Uim3gS/+lindQMnyUUqSeWLAohyUxbkUrOx/KYcnQ4VFvfKoFJ9Vka+EcBxDPFZNTrpJ1+/6qHshGjrlMDR+11DuULoZwk+k4IskUIcRSecDYYXQOL6LvNHFnkwSg+QicXEj07XjRlYAirEqUh5J9lThFzJV8n10IisANmw9YDXKH+eCTtZo0+1grUUmgS4BTMmRIjKjJdz7wCG5gdlYsKklcExQOOskUMxnpchs1DkpS2BseAjpbEaKfho/z62uo9zsiNR2wDSQDlyYfiBMsoGMiVSaoEUolHoufCzUWAxHCn406SEbAatcPwRYpcSAoGoXqLZcYcTZiQC7d1m45voiTMfA0MgmJLOUCbAcopQVYmpeWV6VTYHeMp2mAlb1dhPrTD8cGhWWbafZgWFM4t8+/QzmVnxUusBcCzAcG+NDaQymdKQcA5PDg8hoXQmIKrcTuPfgHJ6Yqgr4viWTQpHXWdBGJq2jaCfR6BBYDQRYLRJYTSlgtVxnGJmJjE2vHQ0zq2zoTPFYpUzEY4iFBJgl0NIcnGgDMwxKCBnkQwY2mW48jATC6H+jvHPp45XWoEJRDA0DNvO8Q5j03IMPixJRXg2SHquAVUrKyOThIs+LiS0ESws+N0EmM5lCxw8wXdOw6IdY1+hCbAhzSVwjyYAJKCFXFg1kcFGCeWah8oLXZ1oBzP3lB2CwmSdgEfC1aIehoZuy8LFT+1FbXMTl+y7D4dPTOH1mBiODw1hYrmF6dk6Y4estyj67IhtNFvM4c3oBXZfFVATeiQ2AQvBUcxOxLmM2CI+vTk/lBDSyMSj95hUv/onR8IMbI3sl2azJAOK6okBpAXDkzKlgOoa/KduBSN4vjG5VnsSMu40DdQ5I2tcMxADu8x1U9TmixkEsPzQpri8aTWIyZ8CiKX7DRjvs4HxHx3A6jVqig6tGBnDBlj0IbQ06Pc0MMi+BoN2URskw0oCeQpBwkCBjlReajGbIsuQ1SM9NFTIhVSGxUBYqlgOPgCNl5Iatfo+sU1qFEFwl+CgFjpL1qaZOeb2RsS+gqjBdaD/hQ2NYU9tFotlE2Gmi5rUw1WxhqtXGsWoF61VXgGzbBpivwQFYBqbyWNWZzxUI2MgAQ0rkCfUmKVnWbWxHBik7A51FupUSsIiBW2priWwLeJ/Re1iAYyKXFvS0g4CNPhlJlKHKeQ+Fqc8pfaKxhrDRQFipAdUqEmQA0eaEDMLoNMtjxItTxPGRzlo0uD2wXHoQDjHYoPO9ESAlY1Sc7EMJVat326i0lLSaYRfcF1IhkJS114NOCxfxnctAT7HodyJgVbHY5Z1z8yCrmGtBt4OaW8caPRG7HZVm66SQ5XOwaaBvLs/tX/yvAVbjRra/EROAKbYC4B7cz8aO0lOF5Rx99RhYMvRQlhrx8551z0TWHP2AqlQSmqbCDhi0aJrSmIt3F49J3yBX2orodZl8K/Y6UaAR93wOHktMCE8S2FN+hFwppW4QJrQKPopfM/7MwmilXD/yEOVaqsBgAy3TwKrUGAaWl9dx+vSs1AGKWa3eD2WRBHjJmuy4KjE+Dvfia7AW2TGWxwV7d8G0qeqgqyNxdP6eYrJu270dmq3Cwfg9aVBgwCOwiowAq1z3lV+3Cv0jEPDMgcexsDglXoqxCoJ1TbPVweLcHDaNFHDNSy7GUMmRRGuurVu2TGJ4aFgGpj+YP46luTm8ZPsFyCdpWUHwJhCVyokTU8JC0g0tYn6mhXmVL+ZkHSdDkGvE6VPTOH1yCW2XyqEQW7cUhR3Mpptsco3+xfTZtpJYqjZx+NQ02g0PnWoTW4bywsIjE6ZQyGDX7h0YI9CoqwFvOp2T/ZkgE1n8plUUaXhkzyjS43K5gi984Qv4+pe/IvsEGaG0LaitrwtIOjgwKKAGrzEyU2OGKRsjnj+ybgUMF5uliGHs8Hipc8nrMQbRyUbl56atAJ8vtmQSwC1iU6cyafGpFTsAsg2bLfldPk8ckrEwP4/3/Nqv4I/++A9RzOV6kmgB2/rGdS90I//kp+6QRwvQb5IRpPZcAqvVyipafcCq3Af9LNk4MwFUJCn2s5XOI5kyodkOEqGD5tRDGOj8v7CCWdQaFgqlJIJkU2wBCpqNsvFynPKug5HIwfVaSCV1XDn8FSRP78fCSgPZYgE+AflI/ss6g8CqxjrBD2EyVElPYKZ9OQ7rr4WvU+jrI+sksT85g88fvA/udFMSxRPNNo0LYaUcNFcq0BwTiY6PX37Zm3Ht5ktEkSTDOl6D4hf0XNYqVyq+Fw4Z7vzsncIM/d0//EOs1WtKTdcHyD4XtOuvGfpAwAhglVJHFglF2uh/fI+M0rM2iTem2MNaDe9kgBMp12StiYY1MtyLhl/KZ1h5VY8MpXH1eZNIc9gomDLvRKDS9nB6qYGVWgtht4UrLtiK6uoistkC5pdrePiJY9ApJZGhhStrkKyX53qs0queHFgBe3wBVo8cPojP33EH3vbzb8Hs7Iycm0suuUTYtKxRRU7Y99U7DrwG+liq8Xoaqyqe9zHRN88GVTcC4Z63RouA1eecv3M9Vmlt1APhE/A41KQVQKiBwKowVukdG4a4b//9GBq3MbbtIiwbOQwuzwDNhgSJcZr3+Jk5rGcn8ZKd27B7+66zgFWerz/4rR/PY/VP3/Wz0ud98/EDWG2x1tCxa+swXv/mmzA4PNADuOJ1KfYh39ir42Mld3+PDdl/3NipOJk8BgYIrKalvqJfLgdfXG8LxRKSDgcXCVmbxYKHyhrNQqPaxEf+8UPIZHMYndyEw0eP4PobX4Grr75CEYb6PNXjEEIOIJvNhjwPn//Q4Wfw4Q9/RHD3gaER8eRL5/MYHhzG8SNHcNvHPwa308GNr3o13vhzt6LWasMjSYchb6by9S0UCsjlczgzt4AP/v3f4w033gB3cRlPfOPbGLeSSOqmALpN35V+WyNjJpnEs+UFrLgtjNgGLrlgJy7dt1cGtHY+j9HLrsZ5F18GW0IB1cCGA396IN/x2Tvx/bvvxnjRwfrsUexiMFSxhLJvYzU0kd91EYa274Xb8bA8M43G2hm4c8exM6fBchI4Vm3h0htuQaUBnDx1Ehfv3Yl9e7YhYzJ0ri2WcGIJEtkExmxwWUeYO4MA3/7cZzD17FOYGCpiZGRA5jyNehvnZ4bgP3YcqZWaIiw4JnJ2FrPtNr547CC+W1lCvZBDpdqEljCQzaaQsjQMlgo4fmoas8sVvPd978P1116Jdrt1FmO1H2SNwfl4r4z/3ABWY2k+kElbsrbRt7dea+Lub92FhbkFVLnWZQehmWmszEwhFXi4ZN9FKIyNY25+Bna7hit2b0N9dVFCcYmTsL5ftXK4c//jEub29lvfgEKGYeJq+HVuvakYaZqEllcqVXRaLjrNBmZmptFaqiCVSgqpiQq9ZCaDPReej3yegYi06eMAQHnB0wpg6dQMpp45iORADs5ADnY6LcDq6eOncNvX73+h2/d/6N//KbB6zuntMVbHRjYYqn0J5vGGGE+jeoxV2fmjySMly1INq6qRzQgrBzbeBVPDkK0jbySQTlAixGaXfqMszlXKMBmbrBXotUpWAItYAnkKWNWl4UglFbBK4NU0dKy7Gpa7IZbdADU/Ic2RR3YBm0PVTkMPDRg+gdYQLq0GKLdjqqHvYszWsNn2MWh44rNT7XSFju8wKCtOVzQUQzSqj6QQZ2J212PSKQXlZKyqMBzCIpTNpk0LTdfHbKOLxYZimqbzaZiOhWmCYrLGk5nE0IE2isUC9m0ZxDDDJ5jY6iSRSafhdz0slpfRaLfQafk4ubSGk0urNP7EkGNKwrSTAIYzJoYy9D3zRJrX6FK6RjmE9kMZqwRWKXsnUMJzUO8aqHZaCHXlV/uSq4ew73INupnE0MiksAYI9lGuyXPhuR1UVsryWLLY3BatACyY3TbWV5cxNDKBeqMO323DMEZx13dW8eCzVZSbXaSzDi7ctQk7hrJI6Uxt7Eg4GTmm7XZDwpsOLzXx0KFFzLc8nFdIYozAUtBGKqVhIJkSNhC9SWOP1aEU5YiBeKwyYTVtaWLdOL1Kw2kDGcNHUrp4oh08dyaWXR0H6iFWQrKHeNEqhgCvYSUvj7y7Ik8mlVFPYDZEJiRbj97BQN4IkTMCOBqZrgRaeVv0AatRs08gk+wSEWRbFnzDRqXewVGPDA/FYmZZy+tJfH8FVCM7itcx08UNpG0bh6cXXvACTWB19q8+AD3Q4XF44WnwWQ8HAVL5Eh5qzeHBQ49h08QkjhFIraxLuM7x6WXMLc+LgXG2mEej0RY5hJFMY+7MItwWpVMEZ3i/q9AuFiT9QE4PMOFnEam0uvcpAadnYq8A61WHETOEgFvkuScQigD7njyH8hcjgB0x06QgIdCqniQGVvvwoZ7U72xFuAJO+9mr/QdXgbkbnTDXnlJGx76RtNhvdNZ8WE4KtSDEnnRSLCnIgnv1WAmTgyV0TQ1JkaLb0M0EglYNHllOBA71NDyxfaCjMykovA51MbMnaqTZClAUSRsvW9thcouAjmTrUGZPYEMqVLclbMgEmcAK01OBXvI/VWRLOrqaGohfqB92kfBCJNo+KK9HpyEN+lKnhelOG0eaLaxXugi7mmKs2opxzfRTrh0cwFihJ0MF8VaVAQOErZqxUtip58XHS+wAKBGleoAFr+QP0TaGHqv0jQ2QIIDqmAgZ7pF0kDAtkdXzOEiUooppV/9160jUGkC5CpQrQL2JBKWSXkd9NvEzjgpj0uQ9FwlO4oU5rqQG0lDzd5IFeS3xqzVTwpKVMDtJhvfQ7LZQc1syKKNXX9gNoXNt9VowyT6mPYCThpMtIJliII9i6JIVIsdcLkRd+cGSGdempK2G1XYNjS79iQ0Uk2nkyHjVyEJLQrNs4P0ffsH3uGKsqujD/oKzn8EVf1+sAORu2gBQN5qz2NDj7LcQwak9P8OzfhrJ7uOGgD+LC/EYMOD7iP1KhRHhK2uUmMkSs6D4ew7tHyKZLa9V/otDwIKdkEAVqlfImlRhgvxPrds99qwAWOqzWbQMMNkgqtcnsKrWJNqu+GjbVAnQ2qSNM7MrWFotox0xj/h88edQNgIMHOT+p4Bi/pzPffGOMezaMYlQZ2CPp6wk2rQ3CXHhhedjcPMomkFHvp8xVePH4AgVXkUrAC6ElA6rNZ/eiARWn3zqYRw/cRDtZluGlK1OE236mra7so5cdskevPiKC1Ao0CLFRrvTlM+5eXITBktDeLxyGssL83jptguQsVMiwaPHc7vewvFTp/H4448LqFgo5lEsFFAs5DEwVJIQRYI5/KzLS6s4euQMjhybwshoERdduE0GqnweHmHur7QqofpgrryOuXINe3ddiDPHp7E8dUQUJLR3KpZy2L59KyY3b1KW0hxSOXkYDBvTAmEO+Z6F7MReOT9eN0A6nRW/1L/6wF/jyDMHkM1l5biPjo8J65RBVQ5BwYh5KitdVKzxT3qu8vcJosaMqvh3YuZd7D3MP6niiIPL4nuld/8keL0aYgMgPquhCruiLJ5WAP2Dg3K5jN/7b7+P9/6X35SaMLITVky/n8Bj9TN3fC6S2rJpZciYYld1vRbWyitottZ7jFX5nM8BVhXAJ96zBIhTBTgpKiEc6EijOfMEcq33I5eYQ63mIpdOoau78HQXua6JVv48nHRvhecOykozkK3hRcXPwjtxEGsND9mBIrpcO2Vg05X1njWyTRCRIYBGKOe+1S5hf/h2dBJD8vN00sK3zRP42oEnoC000A08GB0PQdIQX+H1pRXxoqbn6FWlvfiNG97KsbYA2774rG6sRgJeRxs614VuGKLeaOJrX/wqFhcW8Ud/9ueotZQcXwGrqkF/PjZkv5z6rJ9H4KpI2nlOI2A3/p1es09yR88zWN3f8jNp4jnwi+sL5SUv+5aAtCQwqPAXye+k9Qg0jA6m8eLzJoWAQL91SmVZqc5WWmIFUKm3kUkaeOnFm7G6sAwnlcJqtYOHHz0MzSIrnnVGpwd4qjVXqRZkzeZ+LENXxSTmWkuw6zOf/iTe8pY3olpZk0HM1i2bBZwlmCaBrWcXWmptFHnw2YB3zIQTG4MfwVjtfz71941e89zHiS919HX2+2C9uOFtzPU0Blb5CH7CVHaQxkxYW1LAaqPrSjW2/777URo2MbFjH6p6HoXVaXSqaxgdLEo40lSlgdNNGy/ddx52n38RMn2M1Z8EWP3wf303js2cwZcefAQrDR/pwMC2iWG85k03YmScVn1nA/jKh7yfXa3Op9p/4/vg7FEOa51sYRCFPG0dUmJnwpBFMjPJ/ifgms3lhbxgOAwt1IWQYUXg6nplHcdPnkZlvSrEoJdcfRWGRwajwFFZdXoFuKy97RbKK6vCFKTEv+028KEPfgjPPP0stmzfKcHObuBhaGgUI4OD+MoXv4hvfuOruO7l1+Gtb3uH1DO00WBgMm8dx6HXdgqFfBHVWh1f/tKdeOmVlyPnB/jGx29DutaW0CjeH41OCyZVEex7TANPL8+ibgDbChns3TGBfMbC1slJ6MkUMDSJnRe8CLsuuAhWOiefwaA3bLuLL975Ddz97buQMrqonDmEnSMFjBcHRG3RTRWQ3rYXbmZIQphmzixgKGdjT9bAeFAmVQrfeepZhIUd2Hfl9Xj6yBEMZBz8zBUXYriQBLq05iAZive6spyK81ZkD+JxDwN85dO3Y/HUEUwODwgJi9fZmYMnMbDUxCbXwLZcEb7bQiPswEww8DeNFV3HZ44cwMMkPDkpVOskdrThGMDVV1yOtXoT37nvEYyMj+E33/MO7NixHR23I88de632g6vx3+NQK7EHiCyRlNGeOvXpNIF6R0IWmdPx9a98HadPnkKQtHH51S/DejPEt7+7H43yEi7ZMY692zZh28QEcmaIgUxapPke8x/oc9/xUdUtfO6e+1DrBHjHz9+CTCpO+XouuMosEl4X9967H1NTs0glk1J702osVygIviIeurTvoTp3dBTn79yMTeNjsg7y/Q8ODsiwee7AUTz81W9jZM9WjJ23HQZ9eo+ewOFnDuIL+58+u0D+//m/fgqsnnMBxMDq+GAJoUV4UKU4S/shWInw7FQ6b8R0kUkkKf4qokNtzopsJj2w7XeQN3Tk7ISwCQtcLGiMTMmUZJgYylovYhmRjcd21KLnqkiedQE5292uhKuwgU3ZpkwpXM1EM9Ax1wbKXUo2FQwmDNmIYaY2F+WoqQJ3KUNWBRCnb2zW9dBFSfOwi8xVgwPJdbTCAA5TsNnw8fPrmsheiV8Ii9bz0fY8aYpYtPF5uQDI8dFCpBheZRmotzycKHcx11KFlJMy4Ro6Gk0Phu8hm3bQTUAk7WPDOeweHxefWLJjt26eQDFfwNICQa1lCePiQrlabeCpU1NYWGtJ8uJYwsNEzsIwsQj6ULExCEPUXA+driceqvSaYaPF49dxPSkyCa4Ii4efjcCFH6DuGlhrt4TZlnNC3PS6EsYnNdjJAThkNaSzAlxSlqtrvgJWV6tS9fHcKQBVgx10UF1ewtjkdlQrDQE7Qs/AkcM6Pnf3NBbbIV68ZwznDeUxUCghadAbkdeSjTB0UV9fQ63t40wjxP7D0zi40sa2rIXNjiG2DdmkjmKafm9tlFsh1r0QJUfHSMqQ/JvlegcZR1kgtIIEpstNAS8YhpWUC1gVg3XPwsEmMNcx4NP/VsAbFSohxVkMFAgAoVLEYwBQvADpByt2AQSVAmHvUaKaM0IMmhB2a4K+mgR0eK1pCQlQCwgmcoBgW6h0Q0xXu5jVHMVUlYR7ls+8mnUpWHmvmH4Lm/MmXrRjQgy9//tn9r/gJZzA6vLf/B3sjoFKtwEGMK83XbRcFwbR7ayFw8sLOLC4gOOzSzgzvwjmUNB/jTe+biUk6Xp9vYMwYDp1GitLq6itNeSY0d9TcoDi+lcC5JhOEiiGJhPvyfwlMKjRJiGSI9M42GMQFdeZuCCLvBpZZIgvLgt3Nho8HiqoiU2tSOV6rFgV8KUQ1Y1Cc6PROfuQPT+jdcMHUgCVDUhSWRVErzWWt3Ht5hFkzQRmKmVMpjLCiKGn8o2X7f7/2HvPKDnO80z0qeqq7qrOYaYnz2AwgxwIkhCDKIqkZFJUTpYsWZZk+9pn13vts+Gu7d29e8/6x7W9lpPk7JUtU6KsLFkSlUiKhABmACQBkshxcu6cqqu7657n/apnBpB87iHv/aWjOWcIgJjBdFd99X3v+7xPQGm5gNFgEDdOjiIbpddZiIZqiihaq8Lr1JWfZCCGdkd5CpI94RJs4XvVTRhsxu2QeEcKM4/7MJl2lJqHWDQSoKSHKdFxLlJXhVURzBGfazZtDMJQLUmA64sNJ18Er6nItmmv0RTWKsHJTq2GtlMX8CbfbOAyw6wqLbRahthChA3uz1zvIdkT2TIHXDI8WrK+6enGPYev3bSjGA71QDfi8MjI5SftYVqO/CouZ2To6MozTCivrPZsk1R6P7iK4Vdqr6bXrEaP2nYTWrOlgNXVPLxcgV26mtR7vBbq/neZxtLgt+vw6D1Yr0FrOIq1z+tLDygrA40gCUOLCAITrBD7GDKiOzLcomKAwQuNekUANzJ1xOO13RTWlhU00JdOIxKlbJaMOUn/k7ODZ6cm/q1saj3U6WNbLWC1WYPLYY9lIGNGEPNCsOkDRsYqQ7teA7DKM6W79K8HU7sgYBcsEjBAzkXli67AZvWMKNuNLijsPzddn9R16ZUKd1Smq6oRWDf/lxpAgYu8hgJdyLPtvzwfTODzrIKgOAgkM5oghNp4BSjlEEq2ZUkClLdmIqRsAEIBhEP0QzVg04pC7HAY7KaL6oDnoJzK4nuui2yaAxnWFgZZpV4T1U4UFdpIEBgMBtHydMzOLePqzCLKZa4pFSjJ5rHL/OYZpxhkvG6+NVIggP1bRzAxPoCgRRBEQ7PdQd1pSJjl0PZxtEMBkPNcgoutoSSGwnFUXP47Q/ACMVFSiMUROCCuYXVtGZcvX8H5c2ckTIOKQQAAIABJREFUkZbrkHZASsmgznCGCt2wbxu2TQ4jGg6iN5uBZZsolwpS45AZWtNbwvTpT2akDqr67ErecyalP/vMUZRLVSQSMaRScaRTCV9mmRS1DwFJeq1evjKDM2fOYHhoAMPD/XJdxWOWoBnp7L70e26liEo7hJtvuQuFtSJ+9P0vy3majoSRiVvo6e9B7+gYErGwWIkwYIMs2HY1j+bsPLxqE/Gb74WRnhTmHVm+rtPCg//wRXzvu98UEJWNPr1OeR/og9ddf1ypXUaTAoso/TeF1cp1pp5jR74mbARVIJ2wsoJi28NBMP9OrlO1KmqT7vMiXvgEikRpEoJl22KnIWdfmzJjV2ouW4JVdQk++dRffQof+tD7RWElsyxeMz+4h+FFr+Xji1/9urwvM2TBMm2lGPGoxHFQLKyhXivJsyd7v5yZyh9UkR83Avz4fmwJr4oiaPO8CSMQsNBYfAV28S+RDJxBo96WZ4x2P2QlmnodgVgvFjs/j7nSPiEqbolexc7El5A7s4yOERArAIe2KbTDEFCA4GBASBNic8Hhm5gLGjhZfyOmvJtkD9LCKTwUuIynTz0Hb7EmwytRRlkBRIIWapWK7CEEJqNN4Hff+qsYSozJXunPyteZS+sMe3+f4SplsMxjP/ghzrxyBp/41J+j0mAd4+97Sg+xDvRdu3d2wQKfQbqO4ak/r/9R2KabQS+fcNJV74ivJZ/u7n3YAH8FKFT47CapjQ+G+cxVAq7MWujvSeDg7i2IhmixpvoaanQIntactgCwtCJLRBigVhVWb7Fcw4kTryhrGg6oRdXj+6r6IK6oD+X3LWGYS+AQLRrCYUxdvoJ/fvCz+MiH3idMLwHa6F3etRe61oLefzekIPBek/ARQKtBqw0OIYOoNmhbohi4UpNI/6ROHjmPfgJIe+2zsjEIl+8SMGrjY/37JbhGffD9cB/vMiplDO95iMbJWA2gsLKIdrMiewRrmCeOHEYsZWN8+244CMJeWUO9Oo9iG+hlxoMHnF4D3nDjAWzfc0DYbSury7K//H8BVh/6s/+CoydexiPPPo/pNe5HNkZ6+vHm++5G/3CPzKfJqGMfS6WGslDyQ6f8xbgeRibnkxqts0elJzctj+gFn+0flr2Rwb61el38qLk4ezJpZHqyiMUSEmjFfY4ha6zv5EmQEGFPAqGmZ6axspzDrp27sHffbj+kauM+SFhzu42p6WnkVleQTqcwODiAkBXGY4cexz999p/Q29OPnoEhrJXysEwLE1u2olIq4ZOf+nNsm5zAx3/5l9U5owGVSlnOwFg8DssOiwXd1ekrOH3qDG593a0Y6cvim//wj1h47gVsidPaQEOxWUPIsBA0LFS0Nl5enUdDdzE+2IMtA0mw4h4bGEA8mkAg0Y/E8BiyW7djbHInstk+IXpRTv7QQw/joW8/hEwyijPHn0BvWMeOLYPojcToUYhWqh/BiRtQCcZw7vxFRDod3JgNYcBbRtg28fDRswgP7cHOA7eh4qh8iFQ8iNH+JOJURbYaUi8JUEmTNJPSdMVGp7c6wzG//aXPYfHSWYwP9KGvN4N21cHUkRcRyzcwGe9BilY+UdqEadD5iNMuJxLH5WoFn3/lJI53PMzXa2g5dcRCBu68/XaMjo3j2z94BK+cOY87Xn8zPv7LH0EsHkFLMiyU+o17g5yFYhHAYKuWGiz7AeOsL1TNzT5D2brFIkEJhitWXVy5MoUXjx5DbmURE5OTGJrYjguzq3jh9AXMz85icrAXcbjYMdCL0WwC/amIBGKvreVlLUZTcVxdKeFrDx9GrtbAr3z8F5FKUBu3MbRRtihqqMr1/uILL+LI44dx68FbpY6ZmZ9DvlgSy8MAA2bdFhq1ktQPHDb392Rxxx13YM++nQjqHaTjYRkuLF6axrHvPSzD3637diM2kMXM/DxOn3gJX3jshddyhP/Ufs/PgNXrbm0XWN070i8Lz9WZrEvWDg2VO3IgCxPFn0xyDSvZkwGXcl4yy9TxpVgOrodMsIW0GUCYIJPhIUIAjuEW3ZGG799CoJIAiTQ8TBLVPQTl0FbSafp6kp0hgTmcuLQ6WKwqSXmVrX2A0oDNvoo/XiBtHK6qaWOxSQCIzVWwQ+aqiWGbflB1YcSSCUOA09QCwqgLBJUnKV+T02pLAU3GHY8zFeikvIx4iLHJDod01OsdzJaA1RbT7jV4QRNlelaWmwi5TQEhyJANhAzs3TaEnkgEgXYHUTuAeMRCMh7H0tKqSMVXCkUJg4kl4nhleh6np9dghYOItZvYmrYwEjMRaDUFqOZrKDmq0Kdcl1JTgjIGU3zdNkho4/tQScuaMmNvd1BoeqhIEJiBvmwH7//gIAKhFmKxITTdFpK9STjNBiLRsBSylFQVckV0XFful9OoiW+J3WmDRvAj49tQKjqoFNZg6gbm50x8/jtXsdS08YZdWUwmbMRjGVgEakTayYKcrIsc6i0Ni9UWnjp7CSfXWsgawGjEhOnUEbcCSEUZVOEg1/BQcj2xluiz6fmlYbnqCJhP76daR8d0viqMQZqI2xp9rSBA6mxNw5kqUGGwmKBMG4EZm6eFXbbSZo8iAdgpaZCEXX8yL35S9F3sCDO7J2wgobcR9lwBXtlSEF+RdSISQh2uGcJirYXL1TbK7QDa4q1K4J8nhCFm6AGuz4iHu/aO4cCWLFKhIH7xbx591ZszgdXCH/2+NE9siJh4vlp2cGp1HhcXZ1BotdAMBXF+ZhbnF9fgeB4yyRgyw1nkCgXxwSUomluroulo6Bnqx9rsPOoFTpEpRXSgSZCESuQWObXPSJD1ZnCvcGWKSsCJABWBEzJOPKcspEuVKq78PzkkoOxTAoi4p/DPvmyPU11lSUFglR9+Ae2D4BvP+waT4Xog9ceBVfVd4nu8Dh7J73zgUv0S0gMyADrQl8QHbt+Cl2au4tJcFTuyacwv0d8sBtsowm4FMJkdwORAFKO9w7B7LOUD66ggilarBs0wJYyL993lhNYkZ9uQVHkJJgmRuUcJtBpqqaR7U74PGoEFoX2te9J69Ox0WsKOlMZIHnxd5L9cqxw68fecgCtrEwJ+ZLk60OoOvGoZ7XpVEp+r7RamXBe5OgMETUQZ5kamNz0uEYSp00uVXsP0f/Nk/+awhxN8zTKhWxEMhegDFRe2KsFihqVR9kRQkuAqAXJpzvgMsVkI6vK9CBLokoh3AVYFImOIHQFSMuWcJgJkL+RyQKEs75kHS6etpJ0qJEtdFzkbGP7lVKFVqwCtGLh+2CAyBC3SA41BNbYNzbJp+ixggHgvCF2IzDnFNK1WK/JZr1XRapA56KLeqsI2NQz19iAbDiGgh+mWpwKAyLDia3FVOjYlqZWWgzxZsJ6LZqAjTXDKsBHzggh3dATJ6OX9/b2/fNXPeCzKYvNaadRPZmFt/NOb/VWvASR8j0BhgG5KkFZTUXUWCkxAb2mx8KGqpNvEKnuB7qcCVjf8ljlYUsCtz3RiA0gpucjKN3ix3B9EAC+2y2rw1XKVvQOLez4OVEtQvk1PLwYWBsl+pGezMOjVcCESsWSfYYFND/E2cR3wzDNQbzbQ1tri20aGfqFUxeWpBazlVKhRFywhU5FNN7enrqSc768LQI/392D3jjEkk0wRtmFFY3Dchjxn2ZEhzFVyqJPVafFZCiJrhKE1I7CsLYAZR1snQBZAIb+KM+dewpmzr2BxYVFYqQyL5ECbbFTuiV6HEvowhgZ7MDKUFl9X1gyJZAzpTEJUKLm1NQEJ+/r7ESbr0HXX5e28T9zLV1bW8OQTzwiwmkzEEIuHEY1Y0rj29w8gkUj639PCWi6Hy5cuiOSVQGX3fXel7wRPeF/nVwrQI/2Y2H0Tmo0WTj73FGYun0I8HECqNyVS/cHeFHqzadiJuDzqnVwOndUlGI2K3C+3fw/6brgfnsZBsYuIFccPvv0o/vqvPyU/t2sl0f3Z3TXfZYx2man8e9UcKu/AbngVQdNUNA47bMugn162kWh03W+Y15oBV12/xC5LR0ITWScYASQpeRdrD7KS1Qiu0XQRDloiPQzYFv7xgX/AW958t/Iz5ucmVmXXDvrVPuSf//LXEBIv3JQE0JA91mFhobVRKq4JOUA8q6Xm8NmRPrtynUUpPXcAVjSFYDSMoGXCDEbFhqS+chaRtb9DNHAcjuMJeM963tBsGEFHQOUK7sGZyv3QzCb2xp7HUPB7WDhTRiQRR8BiWCvVA3TT87MI/PA5etHzuZTE7oCOmfooXnLfhVbURgEWvum+gFOXzkNbdKBXm/AiQbQiIbGNahcrUotTv9ByG/jYjW/HXRO3ixoi4ulw/YDWzXsYr61irHZkoHDksR/h6DPH8Gd//ZdCjiDjursvcafp1iub78nGnsYbuOGx2h3gdffX65mEXQZo9+9lKOwDiT++R6veqfvfLsirXocCxqU2ob+nHcLoUJ8w6dh3Sf/V0dGgT7oMshTblOACByItAWa99cC27vMgtm2+9cBmZQFB+S7wyv2XvsuzU1N48IEH8Mu/9AHQBqPLCN78azd/o3sdhMnPc1TTcfToUTz51FMiK7/tloO49fZbRIVHogbPkI2hH8HYa4HV/3eQ9Vpg9Zqv3wSsispgM7BKdZjnIRJLy75bXF1Cq1lBy2kJA/+JJw4hnohgfHxcyBDtPL3clzHveBhOkvnv4VRex603HsDO3QeE3cZhGM8IvvfXGl713b/4HVy4PIvnXrmIZ146By9gYTA9iO27JrH/4D6EY0qlRNckr1WFGeA5qzxvu8zda9eiOgNlGMjBs2cgHM+gt39AgEl6RNN3e3p6CtVqDelUBrFEEvF4Cn0D/YjHkhISZ9n0LGWJTmVgC6VSCS+//DIOH34K1Uodv/tffhsjI8NSd3Z9KptNNZR+5ZVXUC4XZdA3ODiIVLIHM7NT+MQf/yFyhSpuv+MuUc/Rs5trhqzWBz//WTmzfvmjv+SzJ+nT7Q/FwmHBJXgOnbtwDrNz89i2bQcO7N+HuZdP4Quf+BMMGEEkIzEUGzVRxtkhG2ttB2dX5kVRMr5lAJNb+oSo0xOPIUwyQHQAB++5D514CoVqU9R7o6PDQl749re/hy9/+SvYumUMp194Fk5+AVsGMxhJJxGJRZD3TBTiI6hHe7GSy6E0P4t9fUHs7dXkzLuw3MTt938QiUw/KpUa5ldXZBA/MdiLhNZA0K3L4EQskziAYH3KsF+JCKBnbADf+/oXce6Fo9g2PIBMKoFAo4NLR06gs1xEv2kjzZDpdErUPqZ4zqvhi2uHcGh5Hg8tLWO+00EhV4DRaWPb+LhYetD27eXTp0Sp8+EPfwDvetf9qNaUl7zbJHVO7ZMSpC1h4sqbXKaEsj915D4TjOUHbZPIqL08u4JDTx3H7PyyWD7qJN94LsZ27QMiaUwtruL8uXPYvX0S4U4dK5fOYrQnhjsOUF1joF5tIJZMwdXbOHF+Gt//0TFRRPz8+9+N7RNDwmqlwkSJJFW9yXOednUvHD0uFj233XyrDABW83nphY6fuoBLV6YwOjSALYNZ5NdWMLu4jLnlMlI9abz3ve/E/l3jyKaiknlw8fQ5nHnqGawtrWDHDXsxvHM7SpUyXnjuGD7/6LFXe3z/VH/9z4DV625vF1i9fXQQ+WYTNbJJJQVYyU3Eb81PwNQDyg+rK1nRJZyHGe9q4kmfEHYfmU4VMWF9sijriC8d2STCfqNs1GSzT3RTzfApqyfQx68lICjglcipNQHIKpT7expyLaDQAppkbPnpxhsF0YZcRDVoP4G9xv/dYUPHTYuwaAtWp41EEMiYHtL0ctVa0Pk6AgGRhTBRmuCGAKtuS8BVDlnZSEi6pIAx/FkdSStWU/4O8o0Ayj6To6qHsEC7gqoDq+kIy6F/pBeOW8dwNoOY5kn6Z28qLgw1pvNSghdPZdCgVL9Uko1henVV2LD79x7Ak888j5hXw2gyKGxgXl8GWFQdvs62yHUlAdm/5k3XFaCaYAYnzl1glU1/rk3ZhAu3EcC+fQbe/t6sSCWNQI+AW/FMFPVmTaQinOCRlVErF+DUSoAE0LRhBiMIewbyKzMYm9jGnB5MX7mIeMRGoWDjga9P42IugLv2D2M0TrPyGNJkS4hfJlBvtVBpuKg3O8jXGjg7PY3D01VEW21sTZoINV3ELA/ZZAS1Wh1rDaDY7Aiw2m+bcDoQYDVp870RWCWjsAY7RGBVg+Ux2MrEimfgfLmN5QbBTVOYkuSLSgCZ39yrolEBAl32i9q8uwmqfilMmTYLWh4awtRSwEMINQwFNYzRk5VMFTLzKH9lKSkAXUtkWg1Pw5Wyh8V6B3laTBBIlCKanBYdNhrYnjHwpgMT2D7YK+zHD3zqO696gyaw+s3feDuKDUP8d/KU1rQYwNLCmYVVnJqZketl2gZgBQScoASvEwyiyiJjZAT5QhFTV+ZgBhOwxnrhzK+gubwi711cBSWAiphSN9COOCu990wB3Z1aU8BBAldq8qkGNJSD04NPJYFTLq4aGPrzsMhw6j7L0Cf5CFfYZ+RIGvD65JLb1LVMoH+Nsaqam2svo9rmNgGrZHCQje1H9NHIPGnRF9hApVrCjsEE7tvVg6n5HOYKDnqtGBpOB2awiUgwgJFUBiPRCPaMjSKaCksBrzmC6ghgQHsNUHpux+GZBloBA00JtjOU12+Ie6IK9hOwmkBUQA29VEGjyz5CRrA8bARJHeX/KAF4bGzIfiSSbkp5pIBV+tny57TJcnWg83sbNISuiwcsiyDHc7HgNFF0IBYrQRgIUzlvAnGd4JUimSqCIYFRTfmD8ucRLTEsDFi9gBEFyKyl/lOKsSYNmiUVlQBAgJNwAeLJWuWnoRiEzPyghQIHZ8KIpk7KgcewwXoDWjkPFFahlWs8DIRFrfpQtmr+3i80MXq5utCaNaBa5kRIsYNCQWhhG0j0CrCKsA2PoKpolIn2cELPB5fhIZ4w9JloS1ZbqVxEpczU7BoqjYoMbkZ6s9gSYnI72R08m9QBwVAGNMnM1VCj55feRj3goUm1B6XFBpAImojAQIhRWLoFjc/+b/3eq37GrwdWNze53TNSpJHrjN5r13v3ByqgdMNHdTOwKqFN/heuu0X60mbFYFJnsDxaPmOMvxcmQUftkaFQUNZ1V06mwqmUVL8LMCiyOtnaipUugIwwWQmstNB02nCdthB2hJzNJWMbiIUt0BIhbqlUbK5Rz/RgEpwhE9Fx0dQMlOsOmkED0XhUPANlcExwGAFMzSxhJV8TNgOHirweLOCFvdFRf74WhNbQG7Vxw/5tGOhLIBqLoG9wSOxkSqUient6cbWxhrVGBaFgEKtoIIUgthmTiES3wrBiKDfWcP78ebxy8oR4gdXInvQ9O4XJy1VN9gzVMi795kPYvm0MW0Z7YVma1EwEVRPJKGIRWxoggoMh20Imk1EBTNwnJKhNAYGULD5x5EmUSzWxAIgnyAIyYYcjyGaz0gTzg40KGZjz9Fds+UnAfiAUwUoJw6TXZaeDK9OriPWNY2zbPpGYLk7NYWXhKnKrswgE2ujNJJCN24j1JpVqqJBHrF5FytDEf9NFG3UjhoFb34nIyHa0ygXxQXzx+Rfx3//rf5M1w4Z6HbBinUdbo1BImjsuPwLRXeYP5crd54CvlSA87x2fZXntICNJeany3vDKEGzogj1dwEgxl8l6c0WJQWBVGOhVDmo6aDQdBLwAMskUVtbyyI6P4rOffwC37tuzLmL24/HkTHut4VVf//4PEE8kkYgnxc9vaX5Z2DesVwmsVitFH1gViEqtU3bn/ppdv24chIXjMOmzSh/TUBgB00IzdwWh5b9DVH8WblMNj1U4FL2o6XEYgG6O4kz9N1CGi9ePPIx4/hjmpmoCnHeEPKFqIvph0+pDLB/knFfAKllNXC4VN4LD+Q/ghYUQUvst/Ev5GGbOL0FbdRTTXV5XCM2UDayWlMTZNqA1HdyQ2Y7/7cDbEAnGEDFsuH40/PXPJvcMBs4y6PaZJ57CY488jj/9q7+AZwTQZh3bvS6+H+X1m64cIevy683AqmLhC+u/64u66ZuF/dnNpfAZ++s9ic+U9k0A5Lt+0gBM1TIbw+GWbkmQEEE1+jjz/Jdyk/6R3dmy75mtPDiVPRI/uL92pb38M0M/NwOrXdsP5cuuAvT47DBYcX5mBg8+8E/4+Ec/KMzMLqAqA3DhI/sKo83DNJ32QWE89cTT+NrXvqyUJjp9yz18+MMfxs23vg4uMx82BQDyQeaq7X5sviY/+fr4tdp1jNX171fIz/r17QKrrKMUdxqIROkXbQiw2nZphcQ+xsThHz2GTDyMHVuGoLl1zE0vIhMC6kZYyB21ahNn6wb2H7wZO3fcIOBZF1jltX+twOqhv/w/JET4xfPT+PqjTyBX7qAn1Y90NoUPf+wXhYHM/cW2dcSjLjSvCr2jfEdlAOnXrzIMYkkutnvK29xxWigWahjeMoktExOy35WKBfHVXJyfR7FUQiyRQjTOMyyGdKoHiWQasVhMQHFhuPq+2xxOPfvss3jooe+iWq3jE5/4hHh7KzsVtZ8S5Kf39YkTJwScHRsbk0Efcwl+8N1v4cEvPChBnePbduGmWw4qhmm+hP5sVlLkL144j7vuvFPCAhttV4BV7u0yEOt0xI5lZnkOx59/EcMjo9izcwe2pDN45ItfwpVnnkVPKIQGaz8BVkMSHr3cLKM32YO+vhT6+5KIhE2x32Of7BpZ3PGWt2Fsz37JSSUwTOZoKBzG9773CB78whexc8d2rC1OY+HKeazOX8WuoT5MjA1DsxM4Ol3CVENHkurTUAA3jCaR1Suo1qqoBdN4y/s/jkgoAqdSxsxKDvlKGf0JGxM9FtK0EGqzD2LmS1uYwhwSs/egLVwiHMYzh3+IH377GxjrU7aBRkfHsUeOIT81h75IElEC4AENUZIRCCJ0PDToI05bvOEBPLayjBJMrK3kUKvQ8zaA4YF+9KYTQnQ5NzUrlj3/5t/8Cm4+eDOaTl282JttqneYv6rY0bqmPMjLhTIqpbLUiiRV2OGgnBcEVsuNBr7+jYdw+uxlRCNRJJgVU69gaWUNZiKF0T03IpTI4OVXXkEo4GH35DBStoahWBjN3AqipomoHZWTcrGaQ8kBzk1xjVawf/c23HHLAVkX3SFq97zme6pXGnjx2AvS01MxRAWP03KR6slguVDDoSNP49Yb9+Pjv/BulPKrePK5o3j4yZNYLFRw6y034n3v+jmMDvVKT7I0t4xjjz+J+fl59A8NYu+NB2Tw/MjDD+Nrh46/6hr9p/kbfgasXnd3u8DqGwZ7UKWRdwdoEAARancbEY0BTkHoZJ35AU4yuWcYRYATKvW1BACF0dkCspoL2wdA2DiFfFkgWZVsdkLEFCj71zwBEsVbVaacZKyy8OLkW0O92cLZhoFqs4NShzYAQXREUkPwoOsl2HUSVA3dZp831QBtOvhF+kh6u+iUBBDg9Nb0XMT1DvpMIEOGbceV16kShQM+Y1VZFzR5eLBvFtq5YqyqEAGCmQEB8gh4lB0PFaYhBk1UNAtTLV3SpOOei6ih4a6fe5NM7lqNKgZTScSjYfEwdOp1aQBW1nJIpDKIRmLCFl0rF3DuylVs3TKJraOT+OZ3H0WgkRerBSnBJIiqhVqzI7J/ssj4euhNR9yCYRaUKHKXZNO2GVgttzQUG020Wibu+bkUDt6mIWQmUKzoGBjZgkKpjjrDODQD1VIFqVQMoSA9Emto1nPQxPTZRlQLYnVxBqNbt8I0wrh07rSEU7mtGL700BKOvFLBPbfswHDSRDQax0CUEjST2AiWCxVcmF1AhQVXW7GYnrqwikjbxa7+BNqVCkzPQU8ijFqtgZwDFBwVhtZHYLXtYaXW9IFVQwD5a4BVvQ1Xs3Ch5uFKg2mRyp+L9ashUi3FmNrsD6oK1A1ZV7cYVY02v1dZBAhgIShTUIpFo13EVjuArSETIT+JmTIrt62M4Aneh0MG2pqG2aqJmaqLZbcNR+TD/HdD6GgBAVZfNxzDTeO9iDHNMBTGf/7SqzfNJrD63f/4XlxdoxzShdMsYb7WQd2NwWHCMIPHIibKnbowQupkDzEsQmMxH0AsnhKG08LcEnQ9jNjNO1GfmkF1alrYhyIx15iOrJiS695uDAiIR6UIKqwWVGNKcJCAth82w/2h2WjAYwIzWcBcrwQVGHrDIYb4fakmYx18ZWNERpkwYDazTK8dpmxsdRtDl3/tcNvssyrgkrI9JLam9hW3jZgZQn8ijI7nYK3Wwev7wzjYH8bF1RpmSjVEzTAsDmgCJm7eMog9o1mkIj0CBsiAihJH8RwNwrOC8EyL1T10NvXc82iTILI/T8I6TCaCMsiHTZy/36gC2qcDMXyqSfSTwxoCrMoHlEMxsloVwzUAL8xmQg29hD3Da8lCqVUVsJHyejElZghUs4VWx0Wx3UC1paMmORYaoiatXYLi70bmns4LxM6TzFJ2e5qpgtvoO2iEMBDKCFuVlgUETNUwjv4vTfGEpe1AoF5XwKocNuJPAi1ooBPWJPhLZ5gUwVICpARVydorluGVVoHCGjRKDNtcSwQkld+gaki7Talvk9CswatXxQuSB44WDimmajKtgFUrhA5B1QAdkumFR4YsMVleJ+UF7jYcYdoUKhWsFfJYLZdRqJXFomYwncFggL7LYUTMkLgaELymYQIZZW1DQ8My4ITocUy5utp3dEND2KBvLdmqQei6Ld6B2kf+/auuweIx+5pGcr0Z9UNWuk1sl22oQJfrnx11flLR4Hek1zT+XUBRpb8q9YeyotjgWUmT1/1+31pAWXkwi4Y+soYA1XyuGXhIkJBXSgIc5CxVumm+DgKwfC2UPfIc43UVMKOtiQcnwSWyteoOB54tAW7oBce9Mh6JSNJwOKIjQIsjrYM6wyi8AGaXVjCyewLJZELCkdiwSbhZWekdAAAgAElEQVSVbmBmfgW5Yh0OBwvliuxB3aHL5gZf3r/PsI0aAezfN4mR4R7YVhCDw8MI2aYA8WwsFpwSZpslFHUX+XYd2XYQN0duQCI5Ka/lxZeexvlzZ1EtFaTRF0m6r+qRgR+9ja2QL+WnT2obw8M9OLBvG0xTBXgNDvUj25cW/1mb8sRWSyxzuLcTEKHVAJn/ArB4ngCrhx4/glKRrzGMRDKCaIT+oSFppskwIijL57ZULoucs16vCYApZ5xhqH2NygFdl7rgwuUF9G3Zi627Dohv3/L0DC3hUSqsYW32PEI6WSgxqf+sRhmpdgtDqSjiCVuAY/F/bXdgbr0B2970C9DcFgJmFDNTV/G7//l3sLy8IoAo70NXWUJZMRt2AuGFQkH+fj14aj3MUK1nvmaCILppoFQsCsCZjCfkfXBvWl5dRYuNrUWWM8EIR76PXq2FYlmsEXhjCDLwunYDTflasule0uBwZWYGEwf24m/+/u+wd9t2vy7ggFtHiGuM7eKm5+PVPOiPHzsudggEKuo1B8vzS/DcjgRIlos5lEt5AVYlY7r7Myjf9Vnj3QaUw0srEoERTsgzGLRsCbByCwsILv4vhHFEMR/bBM0JsFJN00ZQLLojWMLHcLm5DSPJJ7G19n1ZQ/FMwvf8VOw5SrTFH94f5HfZ5wK2ahpqbhx/c2QSp9cSmHzfNjyUfwHlM8tw81WlXGCOQDKmchhoeeA0EeZe3HBgZXvx6zfcj8nMOAKhyDqX9MeAVT+8iiDJ8WeP4lvf+LYAq0Gy3pSEyJ+wboCm3VpDbWsbtV/XZ6U7cBeAkvvnNZ4AG0BedxC/YU2zwdpfvzc/4ear/c+HVDdwVeW/vm4/QABbSYVVKGW3x1EBqtKfsUciA1WUIbRbUTZYaujQZbgqu5aNfVeBqvxgfRUOhbA8v4DP/tM/4GMf+aDsC/y3ZDTj/0wGIW5m6HafzUqzqYKIlpcw1pOSHm+RzLFgEB/9jd+SNSzDEN+iQgHVfl29yQ5gA9j+iRdLqRM2AagbX6WG/eo+Kcaqut//OrDqNNuS0fDE4UNIRUzsHR9As7iKSr6EvrCFSotkIRYGAVxtBTF8w35s33VQ9pSV1aX1fee1AqvP/dlvoRUI4cpqGf9y+CiOnrqEsJ0WC7f73vYO3HbHm7G0XESpvIKeLLM+6wjQA42Vz6YhgACrvixb8t0CBnK5Eh577AmEomnc97a3Y+eOHQiFDBTyecxOT2EttyZWAMlkGib3dQQE4EumMoizhg+FYATIXFWp8adOncKJEy9hZGQUb33rW2EykJnhzhycex05S6q1Gg4fPiL76dDgEPL5PA7/4Ps4+cIxUT+WXQ+9IxPYs2c3Uj29KkjUH40vLy7J7WMIYSIVW/fJZi8RMNXZM7U4i8NPHkG2txfbt4xh/8RWtEpFvPjoo9AKebkoVCCw5uiYuljyxC0VoMneX55f2j55wGozALunB/2jWyT0bdvkDkzu3CbS8R8+egh/9bd/ix07dyC3PIdWrYjLZ09hWzaJ7aMDiMYyuJwDirE+6D0ZYVqWZi5iKG4gFLFQ7Ji4920/j5gYTJcwtVJEw6Oat4PhaAejiaAEQvO8oc1ZF8zm7wN0v7YszF46j6888BnYegeTwwNSnz75+PNYujKHVCS5rkAjG9XhkLijwW3UYMUs3PzWt+CRc+cwvZxDvdFElYG1VN8FgHQsInVQSzNw6dJl7NwxiXvv/TmxByJ7WA+onpEjFJf2dTPzOPnSKSwsLKHJPdkOSS8wMJDF7t07MTQ8hMcPP4Mf/uBh6Rnece89uGH3NjSqRZw4N4tHnz4OJ5TAyI49yBXzGOxL4/633InJ8QGU5udw7NAhFBeX4FQbogKJbunHO9/3C8j2j+LYsWNYXZhB3OYQM6M87yXomKQcRWoqFyp47onn0GDtRTs1Q0epVEC2vxeRRC+OP38CtqHhrXffjnjUwuWpaXz32TN46cIV9A/04UMfeAcOHtgpI55SsYrZK/N+CHUbqWQaiWRS/N3//f/1+6/m6P6p/9qfAavX3eIusHrXQAoNPYh8q4O6hG12MJxMYE9fD5JhS7zzqG1rtzxUGzUpTAQMJPNK05CvlrGUK+AKw3XILCAQIGQkDTblfgI+EVjVxBdNWKBkrEr6t6b8VdmX82uYlulp4gP5RDWItqbDEaCWbYcnMlSl1FSMQpYhIg32izYW6VJkdcXC/mRUTfKUH6wE8PKQNZkqqsBVbnQjoQD6Ah3Q+ZIbs6XTm00xGF1S4cUiQcmMusCqKBW9NkISVkNPLQ3VRgdlsiHouaqHBVhNeE2ktDZSQQ033HQA4aiN+akrGBkaFFNlTonrtQayfX2Ynp2RTb2vr08YfQuri7g4PYOJ8e0IIogXnn9epOZhQ+p5SWMlwEdWDpMM+ZrpNUpgmMUtp7EEhskwI1hDAJubDguThhPAmuug4pq4+74hvP71QUStGBbXWrDjA/j+w8exttYSli+nz8mUjZFBJiEPIm630KytCus4aRjILy8jO9gP207g6sUL0D0HQSuDHz5dwxcfmcfO8X7ELSAciWIkHsHg4AhKrSYuTy8g2tsvIOvU5csiUb40t4rtA724ads4Zi5dxNLsPHqTETmAck2Vhqo8Vk0B9lfrLSRtlSAtjNVcHWFLMVaZmLzqBnGm3MKaR2CZqcwq8IhldbdR2wysdh+VLqDQLSq6ko1uUnC3tJMNvt3EcFjH1lgAsVaT0ApaasHAJcWAjFWN/oohNNwOLhZaWKx5Enrkkcktz40hDNxY0MM9uwYwlgojkUjDMG389oMPv+pNmsDqo3/0IZw8vYbFfAUjqTiqnomlig4zFIMWsVBpVFGulVBp17BaziGTSCAUiqBcJNCtvHY4nc7nSojdtA+N5RWUpmZUMI/Qxig9aQswRsk2m7VMtldsGfK5vBSnfmUrzEYyf8h+F2m/AISuasjE0lk1DXxWBeQUybuSr8uf2dQyDIOgq/iBqcZCrASuk0P7rc417I+fdAGvs/aS4QgbICopJYDCbcHwgGjIQkhrotek/URHrCcmYjaq1TLmaLjeMRHVk9jbH8XOrIlMNINMOIpEOIJEjPcwjBqvTywIO5mAYaWUZJ+eVGZA2KsEqnWy+AwFNPvQrgIOxZ+UjBLfV5XNP1mnbBwIejTJKFeMVQliIi0yTIBS+WdKQA6/l5LRdh0dTvVdQKOXXrMjjbqwkHUyV3WUHcDxWohQAhs0YZm+r7ZoMzVZs8L0pFexDKsUY3UwlKaZsAqt4nuiOJQBPfy5Tg2tBoHVimoM5TqzC1df22bSHNlRDJXins414lTRqVcRWF1FhwBCuaBsDzQLHd2SsA8mvZMx6hvKCUvS8xx03DrQpjS7DY2DL14P20YrFoVOf1WCNVyTsn54LpEhyw3fk2vSIdhcb6DabCFXq4s9y2KpJFIzOxREOhpDuOkgbNhIhWwkrIAEFJHrS8uZtqmjE7HQsgigk0nJFHRaQRDM47rlZaLMLyiSPf3dv/qqn/GfBKxKU6pGEqr58s/H7n7WTbPePFASYNVnn25mY3X91eU2iZ3EBgArLMhNwRri7eb/uSunjdCbMmiK5I/+tPw95YgETIW9KutSyc1Eti/1AMFVDjZZExhi0aPY2z7A2qEUlgCrh3qtLftTo05ZmrJT4V5KhlEkaiORjiLRk0JLJ4m4g9233IjlVTJFLyjgkV0GPOTyFSws5kUmXm+4WMsXpb5RwIQCEboATve6hTxg+7ZhjI/3iR1Qb28W8XRMQA2GOJBBMt0s4nhpTp7TSTOBLcYWLC238cyx5zG3eEHI1fTpbjU9RKIRZNJpMASJzFNJZubglH5nLlmVdYwMZXHwJnrb1UUpwHCogYFe9PakESJ72uRa4pDVkUFtiEE/7bY0I3w+Ll6exg8ffgylUhUWgWj6ikUt2JGwNHaU/ZO5SnCVfrHFQg6NRk0AZ9YjyvNaWUSxjJubmcPCcgW7bnojssNbUSwVsTy1gIZbE5C5xWC8K+egl5YxHg9hMBkRQDXEQZrXEp9ZKp64rznhDHa97VcQSg8gGAyjtLaG3/5Pv41Tp04LiMH10tPTIxLc2dlZeX9skgmuUg4o1hSU+4qdA4f/DNBS6eW8BnyPbMxdnjkCTikVD0FV3vfu17HO6ILIErjqy4n591IvBE1hZxJIz6azuHLxkgRrhnvTuOmuNyI7slXWFm2cyGbt7+1FbyqFN+4ce9XPN7/h6VdO+wMNXUI9VheX0HJ4LyDMnHJxTVRLwqwmaUAe/uukGb4VQJAWGVZSABOyVuk53S7nEFx4AIb7A2gaAfugNNZk7VuUyzJwtegC0YN4rv7rOHuhgvds+XP0R6ZhhPzgPtbVAqySTt5CSHw2VRgdBxe8XqxjjpzUcPSiBmvkzVg5uAXfv/oUqi/NoEP1ViIqct9QPIJGy4XV1jByPo/MYh2LMQ0zezJ4x/Zb8fbJOxAw6V+u3uNmJrncIz63dOBxmnj5hZP44ue/hD/+i08ilkoJG2u9rvP7hM3Dps2gapeBr/7fBlmDP0O8Wq8LFZL/f31B4fsQaixwNpFf1UvfGGRtAKs+qurfP51gOaXYavIuz54MX1Qj4wOq3X1YqQO6+7tKG1clEOstnvldQHUzsKqcqdXezVqLjNXc0iI+8w+fxkd/8QOSxu5HQG5c600rubvn89lYKxbwxX/8NO6a3IrxiA297aLSbuHY+Qt43Qc/ip7erJI++2nyMprbBJJefw2vv57dP+v/CrDKQVpXlcS9QQYFYvml+iTxWKUVAAyU1paFsUryCEMAnzjyOCJBDQd2jKOyugCz6UruRr5cEzJQLJrAomciPr4dk3tvk33o/w9g9ck/+k2xg6oGgnjsxBl8/ZFDMIw4Gk4bVjSB933gY4inBpAv5LBzZz86rRUEnLw62/3lsm7vw3qMljmSWxJEtc4Qpu/g+EvnkUinsXViK3bv3o1sXxbVSg2RiI3B/rSE4gVDtvSe9FeNxuPIZDiws2DbkfUzkKxFXkv2p0qCrcB6/sqPaNSWUL//+Qe/j2PPPSdnzOzMDIxmAffd/Uake3rx3SPPwYuk8LrX3Yae/j6MTE7I2ua+y8+F+UVZZzu3jAmwyn+fAy8OxrgWT50+hW9951vYuW0cN+/cjq19vZifvoKZc2dgMwDP93CXh8EIoNFmDU/ZvYZmS5dPxhLQh3i2UJCcEYJ57WYLExOT+PDHP4Z3vus9OPbs8/hPv/M7uOfee7A8Py2KmOLyMkK1AnZOsHePIteMQBvchRUOQe0YhpNJzF08DcdzMLxtB7ZP7EZ/IoGw2cbTJ06h0mijJ2ljOK5j+0Ac1XJJrh3rICoiQha9v1UtZOgBtOs1fOdrX8HUmVewb2IcHGg8+aOjuHLqMnoTWXmO6LUtQZKiMTPQdh2k+tO4851vw+GXT+Hpky8hGI2gUK1BN4OwgpZkeoTDtGgzBTAUqyDDQLa/B3t278Ibbr8R9ToHIIaElj3w2S9gYWlVVEC0LLP90EyqGSa2bsHE5DY88eRRrM5cxjvvvh2/9qH3IB7yhBRRQgp/99mv4LtPv4gtew7g1/7dr+OeO29DrZnHE08+hgB/fq2B1YUlzM/NI55MoWpruO/+d+LN99wv5IaZK+fxox9+H15L2UHIHKgbCsigwlIVx54+hkq5iL5MCmHLkmFzPB4TJvL8wiJom7Z3chSuU8OlqSm8MFfAyXNXkEgm8O6334u777xVyCJ2OIm9e1+HeDqFSoHWh9wfbESSSSQzfa/pDP9p/aafAavX3dkusHrHQArtgIESZdmeK8l1t+6cxNZkRHwi2bhyoyJrjg8emQLdwpXNUqnZRLHRwKmLlzC3UkZIwBH6NOmIoyMsBUl/95s7NUVUkks2DWSrCoNVSE9kIQVQaTTxVN6QoCfKpGXmyKJCeno1iSegKQ2OSLkVsKKsGjcke8JSZUFHNi5TL9n4cdLPokjknyqBW+s0kTF1DISAHr2JiE5LgOuBVU8xyuSl+AnnvkyQLFAyESmHrrhAhe9PB4oIYbYdQEzvIOU1EQUnPRZuu+P1yK8sCUAdj8ZBuf7aak5k2PlCARZDH1JJCbFZLRYwu7qCsfFtOP3yeawuziMZ1BEW6q4qXOm7VGky9KvlM1IVyMjGlLJGgsIEonn/ukFhBGnqjo7FloucZ2HH3lF85EM7UF5awuOHz6FYBy5fyaHm8N/nZhMUUDxkdDA2FMYbDo5gdMCEqdWQsTRUcmuIJOOIRXowffkqnHoe0UQGJ8/p+My3pmU6lk1nZEKZDLQRCdnyb84vrCDWm8VapYzlxUVhqBKUHskksGN4EOfPnsX8zAIyiagcsvmmhnzDXbcCqPvAairMQl5Dta1htlCXgJiUoaMGHZdqHuaaXE+cHAC6APvXslU3A6vrAIRftHeLUDIv1dpT7EDFlmN57CKtu9gds5E22pKyTnaIJjaQlDqxCW3JtSerL1dr40rJFY9bBhgxFIhKaq6rRqeDgUwEb9o9CrPdgOMyRTmEP//hy696byawmvvBn+LoiSk8d+Yy5taKaDYD6Jgaak5TEufpPcS1Um45WCsWsXXLqHScudUanDrfS0MKVSbsxke3QY9wSr8Cr1yHWykL4G7HIzCtIGquI6Bq0o5gbWEJy9OzUsASJBTGGdle9L0L2wJOkjHZaThiDSKp8V1/Nn8PUXJE31GVX8+CiYEiBGQoPboOWN18gdQ9vJax+mM9z6ZGaL0583uoLttHWHrcd0Tl3cTOdBRJ08RivYYeO4RhrY5qoI3Zio7VUgsZW8euvhRiDFpxgETERjaVRk+iD6meHgyNDyPZmwb0sGJ/kEDIyZJslASu/DAiPzhPFmy3+SBLmHJAAqr09eKvblvYq52mq+wCBKCndynZovT+VF6fnlNHx6mKP6ok1ouPLT27CCYSJFd9H4Ovmh0d5U5HgncolI3qGizNVSws7jsEe3gvOFwjC4AAtACGFgatlKgLxNeaXroerSdUiAmB1Q5B1UbVf27Upk1wlYxmBbLyjSuAhMVip1FBp15GgKBqjZYFjqyJjmmJjYLeJquKjFwGIinfMQmvIku104AGBzB8YNUOMl4WraiFAKXFFtmqvGYUqtIrmNeB7FqPHiVAo4E2k1XrbazV28hV61gol1B0m+KLGiaA3WgiqNFqI4hk2ESYEjOdYIODYCSEQFwxkwMBekrTNkCxeGU4I364QbF6EHnlmz/8qp/x64FV6atliKiGkAKEkv3ss/ClefYTXTf/XRdYXW/Q/MGGDDR8gE9YSxJMtcEwoj3MRvO74eHHf49SMQ75iB4ScCGTlCEhIv4knuqDWQQCFJjLOoEFvrLhIfhKgNXygzrEz12kzr7Hq/j5kfEI1JwWqpUGihUVvMSigaw3NifxdBypTBzbdm5DYrAH03PzwlIMUnpnGxLO2HQ7mJ9dQy5fkJCg1XwR5XLN91a9FjDhexPmJnQMDqUwsXVQGMzJRBLJnrgwYYOWhZgdRk1r40RpHtVyEQlHQzqUxalTK3j2+HHoAZ4JFq2EBbwj+2d8YqswMJeWlpQdAQcgTOHm4+M42DY5irve8DoEyIJdywswnEhEMDTYJ0wTNqCGydAl1l5BeZ1dxiJrgZdePosfHToirF9KtaMxendGEDADAgbyM5VKYmhoEFbYEnsCMlbZfBHA7N5rnn2NuotL56+irYex++Y3wowkUamWMX95Hu1ODUawg/6eOMzCEoJLFzCaDCNI71fWdexsKYGkv6pOU2NeYwPx/Xcjsv8NIoPU6h7++3/7bzh+/Ph6E08mE9/n/PycADICjpsqrIqffJ2UDnYbfgW2Ksae+PUFTcSiMfk6fh9rCmVtoCnPODKg/XUubDcqSAgukN0qSdWuMM959qQzGfT1D2L2yhQ6rIt1DQvLq2JTIh+sS0MmgvEo7FgU+XOvLfjimZd8YJUAf8tDbnEZTq0uGzZtAMgMJrDKT/GtFtCvm6C8saXwHDbtIAJWEnbQEgsgndLLShnm/OegN78t1g2aR5YaBxUdAUa4Tho5B8FEBN8p/wm+9P1hfHDyr/CxOx6D02QIKYdTQRWq4zbl2eU+R4UP6/MglW+ahkYzhAce6eD2vXUstG/FN/omcOz8MdSvLCHWk8JIVUdwoSTnyvntUeitDl53eAnZRQdnbszgxKSJffFB/PrB9yIZzMp5eT2oqgayPrDaaOLi2fP4X3/7afzBn/4xsoODAqyqD2Wzs/7hs/jX17f/F5vIo9eAqyL730Tc2LxxK8H5hk+q9CY+4aT7dZtrTKXK8Zm0vjfuxutqKmsZ/2wTr2mGw/q+1/5MeX3ww9dP+W53ENQ9D/hrS8D3a9mqmwdjsgd7HQElcisr+Myn/x4f/fAHkKC3cBfEWA/09K/iOmtWeXpSJvz0w9/HRDIEq1KA2WmjUK7Cs8IYfMt7EIvGBThScT2+H68P6l5zDa9jr15/MF4fXtX9e3pny931n2Fh6gqwqu5112OVwZ4EVjutGshYZb9w6NAjsIM6brxhH5qNOoJNV5REtEUJUX1BAkkHiGa3YGLHjdd4rPK9/95/+A+v+vzmNzz+938ga3G5WMazp8/imz84hHrFE2/basNBomcQO/fcgu079mL/DTtRK83CcKfWrQA232NuTtx2yCakN/fqaglHfvQUKhUHq7k8lpeXUak3JfR3x45J/PwH3o+R0T7ouoFoNIFILCHvyyJBopdDrChsiwpDMqeVvQABVbHMYQgu1VF+D85rbgRNrCwu4n/8n/8V3/zq19CXzWB0aAg3bE9jJJNFteHisRfP4MT0Mt705vtxYPcOYd7T7zrT0yNkoXPnzsmwdN/em+R6cq9m3c/rQRXBoYcfwec//xnccmAP7tq/BzuG+7A4P40TL59EtVyRvZn3mRZY9MiWWlRvoe3pqDP4uqUhV6xirVCSaxS0LSRicaRjCSwtLUs9/mv/7jcxtnUX/u3//m9x48EbkElEEDcDmLp4DkYxh+2Tg+jt7cVCQce8F0MtnhBv2q29/di/cxIRqjGsALKxNCxNhx0O4dDTR/HM0ecxPtKPHaMZjGZjcKolOZf4TKRSKfk6Wh5w4MBHgFL/l44+h2996Z8x3peRwNSTx07gwrOn0R/vF/DcbddgMmjYVdkUNGkMDySw64234vJqHifPXMLYxAQuTU/j6uychLUGDFvwlkKtJCzldDqDZrMhWQJcP+9/21twy+23YWFxFQ9+8ct47tgJRBMJ2OGo2EjwbIxF6D9OdWEb8UQCa7kC+mNB/Or73459E/2wlPwLHSOBk5fm8Ref/QoGdu7F5774OQz0JHDi3At45fRLOHPiJPriKQlEY6gag8mfOfEc9u87iPe97xeQiiagtV1Rwj77xBGx5JIajJUon2/2KgRml1aRz+XgOHWpLfp6eoVZW63XMTM7j+G+Ptx+8z7U6xUUq3V8/UdP4/z0nIClb7z9Fhw8sBdDW0Zwy+13IZbok2G8BHMJwxkyrDNUvPnPPvwr8DNg9bqlsO6x2p8UuUmFD6TuYTSbxMHRYURYJ/lBDZYVQSIaF/9DduBNtynei/lySSbLHdPE1dl5zC2UYImvKg3Qg0ixj9WZEE4gi2cHNwuVniuMQcr+GIiis0YKiHSBzSaBwCsNC0vVKgrtNpr03CMjif6CAmqR5UApFD3SFNOGYCm9QtiwiiBGpq9K/k9PP4egKhtZypbpTcBmVrw1Dfl7A00kDQ9DoQ4GQzx2mdirfp5YIXD6SYDAnzST2CSbX0eBmWTjEuQsO0yfp3xeR8EzMUeWZKuJARNIB3UUKlVs27kDYwO9YpweD9to1MgG6cgh4PD9thyECJ4GTRQrFeR4GoRiOPTEiwhqLQwnDPTaBgICPLGedVFpaag12agpbyuRUur0SFFsW/HcEY9V5WvLq1RtAvOuhlyoF5FMFu968xBOPPMULlwowaWXk8Z7ocGVBFzKCTuwDR3RYBu9cQ133t6LN9wyipReQbNeFAAwnR7A7NQc8qvzMiG9PGfhK4/MwPNSkhbKqVw/5atuC/3piIQ+MDSpycamVkNYNzC1uoDBVBwj2T6cOXVWAr16E2FhIBRcBaymyDCOmKg328g12mIFINLEFjBbaEgqY9zUMd/QcbneElsGsW4ge42FrhhVqZRrHtry2WUFiu6LD4wKZuPBzGsowGoXVCUU44/Gg5qL0XAA2yhx7dTg6i7IiTE8+sgyYMyX3jLR2IXIyRdaBOEJ1lMq6CFKwp+idmMgG8Xde7cgHGCiKht1A7/5wGsLr6o8+lXU2nWUWg7mF8pYulzBE2dP4+Xlsxjo7xFwYbVUlCaKrzKciBJ5hlOnf1sdK0srMgxgEWUGe2GPD4p3TUhTk1UJ1aC/sFND1VEgLBu/6tKKTBf5fAm2J9I0shwNGGQK8lmndx8T2xl6IfYclLPxGesyNH3WqCRUtqAbukjJ2LC1fdP0Hyu4NzNBNnmVdb9uAxjwmT3XfY1Ftjdlywz2apK9zkLVgNnRYZu0CmnjDWNj2DsSx4WlJUwtrWGrHUa7XUMwYCAZjUlPe2GpDF0LYygdw8RgBju3bsfI6E7EU2nQb0A1S5pI9hEKiv8nC3fuc8Ig2RT8w3W7zlZl88z9xSVjtaXScR2yi8jq5eBAAZ0EPDteSJiqBGA7NKavlaERKA9Y0MgKpeVB25W9koMvRaE0Za1XGbzG4Le2C6vZQiSo1AeUmwpcHQoIYEhwnuAgv88zghgMJdWlFvCQwCq/S4fO10n7AgFXC4rd5Fuz0EpAcAB/eKZQ9g48slwbFbSbdWi0L+D3EHS1w4D8XANei0xThq2QzasAcCmEOg7g1VmWQzNaQNCDR68+rr2YrX4NKmYsZWEiq+S1IthHX5uaA9QbaNcaqDXa4u2cdxws1R3xJOfQTmdKb5M+yi1EQjriYT2/nLgAACAASURBVLIzGfQXhm43EE9HEYkzWMiW9FvDJMOWYIAckuKFy2EBwWQ+ffod73nVBRvZf92QJ/EhlgaajWtbzluyTAly8FeRi/rsPLHvEHkzvXcVQEG1g9KZKuCoy8xUjan/0oSlusHeJKAkH91QMl+aSKkxQdSAr+iIRcLyeugXKIxiP5iqK39V7HMlbxdglYVzF1ylMM4HhwWv8H0kJXCF4Zdd5rQ8Ci003CbW8k3xNm87bZHSE4RiMnk4o5rGWDolljABO4hkb1wsc8qFGubml1CnLQ0CyOVLMvQUtpPvsy3ADeV0ZORBRzpO39MRJKIWEvEY4qmYyEqjsSiSkahczJnyGubXVtGu1ZGJ9WB5xcOTTz+P1dwiTD2IAINI4KHh1CVFmc8jG1cFNlOmy2tsiGxwZDiL+++7E+FwAGvLSwJeZ3qSiMUiiMfiSCZTkiws55rvjsHTnnUAPcpfOPEynnnqmBp2wJPhZjqVEG83nt9s7hh8xUFoMhmXe8FEcILVxUJRmLBcO2zKKsUaLpy/Cjvej9GdN0ILRcWXdWnuCtpNF2azhJizgrGwKw1XwCLgS3sVetTrqLdoT8NBiUQii3rBSY8jeuvbELFsdKou/ugP/xDnzp5dZ5+SQbV16zjGRoYwONAn/391ZVXAaDbgDGOhlVSlUkXDaQg7tSsHJnjN/9dstXDLLbfilz7yETz4uQdx/PnjKgFbvOIUw5X3jUA3xwhUUtnBkABWbqctdQCfNUpT3/LWt6HluDh86LCyK9DIoq6gXmYKutpbOZDv7rWv+gEHsA6sSpq6htzSMpyqWtO1WgmF3KokThNYlZveZaxeZyjO2pjAqhGiFUBI/G0D4Qg8AhdzX0G4/S+ou3VcygUwmvKQCrI2pxeyDr2iwbMb+OzCJ/HgYxO4oXMEn/y1f0ZAW0Pb1WGaPANbcr7QQsxxKTtlXW+JqonKtyMva5gtRvGh2/J45lILfxO7Fy9cPAWv4qIvnsAthxYRX6ohNxrDsdf3omi0sffoGrZddXD6zhG8nGmgt2ni1295H7b17/AtY3wuqZyX6veGFhD/dwJm05em8Fef+iT+x+//3xjbOomGo5h1qrrbIGF07VHUne/+/Wav1a5Y2f9/AgZeF7okdZ6yLlKXXilu/OWk5O8bf7z+J3Vf0TWBWVQDsY9hjya+y8orRF6jMFK7g2D5PddaR7y9hU0r2zLzMDoCQGwwV7vKgo3Xr1R9BNVpPU4LpzV8+u//Fh/5hfcimUptvA3fwqer+JJ9mz0IWXaiFdRw5ewrWDh9AoXZC+hLJVAvVTE0tg2Db3671G8cTJCZvB4A7A8B5Z50fQ9kLt7VXGzcMf/GXWMFsPmZosd1l6zN/bM7vNsAVpXHKoP3SrkVtN0aWs0OwmETjz/2MIIhHQduPIBWu4Ogp6EhmxNgsQYFbd48RBP92LJlNyLhMNbWloWBy73j9/7jawNWP/M3n0RPOoEzp89iZnEZz7/4EqYvz0tpInZLhoWe7Bbcedf9CIejGOqPwNKmhOXfDclTxmSeUlzRAEr3ELJsXLxwFc89exxRy5Y9lb1IvlwR1cbE9h248667YcdoBWOLtyp7UKotuOdZYVs8LclmtWxLQNau9Lq7/hjw2O3lVdCjgVqljC987p/w8EPfQkjzJNQoadWQosJAC+LEzCou5GqIRdMINSpIBFrYu3s3du3ahWgyiUtT0zhz/iJG9xzElq3jaomLo5WG+blZfOMLX8bUlfMY603htl3bsHtsCP39GTljl/NFSa8vlMtYWF2TQasMEUO2POJOG6i2XJQFQAwgEYpgbGQE9775XgHiTrx4Es+++DySA8MY330DvvqNryIat/H6W28WifvzTz2FlNbC/t3jGBwcwPPnl/HiQgWxbTuQTaQlEPYd974J97zpDkQjIVSKazj+1DGs5ApYLVSwsprD/j3bMdQbQzoRFLIDgVWeKQQ3GRgmwKpPICN7fHFmCp/+sz9DWGtj97YJEB1eePkK3IUKLATE758RBTFmq9hhrDarmGqsYdfdr4eeyuDixVns3L5TwigvXL6KktPCSrmOy7MLyDUqElrG/pf9J3kNJNOkgybe+e53Y61Ywuf++SugpR0HzgGPKmNF9iAblMutVK5KL111atg91o933Pk6zF0+g+0TY2Kd89LJl9C/dQ++feR5nJlfxt898Pd4y31vwPzKjPhpP3noMM68fAr33H0PDMvCD374CLLZDN70pvswPDQG12H/EUQqHseThx7FKydfUh7jokDm/sh6X4Vrnz51SsB1UYcxiI+9gk7MqoOhgUFGiaBcLSPTP4DzS4uYnl9GIGgjEYlIyNbo2Bje894PYt+BW2HF42pPlligNjwS0647U1/Lef7T9D0/A1avu5tdYPXugZQk6WmWhTWninjEwA2jIwjRH4/J7/Q5Yjo02SdBmmdHUSxWsFKpo1ivwRI2qoaZ2QUUyk2E2AxzOeoeUlzTLZf9vxQLIqlja95SB7o0cwRWCQYKw5LNuCaJhY1WAKvtAKZrbeQpNZBJgWQSCzgqzDV5slz02CYGI1EM9SaEKVJqsLEqolBTFH+WIZRV0E6Q03UWugxRYHPLJol8Ie7eZDImA8BA3MKoXlHBWv5J3mwRXGXdqg57/l5qJjJByVilPEzzUKbXqdNGSw9iSbOwABNms4GhQAsRHZgu1OHZEezaOoKdg1H0xW1UcgW0O2TW9AuYky+uwbIDSMUjqFTrOH5xFi9cXUG+Y6Cn3cSWuIGRuA5Lo9RFHfwE6epOE0GxAvAbU7mWTPgm0EvGHZtVgtnKv67qtrHkhrAYnkArnEK8vYD62hUBQvhJhmG5UhdguQsk85yPkCFi6MgkPHzwnTtwyyQ9T9bgOR4GRsawkstj+twlkYvMrRp4+mkeKgaSsRD6khFYEvSiwbYNZS0RT0kBSMC+UMjhlbl5pMIx9Pf04dTpM3CbFfSETQGf846OcqOJWNBAT4wyBhclx0PCUiA7GcNzhSZCkRB03cPLRQOMrmnrAdmACYa2wIAFAybvuTCZlQcqfXgSIb5Ogja6BFosr+RRcjpoMNyNALUUz0qOpdwd24h6bWT0toC9CdqEaeRdq4q6KVM7Wf0CqpCaTXbVpTItDDpwxUeQrGYPGZqf7x5HvVnFzbsm0J+0QclTtdbArz1w+FXvx2SsXv7qn+DKWl7sEc5fXcDFKzMS7BAmy2l0GFcX5yQVO2RFUK/W5QDp35IVVuj01UUszuVhh8JotpowzF6kb96G3MUrMDoBBDIpWGYMTnEFbr0o79mt19GoqDRfAVS7TYrCp31ZMlmVSgrOgp8FPcFU+Wpeq03SW4I+TM7kveMOYJhMzgz4jCRuLH5YxzVXZ3Nr9OOXrWsfsC5bXlfkeQh0WohHorJP1RoN9XONICwy9zskPHrij3RwNIObxkfRrDXw2PlLSHRa2JrNwDJMpIfGEBwZRtLIIsF9rlGU1PBwKgvdTkhDLoFe4i9qiP+Y8iXlAIkMCwV6CUBKP18CfmRhsoBnU0VGigRXsZlRbBfpq0RKHRJ/UwnD4vokna/RILUJKBeBRlWGPhpBUfl5BDUNlUpPVgLZZF4HNQJwZMc2HJg1B1aoLZYtZB7qTO7WO9DIGLLj0GyC8Sa8QBCDFtktSo7l+zuo5068ZhXb1q2tIEDlAJ8n3w6ApDW5+Wym2APSmoCs6g6ZuJ6EWgkQSvmSHYZGn1qyeIImNKYkV+rwyH5uuAjQT4PAKsiMJQDRBEwXsHVoFoFVS4DVDl+jgIrKxkWuOwFgerjW+ekKuMPApDLtAJptrLaA1bqLKs8Temk3Gmg1qwgHNSQiUURCKWieDS3aRLovLEnesUACkaCNjhkBaF+guwzqhcbJl3iV+w347e941c94MhmF23EUoOCZEs7SZgsoBB3uLQZCARXWIOCRxz2HjXZHWJJdMGmzzH2z6kPuCpt13y9VnmmfESWNvQCNykeXwRjKiIfgqA6LNUDMRCysQCkqKggSCJjq+7OKTYV/xqpQNEKI3H6VdcL/w957RslxnmeiT3V1rM7d0zM9eQYzyAAzBSUGiRKpZGVZwd61Lfs6rLMl696VrfWR19dhLcmSV/buWfn6yuHYEr22ZEu2GUQxR5AAQeQ0wGAwsXOq7qrqqrrneb9uAOTK9xzq5x4NDw5AYKZD9Vff977P+wQ+toQLyhBUMZGG6gIqNYaydAL4HJlZbh+mZWGlZomHNhnT9MwK+2RYdoWhzdcWTxnoeRoSuTRuue06mL262AkwtG/l0gbMnode30er0xEQXYL3fIK4vJZkSavXwYZm7/ZZFLJk00RhMBjIiIinKNmU3KtqjRbK5YZYDISCBDCyePrgCZw8fVz5KdNfd8CqHAYzXIvAyFAK/GwdAVRvvGkn4vEARlIGClQI5DMysJQk5zCT3NVAT3zsg9whgoqt07Nw+IVDeOzhZ8RHOBQm8zYgEleezVQdpLIpYQXRUZE/Xyjkkc7npfayehYs2gKQqaQHsbx0GUdOrWBy4TpML+4VdUy9UYe5dAgxu4W8b2LUADLpGIK03uAy9305szmsdT1NvHI5uGJoaLvXhT8yi8lb3wYYBVw4fRp//MXPw7Yska7S64yfw+TUFIpjOcRiIcSjhtw/BDcIRhNYZWM9ZJ/2Gd7pOGJFAcdDx+6h1mqJ3+Av/vwv4Euf/xIee+QhxGJhhGT9qvOH4DwHuZSvNxpNYRDztQ+Du7gY2RT+6I/8KOZm53Dy+Am0Wm0V8NFsSII2vW4J9tLmiTYKK6sXXvX9zR948sVjV4YcZIjXtsrCDCR47lg9VMobcBxl78K6Vs5SGWgNvwbqGspVw2Rpx6SBpe0M7RQEcL78EIr+n+Glio0/uTiOtxTr+MhUW5h6PGWDri5b6h+88Kt44MRe6P0ufvyW5/GB2/4Rhl2HpjO120KUWQpeFFa/K7Yy8WBG9sa1+hg+903gY3dexmvnYli+5OJLdQPfWo/Cz6QQ7/Wx7XwHO0+3sbYnh8O3FWFVmpg4VsIbj7RxajaEI/uTCPaAN83ehA/d9k6EkVYDBDk3CIErry8SGaxgAH0tidXlDXz+j/5vfPITv47919+CNtlM31Oyf5WVfi2b9Krk/+pHd5WhPwT+VPN9pZ4YDOPlcYa1xSC+bICDXgFvh8Do0Lv0lQtkGEY2fPzha79WIj/8s/w+VPQNQrS4n7DGkkwApfhXvP9BKOvV51ehozw2IpSQN1v4b1/+Y3zw/W+TYQsH5KJWGHga8qEEZPAgzC4WZ8E+eyEdF8+dweazB5F2baQzBjTbwYbZwbF+FHmG8IyPSjBqPJmSs16CEq+pweQaDAJkZZj7vaRG136GQ09c+cGBaQGHxgNfUPVwiqHseEA8npGhXatekeFt36a/cgiPP/Ywut0Wbrhuj/QOIamlVGgza6bhaDmcGMH47D7xcqxxYCap7ho++4nvD1j9+K/9NnbuGMWlc+cwmhnBxtoy/vWf70On0xafzVQiA9cNYGJmEQduuxM7dm5Dt3Ecnt1S9niDQAAvwEE7T09+TirQ76XDR3D48EtIxQyxeGBd1u52ZQ8oTIxjanYec4v0lmSDqAsjUTwlORCOUPGggoZ5tkQirF3UkFOs5mgtF2SfRUWesucRO4jyFv7ki5/HP3/j74Tckk0YyCbCGC1koUcMnNtqY2mjjkarhVDfxK17tuE1u3ZicbwouQzr9Tqef+k4HD2J6flZjM9Oc4YO3zKxuXIRlUoNhXxOzoz1y8vIpZKYmijK+bp06bIwL7kbNMw+NqotXN6swDVt8b0PRsOoOx3EkzEszszg+p0LGB8bRSaVlb2RRKbnXzyCC+tbcIK0+uqgMDGG8elJAfNe5LoOmHjN3l0YyRXw5OlLOLTZRD+VxVgyj4xhIBMP4dOf+CUkozr+8s+/gu88+ID0rqlEFsloAouLc7j5wHVY3DkLv6uUIDy/CoURGdhKcPKAkUn7A8vp4Z+/9jW88MijmJ6dxNxYARktivKpC/A3ahgLRZGNxhDzLXT9AKq+g029hz1vuR1VX8PzR17CWD6PkXRGBqzBZAYXynV8/dv/io22J9YPMoSXz5PetDqCjoPJqVmxdjv0wkHkM3FMjeUxkkgiGYlJP1OcmMBmrYmnDh/BWrkinqwH9m3HnTfsQqu8ij27d8t9c/CZx5Ean8eTxy7ggecO4T0fex8++3ufhhHnegzj5PGTuO9fHsDtt9+Bza0tPP3sk/jYj34E2+YX0aw3hdCXSSeEIHD+1Ak89tBj8LuO4DYkttkeA9DaWF66gM2NDanlqTJhjSLnv+dKmCgH6qvrG6g2mgiQzCJKIDW8jkVjcOweEjEDo4VxfOCHP4Z3vOfdCEXoW091NLGnoUXb93WM/2/5Qz8AVl/xsQ6B1R+aH8F1O3cgnx9BuV3H2voKdk9PIBCKoNrqoN7sIRKLy9Sp32shl4mjT+85PYr1UkkBS/E4ms0ukqk0nGYd5y+vgSbmE9kIdAKbxJbYSIkkmFKVAYNVEoAZPDFIwuYhxjAD10VbGiENNRvYcD1UOTH0VGiC5zsq7Mp3sG0si1u3z2PvVBHjiZDQ+ukp2uo6Mm2hT1jb1XF65TKOX7iMrXYPbjAqvqlMOySYS+ZLX+SkOkKeBcO38fqMj2goKDJtnsk9h0yFwdEqfaRiw7JRZXNiiJ+gD5MAp83mNYQtN4B1jxJXDUXNRj4SxEbTxnrLRjgSxDtu3Y69s+NwTVOA31giI01rx2yJP0gyHkWl1cbTp5dweKWKdjCKbLeHnaNh8fPkoSpJygF6Inoi76bcfAis0quRwRDcWFRjzGkTmxjFBmpZDkpeAlVjBlWCwfWLiIdFvy6HKifKBPX4u2V7iESUHx0ZCExWdDoWbt5bwMc/sIBUaBO9Zg/F2Vl0uj0sHTuFYrGIckPDsSNdVKohjI/kkYrRsNuW0K10Mo3SVlnJTvJ5SR9eXb2MU1slJGL0e0vjyEvHEA30UIzHZOOmFUCr5yAV0QVYNbs2mj0fGUOxTluUdNYchGIhYfGd6nhwQ2F0XQLLYQX28dDybMwXDMwUs7C7JmLhGHYubMNccRQpJnj7fbTMHi6tV/HU0fM4tVGFCeXjqK6lJzIngqgGpfx9GwZ8ZKNAJqrAa2GHyRoXQYEKTKNPKNOZ2xpWayY64kqgIab5AqS+5+43oFddR9qIYXZyUpiFa6UqfvGvv/OqN2YCq62T38DRpRU8/vQRNOuKgTo9WURP07FaqWB5bVVCHQhntJpdGRwUp/Oy5k8dX0KzaiFA0MxzEIglseOj96B++gJKz5xAMBaX0B0mPwYjBNfp9Wkpuw6RASqJ85XCdvAOBEgaJJALk2LoIirF/kA2NyiW2XQLC0MYEcofORo1pFHtM7CDMuMrUuGrjeT3ulgvl9+90g9tyLxjuimBtsGYXBEnBOwxdFpwhJAIhhHxbUxmohgxAji9VkU+HMDu6REx7y/OLiKdKqDf9dBuryIW0rAwvQMTc9ugs4iJJIhQyj3ApGJ6kvJzFp9SYWoogHH4Jew+SoIJknLvdCzxC1KG0YMfkWvKxyCAQTYqUSh2Pa4wL9FqMU0G6Jkq4IAM2VBEPJbIkhW/VHl+D32yrvw+en0L/XYbfquNcFix1YO+IwMothm831zK6yMR6AQ4onFMRMhuGYDdgyZPmP68Zzj1dWy4rZKoBPjyCAAK0CtTZ75PH+jRuoAev/TuDYi3LowoEI0B8ZgAq0MfV4SjEmoMshKZ1t3uQOt0oVk9wBPeLaDb8MMutBiB4DD8RFiY0x49tAOqKRZmL7s7Dv0oF+31ofV8+D0fXs8TFlzT8VF1gK2ejaplo+P0YXXbsLodsY5JJxJIxZJiE4A4kC8YGEnmkAnlEGdYViQBX48hQISexr28BwgsDy1Fbnnbq77HRzNpWHLGEk4lC4jwYkDctuR9cZhGdrHg3FR1UOGhGKqKfX/Vg/WVT35FJip5V740kGr4MQD7B+xN/hy9VBNGXBipDLKwOh1MjuYwmk/B71vKK00oOAPrADWVVE85EAjwTBLW08CGgGfz0AdbqVNeDqwqNSxbWuVHTCWM2bNg2jY2Wg7WOxZ6jo54IIyFsTwWZooot5q4eGFZgWCmg7mFKbzmjfvR92wZYhJwrjfaWNuoot600TItYT1yWMCGR3xI4wlphlincLC8a2EKxUIK8XhY/XsmiXg6oQKTAjrKlTq2Nqswu0qKns0t4tBL5/DEU48wZgchMH1dFfnXSnMVGKB44nyPfcdGNKJh+/YJhMIedi3swMTUpBDGo7xPuJZZEDgOemZHwAICrkFK/0JReFoILx49hUcffmYg86a1CgnzURkm0j8tk8tgbKwgNREH3pNT40hmU/IYTl952rt9W9gv3338WVSqHm688Q5k6a1XuQC3vYZoaxPJSAg5roloRBi0jFbi9WKjw8G6+GkPA0X53lwNFfr3FRew8Nq3o68bqKyt4ML5JfFYpTpibGISly6vYmNrC81aRfZEWgNMT01ianJCQGbWolqfAzEleebAlNdR7KsoQGA4FaWL2QzGRovYXN0Qn1JF2Fe1J++ZWqOGEydPCYmAbGae+QwUZbgXG9GLy8solyr4yEc+hj179wt4yiaRnxHZPXw+ArMEeLn2+esLf/QHr/r+5g8MgVUB86GjUa6i1Wio92VbCli1Tbi0ThnkDqgwv6vnoYQEMUiOll70OCawGg6KzFcCIdefRML+U3zltI/vYBcKoQp+KbeOW8ZokWAhonlYPWfgPz37KSy3sgiFEwjZNn7itu/iXXu+JTV5nOuX4TBUgZGxTM9fHpx+GP9yeB/ms0s4sNhBDzGsr/hYQhu/dWYM7fQoOmuXkXWCuO1QG7XpFJ6/awKpjQ7G1jrYfbYJrxjHuQUDbiiIHcFRvP2mNyDM5OrBMI4heGTwCRDKX6k8gqO7sFLq4b987vfw0z/9s3jD6++E2TXVlvMKf9RrwbthnaCGP9dexysn8hXfoiuPI3ut+m6l6VBDIvHuHpKIBzuegKTX1EXqyL86IH4ZkDjYF4ae1VdewTWvf/ga5Hd5c2pIKHYwQ+m/gJccBsmzXbk/BE8bDrkH9wtTte1uD1/4w/+Cu996m9TxQiYYqGh4Fsh91WcgLnsCZgrY6JU3cOlSGU8cPQ6rsonZcATZYFDOviWrjUfObAjjll7QU9NTeNe73yl2GgQu+LqHcvMrALEMlK7WQcPP7XudU8O/4/BLHSgqbGvIWOVjc1mwHDISGRVuUysLsYLp6HyNTz32CM6eOI5CJq2Uf8kYQtGQsLvZo5DRH6EaYWQSM3sOiCS+Ui2r8FbNx+/8yie+r/v7J3/uVzAzl4DZbGMsPy/g4t9/816cOnZCGIKTxSkE9QgcP4i77nknduxaQLt+CgGvixDHHhxWcjCnEWyKyIBFwosDATzz9DM4c/IMUkZCfI/JjuQ5t7hzB4pTU3Je3nTgjWLRZlrs9ViWBAWIGi2OyV7HARLPMf4Sq5lgSA07hajDAMiBXZcQAnxcWjqPT3/yV3HkmScxPzkGIxhENhMTgN5GAOsNByeXNyWoORGPYqKQwWTawP65KVy/eyfisTiWly/j1JkzYo83u20O8VgYUV0TQo84rbBvd100GzW1z4SC6HZsHDx4FEsXV+AGwmi7Pmo8v+EjGUlI30sVQW4kjUI2icmRHKanxkXtwOH/+PikgP1LFy+KZL5lOhK2nBkfw2q1IgSLjUurKMY8bJuaEDVnqR/EqZqJqqchY2TQrFbETvFTv/AzuO+bf4ev/fVXcdP+PZibHBe7GI4uSrWaALzv++D7sXtxTp6fNRMtblRIowstpIOaGGLmUcPAyrET+N3/89NIie1PERMjo5jPjMBeWUPn7AXkA0HMThZECXKxvAUzpWPn3XfgfLuDx54+iEJ2BCOZuAwZEYlLT/joc0fQCSSg+X3kEgbiRhSdlikkKt539FrP5TLoturYt3MbRlJRjncF0CaTmfkf/UAQzx89jkeeeg6NtoXbb74OH3r7m+D3WrL3UCVsdevQjTzuve9JfPPhJzG1exZ/9N8/h7nFGemNe50evv6392J2dh4XL13E4vYFvPa1t6LRbKFaqUtIWT6XkdqBVmCPfecJbK1sSghXr2uia7lYXV1Ho1bDvr37UN7awoljJ+T7qfKJpjKIGXG0TVOU1kJooZWR1CIMp+J7SUnLRBa62eFnMYo//PznMDs/NxhGqeDyH3y9/Ar8AFh9xYoYAqvvW8jj+h3bMTU2Ln6Ly2sXkEkYcpM3O9yUgtApbyRrrNtE0gija9M3IyabLkEpTuXb3T7GR0ZQq1Xw1Esn0PVcFFNRxCSYYmDgNzAsZ2E9nH7qBKiE+RFU3jCD6dem46NZJdNSl1Tlsuuj4+joEeShB6rmoZgI452vuxn7inkY/S6inLhE2LgqKWxfNjIWGS7W6P1zegnPnFrCWqOHQCihQm9ocCZzfsWqiqGPbEjD3lgfsZCa4PCLUngCq0pvSrBHycR5kHCSYjA6lRwpmypSWxi2JSeACrEQmkLrDkajOiw/iGUCal4A109ncGDvdqSYDuCp8CKaQtuWKRtgOKJjdbMMMxzH5S7w4DNHsD0MbC/EkNIsxAhssFggq5GqWYZXkTHAiZP4wDEgxIfNlFBhBVKaFRLglZPlNhmrXgr1yAhK9Ro0u4awrmRMPDg5KSLrgkwV7i70XGOTwQlpNBFCu8kQrT5++qM34I7rXTRKVUzMTAtz6MThIyiOFdHq+jhyqI61FTag25GIRbG2WQZ5zblsFq1mB72eJZM6bmyc0pba9PvsotpowzQ7mEgGMBk30OmaqDka2j0H6RgDgkIwTQstG8gYQWkcFLDaR4z+hnDR1KJoufRHZGol/WhY+OtIxjy8+cbtuOPm3chEQgLyhLSAHBp2qwlPvlQpbgAAIABJREFU5AMOOv0gDp3fwH3PvYQ1SwX1UOjPx455DhLwRTJEqXMy6Iv3azJMny8FWjj0PJLCVYGDNPvmta30dFRNBw0GsHDSHwRiehjvvftmGP0aHNvH3OxONHo2Tl5YxpcfO/Gq93QCq4ce+Qruv+9fkfcjuGXn9bjUbuKZkyextFFGs2vBox8aD51mF92WI+bp8TSLpiDOnLqAfo8Te12aFjLs5t97OwrZHE79y+NorFag+2LoJOETw2RZgd+HKfaDP/M9DxsAKdIIbA3YqiIsGTAUiK0NCzW+YQKrYtBOtiZlXh4lmmEp8BynB6dPH02mil5tIlVTo4Cj7/V17b+p16SaIGGNSfqrYtBy4kloh2AV/zoS1pGKBZEOhBFxPIzlQpjdlkc+PY0XV5Zw9vwlxBhWZvmYzYzh9Tftw+y2LBYXZjEaLiCMGDRK0iWsimCq2qeUfJ8dKA98XjvFjBb/Z4KnBLJ8+4qc3mdwlaTdunJtGH6kBWmvEAXIVh2EMXHoJRsE7992G16zDo2sPcG3KEOnHUpYGLMEWSlL5x5EL6EeGyXXgtVqwG42oLncX9UwJ+jRCkL5TLoBC47GQUYS4URaGKv0EZbQF95UkvqrGN6UhTN4KtCsCstUPE15JlBuR/aq60NzPGiU4vf68vdaIgYkYnCNJDQjhkAiDo/BQDwsCPLoYYRcDRrtEGh30GlBq7egtZsCsFAG5If4C7zBECCwGtOghTR4Opswhqc58Mmmlef34dt9aDYfU4dHYNXy0Se46gZQ7/vY5ECKygLbRqlTFz+wkB5CJkH5dwSG2DvoGM0nMJ4cQT6WRyKhAHU/xDUg3Sy4bIVExIaXNgi33POq7/F0KoCQRZuTANxcH6FcFLqWhG22YfdMCeEiPZZ7kTSAZHQFCHjwvB34RQm7nOeZSlC+FnRQTe5gMCpYsJKY8x4VpbkH8Z+MM5HeJrOZ+xvQrNZRyGfFm4yeV+LHRs/dgWfxtc8zBCQIrFJVwUeWPVPsIVTDrRgViiU6bPBp/UPmjKhjXV8YxFRXcF1kkzk8dGoZ55ZLmMhm8YY37sMdbz2ASs3BoYNHcOjZw1LQ79+/iMmZHCJGBJbDQQgBqwBabQtLFzexvlmXc58NO/dvhmfkszkJl+rZFsKaj92LM5ieJMvHwMjYiPiN0U6EvqVcGxubJZRLNbllU7lRzM7eiJNnlvEP//R1OFYbYS38MvjgZWw0jq7CYakxWFvNzhRx2203o+92YHV5b9HCoAQ4JjJhYCwTQzERRchnWFNYZP1U7PQRhKPH8NKaicOHT4rSRTlhcNgaQTxBxmZIwkempiakCU5nkhgrFBCPE5QNwA9EQHeUWrmEw88/i6Wz51FIprBvdgohq4WAW0cs7CIWiUvDzbRnbj92n3ZKrrDsh2ErDEOV0CqRIDOQ0sTFrRric7uw9w33CKPV0F2k4nk88uijePrZ50TOR0Yqm02eV2aboWWmLJKYWCLkUBjJ49Yb90lTyMceBrGJhQNlqr0edCpuYoawVJrVmgzpREg7OC+4xlhTlUollMtVYXAxmIxgOsFyfjHpulQqY3pmAfv3Xy+fregHCEhLHp8CIq6AUZ6Hn/+Fn37V9zd/gMDq8HHoo92q1tGs1ZW9gGOjWtmERcuUAbCqbDWupsYrcE8NccIhBaArYDUkQSb8cisHcf7i/4svrIbRymfh+1Hs7izh/xjdwnUpD+SAPfZsEf/9zG+iy5Ba3RCf7TAs/Mrtf4F3bj+GUseUeqivh0Cd2EgoAgc2zm9N4HwpgA+9dg19h4E3UVRbLSSSRXz1dAob/TFk3CayoQimG4CeNFCfSiJta8j0NcSsPqKpGHzdRxcu0ojAbproUI3Ac0XeGoe5KuSS1aqXGkd08Y242Azgc3/w+/johz+Mt9zzLrTb7e/5GVwbTnelkniF7PPl9cQAcKXX6gDkFCB24O05BAdl8Dl4nGE1ogBb9XVl2PsKj9fha5DB84AdL8D6gBk73D+vfYxXgsWi5hlYXPD7gmEV3DrMyODvfcdCn5JCn4QQS+S0fG1Wx8Tffe1reO3rbsLCwoLsr+LDPfBsVu6DOnTPR6+6hcbyCUS6NayWu/jO6bNgMua8EUeq7yERi+OCa+Lwpabs7fQap9z4jbe9Hnfd/SbZi8RjfHAe/f8Bq8PrMvws/pcaT1JtlMsC/zS0AZHrJR9GELF4WggEpgRhKkabEYng9LFjOHn0KPp2TwJzWF8OPyt+vzr7fMzuuh73fPgnEDUS2KpUYfd7otb6nU988vu6v5954n6srJ6BaTooVyzxB+VJ/OyTB0VhUMyPYnxsEp6vY2p2ATfctB+2tYqA30F4CKwSgJeh51DZwfO+j2eefg5L55ckfJXeuVRl1Bp1zM6TqbooQ5Z0YRzbFrcjVyjIXtzr9gQEzOSyyGZzAn4z6Ij759A6aKgU4xq4cpbzvtNcnDlyCJ/55K/B6zSwd/uCqCO1oCby/Fqzi9VyA4ePn5G6NZvJIBYKoNcqC1lmx9wM9u3ah8Vti3CckvK2FtsgV2zzqJhkn0slajBMW5OQXK9KrYoAIli6sIlHnnwerb4Ok7VOykA8lRTbpjSH2/0eJgtZxOCIB2ginRGVCQd0ZORy4ZDIQTLR6vq6+IgHjQSOnj2PYDiGXDKHvQuj2L5jJ144egrrHQdeqoDM5CyihvIC9cwWGhsr+MZf/T/YtzCFD77rHuyZnxJ/btPpY3Wrikeefh6pTB4f+ej7BExln0ulCPtgXlvanlFpxK6HZJwjDzyGL33mt0VpE6KNwGges5MT2D86htBaGcvPvYCg2cL42IxI1q10GIt334YXKyXc99DTUrPMTo3JWV5rd3Hq7GVc3KjhQr0DrdfGa2+4DttmZnDs+ClcXtuC5TnYtXsXRkey4kPM99HvNIRgQ3l/LpMXrIX9BhWkR4+fwsHDx/GGm/fjtltvQGNzHdVaVWzfiqMJhJNFfOOBZ/Gtx55GajKPT/32r+O6m/bKkDoVT+HB+x/CqVOnMTE1jre9/W0ol9dQqzZkyLB9xw4ZLNNbNaqHcPKlszjx4nGYjSbMbgt7dl8noHgqFceBW1+Dv7v3Xnz+c1+QMDL6BYcTGTS6DGluSwggsZFoSDGwSXYSuwDNl71Rne8aWk0Tv/bJT+CHP/KhweB/YMNybQLh93W3/+/1Qz8AVl/xeV4BVrfnMZrKYNe2BWn+KrWyeCwWcyqEwQWboRAsk0E1FgwjKgbQtWZHkH4eKGSIblXbSCYNnDpxEpudHpxwGDGH/ilBuAQGBoET4tLHRkVGYyq4h5uleKzy4GJR6/Vxtt6HaStfVuKOLJbabHgQQtdj3+pj18QI3nrDXszEg0gSnwjTZJusQqbBs8FTiXdup42272PN6uPoyia++9xL6FIyQTBBY2JgH2HfF4+SsQhQiGgwKPsLqudmQcP3yAaB5TNBEIfvaVDIEXyNMpRDDPoJrvbF9LzpAm2XzY+HtO4iTR/NYBRrTQfrPRf7doxj1/QYstGwNJLxZEYAOdNqoyMyWFdAt0iuiOLiftz/5EG0jh7EaMhD3LcFILWG0l0Cqz0VHEBgVXmpckLnw+qTsdofeNoq24VwUBcG1maggNWuL2Cu7nUQ1OhLElHyFrE5YLNA9qEiwfFw6PXCcEOUnKop4R03jeHTHy+isrmJselJmeweP3hEJQv3g3jpaAvnz/SRNjKy0TU7NrRoCPlMSppt+qG126T8M43WR6vr4vmjS7i82RQ7iflsEEUjJibUVZvesC4YVpWLK2C17WhIxwRGQtsF1ms2YkYUcYKYgRC2yLy2+pJ2zoKFPAfKKN98yx7snmbYUhjxsAGNa5KBGuE4zF5b7oVerw9Lj+LpY6fw7MUyei7LF+ULbLChcz2EXF/YfIVkCKkw/SRtVeTLVJVAAAtchTSGQ4qRVSfWZfvw9AgYwCUFoBfAbQd2yHvm606k8jh28ox44tx7dP1V78gEVv/iN/4d5rPjyBXHcHj5PM6vr+Ps6gpajg4jlUOr2xK/T7PjoNfiGtERTSgT9EsX1+DafP0MIHIQCGqYvXEXotkM1s5eRKfURJDX1OJMWL1HNuoymZUuYsjCUkD9sPBngUZQT5gyvjsw+FA/o0DOYTDYIHSAHpSULYuETbHwJCU0oElSNsHWoebuKtvkajDytfDqkIHy8tnjMBF3QJ0Tj8nBI8qfFUs5EQDuvn4XdNdCuVaVz3z/whzecudr0fMDeOj+h1Fd30Q2HsK+qXFcd9sHMDK/G75uoW+uixdqMGjAZdPNhjakUuKFNiZqRkl5GviMEVS92oD5ngmN02Z60lpdAbqVbpWPZUALG/BDBnwtLIMDaaTZDLDxc1y4nQ4cDgy6pqxPabgIHDMJlsMogl4c1IAWAgyu8mD2u7DbTVjNBtxOA7rmIsjEcx+IcF8moG7VYfdN6PTsM1IYNzIIRBPwxFpAhVuJhQv35IGHadRsIkBglfQRoVWqhE+/7yv/a4KqXBvRELRcGhq9nFJ56PTpNGLwCAgPwAICwQw54X0Lu4cArQ4qFfiVMjS7J8xUapopvffDGgLUbrN+1nn+kC7OoKOueL8SNSLTmgkKmqMDVgC+rcGzdfER7LlAo++jZLvYsB1UzR6Wuw00yZINhJBKxJGNhZEIErSKYjITx2y6gHyigFgqAS3KzygG8SDhwcKDbyBRFE9dSqBf5df0QgqxYgaZ+REkRsPwQzZc34HvBGHWe6hfaqC7ZcHvaAISO7xXByxxxZRSjagMFeiLKKnvCpRRHtKUPynekLCm5CZVwZEEZw2CnjINcJGIBkXREgz5sDsEObjf6UpGzxBJacoHXe8ANFX/p0BUWgqJ3Eqee/D3A2m2/F1Q2Q5I+Jd8D0HHoDTqws4Sj0FaD/ex0fVw+MIW2uUeDuzfhde98xboGR2nj6ygtFbB0cMnkE0a2Ld3G5gyxyYyEAzD7LSECW87moCqW6UGNkpNUVOQtcqApBEJemAQDG0RLOzbNYv5mVGkUzGMjBUkQZavhfI+KmYYglUu12XIOTnHJmAnLq6s4d6//0tUy2uIMMBKwhSvsuOGdigcSrMBIKjcalbwmgPX4013vg7rG5fw3PMnUd7cBLpdzOYSuG66gNl8HKPpqHjcR6Ihqbt6fRftjo21Zg/PrvXkfZHB6mv0ClXS30g0IGws7tP5fBZ79uzC/LY5RJJZeK6DvtXGxvoG1i+vwCpvINhpoBg2kErFBKDl3k/GJlk9cHvwfMpuA7AHgDfPN0r/HV9H17TEx5aANcFS1gCx7CgsPYKR2V2Y3LEHJtmrbg89uyNWAGSHbm1sYmurJDLleqstnvKubcOi9JNJ2GxGI2HcdPPNmJ+fv2ZYp4bFYsXD9Ub2M4f5oQg6HDiJx+PLgVUCSBKmKiGragixvHxJmKcjIyOSlM01vbKyinRmBJOTM7InkYEjftjXgGaypgM6fv1T359UeAisCjgWCMFstFDjHie2KS5q1U2YZkOYakJUlXP0ewOroWAEoVhEGl4JkuTvCGBj7QTuPf7nOBiMwmW2AP8zPdzorOLj001MRzX8+WOvw7fOvg9Bqpo02mGYcNwE5hIVfOpNf4fFwlEBmGkBYtFjuR+A7xp48twM9sxdwuyICbsfxsqKhl6DYO0kjPwcEMlLPRvmkRBhzeQhZLvilWrBRzfImVcfBq0jJOnNhUWLal/5S8vecEXWybPERS+QQmTn7Vh1YvjTz30Od7/5LXjnBz8s3opDNvNw31Og+1UQ/ArYOZSbX+OTOrxDZcUMB7fcq0RkonwuOSQbfsljDRir1wLtL2egqrOee4z4BcrzKkIKf1w85d0+XMk5YHAnA2PU79yH+It7zdBPmPcLrS8oISZDUVLHqYRrNuX76DPMABrxduTPubwXGe7DHAHWoSqPIRYM4q1vf6tYerGPGPoPS/CibgkDvm8BtbVN3P/1v5XzLjcyisdePIJCKoT5Qg7BvoNEKIqzpQ1canly/1MQwufKZJP46Mc+hHyhKHZlVwZ96oORa6D8C/7Xr5cNn64doA+AVb5GAciGiig5y8hSc5FI5URxY3c7AFVPVJ7FYjLA6vRMtNrK99Ik6aNjot1qotshyaMNs90RRdJb3vthARu3yltw+rasv9/9tV99lae3+vZH7v8LHH7xsNjFBGNh5ItjSKW3oWsH8cjD34XXtaD7Aayvbche8653vwuuW4XnVKAzoFPyS0hu4LXizcJryfuoj4PPvYBjx44jETWQMuLinUqFS7vLgN0gdu3bh537b0CKg7RcDql0FkYsDpu1KoP+6NudzYq/KpmqarCpPLy5HiQwdTiMZW/v9/HiU0/gC5/9T8gZYYxk00KKaDoONktV8Rjd2NjCyEgWN9x4K7ZNTiETCwlBomubwhQ9c/6yALzXL+aQNAzVr1I9GgypoaUeQrPVUiQfqgyYgeK6CEeTuLTWwJOHjopVIbMLjKSBmBFCfauKZCqORCSEyWwKyRCQZA6HwUCmmDxeqbQlypzxYhFz2+bkvjh/6px48LsBBkJHMD0xhX6/iantu7FeN3F+vQRbjyFTnJZ1sW/PXpw4fBB/82dfRmnpON584AbsmZvE7tlJJFIJ1BjSXDdx8sIqHn/qOXz0xz6KAwcOyLmSSMRlUCzDYvJVWBOEI/L7v3zlr/DE334D2XwaK14boUwCmUIWO6YncePUDPqlMlaePMTlDCOVBpvIvXffgWcuXMBf/89vY2pqGnt2b5M6rVKu0TELjbaNw2cvyLW47eYbsDg7h3Kpiq1SBd2gjmwujVg0hEZ1Ezvnp6A7FsKxsAQPb26U0On0xJd35251Xh964RAWZ6YwOzaKbqup9in2vnofQSOP+594CQ888wLGFqfw85/8Gezau4jRwqgMds+ePodv/uM38da778bi9kVsrl+Ea3FwHURxcgrJbBblRgO1rQ7u/dtv4viRk5ibmcTHf/zf4TW33irrtry1IZjVdx54EJ//3Oelp2KfSJvEFpmtDPyl0hmaeKZnGCoZCaLfox2IJXtQ32dgM4k1IUzNTOMP/+gL2L13j6o7ZVv6QXjVtZvcD4DVfwNYfe9inqJBFHM5XL9nF5pmE22zg0LKQJ7AKdlHvoa2pMP2hJpv+wHxOcklKS/Q0OUUpkLPlDbWLq0ilMojlsuhvbEEQzn9yYYlG7AUCpwODBmUlCaySWeSqGKmsIFZ72mothxhAUSCPCT7Ahh0/CAato140sAte3bixrkJ5ImRElYLxQceaJQqkDGgSeHQbnXQo2m3TRl+Dw8+cxgbTVMOo5BGBpaNoOchGwmhGA0gF6KELIAg/23AzqHMkE0AgSBKhWkCTpNpIR6R3Rni+wjAIqPSIbDKYGmGPg0k4JonAB593zY7DjLbFvDmOw9g9dxJkZKLxCIcFcDEcayBpJNsrhBiI+PY+9rb0QtEcfqx+3H62ccR7LQQYdAXgRMN6DieeKyyOVW+t4ptS9YuQWH1uhUjiKxMgq/Nvo5lfRzLNXrQmQj5XfGYjAV1RCO0DAgimYzBandksyc7hj55zE1oEf/QQmi1Otgzk8af/Mdd2FxdwehUEYlMCqcPHQNDz2rNHp47WMbqBpN100gl0uh0HURiUYzls3JYUwpBVqBhKBnLpVodh4+toFI1MWIAC7kgCkwotmxUu+4AWA0ja+gir+w4AaSiAeKSwgRerfSEwRLXA+hZHkptGw5zywYGVxrZLekkbt69TR2wRgzJeEr8cSLwsNlx0eq1xTNXQMNgAMubm3jo0GnkCqOw6bdYroAxQyGynDUNuaiOXDKCCP0nKXeWlA4VdS/FtrC1PQHDuTU3+z7aFj0OQ+LjxM+fMrXJqQnMb5tGUEJZgqhWKgLufvnxs6+6aCOw+o3/62fhRMJ44eIFHF+9JGwThlYZ8RzaPRuO7wjw3mnZqJdMsZYw0vSVsVHeqAkwLMxuCmoCkMM/ls2gVqkr5jaZDDa9fbk+XJn68e+YyD0MDLj2hatAHGURIN6qg2CcYUOh2KoqyVwxjigTU/eQOtr4pfxY2RTydwbWiDfngDFyNX5iIKV9BXNVmh3Zjl5RtA+kf6poV6z6ofcQi9do38O+8QLmihlsVtbQMLsIRePYs20M0UAUuVgSk5ksNi4vwTRrmJ2ewk03vx3js3v5w+h7bQTI8OU7Ectogn4haWJ9gk822ZPdK5LCl0U39FsCHNIc37d68v20TaEU3o+kEIilRGruBSIqOIoMM2HcUt7qwel1YZst2N0u0DdlasvAAr5+gixCM6TNhYRd+DKxNsk07LRht1roNjbhdDvQyVbimvcDEugVcLtw2V3RK9SIYTyWRSCRghfi8IUAugJsWczQdzfgeUjYHQQZRkZAVFi5DIAiY5XhUQQ2JYICfiqOwNgITRrhJ0ehxyLUPIvyTTF6VVghWa4Ej2kzELBN+JUS3NImdNuCFiK4S/9ryu9JWKGnLSskCjY5vDKF7QerA1hNBTqSActkI1uH77BBicBxw+j6Phr0WLVcbHVtVNo9nLMbqLbaAiLTYzUXjSCpB5AMRTGdMrAtOYJcqoBQhoFWCfjhGPyQKwwOAVcHn5Ws2Te++1Xf4+/77B1oBx20GUpm94VlbdPxpAJ01zuocBhU6kG3mWcalCVPexg23mzSh4wc+jwP2aAvAwXUqa2a3IFHtbCPORQNBgd+0hpSCQOxMD1cuwgFedYkBk2tClIZsq4EMB0AFUOmqgJWFUtV7u5rGbEDMa7yZ1bN3BX2njBWOSgMKvsA7kE6vbEd/MPRi1jf7EiY2vvf8ybMH1jAuYsXcPTZE9i4XBJG1q4dM0ikggIyZEdGYCQMGeAw5MlxfPGXL9XqOH22BJNN+MDigiwLSaUNR9G3TezZPo3t8+NIpuitmpK9S64xpWauK2dUrdqCEU9iav4A4okxlGpV/NO3/hbnzx1HmFYA3BAG25uA1hxqD4AT/huDieJGEG++6w3YsTiNjc3LuHBhHa1GG27bxEhYx86xJCYTOhhoFk8YYgUgg2yPXrE2Lm7V8dSlOuotRwYqnm/JYDykMRlZF0YT70UC1tsWt2HXvj2wEEStsgGnU0MyncFovgDUS9Drm8jSd1HXRBEj18ZlYrlixPE5CWKYtotO1xbf25bli2VR1+qj03PR6fUxOj6NW17zOhw48FYY6Tz0aEJYcWx0yHS2+pQUUq7bg8katGOiXq+hXC1hfWsd9Vr9iiw1GmN4Zg6ZkQLiRlz2bqpuuKfxbG03qzIM5zqiT+4w3EaW58CaZijJJijDHeZqmBWk5mWtQjZvKpNWQ4CAjqAeRjyRlIGiEAP6KimZZ9rQe5DP8dnP/tarvr/5A08cPqpS5ZnKrYdgtUxUSuVBeJGHemUT7U5dZK5DH9uByfLg+QaDSm45IcVWJdOLTXs4FJY94/LqEv7ryXtxWaNUvo+Q5cPthaHHXbzWX8O7DQt/9dR78FLt9QgG2+K1zWsUCkSlMV1Ml/DLd9+LxeIWAlYfAfYFehTlrRxKpoYbFjikNbB+JoRLJQ+BdgBIp7Ft+04ZjvhuUGo07kPDBHr2JeQy8DqGXBW0x7Wg2S7ciCIsSF9x5dzn9yqLmp5nwJ+/BbXwCP7si1/GDdfdgA/+2MfR7nZk/+BjKVkzw/vUoEbheVdBUdkbB7Yn17JSxbJDQlPUwEh+EUTg5y7MbHUPCGjJEEyRnDoCVnFt8O/5Z1oskC1KxjSD6wiIMsxNgNJB6JqAorTQGNxXBJ2lPpGB2FXEd7gnqpCfIcNfqaOEZMLan6fwwNpMWWrqArRxDxXAIaSuBesq3h/JREJAJwV4qppMbACkNtNkINKsVrF28hQCrTpgd3B0aRkbZlsGy5N5hr84CHtAw+khHDZw8ORFnOdghzZSXl9Cgd589z1i9TF8D3LdB+rG7wmsDo1qB6v75SArh7XqEFEBxqrG47qSfRRMik/KHmd3WgKw8rMkiz0YjYjiwZPvUwN1VYPSn9ZT0uIuh7URFKfmkIgEJQCL+QOUYP/nT3x/VgD/9D//BJcuncdWaQuj4yOYnJ1DqRQCEuMC8i6fPYtTR46hUWsglUjhbe94O/KZEDqtVWheW3FGabsltjgkQSirMt4X66sbOHjwBWG4R4K0l0vI0Jc+q2sb68iPjuF9H/0YRgpjYmGhPFazSCXTsiborUoyjIRakSE6CLvkuuKfOegZfsm10nyceP5Z/Lc/+M/SS1Gh1+x0cKlcxwqDITsmbr9lH374h96G2bk5TI1NIOi5kivCs7vluHjm8Al889v/iigc5NJplSnA2oP+5jx7w0HxPuVZw0wDqjkksKrTw9JGBeuVOlq2LT6giUgYU8VRUTasbq6LrcOehW0YYT0W9BHq6/Ka1jbW0Gq3MJLPYO/uXVjcvp3IJiqrm+qe5RlidpGMxUFf+82eByeSQixNcoqNStPCyMx23HjTzQhrLr7wO7+JtVOH8EN3HsBkPomxdBIxyswtS2wKGl0b3/zWP+PmO27H+9//ftkL6HetritDaOm9HkDYiMFpm/jWl/4HLn73KUyPjaHcN1GyTHSjAaQLOWzbNouFmRno5S6WLl6WLAInDIxuX8C5jRLue+BRAW6LYwUhXnFIMD8zh0wmh6cOvSA2ALRgSBPEpnd4MAgnlhAVD20WXnjhWVitptTX+VxWWKTLyyuSj8IB5s033YC4ERMLCH5WzOPhoIie7mQTZ/MprFQ6+Pr9T2C52sRP/My/xx1vuhWxRBgjo0Wpt8+fXcIDDzyIu976VkxPT6B68QysWgNREndcID87jczMNB56/Cj+4Pf/GGP5cfzmp38dH3j/O+FwCNJpY3Xlkpz/m+vr+L3f/T2sLK/I/sagLhLsmOHCM5JreqQwgmI+Ie+ZKrokz8SgDofY00YJK6tb2KyU8bF//2P4zd/+LLK5EUU6+EHGjjC2AAAgAElEQVR41ctqmB8Aq/8GsPqBhZzAFgQvX/+am+Wm2iqX5Oah2TWNodkIEYSpNNoSciKpda6HbCLKPhf1Theltily682VNXHcIaiYjzlIMAHbI7A68DQcMNroccrzj56gbKjoaUNglewYHrKUXbZafdS7HuygJtO4GNlJgRCqloVYLo433nILxuMxGDoPvR6C6QmRDpitFsL0+MowFMnFyvqGgGT1lgnTA545egKn17fEKzHG8CJJeWUgu4+MztetIRujwwkDHFRKMcOr2BAIGES2HQMtGGzD4S19g4Jk8OhwHPp8OhIQwsR6ZiaoqU0A6XhUmFrGyAje8uEPY++OeSydOILVc2cHQK2avGt9S1hhLAkyxXEUd+yBMTGDYDIPs34JZ596DIcfeBBhBsDwVRI89sh0teT1EuSlrJ2vh6+RwKoqVvl+CFQz5TaIhhvCxdAstnoerNoypgspUDgY6FtS5MVCIUxPjksRPZLJoFKpot7pYKNeRdUCmnYULdPEa66bwBd/dR5ry8vIj48gW8jh3EunBWDrdV0888wGzq8EEYqmMTczi65po9VqYiJfFAYQZZVkSwdDAfGXPb61hvWyi7XVCgoRF1MJH6MpA2bPRr3noWP1kTEUsEoPWAKrWSMoYHar72OtYsOgJ4/vYdP00KI3LgurvodYKIiR0REYMR0756ZkYkX2CR0eRlNxxOBis9ZGi/IoHuRhsnA0LK9dwuPPn8Bdb7kLtWpTkpUFaAhoSEU0FOIBRAmWMJlXCgwWoTSQdFXBQ8CQ4Re0YgjoqDoWTIusDBVqRQsIgt/VNmVvGVy3dxajWQMhtw/btPGpfzz4qpsyAqvvetcb0KGHUJ8s4ShsLYhRYwT5XApbtU14QR/BSBS1UgvVLRPhUAyROC0fLFTLNbl3Vbo0PT4ZIhSGURiRYB8/HIHfteH1OrB9SwGRIvUliHzVDkCByqoJUF5NBPAUO0OxtIYm4mRFcCo+lCn74lM39GkdRobJY7HAZwhNPCYDH/HpupJWPpAnfY/Ce9g8ieB44INL8JbPy7XI+4Zrn/c59ygyvZVZmiDkiOoRAeMDviUhLLT2WEzH8OG3vw3XX7cTl86dgta2RE51ZvkUcvkUbrvzHZjfc6v4/mo2WRKDRGEC1vSoIozL57R6CHYbaq2QsTFIQCeorNlN+L0uApT1M5WeAEFIg88wp3geWiwDxNJXvUcJ1NBDVUIXfNjOIHiGbNd+Tya7sVhCkuoF5eXeyudzTOXL7Hro9kzYNNZvttCoraBTq0Lr9pDygbQWQZw/47MJccWT2AsFMRbJwKXXJvfMiK+ATT0s7CNeWwaMJPttYSeFCaJK+IIDncAowWLx/GQCdRhaPgOMFQCmcyYK9DiR8DflOUt+GGGhPoPhhe2qgNUO/GoFXnlDgFUaUNJDVq4hPSjZFAYoQ+5DWMCuKT/DNRxwavAktZ4NdQBan0AkQS0DphtBF74MlCqWi3Knj2rTxFGzigr9a5lamkwiTz9yStwCYcwmophP5JFO5hDMGgiwKYgY4vfKiR3tCaQJFgsIHXjzB171PX7X527FxZN1tFo2ClMxKYw3X6qifrIFt91H0NNgEDwJB9BnQhjvHScIx6IXpJKuisSTZ+81NgBDIGFYSIpNgOdLgyrTe/GOBjIRDQkjIUEeZruCmck85meLOHJ0eRAeMpxmqcg/nk9Dtrg89zXJ3MpDeXAGDv5N7tfB6yKYOwRWlSxV2QNI6jj3Ffq+cQirBXD/S2tYXi1hIZ/HPe95PdJ7xvHco89j5cQmNlfLmJwcw/x8Ae1uRdYH7UUyuQSCAUqVCYx4kmxeqVVw4nQdjaYC8BS4pSSRRiINr9/D9rkx7N4xjXTaQCxBdikBIN6mZLV6qDfJ9qygMDqGuR13IqAn0LG6eOA738CLzz8F3ee9p4DVYQAI9yL+mTY5XO6W1cHM9CjuvPO1CId4b7Zgd/qo11uobVUR0zwsjsYxkQoin44gbkTkDFSMN74WD6uNLh4/X8dmpS2e8lqgr7zqucfTEYRAOW1KWBP5KuiDHuJZ2p/ks/jgx38J+295M5qlMpae/y4ap+6Dw4A3Ji1zz+t7aHd7sAU8tdA0GXDqoGNr6LEGZE3C8zQShx80MLOwC3e+5R3Yf91N8Jyoqqd4ERiUKEF6UpXJe+AAUIbr9BH2B+FU3DNdDwbDmMiOHwSkUvHEdcRGVQEjngCzKysv4sTRI8JAkzpIBnOCqsqAY8gSlp9R44Qr5xbPKtoQSBiVhL9EMDM9K+xVNm/iPa/pUsfRvko8j8moGgz82NT9yi99f4w2AqvD+5Dv0253USmVpKbjDkgrgHa7dhVYlWL7e4dXkYUbDJOxGoYejlyxmahureIPD/0NlkMmQrYGw4nANrfgxIKI9gOYLJWwvvFjcJwc+p6JgJOEHekiIjNNH47tYXt+A//xnn/GbHxdznYnNYZHj05iOnYGUcPDmaOaBNmm9Rg5Q9hoNhAbmcRN1+1CgjGDUV2Gbww2dDh0goYoSRhUgvVd8XrkOc9DggIgzeMZqT5fWvcMfYp1nw19FOb4PnSys/iLL/8ZZud24Cd+8ZdF+i4jVU8NPshMFHbiIEBm+PnyM+af6RXNeoB/Hv6ibx+beZ7XfAzXUezRK2xSGU4OANDBBsZrJEy0wX7LXoegNu03JAwozJCgoKwl/h2bfyoCBMwiSSLEPUp9D2sVMvhkL77ml9RWbEbEUUh5M6unV6oQBjcNma7Ki1R9dlS1CLuM3ydFgC/ennytZASq7xuwegdWbVGfvuwcCFt46sEHcd3iPM4uncMDjz+PgGFgPBrG9QvTiEV18bbUkhEspBN47Ph5fOfwGQkG4sY2O1HEj//kx8V6Y1ibDc8lfrYEaIav83sdjteCquoBhlYAyl5g+Fhk1J09ex5rG1visfq6A7diNJ+F02NwkC33AQFH7mEyshUgVh2XQiIeKC3EC5YWJ5aFrUtn0KuXxW/SDyfwxS9+6VWf3/yBhx/8B6yuH0OnU5b9pFztwHMLaIVGRSFnVmt47vEn0GuZsgYY8rN7cRL1ynlgAKzSYocDZ9ZjkgEBDk8dqcU3NjZx4ugxbK6ti592KpkUUkS1URO6wns/8lHMLy4KcEk1JtcO7U+SaUrTIyKPpnXK1eAqdf5x/dKP9QrYNPC1XT97Cn/y+7+N6saqfAaXS5s4sbyBWqOH11y/Gz/3I+/BTqps0imEqG5ihke7pfrwcBRdT8e3v/MwHn3hpACjvNeqtRpq7Y7kgvg89z1PZOHpaBSFFMNBo9is1XFhq4Rmr4t0No3RXA7T+Txuv/UAHNfC0y8exulz5zCWzyGXTWK1tI6Iq2PXju2isqw3quJfOj0xLjWK3esiKiHOPta2NmC5yipjLJVBVYuhiQiyhaLkrfQcqmmjuOut92BhZgKf+cQvoLV+BnfctBNBx0Q8FIERT6DZNqGHw0jnc3jhyIuIFafxoQ99SAgkPI94v0v5T7UlzzOez5aF7/zpV9F98Qym0yroudy3cMFsYLPfQ6iQxtyuRYQ0A8trm3CjEXhRDRbP47YD1/Jw/sw5lCsVOfdy6SRuuWE/ZiaLuLh8QfYv1m9Uo6VjEaTjMfTCCYxPT4jS6omnn8LZU6fhdC0JsLr1phtFJVgulTA7PSk+tX2ri0a1glq5gka9hrGxInQqiaAJWEky28NHl7D9puvxx//1c1i7fBLr65cxs7BdbJsOPvc8Tp08jTvverNky9gXzwG1NsaMpOAX/XQSmW1z+NOvfxf/et+j+NhHfhSf+Y1PIm4E0KhV0Ou0UauWURgZRSwSwZ/9j6/gwfsfEOsXYS/3XXTbHdi9HvLFAuYXFzA9mkDWiEqw6eRIAcXRUfHz3ao28N1Hn8bBI0fQsh185at/gRtufo2c7RwU/ODr6hX4AbD6bwCr79+eF09MHibxWBQLs7PiH5ni9IKBJgM5IAs6AkX0MWOaNM3yaVjPg75n91Gu1nDswiqimoeOp2Ot00cxpWM2xgE4wZHAQEo4aPRFBkxAd8CilEmJkhjwFLMcAoIeLNeH6fpo9zxJdo+Gg3IQ3njDXqEgJhJANsnEuAzqfWByfjsqa5eR1JlImUV+fh+OvHQQG+trwsKkr9bRU+dw5tyyMvj2PdmAeA1YqBDo4nYwG/eQZFLswPeVsjVOn3lzXW02B9NQTr8HqcVdMkd9gsOaBCux8BcvMU5NY0GMTk3gre9+F2Z37YLv6sikUmiV1nHq8HPoVjdg6OKciJ7I4nZgft/NcHSVYMfpnO10ALOBw49/B8/c/wBy0RgCwgrpo2dRkjKU9Klkej4zGTwq+45ANpsnxUYthTI4FrsOejSLjee/jT3zMUk7n0ok5bEisQjy2awAsWQlUK5f73ZwYW0LRy9V0QwF0KrbOLBzFJ//zPVYuXRJptw0m764dEFCIdLJOB558AyWLsWwtOFgbsc2TOQzsBtNpEJRGPG4sN3cAIO/HGyUS1jvdfD2u+/G33/tX1DeLCETDmEmm4Bnd9DoqRCZbDqKVMRDp0XD9QiMqALvmj0HpY4nQEe314fZcYnriLcKPYoI4t984wIMzcbcxDhMWgR0LWTjBmZG81J4lzodYUCZDBGLG4gmUriwehnnLmzg7XfcidNnlnDfU4fR13WMhDyMx3XoDKQZTLilIB0UhPSSU3Jf1qy+pHNzrTS6fB+OyHGYpBsLh9C0PKy0LHQ9DW+8aSd2TmRAl7KwpuNX7332Ve/nBFZ/+afvRLNKVnUC7Z6JaruNdG4avkv2RAflUhmdlgfb1sUTkBJpTmelYWAgxDDBm4ywPmBHAgjEYwgFgsiOFSQx2a80B+93KKlXICeviALKBhLMYfiBsDyUnHj4xYZJErcHhQVZ6yyN+fdkXVNOfm1yLJnXfG2UfhYKSZS36uK9RNaymFT4yi9JNRfDMKUBkETWNsFdyu7JevN1JHUgHWYoWxCxiIFMIgrfasp9fKnioNqy4Hg9dB3KjV1pAA0NSEeiKGZDmJ1naFsLkyNZ3HXDDcjoEZR6Gl66uIqpuVG89pZ9yGYn4fVZsKtQCQUE+wgwdKNnot8zEWq24dMXk1CgRvZYTxiVXqeOAL0/RUI/YKvQqzORgJ+dgpYswI0mhYlGFqunR6U5YKNET0IWN/KZ8jprBMgITLGpUz6ycpnYQXAo5HeFqd0zHfQ6HZidGjrNCqxyGeG2iawWRBxhRAJhWZsERm3XBHf5rB6HE43DDUdhRRhOFZCCPRxQv1gMh1wHhm0jQo5EXzFeg30Nfa0PGBEEMzl4qTS8RAKBuAGdvkdJyugj8AiUSrfDpsFFgN0Eg4XYsTsuNNMEquvw6yV1rXgNxFSW7FaVGg2RXBIQcpTvq92F125Bs6uKbU7GKhgyp6w8utDQpVTe09F1g2j5QVR6ngwSjzc3sUnvqbCOsZECJoJxjGkxjMBHXteQSyWQTOaQMHJy33gxAksEm4kZaRKgRRatfFZv+/CrvsenXj+D+GQAo7tSiCZD6NU8XD5aQvnZDZHyBqJB8RiTUAQB9JWKg6nlLgdz196DYnmrWnJhpQ5YTQJayL3M9TjwWKXNhAaMJMNIpxksEYLZ6uBNb74BizvjOHn+HC4tdVFa5bXmOu8jpMUQ0Gk10VfAyNA7cACeqnv6qnHHlX+nf7MEpigAeMhs4hom4DCU8sqa5mAxGsVTS6s4vVrGtFHE/n3ziC4kcPCZY1g+cRmGERJvVU0juKwYZ2TysYGUlHTmvYlc1pL97exKA/VaU1LvVXOpbDbisRR09DE9XcB1+xYxNppBLpeW/b7VsdDhwKlnobqyjo3VDYwWi9h747uF0W37wFNPPozHH3tIWGr0oRvuhsNrIOeIXC2mPfvS9O3ftxPJeAi23YJpMg23hFatJvfhXDaB2XQE+ZSObDqBSITeugSdVNo3X1fd8rFSaeDsRh2Xql00LQLRERm06gG2QayHXES9PqaTQVw/kcXkVB52IoW3/8ivYH7f7XC0IC6ceQFP/+VnJfzJsVzUak0JgyAwYenUKWliMUIGKlnxRjqDZCIl15ig28TUPA688S7kRmdQq7WFNaKCoxSgM/zi4GEY6jX05Vffw3qRe5AOtMjkt4VxF8um0Qyq84vedKybGFpB4CoWNlCpbOL0yZdw4fxxdDtVpJNRpZIapKQPz24uwyuMbgIGtFQSliHPRQ+VSgmJTBp79u5B3EjIWuH6JItHhQQpoHb4XviZ/tRP/tyrvr/5A48ffFE8yVkXCnPV6ou0tW/1JYSnXFlHp11Dt9cRFiHPTAWoc2BI+w117vF3slQJroaYmkxQb/D/7XoFX332b/BCdxl7c6/Hbn8Sze4yDpafQ4ND63NBBDbvQUzTxbaZxH9TjyHcrULXYrCjtBpJ49aZF/Azdz2B2ZCFg70bcPlYGbsnzmFz1UO3GkbSCMJyU1gqb+HCqo3RkTQ+/L7bVIiWsInVuX5FnSLrV4dD428ypHkvBGzxHNd4xnNAQP93/gxflMNzpY1eOA0zMQcvt4i/+uYDePbgi1hYmJcBMwceZqutWEwCjtrqMQZrb7ifSEp2mMMJTYau/DN/sU4RsInXLkhVV1IGPPw7fm/IIOFEAaP8d+69BEepEOF6Vmq6q+vj2j342vWiAP6rNdLLQESffvOq/yCQNiSvSsjgwBZlCOpfG4qnbARUgjuHZcPBwxBsvjZsVA3J1ZLla+awaSjXlz4pGkCp0cXxh+/H+2+awjOnVnDvo4eQDKdw/Y79SEQ1VKuXRCkyNVrEXDoKtpQPPvcijiy3xIs3ngjgp37256UPUK9T+erzuUmw4fWSe3nA4JdzgK9lEGwlQ/EACSQkx2iyT6pwGtXvMAOgXq3hwQcexLnzSzLUTukRFIpxvOmd78TMjltlICHDVk0NX13bQYBDf1q0MC2DxzVZrAzvC/rw7C5eeOgRbCwviyUSe9J01MDXnnj++7q///6b96HdquLMmWNSjxtGFrOzOxAZyWJtawuu7ePYkePoNEyMjhSQz2awfWEMuldG0G9Bo/5bsgioGlBqrmuBfrKluVecO3MOS0tLcEjuMeISuGckknjHhz6EyckptVajtNOjFD2IVCYja5o2AFz/V6wgOCQPMtBL3RPXrl8OrBvlLfzR7/8eHn7oQeklLq5exla9j2JSx0++9w686dbrMJLJoZgbQ7trI0imZlDH5bU1kWInkkm8ePQovvbgC1hvmLiwchl9Wjz5OsbG5xDNx+CTKFBrwGt0kOIQuzABExqOr16EEXZw+4H9WJwuYnZiHNlkmqwpbFUaeOq5Qzj44lFkRoromF1k4xpuO3AL9uzYidLGBvpk/YtXrC+EDRICqFRYWVtFbnREvE3D/TBMqkqSWaSTBZQabQTSKaxstbC4azcWF6bx51/8QxR0F6PxEM6ffUm8ShcW9uDi0kXUqlvYuW83/FAIjQ7wzvf8kNSA8XQcRjwiZzBZuazPuZ5DHQuP/vnX4JxexryRQYxO07oL07dxsd7BKdvDZT2C8xZ9WrPQaVkwOY21jRWsrV/C1OQ4isUpHD1+Bs1GE//hp/4DGhuX4fY2YLgMf+5jbWMDmtNDMplFKJ7H3J5diIQ0GZZ3WzVh4bOWyaZS2Ld7l9QV1fKWYtcS8+mawnJfXl/HoaMnMJofRRRRhDwNsaqFF2tlPL2+itfdcRs+/qH3oXr5NIxEFCPFIhzfw/rqqoRaz27bJoQWt7YFt9ZFyLIxvTANL5vB80tr+Np9B9FstvFbn/kNvOeH3gHX7qHZqmNra1P2WdZYrFfv//a38NWv/H/svXeUHOd17bururqrOueePJhBzgxgzpREkaJEilSyFa3gZ18t+S7b79lethyu73PQug6Sc5JlS7qKlkRTgWIScwIYwIAcBoOZweSZzqmquqve2ufrJiFd+w/yv+clSFgDAhjMdFfV951vn31++59w+uQJTI4MIpNIYOncPKKxGALRKGLZHJLBLjYMFZCNRRAJk0EcxmAqD598Zc/B9Oo6Hj14GO/9+C/iTbfeJo0p01SM9Z/+UO/AT4XV/0RYvWMyJw81k1JbbRdWMITNk2MYziYRZhozQeZtstfYsQz1khV9tNs1eaCCVgi6YeLM2Vkcm1tGLKChHQhh2fGRj2jYYDENutPjCPJgS8+SYnWyCKDIxEMFu5p9YZWbp91ld5tJx+wYaWi0XRktk3xcLYBbbnkLAr4LeC2kEkyMA2BZsGJJtOkuceswzTCqnglP91FaW5MNh6EIlaaLl4+eQrVSloOYLamvsvbKlCg/jsZ0sbQbPW4kzVUc6VFsP1Wk9sdMZKSGCy2DazyOeNuCS2i0VTCDOF49H2NbJ3DznbcjkskgmS/AJ5ifRVrQgNus4czxo+r71Hzkx8YxvHGbhBtVmg0MFvLCfK07NoKeC7dWxHOPPoaH738I4YAFk+FIHboKVVJxhJw/Wrm6nrABScGke42OEI6jR4IBnCEGILFP+Eu14/dj01AUl07k5NrTGMDrEY/E5PtnV79WJ/wZWCtVcXK5hsVWC6trDWwphPD5/3UVVleWETYtAZIvLy5hfX0dY+OjePG509i/fxmnZ3x4oSQmJoYQNQ3EwzEk4gk5tHAMo1Svo+042HzVpbj8kkuwuLiCRx59Bo/+6AmMMYHd9OA226g2ukglQohbOup1G75mIRpS48OVto/VZkdcGWCxTM4bBXGOlTFIzPVwwe4xbBhOYSiXRjSeVOnEjqsg6s0mbD+IeCwqzXtyV9gBnZqdRSKexsTkVtz74OM4OjUjgVMDMROxgBIOJE2+F14g40OiSvZi20Ww8ERYpWuLwmqNTQoZp4WI3eVWF7NVF21fw97NQ9gxnoOldxAPR/Cb33ljjtVf+aVbYTcMuC0N8yuLMKNRuB671ha6bgMrK+tYW2XyMUeJ+O0qUfT8HyqkjePRXXSYDJ9MKC5VPC7uPne10ptiVdxhPmf9or7/nvT/vf7789oB9jVnB7vjZPpQ65GRDZNBbq6kmPIa8ZDcL+L6LhUKsbQsRsyQjPQ4XV25sVh4i1GjP+LHw6ASE+XAy7WHuE0G1OkBhIMa4rEQPJujJw7yWQujeRZwHTSaJhyKToEOyrUGao22MAvpYLftDkodSm8etqei+MjN12L33gsxNL4HTquKhamzMNNJjOzYAiscg8c1rCfMyoGXKxpTrJsUVhswVtbRJWNU/qQLjwgAu4GA3Ra3Jwt+Jtj7Hu97T8bvURiHnhqBH81AC0e5+0uAlAqjkkkbcdBQEOb1UngT8irpWus3vNR4PZtgnU5T0q3tpoNWo4ZGrYR2qYLW+npPWA0irpk9sdQQzmTbrsPRushoEXSsKDqmhRaFHYpdvfAdEVcDBoKdBiKuB4uLTNeG12UYlwOdAU/CVE0CkTg8BhdYJnS+Hv6aDjNx4SoRmEIfP/pOW9JCeajWGjX46wvwK0URXQVFoOZjlXOHAgpddgK17cre5DcbcOsV2C0GDFE4UWulsMToPtMN2H5AggRaMFDTDKy0OzKlMVUvocTrE7Ewki1gOBBBzjcx4vpIaUA4HIIZSyNORELEgm/pPQxAAF5Ih8/gPMtCgMEJN9/5uuu1yz+5B/mRHFzYqBRr6FQ01BbaqB8vwq1yH3LExcn7nqGD6poHJAiAOADRMXsip4gU0oRQAivXKR5aKSQq+qlibSvBlS5RHZGAjkQ8iFwmhUa1jNGxCK6+bgs8PYLHHnoFC7M1cUIaDEUkdKiXSCVk1r6Q0XOq8rDOH+e7ZXmfioOZrrSeGNEXrPoiL/dfFtUy7sqDbjiCAzOrKK/XMJTJIZUModyx8dKZRXiNJjZuHEMmwymFtnDDJYiFzRY6NHmfgUgfutlccTycma+iWKzIf/O9E2ai3xV3P2OhNm0YwqX7diGTISLAQ6NeQ3GtKIdEOr/qK2sSOJTOZrHtsvfBTGXh6joOPPM4nn78IbSdlhKSzoNBvyqGgcFPdHJ7KHDsb2IUuUwcnW4LlUobHbsJu9WScA6GeW5ImMgnQ4hHTUmBpsbAfVyQCURzBA34DPawgeVaG1OrRUwvrWCxoqHpMFzKxVgqhL1jOWwezEqDSTM1tEwTyfELsOWiNyFZGMQz+x/C9//ur1Gt1CRpPkyUTjYn6dJmIqWcqWw4m3TlmbIOES/Dkdmx0W3YufMSROMZQQvR3cmDW/81S8Eu49p9d4haxVWTjGiTLgKOB6PrS4NPa7vw6WTitE/ERCcZVqF4aieCw/qTYieFMsEgGbI2nzl1CCdOvgzHafW4q2p/US61XigRUTS+Einp5JcgVn4nuoFW25F6hYFmxAOwaSshSr2nWEIIuZf2SoD//ku//rqfbxFWn31JHEziSOPm6HTEpdxpq+Zjo1nG+tqiILTU+DNf7mtuvb4gJ8IIR79Zg1DsoxuyJ6y26jV86amv4IXGGVw8fC02OQWsVk7hmYUDqMZN4EwHZvlOqdW4PLLetTmq6nfEtdYl2tEOINZu4a2XnsRF+wz8231NjONl7C50YZc5MZPBWqOB1bUWKpxE0SJSw93xtkuQS+dexR2IsNFRorCEylKwdloI9SZZiP6RvU2aIlzGydc14PoKe8N9jNNYyEwgNrId86UGTp6aktFhchpZu/RFZ+5Hsn6EFI5J3KPnYQJ4H/bF1f56xb8nq4awJnsudhH+VBNJoWpeW68o0HPdVTi0vgO05ybtB1v9BK6ovw52e93k/jV89WPfU31ecNb5f+c/ElX72AK5l6WGUPeLNHnZwvmJsDd1cO4z719DxcgaznsgpAnq69iTD+HmHXkcmV3BNx9+AZt27sX1F16JA8/ux9TqNHaNTaJ+bhUb8zoGsgkJPr7vlVNY7XgyVfauD34AhUK+1xBQzQhZCzgh8Krr9LzfF2dk72BPxzIDMZWWKv1KEYe5twQCaFTquKO2RzQAACAASURBVPs7d2F+bqHnsjQFQzQY0aFbFm5838cQHRlSTuje3qfWH5pueOZVdQIfYwb/sqG7MHMKx597Fh1xwDXFPDI5NIR//MEjb+j5/sVf/n0MFPIora8K2iSVyWB8YhNgAucWzgFdHYvzK6iVa8hnchgo5DBUiCLgryPo14SKL4afINFMrwmrgqIhiqKHluCzW6lUcObMtDCrmW0xPrERt733fcjl8vJMUFjl2s11gSIUG40UVvlReMzCmuS9oFAa5+M0+J7zFNYol/AHv/e7+OqXvyzPAicp624A24bj+Pl334zNI4PyfjKQKxVPCe7gyNEjKFbK8rWT6ZSEat3z6As4PDWDuZUVaWqNjW/A7osuR7m4jGQiLsi65556Gm6rjUBXg9PtSmjehbs2Y/vkAFJWEPl0WoRysnPDsYRMO75y5LjU8dyvzEAX4yPDGC4UsLK0IOPiRLCxOcapHpqKePaYmZkRMZ+M11w6Cz0chZnMIJTIoOJ00PaAlVITwxPj8LoOfvC1L+HK7ZPYNpKH06ogHDCwYXILaqUy6vUyBkaHsVKt4ZnDp3HTTW+RuiOVzcpr570n4ceStRYQ9Mu/fO5vcGr/y9g2Nops2MAmK4ZBz0DTMPFkrYy7p0+gpXko5LLIZ5LIZjI4dWYKpVodlhnG8MgkfD2E2+94J97+lnfirm98DWeO7UfB0oV7XKmUJRxMC1jIDE7g7R98P04dP4xz0yfQLK8IIpBr/srSopxVYzQcMYBYwr/ZDWFjOIijU6dhxOPYtm0XTh4+gWMvHkO04mLN8HCGjlIrjLfs2oFrL90LMx1BXfPhsjYJR0SYDVkhaQzF0RG3LUdp6vDx7LGTODy9hFMLZeRzeXz+H/8O42NDEkDXaFSFkctAXuHaN5uYPnUCzz3zFKZOnMBAPIzBbE5c5rx/HfKsdQ1jA1ns3rYF3XYL68U1ae4kzRjcRhMdzwUiURw8fhpDW3finR/4OSRzgzKt9NMfr70DPxVW/xNh9b2bB2TcoOF2kM4XsH3HZjn8hz0H8TAPK2SQtFBvsB/EaUxLiquW3YQR1KRr7/o6Xj58FLPrVUTI8AgEsd4hdxLYGCaH0pOFSvEAflxYlfR6ukw40seihkEZvo+2x04lBQbWgkEpvukKYEhMuebh0gt3Ytf2UdTLReQzA7IYcjyLIi8dHFGmb2sBrFRtWaxarSaq9ToqjRbMaBr3PfIk6nQm6r6MyfG1xUIaYsGAiJIxk25aurnYIVUeHjpWiACQooeFiLhR1XgkBWJFjlSOD7oObY/MNzXaMzA+gje/41YUxsdQbTnI5gvQoVI6OdLE/62tqc2uVCpieHwUkWRaYN7spmzaMCIiRIulQ9cWJy25gp/77F/j5ZdOIBmiAcpH1NAlXTFlaIhoniSJk4FLhwzdQsoo5SMaMnAovAulxIUoLk/BWn0WmwcS2DeRhWlpMubMWIN0IiXOBsKfmxxVDloiYE0t1XCmXEGp4mDjYBBf+MxVMiLHUwi79fVqDUuLi5jYtBErC1V8/67nMT2rodQ2kR8dE6ZMNh1GLBqTUVgWy3ang5179uDq229Do6G4hd/94Y9w7z33w7BbGAx3EWKh0HAlvCpmERfBw7GBqOnLBkFHzmrDlRH/aKCLMMcROKvIrjYF5o6HTC6BC3dvRiYRRTqTkfu5XKpIp5z3Z6PpIp1MIB6LoG3bWC4WcXZ+AQMDOdRcA/c89Awcu4VclMgISwm4dHD1uKAsULgZ9wvEHvX6VWGVwkS13RVhlQnudHkzlVQJqxRcgW2jKezeNIxwwJP384/uefF1r+d0rP7e//gEpk/NY321hpDFBE1IenwiHobbaqFUqmF1haEGGlweSujdpqPyvBEscbrw0Op7khhvFtJwyVGjKByJwF2p9MYeVWAX/x7FevmcV+H24l99rWjuhROoBoUKRlBjb12EQvRaq5A7juXy3qDTjvoYD8cKJ6Chw8KHYhvHw3l/ZLJo2T6KdSZHM+SC4ioPu+oAJAemkArbCXhkhCmESDQUkqTQTILupS7WSm0US3UMZ2IYy4cRD9Ml30E0HIWhGbDJ2Cw3sVq34bCsbdfg8pBt2xjJ5bB1dBTjk6O4bPdFaDcq0INNDG2cRDizFWDAVKdJlUHuS4rVukucQhNdu4XA4hKcmi12CwozHacOzW0h0hNEZfXxXXh0sZKraRnwB0cRyGyEHx+ARgcr+Swh8k3JW9XgSWJsX5YQX7Uq2sSJ2HOHiZmTIVBtCRLokvXWaqFRq6BaWUd3vYl2sYigOFZNxOlY0IlLYbOiLanUru4jr0fQDUfQCYbRMkPQ2HnndeXaw+Ycy69OFZGujrDjQ++QR9yCZnQQKOShZbNANA7IyDwXtYDgZ3x273mg5c9X9xIl5Osd5epFuwVUinBXZ4FGEwYDVjimqyvXlgjHxFm0VOCJYAg47lmtoFkto2HXpFCkA4giNEU38v8COrmuZAAaaGohrHsa5uttLFfrmGtX0OjY0rAYy+QxpIWR9YKYtANIUZiMmuJsiFpJCabwmMQe8NHlfUg0DFE78ZgSjK9/6+t+xu/4u7eiulbDwvFlVGersJdstIsuTE+JhSKm63ztNCMLuVauO513vMeEuddjRSoRSKWfynh9b+xfBUn12KcyCkkmuCHhZbx/gyEfg/mM7KWJhI+t2wsoFm2cOr4Ip00hi05ST41r97LK+jxVFQigBCmui+c3LeX3e64/1YRQwlL/91WgAMezgrIO8NfiYjUtnFypo1huYyDNwA7g8NklzK1VMbkhh0wmIQIoBUflgFJCCesZJQiG5JDJ94sjwtOLDLZYh83Eh16QHe8RsjW7nbYIq1dfQc6YgXJlHbVKWYJmrGhY0D+NpVV0Wi3hlW247L3IjE6iowdx8Pln8NhD90qTWtf6wV7/5y0g8zS+j3w+g5HhPKyQLonVZKpLc4FiX9dHzjLEsZqJGohYfE8MGfW3QmrSh0FiVoAMSjKH6XAKoOl2UWu2cGqpgdllBiJ52DKcw2ReNdZpimfYWiccxTNHZrDSMpAdGxeHiNH0kCerbGAQCY51msolz6kBcbaJ25BMX67fXYSTeQyNbcX4hp0wjDgch9MI5NByPFuhVvqCEi821wwRA3tCTt/NJ87WtoMuXaIBQxpjghAIBuDIGGVI1Yw9AU1N6/DG43OgIZvKShP1lVf244XnH4Ouq71K/i3TklqTz4mqBzqqzuuxNoV1ya/vG8JlJEeOdRv5i2QRclRQkBT9JkAPX0GR+Dd+7Y0xVh8/8KISxKXJHwC7fJXVEhwaHoRlR0f1iuBeKPwrkei14B4RKokNkJFz1sh0rJoIcPycwiqZfK02vvH01/H4wkHsGrkCk8EhrNVmsH/mOTiWAXOxDb34Xmkwkf1gdDlBElRTLr4BjxddW5Ogv4FcABMb65h/7i58/IYWSosm1ssGigzP6zJBnfcUcVCG5Bi87aaLsGPLzledlIoLrsRPOolVoIgKFvS63Pd9tBq28I19NvWYISD3XQgdNhSjWeRHJpGd2AY9moYn6w6NB3TcK16x3bYV07sndfKane8U7z+FvI59J+35TybvTbq/ZmbOivOVbL/x8TFJ9m606K5TwnZfeFX39Wtu7L4po/9vilAo4Vc//kOafD+BaFHCnwrK6n+d/sef/Lvn/znF1B8XVxlQq/ZFJbSqf1P+32uu9bEnEqTV47UTk8TajGvM0loRR59+GDfvGMHMehXfeewFdH0Tb33bOzA0OornDj6HveEchk6VcKR9HJECgzZDePjkGawRgeVquO1978LWbVtV0PCrrmWxLcvGo5Ad5yOjANv1etMKvRqAtaHYVIlvotCo/vzAM/vxo/sfhBWypMnlBzSENWBfPi1fq3Dl9Zi46kpZF6xQuOeU9YQb3XXYVCEWhs1fiLCvO22cPfEyzp08jG6LdZIjk5DD6TS+9ugbc6x+8Bd+W9jJ6ysMy20jP5BBJp8FwcJEO2iegZnpORnzTyWT2LJpE5LxAOz6HEythoDUKxSi6TFQwiqvc5/La9usz/gaaABRDOjl5RUcPXJMzqF3vv9DSKXSMpFpBHt4kGAIkfOEVTpXeR2417Km55lNDEXniau893i+YLPvdz/9W/jbv/5bBHrOS+4zF20awh1vugKG30W10hRn5VCuIJNG07MziMVj8jrWi0VEY1FB952ZX5Lpp07AwMDYpASjHn/pRVywdxcKhSzu/ve7UKvVxYFLF3o2FsZV+3bDaxSlHhwbHkYymsDp6VPiwL1g3z402y4efOwJpLJ5qWUq5aI0XYgmyGZTYiJiXWmxDnBdpOMp5NIZQUAcPnQEbTiIRRPwwmFkt2xBKJ3FymoJCwtrEgY2deYkHv/h93DhhmFcfeF2CQKvFznxQtOTgWjMlGb6zPI6HnzxGG695WYJ+RoeHkaUtSC53b0AUeYk0FD2j//0z7jn+w9g8+QE6KNOGDoyInSHcHzuHObKZWyYHMFFe7ZiOEeGcBdTMws4cXYRiytllOouBscm8Cd/9lls3bQXTz/2OO793leR0Ww5dzWITwyZsKIZXHjZtbj95z8Ot1VHq7qGJx+8B/d855uYGCzAsRtwHRvDgwNIJeLiFlV1MuumKE6dm0NhcgLvff8HBDE0c3oa9959H558+knEbAfX5Iex1YogmjLRTcew5HsohwJAWE1Ic55ZN4BCJIuqr+PpYydw6OxZMcOxZF1ZK+JXf/VX8Nuf/g1Z/2emT0ngaDKdQcPu4oH77xeecMQMIuB3sLq8hM76kuShpMIRpOJxdDlVEA5jYuMGZOJxzM/M4PDxYyLORkIWhnMFZIm7CwYwtbCEouPhTbe9B1fdcBOSyeTrrtH/K3/CT4XVn7i6dYeQeuD2zWlYsRguvvIqXHz5JbKxv3jwIBpLSwiT7RMypXhzm7bii/GA6zOBvSN2aY6eLhcrOH7qDEqNNmKGjkYwhLWOjrTRwaawBpNeQo75vcrFA2xxrCrmJx2rZK2ye0yTAhdX1+fYOw8yXekyc5xNxFUEsF5yRWx65+3Xo1YsIRlJIpXgCIMhHK96tSruUSsSRbnelvRJblgUB1dKFTQ7Oh56fL86RPY6tVZQQ4KBR4YGk91OHgTlQMkgK/5CF2G1w7HSHnyH3480a9jx5kJId0MAaHm+CKuOHoILA9mhDD700Y9gdOOkJO5pCCKVSMOMRWRMrdlmF+0EfnDvgyhXm6jXa7jisn14xx23Y/7cLKKWgT07NkP32BmjaOXK4ZxA8fsffAL/9M9fgscxFcLHdQ1xHUgYHnLhkIisHYoeHU+6LeI2YrESNPB8/Go48a2YO/EMBjsnsWs4hYs2ZJHgGDTHRp2udJFozScCgCE0DPDiIXlmpYVXZhdRrDm4el8O/+vXLpCDvEsRrKPSShfnFzE4PIyIFcH+J47jocfOodhM45LrrsPzzz2JlGUK0Nswo+gGDGzZswtvvvlm6OEUqtUKVstl/OXffwGzM/PQWk0EvJZsymHXRyFuImEBbQZr6Tp4/ZhoXrJ9rNVsREI6UjS48eAtXD9eSY5F8941sHfvDmHeZtNJuW+qtaakGCtyIyeSTcQiYQm9YNevVKthfHID7n/qRbx87CwKsQCyZm/MUkKqVBEtCa4yqq1EACnWe2YkfgcWXRE9x2qdBzgRVn1xXPYdq00fuOmai+UahnVfNr4//N6zr3t9Xqqv4dc//QmcPHoGzVpLCpeG3UQsmRbWTLPeRnG9IuPpxFXwtZMfzMOKSqLtHW5kbJ+uMZXyGBnMi4ucoUGRRALdUkM4Pcrp6oMMMjoe1chbT9SSP+PhVYl5yp2kHGp0CVLgUUUbn3dNOtR8vDjuycOkTXcdD7vCdSJLEWg2mvIex1IxtEoNxMwIYskYZpfnoQdMhMj2FIeZLkWjuPCIGwkAlk+Fy4GhdZBNJDGW52GbrLEaik1geb0BK+hj00gKKQqVHQ/RsIkE74twWBiki8UKvICJ8UwcToDJvF2cWyjh0MkZaWjccO1OvPu9/xcSVhid1gqsxCi0yDB0o4sAWWAc2eQaxzAquyWFoLe6jPpaDV67q3iCno0Am1wu2zAcUeJVciQogkn2HEH3BgYQyG9EJzkCcGw+bEIzKUZymoAOSXJFXxsppOP1/HFbFRChAjF84Usq16rdrIEjopVSEd2VKuxKBUE2HXRDxunCekhCElyH45RMCfZR0Exxq3ZCIbR5eGfxJ2njKqSLL1t3q4h4BizXh85RzE4TZi6MwOgokMxAM6MAQ2cYpiFj8jxUGWrhEvOpYrPKJCTvTbcFza6h26ihW1qHV16C4XaEl8l9h2Nt0tAjxqHTRaAbUlzTjo9uo45qaR2NegUNvy57AsdN3a4jjmAm0fPQw0OAZ5ioegEstj2cqztYa9godmtoM/AvGsFIMoc8uVudADZ7FrKWhSjdF3Q2WDERwQnP9in6EwcQj0JLJYBIDH4wBO2Sq1/3M37FL+zE+kwFxekqmis2ui3utXTXkG1H4UQJXORUcQ+QEcGem77PN1U9FIqbdFkppjjHWJX4SZ6hul9kFJ8YCU5n8O9QVGESubg3DUlZD1ucNKkr1xxCsIJR+RzuGbIe0AV0nlNV1kn52mJD/rHR6f4aqoQEBbw737UqAZO9EA1hDfa+d4pxS6U6jszQhWDK3n9mroiBgRTyIxlhM4u7tecAJAaA4iWZreJqJHeYsSsM9aOwOl/GGpN0yZOmc74ngAjWoNPG+HAWl1y8C0G9q0KEGOAQSyJfKGB9fhELJ05Cc2zZs8cvvR3jO/ahG4zg5IljeOCeb6NWW5cU2h8Ltz5vHJ5IFsPQMDxcENcqHTGvjvESsyTMew0JAxiOGUgGafQOSCgjR/wpxHLtoiuPYaNc47n08kvwPSQWyPUNWbcZNOV0AyK+UVglMqXF5ocZxcx6G0s1H+nBcSSzWaSTcVgWGXht+KwFQdYkf/a1UPV+su6jY3pi86XYuvNymNEwmgy26HhoN4kC4TqnRB5e3z7ugb/mnnC+SNUXCXm0pzulwfdV2GdBGGETLvcnKAFfGlMUdbnviHufTQMDiUgKtdIaHn/8XiwvT8mkgmWZsCIJHDlyHC+9/JK4V7K5jLjDKJZR0BCcRq+h7ttMXXfQ6XrCvOTdzgCNSrmKWlsFEKr7RD1TfC1/+bl/et3PNz/hsQMHlUOzL1hTDF8rw27SQ0/UUw2nTx3FuflZBENWz12mxtX73PNXnZWmJdeCgiqRJCKkcDLN7uIHB7+Hu47cj0JuKwYjAyi1lzGzMg2z08R4R8fc9O1w9AS0Duswvhc6fMMBtIigKByngq6uIT/QRHPxSQzUFvB/f8zA4owNR9MxkAnAinqIUMAKGHh6fx2VShBbtk5gMDssAglDaBiU23fasW9ALnyxq2OlxpR7FynTxHguh1zYQFi3JRDQjMUV7mFgA5JbL0UgHBMHq/JB8FooXADXfb4nrE+5D4pLkYJb3yV5Hq6oP13Txyn0Lx7/m0LVgw/8CM888wwajZo0obZs3Yo3v/nN2M3QN8cW00UfJ0HruO7/OBriVdGTd9V5+KjzbxJlkO4BjXpibf/PlRCshFH5VW/SSDml/0/RVTWxXxPd+Myp8XvWdurP+muboKt0or4qmJ+fR6lYkcAgNppooKCrLGyE0Ow4cItLeN/Vl+DU/BKeOjSFVtfHjm07cdNbb8J9P7of21a7eFdiEveeO4jVQR1tK4AXTs3CISrEAd75nndi67ZtUhuyYcf3jMF1PAcyPKvRaMnXLJXKMgZ82WWXC1aB0wRsWDz5xBOyB+UyWSQTUXG/cg9k4+Huu+7GwsysjPKzEUhhNR7UcUkqLuPBL7U6WBOkjIVUgo7BNAaGB+VnKJ6S7AN+X0RC0by6fOo4Xt7/KEorM/DaHUFR8USRNk08cGj6DT3fH/zEr8BudbG6tCrrJ9FlYxPDiKbi4vY/fuw05ueWMDk+KSnql1yyD8ODacydeQG6syZGGWkckfzUVZ7d84VVmlgorvbd3CqUL4jlxWUEgiYuu/ZGJJIpxQj26GehycGSsxmdlBQt+bGPA6DAyLq+b4bo4wDkqCMOTxe/8+lPC3OWzSY2e+yOg62DKVy1ezNiZhBuN4CFpWWEA0GM5gZkDRIWtuOgMDiAHdu2YX52GrNLy8hPbMaJ+VU4IU4tWYiFgti+bSvsdgtf/NcvYGF+QTi3tWIRE0N5XHPxLni1InTXxobhUVx4wUU4duww0tkMxic3YmpuDg889iTqtotkLIFqtSxIkOHhIYQjFhq8r3QdyXAEXdtBLGRhtDCMay+7BscOH8MPnv6RTMk6gQDsZAzju/ei1XQxP7sMIxzF1NkpnHzpBeweyePibaPIJWNylmZGSSoZRTKVQMPXcW69hicOzeE977kT+XwK+WwS+VxcAt+6Gp3zISnNdd3Ev3//Pvzzl76GsbEJFVwX9BGyDLSqVSxNT2P35Bb8zJ23YiBjQXMZykYtIoKjU/O47/ED8pH5Mu/6mQ/hIz/33+G5Ph578N/x0sM/RFDrIhlnsJaHaGYYV93wVuy67hrk2SwayeL0KwfxF5/5H2iXVjBUSKPVrMsZKGyZkr/LZ5T3lxWhKSKM5OgQtu+9QDJuBrIFdAImXnj0MRSfPQjr2BSSxYqEZTaCAZQSURzrtDDftoX/S2csvTh+yMBctYqj51YQZvgrLHhNV5r3n//CP2DPnl1oN2t45KEHsLa0iNENkzh6Ykq0KzbMKGDPzU4LN3dHIYPi8hIyloUrLt0nTngJuEzEkYon0K43ceCF5/HK4UNyXpwcGxd3MgVYIxaHG4xIvs3b73gPrrjm2jf0jP9X/aSfCqv/ibD6s5dP4rY734XdF12IgMlNzcXc9Bkcff5FGaOIkDEkSLuubEw8GFF64nB1022j6Xaw3mjh5aMzCJEVGfRQgYE1V0fG6GJLTJdxD3FMnSescjyLmzPH/yhg0nVAMZQHWRYLTpduTleKCnGDUqSio84ModLsoFTp4Ja3XQ/T8BHq+sgnEwgEw3Dpdm3b4kZlJ77tuBgfzApndHFtRb7fE2fmcOj4HFLhAMKmCs7hhh4O6eKu1QWiHVQjs3LYU5xIHk45Eqy4s8oF0D8MiGuCPCAjiDWy2To+Gq6Hpu3i45/8CG592y3i0iyursEyLMQicWExERFQb7l4ev9BfP6LX8F6qQrLtPCOd9yCd7/3Xfjql76EN994NfZdtBOtWlXGHeiq4gLDhffk6Vn82ef+DqvltozHsMQPeC6Mrot4KIACOSa6C73rIEARgkID2YqhCJ6PXgvXKuDcyWcxhLPYNxLBvom8iEccH2CRS6cGO20cno2lUlKs1OplnF5s4NDsPGrtNn7mHRvx8+/bJCI8/7xVb4rASri1FYljcvM4ZuYr+Id/eQ4nzgbw3z71cayuHMbUwVmEYzGY8RRGN2/Gm95xG0LRGGrFNrq6i8OnT+KPP/tXKFWb8JoMEXCEbRnudiVQI27qCHUcEb7C0sHXhRdDsZfXkqFS4UBX3Cy8b3kwaXfJYQ1g247tGB8ZQCSo0Ah0vQbCcRHOfbchnWge2tm5bHe7WCuX0QnE8cjTz8BpuxiIBRHVWIhwDE2NLEpqKhGY4kbsBTn1QohUef/jKAAKq7wWFFb5PVTaHubqHVx0zRX42Pveifvv+iZMjY7VEP7n3W9MWP3wx+7A6tIK+xNSJFoEg3scl/BQXG2guF5DPB6TZ43mCB5A7WajN/KoFg0ZI+fINMGI/HdG8ghGwvCqLZjxGJxSTbrh7LISmE+OGZ9X5ZDoPycqYII/+04L/lrGh/im9ecloZycPGxbQRNRi8EkOprNOmyOn8kooxKyOaLVareFC1tIDaJWqsHVHASjIXiuwIpFNGcRyfuY14Vp8BRQyGtKhDRM5LNIR2LiwHf8NqJBYL0nmvHAPVHIIIygjJwylD5mBRGhK5wsJE8JSpdPDKPSsaX43lAYRaPm4sjpWay0F7Dnymuw6bKbYcSy6BZX4LfqMEIReZ9lFSEbtE23JZPpbXjr66itVuA0lVufCc3kgEaZpcaVUUKEKKySxdqUrqrPZM38BnipQSBKYTUsrhA/SE5TQPh8TFyVUcZ+DoMcKNWhjUEWSqz0oUtKsQvXqaFVW0WluIbKehHdtSrcWgum00FSCyJJXiodHBqdQBRiuUL4yPlBdEIGvJCBLrEOpgVd2HIUYSnaMwfNQbDrI2R3gFYdHd1FbCIPc2wjEEkBQUuERp/fO58t4eby3uHNROeSIw4DNbPrwG/X4TfKcGs1dGsNWE4DBr9Qj5tIMYU8BL5tcPm6uafx5NVFq1ZDmeNEThMOE7E1BneRGUt4Ckd+6dTk2h6EiwCqHR9LbRfLbRdVsq25PrJhEo1gMJVFXreQRghbjCjyVhTxdAqBWBKBYBRkfni0y7C7H7OAGJmrFkCcA51kOy993fXX0O4M1uZKMFoBhMBngyiMjggKfFbCdP365IMr1xexN+LH4+uXVI7+dkbhsisCAZ0+HN9XjD1FYGdQlThY+04mOlaDnDChuMPANwcBje5ehZYIBdUILdcEiph9bqv6N3oYgN7X5tosAgH33p7T7yfdY/1791W3ak9I7Qe4iCNdDshqRJEDakePz+FMrYxavYWthRHEB5NYrddgUlDqNRll7I/3vSRjq4AWOlHZ6KEQzWDFucUyiuWaHJ7osuwLvuKG7tpIxULYs2MS8UgQIVMXRhzdIdwDDzz2BNy1dWRjFuq1EsYvvgnjuy6HH86L6/OH3/smFhbOSAhlf0y4LySLGCZrqINMNomhoYK4xCgmyCHY9WA7bWk4U8yMaD4GwhqiuivvO8f4GUrBJmOMIQ3EavDPjRAiPBHx2dVlxhWeoyHGWkrT0fYMcX+g04TLQ3Q4DhsBBOM5xPIbEIgk0SC/vN0SjAGxrvC0WgAAIABJREFUCfKY0qHN9ZwNk94YLw/hbOyQT5hKjiOTG0XTaaCje8ikc4hZacTjSYXm6O2hqsGmaixejz57tf9wCAamlxZfbtbEsStIAL4OXUM0aMnnyOopwqra1ygikidNN/b01DE8u/8RBPQWTDY8tBCOHTuNe354P86dm5cGYjRmIWpFBG2UyWWQyaQxUBhAYaCAQiou+yYPaWSAi7OPUzE0BchSqvYbNpz638uv/spvvu7nm5/w6P6D0HsoAGkgdIHqehnthnKsrq7N4W//5i8wdeaU3LOxWBRbt27BjTfeiGw2K4JYXxykoMqgNqIAuC/0A6zoQH302MP40nPfgh7LIBSIoNWpQ/NtjJUXcUE0ggdeuRV2N4eAV4MRTEAP0CnH/Zt7NJEUXaRzMeTSRZw9+AJCziI+/t4Qbt6zjnCwi0TaheYw+KeDlqPhmRdMHDsTwHqlgdoakEoFpXkQCtFtrZiOkWgWJxYrePrkHFZdNq47CHdtZEwd775pH7YPxVGjczkUFAeTnh5D8sLbRFTl+s9aQTUeFA5CxFIR7mzlnpem0WuXRTV8X3PKS9uHfO0e/5ffU7lcxnfv/i6ePfCcCLTqfqWLtiEC6cc//lFcd911gjuTZ1hCMhU/9PxnnP91vgD6H90cbHj3zxr9v9//e/+RW7W/jv5Hwmr/vKLc+HSKqwBDqpCSBSFIAMVs5Wu2W2088IP7cGZ6+rwGB4dGgpKJECAXneHEdg1XTm7E3Oo6zjLJOxBErOOiUBiBlwgj3nIwUXbgO8Cz+jraSROrqxUV3OmRAR5BKpWU/YIft23bionJcWkAnjl7Fo8+8hgqlbo4juk6/PCHP4pqvSbP5czMNH7w/e+Li47Tlb5v48ILL8Qtt94qbNUv/+sXRRzjpJEwwg1D3H6bmKgei+F0w8Oi48hoOPd3vh+hoI59l1yMgY2bxdgTjkZhxpMi3EbbTZx64Wns3/8EDE2Nwmt+B0PJGB54eeoNPd+XX/cW0OavHLI+IrEILHK0eZ4zLUxPzSEUjMjaQ7FqcmISGzYMC2PVrc7Dkk2ZZ2YHpm6p8MFemJpagxy4HVv2I55jpWzyFDM6k8tjYstupNIZuf4tp9fg0gIwe+P/fBbZVBJWMBuuIqqq1953sfL3ea+HzIjUk5/5zB/jD//gDwUjQFclo9E2FxJ400U7EDY0LC4uy7Xct/dC5JKcKG3LnsF6nq5ArrWV1SXMLSyiY0ax1jXhJ7NI5HKIRiKIxcKwm3V8/h//EaeOnpTslHqlimwqghsv2YOtI3kxSXFv2LZtO9aXl8RV2e50ML2whEcOHMTcWgm7JibF3clnNUwUle9JzgNNDBabgq6LsKYjpll49y13YsPgBB478SJOnz2N544cQlXXsfPSK1G3uzg5vQibtWbQwOL0aYTbFVyybQxWoCscXO7TDJXkVIQdjOLY3DqKdgJ7LroAO/bswOTEIKKGjViIuocKcmXgsu4bePzJ5/HXf/+vyA4NSwORhhOaRGbnTkPvtPCz73w7Ltgwina9LFgzIqgMi/dRCgdeOY6v//u9OL20im0XXIpP/85nEY1kcPrEQTx299dRWphCMhZGueVjYHInrr7+Fmzas1Oexy0bN2AgG8EPv/NV/O2f/5FMAnO6mCiABH+m4lJfVmo15PMjiBZyGNu5TepZNva2TGzE2IZNMrXrra/h9AMP4cBXvonkWg1Jy8SSpeFUOoZZtmVd6kEe1svLMLda2DC5EcX1No68MIPFM2sIuDquuOpi/NXf/ZWEk/FGfvn55/Hdb38Ljt3BzPw8ysUKgnoQkVgU07NnsbyyiPe+9UaUlxbRLK7jjttvk2BzhoeyVk6YMQwVhlCu1vDKsSPIxBMYHhzE17/zbRyZOoObbrsDsfwgDh87ib0XXYxf+a03NnXyhhaG/x980k+F1Z+4SH3H6tc/9z8wuWmjpIRakRA8pw2t42J26iyOHT6KRqUixbLW5egcu1Hia0PLbcu4RNVxsWHbTjx54HksnppFxAyg2NWw7geQDXnYHg3AZDI6f8o4iUpbpEDIIlSlBJMHqsloHt0k4nrzeLBhcjNH7jgyRPefh6AZED7Tet1HemAUm8bzGE1HkYmkoDN4ggduGR1lui8PQm3ENB7QNayWi+ImYGdjZm4NQ6kITK2LlkNeoa9YZOLQ4QgGxRQeClUEDkecKTDaHfVrcSTw0MNDGUHu3Nwoqro+FloeGloAtucjkUrir//8DyQMzG5RHGTYkodoIqH4dTqt/j7K1Ra++LVv4NHHnpLRuk9+6pNo1mv4589/Hn/w/35aFjg6IhjC5LotBAMsGkMol5v4zB//OU7PLkoSvSRacqDbU8EsSQOYtDQkdR+mZyvXZigKjwt76i2okBG5Oot8dwaXj3i4aIhQ8awUiNVaHRq5JYJhaCObycqGU25UcOxcHSeXFqEHHNz5lhze+bZtCIej6Dgd5Txok0/XQBdB6NEBPHlwFV+++xAW1h38/u/8Ki7eNYnF0+dw8OVXZAP4mQ99FIl8QcIvmpUKNNPHgWMv4wt3/7uMCWi+i6kXTqC1UEEQvD6Qe4cBQgXTxHCI7Egf9WYL5UZXxh+jIR2m0UGQqctsCOg+6h0fy5UuoskErrhkj4yKEtotYxrxLDQG//BAyeRfQ5cuLQPUyKt55PkZ2K0mCnEduYgJXRwPbg9EReFHHdIFBdBzDCimoJpypKTIgz9vlbrtoUJRLRAQVyqxEw3O2WfT+MQv/xJ2T47jvn/7BirLS+Ke/a1vPf26l9nF+iquuf4i6S4mmOrJYiHG12Njfb2N1aWWhPNwZNTp1OV59GCgbfP3lcghYjHDrBxHzQJ3fJjDOYQTcbSW1mGlk/BbNtqNprw2svI4PsNfs8HBe125d5Q7Sg42r7K81LPTDytQI9iqWcGiginLDCdJxEzpiJZatnwLsWhUxlr53ZKJxETqXCYt68pysQQrGoXFgzRFArsjGzaFc2IOfF4vepYNC0lTx2gujVjQQrvVFiehEdZQbHqotZmY7WM8l0DciIprj8ZVNjVikSCy0RDyMXI1U8hFg8Kadhwm0weRiMYRjAYEPeJ0DISzKQQzdC6OwwhbCNKFrEVEYPKZHN6sA80mAkykL1fRXquj2+b7T5cVx3wZ7sRALg062T8cTbMb6Nh1lSKSHwIKo+hmstBYyPJaBynWKWFShSPJnLW6hxRPoDd6qwRqEbd5oOow8ZjCO0ea51FeW0Z5rQR3rQm/5cByIcJqQicbmGOvHCHsikudFy3ns4VtIhAOqXQvCZyiS8oSByOddV7bR6DrCN4DrQaMuInIxmEY+VH4wQTnihQGgN87MSz8ybFTXrtOE55dl8aHMOK6LWhtvn908FKkdhCiG6nbhEcOLUUYaiwO4NuATle6H6C+Ds/uyPhPqVmB7XfQDVAE6aBlU1ilOEm3MxsyXGyC0lhowUOl66DcddH02RSLiGuHo7qZRAoDVhx5K4bNRhQ5I4RwOIZgJCGufD8WRDduIBCLQ49SUDXFuepzjJ0ogO0Xv+5nvDCRlTGzDEOCtADaTltEYU5u0C1IfjfdpdRQbY62M9G61+Tsu5T6CxTXJ+61ryZO9ziNSlRVTFVhrOpqr6bAx0kS4bbK5EdXXFkUJmUugM0/5uHJWDj3egrU6t4T8UIqiV70ch8JcF7gT19glDHm85AAfQai4AN6I3NyqOu9VotCvm6iXa+g1uVIpI58LoXDi/NYJhPUslTitjTEOBqveH501ihRxZA9no7KUqmElSJRSG00GkwP59h6D2mi6ZJgm4oZ2Do5gqGBNEaGCiLC0bm3f/+zOPbcK9gxMoDNowOC76haI8hMXAgjPSaH2Hvv+TaOHX0R1Df5PvbFE3EIS9CNLi6XkVHijqSzIsJ3s9mSiYN2uyUhn27HR1jzMJI0kY9wv+sIPzpqkR8dQIysX5Mj4DoiZJkZSkA3JEiNr1k1zrlmcq2TppgIuwqPIMPlFKwZIBQIw0MIjkf2MNANhdHViR0x4fsK+8Dvk7UC3crkGHPKxooyGCMNRwvBC0SQyQ5ieGAEMXLchW2r0BQKhawmPbhGErFCAb3/g9dGaknDQN1uScCHYEko5gaIuei5eHv4CIaZ8fN9NlTQhevUcejlAzhz+hVprFN0PXRkCt+9+z6UynXEU0k1Vhvw4bZU85TiBJus5PBGoxSCEoKYInNv1+7dmJyclKAT7k1shEr4oIxMqyYrf7z/Zz/yup/vvrCqGcwaUM+S4WnyzDeqLdkHV9cW8Md/9PuYmZ3u9Up0RCIm3v72W3HZZZeJ269vAKATmZgECqp0phkhS3FwfRNPn3kKX37+m2jJVFpQ9hk2dq/VVrFN1/C/D9+JWjkLw6/AM+Oy/xqaCd8LoavXiTrHhlEHtfIx1JqDsKsvYWLgavzCzS/ixi1HULdDEihoeI5gMh583MP+Q7YgVnZNTmBwoCCir3KKclrKxJmig3sOHMf8elUEfg4Dad0O3GYd+ybTuPPaXYI14BoV8tuww3mE990hGByeW9jZVTWIatBxzeAZQRyryuepgq+EaUgOf+dV1ioD/ogAymZzcg1Z11FM+v73v4/7fniv4rv26r0+05b/NhFSn/zUp7D3gr0q8JYNIwa0dnv4sN79cL5A+pM3Rr+x1Iud+zE0U2/37jVFe9zwV12tvf34PMdqX1Dtf1RimytnBDUJwPe752ZlldRrSnAi6J67vofVtTVxQavXqu5l3+B5woSje2jWisj4Jprw0NIdZDvApkQW6cFRGIODWC6vYuHoIRS8EGZgo+S74iBlacOJEouNRTCIOCpnvI0bJ3HtdVfLvfnwI4/jwBNP4crrbsDAwBCOHj2Gq66+Gg8+/COkk0ksLy+hWq4IssfvsnnYEGfiRz78YSydW8C3/+1bCGpcD9km7cIyQ4hBRy7Uled4tWrAyWXhhUJwAgaIOagVV7B54waMjI/BaTWRzKTRNYnA6yJHNMD6Kp566knh6wsHtutgLJ3E4yfm3tDz/fb3/BxcCb8LIBqJS93N0fiF1XMyGr5z+x4MDo4gmUiLqD89fRajwwPYPBZFynKkPpR5D81DgPVXDwOiAmgpshJfQuQSazyeH7km0YDkIpPNYXL7XqRTGRFNmRGiGLwsLVWTUomnij8uAqo0mhW6i3/Oj7KnBvnfKpfli1/+V3zqU7+EEB3xARMt18VlW8dx65UXYCjNbAbFxeWZhAIv2bIDAwPicOW9xtfTsdviSm4HogiNbEHDiMqElnCR2UALm/jC5/8JTz/1DJKJJFrNFpxmFbs2DIm4mgkHUVxbFdfvSG5AnTsMHWeW1/DNex9B3Qtg10AGg/mcBPtySonbTzaVVucHagHdDkzPx3h6GHfceBsGkgPQxvOoOE08vP8JPP/KITlLN7QgmtEswvlB2BqwMnsWZ1/aj5ThIG0B2UhQWNwU90vVBppaDA09joqeQyRdwMDYBlx62QXIWS70xjLi7RXoNE/wydACOLuwhi985VuAodi3wUAIdreDc/NnsGPDAK6/YDfOnDwijm66mi3ThNt15VmKJLK46wc/wsunzwKxHH7rdz6HN7/5NvzbN/4FbnkezvocyiuL0ON5jO+8DKncCCY3jsvUCoP5tm4cgmeX8Vd/9vs49tKzyCfjGOSEn2WiVqtiaWlBXKuTFFBTcQxsnkQwGlONgHgSiQxDvhIwI1Exrs08tR9H/v6rCJ5bRSUexfGRAkq5ArqeqlsYujV6SQHDqQimXzyE6VfOIuArRMVV112ND3/so4Kgi0RjaJdr+JvP/iVK68zQAUrFqty7nKjhtFzdbmIkFkan0UDQc7Bj2xbhp9ZaLZiBDuKhMKJmXBzajVYLMctCJpXEowf24/DMPK6+6VYJzH3uuWeFp/yFb//wDT3j/1U/6afC6n8irD5177fQcdpIJSMiIpL9JyMjHRcri0sirpZWVhEQl4AHx7bF1UcPY8N1EM8UcMV1N+D02bP43le/hlZHR9kLSkJfSrOxIxmEyUOrsHzoHlSjwAyRUp1RFTBDF4EphzXlqqKAKXZsfg4LfhbWXR9GSEez08FSuYO1lo/NG4dx5d5tGIzFhU3SbDZkrJm/JmeHB2S6DqKRMIrVMl45ehxnZhbErUNh1eg68jq47QorlUKvJE5S9KSoy0MH3zwetDqw6cagy4W/0xupZHHQNUIiqtLNxHFRsl7JT732hmvx27/8Mbi2jRYP/yzt2RW1wooLpunChaw2bHzj376Dx554SgqDD7z//Xj80cdwZmoKn/2zP8AQXbc2x644bt9EgAehYBDtto+/+It/wLMvHRZXlxQ+PSGP7zdH4QshHeNhH0mPskAQnWAUZXMQC/krsbiyjCgPyKVTuGEzsD0ewACZtLaLRqst4S98L9qtBlKJBOIRCwtrqzh+bg1lu4FwuI3rLojjbbdsRzAUgeYF4bZb0hFab+l49uU6Hn7+LKYrDs6tN1FIZvHrn/xv2LNlK145fBjf/cF9WCvVsXPXHrz//e/D1q2b5X6sd5v44YtP4v6jL8DKpOGXWjj8w6fRXCj10AyKuUSGHB22w5Egwgz7qVdhN8iN4dijgYi4e5UAwIOAiyAWq4Sp+7j04t24bNdmdBpFcVzJwY+ic6chaZYscBjGVW/bWC4X8cq5Bk6/chgjMR3pMF04HQRN8sWEXCibsoxhCbNKPXBCkdBUcIF0wyl2aT4anQ4aDot1XSDsPDRTbLnhznfhTXe8W0S2mWPHMXXoJTRWl/Bb33j8da/NFFYvvWILxsc2ikuzWmlgZLggToSZs+uo11oIWRY6XkcESjou2V3m9WNTgqOu7DTySNskCoLBVl0dicIAYtkMVuZmZNQ0LqydBnyuHR0PHnlovbTtfsiA4py+xsniYaf/Q/AiIrDyQSMQne8jD7Ic3/Olgyw8SPIK/a64gzZms4gYXIVUUXl6qSqbORPqGy1yWiNIJyxh7dKx1mywqSCPsRSeUgyaBmJWSASFIJ3zgSA8A6jWG4IeYEc2HYtKsiUD4ehIY5EasQLIR00Mxk3kE1FkkxFp3AjTkk5by5KRWzZB0GHARxe2W0WDa0w0g2R6BJHMGKKDBQS0EFCzFWeVrt9qDe76Otyyi4BuwdU5KttBoN2BQaIrGzk8WNpldDj+HjCBzAC0wjD8dEFEO4PCKvmmQbrwlGNV1Hx1JHpNYO3PHvNaCVvUhucWYbeZOL6GWnkZlfVVVIsV+AtNapownCAiuokoc1D0DoIBdtZ9xazVDIwYQZjJIIKREMcX4JNDqZEFFZbGAy9C09YQbHkIMcnbd6FnozDHBqElc/ApCBtmT1glJ1a5mtkU0boN+E4JXqMOn8EtXYWnADnVXbryO8KIhdNSzFW3xXlAEVuZLuA7HF3nT35eQA4W1UZVii82T1yNz2QTdbcu7lseCCydiekhSZIPhkPQgxQ4fLgSckVEioZyC1hwPJSCdMGEMRFNYMLMisuBjbNwIoowWZ9x8lTj7AxAo/BMMUm4sbw+AWhbX7+wOjDEcAbeq1F0O47i1FHsEm53D/sSCso9yX2Hjaem3XMq9ZAcr7pDyaXjYcog40sheig+kDEu+A0KrByP4simoX6P+6PipKrnirRLrssqII1iYb+hooRDHogEnSfuMXVHyufLbakaLa9iKnooAt6yysmq1g819t/7t/j1+d8M0jGC4sok2mh5tYTK+orw0TK5QZTdFg7Pzsr0AUPx+Brle+FrEncu1+pew1QEVgjfuVyuoFxz0WzZqDc5rUHBXr02suaIICpko7jk4p2YnBhGOp1A23Vw7NgpPPv4M4K72Ld9A0byCViWgYV6C4hvQnT4AujhJB555D48/+xjcj9RzaMwTTemwiIA8ZiF8fEBEfLIhqTgRCZ4s94UkZcuZDLzZL1mwFU6gclUCGGiFyg2BYhTUcnVdGKFuS+Sncr1j/cFJ3PEacQJGLUOs7FM0ZwBTbyOXDrUAa83KkxOJUMLGfpI9nDAQpucTQqrPHBLE92FKWsEnzvlaibuyTejyG+/AmN7b0RXV4dh1cCmsM1GUhcOhXSfE0OeuP0EudRD6yhkBI3+HXH+sEZZXFiE1nON8rl1e4FTNOGzRkom44gwmAMhxOMmFuancPCFx9GoFcUBzFmAQ4dO44knnkG93pTJJNaO3MO4X/NCcBqH7z2FbBH+2FyplhFLJvDhj34CN7zlZuFys2GzPDuDgOFibKygmlYdCmo+PvDBNyasPvLMcwrR0xvP5t3erNRRK9VFsLObVXz2Tz+DFw8pFiuneoh92Lt7Ny679DJk83lWRtI44LglnbvSeKEzlMF5ZA2HLCxOHcB9h76Igw0NbjglzagcKvjYQBXB2Q6+dfoWnKlvAfwSukFLHItklrsax0/5/DBwsgStVUNAT6LWPoNQ/Hpsyazg41c/jr0jPCC3pFlKB+7TL+h46mAHoZSFoUwWGwY2oevbyuHpMhg3jEePruCRQ2cVqoh1FJMYNSWsxwNt/NxN+7B3nGFwfHYceIEourtuQcCKytrFNUO4ndIgVuIpm20UnSTQsBfsSP6moII4iu64eOihh3Ho5ZdlhHnn7l245S1vRiqZwlKxhD/9089idX5R8WVlceJX8qX2oejjdBxcf8ONuPjii3H8xHGp/ThmvGnjRoyOjApCgl9fnNx0wvLze+zpVxESPedsj0yv6srehIlKeFArp6orFQNYifn8b9XYl7H/XjiVYAl4rmFtStwP3wN0UbfbwiKW/i05nL0wOToMydx/5MGHsL66JtNxyupI+o4HP6DWegn5cW0EWxxfVuFFZsdDSjMQjsQRyRUQTsawVl5DZbkEL0Suc0saFbzvuL/zmd80uRGX7N0rTWfuN4lUAku1Fp5+6QjmTp3GjW++BZfuuxRPPv4ULr30Mhw6eRyLy0tYXltCrVkVfjnreyLq4tEo9m7diXPHT2Hq0HHE6aJksGWAhgtTpnJMTjlls6iWbWy/7Crsvv56CaUkMunc3BReeGm/7PVd10E0EkVHalMHF8aiGNEDeOqll3FupSzNTN2zMZxJ4ump5dddo/MT/p/f/SxK5TV4dGNbCSwvrUqQ1fGpI4hEI/jQBz4sDS6emVk3c49PM1Sws4JslJNi6h6Q5jm1U56bBeVFLEs/qIx7B+8JGpaUyNpuM3ivgE3bLhQUgKDMegK9sK25YvbEU4padK6Sg8m9V85UbM5JHU1Hq/pJHAdvTuJUPvSBD2Bulm7bIBpNB5duG8ft11yIjMVaOizorDMzc3JbxSIRbJqcRDwRFa5sm5kDNH1EEyg5wEzZRs0PyPi+y4kkIyjP4/PPPYuXXnpJ7v02sVJ2G6bXxVuv3IfJQgbV4orsccP5vDRMianY/8IhnDw+h8mRCewZHxJW6Om5WSy3KhIAZTK4y6QrVEPENNCtNXH9nstx+1U3o7lShTaSRWJ8EE5Qx2qpguVyDSt0MjeB2UoHnhUVFun82ROYO/IC9MoC0pYnAdNRCStNw0+MwTbzCA+NIxwbxMp6BYlETKZrdbeIYawiHajD0toyddbWLHznh4/i8NGTyKUy0Htr+MLsaVyzZwtuunwPps+dw+zsEuLJDMqVKopryxgayKAwOIKTs8t48qXDKNvAz37wF/Frv/4/cfDFl1BZnkMyEsLy4jxC0QQyA2Po+joyuRRi0STazTby+ThGBsM4+spjuOsb/xtzU2eQSTDg2sHqygqi8Qiuvf56jIyPoOV2odOtGo8hFosgaOjIjw5ipDAGzbBkTU+YIUzd8yM89/mvSajhQ3YXz+k0w8UREUyNjlDIRdCtI+q3sSEbxyUXbcGmTYOCMKKhjEYoTrrMzyzgoft/JCiPkBWHZyYRiqfRaLdQadTh+l24q8vSuBjOZbBz6yZ03Sba7TpCsGHxmXd9aVqw9plfmJfwq0yhAMTzCCTz0EImysUVTE+dwF995Ttv6Bn/r/pJPxVW/xNh9aHvfQ1mUEM6FhY2is9wD4p3UpxqcOpNTJ88ibmp02hXSyJyNNp0eTaQKOQxsW0XhjZsQNNp4vHvfR8PPvkiGn5IRIWs4WJjRBNHnhJL1AgX/112nllsBgwFkKdTgoW/4ACgwSZ3i7oED80sbMnaYuESCqDedrFW87Fme8gVMrhiz1Zs4YKkBUX8ZFonFyOOP7IzwfHyWMzC4vIKnjrwApZWS8LZySUINPfQsNtSPPPAxlE4Fe6iRk955hW+JGuKbheibYqwyoO+8od2NA1lGJhtdFHleyc8H0OSrj/xCx/F+95+jThM2OHkxkQnDAt+doT4Xs8vrOOBhx/FgedfRKlckddM1+rZqWlsGBvCn3zm92TD4UGP45cMi9HpriPjxQ3g8//8ZTz4yNM9YVUdQqSw4vsNTQLFNlhdDAQ40GfAMRJYim/Damwr1tbWMJDPY/Xks7h2Qxd7UkCcmwkLOyOEWCwth4pyuYggC094KNVtzJdWocdaCJtFXLwxgevfcrkKFHJsGEYUU+c6+Mr3X8Yjz67BjYcxcfkOnDx1CjsGJ/DJn/0QIpqOR554Fnd9715UW11k81l8+jd+FVs2jiMRi2KlVcHXn74PJ9wiUpkc1l48g2P37Ydfc34sAIkbO+/JVCyKVFCDVyrCr1ckrZrjEGEKNzKK6Iowr4ciWG92sFhzkMrEcOdN10B3auIYjYRTsKw4XLcuThge3qJmRNIbM+NjyG3eg3/4kz9DsFZEzKQwwK4rr4d6ZtSQO93ZLHSU24cHSwqUwjcSYVUlZFcpXEsWCp18Hnyjg9vedwcuvv5GDGzcJeLs6uIiQm4bs8dewc/85l+87rWZwuoNN+7Flq07sbCyKu9HIhJDvdzA7OyyHPjMiCmHh2bbEe4RnVxug/eqK+N1LJYoQNRrFRG3eO9mB4eQHhrC0sIc7EpZXDoUosWl6yphVRWKDsH9AAAgAElEQVT5CgGi+I0ULdRhgIdyMgJ/cvRVxvYpFPKu1clYVeIVn2sJuOLzJ4xHA4OhELYO5+mRQDDo48x6E3OlNoJhNks42qMOVRRD4/GUsAPpwKYoJs53ikcGmzlKROKqw+9Rxmp74H8C0GPkANN5SN4gmzsaBbcuMjFT3M7ZeAQDMU3EGslOIB5A56hMTIVDURwJhgSpaTsN1Oh4cynGm+jEExjasAlDQ2OKScl/v+bDXZ6Gu1qH5rErTX6hBoO4Et1BiN9rx0PHrkgDokPnWCwBvVCAlsojEI3DiEag8z4LkbEakPVK2KQ9p6pC2wqsVLFK6cLggdZrodMpwXbKaLfW0aqto07+aK0OY6mJZqUDvx5CGGGQsBcIOMJnonObYhsdBBtjYQRjZIky8d6ET7FFo5uNLkbyFn20WkEEal0YDRehkIZgIYHAYA5aMg0EwyLGcpSIiy/daXSKatybnAq81rq4UzWbkwVBCcoRN5a4nF0RVAWRIAJrUxyxfrMFPmxeS3LmlGvfozPbBSc3Gg7Tvekgr6NFXiyRHWZQRgVz4QiSkbBMHFAslveTh1e6QYhN8HTUbBdzdhPTbAj5kGTRTdHtsKiyoIJkJoXU4AjMRBKIJeCHo9B5v1jENZD1S0dxANiy9/9j772jJDnL89GnQndVdQ6T487sziZpJa20CqtVDkigBNiAACOCCcY/2z8nbO7PNlwcwNgIfG1MNsk2JggMAgQIJKG8Shu0OcyGmZ08nVNVh+p7nvfrXgn7+J4r/clhDnvEjjQ93VX1fd/7Pu8TXvIad0Km+EMmomEZ3jEBl5+wzl/NHYmDiEAAIQYp6ZowVss1rq2O/UbnrBAws9mQJHkClOSDS+q1hAh1QE1N+Y6T7UgJvcj8xZf1Rf69nfQVOce7oVQCYCqWp4Cxsi5eCGWR78uQUdmFdEcAXZDhxYFVZz1WxTdTRUELC08zENQDCNJXNBnDkZkZLM8vSRMyMDqG+WwWJ5cWOqxZ7nOKDap8oJXnKgcEahKm2JHcA2kFUK625JoVK64kGKtgQu4vAQkBHB/pwTVXXYqh4TS8Rg0nTs1iz3MHkZmZw7reNDZP9iMRoXTSRKFaQsFPIj5+KWJD67DzmSfw6MP3yf4q3nW0rBGppho89fWnMNQfF/BCAEU+qzXlgU01SRcU5/CF95QA+njYQMIhmErQlB+JQKkuLBwyjcly5NCR/56DMdYUjkOAjX7Cig0k1gq8Lhx0i5VDZyal6KTCFud3/baOOu2i6VcsJHgFlgQCfCZaAsRzOMntviE/00bAiiG2aQcSm6+GafehXfWgcTDF38X6icBAvSk2VJLV3WEFdp8z9ZlVAB0Bn507n8Ls7BnEIhygh2AGIxI4p6ozXk9eK9pPW7IPL6+cwvLSaQFw6DXPTYTlQaFYFMbPajaP5eUVFAolLGdWpHbr3hN6TIr3q6ljamodtm67EOdfdDHi6QFkclXMz8xhdf4MptaPYO06phYXxa+eIPyv/frrX/L65g88+MRTajjWAZcFWC1XUM6V5froTQ+f/PjH8OjTjyk/a1+pr+gfSCuAcCwiqiyeA2vHJzCxbgr9AyPCxDeCBhzWAIaF9sw+LC19BvefKWNPfQhmwMG1kaO4ZaiF/F4DC49P4YfGuZgxQyKDpq94MEh1k4Mg9xuGqnE98dxunoRfzSISm0CjVsDm/mlcsXEa28YNTA240PwSdu0P4OCJEJo8GwINXLThcnjNojCRg6JP0PDD5xbw0N5ZxTqV5qHjx0wPXa2KN115EXacM4KyD4R5DupB1Ie3wYrElQxfIwOvKVJo1mpyznf2K7HT6IQlmVQxdKxyvva1r+Hhh34uz3yDljKGhgs2b8a73/VuFP0m/vIDfwW3UJZtgnsrX5teu+IH7wOhWORskCkZ7xw4s45KJuNiz3DdjTcI05HyY6mOOsOCrg2BnHmskVTpJICbVE4C6Hf87sWK7AUf1Rf7o7Lu73qpngVYWdNw0iCWSC0Z6B2aPYnnDh9A1VfWOiOpPgzEUypIMGig5Faw7+B+NOotyXMgqD0wMIRzztkCG1F5Lb6fuuvBIyu61ZKg3VAwIKF9vBZkxBOUdFsN8WN84slHcfzEYUyuHZezltLvZHIYk6PjiAUtVItFpFMJVNwKVqs5BCMh5LJZ2E4E52+5AEeOHMXw8CjGJ9aj5tVw9MRR0C5//5GDWM1lZM+yYIK0FaNaR7tcR3FpBeViQX4/eya3WhaFJJV5DEC1+3ux7oodaERi0jPWamUcPn0YBTRgE2ys1+kejXirgSsiUQRXsljy2pjOl1Ep1xAygaip4+BC/mWt73f+/l8jFA6gr68PfT3DKOfLyKwu4PDxA8LmHRkckj2KGR9k9vf0pJGwmSVyGo5RFRakYvgzrFV5CHcZ1ioAjt9vyrCC+3WL9V6rjprLwL0k1m24EOmeHlXD8txr0ISgw45nQK1N3+aQsoNgr26qwRzrdduxEbQ4NFcKFv43/CIj/Pf+1+/gq1/9qnhUN+o+RuI23nL7NRhLOuhJxNHydczOLcveyoGuW6siFg8jmY7LRLbh2zh8cgbPT89guexJcF7FI0DsytqQ98Gz3zRRKuaxtLwkgD0twSb6krjsvE1Ihy1wdhY1AgK+1apN1Gp1bBqZwvmjGzBkGNh3+CAe2vccDpVW4IaCqBNDaLcRizuiJBuNpfCuN7wNY5E+LB8/A2dyEAFK0UM2AkEHZiSEphXAQkPHA3tO4rG9h6DHwwiQcLIwg9k9j8NdPQHTzSEZshDuHYPRvwmxkS1IjK2BV9dQrOSxuLiAACxMjo9gNNlEsrWK3lYGERIYwnHsO7mAr379O3CbGqx4TM7cpVMn8Mrt5+G2a7ehwqF5rYE1k+sxNzePhdkZIcw1NROHZhbx/QcfQ67awKWXX4f3//nfwgzGUWUwLS0gqjUB8SV8mhYQIdplBXBq+jTiCQvjoxEsLezD3InjuOcb38TsqdOy3smovvb663DTK2+C164jk1Fe9LRzoBJo7dpJpEcHsTizhFy+AtOyMdLfj37LwaFvfx+H7nscP5xZwQO1JvRATM79RrOG/riJsYE++G4BEbOGKy/diMmxFEIhpUhRQYAm5s4sShBbueCi0gwgOX4OWnYYM7OzyOazqLgegm5VlFis20cH+7BmsEd8woO6J/sAQ8BtArNBC8vZjLBfx8bGYKWG4BoOrGgMsVgIhUwG7/2zv3xZa/yX9Yd+Baz+D8DqT77zZSlIk2FbADv6RRGOo+SLkgGLEkC/hcUzp3D88EHUax48V0O0J4p1526E2w6gShZI2MLqiRP4zvfux4GjZ8QXtd/RMUbikq4mbao6UH55DVp4sRhhSm1H8sVmTPxUuTG32qA7Fn9OmjuCkPTSEomWhTO5GrL1tkhAdly4CRM9KUkx5AbPBouTfB5Ebq2GZpDgVQur2SyeeGYvqqUS4o6JuB0U+WKp6sqUXNg6wvJR7BzxlpNiXyViEnSm9Rj/WzZhNNYnTb9KCbLnY7FuoE7glHK4NlMFgQ/933+OrZtHpDgXz2n6EzUVO0Sm6JqBY9Mz+MhH7xbAl5MeerEyZKXdaGLrBVvwgf/zhzACLCgDMMy2hMWwoWWR2Gwb+NY99+Jb/3mfYgF3AK4uuCpMnLaPHrONNY6PsOajEujBQuoirDRsuQ/heAqr089iayqPrX0G+sMhaTAoow6FIvI+3aYnjXQ0EkamUMfJpWlsuiCOVKKIjT0aLth+HZpuSZhX+4838dFPPoV90xU0zDYSE30499qt2H/oIC6a3Iy33/IaJIOUEdTxd//wKew9eBx//Md/hJtuuBrZ5TMiqT1VXcG3dj+ERm8Ujm5h1z0P4szThxHsyO27TUZXrkKZRSxoo1XIQitlEdMaiAQUqOw1W7CCuvJ+04PIVZs4U/MxODGMG3ZcCL+cQ0g3JFAskejBamFVbBfoc8P7W2hqOPfyK7H2vK341he/iGfu/xGIHTWbLhjJQ2kMGdJdMJvAIZtvtqKmyWZSeeLx0Apa9CeinQVQqLfgaiaaeguXXbENr7/rjYj2DMK06XfURqGQRyJkwzE0bLr0lS95byawevurr5MJYCHvYXJqGKtLWdRKDSwvrcBiyn3AEKllsVIT+aw0CpWqeBPTVzJIc35DQ6VMLzsVqBTpSWFgzSgKuTzyC8tyDXhwCVQi3nJKftRlU7wArHacFtko+2TG/+JHUpYACsQhEMD/mq/FKTtldC2tIeCcQ2ZVy8OanjQG4yEs5vLoiVuYL9Zwqqhkd5TFahoZ3Z5MOCkPJnvda9BOQAX0EByRIB7eOwLBbP5bZMCRBNmQvShEUMoKiN8r77NJ79BWXYKt4iEGxAQxnqCtaVhAVV4Hsl8dO4REOEa9OUzTR5ghALYjslwJm2iaKBZLcr37+nvlGnOw1A5GEfRsaFUdzWoVmnzmUOdCufDJUqsyEbuIer2GOruKeBpGXxKBNKW2ERgE7uilR9Yq2XhkO6m+XIHb7HgUnK8+twjcyfR34TdK0tw2Gzk03Bzq5Zx4WZm5Cmq5Flo5DWY1CLNOOT+ZqgTWACcMRBMWJuJR6PTf5WApQFA1gBbXLP8IAOOjWbXh5z1oZVdCdpyBJIz+NLQIgdWQeJCK9L4DrMoBQFl/NYd2JSNhXxobYQJLgunxQSLrpimyOAkCqzPQqoY2VQIVAqseWkySrpERR4a2Brfho9LyUPAaKLotFBpUFOgI2xGkEwn0p8JIxyw4Fq0VGKil5KTKSLkBiSlt6AADrFplLNeqOFFtImuGMBhaCwsM9KlioCeNnsERGJEIEImjHUoqYJU+uPTp7EjPsX7LS17jHBwQ+IxFowogJxNKPFUVyMUBBoEEkfEFGOLWQoWsj4byzz7LDuW5J/5yBN/o/8tmTLFNqSaR85DS/k4wFplqYg1AW5YXyfQ7eKkMSAUwlYGlAmhfAFb/O5hAyIOv/wKsqliqXUCh63soIKjsER2GO0FA04RlBmHQhsCxMLxuLSKjA+L13Wy0ML+0gmf37UemVIQtShQFqPK6yXs7y4bl9VAAi/IWb4oUkcAqk4SzxTKqVVdYyFzrfAbZCI4N9eHibecgmQyjWMzhyNFpHD1wChFDxzkT/RjptRG2+B4tAWtmi3WYvZvQP7Udh0+cxE8f/DZyCwvCfhKv484Aio3TQH8aU+uGJSCHMlDlJWvKUJoWPfL0dwCOrgVNzGgjGiSbNqzSccnQ1xnwZEqoHpk4HCjxTCRrn2A6B9HibUkwVhjBismrvFMV25jXS2WM8T2y9gqJtzJtVASg6gxrGgRvORzpsPBCNpsWE9miK81fbzIEKxRFOz6K9OZrEBregLZvQSf7nXeI9DlQqm0LWNAFh168OJQFRCdgp1TC7t3PYGl5XoY7fD5EYdTwxbuPf8gGWrNmEoeP7Jd9bqAvJY2hZL7wrNGojAoIOMymnQxJntnFko9sNif1G0GymZkZ+f72HVdI0MkDD/xUrt25555PTi6OHD2CyXUjuOstb5ZAylw2I2oYeo/fcuvtL3l98wceeGKnPOPdmodexrTeKWVLAqyafgNf+vSncN9DP4FGZjLZZKxLOuuHNTRBPN5U1q2Ta9fixptehTVrJ+UMoKejDgeVuRPQSx9Hzi3haydjolr6g4vyiFttVA8GkLzXxuP1cXwjuRl1LYUagVVT2SZYehQ+Waz6Kqz2ItqNZZiNVaBFFn0T1VoOnGyNhFq4YksAr7nBR6vawO49JpYrQKlWwSuvuQ1t1h8wYXAf03X8bO8yvv3gHmXNIF6lJE4o1nxbs/He19yG615xHZK9bLp70aQdV72Kw0ePyh5HBirDYmRQ0fG97e5X0lt09i4mWPN5f+yxx/CZT39apLSSLSEu5z5atSpuu/02vPK1t+P9f/x+VLNF8fPtWprwYST4zT/xcASFQkGCnvg67FsE5O2Eqb3zPe/G5TsuR7VWk+E1wUlKnGhj0SWlSi4j31/HdoTgqoR3dqyZuoOX7tp4sacqGagvBlS7/5+vxcExHaeqehs/ffYJHJg5iTRByzXrsHF8EjFa9vhtzM3NCNs23RPD+k3nIBRNIZMvodE2sO2Sy+DbTJFvKKudNus1Ew3XRTa3Kuo2+Wr5AtJRDcXnTAs08NRTT+DMwilMrV+HAgNqV1dx4YXnIrOyAr/OO89zuS7nesRy0J/ulWd3JZsTa5LTs3NyjaKBuLCtGRpJCW+1XpP7vCY9goHefiScCPS6j3KugJX5Rbn3rElpr8bU+vzqCgqrKzKoXmx7aMbD8MN25z750CzWsxoCBKS1pnhkXpLsw0SrjlOnTmPz1bcg4/n44Xf+E7FAE1G9ieczavj1Ur/+z0e+gmKpgMHBYaxZsxa1chknjh/E6FgPxkdHZH8POWH53M/u2iND37ZLwD4DW/dUgCfXBq0AqMZh3dyxrjhrA9Fi0j0VIexP1aCBdXU4ksDEui2IRmMI0qbKDMjAmfc2zKR28WRWlgD0e1V7CoNmlfyfwK/FoRw9bMUy0BP1BGvPv/vox/CBD3xQgqUabhsDCRtv+7VXYKIvAo7MpqdPIpcpwA6EZJ2QbxxLJtA72CdWgY/tncbB4yfF51uzHBRJTuKaZh1GfKDRgmM50pOy5qm5NayurKJcKuLCc8/BxrVjqGaWJW9kKpbCxMg4psbXYsOaKVgtHd6ZZXin50R5+cDJg/jevqeRYY1jK/VuwjIwZARxxyU7cO7oOrilOkJhkhhSiPYkpa/ktYok49AdG1aqF81wH/7uy/+Kn+7dj+ELdyCR7IFfWkWtMI9GdgGtah41P4i8Fkfv1FaMj42i3GCfXESGGQxVG1PDm5BIGki1s+jLTSPmZVGplbFYqeHHjz6F/adWYSeiAhQvnZrGtVs34lVXb0OrWpSzKxrj2myilM/JANBK9uDZg9P49k8fhtsOYnh8Pf7ig3djzdQWFDPLyGazstf09vbKnkV2crWYwdGTp8Fgz6m1o0jHgFPHn0PEMvCTH/0YDz3wgJBNLr9iBy64aKsMSKwIVbrsGw2xEEgmepCIp/DIs0/hZ/c/hFrZQzgclV5n/fgY1pkOGscW4Ww6D97EWhQKLuoeweE8UnETyWgY1VwG8yePAF4BtXIGGzePyrCQfSKfycxqrhN2GcDJ+SJqwSRml4sSjMbhFcMc9U4Ic24lI6SLydF+JKI2olYLEebJ6PSYV1gR9ysOIugPO7Z2CudcuA1lr45soSR7+5vf88cvdXn/Uv/3vwJW/8vt7Xqs/uib/4J0Ko6YExT/T4KdEvdDcCIUkoUmnlZ+G/v278Pi/CImxyYwMj4kko7Ts8uoeh7Wb5rCmZlpLC5k8Z3v3IdCNoeegI4R20CEjFVhntKflH55nEapUBwOoYXeTbCjC6xSXkIWAU3WiV6CjQCZBW2RIPI95usaVtwW1m1ch03jQzKVCDqOLDabcic2Px0vpUKD01IaY9exsJrDgX37EWPIBFkVmoYyU8zbZC90JMHCmlFSPPFOJSuLHq8+4DbJTuSRy8KHbFUT+VYb856PIjh970iO2g1pID7x9x9GTzwo8g0CVWyKCBKxgRPpBQycOj2Pv/7I32M5k1Ppr6pbktTwK6+4BH/4++8VhgbRkaDFgCAGhSjmCNMDf/7zx/DZL35dPt+LgdVuU8qftdo+RhwN/VYbJWsIi6lLMbe0jOTgkEguvNxJXD7awMZYExGCgPTKdBuwGbAlsnVXisCgE8FSpoRTC6cwNB7CWL+PyyYTMBIEn0zU9QH81Sd34qlDHvQgUzjrsNIhrLtsE07OzuK6i7bj7TfdgTAZyXoQ93z3PnzlP+7BRz/6t9iyaQoNtygygyfnj+D7R56GZxuINS08/m8/QG0uL8yk7uc6WxSbJnoY4EM/PbLrqnn0GA3EKf3hZIuBLm2mUrNo8FHTDPRPbcLr3vJGMeN+5AffR0w3hKEWcGyRGVRLeZGVu7qJyNAabL70CkTTSRx//nl85ytfRn5pXmTmZpNecorBo/IS+P870laJ55ZJggDllOLxGrJTXanrWK66cHVg05b1+O3feqf4vkbjvYBmSyO1srKCEP1RIyFsveT6l7xBL5ZX8ebfuAPziysirbKdAHKZLGpFD7lcRczjWaTUah4KpYqwRS3bQqNaFbYWwWJhK5k6vHpN5NfEy1h0Dq1dI4VNcSkDvamYCnxOPJcHE8F/8v5eCIcgKMnDUMYVHZbkC99TdiDSOHXsQQh48HvS+6poX7QN+rMxFIvvQ0eY4VM9PfB8A6FWEbFwAKezHuaqbFTqCFkhtNpBkQgRCKGnHP11uLBNioclZbkjeSa4KgzbQCd0qyngK4EJAq/S1HZ82ljE2QFfAtSSsTBiQVekyA4DQci08eqIReKIhyIwSeXRXQHrIqaNqG0gHFaFqq0FJVBgJZ8XJiHB30g0gKjVi4HkJBwzDq9YFqsGhjz4zRqalSp8Mg6bRbheBW7DgB9Ow+yLwk7HJB2Za1QPOjAYPCgeqx1gVZAIYgkt+PSaY69OA1K9CqCMdpv+z/x9FbRbBfiNPJpuAU2vAqOUR7NEFagGLa9DLwNG3RTf1wAD4MjajQUxFk1Ao4zUcGQowZ1SQIo2GWsqnb5dNlHP1eAXqrCYXj6QhN3fBy3M4CpLWQGQHUFgVbwveaPqaFeKaFfzEi5IyR5lx+LILRMuAoEEOuvw6QdMOwCX16oGvexC52CrUoPvKpYMGaqUleXrLrL1BooeUNOCiIYYQpXEQCqBdCyCUIh+r0yjpUUBDUOVJ63Gz8F9skxbgiJ0StdqdUy7Hg4TFAgy7CGMZDiGod6UBG3QBsKI9UCLJKDRS5AhXWSqEljls7Xp3Je8xjeP96FQKkMnW4rNbcMVwIhWJEololhNagAVlGffbdB7nIFjvwiKcpBAxrqwS8VLnT9H300CpDIzk+Ga/CErUcA2Bc6eBWg7gVgCrBKs7YRKvcBYVQFHv8jSUk6CAnB27Am6QGr3v+v+XSwJxDaEIVhdrwENDr2xCfRbFi6+cgdqYVN820qlKk6ePoPjJ0/BrTdhUsYvIK8a4HTZqvL+BChRexTrHQIz4mVa8wVkWs2XBGwlsCphbU0IYJdKRDDQn4Bj8TVbyGVLmDm5jKQTwKbJHgwmA0hFbERDcdlvFitlVAP9SI9ejpVSHT/86bcxOz2t2LqGf9YCxaekNhbB+RdsQDjsSC2mPjf3bBe5QkFCeAimU57b/TJlfzKVnJH3jA23DJE0OAKWstYiYZrAKuslgnEq6KfLMiaTk3uUYahQQqpCCI4qUFr5ktIvmg04Ge18lnh+iKWLgKFkQGtyRmi6j2QiCitgY/rMKor1JjaMpuGYbdTsJMKT29Azda2sGcOgMkAFkdFmQA5TCTZ7YQignglVk/IhJxPN8yqYPnEYi4tnEGS6E+0wWrSuqktwKcGJeCKOJr01xSaBz7EahipVlPICFzsGDnWo1hJZtN2xqeHBx5mOJ0BqwA4jm11FqZCXtcEzYd+efdh/aB92XLMdl1x8qQooDQTFc5zerK++47UveX3zB372+E4VkNkJVRLVkeuisFIQVRdBim985cu45/vfUR6EHOTK9eJ1ZC2vrC1YbxNQ4bW44qqrcOvtt0Fn+I5JP3oHxflFNDN3I2ZmcLioYyXv4eoNAWh6C62jbVj3mchnorjXGcXO2EXw/QAszUbd8mE4ITjeLFB5CsF2VoHsVFe1GgJwM5DQDvfAb9Tgey1ccX4G128wsXKqjcUS64sqLjh/O8Y27EAzmJRnNhKN4bs/eQz/8e3vw+WQ21RSZWEfAUhoLfzub7wdN975FnmmG24ATx0+iPsf+T6OHTsq15r73uDQEM477zxMTqxBmEnWQVr6dCyzOtJnntscLHz+s5/Hz+6/X0AjATY7RAqCV+Pjo/jg33wIzz3+BL76uX9BgUPaTiijVCgMtexLy5ndZTZzRiCgl98WCw7WPlPr1+Pt73yHpK27DU95UHM4wnsk76ezP5JA3xk+C1gmg5Qu018NHPj1Xz1UCQy8+HtdBiN/B3+iqWt45uA+7Ny/G3Wuf+hI0ie5xqEtCSA+KtWyvO9zJqakXmXoDwkD+UJZ1Iy6bUgfIuuSVkC6+nu1ptiEvBZSv5HowdpXQlw5ZOPewf+vhrsCOPtU5SgfbdZYwqwlgCwqM3VG8ZyU84pKP/ZidWV/wFDlnnQfrrvhFRgbGYPpcdDZsUWgn68w7ylPV3UnK5JiPoujBw/g9PGj6EmmcO1tt2LX0f344QM/El9lkou4rjiooyWVE2jjkqkprLHDyC1Mo+QDG6+8DZNr1mP/Aw8iWF3G+tEEfv+L33tZ6/vuL/wYx49Ni91MMhFHxKEdTxu33nQtRkcGlA1Jm0qfGn5w330oFXJiiWSZrvhEUjnZtWoRt3MhLigbCNbT8vcmh9F8Dg2xBSFrFRwMxtLoG1ojvp2GyPxJprAQiUQQjcTE85RAG59R2yHgyKGimOMKO5T7q+SMcM8WdiuVYCpr4l//9d/xR3/8PukFDMNG2PRx9baNuPicCVHzlHJ56G0DoWBYwojY/zAM+cwylaXPYu+ZPKLxBFK9fcI8pGqSln4EbUW10VC5LzyxxelKBm0mdmzfjpGxYVgBHfn5M6iurGKLHceN269EImCjniugkcmhQT/OpoucW0U2ADx+8hjuf34XGmFHBo+bE0lc1DeKEVjQ3Yb0yqMbN6JBglE8jlq9LrY1oURMzkL2JLTlOl2o4uPfuBfZyAjs3mHqb+GRIclnnzYmmomC25CwtH72zckoysijUMrCr1gYjA6gpyeO8ZiG1T0P4OTuxyW8N191kSnVMJutIBi2kUr1YOboMVx+7hRefeN22PWaDDmpzOvrH0CbADqHFKEYvvuzh7F/ZlGCJy0nhff/+UfRP7wWfoMAO4kwCkxkPcF7V23KarUAACAASURBVC+sYs/BwzjngvMx2BOHVs8gszqNgwf2YvrYMZTyRQlvvPTSS8TWZTW7KixXqkKEnNNoS5jhgf1H8dSuPaiUq9KP8VxgD0Y7iqimYdv4enzkM5+HPToOypjrLVcCw2WqRZC23cAjP/kBHvzxvZg/cwLnbBxHJOwIWzoaiyCby0nNMjI2idNLFTx5cAYLmapk5LCfisWTQhzi78+u0P4uh1AAiIWDSAaa6I/HMNw/gGQkKkNQ2ou4daobNFx6ycV4xU03wrBDODm3iIWVLO787T95WWv8l/WHfgWs/n8Aq309SfESoT+JAJ58+Os19KTTcJstzC4s46cPPYrn9h6QAv7cTVO4/hXXSBN09PBxkbdv3Xo+js8chh0M44lHn8ZP7n9QWH39VhApyrxAD7DWWas/JbkVuEIxUnUW+4YAmSx6m5Q+8DDnwQAIsMoFz0Q6MjNX3AZGNm3GLbfdilOH9qGZzykwtTOFpkxADhJKVfga9FrSTYSSvfjJ/ffDK2SQchgkpKNab8iEL0grAIJfIh1TjSHxXFoCiDNcW0ONF6gLrLbJRzKx4LWwWPfRNCPc4mU622pWcc76cdz94Q9xBiv+qFzo4h8uoQqcuDMY08bBw9P4u7v/EdkCjZdZdChglQDBa15zM9759jcLS8I0yDripI4sNsVUIcDw/P4D+PtPfBb5QuVsI332drPR4VtvtRA3NIxEAqhH12DO2YTs4ioGJ9dKwzkQa+P6LVFsShk49OTD0BsuIpxK0vZA01Cq11DjVMdt4+TMHPJuWSbVTCHe0mOhFa1jdNMonp8Fvvqjk6hoSszFa2fGgxg5bxIL+VVsP3cb3v3KV6PPtNAyA/j8V/4DP/jJg+Ipe/stN8IOaAjHwvj6Mw/i6cwpVBseEhUDj339PgQ9JdkW6W+HaSAsKMNELJEWUI+G53qtiF5LQ9rSEPJ1uGQK6LRapK+ViatvvgGXX3sDeoeGofl17HrwAWSPn5BiHgEVQkVmD4GK+MgYAr3DGFl/LgxbRzWbx56dO/HN//gmWs2aJEbSdsAgv7orteYAgA2A+NIpxbWEf+gBeAyYafnI+AZKZNJGQvid3347rrrsEpTLNSRTgzBMSxpWShPZwNIf7pLLb3jJezOB1df+2k3I5apI90dRqbpyfTg5LBY9RGKcHuqo1urCJCKz1rFtkUqRWcjrSnYf5Vychjc6z5cRNJEaHpD31uA1r1QQD4cFsVhZySrGD4tTAl4SHMF/RdN7xUBThT8BCjZ8IgJWwKUwNpQ0nV6l4uMkpbBiuBG8ZhABC++GRh9VA4M0RjcDWMnm0RsChhNhzORqOJ2rodYALDssIQVsFDiNlFAaepnytTt7jQgEJWCH/scEblsCgHAHED9JGZYQICVISEDCgK2TNaGhN86ClP6naijD1yI4JWwvWoIE2wiFDAELjEYLgwTs4rawBrgXsLg6vZzF8bkl1DUdO8ZHEYoEEY+EMTV2EaKBAZQpZ68wUbmKdrUK362h2SrCrZfgNQKoB2MwE7YAqyyQbYYl2Yr5qRF1kAFHx/CXflzMaA0AfpBm/kx0orVIDQbIFCkLowt+BfBL8L2SNMOo5oAqoJd0BEomjIoJzTURoJ90QINmadBtCyOhFGDFiL6rSpfAhc89mMF//NNEqwLUVspoFasI2wGkBmj63wvNiShgNWhJ+KBYAQjwqMHX64BXhV7n+2p19nNdgF0CnQpcVQMhMv0FWGUIW9VDu+JCJwO9UobvMljPg+e1JE16tVbGKhmrLRPNYBrpeBTjPQkpuOgxpQdsgMAqZfvCbBMukWKs0me1WYZfrMIsuNCq9P0uYV9+AcfrDVgpB2unhjDeM4yQnoDl9COYTMOIRhR4Y9oCPkPYHjq0LRe85DV+7dY1wqTMVzxRH/B16DvLZ7wrFeU/hekoKgld2CAq2EKBcV3JPaXhXTmsAFodywxaYEjIJHFlntUcOHIIKd9Xr9396jJWJbSoK/3vWAkIcCo/r4ADpYBV4ED3FbrAalfy331/CgBVbNPuvxOQj3UBJd2mJft/rdXEFTdcCy0VxvJKBpWqh2PHTuLMmQUB+bi/KD/XF96DOksUAHI2NbnTnHoE4mu+WAGs5ng+8+xmk89UcV5THZGQjWQijN5URMI7+WydPL0sZ+jG8TTG+kPojYaQCEVJxEbdaKOCKKzYOrhtB0888ziefnYXCkx5F5ROhTZxs6Gn+Zbz1iEej4mShYB4raI8sEVK3PFQZC1AMCiVSmFwYBCJeBxEfjMry8isLqNaKkiDqwt7jpiXLjWfY9OmxEQ0oDzmZfhNVTctApgALZYOHUCdgCLZwZYlDW4iwhCrlvja0+uVbCjWPyYtSwJkP1F6WUOxXEQ4ZKOvj/JP4NRsFsVyDalEFBEOY5vA2I1vwcjG7ahQXkg5OyxhXxKw7H51gSTeO2JMDEkTyWuTzESCBnUcP34YmaUZBaIw8KmlPNblomotsanh2aqecym0BExVtgFiAiXvUQgGVGho1DB1PDA7z4zYR5jKt5jD1xPHj6JaLotFRk9fD8YmxuVlKxXuo1wfJLd7eNtbf/Mlr28BVh97UixIuqn2lOETrM3Rs5IOsVoLP/z2PfjqN/9N9igKEpTBlkwr5MxjXat8NhkuWcfw0BDe+va3I9nXqwZU3OdyWTQWPw4L8zLEbHmc8TL8DNBOa7C+qyFXsHEcbTwUuxJHrAEE9RiaDA6l9UTuCbiFZzv1mSaqN9uKIppIwY4m0TLaiFtxCTU1vBym0k2MxGoIGy54IPX0T+Cq2/4Q7dgEDL0JK+jg+/d+G5/77D9gtVyGKc+bGr7QW/+SwRDuuuu9SG/cikQ0hkP7juAfvvIFLOdXlB9uva6smpoMoEpjYnxMhuEbNm7E+VsvkNRzstwoa6bKjODe3R+7G/t378bg8Agu3rYNx/YdxMz8GVk7gwP9+OBffRC27+OfPvy3OHDiGFypUWjhwXmgCTPuwC3WOhZGag3zS2zGaM2j6xJ49q73vBsDQ4OybrqPoUi2xe+Z8nOlPqBKTnzuTVOYn113VQmb7AwcXiz7l9O9IwX/r6zV7m6bKxZxz73fwzLVXQ69OlmIKAs1WVt8qkxV66CuPLGFbiOWaOqfHJTKGusMpIW5SgKOeM6KjfnZOl1UCGJtwM+mVDJdWyi+ut9U4LIarCswVs59MnT5mhKMyWGf8uCWAGWqIJs+4qEoXv2a12FoYFS8cRmMKbJ0sarh8FzVYgFDAbIE+j1mCNRqEoI2MjSIiQ3notqo4stf+xK+e+9/IujQwohzoTocv4GtPb3Ytn4KLRI1Wi7sgIPJq27G1HnbETUc1PPLaOQWcfmdb3pZ6/uP/vwfhTF6cnoap08cxvqJUUyMjuHWO27Hmok1AuCxPuXz8MQTT+D4sUMwUIBtNmTta75iOtNOpd2xjVDqOZ52aiiFNpUsJOUwjJM+1A04dhRDQxOwYymEwlFhGZLhpwjU9HJtYXl5WZQSosKj/UaziVqlimqpgnyhIFY5rC/IHOZzPTwyIBYpExPjWFyYx4c/8jd49OFHYNkheJUCUiEdt157CaZG+6VGC+g2HDssNSKDpYtuA7sPHMGufYfgR/vkNRm253pV2bd60ymUSxUJSCbIa1uOnME8p3gRmB/x7ne+GxvOP0fq+4meXjhuA8FDJxBvG3CXVtEql9B2XQSaPgr1Cg5PH0M4nsTg5CR2z5zEI0cPwLID2BRJYCgQQr/pYLB/EMFUGsFUUoZarPMJ2LXtIILxsJAYqGSrByzExybx6NE53PPsMWR1A8loEymniVC8D8FQXCy6sitzWJw/hSp7qf4x6GELK5kV5BaLmBgawPqRQYymw8jMHsKXv/QvODEzBycUEdUbw/oYtkXsoJzJY6wnjtfdeh2sckE84Xm/xb4hHEI0EcNCoYxv/OB+lLUAoukByTu47Y43Y3JqiwRdMSODe06R97NcEozHQVNs16yQA90rIRFqolxbxIMPPyDn5PXXXotDBw4gGo9KPyc+sF5FQHnu20ePTOOZp/di5vQ8auxdGNJs2wjbKqiuWvdQqpSQDkVx9z9/Etfc9Aq1z3AALB0Ka4A2Mosz+OZXPoMTR/ZKcG2I+5LfkoCzVCohwwY+k8Pj63B61cXOg/TRD4hiUBS9HK5KLQyUS2XxnTW1JiyzDadeQkjX0ZdKyx+qEUlwWV5ZRqvuYcO6CVx68YUYHh2D19Yxu7iCN/3Bn72sNf7L+kO/Alb/B2D1vm9+HgN9PSJRpT9mjSemzom4ShKlCfBipoBvfef72LX3AGwrjKuuvBTXXrsDISeEB3/2EEZHRnHZ9ksxd+aYNG/VWhOf/9KXsHBmEdGghZTFBGnKhWgtIPE0Io8RFl9bAalqsqhYqwQzmgwX6UhIlPSAYBcPTUpmNNQDYbz1d/8X+gYGsP/pJ5GdmYWjs0BqQWOSIZmBLaiwLZrFc+JrhQQgy1Uq2P34w8jNTIPtP31beDDRX4yeG5pIK5QUmcCqmOB3QKFqg4e9OmTabQP5tonZWgMZ1jmGOPvI5lBvVnDdVZfig+/7Q6G2s4l1bAcNhvsQm5U0Ttb0ARw6PI2PfeKTWM0XRb7J/4m/U62Kd7zjjbj9VTeInNk06JPXkgNWNb7UsRk4NTODv/7bf8LScvYssNptltkNmyxmaJKPIPpDQZi9GzDnxaDpNiKJmDD5xnqD+K07d2AqFcShXU9jz84nUcusIuGERP69XMiJMTVaQawWsmgZQH+qFw6ldodnoJst+ENp7FwqY66mCiOaxIvUrC+M2ESPSLS2bboAv/fqN2A4EMLM0hL+8sP/gHLNxWWXb8dvvu1NiIctFJsuPv3AdzBDebLXgHdkCUce2QNHsztGkS8wnhSTieFnlAWrwqnd8BDSfESDhkxzKX0qeR4G+3vw1rvehIsuv0Sm0kzJZjjIyuFjOPbE4zB5mDCxNmghqAfhxBOIjk+iErAxOrEejXYdLY9gSguf+szn8MSTTyJIxh594xgAJuxHMkjaCJMRpANhuXqA52uosBxqayi1+Hf25QYuvWwr3ve/3wsTLdQZDJUcEJiBhUI2syrewvyMV1x360vem2kFcMONV6FcoUwqDCscRLlQRK3YEDCdE2g+RqVKVaQj/L2SJunVxDeWbDWyDK0o2Y8G8ksrElLBUB8nmYBm6whFbHjFPAI+kEimsLREKRinoCzO+Jqd+AUmiXaBVZmmKysAJQ8mU0r5IvNesoHg5JRJjRIIRdmteKUxuTqgpCourQvIGIthrDcuRWBhaR4TyRBS8TCWSj5OZsoo0peK7CtLhckxPZsWJyr5m+v6hcaHjYSw2QR0NaSpoS8VdwK+Bu8XX4OLk0ywcAACxPntBpyAJbYBbNxFTk1QkyEwUliFoPtVRC0da4dHUfN88e1dLefV8MawMLuawUq1ig2JfmEXV6qzmOzrwY3bX4eoMwp3NYNWNYdWsYRmxUWjkUej7aHRDsLjECnE5zWCSDQOh+mbjo02iwt68wUNyWwS4J+f16yjbfloOU34Fv0N64y0U4MFo6aKcIaCtWtAswI0aUHQgOE1oVfbsGomAq4FzeUeqxgSPn3ygjaGQwmR7El/xSQwzUfTd+FRqsWivNFAJVuHl3OBsoeoHUC6N4lQPAUjHIFOAJMheCKT7wKr3L9ojloXSwDuz3LXZPgVgA/eEybS86Fro12nVN9Du+7CZ8gVPVarJbQrebRrJZjVurCoKvUaMtUSFt06ig0DrVAKfYk0RpO9SIWTYpUBXkcCjryOAcX4lYOlWUebjJ16GX7Jg1asw/Ba8GplzK3M477lZeSsKtZvHcWW8Q3oDfQjGuqH5kTVfRHQ24bG66Zz6GBCu2jbS17jt2wfQbWhYTFbQa5IgFyxuVhssqiUZlqJG9Sggs81ST2UhIrNRoepRzCN4E03WKrDeiK7KETPQzIlGVgl3qs8dghuEGhTgGT3vOkOSZSP6gtWAEq6zbXesdoRkKrT9AnjRD1HL/ZYlWZbfFoJyHZCq/g+COh27ACU/DaovHurNQmn2nbldsTG+0UBspLJYf/+I8iuZKH7urInoZdrhy31iwCrYqzyv+kmI5ORU3ObEoC3WiipIEIZjhJgkPGmMCHDTgCjgymE6VkZi+L0fAazx6cxlo5gw2gSg3EHyXAEsbABOxyCHY3DCEYA0xbm6eO79uPAsVnMrVZQ10Lwmpo0rfGohfO2rJXhWrFYAIFetb+2BWwjy6Qn3SNA2cjIiACr9NLmVst9rtloigdiZnVVFBCUtRdyOZQKBfEOZEvOz5EImfJs8P4I09gwELItqefkWaLHq5QburBXI46DkURE2PcSfMX7SpCEGA3BB8tGPJ6QPT2fL6JYKMO2dPSkIxI6cXomh5MnV4UlGImZSE1uwtab7kLd6ZMAoLDjCLNO4JUOW/XFwKp6pvneGXZIkIU2AhykmZg+8hxmz5xijBWCtAAS0EcFHwl7i7XQi30tZSBPH3Yy6hmYyiEfQWV+n8NkAj9kciumtMhiAwEcO3YMDz74IA7s2yug0J1vfB1uvumVaHnK6oZnnzBE26qevPMNv/GS1zd/4KePPSH3hgAp3zdDAgk25ZfzQj6g5dQjP/kxPvuVz8sAi6iXnLoEpRROLzYT/Cd3TtbQPckkXnfnGzC+bgo+GaDBsJwtrYW/QdRcETBH83xYCYM3FOaKDeOeJmq5OOZRw7zZgx9Gt6IQGoJv+qLGaGWeQqX8jLxXs8Xnp4lwNI62Hkad54luoVYrol5piv1Aw9MxweC3qQZ6gh4CoTi23fgnAAcO5QUkIzEUcyv42te+iMeffhLkePGZTEXCMvS/eft2XHTDazG47gIMDw3jL/6v9+E/H7gPXlsx8pkaTXYbAXje80JuFQ2GlgQC2HrxxXjdna9H/+AgKrSLsRy41RpOnjgh62XNmjXCLF06PYO55UWpUXPZHLbvuBTRVhv3fOZzePq5J7FIdYRuwWzRDiiItmOgUub5yXmf2n+7+xh/L58bAh53ve1tmFy3VsAZdaJQzafqrWI+jzIDI70GMsWC/Pu1U+vQ198vYIQAj9w7u772HVWCsFT51P0PHqvCNNQ0TJ86hR/8+MfQQxaqrqeGSp0nUwZz9Dhm6CvtnURarlQuJIZ4Xk32atpGKZ/uFwZzqp7j5+js692CqoMcKzsEhrt2f07tpTxHZDDDQY5kY5BNSR98tfeI4qLjO8vhj5xZ7RYzK/HqO16D88+9ANlMQQg+rTrJO4o9GQ1HJJCU14n7ET1wGUrKq8R7QbYjQ5OYJZFMJVCq5vG2d78d5XoZmtmGVS/iyokJXDTQL8oaM2ojpelImA60kTWYvOZW2Olxec5Qr2Ptur6Xtb7f9ua3Y93EWpQKyzhz4gA2TIwjYoZx7WvegjXnbBELKzJ1eQ0e+On9OHp4H2LRBgJ6Ewa9ttsqREzsnmgZ0WEyy9BNdiHlP0+gqdUiY5WWcS1EoglEY73wGD7H8YAdEmbf8eMnceToccwt5rC4sIhypSLPMAE09j6s19Wuwro4ILWuaVlyRtFqaKi/FyPDfeLtveu5nTh8YJ+oMBjeONgTw2XnbcCGkX40Snk0Gj6KVRflShmGbaPstfHUnkNg7HKT1jmajmQyIc9di3YPEb7HGkqVmvQu0jMYBiyHbMkQ8iuruO3W2/CnH/oALIfYQxj1E3OoPfIk9GINGvc4tyrDeJKGeG2WlunBWxYGbIjPgUWQsAqrWEVfOomB/n54pDCHorAiMQkLbNJmyK0jEAsjEAnJvtzgfQqFEe7rQzWUwr89vgv7szPoj1Zx8XAITiQB24kJ2Ok1CExnsdQ0UaqZAv4xcIrHxrqJQYwkwtC9ipzjjz63Fwdm5tE7PCq2UolwBD97+Od46JEnEEAQzUoJ1115Ca7fuh4zp07JoJMsZydCS7AAdh86gd2HT8JO9yHdNyQ5IhNrzsXr7rwLlhM5ixmw3iDTXs77YgFpkmf0NuqZBVh6CVaqjVMLZ+BV69i27UI8v3sPvLorv4dPGq3JrGAYbT+Ae771PezZvV8NtjwdTYN1F0QxE6ZFmEG1r44Gw7FG+vCpz3wKOy7dDhc+bOmGNRh+Ew/ffy8ef+AHsJm5UaMSoCRrTNZ3NCYAu9gYDI3j+FIZJ5arqDSIZdE3WgW0qXBSRdAp5LPwagWxQYobTXilEuoVV+rjJAOR4zFRdbJ3iIcsrBkfFi/fodExjE2sxV3v+4uXtcZ/WX/oV8Dq/wCs/vDrn8XQQJ8Es1DKUSPoQMac74unFFkRPD9zhRI+85kvolbx8IY3/BouuOhckVR+9nNfwvXXXYftOy7G0twJ6dvp2/Ljh36O/7z3h3BMBp0QbPJhE4wIagiRMSFG6sokmts0D0wBVjtSwxanS5TbdRgtnFpRnsiikIvuljvfiIuvux4ruSzKK0uoLK2gMLckJv1Mc2SIAb+qlZpIm8kGiw6Po29qkxTskYCBvT//KQ4++wyy+YIsTnrJSUKtTERFzCQGzGw2ZOrabsOlB6OE1BAwM5Bp6ZjxfAHM2AbooiEx0dI8/Podr8Tv/ObbUCpnpPgPO2GRWEu9wSKZjFpdx6HDJ/DRj/0/yBVLArSKzxrl1F4Vv/Xut6AnGcK6dRvQ1z8ioRDcNLpFGxvLpaUlfOBvPoG5OZVK2W2W5WAly4e7NdkKWgjRQACxoU2YyzeR6k0gX8jIoaU1Mnjv227CG151HUJGGMtn5nFs1y4cP7APbqWMfK2Kiudhy0WXIVup4uldOxFzNAyEIgjOVYCVVeyv2ThEI+xASwUocM6tt+H0RmH0h1CzdEyNTeJ3bn89NiR6sWfPXnzkY59Grd7A1ddejT/43fciFg1i55F9+MYzD8JNWjA8H8d+8gxKp1dg646Ys/MQe7E5O6+8TWmtyTAvshSIs/B+SvIKao06hob78XvvfQ92XLINK7kl2WhbtH+wTQRKFUw/+SRW505DD7YRNAIIGCGkxiaw0tLg9PZhcu0UGn5dDmCmLn7vvh/hU5/9vDQ5BM+6XzR3CPhNhLW2eKOOBphTqqPcaqPgGyjqAbi6JQEPfN7/7M/eh6svvwjLDFYJx+FE0yJDpDcOkxpDIo/UsePa217y3kxg9Yod21F2S0ike9HTa8shsrJYkoaMnkms/dmoswnnNWWICYNSGp6yv+D6I2AXDAWRXV5Es9qWxOZkby/awTYMx4DuuSjni9LcVMuuNO/yeqrS7jAruungiv3TYhiRFIAEW9i0GuIBSaaBBLS4ngwi+NnZJJGGw5kPZbBKKcIGWbFh+4f6halayRVQyhYwEHMQdQKYqzSxSLP6uisAAaVOtHnge5OKRVKDVQPKZ4pgu46maqg70n+SILl8CABIU2DQToBMjRasQFvYalSHhy1b/JnJGCADjKwAsmrCVhh6s4mxvgjWrumTBndhKSfA6kqZXqY+woEoanUf+WYLAQ5gKHcy8gg1PVy99Qbs2HYtNE9HLb8AP5+HX6nDbRAMJ2DZhku6DNNZo1HxMLLDDkzbghYKQ6PmN2CiJR5cLQWuBmpAuIFWpA5YBJ4bsDpp7brpquaoTRlOXTxLJfGpqsFotmHUmjCqgOEGgaZFAzrZx0C2WsDGkBUG0XexeWkyeIqqAw9eq4kKLUW8JrILZJI2odcaCJsa4rGwSL6sWAwGJ+SWLa8lwGrHS1EGQ2ILU1fBOSLbJeufQCGfM7JgGHIl6QtiCaD+dFLJXdJki2izqC6WoZGxWfeQrZQwT5lQU0M7kUJvrBfDsWHEnQR0x4HvmGgz8YbgKhmrvNlsTRoMivIQZEp82UW7VAWYquy5KGbzuD+/iMPFLOKjfdi8dgwTiTR6I73QrQR8JwmDCboBC4bpSOMvoOdl21/yGn/1FUOotwNYzrtYztLC44Xkaw4klMm/ApcEXCV7lNYQlHsReGsqD1YFYKp2Sf2dYLaSy/LZYBNiWabsqQSwefkJllL+3pXVn0VxRQmqJPt8TcVcVbJPxX5UQKm0fJ0mkM16F0SVlq0jexYgSZjtHdm++KJyzyVzVaWLQw9IkivXZ7KvD+dvvxQFwxNvrGMnTmP3c/vglVxhuwtA1WGnCvtV/F+VCqIjwpWah40+w/249zSaGvLFCgrlKgyTnogquZrAQjwWw+BgPyrlPNJxB+PDvRhbO4mDp87g6Yd2Ih3UceHGQUwNJzGQTCNmG4hGQujvT8HX6qqBs8Nw/SBOLRZwYqGGjGvhwPQCntmzFyHbwIYNIwJe05OZ21/IDqMn2YuJ9WvR10sfMwZM0ueOQyNP9jvWLPRHU1/KnohAulenLK4s4GqRHtnZnPipV8tFYX9QBteid50TEoYetIDI7dxaWdijashMdquOVDiIgd4Ixgbj6E86CHWC3WouA1PokUmP2AGkkj2YPnEap2dX0BdPYE1PVMLUZosV7Du1KL9jIm1j8OKbcM51b0G94cMJCPxxltWsQJkOu1nOW7LY1GcSb1Ra8rD5p9+/ruPIkX2YXzgF06RMVdULvk9fYWVToEB+db7Ry5b3mOcJIXdaBvE3MbWaLHgVqkgAmYxcDXNzZ7Dz8cfx/PPPy/NBYG50Yhy33XaLSFsnRqcQDnOQV0U4wmG4si147Wte95LXN3/g/kcfF9CpywyntJlrs7CSh+vVEQpoePrRR/HJz30SVQK5TIYVByIFrPD5ppqCa48KtFDAxOjwIHZcfRW2XLQNNb+NiB1DrlSHkfsHpLwDKMkAlWdyC1rYQDBjoPZvdbSWElgSq7AinrInsStyGYpGBLFgE25pJxqF5+UsIIssHonCazVkmGb4ivlacV2gHUE7QH9xWikFsG7UwmVrXBiBADZf9tsY3ngVsguHYLFhTqWxksngq//+JWhaHVNjQ1jTn0Y5k0Uw0Y/zbroTYxObxO76zW+8HYdnp2GazWRl1wAAIABJREFUtgrWsR1hIPMZqVQ4IKzDkDBRQ9jf5110Id75W+9GMpUCaGUgIT2OKLHI3qIHKBndhm0JQMx9LpfJAKUSnr73Xjzz2IM4ns2iQsVXvFdsNbJuGQVevA7YyX9KUG2H1U9Ar6e3B7/x1reid6BPhl8yJOCz2wF5po8cRSWbR9RysJhZlWesd6Afa9euRf/ggOx59AtlYKMMFVitCCNUAZpq3++Eh76Ivarsmdp4atdzePrZZ0Q5IcpBPvXCvFXWGmq4RQBU7fNsR/j8kSUvzLwmv69Y390vKQFURSVLU/bzzncERpXtXg3IX1BFiLO2YlmSDStqppaQFFRIF89/Wqe1pOaSea2o1TQwMW/duim8/tfvRKXC/AeyuJUlEKf6AYNp9RYsMyDheVbAkkDhlsx8lTUDgVvxENeAeDSGRCqBT37hU/jWd/8DAaeN69YM47yRfrRbFbR0egLXELdspGNx2OFB9G29Cpu3vwItDkmDGtaPvTxg9R//4o9UmGLbxWh/RF4/e6aIoYtvxvC5W+WaktjAj/3Iww/hyKF9cKyKMO/YP2u+UhUKGN5ByLt7pfSDYlXCHpAKTgO+TvsU2tn42LdvGs/sPyFp7bRh4ABRwG6uHT0k95u18wt9pY5wNNqppRsCXLOeIHhFMK/pkelahAmeM6s4sPsp+C0PGzdP4VU3vwLjg72YPrAbhltGo5hDzaujSgCMAF04jtMLWTx/cBpt0xF7PlqhCWjpVYXM0N+bEpstnm3EJFbJsm/7Qqjhvad9XTqVxj9/8QvoGezHoOlgYedupE6dgSF1WkVCX4NOUA2KmbsRDAhzfX52Tshcg1NrpX+0ah6C3L8Z/BmOAnYUWtBBpbCEZrYE1DwEHAfBsCMhaLSy0Xgdww6C/cN45MwZ/GjfwxjuBwbaNdl3JaSbXvuhEHJV2hvkkcm6YpEVioThWFFYjo7hmI1kmNYLQXiGg5yvocFMGK5Lz8euffvxjW/fC7faQst1YWoNvOPVV6M3lRI/dto4zi8vYXE1i5NzBSwVXJihGIbH1mBifB1KpQbe+OZ3SEYLbYW61iUEp/nsDPakhak/3J9GY+Ek5mafx8YrN6HmN5FfLSgLNUMXJSDJJgx5tINBxCJpsUH693//FpaXMsK2JyGsFaSyqA2fhBn2t7aFgBlEyLAxn13Cdddchb/7+7/HyNq18u+pkMwuz+IbX/oMKiuzsNm7NFw40bDUI6IININYZFZI0EbTCOHIXAErVQ0kvzXqnliJBGlxUqf0goNJGf1idWVe+rfeuCOq0rqnSEW8l0bQkiDRsNS2VHHXsLy4gHXrN+KCCy/Ah/7pX17WGf7L+kO/Alb/B2D1Z9/6AtLplGKnCVOMknNqf0zkCqtySMvBaFr46N2fxNz8Ml7/a7fjwovPx6OPPoWf/fQxvPWuN+Oii6dAc2BK5MLhCErlKu7++D8jR5kkg0tY4BBE1VqI6j7SgTbC3OAZEqOIl6IztJn0Rz8cTvt9H574x6jEWB4+DNjacMH5eMO73oN2MCgNzxM7d+Gyy66Emc9gZvoosvMzsAKc7OuS4tto6ggPDqFv8xbUWTiZlvzOpGNj7uRRHN2/HycP7kduYQ600GbjqLxfpXuU9yZ/9yklM+CKzx5ZdwbO1IEZWvpRDMxDW4JWdEllfe+73oKbb7wS9QobMoZEBDvMwBdNeTUDz+w6iE/806dFqq2O/U5wT8vFB9//v9GTiCKeTqMZCKA3kTjrH8bfw0ni6moWf/XRj+P4iRmZJvKeKdkYwVsWIwQ32jDYaGlBRGIplKsegq2yTJl4GJN1l0jE8bZ33IWbrrkGBj9rrYrZIwdxcNczWJg5JaD1eVdcg9mSi69++ZugJDwSNXDZxFpEah52HjqB09U6apQfs5gnq4cweNSCM9EHLcaN1MBbbr4DOzadj5999178y9e+jXKlhV+/4za8451vQtOo4e7v/TtKIR1OKoX6bBbP3fMAnCaDPxQAoAo6ylq6YCDlBQqAazaZVMuGTLFTeJ+SsRDe8667cP21O8SrhoW2xeRgwxaGakBrorq4gFO7nkNtdYWTAfRPboQWTeOJ3XvxqltuQiLmoFyhf1RTZBZHjh/Hn77/r+AJuKe86eR3crV05F/8+0azDk83kam34Jm28uClJKeSxSuuvxrv/9M/knueyawiFu+BYTFNnonNGo4dOUwUDINDg7j0ipduBUBg9fIdl6BMj7dQCOODKWiNEhYXSsKYZVFLMLFZV150XGlseKv0i2y0pDhlsR+0gwLW1coFlIuehLZR8miHaBHQRkALoJDJSWMSskPIknFRrigbj1/wxlMghsJa+YwKfNlpoNU6I9BNnyAW8fQg45pxvZpMRlmsk3RBKao0CQLQkh0NpBJxJGwHJuWxLn16WvA0DYWmjyr9uNhMM1CFB6nI79gxKBsJFgn8YpOh/KI6adIs9Am2MoxOwnjUXqSMQVpg/lCEBRpMhAKWGKALAzVIlm0djhVG03WRCttYO9ILQ2ug4pYlkZ7MgUKVLLhix4uU4Ify46VrVG8qJEEOCUPDzTuuwYYNN6JUWYGxcAytYg0VNs9NF2W/imLLFa9nKxwWe4do2JZQGjMYliGTT3aJDHsaAqw2IxUg6aEd8REI+ggF6rCEechik4MJgljKNxBkj7RaMCmxY2CVq8HwaDbIAB3q5QIqSEruq46hIDna6ouiwlabPlSeeLRR5sVkdXe5Bd+rw2CKsAEBwRn840Sj0CQoihNtnkFKHijPkFDXuLZUAa28uvl7JeoXvthItKG3yLRieJVir/L9izUA5YRN+r350AqL1OlCq1ZRKlWwUKmhSL/r1CBSkTTS4SSiNn2zInLGtC0bmgCrKsCJBg7CiOW1KRbQLrvQ8iVobkUagIV8AfuLHk5UyqhFQkgPJDAaDWEimkIy2Q/EepUHboCe4I5YRpBZb9780n2U77pxHcpeCyv5GpbyVZSr9MJTzEOeA2ye5F50hlFsrNmw8twgqMoBy1mvu85alb2s0xarn6UVj6bYmAGGPKr9jtebDH0WuWfdADqemIJ7d9QEBEbZwHKWwZNNgaJKYtoVLQsAK4ndSoHQlet3g6YEHhTWrAKYhD0oFiW6YsDRUzQC9E2OI9I3hnrLk0HFvsPTOLz/KNoeG3Y+5C/4OSugtwM8y/pXvqoCptY5UFZARbOloVhioJ+0NQLsR0JB+DxrmwyDIqMXWD81gi3nrEMkFce+w6fw8A+fRCoQwE1XrMHUeAQBzRZ/x5F0FAPplAxpl7N5scOIO0EEnQDMoI1qQ8fpuTxOzi6gXG+g3PBQqLQRjA1jaLIf/T196E+Ooh02YNLnulpFrlxDsFlTzKrUqKQuc7+eP31SQG0J0RFglEOJDnPXV6xWAoiFYhaZXAOVehCW04epDRsRjhp48smn8cADD8nAiSxV8V41PfjtCqA1EdabGE85WNObgK1r4usatkKot6solisSJDox3iehJKdmyzh0ehEh28fanhBxLpxYdXFqaRXjCUoXY7j+vX+C8XN2oJKrdDwaCRDxPrwQYiVD1bYKZCI7TfaHrqkE5aANX+wACpk5BE0O8NR9E2SCkm+eOQxEbBJUVWcDzxJZI9wf5RxQVgCOGRS/QT578/PzOHz4ME6cOIHn9+6WUJZNmzdjYHAIF27bJkoKvnqykwqvWK4K2OMZf9ttLy+86sePPKaefSmS1TrgZy4u51FzPTkjD+7Zg3/6x08gX8qizrAd1iS+rupWkV6rc5IHaK8TwsToMCbP3YwtV1wJF6Z4qzcpUJj/DuL1+1Gn9U9bQ8Q3EEi1EW7rWPpUC9pCBPMEaLUmEr6P3c4aPBrfilo0Aav4LNzsHkBvSkMbCIQkW6DZ4mCTkgkyi18IrusmiNPH8YZzTPQZTWy+6nW44Mq301gHi4f3YNePv4G506ehWy0MrelHPEXfWrLkwii2E9h8zc2YHFsnHnzv/+sPwmtxgMrzlfsgnxM1gO3ugQIfUvlCCwq/gdvf8Fq8+3d+W7y2CVbz3xHUk7qZl4tBs6wRuN9xP2jSwsfH4vQB7Pr+19Eq5ZGvV5B2UphfKOFIrYIsy3h5DWWHonzC6VncRtKwsHHjBtx852ugMeSxqYIdG60GFhazWF3JYGl+Ac1yAfRK5vv3+H4NC/3JNPoGB9E/MYqG2UK41oRn+PCMNgIN0W3Im6b9xYuJB92gqzp7Od/Hjx76GU6dnhHGqi4/94v+xcrS6ixkejZk9AWWtxps/7cv1nNKFnN2TaoBmvoiWPJi1vlZlQPJKKr0UX6qzRYSkahcfwmT4RlFwJff4e8lcKoFccsdr8HUhs2olGrqWhNg85XNE4f1Clx1EAlHOsYYyraG54AQZzprnjkDYScCx4li9969+PBf/iHWr4nhxvVr5TW9BlUCFWjNhvQvDr2pEz2Ib7wCl77yDbCjKQFxzj1n+L9fk/8f33n8Cx8UZSW9n9dvWo9QogePP7kP6Ylt2HLxVahwzTBE1TFw+MAzePKxB2D6tRf1QmIK0QkL/O/WKfIWhMPAvZK4d0tsfVhpPvrELuw6Mg8rkoJuWGpYHHAQiqUREDZj1zZHKcrEekQ3JdCT21qpWhUrFmWiQpaxhpGhXkyM9iIW0bG6eAqRcBD/L3vvHS1ZVaaNP5VO5Xxz6Htv59xNapLQ5CgKEhQlmJ0ZHXVUBrOjo9+MWcaEGFAUBUEySKbphoYmdc755li56tSpU6fObz3vPtW0rnH9PvjTz+vqBdK34jl77/d93iecduoqpFJx5DOTWP/0U9i3bRs64ykZ2JX1iigFqODYsX8Y2/YchicQgenyCkuVNmvxiIa+7g4Jc0yQMCA5LbZY9NAGbHB4BOVKTaw0aH3zPzf9BGdcdD6SuQry9z2JpF4Qli5VLVzLJF7x7JZQZtsNPy0orAaKtJVJxeScq2WKKniO5JZEFIGedniSYVQGx2CNz8DKF+AJ+WExkNZsiMTfw+/MH4IvHkXOpePBl59EvkFv9ooMMFiOVUxLmLmVqgV3OCykDapQRalXq0ndFoZf7MDmzpuFaMiPbC6PadbOLsA06mL799LLWzCTLwk4Tb/Ra89dhe5UCBMTk5jK5iUzxtIi2LR/TPzhyawOhWI4/rgTMTmVQVtHN+YtPR6pdDuSiTZV74gVm4lkVytq2QqqhQlMP3IPjPIhLL7urYi2dmJidBLjIyPo7u6SQcjw2Aimc1m5A1rjbVj7xHPY/Np25bNK6x1RBTaHm2pYwyE9Q4jDgRAi9EGtW/jCl7+MS972VpHkcw/Y+PxjuOc3P4a3XoXbzfA7F9LJNGpUonFvdLkxOJqDFkxhOGNivNgQlQ9xLBm+OD+yN8hwU3lPSyBpqYR01IdQiASHACLxlNR5Eq5r1aDBQJJBmDVDVFpU4Pb09eOm2+/6v1jR/+/8yj+A1b+61s3wqmfuv1VMiClfZcgLGZU8kGjKbhhVTGdm4AsEsGPPAdz8i9sEcL3yindg0dL5+OEPfwpDt/HB91+HRYt7UchlpfklwOLx+HHHXffimWfXS1HAzksAWtuC364j7gGCLiDmqjP7FR42zT42cBo0yn9Z4NKPjwVS3VKyZRsIJuO4/LprMHflMdKs60YdP/v5bZg9fzHeeu5q8W3Jjoxg9OAB5GZyAhqlenvQt2ghSrYb2aqBWDwB26ohGPBD83mg57LQp6fx0rPPYNtLL0njqLEpt1WCri25oCoow1WzxXuEP0wQJ7A6UndJWqYUsNxkLZW6+7F/ei/OOetkGOWKNAkE5JryGeUbKcY4eH7DRtz041skfEqAQ7dbwJ/2zjT+80ufR1d7C3KFLA6ODGPJnAEHxCDDiL5BXhSLeXz9mzdh2869KjHY8aWVBFHiVyIPUiwvsgK8ZCSb5Nvy9fgeGhLGwc2IUsIPvf96nHfWWTDKRfFznBwaxAtrnxWWS8/chQi0tOKmH/0MOb0kxVKrL4jTTzgGG7fvwYHRKQF5WPz4pXNuoB5yo3XJAMyQC42agVMWLMN1l1yO+395B+5/4hkUClW8/5p346rrL8MLu17CneufRMeSefCFIhh/dQ92/vkFhBoET4X+pMzRmdpMczZAvldS/p3yzfET5ESWEsYy3nf9e/Ced10uU1tuvPRfYWBXIMgBQEkYOJSzb17/HBKhIOYtXYpwqg133PsAegfm4OSTT4DmaaBIr0ZaVXi9yBWL+NKXv449B4bk+2xWnwo0VFIbbuJdXgumy40qGbIevwoNIlAFE//9ja/h5JOOQ6lUEJlmuqUTtpssNvreAVu3bMHkRAYrjz0Op591wRverQmsnnfJagwNT0tyZk97EgGvBzPTBRQqbI6pYGIz4aw1eteEgmoKSQk9w0j4ffsZWsY87RqyMyUY1Tpa2tKIJyMw5BDyQi9WUC6XEJdESgszTJoUBsXrUmN+AGG3CajJUBMF33BAwZbfx4I14BMpHvchsqbIWuU0Op+fUVIvNrvBiLw/kYk5smeylRhMEQloCLMBNU1UrToKloWKwUNYrRdpnh2mhwKUFEikbMDI+lAMOwHuJG1bBc0pYJUNugrY4j0T9KtwKzbpBC8YNiNWprQ74b5R9yDgMrCwvxMGPXMrBuoGGzMTDbdX7Bj4hwwqNqKyWsgOsWtIxRPQyLAoZ7Gkvx2XnPsBBCIDqAztAHLD0A1LiKQ5o4QZi0mjDXgCXmFKxaM+xEI+pDxheL0MXVKyeg5/TLcNPVWEu6UKb9SE39dA0G8iKPhkSNiTzaR0gc7YCZMVVrXATBhv1QU3vY7p1VWnFQDTv5uMbTe6/fSZZh3PJsoQAMSo11Cu1VCqVFAqV2DnXBIiFHZ5xGPRr7kQDPvgoSyPMnkyxojCyXVR4Ba9Ick4Y1tALzEp1DiQ4zcu2mXlWU2mgV23lW8cpe6UxjFAhwMQPoD2M8VJoFICmCZc1jFl1FCm/2iqH9FwArFABEEtDG8grPxVyVSTeHS+LIFmAqtVBdZWyrBLOpDPw6XnoetFjORy2Fmwsb9YQt7vQywdRVcshFnxFFqTLQgmU9ACMbh8Ubgpw7PccNVtJN558Rte49efO1cGB7mKiel8FTN5+m86LD2eXGTsOoWlsJlkPSoGKNcPk+UV41QNreTaSSCJI/ZzmKyUetP/mtYNPB9V0AjXlPLWUwClEo0290AJ23HA1aY3qtgIOAxWpwV3wqRUsMORtHdHqi8yWgcY5r5LYFWsACTk0YVyrob2liSWLU5LoNtMuYpcjR68UVT9QRwcz2JsdBr0pZRT22kU1VpT7HWy1xhwxD/iqylAnWLI8jthw8FBpAzWGg1EYyEkomE5r8nyJIueAaDz5s3CvLmzhNU8PJ7Hc89vhVYt4e2nDqA3HURmmkBeEQtmd2Cgr0OsMQr5MsKBAKJJMoM08ai36gaMahFeaGJzUK7WUCz5YCa64UnNhkFRtJDLTJStACyYSHsNhCLdiMTSqFRrGDy4FxteXIvBQ3uQSsXQ3z8LbW3twiL0BMjsUmegyzaEuRVL9qG1dTZcniDGpg5jy/YX8dqrr2Hbll2YmpyU1PigP4FYvBWxaAJtra2AuwyjPA53rYj2JBAPmIgGgkhqIQS8ZEV5MJ3VRXK7oCeOjq4UDubqeHn7YcRhIxbwwhUJQndZqEwVoE9VcfLFV2H2mRdCtz3S5CtljhPO4gCsBFoNyy0e2gyv4TUgM4b3Gv+9rBdhGUUkoz4EvQSlSNr3oCphiGpNCFNQjCCdfaZpn+EAqmQyR6gA0AKiCHr11VclMZ6gO4HA8clxOaeWLl2Kq69+F+bOm4vxsTHx86Y/7dE/TWDrisvf+YbXNx/wt4DV4lRelB28T0cOHcL3vvNNjE+Nik2T6K3oKcmEbnojNxrobGsRoM5Xt9DX3Y1ISxorTzsNibYu8WZlcnd97AFEjcdEuWMSTCzWEUy7JNxz4mYLjdEwxl0u1AjQeyzE4MYW33ysTZ8GvT4OK/s0Go0iIpGo7N9kQokCSywnGBD5uv3HERanpuGMRXEMhF3oWfYWnPSOT6G9YxY2PXQ/nvzVdxDVgGAqikBbAu5UHIHWNvjjzIVIQGvrRTQUw8YXnsdNP/kRqjVlP8J1rPY7da6robcUwuKZzj2KoEAgGsINX7gR849bIfcOhz4ETmkLJr9uKcY8ZaWsOQiY8p4sTY9jw313okE1mq+ORsnCyFAOh+sN8exWdhNqkMRhMtl8sYiGDrOBWX29OO2ad8IdSgj7s+6hItDAyOgE8rkcipkMpkeGUC3k0dLaBrf4Fgbk7IjFY0h1t8EX9cNXrQloISI5CYPlMM0Bf5lmTxDYsQvgZ2EXU65U8NDjfxYwyhMOirqDj28OwAXYdDAJBYI2QenXVVnN8+Hom1l+t5lF0fT3dYDl5u+RdNDEY5seq/w7sXsS72d60XvlrE7FEjCrVcxMz6hgvqaFgPzTxuwlS3H5le8S1RkJFn6fJjZM/Lwq4I9EFy9i4ZgMRhRb8/VQL2EUE2ih6iAdlTqTQTevvbIBP/3OV3DKsl4JHGTN4GW+BQFbjw1NY/BpXYJ3g7NPwllXfBj+cEqYbytWvDlgdd2PbxTlGK9DMBZGwxvEk2tewZwVp+GKaz6ICq3jqYoKejA5dgBPPfoALDN/5HwStYVzj5P8c+T7/gvwm7/jBDOKcqkBvz+CjZv3YfOBGbi0iAQzW0ZN7jWPFhaLBDXEVKQRDo5kGFutyqAg4I+I7JyMVDQqmDu7GyeuWo5lSxYImcXrqsFF1RPJKx438vkcatUKCpkMbr/1N8hOzIgFAgdDUs+5fXjhlS3Yuf8QAuG4sPGZL93T2YpZXW2Ihng+uqWHkbBPr1cFQRXK2LZrF8YnZmD7/CjlcvjXf/0k/vVTn4J/dAqTf3gYiQbl/6pvJ2tcFDtVQ7yEiTm4HXVKlUpC7uFeH1w1WodZYttUpb2f141URxsFMtCHx2FMZ+DxKSYkySVev4YGyRuBELyRMBoJDa+N7sR4NYOiUUC2VMa+w0NS387q60MymUaIgXYkgBRKGBodx/iksmGpW15MZzJIp6I4dsVi2Y9GZ2aQNwyxE5g7d6EMAjZv3Ya9e/dh1aoTcExvAkO7NmFmegpG3UY6lcTOwQlsOTCBhkeFkvEraGlpE5WLUavj7Vdcg5UrV0Hzx8TCkYN2soddFmQoEQ01sPEnP8DI/g1YeM0F6Jg/HzNTWWzdtBkLFswTG6S9B/ZhMjONmpDVEti4/lWkI0mx3mBOCL1jJXiT9wx9yalU9rjE1sWn+WUtjUzlcMW7r8WH//kj0oNWZqbx0B9/gWcf+SPCVP5FwxIcGwpFBDhl3WrYLkzlajDqGg5PlWGAaktT/r6pKpba9yi7Et6/HPYVCgXYtTLi0YiwVKPxJILhsAQ5C6lH8yAR8cNbryHi9yIaCmJWdw++9ovfvakz/O/1Qf8AVv/qyhYZAgJg7cO/RyDAot4rcjoJdvFqIovnFn14cEgazDvvuhcvb9ws5tbnnH0OfH4v/nj3Pejr7seHP3w9envTKOfzAphwGkyj5a3bd+Pmm29FjRpeFjsiMVEgqo+SLVjo9AERhsgwAc7HvdIjwCoPQlLMOT2gnJ3+fcxfP/HM03H6hRcinErJ4qJn6Y9/diu27jqAG7/waczp6UbE64VVqeHQ/sPIFyvI1MpoaW+DRwtIYRyJMumQMlW3TJnc9F6kGbZVw4N/uhtrn16PzlhIwreCLrq92KqR8bhkMkVwgu+vWndhqAZMWiSYSzY8O30BM2mt8ImPvh9nrj4RtbKaLkp4lVPoKN8vVkQanln7An7ys1+hWnMSMBt1CTs45ZQTcMMnPy6+s7pRwtDEGLo7OjA9PYNwMIS21g4pDHgAfeNbP8TGTduOsBp4hPCakpXBAoJFj4eTbYftIIASA70oBZIJvvIz4vsKhDR88uP/ivPOPgc1Q0c+m8F/ffXr4snG8K5oa0om54899aRMGlGh7E8Bx5WKKV41TGmlPwsLonrAhZ5jF6IaIDNSR2c4jo9d8wE88ss/4dFn18GsNfCxf/4QTr7wFNy59h5sGzuMOStXCNi07ZEXMLR2CyKesEoYpV0EbSEYh8ZCVz4nUwiVt5Aw7Rz2KH06ly+djW9/6xsIBbwo5nICYoUCUehVUxgyhw4Nymb8zFNP4pmnn8SypUvxn//1dWzfsQu/vu23+OIXPgdXw5Sgj1KlBo/P8Q7U/Pjvb34fDz/+NIIBTsRfT8dWMiyCOpys14SRQEkNT2QxPa9WsHTRHPzkRzdJKiUPAtputLR2waC3KWXdfjd27dyNNWuex9vffhnOvfCNs11Gi5N429XnYO+uMSSjUfR2tcAHn/gZzWSL4h0obB36zVICatWRSCYEfKY9QFNK6qWcI6AhGvYglymjUqwgnoyitT0lQThs4iwGAU1l4Nf8CARCmMlkpYmjR93RkrHmNiSMEEbuUpxBjyjbjVDIh2DIh2rFkNcn85j3FPeTfCGrpscCdqg/nO4KKGQrSWeTLZwIBtEei1M0joxekWvN21SxkpQcuuEUmUdX+uIvJmwLB4wSkLzpJ0XvMHGrko9A5iJTPpk8yk9Bhi+lMGRX0MbBTzadUUFnOi4+XpkCvX+Yd0S2tFdYEGwIJLhIwFyGNHCNuuRe83tj8AcbcNVLiIcMnHfcWVh+zPtQZprp5A7xg6OFRq5UwnQ9I77EJpFPVw3hAJCMBNASDSGsJZQ1AS0VbD9MTx1mu45Au4lI3BZmdMRnI6S54XcHoblC8v2oEA12n5Y0lV6TVgAuPj28NQ9cpgfsCO26AlabhX23FnZ0f2SrViRQiTKnCkPTqrpIn31lNwK2FzEPGeyUSdqwfQ24aF+gBaSgV+icCHUV85RAiHjAEmtVza1YENQL6rWlWZZELsCmFzMHG2SVEkylAoGSOTZSdbhLGaBagc3T2YQfAAAgAElEQVT3VDNQYOPiD8Id6xc5WkgLCWuDzFlJG6Jft8TOKvuaI/6q9ZoEFNl6DS564bGALmcxUshjd86FAwUdWZ8HoWQYrbEwOqMJpKNxkY/7Iwn4fBHYlPGRhFu30feRa99w/UXGKoto7svZkoGJDAccTOpV6gmeRdzfmyAG16SCTJVlTP0odn2TQXREcu2QkqSxQgN+rxvhgCZFJweSBEI5YOClIiChgFV5ZpUK77jzNWXXAoiKx6oj+xdZufJdFXbrETarel7xXhYqLD3zCKYypV6BqrQM4dk2M1YQf/gl8yLoaNGg1y1M0GZjxkTO5UPW1gRsaUgYJu0fTDVwI6jssFN5TogfLYFdeoPLa77ux8nXK4gVgC4y/uXLFiMU8OHQgX1y74WCEUQiQbS1JdHRmUSD/n+eCGruNOrjo5irTWJBVwIHDuZx8NAE5sxpwaLFnfAFVUgewT2GcjJ0zvZTggkUc3mUp4syOJAgvZoLU0Yd+sBxqCXa4C/pCAXc+MPhGaRa5uK9S+ZgfHoCTz33DLavfRqD+/aLpL2lvQsaveHCcaTbutE1axZaIi60JzVEk1UUa37s3JHCsae8DS2dQ7jrzv/Bkw88hZnRjKh6Zs+bg1hLKzK5Anpm9WJweAzZmSoCoTa0pOcjGoyhbkzBLA0i5isiFiqhI9RARyqNnq4UbLcPu3aNwdWooK83joXzF+DFreNY88p+LOtPobPFjaLbD9t0Q8970D93EVpXnQSXPyUBoGzI+dOsU5qD6WKF97xb9tvMdMaxDKEvbQGBkIV0MopULCj3KUPZyArPVHQZWKtgRBVqIx6SMlBTg1C5nqGQBLmwVtyw/gU88cQT2L9vn0jIKRWvlMsIRMK49NJLceEF5zmgQVb2f7KOOHhrnnlHlDMArrv2zYVX/fnZdUcYq01LDH4nlUxJEqA5VMyMj+P73/0WZvLTyJULYtHScOTVmtsW8sLcnh7kzRr0QgmpZFLS3f2JBJYfuwrHrDpB1Ez5/fcgVXsUHn9dBnFW2USoBYh7vZi6BagPBjApwCoVOG6ETR1RBLE1vBKPta5EozYNq/waAp4CLKss6hMO/wloM0xMBQ2qfeLoumBZTwjH9sbRNXshVl/9FbR0zsXE1i1Y85vvwW0VEZrbjejCAdQDIfj8ETX09QC67UU0EEZmdAw/+N73MTmZU2epA6wKYNMMqqPcnmcZ7T+E4GejZtUwf8EC3PBfX1GMdud9iR887wvxAFVy9AbrY9NSSeiGju0vvIBNmzdi/9gggrYHSV8I45kZZPh7jg0S97Qwh2uRCDpTMaSmM+iY1YHl774GpidG+hkMv43hsTKGhoYwOjSKOsEqQ0dhZlqCZZLpNmFH8/5jiF2yJYlYOiw1J/dz4f5z/5JgQh5mVCqQlKJAtiawT4R9bGwcjzz6MHTWUuEAGnpN3SdNYE4KJEft5ezlr18rR2PA3qUJnjqDOPXFOSG/R/3d696tapD119deDbrJBlbhwQyj1HNF2DV6vpNVTuM3uYryEs3T6/IPfghz581DPleCjzZg/J9jJk7gld8JAfFUIi3AHa1SCBjKPUcg0gFZZW9xbEUYcLbl1Zfw+J2/xIqeOMZmhqU2S0djiNBXOuAVtioXl+GLYf7p78D8E8+HT4uIj35/f/wNn998wAs//RyMmg1vOIKCaWLD5h1Yt34rzr30Knzyxi+iXFXBnz6PjXolg0cf/hOq+swR797/G2BV+ZkrSxhb6lj2fGFs2roXmw8V4IukJTCI6h6xleE5ZKnAyuaZznORZ6Wul2WPDPkjyExPo68niYvPPxVz5zC4qkeUSpnpSTTq9LlUvy9kAocxyEHI1o3b8R9f+T8wKxa621ugBYOS7bL/0KAMBnkvM19joK8X/d3tEgrpsesCtLL25rUU31mNlgE29h88iP2HxjCWzSPo03DZWy/FjZ//AkKjUyje9wx89bzs53wPomgk0cnvFxsDfi7W4mQN874ge196Z96boowJSP1M8L9S0eEOu+DTa6hlckIg8LLnoR8sQUJaFwWjUssi4cf+8jgOlyZgBVw4PDaJw2PjOP/8C7BgzgCKuRnUZqYEh3D5gijqNRwYHsW+g4exfyyHCVrwmBXM7ulGf28PcqWCnMWXXnk9Vq5cKZ9jy6ZN2L93H/oH+rBj3RPYt+l59R15vOIvv3ski6GcKWx2nl0EFTlITqdbsHjxIqTTnUi39GDlMadCC8YxNjGDXKGE0nQWkXgEy5cMYOSxB5Af34HOM5ehJIGhGkYGh4TtmUglkS/mMUXvUtuFylQOtWwRi/pmi/8v2aXVqi61ViwcRyQchlGpoFotSzaCXjcxVa7hwFge6a4BnHHuhejs7EG4NoZnH78P00N7JPeGKkVapzCAumqaYgtX0C1M5WuYyFQxni3B5QsJlsXXanozq7pS1Q9NMgEHaPydYmYGiXhM/IHZ86RbW6WnzGRySEbjaG1NwDbLCIDh3hHMn9WHL/7i929qjf+9PugfwOpfXdkmsLr+sT9JSmozYbLp90YPCjYvDz/2JMYmc9i4eRtmsjlhUw4MzEUmm8HQ8DBWLFuGD37gGqSSYeilIiyRYtOkPYhy1cT3fvAjHB4cFRqXzA6cg00mgbDQSlsABmQwH9tL70IGAFFG7kKt0WAoJW3vka3WMGfRQlx46aXo6utXi4FsOp8PP//l7bj34Sfw7ne/U3xcWhNxHDhwGL++7XbsOziIol7Exz72UQz09QkLghtCOBqUCTTTCimVZ1KkZRoCet3ys59hePchtIT8iLuBFEExORjqkkhel+Rcj/hQHa5BAqxsm0xRS2Q/LCI5Vfv4v7wPZ65eJcAqf8jAaxbvqpAhrqLh0Seexc9/9Vsn1Vl5uJpmFZdcfD4+eP01kl5Jre62vbvR2ZJELltAIBhEV2eXUNcJsvz3d36MTVu2H2mgCRKRMcLmUxG6CJgrUILvgcUlgW4pumyyMH3OlJ84qSHA+vuuvw6nnHEaZrIZPHTvfXhp7Ysoy3fmw6rTTsSe3XsxNTwFl8FCm3JivxSiklhKPxXUQQjU9AJtS/rQiHrh8tkIurw475TV2PjAi3j51Y1yT3zg4x9CYiCFtTvXI2NU0NE/gHS0Fa/e8zTGX9yNiBaBIYEQKvGQDAClVFaAqkj6HB+mZiPG5ui/vn4Djjt2hRxilIFwSlgpK7AzFI5h3XMvolAsQwsEcPPPbpbPesONN2D/nj1IJ2K4+p2Xw6gUBZyixJDNAQ/iQDiCX916O37681/DH6APEEEDlWTaZKvyfZlWTRpcgpTs17nJ65UyrrvmKnziY/+CYiEjTLxsNoeOzlnCjGLgguZz4fChIfzgBz/FOeddgM9+/o2bZhNYvfK6t2J0MIs6fcA6WxAJRVGrFJDNlgSAIaDJw4RsdV6xJA/KfAGVclUOMzIgtIAfgRCL0ooYkdNH1e1uoKurTbw8BTw3yGbNomaYiMdTYmtRIpvvKCuAo7cgxVQl4MO7U3kHBTmR9vtQLlZkashrzAKHLCBK6wv0QmaQgfgkqpADRZRg88QwF5+EhpDdmGICN5/LMFQSPQFkFtwiXaZUn6/7epq5em8CjzuSWWd9sntrgkQsTh02B5/H54BCKhVTpc6ymJSGwKqhI+5CPN2F0UkdZo1MOBY44rgv1NSGJPEqaTSPfz4+6Cc7kynDQfiCFQTDDSRCGro0H85Z/XGEE4uRmRiBXp5C0ciiVMwgX5tGxdJhusnaNlSwlsai0YLmiiDgc4ssiLbwpl2Fu8dAusdGOgFE/H7E/D6EOQxz++Hn52MgEJkjbu5rDPNzwWVpDhPUBa9FVgkBQcr2PHAxGcvxwu7WQo6/HENgKiLX4vdPNmDdqApIGzI90OBDgEFkKp5GeUcRwKMfnUoMFH9DApl2w0QNZdTZuHmJrdrwmBbcnHbVeeawaOL7DcANNpxBeTwfR7uUpievPFfdgIv3JeVEBBlqDegcnQUicId7EAxH5ExgSnaTOUvvZnmbwlaqwWYBztAR+pHbVaBqwkUwQ88gp2cxTt9WM4Qxw0KOgyy/FxHNixaCqsEYQvRVpaqDTAnaUYjPuI15n/rMG66/3nvBfPFKpSVJoWxiYrqMXNFQw0yR37qP7JECGDLgT6TJjvRZGm8V6NMEX6WBdVgwyhaAFj4KOA044GqYVhP0I3ek+1zHgj03k6rl+1fSzSYYxGGbPIanp/plxV6l3Y4UwEqypUBa9buKMaNAMGGsSiK7kkUTFNPLVRQzZSR8Xixb1IpA1Ea+Ukc2X8bBgo6Jmltkd2SbclhJYIQDL8q95b01mbdO+KDEczmsVgm9Y+CM5sfI6Lh4unW2t2PenD7UqmVMZbMC6IudiV1Hd3crenvb4dO8KNTccPt7EK9Z6Krtx4qBCLL5KqYnSmjvjCDR4kMo7IHtC8Ef6YTVcMMyy/DadXhtD0rFKrLFjFJIwAU9Wxa7h9Zlb0HLvJNRqMxgJJPBT17dhRltNk6KaJh56T4c3LcNtVwZc+bMxbKVxyPd2Qe94cdUgT7HLtR5r+pVRDwezOr3IdGWxLp1U3jm2QZaWquIRfIwSiPQ3BnAfQinnHoOLrr4asyZu0jOgZGJEdz/wD34+c9/Dqtoo7VjAP5gAsV8FZWSjnQyjNmdLgn2m90GLO9Lwqp6sW90QqSQac2Fcg14+RA9NoFFnRFUykWEUm1wJXrhjUSRGpgDnxWAWdcF9GiG8QhgIvccA0t4A1uKwdy8hpT58kkbEIWFDAbdXjVYIzPQGfALI1908Q6oKkNQAgpK9s+aYueOHVi3bh02vPiigLes3ajgoj3Nscceg0ve/nYsWbIIerkkHvUMS5XgRQ4ojxpWNIEk3uuXv+Ndb3h98wGPrFnrBHCoALfm4LiaqyCbzUu9Xcpm8d1v/TdGJoagWwYs+tyKDbUb7kYdMc2HRDiEyQqbyrr4xfJ75HCOYMAJJ5+Et771chgjzyJeeQgebwWuSAh6roR4OxBxeTFzqwfmAQ2TVGtxL25oiLpo5aV8btdGVmBt23HwmYcAfTv08ogAK2gwYNCx+HBYi7LXOL6cHJgnIw2sXtKOga4unHPZV9DWd4zUkHff+UN43QYWnHQcxqsFFTRrNuCqUTVCW6aw1F9GvoBf/PBnODw4It8/n5M/JBCI+Ycc/Aol4vUU+xJlQCtZEZ/+6mexdMVyCaCRsBNKz505kQDv3OtZU5PpTxsiEhoqOkbHx2Hays4s7vHhpefX44k1T0sOhATHut1IhYJIRyOY256Ee2gEnYvnY86ll8NoROEydVQ1C0OjJRzYf0AktjaDnMicFvaViWgkKp+TWQH0Ppzd24NEwg8r7EONahkZbCqJLRVEdk3ZWDT38OY/PQENu3btxpPPPIEG65WgAlYZetQcBhxh9v7VnapA8P9/YJUFEnuP5g/BTnW//iWw2jx/BOyQeSkHtw0ZUjZ0Q3pAxYJtesVyCMUcEBPdPT1476duEMIHX4/BVNzPBXTlc8h5qlQVkrVBFRBrGWGoM7hKDY1ZX5J9zgeSVNDd040tr76MDY/di4iRwc59u2B5PEh1dKIlnUTI40La70UsGoG/dRZSc1ZgxgAqegWlQhY/+P5/van1/di3P4VgNIWK7cb6TZuxcdcBTE4buOSKq/Dvn/8sKjVl3UIVQLU0hUcfuhvZ7JgauDWtUBzrHQlEcX6O3nuUkoTAKoFketrSYzaEVzfvwit7phFN9SCSaFN2F1wjLrIwleqPZ5v0trYleyD7ZI3M0FIFllHCu668ANe+6wLkcyPCRgyFQzB0XfoxkkYIWHq9vCebPZqGSDSF++55CP/zg5uhFxlZpGy2qDwgo5QMx7ZoFH293YhFGGfEkD63kIz4nJo/ICGtVGCyticRoKib2LXvkPjfL5y9CJ+68Ua0ZiuoPbQWHpfyEaWnKQNvU2laHyhCgNgjOOom5jvQl5fkFnrn0i6DIUv8nkNaEKZeRWZqWNisZJSz6InEYggw6JRWAHLm+GBTidUWx/7yJDYc2IZ8Q8fw2DhmzZmDM1afJntmZnwMPqMIH+0qkmlYbi+mckWMTkxjx+AE9o6MYXR6SkIhO9taRVl8zfvfj9PPukjKYyoEx0aGZdCXTqWw7uG7MLztJbTEw9ANE3rNwpZDM3hp12HxLQ8ESTpoYNnSxRgeGkRXVxcWzF+ErTv2IpXqxnGrTsesvvmiAp6ZmUI5n0FvZwKtLgPJGICED8MCBHNYqWHDhhexb/8+nHjqyQhEQsjlSziwfResXAlz2jrgos0CS2chQ3AYr4m6RwVwltFw1VE2a5gsmxgvWJgu1ZHJV9DZ1o3j5wXgaZThR11UfgS0U20taPgUszxTrGDnvkFkyxZGp0vI5kuyP8Tj8SM2KCprRtW36l5UuR4E2MUT2LFn5HZF31YyZQk+E+ciWSgUpF2BjZaIH7NSMfR1tONrt93/ptb43+uD/gGs/g1gdc0Df5BJI4szmdwwAVRYRJaATb/53V14/Ol1YiRNfzCRVrJAtxrifXjWmafh3VddhmDAg6pMAgyZBAnQ4NHwi1//Fs89/wrcpKM2fTYcaSIXWdCuopUHlqcOzU3vFze8nDZ6vKhYQMF2Y8YwULKAq6+9CieedBICTjAVC0YGQt3y69/j/keewtzZs/EvH/4Q+mb1YGxyEn+670Gsff4lnHTCcfjQhz+IbGYaeqWEdDKGQIg2APw8jmTH40aFi91u4ODBg/jxj34OS9cR87jREtAQd9nws8G3TSma2IDlasDBWgNlhizQN5Hee5JeSRzUg49+5HqcfaZirHJBszg/utgReZQWxAMPP4Ff33aHHBASoSE0IwPXXHUpLj7rLcIy1VIpbB8cRMDrBSerbAx4nbhp6OUKvvmdH2L7zj2vA6sOs4/NiEfYqi4Hz6GJuYignfeq0t/JtOBhyYmWTLBNxabpXzofK1edgLNPOw2P3vsQnnriGbh8bsw/dhn27tqD8lgGqLElVpJS/mFzYYuWlDxeFwxXHdH+FmgdMXjD9GRsoCPZgrFXD2P80LAY959z7aVwJT0Ynx5G3Wsj2dmFhDeJDXc8jsqeCZElkHFE0JKbnwQTNChlVwnyzUCKpjk+N9ETTjgBN333yzCqZejlghihE+QsV/j7HsSTbXj44cewbeduvOPyK3Dbb3+Lp558Et39s+D3AJ//93/DnP5e8fVl06XrdRWw5PWK2ftjj6/BV7/xTfEmYpOipO0KUFAsAXoEm2LSLXeMFJwKTPzS5z+Ds884DXVTl8aMni8MJ8vkS4hGw7BtEzMzOXz2s1+VQ3L7jt1veG8msHrJpeeLYf3UTB6ecABtrTHEfEBusoSZTFE8RumDI6ElXE9RlbpJwEJZeAC+oF8SNu1GWaw/DAFk6xiYMwt+JnmWsnJNaRFASwCvPyCFbCablybnf2eskoPA9c5mxyfrjnLwcNAvgwNhdsrwhOxPMlc1VEpFlCq68shyqSRZYZU40mZZW02wxvG9ldCWZoMk0jzVnCtZ1P8GrCpwSNh3jjcQD1lh4ClbVrmuqslyfLpYPFA6RHCIYVKVEoKaD709SWQKBsYzTN7lcMaAx2uLDxgLDRJ4GCpCIJbPzcKAknwNfsHxGp4agmEXIpofvloVpyw/DQPHvg/jegCF4hDK5Uno+gysRgY+TxWatwrNVZfBhd+jQTcJhFPqTN8xskCVL5UvXUZHZw3daSBOYDVIcNWLoMcHL5mj/CyUNHn4maTlgW2r9cYvwM1xCZmW1DAyzE/0lqo07vKRLar8vjgwMLlnWjWYEijF4DM3wmSWSuvD5laFkcnjhTV4lFexhGfRN9lAsVFAuVFF3UO2Gf1eG/DwDwETeii6PMJiYFiYn89vMe9MUGLnn3yNGux6DXaVrHoy1+qSvm66Q3AHEvBGWuAPR+EN0lOVNhheJRWWVCfuybQVMCWkCkZVmEGwyiKndOn8Zw4ls4TpWhUZd0AGbnlaPlD6RO/FUAxBfwRuW0naAz6/sC1DHjcCHg9aP/5vb3iNv+/CBTIYZSgbmS0zeUNCaIqVmmN/wWRzJQsVtrd4q6rhmpJ9Km8x/j0/pzTBTlBj880o/qZqjhmQFNa8CAdYmFJG10xLV02rXExnTTaZ33J7E0ClnNBNdqsKDlKAqwO2kgkhQIj6u7/441EAp4CqBMUcVqms94YLRsVGzO3FQG8IHp+Oom6J7cb+fAXDZUuYDRbVDRwqOjZ9QsxyUt4VC169NvctflqefWy8ufcUywYODY5Ar1TR0dkmgwrTKMGEF5WqKYGG/D4WLhzA7NndEmg3OZXD+GQOA4lWLOvwYlYL1TF+hDQGJrJxAyqGDX96EToWngnLn0Z+YjfyB15EYXAHSpmc7KO+UFQaAC7HXNmAcbCAgTlnYva178S+vI6b77gXjw6WEAz6MefwGkRNA8G2WTjp9NUIhaOYzhfh9odEOl8oVVEp1FHMmihM+qDnJ2DVdyCdqiCRXIZQMC5WF5YVxbZNNQwNZ9AzK4f3vm81VhwzR0m5bS+++71v4/FHH4bHYjBkSUj9/f0DOHX1mThmxel48plprHniNrRqo1g1O4ZVixdgeCyD/SNjYm1AG4XJQgn7pwroSSWxMOlDMBpHoHs2CuEwAqEwWkMxeNmI+ZvWD7QwcoB1XicZbnMfJqvqdbsIuactWjMBVashzSVBa4ZesqaUe9uRPquEcsWkJAOLe9bevXvx/HPP4bVXXkWGQUUuWtawyQoKs/Gss87CihUrEKXneIUBglRAReR9iGTZsZpRAwa1glhf8V6/+KJL3/D65gMefubZI8Bq019Y2GN5HZlsTtZKXdfx/W9/E9t2bUVHXyfyMxnJOeB74Hv3e9ww9ArEDZFsMH6HZGN6NfEZ5Lo67+LLcMr8JBpDv0UkWoQd1GCZOiIpjqrcyP1GQ+2gF5Osb2QQVkfY8oAkPouqHNvCptix2BBuQ6m2H7p+AG6b4Yc+OYMZrqMGNGpgIidtU8bstnHy/AiW9sSx+pLPYfYxZyNrFLBlcBNqtZIM5EwOs+SUUQBNgN7nHFD6PCLd/eOvbse2bbscpYzjNenUBrKvOa95JBBXhjU+FAsFXHD5xbj0incwsUu9Nyr3nGFSicnRIktWLH0qwFgvF0t58eBz25b8/6AWxMTQBO6/604UjZqoAQistkfD6E4mcOysNpi5IpIrViB8zAkwTB/cdRN1LzA9VRQw/+CBg0L4kMRzvh49yENRqdPITk0EAljY3YPWuIZGZxwVckctx/fdNiUk0jaVNPxodZwMsQIEQzbghZc3wCshOwFYZYOmmVL7HanTHEuYo2/W12s4FT56RJxwNIgnnvliovI3gdXmNW8Cq/yuRSXJx9HCRa9J8C2BbQnhknA5R8lH64ZgAJdedhlmH3MypifHEeDgiwo2j0/JtusNCa6hl3oTPG/aA/C8JwjFWpsgG+tLAlLJeEKG9e0dXdj46it49E9/QMylK+KJz49Fx58o/u97tm9FaWoMlmHAdGso0ye/TNssSuMJuCsCzRv9efA7n4XR8OGFLduxe3iEo3GMjJdw5tln49Of+RSrZLWWzSKM4iT27tqIcjn7F1YAzWGLMJf/N2BVfOm5f5NPWj9iBbBl236seXUfwsketHXMlqAv1gGkWnlsL3S9AkMvC8OQeRzspWjRwNcpFLJYuWwePvT+KxHyM1PAQpVMTjIiW1rQ0tYu9hokQJAYIQMwCdD0oSaB2CX84pbf4rl1L0tYFmvLCq9NqSD9c09LCqlkHEEqZNxU/0kMo9SnJC9V2KsCCEdjwuwWEpHbC7NSRjFTwidu+AwWuILA4y/A5bVR0XVZ66l0WgB1ZQes1jM9PclIJwjM/sJDWb9PgxYNS5gqJfLCdud6K+ZRyGdRmMmIOi3Z0gZ/OASTQLdHWfqQxeSKhzFYL+CZHa9isDQlPcWKFUuRikWkDqpVdATd7HvCCEVjYjfIcD+SUkZmipgoV7B+41ZMTOUlsOuMs1bj0/9+I/zBqJC8ZjLTyGWzSCZSwkDdtPYR7H35acQ0nok+6HUP7nhsPV7ZeVhqGb1awbw5s/HBD7xfbBDvuOMODPT3CU7z0sub0dbei8uveDd6evuxb89WxCJBDPR3oSMRRiTswfDkMLbs2iFna19vD7Zt24bbfncbzr/oAvT0zpLz5PCuvZg4cAhdSdrOqaBLKj5dJFHQMo+2eNUqKnpJZfrULYwVKoKlSE7ARBannXwqehIFUeSQ7e+BX7CRycwUwu196O4dQEU3sWnbHmzZdRCjU1mUyroonwiaq7Pl9f2vuX9wzTdZ/Kwl21tbZO8gsWhyakqA17a2NhlS5bIZuQ9baOHVnkRXKiLqw2/f8eQbXd5/17//D2D1bwCr6x66DVPTE3IzdnR2SAFKZikXhD8cwy2/uh2PPrFWAp/InhA/TvEFJPOlhuuvvxoXn3+mbL5Ml6OXJw8pMkmZ9vr4k2tw932PiJGxSDWarvCS6MyNso42VwMdWoPLRxoaJmfTzyRTrWOyaiNXbwjY9e+f+SRiCZqauxAg66uuS1DCT3/1Ozz8xDoBXy656EK88x2XiTw+ky3iJz/9GVafvhpnnrUaoxMjGBsfwUB/LwJ+TQpOFhQEiYSXQ3N3mfQC3//RL7Ft23ZhbgbqBnrDPqS8XKw0l+aO7EXGsHHIbKCCgJIjc7InRbsLmtuFf/rANTj37JNlyiX+sMHgkUKyeTkIrN5z/5/x29vvkjAWTgbDPhfmtoVxxqpl6IjS2NpCavZcadI9kTbxSmPxQtk1z1Ey+b713Zuwb/9h1SxLAI+j4aDXKS+FyMKaXmWqB2YzwM2EDBs2lcLIrbOYIXSipqRm2INlJx2Pt593Ppb3z8fvfvk7PLP+OZxw0dl46YUNKA5NwEOvNocF1LQU4HfJ24XvxfDUEelrQagnBQdTdLEAACAASURBVCuggOMQk/zGK5jYeQj9ixag7eTFyNsl8T60vBbae/rgygMv3vEEgjkyYL0iVycllk0QPZGIXXKT5h/VEPP1nMm2aeLKK6/Ex//pPSiX8/C6G9D8PvFUJO3N7aaMoQ1/uOtPeOSxJ/Bvn/wU7r7jj3ju2bXCkj5uxWL8xxdvEOCjDrK3NdSqljTFEqDi9eLV17bjk5/5rNznlLtxQ1ZEDGXUrfz6CKz6JASBTRcB6GQqgf/++lewaP4cCROhpynZtLQCyBaKCIeDYu49MTGDz3/hP7F77wHkcoU3vEETWD391FMRSUZRMIBCzUQ4XMf87jYYWRPDw+PCqmBTwPAEAdcpYbeAElPOGy74mdKuKU+yeCKAQraCcl6HZRlYsHCO+PYwZVFj+hGB7irZiXXxRJ6ezpLU978Dq3J/qYKZBQVBtVgyjFg0LB4+9I4TiZc0YUAkGhLJZS6XF/Yj1y79cIStLAWbur8FBOV9xyRVNlNUb0sVzwAJ5QEp+XLCsnTop6+3AY4JY7NzcBoFeW5HHiz3NBk6iqHMp5RgC2lG2FwrD87+nm7xW6KVSq1RR4PgutsHF6XwfH2XTz6PApqY1K6am5g3JCBNyN+AWdcEnKQVidfnwqyYieUXfAnT4aXIF4dR0bOw6yVEfXUkgwaiyMJvFBFoECQNwvTmkad/b4ZAG1AnAxQawlodPa06ZqUsJIMa4iEfEkGCum7YNEbm3uowNuU902POHVSNqTB4+YfTby/cBFVN7pmWrOsub0DJ9vid8a/sKsyGAYs2J3UP/LZfJH+y19GZzKa/KOAiC6np10DAwzJhNxgoQssEAxm9jkythGy9jAoB44oBTx0IuX2o81jS3IjGgmiJhxD3A1rNDZ8ZgNtFVijbNp4/Nblv61WGqFAuSYsXDbYvDi2UhhblP8NAkCm/BFZVgJYgLtTr89oyfppSNTb53CtrOdKE4KpWBGQ1YaBgN5B3u5GHGwUXgQs2ynX43Sy6A5L0yn0yFooiRtYMGQD04fvnj7zhNS7AKuWkTNc1LOTLtAQwUajURfHBfYk/TWY/9y2VEK9sVAi0Nhmryn/VAVcdUKgppRJpK089Mn08BFc9CNNjOMAhClmlaq+XYDExcFAsKhlSHHku6eHhI3jqsFTFw9kBUvncys/NSSQn8OHYARzNVhVGmQBZ9Ctm0F8A7XEbYR+/Bx25cgXZmg+HiwZm6l6YDYLrHDDyfHacXR1ApylP5PskAEYAg8/dtAngeZgrmZiczogctzWdFIDeZZsICRhMpmkNvd1t4pva1hIRb3GfVYNlFpAOR9AW9yMUIBjoFyYLverU2ggh0v8WeLpPEn85jdK46SHMDL6GqX2vIDtyQGx1/OEkgskwNJcH2XWbEYjH8JavfRWNzhPxvVt+jbtf24NI7wKcYO5GYXAvSqYLi5Yuw8I588SmwK4r65NSzY2hoheTgxkM7T2AWnEY/b1+XPq2t+AtbzkD23ZuxHPPPwe3O4q9B6p4cX0erUk/PvTh05FqqSMWDqOmm3js8Tvx7DP3AboXs/r6ceb55+KEUy+CbqXx5JrXcM/v16NS2oRYOAOfS0fMZ0Fj4IZRQ8GwEaLHncuGFk8g7NfQHfZiaUc72jpnw5o7F7F0AprXgleLqqFT02bHYR46cabKN9GR70vADVnOrBPq9K8myGQJcCasa/HaVIAegTky1Hi9yQLiNd9/4BCeXbMGr7zyCjJT03Iv8x6gE8jcuXNx3nnn4fjjj5cajoNceizznvf76XGrbJeag2WupyOoqvN3XDsXXXTJG17ffMBDT6/5C8Yq/xsbQ8r0aQsldjhWHT+66ftY/9JzWHHCCkm+nhibRCQcQ0dHJ0bGRjE8OgSt7pbamh7W4pnNfdoLGLaBcKIDH3vXJfBP3QO/NglPnOSIGkJxl2QOlH4fhElglcwzuwHdbYPukt6GD36XzpsejZa5WKcN4DWzgGJhOxr1Alw2WWW03rLUIM0JKWruS7wmViOMZe01HD8ngGPe9gm0LToJg4f3oEro0E0FF6+lBx4GrlUI8Bgy+PPxnAh6YNQsvPj4Ojz/4ovOALD5VUvkkQKhmn6eTpAZh6EEUQj8zJrfgw985MOIphLCdiWIqrk9omCjxzDvBVoCcDLDoBl+v6yXmdDNMBkGYcXCAWhVA48/+CCm8gUJ3mWIbXsohIHWFI7pTMATjiN2wskoJlLQKybsGoNRvChksti6daswSmk7whA7svKo2ojTIsQZGrdGIljZ049WejvMa0dBbA9YQ9FOjUGRPKdUD6CUXMreS/Z1nwdPPvUUtu3aLvkFvmgIJv3BGXB5lDensuFp1m2vDwia4Kpq4/66dlJWAEJwOKqu+mvGqqrRX7eCkPqPvqgEUw0G5hKoVuQEPpaglwJfLYQjISxctBCXvO1tyLmCKOazcp4QJKPyj7ZwRr6C8bFhTI5zaGQJkKZ8QOswa1WRIXP9MhSLx5NYz3mUpzZZwb2z+jEzMQKXkVXKy1AUuunC2DRtfkqA23TeF4kUVBbVJWkcHj/0cv5Nre8ffuoD2HVwBJv2HkQo3QJ/rAVjE0W0pNM4++xzpX4gaBT21+E289A8JPBI+uxf/Mg3/zeAVVUdsyZzyTrkkEPzRbBz92GsfWUXEGhBPMmhIBngATTI5vMGUa2UBUAlI7dWqwjT0Cix1rEkTOvCC07DNe+5BNXSOEyjLOqO6elpqcHnL1wkNSO/65rRkH7QT1wAHBKWZD/eu38Uv/zVHTh0eFiIQolIBLVKCQf27MXcWZ1IpxIyyGUXxkqGw1zWzrl8Hrl8UYD2eDIla5iqueVLF4lKcnRwDFddfTVmN7zo3D4syocqCVrlMhLJpOPRrnoDDlBYxzKAjOAjGQ8ERz0MuWbYNZndJJ1ZioEb4mDFqCI7OQG7WkNrSyt8/gDMgCagr+b1iz2BHQ1i3G3gT+ufxoHKDBYvHBALuLqoY1kfWEJY4f1LpUQgoAImy+UKRiemMJgp4NWdh7Bt7xA83gBOWLUKX/361xCNxiTMN5ubkV60va1TQMuZoa3Y9NT9cFULUttu33sYdz3zGsbzKtC5kM9j0fz5eP/73odzzj4bW7duwSOPPCDnw+DQKMyajSVLVqCnpx/+ag79S+YiV8qiUanSJAKmr4EdB/eJqqsllZS+e2hkCJF4VPbM6lQembFJNEplIQuEQxyGsgcjKG3D62dgqyZKxkKpgEaNA6m6qJHH82UMjU5i5fJjsHThQmTHX0NbSxzRcBh104OJqQxGJ8bQt+xUdPf2way7sHvvITz8xBrkmO8hHq4QxipryOZgScn/FXufeyHXftMapaU1KdeOg5apqQzy+bwoWtPpOAy9iKnxMbTHo+hsiSEZ8SGVCOOn9z7/ptb43+uD/gGs/g1gdcOjd2DrlucwMzmGU086B8FEGwxLl4aMHpQ/vuU2PPXsejn8m7JestC4yTVMHV/9jxuxdMlCVCoGCsXckWm0SC38fmzZsg0//cXt0KtNeYqa6ouHiXjhuBCsV9Ed9iDqNuFn0egNYr/pxUyhCMujoWzoeM97rsQVl12kfBIJXNKDDQ14fAHc/PNb8ecnn4FXCwnodsNnPoOB2QOywX/3u99FsrVFPENnJsaxY+smnHn2mSiXSogmVFpks7liqAFBFxpFr1nzHG79/Z2o2i7y6ZCwTfTEQohaOjx2A2bDgxHDxijj1SmBp5yMMBnZEU7gx3uuvhyXvf0i1Ep5+W/CupFUeFXoMDHb74/hjrsfxh/uvhdWrYjukAurl8/Dwp5WeMWI3hKZc7XRQMGooPukM9A9MA/ZiolUuguuhhsz45P49ne+j8GREVC2qpwgmdhMdg+bWPrVqYaV7CROfyjPpWm3nIAie6Kc2SXsMuFVOqAUN/q+4xZjwXFLcOW5F6F2uIQvff1rGFi+FIVqGVte2wi/zkKfbGdTTdlZLBGAUBcL5YaBxLx2BLrjqGvqdeh7RuNoy+tDKBGXg4aT33qjLtP0WLodxuE8tt+/DlGL3jVekXJK405ZRigkzQU3Rb6uUP7VMSn3LkNVrrvmClxz9VtRrxmIBuqYGdkpMvaW3uNh+2ISTnHrbXfitt/9EWedfTZeeOF5CQ9g2MO7rrwM17znCvGEpSUGZbsGg4caDcTlILFx4NAI/vmj/yYyi2ZDLj6wzWaPbGgGSTC4itN0IfKZ6J3Vg+9/6xtoSSdkilkulyU8LBZLQTeq4gtHXygW2J/7wpexY/d+TM8U3/DeLMDqW04VmV4tEIYdiaGSzSIdD2D+rA7s3rYdekkXT1SClZTJ0F/X7/GJB6tMhmGLXyj5hYEI71838pks9LKOjq5WtHW0ih8g0Vi74Ua1UhU/TRfpmG4XCvmKA3j/VYqsNFqSt6jAq7qBcDyMns4OTE1OITuTE0m2SrmlH5QHqWRE1h4DDQiUcn5cq6uSUQYaTbmaDGzUc8urig+kCp9qStadWAnSQtX3SmYSZWcS/Ob4uDp2BbyzuH4UW4XgomqiVfNigeofk9NyAjJ6Ca2JKDpSceyZyAqpUZoJ/kvTm0yAWDV9J+MiHKD8mfYcEJCNAWqUO9dsyqI88DWqmNEBq3gIb7vwWtQWfgRjVhHFso6glkdPJIe0p4BQ2YRWrcLTqAhQy4bWSx/KwhQ2HhxFzqwi4Aki7vahOxFEX9KDjqCJtqALMc0r9hN2wAUXlQn0sCQAwoGazy9hW8IUpKyH798ZLomOTxKQVQpyF1nO8r24YHvYaAksIg01LQW4J9j1kJJZyt4j0cuKnUIPV/p6NRg2Ral9lUi9SPYpi2YBlSnq4nXMSTdZ58zOsrw2dLeJqteEPxVEtCWMtCeApEmLGe5/EQHSXRzAmGUUG1546kFp5jRPFB5fGoFoEDFfCG5Gy8eisIPccxQTjonoBMtZCDMZ2MX9hinSZg1gOEu1BHe1omSIbjeqbjem3V6wzarQx5rgPkMYyRfzEpj0ir1M2q8h4vMLi56MW++HP/GG1/i7rrpA7A2sWhmlQgaFXEl85wqmhap407JPYOgb9yg4vsQKXG3+8F8luM2R8TebarnOlFU6PlVH2wN46V3p8SAdCiAW8QMNicIWL1ParKi9WJ03MmpyGnEWvwwSImuVZyZ9iqkcEQsgMpEFpFVhWLSyoVpDNWM86/0KKKfUjg6QBB0CfiRTYdTrJfF7K+erMvjMu4PIGVXMVA1ULNoKAQbZzbIgX2/9m98Ck8Sp0CHIywAPAif05BW2aK2IRDiIvq40upNhBBnaE/KhJRpAKMTUaQ7CNFlzytqECeweGahRgs6hHxtMNmsWLUs8YVR8GpJzL4QrNgc6vUS5HzbcUs8w+8g0Mji4+xUMbl4D78QWmI0gwq75MKsj8PXsxokX/hOKfZ/E7379G/z2uRcx55iTccMZpyDuyuGFLeuwYcMLKGSnsWThYixfeBL8WhTjU0PYum8fbMuHBXPnY+WK5Zg9QF/vMp569A7s3r0LfX19WLp0mVy7oaFRkQQuXnwiZvUtQbVRgMsP7N1Txp23/xkfunYFLnj7ZRieTOL3v9+AR/98K/TKAZx9/AA6u1No2DUcODSMgwdHsHLlcejt6camTRsxOHgQbekUEokIghzk1WtojUcxq78frV2d0IIhmBy6ETiDJrYwwi51HK6b4Kj49tPxgsMKWk/RAiKbl/qCIDhZOmz+uK+TRUXlBu973luU87a3tWJ0dBQPPfgg1qx5FmNjo/AHeW81hKnFpvDd77kOZ591BpKpGEqFgtQaVCswLEfJI2hN4ZWzTNYNVUgCHqk6RXxcpamz8Pa3veMNr28+gMBqc100mZcCrFZNZEenlb+014Pbb/0FHvnzfeif1494IowWgjQcEMGNV1/bhNHRCfh9AVERiABDTUOEyEDgwTRsXHTxW7AqPAa7sQv+Vo7hAvDHawjaXgzdZyK0KyFgARUXRbeJVN0lAwE7GoV5zZVILF+E8cEhPPnQE9izZ9dfMFOVZYZa402Arbn+KAxIBV04/fSTsOr8C6F7NYRpX1MzhMHFz02J7rTDLCIYwSFYLELrF8Bdb+C1V17C/fc+iFKRoJl6HRnAOLYA8pmFuapY9hzc8lryv0Vjflz/0Y+gc3avnNUkRrBmmxgdERYb/13gS95vUMw6DrR4AxKyZW0QDAcluPfFR+7HzMSUBCjGA0EkwmGkYjF0p5IItLZj3tnnYMrtxfBMTuTW/noN2U0bsXn9Joyngth5eAg+O4iwxoDDLFy+GKKWG7VyCYtXLMFZ/f1wmUVU5nUjZzPJvYGG24Kfcz8ObHhGOeAo37sKh7JQ9Tbw5z8/ipFDgxKuE4xFoRsVuV9FMeKE9omqwQFjeS40yRpOJeN4uzp+9zJMVh7magEoFYQ8l0jwFfqngkDVmcA1qAIyuR5pKVGHm+dGra7CJ0Utx+BdVTzxvKQXevesPrT29uEd77xKfJUpwecZ0ppukRrk0IEDeOKhB1AqFZWfpkOSER9rZ3UqRYZTBYpyT9IaYNKz17Jx8UmrUBk5hGhAw55aDZVaHYcPD8Pj4TBMWRE1e9Aj56R8bDfKpdybWt/nn3Yy5g/0YmRoDI1wGlYgimq5gnA4hs7ufqk349EgktEGgu4M/F6GtiqA8nUmsfMJnevePKuPvCFh+PNAVi610ilpfmzatgsbdkzC7U/IHhrU/MqD1KcJa5QDmEKxKGox26yiWmQAVR1+ytfDblxxxVk484yV8BHoVYwG6WdGRobR2zsLra2t8v+ZXM/3Slsv1tK1hlLu0Tpv6PAMvvedn+OVV17CJz7xfiQScXzuhi8hHY5jVnc3CmTlu2wkUymEud5dwMTUNMYmJpBMJpGOx+HX3OhIx9Hd1iZnfKlu4Pp3vRuhyRKKr+3CYncEFauGqUIewUhYPHN9LF1Z17POdfo2MuNZtDfI6ueZLj6uPrA+kH2ENT6H+q4GCplpVHI5pJMpRBmoGw6g7mLuALsPDdHONpRjHnzv7t9gqKFjxbLFMGsFBDUvIqGg1EB1y0A+X5JE+rZ0G/q62hEKeDA6OYO9w2PYPjSBzfuHRIHU1t6Kz3/+c1h91hmYGJ+S8y2RSMnwlANqozCBFx5/EKWpw5jKTOOx5zdi2/5pFMocVlC1RsunOj7+8Y/i9NWnyyBh++Zt2Lx5o9wme3ftQDwWRVdnO8LeOjo7u2FUTJR1Hf6ghqJeQtbQ0TGrD4mY8tdl/03fee4zQ7v3oZIvyfoemRhHMhZHV0sbUiRTMTi8pGO8WBSvepgN9LalxMc0R2B1alrIXEvmzYZZKiAQs9De3i577M69uzExXUQi2Ytjz7hUMn8Ms45XNm7GU2vXCajOUDQOwwLhmLJnYm0pPMA66g0G3Jli80JWO61feI97A24sWbIM8WgcL7/4ErK5rLDY41E/ls3txYnHrsD46DAOHjos/sbpaAg/e3D9m1rjf68P+gew+ldXtumx+tLjd6FanRbJTzzG9GoPGh41saVJ/I9u+RWeWfeiUNxFoi6HJgdmTG4M4itfuVEWolE1USgpYJVTFP6TReWhQ4fx45tvw+RM8fUCh8UnmTMMICEEYhlo0Sy0a0zsdKNaB/bqLG894m9CmdKnP/0xrDp2qSP/dQuwqkyaNfz0ll/jsaeehtcflsJ3zpw5+PwXvoDdu3bh5ptvhm4a+PIXvgivq4FnnnoC111/DbLZDGJxshVU6yzgKkECx1+N7/umn9yCsem8JFUG7ToSATfafRZ8DMGwIOEYYyQwEVzxkPlniQ+nKhgsXH7pxbj22qthFJngSGBVFXIEb5waBG53EH/44324+54/Ie5348zl8zC3NYYQlbjCHmZxQf9IL6azGVTdYcTbOxHt6Eb/ouWYLOoYn8rhV7fcirHxcTH9ViwjypCUx5MEgXiYEFuTAoBnq6Qquh3je/qg1inVoO+lk3zK6y8JqRa07iSOP+dUzO3tx6lzjsN/fuVrmJiZwfxjlmPL1q2wMiX4Cd5JmJBjfE8vTBZ0DQsG6gj1JRHsicPSbGhBLxLRmARBhVvS8tnoYVUpFyQBPhxLIZFuw+jG/Rh9djs8hmpXeCiwuOG1InOExRfp/apwVvI0Btgov8oG3nvdVXjnZecrKZ/WQDEzJJ5o0fQ8wBtDMBTCj27+JW67/U5EInFhYPPQZvrkv370I1h92onOfyM44xMAlY1aIh6VzXtodBr//NFPirWA8vJSIP3RMiyi1LS8EPNsATBqWLRoAb75jf9APMYiwZbDidO0WCwpRTH7DvrR0MPoi1/+Grbu2P2mgdUzV58Ku+FBxReEFYqjXi7B56pi5aK5qBQKGDp0WEnevF6Mj4+LtUbIH8D45DRzf1XEPcEVtxvxdESAhuwM/WqVLDbdlkKlWHD8yFwoF1QgUJ3M4kgYhTytDijhO6rIdkKk2KrIiIYWCQ1TGOcdbUnxoJ2amoHX7Zc1Q2kcrwuZnPzuCbTlSyVUDVsAExZ/qqZTzNEmc8hBVQVYVQW+YqxKoS/eXx7F0G9KmMm4cKb6SvpMlqtKO+c2oVjIygaEQLoAuuInrGwfOEzgyyTjMWGz5HWmryq2lMjc5T51JNN8TxSqe1wC0jAUQXJsoCEe0BAhzZx+wj4XWmMBCRw4cGgMPZ3z0XfeDRhJ0J+tjlZPCb3hMkL1CgKVAnz0s2JqPT2qbULPFip2Aa8d2I+dh7ICrHZpAfTFQpgb86EvaKMlAAS5mWoe2GQnk5kT0EjHAjS+NhmslDkRDVY+s9I8SaOs2Kos1bk2u8UKgIAk/0crgaavNrFrhkY414AGgJL65ZbhkOxJQnqx4SL7zNSFFdqgLysZ1fkiinoFhUrl/2PvvaPsOstz8WeffXY5vcyZqtGo92LJcpHBxgU7NsUYAyY4gUAuJcEkhJIEQklMEpL8Um5CEkIaScgKixBCxzhYxrZsyUW2Vaxm9dH0mTOnt33KPvu3nvfbZyw73HuX/WcWwxKWRppT9tnf973v8z4FlWZTQtMIYta0Jho0stc8TNdrmCgV0aBkMmVgNBVGfygiLIcW15njolbh3k2vxwSGzCT69QT67DTS0STseBR6NAo9HgNoNdJjOSkzZ7EOYLOstZriHwV6NjkM2miIFYAmCcsaGkFdvFWrAR112QMJmglPDp7myrVOWyb6KA1n6AGBT4JqH/jQy66/PvqJ/wWHgxmnIfcTC8NyuYSJqXkJIsjOLwrznAMvoeiwMfC9MXrMIQFVuTf9H4BVxfFUxhm94aqcZ3pAvE2TcabHMkCwKY9DYJMDMnUWyEmn1piAufR2o3RXl7UivGWmOFPlQj9RWgH5Un/1PcpvlS8yWSEcFvCxgnoHg4kwYkYAjUYJjUZVmvuQHRbbGMvS0XBd1JgC63pw6InWbKMq874XM6YIgCobAJ4ySsjKpidiW4iEQhhIGOL9HIvYCFnKwoP3lFI+KAsYGcjw+nJioBGYUGxgJuGSmeObkEidUKFcf3Ab+te+AQ0vJKAwg9a47kw76ttEUDXSRCE7jbNHHsXMsafhTeQRDk/CXptCePQ30T9wMw4+fwjfO3kSVmoQP3/ZVViTSKBt11B0zuH58wdw4vkTyBeyMAK0Uwhh7aZ1eM1110sq8PTUBJ47chAnTxyXeoMyuFWrVqkUbT/wgdYhy0bXiWKpqztodQJ48tECvvLlJ3Dda16HcFzH3kf2ot1+Dje8JoVdWzchkxmEprclJDEWz2B0+XosG12BWDSC2dlZkVGSwc3/5hezkhZt6F2EI2RLcT2QIa9qRDkzOWjh6+H+K8xUdaYKsEpvdc2UIVzQYMCpJgP+Qr4o2y3T6Xm/xOORpWBLWh6VSxUcfPYQHnxgD06fOS1sO6W2ccXKiuygN73pDoytGBbGfLXK4Es2p+pelbODwClD3HgjS/qw+EkoKxUB9F58n73+FQRQ8nP4ScCqgF3tLopzWTmPeH5/7xv/jq99/SvoHx7A2IplEnTE98LX8ewzh5HPEfgRfp388t1tZF0ymLHb8nDDDbuxu78CXTuKUJoqMh1GBAjnLIz/oI5IPoN8ty6+0AWtg0zAQNcKwr7lWtSv3IEa2ZzFGp7e/5Qovi5lDknN6YNBvTrxBWDVgwUPt7/pFuy6idYYITi1ClzH8QOMNORyOQEuaYUVj8XlKGczXMjnRTFXmMvi4FMHcGEyK4PvS4FV2X94Fgugp4BVsptl/QrTuYu3vOtuXL77ShmCcagyn51HfmHBt/tW3yPRgR6rwsKnxUqrLTU2B/1U6UWiUTz54P1YmJ1F2DSRCEXQn04jHokipAcwsm4d1u5+NRbaLmZyeXXtKeGfHUfp6SNYbDg4UW6gXGzJcLV/IIl8pYW0aWDt2DJcuWMXBkpVzDULWBwbQN1TPt3CBm530SKbWA5W2azlFBbmta5jrpTH9+67D1UGnoVthKMx8Sklq1tqFJ8hyutEj3W5Zv69vTSQVr4uwqSVs90PjBKA0gfqe77aivnKQYYKBeQwVnoTqcXU73t7PZnTVIA4lRoqpbKynRHbGvqiuwiYBlKZfoyt34g7334XsnPzwlLjc6aTKcxNTeL+738fi7NTL6gufgLI+CLWrU/5pJybZ0MiEsHbb70Zx558Am2vi74tl2FiZgYnjx1TrHeuaf8M7P35UnCz/goZq29+3c9gZKgPId3EVLaKQN8wum0PmXQfglZY1AbpZBSZuIeuMwUr2JY6sfdeLgVXX3h/LyYysPr4ScDqcydO4enjWejhFAIM/+Ewk8OYoCm5EmT+E1htOQTDHFQK82iLci+EeCyIj/zauyWMkcPdWCwplmCU/88vzCMSjqAv0ye1Dy28FLAakn1Wcg6obOk2YZlR3PfdvXj00b14+9tuR1+6D1//2nfxo/vvR386IyAZ7e7IWqYHKy36xOLE98MOWUGsX7MafbEQkmELlUodRiqBt9518dpZ0gAAIABJREFUFzYNLMP4E4eQOEbv5Q4WFufl+QmGcv8Qew967qoyRd2nrFOFEEzbhICQNviL55HcrwwodNuoFgvILS4gnk4hEovBYL6AYSNgR9EJWihqLiY7ZfzH3v9CIBXCxvWrkZ2dEH/25cNDUlssLsxLwHY4mhDg1LYNRCMGQoaNhXwJTxw7hyeOnkKh5iCdTuE973433v3e90poYSyeQCyeknUooWTdOk4+uQ8XTh7G7MIc/uO+PZiYrwghiDXi2OgI+jMp9GXS+MX3vh+pVBrNWg2P7duH06dOIZ/LCpjOQSeHyEP9w1InJOMJtLsdzGVnUOHAIqj67rAdFqUjWbwMQ1yYnkElWxC7jfMXL4qCuS+ewNgAFSgWphcLmC2VpWeL22Es74ujPx2FFYmKLV271UDXaSAasjC2pl8G7lR0dgIeKq0AYqkVWLFlt7B3FxYX8cij+2RgyFaCftf8bBiuziEn612D+IYMZHVlTwhPelGGaTGnpVIt4o1vuF3A6ft+wH2xIrVdMmLg9huvwWtvvA7nzp3H/qeekbOoLxHBP93/5Muu0f8n/8BPgdX/A7D65J7/hGEykZFsM6YPklLiS/7MMP7ib/4ejz3xjLCWVFPMo4WhJW1s3bQWv/XJj0iTwXq3Uiv5zAweyso4niy4L/7tV3D63OSSBEQku6TP+OxTRpNEvSZWhEyRfmUbLWQJkNEvpdNFOpXE7//eb2OwL66CtjzAovk2m8WAgb/5uy9jz8OPyiHEYoDg15vuuEOK8Ef27pUN+f3ve680bQ/+13347d/+NAqFHEIRS5gHPCQ5oSUjqRdcQbr6X3+JdgCnYQQp9W8jqLkYMDrIWExPbGH9FbswvHUbFqtlAexqVUc8Urix16t1XHXlZXjD626WCZ/AMWSR+Qc0Fz43K9uK4Gtf+ya+981vYtf6lbh20ypoDidYqhgyQ6YvQlbBXgulGurNJqxYEgOrNyDraNiz/1mcOT8hPjA98EicEcVDjuAV/fMUMKQmtMrXkMwO+hsRmOLmyAJR2mvK+Mkikmk8UDG7uOb2m2DFw9i5aise/96DeHzvE1i/aztq7SbmxicQ9SwBwHp+fiKN871am2jDGo0jvDyJdtBFkknpoZAAP4Mrxvwk0zZqlZI0pkxVHOhfhukDp3DxkecQYuhOW9k0sJbjfwkg8Dm4wfeafZGW66ZI2YO6h198zzvw1ttvgsmUb1NHyymi1ajDMFPQyHIxLXzyU/di3+NPw7RCSzLxkcEUPvvpT2DF2LBiH7EANCw0Gi0xDGfDQsBvfrEswCq9RMUc32/YewxoaR78dGsWFwTX3K6Da161G/d++hMI2QQJXJnosvhl6BMPd5dAfSCIaq2Oez/3eRw5ehKL+VfGWL3hhleh3dLQCsXRCNposahGA5vWLUfUtjA7OYV6uYKQZYlsitO/VDwtID4P/KARUswBzUM0bkux1KjVJOCqL8MU7H449JkiSwIGGlUHbc9DpVoVBgflJTzICGb1mCqqGCWrTYETlIWz0TaCGvr7IsKc5ESWdpYROyrXhgA9W8L+dAqZvjTKFUrci6g128L2E8jGZ6gQ2FhyHJHnUGztJWCV35LhBo0DesxTVlKKrUq2JfeunlePKkrZ4ftSKvFn9R+X97hGL1BK8Fzx26NErFypqzAFgrPC2FDek75tq7wmkUbRoylmwzZV8FWzayJqGuiL2LB0DzFLw9hIP1YPRnDy9AKOzuVw2c0fhbftVcLMWJlyMBpswmq2oDfmoNWKCLoMvAmIDQONj1pWFYcnjuCpZ+eBdgj9YQOrkjHsSEWxLmKi32RogIeAHRRmKiWDmmXAY2gfgT8yF2g6zPdKEJlNeEBJBOlxSjmc4ot7WGaqdFdeA0+LKt9Ov+HyOBhhkyQJy5TR83rQxoGfH8EIPgyZq23xMPWcJrxWSxquQKMl3l61BgHWGpodFXiQDeoCntW8DkpuB9l6HaW6g0rXQVtzYdP7T/dQ7rQwlW9gfpHBThquXrYcNy3fhI3JJAZTNuLJBOxwGoFQBFo0Co0yTDmjPCWv89UDclHbLWhkK/F1OkUJS/CcBrRWS7zJHENHUQuiEQyiEdBFBivAkKdYq/TZ7DNtpIKWBIZplIgTHHn/L7/sGuyvv3wvGvTerFMG34Ru6Kg5VSxMZzE/u4jxCxPIzi76QwSuAAWiXqojJNBIIKLnPXjpi5BGbQkg8sFv/x8QfIwGdRl4pOJhWKbybyUA1stwfiGs0WdEcT2Q9UXGWJDDBE3OfPEAF4sAgq6qgVEhQ/QgZoAeQ6QIrAZlnaUSJkb7bIS0ttggcAgYjoQQCVvyuDyreViQYK683Sn1Y/CkkgbLlZAaRQ1QPN7P9CL3Q3a4NqlcIVOeGKo8loBRvJ8J6nGYsxSZ7G8HPrjAvxdQgAwRoW0pP3Da7nTbqOkhDKx/E8JD29DodGFTwRHSxcOeUrmWBGnw+6a8dqdRRH7qJE7v24P89FMYGd2BZOZtMKx1oBl4oa3DcXXEjC4C3Ta6dR1GqIWRLUG0rBzOXngeZ06dwuTFixJgSN+67MIcKpWSAL0DA/0YSPeLJFEFeymbCA5KM0PLsXbdLnhdG/OLF/HcsQOYnipgeqqBMxca0Lsa1q2PYtuWBIb74zA0U5Q4bdeRuuKyHddg/fqd0ljzWgjETGCSFkFi49MQtovTrMgZQrsf1iLyfQ4wND9NmgNVCT9Rg2Zho8nvlaydnwmBLQ68GDyXWyyKFc3GjZtx4sQJ7N//GNL0SRsaknv0wFNP4/ixk2g21SDTpeWKYWLbtm248YabsHXbdqkxOg5fF0MBFcNK9nFCqLx3feBfVrd4iSsPY3rGq5rkBcYk19Htb7zzZa9v/sD3f/zwf2OsCrDa6aI8n1PnlRHE4w8/hL//27/EwPJBjK0YkzUVDtkimz9y8IiEQraFO6AGkPzF2ldA9A5ZrDq2bliN25KAZp9CZL2HMGXS1QCMYwbyR1wYbhx5z4Gr+z6gDNVZsw7GO26DEzal8V44N42D+w9gcnJKarSeFL3ng9+7CD15uzw/XISCGrbv2IqrbngNGhK+7sIKBBCNREV+T0AkFolK/cdhdKNaRzSVkPOJvoqdcg0nDx7Gw08eEkZTL+irF+TEs0j5M/vED7H9UJ9jt93Ea994G3Zf9yo8uf8xOPU6xtaslMDFFlUg4s+uod2khJd+zR5M2ncYhgz5GXwStEwYloWzx4/K/Z1KqjqXwARD78iEd9pdpEaXwzUsTM7Rgo0AcFAsgpxnn8Tk0SMIjI0BZA7qHqJWAtlcEUkzgG3bN2N0zUYsnj2Ps/UmSumUMOR4PikAATJwFMVI1xPFHuW//CJjK5tbxOkL52RAyfM9HkuIP2Mm0SfsN3o99mxhImGqPFxheZHQwPpLoeK9k8P3zveBVfE6JglG/I9V3SP2Ynxt3Es5vGL34SsSFDsW8pnKfeh5uHD6LI4ePrJUKynrMk8k3twbQ/EEXn3Tzdh93bXIZRelbmaPR2LP8cPP4YH7fohux1H1Vo9B6//+0j/72/8SuMv1zz2B6ovrd+3EhYsXEUz348rrfwbf/c63MX72hNSmwrbWWLOrYftLAc1Xyli96TXXwQgFsGvDRniuhYmqCy0YlXqX/qH9AyOIhg2YgQo8Zwq2AKtqeNMDdnt95Uvf5wuv0QdapYdXQ1SeNc+fPo/9R6ahh1LSP5O9btqmWFFwQElgNZ/PS8Cg1mmgXSuKpzjVF2vXjuJjH3svMhlbvOupLAiR2UhWYqkirEAO65gtQqsznisMjqb9guzhDI1uN9By2pgYzyG3uIhkPIxEPImZqSz+4i//WmoFg36h1ZqEDPNmGoiFkIgn5H3wfOaJTl/zdJQhcRHUWy7W7LgM2191DdatWI0Agyv3HUP15Fm05+bheC2kBgdg6qZ4M7Mn5j4l18UfyDBIldYEBJnZ17Ya9JVVBAnX42C9I4QSenMmBjMIpZJohGw0ggZmaw1MFEuYrBTQDAewWM4hGQmi06qjUS4Ik3LH1q3Yummz2H9MTs0opaJlIp6MYGxsBMsHBlBzOthz4Aj2PntM/NWTqTSuuuJKfPBXfg1r1q2DFQ7L2SfZCZ0OGmRMN+qo5bP4l3/7Cr59/49kEMq8DH5+A5k0br7xBszMTmP9hk1461vfgkjIxIXxSXz729/G9OQklg0Pimf0soE+ufbpRBKFQkFsZFasWo5uQMf0fFbAdmbdxPtSMkwSS49mA7WFAhrlKuazWcxkF2TNrxmlL72NqbksKqwPWWO5XfRHTAym4+jvH8T09LzCZCyGStsww4aA9bQDSGTSMFMjGBjbDs1OYmJqRixwjhw9jpPPPy9EAdZWPPupkuYdrnzNFf7RJlDuubJXUInCuoJrnnaS9NuNJhKYuDiBUm4R6WgYu7asx5WbV8I2dZw4fQ7TCwWxx4iGTPzbA0+8ojP8f+oP/RRYfckn22OsPv7gt6AHFOOSnj/CUNN9xqNh4X//1d/hiacPy0bb5abss17cVhO33nQ9PvjB96DZrImkttqo+AWgL7miv4rj4O++/DU8e1hNrwVs8oFVLjo+XIMyFreJUVNNTrPttjSlnHCyKFuzciX+8PO/K5INYXt2XdjEf8msQhB//Xf/hAcffhQ6GS2XHDacIhN44/T1zjvvxJnTp3Dh3Gn8yR9/XnxV9UAX0XBYChumorPIVhPVgCTQf/1r38KDD9Bf1haAzKWvmtvEcNREwgzgznfejW3XXSPhJGRakQLARUywktJ2Noi2RcsDvk/lb6oCQMh0MCQwiHK3PQ88iAOPPIbNI/0YCrHI4mtpyRRMWlSvi7BtCfiVr1dkstJyPdjxfqy54np87+En8dCTT/kNHEFcslUV0OcFuwhnLMRScRghW4DBerku3lCcijr1lkh06WIjihkxvVegLtUdBGdrXhOjV2zAqsu3IDszj/KpGYwfH0dmeBB9Y8M4e/oUrCp5EwEwVVGKTstCm8VYx0Wz24K5LIbk6gHUtSaGR4bQdOqwk3EMjI0qKr+8rpKEihmxPgRdHQsHz2P+wGmEdEoN1GSM7OVL5WTKBkAxo4TjTPl6h8mfGj7wvnfi9TdfCzsUE2CUh3i7WYel0y/YRKvr4UO/+jGcOT+lfO/kUPWw+4rt+PjHPoxIiOFgLNAZcmCi3mjK9aNUhVP+QtnBPb/6UczOZpcYqz3PKE7aFbBKRpahJO0MYOg08Po33IaPf/geKdb4+D1T7VgsIa+fU0DaB1SrNXzuc5/Hc8efl4ney/2iFcB111+FUtFBN5pBy4rDdWqwAvQFimEo0yeH4ezEBMKSgG0it5BDLBpHx2vj/MQsjGBIrBXYLIdDTE0mK7wjoF4obKE/kxYJeyGfQzyWRi5XQof7BBOHnaYwfXkt2DSrwBzFVlAWAJSXW4otR3sRyi3SlkiLFxbyqFWbiITjUtR3mjw41b7EhExOmeezOQkPoD+hPJ5IcZXM2edEvCihlvfHUiHq72MKYFUhOPIl/jwKWBWGgjQpyldLLAsIBCtV/9JeAb0lrEoy8WLxJKp1Rxoojfe/z05X7BEFbMlwQ1LPAySJKk9Vm36SQKfLSKcuMrGISE9oXcsByGUj/Vjbn8S/HzqKYOZ1GL7u51HSgdWZKpaTrVJ1EKxNQGsuwhCGJH1KA3B1A027hqNT+/HkU1NwG1FEQwGsTEZxZaYPW5MRDFh8LR1oBE8pA6OxoLBXDWhkoHJNMaFE5KN833zzktcthvV8j57Oz9zDiBkVz2GN0jqNzG5fCsjrQGCVADmTfxkixf1Phj28rgQxNcUWICuULGUOiijNIjjFhpFyHqciHlwMUiAYUm57EnbXIHM10IHLIA6qBxjWU28jW6qgWHdRrrnIVxuy1iJaFbtHxnDd0FaMMLQqAmjhCALRPoCAaiQMhMg+IJta7d18ywQy+B40huW1GF7VgtYoSuiBRrY7fYrRRT3goRCIwjGCaFApIPcA2fZttL2WSBv77RAyeghhjencNMAJAh/44Mtd4vjnf/u8YPq0ReB7a7QclCp5TE1MY2E2J17JM5Pz0ugoOb7PHu0lZbOZoFRZBmzq6S+VEfZYSD3xvAwY/HOc9zD3Dd7DibApbHIuDgIZ9CPzH02pDITR2QObZJwhFgPCUO35qr4IWCW4qnySyW4lsEqfa3qZW4EuxoaTGEwHoHssktkgmcIeDASUZ7qn01/XN/wQMMBv+ANquPjSL4b58L7p7U7CSOr9o4AKblsa3vjqBMoTle2FAhJ6DC0+Gx/J4UBIhlL+IIbAR6OAQGonlu+8C91UWKyDonYEUTushpKUpfqeZMKMp1Sbr9mOwqmVUJg4DS/XgVcvIxgcQCjdj0YzimLRk/VrBiy4RRu5ShbLtgcxsMFEV9dkiDE7cwGz0xOYn59C120Keyhk0fdXBQ/x8xGp+yVS7VA8hcGRNTSCwcTUGcwvXIBlGiIjdJy2rFfmPvHs8MBG3EGw05BaibK8XVfcgGRyFPWmSuRV9Z+/1fqfhDBuwKGsUNiFMUiGFO/ndof+9MofTflFuooZLTe9GnpSHcHvi28t/41GwIt+9hrC4Qimpqawf/8+HDtyDFPTE6iWK2g0GXahFDX8pNet24DXve5WbNu+FaapBiF8bipxCENwrxEvSD/cTGHrBHRZg/KsIEjH/YLvUV3LnoqF9wCv6Ztuf2VWAN978KEXLDLE5/oFdmB5Pi/nUcDQcezZZ/Cnf/T7SA2nsXrtWmE/8bx1Wy2cOn4SraqDapvXjyCqstygLZSijhsItlvYuGoIN1gxYPI4BnZ0EdpooXqig+4hA17DEl/rEjpoBpvire+aQQR370b09TdCN13UOy6ee/wQntl/QBpyeQ7//SuWb+886I031L3A04R7AlUwa7dsQDiVQDQcxfDAIGrVCgqLOSFMMESKIbkEVndccTlGV62QQbRTqcKrNjB95hy+/+A+yViQsDv/+UXVdAmwyuckuYGfkbDUOh0MjY7AsA2cff4EhkaHcMsbXwfXaQhjmcxUHvocAtCXV/INpGH3EItGxW7MDoeE9KCTYOC6MpgQZqwWkBTyvmRKBo7cgSrVmijcBoYyMqsLdIDiqcM4ct930DecQXj5MKIWbQSCMAJhhA0TdrIPgcwauAEbE5UCxuemoZsKWBK2J31/gybK+SoOHDiAiQsXhDBCljVftzCoTRVe1vK62HX5lbj99W9Cp6XsSpi6TV9XAvGxaEwsAuj/z3XXErWYH1rmKUWjrMtWW4AKvlfaJXBALt6ofniMIs+oPbKn1GNtIgO33gmhKbn/c4cO4dGHH5JelOtS9ENiSUarJw3pwUG87ed/AaF4VBhq5XJZrJJGh4bxxGP78fCeB6VH/H+CqnLISSV4yTHgIR7UJExvsVbHpmtvxPCy1fj6V/8VTiUragrWLkE9JCx5+vX3wMxez1gp51/2+c0fuPqKy+GZGtYOD2PH2m2YKjQxnXXks1q1bq08p8FA35gLvT0rijMJF73ECqDHzv5vALL/iuS1SvuuhlsMQuMw5tz4JB566ixgxhGJpqQmJcuddmyU+9N2iYAnQWO3UcK6FcOyHsfHJ/CGN96Cn7v7dhiGROIhnyOI30U6ncZiLofp6VlZG/T/rFTLGB4exOo1q0X9Ua9TcVYX/9vZ6XnkcmVZVxyksd9iyOehZ0/iyLOHkJ1bEDsARbHXkIma2LJ5k5zz9D+emrwomQuDA31iy9PoADuufQ0ue/WrkerLYCDTD3N6HvMP7MfsQ/tRLeaRGR0SXIBrWJSq9NtvtoRwFIqGBUgLmiR9cGjFgDQGVCuWOxcsg64XSgXk3Abia1ZAzyRRtE00jSAWaw3UpR8Jot6soVnMYU0mKgHKubkZ9KeS2LJhI1KxhGQwTE9Py/vgybh2zUoMDGYQNAOoNF38cN/TeFSA1RaSyRTGRkfx1rvuxu1vugM6PVlJzgiFZb9rVkvwmi1MX5zAH//5n+HQ8WOIhMKolEj6KmFkIIN7fun9SMSj+MY3voHbbrsVN732RjitLvY8+BC+8+1vYaQ/g5mJcaxasRxNp4FGtYq+dArLly8TNezk3BxKtbrYKdiRMCwGIwpbPwibZ2mtjUapgnyphHyZvaCLzatHEAqauHBxCmXHEUYp8Yy+aBhhy0S75aJcYnA4A1Y9NMlcDeqwqVJiaFkkjC1X34Dkso04dfYiLoyPwzRtnL9wEafPnJN9lJZL3HOoKGKGhUHrBtmvVL2hmOaA02YPX5ezO8qcl66LSDyOSqkI16ljw4oV2LJ6FAmzg067hfMTMyjUW4gnkkhEw/i3B37qsXrpJvdTYPUlW34PWN3/4H/6nmeUcvuHr8h2WaxZ+N9/8Td46tBx8TeT4kQOJE/SkX/h59+ON99xq0i4OclrM3XZ9+0XEIWsjVYL//zVb2H/488sWQH00od54HOi6XAh0C/NDzuqkQDuswM818XOyy7D5+79jFDoRRbmdRASmR2bRAN/8/f/jD0P74URUoxVPi+nEywIODUjaDYyvBwTE+NCQvqjP7gX/Sky4RzZeEzbQtNpoSaePZTNBwWkeeihR/EvX/4qupRdcKFyTuh2YHsONqwYwHs+8IvoX7VCkuK5ObNI44Gl8BmCQD7DgYw630y+d/Cpgq9DLqlALU6ugOce3Yfc+HkkohE54AhM0fOzf6Bfpsk0AQ8wwd1poOo4CGWGcPUb78SPnzmKr//7N2Sq3zN753tgaI4W6mL5zmXoX7EMmWWDEhZDGY3e0WB5CZw/cRpzZycR9lSgSrPpoOM6ItulebtiK3bRTgTxqp99Pc5ePAejEcCJRw8jZcawbfcOHDl1HJ3phiREu05LDmZS7etOQxVeZPuORNG/fhmaelsCyIrFAsY2rkN8ICP1TWVxEZViThgWRmIQ3UoLc0+dRudiQXJjuDMSUGYDQcCc11ESJ6URlDxplTLPgq+rIRY1cc8H34PrrrlcksJ1msu322h1mggFFYg4MTOHD97zETTabILIkKalYx2/+At34e6fvQsBJiRLmrYuMkqyMHntUyl6o5IZ1sGvfuQ3cOHC5JLHak/i1guHuRRY5b3sdpt4+9vvwvve8/MCSHKSxvfB9xMKRQQAJuOLX2SFfvZ3fldMunMi43t5XwRWb7ntWszNllA3E+iEkgh2XVhmS7xKhwb7MZSMIzs1jlatJl6GZFezWY6lLJwbn0K9rq4NvWEZ+MbURQKrBEp58CQTUfQPpDA3N4tkIoNysY5iuSb3a62u3heviRTewlr1GTLyfYZjMPFRFbosXpMJA+FwEIV8BfWaA5sMQo/sqSYSSXpP1WStUa7aaLVRdcgMVV5QwrQk8OnvUwocVY/dW39Lgxep+HlrK8BH/sh7R5ITFLyifhFE9JtAGZAI58qX9vZag4Zi4QW511ioNci0YjAT16OSsXI/6K39XkEu/pFkFVkBmdTSx4dDAd5zqXAIywdTCJkGFoslxMMW3vmqdTiXa2DvRB8yr/kFFAwdq+I1bIrZsBo16KUpBAjcECTh/4IeXDOCmtHE4XMH8OyBc+g6YaRsA8uiIWzPJHFZJoGxGNkxHAQQICWSy04nCE0Yq/QkCcINUaKr0tMJoHoafb4ImPGg4LVTwW0EVjXYIm/3dMrVekcGmZ++HJyyMjJOW3UBI8V7lXulS1q9ktUKCCia1R4crbxNwbXSpBSLIYJtQG+IR2VHc2VwFGDD2yFTxgLtr+edgoQZ8awJR/l2mgg3G0gYUcT1PuhdpuDa0KwouuEMPMOCRq9V05aCWkkhiRcqv1IBe+n7yvdAYLhZA9e1APQEptBBFR3MdYKoGwE0yYQQu5k2mu262NLw/hoOhbA8kkRStyX8hcoL/NKvvLwFDuAf/un3ENQol+caUGB/qVbCyVPP4+Azh1GvsdE1hAHO4pVrXD4T3/KmNzwgsNprZC8FVqVpfAkQ6Y9F5HGkEQsGkKDXKCXBthpGCQjmM7ZFws3gBwG/qI7h/stQIdrFaFJ/8PcCtpLJyr+nrEvO+ABsgrdUsxim+BvGbR0rhyNIJfhzPV9tHQGDjFeFb9IflzxoCcYSdqmSBkuIzkuuslqPHNj5ihKOCHvsd/nklG+2MK74e2GFKVuPrrDYuR78cEiG67RaaFKaRuatQRBSJS0XikXkG03suOEejO54LXLNBWG1EhQPcYAlz6vsBChbVPUW5W18n5RpxhELd9B2GpibnYSWrYh9itax0WrRCdhErWYjV3AQGehg2fokTZvhtGty3QIaWUiWgBGOUxafyIDWlvDSifETS/ZNck/0fML9xoQ+28I8I0jT6iqJLq+pF0MAeRm6e90QPK0kRG5e42gyjct33QDdTIodQm/fUwxG5XvYA93avKYELoWlrD4hnjEcqgho69dPKiRK7dGiDPHUvcXH5s8yoKSrNWGaBEBcjI+P4+LERQwMZBAPJ+TP+x/fh8ceexSnT59Eur8fd97xZtz82ptlcFgqL8oQxDDIpOfnzPuZ+6k/lBMbABotKqCO/uUcjstAz7+v9EAvkViFJvUYm3e86a0ve33zB77zwINLIKGA3kuqpwDKc3m0mh1hmU2cPoXPfurXKefC6IoVWLlqTK4VWZ/nTz6PUjYPz7R9ax4ODTXUmo7Yl0APwW42cP1t12BT3UZ730H0xUuIbDDhTgbgTlto6xqqXkN8PN1AG7anoRAKIfi6GxG5YhuKjQLmj5zB84dOYHJhXg1Lg8Gl4DwC3QJiXsom9Ac5BMrJSDesIEZXjmDNhjXIZIZw8thJHHz6afk58fD39yIO2H/uve9COBaFw/3cDqOWy+PQ40/h0Inz6PjPzevVC3ASQJp7jU864N8RKBcA1qMHs5L4tpsN7LxqJ66+4Vp0nLowVqkGKJeK8uxbtmxBKt0naz6fo2WRjsxAP5xWS1ihbalRCDKwXaxnAAAgAElEQVSqwFrFbKaNUUoYfAJUtlrC5GMt2+q0icHAcl088c0fwKu10H/lFUgPr0FYt2CSGBAKwopGEYoOIxpLoGO08Oie72M2NyH1STgQRLPbFubbj+9/CBfOnJEAUQHRe762JEoYBIs8OO0W3nj7nbjrHe/E9OSMvJ5oMoVYMi7s1qhND0h1zWWo4QOdVIUR9KQihu9Lwrz49wzjIXGAvuOEyYVdrlR2/OLjSOcoxA21XtUa78hMleDzMweexAP336/CdHu+qFTFgNkPLsZWr8Zd73y3EFmYm0BmpBBAOh7u+853MTc1BT340t39J9R+S0WJeg3cN0hkidP6qFXH0NhK7HjtLdA9HQ/c9wPkFmdFlUmmMm2RyL5Ve5U6J2SfDwYxPTX+itb3irFRRBIx8Ru/Zdc1GIovw/n5CpyIjS07L8f0DK36alg+FBJg1QpwmPiCx6rsq75tUe8FXHqGy3X3lSKiwOP6ZdCuEcDU7ALu33scjmci1TcogW1k6gcsW8Kb+KtYqCC/OItWbRGvumKzDL2efOoAfuVDv4QrrtwM160jlUiKsnNqZg7PPHMQFy5cwMzUrEjWOSAj63/5shHs3LkD1167G+vXr8bi/IIMvRgoxeKRfTjvP/qWj4yO4uLJafzT3/+jBESlYwl0222cP38eIbODbVs2IhWPChjH85Z7GX1dmR3i2TEU2l2s3noZVq7fiIGhYexatwr9dReH//27OPvIPsRMXcDLuG5hMJVBIhqH47RkMCeJhZ2OBIpqiRgqAeD0wiyminmkBjIYHVgOM2JJnbfoNjHXaWKqUhSZuxa00GqxFg0hE49Dq9eQDgJXb18Jywyi1aghYtmIELgOWuJxvDA7L/dTOhGX/Yxrsea5mC1Vha16doa2bEHBOzhAXrtmPV57880YXDaMoZERDI+o8KpmLivevD/aswd/8tdfQNNVgakcSJVLefQno7j7rXdgOJPGvn2PIp/PYWzNGqxYtQHRVD+++q9fxdzkBTjlIvrTCaxcuRyrV63EylWrJDfjmUOHcW5yUiwcaLeYSiWkz6NSiDhPP8kJzY6EP5arNdmDWTENpS2EDVsCourcB4wgQgROTVNA0fmFnPiqDw8PoVYpiq2TnUygP5kWtVDDbcNMDiNfpy2kgXS6D3Ykgvt+9ACeO35CzhkCy/Rr37xmFCv6U6ICEixA07FYKCC7mMfUwiIK1TpazNUIGpLzwjqUqgM+b9y2xKc3ZgURDxliHZktlMWjlp7tiZiNr+75qRXAT4HV/8s2v8RY3fMNBSTKZJvNsgIZuIjZpP7pX3wJzxw+IeE9pPJLC8yN3O3i4792D66+ejuqlZIqMNlI+ibVPcN4khC++vXv4seP7FsCWfwHUaboLpmgqiEKuC0pyF1h8bDhoKdWCzfeeAM+8uFfQb1REUYMS1gGZzDp19MMfOkf/wV7fvyY+Abxi69PZON+g0BJQ88An8/zqU9+DJdtXScMEFoB0LuNk926AHUd8asilfzEidP40z/7KzhNV5iEih2hw2xXsHPbarz/Q+8X1qXF5ptTLwnk4jRTeeqx2WXB1iPDKXaL/4sgrQa0xcjbw+z5CUydPINOoyFhLgyzIXctm82if3gZNm3fhqn5ObSKRdQrFUzPzmPlps3YevW1uO+Rx/Ct//w2KLWVQ5R4BPEOelIOJ9C3OQ09EUZkQHnBVIsV2JqJcHgI5w8ex9nHjyCJEGJ2SBiAzWZVGhpONPkZGN0uSloTu+/6GbTClBvpMMoaTjz0BDZv3oDpag4LJ+ZgEmRpthGzQlIwlmtVYRe00EFqwzCMwSjMBIE0xdLccs1VMKNhaVpq+RxKiwvC4jTSowhUOph/8hS82YqE2nAuT7YopUnKC00l/Elxp6AreVwplDQDfX1RfPTXfglbtqxBKsTpewCtroYmE191WkiaYh/xmd/5A1ghesopEI5s3U98/B78zM03wnNbPouGQWxhVCq8Nk1hZlE667Q1fORjn8Cp0+ckHZhfS0EJfgHZA1bFW5eSZr2Ld73r5/COt92hGMJQvq38YjNIeY7gjN0uisWyhFeNX5zG4isEVu94y8/g4sUFlL0Q3EifHFSRkAppY6Ey2p+E6bVRz+fQdtpSYNRqZaQHo8iXqjh/fkFSZ21Lg21YsCJhub8pj2FCqG3pWLdupXgquW0y0EKYW8j5zAwFiPaKaQWyqk2Jh7NKXFegkgImNUTC/B7B5qZMMgnuswmnh1rfYBIhM4x8tiDr1BWghMCoAvcCXKMcbnANij2YKup7n8kSWNoLViAII6CJatQJltOrrDccEp9QIZupwBOCKNzPuvQQXbIX4MutCbhLawneRy7ZLTIrJVSlGHI9wJ2fLfc9Ph7lywzJoMyLvr70Lesw4bfblcJvzVACqVgE8/kS8o0KNg+F8epNl+HBGR3TmV2Y6dSRibWwta+LIb2FaM2Byam71hY2KV93xfMwVS7gxOkc5qZKYN9hB4PiI7QiamF90sL6VBijMQtJKwiT7FeCqvRcZYFJIE434Ibovaqra657aJGxSnZBlzI+7nldkWwvC4YVWIkgPL2tglXEQ1ecj9Xm1GTh2hSpD4FKrcP9UnlbscCUayvxiIrpJ/cNpcWtNrpMg+bnxcUjTEf6PjroBNXrJnDWbmuot7ood5podJuIhQwMZvoQT6fhWQSK+ZmRRU7JHYHUKBCyAD1MFA1eW5A5tafzFwOP6EvK52WAFcFRpyHyUY3pwj4jkvd2J9BBPeAi67rIOg0UWpT/q3Og1Wmh7nJw1caAYWBDegBDoRgs+uQRrLnnoy+7MfvSP/yB+PTyvORWyLOca2Iht4hnnz2CUyfOwjCiyGULmJqYkRRsApnC6vaZb4qxKnfMi756Q5EX5zyrf7LEO9QAO6AhZpmIhcylJFhhKPnMdUKmPM34UxxmMrCBfyITW43EOFQhG4RALaX3BFdVaBVfbw9YpT0NhXsDcRNj/bTxYaK2kvIp0F8oqvLaekzbJW88BtMRCCbY39Oz+hKS3r/h92XvJWjn+83yWgqY4w9rOChRgKf8sPI289kQBBMoSaPffLOpfMDFDofNgQQmWFh+9R3YcPVt6EYyKOTr8Nr0QGvIuSaNkxESIJbNO/14JSiF3rMeG14bukUFBRuCMDp1+lkWoNUV+9uh71szhLalI97P5pj7LwEOte8qz0IV3kXPR8vWMDV5BhcunEKnXhEPORkA+coa/jvupQRHxM6DPsC0BfGacN0mGPZJoIXgrwD7/uCMoAjBrlA8je07rkM03i/DMw5pOTBR15ZTCv/CcUtoUnKs5MayP1KezevcpSevOu+5eVAJQyBEWNEtspsUkq7UEByqeqA9dS80jQyYfGERZ8+eRqWyIM1bKs0kYAdHj52QQRi955qNEpqNBgIM+vQ5LgQl6X3M90jpv8iWPdaWvEBsvAjMMdG8I2EmATKNdQOepVLcex6rPWugt77lZ1/2+uYPfPtHe+R99qTtPcYqP6tqtgin4YjnYWF2Bp/5rY9JqKgdiWHd+lUYGOhDkPvBxCQWpmbhyefH7dOQra3coLVUCx2eR56G0U1rka520Jiaha21ETU1hN0A1rTCWK4F8ByKsLv0JvVgdpqYHF2G/tuuRwltLJaqmD92HjPT06j4Nc2lQI9Y7/hA29L3/fOZ17zr0cZBQyYTw6q1Y9iy9XKcOX0ehw4eFMaqyHVZ27fbSCaTuOH1N4p6jcMZepk2ikU89+whPD+9KAz8HuDFe0XuH4Lv9FP0mbMquEq9pmBAKYW0blsIHK+97WYMrVshPooEVvnFPYryfgbohEMMT6V9WgPtButQFdqkrA8I/HHw7MKmj3Y4qnzsdV0sAwgg0R+SfYkEPMnfUZqtY/zUDMLxlehbvRElpwVLi8M0bGjBDkxLkwEMBVCRRBTFc2fw5LHH4KAFrU6SRgd77v8hzpw4ocglEvrJ/VGFRxFcY/3H86LutHD9zbfiPR/4IGamZ4RQEbBNxBIJFSjMWo9qo5YrYWfcB3nbi8+850InE9b3QBYGKtcjQVgOhHx1gqxlX6fD19Ib1kgJKEoQMsHpkdyGbZjY/+he7PnhD2HYykaMZBdu2mSssl68/OrduO7mW4WBT3CPj1dczGFuZhaNUhnPPXtQlDQ9tuz/jb2pNAw+sOpp6OgBjC4bQXFuGolkEgjFUa+WpMYlS1o88gkEi5+8Yn/y61IAs1Evv6L1PTiQQlC30YSLjelB3HXVTehG05i1LQysWI1SuYFapYDBZADhYB4Bry777aWMWXVJL6kzLxleyOsUxmrvdavPkHtatlDCf+09ioVCE4nUAGwziBDJLXZEAH2SH6rVBorZObjNPF591WZUSgUJpb733s+gfyAGp1mCU28iO1/Ew3sfl1wVWtwtzGelL6DaMBINicSbNWIiEcWGNauxZu1q8fxkYGCU1zxoIhxPix3V0ePH8W//+C+oFYvYNLZSQO9iNotysYDNG0Zx2ZZNcDuqV+ZHkUik0HQ6mJzOYrbewCMHj6LQ6mLVpi0waWvhtrCubwSpgIns+FlcOTCENd0ANtlhhOnbykwC1ieGjqauoUPlYMDAxVIOB86dxqGJ82jaBlZt3IBwJCqMeVok5AolVB1+cjoCwpodQDqVQalWRj47h0QA2L1pLdYNhVGrlNFiKCbrrbYrqtL+dFzWKfGFvoF+eIaBfKWCk+cncX5mEQu1NloBE6FwVCyySAThvRuKhIXksmLlSuzatQvXXHMNFo4ew9HjR3Hy/BnsffopdGHAKdUFYK3WSljWl8CqkTSuvmwr4iETZ86dRa7RFhshM5TA3PQsUmEba8dGkU6HZH3z9RZKRWSLFWGc0ts0RMuM665D2DLQadeRThJU19FxWmhWaliYXxDmPu+3UCCIZWsYCNjBwsyC4AtGxIYmtmBdCU0uOW3svOoq8Zw9e+o48tkFZMtUTqaQTGaE4WqE4khkRtHXP4B0XwaVRgPf/P73ceb8uJTqVEbHTA237N6JnWuWwey2RCnKroNkt2qriwtzOTzy1GFMLJbk8YwwQ5khdi2Mae7Qpx8d2LR2sSykojZa7Raq9aYMXeO2ga/vPfKK1vj/1B/6KWP1JZ/sEmP1gf9UwCrlIVwMvnxOgNWgjT/9whfxzBEe1PSuVGAljyNO1+799G9i9aplqFQrwibhtJngZA98lcO8q+Hr3/wB7n/gYdWQ+dO13hRVik8BNXhoc5NUAIeyCZfSHne97U7cfffPyuYg3mcssFlPi0TEwN/+w1fw4737RL7QO0xfzBBVvmjiH9Rp4T2/8A685U23ibxBfEUFMPVA1oRMWlVrIROWP/6TL4iHZq8YI7AacOu48YYr8K73/JxcN5MsGwmDIuuFh5ZKw6ZPpkjrfX9TFhwCLwgYyBrAhRcMimTw3KlzcEo1AR4ISkpIT8cVpuKy5ctFBtOhF16LjVtNfC4tOyKG2UeOH8N9D/wIM1NT6LQ6aHCCZ2kYXrsCieEErGQAWsRCbDADKx6VzYyXd36+isqFeeSOnke0qQsg6nTaqNXLEialEowD0F0XDbeD9a/ZhuT2MUzMLuDKnVfh6AOPo5EtwoiFMTc+D7fcgNWmgiWISCQGp1EXbx3CPNGVaXh9NuKDCRTpMxMJ4bJXXyPMYN4v1cIi8vNzMAIa0ivWI3dhDtP7jiMwXxdZvCIYapJq3WtUeveQ8l5ls6U8MiktXbasDx//6D1YuWIZkvSAkf5PF+8tMoDI3P3LL/4Dvvnt74lVgBR65Ly6bfz+5z6BV+++WmwDxH+3o9ik9HSiZUQsFhEfPPoR/8ZvfAYnT51ByFYhEYpt6jfovD/pl8oCVIpS/l7De9/3Hrz5DbeKzJUfBGXNrNQk3ThoKz8/r4tcroDf/ORnMDObxeLiy5cZkbF6x9tvwfRsEYtlDYHIgBRTmaGoSNezE5Po74tiOB2H3umgMK8sDSjxTyRDMo189pnjKBYdCRYhG40rI5mMC0OB7FEylLfuWoVqpYnpi3Poz2QwPbsok2NNpzSUCb0ECHpp3Iqd2BUPRFOBq/QYI4DBzCTLQLvZRLspBqFLa4XPF4tZGBnpQzFP/7yqrH1eWLLWNeq5DQ1akInyXQk9EomprEFKuH22vS/fVWDni5mk8rmJ5lsB9YpVIaMeX+bLppSLWX1XSeI5/qffJwdLBFbF80Gl2yrIRRXgl/w/n0d8yHTuG0DECiIVsRE2DObGw2m0EQkCm1dmsHIggUa1jKwTQL6UxY7RdYiMLMfexTb2zU4iGGgjaVaQtDQkgxYiBI6kyenKPlBzmsiX6qgWAgh2g7RkRJs+xjoQNjykGFoTNjAQs5EO6xhIuohHTYQjlqgU6F/H4KpSwoFLJp0JdIMsP3ohdSqUi7nSHFgMmTosMncRhOXpcHV+1srNlvYelDxaDTXh7jY78FoMBKFUWUOgHYDVDiBE77ugIUAPpdAEgx2nLgBC03UR0gxEiBoFNWhtD3U4qHVrcJjU2iXTHyjVNBRqNMJvY9fmYWxdswJROwO3ozxgQZYoG22iMPSFNS0J7iIbUKPUTxhHHnTHhVapChDMpFiN+3/DBZwaXL2JQNsTb1+GehFcdoMaGgENVcNDsVXHbL6IfKUBpxWQX/U2m/Q6BsMW1iXTGIukkAqEobtB4GO/+bLrry/9/ecFoJSBFFk1PcuZgIZyuYKTx09hcbGIi+MzOHHstCTPM3RKGKsCSKp7nMCe3NvShPksbz+FXZ3DPuNw6RWqO5pLhMuAA4J0PIJ4SNla8JIIM8Cwxbst0z+ElWPrxKrg8PFnMDNzHnGCDiLvJyhGz0Kux66wKw3xLzSFicd1YRL0D2qI2QYGk2H0RbmGCBb4rPRek9uTR0ogl+8pTtagH7hm+r6SlzL/ZOjhWyLwZ9Q+3pOv0gZCMVYVnipGRj5wpqiZlBPyjGi2umInRBYGvyf1AFGQRh2xdD9uuvu9GNl6M+qei1ypBq9twAhQYk42s6PYZV2Cq5aobMjc4YCXZzAl57RnIeOO64sASTBEtmpXUsGFyU/AX7PkHmSzwY2K667rEnDkn5oImLrI/wkeHTz4BE6fOoqBgRSG+wdedO+JzJdgFOsYgnESQkPQiKrjprB2OYDwdIkgEc8/ntMBDmY0ep55SGVGsXnrlTDtmAAuUufJvkFAVjTCvRsN7aYaaCmrH3VjKWabAsl7yhQ1aFNMVwnl8YNSZSDuqwJowUQlFD9DhqSQBTw/O43jJ/fB5vBStxGPJYV1WKvWsJCdhR7oCFNavLz5ONy/RUrIda1CDOWKil1QUPYmec+ehqCziIRXFAZMvu6i1g0glOoXn0THcdHh+zaCeOubX5kVwHd+tOdFHqu9wDRel3qhhHpVgfaNYh6f/q1fx0JhEQGDDLQEVo4tF/CRihSyqJOZfsQYtBI0xbe+2qhjcmYGMwtzCJCJrAdh+QQJkQvTo1prYWfXxN3BfuzvzsFiKJirCfAwvn0lzNFBkQsXCjUszhZQa9b9wcMLYXeqLlfM8Eu/lpjIJHZ4CsSOx2xs3roBO3dejlAkhqPPHcUDP/qx3yfw33Wwbu0a7Lh8K0rFvFjuGF0N9WIJF89ewHipJkA+BzEc1PA5hBlN/2ZKfDkw7GH6vfAln4zBc4n379vf8TYkB9MYv3ABC9kFxBNxbNu2BZZtYmFhHu2GIx6L7JlkoMBRIJn1pgnbDsl/uebIVA3Z9GBVclkO1Qh62wxb0wMIWxZioRhcAru03Akm0NRTcDtk0iomp6FZUlHy3jdosSOe6EFEXBeVdgmO68L2Avj+d/8D//qVv5E9lPcwwV7h2PtkD9677FXYfXAwPrZ2Az76m7+FcrWKerMhKpVoPCGDLgKdIdOWYTsBZwFW/V/yeD5wTTWAkpi7Mpwj+YZWJmoRv/D5c0CiQgNddLoO6k4JDaci+16jWRb7j7mZCibG52AYTSGUzF5YEMsyDnaCoRBueeMbsGHzdqmPqe7JZbPY++OH5PO96vIr8PCPHxKfRtUs+BN8/zWoe04x6JRUSfl3sx/juq+1HMQSEbiNukig6UXMg00F0/nnoigTFDFGhBJ+h9r7nUPizyv4etXOtbh4cR7UFehVB2/dfQN2XPEaTNJrf2yFkIcW5+YQt5oIB3MIajVhWr9ooOif0T3P5N61X3o5/rrr6X+olmQRyvrwgb3P4eJ0HqFYauleZZiSboZQrTXlTGo1KjC9Mq7esVas/86PX8SvfOgeTEyN4/jx5zAzPeurzJTtSa3WwNzcghBRuF9xKEClH72cGU4bjYQxMjKMzRtX4zU3Xov44DAOHj+Dcxfnkc2VcPzYCUxfOINk2EbI62KQQdOdpii8dm5di2TUxuLCLOLRsPhkcu5N5ZNlxjBVbOD7jx3AGTIh40msWLVabH6o0jSjUQQjJnYPjWK3mcR2x0G8q6wMyEx9YvIijhbmMdt0kHOaWCgWgJANzzJknQlOUqsvEbe4l0TDKnOjWK3K/ZRKplBrVFEuLghxZeuKYQwGXVTyBfT1JWGGIygWSnCbHRkiMZV+PpdH0zCw6DiYzeZQa7KGZVCUyjngoIg9EtclCRm8B2m7Q4XG8PCweINnuk1RC544fw4T2Tl0uhrchocWB67lPC5bP4q1Q2mMDqaxcvkIFrKLODW5CM1OoNzoYn56Ads2rsFAXxRBzxHAlEzjhtNC2WnjxJlzsjbWr16JseWj6JI0I/ZeXbF0KDdaMvBokaDWaoqSipYpBFJb9TrqNfa5al/uMqQZmoDS1XYHb3772yXz4/D+fcjPz6JcLymLFFpeBOl1G4YdTiplqGmi2ung0PNnsFhm3kJXWMum18S129fj+u3rEAl0JXScNYAsebKDPQM/eOQp7GcdHEpANzQZhg6lYhhKxBEKArViTrJFWLcSg6H9XL3hSF9KRut/7j/8Clb4/9wf+Smw+pLPtgesPrHnOzLNIpzIYCgelGK5JH5EFv7kC1/EwSMnVVK0b9BPgGioP4nPfeaTiEVtufF46BohUxUw9JnisuEksO3hG9/+IX74owf9RuyFqZpI8/wD6lKZrGrYlF6RflcfeP//wk03Xo9avUIelIARQVKAWO5rtAL4Fzzy6P6l8KreW12aJtJEXZojpsi2cdMNr8KHfum9aLfrAo7QOzOfL8okitNknv/07KAP0p//xRcxOzMnANCSlM118I533IE33n6Ln7Hqp2D7NaMKOPCBGz/ZsleUy/dlYwSaTCpuNGCZ6ho6jaZ4u9DPwydvyJRbMU5UgUjLhUCQQJVqhDlRJnuE8s+52XlcPHcRpy+cx8X8DDJrRtHyWuiUy2KtEO/vQ//oKKJ9SeimicnJGSycuojC81MIltsyXaeBNosjAqLqOfzE866H9MpBrLh1By5MTWD1pk3Qik0cf/RpZJID4jfTnC/CrJERaio5SbsrGz/R8KrZgr0ijdRQGjOzU8KMWLtti9ghMOm1sLiA7Mw0IpaFgVXrUJkp4iQT+KbJpDEk1IJFKhkjPXkTr6mwnv00ZgJslMUxSXD71rW454PvxdiyoSU5FvdXZQ8RxNxCCZ+99w/Fo4WJwtJQex0pdv/4jz6LLZs3Kj9FkbG74inXcppotR2YYQv1OlOcQ/j0p38PR557TppP2cGFORUQ4FUKME73fcmU67YEnPzwh+/Bzde/GkE2LQEP4+OnUSjnsX3bLgTImuN7AjA1PYtPfPLT4j+UXWTB+PK+CKy+6Y2vh6MDF+YKaBsx8RUaHMjIWTMzfg7RkI6+mI24aaBVayCXW0Q8mUQ6HcfGjevw7DNHcOr0ODyySQJAOBZBLBaWvSDQdVEtlbFm4wiSiTiOHz4pE9tsroxilQU5r6mfmC2p8dwXFINRhhcEHehNJ58hLRdcmMKSaMt9reS4bLaUvwiBu2WjCWlyJy/m0XZJ0eM1saGZKQlWChgOKdXwGNCgB9El24ODDqa4++FtUvL7/nwvLUCl/hRkSX2eIjsV9id3G7WnLe0vYuRBAI60EzIeyahRoCpxYxV7/2JItfez0rxzjwUQDgaRjtBPLQLHbRHDE3n1qqEI1g0nMBCNCJCxWO2g1Kph65bd+Paps3jmxBx02pDwjqfHJxuajocOvQ+bnCQolgK95Ag2kOTJa9ESIIkjKwIiytdQ8G2C+zrZbDZiIRXcw7+lD2TBy8HVu3CNLjyiOh454L6s3AefJUO11YFl0DqDU3AbXUO9TwqzjU4AGverAG0h6KXKQDdO1Mhk1WB2TTDXOx3uIsbk9Q4ZiRrq9PSrROC2PHhGAIMhsiO7iEQ0tIIh6gzRbDBttCv3RMfRUSkHUGYhZ5awdWsCr75iDNtXL8dgPIMw1wHl/yyn9a6wHnUjjGCL/rkdoFoHCKZqQfHdqhUqsOpdhLpk7IYQaFMI6aLtVYRJSD+oAEHeoAuXQSos4siC0DkpL8n0PVeuiKyoUKoi0A1gNNmHsUgSQ3oEKc2EQQXaZ37v5S1wAF/+5z/014liVl/6Rfl2sZjH1NQMTp26gMOHTqCYr6Ij94YaHCjwn6vRhcf15Dsw/LfGzD+TlfdoD1RV96+s8W4XUctEJmYhHQvBsE20YKCt2/CCBpKJPly25SqkB5bhqeeexIM//ha0hoOUFZbAKcvWEeaggXU0fcMCpqhSgkEPEbJhI7bIs/qTEcTInu42fTaoL8H37TyWWEp+gIsAvz0wxx8ac/9QQxN/LcvaVn7KlLOKHYfYFih/XQ7LeCaq/BYOYVVCvVgos1YgK5mhT7RI4drXbRhk+1hhNLsaqpUctl15Pd7w7k+h0a3JIJpyP5HKcnApPrNBeW6R2IsHXlcGrGzYJERDLBx8b80lVqcKf+n9HZtY/lLSZ8VS7RGXOOwkKKubGrLzUzh08EkU8vMSaBGPU7GhrsWlA2lhgcqRpp63B1D1mKW9lO/ezyg5Pq6fTqgAACAASURBVEHYJjwthNGxDVi5erPYJKvP4YVrfinTSz4z30//Uqm41DtBZSPD9yVesJcEQ6n3qM5/xVhVr5EDBoae8u/ptUablcXsPE4cewy2FQY8VpGUSLd8xqIKU1EsUx9Q9ZnzwhwWD25/bfkhPQSPDD0kShijNo0hPYdEJIlSw8PEqZMoOToSa7bCS/ejQ/C36+Gtd979stc3f+A7//XAS8KrFNjOwWytXBUPPQadMffgd+/9FM6Pn4dOMICAxOAAVq9ejbEVy5HpzyAe71PKK2EAq8+EINaJo0fxzNMH0KiziWSyckDqYmWF0kGf18UvG8vwvFVAXXcwUO2i2Ung7KYU9GgUhVIN09NktXmS4swwop/89d+BVfXv1GfJ3oLKlQ0b10n9YYdNUcsdPXICB589rtiQWgdXXrULq1ctR6mQQzGfg6XpKC4WUMwVUKUtGS3GyDTsesIulbXD+8cwl9LmSRRhc0/gjqzx3lruuC1s27IJ77j77QjH4jh2/JjYBDCss1ItCWuOdgE9GyHZR/16T9YjzxOGqOm0RgkjTIZrJCL+9GKBwrpEWI8K+IxE4wiEEtCsBLrBGLoaPzvWGgTwfKk5z1Na8/jSde6RHMjwmoWshIQ8/van7sGBp/bIUFT5YL9AZBEwlPWArGm1nqnU+sAHP4TM0DBK9RpCsZgE0vCzYB8YDYWFyEF5NAdvwlZlp8hwW98uRTofn43OPUuGdJ0W2v46Uh6zah+l4qfVzuPMxYMo1dlTKYYrgVvanBnaCFqOjXL1HEqLeUyfz6NTdaQ+CCcSuPXNb8Gq1esRCUVw7sRhPPrIXlw4w3DhIPr6+uW8pies+Mv7ysBej9Db24QNL+Flvr+u/D4gZBJaoPHeI8FHQvEuAYcvfTzBbX/C/d2oV1/R+v6H3/0wnn3uFH70+CHMz+VwxYaNuPXmu9BI92HNtq2ytibOnsdgMghLI/mkIn2gWr8v9KX8M4H4pfrUf40v7Lu+9+0lKi4CT3sePYjTZ+dgRdPim8msh0g4ATMcRq5I1SG98JsYSurYsrofQUNDuVbH5i1b8F8/2oO5uayoU7hPtzvKOilfyKNYKCuLlqAuSfcc6ND2jGrFRCIhdl7MELj8ip2IDi3H40dOIFdqiGd8bj4Lt1GRQLvC3CSGExEMp6KIh01ctWMz0rEo6gxr6nZECUQGI5ndETuOvpH1+NaP9+Pg+BTcoCHnhh2Lww5HyFoSoG4gEsXKaAq7dA1bQxa29fXhdCWHf3z2CZxtNFAgwC52PgaWL18uDNVcLifXOxoNi6qE5yDXJM8mhnS3CGZouij7SFxJxW2sWTEMNCsYCeuoLuSFuZsc6IdBy7dGB+GELYDwhek5nM3lMVepg5wSg2x2UQYqS0UqYbj3icKWZzkHUV1XrmVvCLl2IIGNm7bh9PkLOHn6uDA9OaCpM4fCKeOu19+AbauGUcjOoi8zICqiZ05OoG3FMbWosleSMRPJlI21fUkZynHgwfaGSoznTp4Wi6I1K1fIPcHPkkxR9uPEL6qs7TsNDKTiCHEQxAApes4u5sQjl0zoocEBUTEyTIvqoUbbRSMQwK1vuF0CrcZPHIcle0VTmKaSccGhVYADP1MxtW0bk6UKHnn2MKZyZXQDZHtQElbH1uX9uPVVO5GyA7BksOTr3nQD1baG7+99CvtPnkfHjiNsMPSwgqu2b8KWlcuQpEd/y8HCYh5nZ+dRrFRgxqLS97HGZS320KFjr2iN/0/9oZ8Cqy/5ZHvA6sPf/7rIU9ghcWOUg1sKd00Msv+/P/8rHDl2eglYlQXttnHt7ivwqx98n5hQE/Qiq5MbC72sbDbUrKYljAT42je+iz0P7V06qHoFMDeOHgukd/D1mgfFUqBhcxS//vGPYuO6NWh3mmBgBI8USq9E6o8gvvh3/4R9+w9At1mQKCuD3uOJnExsBZQ/Ig/NVaMj+J17PwlLGD4qlODM+QtIpTPi4WHRULnZRqlUw1/+1RexkCWo1WOwcQrt4iMf/WVcfvkWCalSh7Sfgun7Y7IYIWhK5onFQBhpAFQD1/Nv42ZEo3i+Lk60KX3hv2l1mJ4YE1aECr/QZVNVU0rSepTnEX1DKeFhAjLlOnwunSxBt4Xj55/HY4efwvNHj6F8YVGwIjKuDLJh+/uQ6e9HIKyjMl9AcXIB3WpTpZyGTClEa0xZ7bSWgoc4jbZSNja8/iqczc1Kkb5qYDnOHn4eZs1FTffQXCjDmSvD1gzxIzKlOFHBCtlOGfGNQ4imo5icncSV11+LWH9afNQS8TiKi1nMT08hFYsjEIkj6oVx/IdPoH0xLz4/DTLE2mQdqGvSs3roNQcBYb6SUUPw3ME1V+/A+37xnRge6ltqPuUgNAz52WcPn8Dv/cGfoVFvieE/gfSu1hW5yl/+yaexZvUqmbrVGg3MzmexbPlK8ZViMW6YBhrNFnL5Mr7whS/hyJFjL0gtyeTxwTc1OGgrs3tpHDzxJP3oxz6Ma6/eKcUmvaIOHNgnLN433/mz6HYVK5SStRPHT+FTn/1t1GptZLP0fnt5XwRWP/CBd+H8TA4z1TK8YBztTggmmRVkIeazsLQW4nYAEZNm4bpMnltND+lUFJs2r5XD5KkDB1EsVaXYt2wL8UQMnU4TiRiZq44Ustu2jWJyfFJAwY4XwMXJknjevtCwE2TlHxVgKf6bZA76KbFkoWjdljDSCbhJOJRvOq6CZ9S17+uzMTwygLNnZ9BodKARuDPi0HRlKRHQHElpR6OFgBWGZ4QAz4HXcRTK4JGtzF9qr1sCYnpgkQxsVIp3795SgST8xz3mAv+GL/AFf9aAbqshCH1VGT5GsFDQ1Z/QYPohPrLTSjiNjkQohHgkJLJ2Jp+HTBPxkIfhmIl1y4cwOqAjGUih0vz/2XvvKEnO8lz86a7qrq7O05PzbN7VapN2hVY5EmxkkmWZaGzAGK4xGPC14QLGxiYa2xj7ArYJBgMiGYRAgBJCWiGUVto4m8Pk3DlVdXX17zzvVzUzWvA9Z3V+f/kwx+sVMzsz3VX1fd/7Pu8TltDfux2fOXUWD/ziacQQQRBMErcF/KHkRsnWAZ3+jwoOFjaZCK+bKgBMvXkRTcsfec9s9wINmLohfpmUWhNEsiwNhRrjRSj/V6ESDBHShM1EphqBIBVAYufoe8rbqgS1ZNyRaUPAnI2k23BRbizJsEWGb55EUskKHTjBGsLRFjJBAyG7hUrAxWKzJkxVAY4DTYSbrrBCoyETQTOEGIFk7sNhHRGxggAs73XWyegLlhHNNNDRbyLVbiKZ0SSUjV6fAQLhDKcLRRCP6ai4dcQsB6laS/zqmjULmVYSezMbcXNmCAafJ40hLi00QrSlIdgbRpDMV84etSBcw4QbiQoo7LTqqNkFlKwsytW8yOqsCu1kQki2IsjARDKoi/dx+H0fvbgFDuCL//Ex70H15N4MYxGpv2L7UcrFELxcroDDR07gyKHjWJgriPSagJ2cj8LmUs+8D7M+e22sMI+ECSUdu/qcMHoooHKaoiRJxULobksi3p6RkBWSewVYD2rYuPZSrFu/E9lKEXf96Fs4d2IUIRcwwpqEgURCGiIRhrVoaI9FsWmgA33pMEzuT9GopLQaYTKuHAk/U8qAlUGHD4qtfu2r5ZG+RZCsazWRUWChJ11VzFP6BZJVRS9BMt0IJCg1hCgiKAWXS8ZBrS6hKpTYkrdZcxoypGvr7IMea5f6pVgso2hV8KLffg227/lNWJVFacTEL5I+siEGeVTldbDZ5DqgKsP3oeeAkyEitBVgM+eDK1JDiae4Al4EsPH8PC2LnnZN1KqW3M9kMiYsxGJpCWdOncDk5BjCYU0xMqSeU2CJrwRZ3vdWtBfLz+WKWoQvUV1D/8Ov3QK0UwkY2Lh5Nzq7h1GrN5TXIu0YVvkrrv5eFQiofAt9EIPvhyooKkVYm/rJzQrYVR5qfuq8Xw/wexlcSWDVD5Ak0JRbXMDZ40/I95E5SOcNy64Ko1SXoD3e35W6Qn43PccZpOfXMWT7+cCunkBat2HYBWiNRSRQQUQ3EI6kUMsX8Mh9jyHc24ehvXvk/RgVC9e9/l0Xvb75Df9194+X/RyVHQCl48pOhmnV+aWCNNt0b/nHT34UT+1/Ci4B4VYLe6/ei9tuv03Obe5nlWJJrId8YNWXi5PFfOjAIfz47h+hbqkQ21RbBnmmytv0pW/ht5tpuIkmzsQrGHR12AtBPGbYMDLtKJQVW4ogF88cKg1+1YdPEFg5d33AXa0tUZEEW9iwcR3Wrx8RH8RQKAIzksD99/0MY2NjSLclce0N12NpcVb2nEalLPUm1TEDQ0OoOpoMosfHJqCHw8JoE7VRnb7cCoQXUFUsABRzkcxm2piR6cy6l6zP22+/DZc/b68EnZWqJUnGrtcInnGvUj67/oDEZ4gIsErVERgqExEJL9nEoujT+bcGm/AkPaD1OCLhdrS39yIcS6AViqDJPAcBToJidcZhKK8Vn3OSEPzhBYH6UNgL2mwZEt71rre/BrMzJ2R4z/vqX2P/WWZ/QTUXfUlJ5iDP9oabbsa1N96EMpVYmYzq86S8cZHia2o2ZT8isCrXzgNWeY7zWeQZKvpCDp+8EDnJjuCe6gH37Fr8dU8yy0M/vxeaUUcwXIfjltBsqSRvrZVBs6GhVDqDkNDSI7DKNp7Zf1RkwC+97VVYt2EjfnzXD/DwvXdL70XputgzyfWISA/k91f+/i4DfRn6KBCV+4b6o1ifvLaF4pLsB3wO5ExcVRuuHjapL/z/C6ze9Q9/AcNM4+5HnsB37robG9euwd5rXwa9ewT9a0aQy1cwOzGBwa4odHcaWqsAbTm86r8HVp+9/mQEqoZHAsqr/pnn51MHz+Dpg6eEYW/EY0im2hCPp8X3cilfktrBCDhY25fC+qE0TDOEfJmDlBlMjE8hny+JdRfvge/rS6CxWq151zmIZIJgpCFgHPcfgqyxWAwNAq31KtK9/Wiaccwu5mX4xd6oVsgKo7AwN4Owa6Gvow1xI4SBjgRGBvuRiiofzMnpSck14BCjYblI967HI0dOY4Zsawbk8p6HdBi6eua1uCkBaBxcdsVCuNKM40ajDU/mJ/BAdQ6LU1lkl3IC9hNYvfHGG7F582bce++9GB+fRHd3p7wHAq0cSnEdtLe3C/7B2oAgc6NeRypqYN1QP1y7gCu3r0NpfgG53CL2XnU1hoeG4VRtnDx/FmfGJjB6fhIzPK/1KOLRlGAd/PCHmH4dQ1yBw1t+kI3PZ53KFpZh+flp9Pf0IpNKoOFUMDUzj2LZQblQQjoawFte93JsGemRYdQkfXsDYRyeyuLEVBazuYYw1EuFeSBgoS8SxPXXXCsDFgKMtIuZW8qLdRZzQMh0Fu/WUkkIeSrgtSnWAGv6unDFpZtRK+ZFoUQrOZ43HHiaJlEBWiZZkp3C17BkWTg1zQAzBkjZGOrtQX9/P2JRSvRbaFTLYjelc0imR9A0wpir1nFofBw5yxWVn22TTFLFuq44XnrDXnTGaBul1Ccxw4RmRDGdq+Cbd/8UB8dnoZGdzfBVrYWrdm/DtbsuRXcsDDtfQLVexmKtjLNT0zg1PoPFSt3rV0M4cGrsOZ3h/1O/6dfA6gV31gdW9/3kv1TRpgdloZBmLvIO+ksFdHzk7/8Jo8fPSqElYUycmoSDeP2rfxe33Hgt8sWsbKjzS1lJqu/t6VFhHiwMWnzgHXzpK3fg8f1Pqw1uVSiEsD+W04NXQA4FUqpwp3XrhvHud74DmXQKTQFeOE1lD+sVvNDw6c99Eb944mmEDLJNFfPAPwDVfyuJuAJryIIN4C/f9xdYt2YQtl0VMHVsYkJkhaUqU9/boCOE6Zk5fPaz/4ZSSaXIKQmag86OFN73/nejp5uSncYyQOD7R/F30hKBxZySG3teTsLAUd6B3DAJpqrmVBVC/pSUmwQn6wS1mLAuh6HHpuA0XM2NleyTjMhGnd4+BAgNNIJhNFrATHYJd99zF06PHkdrvq4KFwYJsGEEk3yjaAQbIiOkNSmBILaoyURcGKTiFdfgpqgkd5wy6WYIa2/agalATVjDXe1d0jAvHjqHQDIKK1tGeSoH09HRqjUkqZQFJQGbxVYZqU090GIhVOplXH791XAEsApIiiQZq3NT0+hIpzFfqmIg2YNT9+2HO12SaREnZZQCszC6EFiVZsObRPN2s/h94S3X4XWvvh1dnRlEKJn0gQBNl6br63f8F772je8qb0MP9ObvIHvns5/+K5G0c1KYzecxs7iEnr4BWCWVNEvflWPHT+KrX70D4+NT0HXFchagX2TvajDBIl1Yv8T2xXe3IZ5Cf/7n78KlW9Z5UiQXhfyC+Gu1ZbrRalEeH0DICOPRnz+GD334owwff86M1Te9/ZVif3B+soKFHNl0EZnC2aUSmrUyNKeMlKkhGg7CjISxMJ9FKVeDaeoi39m9e5cwtw8dPoJalQdVEKmOjMie49EIImGGoeWw9ZIBJBIBnDg+DtPM4OTpcbgug7goT/WWo6CT4q4oTQQLWwni4BNCf+UmXY5WWFYyjFBorOfT2USUrLXudszMshB2oNFXM0JfME1JuOn/Z1UQcFrQImm4bICcKlqu8jYi85YMiADNNC8onuUTovFSDZ6/jaxYAvjWAF5CH1eVTFQpW2e4E59TJY8RNor8rF8FrMovktesYNyAyFYMTteZi0CoVNPEIiATCaCvPYlkIoj+uI7u9iT6IymcXncJvh8tIV+nv2tNPKI5/KA0kTYKfPaCNjsOepjyD71B6aOt9kBhHEsacQu6Qw9HsllI5HWoagcl02Q/cJhBeXOrwZTNpsgwhaEr3qoB6MQ6PYafvIaSYtzJXtZUnm5kLylWMplSLpyqovrJWpEGUHlWyj2hL5MblRTcpmlDjwQx2NaLbtNEnGEajoN8oYLTlQrms2VUmAZNqbIEeAQRIbisU8lQFzZZAClZP2yWxWom0EI1VEewpfyVKAEWthrzhHXF0ON96NBNAWmFbR8s4pL1KfyfK2/C7mSH2GlIinokiBaDNujRzOGZUC3DgBFFgNRLCWBkoc10+BrsRkmsaOyajWq2gEahgkgjhEQwBlOLIvzev7zo+ovAqpyXGoEmNYAQ2TLPBrLagiTfFlGvk1VRxOjoCRx85hSmp+dEfq2cb1eC1fzTcjXwcSH7Rzw3Vy1UX4LN9RXRAkhFafnShUg0hXrTFVY1D9++7iFs2XQ5Iqk0fv7kPvx8308lKIFAirCdvCAoXoRUKICbd63FFeu7wOwn5e0pD6jHxFLDUrJLlxtoj3Uo7KhlZrkatPqrUM5ZWbNqffMMZQ0ibFMO1/yzViT+yhqI3r/q5ymvWGG2NlsSlEILoWpDeXiVaG2hhRHv6EYi1S7PVj6/hKHOfrz2dW+FObgGdTYiEuTCa67ODB8c9K85936GXilPVHqvKnYS6zMCq2xIqQghGM1774eo+HUTU+n52unzKg1qvYipyVNYXJyBa9ekwSWTU923gKxv3QNw/Adw+Z57cv3VOJn/NcVXXvH2W1b0tFjbtGHL1j2ImBk0ZA9Xe6H/rKxmg/FnuN599NmUbPwJJPPZUXJSNdj21Sp8PQRKfL/11QxMgiNs9ggGsY6lhxql6iePPCTXjQotu2kLCB6NUr3BoQ/BKzVU58/1wRiC5iKpJhNMGM+q1qCdQPn8k2jMH4VrlxDRWoiGDGiRmAz4s0tFYYpzqN7b2SEWLLve8JGLXt/8hu/88EcX3GP6XXNtB8XXLreYFw9nM6zjS1/4HO69/z6EojHUbQvDa0bwO6+6HSEjJPt3hHYOEvilgEUBkcTfnLslcOL4Sdx//wOYnZvDZXsvx1VXX4PRIycwdvggNs9V0dZqYDRTkwFKuBrDL3JLwsyuWqpGZV3ICvMC8vyq970iq/afHfW3AscUy9IVxuratUOImIasNbYJ83NLePLJ/QIkbN16CZayC3BqFWm4TdNA7/CweIIvzOeQyxYkLI4gAH8oMxaWvVa9cS+BCV5D9WxxLWly3lGVRFuHLZdsxItffCviiYTUrEdGD4tPIv2BxR/f6zVYL5NN5T//VHhwL6YdFmt8+t+q9RqCG9BhpjqQaOuFEctA15mEzkApFayniiUq09QfOcNYD4q/L1+jqjGVoJ/1dQhaK4zzJ0/iPX/2Rjj2vPjCc08TVpx3vpI1KkMF+ihzaCBesC3s2fM8vPC3XoJa00WiPS0+9dzvpBeIxmVdqF5AgdL05pR1zPM/SMsWFWClPFyZsM6hlAJWfYDS/zccvpZLVWEA79qzDeXKLGbnz2OhNCXBsFGjDbnFHFrNRQT5ut2Q1CuHnjqB3sGNeOXr3oCH9+3Dzx98EISnCRD7zFEJlKMyJ8IhiSo4/f1Q/hbyiwKNub7VnunnKjgoFPKo1VeA1dVn3q8GVtUzu3pfrFWfmxXAHX/7VgEFg9E0Hnzk56Ki27b3VuSQFsDdMGOSvdHXHkbQmUYkxHhntX9zULF6D2ZNtqIOWFl2SrWhekmJ4vMGDOwJpxeqeGjf08iXHUTTafEETrV1QjMiMggu5HLQXAub13ajr12RXM6OjQuoWqnU5Q9Z5fQ5pa0ZLYjY+0pvK4MgDYmEGgxyLye4ykEhzzLmutDGhf1AtC0tg9hq3ZJ1k5udlZ4g2HRglfPM5BM/1E39HVg72ItWo4wIPZnbOxBLpIWkxJ7ASPfj+/uewDwVTlpYfJCpxKTyUSoegz1QDMEwh5o17E234bU96/D9w/twOFBDhxZTKl5DRzyewK5du4S1+u1vfxv79v0cV199JRYXFzE+Pi7nM3tpeS/0Cqd6hbW26yIWCmH98CCs0hJ2bRpEOm5S3oJkjKoJZS9XcAN4+Mn9mMiVUG1xqOoiFo7DbtRQqyk2qthsNJSakmuf65g1QJz2bEZE1iWfXbL09YaF3Zesx67tGzC/uIDDo+dw/NgZ7N2xCa966U1IRojfmJhZKOPYmWnMWjqePDaBuaIKhLVqeW6haNObWDM8jImJSakVac0le1RAhy11Eq3bdCEPkDnLjxBxDaeGtmgIt+y9HJFAE7kcMzq4BzMvh3WPg3SK9UsYTauJkJEQ9umDTx6E1eIQLSzDGjNCi4UoMm1pJE0DJvEn1mNWEyRLlJpNzBVKqFBhRCUZzzS7jI4I8OLrLsdgJoZQwEHMYEhVHJFkGnNFC9+8+36cm8shlMhAqNFOHe3REDYNdmN9TwcCdQL/tAJgvkQYs4UCxqbnkC2UZJjx1Pm553SG/0/9pl8DqxfcWR9YfeCH35RNhwvEZRHvTUK4ObMv/5uP/z1OnZ0QXzoCrqSGDwx0421v+UMM9HSiWqvIBCybL8JqNJFMJpDLZtHR3o6wJAoW8Nl//w+cOjsmB+GzpV5KUre6mPcPRP9w3L17O/7XW/8IUfqCNWoKVBUJrTKtb7hBfPozn8f+A4ehS3iM+nj2wegxTZqqMHHsGt74B6/D82+6VtkBBHUsZLMolKvC1DSjMegI49y5cfznV78mk245xMSHtoZdu7bine98q4QkqOAL5QEq7bnfADhsplUBKwCbJymUzwnVXTUa7BWTiZQwEnmYRCNRCdMiFCwNlyd9J1NTGCEBTXyaqKDl1LqUm8Ps1CnY9TLauvuQ7h1BU4tg9NgJ3Pnd7yA7O8PgbFVoiLerkjnyIGAYRrlS9RpGJenJZNLL74FgqhjBM9GZTYoWQOfOYZQzukiEDPq2ZtpQOj0Ndr9VAqvTORhlFxHmu1Sq4gPL5MNiyEJyUy9gBhBLxjC0ca0YwXPC3NnRjiwZqzOzaEukMLOYx4buERy/5wkE5+sCVDKtnQekLQ3wioxNFUqelM9LsHacOm590fPx8pfdit6uDvHnk1skVZCOYqmGj3zsH/DMwVFVaAZcYUAZRhC7L9uJP/njNwlDig3U3OIinjpwSKZ/s9NZObwLhYIUD1NT09KMccNl302vLRboK/fW91xVwQc8uAYH+gRYXbduSGh+TICn3FUa3SCZ4yzQW8J2+P6dP8A//ctn4LoMMXtujNW9112Njds2wApqODWRg9WKwmmG4JRLcMpFRIINxBgC02ogGo+gmC+hnOUz4SAeiyCVTiDZ1oYC3+/4nGJcCzu4iXRbDD3dGcxMzKOjLY3tlw3hxImzqNeCkvRYLBAnU+wrWZO8CSJdonlYTKwF+EHZhxizSxCKB4IQdGDRrr5RFY8iDQ0q1gdBDB62LJbYAPDak9HcpI1AUVLptUhG5CStZhWgdFgKSyU7F/bjr/jwG2oFsCrY0zed9GXT8lqWQVUuRNMr0llwKAavMOIEBPpVwKrvNajAGiWvZjNGHE/lT/N1M0AiE6OJugrtCRlNrO9KYjhiYsOmvUjc/lo83etiCg3xBCM24fucsXCzBSyhnQcLPT90wZNBBxhKF4DGBoxluqTvcsDC+8D0ZQ7GlK82QemQhHapQEHpJthIeUA2AUsyhoSxQK9b7nW0OiFIJSb1/BoHDpRRcy8sKLkyVQ0sqlkwOfwZNho2h3EhWM0yIq6Nzacd3LDUjva+KGIe4LFUK+F0dgb7Z87g0c4WGt0pOFoL4bqFYMsR/16X7CMCqjyc+BpsCwH6pTY0OefEK5Vy7yZtCcjWAzRO1gm88ZqI/1oLRpX+VDW0DaXw/ptuwW2ZPhgMytJsNHQLem8vtEQ7XJ49ZGaapjQJDECUZ0fS0gm0E9hl4JUD1B3YtRyq2UVYeQuBmgEjmET7B//qouuvL335416TqPwp/Q82swq0CwojhMMgXvPp6VkcOnIaRw8fx6ykDZMxrTwpxT9OpP2y6LxzVJ1rAgL6dgCelF5WpZc4LXurBDa6ogqIp1IShkGjQJ3AKppIJTLYsmkXugaGcW56HPfe8wNMj51RKfASPMShh1r3LbuCKzd04YZL+pGM8Sz0mO5e06zAlZLd0QAAIABJREFUTd/31KPaeue+GkL6Pteen6cPpvpSb/EFVGCOWJZ45zJBHD9yTr1vtQfwmshZ3FReqhx+NhhawfPI9oCkFkHqIBLhENZ2tKGvPY1yrY61N/wmtt96O2q6hnq5hFrdkt/Hs4N+jKuBVb/OYEMlIVZsNMS7GSJHZFPKs5vhPVQG+TdG1QYe+Cese8Xo5OXKZudx7uwx5HMLEoop17KlGKoq8MlTfHvDW79++u/Ypf4z5tdoUlt4mzmvF5vn4TWbsXHLLtiNoIDP9CoTia56qp4FSMhnPMaqNP4e206BoIoV6Hup+l/jbeH181Pn/dRx+XdB3iP6XqvwQyNkYG56BkcO3I8wm+qQKVt6b98gNqzfgWaTdZa3T3uhOnwdAmZ5vq3eo65ASLLv63mMPfl9NLOnZGhDFneM8vsAfTYjYrVEYG9ubhodXW2iBLritZ+86PXNb/j2D+5+FkgkMnPaOpB8YDWwtJBFoNmSMJHv/dc38K3vfBsGZa+ejzdZq4MjQwKoc5/n/RfxxjL4pcAY3xf0yJHD2PfII0AYeMXtt6F/aCNq84uYOTyK/P5DONVYgJmkLD2K8WIBrRaTsFsyiCMIQm/+5cDWX3rHz7YCkLNUrjHzG9gfUKlWR/9ALzZtWodUOinvncqiYqmCU6dOY25uXoAZ7m307oubBoZHhhGJx5UPogPksnmVTC3rVbEtZS17YI/U6RJwqcBGGWcGNRne837GTANr1g5j5/Yd2LBxI7RwEIcOH5T7SZ0cT2zW0fzeKEEiz7eV76fhcu2aEoJEUJUABNdxQwuju28dOjrXo6Un0GjyJ7EO4e8mU1Vge/W/CVxwWCaSbw4kFcOdf3iW0iub3tqiCAmE8eQjj+CvP/DHiEYsea8W9yT6pJpxNAgUSOirpyDTNGX34Di45pqr8fzfehmyZfpAp8VXX/yKW0CCAV20tfKBVZ7Twnrk61P3jRZDMpCV/VXVsxx+yv4sHtesaThYk4JO/GpHR4/ixhtvkvfBM6lkzwnrkQDOyeNHUa8sSH/B/oa/Z+LsDHoG1mJozVocPHRA/G05JBDbHpEWkb3PYLKw9LL+XuTvT6oX9BQ6q+Tx6iihNRv3wpYC+OTfKqDI//hVwKoEcXof/pDouYZXvfUle7BucACdXT3ItGcwOT2P2Woc58omjERakuLrpYIwVmN6DsFWHhrlz7/CCkCumdeDrt6fVXCcp9DwgFXlO0zv/gYeeGg/skVbPEjjiRTSPLtDXNcNFLNZBJwatm2kr2YWp8+cwfTMPEqlijzX7J/5nHHtkpFJsJJnsz9o4D6eTqfkdVGdwb2aYCTPF6tKwgP7Ox2gf7ZhwuHzQuVGkf7RZQQ50KeXsdNAxAhj53A31o/0IB5mwVuTvisaTwvJp87A20wfHjp0EudyZVmLlF2xJmnwMQwptjatDlhzNwIhrIubuNaM454nf4axVg1x2kRFGIQLCSxev349LrvsMjzwwAPC3m1rS6FYLHqEI1VXCfmJNXpIFyYpexkCq4M9PVicmUJX0sQVe3YgE4+AfHbmj3Ao8sTYLB47fBR1jXZ3tAALS5/jDxOldgwEJMiT15S4R1QPwKC9iZdFQNyFa75gNRBxHTz/yl140Q2Xo1op4MSp8zIYu/p5O3HJul7osEXlW6oHMTZbQNf6Pfi3r/0QY/O0N2EI2RLCIQ3JCLHFMHK5ogCpPHNUwClfg6oJNQl05HkXQltbBgbxnmIOHakYLtu4AU61gFI5B1puc0+VgFLZs+gRrcl9qdkuetZtxrHxWex7Yr/0PkLxcqmaUPk3PG/j0RiSsQSSCeVnSzyqVKmhUrVE6Ws5JJQUYTTruOWqndgy3AvNpZqXdqltsAMa5oo1HD0zIQPwRLodNbuGhblpNOslGHCEmBGW0Tlfp7JsodqWzzV7FVaUdz1z6jmd4f9Tv+nXwOoFd9YHVv/rG5+X6cPi4jw2rFuPaMSQB17CJxzggx/+BM5PzMiDTJNvHvB7dm7DW978RiVBJw08EECuXJJCsoMg2dIiurt6JWmTk+/Pfu4/JCnc3/BXF+yqWV9hmfqbMQsIskP37NmJN7/pDYhFyaJUC0UknCDLIgDbCeCfPvPvOHjkuExo/e/3mwMp1F1K7FWaq6RlNmzceMPV+P3X3g6ORAl05oolZAsFxJJMObRRKdRx4sQp3PWDu4V16/mdS3DUb9/2Erzy9peh4VQR4WTD843kduO/N/+9qoLD9/DiBkODdzaxZIQpkIMbZqVck6KpVCypZPOWi2SSLF1u7kW0d3bK94a58YYIrtLLsYnFqVPIz58RSUTBBvo37UBTT+DRR36B+3/4Y0nfU+/bA7c8vzhJTPWALr4/22mIubg68MiS4b1eAZ/kdQZayGztRaMzjqXcPJKdabrcI1ixEdFNVIpVLJ2dRXOqiFDZkeIoYsZhNSwUwxYSG3uhxTR0D/Qiko6JOT8Loa6ubhRyWUn3jEVMZHNlbOrbgCM/+jm0RQJzmmzoZOPx0GajtcLOUdeQP4teTU6DDGIXL3nxi/Dyl96Kvu4eYRbxECCoQzPs/fsP4eOf/GcUSjUEA00EXRudbSY62mO47torcf1NvynPnkg6nKakIX7vrh/i4OHTUhyyK+NzK4wRgjRksvigdcORcCd+jQUEJ7cyPGi5Esq0adNavOc9/xuDg/1wG024jiv+gnxOjEhSJc4HmyLd+9zn/h1fveOb0IKR58xYXbd5LyKpOPo2daHkusgW4tL8uaVFOKUsUmYIumvBtsrCkiWzrZYvC9jFqSiLaMohmZ7ckAbFa42bdcRiIaxfP4CF6SXaXGLn7ksAzcb5c1NYmq8jn7eAkLe+xbiZbAmB8dDSKP9ig+BAIWCWAiK9Inm5aPQKWAH0BKQkE5Im8ix8CJiH4cok2IJm09uU9go5BI0YgibDipREhLoTMmGUZ/AyevRL5528Njnevd8niLnyjVKfI1tkFejE5kyPe4U72Zp19TrFI23lx68Ilr1iftnDS4EhBGDFc5VgY4isOJYXIUR1DYkIEItoqFsa4tEm2tqjSNQ1vOwV70DqtbdgAU3UbAcW37sAQCpxm2xpYXJw/xFmtmL+hjwQlTicQNe8NVKkszlWTTY/FONTsThrJIR4hF3fKVGGRRobaTKF1fekEl0eQVnJvyXZXMIzuAsqoFxxXnwEXcVJCBuHDST/blqI8VrQ8/jAWZS+8QBC5Zz4NkU1hhiFgLKD81EXp97ze0iQQQ0XFaeOMhqwCKxwz+f74U9v1mE1quL/5QbCMJp5aG5IGreWU1MSx5aGRqOAGq0lao4AEMWAjYkHHsXkVx5AptbC26+7Fq8eWI94hABtHq2Yg0jviAJWjTgRFwQZgkUGu678Z+VSyjNO1m9d1rxmEfgtCgujmi2huFBBo+Ji49/9y0XXXwRW1f6ngqj8c4fbvbJaUB7HZBqxkWU6/djkNA4fGMXJ42cxN70k4Kq606vj1tRLUefXqmGH9wrFKkjRVmXY6SegCw9b0wXsIGuTAA99Pfm6yJRYO7IZQ2s2wQ4AjzxyP55+4hFYtaqwScQ2hlYVmoG6XcH6zhhu2T6CgXb6A8si8UBf9YAqWZxndOo9U9LgePdT3rvvt8evr/LeE9K1eKUqEFYkwAQOuFXLe2PglWLyVlyGJjoih6vWVEos5dKtekt8vOgFS3/YuK4haUYwkDCxJR5GO33NU+0Yee0foXjpLhTtElpFdaaShcpzjGevaSqZpH+mcaEJ+49sNLLqPI9VAl+SvO3wexQg63+sBjbl3ohCQq07DhY5OMwuLWB6ehxLS3NwHctjxRG8Uddz+VqtAh981tnqn/+rfudqBipf35p1mzE4sgVBjSAmAV4FXijHs1XPll/7eR6r/u/jvxDAmd7/Yrfk+bd6wCtrIcUwVSolsnl9WTuBfDIMG/Q0N8IwQhHkF7M4c+YA0skMBgbWYG5uBvPz09h7xTWIRNtQJ7vJe98+s5H1mAK9FdAirC/ZX1vA7FHMjv4MwUYWEjhP4MoIoRWJCJPf5AC85aLcrEmdGgkEsfP3Pn7R65vf8K27fvhsxirZdvzD++a4yC7kBODnmvvZAz/B57/wb7KeyPIeHB7CwGA/enp7RInkr49feiGS50ObDw3VWhXHTx7BQn4Gm7ZuQnfvJsSZEh6NYfRnj+KxJx+Ta9sgC5Bno4S/ev6OjaY45qzQJVb/pl8Or+JXFXOWHusMPY2iXq9I433ppZvR19+rLBksB7lcXuTHp8+clZpZWPnBAIYGe7F9+zYsZXPCEiW7a2ZmDotU0dEKhkMzzytXfNY9BqgvYZehkthqEBAJiI8q+42tWzcjapjYsWMbBoaHMDE1jpMnj6Fh1wVAFGVRKCSsZMXiV//b1cgqJ0CVVGC1V+cn+i5BV886OM2IkFZ0htDpZJWzadcU69VjdbPXkvqSpY6uoZDPSYDWMkO70RJ1C2smQ4vgsYd/ho/+9TtgmhYaTVpoRJHu6EFvXz9yc7OYGDsLLaBeM9mFiWhc3sfm9etw++vfgKVqDclMG+Ip2js1hEFOKwAODAissj+Q/ZGA5ipglWE6MseRG8l9VIE83APqDVuGmMxG4P7ttKpYXMgJg+76a69XPtbiVe5C16IYPXYM6ZQpTLL8EplzKkjtq1/+MpJtKTiujekJKqJMIRtIQjrPNaGv087HUBog7wzwbR98pqYKSvZeqxdiKnVHCMIeFEUNJ9SipFsp3v5fwKq/Z/DeE8h6Lh9vetnV2DLYK1Zc7A+C4SgeP1XC4Vmge2AE7Z3tAs4lIw46EnWgmZUaWu1Jz7YC8IHVZytD5V8uq/b8oYcMqdDCwlIND+7bj0LFhR6NIdXWjmSqQ3w1uTaosgg2axjpS2Fy/BhOnzyHcsVGPBGXfYhAF/sG9kzFYt4jlihFBvdPyv6pSuRQkP0QP8d7yD2bIcwuQxtlww9Bo68vbZqoqKyVUMwX0JSeTooMube7hzuwaV0f2uIMZKWknCxp7oea5Kw8fXwcB6YW0ExkZLAepf80z03aipgGInpECACtYAhOKIauuI6hQAP7n34cZQ7jNAOlSlHOTAl8C4cxNDQk65u2SkUyRlb51PrnJq+V1GEMPSPxJBbDxpERlPIFjJ8fx+bNa3Hz1VcgQ5DXqqJs1fClHz+KxWoVLn2ZXSAdM6Uf4tCjq6MLsZgpgVGGroOe+QnTRJpWHwEdS8UKTk5MYJHKp1gCbjQivvVk9P7Ob16HjmQY1UoFDYdDt7AAjbRbsltBnJqYR6ZnDTIjz8PffPILmC+WUMiOAc0iQlTLRYm/QOodbnWisDUj6OpMoa0tjngsjrXDQxIi2NXVKUSk7GIOtYYlORu/eOCnODF6CPF4BLUSA1uJmytvWNbDvGa02lvI5XDb6/4AXcPr8fG//xRqkjVTQbHAUCpl00WLtWXyGrN8ZGAUk7opFk2o569WQT67CLuUxZ5tG7Fn60YEHQ7J6sjXg/L+crUGquzp7aawfQMhRZ7gHkKPbKtaxfzcgnjrhjRVUxMHo3qQoX9hLYh9J8efyxL/H/s9vwZWL7i1PrD69f/8jGwYh48exg3XXgvT4FRbyXNrVhMf/PDHMDY1L3J5SU11HNx0/TX4/de9SpifnPJR0s3JRtkqijdGPptFKpmSYeLkxDT+9fP/iWzOk0mw2WmqSa9vurzaG02YF568jQX1rl3b8Na3vFnCK0jRZhNHMJMBRfRHqjst/PP//XccGj0pwCqLI04Y1ManGFb0PVRptkq+Ql/LrVs24I//8A8QEcxBw1KhgKnZOXR0d2Exm4Nda+HQ4cO47z6mToqeVX4WF+rb/+QtuPGGq1Ct5qUYEghCAnkYAMYCkVMWP2GWU2JCMWxelfTXkuaIkx/FoJX0UErmKUfTKP9XgDWvBROGC8WCgK2cHvI9hk1DJnDJqIGFsaM4f/xxCQCpB00Mbb0CBSuI73/7h5g8cUakS44nd+JGwWKG0yOa6fM1i3SeyY+tALp6O0VyLywz8ZEji0Axcnm41Bo1tG3uR3SkAyfPn0Cyux1aIoIIJU4VTpg15MYXUDk9h+a0ujZMFueZSGA1tr4bWjyE/uF+BCQcRzXhvX29KBeLmJmcES9GJlGu6xrG4bsfhZHnoelK0iiLPDJsOc3zPeX85p7geSbThptuukGeS7JQX3DzzRjsG5TGkmEVZAHqIRNf/srX8ZWvfRcBnbKDJuKGi2uu2IZWg2brNm57zdvR1dklqbmkXkSicZw8fQ7/+/1/K2mXbIrJFCCjVwLfZANWzQEPmN+9/Xdw6datYuJfLpVlsksJsCo6bFy593LEY0mxyuDrj0bDElqGVlhMy4NaE3o4hI997O/ww7vvQShsYmkpd9GbMz1WR7ZdB7gVBI0kmnoawbYU9HQnkJ9FIzuFSMARLxoyGwnWiz9WpSZAi0xIxSuTABkZAWwyVUI2J7JB2Ni0YUianvm5PPqH12D95j5MTk3hxOiCFAQM8FHhTpQvKjBUWQBwfdCPlKFSNNvhtfY8WUW2pIJ0FLfTC6iRdk0x1/gz6FNGZmorFpbJtWa3hLXqNAsIxjLQzDQcq44WGRtkxAR9YJWMC7LQVphuqkhVoUzKO9VjLUjF57NWWXQ7ClhdTgcnxhtXjL8WbQ/YvPDnqibt2W2lKnB9Wq4CPdkfctDCa0Rf1CBcjdAuYc2wFNtJk8UhwdIECmjAYPlnO9i2aQtu/eAHkd6wFhU2PrIHqb2GbC0FYyhLFnreaWSi8r0J4MnPK6dJNkYKYFWeW7RLkCsesBQMwuAyCc5TnrDSjHgMtUCT7F8FmLJgz8Q7lRWtF/ot3+I1KYKN0QNZ2EnKm1JCg3zcmqCF7iKGJsx6CPlgC9O1c/jeP38cEz89iKgbRVqPYSCewbqwCfPKQTTe/lZsDrSjzW2hrgeQpdw/qMGQKxiAzSFIkOCwJ6sUzJtfU9JXBfMSyCIHuwVHnoEATIJ8LeBYdR53fvGfcO5LX8KfXX8zXrF1F0yjhZhTRFUvwwhloCUy0GJpBCMmJ0VAOKIUBWy2BaP3ACWGdXFvsovUjMGtVFAt5pGdnZfie+tHv3DRa/w/vvIJpWQgPu8xw+WWSYik6kXk6xykkU1B647cEs6cPIdjR87gyIHjKOaKwoyiKmEZRF31SlSCuz+YU1RP/5xmE8p9mWucewWvHffZmK7BjCaRoK2Oocnkn762vV1D2LB5G+IdnTh+/CDu/8n3kFtYlIELOCxtBtDSw6g3G0hqDm6+dC0u6TdFjaICGygpo9yO5zoZFM9mF3F/Uo29kvguD215W8UigGebAi4JBkl4mmc1Ij7BLgd0TTmjK/W6gArTNZ7HVG1wTejQwkwWZ/o3PWHDEvJCn3AmzWfSbUinUiLLdq0cUm1JXHnTa6EZPXCtJdSCjjShXJnhUFjuD5sJvlYONtlw1jhArFVlyEnmGwd8Ip+MmpI4rIbOykNxNeDJ/+1LL7mPK7Bd3dGwFpYm2A3YKBUWMTV1DotzUzKsZNCGDAz9PXCZReglYHug5upm0h9g+9d3dQ3Hx6AmGYI6UukuZDo7xGbGMBjGxWunAEvleeih9tw0+Lx61lDChguTP/Jsr0hhOVls4lWD5XvO+r6hZPkGQwFRydQ5LAyFkIjFxVuaiqloJCmhGoXiAvbtewD9/d1Yv2kHXEQlaNMHJAh6872F5cxQwUr+dSdzOHfwR7DnTiJiUPFiQOO5Sb9mMyb1KSEeOU81MuFsGEENO1//4Yte3/yGXwJW5SxVnDnu4QRWG3UbqbiJJx57BP/8z59SjFYtgO2XXoqRNWvQ3p4RxjPX+GqCgx8IZjPNnT51YmPkolhdwvTiGCanJtAeX4P+ngGEowk06g4OHDyEbCEnQ4EE61w4sIMMDaWHNlmEylbqV33Iub1KpbZCQFCqgVQqKb7QtC/ZunUDhkeGhJ3N7yEoR/CUNkw2g6nI+g5r2LFzuwyzswtZdLZ3Sg0+PTsjnn2s8ZoiW6f3dgvNBp8ddf4I61LeL4fuDfFCZUlAxiz7jO07tsqglnZIa9atQ76Uw8GDT2NhbkZ89slo4vUjY4u9ke91bMRTwlRlTS/Pp/QzOjrWXC8hVRyOSI8jwU4aGvWGfC+bfb4m5fnKIGAF+vHfTk9Po7OzUxEfWo7UXFxnZJc1LVeA1U994n9DC1bEt3DP3muwedsuAXRadh2njo1iYea8BEoSrE3FEypYFU286g1vhhXQ0NXfh0xHu9Qj9UoN7ak2CY3h9VTAqsp2YB9EAI9DDRIhHMsW8gf9eOk5yWvR29+HSDwmgD//Lc/Cpksl0wTOnjmGa665Fo5NKxcG3HC/I4HhPDZuWiuD01CAFmIkd7j427/6P0h1xNDZl8HM1BiK2TzqBdqdsCfgAAzo6urBxs2X4PFHHl4exKwGPf0+wR8aC+NVvLVdxFNxRIwYLIuSa9aJPDdXSCW/DKwqdZ+cs56Ug/fsuQKrb37J9TCaNezYsgGX7b4UdiCM+w5O43wxjkS6G6lMEvVSHqFWEWmzilCghEDAG9x6VgDL9dgFjNUV1qoCVkXN4aHLKr+jhXzRxv0PPomFvIVoOoN4sk0GgjBM1MsVySzgYD9pNHH44C8kAFPTlfydyfQkW3GPYzL8siZBiCc6EsmkrF/uvcWCYnlyj+bzLn6r/B7HFmuKOokmugEtlkSTQxZDQyGXFwBWrVO1d+wcSGDHlhEkDRfBZh1GMIS67YqHsRY28fTJSTwzuYCyZkAPm4iGwqgWSwhGQtKfJSNxWK6GMrGEZCf60yYC+Rkc2f8EqhULmc5OJKImanZFagb+fr7mvr4+GewQWJXwQG+Yoq6jsvOiopVcq43rhnH5zu0Y7uvFiROn8f0f/wz5Yh6veOG12LNxAxJmGLlqCZ/5zoPIiwrFwJruLqwb6EE8FSGlFaloHF2dnQJAMoCRKmBW2lQbEvReKNfw4BPP4OT4FAKsOSUwuoFMCHj+Vduwc9Og1JtCaCFrnjksegj5qo3j4zO48voXYKwcwyf/5WuwSeAqnEfLzglKwYEGLe7yRaoXdVyyZTNe8YqX45Zbrsb6dUMwDfJuJbUOpaUlTI6PY35mBlt27IAZS+I973w3Dj79FNrak2jWiVsQGKa/akDuO73BLbuGWDqJd7/3A9h9zQ048MwBwR5KuTzu/sk+7D/wDGbm51CpKOyIiggjaioffBmE09e5BTMRRzqekgwUq5TF5rWD2L1tC5x6BXatglNzeeSqFvRYHDUPQKUiLdWWQsmzZuKwqaO9B3XLwZmzJ5HPzyzXQ9y/hGzotrDEwubXH8tX4NfA6gUPgw+sfvHLn8LSwoL46mzfslWKfcoIuRGWq3V84EMfwexiUVgT5LQQFH3+jTfg1a9+ORyZ3DIxLoixqTHx5lszMqKkoI5ieBw4eATf+NadQtn2Gx2/KbvwwFrdKIjkpdnEtu1b8JY/eiNMekQx+VqmwqTbK4iC05h//dyXcPTYKWlsWUiz0BE4RtiglBE0xHe0ylAbEvYbNQx3ZvCKm65GqFFFS6e5tQFXN7HYaCJP4Nc1sP+ZA3jmwEFhjQhc0XLFd/JDH/pLrBnpk+AeBf2odM9lL0mP+cD3KwBp0DP0F2meZxvQaqFczwswHQ4R5CTQRGBLGWaTWemzOwiqktlIn6N6zQYDLdicdLS3wXaqmJw8DytfRHtvH8xMJ3KLBXznju+IbIrABTcRHkjhiFRpMtHn5hYyKIswpUnlIRgWbwMCKOrQYAPjN2vSdAUDSAx3InFpH06MnRKgrK23m2RmNEt1lGazCDV1LJwcR3i+DjMclXtOAVFJd5BY0wWtI4a2gQ7oDMehPRMCGBgclHTbpfl5kSzNL1rYlO7HmX1PQ68qKwIWviw0+bqVhFE1gmLq7zjYtmUD3vxHr8OOnRuFfTk3M4dyoYZosg0zSzmMrBlGggBro4V3/tnf4NCJs4iFXfTHWrh+5zr0pKPSeE7NLWDj9bdh195rULMommBDGEK9Wcd73/dBHD58ZLmZ4+9noSBedwy1cNm4aXjXn/4vbN66FS6YzqokXKubGfkemZh7YJ5XoEmzSnBNUz6yDz30EI4fPy7ymXvu2XfR27kAq5deAa2lg/ApwlEEhnugpdPA1ALc7AKCVl6GFGSOisepyMyWx/oCT1Gmw3vNhsulTw4LUgY06QH09FNeomN+voBgJIrOoUFUbQuLC1mRiguVVVhl9H4kRVKTQYYKlOLXGjItlMNLPWQC4op3g8f08EHOoEtmL+nXDHDj6woBXCdGBAGGwAVq0GpkCLcQaOtHMKzBrRbQqtdEWsefzXAhFgoMyhKmCJtmuRVqAKICp/ylvJIM61/8oHiz+qFUKgyBjCzf/kEhaaxXCT4rEFgYExdYAvh4gg8dL28efCUMkCCzNAjEQrqkofMZtOpl8XvTAwaySwXUdeDlf/oWXP67r0SNrF9eF5Hc8Y6SrabYoCr8SwnmFI9RxVWJTM8Drgk8qpeoprhyXbwuRNhiHramfqJinHoGDc9qojsSnQqIkN+50l77TY5876rPLz/UHHq0gqi3gBAn/k0DOdfCk/ZB/Pt73w/rew0JiQo5LmJ6DNGoi+5tYcT/7lV46cCt2OLoMGm0r9fAGCUmi/q4ts+wXakGVOPvvxP/Vao710SsSWDUkYTvGd3Ftx//Vzz+iU/gH677TVw9uFdCxvRWXuwGaDIbZMEYjUpD0IokAQm4Cj0LjBTZIuVxHCTYFaDWQKBShl3Jo1BYwMzcFHa8/ysXvcZ9xqq/v7DZlvNV3aRlAJTXn2ARwaNsLodypSjBSqOjpzB69AwqZQauqbRwn9WtZKcedOmxN1ffR143kf/67FVvDXNvI4MvGo0hkUzBjMdVsGSQIRZpbN20Ez1dI1iqZHHvQ3fj2JFnoDV45hDwF92HFOxkJPV2duLPCVetAAAgAElEQVTFW9ol1EoIg543L33B+ZyLY7jvi7os3WcAnnr+1R31WPPSCHhBawKiUvHCdHMHltNE1W6iXHdRb7RQaxIuaiIQDiIaSiIeM5BOmIhGImhLZZCMpRFNJ5FIxORzYT2KiGYibLgIh7nf8eysYWBkB9p6tqFqc+tzpCHl9eVZb9ctkXQyzZhbhQqGoVRfl0Eb/5vMTFr2+LUM3w8bWtY5vjxe9htvr/QfoJWGeuWM4dcIRMgwF0wUpsooh6WlBVRyY6hXbDRDjIIII9ikVJFec2GgyQGLYr1bgRqcoINonYzMhjTmHMo2HE38UKm2oKyZQDufNwWAqtdKRlk4HFVyfDaBQXrIeoMNGVYSnOJeFxHGH4EbMud8lqWy/FEhq3x/bHb5b3ie+rWKsHx11no1VBt1UcRw8MtAPj0Y9wLImuK7Xq0WceToYfR0d6K3rweOQwsSVcspeyD+3LrUQuEwixzWHQHkckuYefxbaBVnYAY5DKVuUlk/GaEYwoZikS0zkNkMOw52ve5vL3p98xu+9YO7lEek5yW//LO5IIIBlLJ5WEVLwLyF6XP4yAfeh5LrYH06jqsu241gXxdyjQZMy0bTu4arX4gEm8rA3VtLHDCJt76DI0eOYm4ui7Vrh2HG6c1roF53MXrslFKJCJsoIKw0WiQJkCbP17M/VkCuFfUWCRBia0Dlma3CWshYJTNqbm5OAmHWbxhBMhUTlpF4eDuuSJFnZ+YRDmrClhoe6RNgj3Jjgu12o4XZmQXxfqTiSNZRUwVTcYMRVqlvDeBZSVGu7/cfTLpmmbBrx3as27BWPCd7e/vkfR45cggnT40imYwKq9YPQmJoD30yxWIryvWZQITDoACveQxaYhh6tAexeFKFSXIQz73WC+nk9fMZ6CRXKDCfYS+GWKwtLOYk0yCWSmBybgZ1q4qhzi7EQyFJ6KZ39kc/9A6gMSn1Tf/6jbjs6msxOzOLM4ePID8zI+u1FXZhBOLSP2QCNXRlujG443JEkims37QR3b09wrQmkBqL0vubI0qgatVk2ETgjDUPAyTHx87j6OGDOHH0iBA4rHpVyCxt6Qz6+gaxZeulGNmwAbFUSqlxAkFMTk/j/JkzuPma62R4xHqMlgX5XB7TU1PYtHGDYrX5A1wN+Oxn/i/yhXls3bkeusnBVBHZySIW53Oo1Bw49Qa6+zZg87ar8PBPvo4QVQUMQuQzHCTbkUxgDkDUBFkLEhTWZSgmLOFQWJiIpVJdAoGV0RPrYCoe1JOsVDUr8nbpXT1etgRiBTSUCxdv18Wf/btXbMBQfw+uft5lGBoawEK1hSfOLGB00kbYzKCnpwuhYAOmVkZUKyNMlZCnMBJrPYb+0adXyrum9Mdcy6vVBmQMC2AcUEN1ntEERHnOsm/5xVOHcPjEJMxEJ8xEG9raaaGWQKFio1IuoD+joZafxKGnDwpYyR9Gv33uj1RvNB0O5D2Fk+dZzOvVlk4hmUxioVQUwhYBKhKieP24ni2PFSqUABluB9Gk7D2oWMQERGvVOjQyLlm/1yxsW9eGHev7kDbYK3FArwm4z3qB/exSPYD7D57FYjMEPcrBZA1WzRabPVoWEJCzGYSUSCDd1i5KzEohi6mjBxFxLIhHssGhCBUTyiqIrHQOcggI0ipQVHMe+YLrhZOYltVA2LHwe7e9CL/9GzfAqVUxO7uAxw4cxfce2o+FQk0k5zddth437N0p9+hfvvsQCvkSNg324Heefw3WdHcgqJuyHzIgmGQW6Qm51bsu6tWq2NzItWs2cX52CRPzOSyWqjg9V5L3lo5FcMXmYVy+aViwDlcLIB6PwghpMhw+P7WIejCK37jttfj2fQfwtTu+KX2ZZH3AhsY4KLsm+0CqvR2vfNUr8YdvehMG+rrhknzUtFAv5lAq5GUIHTaiqJHtOb+IqVmGtNI3F/jJj3+E8fPnJew86FjS77OXZBhoe1sc4YiOF774Vtz+mt9D1W2JSqBRKSAaCUGLpwXEHp+YwrlTZ3H08DEcPXIUJ86cl3BvcvyV/2xLSCYxw8BIbw82bFyLvv4+lGpVTC8sil0A2ceq51Yetb7HMvElXmeG8/lBl8lEQoZmc3MMGssvW9eRZCW2Skuzz+kM/5/6Tb8GVi+4sz6w+rFPv1/k55TX93V0oTvTiTR9LII6iuUa3vfXH8ZirrIMrPJBfv6N1+P2239LmA6Swh5UwCrZrpm2Nli1mhQV1bqNB376EO69/2Fhh/gfz2KSeJ9kEeEDZitsCBc7d16K17/+tbAqJWHbJFmY0DSdfh0Md2gCX/zSf+Lw4WMIm6ZIqBPJhPh9sEVj0qddr6FEU2KrLuENsYCLHevW4NLhHkTQgEZAke+jGUCOYQCWhf3n5nF+YgqWwyKTh7GyJhge6cDffOgDiBhsOhm2w8NEeVb5acz8vVzEBFWZHMhijwcgX5tixakJut2oCJARClN+DzRY+LqWNB5kViqMxDvcJcFbHfIEWVXYFT+jPBTJrOF94Huo5Cu44ytfxZlzZxFJmGiR7RYMyPWRSTgn0vU6StkyDDZ2AR3VEg2+Q4glYgLs8f2KD6KX1Kv69BbM/jZ0XDaC83MqiTHV0wk9FEDIAWbPTMJwQ8idmUZHPSQpjGJW7tgoaTaSI10wBzKIdaagRYIIB9V16h8YEMkHJ1WUbExMFbEp3YeJx0cRorJafjeZKmR9clqrQHO/wWDR8LY/+gO86DduQqtVhRkKoDi/iPOnTiNbqaFlRLDz8iuEDXT65Hm8410fhNOw0Z3QcMOujdjQk0JMZ+Gh46mDR9F3xQvxwpe8HOW6gzDTyTldder48Ec/gaf3P71cAPuFi0pTV9IJFtx//hd/iqGhQZm4E2C7sPHl6149RODX/TUhV1lkcQpcVc21g5e97FUXvTcrYPUqAc+aLKjCMQSGBhBMpoHJWTRzs0A1J2nsBBnJHKXHp7w2eY1s9leAVeH0eQUFgVV67orPnxsByb0OG+hoCi5TlgV8JW2JsjLlnaroSZLmhmCwBjj8mgJeWfMK5MemzAdWl5lTHpApGiaPpSXAKovikAxEAvW6ABmBellYZYHOAZkwutU8WlZNgYXyPays2SSTLUs2xWp/Rqle1P2SpaauwcqH8jgSqEYaHwLOLBR8/14voEWtUgmwWobv/p/AqmIuyx/+XPFSCyIcCCIW0dGeNJEIG6g16TPlIGWkRNJyfnEaz7v1Rbjpz94JPR4RNgKLU75kEvHkt3vzHt5PAU95lQX49OX/EvulXq/HWpOvi++rD6Oqok4aCB/E8fzp5PKsAmE74p2/8jldDfT8tw8yn7eAA5NMFVdH1q3hQO0U/u0THwE+X4MbriBQbQBhTq0JwJZQe9sW3Panf4FbY5vQyfFBQBNvV9EGXADg+rfAB3zV0+g3Tr4U3kG0FZZiO28DE8E6vv6zT+P4f3wen7z+ZdjTsQOJaAxNvUiEB2E4yk/ViCDI0KpwDGAqNJn6MgDwYFs2MLJIGmjZVQSsMqmKsCqUls1hbuE8tr374oHVr3z1k8v7oFxjD9gni9QfLvJ6cw/hXswzsFQpi/qD+8vszBKeeWYUJ0+eh2urhn91Ei3Xm/gUX8Bi9PcIcpvJ3vD3NFnHwg4mQKiClmKJFMJRU9YqG5R1w5uxZvgStIwQnjryOB588B7UC0WEJRhKca3FT9l1kYzHcMPWHsTIEGPbxc+LrY0XoEXXP4LoHngq7Fr+ny/bFk9x5cdKsMii+oG+i1ZTFDl1iw1mCw3KWMOasCrIcEzG00gnMpKO3N6uI8LAqHhMUr7J4hIGKNphFTkjouyviu6OPBKmjVDLQZODnkgvMuuuQiPaKYEuIdTh6nFZmK4ET+nildhkF+kNQlbXSCL39kIZfQDLtwLg5wni8I8fSLOiMPFtGvx9adUATxihynuXigE2Pfy+WnUBZ0ePojo2KmqWcCqNOleHrqEaCSNguQhZFuhUTVVAuOWg4rriC9/XP4JQKK5ALCpDGIrnMTwJfPIPXye9yPmeKcsWSybP21hAY595TLWUp7ARz1hv/xXpoM/08wB/AmT88P1V/ZBNXiuraaPCdUaPNQYGhSKImQl5DlinEVThdRsbO4fs0pz4acYSGVRqCnzjvsA6yLJqIo0OkXHteX43GhYmH/02CpMnEdFU4IZmqJ/LoRcbxtWgt39Pt7/6ry/6DOc3fPOu7yslFifYnt2HPBdcA6Egios5VHMqG6C4NIN/+vBfI2lqwoxiUOUCKRHhCAxRJKySOLOq8gAs/2+yEvkvyJLmtZqiN+2R4xI+MzgyKI1sNJbCseOnUcguCBGD15tSX5UEXvU875/9Vn1gdaXOUc8knwv+zXvH5yGRiAu7lsEw3DsGh3oF4KhUqsK6SqXSaiB0dBSRkIGtl24WmwmCOOqa06O7JYAGgVV68guIyudLyNsKWPU/+Lv99SO+oJQliyVRC8+74nJcccXzZL34w3Gy1R59dB8iJv2RyRoMqBC0GENfY/KaGWIYIIuZtUyrARsRxDs3Qjc7RflHwJJgGBt7vh5hvXJvlGEDiQIqWIzXJkJfygCwmC+ht7MXJ8fP4Y57f4CWY+OWK6/D1Tu2S411+ugJ/P2H/xwNaxIO+yPdQDwalz3fohUSecWtANqNmKy/dBgw60W87A/egt5tu3Hy7FlE43F0dneJpQ3vYyKeQEIzPYsYetUqv3z+fd/dd+Kpxx9DdnFRQB9KZw2uq3AYXZ3dwsDLFUpo6+zC3muuweDIsPSD0wvzmJqcwK5LLhVQw24RMFfn08LcHAb6+0UyzOeFLEiSZL77vTuxtDCLwTW9mJ4+j2TGRF9XStZDuVJGzW5AD7VhcHgbDv7iPgnULGtAnEBKi2xgDvX4vKnXz/vPBHQyDFm8FStNTE8toFBgqFJMjYxFtaTsUVQ/p4KbVS0vCJFHOhE/Bvl6IatYbhf78fW/ehsiYR0xk3ujhmLLwMnFOuarJmKpLk9FWEU6BhjBMgIOGdWKbs3nhKxnpX5iuBCJKASMbCwuLkkAEgdVne08y2IISv/Hdc8ANpJsOBzRMXpqHD9/4ihC0Q7Eku1oa6fySEehXEe5mMNITwT13AQOPX1IrCaE0s29VwYw7EeVKofPvBqAqb6FwGecg9UAFX4MWNaEFcyzWHpbYQ2T3aqUPQRWGRpEwF1AOMuRta9xiEFiUwu4ZvsghjvjCMMGw5zJdOV6pReryeFGsgv7RsdxfK4MRw+hWimKqoaDOO5rHFTEkkl09/UjFMtIn20V5jF58DHSNqV2o62W71/Od8bhJ68X+x8tzHuuGJNSIXvWPXYhh5e+4Fq88ZUvhVVawPjYWcwu5TCbLePRQ6cxNpOF3mzgN67aimv37sb41By+89BhuLaF6/dsxy2Xb0OSVlSsXl2GxlnqLJS4Bg76HFHg0SqAgcSkeBAGtRDC2fEp3P/MKbhBHVFDx9bBTjxvwyAMDqw0lqcMcVLBU/PEc+LteN71L8Ad9zyGBx/aJ5/PZhcQoOKuaYvCjTkfb3jj7+Pt7/oTmIEmqsUs6rWSrFsZnFrKS5cgPDM4vvqVr+GnDz0iz8x1192M4cFhPP7Y48LwD6MBx2LAFpkTYWzbugm7d1+Gqm1jen5R7Kk2b9qAK/bswq4dlyLT3SsWdOzJ6YlbqdmYmpzEgw//Al/+yn/izJlzsi+nokns3nUZNqxZi0Q8Ci0UQDafxbmJcRTrdelLOSjjM8bzheeMYDGGIWxVDgM5HPDXMPdcrhP+G4a91moK41IsDXpE/9oKYPX+9mtg9YLd3gdWX/nmW5GIJqC7AezZsUvA1bgZE2A1V6rg/X/1YWQLNeVnKM13AM+/+Ub89stfJE0igTzbdTExMylpnfFYVJKao2ZUUmm//s1v4dCR414bvxJyoIod1eivAKleQ+9Jz7gIdl+2A2960+8jnU4I+FOvESRReAW9QDhJePqZgwKCkjnR1taGRDwuhQoXUyFfwNTUGGbn51EqZNGslrFjZAi7N65Bq16SpHZOaxyLHlUxWG4T2UoZT0zM48joKTQpkRQpUUhCJ2665Qq8653vgG2zWPEYJvSiEVme8spcLXVigSJenTLJV0Wt37hyik5qvhmJL3vMsQBiod6iab0HdBAElaGYSLEJgikzdv4Rn6KWq4JiZGAZwPzsLL74pS+iWC1heNsIor0RNAiQMnkxkVZNblDD4XuewMzZCeh2AKGWJg1lRCZ8lBGq9yKpxN5/8xA0uhPovmIDZnILWMjlEe9oQzxhioQzNzkPt+KgMVNAp2WgabN5tVGxKqhoDuJDHcis6wOSIYSiDORRPqW9vT0i+bBqlkwEz56bx/pkLxYPnkHYVgwStttsoDlZ5jX1JYB8jbGoife8663YsWMrUlEDc2MnMfrUE7ALeczkcxjcuAWXXXcjIukufOGLX8PXvv5ddEZ1XLGxDzs3DCGhuyIXMaJJnDo/CX39Tlx7ywsZjyaTYDHYr1fxqX/8NPbv37/s6+bfaxYLlNG5VhNdfZ147/v/Au2dGfHyNY2YV4x5/DgftLrA1241o1UBxkqKzw8W3i98wa0XW6/BB1b52DUl7jyKwJq10JMdcMcm0MxOA9W85wGp/Krom8yV6bX6yh+YDZ2AkSoRXtiYglKpdMgATEA30WLYQawdbpAgiArsAdN4hZWknn1psDiECFYE2CQLXZh8HvPbFX2j/L9lsEZoZn5okhfg5pL9zQZdAkYiAA97hlTVq+Jzp3cOo0UT/WoBaJCxKjHS8j4ClJgy/IpyL6IAZMeJLH15yfkJPsoGRL1y5Tcq71l5QjHllxISMr5V0S1Cel/bugKseqFAzzqQliE91mUqaZrAMgsa8UGjd2NEl4TNdMxAezQFh5LLGqfeBkLROBaLWSQ2rcVV730XOgf6JLiDQLFcYwnCULCuYlQojE+sbr0gIrkPAsByD1ZBEcIS9liuq5mePtiqCeigmK4XfvArZKz+0ucvADhX2EvP/hm8ugG3CqMVhq2FUHCrmHJLuPuB7+DYn9yPYC2KajSLYKmOQDCBZiWAevc5dH73L/HHl7wcl6EJoxlBJeCIU64P5sr7WAWQE3zlh+/2qK6RApdpGWLy9wdaKDoazqGAL/zow5h/5B586srbcWlkI8x4FNAqsF0bUV5zno3ifR1GgKAqATOyjgg4eiwzYeBIB2kjQOm1+KwWYNXmUSouYmF+Hlvf9tmLXuNfu+Mfl/cXKR5pryF+tZ703ZPd8v0pcEAxV3i/SwLqVjA1NYeHfvYIDh8Yl+eOjDHfZ1KYVWx+lq+Rtxq8iQOfAzZTqyXpXAch756zgGWyLlmrHOzxd/d09GHThl2ItXVhtjCHH//kTpw7PuqxopWcnUDNQF8vBvr60NcRQX52BtnZaQSaSlZG/1OV1bTCaCSAqphEzAdTgZEiF5NBJNctUJfhDINfQoiYMSRTafmTSiYkqC+eTCARjyEaCyMa1YW9EApGAVDZEYFd4hDRQD1fw8GDiwhpNjZvcrD9EqAzHoBuOQg0qpihhG7NNei+5EbU6twbGnD0JvSlIFohAl0Sowsj5oGMDMSqK3CJ14xWMGQU0f7H96STe7GKacf36lvi+OCQlEar1ptfWy37p9LOYFW6OBts/vN6REfp9Bj0n92JvmeehqUZmO1vQyuVRJG+l+k4qmTwNAyEEUI1zKFYQIbYl19+HRKpLlSqjrCYyCT01QYCmkqAJ+sU2kCpzYe1DBk7SunDf2OJtNzfG3ymGFks/PAtAPymyB/Ciyqooa4Rfw9DRciq5MbWEG99F26DLCmqcxRTkbUYmbFkCbJhGhs7jYZdwdoNm2UYStDdNwklA1fsEhj4ST/BcAiVcgmz++9FbuIIwrTECWoIGS35+dx1dQ6NBUj2rFO8Vb3zNc+NsfqN798pIJIKI1MhqgKseozVSr6ISrak7KTsCu784ufQpdfR096NGfpVBnToEXoKajAl3EuddX7QkDovVPgdax2CJBzUN2xbGubDh46h4dTRP9gPI0ziQgoLi3mcP3NarCpUDUZv1Ppy6MqFz+F/B6zyWeeH+r1NsQLo7+8TpQ6vYX9/j0jf1X0Ny1rl58+cPiPW1Xv27ECNw1SRdqtAM1p+TU3OCgDL/kDAXLHnUWWEP6Tw9yzxLaX3tbef8ObzmWKuwabNm9Dd3S2vj6SRjq52jI6O4tTJ40gmFUipQujIWFVhcyRQ0NuRgDztkGCksfV5twBaQvYi9igEehiESksDDif4+wgaSx1CX0dDAf/hVgDVFjBfreDp0yfx08cfRa5WlsFV2AliY28PXv3S30JfPIP3/+lbMX7+Seh0H1Bpe8IeJlTOoVaj1UKyqaMzFcXlw92IRcO46jVvRqJ3GEcOH5KBFoFVDlboj0pyTMZMyj7EbINsjn7CTTy872Hc98PvirUMfQcZmpaIMcBLk32fg8doLCEWAnOLWbHXSXe0o2Q7iCY5gHGEZc3agwG2rA7bMxlhKxcLBWGR0lO2Tm9Jw8DSYkHk2fSEPX/2DAKBhuzPA0M9GBzuRsNlCFMK7R0bcPzgvTDNECwB4ZRyoy6Bt0HiRfJcy9nIgT6fDT4PiRgKBRv5XFVIFBozLITJ+WxF2YpzsDe0pZUSswJkPwVyi1MXfX7zG+78m7fJtSSTVo+EkGsE8cAzp+EYKWzetl1UEXaDNnj0jHbRtKoIyHpRdgXsISl5qJSrOHN6SiT5AgwVCsIkZIhaX3e3DDVJBKDVDPNKMqkEbKuOdHsKYzM5PPyLwzDj3Uiku5BuVx6rM9PzCLg1bF3bhigq+Ol9D4qnp9TRAoxS5UKgVJW9ioVO6zjuV0FhMXNdbOjrR7lew8zSIuqi8tMVu90jFBCA5fcLAYvvhxYjrK2thrwHqi3tSgkjPZ14wWXrYQRsCWUjqFqu2oiaESTYUxJQb+vG6FQJT52ZRbkZQKFcRsxUKg+CtDyCEuk00nzmMsPS9xhWHq2Z0yhPj6FYt1End5MDV9Y+3G/p0cyhDZ8bhqSK/zfrCF3ClWgv2Blt4QPv/hN0x3UszYyhUMyjaFnIVxt49JljOPb/sffmUXac9ZnwU3Xr1t2Xvr2rF7X2fbPlTZYxxhsmJjGECQRIIF8YhkxCViYwk5nJ5CRhvszMdzL5zmRhgLBnyGIwYAzBeJexLNmyJcvaWlK3Wr13332tqnurvvP83qrulic5Z+T/Pg59jiy5l9t1q97l9z6/Z7k4iwfedhve9857RK3y6OPP4vFjZ0X+f99tN2A4E0FUd0VmT7s5ytxV01qxpUVdJoSVhjQtxJrIMOGZUczOL+K7L15Ag7aCpo4N3UnctWszklzHGRwVZj5DVFQNGokJoRji2V4sFFvIF0qoVuqiNGTTkMBpsicntoj3PXAP1m8YRml5Buk4cYmQ5NHQ2o4gM/NouO8s54s4duw4qrUG5haXMDO3jNtuPYyBwWEc+eEPUS0sIBbRsFQsYNuu3bjn3rfhxaMv4OixlzG6YYOso2SLvuuhd2Lvrp1wXUcaOGY0Bt2IyDmP65KjxfGjI8/jj//w0ygsFnD/3fdj/+49Ej4+tzCHmblZLBXyaDNagUxkqwWnYV8Tmi5zJhwWYJX7CgF/oW4Jm9VvrqcT0jyh12urQa9oZUO3WHxzc/xNLQz/P/ihnwCrb3hIAbD667/9fmG033rwZuRSGbSbbWGsRmMxLFeq+L3f/yMUKzzIGsqnEBruvecuPPTO+2QRI+OCg3dqZhrZXAaZZBL1KpkCIZSKVXz281/AQr4gUI2wpcRrx/cHW+PrFRwagmKHRRaLi717duGTn/yELNS1WlUOeYFUnbUSJWVMg+QBlv5m9MbktftYCOq1ivhEsdO8ODeD+cmLaC/OI9Gx0KjV0WLh4XsgJZJx1FtN1O0m6u0Grl6dxyLDRWqWgKqcaD/7vvfi3vvuhsOwHWHDKNN9yncCkDjw4greywqzkUBlx/a9LF0purhg0tejw9YKJ7ypijSxsw8Z6r3wQMJCSfxYVQHKAxep+vweFpQC9UhIZgfjE5fwzce/A7M7ib6xXjgmvW9olWgKsBpJpsWrZOn4BE4+dwztfB090Swi4ZiwEMW7yPePCYBVvgfee7MngcFbt2G2vISlQgnRXBr9A71olqpoV5po5uvAcgNdNR1Ww5KuU82qoxV2ERlIY92ujWiEO4imYzDFE05Df08O5VJJigMWwxMX5zAa7Ubj4hxibYFIxAqAJzIekOnjpLr7il2VzaTxyU/8CnZs2gCntIRXnnsauiT9dVBp1FHzNOy/6z4MbNmLT3zq93Hp/EXsGcrhLXs2ojsZgUE2UTgCLxQT/5mhQ/eib2QUdctBnGmX9JnSgM9/9vP4zre/I4UCn30glRUGFaVToRA2b9mEj/7mx6FHwpKYGiZ70y8eRFbrd2pZNAdyr+DgyK8HDIogaVJYMCED997zjuteZgmsrt91SKTfLg950QT0DRugp3LoTEzAW54DWmW1WUshTs8qJvqqNFeBLUSSvwqsChApktJAukpgSYcXSkJL9MLI5tChp3HbVumODSZg03+NQJeckJXnqldVnQFxRlcAsgJxVQiCsAICIHYFWFXMYAGu+DdDEUyODwOeZUlIEawmvO4sQpkheMUa3FZRJIvCTGX1y7AFk2Ao0ea2PDeVLKtk8iuhBUFI1xrKqkoDJjDB2UZgJywMADJyFZilwGZ161bDmdR7u/ZDCfL5Kiyc+EeBXgaBd+n6G0jGTaRiNFpw0J3sQjYalSA++gRlE/St0qBtHMb2j30EXesG0KTtiLppyhPXB1YVu8lnrEponvIP5YcPYfts1lVjAvX0FXNrheUqEvMV4xMfCr/2fXUne1cg13+OpfrPAatthBB2bYTaIbQNAw3NQdXzcLZ6Hkf+7C9w6bNXEbUiCBltWIYGr+BgfvMsBv7m9/A7Ox7CXv67CYIAACAASURBVK2DqBtFkwymNUhqMJYDGFcxdn0AOfDa0zxpLrlaE1EvDIu+0O0wxt15/NV3/hOwdAZ/uf292Ij10CkDbTfQCtkI02BfQA+1B0kTQphhZEerdFsVbKfChNhMoGRMJxjv1NBpFdCqF4UtsP4X//N1z/Gv+oxVARSlK08/cR9c9wGpgNkfgHCqv6AOQOI12gGmp6fxnUeewutnzovPmIQC+T7bMjt8ZknwWsHvE2aprkuTM/iQcBNZI1SAGYEGygFjyYSAQpl0Dru334hUrh+2Drz0yvM4fvQZZKJxbNqwASMjIwJmZDIZWWsJuk1dHseFUydRWJiXPZSiVFH2Bo1ZmY9KCSL3m/7ZtAWKUp4fEQCISpBUslsO8JkMgdSkHFpjcVMChkI6Q1TIRKL3XxhOy0TbNtCo9aKZ76AyXUWjNI/R9R5cYxrTk5ex70AWN924DqlIAoW5JVTyRdCypOpGkNp/J3JjO0QCGdbCKNUcOFeKSPcPAPE4KlQIRHTEUwSfM9KgodWN7LlhSlWVBQAbicG+wGfIf/N7xE/UBxYDhluw1wRzL3hOQT0k0jlXAZ1rpeot7peRMJxiGVe/8ueIXHwGyb03ojVVxsi5OTSH+3Dqjr1o9a1DSAsLiy7EZqKn4caDh9Hbt0lYJWSG0XUzqOeCPY3XuxYYFvaQ2EwoJgl9oAOJP69Z2QiQgaQAyuB98O9g7+drBg3WYF8lQBVYdatuCucC1ywqiJSXrQrl1IVhSBVLu93ExfEzyGZzEvbTJMDtstYiW6ijAEg2Q/wAD1onTJ84gvrSeZhuE4ZG/zgNUZN7tQ6NYZkS6hJeAfF4//d/4M15rP6vR76p7KjYwPEtBoKxzo3YqjZQXS7LHhPRXTz38Ndg5icQzfRjLqShGWK4kgmX88HPL5Bx44e/BeNAQHCGbDKsiPVluy2MnjOvX5D6OZaIYHBwEGEykCNRnD9zXj3DTkd8NdcSCmT/+CcaasEY4NfF8oJ2D75vLr+f8n8Ge548eVLu3fqxEZHEsuZLsm6N0I4gjOXlZQHj9u3bjQsXzq3YZrBO5ntdWFhGrd6SulmxDZXlhNprlWIomCt8zVZDBeNm00ly0dC02hhYt07C/shuZqNn//79cn08jD/77DNip8IwHoKOBOulPhXlWUvqd2Gkuhp2HjyM93/kN2F3lBcr17XlpWVZn2iXQiIKm8T8vLo2Lg8JeU8JM4G8Z+Mbzz+NZ0++JP7RlETzHOBankh2B+MRfPTnPwS3VsEf/rt/jTDDO7kNsZYX4IsYK1mGLiKdELYPpPH+O2/B4P4DMHfcDKfp4MXnn8Hi4iIyuawElQZOnHNXpjEzMyPPmM+rUChgauKyWlvDYSQSUfR2ZcULnmnfET/khU0iMg4JQBXKFRQrFey/7XaEUwnUGjWMDY9Ko4IAplBsPOZ0FNHdlRPfWDYz6C2ZSKTx6skzmFvIo14uY2pqUionNtH27d+Je+6/E3a7iaZjwrbjOHn8GWRTEQxmszh19qwwBqWxZgPJWEr2Dq7zWpskjhpirAVTJqymAavlwYjwfKrGjevRli2Yx35QWTQi4CGfE5mazbolrDbuO5XCm7MC+Nyv/QvEEjG5l1kGVbVc/I+vfhOXF5dw8NYbcfDgAfQN9MB1LbQ7LZGkh3UCumr9Y/hkfrmEM6+fx7lTF2XccF3j/OGfRDKJjq2CmEh/5JglU7W3h37gSey/YQ+uzBbxw+deRjjajVzvOnT19KJUb4t1UDLiYeugib4U8Owzz+PCxIwEIEn4o9+wlPVZ6ntN5iil55ynDBXitWzu75N9+OrSIiZmZtHu0MdT2bhwF6eCQp2nhHsKl/M0loBDGz+bjS0LEdfGrXu2Y8e6FJxGHS3bQZ4WdC0HEUPHUF8WEZ0hS0lU3ChevDCHmYolxCiDia0ureQIitLX15D6LJLoQ29PBgPhNrandESbRcwuzGO52kShQCzAQr3TRs3toGOE4IVCYv9C9jdBXdvuQKMKybFwz2278Msf/BdAvYzK8jwa9OKu1lFtWnjt4gQ279yF9777p1FZmMHk1SU89vQxnDg3idsP7MDhfVvRZXrIUW0bpt6KxDDlXS8yddZYwrT3xIKQhCUvRF9aB7YPcB45PYvxmTk4XhvruxK4b992dOs8/jgSTMxnEovGEEtl4IXCaDhtxMIRxGMJAbQZ/Ec2rjSmzRAyvd2oWS0sFBbF5qe3O4vuXI88n2q5iHq1KsAybeKqtRrCJgPGbVwYv4SFpQJsR8Pw+k0IdUJ47olHUchfxS2HbsNvfOITeOnoUXzxi1/A+97/Aezbf0CUvWSKSm5Oqw4zpMGk1U8sJo0+CZ5mLR3JINXVg5eOvIDvPfqPGB4YxuzsPCauXsV8fhnzy3k5Expc08mQJdZkqz2KY5TzhfdT1VmB8lcRDcQ2Uta5kCgSkvEUXNuBXW/JukTg94cv/ui6a/Qf5x/4CbD6hqcbAKs/+PYXRLYRNkw47NTzWOyRNm+iWCWwqhirlLAIsKppeOCB+/DgA28DezaU0THJuVKrIJ5SEhf6nbgdTZiqf/e3D6PpFx3XsCc4PdcAq28sdlThA+zcvR3/7t9+SgY+J4OY8oPGyio1M9vVpcyMXRdj6zeIVYCwv5RqWAGxwv5riz9Js7iMh//6c7CXZ5VEJJlG/+aNCMeiAnSw0CewNNwVQyrTBavDwKQm5mbnZBMgG4+G3OJPQwmAD8AIs4Xs03hMpD5yMHA7KhEzELP7TD/KW9gdkVRtLootUv4p9QoJu4+SuqZtr3TbA+CFMkV2nPizdtsSCId+jGTliIzJdtCybZybuYRjl07DixHwcpBI6DDMKHFXROMpmPGkSLircyWcPnIClfF5JNsmvLaHcJSdPfoRKYYT3wcXdLUwuQh1RTF0aAdmSotYKpURTiUxsn4IpaVloN5GY6kCLNXRVQ+JFSV9dqvNKtpk6OTi2HBwO5bbVSRyGYTbjhSz9FshyG0YMSwuFbAwU0JPJ4r21YLIcklNWgusUnIWeNHxmWzbthW/+isfxmAqhgvHnoO9PCedP7LDeE/KTgexoTEM7LgRv/O7/x4DmTju3LsFg0kCV/TOYZKtAc+Ig+Le7K6bkejO0cwO8WgC1VoT2Z4efPfbj+LLX/ryNVIyOfShjfW9WewbGUBfbw/u+pl3QaPcnvYAK76DqpgPPgKGKv8/kDmK7QLHtaEOfwTX2D1k8fKzD733utdnBazeJodKlyyeaAyhDaNAMgH30iQ8SpdaNZ/lKFRqCTdy5UCqQD+p0AXINKCxqPN9SZUTJ79XwYZeOAUt0Y9QulvCLDy3BZ2e7k1Lmg/0fpJvFa9JHjiaQSy3SmdXYp4A6bsWWJVDUXBNBHrDvqRfh2aGJBDJtSyRSLHI0YYH0TFz0AoVeK0SQC9kn8UpwCpBo44hnrK0BKAVggJXV6XUohy8BlRV8mS+D2HHEGLUw3Ig8mR9C2TlgedJwFwNvhLAemthvuDfPmNVQE/lBcs1K2qGxV+VES7xaAT96STClH5aLZi6iVwsjuFDN2HwAx9AKB1Hk8C4rN+KeSrS/wAMlf9X6ngF86kP9W//e9d4/gZsVeUgTWXc6kFULa0KmHxjTAkZq34Mzpr87/+zocsREhHWqpKf22RQWR3MhCxMLp7E8a9/B4uPvA5riZ6YEegxD+c+NowHP/Qr+Gh8D/ol2EsXTyyHfUD/1669xv/tffnPje+GK7WLhgJWoaHmGjjjTOEvHv2PGA4t4i9zP4tsZARaIg693aA5iXruIsXjH9/4Wx4B5w0Ps8ouQv7NwwfBQAn0YBOgJSk/7WYJleIsun/u3/+f3ag13/WFL/znaxQfytJB2erwYy1oIoxVf2OU9ZMsGQLUfsFp2R6OPP8C/vF7z+DKlTnq1VUglexzgf3FtQoTYUURqKck0fe9FvY22ZQ82Mm400UOmMqkoZGNqYewdeNmrN+wHeF4Ai27DqtVRndXFj25biRpteB6KFerUrC3Ow4cq4n56Skszs+JxxhBpsBzUgXImHJw4x/uV/x9bMwKEMO92QzDEAkoD9Zk+4VFjSA2PmLpGkXbioBClFZVQ70I1AoemP3Qccqw2Lo0GYY0jeGeAjYNOBhel0M8koXnquYKw4EYtMD7QCtdspa1RFSSjtPRAUTdNBLJDhAbRKhrM7x4Pxq0aGByfMJEIq18RUW+KzJYdf1r16HAnicIHQok5wJO+o1GxaBSB1VZnX0ZXFBTKTCM3qe+RzRlt3YVHc+E02riO0/8KQaHDGTHbsPMDx7Hbd8/BrPg4Ox9t8M7eEACv0Sy7Npo2W1s3rwHW7YfFG867gnBuhOwEAOATRrNHh00LERjKtQykOeZYSqceIBWTS7ZM6jC8T1ag9cQEM+XTYu0VCezPyq1YQC6NgRQC7yCff0FJddhguZK4qu8a5VnKOuq5cU5zM1NY+PGMcTjKbQcBgrSyofMNaVIoFqA96xer2Hi1eOozp+GbhcRDRHE12EaBAu4PykmVuCFG8jI9/78H173/OYPfP0b31BsVfEjVaCO+lsXr3raiRTnilJPxiMaXnr0YXTmxlGNZrDA7cSk1NwUEFw8TX2LiYCFLqwrw2+yiGWIrUDXNpmiVVwavyyAGptVw8NDMOlNGY3CajgCxvHeCyjrKPB87cdagD8AW4PxzCAmPkslV1cZDAxo4jN47bXX5HMbNqyXMXXlyhUJxI0LEG7LQXzX7t3o7c1hcvKyJETzvVHRVMhXUC5XfZBGrYWBT3twBgmAeF4TryMdz6JZK6OvJyvjb3JmFl29/X5TA9i8eSP27NmNrq4cotEEjh17ES8cPSJML18XsuI6zvWFNZSMNTeMn/65D+Pw/Q+h2eogGomiWqmgUW/IOYEgKWv2VCa7AvaSuUrmK8d1wXLxrZeO4Oi5U8Jw1cWXlc0zFighGAzVrRTQncihJ5vDpQuvwJm9CMOzxF+RORg69yKPIBvhmg7u2b0Zhw7sQdeNt8PtGRHW9cyVS1jO54Uhx7WBzDzOL44FWrx157ql/vnmN76JKxMTQv6Ix6NCakjHo2K9w+ZUhNYYwjNgkC9DWKNyPpyemxdgdXDDCBbySzh0860SjMTzHD0gayRUTFzGju07VHOfwGbbEWn+K6+dw/HjJ4R8sTQ7LfWjq2u488478MBP3QO7Y6HaoL2ZiePHn0O4WsaQq+Opc6cxW68pb2QAfQPd0kRLpSJIJ6OgoptM2040gZMvX8LSYhGpXBSJVEgCl3LdBDtjMj7CpgraU0oOJppzzWTjoY7F+SLmZ4soLlx/wCzH37f+6F+LpJ7zItOdxXLdwZ9/9RGcvXIF3X1d2LhpFDt3b0U8EZUGBz1/U0mym5U+ampyGgtzi5idWUCtaPnB0CoIkHs8/5bnGKPlnAvLtgS87u5KY/v2LeJjPLdcxbMvnITVMdE7MIRkJoMWEogQ/NdbGM25yEQsXLxwGS+8/DoqdUv8WpkNwia+Os/yPSgAkI1Lrn+NelXmcUprY8u2bQJGXpy8IvkVUjvzLGtz7isWodJCsQ7T4PAsRO1b20arXsb2sT7s2TAMo1lSGS4dDUvVNuq2B7tRxZbRfuSYAezYMFLduJi3cW6uhJaEBKuztvgDk1HOuUmikhlHNptEn97BwYEUxmIsyyoStNZuQql6WhYKjTqKzYZYCpY7JiwXsNr0PK3DcGx0RUy8/2fuxs37d0swYrVSFgCb3q6NVhOOpuGetz8AAzZOHHsRC4U2TlxcxuXpadx7yx4c3DYMEx1pQMdjqhEmzXhRw4nET2qipmOjWG2KrQZBQ+6WtKshw7vpJnBxeh4Ly8vY2JfB/TfslCArYjQMRU4mY74axhQGKBmxVAjK75DQs7A0zPgwal4bQ2NjiHVlcGV2VgJneaCnvQjJc45loVgoCIuUFiK0BaQdCs9Hi4sLKPMabR35YgPrBscwM3EW2VQI9z74dmFMf/1LX8b27Vvxlre8Re5TLBoVpVQhXxD7CqpQuQaxdiS4yv1L6gUohS+92h95+Ft46pnnUa235BqXymVZb0Jk54taoIFWU5H8gnN2UBurOkrVRmo/DeyTlL+4WDRqLga6snjogfuwc8tmtFtNvP8Tv/em9vAf1x/6CbD6hicbAKt/+z//i0jiSOBi8m5HY6EaQzIaQbW2agVAyatIYXUdDz74AO67+zAMyjg6kGCoWqOKrp4cLl+6JN5H6XQO3/72Y3ji6edkwkqQSpAs7LNrgkJrbcEVFGYyATwXu/fsxG/95m+IiTsnFgc9vVVJv2dRQiBTbE4MA0PrxmRCMpxJDg1igk78xkO92cLC/BwSpoYnv/VNlKYmYNltmD09GN29C+FYXAEMNKFGG6aEZNG4XXnIUTLBTUC8TuRgouQg4ukW0L/kgMoublImNv2qRA5RbyIS5UKpDgxRMkMkJER17ZU0jcAqQ7covYRaNH3vIcqZRBLITY4+YR6jadrwRLbNjcdFR3OlU87u1cmpcZyYPIeOwY0VyGYTiCVSUsBFYnFEaPUQMWG1HJw/8gqWTk0gbUckAZXgBruHXGh47SyuJJ3XZyYgZWD0jj2YLS1gvliCkYxhZHQIlWIJoZaL4swywkUb2SrZdyHp+JXqVbgRwE2b2Hr7PkzXC0h1pxGihE/roCsZl6KRJtgzs0twGkC86sLxgVUVyqdSW1l0stB59dVXV/xHD9xwAO95zzuR9SxMvvQsciGVdsoNIuK4qLkuSnocBS2Kbz/6fbz91v0ilSCjlemHBKYJoLsMIMl2Y8Mtd6PGZxcx8dLxV/D4D5/Czv37MX35Co4fOyYFQHBYVffGxlhXFHdtH5Vk18Gd+zG67xYYcbIfVsHUYPzzXpIJoYLWOC6UbFc2UIJhItVVrCQyRvgMPvwLH73utTlgrNLr0wtHgVgcxuYhIBmHe2kCLo24mxUVYi8BoWRDMEKF3XoekAn4sbMblnFGMEkgNb/pIZuVHNz5+nEg2Q09PQiNRYFXg2tXobcI+tvK6J8AJtmrXDSCECyydAnOsIigD6ykmyv5urK74H8UsCr3j4n1LOZou0HmAIFVevs5lFhbCHlt6JvWw3ZT0JZK8OwSiI4I05QgkQCrZBxH4NLDiD7JDGGR+89TqP+8fMlscNOVnJxf9w9pElplqsRNzuU1FgCrlgCrj0y5mq4V1wecScXkV80gAj6+dJHzkLI600DcDCEVJ+tORyYRk3lca1lIGQZuefsDGPrwh9ChVIqHOVJmeD+l8RR4qapGUwCsSvKwz9BlyaECrHyAzOebyveusQQICe5MBrMfIOS/Y+UiGwDEQE+qz2fuQ4UVrGEurX7fGsNt/xYpGJpjgSCkjRAPd3oU0baHYshAqdPCVGMBF2eex/mTryDkZpHash0/2tbGnYnb8QteHwZlveYYUKEDa69rLXsqWK6VBUAQwiXOk3DRFI9XFuN1N4TTrQn8xff/I25NNfHfjHdCz4xIUJVLphpVCwIkEJxU3sAaJxMZMVANIbIKCIiI56cP4jIoUuOG22rI/POaNTSKRSTe8/HrnuN//defvgbMUCTZVY9HruHXNgiU4b8AM/KQOyK15f0Jx3Q4lovTr43j+SMv48zrk8gvF9Va4LN0AqAuACiEge4Xp9yXFXCr9kj6tgvY6kLYkNmuLDK9g+jt68VIfw/WDY0iluySAyPHNocLG2G8PxwPPPw4Ek5goy1BGWSGMXSOh/iwePuRuSXNAqkJaMmgfEl5uJe1VGoDn0FO71eXwL0J14mh3YyhVQ2jUXXRquholDqoN6twvBr0SBOxFL3YDCT6IognQkhEbSRQQrxTREqj1xmZlEqWTdBJHJjbyvPTbTVg5ZeUTUI0i3hyGMl4P9z6ZbT0Iazf8w5Ee7ZK84As6XmrgGgqLgcradb5fZiVe0u2xgpwHbCT1WE8YHAGzWnWCrxPfAbBHsPvk8Zd6FrQPQBhW/WazJiJiVN45LFP4/bbD2EseQNKj/0QkVOvI1+vonLbfqRvoGd3CO0wPbIh/oZduSEcvOmtMCIJOYCx3gs+CNKwqc3fQ589No8blIdScWKoa1HBEWwi8ppVUrVABlxrfDHBNfPX92AN3q9SkECk6Bz7rGtEJisJZ5yibA6oeaoYtKqZyfWe9ycaicvYuTJBBqaF0bExuGIBpSyLpZHkdWA1CCDyoOpgbnwc05eeh1dfQDISF49JHpqjrJ1CvM+Uwyr5aQCGHvjgp697fvMHAmA1eB+rwKoGnfVLy0JpriTSyWwqjPPPPIG5sydwxTNgGVGETY5RIGnG4JmKIRq8BhUxsoL7JAGOXbLUJOiu1UKz2cLVK9MS5MEx2dOTQyqdFM9g+skS4OTBWIBVgvuyFqrxufaZreyj/v7BrxG84n2SdHB6EnuehFHt3LkD58+fF1bq4GC/7AtXr06L3zLremUJZmHvgb1yLiDYJPPfiMj1zs4uoFgoC7lDjSRejyKFXEPu8K+TlhAj/aOoV4vwqGRr1FGo1YREodb2DnK5DPYf2I9dO/fAtl08+cQPMTF5SVl8sW7x2bC+qwJcrSPsUnoP//a//WNkhjZKaAvtFRbnF8QOoFGtCRAskuRU2rdCyCASiQnLj4DUX/3oCC5enZRnwhBOg6FDTtMH/NnY9RCi5ZJD8gGlyR1opWWkrArSVhlOZVkaUSQO0O5t40AOd24fRc/Gjdj81nej5uqw3YZ4t5M9ymaUgJq+PZLsoZROx+J47tnn8NUvf1mecTKTRCrBca9LM4G2VyRJxGmHwaaopRi8YhAZMtBotWAmM9h320FRG9xy40HYjZbsLfS0ZJ176dJF7Ni+Tc53si559IaM4sSp13H06DEUl5akuUYvTYItd99zLw6/5Q60PRuFMkN9DJw89RLyr76C0bKFV5tFzJk6tI6LTBzYc2grRkbXCVjK4DHJE+C5xgthZqounrzZbgNmjNYCNPVQoydgsnEcqERyHiq5f7Lxw4aCiQvn53HulUtvan4//me/i1K1JgBjJpvB1aUy/uY7T2Cu3BI7hGwuho0bRxBLEDUEevr6BHDknOF6Nz+7KJJ9ypahK5UDr5PzMtgzaC0jVixij+MgYhrIpGLYummDeFO2XANz+TqajoZkNifgVN1NotNqoTsJ7F4fR8QtI79UwNGT53B1Lo+OR09VU87e3OSplnEcsk8NpNMEVsNi3yChdo0i1o+OIJXM4PLktNisWbTbpCWMQ3UCvS8NyXIhWMuxU/c6iBoROddGTBe3H9iO7rCHWmFR5OcL5RamixZqAqxWsHvDEIbThhApIqkuLLsxvDq5iGpb3Q/abtC6hqSiht0S9YybZOBcBN0hYIvpYRh18UJnE06AXhG6kcWpi6VEw3Hw6lwDV2bnxKuVDNPhdBJD2RRu2jyGgXU9sMMeCo0SSpUqHKsNq9nA2OgQhkZHUSkuwmnZODtRwgtn59F0Wrj35h04sGUIbocetBFaHIulDJuX9PUm2apQLmN+eQmFah0LZUvmM+dALB4VAPHK5CX0dQ2i1Opgbn4RB7aO4VaeRzUGZkYRInkuEpb7zTlOdRUbH2SuSj3MsE826mil4nqwEhFs3rkd8XRKmkSFYh5NhkC1bLFNYd3XqFXFxqSnr19eK5XJiZUW1bzie2ukYTm0xaIfbgPtVh5nzr2OC+fHsW3TRhw+fLtkFHM9p9qYc43rN/cDu0N/XqVoIGFNlHX+Gi94kmbgpROv4e+/9SjOXZrE5MwMHE9DJJaURgIb3XaTwHZdNQAC33ba9pA4putotgILAFeAer4+6zVOb4LRmtNCXzqKD777QezZskGaOr/86b94U3P8x/WHfgKs/jPA6md/4+eQG9mAzPAmNBkagpB0KOltRS+N//AHf4xq3RawhJCLaeh417t/Cm+9/VboIgtmV6KExUIJG0b6cHV6RoIeotEkPv+FL+L0mXMwjbAKp6Efjfg7eQjrngxmZbqtwEtKZ8SsmQCDSRlBC3v37cWnPvVvxHepWCqIb5F0L/zDPCcfAcx0Ko10Kifm3/R3JeNWFeaeAMTcoGgnQG+d10+9grOnT2EpvyybyKYtm2VRV7gvmQ0s3tRCEyRBrsj5SUiQ1gkXLHqrumLAHrDx+D75+/n/LKy4IjSqdQFWeaihj1ulUkKpVAT9ChMp+twwAVDJ+vmHwKfrqfsSHGSlWOUhxC9c+Szka/w9fsow/dJqnoWnXj+OC7NXkSUD9PK0LKpcAOUAapC9o1JHk6EIZiavYnl6AaarI0bwnACT7y3E72fhKGwkQ7FXvaiGTYf34UpzCfOlPKIMrxgcRpNUn0YblSsLCBVtJFoh6LZKnqw3miBe0ki52Hr3Dbi8OIv+/kF47YbYAcQlCMxDLJbCxPgkkul+RJZbqF9aEO9WeqVI8mXHFoCJZuyTU1Oo078WHnbu3IW3vfUuhGpLiDbysvmy8HC9kAR6kTlFX6CnXz4lxvx33rAPEc8TUJ5sRQb+WK6GihfC5v03oH/nfmHMsah78okn8bnPf151sTqahL5EIwYGB/qlYChX63BaLeweG8be4UGEbAs9o5uw5633onvjVtgdsmf8Z+UfNjim2JkTIE3MyRXrJvD+4n3nveZY4Fhko+AdD/z0da/N4rG67XbFKI0koWUGEBobAPQGPB4ii0UlS/Z9UzncKM5UvndKDMausqZHhO2i27UVGIxzeAWgIjM3FAOyAwhlB5THKtM16zXoZFd0HEj7t0MQk+CqA80mEMWBFsi2iZL4yd8raauKG6mCJ8hwZ6lL0IH+wz6DRxgWGrRODbpVFfaBNrIVGtmApQW49DizyRDkUmXIwVKj7YMRhSYyEUusAoRRKwd6BQqJ76qc7VcZqARW/fgC+f1iR+AHnazyI9f6rAZcyQBcVxxPxW2lW6tiO6r+vP+HmDSXDY8MQNU8YpppPMEDgoFs/zXslAAAIABJREFUMoZExPaZdBqGxkZw8Nc/ht79W5B3bNg6I4DaiHXIBFHsMb6GCsRVUCOZJUGsloJ1A3CU91gBjSsBT/6lm5Ro0TaF7g7wUIWLmuwIirUapsoBOgbSAzB8sm4rCFiAhwg0cFXk3+QJrv7OVfZs4LmtBtmamBXKrjoaGlQtSAhHB2EvjAgMvNqcxj+Er2K7OYiPhoZBIwIGX4XdDqxQRyw8wmRReBpseklqAOMpgvetVnz1/sM+aVmCCTQD823gdesy/uqxX8P7k3347ci9MLvXw4tTJt+GLinJlLKp57XywXmk0+eRc1tiiBXrU8BqmWSKYU0GklWH16ihXa8g/FP/8rrn+Be/8Ccr6cRB+jqliqsd+GtfcuW+S/CFAhoU6EZASzU0yJ4pliuYnV3E0RdfxAvPv4ZK2YJpch9QHoCytXH88+f8wDmR/qv8eHgEl8na00PyvGmBMDI8hJsPHcbmHdsl+CWQgNIqQMLyXF9O7Cn2k2rG6pIQzPWXh3deJ9crbnwE8bjncaUyOMYD8wruW+GmWGXwkB7WYoAbg2OF0FkYRDMfQilfkcNCvemgjSqMRAXpPg3JrhByfXEkMkkYkSQS8S549hRC9Tzi1jISsORaxUPRplSUQWvKToGKn3qlgVq5CddWjCseYMlM02wXtUIZpVoIWx94N7bfej9CXkykwzxIdkIOlupFpAe6lIevgD7K9zIAqLgn8ICopJZJeW4KjFQN74DFGjxTHqwD/1EJwiHooQN1jw1HNombcExN/IHrsxWEjBa+8epfY/zSC/gV8wbseGkaMwtLONasYm59D3K33Yx4z6AC5sgw4krjNhEyYtiz/w70DmyExcaZrBmUw/N5KjCCHzzwEFBlgBprPLKI+VrStPX/5vWqxqXyQpU6ypchB+BdAI7xPqx9fwH7lb9LBQDxkBSEkLBmU0xqVVYplhU/KH0m88ZrWxgffw2ZriT6B8fQbHGs2ytNPtarHXq2OS1MTc6iMnsGrfkzSJiu1EEcD7ScIc5ASwAye0hgJRDE5uCNH1F+yNf78TffeOQa5rnMCzKS/Qasa7soLOYlNDYRCeP86RM49sw/wgnH0AlHEY5GxaOQ771et6A7LaxLp9GXzch91mMxlGtVzBWLiHX1CQDYbjTRaNZRLOcxPTMvWQVUYHV1ZcSblnWvZTsCako4JbvfQdiqb0XzT71P1Rz1FHucnsuUVAszkt7QDP9MoaenR/zvKA2PRXjwV2xwMpq4HsSTlJPXsXXzJqQzGczNzWE5XxKPXgmrEva2so0KxopYUfCsQeayqVLfOV64+zJk1aB0WtdRrZSkZpVd3CeCcJRQ6n7rvt0Y6OnC5YUFnLowjk6LIIIP3vuKBfHF5/7q2QJ0bt53CB/51U+i0WzDNCK4eJG+tCay6SzGxy+iN9eHrp5uWB4JFyroLRlNopNM4qtPfR+vz06Lz6Rnt5RtkjC5/dBN2VDU/VQ1heJ4sCnJ95dwLQzaZYw6RQyF20jGDQyk4zAGh5C++W3IbdiDltuUplCr2oRHogl9OLne+onnJkElnfM2js995vN44emnkcsmhalK4Ew82n02oLI+6IgiQRq8bC+ykS0+3XxNA4MbRjG0foOA1LVWhbs1PD0qtfyFCxewYwfDyPwsDrGYMDExNY3njxzFzNQVLMzNIKxr6B3qx60334Kbb75JlHiL+QosN4Szp45janwc4ZaDiekrUv+LHD5t4La7bkRvN8NVLbR1CxHDExswL0SF4TA6nSaS0WXxv2xJ3apUeqoJo+onBbKyflApBAKBaSlcPL+IV4+dud6pLd//Xz/8LmghT5okA6Pr8Nr4RZw8O45Iuh/LhbLsuTyrsFlGkg3PcNDDssaZsYhYyNAqg82PSCIJz6VNgS1+onwGJAgpiytlUSLvwXVkrvX39qLNIEtK+GMJYevz9Tkfndgw4rEI0lEHW4fC6Il1UFguolCx8eSRY1iqNGWPJFAZ0ulr30GlqsKXaeFARm+j2ZSznWVXZFz0dvegWCiKhN1MMM+DmII6j/IczPktnrH8MBgQ6cGxati9ZRQ7NwygVVyCVa/BMeMYX6xiaq6MTluDbbewd/MItg0k5RxAxqxtpnB8cgmz1Y6sX5zPMa7zJBNQ0k8yVTwjCsF42IW9OItOfgmZeFzsIqImz44aYlHaupEdHhIp/eVSB+NXJ4Xgs3HdANJOCzuTWfR6IVRbdQxsWw+kTeRbNcwvL8pasmnDGAZ6elEpFlEmw3KhjLOTc+jv68fu7RuRTUZFCVGqNVBvWFKzk8zAmqdarWB2MQ9H5PsdIYF193VjsL9PckqYG8NzzpZNw8gXq5iYnsXG4X6EygUM9vaip7dfajWqW9noEFWkMEAZEKZURYpUQ/9uflqDl+tGs2MjnmXIV7+An9VCUVQbisluoUTrjt5e9PX3S53SleuRcdfkmYsraziGXHcfKqUmnnjiezh39pREdRw+fBi7du5Qal42emn7SMVR2JTXZSBdtdqQ+8tVjfUA/80mfbPRxNWrs6hbHhzNxFe+/g84O34R+RLXf8r4GYbIBjfte5RnLIPAJXhMCEwCbsjw6jA8mfNbGKpB6JqqbeX/uQ65Ng7s2IJ7Dt+MlKnhI3/w/76pOf7j+kM/AVbf8GQDxur//NiD0GJZdI1uweCmHXB8tgQnF43r/+CP/m8UKqRTK6CPB4UP//x7sH//Pun4kT1JX9JCuSTFZa1aEyP7pYVlfOVLXxVfCp4t55cWYbcJJtCPlMClYonR2FxtXL6Xn2/MT28gFkW7d+/CJz/1b0R2QhZCf2+f8t9xVGI6N212f6UY70CKPh7Ugg/FfFVJieUKJRvTmF+Yg8MFgoUyuWt+MmnALAheN5ALrbBzhEVD77g2nEYZpcKSbGTZnj5Y/AKZOWEDqbg69ATAKic5u4RMOyVJKM/NoWVJQBgXddtSnlbs+vBwGI0nJdmCi0AAgkoHl9J8v1iU11cIqDAJSJvnBrxcL+HJky9iemke9mIF02cuwW3Y8j3y/nig8D01mRxO/1Ctw05zBOlYQnyTyOAUCMBPa5XDBz/PhcgExm7dhRmniPlyXvy2+voG4bEwaLRRvDwLncCqHYZusQhpo1FvktyDRhbYevcBjM9NY93gEDp2HUanLUUrNz16vVw6fxndvWMIL1RRvjCLEB8Q5UVGGHfccgMG+7uF+VJrMmFQddkzmS4MDQyhOn0R7YVJZHTl2aYZEblfYV1Hud5Ei//Pe1arImGEwNRDLuwEVttaGGbfOvRu2QI31iUbL8FOFvizs7NKkkk7Cbshh1MWJfPzCzh56hTOn3odm7pzOLBpFGg10bdhE+782fcju3ELioW8HBDokxcwyXgYzC8t+6nITKnmJuAo1liY80wdJgMmEp/b+977C9e9NguwuuOwYujE09DS/QgN98L1asDlC3Dpa0vgXA6YyleVUJn06n3mqgTyaARWdehkf/ofKirNJ2uTrUJ/3uwg9EyfvJLGA06rIc0XglA8tIpUn8AqDwcWbQR48KHkUkod33rgWssEdVpTQIpyDeVJlYWlpG3IIUCwHQK3dhVuIgtt3RagUQNK8/BoAyDSawWskrEKrhVGSh1FmALM6yJAJpYACsSVxsraMCpZn4J3zQONAlYFovQPIerWBAxI4bqv3C31DwWs+tCl3GlhDhHkEok+vXD90AnfezXk6TDDEaSibEZFhLEaTQCWE0a+7Ahrd9/bb8ddv/YRaIkYSp4F0xe1i52Hb7ki//YxBWHRrfFXDfimAvfKtfifke9XICiBSZ7jGBrUJKjquqi7bTTZIFM5PGAoVG+6X4A03tqGzyZk8RenHBw6ogR12FAQ+4EAClu9O+ouXZteLd/LR6WxH64gbB6IycAxWsDfYwLfDk9hf3gEH8Qo+uUxSESFFKh89ITfOLNMeuDpcudXnkjwHg0emITF6cGGgYUO8Gr9LD7z2Mfxod4N+K3QWxHuGoEXozzbgS7rpB+YJIdb5Y8r1x9iggjBfwWqirpBXtoHVm0fWLWb8BpVOI0azAf+r+ue41/60n9VU8EH1gKG6hulr2uVIPLeZe6tAqtcb/ghQJek/Uq0O5y2i9dOncf3H3sKF85fVWNBfGP9ItW32+Fex69RrcLn36EcWopTgqsKbM1ls7jt9kPYd+ONMKLUC5AtpAp62b/9RqZipxM4YpNVEyCVibgMYVB+xgxpo4xNlz+B/QGZrlR9EEyNs+npxOBUk6gsG1ietlFatlBpsgB3EIqWkehpoGc4jeyAga4eE4lkBkYsCS1kisRPs5toNxuIty7DdFuIuS2R3rY7OpptDVbDFm9GCS7k55ptSSSnR23HctFp2VSFC0BYLlXkfh968Odx2/0/A72nT9QcHMMdW0M0HMZirQSjK4p4OrFik6T7tjzB8wu8R/msxO7AVzzwQBKAjME+I6Bvuy3MQwFgO23EohFplLF74+mOgDlW2RLftvn2FF58+cs46PXgtqdnMPPqyziqA4t9OSRvvQGxDWPS2OI8Z9uDCifXa8FyXGzaegM2bt4Lh00ukUGrjkzQVOS/2RTnnhYwwIJEeILmik2r2IsBi1aAVD/UiO8/8FoNgOaAhSJ+/H4Nx58P/FsJLPPzgeQ9AHgD4Dmo7/g64hcZjaFYmMPC0jSGRzcikegRcJErEgEz3kfdJUBmoFWv48ql87h67hiSWg3diZAEhEodyyRyHtzpsUqpdttGPBrFTR99c8Dq1x7+5hrGjQ+0iyewmvee7Uk9YTUaiIUNTJw/hZNPfUdUKnVXR4tNpY4rEsyIHsKmoQFs6u9lJ0Bqzk07dsKIRvE3j3wT56YXEY1l0CYzqW2hbtVgWZRNKj86Yb7S1iOVQq3WkLpGqT3WhLYqKcA/uZYF9z54ditMaoa1iDyTwLSqgZSChwffthyqGQ7GphHXiobFuaisSvic2filP6Oy1CJDXo2zoJZXZwy1L5GNxjVD6mGPzD9byCAcK82GakbIdfo7NhV5HEXD3RmYegfJwUFMzC+gkq+sNAbEy9Xfz8X6pWODsO27P/SrOHjoHrQaDq5ensL4hXHs278XV6euClgwMrJR9hszZsqaGI3FRbn1xKlTePzMSbRdCx4JDQxYYd0kFgBKlbIqhlprv+AndPlNwqRhYZ1mYczQcG83waQ6QuvWI3vwfrRiaUTDUQHRms263G8C3jJvJaldNSRZOJhmDF/47Jfwo6efQi4dk/FMT1UGXHG+857Js6RnpvjNK9sJesoq9jYVN2m0DGDP4QPYM7oFrLraXCC9kPjUEljdunWrz6ZWpBiCLXOzS3jhhRcxMT4uwCrtOfbeuF8swMhuZhK6MFbbwLnTL6FaLuMth27HU4//UEK5eF3DG0exffc2VPIL6O5LIZImi62NsN4RKwJd2wTXqyMWnoPX4b7CPYgKQlV1Bq1xlnqiSJCGEZtanEYGzp+dw/lTk9e9f/MHPv3BhxAKE1hljeNicnYOHYZeRrswdXVONd9CIbHGaTRa0hZmsBIbVAL4ShAgFR2WfE2AbD+kj/ODLFCGAXFKBiGH0qwK67L+O5RL+4GO6jnFkUqlEevdqiz2hlLYOBBGbxzILxVRKDXx+oXLOHH6AjoMlEtloGuurHXcE3muplybditV+geLbY9aGyOU/3ueKPZCzKEg8B5kULAhsMbCiExLnh16cykc3L0FujCwlwQ8K7R1nJ5axPRiTfZ8rhHb1vdhYy6GmNvAodtuQt0z8aNz03j6xFk0HE8sAEisiZgxUT5yfNv0x05EYWptLF6+iOLUFOIM3mJTVvYcEhwgZ/WIwUA5E2W7JXVHIpFAKmkiadVxa7oX60JRlOtV1GCjfyvB1TBmCkvI5LqQSaWFgMPXyFeauDg1h6m5JfT29mPHjq0oFZZRqVVRqTexxCBCIyRsSwadDvb1S/O20fZgS2MojFiCgXcW+rrS6E5GkY1FsHlsHVzXwKWpKTlrZTouurJZDA6vF8xFlgQ/BJGMZAXQ0wqJSgNfvUUGeiyKTbfchImpK7h4ZUIavcNDg+jtyqFW4RhsyF5IMJ/e01QepGgJkE7J16Q5akah09vbMPHaq6/j9OlTGBruw/4De5DLdUkNxpA6zix+v4zZNv1xY0JYmrgyJXXmAL15TQW48vfNTk+jVrXQ0aO4MDGNJ4+8AIvWX23aXdBKSJ0fRTEs4epUS64quOR84e9Nyrt31eIqIDYpe0eFS5GN35eO4fDN+7B5dB1+44///E3N8R/XH/oJsPqGJxsAq//jlx6Q5Hs3nMDAxi0Y3bEbtkGZg45KtY4//PSfYClfUh0O5n+bYXzsFz6AbTt2sOcr1G+33ZIOT6negtOy5JAwdfkypicmkIzGpQtXtx189/GnMb1QVgw4ViuUVQniEZjJK8aMAgDVxw03HsDHPvZR8cESg2tJRlXfk05nMDA4IIszJxMBCHZOlBSJRSe74Q5KtYqkTS7Mz6JYzMuG2NvTLQv63MKidMxZ5AQF+VqGiPJ9UUUef6ftUr05j8L0OTQqy5IC3Te8FYncoBSvmVQSuUxWigthOfpyRW5w3T3dyC/n5aAldHUa0HMz8ZPAyVrl7sdFiV3I4BDF1wmkVVwMxTCafmp+oIgw+bml6kzdW8a3fvA9TExNwcqXgaol6ZjsbgojLJCA8mcIsPCQRC+ekIF4NCaLGRdxXkfgsSr3ViTvHXR0F+tu3Ip8qI6Z4pJIjnt7B2AwkbHlYeHcJIySg6RjImQruR39pJhK38pp2HzXPpyfvoKhdSNwrDpCji3G46zYGSYxfmYcPf1jiC43URmfhWcpL5xcLotP/s6vY8smHu5UoSOJpx3K1j0JkChNXMALjz6MpNaRQw29ncSDlodOV8fwjl3i93v+xHGkoqozz877wuIyouke7LvrXiSGhqUTJoA85axBui8bqBLy66JJMASueD5Nz8xgcXIKk6+8jH5TQzYWRrWjYXDvzbjzofcKoB0cSoJAKiny/edOQIJMkOAQwL8pCQoOgcG4e+/PffC612YBVncfVof0ZBeQ6Ic2RBP8CtxLZ4FyWVgQCiBSf9TxwAdWib+wA6hHRfKqWfkVIClApQJ4yo3EoWcHoKV7pfutMTWSgVIMDOF46lgK5KT5INmgDr2MyRIlsKrmPWNPFPi4hq0oT9pnjbpkz3KsKGsRjy1FnpXaHkJOCy49JLr6oPdsRKdSACoL8vtpPSBZUiLNpnyOSZo5ZXtJ4Fekdbw2dXhRoIAPlPlaVMX0I7AYHLd4jwghiUnRNc/G55mvMM4VaK1gWqXxpXSYAKs6EHEdImCj2B88XCpgSUJXRMZiIB0xkDJ5oGECNdAJRbFU7WCpVMPgUDce+k+/iw233IBypwpNQldoxaHAWgn780OnJFTItwhQQVTqI3h/BF3lmvyTxAroKJ0Zddjk0t3yOrA9Dy1drJRF/scfVVYA6mBWE/azB9MDYmQaEVglQ8hvmvG6hJ2ystoHHP1rx4BiwCm5egD1EprlKOFrFxzgm/ZFfDs6i5tD6/GL3igGNJ8pKcYuSpbKHcxwXNiiEw+4w6sAKxmrEgyCDhqejiVNw8uFk/jMP/4m/uX63fi4ezvM1DoFrNKyQZiTvneqcudWHX8ZZxEFrPKa/UJORjHfO7VG3BvI0LAawljtNOsw7v/F657jX/vqn4okMQAq5FAsh5NVj9VgP1t9zgQg1GUFX1N7pi+dZyiCbUnzil5/LPJnZ5bw9JMv4ugLr6JWZXNJ6aQ1TyXAB4oTYawKC189Q2Hw6ZpI2viZHZu34I4734K+kWF4NLljQU1GOZk1prL7WRl//vUJZ10YjZwbPrCgcc3nnFEyX7HkYfiYp6FcqKN6ejsqlRaqZLd4VZixFpJZwFxXRyrDBOk00hn6GMal0UgQienxzQYbTQ6SoRbCnUWE3TJiZD3ofG2gyRTipiPBhs1KG9VSFW6LOh8Tnm4imsyi2XBQXCzAarZRq7agh5PYtHsPDh6+A8P79sB0DVQ7NsKpmEymtqMh4RkoNsrwkiYS3SklOectJpDEBqykLTOoz39O0NCQ56OYfwIgrmGw8t8Bg5n3k/sKvd5oL5I0YrBD9MXWELI8dKoOiskyJiaeQO/Fc7jxeA2NV17DcdTxaiqF9N5d6Nm9Ax0zAr0NRESrqMk6oIXoEe+gt38j9u4/BIQicqC5Zsz5DVoJm/IDnQKLIY5b8S0kOBoOKzYMmZ8+k1oxd5UcV8m9VYBTAMixZgsOZhJC1FIKEd4PshxlzPvzj7WjOkip2jCw0BYbB8oIDVPSo6emLsKym9iyZQucji7AIg+ibIaTQaRLM6AjqcwXz5zC1dMvoj/uoCsdRdNqSj3DdVQFOFIaq4IJD3/sz657fvMHvvr39FjlHFOSRmmICJtbpXCTsldYXkazWpcmdf7qRcy88Bg6ugE3FEUknUEi0wWDrCCqBwjk0U7KcSjCgZlMIZ7MYGJ+CZ/7+iNYrDVU49Bfz7hmBfWnqgVVsBr9A4OGjFKTKhubgJX6T7/Zay3BVp4P97o1VhdBzc39VizyHAfpeBzJREzAGtovsaZTASQEBCkfD6IWPT9gVCl/+CFMPbHXIgCkWJ4EYZkdQdmqyeBI+R6VVxDYJXDSc/fmzMtFQkjEw4j0dGOhUkO1oBKllQWiAoMVmzskdX33ulH8+u/+PpptNntMnDr+igCNDgMom01s2roVdqstoVxZnhliEQFulqpV/MOzT2LBaQmbUJiqVPfJ2ufbDl3jphPs3srJSFQ3ci/VIk/yQDQewZZ2AzeOhbBrz250b72JyyVSbCKSWWhbQjqQswU3B3E4UzUE6zTW5o/8w7fxvW89giRrEB944jzjuUyNA7L02/IeqVKUhgSZ42QKxmKIJxkeBdxxaCdGd25FyYqK7JakCs5bAqvbtm1b2ctYm1GafOXKDF469jImx8dRzC9KIvnA8DBuvuUg9h7YJyBjtUEvyw7On30VxeUlvOO++zF+5iy+99h3hdyxZdcepLLdOPvyS9iwYR1GNq9DyPQQNpg/UEc8uhnF0lWE9HmEQzHJaxVbCxEdrpJ/CBbKmHOVVzRDUJsND1MTBSxcLbyp+f2pd78NXV1pRGIG8pUCWi69VnuwWHJw8fKU2AQ0LUfGKdcc23HEWiFg6ItftqgRaDXBbAZl78E6Mmi0yp4q9m6r80+a+iynJUSYIGtM9oxUKiPjsejERBGyZeMgdoylsGEgg/mZPJ559iiSZFxfuYrZpQLC0QS6ct0SLk35NfNaOBboda38rNvQSd3nZ33PbK4VJAPRWzNiMhDMZ9LyrMubK9em7Ae3bRjB7s3DaOWn4VSXYcS7MF21cGpyDvmqI78vEg1j83AfxrImsmEXt990I5xQFEfPTuJrj/wAZu8wzFhUBe9JcKJiHxuJCCKJOCJ6GGGrA7daQ9tuomnV0GrWlKWMKPp4/gvLeKS1GStqNiH0KJBqN3FXsgfrdBMtq4kSQ5OiPFxGkRnqxaadWzE1OYkrk9MImzE0rDZabQK9MZy9MC7kMa7ni8t5mNEkFvNlLCzz7OJg49AAHrzvXtQqFRw99jI8KgjFR1QX/9p1vTkMD3SjJ5tCLhGF22aYuIVZMmrtNkbHNiDb06tUwFTv0GueqlUBVrmqqZpX6mo+A/mEjtjIOuR6e9Cgf2ulJDY48VhUWOqCPXQ6qBJkrdfFF7unu1vqC66dYoFjsmHTRrGoAv54fqedCms1rsNcL+Ni20gWNhvTVHHmpWHHcXn85ROiXFg/Ogqr1cLy8pKAtulkBolUDt/49vfxvcefQanRhEn5v+eqULa2qhXUWZv4A/M9VjEc7l9BqBttKoK6V80PhSupwxDHB2AamvhSrx/oxq037sN/+ezX39Qc/3H9oZ8Aq294sgGw+ucffQi1ch2GGYOezGDzjTcj1t8nvnAsTP/kv/13LOWL0t0g44C+Ov/qlz6ETRs3cdsU4CI/MwnXrqNZ56Jky2bVqtVQqxTlAGkhhK7BEURzA/jS334HUwt5eLpirKijul+Q+J0rGfj+ZnbroVvwy7/8S1J0U0LDwoOdjVx3tzBN2eGlqT0tAIKCOyikKaFm0NH80pxI74VxSYmZ3VJpiuyQ09jc96Fjt44f9FjiR1DEr70+eptY1XnMjh9D1CC0HEZby2Bk217YroZENIIuGtH7BRqTOdnNU2b0MRSLZWE/cKGTgCJZpBSgxRlNWwMuXMrnSHl/BEWeLBhMPfWBVVGV+kWg46nDxMVLl/ClL38FpXwRMRZ7BHFlMeNrdcQPR3yq/MOFnLB52Ncp21Eptgr8UcBqAPhJij27oFobvbvH0Eh6uJqfh2cY6B8cQjhmIGx5mH39EvSig4wbQZjaW3io1+rokOnTZ2LDW3bj9OQljAyvh23VRbLNBEB65sRjSZx/7Rx6+tcjKlYA8+iIVNPD4MAAPvE7v4bhkUF1iJa1b9U/kMwDVEt48uG/RVRYiipYhmEH1VIJbS2E3OhGJHPdeO3oEWQiYSTTCfT09uDipUk4egw33Pt29G3dLsVLsMgSEJfDrBQplDaSJat8ZDqOJd3x/Ow0Lrx0DHqlgKxpoFR3kB7Zgne89xeBbGr18EGw3X+ecv2BXYRf+EsAmaQnq00/OMzwe++95x3XvTaLx+qe2+W6kSCwOgB9qBeeW0Xn4hmgXKDGVjyofJNVNRYEXFIpn2T96iEWWAY0e1GBjhLCtno57AjSBF7LDUFPdSuZO6X4TH5x69D5Owi02pZ4mHFz1dsqJE6jFYDsZQGwqoAq9RHINv3mywqw6vsn0z6EABILJIthcRa0vmHo6WG0i0tAfV7GAcEdxYGknJ3AqgGYvQK6SwBXuwHNaUAj65WskMAZNzD4WwEeec0+o9K3JeDFyzq45mPl1sgN9AFaNWJX4Dz5t2+qzs8S7BRmhABBWJGpAAAgAElEQVRF0jVQqlUJCAghrMeRiBqI6R1EzA6iyQgajo6F5Tp0LYZb3vcO3P2pj0kgXMVtCRhDIZXix5J14bNUedDy5f5kCgZXxcsU0HXt+/AZpcIaDIKt1sgjfV67gsKF0Qt0p3plfPBrnP4rgK0Pmwe2ARxAqzCpf5tWcrfewFqmtBuuH2ugrsUnH8n9TDk2ym0Dn/PO4++Ny3jI2IkPYD0GNEOgerIuaNIvQKIvY155GjLe1Zvm94Y8zvcOqq6O5ZCG4wvH8Jnv/xY+vv0W/IpzC8ICrDIIxlH3lj6bct3KjFEAS4I2PBSQ1hmMZD7MQC7LQaTMOAGrCY8+UK0GQvd+4Lrn+Ne+9qfKwiIAovwDVMCxUU2CVXCJ38dCWurHNYcs9T0+64wsX4LnrZZ4fQvwb5jClnnx6Ak8+eSPcPXqgjwEKi7kOa4JPgteX8aNv7OZtOzgvh1P4rbbbsGeW25GNJNWHnxcCygNjKvDoRz+hJClxpTYfwiLXEn/BTQmk00agDL4fLYVQT0PVyZmcOWEjlQuhGwf023DSGXjiCWTMncIplD6plNeazNkwUPboFe7h+LUOfRHHAxmKHR3RB2js4Xs6ahZHuotR4BEpt92bF0SY52ajU5bR6XmCNNZAF6rg0RPH0ZGt2LD6HYMD21EIpNDvU/4vBISFSGjw0zIz5otJhwXoGVj4j8uzTax+YHyqpV9m4ei1WR4ATcJjvmgI4HF4OuKsaGaEStgpD/OTTZteaA2DfHnJKAyXjwK89UjuPHEEtwXz+KEU8HZdALYsxt9u3ZBZzCpp8m1MFGahzCCkcRYCTSEI0nsu+F2JFJ9cOif7X8EDcqgqchLWAuGBgFbyvpG1XBkngTBV0Fjm++HXw+CNNcyH4M6hfUPxw/HbcBu5WFMxqOvhGJNGLAiA2aXNKjFrgKIRvgaHqaujCMa0zE8skW89NhYlHqM95uAim9P4zkOpi+ex9XzLyOhVdCV4DOiRYYNEiMJDLBe42+481/99+ue3/yBr/3dw6oh7r+HFXBV1htdGjzFfAH1ckXYxM3lWVx55hEZo5yDiVRSrKA4DsT3U6TqihlKtlurTXlxBL1DG/D4i6/gkaeeRztsynPk72Q4pPIrDvx5lY8i562A3r4/t9h8+cz1tcD6tXvj2h1GfSX43uDvoN5dYY1yubSa6M1lkUnF0WjUUGMojkuQgzWV2n8DH2s+78AWI5gf/H+uHayvlTWO2hC4BtIuQqfHIIOUuE/6wAFrc2U5Qr9wD91cnzQHI7t2otS0Mf46PXmDprDaA1dqtlAMd97/Ttx59ztQJoPd1XDu5Fm5rgsXzmHL9m2IMPwpm8PgwDBibEzHIjDjMTzz4vP4wQvPomPSaoOSHFc1h9kUCCzAVmqkNYWYv6Oq+B/uQTo6ZKoZESASg8HE9FAI6/qyOLhtBHfu2YZclCzDukoZZ4NO1ISq9NIl8EoTIJjemEeeeh7/60tfhKl1xMpNscjJIFZBwmxaMNSGcumEBCWxaUQLBk2YkV7YQEKL4G29cWx64HZMh3slOZxBVJzz58+fE8bqaugex2gY4xcu4fSrpzF16RLyi3NiokSl4P0/db8fiNSWMKR6w8HU1AWxDHjr4TuwPDuLx777qEh+t+7ej0S6BxdOnMC6wV5s3D4GMx4ScKfWqcLUenD+wnGEow0Yekwa3GRLygZDIoQfQss9rNNhLgP3SFUBOZaGQr6F5bmFNzW//+zjH0AiGcXC0hxqraaAqnbHw+XpIpaLVRQrNeRLFdTIIif73ObarhoG4uHsN5xEiUjVRigkc0KRM5SNgQpAVvYnBAuDfYFEGjIzJZTWD8VLJVPIZDJwwvT7jWJstA9b1qcw2BVHpWzju999XM5jZJ2ePH0GtqcjkemVa66Xl+TZ57q6hAWdXy6odZO7KIF7ni/9sCDF/PWQSCaE1BPYwqyQkjyOKyATC2PH2CCyZgeaVYUdTuPychkXFkuoWeRDtJFKJrB94zr89FtuYuoketIJJDLdeOLoSTz61PPoZAcRSSSghVXgbMti809HPBtFiHMDcfQm+pAJUy3K+0SSWAH1RglWs4JatYh6rYw2mZbROEyymUk+a9cwGtXxztw6pFq2WKo02w6WWxXUIx5uve8OpHoyuHjpMuYWC2i0XMwtLGH9yAj27t2N+cW82JqQ5Xtp8gp6+4cQDkexuLSEhBnCYDaFe+44JF63x469JEGYoURaqU7RRjIRQV93GplkTLIeWjUL8XQaM1cuo7qwjLHNWzFfWBZwkngJwVHWCTzrEyTlXkxgm/UdlbKhSETsEorEW2IR9A8MCO7CutlqtuS8JSkcDCyvVARcHRkZWcEoCNwyQJTM2EbDQq3WRCym9kS1P6v1SjVJFVtWml8esDA/v6K6KZTKAtjy+lSTRtkKRmIpzM4t4y8/+0UcO3FaSIHxVFrWIAL7rM0C9Y6yv+ACver5HqijeQ08ywer50rzlTWIHzBBlSbnC9c6hmHv3LIR33362Jua4z+uP/QTYPUNTzYAVj/9wXdIMUagj9Ihk9T0W28V9iWZA1/66t+gWmsouYFNf1Md73zwQQz09CAWAuxiAYXpK7AERG36HQiVOsgEa4sAi5lEzTYwtms/Xhq/gocf+4EsxizODeIicnhb9ZsUUM/vfN/51rcIsMruAyf4QP+AHOgUK4dMxm7lT8lJ6jNVhe3htCXJdHpmGgsLMyuda9LnOfm5uLML0pXtkkWGHywU6LUl0u16E5kMDeVVN48dV/Hb0ek/VcDUhZdQXJxBJJ7ByObdyPQMCYODBUQunVFJsrxCg4UH5QdRFQDgY0a8/Gq5KIu0YiXyfpkCskqnd4U5pyR06qBEP0rVcRRlMwsbAUk9MePmAvnikaN49FuPwmrSp0XKTZFQSkeZXXmRp6lDgpLIKTkVWaGSrsx7QTtRJnr6kqxATiUer14byU39CPUnMLk8BzdsiCl3yKSZrIP5MxNAvoUuxBDp8JCp5CBkRuhDcay/YxdOXjyP9aMbJBCs3agKW4A2Esl4GmdOnsHw6GaE5mqoXZyBXbdhtR309HTjd37749iylSEASsYqTGef3ccDerhj47UXjuC1559DxgxJEUnwqM1QL4QwuHUHtu3ejcce/juE223ZOJqtmhwqKpaHzTcfwoG33S2hZivdK2E2qLHJ8yJrbQKrDBBYmJ1Erbgs9/nSmXO4cvZ17BjbJHJIW4/gp9/zPiTG1svYC/zx+BxYDAULelDE06uLnxeZrb/5CMuo0ZBn98Db35zH6vq9t6twhWgGWmodQkMMg2jAvXQGXjEvXVEJkxLTRAXqBQcaYZwZlHTE4SIM3VlQTCGCEivvgKV+WOY4ugahp3tVYdJkuAk9niippadqS2QtlCQpYJXSaBZ+KqxL/Ud12leBVR+x8YtDnWFRBCNpX8ExK6pqES7DaFgyxrR1I9CjfXBLc/Bqi9B4YPBtDhTESXl2CIj1Qud8k8WiBc2qQ6dPcIdpp4q5J2FWcvLz/eO4vgRS7xVglQDhWsbqGv6lD6xee/Qh64hBO0qiLuCQ+KZ1ZKxynCroNuSHJCgfL+j0GPIQ1jpIxEPI5iIwwlGUKy7sVgQj+0bw4F/+B4yE08ijjrir7hHv0CpbVYGrAuIGaKIPqArk6/87OOyqxq1ab+j3FBQfgXRLvs8Pdwm+1pPqEXBYAagMbVLsY2kA+U20FbzZ92ddAWYV3eZ/swIQ+xJyBMhqesM+JtBxpw42sGrNKD7TeR0/jC7i7tAY3qUPYxci0DseyrpaO+MCyioGgqz5azoEAjbQJVTTUPQ0LGjAC1efxRe//wn87r678BHnJuipAXTitGmxYUgqqwK6Arm/gKpyYF/1yBaU0pcJk+oijFXRELZV86HVRNtqwLjv+lnpX/nK/6NyefyP4HmpA9UqqLraKKInnO8Pt7Y5IgCFAreUgoLsPiV/JjNbNTnoPQiMX7iKxx57FidfOStrI+2BfDvdldAlronSIBUAXXGzuawZroex0REcuvOtWL95IwwW4fIM6KW6Coj4S6C8K2GJiBSZth28BsUioV2Q2g/VeFb2mZqEkOiegXjERMTg+G9BY0BLpwmTQTth+vq1YHi2rB81rff/Y+89o+Q6zzPB54aqWzl37gbQyEQkCJIiRUoMkikq2rJlWbZsazyjkdOud+1d79jHu/tjd8/uzPGcneO1x5LHYyvZkijLli1ZlKhAUaSYARIkMhpohEbnylW34g17nve7t7tJeX6QP3XUEg+A7q7uWzd83/s+7xPQtHYikSsg0b6AbO86ol4fPSeKRo91zwCDoY9Oz0GvS69XrplDxWOTSziE3R7gxmIZnYGG8bEp7L3lIPYfvwNT4zsQqbvoLLeE8dI7Ngon5kHrDpDRUvC0GJzeUIL3yt06EmM5xLOqJiDQMxjy9ykWEhsi1jphIBJPKD8fAoShwiVksYaszhBkZWAlPbsjvB91U86no3Ww3LyJ6gtfwVtersF8+RJOry3iedJl7z6GybvvQiTJwEwFpPBCKhYhPZ+D20KjNJWpz8ewfftBCZ4I7z1hUYUgbzCAEVudYCAcvhfF/FOAXbhXbmVbbZXtb7UX4M+mJDP8OpVHrFtp/ST2RUy4JyjL4+Cxy2BQbTPh+kY2MgnYHCJQVppMEkBYx5X5c5iamhWPup6E8bAuUvdenzWrOxBQiuDD4rUreOXJR2E6dezcPo2kxbDH7gbDkGvx/b/15oDVv3nkK5v1SACuhiCI/AkP9UoVrWpdLJDcdg3nHvsShr2OSNfTcTJxLWGHGXEmQysAWg3wCMI4ok7TokmkRmfxN9/6Lk5duQaNLGgCenQBl3pxE3yReoj7erD2hdebz6P4T4az0det1/8twDUEx3+EtSpBdSYjWmEaHkZG85jaPoHz58+h1QxCyNRKLvuLgM5BDSNA8habCcV8V7kQwpzjs8OdRYaC9CTXZcggfvJShwRzG/ZGzlCA1UjEx8zBg8gUR3HymRNoMqAmsA5QYL8a1E3uPIAPfOhXxGeQntW9oYfzL1/ElcvzeNvb70UylcDE1AQmJqakvqAVB2vYqtvDlx/5Ai6fOw2MkMVaVMCqqJyCB+5HTm44vlRMK7m35fx70BlaGompP2NJ0ZAYRk/e35FDt+Ojt89gzHLQ6vZV3kCw/4qJEME4KlK8gTD7L525jL/+1CfBdFmqBXiCpGYNAohUjTwUxir/C9djMoEF1EmmZQ+/P27g9juOYGHPPiwPeW19AUMuXCCwumcjHJbXiyz9q/PXcf70OVy5cAGVlUUYvof82Dg+/NGPoDBaEtCO6gS73cfc1fMoryzhnfc9gKHdxqf/6r/KOrf7lkNIZUs4/9JJ7Ng+g8PHD8EgG432IzBEfXDu3POIpxnExWkR2WzKWkLAYbmn1XFGYwnpC8uVNfH2NFkjaxaqa8tvCj/589//GJqthgwLUrk8au0uVioNLK420OwM0B86wlZt2z3xNR6Ip7GLeDIuNngJenjTDo52DNIPKaCax6Z6S0XeoVJS2cL0pccIw/V4DngHURpNH2P2sARW86M7hYQwMZ7FzEQcI3kGJen43GcfwdToKKKGh0sXL6HVcxHLjYjHbbtZkfuVwOv42Ahu3rypbM90JrU7pEeqgYasE+xzlTorFiPYp4J8ebwSQij2Fz78QRfFdAz7t40gE9VQcyKYW6titcPnSkOn0UIqYWHnZBH3HN4Dr13FsFVDNJ5Ec2jg0vVlXKx3kMxmQWszerfS7JPXN5amv3IKcNmvpmE6lniG855OGC5iFte8DjS3hXZzHfXauvg5c+DB3r1pV7A7buIjU7MwOfAZ9NAc9LHYqKIwO4G3Pvx2VO0q1tYqWCy3cX2pgsXFJRzavwcTpYyElYnfbIxhdbTk4BAjg1QyI/Wl267jEOskHbh0+QrswQDJUkn2fbkX2efGWY/SbtCB4So1SdduoZTMoG9E8MMTJ2HbLRVkKV6xqmYSawhiMBpBT7Jgo3Ictxw6hKP3PyAhxRxKdNpt6aEZzEybxUgsKqD6Wnld8ATW87R8JJYi1oSBUpR7Jkn2RoTMc9bJDOJSKlZlV6TL7+f6yT63Wq7I/cm/W7EksrmM2vfEJjAhQxBPj+Lb3/s+/unr38YrZy7BsJKwaL3o0U6Pez3vc4WXhIxVruehRdeGGkHqSpLI1CO7dSgmgCyfJzaUQSZFzNCk97q6VH5Tz/iP64t+Aqy+7sqGwOrvfeB+TBSLIoklB8fIFnHf+35aioxqvYpHH/sOukwfNJii1oXdbuE973oYmZiJQb2Cfr0KbeAgaVkoN6rYuXMWzXoNS4sL4inCBTySSsF2NaRHptFydDz1wknZDJeWl+VBZFqfTP6YLBkkGnNawJv9ve99D371X/2yPID0KU3Gk0glU/J99NakcXb4Qdk/H3SyTAialisVYax22nXliSMP31CaE276jUZdLVBkSwTsIqYGEuRtNJoKTAum4XwfBEEKYwVhjjl2C5XyinhT5YrjMklkEZeMx4WxSgaOsnXkphGXBaPf5/tjCJQqSLts8sR/houHasQlFEgYQ8o0PWyawgdfzPkJcJLRSJCEi4Omod1ryYL89a98Dc/98FnxIOx7KtlVSheCROynIgoIENN9AgxsD+kdEzERs2Jqg5Wp7KbXVciI4UkbUMI4lUVqRwnX1pfhWSamduwUj6BhvYPy3AK8NRsFLYmEZkkBIMAqJXHb0ph+6368dOk8ZrfvEuZLr1kXA+5EOoVMKofTL5/BxOQORFc76C9UMGz3BTRm8/Q//0+/g1sO7JH7IsIpPBfEgBk8pAl6RBfm11OPfg3N69dhdGyRl9L3lqbf0wcO4a0PPICvf/kLsNcr0mwxjIoTdi2exOH73omxPXtAoYcU+EEDxsZe/iG1pA+728SgU8OlMyfQra4ilkjD1ZI4/cpp/PIvfwz54igGBNlTKZFGhuApz+mGp8sW/7lwsZdJIqVVgZ0FG0zeo7xeD7/rzQGrOw7fo6RpkRTM3DZgYhSuZ8NYuAC3XgvCm8iGoKdi+JY3PS41FuUGDd9N6IP1wINRTQI3EoBpDmWlYZQmgASTIXV4nSY0j891D363C43MLzLGCY7wtZz4E8GnHYCw51gchEjPlq4skPoqBjWvgwqv4nNDv0+5r/U+InYPDuVGkzOAngGaK9DaZWj9kOURsJJ41HzW4zloVkJS2+lfpvXaAq5qHpnOBHsD37gAgQtZea9lrCq5ncZU3g3IbwvkvBECFwBcBO3YdHCIoUyNpChhWct7N0pfX0lQYmOkixSPFFky6ZNWDH2ng7rdF68l1xzAtBIYDlICfKd3jOLd/9dv4+jsLlS9LtKuAYfgR3CdVHCVMmQPatuNxlEOhWuDmNirwlygrqD4lWI3uCQbQKswORRIGTZyvGtoBRCym3ThgIauChs/QFi/6j1uMlo3vnED7Nu0g5DjFpln+BGcI7JRtSGi4Ho+hOmbaPUMfNq9iGejNdwVHceHtGlsc00MNVeYMQy1CimqyuN1k21JkM3kwE8Dqr6GZc3Ds1cfxxcf+0P8b8ffhY8ObhOfYiduQvOGMDnoClK1xauK95W6mZXxg5gbK6Yqm2KfYBVDr9ggcwNiozHsw+t3hOFtPvyxN1x/fe6z/1Hu1fC6bAIu6myFLMANlls4uKAFRwC8bsqhAkZJUGgS+2XxTsY7f9qQbPPAqmZ5uYxHH/2OBFv1Ol2xCFIAuLqolJzL4C+we5BwBENdx5gVwZGDh3DHHXegND4KLaqC6Bhex31emGKBIQjvEddjAMZQhd5JOBKBca5ZrFjUUELCMAlAkqHJwQkHk3yWHbbNlPIrS4IoUoBJEG+AKHu8eBzeyK243CyIvPPAyBDNa8/D69UlIXm92RfxAyWfAxKMOwPxTyUkwweIz2a73cfKah2dHrB/31EcPno7tu27BXouDccewq10RHlRGB9DNeYKQCTnMZJE1DGgN9toe33Ypo/EWEb8yMnSUEPTwFIxGCaGcnjWP/RZk8I/qJn497BJ4fcRZFTe6Mp/jzc2JdMRUatE0UUPqzfP4PpLT+Btl84i/soazi+v4Gy3ieaBAxh9+B2IZjLCgorR6zViKtBUGuNwO1SMNbtjo1jahmPH7lMBVsHAItz7WIeI92LglapAKCUbVEyqzXonlPJJnUJWd/ARAqohoy18HffN8HuFFUM2rUi+dQWsDsjcVA2arDsbyfVB6JcekbrG0x2RFfo+mYkMhFlCrbwmipxkOrcB0vFGGfS78tyxDut2Okgn4lhbuIFnH38UZn8dB/dsh6UReG0IM4Z1yE/9j28uUfjzX/q7LQoaXaSa6jlXFgPkWTZqVTQqdfhDH/rAxivf/FsM7CbiER2ZpCWASTyRRK6QEA99LkvcT9lUs9nleyiXGzCzk6hHUvj2iZewtLqGXrsDLyA9CKjMmjF4PplmTzskgjmivCLrbUOjsHWcuLmshffFVoA1XLuUh2to5RXuQ5TVk1HrS/p7caKA295yGCvlVVw9sSgNvii/IgpElSGgDI42h4LhmqjYhp70NtLcuw7Spok909OoDhwsrq3A4T0jWxq9nZVlCqFY7tk5iwG7XcwePYKub+DquSuBFYBi+ot1j/hJa3jog7+MW269B3arJfJgWohdOXMa5185hbvuul1Z4Og6KpWKyH67rSoatQ46Y3lEElkM6zbM8SK4u4XAKpU5r1cgvGbDCHzFJa1eliflEyogEtnePMZkEW5Uk+AgZ6DjyOw0HrptFuPpCNIGB1+OrKMccknQjQSRcb/S0Kv38F/+7E9RXllAwlIBc1HpJyDWBurZCux0pNZVahmCquzZSvkReWbet3cnDo4UsDAzjit+XL6HYB+BVVoBkEkXWiqwVmvWWjj5/It45fnn0GW42LCHfYeO4oMf/jkkc2kwpLzR6KDZ6OLqwhzmL8/hpx9+WI7xW//8dcxduoC9B48ISeDsqVPYuXsWBw7dIrYZlmHA1uNAjxe9KWvv8mIDg3YdSa59via5IeJl7QMrq2vSL/C9nzv/qvgnx1NJ2SMbFVplvfGPTzx0GIlkArlSCZ4RxfzNNSwsl1Fp9ISB1wn2YIKQBOnZ8yRTKQE/2ReREU9QjWslbR1IBJIANgGw1OCN9z37T14nrsVkrfJrEpisGRKuzF6NvRJ99iOmgantR8Q3c2q6gGIOKGaYJp/EX3zqb+TZef9Db8fq4k3cXC7j1MUbqNlDsY0gC5F2G9tmppBOxiWjwlYYqewfBP5EWh/I09lvbuxjAfuWrMdQncBeemjXsH28gB2TIyj3fVxaWkfLZ4CXgX6zjSQDhQsJzJbSiGOATn0dTI9PjkxAT6Tx9Jkrck9rlgV6aZlWXK1/sbSEO8uAvB8RLoiPuPQwUYaldivw+xVMjiYxzp8d03H+7EXMr6whmcrA8obY5vTwMxPT4sPecoZY7diwDRd3vvNeJEtJVJoVNO0+rizW8MyJswJW3n54H3IJE4VcAulsTkKsabdRXluHP3SQyZTQbjYQ1zwc3LtTzs96uYL1el2ejySHnUHv2+t30Ol1ZHCYMOJi41Qq5XHvnffgh6+cwRce/bawnWMRDrqBCH1jpTfg0EoNDAiu89IQT3jwp96J42+5A5fn5rC2uCSgar/XRUwYr3GMTY5jdtdOGFZUPGXpdz29bUZsH2WQJbUvcQ4PrZaNiEUAOA7TtGDoyrKIEv143BIyGO/beq2ONtfKXg9t8UZPoFDMy74l6zrDb+NxVNttfPv7T+LcuTnMX1vBwsq6DD0FExmyD1P3e9hP8PdILHBAbAhJWRKWZUY2/N7DQa+AwgEhzZHgbPqvm4iZOoZdG+v15ht/wH+MX/ETYPV1FzcEVv/oQ+9GPBZVKeSJJKL5Edx+3/3QrSjqjRqef+GEmGSL16Skstm448gxGN4QlcUb8Ptd8R9iYNXAsDA1NYVapYLq2poCvRhexDTR8Qm0eg7W6y2cPT8nwF6PzAKRf9FeiHJjH7lcXh6MEydPiU/bB3/mZ/CrH/uVwOOTlP8MJicmZQEQizuCj1IocXNvC0hKMIqsUy4Gwn4YcnKnGkmFjSkfJQnR8lUirZJ66yJJ58SORStNlJUknxIiFc6RzMbhMvxClLyq6ONgQ77P9YRqn8ukVeMcJL5z4qmk3ZuWBwKaSlFLaaKSR4nHaoDm8fikLw+CAfh1Frb8nXwfkpIcJtxRKstGXzfx+b/6PC6duyTgVd/rCxgdj9Bo3kSfviMSEkFAsY+hO1TTKjOGiKarsCRDl+/j7w0Zq2HBy6WYKfcoJpDbN4n59SXGpWJ65y7x3OvXbNTnlzBYamDEzCBBMbLGrChbUk+jO7KYuHMPXr50Hju27xRpVrtclUCIVDaNQraIsy+fQdxMI2X7MGt9ON2++AlxYvW7v/vfYf+BPXKuJHQrAEZ4HsiwZtMoct5+B/OnX8X5EyfhtKqwNANDX8fo3j24553vwDPfexz15RUx3ue9MsLpayaLXceOIc6UTDluTlPVgh5KKRWLmH6dQ1TXFrA4fxpJo49Gx8XQLGJhqYwP/cJHEU0kpQAiUJMw6EtDf1oV/hBK/Hkz8O8E/sUTTu45xW4WBpauJnmhRPJdD705YJVWAGyEfCsNszANvViEy2u4egNebR0+AUUpwtT9tuFnys2RsmgzJkwWkdB31wNz+U15uzT+nAIn0jDz40AyJ8+E121DF4YZvVY70Hpd9XvknHLirsBbMhqlUQt8fqQZCGX7cqXVvwW8E0A1IkF6noRHBcCq34HZ7cKJJ4GZcUaCw6jVgU5V5NaK1Rqg5AoylPNhJNPw6LdK5KTbgt5rA75q5BUnXI5wA4gLj4ZFAy0A1FkQfvkWif+WhXbjpUFIk/ilkq3K5oO+xroUsgmmqMaY2m1iMkNJqi/MI8puuTanEjyuvisAACAASURBVDGUkpYwVRna1+g7WKg3cXmtjbmbbWiRLMZ37sAD/+7juO34QdTYMPqO2F8IoCXcOnUMijmogBEFoiovNXWeg2Y0YJKqqLvw7YegBF+vMnEV0hlcQ7lEPkqZ0Y0TIA05S1Q2nGHWRgAm85tCsHajIwvO6BZsVfGiA3ZZeL7DBo5fYxEn78034Woeoq6Gm4Me/t5fxMloHXcbk/gFbwqj8DGgBHboMYlLvW+R/gchJUHIFb0HHU1H1dOwpGt44uo/4Bvf+ff4D4cfxrv14zBSJXhRAndkLCpFQmi2ILJ2AVYVU1hksQFbVSMIy/ufPr4OLTFcKaDpb+zTi3rownzPG7cC+Nxn/3gDyBZQQRiMqsHfBFmDMjPEtgPpbkg6D4FVNlSKsR7arCiPQr5Mhn1UlygakuzNlWoN33rsGTz/7Ak0Ki0F4koCNGNbuEYrr0kW8uF9JOYAjoepkQLuOLwPe3dNIp6MQiPgRysPCXNT96O6uj4sAqQyGAx+bsB+leGOHLMCTck4DrlbhsHj5rlQ7BQB+3UGl1HYz8EOwLAyjlHW/RzOrXi4uVjGnpEktjHYZGjLQLkz8KTQV3519Oum/QPTgsn6I5A/QLXVg2XlcGD/bThy5A6kMkUZavQMJdylIogJnl7MRGSgw3SHTPkSn7W47UhzVo948FNklRnokQUloSMMWGQDyGZXAWmqVlEAOCV7ijGmQn2UxFJNx8hekmczYDBtNNieKwFj/UEfK61lzD/xNeROvojb5tdwtVvDmXIPtdEkxn76vdCntolHM4+fgLWyFFI3iLCIxauZwyJdWCYc8Nx55/2wkgVp7KmU4fUgqNiljJCJ4QHDVsAwCbXZZE9KOKAMINzAgz6Un6tQOKknw2EBa74QyGEzzuEp9wDXEQYXn+1Bt4dBh5YLBOsNxAmUBTd4eIfxyWDtMPBd+JwDGyY0I4YIA0xMTQKqur0BprdtC+5NKkoMuAOGZ3oY8ue5A1hy/k1hjp566luIdlYxkeHvY0AUbWo8vP8P//pNtVif++KXfwRYledbPPLVsKxNS6K1MryBi6g3wKnHvoB2ZUVYqtlMCplkDIlkCokkj5+DY1ZKirmp9gUy4hzMr9SQnZiBF8/gn77zNK7cXMXs7r3Yd+AQKrUaKutLqNtVNDM13D79Frx64iQa5boaBAZsScWEDd7qBpit/h3uMSFAKJ/bEqIXAu7h5wMDdgH3XG2I2QPbceT2g7ixdB21Sy0M+0MsL64EcLnasXmNOcCU0B+NwF5EZMiSZ+AJ71aGuknfxfHZaTz41tvwnVfn8cKpc/AsLm6sCTwZQPAep1d/OpUSrz3X6WHnwVugRSzJA+A9xvpdbDvo9z9kAEsCP/PRf4PS+CyqDBXrd9Ed9HH59HOYu3BGBkTi3cieROoeF1EGrvgW/EOHoPkWtK4Dr1SQZ0E1DmFY4CbdOtyRX0MO5p4udgyU2DN1hwOaiPQGQy0icnwBgPn8xhOyVkwmfewYSePY3j3Yv21UwBzKih3dE2scDq/ED9NM4ouf+xxOPP0U8lyrZF9WCdz0qA73EVEb8niDECv2RAwLSsbzIH73kXtvx0REx8pYCdd0+i6qsJlz584JsCq2DeyPZGhJ4A949cVTOPfis4h6DAKsYt9d9+DQ0cMwrQgGQ0/UBARWl1au4trVq7jj2DGkYzEsX7uM6toisqNTWG8Ncf70aezYMYN9+/cgRZakrqNNW7p2B5m0gc7AwdpaE2SoWfEI7C49JpsSvEh7pbn5eQF7uKWsNZYRszQkrDjqNRuXz1x9U8/3r9y/F4VSCWNT05hfWMHFq3zGHNgdKrx8AVbFXoXhyNGYMOoLpULgSa76Z0lBp09u0N8pAEkNCNT/VQCf8mUl4aYrf8r+ABPxBBc/gq8dAVX53KTSo8jli9h/YBbbt6eQz8WQzIzi83/9d+iUy/j4Rz6IyuoCBi4wv7iOC3PX0eqp8EGu71yLM5mUAF+15lAxwgUAVgxgWvJslSDxeEOCE1+bSiQCCxMDHpU9wy4mR4ro6HEskjDl0o7GgMM1Xvz9o9g7mUdGd+D12xJoZJCIlSvixnobXXpeRywJ5uxDQ7OnQYuUVIA2B020HoBirIoaxnPQtyvwBuso5S3xFqbn5urNKharFcQzaeQ1H3fE4/ipUgluz0a138XyoI3Jg3swuX8WVbsioKfdcXDmyiJOnJmTICv6wRaTxEtKEv7F/o8DQN6PUU2T+5kWejPjY5iemhRSW6PdRr3ZEBshBmRTXcvnpjtQlk0DnYGZtCvqS4bM8aO34xvPPo9/+uEL0r/Jyic1VNCPiH0K3zd7BKUyI7nqvvsfAHptNJt1jJUKiJH8xn6O+yzJSN2ekIb0mIVUIYe3PfCA1B+NWkX2FqpPlR88Q+l6cLy25N8QyOb9yxpRgaoKd2q3bbSa9KseolFvCLg6MzUBWlJw4CKDOw6PuY4bETz97At44snnsV5t49LVGyjX6oKHSE9CMDQI9VYWJZqs37L+05KOewKHkVGua2rtUv7QYUWg6AFCgEJE9njaA7Fuz6TiuLaw9Kae8R/XF/0EWH3dlQ2B1T/84MNKVhuJYO+xY8iOTyKaTQe+SWQ2DqU55M3HaVfX7iCfTAso0O+0xPtoSODE89C0e8KS4H0tKcGaJg/Hwto65q4tYN/+W9DudDA3fwUvvfSyklhHorj7rruwe/de3Fi4KYtJtVbF6dPnEIka+KVf+iX8/M//vDywnM6NjY6K9EpJdVVJwYKJx7a6tigPJYFg+qQK6BkYGPMBChd8BRqqDSmcZLBYVkCdamiKpRJ63S5spp4GcnBJLCSTLZh+bC0OxR/TdWXyyACr0MdGSfsVQKq8MxmUoaTmbM74efFYDZliAugR7A1YbgGbQ36XTI/V+2aDG8r7ha1BaZqv4c//3z/HysoKugMbrukiVUwhlkkI6MjXsBljU8RJf7tio1tvwyKQyH7fpR8rz5MCLkO208aUXBgxfWg05T40g7n1BRiUYNyyF8N+D8N6F+3ra2hfXcNkooiYqxhIvKYdrw9rNo/R47vwytwF8Vj1TaC+XIE37CNXzGC8OILzJ8/DrbsoGXGYtiPAKlNbKUP4rd/+dUkVDKdLIZuX758eVpQhEcinzy2n7pVyGe3rF3DmhZckIGDbkYPYf/txLF1dwMqNBUlbfObZZ3Hg8BHsPLAfQ4L1nNh6THjuyvtnAm4IbhIol2LW7WNg1zF/8SWsLc0hksggNbJD5NrHbrtb0uK5U0uoDMGtLeydkJkjn/N9rK2tbvwubpKU6REMj9AHiGzjgI30cz/7S294bQ49Vikp9eMpAT7NbBEO2Tnra/Dqa4BdERaY8jPku1MehgJ6UcptWvBpV2FGoXfqEk7AjWeTW6rBpzdxKgMtPQI9lRbQyOu0lYckN61BW4BLDJWkLZTOyx0u48EgOV3Yg6pxEDg1BPwC70oyVTmFZrEtM+6gkYPfhtHpwsuWoM2U4LUHMNf78HpVwGOKapj0EPwuodSl5FghXst9gAxbAVbV9FyYcBsfCupVbFUFU4YfQfhu8M9wUvqaZInNtODA7oBvmeEn/G6mTiaiUZFTc8ihGKvKA46AVCzKxlDHeFLDoZ0T2DVRxGg2CS0ax2qjj2dfuYrHL66jHkvigT/8Hdz+1jvRHvQx1GxENIuBvrC41shZDUzqA7G9gF8BMKmCs5TfmQKnNr9bwNhgPVLnRrXIQoqRe3uTnVRKjwT3ewDAvQZA9eQcClAX9t2hFCeQjIfM2X/pZldH9i98BPeMCkBTa/ryYIC/c5bwjLWGnzW34z2YRJYhGp4u7FUypaW4D+45DhHIVkp6PXR1AzVXx01dxzfm/go/fOov8Kf73oV7rNthJooCKtLGgh52wrTk2RJmpmIwh96gYTAhPRBpgyHs1GEP7rAjzxGbZoNBYz49rAzo7/rQG37GP/vZ/7ABoCrAZBNQVY+IOmfh/iLXL0gTV1/bZK5utUUI2YBqGLSZQL11z+P7rPdsnD97GU8+cQLnz18SVwtKvEI2shoiKGsfCY0hlcpXIX8Hp9M4vjuP6bG0DErJaFXHr87i1oCtTUZuEN4TDNXkvQVjgfCOFewsCFqT9yGBT8prjg0TGU7cJ6QZ9U1cr/VwbqmFsg2MJ2PYM56Bha6w+PpDH8O+8q1TQxE2F0rWWGsM4FlxjMzsxPbpfdg+sQfxVF48fXXDhxmPwicAKAFetEtQ9DfumW5/AK3aRtyy0I3rqEcG4rkYDuBCT1LuPyF4yn1b7Xlq6Mn9nH+GSodwv+bwNTyPZBOHrE+RjIpveh8du4Hl2nX0X3wapa8/jsbiMlYiOhZzaeTvugPFA3sFHBYATtbhzXvo9fcUv8yhcK/r4Najt2Fq9hi63Q76g44ArJlMDv2e8rcP7z3ur6ENAC2QZHkhwNnpyKAkZjC4RFmQsLGiBQvXDtY5MrCOGGIRxPMkafGBjymHsFQxcS216zXEoCNOsJSAQ7DWCPgsqe+KacihuXhLsvGHB8dgMCJtlgwJP52fvywzk507d8L3dLRaHWSyeUkpZnMbssDGxsawvFrGwG7h7A/+AbHOTcyMJGFEOJB28d7f/4s3/HzzBZ/7wiPqeobhGgFjNXw+OBTvtDtYX1lRdl1w8ep3/h6N5XmRw2ZSCRSShoCDZNcpr1rFFFYOUconnNJHplJ7dhd6NInP/+BlJPbejl/5td/C1PZJYUJ5todvzX8Np+wX8XbnbVi6dh2N9SrqlQrK5RU0m1UhHgwDFpFaEzdrWcWifG2ATnhvhSfnNeBqsIbJ7aFRAp7GgaO70aN6o9xHzEzg/KkLwtRVdbpqjKkg4/Azovko5NKokelItjxJBtGIhLLMWBG88+AM9u3I4qUVH9/54TlU3Ca0aEoN1Gn1wiZcgCYFR7DOp4RcGm/W9ANHiBUc2nGdjFLxYFnYuWe/YqCtV4ShRuBh2GvCk6RqJ7B4Uvcv3xuPc8hh8ewtcMk6JghQmpAANFUHbf147b/lfG39ssyE1fmQfZoAA0EJDshlceWiTJseDhE4JGZqYxS5RAJ7J9M4MD2C+/bvBPwWx1ownL4CWRHB5SuX8ZX/8pdw2hVoBgNidSXZhockAceI8r2lb7943dLmK2oim8oinSjCSuj42XsOI15ro7pnL9ZiWXgMZOr3cfr0aRw4cEDWBamT+Vy6QLNdxdrNKnrLF5F0h1gsVzF2570BAUaX/A8GV7U6rNkdYQEXswWxwOhVl7Bw4VVYuTHU3ASWby5gcrSEyfERyQKhvLgFC067LteAXtprlYoccy6ZQaVZFw/MsUJJGJYX5y+jNJZDtmTCyNAWq4d+o4tauYcXvnv+TT3fv/bwbZjZsQOZQgHPv3QaF64siUVML5DzEygLg/+y6Swy6RTMeARWjHtDTAA52n6ISpIzxI1wv63PnWKthgNL+i93ex10O11hrIfnnP2d6jnUHrJtaha3HTuIyZkENNNBOjuOx7/xBK6fPYPf+Ve/iHRcQ2mkgIgZQ7/joN5tYeB4aLZaaPVtLK818fRzr+D6Sp1m4aIyG/YGco9rsQRMKypgH4Ex2qAJCSTohzmkoId7IhmHGWGd5CNqmmg5EbgknnD9FqCPyhQXeUvH/sk0RuKasPUpC+e+kE2lYFo5NHtt2YcNd4h6f4CrdRO1QTawc+JQmH61irghAkWf7O0avGEZhXwU0YhSwyxcWxEg0Iv4yPsu/vWBwzhsGRLSvGI3YU2PYPTwbrS1IRp2A/3eAPXGAC+fn8ON1TKKuTzG8xkkDQ179++Rc02QkftTKhZDjPdz10azzYEuxPqBex/vQxJ7pkolZDNJRHiuaKNB2TvPK493AHRcAtcmMukRPHdjCXOrVSFSeXCCQEWFqHJNcjWG4vFZJUOfhB4NY6MjKLjAtt07kMsmEBn24do2dIs6WGDQG2KlWsNqvYFbjh7Bez/wAeSLOVTXV2WPoEI3ErEkzJAAK8F1Jc33BR/iM8eliVaN169fw82bS/J3Bq9xjc1mMiglTXTtHrod+qUrW7NIzEJxfFru+8cefxI/fOElLKyWsVIuy7CM1TzVuUOeNOa2aLp404LBhpGo4AMxLSL3kjwnUgeqYcPWvWejouQgSlSHxGw62LlrG06duvCmnvEf1xf9BFh93ZUNgdXf/chPY3R0HHo0it0HDyKZL6DN6VjQaIs8nBOLXh/Xrl1FuVxGLBHDnp27kCUAS/+qcCIWsptEvqc8WvlaAoj1Zlsx2cgcGgzx8qunUSerdDDE297+NkxOTkrBurCwgNOnz+DFF19CJpvCxz72Mbz//e9HPBEX2jinnwky0wLZGzeBarUsQOFw2BNJWgiICvOPDE/CxJyiiZdHV5iIZKWKL03g7SXeZRJepXhaZLOScs+fG0rQVCGqTMPDDwE5+b6E3k6JRhKZDMEl1bCqoKqAwBo0uSGQKhJLH3Ke+DOEGRnIKSXhNACOQ7CADZpIKYLCNExhla9T6tHu4ZN/8mdYZ4Ke1kdp1zhKuyeQ25GX6W+j1UYuX4IZZXruAM2r67h28SoGtQ76VRsWm/vAn4oFMc9B2KhL8UspyrAPPxNF9tA0rtVWJVVxz+FDYu7ttfqwb5RRubCAmeSIGNWzWe/aXbTdLuK7iigdm8XJC2exbWo7zEQE5YVVOP0uSmMFjBdGcPGVi2gvNDGRzMHq+ui1bfGeoZToN36TjLyjG9LBsICQRo+hDZ2OhDjQd0aSlEWKOsTl0+dkYm5k0zApnSFpLYCDzpw5g8mpGeRGRjDUAHvQQ9ZKSHHGY8/mchsAJ9mkZAwmE3HEYwba9VUsL1yRQDDdSiOdH8PMNlocKEYRGa4hsBqexw3JY1D8KJBY3Z8CYoiZN2WTKjyGEk4Cg7/4C7/2htdmAVaP3COFtWclA2A1L5Ntv1qGV1+H1qkKk1QJ5XmjEnRSMn8CAS4ZX/GEDF6MXgcun2mydjfaJbI/48JYRbYALZEScNTvkaXaU8y8fksmoODGKbWeer38uoCpKr6bgRR9K7Aagj8qEIi2H3wln+kAlBVcrwvN7kErTECbKsCtdqCXbfj9GjnW8vyrj01g1dcT0JNpaAxZIJPQrgO91gbo+6PAKkm2avDC/+R5UHzWLXDfa4HVjWGJAG9BaIfI9cL5qJoSK7heaX4d8T9ikUcwQJ0rVgCxqIeZ0Ry2FxLYlo3iyI4xHNk1g0Q0g6vrDr5y5Ro6734It77tIVQGNQX/ahEpvizdlyk4iw5hJQTXOg4gRTAROnhmeRxO8BakjRTPVcV4UPym4Cxu6eLC0L3wPRWz5IYGzCTiF2yyAq9aAVXlZ22agoYtYmhHsLGuvq6X3BqO9N9+EAJ/P0CYq9f7Lj6ln8dctI6f0w7g3VoRdJmzXN7XZAupe15ScT0GfRiIuX30aIPj6rihAX//6p/g9EtfwicPvA936EegxfLSWPv0bOUwjteJV0/+rkBDtW4HwXqURfM/CdTrwRkw6ZlSvKGcG0OLImLGocMC7n/fG37GCayGgOqG3H8LA0yuS/Bv9aea2G9+bhPoEIbtlu/dZNkr5uPr9yOxqyFob0bRsrv43nd/gO8/8TTWVurCihT7HIdDIlM1TfT75brn+eKrva0Qw/HdJRzbM4FMOi4J8wocDNnTATAcLBZhAEf4LAugGihOiLfJ0yINUcB05NpKv/BgXVX2Oj4cSQRWnq2ub2Kl6eJSpYd630ACPkaTOrIxTdY6BpVw2GjqUcRjKWE02T1HQjByxWnsP3IME9tneWkRQxxRMyF1Du/nWJJyxqgKPvEYcjIQAJ0gh9Xpw+t00M1ZsBMazCQHas7GEG/rvsvrICETgVWMEqpoknAceqzyPfPvUsdYyqtO7u2AxcphmiSXe4DdrWFteQHNYR3pfhuLX/1nXH/8SQzHi8jcfgwTt98Gl4M0Jwj23AKEhbWI+jNQ1QTSv1azg23bduD2u98tYGN/QMUQG62krHJkvIZ7XchYFYayeOpFYDc7pBQjGYuLTQMZQ3GHK6Aa0hDAYkgnl1Cp6wKrEsd30R8OYDBkg422Q+aPiYFtIxtPCDFAmH8Buzz0MA8ZdvzxBIG4PkmunOYr0JaD8lRSVC3nzp/F1OSU1GiPP/4k7rnv7ZibmxNfQPrOnXr5FI4cPYq5ixflGlyfO4/q1Zfw1n0j2D5REKD2Pb/3n9/w880XfPZvv/QaYJUgs7o/1Hnhe+11OlhbXpE6nev9+Se+jrWrZwVYTcQt5JOmAKvJdCzw6VXAtZJNKjmo49CP3kW3UoOeymAtM4pD7/0w/PiogAyFXBEv3ngB3zn7DTy4/yG8ZeweeT/9gQ2fYS/DNlaXr+Ezn/oULp0+t+GFvwHEB0OvTammOh1bhz7h94brlgQhBgAhU71jCROl8RwtgtWw1zNw6ewcfK7pVHzJ2haFTmaW5yAT83Hs0AG8cmEOtfYA8VhCauG+M8CubApvmclhesREtjiCp08t4/m5y1i2CeRT6s5am/9XzzNPtwC2BP2jZLcxulat+WQu80vsKzgQpeyaxxMOY0RFQLA+CIQVRl8g16a6iR7h9D4eWBm4vGcdE/74tmD/D5IXQ5A5WN+24q1bz5t4gwZjcvFwD7U1VhJgqrgki0fl/HHorhsWtGhCcgOi8JFPxvHz7ziOt04m4Q089FwFtmlUe2gOXvnqP+L8S8/AMU2sMFTJUeFEBJ3iQb/IuiFuRRFnboNpSP0+WZpEMpfF/cf2we53sZ4toEV2hU9fbFv8Ordv3y7gi4S80irHbmHuyjkMtAyi9g20luah5Saw++53otNuCcPRiFjigV1r2YjHNQHaMqk0EqaOdmUJc6dPwkjk0fZiYplRzKSRiCk1XSqbApIFuO2mKKxcmFivVsSqaTRfRN1uwe52kCdxgFYA5TVk8jnki2mYae6XNgbduvScj3359Jt6vv/dx94ttgNr1SZeOnsJy+t16JEkPIYM0jeSABWtX+LsO5T6kP6qFi0JPL7frrCgrUgEcYuXOCJgNf9HggZ7XDIgu30V7CM1mGkKaarVailwdcNmQoUgE+yjDd54aRy33XYIO/eMYHr7KCK0Cfnat1Gev4L/4/f/e0yOZGSI2LX7iBNc9Yawuz207Dq67hCNDvAPX/0OvvHky9Do85xMwCJbeujCHnD/DYtJ1hjBUF+Y+FSPWrJnMEyQ7EMGZ3NP7jHElhJyrtVkYru+DJQScHDLeAqTWQuDdk2YzKwZSFrI5gvoOUPxQ0/oOhp9DwvNCFYHOfiaGjLJAEOsoGTyLEDksFcGnBoKeQumobziV25W0ey2Mei3cTSbxSeO34FCt42VdhW9mIEddxxGK+Kh3u+g224LrrFcsfHKhctwNQNjpVEkTA3o2Thy5KDgDOxVEzFLhoq0Vex5LrpDR0KvllbWpIfjL4/HLBzcuROjxQK6raaAo6wPWGf0GMzd7wvLXtdpeVDCydUOqj1DPI8Jw7aba2JnEo/xmatLv0nQucHgzV4P2YQOw+1g/2gKMzu2I8UhJcMbaQcZMWWf7fS6qDRb8CJRTG7fhsnpSdx2/DZMTUyKApMDR1rs8ZmWuiRiolQqYXx8XO5hKoGvXbuGy5cvY3FxUYay3EdZJ0mOjOdiJGogZsWltiRQK8Cx66FBm4BYCqWJGXz10W/jiR8+B4dWJPRp0tRQh9/r+g5i9LrOFdC2G1hptBBJJGUoLvcZawEWhz9ih6X4OlyvaZGo7OmodOhjz95deO75l97UM/7j+qKfAKuvu7IhsPrIZz4ldHumzdOMmWmLlL4JnTrw2VSyaA/nz51Dl4FDzgA7duzA+PiE0O0pHZAimwkAwSREFcyKrSehKGyyAnN5PmzpdFqM269dvy5FuPKL4tSni0e+8mU898wJRCwDH//4x/G+974vmHQkJFyJGwGL2VqtCrvdVpIyy0KlsqZke5zYyFRf+RgNGSKgKriNpFxJrpPpC6eBrrxemiDx2OBiTbN8xUzj4hM2lSqNUdkGhMxJCfno9yQpdqw0gUKhIO+JU1guRCx8RSIZeKZyKiSMVEEg1KSbDaLI+QJJkbBWJdWRw2V1HHx9w1aLKRersPgUuaERw81rN/An/+k/oef1kZkpIr9rHHrGRKoUR75Q4lAPvT6nXzrW6DHqOqgslTGodNC8WUFqQB9NBfaEaBHfJ4uX8P2yGHTjGrIHZ7DQLguwuu+2W1GvrMFtdDFYaWHl9BVMxArIW2ryb9sd2MMO4ntHUDq6Ay+efRXT09ukqFm5tohBx8boRAlj+RLmXp1D80YdY/EMkkMDfbsjPi0stn7zN/8t7n7rnRvnYpPZoMAMFrPra2ty/DyVBKwZRpCOJyU5suPQR02D5ngoFcncdNCo1YWVSgB9IGwYDXmRIAzkXgntENS5Vub1IyNjwgBW0lQX3Z6NWqOJiclppLOU2gc+Uypj9jVgRdjMiawxkO2E95GkOIvkUd1vCjBWAP0D973nDa/NAqwevUeAX99KQsuOIpIrKGuMagVeowy9U1PAaljg/AiwSj/SuEz8TE6ayaAgUCRHoysGRDROjwzo+QJ8CXlzYVAS1O0x6Qt+vwm/Z9OkUUmjxbMrmKwHLEMBVoOfqmDGMAgiNFrX4etWIFinn2WIaHJxIeO0D6M0A20kB2e9Ab1qw3fqdG4OGKsht1QxLOmjhHgaRiKtWNrtmgJWNWUF8CPAKh/XQD4ZRiiFcUyhJG8TYlXNjArNCluckNm56V8bwI8BI0VROXWdEnMCxyqhWDGISZRPiNSUnnnJqI/xjIED20o4MDOK2ybH4aYTOL3/AHpH344bZgfRviEMnwilkLoPS9dgiZzbhR0AaBnTRMEwkddNxMiCC6xSVBMZ2AZIk0aJrLr9Nt+Ful4KjA8nasAIPVblG3n/KllmsPgqAJJFvYQOhczVLTzUTWLkoirAcQAAIABJREFUxr2u7out4PVrH4NN8Fr1jwK+CbNIHdONoYO/8S5jMdrC+7ALD/oFFDjbJiCnuXAExNPlmMiCiHkDdHQDFVfDoubi88/937h5+Zv45L7341YcBOJ5Ifz49MlkpSsMh4C/qzT0Sk4fAqxcU7hnDLrw+gT7B/DIciJ1kUxOMqgiCegcGtz10Bt+xkNgdSsgGu4L4Q/j1yRIKrAJUIcZgqvq+oSDR653Eq4XKCUUc1JdOLHQCQDWMBRG+TU6IsmkLO/M2Uv45jcfx8XTV+UJUMNCJdWnj5fc1awFXB+5mIn9kxncsXcct8xOwIwRwAwZbiELWNkqhO9JINeAjMUahf9x/xblR6CUUb7b6j2FjETlb60gf/q3c/8lc4yMq7Lt4Wqtj2oHSEVjiJPN7Ntg4rtYwpE2Rc9ix0C2OIFt+w+I/c2OXfsQT2fQpdSxTD80C6lIXOTYZIKRSSkscFJk+TuHDkzPgNUbitS2ZjmwswaS2ZSwOdnA84PnP9x31PlXAE3oJcq9UK6lGRUVDxvhkBEiQZ5UXQShD+pZUKE3ZOvY3TaWV6+hsbIEPWoiYmloLt7Ei1/6IsxiCZOHboFPyXgihbgZVUB3EJgUns+wCQ8BMgr0WTvVa00kkxk8+PAvSKMuDT0tAihvpEdhMFSXGivwQQv3cL7fZo2hOHFkYml4VBHARYrBQRJUqixhQvYxN3gOwkUZxNpKB7rDPhzfw0CnZDYKpzdAPGoiZtCLT/lGcp8LvcFlXSWrJaizpB4MPAB5jF1pUj0JiFlauonz589jeXkZ165dF/B2anoa169fl6CWGzduiO8hGcg3ri2IdcDF0y+goDXw4PE9GM8n8YE/+Ms3/HzzBZ/5my/+i4xV5frAIYUhic3rK6vid8wc0fnnv4eF8yelrrWsCArJCFLpDPJFet2p5Pew5hZGtEEwht6MHoatNto9B97oDGbvfhD+2EGkvCSefeUpfHPhn/Deuz+EO7a9FXbTVnscU5OjZAhX8cjnP4sffPdRDDhI3dwWAua8UqJsZTxvrlGqXlfrpxriyBiUwAGHII6HfIFBPTE4LlVpXeRGi6iuU6pL6yoG9rCOUbsFPeNHMxYeuOugBCJ9+ov/jEqbzGRDgAE/omEqYuDte7j25FHMppEuzWC5bePMpXVcXbqGgVdGvWUiaSVQSMWk+S83u5hfqaLGwLkIgV0OICmtJwtUWQfoAwUG80iYBUBgSNZLN2CaS4BWIJXXdTA3QcAz+lMy1DOahJsbg75jF7x6K/Rm2QhcVAWB2mvk54Qbc7BDh/WJqh9VwJ98Dx8j5gWQQELGMoNnhL1N0CYidZ7IyHQDh3em8L88eBwRqv/giDVCwojC9drQL1xG9fJJdDUdJ69cweXlNXSGXItpGUILI6psKJ2OIWFZSERJhrGwc9sOTEztxK7ZGVzqNlBxVW0cZoSStEPgRYYmMnTUYXaauHb9PK5XNRi1CzBba9DGd6O4+6jU4imqJ82ohIPVGi34fg8du400rakYCtZrobqyANNKo9EFauV1xQqMRQWsIwkmkh+TrAQGuVIV1ZQeciBDGbLfCAIXMzmxZmrYbeRGRuE4Puavn8PoaBL5Am0ROvjqZ599U8/3f/5fP4GXz1zA2cvX0OwMJeiJewptLrj+k6mXoRVBVPmPKwsV5WnO+oo7LEHsTCqJYtJELpcLiB0qKKhWraHc6KDdGaJpt5UlHPtO8bZVwUGi9CQRIvC9FvCWoWSOh4MH9+DXf+NXsGv3FBLJLJ781neQ8hzcfWQf7PoqHIaZGVHEdEt0Xq12C0O/j1anjXJjgBdOXMSXv/cyOu4QqWxW7glCBbTH6A0HohigAkSUGAxZI5GLzHsB1NTwjsou+rXyvXLP5ipOW58h+wcjKiAqug0cnMxgezGBQbuJXsCA5A1GFqQRt+D0OB1x0eT1qzIsLiXnQZiJQWg29wSxc+Ie0F6B7rdQzHP4TQKVh8a6jXKniZjTxU/v34d3TEzAq1fQTRkY2TuLQdLAereFLkHgdgftZg/zy3XMX7+JbK4gjFDD5deamJoYxe7duyTkm5Jz1kcsXliLZvJ51Js2FhYXUa01BA8ZKRYxms/K+eh12oKtkJnJZ75Hq6O+unc9zUR0dD+eutzAleUBcskSIoaGOP2VI0NoelesABGdQKowhYFDu4UWkn4dw8YirM5lzExNo8j7jhMFqq2cvliCNNo2FtfWMDO7E9t27RJ1yo7ZHdi+fVaIbwwi69gt8d/udDtIZTISMs5nfWlxEfNXFUGPA2gSl9LprChSSZgjtkOcSWvW5XOxKBUGtKFU61K720a52oQRzyCeK+Br33oMc9cXUK01hXHM7smlMMgdYnuhgA/c/wAi6OGxp57FtbUyjDjZs4qIJs5dgQI49F7dGFjKsFjZDZIUQELdrl078NzzJ9/UM/7j+qKfAKuvu7IhsPrVf/hSEISkNmkCngSoVNIlU+NUIjAXnZsLCyKx5w4/PTmDeCoVeI/SL0UBIPxQ4QKqmVP+nJpMZwlguVxIKYWXEAxLGmz6jCr2A4ujAb70yCN45ocvIpfP4rd/+7dw7733ivyfMmlOhG0uKJqSa3Nz5XQilUihWisLpbzZ5EOm3jA3IPr/8Bh4dGKETzlf0BATaJAFnXRzAR7I/KDsimxSNUGhp45MAcUCQDUpIdAaFoEu/cfgo9VQm8zU5DSy2YzIG/u9PvqBYTiLWPrL8hyIR2rAKlGFFn+yAmO2soPCIoyfswcd1SQTzJaEdvqtOpJs/+xzz+Efv/XPyE8WkRkvoOnZiKQiiGejsnjliiXYXYrddCyvraFfb6LTaKNbaaO1UIXV9pFwVRIsN2ReD56XUGLI4xDvtKiH1L5JrPQb0BIR7LvtKFr1KrrlJsyGg4VTFzFqpFFK5OS9kCXcHthI7htD8dbteOHVU5ia3o5sIYPlq4vothoYmyhhtDCCuVcvoXWtjolUHomhhj7ZrmwWIlF84hO/hvvuu3ej8H79YiUNX6B2CYt3l9fdcSXZU6ZzbPSDxk7qTJHX0etWNbBhejnPddjIhqByWAFyCMH/sXEkA5BMafpo7dy1R6ZqLLrEI0+K1nAoptiNYcPLQoJDAU4BQ8BdeUsFQFrgH+oytAU+3vHA+9/w2hwCq0z2hJWEnykgmisoGWylDL9egd59HbAaWgHwwD1dPOcUYzUKg88aN+MgnVYgMT5oZgI+E19LRfiUszpD6Aysoq9e3xFgVROPJAIMAVMwYFWIvF4K/014UrWLG8hp4PlIKSjZ8wT5TWl4lcSfjV0ffncIvTQLP5eCX2lAbxBYbYgfrmKshsyNkC0Zg2+loMezinnaqQE8TihGegisqudQMaJVOnroPKqe1VD2/Vr4L/xdWy0ItkKSAUggjdEGD1Q1hGTJBO89PCf8fBRReKRsGZawECLwkI1HMJWPYduogb3bxjAyswP9ow9h9dZ9WNeYgs4hEdmqBFZ1CeDg27GDNSypmchTKmWYYAwOl2/lm8iQIRWqpUq2oGEMWHBB66rWemF8Br6tUMBq0B9vSkAVX035u7IQ5L8CZlh4UyuwQ/1L+sEA2A17xteJHYNvDBbNANgU4JbyTKmWeL0kBxoXnQH+wb+Bit7FO82duBcZ5H2CqJ7YAkgYT3CNLW+ANkNFXGBJd/GX3/8jtJafwZ/veh8O4yD8RF6ABBgssnVoQYhe0NMGPyc4agJ5IvkfAAKqdgWsk9pZQtt08erTzQQ0MgzueOcbfsY/85l//xpp7cb5fI3HqtqLQ69oeWY2WK1qiCN7W+DdGX7fVqXG6xn34X41HLjCTOz2uyIDJVOi0bTxzJMv4qmnn0O5XFe+mgwx4UBQ7FEUa5X3wUTWwm2zI7hlxwi2T2cRo3wew020wKeFzaa1Rqhw5TFzPed6K6CpMFeVQkQBf0q2K76wG9/D/ZKsVkP5Y0ot4qHW9bHe19DxGRKXQqNSRrOxijiHZ66Ppt1CIT+On3ro/Th6+73IjIygR494hmUxACMSRatpw+sNUYokECHvi2u/BGip50klq/vw7B7M/hAtbYBewUIym5QhXctuSx3G6xJaBW3uP+FzoauGM6oA1XgyLX/n94Wy+hBMIXit7kJlQcTrz/3q5tJV8SG0GFSixyTwwo/psBeuY2lpWVnDG6b8fEqmuT9F2NgEwDx/pgLV1c+V6+BzX42IVxq3r3e+5xcFmOXvI2uFtSQ91Vhfcd/ja8JgktDOh0BovdqBP2RKsSXMJMuiaogeomo9YjvN4Q8Z5rJvRE0Z/lMyxTuECh4BVy0F7HDVIQsnHiWz11RDPsGkyKRWbBUB+QO2Ic+dhHoGNSxXjwZDQdMqnfjcubNYWlrA/PwVnHrlFUxPz8i9NTU1iZWVVfE+pBXUyvJNkRKfO38ONy6fx/HdY3jozv341f/z82/4+eYLPv35LyiCQmDxQFBZWQPIUygeuGQqra2swm625DlbOvM85k/9EFGLjHgD2aSFRDqN0QJltRG0mm2pbXnvUJVGJidpoL6hwe0N0Gl0MPAjSE/vRuneD+PKqxfwyNc/i5/79d/A0b3H0XEBRlpySBuNAJfOvoIvfe4zOPfyy+KHGkYPbig6QuuOAAxU6/ymFzQZ/zLED/IGwvpXDYUYTc+gM3r0MXCE/o2uBE/arSYcCfdR3sKs5SaKPrZPz+COQwexZ8eY2I998nPfwGpTgfAEB8ism45H8Z5ju3Bk3yhy2W2IJXxEY7xrknCcG8gVW7i+PAaDXHRTHWvfNXF+fglf/e7TuLDaEM8/w4hKxoTjDdEbdqG5rBPUGit73obNmFKvhcOqcMAgtSlZnzENGmW3DN+85SgwPgl9uaqUflJ3BQMGhThv1EwbkpnQcoq1Cu9pAV9Df2slFyFzmqnoPgFW1oV8rjlcYCMWT4gFhB9NYLRg4H948Dh2xiHMQ0r7TVeDZgzgXZyDdvUk3IiJa5UKLi4t49ryOroidNTEEiCbTgvgHzV0pBNJpNNJHNyzH7O7DiFdGsGLjSqq9hARg761im0fqgc3eyoPeq+FmwuXMbfYhbtyFmm3g3Y0D604KXtKJp0RSwLdtESC7ruSPoRkIilKSnfYhdPvCGBarrbhDBjiE5FAGsrMY1yXkgUMmjUJ0eV5sPt9UZZkYnEMfRe1ZgOTI7wPNPFxThSymL96Da+++KL0YeNToxgbK+KFp94c6PKnf/QJPPb4U7h0fQUO6zsrLuC/Q2CQiqMYg+dU/8t1ksMbk3UagalkXLxirUgUoyMjmCpkpM9WQ6y+/EcQa73Vhd13xC6h2emJbV+bakyxxmG4oRqCsadWNtQa4pGIsNzHJ4v48Ic/gAcfoP1CFItzFxEfdGHSbm5Ab+3A6sbRsdq0RYnKzI1sMYvF5QpOn5nHy9dbOHvlCjyTTMQYErR/gS9MQ0rd+wOCvQZ0AmkW++2oBAcRIOPzn00lJWyMNiNet4MBMQSGUJtR9OmVTgyh08D+sQxmRzNwuzZ6HGKzV/McWGYC0RQl6gkBMZuujovrQGeYkH1JlfmqF5TME37C6aHbXoWJDrIM7hJPdw3lclO8ZCeiOv71fW/B/mJSPHr1YgZ6Oo41u4qO76Btd9Fr0pbQxYXra6iUq2KNOD5SRJy2CMx2IJYyPQUrTmamBUPICCR6JRCJxtFud2VgKXYPLlUUA/HD5flNpeJI0SfZIWPXQU985D04fRs91kRjO7HUS2H+xhBrKy1RI/DeIaCox3Rs270PkcJheb8R3UVSbyONOtz2MnprF5CNJ5FPkxw1gNNvIsoBs+ei0+1hrVbD+MQkpmamRcGZy+eEmUuco1gqIpvLyDPPzBwrERcmK9XItCnk8817NJ1R92oipuxp7HYHa+vruHrlCjqrSxIuZUViwlzV6A1NklabDPI+lutNJHMjeP7UqxJoxbqiWq6h3qVtCa1bfBRiURyYmsZ9dx5A19XxlW99F6udvvLQdrmfql4jzD5RyhmFdylcSOEzYpPhONi1aydeOHHiTe3hP64v+gmw+rorGwKrf//3X5YiSLxIhflIs3DFqiJgxwk4gxAoQSByL5uf58rN1usPVSohGS4Bn0CKVgmGMpDJZGWxdiiJDrxTWGBTJs8HlA+YeGYFqaOcPLI4/+IjX8KLz51CsZjHH/zhH+DQwUNy85OlygeBkn4W+zRXlmOXsCVXgawEtlgICGDLnZ5pwYMtDFMFnComSwi4qNZHGjB5mDg0Uo0JFzQyFjj5l2IvCMt4vc9qkIWHuUvXMDd3TXzFCvkcbtm3B9GYhdWVVVlceL4y2YwkOpr0AWGxTK8TMRVXvm8CZG8tOgPEgZ8bsOkM0AcBiintpQzOMPDVbz+K5U4VjmXA8QZwul2kUgmkSsrDLlssyuZF2VJ/6GDl8g20W020ai30y2345R6SblQKOGHQBgEaIbtEPOq4CesDWLtGUfU7QCKCXUcPoW+30FypIjUwcOPkBRSQwEgyL2ANza6b/TYyByZROLoNz516CZNT21AYyWNpfgHteg2j40VMjo5j7pU5NOarmMkUYQ2AbttGL2gmP/axj+IdD96nisagQVINvkJkQoAylEJJgx2U+PzasM90aXXNxeqAoEZQjMoiGgSckQkUNpL8GRtes2QW835iQ89ACg4NOAwQ0NyTpEROYZ2hK82O3C6s7oKP8GcpFpcuAwAeC43JQz9X3sM8X6x/B5wSsiiwInjfez7yhtfm0AqAm5IWT8FL52GmssK0dZhgSmC1V38NY5VzbAKGUo57BjwazMeT8CMx6IN20JAyeEGdc5G4G3H48QzM8RKQsqTR0WwbjMkm4IlhW0mhKdVjSAitBujfGjAYZe0IroOcLQ4Y2DWGZMcQfGWCbJBk6mnkSTF9moWTDa3vwhjfCzeVUMBquw1/2JDk8BCADTmSctx+BF6UVgAZ9Uz3GtB7TQXqBMDq5nCDBxB4km0AvoqRugmsbsrb1YViY6WeoxAofY1T/5aruQmg8pNRheNuAPLqG4XHFzAyKY8xxIM1IoysRExDJh/DgVQau/Ydh/GRD6K/bwKNQU+C4VisEehXTGCVcsz1nlcgphtISGGlQBICfsL41ujLSiuNgLEqoWPhsWzxyFOZm/Iasj4JrPI16hoGSxX3Fb4zHjP9E6kI0HwMNE/4xPL+BHBV/6nfrRLkBcYWj8XwZtg8cWp4ErAZBZTefNYIzFOsCb8H1zNx0enjH/VruBpx8UFM4rCWxXZEYHLAxW+Tm4Jg6xAt3cC642FZd/Bn3/w9eI2X8Wfb34fD2iEgVVAscoP7VwCsBudo4wilOFaMdDakGgcwTGUfdGVoJWxQAR80aXANg6BGBNqdb5yx+ulP/z8bDLDwzIQARbiHqOd0E8TYCqxyfQmB1XAtDNf7rRYDoeR8KzNWDSrDIZMj7ASur0otYuLUmfN49NHHcfH8VbGkiAe+bfScFem15yMR0SVwYtd4Ckd3jWF0LA+DbGAORAj0kyy6xRZHMWZDn3HlV85jEI9zYa0qZiotAbgmi0wwTAPn38lwhYH+0BX/TFq7tAY+Gq6OtmOg2/VQKVMK6kiASc9uY8eew/jor/4b3H7322D3PHQkzIrSSsqfmW5LNrmBDov9no98JI0oTAx6XQFSYvGEMGq6/QGa6AKWAS0TQyyXFgCxQRkqi3pDBRaGMvmQYay82VXAQuiNSWYX3xsZqmxOWFeETGP+UmEl8r1SMRMAo/NX5nDq5NOIp0yMjZRgelGRPPoJE3ECo40Gqmur4h9HRmBEvEtV8NOmz6tiw4Yccgn29LgOqxqm2+njrre/H1NTM5JQTd85/izuYWxaQ8azSFGHw43j5OC80+oLu0f3IuLnyKALR+8rOwNy+MlcIoNWfIFZn7B+Un6+8u9IBI12Cy7ljAZ9Avk71P3B92CJd7WiOxPMkmRq8fVTiiyxWJIgVBWoyD/rfbJwU/L+eB2WlhfwjW98DZcuvYRCIStDLiqUGs2G/Mk1yNRMtFptnDl3HstLi2iu3sD9d92K/+8L337Dezhf8Nef+9vXAKvcA2XNpBes78EyTJHC0gqgWW/IWl6bP4vLLz1J3EzOUSoeQSyZxkQhhVQ6Ld6fNxYWJBQ0ny8iGY8jmSFUqgZfA5ve5Bpcw4K57TY4I7OwchMozU7BZF3txxDzBzI0+sETj+Grf/e3uH71srISIkBLVUDQqIZhRLzeYWDz5noUsBa3MFlDhj3vOT67HIAIuMi8BzWrlrWVTK0De3fh0C17YDK4xXHkOTg820YyXoSBnNxvF67ewJ9++lG0XRIqdEQSMfTJaErF8PCtO3H80DRi2TwskjnhwdLI8l1FJDJErVHibEzCCqUO1GNwNQvPvTqPzzz6FMoDB8lCSVjq7DcGZFqLpJkKND637EX4e2lNxePeDLGVsYc4ACmfX4+WUk4Pg9I0tAN3SC1gNhtSc3u0bwoCrwJqr9pgN6eYwb0V2A5xPxcFXMBf5YWVfU58NOCTWEJwNbCy8TggpIdznAPnhIAlb903iV86OC4SedlZ6ffI81AtQz/xLaxXKrCpYKL1xVoZ5YYtA6tkPIFiIS9ekdwH08kk8rkc9u3ag5mZvdCzebywVsdqvQff6Ipv8cZwb0stz3Np6YDdaeDcpVVk/Aa666vo6ARDc8q7mufMiCBiEdjWENEGAtypYGJal3H/Z3YE+5ChWBVEhVgT3Eiaj8ZQR0xzkSBD04XIjdkrlDIZSTxfLa9hemxC9iwVBBvDiROncP3CJQyHXaTyKcQTESxff3PBNn/6v/8mnj95FqfOzaNi92Uox4EF2c7ZXFYGClwDCYqlEwnkM2kU0pSNuyil4wI4ci0rlUYwOTIqzx2VlVx3aRPQbDXR7A3R7A5QbbbR7lOi38darY5Wp6fsVdiSe76sWyTC8MP0fKQzCdxx12342Q++H3fefhjRiI7q1Tn01lZgOLTJo5zfhdMnVjDAq9dXsbq0itGREsbHyDBPoFpr4+lXruPpl19CiyoQcWUxxFPccXX0BhyI0R/WQm5sHPmxcRgkXQkzlTJxE6V8Du6gj/lLlxDttmT95mNpxsiS1dChbU+nhdlCErsncuKjytBBrh+iLNQs+CIvT0it2XI1LLQtdDtkI6r3TpsPenkSqOfw3HM6sJsrMGAjlSAhh8+0iWqrg16nh+PTo/j4z9yHsdEYhq0hmr0e6nYT/WFPgrnJmGXZt7rWwNUbZQH1k9EYSvkMUknuRj7aPea42JiZ3Yax8ZKAwGR3dzp9lNdr8BwflmmJPQ7XP7vTgmNykKkjkY4L8C15HrQaggsxdaNSU/ewbJpIju3CXbc/hE7LwQ++/ywuXLwJz0hibPs+JPMTaPlFRNBAXK+hEOui31rB/KUzqC8tYzxXxMG9+4T01O3WYAw7SJlUaZJhr1jzvI4E2znw4h5O5SffOxU7sURcbDOKpYIa4MVUkLP8aUXl7/z+SrmG1ZUVGU7WqnWpPyLDLtJUzsQSiEZj0g/Snsdu1FFv2ai0eqh1B1hYr2C92cT2mSl4/T6u31jDWssG+8OsFUUuGsHbb53FocPH8cTzL+N7J16mR5PKyaCl3ZYMm7DGlcEd97jgg5+nLcfu3bvx4skX39Qe/uP6op8Aq6+7shvA6lf+TooVQgRk2EmBKgnJCvDsdNryb25SnHTzJqPsnSxMMQOOxcVKQKXAcaJD6f1ANn1+nsV2yB6UyehwgH6ni7W1FZm+zezaIcFCzSZlHD4ajRY++RefwsK1VezaNYs//o9/jJHSiDBRObFjYcKHUczgOfERFiUXsL6CPFgc675iHkg4FZfdEARS3i3ceGy7LaAIGxR+bLKlgmJEPJYUM5V+MyErRgEeBGADe4DghfT5EpNpx8TM1E6cPXsB9QaP2cT3v/99rK2tSyPBYpFAGieqY6N5SfybnZ3FxISyEODxsGgc0FqAAGfAFhZGDneAqJLzhpIqCY5g+JDn4pN/+9fopSPoR0ndd1G7fANOvQsryibMRTQRF383yuYYujDQKEnl76LfmwO33IHedhHVVApx2JBvSrdUQdtFD9HZEpp6H17C/P/Ze+8wS867TPStOqdOVZ0cO4fJowmSRpJtoWTZsmzLcpCNwWCTMReWBcx9Fniey8IS7mXZy14WvMsuwdhcDAYbR2E5yEmSZQXb8iiOJsfuno4n51PnVNV93t9X1d0a7y6M9j+u+3laM5qZ7j6nqr7v+/3e3xuw49pDGDFFcKWKrGvi4tETyPu2AKvi/doboOG0kD00jfx1c3jymaOYnJpFYSyP5XOLaFQrKE3kMT81q6wAzlcwGc/CGmoCrJKxygP6J378PbgrAFa3gwbSQIo8Xd3bTX9DaOj12uI5x7fDqT/BbLKDup0BEsk06JtK828+ywShLSbcM/5BWDlbTCkFhkYEtB+6jjBUKc0hG5YT93ZvgLGxMVgJS7HWxJBfJdKH12/TCkKaQwXEEYTgVDk00BbWjMNGgqwMZTvB1/jmN/3QVe/Nm+FVLMySaXjxDCLxpDwrbrUCNGv/Q2BV7Nv8KLyIJcAqKNEZNORrKaMOw2A47fS1OHwriehUEVrKxqjfA1od+J0+0GcqWge6S8ZqEPwmUlvuF8qXTNrmTWBVIXICrAotSfnICavVp4G+auzpcUmIRIKEHILDERhT+zGKWwKsau0m/GEdmgA/0hkFsGLgceozqCwJWBn1/Z0mNFoW+IohTNnPdwOrAvep/SJgyyqGeQCqhv4EtDpQO9O2n/lSEb3yctoCAkPOLm3nZd2FbNzNiCVOjgk4jhCjARgvixFDTLcRpXdhDCjaWZSmYzjynu9H6Y1vwtqopZiBJKkI+Bd4RxFIUJW0YrPxegaDBWFCaARCdWlc+Ulws0+GZchYlXAh9doFiKWXta/J1xTSJZFryaAqePdMHY1p9HGNIOZrSGgU57gZ4InTAAAgAElEQVTowQUt9flaWOzGCbqCqag6KIpiKEuUeAcB3yuA1a1rt5UEr5DcrdfFhs1yY3B1F52Ij+O+i8+Pzsp1uNMYx6uQQVa51wQgvy7AalOLYH3k4rI+xJ989hcR7Z7An8zei8ORa6El88LIUmbUyp5C4UyBLFMZ4wI+vVU9+CMfGlmqA4ZXkeHOwQJr4aF4RhKA1CMcGJjQb37jVa/xv/qr33+JtDYEVbcDodubVuWvuv3HbIVXSZpzAMCG3ycER8LrvX0vIxhFqSSLfytmy5nhOGSKdNDqt5HMFrGwWMXf/90n8dxTLyJj0WaAd5YgPOsLJne7GMvEcHC2gD25GPbsnUc8wQs0FLapAHEhA0vO463ASSX/DxirQQq1WAAwSdlj+rAaVjLEQpG9VNCDo0VFOkp/eO7J3ZEm0sB6z0V3oAs42GrWEPGHeOWRI/i3v/OHmJjficX1mgxcI64nCeFaVMOw10e704Vh2zA8Hc5qHdG+JyAWmYLiN63r0sAynVabsmHYbO6jssLL/Rbcbh9x+kWytgrkmGq/U0wugjPhfRDPxiDESiwlmcIbgKth0FVoBSBfx4bctsXL7AufvR+VxdM4dMMhjM3MIEW2Ps+5COu2GMx4TJrCpcsLaFYrcBgGQ1pHUFdtD8ria1CvbSTAqrK1iUrYxP5rb8f+/QdBNnOv1xerHJ5h/BoFJoXqpIE0V6rGYuOqoVZpCkPQ0OgxqEGLMdiEyb1DRM2oMHukvhwOkRE/yyg8Ds6pgDIMCRsdJtRzzOeHYZ0cVJI5yxArcchm8xyEior3rxR14b7BRHkOpj0ZfHomVVxpYQqr96/j3PnTuHTheWmA2xzgBTUgm8chhwvOEGY6D/q3L5w9hbX1dZw6v4jT5xaven3zCz704Y9srkuxhdoWXsVzmAAWrY7WVlaUx3xER+fyOZw9+oj4hBKAJkPKTKRRTJoiy7TtBJ5//jlcurgIhm6VSgVkUnHkqbLyVbhVvd+CbhmwYlPIv/Ie2NfdDne1hoHRR9Ttw+u38Ln778enPv4PSGeySOXysFIZmMIs4xBb7S2se+lZzxqemPBLhjMBW57gY1hvh8+HgGYa6yNHWPGs5YWYyjXlenj1/hn86Lt/AJl4BL7bFxYf97esfQqVGkW1UxjCxJnL63j/hz6DpsMwVV3sX6JWDJlRH6+/bgfe8rqbhLVtRdKIemTVDxBLbMDpU32TDvoDnnM6YoaFXneIcsPF5799Co+fPY0RrZCGZPqyZle1W4R+jFTVCAnFVAzvTQWfslzgWiDww/dEf0S9yxArD+1Dh6FNHIBe4/C+Hkya1Xkt3iRCDtiyAtj+UIk/JIfAnOgEwaCyp3PfDAeIQXiVRv/8IEfBZS1Eua3lQbM4bE5ifDqFX3lFCZO2jY4E/xCcisLv9TD68t9g4cJFWYszO+bRdn00yKqjmCMSRT6bQZrJ4Z4H26BiLo1SYQzjY3Pw0lk8c7mGy/U+huZAhtyhvUiYQSDgOndIZp9qLhYWN2DrA6RMS5iyOhRLWyS90RickY9KvYlSnqAJ6xNFnlF+cD6q1boMdsbztOpSyimx0oxEcHGjgZwVQ8Li/hTBRr0uyetzE+MinV9avozZyWkkLVt8OiudFo69eByNlTV0Wi3YmaT8vMsLF1/W+v6jX//fsLLRwsNPPoelMslCrD0JAieF+cd9lr69uVQKU2Ml7JydwVjWEmATgy50n4zMmCgkc+nxIFzNQ6fTQr1eQ7fXRo9nIs+4Vg/17gD1Th9L6xVUGw102Cv7GmIxE81mWwhAXI+ZGEHLAeZ2zOA3/92v4+abrsdw0MTy8efhNypwaakBDwPPRb/dx+rKOr509CS6zT4O7N2LWNTD5GRRSETPHLuELz3+ONbbXbEMYr3Js9uh37kfQzybxfiOHaK6ijAQUHppReTp9TrCzOVQ7RhDr6uryKZTyvYvogsjsktCS7eD6aSJPVME9ckupqe9K/sfwWP26NR6ZU0LraGLXnRSbAWIFTgcbFCRpkUx8Hz0+/SK7aLdWEPcHGEsn5a9g/eiOnAwqLfxlpuuw72vO4iGW8ag5mDQJu7hotdpS45Fb+Ch70Vw4dIazp1bQcIw5DMVp5rChTPso+UMxe9z155dGJssiULDisVQqdUxGLgYz4+BY0ZvMITDYEGOhZMMcopiEEjzbcMSxjLJVI2BI7W4E3Fx0Wthauc+/NyP/TR2ze5Cu6PhhRdX8a3nFvHkMwsot+j+MYmsWUMmsoqIX8azzz2FY8dPie9sOmIjY6Vx4NBBHDq0D2lDQ1prIeIy1I4YSkf1p9GIfJJ8xk/6wZJFzDOUHRBbaiqhS6WS2FSwlw9rifWNMk6fOoNarSbPIJUkVDDHtCESVFFIvaeoPp1+T0hY9WYXa7U2Lq2VUe876DAgM27i4J5d8FwT337uRazXqrANDUUynUcN3HHzzdLvfexLX0FPgHNDMJJQicX9ZvsAkGcNwWvuGSSysJen/eUzz33PY/Ul542/1SW/rM3vX9oXhcDqX//1B6XQUYbVygtUIIEgxS1karIA5QbEqTCnDWEhy+RCFhzCXgmYS9JWb7KVgvCTGB/OAfxRD8vnXkBkyBRGF5qdxeT8QRjZcZnwbKxX8IE/+yDW1srYf2A/3v9H/0mA0l63I5NHsgMVe0AVzyLHJrOUXjRRlXxIEDL8oJRalK/0eOPf8/8Dlk7IdpJjWOQ6KvmTgUMycZek56BhDkBWHnrK52uLJSmNKyVqERPf/OZTWFpcQaEwBmfgoFAoYOXyokxsFhcXsLFRDmwWCPr10Gw25KXygCewOjszgxl+zk5KwcuNiNdbiiMC0zx0NQVGSGkmUjamMLbxf/3JH6G4d1agmcF6HZeOHkd0SLdGFbCi2AQa+pQbacoQnNBfxDSFdaP7EZCwx0JIWGfb2KBS7AZWAD0MEZnKoZ0AvJSOa+jt6PRQW1pF3s7gzHdeQLFrYCxeUAy5bh81p4XUjbMYOzCHJ779HUxMz2ByxzTOHj+NQbmG4lhGfFfPPXcW9XNlTNEKwI+gKxNUys1iePePvAv3vvkeYRqFHnTS0BHMp69ukJob3hsp1gJwWgpqKXjVM8PnhBM2BcQq2YxqUm2ZXIbFfSjLFIlaIA8Q9muwPvg8kKGqLCNsuYd8dvj1fKZCY6ztTYMAUmJ/oUKu2BDz+9HUO2xiBWAVhodaj294/ZuvegsisLrz2juAZApePCkAKaUwlOd7jXWg31AyfTaqIwVAEtBTd57NJ/1004Cdh7gjOn343lD8yyRSRLz/uE4ScMkgmM4hktDgNxz49T50twu/25G0UgiTgwsxBDhfsj0ryE6eOSUeVEuYTX0QrsHfRy3FGJDK2YcWIdtuiEh/pMJW5uZFAhypNsVvaTTsQB8xqmn7h3qOhS0YodeYCoDRuLdR1uRxWKN2s60PAr1MNFUJ8Dqfj01rge9mUoZfp8BRuaOBQ+CVtzB8bwEuJ9SrALhVFMot8X0Q7GWbhvimCluVa9bV0RWQivuXDS0RxSve/Sbc/OPvwgZ3C2cgP51hQTTx59R9IEWtAkMJpgnDQfZE2Ymk6aC3PgsL/ioBIoEtgMhyQ19c2VgVw1TdKQ15WgEE8lr1t8qOwKAVrzRLGnJkDALoMtFUGmvlrWlrOmyf/47ssggMvr7NgySwyJAWBvLaxdLjJSDh1vVVgL2HiKuAFIYGNL0haqM+/h4r0qzdYkzgNj+NPAGxCKf+TDHuogsT646Pi9E+PvCX70U8W8UfjL0We6IHkKAnL/+tDPD4ptmMhfdKvd9NQzuR17M78KDRBoMyaJc/h+cHGZkMwOKFNhGJ0WP16n2U/+wvfneTUR8Wh7JnBMx8tSfy2VADSEkG5gCA4IIMKUI2q9Kc8M/COiBkjnGtOCPKwZzNM6vZqKPdbKHfVh7l9McaGx/HWGlc9rOu10erVZdzj/5Xn/rHL+Lo06dlYJHQDZgwMSQKGiVDuo89k+OYSxuYKKUxP52HbdIHkteIUmA1GmWQQDhgVENHRXkPwdVQ8k9JeJ8N24g+n0pqyP2XXuYjz1R2Np4Dh/JaPQLHBdo9F2YyI36n5Uodl9cauPX2e/Brv/pbAoSur6ygyybaNOHqivlqaJSTEhiHeMXR41GnBN33JbSF11HJfreuK5sO7us8+9mYhHWMBKjJsDhgzAf7Pt+bHjU2fVT592xMwiEdr3X4/dm8CBtEgioILHqIJSzUGxV84VOfwgtPPy32O5OTOcztnEdxfFZk/wSAlHCI9kzKbqm8sYrLiwvodxnopx5pqTnowWeTJZtSNlEEKALpPJ8XBmROz+/EkVfcCdcz4TtD9NoNldJrWFITiZWJoWwBeH34jAjz0oxj6Hhot7pweEZxrYwS8qxaJoFcDvyHAlyxVqOCSYLkOMQg+31En8Au0oWsvBdeY/GcpX+opLi7EojDwSVfuzDqAkdrTzMwohR9xBCbKOr9IYamg3yyEAS3eVI3UCFBVtfJ44+j16HiRH2EqhaCvMPRQIgCZE+urKxh8dICzp+7gC9/4+XJCP/irz8EQ4tJ8AZtcDRDg0crEp0sXgNRUu69ITbWV1BZq8JwgUF9Ccee/Bps3VFArADkPjJxA3E7iVxpHIaVxmNPPoVypYa5qTGkknEYcXoOGuhzrZATp+uo9gfYWGtibNcu3PfT/wb9QQTLZ5/E4pc/iqdOnMN614Gdzihf+z59iVkTUYaryADKE5I1rEpsDskWYW3D5yZcJ6FSKPS8k7Ae7t+i6BqKbz5rPZ4nv3HfK7Fjns8OE8IpcSVPXMPU7BJqNRsjdw6O76PcbuLTXz6Kp04sImab6HVYB+uIRYeYzyTxw2+6Ebum8khZOlLJCibmz2I4yGLtwkE4bgGu1oLvmlKTDGnr1W7DcXv41vkGPvnUOXiWLRY+Phm1g7awnuUkDawNZBAc+sYGDCnZv4iVEpqSM3kIzYnA8ZPADdfBo/y10RX22dbxEtYDityhfDu2eqFN1ZWAiUEIT8CyZN3EzkUGsmGtxdfJwbhhwzdVLSTIN++VmYadyOBt107i1VOGBJDGfBsDnbLvCLSNC1h58ik4rTWUSrZ42Tv6ECZVQDCQTGaQpIe9sMrVWZ22M8gUphEbn8Pz61UsNtvQeX6SfOEMEDG5F9Mn1xMGXuiFHD4nBKtU4BfPT6WM5HNDcHgw9LC6uoHZiZzqdiRglaAdLTgtLK8sI2aYmCgWN5lqtKLj2fjsyXPydYVcWkIoLy+voVmt4dDhwwLePvfMM9i/d5/U9p/7/Odp4IyNahWL504LsJvJ5OV5XFy4cGWB98/6/1uu3Y/ucIg+zyvPk2ENK6V8IS/kJLLCS+kE5ktZHNozi7nxMRk8d9t1ATd5jYURaNvI5meE8MF+rN1tobq2KiFfDJlkdd8b+WgNXHSGvjD9FpbXcLnWFkCc4OyoN1IJ7b6LeMKWMDNbG+Hdb38T3nzXrdD8Hpwu+wbW80MZBHb6LsrNAZ47fhYPP3sa0YglnqZWTINtRWGbNiZmxnH69Dl8++gLiMYzGGgxNIYjxHNF5MYmkC+OIUoPVJ7noiaMIRmPS19MD2L+HEWI6qB6+SJiQwd+o4lhow4rGYej+WIRGMMQ1+yYQsrwhcHIM5/XcsCedcTnzBVbtHTchjUaoOUP5HywoiYsIy7Pikd7Ng5fpX5w5JxhWBh/drlcERJXPBbB7pkJ7JgqImmQiMAag/XdCK1GE86AnbqBVtfF8ZMXsLRSlb9XNlWeAOWieo0YmJiagGHq2LFrFraUkyMYiSQsw0JtvYw6SVkOA+QiyGayEgSnRxkKRWIDwxx5throtwjmOnDMKNbcAXoacN+9b8Ubbn81sskkrHgKhp1Cb6Dh9NkFPP7ki/jqE4uIelWMZTxcunAcTz11FJ7PoMMECoWU9NorK00cOPwq3HHX3bCiHoaOj56bBtkcVDGm9TpMNCUw0Ij5MGMOYpERTOJKOusLDnC4zDnkdsR7lltX3LRgkSUeqIyUQZran9hTC2GKQGuQR9Jut9CsNVBp97FYbePkpSW4moZ43ITljnDtrmlcc+0efO7L38Cl5aa8h3zaQMbvYu++fWiPdHzukaPogbYzipymeiyqclQdJ0NiEtXohx2JSZ9F9q2njWBaOpYWVv5Za/r/L//oe4zVK+50CKz+2Z/9SQACbbFVxPCc0waClbGYgKks2lnYrK+vY4zmy+LzRGmXClZgEblR2ZCDm2CgJAzTH4Y2ATzU2azzASUj4twxuJ0KzIgnU4T8+C6M79gn08BzZy/iQx/4K9TrLYxPjON3f/e3kKVkjgE7ZMsFBQN/FRl84K+k2IUK5CALRiT1sm58KdRVyiCbDbGqDjw0wpAgxfoQ5hx7PYO+VLQdUGDPdkyezbBAq0GhFF5WphuysPv0p+7HP3z0k+KREkoWc5mkSK5YPAjgRqmrYciGHU7lmc5IFq2k4lH+EItIA0UbgvGJCUxPTQlIW5oYQyqTQjyZVNYIvA8RHRfOX8Af/ul/wdzhvZJ82VhcQ2+tLiAQiycWKkznZCNKjxmJbGGRx99FeRAPpNlIxhOwYwHrMgBWQ5BRgNWhgw4cRCey6KR0uKkIDhw4iP6wj+rCMsbTRZx66jmkGhom7YJ8f7c3QNVpIXPTHKau3SXAaq5YwuTOGVw4cQa9clUkoFMzc7jw/Fk0zpTFYzWpGwKsMryK4MgPv+cH8fZ33Cf39iX3Ru3GmwxT/h2vJxknnP4xXIWFfZjCGjIpLCtkVAfSsoAN2eko6whVGCvJKn+fzqQCpmYQRiAhKSFYwQ0+LqCCAlaDcILACiB8vXxeZM2E8GXgmyaS1s1AK9WIsDEMAdzXvubqZcIKWL0TSCTgJROAGVfeRf0hQBuNfhMgU/NKYDVIyNTJFIpnAEvifuANO8pflaxOSVRk08+DMwk3kQMIrNoa3GoPaJKh2oXW74g/jQT48GuF0fdSMFIBquHndmCVqE8IPpJ2SWCVJuaKhQCdRbYDvTeCH7MQmZ2TQkqvNoBeEy6ZsizEN/c+gWcCoIBsQ/qMBcbo/lA8j3R3C1gNn3sBRl82sKrel/rJV35sAavyugTTDBir8r4DXzS1WmVizvAq24wgZVlIxZOgzSAHJa2ugcbQhptJ4Ib33ovXvPONWBRrEcr41PNLJpOwP9lsGBHxLSSWS7kvgWIWUSwyxMswYLKqx9cXpqkAqAKsqsGZeFgKe1X5FvL1ppPFwCCBz7lKrhbsUIBV5clq8WeRVM/hQRjywck2wT5+Br6tQlbm9+XXSeiMkqlaDOQSsTBgbo9G3nZ5henPn+3Tb0mNCwjNEsg96XbxDXcVZWOEu7Vx3OylkdOiGAne2EUbJlY8H2f8Gj745z+HyfEBfi9/G3ZErxGZowCr5MyI16oKEdx6xAJ1hHh7Ecxhk0gwlV05ffIoMeO+MVChadxjYnFECazecvU+yn/657/zkqn7ph82z6cgpCxs7FUSdeiPqWTQBM9D/9UYnwmxplF+h/zg+cpGjwEYlUpZZFr0hu51lB/bgCE3AVsxEU+iVKLf3AQmpicQT5iiKuFu1+wO8KWvPYonHn8aXtdBOqZAXY+2CZ4PO2JgV8lCMRvHRCmJfNpCwgrCJANJq2KjBkNFWv6EJC75vQq4keGvWPqo55N+1/TE5lMqclAyTRn241BhQsarJlJEBnp4moZkOoPxyXm88uY78Krvew2MWBLtjZqcj3zoY3FLzlxRrHRc5S9qRuVTMyKSiMwH1o4ZQfq68mbndeV+QjkbrykbttBTUOosspICeXx4Vsh5QCCTXnIBiMDhXQis8u9DiX7ox8o6xjANYZrzDClXN/Dggw/gxDNPo5BIwiezxIpgbHwCs/O7Ja3XZ2AfgQqeSxFdgFVuDGQurSwvgiC6vKbAX5W1nkXf+RhPBe5LUbn2/JWJ3Jl0HkduuROaSU99F10yP11dmlOyatTQUQEnyoOfrCEPNgEqCZNSPuUcxI/6KrxIDb1lpKKGqqLUoXJJQyJpC1PQ9Rxhxpo2PWcJYDvio8gthICcN3IEsKWVA6WkPI/E359DWY/DBx0jYwDH55qwEImO4HRbYmfV7XVU3RSwiHWfbKjBZh0iwCDvV8Cw4trhvaIdwsULF7C4sIT/96P/+LL6rQ998IMq7d7gM2LA42C478j7jCZTGNGOx/NQXbmM5cVlGLqBUbeCpx7+IqK+khYTYOJg2ekzoEdDJGYjnkpjaXkNG5V6cAbI9gSHahvuUYGShEM4Xc4lB4fv+hFY6Rl0T38V6f5lXNhoYLXdlwZXtupAtSGjxIAFFD6bvNfKlzgcHiqCguxPQe3D50LJRW3pF6hqU0FoymtR1FyBpcDbXzGOvdNxFBNpyc90fQNWsosD+4+jXjPRrO5Gp5lBpdXGixfX8KVvnsNqRwVNMaQsOuxj1gZu3jOB+95axPzOEdLZZSQs7hVprC3MYHn5MDydrOwhhn1P7vmg05ZwoaOXanjwxRVAlHkOhn3F5KU38XZCRgiyigWaqP/UPqVsABQrj+8xoScwNDLo7tmFPu9powXN5WBYDevYR4VkD1o0qSA/xeLnbzdtrQJ4IkjkUeuGN0cue1BziOqHNk4R6ARWI/SrVAFcOoOtLIb9JHHb3iLeeqAI0+tBH0XFNofneRw6aueOoXXiKOLRrtiLDCnFl5rEFN9EAplyREotoYnPZSpVQHJ8DpeHwMlKA10J9RvK3qdUQLR2Ixiv7rXUJ+xfpCfl2UUSA6+dCuWTa6hF0en2sHR5DbvnJ6VWkIFmYClFy4OFxSV5lqbGS7JWpLaTYYOO4+cXMDuWRSpBmwcd9XobjWoVu3bulJ+1vLQkQc20fnnokYeRKRSxtrGB86eOC8icyxVlgL22svSy1veN1+xGpV6X68/1J4pMTSWpJ+KWKMSmCjnsmMhh99QYitkUYp6PQb8toCuH0uwFSRSxkwWxcOn1eT53xIO4327L2cfQYmYmDPWohI2tVKq4tLyKhfWmsFZZW0c8HeVKRXpxI2rBhodDc5O47/W3Y/dsEabJeo6BnDzHelID1Fp9VBp9nFtcwxPPncJgqIDRPtUrvQ5SiQxmJwrSE5Mlu1xtAYk0osk0kmPjiNpJRPjMcYDC/Wc0wpAWIM5A2K7pTEYGgCrkWodl6HDqNSweO4ZBrSL9CNccz1aG5s2O5TBVSAEyCOPZxJUygOd46FA8FIlhbnIM87kEWBFwP+TQz0ME/ZEUxwKwGomUPI+tZgvlShmNVkPY2KxzTIOBpy5iuoeUGUEiTpuGmHiAK99n1gZR1LpDnDx7ERvVppzVtAcsFvKCixAoXF6tIJ1No9mo4MYjhzBdymJ9bVH2XsOwEKFdkmmJwpXqPN5bLcKahlYHfRkosJZpt7sY9juIWBZaER99K4Kd+/bj7W96K3ZMTsrQS6zEoiTQ2YhZCeb94iuPPo9HvvYwli5ewulTx6UmLZbyiMeSylolbqM0MQ4zMwEjOQNHL8GLFjFEEhHdhEWrHmcV/dolmA7XmItcKoJc3EcmRn6wD4vqLPZXxE54XwWbUd7O3BdCGgv/TqlHR6pnFMIZVU5UNnlSj9RrHTQHQ5xdLuPCahlWMoGxUkGUZjfum8fEdB7f+NazOHl2GelUCvt3TmLXeAYzs3N46PHv4AuPPYcI7fBEScprovZDqXfFb3UoALBY+sggk/UwAVeeoz7qZUV++t6HugLfA1aveBJCYPVjH/uIukDbAMSwiFfgofIiZdHLQrXfp29nQtgGLHbka3VdJlTr5Q1hCKoEWPU9OUkRGRsTGJMp8ftrVVexunAG7qiHXHEKUzv2w4/aIim4ePYi/uqDfyMH5ezsDH7rd35TmFYECHjYKs9CNQ1WUr+BbMgiZQ3YS/RjkoR11hJRFm2qgCe7UGSuBBJEWq8mInyfNAeXUBxOuERWZqr3cIX3E+XZYS+/nbVKAIwphh//2Kdw/6cfEOPp0F6APjSb03mBOVSgRTjRpsWBkkwp1iU3c/4cFXDF10wJEj1JDJgJykMyyBcLmJqexOT0FKanp7Fw8QI+/ulPIDtRxMblFUQcyjOUdyfBD+5eZB3yfblDVZzyOqiiVsm1CHrxOpB9JOnawXR9U8LOa+4M0PEH0Isp9DJRuJkorjlwCAN3gPL5RcyUJnHqqRdgrvUxmSzJ93B7DiqDBrI3zWH2hn34xpPfgp1MYW7vDlw4dQ6d1Q0xSJ+ancPFY+fROrWBiWQO6SjZBV3U6gwVAn7wXd+Pd/3QDwQMEnWfpEAK/BxDsJvvmc0QAQGCH7z33JyVIbVivklgWdSQSSivP58LJbGkFD94XoImSvy8olGkmN4cFGXhGuFBJMFr0AVUZWMb5NkGjaq6z8JqDqwFhH0cMIpCye7mVD5gLHENsfEOGUx33H7XVe/lBFZ3HLoTfiIOJOOAFReGlT8Ywm814fdaAqwS9GSttMlYlevKEaMDJHLwE0VJ8fSHTRWg4AWSZjZFAbA6SmShzRbpCw630kGkzeCqFsDAnkC6KV5AnLAq6HnLhHPbOxMLgE1pZuC9KocfiwKCGgZ8rmkyVunxRnkgvVxTGUSmZuEyLKvegEa/1GH3CmA19OPke6WFARkbgWcg7w+N8sV+QYVivRRY5RRbhfL98xmrW29sC1gNfNH4V4p6G/yj/z6wumlRIkCeBisKZBMmcokYsgyJSNODCOj0o3hhKYLB/ARe9+vvwt5rr8VCpyGgRBhGoNJO6S4kLbM0BfS+FLlNwEajb6PsS9w7BUxRXRtZp/x6/hnXCL+I14dyfX7K9ybQGc9JiAwZEiH7Vi6z8FjUr9GIiN0k0VVIi2RF6FEkdB+mPBvq+wvjKbCB4DUnq89kMIUekbRwgr32FZYK26+4HAeBjQ2vNQs5vs6G62PBbeOL+irWoyO82Z/ATcggw7PBHfplElwAACAASURBVIkVwILv4nn3Mv7qP/9rHN5r4XdTt2La2CsBA4iw4VPNovgybn9+gxums0CnzFoYfcpzFQxeCNhczqgnoYtkCMWsJEw7Af3Wd171Gn//f/m3Cgy9IvhFJN7BfhPuPaG9CRkcBKQIqJMFoT6jIm0O9yHede4/DL5YubyMSrksfpk8K/jJoptAPBkSoYcp/5wgCr3VS/kCZuemMTU9IeoIPg+Ndhff+OYzeOirj0LvD+U5Vux0xWTOmkAhY4vMsZC2kUly8Ehfw9CDOQikEh91Ft88J9U5TvCHMn0BX6WJpK8eGY7Ko5X+e3y2mUxMb/h+n97W9AdVzFcCbwxf2Lf/IH72Z9+HAwevR7PdQafTRcI3odNv1GRTE4WhR4T1iI7Kqe8NOxhoI2TH8ojaMfTJauvRV9QUEDRkpfL6S2q948jQj/9P8E3CEwIfcdkWtrHbJKQnWAP8uhBYDdOzQ0UFf0ZoBUDJbyadRLvewB/98f+DLz/4OeyaHMeeuXnYmZysqYhuYMf8LuzYOYtsMSMNTzjcEcCWTbpti1ffwsJFCS6lN6EEpzAxmixThlkIU55BmkE6OlVEWgyv+L7XIpkqiA1Gp1GRhslKUG4cnNmSmE4ZfqDWJYuV9YiokVTgj/jj9wmqEWRVlg6iWvVUDUXWdzSqrJ/4z22b3ui6SF+pBKrVyiiX11GtlsX/t9cjk2ig7h3P9gCo4lHH5GE7FkfMjtJ5Wbz4vKgrjFupM3hiBOA475EkOAd7XsjM5FlNHzyCu7wfaljqC5B79sxZ/OF//eurXt/8gj//wIdhWRpGvQq65cvwW3XYHmAkx2HO7ISbL8gz31peweKlS3B9HaNBG1+6/xNot2oCFimvYa4bNeCjNZR4qAYE+017kIBMwH2ToL58SC1A6xkNycIkMskkcpEm7F4PF8oNrPccGc5zv9M1I9gTwzrakOclZJzyvJX6JxjcbJIWhIWs/jxcNyFjntc3ZLRuDdQ9JCNd7CylcGBqFtOTOnLJEXbsqmI8fwZ2gsnUFjqNCJrtIc4txPDRB2v45tkIzIwBz3cwbvn4vj1DzJjAXXdHsWsvbTNcuANL2Jp9J4qTx65Du1UQpRuZc0OHoUJtOIMonrvcxCPnqqAg2pXU7BFiGq0r1LBAseS3lD3cp6iG44fkO/D84F41cgWQjkcSGMUyqE2Mo08LNdZlDF4SoDAYCocLhmobDvWEABAEP25T0QmoKpRYfm9V90hdKl8TfJKxbZBuR1BVfT+NZxuf81gSmpXEobkS3v3KOWR0WhDQf1INDCN6At6ggtrRxzCsLiCdicLivUumETFMCQemNyRrDO7C3MNiURtpO41kZgxOuogXyg1UWNuJ/ZzyCZU+ThSIJDcof/Vw/1Q1B61nRlLBEKgRVn7MRrc3wKlT57Bn94yEZqn3rzot1m0XLl0Ucsv0xJiyVAh1SZ6GF06fx/xEHqmECTpIkiBD9rH6R+qcb/d60t+uV8qyN1K+3CivolarI5nOIm7GcPHMqZe1vm9/1RGsrK1LPgNDpAgmMbAnnaLHpAkromMyn8JkLoGpfAbZZBxx1sC8RvQENijDJhnIgB9LbBtUuOi22+i2O9KXy0DdNKGZFtqOI8nuiyvrWNjootp3JE+BYUEEVhvtBnSYSHpD3HxgN975htsxO5VDlNYsDNQduWIJ2Op0sFFto1zvQTfi+Pq3nsXSchVGKo1qoybMfTMWRylpiUoxWRrDqaUVeCTw5IvQyMzWjU1PdLHbiMWk32226kKQoW0dQ5BC79d4JoWo62Ll9EmsnT0Nw3cksI9hbJTvxw0IuEoWsTx9Lge3BPYMVAY+1rsD7N85g4MzeSToaey5aPL8d1wk0wUkufZ5H2i67AO1Rk36RGIZPM8jZPY6PEdoP+hLDU0iFJ0kkuwzSYjpDTBwgVq3j8W1DXQHSplx7eGD2LcvqCPh4/ljZ3D82Avibb5rehx33XYTWtV1bFRr4oGcy+aRy+bkOedriFlkf6pBU6VSQ7NN5QsVMA7SGRODiIaaO8D4rnm85jWvwU0HrkXStqWOIr4g9hf0t2WAWCIBRBM4fXYFH/+HB3H/Zx8U1XEyQY9iB/lMATNT04hnS+hpRdT6RbhGEa4ek7PYjmkYtJZx8eSTqK2fhzEoIxHXMVawMJY2sXOihB1TkzBGraCfUpNwtTRVj031QRg4KgO0ERUPZPYqsJPXjJ8kpVUqVVTrPXRGGk5cWka53UV+bAxHrj+MOEbYMZZCvbyCRquLC4vr0v/vmZ/CjYd3I5HI4rMPPoxHnzsntni0fBCbyDCwLFR1cU/hWSSBvIETnfyGwjID6ytrL2uN/0v9ou8Bq1fc2U2P1U9/XJ0fge+VsCSkKXNlI+HvwyKBTAsyV+WIlpAqNu2BF5gekWRgHqQK1FTyHn69BGPRXLtQkObYIFXKo6yjL/J5j+m0rgbTNvDM0efxNx/+e/FHuf766/Dbv/Pv4DhK4sXCmx88cEOZnZhTS9iUCluSIkTSSiWiUlYGmwiZhMoUU/Q3Ariqqj6QbQcLObwWIYMjLPzC6zOir6v41AWfwbSdAVL0rfq7j3wUD3z2i4gZ9G5locjXtOXXSKA0LCr5s0LGhsj8A9BP2ScFzKegbRfggyCJTFG4nYdefb6wipkMOaCUmawj11e+LNzEBAxRkiMFomrSXPB1UQ5JZi7lOJx2c3JMMkjMtOVwDxuJULpFRgqB7C6B1Vwc/ZyJUTaKg4cOo+8OsHLmInZOzOLs0ReByy1MJ0rCfvJomj5oCGN1/qZr8PXHnxRz8j0H9+Hi6fNoLq9icqaImZ27sPDiRVSfW8JkMotU1JTmvVpvSGHwjnfeh/e8e8trNGxAw2sXAq0hEKxYNmy8uXkroD3kDcrGTSZVSwWKSfJfAJpCs4LnLAhWCAtWSqsDwCJspoR1FngBcroqssZA+q2ArC3LiHBdKD85NRzgR/i6Q/aRMJsGLLLUJ3/W6+++epmwMFYP3wXPtoBUAiDLiCxzSpKb/xNgVXzwSCcbqrCeZBESCElgVdJkaKcRSLPF7D0ON5GHNluCHvXgVjuINgms1gXcpA8tZdDCcN0s8rdk8mp8EdaxSjYvjA/xWg03LjJN4vD5gIoPLgt8MgCHKiirUERkfBJuZwi/3QS6TWhkzPK1bpbR4ZqSXUQJ9UUqp2SSkoq+zeZAPSsBa50H8f8ysBr6ooUN60uBVdVZhJ6GirG6HVjlqrdMHaVMAlnLQMaMYCKXRSZtw0wmcWHZQ/ngLtz2sz+MRK6Amhv4/wnYFECkHBrxseSwgIWLyGRV+B8ZE/RGkrCYYO3IJaI0Jwy1CvxT6cHNJ8AiMEqGl+xJBFazAh5RQjqil1YQNEcmqgRc8b+6C4duUfKaNMZ1SYDWpM64EfW91J7uCwjEV0DBOL1aDUqINB1xCcNSDFa1iLY/RS897PgMCcFZksUpWoxiBB+XRm08EFlDQx/hTm0Sr/ItTMAUP7LzGOFb7in86X/8edx1wzR+y7oFY+YOKWx1TQGrbDLlOl1hmyIvh1ImGdrxmSfI6sGlb7aAbh10HaZuD2DELCTSWSQSaeivfs9V11//+U9+4yXehCGIyr1NQNDN5l41+dJbM5RQQuBUWjzBKBbeZMeo0CNfBm8E/+jNWS2XJcSSEzreG8q0CB4K69L1hEnCQl9kmRIIFJNE2WwujdnZacztnIWdSoj3lqPp+MrXvo7PffqrSOgxZOMM7uJZ5sLUDKSsKAppE9m4gaQVlSJfZxMZ1CgEqggKSSgR2egCVjBEjIwXFZpDdkNX0r/pzzaQ5qPVYw3hoEffawmE574VlcCeWEwXGf+hAzfiZ977C5if2yee6Or6kLkQkwGSmEsMR4iONDnT4DDQzodneBhGRnD0ETLjRcX4DbzfQ7AoBIlIHeGeLqGegUqBv9Lbm/eCfxcyiMU73nFAz9RQzcCmk79ng5dO0yNc+RPy31Kqyg8raUoy94f+4gP4D//h99BqVZGIaLj+4CHM7zuAVn+Ieq0u1z6Xz+LON7wOBw4eQK/blgG2sAZNG/FkColUQqTt506dxsryEuJsdOjTPuAQmGw3JozzeYri+IvHsLy0gNfefiuuvelOjM3uFZK20+/AcVXNQTYlB5lkI3IbD6yexXO42+1g0CM7tI0mvf86LXGVZnscvn+px2RTVLZPfG5Tcg9V8FeluoGzp09LsKnDRHAO5AkIkmVrGXJv6EdH9pqEwvD8ohUISTSajoRuw8/YGMFBsjFAg57WMvimOops5K1zm0hFWBurNG0GjdAegqogZS3EP6cPLO/3z/3yb171+uYXfPAD/w2dtSW0lhgacwljKRPFAuW0BYzGdiK2Yw90M47W6gYunD2P9nDIsSH+8eMfxerauoQY+QTTZMjDsRr3gWDAH+y1PJfFNlqOPOWzraolX6wvlG99TELOrtk1h1Z5Demoj+VmH2sMupJSh8Aqn1X1taGPHn+/XeofDnzCgZAAuAFzNQTR+FxLzR1cb9VvbFlwyfePJTHqtGBpPvbP2LjrJuDOm9aQSHVFttnvGBLMGU9G8OwLwEcfBB58MYaRIbMx7M6P8J57XMynPWSywPQOIJO14Iz6sM0JaBEb66sZXDwxi343Dl8nuN+D53YxGup4brGNR85uoM0AJ6kb1NUdOIpIEe7F2wkYPC8E7JMhc6iI48yN3oxDjOJ5YG4OLuslskTpSy/AqiTsBGddiIYTJQlCCTlYEwYqBxuBKieot6T/YG3jqJ9Hlj5ZelrMhEEiAMkWtDmiGjC0OiMFOF7A7t078NOv3o/xGNUlyvdU9R605vDh1su48Ngj0EdlzBdtxBmyY9jiS0gJeIz3McijIGiXSWRhmyloqQKWHOBSdwDLYrAXg8qAWq2JqElf9MDmR9jq6nXzHBVLG+53AjRTqUCQ1xC7sLNnzmP37nlZg8RCVO/JMjKCcxfOSyL75FgxsMlR7Gx+36dfOI3p8QwycRO9oYsIB/hkHnY6Uu3weSVIIz6dzKQYesJinSzmsLq2JgNDKhSOPvH4y1rft9/2SiwtLsHpO2oIwXtlxJBJpaSvS5lRjGVs5BMxlFIJpBNxAQ9JGmEtZ8XI6uP9oHUHiQLKI5kDL6WOYJ0ckEm4d9ODedBDvdlApdHBmeUOzqytozXSkUyk0Go0sLaxCjtGn00PN+6axlteczPmZvKIWqT1MXl+iO5ggEazg9VyA2cvLOOaQ9fj6LMM4TqHaCqLRr+Ly6vr8N0odM+BbpkYm9+J4s6diKYzICwsMvHAF502f/TDJsGBCo5UKike3QRv2VcxRJB7cF+LIp9KIuL0cP6FZ9AtrwmzlsMx7nD9bh1jmSTScUuCnUStqg2Fmd3V47hYq2NqLIvvu2YOWddFvd1GczRCn1CynUIilkC9WkXfaW+eqTIUoS0BQ6kCO0KuIa5zGY5S7eEOkTSjAq6SLVtrtiSxvjt0YTG0Op1GLp+RejsWjWJ6egrp7Dgq62U8/53v4MwLz+Ktr78DpbSFereLJsFZDuug6hOe81SvRDUqTGm1xGA7pdyxrATMdAKrrTpcK4rrbzqCe+66G7YWFQZ5NpdXKln6lMdi8iv/n0xdGEmMPBsf+8QX8bcf+QzOnFlANNbD1BQ9UfMYelkMo/PwrWnoJtXIjgzBe/VLePGpL2P54rPQvS6iBnEe2u/RHhIYz6Vw3aGDuOXIXvijgRDzfGIMWkRUKQy5Yng59zeubTlrODB3ieXogmvwvlNFw/OTVnnNgYZq28GJi5fR9TSxn3rD61+LiNPBdN7GhePHZBjMXq3RqMOIaDi0fxdajR6ePnYax5fWUO27QIQD72BfIf4hKgplS6Y8mMma15RFnJBTIjIYXtv4nhXA9k3ue8DqFVv+FrD6DwpQCqT7YUHAaYxidRJM2mKJshiVhRBIpRXopsAAHoji7/VdnkJbIIySeahpQNQIpT1BGp/u46lvHcUnPv4Z8Qx969vegl/+5V9CtboR+GpxyhFOtoMUa2GqeLJZKLBrKyxIVYnctVWRw9+TTaDYGcF03Kb8TCW7E6QViaswEAPmyBUCXm4c2z1Ww6aakx4rZuFv/+aj+MxnHpDAKJGyiP/sFpg6ZKEfBEIQ7CBYKa9bmKnq/+X32+7Xdk4U5Ry8vopNoL5OGnl+jbCQNNgM3iKjSJSqnEIamJmaELZwMm7Kpt+u11Fr1zH06XAXhcswnyDAJgRVxUMtsFbgayDDhNd/QGp/NoZhgdJjAweuv05A9aVTZ7Fzch4Lz5+Ge6mGyXhRNkgyVhujDjI3zWLupv34+mNPiuH83sP7cenMedQWlzE2U8DuvfuweHIRG9++gPFkBilO5X1fDijKA97ylnvw4z/xo5swXFi48meILDmQvoaAa/h+BAyQVGUV1kMQSRjQwnoeBv7CaiDABtHlZD4EPYP7EDb221m80iywYhEZpS8HJ4sbgnXSdNITqNveBGxZNMlhxiY9aMpesklR4syJMp9H+hH7NFFn8vQQr7vrnqsu2gis7rr+bnhmDGB6pMVoIB0eu8huC35fMVa/22OV64XAqgM/XYCeKKml5DSFLeDTmzBgBEiKZpTNaBHaZAnQR/CqHeiNjgCr2qgvASlSNfM9fxewGqBim08810vgXxmSOtUTDl1niBYZFqYKHHId9doJrI6XEClMKGCVvoCdBuB0oNGn8QohvuJDBisskJrLHiFJqGTyUGq25bEqa1isAP4XGasBwykE96Ub3YKUVVcbAKtb1gjqdQp45NMnNYJCJoGcbSBnGpjMZ5BLElhlU2Oge/0rMHPPvdBsH71gPbAHEXJM8JYkbCrwO2UDHrLy+TSLY2IAgoZ7kJreKkltQH5XzV4QYsXBjWKs+mIFIKuC9beEIKqmWTkZMTFb2Y84auUo6xX4iGsRFH0dKZHgqMAs1dare8XvqWBoxXwlwCqSv20bZbgXB4jAFhc4sCAQ/oqABxF4ZKa7Hi75PTyEdXR14BYtg+u1POIjYAlDPOE9i/f/+5/HO+44iN/QbkHGmodh64rxy+Y0olhsW/dQnRnytDJkRLyaPBWUQ4kTA4y6HfFGq3cb4qvH4IVsrohMKo/I3T911Wv8P/3xrwfeqer8CH++XL/QF3wbW17AksDzUylBFbDKfZHKEAkTov9ttytea2SsMkBQAvVGao9lKBFZBbTdYGGswiMdCX0iq0RCGiMG0qkExooFzMxRVTGJTCGLRDYpUusHPv8QHvriN0B3PpOScjaKPv2DPeQSFrIp+lsBphmR0AphBochdkHQjVqXHOBSuuyi5wzR7TEN2cFGR0nOKCkUn9bApzSZsEXKl0ynJOyDTzwl7Xv3HsRr77wXpeIUGtWWvH6eEbRHcC1DGFWMwvX7LrSBL3toxKXE2oUeZ1K0hsaghUyxIAF7m0PebfdAwp7gBn6TykOb+ztZOWxWxY5oG0ivzhcSzLYAVzn7PU+GgbxXPC840AtZgQRcTVPD1x78Ih792iNodlpYLS+j224iZSeQzI5hobyBZnUDutOX/eYHf/yn8brX3y02TfS9t8VTjkASCzXFLGWjsXJ5CcuLi6KmsYSVps46vs6kFcHypbPoNqq4+5q90DPjsCfn0dNjSBQngFhK/Ap9h8GnfZFB8n3XqlUBMCqVVZGuUsLKZ29App7UQdHAUiEq9aKSiZvCKCWgQiWUyfsTnOsMBuVWxHrQZkhYjECnqv9GAxWqJ9ZUUteqwQftCuiRaSbp6RdHgsEjlWVU+l3YYzuDuoJHmEqGV+DHUA0pA7/1UNXC/S30klM2PgT++Ryb+OGf+OWrXt/8gt//uTfCbXWgdbuora4hEjcwMTeDXHYcw0QRsblDiJemJVH51ImTwl6KWSY+/5lP4PylizSZFC9hMUSRJGQFInN/EN6qnDu8x6FBUYDfBVkJDJuht60xGsBIFXHgwDXI9csSOHJho46KM5KBvgw5ZZdXpIUwt4HPB69FOGQIB9gSyhMo2mg/sZ3lKQCgKI1Uv8HfS7hIsJ7EhkxjJgRrpR5S0RHuPOTjB17vYO98D+22B29oyjArndZx5qKPTz6s4YGnDQx8Hfoggr2FPn7i7SMcmrdhpfpIZ02ksvRsVUzsiM64RRsXThSwtljAyDWF0UVyBcGqF5ba+OrxZbGQYblI9jyZjhQrbIGmChiV2jS4+7LG5fprAhpwjbe7A3Q6I3ilSfjFEvR2F/A7EJeOoC4P710IRPDbEYRQ/sGBGifwYhdrADlHt85sDjuFZU1eiwSH6mJrQnapAOI8m4eO+Hz68Qy07Dh2HzmCf/WGI5gwdHRZPfJc43mhSSyNgFmts6dx7OufxVTGR6lAO6gkEsGnDB5lDdCKzIAdTyKdLHAEi6GZxPlKBS+8cBQr5RqufcUtmN9/CMvlspILB+9P3oOo54I4TNpayJ8pko1cA7G6UH7uYr0j90lVDazbTp89I4rJYj4rbEPVc1ElpOPUpWUUUjHErSg6/aEM6NhPieLB86WnJXGGV9iwYqKgW7i4gIN7d0odwTwQkn8e+tznXtb6vu6GQ+h3euh3aFmnzgVuGoV8AUnLQNY2MJayRKWUsW0kbBJpYrDIVI1qYvEU+qJzPasgKht2IgXdtNDpD0SNQW9oWrnRO5W+lOzlyPRdbQJPnjiFc2sVJOJpCQhaX1uVIefBHTO47YZrcP3+OZQKcSXndphHMEK710eZwOy5BZy/tIp3vPMH8eS3nsFXH/+2yK05cKBfudP3ZY0kSyXM7tuPzNg4HI12HLTWCMgWoT2DqAqV9zbrXZ6JHC46Q0fJ4Tkw1VRQEq9Na30F555/FtFBR+pGPsu0SCCbMpeIiwWVePUShDaYQZDFIsH7iIsje2aQiUbRY/ihZQkoTWUEA0f7nRYM3UU2X1DAOu3oIlHE4wn0Bl1Z/6w92CfxfGZtTZUK7WZyKQsp25TzrdXpwrRtzM1OY8+e3bDjtqgpqtUKarWqDIRvPPIKlNI5PPnIQ3A7VZQycamfCfLX2m3UWx0hPIjCYKj8h1Xvz2eVKiFbwuHO16oYwMX8vl2489bbcOuNN8pAgENxqogKhZKA0wQMTfEs597KMERPect6CTz09efwkY88gIsrdSHJDJwRPD2DvpuEkSKLPSWK5bjXwIVjj6J2+QSSJgfqfC20fYyogGzPR71SlbP+4FwBB/btRjppYdjvIsp1J1wDDkiUhY70CAp0kYqfZ3t4fhDf6ZIFPBqi5xu4sLSGCytleBETpbES3nj3a7G2dA4TGQuZaATdZlUCpsm8554TiXpo13qoNrqoOUOcXFxBhXZ1Ehiqwv7ULqms/ThU4YnHZ4d7lxGhLU0CppXGicVjL2uN/0v9ou8Bq/8zYDVg4UkQQwCK8iFjc9ATBoFKhxUZZNCYsdAxOT0J0tI31bth8x6kigiwRtZrhGESASArSeIBy1SqDYY8cMoLPPHYk/jkx+9HZ9DHffe9Db/6a7+CWrWMTru1KRvbbB7pdUaPLN9DqViUgjz0pFQTYTV9Z2OlmDQRMQPvy78bCfOFkoOQ9REyeOTQDQ72K4Ev2dC2Tc6VxUAA2kYNfOiDH8bnP/egMD7Chlsy7YLrSgnjlgyKIAKLRXXR+HN5nZV8NPAXDK63NOvyhnhMbA/PUUb2MvGhPDpKaa6mpN2ajr47lMbrV375lzCVS2FQL6O5fBnV5WXUy+tY7zt4cXkdKwwhEeaZYtsIa0WmnprILjdBX3eEIWWW6RgcAqtZA4dvOCIp0IvHz2DHxBxWTl7A8HwFY3ZeDju/P0LT6yJz4yxmjuzFo098UwGrh/bh4pkLqC1eRmk6j70HDmKJwOo3z2E8kUGS00wNqLfaGPQHuOdNr8fPvPen5PqFLNpNmVRQtYbMlpDpSSsBFdKi0pVjQQhGp92UZiwEIzgwULJ7DQYT7qPRIKxCTaxlWhg0suG9EvaqBGew0OSENaXAeSY301s4AKlCZlIYzCD3nwOBkIHAMjOQPIQNXwj4hmykm191+1XvzcJYve4uePTMTacAym747FCjQn/VQfN/EF6lgFVOJkFgNTUmQBKclhQOApRuyql0aAQ6c0VgnAWzC63WBcgydhrAqK/S0TmAESP5UIa1DbhUT3swwhBHUGWtGqxfJQEjWy4l7AqYilFMKRSlpjqD7SZL0LJFeG3K5/pAuw6NVgSE8LaBpAqiVUWK+r0aW7CpUMBq4J+8mWmvmtCXA6yqYkH9HGExb+otQ8bqPwWs8isDVjOviUzII0jbljBW83ELk5k4pnNJWFkLeVtHf+chTL39HUjnomgN2AOxcQuYleIJoN41n0EKB8SegR5oAoLSZUrBmWJVoqjzATDKfUFdK5ktc18N/k9eV1ATFdMluZZUKQSP+Uu+n7T3bIIIvLIp4mvzXPFNtWgrIInxhFPYkIUvN2AryaUIgGb5+2Bwtm1lbF3v4D1skoNV2J9cUX5/Pt9k7QO44HXwdb8s7JfbtGnMD3W0dBdPeN/G+//9L+JHXv8K/Jp7C5L2DGIWgVVX2UGwJvsuj1V1fXQpGFmkj1RwFYMUugOMOh30WlVsNCvojnowEwnk8iVk03lYb/6Fq17jv/9//xs1Yd/GpJPzMRgOht9wE/ANWBbhGRSCqyK/lkBD5Q/YbLWwsbGhUupdT1QOTEaVxoOKDxkOsmklfqwatE67g3anK9JnSif5L3KpNCbHxzA9NYHieAHZXBbZyQn0NA2f/fQDOProUdj0/ZL9ksF4Huyojlw6AcukLNOXZ4MFsLxm8dpTDLjOyEfbceVndx16Y8kNEZTDplzSjiObychnJp0SxhLlbxJGYaukbrJYJyZmsHvPQcTJuhdoSMeoP4ShqwCqvuHJ86INfbgDyn55TkcRYVgVpwpkb3gD9PwhssWS+KCF59N2sFsUCKPB5l4fgi9kwTBdmsMJTQrgpgAAIABJREFUYf0GYUhyztFTMpClhiBTGHgYBjjS054fPEP4b77x1S/gC5+5HzvndmB65w55Xe1OE51mG5qRwPnVRVw8dxyd9VXYdg6vvfcHMbtjB6bGctg1MwY7xv1X+XISOFehZkp5U95Yw8rKUgCeK2sQ9PuIuz0k3C4yBmu8EvqtKkb9OmLxGOKz+7DkpVDu9tHtMO1YsZ2pKuIZSBBU2fAoqyfWDJZFRqlqfFiLKMsmDgK4D6p4cwWoKMYLv45N5qa1TjDEUoNydX4HJpNbaqqATMB9wIhHoQ9dLDx2AkvPfBv5HWnMvvpmWPEZBVwFAyIF7ikvSO6HfB/84HWXfT5QezEMU233SgHG9/Cj7/3Vq17f/IL3/9j3oSoABQcFI5i0a8okkUnZMBJjiE1di/jMHrRGLk4cO4Fei56XcXz5c/fj5OlT8FlH0Y5FPJ1VzSOqHgFOFVAvtjiK9h+cWepMln2FDwLf3pB+vyauPbQHzkZZhpbn1+uoO2qoz3RyYl+01JKzNBgkhzWN2FIF52sIRPOZlbpI5LSqFg/XjAoL26q/ZL0EobX8PYc9rE1FkgUPHJPcdesAP/HWviSKEx/lKMOIxHD+ooG//XwfXz2mwcyYiLSHuGnnCD/0Ng+7ZmIw7SHiCb4GDr5NRHTW1HEZsPT7Bs6+WEBllZYLUbQ4aBo6uFBz8PCpFbQdyoRpd2ZhNOiLR23IvA1B4fDGS40v1i2sR1UOBRnNne4Qjf4I2vQcHCsOu9bCcFBTw+2A+CJvSsDxcEAYQrWhskbxSKS+UQ1EUO2oGoD3XmBv8UkPeiO55crKinunDHtYryWziBRncc0td+Dn33gDcu4Q3YgpHpKyzbJ+JVjKVPZhB9/89D9g1NvA/gO7YNKqJ5lGKpEKuC3KeohghWYmUMhNwdTIAtfRcvp4/PGH8Oh3nsGdb/sB3H7v29B2aJcylLVFH8nw+en3usrGQ/l2qTUfhDKKXVrMFmUjVQV8TzyX+FwPRh5OnDwh50Ahm1YDnsAmgD3vixcWMJFPIpmIiWSbr5REAO58ZNYpL8gggAw+KvUmKuUKJopZuaZkALsjB5/+iLLVu9qPA9deIwPnXqsjr42B0DxD8sUikqaBUsrCeMZGzo4hYZIJTDVHTOwHCKzSDz983tiPcNAYicQwgo5Ku4vFtXWsblRl+JmwTYwX8sLczWcZLhbB0I/h6YuX8NjTL8rQNG3b2LNjFr1aE4WchTtedS2mSinETTIn+8Ks5c+otdoCrH776RdQrrTxr3/hfXj+2An85d99ElWm0ycsOA6VOzqKe65BaWoKvhFDjxRLXYXZsUZQikIyMgMlXJDDIAFmQlBRMnZ+MKCLVhO8SzJgiwDLZ09h7fxpGBzEsIYkVqh5iDH0kINRxxGv9GI+DzNFa7M0YmYEXruOvtOQSp9BsBJmDNrdDeEOHSRpoSa2HbSboAWOGmRS+cABcrVWF7sgUc/I5h+VgSCtuTIZW/rwfqsr9VMhnxbLPg5zU+mkgNudXgcLlxZlz9w9vweTpRKWzp9AeeUSYrIfq5DXSruDWouYRUjAUv05P7gPMiuE3uZnujXkxgu48cgRvPOeNyEbt7GyvoZEMoa4bSGRyCCXI/kl2A+EmMBQRLK+OcRKw0Ua33jyefzeH38MldoAZrwIXzdhBBZArubCMkYY1C+ifOl5mNoAMYM5LxxgxmS9SW9BW4oRPb37KK+vii/u/Mw4Spmk+Jb7tD0UKS0HQ8p6TQHjaq1FowydVIQ91j9ikcEhmhbD8bMXUOk4krnBvJ9X33Gr1DPGqIsjO3ciG4+g0ab90AiaF4FOX+BhVIIxHUPDequHYy9ewuVyVXoynZ66gUKX9SZ/ajwaQS5Lr/8sirlpaEig2/bwia9/7GqX97/of/89YPWK2xsyVj/4oT8XuYaiXAfm+CI7px+HjxF94VjsRunhEpNCn+AJDy0aVIvUI5SsivyCvmcjKZbDAomyQ5lai0WAKqAoBxMPUVcFanDDjts2vvqVh/HAA19AfzDC97/jPrzvfb+AVruJdqsZTIGVpF8YiMo8UAqTeCIuxQH/nK9NBQ4FAxDV9stCZeFGE2QiNxLcEQQUsTSRYIBQDh4AnQKOhMXcppBcTaE3ZSks7lhIRnR8+K8/jPs/8yXZqCUwhZTyTUBFgclh86+gC7XJvfQj4GmFhdEmgBDAQNtZWoFkVmTW3NRkAs1CNWRM9uR6/eRP/iTuvOVmHH/0S4hWLyPN19frY7HewuOnL+BSz0Pfj8qBwg2O14kSOJH/0/dEGAOhKb+HYUpHr2jBy5nYf/gQBv0eLp4+h5nSBFqX1lA7eRkzVl6kumxE2xggf/0MJo/sxmPfekpYY7sO78PyhQWULy5ibGoMe689iJXzC1h+5DTG4mmk6HUEoNnqCLj/mtfegV/8hZ/fZC8o6r4CoXn4SRMQ3KtQetZq0nBchbLIvQ2+hkUqk4bDZFGR0dBbjl5vBCC3JdWGBxgPeGEdBdJLZYmhJMusZBkuJuzuwJ9WNQIK+FYprsrfRt1/FmSKNcO7Kg0GzeuFpRQkEDOoh4xqADceufmqN2gCq/PX3iOAaiSZgmabIrt1nTb0Tle8gDSnAwwp81VycB52vEZRl9djAD+ZQyQ7JUUmJJiF7FOCq5yqBy/JiAPZIqI5Nh4juI0K0KhLw617DPwgEBtOJjnrUPCc8jINwbFA+s7SXyaIypcrtFKQn8QYzEhS2E9yT7wuNL8PnzLl8TFEc2MYtRyg24HWa8Pv18WHNfRLVY2iYn5CGBdbHyErXLWbbFwUm0nqJbmfbBbVQb/JON2EgrdA4u0rWcC3YOIkQ2ahWCigMlzyEi53xSt5KVtVrXk/SoCYISUmbJHURZFNRZC0NVxTTOHQxBTSmTQu+y003nEvjhx4DezuCGvRISwmXLLBJ0hBSb2EOilgILBuV7dSWIHqz8N3Kj9bpPQvBaLVDeDXq6Yp/Cilx7beTVD8yT8Ng6jk92rH284wVXhv6OiqvsWVV0YJUrceie3fM1yjcndC/4Rt1/UlzFbu9Szag0CHnu6hOurja/oaRo6OfauTyEUtPGk8gg994H342Te9Av97/zYkjFkYZkTsIlx6O/KMFFuKrfcijCqCLmwSuO45aGER2e/D63bgdTro1qtYb1ZQY9KyZaKUTGMylYX+nt++4ln4p//3t//PX9oEJkLlg+wzQaCYAu/Uawou+qZtQ3gsbXq0MvFZfC81CaiqVqqKxc9BqICZKpFZPLpiMWH3K+9qFSLZarextr6OtbU1XF7tottmqrWLsUIeO+cmUCpmkS8VkCkWMTk3gWqngb/7yOdx5vlzKKRM2SvZsDNZl6wc+oQaUTZXTI4luwEKuB0weZ1yVFXAJ1IppFNp5LJZCXskmzObzyBuxZFKphVAF4So+bGoDHjIpKB1z/TcXsTTRcnWM2EgziGRQ6sBFzqZ/lTgGCOww3E7PiI0MFUVEDz6MQtbTcNQH8GJ+EiPFZRfMb8hh3Qi0VQbpfISU3UQ91rKNRPxeCDPVU0TPemE8cvukAMK/tuAYRyCMvyVTB6+76TJEKmYMDSmxkp46jvfwv0f/hgqy2uw0kkcvumI/Eqgbc++vZjbsVMsgBYuXsSJF49JLVQYm5Qk4NnpMYzNpXBm7RTSySQOFK+B5UbQITPZVwMF1jiNXh2XV89Dq9RRaK1B11lj9BDt9cV2YeRGkLWycCobwg7OjY9j2R2iUZxFHzEJ9YhFCFZH4cdSMKIdeK7yW1V11Ta2tYAbWyGj6ixVZ6pI2wPgVKlVeLvIvFS7hwxZBXBV1192P7GSGAmDign10YQFm1Lo5QpOfuVxPPbQo+Id/8YfeTuuP3KDyDiDrWlTEcMag3YYznAgoEuYKaBqEda/fDZ4lgZsQfEIHeLH3vsr//SC/u/8i//jzYfVMSjHpa+YPLGoNMR81u3SPIzJfdDyMzh26hya1bpIeh9++Ct49tmnEQlAX0V/3vKmV9cpHNypH6wuXXAaKgqR2j9Ejk4ZaQQHds/C9DQJXFmutVAXlp8KPWRKtTq4WW8rhY5Isl0q1bhXcD0rIFp53Kq9k4MKI5A0s57nOuH1lR4isDThOlKqMlU7EZgnyUF8lQWGiCGX9fHee+u4cT89xF1ohgdjZGNtbYQHvjHCpx/TMDILyOsVvOt1wF13Kl/VuBGDZRM8YzAnwSqIBQh0G6Y1RGtjDKefLWGjHMPiRhk9x0UincO59QqeXypjoBkwY8oh3Ol3pZciU5reyfS2dbes1DeJFfJcyxBFR2vgoxUrIJ5OoNdYh99ss5sJbnrgWhacbap6DE/HwK5K4/4xUtd7c5gY/LtgyMBnX2U7BFY/2yzNxBeWQNBgKMNG+qt6VhJH7roHP3nf65A3+AzTU1JJ6/VRBCPdE2BvUC3jzHPPYnLPNCbHC+gsr4giKsdQP4LtXLNSpDPslLLkEtLJnPSKVBpsuC6qrR5yE1NIFcfg6TGRwgt4tK3/IqhKBQUHfkPoQpLguJQgd1j3C8jFQQDXofSXXKdDCZDjfsEzQoYykslBqxcd5y6vyyAvblP1SCuAmAxtuqxftwU5CyOZZJVeXxLQmTrOvVlUbqMh/uYv/vJlre891+yEFY1IUj1Zj5VKnXJOsQJIWwZmiylM55NIEUy1LfHSTpmGqC/ZW8oAV9i6vDsM//HAbWtxeQ0nzy+gORjIfk71CGtE7uFklxOczWXSiCfTWO308Y+PPIHLq2XcfsONuGZqHOdPn8TBA3uwf988EnHFSB/0u+LTzAFrtdnCYrmDrz7+HQHJ3/evfh6jQRf/9W8/iieeP4N4vohMcRLpwhi0bEaeSwLlMjARb3wmrwf7fjiml/WsFKVhKpsMVAMPTAHAzLgKZNZ9pOK29Bnnjx1DmyBihASOLqbGihjL5WUQWN5YBfSEgJn0x73jdXcjX8jj6FPfQZeqPdpKxWJIJWyxUOHAiH0gFU2NdlsYjZlcQRieZKGyRiJZiUSujQ3l303gj/2x9JiegwRVN5m04CjtZgPuoAeb9UgijVwmg2KuIFYHbJ1oe0gbHHq1ZpIWKquXYTuKscuOy9Gj2Kg30O0rlaUWeINyUUUtC13fxaW1FcQnSxgrFXHnrbfitbfdgrXly2h1WmLnQUsaVvVkrYY+9LyWDPGj7YItJLmY6MEINH72oWP4j3/43zAc0ouV3rpqP9NGLXh9hmIP5V6323VQJcL9LmrGRb4vBxXxFfbLge1UZX0VnVYd0xMlzEyOo7KxhmGvC5NrjbaTAqbSfjCwsKJFIfcMl88ys2boABdDY+hjYWlJVAGsQ8fHx3DjjTdgYeEsuvUaSnEbrzy8H5mEgV6vLh7rnkf7HwK1BrRYFFY8hVanj6PHTqHebAopSpi2EV3yZSwzilTCQDadFCuIVCKHlctVnDhxDg+feOFlrfF/qV/0PWD1ijsbAqt/8Ae/pxaFSPgVwMMPaQZkg1OnNEFUFhpS+OoKHJTCyTTlIBN/KU58gsN6+4/b7iWpCmDlkcriiJtoCKzGYha++MUH8ZUvfw39/ghvffOb8DM/81MY0DA+YE1KYR2wAFSxpvxkZDrOiUmQnhs2u6oZUQwSboaZzP/H3nuHSXaWV+LnVs5d1TnHmZ6eqBmNwkgiSEgYIZFNtInO6dnFYffB2NgYBxabXWANGFh7bWzAIBCsSCbIgISEhMJocuyZnp7OuXLVrXDvPuf9vq+6piXZHu3vnx8PpaefaXVXVd/67hfe97znPSeJhYV5SQQJrPLvq6q4K5tp8+u2JuiK+aDYpxwfHmxMWOUwJwPAA3zxni/gn//5y/D7CKx64FiUQ9+ECK4AUdlGYAwQmgBXAzY12FdNQEEDlG1qGTQRsar0qMRYKvpV5RzIqhB1YF7/s69Fu5NFMDOL1lhCKPlzG2kcn13BkzMryLla0JmsMbZOsiJKF3kJYmvS8iD3klpDUQulrgjc1hC275xA1a7g4oUL6G/rgr24jpUT0+gNpuCrK6ZyATbarulH5zUjeOjRx8WFd2TfBBanprE2PYuuvl6M79uJxekZzNx/Gh3hOBI+uiE7yOZVe+BNt9yI3/vd326A3w3tVAFWVbvYJhtY6wBLlX+zNasB5jg1SYoY2vI1mxqrnOvKhdnoqZrXG7DWMGDYsmIeTHTb2zsVUCqJnGrLNWxlORDNzxg8aJ1ivt4kzPzeaMEyGOfrTavcjdfdctV7swJWX6IYnqEIEA7A8pE9WoanUIZTyKt2ebJKuRa5xqS905U2V8ex4URa4Ev2oU7GUoFMAAZxRBmoNaxZ4aEWWIkOeGItqNfLcHNrQD4Lj81W/YKWmLh6YFU+sCHScI1Kv3BMNIHk4RSAekkBuH3d8ERTqBdqcCkNUCoII9fjsuarGE1XAqsqYTaPTWBV6fJyZhhGsTLUItjbDKxugomGhcv3agZWFWwpmYgykJMWQJlNpuLTACybr+SZgFXHy3SH9nMBBAkmhfxIRD2IhQPYnkpgb08KfSMd8NpZnEx1Yv2VL8O++CjJdMK+cHyaBc8ARQBWBVCKGRX1QnUyLeL2YvRk9PbU9V4BjDZYowJfKCBa70ftcWVYpz/2ZhGpaWBMjtkMrJo19myT3Nw9g7Vr6eLG2v73FscV+DWBKmNCRr0ni+mIgzkHOGmtYGFtAbm0H4XHHsP3jn0A/+WNr8AvFa6FP9wLKwwEyGyn+L7XlXajLfZVgn+QhStC/WJCwvbxIly2dxZLEgAuZ1axUthAzbWRDAQxkEwh/isf+vc+xtN+T2DVFDBNUVDalaXtU4PhGkwxY2ykUsy/5j4Qy+NeKKy8ak00VpkE8fxUrH/15/l8k8gyOTLt0bzFdE5m8nHmwiwmz0xjbnoZNbuGoYEObNvWg1SK7NFW9PT1oW/bAE6ev4h/+NTnkF3OobM9LiCMaleti7QFgRwmFGzFpLad6/WKWUhbRxd6e3sksCaYSkYqDZVY6FVmV9qhXDzE6tI2J9fv8wngS03bocFtaGntQiZXpq0jwp4AaiVbWt99QbYGUlewjqjohDsopW14atT+8qNSsyXZ4BfFgcg+9sSDCCdj2mCFhhIlGSu254vEgpZQ4n3i2cwzjePITge6GnN/4O/IEmYLH88b8zqOsWGzUnKG542PDMYIr9WH7cMDOHXyND7w7vcg4Yti9zX74QuHpADQNdCHfQf2o6+vXwqQBPz4vjQSpDlXpVLGyswSstV1HM8dx7dmHoA/EMTP9N+CW3oPodXfjnI1j5rPhuUG4NgW/EELl556GPXTD2BwpBX5ag2F1TUUKjZqRQfVkhdPHj6F68a34fnXXoP1QB3z/jByUZ4lQXhpvGKFlOmYp6KkFkwxu+lfA7Qatq4ZM3Weqkczy1exeJW+vzH9Moumyr9VocyLOttpAsqYcOHEOTz0hfvw8GOPonvvOG5/46sxMr5NAHiu3+YWdd4H3lO2hhIIFE11acfWnQ5N5qqmoEr5HN7vt/7S71z1+uYLXjtBSY0ORKlfybiFrB6RJKBDNmua3UBqAP7uHZjL2JhfJFCUxI8eeQgPP/ygim10i3BDjcZciTaGbL6w5n1ZlWQIUpIhKJkuetuTCFIWwefHUjaLXJVgqjIfqguXTJ01hshg4iWRsairuJmt/4opCZn/qtunJmCpyJJZSgbJ6NKbGMkUyQ3rmdm3NNDorhb+jTv2ZfFzL7OQCNki1xJwvMhlfDh52cH//qqL03NebEvaeOsrgecdCiHZXoadF6xGuc2zkMj7zHF2EohFAtwdsDgTwonjHnzr/gvIlnzYvXc7ksk4Hjw6iaUsPSD8cKwgoS2iskqvmgA8ZUpYUKlUhfQg+yuZ6BUWSxUbPF3zoBDtQ8RTh706DZcsO61bLmepkZgx3g6Nf1noZxccOyiMVJoCW7fmDz5d8BeJAE1AMO/N/aBE3Wey+Am2tKREAz3VOYbXveFVuOWacTi2iuV4vnGvtJnbWC7yy8vCpOzbOSYEiPL6OpzcGoJ1OrGrLkJhmQsw6UU01oLW1nZhpcmciifF/IzzifJBLKAp7w4lc8AH5zBzGP597qunL0xJDseflypK31gx21XhhX+TXyZmL1MDmdI8YhKsCoTms88tb4hRVDjE1mgFrPI57LohOCSkfHacEC8iuzifR8ADKWps/t0q/v7jn3xO6/vVd70QO3fskPH//vd/gHS+iJrlR2s8gajPxXB3CmO9HSIBFWYrt4+gUUWBnJWijH0yGlUaxyRDcb7ZNcwub2A1kxdj6EQsIkAR1w/3exAkr1cR8vvR1d2FUKoV9z9+BCfOXsbeHeMIlAuYPPEUXvrSn8ENN1yjDGtdapaX1Hwu2Uhnizh5aRnfeuAJJJNtePub3oj2RAhfvP/7uOfbDyLZO4ChiX1AJKK0QnXnAIuFlGOQrlAtk2H2eTNvzZ7LXErWIuezlhn0BaKyRn1BZb4aCwaRXVnF5dOn4OTXELQqGOzpwbahbThy/CiyBWqRkg1PDdkoJnZNSIywtLokxRClBU0piAB8loNkPCx77dTlWcwtryLRkkSqrVPAYwWmrjRMJDkHqf0pAL7EStwHlT5nW1tKzohcLitdssQYxBPGtVTxN5lEazKIrq4u2d8JNM5MnYenVkPY4RiXEG1thRUOYz1XQCFflnGjnBp1Ssn3pW7t5fQqCqijY6APY0NDePGtL5RrWF6Yw9jYmBRceF2tqTa5b5VKDe3t7bJ22EFD3xXOdxaaqfXOsQ8m+vG/PvWP+Oxn7gXHm4XsfDmHeimjugD8BPZZNFYyRWTw2jUW0Ng5xM9PyoUisjjVOnp6OqkggrnZyzIPCfKLxFSxLAxgrlOOn3nfqhiOU49VSzJ6eI8iWMrkUWThSvYvYHh4CLt378aFi5OoV2xMnTmF/eOjOHRgN8J+SjisyzgKcZDM5xpxoJQUGDiepWJJ7gvvH4vpUnskrkUSkqU6dcOBKOp1L8rFKt7/mS89pzX+k/qinwKrW+6sAVY///l/uqI9hxNJqpfUwatyo7B0yxYnH3NFtkQrswIGsARXFbBIZ1ZjLqV1wCIR2UBMImaMF0ybnASjygpSjCaY7t977//BD3/4I6nw3/6iW/GOX3ybBHPKUEUFDCYBUVqkyoBDFpoGMkxVm6wPqW7XVfInWnLcCNjeKJQpxSRsiBhTs6mp9YhD1ty+pNyH65J4KeFnRUlgJZVjwLH65je/jr/723+Exworl2IP22ufDVjlZ9KiyU3NyVcLrJoggQmpSd4EWNVMU/51YVXW6rht1yBu2d6DBMWu/T5k8jksZEp4+OxlzGRLKEpioMZSmMVa/oHAqjHtYrJRjVio9cWBjhjGdmwXyv/UhYvoa+2As57H4tGL6AkkEaA+V91Fzi2jdW8/OvYN46FHH4PH9WJk7w7MX7yEjcvz6Bnow/a9O7E8M4dL3z7RAFY533IFOh8WcPD6A/iDd7+robulwDJtZqF19wxYsBmMmoTHIDvGGElrP+r5JPNKXKVZgdamO1u0CSWobCRQm0ZWqqgQQCrVqkjUQlXhumHAK43XKogj80Lja0qGTJsJ6OSNm79JutULNgPqQ89RCmD02heL26dLOYBwCB4/50gFbp5Mzzxga8aqsEo125bz3mGSb8MJJoSx6tDkIM/1Rq1UHsZkk6gWQASTFFCCFYvJa5BdBQoZWLYtBlJKA0xprMpKaDBWm1mrijvZUNI0dLqmcXKtEFxvGFYgqvSNCKrWCKwW4R8ZQJ1ar+W6AKueckk0ZC0CwIqnrHdAMla3MGGb9kbef2G3EXI3+ohXAKtmHjUDq+oNtvLODeAm/AnzeSTb33z20xmrDdixwSZSJl6KnS8MKZ8H4YBPJAGiQT8GkiGMtSXQ3dOC3a0J0ZD61zsmsO/mt2K05gMd6B2SbzTzXQykGqvciIuoWSoFMwFb1WdS5OrNtnwDZzQKPNJ7+MyM1SaifuMpBsBV730lJ3UrQ/WZkn3zp5qB1Wd6r62BzBWMVUMYFjBZzQeOK/e+Rbg4WZ/FD+e+hplfvBfTExv44G+/Bm9Y3I9AuAsIsZhiix6hE+A4KcaF4dcKDCFi/IIOqS8G03ZJtIBdakVlNrC6voiV7CLK5SxicDAQTyLxe/941fHXH7zn1/RNMvdLnYdMOJR2rsbzhVmpz08NXDUXDmWuG8kXLQnExIdnmylYGWDVFBzUuamSXvkK+AVo5sOu1zE7s4Qzpybx1JOnsb6ewdBgN8ZH+tFJcLUliaFto2gfascPH34cn//M1xF0yYAik42GQjyXXTHmIOOJcUQ82SrOwh3d3Wjr6BQwhgAjwVRpuRYgW+nFa5UK3SLO+MAVp+lyuY5YvBXDozuQaGlHLpNHtVJDMpqAU1XGWN4QC1DqbCdLw5uvw87ZcG2ahdAggyxIiAs2WeBlq4aSZSPellByPARkWLSr1+Xc4r+8TtP2bOIhJhMM+kVmJhRCKBxqnG1MMoycjYphFMCgWB1eBdb6g6JN292RQnppGR94/wewNrss869/eAgHb74ZXf19GBobk7OJcZDCEzQDUbfR8zOGw3S+LmIhv4ypwjSm1ieR3lhGe6gde9p3oj/RLWwPOGFYDjtZqsif/BHsiw+jvTOKdL6C7Noa1tIrKK4DF5Zy+N7j5/GSHYN49Q37UE9GUPBb2GjfhlqqC3WbKsse2Z+9gZi0XvO6TeHdtP/y/wW81AVzUzgV/WCdqHN8TEFZSTOxU2RTb9ic22QgET1j8hiLszhnYfpfH8UjX/kXnF6dwfAt1+JnXvMKSToJENW9lnTNmDPfxBRMQsmiJrCpmJxMIU3LukpieT2Mv2jEQtd3vubtv/LcpAB+bl+HxGoh6sYSSdV7Lj0N/KhLe3Mo1QMnNYI1tGBhvSDsq2PHn8J3v/ttxTiXY2fTTLOx0WhgdetebH5vgFUvuyV4LviGS+iLAAAgAElEQVSAnjYai5KZWcEyzVkcIbOp813k41U3mQFWTYFaijZesu7CEvNz3UbCQURCIQGLRLdQ6Mhq/Qp4alfE6EU6fLSMlhrbmhRbCH6xLVlAGx0v9UbqeNvr69i3LQ8/u47JlCsGkK7U8MBTXnz9+34cHC/jFS/woq/TQShSR7FqibYik3+erSzoUCqq6nhRLjPRBqo+P546FcU9X1rBwirfvxcvOjCBqalZhMIxrKyt4dLCKtLwi4EUi0DU7+V2VGb8Q1NZrzIHNHEex50Ehg3Xj1KkF1Ytj9rqZXjFdOeZT0QVN6rOKTFY4VzXmv3SUdjERDX3UV6jDbPMOdBMeOFe5PNawtKsMwaIRFD3BhHtGMWLb3seXnPni1At5dS1U3aEgHU8Ioa3UY9fALqCW4NNIgvnZ70M1CtwCaBp9h1Z9WytJwEmGqPxXkjyH+kcFAai8ibg/qnOdJWHNMg4wgJWcnXL62lcuHBRClxyTaIOQPkugrhs52a7utLqZBcfWXlcp9xXmwFXvvfk9ALaWpNilEhAn2OrugoUiYa3QWRLhCjjEV3ooFcVzBT5gUB5HZ/6yEev+vzmC77yqfejp6cbJ0+dxcc++b+xki3DCiYQDgUQD3gw2pvCzpFetETDWFldx8z8InJFJTXEzo7B7nZ0JhOI+Fl8U2siX65gaT2H9UIFFVdpkrJ1vlIqIbO+Kvtud2sLBvu70E+Jno5uXF7J4v4fHZazq6+jDbX1eeycGMfB664BXMYBFdQqNZSrddFX3ciW8PjJS7j/4SNoa+/B29/6Flx/7T6cX1nBez/0UVhsPe/pR9quwC+m2EpiT5lOakNnYajyzDZnktJ/EsKRZisTY+B5LHNDSDAhYapT75ZPiwRDosO+ND2NlUsXYFXyCLouIuEYSpyHQQshXxwJgpnRKCp2Scyf/NxLHVcXPv3w+xRRoas1JTIAly7P4uLMrOgCU2s1EIgIgEhsguAqHwT7Oae4FlkIUmeFwk8oZxOJhBHweRHU3SelYkFwFeq60uQ1GvDKeyRbUhjo64PPdbC+siQFs+0TO7CRpznYKjyWH4V8CZS2Y4gl3FJfCJlKCVV293R1iDTVHbfeht6uDizOzQh7lXkp2bDd3T1aUxzo6emVPalQyMPj13uJxl9IqOJajEVSWFhYw7ve/T4cP3FWtMxrTkWz4vnXVZxHMhzvj5DjSgVZCz6fkviirATXEqUbWltTwuDd2FAsUp7psRClU2hqVUVvX49INZFZzoK+EN7Y9SDAKo3NwwJ8LqVzqjtCp0mjo8MYHx/H1NQlKUxMnjuNVCyEW2/cj7aIHy1h3mMyXkkcYuTGXD0omrQBj7r3JARy72C+TlNWHSJJMV7OHNHnj4hG79vf9/HntMZ/Ul/0U2B1y501wOqX7v38FQluI1AkwMiKgZ8t1IqaXyyUBYQMhZXBTuOAF3kAdbib4JMHGjVYVdKjACKjmWES4c2AVVUZyV74zD99Fk8+8ZRUUl502634pV96uyRF3Hwl4RL9RR3Qbqnisp2Ij2bmjgFHVGXF6GGpw5ksWAWsKh0vbhaGGWKSTlM5k2q7DuSNdpQinqlKFQ90CoI/+OAD+PCHPga4QQFWqUnCSnFzoNp8K65grG5pft1acTbj1vxvM5Ao3TYit6AYRSowIBtZAYW8n9f2JXH7nhEko3F1bytlZAs2js2s4rGpBWzwHpIazzYDVvJCKqmR4Ea3sYvAfRCo9yeArpiwO2qVCi5OXkBPqg3+fBVzh8+j0xsXYJUVsTzKaN3Th3YNrDJQH9m3E7OTF5CeWUBPfx+279uJtbkFXPzWcbQFo0h4g9KeXygpBs81B/bij97zBw0Wj5guaMCSJ2wDCGuqRl8x7XULsowfx4ri9tJ6qF5L92VhGQgrWrXdNe6bblFUc0t9SRIn7BcyUipap4drQ7WoMplWwbHWhdM6osocgQmBCvwkqPX5xPyK941ahQzsGMxJOuTx4Pm33HrVe7OYV117G+oEeoNheKJRCTJ5/5xiGV4yCehwW8wq8McMjBgD8ePbcDwReFr6xPzKLXBMyNazBVyls4KYLwRa4Ebb4aFBFmy42XUgtw6XRiJSEeU4EVhVbuoN1KMhAyBIZxOwap6jQT2NDnk8EThsESGwSn3Omi2Vd2q/hkaHUKFpW0kBqwR1USYbt7QFWFUg4RUSA00jq67k32KsbgVWzbVfeXvUTxWq1ZhFDXRPoFY93FvBRWOG1DQGkhUroIeO9AEvEPb7EQtHEPH60R7zoLczit5kBBP9PfAUqzgx2Im2t/0W+qjTZBfABh2CPnTb9ZMpL6CbBlPN9wq7lUKQKQaprUuPmf5MBoBVvzFCqOrzN0sBmPUpz9uCOj8NVDXXshWd1sPaAHL/A+/TDBg21u+WHFWVZJTMAlskAyKRYCHj1rBQd3C8/AS+++534cz2Ffzti96COzL7YcW6YPmrwtyjLARlM8h0lBvTAFd18URl+QISiBwAi3nFAlDOwckvI59eQya9CLecRcguI0VDhj/+6lWv8d/9L29vsNo5RqawJuZkGkiV5FC3rDezlbYCrWJYqQtHhrnK/Uv2OSkqaVMJDWSRacVA2hQ2jdSFJOzCcqVWaxZTUzN44omTOH9uAclgALu2d6G9jayBLozv3Y5wawL3fe1+PPydB2XeBamjLEUYF+FwAAO9XWjv7EIi1SqgaigcgY96otRk1O1jZuB0F7kGEUQPQc4Qu1KW/b4t1Y2+wW2IpzpRLFaR28ggIYkZWX0eWKEAaLWsIxphNvsyDipl6q4p4NdsYZ5aXTTM7YALXyIIX9iHWkVJGvn8SjuS4BATLlNMZhLVGFsdx4iuIUEibdbD56hzSANGJgltYgvz80biMfR1pDC/OIM/fNe7MHfqEl5w863oGhlEe18Xdl2zH32DQ9JGmc8rRh01I1V8oCUipMjAorgS9fA5FoI8z5DHsruGmY1ZRP1hdFUcVKcvwwrE4O/sQb64CnfpMELFVTHzWcvlUcqWsDC7hsX5DB6dyWKlFsCw38FtXTHs2DOM1u5OrIZasN42CHhpRKKWjZ8SRCzSbZHfMexQE3eZGNLEqOZ8NvFOIxbSWVejgE9QlmNYqiLSloQ3HoU9s4zzX/0+fvjQQ1iPAtffeRtuv+sl8Fte0RakVr0b8os+cjMQLkAN9UD9IdFXN0UGMq1FgkPLn/A5IhlEQEakoly8+RfeedXrmy+4ayyJeCQkBTXRD+S4ES30epGMhsV9ubWjG/VoL+ZrCSwXXQHrLk6dx333fUWBQ9SmZTIs+oXNB54Bsf6NspZmfwubxwe0J6JoFxOWHNZo2OILibEdu5YkcBCyhOoEks407eHA72PRmKwPgsTRcEgAFoItfC6LDJwRXNd8DbutyPblmmMybMzeVCGbzFAVQ1XZaq+L1lLPKll4/rVFvPHlRXQECADXBSCt1y0cPu/B338ZeOEhC4d2OUgl6qhWvMICY5jkeqjJ6UE+72IjXcXlNRfzc0C17kfZdbGe82IpDTF4Goj58Y47boS/VEJHSwtW1tdx5vICLpZcrDFmFQkEdTxQj9Qj5mC6k6mpaM+9bMMNoBTpBspp1Ncuq2EUIsnm/bmiEKYJJWzPF31C7kvS3a7Z+rIR6pBOd8qoeMQYUSpAVq6Hc5YsM7I5y2XlwN7Sgn3XH8LAtTegv6MVu7cPo1ZRDHzmFNRV5BgQhKMGL0Fbm8ZGuiDG3IpAnEwFMsEoEUdpBykOEVyPSCeEdEtqWbZGLV0X7MTcSzPZJYaQs0gV0GLJFC5duoSZuVkl1cb9i+ucbeY6jzKSXWb9ci9WRREV75vizZkLl9Hd2QEaG5LEI2V1Y6YkhB59Bgqb1sXS4iKiApptAqsc7I/+1f94Tuv7c3/xW8KKTOdK+MEjT+D4uVksZcpS1KOR48RQJ4a6U3K2ZLJZiZP93qAUAVkroY5oxOdDyOdBgOaD0TAyhYKY/MyupGEFYxge24alpUWcO3MafZ0dGOxuw8TIIIYHe+F1qREcgO0G8YNHj+L81DQG+3uxu68V3T2d6OvrFMknI61QLFdQooTDRh7fe/gYHj0yie7BEbzrD38ft931Utz/48fw4U/+Hewa2d8+mRfMNRQjvSLdMIIpaNMimdcyNZXEh8ERZHYKO98HD7tIfApYDZDpzDlL2Tt2elCTmwz4ah0Xjx9HcX0eIcnr69i5fxw9w10orBdQzpdRzBZRLtjwh3g+0+tCyR8xh2dhgbJF7a1s10+ILMbJs2eFQR2LJ8UkiozoSkWd6cxJzdxSjEfDyuVnrUo8Sc1mSi70x2NIkthCiSDKnDhV0Q7lOqEGMDtpKE0TaYliZGwU1xzYh23j47j/Bz/Ak4ePIhlPwbFryOdycJ0qIt4AStUqFvIZdI0Oo3dwAOOjwxgZGkIukxb2LYvRc3Mz6OrullZ/5qMsaPO619c3pJAbDAdkbSbicUSjcek24hoLBSKIRFtw75e/gf/2gQ/JfVD0FO7rPrUuXa4T43/B+LkuezolF0S7t1oTXX7KZXHPoGRCPJFER0eH7O2cC9l0Rnx8gqEAto2OSQfS/d+9H4V8GsEA4xV1/2OJFpEEXE0r6QbuFVzHfX292LFjHKur61heWsbkhfNIJEK4Yd8E2oI+tEcjMhZFmniVSroQ7xUMob0tirb2VvleCHSUHajVJKL3MB6jzAgNGS0v/ASQfQG85t1/85zW+E/qi34KrG65s83AKoNC005lqv8E/MQzVOQAlLt9qVjW2pus0HEvMK3ziqrP/dG0bDUS2i1t7FsBS8Mm4MFEmvbf/e3f4+SJ06i5Nbz0Z16Mt7zt5+H1brZ5K03STbafAsbU4ScqWg3zLcU2Nb83B6mp0qqAmLIG2hlZqmHKzZcgLs06mgMZAySb6qkCiZUejAR31RoSLTEcP3oUf/5nH0A+T0FrHgzGZEWNyFY91asFVk2AYZJoeU89BioRMwCZcsvkpsQ2SWF0uC4mUn4cGulEa7wFgVAA3mpJnJTPLGbw/VNTWCcQSmBV5ADoxKvaluS9yADmSc6Km9+B098C9MQxOD4mAuFTFy6gM5FCvOrFpcdOosOKCbDKDTjvlpHc04Ou/aN4+MdPiBTA2P5duHzuPNan5wRY3bF/N9bnFzHzr2cQtwKIM9mlIyNNL4pF7N67E+9973sQCqpWfX5W2WBZBCCIvSUBNWOzFWiRsXNcqXDxQOWBQx2yTRmFLbmHYS4aEwv1xo2/xypxOr0hWjM8aOZm5zE/v6D0WeIRuNR4CUWRTLWJeHmEum7hEMKhsASxqn1RQ3GaaUwQQLWKQUD7F9/+M1e9N4sUwIFbYAXCQDgKkLUqzq8OUCrBx2pcvYxaPq00UxuQp27vBiuUIVjxXriJFlgVBiIKWBU5ANTh9XuAQAsQawUiUWGyOmSsZo3GKh1YCaqqth8FrJq/ZDRWzUdjwGt+rdazGReVgvMzBIR5S8BENMPIWCllERjuRY3JBaUAikWgQMA1L59PrToja3Kl8/HWQX1GYFXYf9RY3SyQGFa5+rf555qQK2/c9PMre9H/w8CqYTtT+0gkGnwugj4LkUAAEV8YoZAPyRjQHvehr70dI8kOJPxezFgepH7jnYjRhd3OI0a2mtdFlWYH1JAz7fzC2txsG+SuZrj/AmZqwNCIIKg7p+6h+lfLQeiBNMCqgoWb9KT/A4AosYJnS++f7a41A7TN329d883DL3uHouKqwgXbMSmH4LHFyCFTqWDJCuP+x/8WTyx/Eh8ZvxM3ZK5FPtWLMJUyRPtOAdCu7nLQtFUNpLvSRixabmIkRVGysrBVyaawSuuoFXOw8xvwlgvwZbLw58vAH3/hqtf4O3/7rdr4RyedbBMTN1TVoWFaZ03xUNg7fpWwm04NdptwL+VeK2eZXZHvlQN7SABapZOoEge+l3RsCItks2NEzlgtC+GCmmOUBmLyHEQuX8aJE6dx4vAx2KU1tLXH0ZboxcDAMIYnRlD1OPjiP34Zp0+dRZia0LQ60fpfQ/1s+e9GS2sKqfYOBCNh0RUVFigNFskulYSdpoGqaEptQ0l2NGuUhYmenn4MDGwXja0yTa+KFdRLFSS4P3Lc2F4fCsjcMIAA3ZqDJSbtBG+0iUXAOJXbAqxWA4AvEUa+SHO/GmJkqQRUImPafg1LigkZ7wnBU9F+1eA3GTj5Qr7RDtf8ewOW819zXlFnry0Vx+zsNP7yfe9DMZ0V7cJwIIaXvOqVuOaG6xCOhVGy1X0lW5Vgtbh0C2CjYigD4FbFiZcapLQ359Zegy/A17oIxryYf/g7WPn2lxDtjMI71g3LU0G9sgqrXEWpWMdaZgPp9QJWZqs4NXkRhxfL6JqYQM0uYadVxJvvvEkSvNViBrPRbripYZGrqJNyWypSoF7uoQFDBbwMBASYbo5vlMGkMuUT/UN9YFwRl7Fork3AeP8N+BmKRkXaaOWJ0zj85W/j0TPHkNy/HXf87MulPZTMUrtURlDkJDwos7VT6+/xungtvC7eV4J5wstpamUlyC8FeynYKgBTNNO1YdEb3vLrV72++YJdcS/ikSCS0SAiAS/8ZAvKGraEWcXCA5PVohvCYi2GghWBLxLD0vICvvCFf5a5K91kBPZMK4K5kibG6tZil4Q5OomlkYwUG7xALOhBV0sC+Vwe6yWy69iGTACzrIBbUYsycmGKWclx4lyL0HAmGEI0HJakmQw6Hvpsi2Xim+fZ7XqEzcV7SIYn77WRRJJWZIIglDcQXIRAm5KfNdqBDoJoDxTxq28qY6KngkyWsYcyWnr0tIu/uw9IRnzYM1xFIuFFqeyVFlu7aiFd8CDD8KHiSghRcqKoVMvCZOSmIB3tckL60Rt28esvvRmJagUBMgVrNayXqji+VsJ8Lo+VUlkAXYInNfFa8IlrucSrGrgTqQ+vF3NlC+VwBzzlDTgbs3K2WJbKr+Q+6BjfADm8ELtaxr69uwSwvHjhohwzMvjCujTEl80TlazO5p83ipViRAh4KjYqpSIGevvw1ne8HdfdcguKkSDcmg2LetKaVMDncv6Lo7ajumi4p5Gh7eVcIwgnpns0qNMEARoXazCE95SEDRkL5lxiWKY+p3QmsmguRr7K5d3MHwWsqnXY3tElZ+vpc+cEbOR7kKlp9n1Zh1pj1eyfRh7A5IimEHPy7BR6e7qE5c1Y1TCfRSfXMFZJPKCTfbWG2bk5tCXjsofzenju8Pz867/8789pff/x21+ixqkO+CMJeCIt+PFTp3DuwiV0pBLYNz6I1qhPGIFk7lH6xrErWE1nsZEvIpfNIuzzozURx3hvG8a2jyKdS+PIiVO4OLeCUDSFbRO7pIV68swZ9Hd34rp9u7F7+yicahkb6SUpAHG3O35uBo8+cRROtYqX3nIttm0fEcIQySPcDdhZapeqKNq26Cv/6MencXJyAWWvD7e//G707DmAR44exfzSGnzk0/N9CU4xduBeKfshgXbFIBQpAEOQ0p2VspfrzYfgvyoMkVFKvXMCrH6VixJoFTar+lnQF0RmaQmXzhyFZecRsKrYuWsAd959K9bnFnDm7BQWV7Lw+2JSGKPMA1v/ydLmnkIpoXgsjFg4hDbpqmnB6ckLyOWLiMRakE7npAMlFovKfsTvea3CdtTnjZEEULq/9H/hHHLRFg1ge2cnOoJeBEUqgMAD9UTrIrmRJlMyEsatd9+J4Z3bRW6BQOITTz2FI08dQzQUQWEjJ7JevGav68FyPovlagkjO8Zx6y3Pw9hgn8RuVbuErs5OTM9cFnxiZGQY0Yi65oWFBSlgMZ4i6Muclb/r7u7F7OwsNjY2hD0bikQRDMexuprDH7znT/Hwj36MaCwu+zpBUnXusVuDZ7DOBNyKsPyDQb8AuTQNJJktVyhq2UfFEB0cGhLZAQLUuXxO9n1eE8dieHhYcunl+TkprPOcIGjuDQaRyeSRK5LQozqlOL40BBsf34Z8Nif7wtTMNNZWV3HDgT1oj0Xgd2oIOIplXCrkEY2E0BKn8WMME6P9EqsxrhNtZW2QKvOCMa/lkflertDonPJNNbzjzz/9nNb4T+qLfgqsbrmzBli9557PyqTmpDRtFmSZchKxGsp2A4KPArJ5qVPiQ4kaF1JlVG5qFISmRquihJN2rQ5Fw1BtPsxNQCEAjw6+THBKGvYnPvEpTJ5ni0cVb3j9a/G6171ai1nrJmGtO2TecxOoVYxTOfQ1E1E5yKqNmV+S3GizIAFYKZ7t0y521JbUWoMmEDeBvjmIm0FZ9dmUOQIf/NzccC9NXcSf/en7MTOzKkCtkASamY9bGob/vwJWeQ3GGGuzBZlUei86OzqkilmzKxiLWbhhqA0ROhxGYvDXS8LmObe4gQfPzWPZFmcBxR8UIyylhcuDn1UrqVbxcPXXUOtrgdXXgqEd24TSf3FyEu2xFrR5wrjwyHF0IHoFsNqyuxu9B7fjkccPw626wlidOX8B65dm0N3fh4kDe5BeXMHig5MIVl3EPARWXeSLauPduXsH3ve+98qmbYBVMVQhIKB1fpUW4BagywCjVzCcmfSoKiqrUZzXwppu0lRrDmolsNXt5KbSreae2pRZdZOkz7Jw5OgxPPDAAxgcGBbW58z0ArK5slQ+qzUb/qAPLbGEmF0xsGZlkSAsD3K2IfLnbHOls6phL914/aGr3psJrA4ffJ5orFrBiEgCWOQu1ly4ZWqQFmHRuMouKkdfXTkWbWWCeKCuVBhutBdItsBDK3epNFfgEFhlgOD3wgongGgLHBqi1cpAbgNWJgvXLguwKYGU6NGyRdowOBUot/nV3AKvk4kGMKlkAoAQBUJZohfqjEgmwouqnYHV1QY3EoGHUgClCpxsXtiBNM9SCmwGWFVA4tZHA4iT9jMlBWD2gU2N1SYHCpXu6K8mRnrzWxumugQemyDA5us2QUpzPWoP0yxnDfzJqzUbn1M75PchFgyIcU0gSE0oBz3RGMLxFgwFW9HXFcIymRmvfivad4/I+qYNnACBohtHdorOmCWZ2YQtDWNVpWiK/cI5rZox1WNzBNVINo/nJmOVe88mO6rRwq8zqK1JvOzTzwKs8m94NTLKf7aSWp8JEHja/W26L0zAGq8REwWleeugDL8bx7pTwYzj4rFjX8Xpe76Ll/5sBK/17kbSMwIvzzppM6Y8TV2MNqRFVjvWm0HSx4ICI/j3yFSo2FKUku+p4WZTrqIEK1cQh3m8/feveo3/p//8livkawxLTKr9BBoFYFWtybI3egmmaWBcA1ObxU11jkm7pNYD5P5DoypVuNw0CDRsQo6DSfp5/jCh5kOcZr0hwKFwqx/RWAj0+VrfWMfR42cwNT0Nv8OEoxWDw8PoHujG9MwCvvmNb2NteR0R7lfUIq1UkAqH0EtN1qFBdPb0IN7SIoUV6oASWOX+yYSLG0Ljs4iTrA2yaxiXdPcMYWBwDF5fTLEXUUeB417zIE7NNk4+glYev4Di9bIjsiIE2zxCRnThC/oRCAfEDIVzqOSWFbvVy84UstqU9AvPI7LsmESY1n0DoDIZM6xHA7yaVm3GX/wdW+H4IHhqumPMfeXP+XwCaUvpafzym9+BucOnceiaGzDx/Btx+6tfjm1jO0QTmgmjKSgzoVVno5JvknhBg+RSvHRKCDpANBiXAlyOLZvVDKyaF/GWBGYe+hpyj30DPYMR1JMufJUCqmUP8oUCCjkHy+sZTE/NY/VyAVNrGWTLDsIjI/B3dSCWW8NbDu3GaH8nak4Ry/Ah074TdW9CjELKmt0je4to9yujSfNlJKTMuEnsJ9uvMqh5WnFFgyoyf+p1uQ8caxpOXfzaA3jsG9/F0fU5jN99K372Da9DdyKJbDaDqlNHSLPQ+J5k9sSj1FdTxXOOJZNTGTs5fRwBDvhzBZIroy1+qdhWL2e9Jt741t+46vXNF7ztlXfh+OEnkV1ZQSriRWuCwCSN1rwIhCMIJ1Io5HJI5/OIdQyhfXQnrHgn8oUcPve5fxJ2lbSHS7fXlkvYIgXwTHspY3kC8yQ+8OAI+1wMdfL981gvlGGzDCLGig68PmV+SV0/M1fNOUpgJOBXMlrUoOaZwM4LKeAECaC5KNt0gi+haNPAjUzVkE56ldyXAS54PyQGF3Yj/eaN8ooDx++Fp1zFK26u4EXXF1Gh7mbFg4gfeHTKh499uQK/2wW/mxHQR3YDyv9QMknOGYKGZGJx/ZPdpM5f0f3jZsCilOvDro4Ifu75+2DlsmjhurfLIilwZGYFGY8XC6UKijUHdrkihnEBH5lcuvAjgJwywSnV6zi7UYId7oBVWIaVXRLQh9GNgC8aVDVFMgExqw76+/rw+7//O1hbXZZOv8uX5mUtsOW+eU9v3HExCnoGwJVSabKm6igWsrjrlS/Df/6930W2UFTvRUkxmtoaYzg59FWrNu8JY0A+CGpSwoWgEnMNyQXZach9x2fBSyRcG3eKdIycSTQQDunAgg7d2oyLQDzjEi3vYHI4xtrM74JkPkciWFxewoWpaaXR6vdLHmI+u2EQmnXbTB7iGWceTx0/K8BqSywqbdb8bHKOacIO17HosjIirlRxeeYyejrb5e8rXU12B9bxPz/wwee0vj/wzjcrJq/HQqq1HZ1d/XjosSfw1W//ANFwENfvHUeU5mHVEiKxONKZnABeq7kc5hdXZE21RqPYPtSHG8ZHMDrSD7taxGp6A+WahZJtyd7Ae8F27MHeXgz1dCLi96GQyyJfysGuFISRPTmzisnzl4W5v2+8D51d/JzK64KMSu5ttVJNGIfz6Sym59I4N72KY1MXYSVj6Jq4CRAgLAw7X5T5QOYf2bbsmJT9kfm5FLxU7NA8V5vxAaO7rWRMVNGUBRXLz45AsgjDAqyyyComk9TvDfpx4dRRpBfmEKzaCFtlHDq4C4PtSZy4cBkbVcAXjotGadDyiOkyW8u2bF0AACAASURBVPODIeqg+8V4zudxhcHc292D2aVFLC6vidQHuz5onsacs3GmaPBeCoFk0TOnpOF3U3crvUmcehljbS0Yb08ioo3mqpRD4Th4fCg5wPPvuhsvfs2rMLuxggzv8doaZmZnMTs7j1I2j+NPHhGd4qHudtiUY/BZWKzkcfDa6/C6l9yNajknjNb2tlZZe0eOHcXOXTuF1cmYZH5eecsMDg4imUoKWYldLARVZ2ZmcOzYCbS3tSOVbEUgysJ5GH5/HPfd9x28+w/+BImWNgWmck3rM7q5eMHCjeqooDkai3/Ei0KoUK6gqvSk+fye3i7RlaVuMU1JKd/EMypOk80w93sH2dV1ZNJpATgZ31EbPpMviGkgCx4qx3c0sDqOQj6D1mQCwXAE9331qxgeHMRAX5fMPye7IkV6As7dba04eOAajI0OI0zJAgHE1Wcy53WpUkG2WEY6W0Imm8fyWhbL6+vYSGfxzR+fek5r/Cf1RT8FVrfc2WZglZOayYJx6OOkVZudcjY2FVAuFB7MXJDq0FHGUcK6YwXZYe6onDzDYWpXaLMr1TPfYBcYtqWIHFPIXTRWHOTzBXz045/A9KVZWYBvfMPr8YJbnydAR5BuzKKjo8wpRI9H3NxUsCXtAgx4xDFUJXc8vA3rSvQ1uHi0gzwPSh6IbJmSVF2y9U3mlnqtYupwIXNhqjYvpUGrYCFFjpfvXUcAv8uXL+ODf/URnD07Je3gdEltZlttZaw29DefprFqWolNR7puMd3C1lX5hapQi+Zsky6ThNIelYSFw0H4XQfDMQ8m2sJoYZu6zw8fdXNqVcxnS3hiZg2TqyVYITIbVZLDjZcVd2pdSaWIgRTvs7eKel8CnsEUhiaUxurFc+fRGo2jM5zA+YeOotONwifxtQcFt4L4zk4M3DCBR594ErVyHdv27xYpgLWLl9E9OICJa/civbSClYcvwl+qIUzXYJDJU5KNd+euHfiT9/6RuIEa4JeAr2jR6TEIBIJyzQ1NFYNwbJn/cl8120pVrtU4q/liuHhNpgFyv5V2mDFO4FNVe4rcBWmhoNYM2wsZ6G4bG0U85sf05UXUagwAgnKIB4I+JBMpJJMtkkTzSw6oWl0OlmiU7oqcf175LPFEHF+658tXvTcrYPUFcCUYCQL8ogJWzYXFCimZQtU8LIctW3RTNYATk1XVDl93gnDjXUAyRS1vEUV3q2SskrnqwMPrjETYlyrMFQqIU1+V5lXUPmWrPoFVArIsMGyC/ubjNCiqV3w+ASI1xMlxkPviZZuuDy6ZqcRJ6zQX4PrPw+2gxitZtQ48VRdOdgNufk20vpgwqNWjNV6faST1ZRBSpcaqos7qPUs0VpkUKK26pz82P4P6vXnSJlhsgAA1U55JCkCDXQKsNpRM5e+qliif0o5kG6TfiwR1mWJhBPwuwv46OqNBtCTD6I+nMNKVQs12sfSCu9H/vOtFY5UyHj4a7og8CeDTVV+1520aVQmjzbTS0QyCw6wNrZQEgOr2FGZJE0BtPnFHvFMB6DIMalyaPo1qvW+GjjUpVrFktTbplgEm5nXFHtp0D+Ran/GebAKwBozdKuJAipPMSJFrcBF0QWgVq/UKpq0cjj75GUz+/jnUXl7Dr9/Zg5cvXgsrGkY9Rt0mrhUyJoQyr1iAurdZvSuTdD0XNGuVJlZySJKpwUIQwRq7BlSq0iaKO1521Wv8N3/r53TnhDrDDIgapGt4A1DlOW0MqLiHm3WuTzHTMirghDKTlBZmzcaQdnsplG4WKc08NgkE91NhpJDVxPtb55olWMG6jooDpPUsEoTlC2NhaQNLsxexMb+MSDiB7t4eBOJRHH7yCH74g4fhsegcr9uIy2W0t7VhZHQEg8ND6OjpkbOLUkOMPWhAwdZt/m2ezWSOWQTDRL7Gh97+YXR2DcBxvag4ZFvU4fdayK6tIx6MIeKLStLosAjKbmZu8zZbBXjOe+H6HNXdQZkADw26qNFmox4mfulFzakJIBQMhSWmoGu0tDnrQh4TA46/kn1RDCd1VrAtVbWl0eVduO9Nbezy/HoNUQEGKQ9AeZmAaAGeOHEGf/Fn70Jto4SD+6+D5QvgZa98BXbdeBA11w+7yA9CoJwxgWKqcv8gkGGkb5gkmQJ3EDHUPUW4/joqpZoAZf5QGB5vBeXCMjKTPwLWTyMa9sKmbt96FuVyCaVyHum1MlbyNSxu5HHhxDRqVR9iHheXHBet+/fAW69il2Xj1mu3ob0jgXSxgMXECNzYIDw1G0V+LgLlYmiqdBDFxMznQzgUhG2XVQuv6OQrEMewzdiCLPNOzha1L/FeSpznuMJADnl8yEzN48w938GjZ09gPeXHC15+J1784hdLC3OukJd1zGSZa7RuK7O0YCwqwKl4DujivGmpUE70poggQuAKfNFkAVFIMXusBiTe+LbnBqz+/Sf+BgszlzF56gQmT55AeWMVLRELiWgYhbJKTslC27VzBwKxFFaqXuT87dKK/dnPfUbkOMQARlX5r9xjtOa3KZHJjqVjSDFEMvIGrop7CZN4nCq6U0kpJGQ5VmQvUhSFwJ2ujinnee6Jlu7+oquzXxWZ4IpuaoAmKT5lSsTrssuK3EF2UDaTEx1FxnPC/JL8Qo232AUwIVay+MogRX6hi5eUcahWsbezjLtvtRGNWqjl63CqHtx/CvjmExY8wSh8ThF1xg8OzToZG1XgWjQ94x7G8VJxpsiSyDFTFxkGukwTBN492IpX3zABe20NSb8Xcb8PC8tpnJpbgq+tA0vlKtYKnLt10UiXtn4aQzJ+4X5IXf6WFmTLNk6tV1AOpeDkFuHNrwrwwy4sj85hFBCpjflcF21t7bjr7pfiuuuvwbkzp3Ds8DGcPHlerXePK2MuwIU2CFIUAB1j6K4+09HnISLiUi7Fxqte/xrc+cqXwgrpNn1bzWkCWQQp1IHuEZDOsEvl3JMcThUgbLb/Us5Y4iZXtB/lTHQ8uvBQExBRQFRYwsZj7mkEweW5Hjp5+yRO4T5l1rxhrAcEcOeB58HU9AyKFRteGu1WyBRUbFVTDDGFD9M1YPJbA/RcmJoVwJFsNoKUvA4pvkmRRwHb8l7wwK7UMXVpCgM9nXKeScwsGrd1/Pc//29XfX7zBZ/+0B8hvbqM7NoqqmToW16UKw42ijWsrCyjKxlGS4QakLYw6C7PryDZOQTX48XhI0fR05ZCdyoupnLjna0YHuojt1QKQx4WLSItwvjkfaJpT5wFP7jIrK6gWCjAdsjIs1FyaphZWkcpX0EvpUUqG0LwaE0lhUHOPU3GtVxDsWxjKZNFW9sASjUfJpcXsF6r4MySiyIJKl6/5Ixk2RJHYPt/QxpJx7HS0aPZgrpfT8XGGnzn7BCrajnHlfwK56HjVX4ulC8gqcvjI7CqHOi5ptxqGfPnJ1FeXkGgnEdHPIiD+yZwfm4Oea6pUBAt8YQqbrPgyOJOMCz3sGIX0RKLiE4p1+vy6hoyuYIAmXa1JoAnCz/M98n0VNiA9mrxUSIjIOtFzVMVk1G2gPFTR8CLnd3taAnwDK7JuvDXHTDUiLR14PW/+MtwoiFslPISIywuLGBheRUrK6uYPH0O546fQTISwQiNeiMh5IIW8lYdN99wCHsHx+DWCAp7pYhImQziHfuvPSBrbn5+TubxwMCAdE0q/xyfsFOJWZw9e07MLaPhqMQh4Qj3KJLnIjh3bha/83vvwdw8AeaIMNEl99M65gaUrOnCI4l5lVJZ9JQ5toxZZH+xywKoM/+lJAxlHHiN0i3luggHQyIXQBZqb1uHELUou9HR0Yl82UYmV1R7mMYm+Lr+gX6MT+xAMbchGsTjEztx/PhJbGTSiMdioi/rI2mBJCDXQSQcQndnu5xDBPo5r8iwFZmrelVij3yxgBy7ZG12IkPOtzoPGo8XTxw//ZzW+E/qi34KrG65swZY/exn/6HRlmJYFeqpm2265gBUmqQ8yxSjQLW0qUqP+n+/HOZ8mLYoUyE1LD+pcBrNTxFah1R4uEg3NjL46499QqpwfssSdgoTJzpvHrpuP1pbYtL6xEOYVyedBJYXx0+ckEQlGlOuh7wW/n2y/0LhsLjymbYOSTxZMfdQCJ0t2tysVRLKazWMRzH/0FVZfj5ZmF4yuIzmkarMGFYs++fYQnbp0iw+8cl/wBNPPKUqaU0PA6o2wCWN0hig2QS1/H0z+1TgWx3UKGKUBgO2aIA+7f1FO82H9s5OxAM+RNwKhtvi6I74kQpTx6oCSwAqFzYczBTreGxyGXlWsFn1l3ZRpUXLQ5KbEK9LabbWUe2KwjPWjqGdY5JMTp89h4jPj8Gefpz4/uPoqUXhLSvn7CJqiO/swtChCTz+1GHkM0VMXHsNZs9fwOrkNHpGBwVozaytY+1HUwjkbATZSuI6oo3DgGLnrnH80R++G0Fx71QyB2J4JLqwui2PpAqdfEnS7ygmplTRNKtXAnOttcR5IkGnZsio1yqwSbF9DEtLMRmEEcD2Fmo5yXzxKiDfclBhAO26eOLxJ/Hxj34S42PD6Ex5cezkNDZyZEaomIEtEvybfjlgLWE3iVFYMIhEIopojPpTXu0q7RHJgO9851+vem8WYPWGO6TVjIEVg3Th3bLXqVQBymVYThGo0zG1qtv0eWVMnlQCVLeCQLIDbjIFVF14GHBWy3BrSv/VYktONAwrFIFFTVxWo8mGLWdglfKwpHqrACXpptPJ6JVt9VeuEoOUibkJTcmY5PD2BbzwBMJwCFpVyAKss2EYNeTh7RmCG2mBY1fhJbM2uw43t6gMrgyoKmeyKaL8+8NpgJFmdqNqIdesCp2oCODeoAKp4ovKBEwDvZ5D+k9uLa6o56rXiXuu5oQK6KHfi0xxHv4i6O7xIx4OoSURBGOWiN+DjlgUnYkQkmE/Rtvb0BaM4NSBmzB8x22oVwtw6n4EfGX46hZ455i4SY6kEF/1vRRi1HUw16paHpS9QFUK0HI3BBQl69jos5mxVWCphbZ4R2NUlEaa4hrLqDW9h0lbSZ70ueTmMDVXULrsg02eWJKrNzGtNrHrzULY1rspWKYZbxKtm+zLpHVJgwfN9zhAWRf4sW7XcN63in/5xodx/G/OYGx/HHveYOO3nFvQXx2D0xKGZcWEjWl5K6LLJwC4CJkqlq/APAJa6FFroLuOgH7SVllzlCyH3mN8193y70/KLc/49d98/RUsJAMAEbjgOW2YquZckxYqEr10CzrHwbxGieyovZD7G7sEmEiRsUpdRO5RRvpBNKbJHiKLSwOxZCmJOYU4R2s2k2YXmNZuAgR8H/VeEEfd9fV1KY6GqeMML+7/zgM4f3ZSnHmZKFAKxUtNw74e7NmzC8PbtnPzREDaSTUjV9hYqshqXJ+rdRep1k6MjO6A1x+RhJ+u03yw8zyztgbYDnpau1G3XbhVMhjYV0wXdOVyLgXZFDUrg1Keke4e6TpgkccrmmSmo8W09vPvM7kxY2nugWJeqq4I7u8GbJWE360JsGeAcXPGM8HnYRSPRCXxD4f9Ykj053/xp/CtlTE4NIqbbrsVb/qFdyDV2Y5CqSJAmzm3zDVI3EVARLcsGiasab33Wn5ULWXQwuSHbMhyKQN75jEUF87CrW0gEmQrp41iroB8tgS7VER+rYS52RWs1IAXvObNePLYJXznox/DQGcKq3YJmVQ7dt50CLXZabx4zwAO7hpAtpjHxXQFvt5dcKIdokdruYrNJDGmnOcqzuGcNCwm0ZHkWuZZInFeXZhxZLZJgivt44bRYsFHA55cCZd++CRO3f8wHlucxOD+Xbj91XdjbPt2uLbSx6d+H+e4YUMaZqDMpVpFAC3+rNGSLB1KSqvRrCNTYBBNbYmRjHGqlmaqO3j9W371qtc3X/DhD39U5hv3ZjuXxtknf4yjjzyIXK4In6+GXYOt2N3XgbZ4HDV/GOsIYyXUL+DU5++5R5hPjJVM8fmKi1BaSnL2m64KE58rfVQWWdVWpu6N0uKMEwwVp2V1Fpr4STHQIEY5ZEFyfVIz3iazz0+ZhKruflPammTWs92TIC0L1nIOeTwNQxgDRsqZwL1VYii1fxPqktOrKY5WazuAah3oj+Zx8448RruDCHmqWNoA/uWIg6dm6koD2fIJSMPiK4suz/TYLAOq35pzg6DeYEsIr7p+O6L1ChKU/bCAp46dRsGtI9nVg7Rdx0I6jwqBX46TQ4CecVhAxpudJ92pGNbzZfzwcgZ2NAm3tA5fIa3OWHE+V5rMNHzig/NVWF8dbXjhS25F51APlqamcfihx7C4moZDgzN9thk2mflcbN83a4f3UklQSf1FmHsskr/zXf8Vu/fsRKnIlmmCRmr+yjTRe7qKS/R46GKGkRRh/GdMsszZ2tDM1B1hvGtm31Z5o9LpZmuweGl41XxiXEygR8nLqXi8IOY9CsSngRCBwly5jHV2KHn9qNqUbVAAu/n8Zj2bn5nx4P9LIctxhbjB/zf5o8T+Ir2kTG1ELgdkf9YxdWESIwPdDW1x0xXwwb94bsDqf3rzSwTCFxC55og8TjSRxGOHj2BjdQUdqSgiIXaRVkE2XblcE2ZrNBZFemNdWJrUWva5LkYHeoXJzAJANruB1dUVxBNR9PeMIBJNwK7aqNUrKBcLKGYzoklbRQ2MLHNlG8tr6xLDj2/bBp+nihp1xdlqIrEpWeu8BhvraxkUsgWMDo8hEI0g2ppEzevF984s4YdPnsJCvgZQh5r5QqUEpguMX8VrgbOnUXRWSZFhrkrnkPGuqKl8ink6z06ZdwqAUBJHLBaTHctuAc5ljxf+YFhY8Lm1FcyfPQNvIYOYz0JHX7dIGXG/iZOZrIubzFvVzOY26IrkCs35ero7UCgWsby4jJJdRbFcxXqW7N4ySlVVfOa+w7hIFeaVgWFzl67qbGIspOLPYL2Kid4u7BnoRtxbh8+pSMdM3rLQt28vdt18M3LMJQI+VEslrK1vYD1XwKVLM0gvreOR7z+Mbf2DuOHQAXgSYRw+fwq79u7Gvp274KlTAEW1x/N6FhcX0d/fJySd5ZVVGTeyRNkZaTo/2BFDFitB2O7ubgHRub5YzIpGEljfWBFsx65Y+MsPfhLf+MZD8AaCSu5FDAq18bfUVSjtoIhdiUSLjE+R3ViWR6SdWPzm+maXg3TfsHNBCivs4iS4rTtj63WMjI7i0M7duHTpAmbmZ3Ht9TfisSMnML+8Ab+HHQD0+lFyIpQOuObgNShm03DKZbR1dEghcXpmBoViQRUDRT1IFfP4N5U8j7p/xG8Yx3JukEwkhSAhjrCgovYRE6vxuh89fPw5neE/qS/6KbC65c4aYPWLX/rnp91zU2k3h9mm8KHKkHnImkUkDEGjwymEKhPsGGaWYhGYh0nkNsFB1drBoGl5ZQ0f/eu/wdpaWg5XcXHlgvD78fNvegN2bB9FSzQii9rjC0pFjsnTZz77GVycmhJnXT54KHMR0AyIBz51PhQIp3QxudhZPSeoKq0FZGGJW6dmILCa7uXnUpRzv89CKOgTvcxIWLXT8T18Hh9YOWUSFY6EJACnrtx9X/02fvjQIwKsKjxUV9oNaGCgh2dJ8J8NWFVjtqmfZMZaBZd63LUli9pKVJWcFR/qcwWdOrqifoSqJWwf7EO9koPf8ksSuVEu4+xqHudXy8jZVWGFckORILdaEeCUyQvfkwmaAVa92wisbhO3xMtnziFgWRjpG8KZHx1BZzkEq6gSnRKFrXd0YOyWPXjy2FGkV9PYce01mJu8iNULl9E3NoSRvRPIb6QVY1WAVZUMEFgtlIrYMTGO9733j5BMxRsuyUrQS5ry5N5zwxUDFn5+GXwFuJpgS7XobbZlN1evGwBa03zdBLS5Iat2BjPHDGtGVdgtFEsqODt18jQ+8qG/xk03XI/RgSS+/+CTuDS7Kq2G4mxJR3EpKmxqCZlrNKwwUynn52FQMTMze9V7s5hX3fgyuMKq80obuDCwyNQrUgbABuoEVllJJGvOQGwOPDw4hcUVgtXaBbelDRAQqCaMVTq+SsBNncVIGE4gyGZZJXRGB/RiBhbNoyhW//8ArCrNMDJhACsUlHVPOJXAKq2ICfQ6vjoCAyOoB/yol6vwlAEnnYZVXAJcAqtqDZoAaKvM3LMN7NOAVW1rpYJMBmNqXzMxYhOFRr+lalcxj00hgS2sIXmTZmBVQ6tkzDeBtMIWkgTHJy6o8SiDRD/ikQAibCMLB9GRiGOgtQ1t4Tgu3HIAO2+/VeQYSi6NDcgIVVrLyhxD84KN9poGQI1hRo3yKZaLmmWhYtV1sucBcWvbIrvTlcIHEwJqtvpdC/FEuxZe4N+g8IQlRbIQ2UcCoCqDEI5ewPUgRFa8q55D4NWcFFuBVS0D94xn1TPePwmKRAJOgTFNwKoKgc2900AuLIRrOeS8CSxVvFj1zuOvP/QrSBQs/E5pHGfaLmPo7f145aWb4fO3wgnFUKP/sxsWZgv114R1If9acNlXrVlKwu01rGteEAsbnBdSGWzSGd5+01Wv8V/99dduAqMa5BBwjs6pugDXAE61SSPbdQ2Ad8XvNIjFM5KJJkFEJnMBX0Da0qNM3kQLU7VOEbzj+SvadSIfoJiGsr/wYzaScm2Upq/PAI1kqhFM5PPYBbOezogWNbXMvn7fN2AXyxKU8/3IRAoH/Nizdzf2X3s9fOGgnK8NXSzvJvjF7htqGhaLNuxyHZ2dvRgbmxAn6irvD+c/50StiuW5ZcRDMUQ8YVhVBT4SAFIsXXVO2GFXTAzISvWwDVHHOyW7LONkkj4WxvhZCARwTAgU8fPxYcBUaovx9+ZsNYU6smCZKJj7YkAPYemA4+9DOGnh81+4Fx/5wP9A0Cngnb/2HgyOjSDamsL43j1yvpBRxWKiaZFvgCcEI2jS0aRZaq5Bro8dCh7uDQ5CsSA21maQO/191DMXRVM4FvSLvluRWmalirxPKZPF9MKamJhU8hb6R/bhhte+CZ/+5Kdw7P5vob8tiQ1vAMHhEXS2t2NPbxx3HhxFdmUaj0+tIDZxCwKpHnhZ0Niij26ASoJzm23AyjxD9nEmtnWlHSqt58KmRENjl+YkudkVnPvaAzj648cxF6ziurtehFte9EIk29uQT2fg2HXRbyNoznvFL2NkYUAZf0AVJwRU1VrzJiZogEk6oTRxhZkDHFfTfsxC0mt//peven3zBR/60EekoM9YNREJYvnSBdz3xS8gPXMRfR1xtMZ9aAt60ZlMIdLSgno4iVV/F2rhKL503zexOL8gIGfNw64RBSCaOFxORjlT2Kmx2XbOnxuAlfuYmPmAYFVFtM0j4aBo0DXHVXIPRIdTFdQI0LMgwHVKkIL7jlkHop/Jz+T1iQyAsORFQoGMS/7caO4qk1BVvJYr1/rQHrCVVo7OJmBVkmDGCHUXPdE8rhvNoi3sIhnzoFQL4is/KuPkIhmYPJks0Wm1xIhzU8+0+SY9K7DqAiGrhpcdHMfujjCcYkmKGksLC6j7A4gkUqh4fFjJFVHWhQCfdJd7pfOG1xkN0tG9S3Rq//nxsyiGkvDVCsKycyo1pe8ZUNIB7M4TRr5uPabL+L6bDqBvfBjrl2dx7vHjKJAFT2arlscwYLcAGUIgUPE89yyuGxZgJJerVYQtvH3PTrzlF96BNrYSV4qS1wlkpLuNlKa2imJM3GxAda4jmT9kcOp8RNawLrqJxJZyDW10RShiTgiBgDpXmAeSYWZiNR6okVBE8jjurfzsBWpeB4Myt2ZnZxCORBGOx7G6kRWT1s3WXgWsmnjfXK8BlczvOC7MLwn8N38uvo7Md44BZXHE7wBeAdkuXpwUAFPAfS0Rwud/5K+em8bqz77oAIb6BxBh54U2yrl4eUa0JikdNNjbLoCfj/roAZ57lDwoyX7OtUPt4AC7i2wbO4d2IJKIwR8KIJ1Oq326UEAwEEKyrVXmHd3dySSlURk7ySo0YHbq2MgVkOE8LpQxMDCIFLtLpEikWILMxWzKnuXymLt8Wdih1HNlR10wQtaoH8VqC45cmMP/eehJTGfL8EQTwgoP1jk3eC5VxPRPgFR27bBwo9vmxfCM94wMUJnrSseXebrZS3n9JHPIOcnzn19+fvlh0ZwxGFakLqeOlelJZGan0dUSEwd4FnvYPcJ/uddwHZSLeQHqaKaXiIbQ1ZrEyEAP2ltbFBCYo+45QcIKltc2sLi2ivUSpd9slMoVBEJhMdsTSUAyNsVMU5G0lIyqYtOT7eqtVdEVC+CmnSMYSIQRAfdjP3IeC2OHDqF12yhKVCQKhZBPb8icnJqdw6kz59HV2oWYPyI52sSecZyYPIOnTh3DXXe9BL2traiX2SmsJBKUDnG5oVvNc4365qLNq7ERxnMEXwmqdnZ2ivwcOycZ05ENX6+5mF+YU1qpgSi+8rXv4uN/82nUHZq2kkxEBrKwsmSvFwKThLM8G2Kyt3I9mw5izl3mHZSXpGmVejL3EbWvsYjB66ekX6Ilirtufb5IA8gO7w/h2997EIurGVQqOezadw0OHrgeXe2d2Dm+XebMfV+5Vz4LiX2MJVlAEBIRiydy5imyHYtFvCaSDjyegJw/lMfitmZkITk/CbSqM8lIEqnz6dLlq8/Dn9Oh//+TF/0UWN1yowyweu+XlWFGM9hkvlcmB6ZFVb0BqwumKsLfmcqjQfYbVUANcErgphezqfobHUsVPGl2i9ePC5MX8T8//FEUc3lpnTHVQ57+b3rjG3HDjTcizKo3k6xoTFxJi6US/vHT/4Tjp0+pANipi+B5g2LONh4ChPqziOsg9XsIwJn/hNHIzUKDc8JqYZJFwX/SwG0E/RY6O1uRiqtgUFgqjkqYeTDzwCPIdPNNL8SRY6fx9W9+R1oUWOk0kp/PxFg149sM4ii4Q7PICK4IXV4BQ88GrKoAU30i83q5F5YXHW3taIlHkAgE0Bb1I7c0j4HuHsvFaQAAIABJREFUDpTTi+jt6JQK5apdw48nZ1ENpYTVw83SXBurlNKmxSRGXMOVsZndFYZvWycGJ0ZRLpbFiIpA12j/MC48fgptBR+sggqUbY+DyHg7tj1/L46ePoXVxVVs378XCxcvaWB1GCN7d6CQzmL5oUn4MtSFVFIPBFaz+RxGxobxF3/+Pqm6cePjpkwWCzdwbvDqoZIDMx483Mh4MqC5CZ5MsG4Mq9QaIONJabY1QFP9XnK/tZ6qKQqYwNUEvEqj2IfDTx7Ghz74YbzqFS/HwX0j+Nznv4ajpy6KnpdUNKUFRkkLSHKr9TfVeKsWYwO0ms+zsbF21VutMFave4W0yQiSwMCXc4jJj12SNkyLbI0qhcOr0lC3SYKmtqCDujcIb3svnGSrtMkyEHMrZZEOkFZIAhHUYPIFlJEPwdlyEQ51Vu0SrBo1r57OWN1q+GQ+XDPkqGA2raPGtSisWCZAXmktoqGCMGdZ/RwYQt3Hm12DU3SAjTys8jJcFJUEgW6BlBVCVsSz9Y83jfK/D6yqRE9d59Z+dNVm3fxQKYkpgGy5nc8ArMp7y5zgfFTFDM4NcjtZXGVbbjxOVocfEa8HMUoERILojLWgK9GCyJvfgr6DE6LNVaW2Jtl4bO+R96Txl2aiNJlayCfSoCv/dt0UGTQqzPbEkgVkLAcZt4YK6AxsgXZDZF1E462okNkg4wxEPV60wIsELCTgQdBV7V3cowSMpS6TrACC+Zuj+G8Bq40CyKbawNPWhrknIgIhDFKlsivn0TMAq2rnqKLgBLHqAKvuCt7/X1+KV3V14zdXbsDJwhJO/UYab4wcQO/0COpBC75oDvUag0ihUynwVNpttdGZyiPV77Q2eIM9beaLsF2FQgrseuFVr/Ff+43XXcGcM3uTtOU2vVszQ9WAkc3gngAtBFC0nqRhRskZQtA5FBINcYJ/LDhyWhDssCsKxGPLtGEWsrjCVmoDjm0tAJpEX5IPr1fARwb61OtcXFpBa1snnnryCB55+McIUf+aDrMVmiVVMTQ0hJtvuQVtXR2yrwlTRYNAKl7QOrFsP6wBR48cQ8Wu4+DBG7FzYhcSbZ2qW0UzXOlmnl7bgFV14XO8kkR6/OxqIctfSfzYupOF2ti8dhb5GLwbJpQ5U4zuI88Ujh+fQxDAxDHmsxoGhJEqknumXa0NUGEYpTzfCC6EgxbuufeLeN+f/iG6o0m86tbXoHtiDHe+/G509vViPZMToIvPt+2SsIOMvqtpi5UisQaszNQw4GDOziFgJRCJBVDNTmPp+L2wCgsIRagLqfQRy/kCysWiJEaU/slv5DGXLiCXq8HdsHH63CJGn/dC3Hjb7fj0+/8EE91J+Ftb8Y0jp7Dr5luRCntwx55uhEqLOD6fQ/Ka2+GNJBGCjYqjxtacpRwHGR8tL6FYwVwq2pSGIDfPa7+K27h3SDzJ86juYvnUBZz40ndxcfYySkMp3PHaV+K65x2SNk46EbMNPRqOy/okEE8tXcPqFmkhbd7G7hgDZnEdEDA3oKQBVlTssFmsZZFVdbQqJpasIRd43Zt/5arXN1/wV3/5VyIjRAAhT03EjXWU8zmcfeDr8JTIJPagJRxAMhqR9kdqrqatJEqJFL72vUcwdeGy3MOql/Y05DWpRyP2ZFu2rHId6zcVZERmQRsUkqWrTChVRxpZpoahvql7Z2pFivlNwILrmwmvJcCqaquXRJvrX5ukyr6sgUN+bwBusx8ZQoTpaZDx1mZIBFZNfGyAVeIcfS1FXDdWgL9WQcDrCmv0G0+4uLDBNnTGKuzMIFzG00rtI1sfzwasSrt4rYaJzhhefd0w6sUCCgRc0iyge+CPREXTvkivCgHo/Aj7AtIeX6kpia5ELIrR4UEUXC8+8q2HsOKGYdUKaPd7UCmWVbHAq9aBYVHx+kQDm5JMlGqjOUuQ5AjqlQZRrRCoUswxs7b5Gn4fDERkzLgvUcaDDLUDBw7ArpTEg+GmF7wAPQP9ojfM+I6mO2zjJYhp9jg1zszNlMyaFDc0cKvOEAWom3lhOgjE/IgFCF1cM+cLX9vS0iayWAS8qBGZzeXUGtPvr7oWWxsFKwFCiyUsr6wI+NQ/MoqFlTW4zPv4d/Se0czY3UqgMPqrnGck2bAjz+SpJq6viPmvVwgVlUpNdP0z2Rz+L3vvGSbXdV2Jrkq3cuqIbjS60Y2ciUxSDBIFMUmiwihrxpKebMvjqPH4eebZb5xGTrLosa0wDpJtaaSRREtUoGgFkgpMIgGCAIhAAA2gAXTOXTndune+tc85VYUWKD7Afn/8sfjxA9Bd4da5J+y99tprXbp0ERuGBmRMzH7Av9//x396Xev7LXfciO7ODunc9PksjE5MIJpqw/qhAUxcHAaVh7rScUQjQblnvJdkJZMRCVeBV7WyKnalYu2wvR7kKmVcHBslzRyDfQNytrMwGo2FZU+tN/xTlDRUuVrDQi6PfKWO+aU8CuUqNvV3oT2VQISddVo/nQDhzPQcSqUy1q5fg+7ebskD2DnAQjqluKpWHEfHF/HgEwRXK3DDCQQooyXdJDSKUhIVcu5RQoIO7LbqNGllvpszQM4v6l8T5ONa8BBUDUihiXsitc99gaDk4F4rJN1VkWAI1ewCZi8NI+LWEPWyBT0s0kDyftUyatUKksGAmEBSUzUespBOhDGwsgepeETmEoHCcqmKQqmMucVFTM3MYmSugLmFDBYyeVRdrxgrcT1yfpNlbYqZHHPukx5vQGlGe+pSONk+sAL7NqxGioXbegCT1QI23nYLujeshdeKoFwoo1TMCXD8gyefQqlEUygL2zZsxZYtWzC1MIXvPvpdpDvSuGXfHtRLBbgEVkNR6bygpAfXl2Up42kySNva0g0jTeo6T09PY2RkBD09PSIVSNMqjkssFkcqlcbszLx0EnHMmXOdPHMef/lXn8Dk7KzIkvEQ4PwTyT0ppjEIo/+AX6QCuS/4KefkDaBGOQj21DuUYGLLfwCxcBhJ6iSHowJ+8v7yPFnKZKQ4f/vN+9DR3YmJmVk8+vjTmJjJSn4+tGUN7nvzW1jjRSgUFbDz8ccfx/nz55vyHzzbmPg3OlGlzUUXfJSMo+ihs6Kou1NFV1tiDEWIEGKClkwxkl48x2dmpq5rjf9bfdErwOqyO2uA1Qe/9sAVUgDmaUpbSU00VnQEjKQequPKQdRamWkyCszk1PRp3V7F9h8TjPJ9TEuV0uggOMNAJ4AXnj+C//33/4CAMmCUyohUIEpl3PXG+3Dr7XeIHgbPEy7mJbInylV87etfw7Fjx5TGDoNs3e4nbqgCTDYF26VSpn/eek1mEZoAWVqnGKAIQEAw2Ub/QB9WptmSoCUY6Yink3RWVgg13XX3fThxahhfefAheKkJqRqqZVivF1g116yC4aszVuX9NbDavIcEVr1Ip6jnmUDYR8FuB+XMPFZ0dmB+4iI29vdLRTbjenFo+CL88TYJ0ESs3Fb3TYIjCtOLWyc3HQUyVrsjsNZ3C2O1VChibPgcPDUbQwNDAqwmsh4E6HHERNvrILy2DWtv244Xh4cxOT6FtTu2YvbyGGbOjqBv7SCGtm9EIZPF1OPD8GdK8Duqxa9arErS3TewEn/8xx9BZ2eHCqAEAFZtHNSVknESrK/ZN1xn24Y4WjZbTsyGqdo5dEVeJ3Lc5Hm9jXus25/kPQk8sKKqkyVTrVagnYKLCM+8eOo0PvrHH8Nb7ns9XrV/C/76b7+A46dHBNBROq0SpqLuKKDVAKv6IjW7WjHuTPKzsDB3zXszgdWBXQZYVdpYClMjsEpjqRo8NoFVGkxVNLBqGHyUA3Bhey342nvgtnXAtT3wsJpcq0jwzuIH9YO8FhXLfXCF8QS4xRLcQg7eWhmoFa8TWG0xueJ107wpGJeqNNMxBoYEbVGvwLWi8K/ohU0mXt2Fk6vDzRXgLc/BdfMKRNRyAArkeWkhgtZBvjqwaqQATOO0NOe3vOwqbFT9W/MKtRcsezSAVdM4r1irKhzQ4Kq8hMFoQOoI4aAX8biFKNn0IQYrfoQsL9oiEXTHU1j9lp/Bips3o+T3oOwUEXIISmuzF6Ojp+UADCCnPsGIEegeQN3uJ3uk60HZ4yIHB1nUBUQlsBoUH3cP4vF2AVu53m0Cqx4vUvChDX4kyVAVgFhBm4rRqYIcuScvA6y2Aqpm9F6KfazuuAJxZXV6lCKi4ocuB8HVuxGwpkHLDOqYdEfxp//p/UiP5PEfN96G+pKDpzxHsffuBF4d2yHsAac+h4ATU3syVQCEicvzgYUMAqy6MMnvR8COexXXiIfMFN5nFo5UMYZ/hre985rX+C//6rsbe4Q6H9RZZxirrYXOJvhz5ewzr2GSrsBQrXtF7UEyQ2hQqdlFbD9ksq0AQGpjKXaJYauZxMiYCRpgxLT3mXOWfxpg0gCNZLAygeHsKOZLeOx738fs9DzCFo2HbFTLFdFj3LNnN7Zt3670ljULlzOWYIXZ+6kJxzm2ML+E5w49LzN637792L59D5KpNkSicfkcv9+S9mSeE2prJntCtaN6WagRPWIalDFvsiWRJ1OV31M5dyvgQ8VGKhEXVpBtN6QUGgmhbiszOoHS6RImW4ttjGqHMoxVk+RHYhEsFhfx4ANfxhf/4q9x07qt+Nlf+zB6d+2Vdt10R4c4RbOAIGtKZDrUmWbuicxt0UHUpSrNqDFzQ+4l56FTRW7iIhbPfwfB8iUEQzFl6kUmXLWGWrEkUgC2TbNTMppdLBRqmLk0h6AviEvTizgzPIbVQ+vRFXaxtr8NyZ4VeOAHTyPvT6N/aB0G0j4k7UW4yR7E190o+t907XW8NLmoNswjTcGTybiJ04TRqHWvZT55vKh5WSByESELsOYIo3bk2aM49eRBzBULiG8bwk13vRZDQ0PSbUFWl+X1IxAOoua4KIknAMQEjeNjZCRE0zJAaSu2M6q1y3li5m1DFqDFbEvYcLJe1HnQChIQUHvbe372mtc3X/Cxj/6ZFBB49jH2YDsj99wfP/gPmDt/EulIGNGgT7R307GYGD5V/VGUY534/tGzeP7EWdVG72M8q/SOzV4h80LYROo7mkdjr2D8x1VBkEGDIbbqrRSgxBjeGgBZ5pqwK+siAcPvzXZZvgfjSVM64/pqdCdwDTWcppsdRkYuhGQOSd4bZpZKFkDYSBLrNWMlKR542R7sQ0cog60rM0iHArACNrIlF9877OJynqwyxaDieeCj3uE1AqscQY5mGBXcvWM1+tNRlPJF2LklOUOoT8zzj2cbQWSCgQR7WCiSIim8iMcS6O3pQc0K4a/++XG8MFMQQ8Quzs0KW75Lws5TEiLci5XWNTsJyjVFdODXV/rJDLy0XromiCwv/Ph9PHc8WLduDaLxqJzDPT0r0LeqF8n2NiTa27GUUwY4ZEJSyz0YUHNCFYeYB1Rlfpv9RLwtNCPfFIoYI0u3giE4sI2e5JoW80Mju6HATxfpVEqk29gBSaYlJVYajWMcR3boxOOIkAHt82Fhdkbu++T0NDZv3YGlQhl5yltJLK5yASFPaCZ8EyRRc9/sjXLNfsoQKIkFM+8VkE/JOEpnaYYlz5OlDEYvXxJNYxaxmmBsHX/2kT+6rvV9++4tstewGFqu2Ziez8CKxTDY3Ymoz0XCcrGyKymkIoLPLFakrAj8AY/oRlLyI58rYW5uASMTk4i1pVGu1zB8bhgLc4vYvnETbtm/Bx1tCVSlC0WZUkubOvN75nd1BzmCs/BjbHoJlydnsHPbEPr7ehH0s0OsBJeM4mwWC/NzWLWqF/2r+9U5QzPcugcOmZ3FBeRtF7aVxJnpLL5/+DSmslVUA2GJK9j9qDpbFDHDy2vgz6hPre9VYy8R82KFKVD2p1GI1EbZ/iAZqwEBIEXag/eSklleyg0FEKIZ2+w4ctNjSPpVo1C5XIVTrUmsTE3OLWtWYcv6NejqSCMAejaQcUmAUDZwmcNkp/Lcp7v93OICxhfLmJiZx8TsEibmM2Dm5LUog1aV/a5xna5iPBPbKFfr0vnqVPJYmYxgz8YhJJjblm10rh3A9jtugScRExA2O5eBx+9iYWkJx06chM8fEhbo2v412LV7Nx558jGcOnkct9/6KnSmksgtzAmpwWNRSog6wBXZOxhfsKjV1p6W8eBy5L9ZOKFZFVmqnR2dje4krnFhq9aV0VU2k4dlhWTVzizO4p+/9y2MjJ2Tjh5Gy3aNuTLjCuU/4WHXj8NONGUMVisUUcjk4C9VpMMuErJEv7YtkUAyHkU8HERISGkBxOJxYeoyV5d4lPtdIIBsqYLRiSnki+wW9WH1+n54Q1GE2zpwaWYBX/3WtwXsFkkIzX41566Je6j1qs47g8Eo60njl6GA4WZXMc9CysQYDKCpSe9gcYH7ziuPRpzgttImXhkXGGD1G9/4SsN0YvmwmICSQTSr+FyoRo+0UZVp0ZmShC4QaOh4SfsGGTA6IG0N2sxk5oRmAELtk8NPPYUfPfwwOkJhJOIxxOIxLGYyyBQr6BoYwuD6TZhbymAxu4TFhUXMzs0hHqcWyAKGh8/KJtDKVpTgTzOnjF6oqbCIELy0cGqBaR0IazKXMiLRNXxqkXJTvPW2W7Bjwyr5fjycpBWSCR+F4mlm4brYt+9mPHPoGL7+zW/D4yPQy+Cv2aYvC7wZUjYCzasxVqVh1Tg364V/LcCq+ay2dJu4ADKcsytl1MtFxGl8kFnAzjVrpOo5Xajg8PBFcXNkYM4Hk1m2YvDa+Hdei2gzSV+ug0pXGKGNPVi9ZT2K2TwuD5Ox6mDjug0YPngS4bkaglVW5VyRAggMJrHh1TdgeGQE46PjWHfDdgFWp89cQN+6QQxt24hSvoDx77+IQLYiepCsPBFYZTLb2d2BD3zgfejpVXo5ZKJyUxcTKh5aWufXHMaKpaUqlILjtAIqOihXARgTYtUuxU1U2LqaRarae1VgybGQQJmaa7otStq1BCBikKJYAmdOn8Uf/N4f4s1vvBd3vmYf/vLjf48jJ4ZFAF65iSv9FrYcyOtbrkuMRrQDvBHt57gvLFwfY3Vg95vE2EXMfxsmJjZcasQSOGflmuAk9XZF/0gDj2RHcg6wdTzdDU9nNxyONdt3BFjVTe68fjK7RG6A0UsdYPW0VISXAVwtf41SAGqXIFNE2+Cowgv19QIU4ScIpYHVOoHbMrwU5+/olkq9z3ZRJ2O1WICnNAvUVWuZek/FVpUD9yehzZ84Fa4OrKpXGykAdZ1yTDfhUskYCWIolpX68CuNmV4aWG0CqdI2d8V+oUFB14KnriRK4lG/MFYZpIRDBFYDiAWC6E21Y/3aLWi/dx8CGzegZOfgcSz4vGRvKw0hxRjQ99uwlFrmopFwMQxW9a3YNuyiSg1WYYOq+SuhlseDVLxTXGB57ygZYLlMPgHaJYTZ8m8WlB4T9XEKPmZQ+nJSAMvBVZpxXe2hQFT1OwnhNWOZe7TRyV7+uoBbRdkJ47LtwbjvOXzqlz6E0W/b2LOpF2m/hdpcGdW2i7hhTS+2JFcJyyYqyTOTG9USJQEmk3Q/nbgdLRMgX05pGXqZKHAvVcYupjLOveqGd33qmiOTX/k1mlc1HwYkNWNpQCm5d4bJw+BV9h3V3ifGUwwuNTPJPJd/CnNSJ/RMEshapW4XGZ1mzptESEBZtktznxOQT5lhCVCruy54FphFYaQCDLOKxdpgOIQy9a89ARw/dgrPPn1Q9Hc5Xiyi2lUbfX29eNWrbkKqo4MOlQKo8iHtXcJEVVJFBHICVkgMJ549dEiYUHs278Krbrkdnb19CIQi8nzFVlDaxjIbZQ9WoKqMS42tfwQTlbkOzwF+OYIfXD7SmqrlZvgcsm+NLEChUFCJoS4ym1ZoM2Ym+eE0ZsujuV98Dd8nMz+HL3/+c/jKNx7EbTfswttf907k6h50buvD9h07pUVRzDS594lbueoBEtZkS9eQfB6TVA0Emt+ZgrnHLWF+7BzKl5+CVZmhRbVIAFDrkUzFarmEelkl5dLOyRbSOlCoOKjla+hasQK268WpY2fQ09WLgb5OJGMWrEgEpy5N4oFvP4F4/wZJqIK1PLbseRUCHQOwmcw6ZXmtmQ+thXq1P6kHz0NKj/BRJwPf44VVY++kX+bU9PFhnPvRQZy5cA61VBhb7rgF2/bvEUCL0gE0Vgx6aZwRFU35bLEkumvcM0VHXuum897xPvDfInskTsgKHJK5que52Yta2XBy7YwTtN6vYXHzWt/67g9e8/rmCz76px9V8Yawn1RbOIHV8wcfw+HvfxsdIR9SsSDCEUu0T2NkZtGN2ZfEwZFpPHLsJBwWR0Qjv0kyUPGRRxVHOXc0cGkAd4mjCKjJvkbzIbWmlGEfUCtVrgBpzXiINp1mNHHspDVXmOU0DNEMXomvm2emAKsNzVRV3GbCzXVJR2hlEKMrb0b7X+vcGs1z831C/ghcn4PuWBHruzKI+ryIRBxkCw5++IIHowUWs9R5zO/mkxPi2hmr3JNqdgUDbRHsX9OLOGqolYoSH7E9mPOZ8yvGsznoFw8GsqxkfsGHUCSORCINbySGrx46ha8dPCV7DjUhBXhknBVQOrZqP4jL/GHLLofKor6j3wu7VBbd7qpdk70rpAEGs3+bYpMVCMq6XT04gPe//2dwYeQcDh58FolUClt33oBVqwexmMshl8lKVBPweBGLBxuse+4BDYIN9e01U5V7HqeItGzLelVtvnIWqamj7p0GfPlzw2RlbM78kvF1MpkS9hylHMiWKxYI7FA2xY/5+QUZAzLskokEzp05jUQyKeZCa9ZthC8YxWK2IMZjrWedWX/NPUR1/5nYTgBXstf0GWjmsPyb+YfE6goops8DuwKymQwCen9tLSje/5E/vK71feMNG4WxyTWYpYanw9jKi4TXgy2D/eiIBdCdCiEeotSWLedxMhhGMhGFTxzmqRHr4OzwCA6ePo32jjY5o9mJSE+Sro527N2xDW3JuLSYF/I5lCgFwH1clIk88t3KJCUEojh9aQovnL4AfyyKdRs3I93ZgUiQXVEuSguzaA95sXnNKjkfyDaVLniHnRxVZMoZVHhWVusoORbOji/h2JlRjHmU2ZjqmGfOVRP2KmUoWLAxbNVG/Mdond1yulAp8jmUpmh0UGmNVYKqQQKrOg6g1BpBZ3Z6eByUZkaRnx6D5WV7vNrjw34v1vatwNr+XuzeOChGZH6vkjlTt1XluczFuNeTzUzwv2LXkM3nsZSvYHYhh9GZJZwZm8JstgjXIrNb7VtG6og5BvNKBiQcY54BdqWIoBdYP9iP7nQKyVgMr3vTvYj1tCFnk6lahkND06AXE9PTeOGFE+jqWIHe7j709/Zj5ao+fPFrX0Q+m8E9d94p15xbXEQiERc9XI4XGen5fE4AVYKnLKJIgZhdBrWaSACwSEFDUDJLKanINZFKpcQzh2uNwCuBU5HW87rIVRZx/uIpjM6eRZ2Rv2vBrvhQq3hRKXmwOL+EymIBKzo6EGesnM2ilsvLrtoRjYvsSTQSRpheIn5VfCR4zTEi+5j+OCKFxO5D5no1Je5HczLmlT5JMpkz11D0eLDoePHl7/4Ah04OC9DKNSCEIV08VjKAygvCmDLr5j+NCWlyR4upujF2lGxGCCDNs4rbF9f60uIrwOoV+cYrwOqVe74BVh966EEdNFJHSbmzKW02BSjFY3EJrnjIcaIFqGei3XpNkmCqgZLcCFNHUTplkktg2tQZbMW3JSB1HVTr1LoK4OD3H8PRH/4A3ZEwOuIJWOEQxqdnaVGHssePE+dGMJcroawrkVw0dJJrMgdVK5m0rBMMNNUPxWlsASkZFDQdZg0QJ+/DWrI2IVELjISNGiyfD297+1tx4NYbJZhiO4NIInghGq6VckGuo7OrFw89/Ci++TClAKg7yQBSMSaXM1Zb26H/tYHVVjmBNIHVVErYOdVyEaU8HX0Lwki8YWgAhaUlZBwPLi/mJDEmO6mRrIqmHuRwMfeZCRxBwVJnEOGNvRjaugG5TA6XzpyRytn2Ldtw5pnj8E+WEKoqPUOaV6Evgk137MLI6ChGRy5jw56dmLk0iqnT57Fq3RAGtq6HXarg8qMnYOWq4s7MuVQpKDdM6ttFwpY2r1IHdChIc7I81qwdkCo3k/ilpYxU5pi0lioOcvm83BsGaRRil3lOVoFmJfP+CdNBWCqKlS0HuE6mJGn1sdWKz/HLGggG2eIW1dqDISQSEcQTSQl+52bn8dm//xze9MZ7cc9rb8LHP/VZHDlOYJW8DQKWBIH53VQ1tslY5UGmgjmVdGgtVkCq+Nf6EMbq3jerqjtdyrzK65ZuiAxmQF0pslbZUkbNVLeqOJLiws5AjzrHXrjpDni7euCSaUfwha+VIElpt3p9LlzxEaMRAMQUy83nATIunKszVn86Z1TNGUno+NCMdjeQEmCVTDK7ShmDEmCX4CWTtb1XBPglWar54KvkxWHXU8tLZVxJZDRBnesDVg1YtxxYVYzLBg9Vs8rV4dwI6a90tl9+MxuM1VZgtdm2rvSStXGHS+dRuqBy/kPYqhEmIAQarBBCniBWd/bgrZtXY3pnD2KvOQCEPahUqD+nWEN+18i8KMaX7N2SCKlBVwGsWgfi76EdfFv5nlJI47eSqapeR/MqA14LuKcBJwXiqi9tkyQls1umpCRxnJdXaHEvM6/iHGteV3PwqM96tQfDJlUaaAKrZo81BkbLX8c5n63VseT4cLl+Fn/1vrche6gbqwd70Bn2IlxcwmKhhp5EFOs2xNEf60ePxXOkDl/AAQv5AphS3KCqABiuebaCqq4jxVmnyQSTEngYyKuWS7aN7fqdv77WJY5f/OV3XsFYNUl46700ibWAQ8ZMYRnLlL+jKU3r+dxgY4okjhr/SCQkQXmYmm9+fnfFaDLsIOp8mkcTeKJki9LSojkHi3QquVLtf+a+yjzztU5DAAAgAElEQVT0e0S3nNWahbkc/vmh7yAzNw9qk7Ids0rHabeOfXt3Y8OWLbAYnwjYRPBBJV4Sb7DbhAUlzjK/TzQenzv8PM4dOYnt23bi3je9FauG1opGGoFIadkTMFjtu4q9x3Yxdm5U5Wzh9Sv9VBZVKeMSkHPGSADwuzCpMW38bLnj3/kzPvidBawT9q8yveBr+J5suZfWRiYcfj/4Wn7mX3/yk3j4c1/Abet348P/9bfRvnsNim4FCcRQjwVF20yKgbowQXYpi2gsIBiQvRFbNKBjBRibe0agJzN2AlPnvo+UlUeYbdMlmlX6UHNsMTqpFvKSxBEYq9VYMGDuQSOiCHzRKAJsn3M8SHf2wPH4xUTGqrsI+4Io21586eFHMJx10N63GlHLwi2vfh1qXguZfAYBn7oWYffQYEszl+Qc1BJIkpTrlkE5q8mKpJ4mWzYX8jj/g2dx9LEnJGkM7BzE3W95I9Zv3CwGFuq8dUDdEYKsBMRL9RqscARBHmeVCmgtaZjT8jna5EsVG1Q8zM8VVhu7t2jioduyZe/ULGATKxDYb7wHn/8vAVY/+jH1+WRRG6DBb2Fp9CweeeDziNbyaE8EEEtEEQtFpM2Sn+fxJHF6sYx/OnwEBccLP1vQRU+uabola1fHvBKJaODCFDtETw8uUomk6LCzc6hjRSe8QT/OHjsh79UEVLX+rS7SaYMB1dPl9SAQVAmz3IsGu16fMbrLyCSzsh9xTHVx0hQuVLHVGGbpuJpsW/2d+GfIF4Hrd9GbKmMgsYiAW0c0BuSLwHPngriY4/10JP6l3A0lYK4VWJXtnIapPktkibZ2BbF9RQLZXBEhtvz6RbAHIcuPdDyCWMgSCRWCBnTWJouNjPBILIlQPI2jU3l84huPYjGfEzNKtly7LoFSvo5xqSXxLPcLro9gLAbYDtxqDQWSJXi2MEamuZhmTMv5TGNeFgOoca73a4LjO27YhmQqIUWSXKmEHXv2YGBoDeYXMyjmC3Kv65UK2juSst9zWhTzdCtn/BsQuTZqn5J9yOIR9xCRb9AO6GZeGBBT9nZH52ASh6miG2U4KmVKE9B0you29nb0rxqQ7zk9PSXnC7Uhp6dnMDc3L8Brf38/zp46oToD6i56+1cj1bECC5mCaGEbxqrZc3kNrYCpYqM2C08EVluBVj5fAX06/6PklOOIcRTXvTB3y6prwZxj/PNPfvf3rvn85gt2bVmjyR9eMUaqeAPwR2KwymVs6O3Bmr42xHx1hHxkgWuwnozMIB3gLcnrShUXFy6OYXQxC7dWEz3yof5+bFi/Vq15AWRJUilIGzyB1VK1LOdbnUUt6oC6QNUTxsWZLJ55/gRm6kn0b9yEUEcnvJYP7TE/Yt4ahlIh9Kei8FYLYnxLYhEN2bKFIqrFIuqlHBySsWwgZ1t48eIUnp7MSQcnjeVk36wVUS4VlN6mdMhosFu8qbQ5VTAq+IFhgDbiP6VTJy3qNPVTOquqoMr9ymPFEApFEHJqmDt3Cp7SksxzkqDYbdmVimP3pjXYtWkdVncnECIph/JmAlKrmJsFPMnFGKkJq9qROK5CA7FcUSQTJhYLGJ6cw/DoFBYKRSHxEMQza46hEWNaVWgGPHUlnUiiWW9fL9LpBIZ6e/HWd74VRaeIklOWdRWLxmH7XQyPXMDwmfPYvmUH+nv6kU60IZfP4qHvfVNkkV5/z12y/mSdk61bU2ufhRcWgvv6+pBIxqQQFgqHZI+kBAD3Ea4jjnOeXb+UkEildMyRx4ULI1LYiEWTAkbX6hVUkMVifhwz2RG4gTo8dgT5LNv6u1Gr+PHsU4cQLxTR19WFQL0Gf7WKRMCPCIvlkZCsYxaZmDdSB5nxFQtnBFVpMC5GpCykaWknmSXS4UXCk6XMlCUEraJuRfDDY6fxwKNPIO+EUOY65b0yBtS6O0d1K6suHSWSqPcB6V5TfhOKc6ORGZOsqc29gRepvUHtEQvzr0gBtG5yr0gBLNvyDbD6rW99TTYDtvhxc+MBxweBIx4gDPDF0dPjk81GiX6rMqRyRlW6OorNqDUjtVaWObwkGLDrCEfCDVdQA7pyAjMZi4SCeOxbD+HE0z9GTzyBoGMj1dmBS5cuIxKJI9Xdi4ee/BHmykxIVaDAhWNAVIJlhgreODR1O6DRHZWkq0UKgJuwyqVUcNcIAgRgUK3fov6nA8E33vcG3HfPHahUFYOXgYQRQxd3eQJ9oTC+/MDX8a1vfxc+A6x6VAB4BWNSftJsvTKHv6nyymc3ND40SN3ojblS08sEEOYWt7qO8zOpu0VdUoKKhUJeWgEU64LmygpsNO2Lot/Etgwd2FriRkvav27HYuBE1kPdRinpQ3DrSqzesRELc/OYPDMiG+D2XTtw8fhZ2MOLSNj0bfeizKO73cL6A7txeWYCY2dHsGHvTkxdmsDk8Dms2tCH1Vs2iTvz+cdOIDCbR7DuEWYK9VsJhIoWiw4sW9kt6r6qCpVXA8FyP8mOMiCXHhyTbJqxlXtuAj7tqMiAuBXoNgd60CJg36x2N1tYg8K45oNzopjPScXv3e9+F/bu3oZ//OwXcPzUOTjSIqfcJw0LhtfTep9NgmDuqbmO6wZW979WDnwCcQ3tVo6VXZMADA4ByqrcT2mMEx1P1SIn+kdMboMp+DtWoR4PqnZZUpUYiUkV1gPHp4xDfMJYdeGWqnDp8FspwItFONJ6xBq8Ns9qeL//ZByq/DXNzdLrg0ki11cgDi+tdwnF1VxJJFArwI2l4Ut1qGDIQ/adD55qBcgtwK3mAKcAql4S/TUNaSJPpdlPDYOp5axSzeZsXKXougmioLRKNFdTOYKqAkRTG1kanTQedSWMrJ7TBATVvmD+v3psrhuPW55nwCS2hTKYI7MlJC2PMY8P24ZW42dv6YATbMf0a+6Dd12P6FFbdLL3UOJDM1YbCa66nqbAge6q06wTadOXapv61mafUletvgHvbkess/lNWto91Xvr76xd0gybRTiv2gHcfL4ZXWHLaiDW7KGtUGqDwbBs2Bq6SBo4EGhdv5AAvDA1zd4vuDCb+B3MOwEsVjy4lP8W/uLdfwj7vBcbhlaiLx5HrZjBfP4yogkPtq7qx4b2fqSDFqxADcGAi6DXguWj2ZAPdc5DKe4RWGVCpM4YdVaqNlkprAiRVenWbfnwX1z95v+Un/7HX3zXFUkh9w9JrOXsU2eIOTaaoKli6BgAq7nXNXUh+Tqj0SkrUrfk8WcMzJlsE8BREiwmETUJLFkbZJDoBEmDQQJYEVzUbf2m/U/OPhaz9H3h8gqGo3K/nnr6aRz+3iHEUknQs55tbh7bRW+6C/tuvgnpFV3S1u2lq6zNdaB09lh8kTNAn+28bp7Zjx/+MQ4/+QzW9A7hXe/5Gdyw92ZY3iBsyvroPZwggMhTGNCIzJdSSQDSBrOG7csC/JgAXCViHFMW6ti2zrOATrwmTuB7GODQAJsEZiX+8FsIxcjqCCFpRVHI5HH/Jz+GL/zTF3DvjbfiN372wzj27AwCHWG8+WfvQtXnh11pgqeNs19r4l6t3EA2l7huuxHUAjT+cxFAFXMLi1h65n4BzckoIThTJzOV7f6FEsrlijAVxbBMM5LVOUrWkAJa2Imh4p8QEm2d8PtCqJXKCNH8sljGE88+j8ePX8DgntuRd8NYO7ROmEIcB5rkBfxeGVvGUwRp+HPGIlwgqg25Ccbx30ENrNpLJZz6/LfxzDNPYTRaxdDNO/G2d74bK7q6MTc3p7tQ1D1iu3+5VJJ7RGCb94LxLrXdmJhSZkr0ITWwK/eoZsv3M2CLWRcSR+prkk4ucTVvmltecT80IPuO91yfedWf/MmfNMFQkQ5Ra5P7xxMPfgGFc0fQnQojEAmjLZlClIygoB+BmoM8IvjnU5dwYnRGmXiQ2SXOyNyXVIFDimV+xiEeRK0QYmFlKEct4bJdQziZQpDfoVqUboTu/rXwhdvx4jNPyvMMe11iciFSECshuKiNstTBKO8vUijME3ThmvqOjkgBqLPexOgGYDX7u4nbWuMi8bPSDOzWuC7g4Z7sw1Agh5vXxVEIVTFXnoVj+/HcRQcTuSRqxTJ8ri1yEAT0CZzwMzmupiWcn0WAVIohfmVIY65Riu8Uj+FeW7elsLB7+2Z47CqiMxNIRH2IhuuIhX1IxxOSF7h+jwJWyVoNRGH5IwiHY6BBXc1j4ZGjL+CJ4QuYypWxlM2rzjDNKBZNaNFRDQirrFopC1jUOg/lXnLf10UrwyhVkgE0r6R6igK2giELqRQBqCBC6QTufON90kVFEkKpWBRjP3KIOzpTiIWjomlarhRl36cOIrWHOU8WZtUaY0s2YyPuH9wXTV5mcis1dk2wwqwxBVrZykiIMjD1ujiU9/R2o1isoVSqoburHbMzU5gcH5fYedOmTRgdm8TU1Cg62jvQs2od0p19mM/RfEcVNEwuZ/IYzj3mq2bNSpHPEH6EFa3WPR/m5yYuN2el/FznkNwXTO5oiD1/8P/81jWf33zBts1rRDeUOxwNkQgkhYMc20m0RUJ42+sPoFKcR8Bnw1O1EaVJk+tFOORDMhaVvLpSd5T5VNlBtVRGOplEPByV+869m+ZUbM6gJwHb3Qm0cg7xXK+KJnoZDs9Ix8KlmRxODo/i2GQFm299FSK9K1FhZ4DjkT0jGgohnUgIO5i5DsHa7OIinGoFezauRKJegT01Ck+1JJ4s2UoVp0dnMZbNwg3H4dY8sEs2imJkVAYzJ2M0RD8Ufn92KvqDETXGel9o5EZs1RYWPLXQ/dIyLvsCz4VoDKFwAp5gAM7SPPIXh1ErzSOou258Th3b1w1i/+a1WNfXJSxg6Zpt6bZRe4w6z6UoTYKEMdiigaNdEzPNbL6A6cU8To/O48zoLBZ5tmhZDq5TKdbquMnobsv+hroUZClPs2fvNuzafYNEqTSwpLwawWTOx0NnTspn3L59r6wr2+eIPMDTzxxET3sb7jxwByamJtGWSMIu1WBbHoT8FqYnpuV6V60eEKJFMOgTXdNMJiPjRPmPgOUXAlKukBdNVRpc00flwrkLkrum2QUYJkibQ63ioMrOxqU5VJzLiHREEPCswMxUVWIQy2dj7OI5tBcqUtATw0kxqmWOIoLammTHApve56WrwyN5M/1yWDjiGuB9FSCd+aJ0DZEgQcBckfAsB1hCGJ956Ps4cXlCtISZV7OLw5wNZo82i/Gl8nkT95qzpnXxtp5DSkJJ4UCLS7PXtcb/rb7oFWB12Z01wOoj33lY2vt6V/bJxJmempSDKZlKS7JJ7YtioYDZuVmEgiHEEwkUKyUU8nmtvak0qJgYURxeBdmq4i/tb8JSoS6lI60ijcNL6zMJa8WxZYE9//RTOPXMQURpdMLExu9FqVzB4mIW/Ws34IkXjuH8zJy4gvNh2vsNWEpg9YrF0mLktLytXl7704BVWahN13aOzV133Yk3veGAJBEMtlrF4Q3bipWyLz/wIP75e4+J8yj1lMhM+klQVb5B4660AquNduyWKv7yhWkWfmsA3/j7sjZnml9Qw4hjQ6Yt/xc9MbouMkgPUNhetV3wvlEHx7Re8XcCmhNYFSMv1vYJrrooJ/0Ibe1D/44NEmBNnh0RKYAtN2zF+aMvwne5iGTdjyqlAGgmkvJh0137MLk0h5FTw8JYnb48ganhcxjYNIDBbZtQKzoYfuQFBBeL0uZXowN5qSIJjgl6WoMiE1ArwFOJVpufiWeSqzUl9eCY35lk7WrAKufy8nGVwLABxOnWJlXY0vqKCjhSjFcHmWwG733ve/Hqm3fhM//4eRw9fkaANraUEEgxLTE/DVg1BwXv23UDq/teJ4GBgKsaHBN5Bxp61SvSSg+bLo2KCaYqe4qlQ/0jaeuzkvCne+Ekw9LN5eGcJgbL9iWCZ8RTBYi1qB0AMGCrFhWw6mSk3UfeX/5jAHl1lqEciA1gVVPmBcnzSiXTDSREbUDqOhWCMVW4tRIQa9fAqkBmAiJ7qeeWz8CpZgE7KzuGR4BVgqO6itkATvX9fhlgVYCaBrCqdIYMM/xfD1j9CZEANe9Vs7z83cCYAprJHkJZE5or1BDyRDGQCmP/plV4/Q09sKoeXFxzA0J334OKtwIP2/aEfWomb9OsSnUpqM+XZwibVIOp+rKkm8FchYCh6mEA1i4BVtVrzB9qrzavMs/X4Kx5X/Me8lIC0Ro0MnO2Cbe32KzoT77KdKJOknonxciSevUyYJU/N9cuFXQA844XcxXg3OxX8an3/AkwERJgtT8Zh13KYjYzgkDIwYbeAWzsHEJ7hK3ENkIEVgmOeQmskgGigVWCVDrZJZtHFcMVQ5WgpMwiSgkA2PzhP1++zb/svz/0C+9o7HdmL1F7nGqbNUIjCscwc0slDMvPEMO4bk2GJbnUs6+VUUxgisAqA3T1PiopNddg3t+08kmQLNIDSuuMCbQkrBpMExaRdJBqNgEDbCuIy6Oj+PoXHpLXkdlAdgzZGhErjJ27d2Fo/XrFdLD4fOpkqu4CvpmKC7S+nwZ5K3YVx46fwDM/PgS/48fdr70b977hTejp60fNdlFllwvbrjVoygSFoQC/F4E/gqMNwxIBV9TvWIQW7WAxteHf1XibtnLGQnQk5oNMVGNsRVCOz2H7azyahCfowfjcRXzuH/4GD372S7hly37851/6DWx61V4Upb/Wh1giiapbFdZbK9jTAMhbtIpbJ5CS8aDZHIfHhSfohV1YxNjxb8G/8KICRMR8piagKls6y0XGCxqQ0EC1OLTrh+pQUpISTER5/jFOdD0BBHgw1GxkMzkcP3Mez52fhZNciZInhGQyjbtfd4cANNxTqeOrxlHdNwOOMHleDqxyLnEtT7xwBoe/+h2MXBxFoL8DO++5DTe+9jbEfVEZY/NgZwqZQrx3Bvzl78xnELxl3Kpcjk2rKgGamhiHqXblivxO6V02NYXF/IaJoL52A7IY1iDntQEE3vqOD7zser7aE/7oj/6ohZGp5C6kaBHw49LRZ3D0O19BZyyAeCKCVCyKGOcTr4umNE4AJ2YKeOLUCOZLnDOqOMzvIIwhDRiyKEoyBbcN6jAKaGEFpP3VJnOIxjpk2Ft+JLtWIZrqw5mDT8paEABVt82q61dyCGJaKeeuYvuyQCbSMdLtwmhIyRAo9VQNYrQMQGtx+0qATj3JAKtmz5FP5riwTRrATlTwmi0DOF8v44cj50QuanzRRjHQB5capsV5Ae7tujKHUeyyK0kMHCcl3WTkQpQpo9rrOO8dpNvacNfdB/DaO27DkecP4fg3v4K+dAhD7XHERGqbrHnVDSXAgRWCLxRFgAArwS8rAttKoegLYHh6Hl/6xkOYmJoRYEbJKnDZ+2EJKzQoIDAN6jiGDXDQdMwQBNB7D7+PKY5xjMQokiQKBlEeF7FYEKl0EgMb1uGGfftknRdLXO9liTS4D3R0tYkhz/z0tBA0+CDg3tu7AvOzc2JaJGtC2nYtkTvw6gEy897s/dwoDLO7FVjlOpM1Vq5Irsnf9a5cgY6OLjFzCrPNf2Ee42OXUasW0daeQjrdjVMnj6GzqwtdPUPo6l2N6YWFFjMddZMMO5WMOaM7bYAUUwig87d5niHKyPzS8ULreudNl39rPVaTi/DP3/3N/3Jd63vzxjVyvvHsYVcGwe9qxUalkMGq9gTees8Bmat1u4QY8zQWA8BCkRfRkIVoLI66x4dSpY6lUl3WL/XIHW0sSVCP753NZeDz1tHX24X2NBnotgB4lRplDqqoOC6yVWAyU8Xl6SVcqoYR7+2BlWxDOJIApSSW8llZC5SpoVSfT3eP5ZaWUMjlMTi0Hp3xILyFGZSmL6E0NYZqZgnjJQ+m5hdQrFLD3CudJwJ6GwKH1sQnSMq9i4V/6n4b6R1zr6RIQJNQ0WdTpqCm+OanDivXlRUCrACcxTkULp9HvZpBPBSVzqjOZAx7t67Dxv5udCcjsLhvGZkk0ZxV65/nhQHT2JnC56h5QhCW+xo7b2pYKJRxbmIBp0bGcW5yFmW2sFNb1U92rpJLkn2uxQya8zASCUub/pbNQzhw4DViQFexy9rk1EUml8PjRw+hWKzglm27RIvUH7VEJmlmZg4bVq9GilKJ+SwSsQScSg2hRFSMr2anp6Ubs6dvpXRQRmMhFAo5wSzIVOVnk2DFM5Ks87a2DtnHh4eHMTs1K3tGd7oLBbuEifEJ0YHlMGcuncfCxaPCqA+Hu1C3QygVygLc0pSKTFXJ8KQ7zSOMWEW8Y2FUExv4Ox2L+S2/MFUJ/qr9LSQxH8ea76E8bvQaFpCbxKkgnjs/jv/18A8xW6qiSsKVxJ8q5VA5ruzODY1Uvpc5P8wCbT1bzJm/fPE2invyBFVweQVYvXKUXgFWl80aA6y+8PxzMmHZ1qwANGqfKNMiatgUC0WhlpdFZ7WK9o52JNvTotNCd1VhMZAhImxBVTkiw1Uo7/W6Eq7XLR+iBUbdPbo6aqd2Hqp01CNF/9KZs5i+cAET585iTWcXpmdnEAyFMT0zD4SiWKxUcPzCJRSNS6XWWnopYLWxiIzFlKk2anarBJkmuX4JxmqjfbVu49Wvvh3vfvt9sqmywmqAVQFFdYLFCvTnv/gAHvv+j6T1QbZVtmFf9fH/P7DKsYmG6RYbF8BUDjPdtktRbqMdykq60c1lcEEZBdH9EV1RxXCQIIJjSR0Zdnwn/YhsW4VV29djbnoG08OXRGNz5/5dGD5yCs75DFJ1uscCpXoVtYQHW+7Zj4VSHqePHMeGPbsxw8rz2WEMbhnE4LbNKOdrGH7kGMILJQRq1HJ0UClVhbEq8Ah11jSjxAypMb9hECotARrEIXjpCAOzhR2oKf4mWZO5Q7BQMwNMkaAJQjQBCQVkadhbZc46nNW2ODrg5k9ZDX7Pe96Du++4EZ/+zGdx+OgpqawpYPXlGautFTMBanW18VoiN0oBDO69RzMNqUuqEx0mOII61wDqeInGqnJtFMRXWpbZykZtMw8cfwzeRDeceEizNAKS4DuUEGAyY/lEf9Vljzfx71oJnkoOqBbgrRc0sEqZAQUOmuaMq30XPkPASwH2FKgqbutsJfbH4GN2QEYG9XV5zbUikOyEP9GhmIEuOTUBkSvwFJfglnMCrJJ968PVgNUmSPATOqjLGKtqHol/fYvGqk58/tUYqy3X0zJARiW2CZWZFkyWOSjaXxLUqiuexp7BNmzr68Cetd0I5AsYrlnwvuODiKxfiXJxUcaUHQiNddFgoZqgRCfDDRC1lcnaBEhlrTRgXnWxnfGuxl5oll2rRqskvy3sVbO/KsBWg4H67/wk1ZBt+L1KTkDHTQr8bwFcW9e5oqfqDgXNejB7PeF3JcrRBFaNPuW842K2Cpwc+QL+7r33w8omsXGwG/2pBNxqAZMLI6h7SljbvRqbutehI05R/joiFhD2WQj5glK1504pjFUpRtWFRaTMjhRjXXSh9Z9is+UBNv7an13L8pbn/vyH3n4FsGoKR8qHRrNk9T1SwLmSGmk8TzO+hGFE8QRBYBVjQxJII+yvso+G7A7BwHgkikhUOfUq4LbZctkauBrmqiTa1KcWXVMFbNnaNMSArLxnXMf8OAbaBC4eeOBhnHnxPDrTSXhdrzjSkzkz2L8a+/fvR1tXl3S9sJ1eBcPNa5HP1AVDfje61uZtGydefBHHDx/Fwvg0tm/bjje9+W24+abb4YuEMJfLiKwAi43UGHW0bp8JwHndjJF4HbxQBaIp5q4CEdTcM+xWvs4YXBlDHr6GfyfYJ0lqNC6tmpNTE/jU330KDz74T9i3aSN+99d/C049hYxdwYF33Iaqw/Y9JtVNM5/GeacBjcYaWTabGItIU6Kbgz8QB+wixk8+BHvqCKIBJaHAIjjvCRNzMtSYVDGh5LhSx4xdILxXBkgVAEK3ypmxtmhcV2d/gk+YbrliBacujKIQaMe52SIuTswJOPyWN78RK3u7ZH3QnIPjIaCpBi7lDNTacGY+NUEaF88/+jge+8bD6NyyHgfecA8G+/th83ywFXNYxp0gJOWEKhV5XxYEDPtUEmgBuvwKkGkxT1F5u1dLHyi5ChPvmffmz1qv2QDCAmJpgkErsPqWt7//mtc3X/CRj3zkilZ3BawqjUEUl/C9L34ayM6iKxVBMmIhQRmkYJRYHk3BkalZeOrsKI6Mz4hMgxSh2U4esgQ049wlsM/bWClTH7EsiX4gFACNqtiOyTZO7leU6ggnupHqHMSFw0z82QKr1hvHR2IzYZ4rm0AZM+0cb3ZcJtpqqmrZLT2HlATZT1bJTIJr7r15jpFsMkUcA7AS1Oj1erDDU8WNG1exNoaHTxwDjd0ns4AvvQ4hnx8z0xfFnE3iMR2iC0CuW3c5H6xQFFu3bBWm/IXzF1Aql9Hb24tEIibjFE8m8aZ/9xbs2b8btkNjnjIuH30OtaV5BGngSTkkxo00/BWTQp8Y3QQiUYTiSYSicXiCFmxvENFEG46eeBH/4y8/gUwuK/IJFNvh+qJkiQCYYrDG/YfSTaZQpljH5mGIAUZP2TBWaXSkCBRqvw6G/Ojp6cb2G/cg3dUl65sMQ4mVvB5USgV0dKSFZJFdXEBXRydmZmeQbkvLDre0sCR5npE2IbAqOoc6V5D9lszChlyEAlZbpQp4b+W7iNxYRVirjHVZdOzq6sTg6jWIx9oxPzOP8YlRZDKz0nGzZmgLxsZHxFV85cB6xFLdWCB7sqp0f80cae1sE2Yi5d5awHPJbQiWsT1ZWK1a/1x0MVtAN13w4SgbYNWcBwZc/W+/8X9f1/oeXN0nubK0H+tcKxlPYs+2Ddg8sArRgIux0XNSgCXzkvJHJGcE/V4ESYoJRVBzvMjmy5iZzaNEXW/KUPgDSKXT6O5ZIR0ds3PTyGbnxPQ0HCbATgNddoE4KFPSoWpjtmRjqepF3vZiKdopDHPb9SAYiiKRaiyS5M4AACAASURBVEOBZtLlkgD84XhMtJy4TlhcsfxqDtPcKGR5EKgWkLl8AdPnh3F59BLK2aLoMtfJAud+we49LcchA0dpFysIf4DnAGVoaGCk5o/EjaYDhgZVYjynUTSvR0lRiJyO0uSkVIm7NI/i2EW49QJiwQiCXheb16wUYHVFMoRYUMlYid+AlizkeMg+oqWr5MykVILMBVXyF5kgMfBzkK9UMT6fwYnhC3hueByZYk2AVRYvZO5LDKb02s2D80Vk6awAXn37Prz2wGtEJoQxDUkP3H/oLfOdp36IXL6IDSv60Z5KI9nTjum5OaRjSWxeswYL87PwhYOYm19AIhqXs40gYmZxSTCWVf39QoSjLmmpWBBJDTLOc8LstqXQy/8LhaJ0Bk9PTYu5Hp8XDkQwl53H5ZFLKOZKMl88i3PInzmFsBiOs/PBUuQ0YXRyr9e5kMSZKsYU4pbcr0YQL78TAJ17WjgsGE8gGESIe2IkCp8/IGZqvEZKHdTJzGdMSJJCKIHPff27ePTQCVQ9CmPinqpSB1VEN7GtWZ/NmKF5D1rze7NXmJzbPKvxHB378t8Lr2isXrHHvQKsLtvyDbCaWVyUygVZBqxgM1ghuGrTddvjolavY2Z6Wm101QoK5QrSbe1IxBOYmhqXqj6ZDVxgpJPzYGRCwUMxm8sjlUxK9Vt0aWrKBZ3mSGTAcoHb9RoqNRrnAJeGh2E5Dp589BH0JhMo5Uvi2sq6xVLFxrlLY1gsl8FjWAGEqsXFAKutrqZmUbTqmpqFY2QDDLDaDNSajqRSdRdnQO0w6dSxf98+fOB975BWw1KxJExP854maQ2HYvj7f/xfeOKpZ+CVthsCGNcGrCrgoBkctAYCjeBJg8Q/sQm0tCObjYWsCwq+E1jlgaFaFlkdVcBp68YiiZK0x6sESirMWgBaJVEMygmsuiglfIjtGBDG6sz4JOYujsOp1XDjbTdh5MQwcscnkahSp84j4Hk16mDT3fuRrZfxwsHnsWn/XsyNTWH8xdMY2rZOGKu5xQIu/vAUrNk8LHZ6e11hzcjmzWCHJhTGbOUKHTktVq3NtiRA/v8gBWCAVRkrDcpKp3JTHLMZsOoxb70fcv81y4pMNYVLOKiUFbB674Eb8Xef/kc8+9wLgC8gSSoTFKMZZw6f1uTBBJ7mZ/8SYHVgx+u0bo0BBWlsQracknMQxqeIyFdE68iAWxLn8F9s6wvE4Ym0w6V4Ptcc23wbTCWlXSczwuZ7ElwtAeWsYqzaJdF0hUNgVWDYl3RlN7EHEzmFaaqWe9H7pSGDNwx/UDFZyZQAA3K7ALR1wR/vknXJpKAu2jkOPMUc3JJirLK1hE6PNHcwZ7ySAmiyVSV4ayGMqjnQkrAYYFWASAJRhrGq/q1SRfV8JmuEcs17NG2ZFHuyNdK6UgrgpwGrsjFoDV5dlBFxWyH3I2ZFsXF1AltXJLGhsw1bVqZFv3qKa2zvveh84xvg+DKSVPN6eX/lHVsSWl63XH+Tlyp/azJOW4DVxrdQrTIcgY5El9JCkk7qFiBUf47Mqwbjp6m7alr+heUqwS7vRXMPFLjKsF5bX98CrLYecWRV8zsY8FQ0IfWaNsCqsBP05zHJIEVlwa1j2nZx9IXP4LPv/wSi1S6sHUhiIJmEr17F5PxlFGtZ9HX0YHPPOvSkQtLyGQ15EfH6BVgV7F+DuQQJFatIGQepDnOluaj+rszv+Njwqx9ddkq//D9/7uffdsX9M/sJ17h5CGhszMm0XrQJQFtBT5dmRS1MVukm0YVWgiOyV+rWNjIt2RIYjmjGpW4HN59pmIcmyTUJNRMyJk/8HGHLVCryPxlAiiFPgyL1LnwOWVrPnTyHf/rfX0EsQOAoKtdUtssIW0HctG8/tu+8AWXKgugWacM6EhDTFFO1rh5b/vme/JzjJ0/g8MHnkJ1bQNgfwj2vfzM++AsfQjAWx8zCgrROE4jgWdn6UMl1vRHrqDOT55J6ntKgV8m6YWgZDUICqUxuOH68V0xsZH4EmMAW8bE//Qi++aUH0Rdfgd//7d/DrXceQDUagQhMWF4UCF6TFcaZ7ag9Z/njpYFVJd/CBRgOBzB29BEULj6MJE0/aSDFbpVKTYrGZI8pWSB+L8YCrm4fJ1tLgcjiFi965NrogTU5ngssdnksZWBSKCBXqmFkag7r9x3AYtmLrz/8HWGebN2+FQdec4uYJvoCQRkT/s+HOfsI1ijww6wj9W3JriX4dHlmEmsGBtEdiqNi28j4XQRs9XqCm0F/QIgB/HuELdTagdpIDijZAWUUZDRRLcZ13DvqdZFB4H0yAGorc7W13dnMdzNvTeHWJHV877e96/rMq/77H/y+Mq3SvgD8U7pOPD4xLTzy+Hfx4tOPoSvkQTpuIRVPIBqKIBDkHk/SsB/nMlU8dmoYkxm27rMnWMmQ+AMKXDCgEytZVojttV5pfyf4ZoXIZPbBIljBdeuGEEusxMzwRdG0NTGPAKviU6DiILIE+b3JvCQ4R7kH+oyVK7Yw7CjBJCZSZCVpXfuXAlbNHP+JIoJO3s2+x/GOeoPocW1sj7rYtqEDwUEvzswOI18L4elTNoYnfQgFgqhSI5JsNDLMtIyHtOxq47LVa4bw7971Htxy662iI/riiy/KXF+7Zo1IErE9tr2jW1qx8/mMMAipVe/zBFGr5FEr54WxLW37bNUVDWnKOIS0AWpA3MypBc1CHD0Fjj1/HJ/4+CexlMvAw3tTV870wXBYroukFdlTxazl6sCq2XNVrK/kCuRPDyTPU0YvLkMqDKxehV3790jrNAE6AcgpDunYKOQz6O3tEW1VrqNykflYCd0rVmB2ekZY5lyfIv9BvVWa/FAyRIOQ5owxny+FUN3V2Pon900pdrDIVlOyAAuLc+JlsWb1Guy8YT+yS0Ux28rlF5DJzqKzfaV06fD5K/s3oGvlIJYKBRSKTaa6nCWGhGM6JjTb3sQCJvaRM6iFsCFnXYtkldmPWhmr5j0MsPr//uffePkD+yrPWL9mQHUD0h/E70dbMokPfuD/wr7t63D84DOiWerz2rg0OioanBE5kyrSHm5xH4AXpaqD8el5zM/m0LtihRQde1asQGdHh8yZ0fFxLGbmUbPzgIemv9zHub/VUKzSiNBBoeZiMldBxrXgj6XgdPahmM2JoRJ1BNJd3bLn8EygrIqHBSkdzYpJWyyGQJxsU7L/uYfKsQbXrmDq1BGcPnQYxbl5eAMe2B4HFrkdhnFII08f9VLJUiXwr/Y3XaW/orDEM0zuLTMJancSlAuF4LUCytyWFArmKtlFlCZGAbeMoMePjngQt+zejK1DvQj7HAQDZEYqEFd8KFg41CxwIdBQT7wO1CiRSANLml/ZdeSzBVQrLCg58JIk5jgYm5zB8xemsZCriLQMF5dii+sYWLMqW/MJ/v7973s79uzZKecPfTAkb4WLQqmEp144jLn5JXQFoli7bi2ciA+HjxzBni03YH3/ALLZRThWAE8/9xw62zuRjkTR1dmFUkHhOWvXroXf4v2qiGEj5QeU3rsj65VnHzshJyamMD8/L7FIOpGWawh4ghidHsPpk6dQyleQTiURqxZQPndeOorZkUXPE+6XIgfDMeS+ohhmKoBXoIj2EOHEFwqBxEcEUq1oHJFkEolECuFYTEBWZiYsXiEUkVyOoL0ApnVbinsjcwX89z//n7g4nxUjOQXRqGL6cmC1ic1cWaxrPUOW7wNmeV6R/2tglb+bX5i+rjX+b/VFrwCry+6sAVYLZaVxw81XNlAAYRE6VvRvtvyPjFyUw1kdUlwsAamULS0tqhY4fShy4RqHXNLcqelHkJaMgHg8JpujtNJRdyWrqibiLi8CzMDZF0+jt70Nx488L7IAHck0SuUaxhcWkKlUUciXpT2AIJ0kMBpYlaBWV7/NYvqXAquyHSiZVc3QcLBt6xb80i+8X66bTF4C0WaRimYj2zOCYfwtgbSDhyVZeClgVV1nc8G3VloMsGpA438JsMpxikViAnCbhIVtRKwOUwrAJMuy7WnWrkmueU0NnT0DbAqrpS56TYW4F4mdgxjcuQljFy5ifnRKRN333LQXs5cmsXhkFPEa2a7U8amjFnWx+Z79KHjrOPbMc9h84z7Mjc1g9ORJrNuxHv1bNmBuagGTT55DYD4vBy+dxdneIAkLA/Wacug0QVATFFJoDkH8RsBzDcCqvMbICGgwvTWYN5/TCLCWrSczjqadulat4X3vex/ufu0+/N1nPounnz0ildQawWy6hWt3zKsBq63ghnnf62Wsrt5xQBifwiBRPaCip0aZCoKPTjkPt1oSJ1s5GAUcVCC1iGGQsRVKwsPqtU8yZwW7KWV2er9LMs2ARvRjmfhXanBKRVIQ4K0X4VByQIBVxYQl47M1wFBHrlkLbA+UnkFZH8JWpTMlAVkCupZK2uoVTg4Cq0Ug3SGM1XqN7cRs+aarM+ApZuEQWK0uqeSdny0gFr+fau+7dmBVBwhaY9VwOa8OrCp2kGkHahzay6Q6rgVYVcZmisspc5IyDwDiVggru6MY6omh0x/EjqFurGqPIM8AemoeZwZ2IfneDyJslVC3y/CKoEfLyOv2cWElNRiO6hlKGVc9NK9Ua4Q22aSGXUrzqtb2c7OvyDs14i79ySI1oB4Nw0RTLNHPNUCvYcaquK25b7YC4a0/N0zYZctU/imFOSMRoD9P2oUcHxacKiZcFwef+hS+9MG/Qcq/EkOrIliViCPo+DA1P45MdQEr0kms6x3AymQ7opE64iEP4nSiJWNVDZrMMjLm1d6umBEcX2ri8lrVEiLoqTjca3/1Y1e73J/6MzJWzRibJzYZQhws9VnsCBFmRgNgbeqf8nW8Rumg12NrQFWlgSeaKvL2BiAVxiWNCegWrM99w9rkntV6dslwaMBW2Ao+vi4oSaRizJDpVQUZVeos53UrsI6MqMUq8Om/+UfMjs2hI5WQmF2cmms1DPSuwo233aI0WOuOaqsn81GfZTRH4cMwp2h4RKYMgfSaFzh68jiOPXsYublFzC/lsHfPfvzmf/ktrFm/AQuLGdl3DFOxde83zEqCAAqArDQ6fXiUMFnjuAiztVptgIYE+AjScZyNNifHslgq4P6/vB9f+uJnsWvNGvzXX/h1tCfW4NCLw7j35+5F14pelHIeWJxP3gpsJmzXCKwyUYHPQSAUxPzwYUwffwDJQB1hFvxqRRUD0pW6WJYCumLmEiBm0l8X12F+N+7zdGov18hmZZeDV1jGAkySrW3XUKq5As7yHi3li6j4gth9xxvQsXIIf/+Zz2J6KY9EKo3X3nYz1g32IVcsCuOGyTnH28xDtgrKmq1WG2wUAWVsShlY8KYiqBfLKGWLsCIxMcMRMzyfDyErKPEr7xvfl3OL94t/yjwRIzLKHIi+jWIcy7pUsS7BFrZOy9bVoqnKfxsGsmHAmbVngHTzfAO+8vrf+d6fv+b1zRf8/u/9jgYWlAyAAap4PgajEWRnxvCjr3wevswk2pNRJNMxxIN0og8h4lfF3JwniGeGL+HJ8/PaBEsZOAmQQeAu5Fe6rCFlDsp1x2OYa9zjVW3wBEoZeRfKBDySmL80jvmZGYm5VPLLbhGOI/dSBRLIuaBZeGuHViPhcXHm0iVUXJqP+ZUwkDBEmwV+M0itye1ywNWAh617iwERQ/4atoWD2BWJoWdFBNagB2fnhjGddXB4BBieojY8GXsOHJrpiBQ/JQ38iuQBYO9NN+JXP/xhdPcpbXLeZwVKatM3sssCnOu6+8euKfMoembXXLgBD0q1orif22U6n7tSJ6akUdAfhOULyP8EJ7kfslXb73owfGYY99//55iemZMuHU+dLD5laicyJSzYMsaiL0Czf6oxR83YSVypgVWz9/pp9hsOy5omiETQh8Dq2o1rEI5HxcBGmJPUeyzkpNOIBjiM6XmHx8fGsHLVKhkj7hGUdqPjOKUQeN6yFVyZ6Knz2RQb5Kwjc1mf3WaNmNyCzD251y6l/1XHZKlcwPzcDLJLWezdezPWr92C8xfOYWZmAotLcwiHKPexIC3XW3fsR+fKQWQKBWSyiw3GqipoNs+01uJH617O6+Naby2E8XUEwg0BorFwdaGO12ne3/z5W//p169rfd93zwEUi3kBlKgNvG/3Ltx2y63Izoxi9OxJpGNRdHa1IZMv4PzZC6gUy5JDRIIBMamquQ6y+QrGJqeRTnVjzeAgkpGY7L+ZzBIWFxeRpfkiaoglgkim1B6by5awlMkLoEpW6lLFwaXFPPLeEEJtnQi1daOYySqAjMzRcAQhKyLMVClOMg4X7XrleB+Nx6SrLQA/woGwGBhW7CJCsRDSJFONXMDhxx7FzOWLiEZD0lWmunoYL1Av1ZL1wb/Le/rJ0Fa6to2CsZBrdGeMT8mhUCJIdLBFboQxFvVZffDkcyhNjqJeLyEZjqK/M4479m3DUE9K2tk5d6QLg8AccyFhSTJeo7kxu3NoWFbD3FIelyenMT41i3ypDNf1C/6RSEQRT1AL3ovZ+XlcmM1jqVAR+RSuIoKNoj/dws8woashLX3g/W/Hnr27RX6DgLPETR6gVK1gKr8k5lVWuY6bXnUTzs2M4dDh5/DG2w8gFY5IB3HRU8fpixdlLa5MtiEVT2JuegrJZAIbNq6TsaPMYjSqtdw97E4OCyGOhDoCq5QAoQa0YDfyvW1xmJ1amMbR54+gVq6ju7sL0Uoe5eHziIjhmS3KZIo8oe4/F38DO9AhusI5VPgoUS4ltwIhkSgIxhOIt7cjlW5DMBKBLxQSDdmLly5hcn5R5kFUTKjDMl/b2tL4wbMn8Ldf/CdUvEEBsKXnWHenMak2a7E1hzZ7QOt5shxbuSJmbinsyrmj9ya+zyvA6pVb3CvA6rIt3wCrn/z055DPU9eG7Aq/LEBKALSlUwJ+kl1KtiP1liSIpDg4qyt1B6lkQlrGWeGPReiKHmkAJNzoZmdn5TXlMllrrGQzCFE6nQzCZJ0pQj+KxRIuDA9jZVc7irkcnv3xM8jML2JsbBwXZ2ZgcxO0IcFInXqdBP20LtfyqkPrgapaktRDaSWxpU0ZXb0UY1UFa0yPVaAtbfCug4GBfvz6r31Ivi8Zq1ewPU3lzgrjf/7NZ3Dk6PGGedVyxmqzYnJ1YFVtBP96jNVgIIgEnZzFiZim7QwUyUxRSScfDSB6mTN0s9qsNk05hOw6Aq6LXBRI7h7C4M7NGBu5iOnzo6hVKti0YxNqmRJmn7ukpAAqNgqVEuwYsOONt6BsAc8/cxib9+3B/PgMLp88iQ03bMSqzeswcXkaU0+fQ2SpooFVV3RcyJiSNokWN+PWjZJBokBAAvbp7ySafc32VLPBtoKZUqHUhGLDWDVi163zSJgnNP/Q1fgrAn3dTqKABbaWeaSA8B9+5j/g9XfeLFIATz7zvDCYK5WauIC/HLBq7on5jtersTq444AGKthWqfQCeSCK2y7dy0RjlYYw1FxV2kGqFVjNQVaNPZE2eMTtXbX5GXBNAENWpAWwldqhcoGv1OEWqX9ag9ehFADbsyqS8Mrnyt9YiWzO/8Z4MimT1g4DrDLJ9kvw4vq97EBRiRsTa5t02hLcZBzeWBucGq+dCBY1e7zwlopwCa5W5iVxUukfv5MCjhvmVQ0Ujk6RzWtSY99khahrVP9LNV2+gWpGf2lgVVKMFjXlJqu1kQQ1mt353j+dsUqg2VwDWyoFwPEHsCLlR19nHFG/he5EAGt7OwFfSRhC4TxwfnAHIv/+fWizAqjbxUa7vqwJlfFo0E2BfKo13yRvYhfW8i/Dt2Ug2OTekolKYNWMYCvjVBWLlumztjBQzciq1ikC9E24uQmuqhFrnTcGZtaHSeP3L8Xa4xNqmmUuDCI9mgzGyXResIu47Nbx48f+Al/5uX9AZ2wAQyuDWJVMIFgPYWZpBovlGbQlLQx1d2NVuh/RsI1EyIOEFUDMFxIjE2OWJful1ozlHuKX9n+lua1AHN125vFg7a/cv+yUfvl/Go1Vs18Y4NSsJ/lTSw4okzA1fgZobJyN0jKv9i8DChn2hjogWjnWumNECokB0VozZkCapKDGtQUAl3NXjEVUcdaYYJG5IOw77hsaxFVFsyYhywnF8NA3v4MfPvoE4mE6bAcFwHCqNVh+C7v27cXQxvXSSsi2MiYIxuRQznLddi/vy/+pjShFQ2qneXHs9Em8eOo08osZLEzNY0VnD97z3vfh1XfeBW9AGSnx3hn2oQF1+P1EzoBMz6rq1FHsSrUjEFjlcwiqkSlCIJUFZz44XmZMxsbG8KV/+DS+/fVvYm3XKvziL/wyXv2WN6AeDWKpWEJXZ5vsu15fSO3NMr+UVEvr2d3YT15CY1UR/2uYnziJ8Re+iTZ3AREfr6MOW/QNiyiQlVauSmxAB+QaTY60IUyN+njsaKorA7JCVf2OBS0moTQAIXpEBg/bS3mvaVxYrFQxsGkr1u66CamuXhw59Dy++vBjCEYS6E7H8ZZ7D8CKhmScOWYEQY2BldmODfPMzCmvsB29os/PVWzF46hXHAQqLiq+ioCqwmwulxssWFMk4Nzj5xigVcUIBEvZutmUcFBFBKWZbgBUk4C1Jm6tzDyZby3sOHOPed3Xy1j9nf/2242ChrSSa0KB7NNkarl1HHr4q5g+eRDpeAiRZFS0n6P+GMJs9fexmOTDbLaGb5wdQ7FcFFaqFbYQioYQitCR2aeAQtmvlAMzdfvE5MrWEhAueUpslY8hFOxCOmahu6sbHZ3tso/lcnlp4y7lCsJULtL8irIdtRo6Ozpxy437MHbkCH506DkQgqv7aKrJ5JhxhZKmUYm42oNaH+Z35mdmDZoijonpZF+x63hVWwxbwxbaemKo99h4/vIw5nLAixMuxnIx5RPgrYOFFoKllImV++zUcde99+DnPvTzCEdpElVQ+tH6jJTTXEt/8bOpicn9ix1KtXIRdrUiZAABVcj8ol4z7wH3D5FWUv9LV4Yxd5HOII+YyJ47fx5/8Zcfx8zsnNLSdZXOpOhkMk7THXpGA93EJ81x051bcrY0wWpeK/MWkfsiwiv7iQfpVAKrBlZi9dBqaRvnPSsVc8gszTUMWRk3kUyRTtM5PIF8sYBgMCIyCLFkQq6N7uL8TpZoYDa1VM05oDqcmvfWECPUvqqez3zOFMTIVmUn5OTEJCYnp3HgwJ3o7x/EyKWLkldWitSIXEBvz0oMrNks5lXcd9jubvbE1vOrdU2a35s5xs9Uhr3qXBOwyENmdlOjuzEXTeFRn1WtOcJv/sqvvvyBfZVnfOr+P0bdsaWdfnJiDFMTY+hItyEecBD1ukjHI0ikk/CHIjjy3DFkl3KSNwe8LkJklgcCKFZtVNgN5wugRrPBCsF81XHCPZqt4em2JCIxtmVz3wbyZKdmisjIXu5gKlPEXNWFm+hAkLqbVaY8dcQSMdRDtDn0IORl8SsBKxoWEJQyLtz/OdeCVgiBaFSRW8SzSPVEMfdn5xSLPrPnzuDgww+jujgvTG3mXHzwujnPuU4Y66v9VXVLyubckqMy5uY89gctRW4SKR7mIXydkiwRQLOQRWlqHLVaEd3pFNauaMOdN+3AYFcKsSglYTxYyuVRLhWlHV5JGvhl7YosStXG3FIWZy5cxsT8EmrMOxhzB2OwyDyX80HFLgTFpzJ5ZApl0UGlBBTXKuV9JF+SHJFrjt27lKNQUkhvvu8AXv/6u1XPIwtdAbUf5UtFXJybwoVzI+hLdmDbju14/NhBLGWzuOfGW+ElicTjwVQ+g8lsBuV6HWtTHUglkpgcH0NnRzu2btssuI3F4hnBZn43MeerIV/IiaQIL4THNtcfSUt2VXmS+GwfZjJzOHjwEOxqHW3tbYg7FeDyZYQIHBv5HxErUbkUm+dE9kTPcUOCEGap4C0sIvGeEViNIZhIIpxMIhqPwwpH4An4hRGcLRQwPTqJIk2raehWYv6oula+/MgPcPLiBKpiOEdfEFvyRYK7xrTPnMFmT1Tdx4rC0RpHNH9/Zdee2hdau5cVbsXnz8+/Yl51xbnsLj+pr2sL/LfzIgOsbty6s0WXQk1Atu6wDYhBNYNNtu+ptEqBfawwsl0kGo3JZhGNRcXJcUXPCu1WyRaDsryEYCYZsO1taQFkpcTbaL9VFXF+ZqFYkDaSrvY2JVxct4Vyf+LUi/jWdx8hL07a0fzCvlMOtARHZUNt0VBdHphJWmtYUBpYMdUiHuStTbkS0MnzuUE0ARappNZttLe14Td//ZeRTieQzWRkbIzLHVvn+bCCYXz8k3+NE6fOiNOvSmO1tmWr0Mr/Ye/No+U6qyvxXfdW3apbc9WbJz3NlmVJtiRbso2NjTFTjCFgRofJDAmGhARCOglpenVndXfSnQ7pQBJCYhII4JAAIUACxuABPM+SNc960pvnmueq39rn+76q+56FASf9+yPLtdbzk+vVcIdvOGefffb2sL+kNVgfiJe5Z9pvDTis2GoXBl7awKi+tt7hzrYnth8ymeMxiwQDJRwqKhHkNVOtjAQOVVJrHBHV300gptiCxKXIDMwHG0juXIeRy7di4sw5zJ44h0algs2XXYxaoYqZR0+iq+mgxFZ+ugNHWtj48stgp1w8/uCjuGjXTklkz+0/gEt2X4L+LRtw/vh5LD5+Fk6hJlIArFyyLaJZUy1shq1qApoVG66u0Mv19ARx3gTfBOgiGyGVNE9V2giMq962dmbfAWK1uLl2B+X9kbuuXQPVOFQtCZVKEe9972247trL8cW/+3s89MiT8FmOksMgm00HbdJCrYNlkyR07ola3Pl4ocDq6KU3dlARZe2uNj8yKBjgyybPVv2aOIYacFQ1slNo3oad7EeTUgDSo6u4fgzs1DWyxNCCAYGYVGnt03q5BLCyTOCTTAsyPGQeeNvXVMAhDyUK2QEujbqm6B+pY25Z1E/SwGRTppvpMAAAIABJREFUKwYyII66sNy4CoybtJBXQRoDy1a5glY5o2QJoNhMRNKbsnao8/HOFeNKb1b6leCqeVYxaVUToy2asDJvPUDSCvhUO7SbFUVGCR2apTN3ZQLZ0Qz1rD/6SDX/R4EsPrYaBcStudv1o7fLRSik4N2UG0FvPI2Ir4ZIAvDl/Mjufi1i7/4FJHwlVBtK71Z0kORYKJ2nEVIalGjTKgXEUWNSGdZ17o76N1+nfdHVuG8xCehW7FbTDqTvaPvKMWiTxO65rf3Kiovnpgw4vCzVFg2etJGV5y60jTJUZbkD/kk8rvcF+a62EZdi3dG9lZCMyOOLkzrvfAvTTR8mfEu45xu/j7t/7W70xrqxZiSOgVgUkaYfc9kFzBbmEYs42DQ8LO708VANKaeFFAPGQBABi2UDNneqh5il8bx5z0QGQAE54p6qwWYWMTb++p+aU/uZf682r2q/UY8rA2grHWoNyZvxqvfFNmiombNmvTNBsgT9sj+YH1Vg4icyVqCOOjW8CVbRXZ0JohRO9BCWFju+V5gg7HhQLBS+LhyJqFa+YFASCjL9CcRwfWZCyICWCeW+w0fxla98E9V8GVE/YxJlwlMrV7Fl42bs3HO56KM6oZBK6KQVWbXj6VusirkspAk7URkycr9uWj6cGTuD/c88g8xiBrlsQbTGbnjZy/GWW96M9OBacVaW5IAAfIMu6iqBIEjCB8+NjE/uq7x+0k5fqSCdTsMNum2zKn/Uh3gwikaNjLYWzo2fxRfu+Czuu+du9Kai+J3bfwsj/RdjbG4KN7/ttege6MFygRInSkBEXIdlnvD7O7GAdw2j07qjiflktsJXgb8VgGPVsTj2OMYO34tgcxpJGmyQDUqH6FxZHICLZbKHqbnHLqaa/BAgZawgrZC1pjDeKnyOrLlmE6V6Fb4GtXFV+2yFIIHtoFrjLPAh2TeIjdsvgxtPS0KWTqVxxxf+HmfPT0kL445LtuDqqy6Va8ZYky2J1PznuGTcxQstjGq5rwrMblg2Qv4Q3JqNitvE2fwEGKVGKxb8kSiazPKqVcTCUcAmyFpGqZlBoBlEwI0q6RsfwRRqgwM+asxLHFZHrVEToyM+mg0+6zUpU4Uf0V+V9vXOamSMoPi8mm+KCcdj5jh8oRqrn/y935OEXIAy3dZNgFW6C4IhYR6effIhHLzve4gHfQjHQkhHQog6rjDaCHrKvWlZeHIyi/3TU2g4IYSoo+qyLdOGr0m9RQgLSIgElLKgYan81oQEGtzUG7ho+w68/FU3YcPIkAKt9f3hGFQyYtKOo2TFWLBtNSRX4Lz98R134AePPYWFlg8Ni/FcTUkT6T1h9cJnYnfvftF+Dbd63j9qThLAtFoI+HzoD/qwO+pi1LaQWtuLM805nJubRNO2cHjSh7NLYdhOAw6TdUIaARuhBsdaDd0Dvfj9//M/kEwlUSkUyFtstwerxZzEDLUXGY19gu9Kk5rrW0MYhBJ7cL1pKEaf7E9ax1dYoezuIbuOoADZ68EQIkEXJ48cxl/+zRcwNj2PAFttQSkABUpyjWkXzCTmVECgFyBo5xIa4DcxqgJWlY+CNGexc4C6mI6DgaFubN6yEfF4AtlMFpnlJSwvLYrOrkN5g2ZLXOa7e7rlHEm86RsYlPea7kPqTZMhLd+hdVTNfFUApyrSK0YqzeDKQj4oVyrI5anrW0FVpATqcn2rlJ0rlpDJZDFxbhI0ePrQhz6IZCKN8fEpnDz5DBKJJKLRNAaG1iGaSMNxQ5iYntYGVh3pEC8oz7XDFELMmBKSg85tOfaNg7uR8VGkNZ1HGoDmAl4PH7v9Qz/zvu194Wc/9fvSpcX7cezwQUyNjWG4rxejfWm0KkWkEzFp3a7U6jhy7ATmFhfl7SGyn7XespCVmg0UyuyQoNFeUwDCIPdYJ4h0KiWgeL1RQSafEy3Q6YU85pfyyFYrWMqXMJeviIal2zsAnxtBpVRHKBSEG43AH2bsbaNZqSMUiwsgRvKUMPurRGBVtMYcTVSVWIxkodNxBUyjFinluOJ2C8cefQQnnngUAfbiC6hKhqkyiJJ8usW9neCBkaKjbIgiYPEzLRrNcb12+F3KcE4MkwhiyvUgRmGjnllCfmYcvloZfckUtq4fwGuu2YXBdBz5fAmz88uYmJkXNq8USCwfhnrT6O9OgOzuSh2YWVzGmYlp5KrsurSQLZBZSoJMBXNzCzIuIi67HyzRqC1W6ihxzRQ9+iZCIXWOQhQwoLyexxz71165C2992y2IxVyRX+F+x3PPlPJ46sgBLC0sY+dF2xBJxfHg049gtH8Ye7ZsF/MpElpKaOLYxHkcP3sW24c3YO3wEBYmJrF2zQguvWxHW5JKwGIabtHTpq66NIQopSWeTEcIMRFZ5uotTE9O49FHHpX9P5VKoNsNwjc5DjufEwKL13CSsZXFmEjjBVzz2kxjxhlcFwKOkkBxHJFPoXGf41JrOoaAG4JPcCf+OHCsgHS+cP0q0AsmEMEzBw7jk5/5LBbzRZGuEDBXz1uuL51k0uQWOr9kaqPzA44jk4MShG8XV0wx1OQMmv3qxQ44ABcXZ1/QHP+P+qYXGaur7qwBVtevv0glXKvaN9SQ7TxWgA+rKvJ8FVumOLYNCCjsDV2hYTI50NeDZq2EUEDBA9J2QeFtccsMyKJ/5ZVXYc3oiKoCsYrid3Dk2En89ec/LwG/tBprcwNZkDWwKq0xkqR2nI69QKP5d3th09qhZhExZ9l+j9beM3Rx/p2LUSQcwcc/cjtGR0ewtLTQBlZl09XqzIGgiz/99J/hyPGTAqwqqOAnAKsenVSvFqxhwrXviWbdKqbgSjMmc+xyDQwjz1Pt53Nkb7DNJ0imD1v483l5GxkpEsho/TLvGDDBiEqyFUtCAg5xQvZJ0Fh0mkjvWoeRK7fh3MkzWDh+Hq16HVuu2I5KroSJB48iVSdjtYGgG0bBqWD02ksQG+nCg/f8COu3bcPS3BLGnz2EbZdvQ/fGUZw5eBqVZ6akndxfU1eiWCmjVWf7ngrkTHDkvW8mwGxT/NtJ/Uox6w6wqlo0+D5l0KLZa8bEykP/7wCrHTaX+RzvvDDAqCRn1RI+8IH345qrd+NLX/5HPPDQYyKhwY1N9DefB1j1aqwaAPmFAqvrdr5SMU0FDTcApg80kRcd0mad26206gslXIBHpQlpS9upDTs9iEakm1m9OCe3mtTq1cEmrVNtFVCRodpimZuaWdWKtPhRb5VjgpVv49Hu7Y1Rl112PrUOSbu+Ar1VRKLdhAW4DGlnYX55TemMMXGLx2EHI5IkM3kkrZVBKseMnFO1iGY5A1+tJEw3AhKEjdWjc+/VkawEOtVrjBNwGwVWyYzAEgRWVwKF8g6pzujXa3H31cCqtPWtWpdVs6Xhb3rW3zZTUxc5CHj7Awj5LaTJTmI7HSpybrFQGD2xJAbiEVihCqrLdSSveB1GPvxLaPqLol1GYFgAfG0QJf+Se2DB4jqriM2aHUfg1bA71frdbvfzUEN5RQisCjBLIJFDbhUYyjPyGwd5MecgGKxBDK1NaqQEFNCqv7flMdsyLFv53WGkm6smc5PHIJG6cp+Wn/atbaFBsEH73cvaATJUGphu2Ri35/C9L34CD3z8IQymejA4FEN/NAq3aWF2aRZT+XmE3QA2Dg9juKsP6XATXS6Q9gcRdRz4KfWhazPm/iqzKku0/PyWlrLRmqvqKjSx6aOfWTUafvr/ehmr3n3csPC8SaX30xSA3WmxM+PcsBpMUmzmiAJPGtI2xjVM1iUNftMgiBpeRjtU2vyphawfJilVwAvXD2Vqo8BVxVIygbcBpcx7+H1kQs/mcvjCl/4RJw+dRMJxEeCa4wZRzhWQDsdw1TUvQay/R+RJ2EkjRU+TyKzS51SHxWKNLcmPFA/QwtTMjDheE+QYO30Wk2Nj2H7xVtx66wcxvGUTMsUirEZTdHSF9cqEjgyUVhNVMT+xVBsrZVDQEqCQ16In3aMYIfU6YrEeabNt+GiGcwx//ad/iZNPHUXAKuKXP3Q7PvK7v4OFYgmLuQJ6e/vkGGni4X2sCPY9TJ729ZZ7yyJTXYAjshEjFnD+0GOYPnIX7OYSuqI2fNLGzzigivxiRlg7ZKtWay0BUcnYKRSrIsdUqpDBWket3kK1rnRwOYcszWgt2gIBgc3dlNmW1lqfhd6BNdi6ay+afsVIJRBPptvBw8fx9W98C9FYF7q7uvHqV+yVGIUJHoFV16WsFFs1CXR0GCdGp7/lb8HfspEKp3Bs/jSOLR5EKFBED40yfH5YgSSiVhTpSD/8wR74ak1UW3UknDAoLFQpUBKgiqZVRSRoo8Y8vqbkMsi8VfNXuUAbtos3JhJXe4+0RmfudeIIJqSMrRjf8jN+8U3v/ukT+gKv+L3f/URHK1MARMZiXA+b4jbPvXf22LN4+q5/RtiiKUkIyXBY1ijXr1pjeew8lumijfvOnsNCFXAoeWBRD7AFuxlAq6FeIzr60lWmjeB8jOHoddDAZbsvw+vf9EaMblgn0jpmLBrmtnT0CPBsS9JOAE3MbQmIVKs4d9f38a/3PIBT5SJqNIiDHw16EPwEG4LnA1aVVJcyMOH6wU6BWMCPPX1dCE5OYW3KRWprP876F1CozcANBbDviIUDZ/xoUIi3biEQtFAF1xhX4p53vu+deO1bXo9MZgn+el00aM31kFjRxMrSUaGuF5836ybvszFKa1BflcWWCqVCaiJ3ovIUJTdBkEFpTgdkvNfzBRx78jF8+657cXh8RrSQfZqxqlj2Kv9R25pSAPXGn6uHjolbzfMEPAmEEzDn+OW45E93XxIbN2+QeTc3O4f5uXksLi7KvVszMojh4REpgjFHGxoeku43upaTnUwgMhJmUddFQGsA8/uUlAylRUqiT0vWWb5I8JSmeDSpKiFPVnOxiFyebfgKcPUSJiiFQA3aRqWK/PI83nHrm3Hbe27DQw8+gvMTh9E3MIJEkoSeNQiFwkIcmVyY13INBKg6c9e7B5kx1QFYtUa0vr+yHwgYrIyuzP+b+F4KXDquMeOBf3uhwOof/NePtnOQ82fPIr84j3UDA1jTl0a9kkdSzA1dLGdzOH12DNMLi0JECPlplMmSt/IDoZksuwn8NLUKhRB2gwgFHLh+W9reOQdpUrWQy2F6IYeJ+QyW82UslwrIlCootWxYsS6EUt1oBYLCSiYrVAwn/UoehRqvzAm6evsQioTlOVmfNeOYBJhiPiMkC5F0sYOwAyFY4QiazOPKRQSbNYwdOSQ/BFdVJwU/QxerWmwXD2hZEVWskyKEMB75OuoS87M7TFZKHYlOvpYoo7FXNbuIwtw07GoJA+k09mzfjJdesQ2L0xM4Qem65RJypTrKJIPYfrhBPy5aO4hNw70IOarQlMlXML2cxfmZJUwtZECN9r17r8C585N44smnkEqmkUxFUCnn4fMHkS1VsJgtgDx85teUVWHnFglh0s2iNVw5nwlIb920Fu9+960YGOiBG3ZEdpExT6QrgYOnj6OYL2Hj8FrkaiVMz05h7/adSLsxFCslhBMx1P0+PPDUkzh25ixuuPwqRJ0AMnPzuOryyzEyMoIiQXapy6icXc0JRSYQNKHelGKaWdvkOvu53ldx9vgZPP3EUyJBMtzfhzjPZXoaIeq0GjM3MQvWgLcwepXgG38IpHJtcxzqQ0sbnBQGuV+JWVUoAjcSgxOJIBBWDGiOI2X2xUKwMGXgYz4XTuGLf/81/MXX/lnuV3veeRa9lWuhmtPy4JjQJBpj7MenO/hOBzdiOiv7+irpH1O8WnoRWF0Zi77IWF257Rpgdd26ze0/mCBJgirNBPW+awX45AHvTHBhACFxGxR3UFW56k66YlLA5L9Bo5yGAscIrLJ1hHpdDDK2btuOeDIhjBA+Ry2Oc+OT+Ms77kAmQ9FtBbgw2FbzRYEj/17AKj/LbMCSmWjAWRJCaiDZfnzo/e/Grl07RLdGSFl0UzYgHOn2gaACVk+cEtaGgjtXtj1fKLpeYbKl4Y5/H2AVoBQABeeZbOZzFCMvyOJGjRZzvmaRMe0z3uSNlR1udJJc1+m8ru4rgdXeyzdgzZU7cPr4ScwdGxOoaftLdqOYKeDcjw4h1fCjlCsJu68YqGDjjTvRv2UU9971Q6y9eAuWF5YxceAIduzZgeToEI4+cRjNw/NwGj7Y1KpiK0ClLMZKlKXgvWaQahZWc49MkPSzAKvC0BKNzRcGrP6kYFYCL0nmmVBVcPsHP4irrtyJO+/8Gu69/yE0WwxO6iuAVWVo0wnsDHvMLORGeuCFaqyu2/UKpR+3AkCkwZQGVtlKQcoOXS6FTW6A1YbSPGRrTXoAjVgvbDhoNito1spKqoL6qzIVG2rzZhWR40OYG/zMBnz1gjynGKuK7arcwxW4oa6lAVYJ7vGDtHkV/9022dYsT+W0oT6bAB0Z1oku2A5bewwcqIM0AX6asOoVNEoZtCp5BfAadyW1ejwvY1XN1dUJjG5ZlNGugWDD6PQUS1SRVB2vDgH11JdGcPXJq9qcFG+yA2KqN3jZq+qCKA1otiNZcCwgwBvAoMkGYq4fXdTlSoQRCAPl5TK2XLQHOz7yEeRGYqg3KcugcFTFPDbMKwVzKsaqliORr1ctvoK9GthXXJ/0Z+j4hUtmmsCqEXjR91i+x4MN+VcVfjqsL3VuigWr+MASAAlQZP5vJezcBl5XMGq1Lqw5Li0voEBexTQiy1jYSsagoqWq/7N1C+P2FP7pz38TT/2XpzHaN4j+Phdd0TD89RZmF+Ywm5tHKGRjdGAAIz2D6IlZ6Alb6Ar6ESOwyoCfIL8wI9X9JLjB7gyajPlFCkC3hplr42tiy8f+/EJbw/M+98Hb39qWJzFroQBAnVrFipZ882FiNqAZ/uZ9piXT7OPmeZtMBF1IMW3R7eKWaPXZYmZBPSyyVslkCrh2W4fSWyjSXHe5B8Is1XsJ2UpsFSPwxoSM94dxBPfderkMn+Pie3fdi3/957sRCdjCtqdxVoN6gcUydl5xObbtoolVVdrMQiGuVc/V3KJ5kcP2/rZBoRpXwXAEQyOjAqSUikUszC3g8Ucfxbatl+Dpg6exvn8Yb7v1VjTDDnL5AqIIoBVg8lRVbdrC/lYP7lE0eZFr1GiKXAFBZ7rtZhYKKPiyeOKZB/F//+CPUJnJYrCnD2+9+bXYc+WrcGZuHnteuRejmzcim2fhsybsjdUPb6y2+m+BpoUSzSUcJZcSchxMn3gYE/u/DaeVQyxkgZ8oLNNaA9l8DsVMTsAPAqjCutFgaq7URKFEsLgi7ZwEFCQ+JHPXx1iAuq9+FHx1tZYJaB5Cmdc5FsO6i7aid2AYlkUmsV/053js0VgCX/vGt3Dq9Hn09fVjw2gfrrjiciWbYlmip8ZknsUj1b5IvdeaANViktSgXqWNcmMJD+7/Pmr2Mvz+JuJ0FQ4Q6A4h2LTg+Fy4oSQSDk2N0oiE+lD3JyQxpAYggS3H8qNYLcp+ogpO1LwEAo6LWiO/wsXcjOV6VZ2HAU078UiHQUhQ1ujF8rUvGFj9xO8oJ2W6XVN3U7OzuPbVLQICDuZPHsJTBFZ9NYQjIcTcEMJkq/rYLky2K9mCDRQtF4+Oz+Do1BJgOajQWFIY+7J9KBaQ/DZ7s9qfnbCDm9/4BrzyNa8QcIOAmdpHFTPVAGIKhFa7BMG7arUs4BuvA9lzmWcP4K5vfg/PzE4jT6Yaze1FiuHCRmzesb26oCB7hBVQQLjVRNxv4eLBQVyRiCF/7jwSqQRGrr0c/VftwGxmGpNnD+Guf3kah04WYUdC0gUn97NVB0OHNcND+K3//LtiEke2lMsioDZoMV1EBmRXeboC4AyT38Slwp7VcZ2JleU12nleWa5oVp9ueaZM1Mzpkzj9+MOgSe+jx8+jYAqcPEaRuOoAABJ46X10dTxqrpO3ECBxpWbG8n0EfEUn23HQ05fGho3rBHA9d24cs7NzAorymJOphMw53m+y7ykVR21GakrzvQRqyVIl6YLdBmXKiFQoJVKWH35OGzAVJmKn7dY0hnFcG8kxBaCxxdoWJ3sp/JRKWJydwE2veTl+6dZbcedX/gHpNJm2oxhZfxGi8RRSiS4JXRfI5NN5nGgn69jNtAB79yIDmnKsm73C5BHqmirdZXOvDLDKgpoxWPTuMb/xKx/8ufdvvuG/f/LX5PpyD8wuzAsAOdCVQm/SBRplJGMRhINBZPNFTE7NY3puQYhGNIkieGV6r9j+HrAaCFP7lmbUSjRdrofocVYqYnI1nytgdimDHIHuegOZah3LhTIqVgBuuhdusgtOJCH7Mdd0m+323Isp61cgqKZMCu1QEOFoRPJK7n/sUJuZnESxWJC5T4kCP48j5CLa0ysSPvVyERG/H6loFE8+/BDmJicQZG4pjWSmI4bFHg5+ZXQkPwTjAtQaVh2u/BvvjFp3GxIjquKskm5x/D7U8xnUs4uI+n3oicexebQfu7asw9zMJPLFGjKFGuaLFTGm4hoWDTkY7klgw0AXEi7HXg15erzMLuHUuWnMLxeQ6urB9ddfi4WlDJ7Zf0CKEaLVXC+jq7cfY5Nz2H/0BCotSzTfqZnLOEZiatHNUsUYPjgHB3qTeP8HbsOWizdIHvbII49IC/zoRRtwZmYClVIVPbEUMuU80j1p7Ny0FZVcUXwyRKqEmtVnz8IKOtjcN4TDBw+iVWvg+muvQSKd0mAmNVC5njeE5KLMa1UuL0Z27EIOKc17FnEpa1AqVHDq6DE8u2+/gKPJGIuULpylBTj5fNuIVVZvbRRJ81eVrmignXurExSAvKGLdfwufg918APBMEICrNK4KiTznYxjxqbsSJFeEeaSPj9yNQt/8CefwQP7j0rXy/MDq51OSJnHAqzyQam3TiLS2U9U956AyzpWl+ujNZpNHMzfiwsvmlet2JNfBFZXrvkdYHWTB1iQrFMFzjKazHuUNlsbhJPsVFU9BPjRACQbADnJDHNSquTNBvp70vjwh34ZQ709qNIps200xY/gYspFpqZ0CyXQoaMrNwUb84sZ/PUdn8f4FN1HFYhpAon/V8CqbK56MnqrlTyX97z9LbjhhpcKY1U2Wq3vohJ/MnCC+PRn/gyHjp4U8yoly38hFpxegwxT2MNKNYGpARPaUgAvgLHKb+FCNTgwKAESxcxZiTZGUN5KrgkSzULSCcyoz6KMuqTipQOREoHV3RsweuV2nDx2ArNHzyJgWdh53ZXCJDp1z7NI1mwUsgWBS8rBKta89BKM7rwI93//Xoxs2oTFuUUBVrfv3YHkyBAOPbIPzcMLcH1++HXsSCFvJtJkEhGkEN0g3dLjDSpNhV7O6XkYqyrIVKxoWUwvyFhVAIy5Fm3A9gL6X2aW8LNUiyDb32r41Q9/GLt2bsU//dN38P2772NzjgQBwpjUjFVlXmOSGBV0muDde29eKLA6ustIARiGg0oIUDOtE9RbEHtODawaoxoNkNJgIT2AZrwfli8gRlRso2TbnQCrBL+ll5KRkQgHKSYpJ7W0xOWpoyHMUVPL7ACr5hJ32JKc8zSrkhI8WzVkqVFQo9Xk5sfjox4s22MltEIrOQiLRYwGASXqtrUUu1riGAKrVTQrBfkBE0kCbe0NdqUGr3eudsbWTwJWCQJz1esofV4oslYgtNnatQaaTpLa7eIa4GSA2AFWPWBie4xodqyBOOX6+GA1qQ9IaZIWXKeJVMTBYCICOxJEs1LF5UMj2PaW9yB37WXwOWz3Nyz6pmafEhAgqKoKKLw+oneqAVijrSvzQZ+LrAf6uNVE0RqrsiG0hOBsGLHttn7dht/ZWRRMzIfdokyA+j+dmncYrx30Vb3aHINuBTLblcJy+TnE+tVR84qZc+GfldGggrAbbEmV8eVDFk0slIHz/nF87f98FEf+11GMDA6gtyuIZDgoAevC0gIWc4vwOz4M9PZgtG8APREHvREbPRECqwqoMbU2k6CJQYwwR8hcpSSFklvpwAktbP34X1xo+Dzvc+//wC0qZPS09csaQnMjE+d6rp15HfcEo8FnAkyykrzrqUlweRNk3Wrr8Ha0RYUZrJNhJkhuyFXAKjUcgw6CBJo140Vax8hK0fpivAbKBKQlYCaLMexI4LWLJeNtQEvaCv1BnD47gS/+7Z1Ymp1HmG7a2q29UixhsH8A17/8BrjxqOiTkeFj1m6vTrgq9irzIdF7tSzRiUx29yDkRkTK6Pz4OVlDKuUqutLd+PRffRFTJ8/ixmuuw23vvQ2jWzZhqZCTv1MXUSRV9JgU6QKyx8VlWLna0uiC10S0Vltl3HP/Xfjy5/4OpbEShtIpvOP9r8WtH/p1LC9XMTE+hQ2bNsp5SEuxIF7ewsqKsPaCY4MFLkoVVH11uJaF7PhRnHjsqwi3phFl6zalDGR+02W8gmwug9xCGcViBYVyFflyHflSFfliGbkimasN0Z7kHBFglUur1pLlMfLsnbpPDLUCPgu5Zgvx7m70r1mDnoEhBEMRMOmS5IWJC4F4N4xzYxP4yp3/ICyrgb403va2t4rMFDX0e3q6EY1So5ZMX5VwCzhH/VzuMS0HpUYZDx64BzPzx5CM+eWc/fEIXBaQS3VYzQqCTgtuoIneQA12zUauGkYz2I9IuAeuP4pErAv+RkjYmj6HTHdq9zKxd8RciVJ9xrzMjCeJGWpKi04KzuxoqimgVWJe6fzg+xRT1YA1LxRY/e3/9HENNpHRwx9t0kLdzSY7kgKYP3UI+37wbbioIxpzEaF5FdlCNiQmIzBCBmqJBklLFTx2chIFMo9FtkDJanjjnY5JYkvMZ19980245e1vEpM1Al1M0A0TqiMZomImpXen1jd+rpihiI6pjebyMh79l3vw8MOPYx4NiNo3QdyfsMo9B0z1rGVk/zcoBUATG18dQ1EXN+68DOviAYlVpgtVrHvpSzG4a5f75KAUAAAgAElEQVQwsIvLc3jswUfw5S9+G+VaFlaQ73MREVZdFTe88kbc9IabsZzPyLrMJJxaior9rnWgVTWyrZVqYmbv+ksWmEhq6TZbs5/VqhVdBFOXWu2taoeilvPS+Dmcf/JBKWLcf+gsposswqvxJ3mILAOaiXUBYNWs3d5rxn+bdZwFS/5brX2quMf1OZVOIhgOYWpyWtqipauKTHl5jWLs6vYumYeq+K9avfmQHFBiaJ6QKozLHqQ7Fg0oTa18VfTTe7yOw9nB5SUUyFnybwJQW8gsLqJRLeCWN74aqWQSRw4fx5qhHvQPr0H/yCi6ugcQj3cp0z2aFerlUsXPHUkAc32810ldKzVHvbml7Dnk8eg40fxd5UAMb1cW7XjMt7/vfT/3/s03fPI//TKWFhZRKRaFzOD4WkhQHzgRQiRkKx1VtkQXq1jOlAXgm8sWZY0jqG2z96ZRR5CsXaeOcDCEkO1IHM51u0Jz6koNuWIZmVINyyUFJnI9Z949X66hUK2hGQgjmEjDH4kjnEjJ3sZCGOV1CIRJcaBWR5BjyB9AoVqBTY31cASZhUVMj08Ik5RmZqGwK/8m21UY7GTtM0duNEHZiL7uLnnf2eOnUFzMwGVHQ5kgfFk6qkrVIkrVXHvdV3roKuxTtRt6MShwVbV36zhSMw7j4SCq2SU0ixn0p+JIhF30p8LYvW0zCtkMJqcXMZ8ty/men5rG2TNjiLshDCTDuGhNHy69eB1GBruwuJzHkRNnMD41L9fbZwfQ1ZUSCaFKrSFzxLFb6O/vRldfHw4eP4Mf/Pgx5BvURKb2rJI7VPJ6nc4BHi+vZywcwHvf907s3LUdMzOT2L//WZl7A2uHMbE0h8xyDvFgWMzltm+/BEknjFKuKNrYjhvEQmYZMwsLcMMRJJ0Ajh07gWAghOtfeo345Ega1SIgXkB+OYPs8rKwjivlIkr5Akq1OkJRxRpN9w2ge2AATshFdjGDY4cO4+jhQxLLxSmFZfuxfOI4GktLcINBAY2psc/9SEw5LSUD4roRkX4hEYp7A6V1PCG7Yq2KRq4rhpNuNIYA4xIxj1a5uUi1iacHYAUjeObYWfzPP/kMzs9llA648QLwSKGYlK7z28tYVVOT5srmsXJvUas011iTM5jv8L7uRWB15RL3ohTAqiXfAKujo+vbCYh5iQSOmmljgsn223VAbgabqb7IoF0V/xtQ0gk5+OCvvB8b161Fo1aSKoQ0/bKVTCuFcW3khBE9IcuGYzGR80tl7vNf+CIOHj4qAtfC/9FCwgRWBQT+d5ICaAcJnKweYNWcI+UA3njTq/HGN94srTIMGkVwW5sXMRmjFMCnP/PnOHjkOPxtbdoL66J6r60XPL0QsGoCN9HA9ASX5r60AW2txdbWG5GNxoeenh4BJtmCU28opiorzOacjTmDN7GWxVDuiakWigefVCdFCiDQRM+u9VizZxtOHj2B6WNn4FgWLr/halRY8bpnPyKlJurlOtxACDmriJ4963HR1Zfhh9/7AUY3bMLc7DzG9x/C9qsuQ2p4EAce2ofWkXm4sGETj2sCFWq4AQi7ytnQsFe84KpJan5mxipBeuo+eYBV8xmyuKqyd3tumATJXJOfFEGJ5g91w3wN/PpHPoKLt6zD3Xffh3/+9nfRQkBVVwk6mYKEbsn1BntmA/YGey8YWN39cn0eyixOxlzTh5YAq6ppQ5WLa2iRtWoSLI5tFj0ItqUG0EoOKKCTAGyDjEcCnDSRktKnsD5Ec4yttfw3kwqCMY2KgKrUbzXfpaxX1LVVl1gzVeUZPzMJ+GzVuiTBk0byWMSWiiu1XAW81izY9FrFb5RKuh8tbuTGT4tfUC8D1TJQI0AvFJm2PMfq+aTA2tUPD7Cq2ZsKJCBy618BrKrA26SJkmm0QcJVW5I6f03nlPfotVUBqwaK1PpfHs6rd5lV0KcyuaB6PIHVcJAAZxAxJj+hsDjBXtWfxsW7rkL55lejSs1cuV1K21mSIM1QtaxaeyGX5FK30UOzLGWdF70odd/E6EGOgWxtMlZ75D3ywZpKoXjEKtnmX+p2Vb23fZadczVJqHyPukL6sil3bj1aPJdSz9H2dVZ/UsfegYPbIHH7c9V94gyg2Qjv+hKaWCq2cNo+jX/4n7+J8382ht7BHjEGi4QcMeHLLC8iU8jA8vvQ1Z3EaG83eqgxHg2gJ+xHnAGn5SpNTDkZBbqRqRpkpd5uwW9xfVDXRGnBKrrYtt/+3AXG3vM/9Z7bXt8GdExyqtYPdbFXJ9ly/bSLr/lbBzDtsIm8xR1qmsvxan3H9hqr5QBMAMrnqbNHvVRqVDJ4pn6qOLDr1n9TOODaK+2FZLXp9nm2n9HJmNeDGlzCJiQbimAbHXtbNr729W/hR/c/iu5oTIo3BDF5qmwFvHLPXly0bSsypYIkNMb5fcV+SeafrbS62V3S298n4KkdcIRVUSzkBFgl6Ldx0xYcP3EG//r178KOucgsL2Mo2YV33vpLeMmrbkAoGBbDJ3P9VGGNhSGxx0XIJWMjgKrsuUo+4ctf+jK+/o2vwSrVEG/48ebX3oJdu6/Aku3DK95wA1K93cjmuHySAVoVkMqw2p87EjqFl9V/Y4cAE59SfhKnHv4HWMtH4bpBWCLlo8YHu4doViO6iostZHMF5EpV5Mo1ZIq6dZdsHimg+8SQgyCoIrlY8DX8qNo1VEI0ZfMjmbeQbIVwxFfAlm3bsG7jJrQsMpDpOKhaj4UVQ51xJlaBIO695348/fQ+XHTRZtx002sE1HHDQWH3ilav3qONg7gymWkhFHRw9NxhPHjwR4i6lgDILb8PvoQryVOprJjh8YQfbP4f8BWlc2KqbiHToMZmCk4rCJetsqEgoqEY/KE+9ESGYZfJiKnCFyTTR4FBpiur3T7IWE+DqgJSaQCLoCrvswLDVOeWmUsvVGOVwKr5fKUxqAoU1AGstSxJbmePHcCBe78L16qJFADBFQKrlIox6yDHJBmqS9UgHjg+gfPsApOxwGPlCFq59wlrFS1s2b4Z73nfbeIAT/1GFgpYROnog+tFTG1bqsaqW+YNa5XmTgJW1RuYOzGGo/c/ioPnxzDepDQSO7t+MvnAO7a9c5ndGk3qq1o2aK2zbbgHr7tqD/q7klgoVnAqk8XuV98IKx5BsUDzSgv1ahNf/NxXcXDfE4hHfQISBQM+OEEWOG5D18gAKjTnZWGF5+pXnQZGGsXEZhIX6wPjkcv40DGdMqgiQ5UFgbrSlRZmq+rUkzFBWRhbAe+8+GSAV5aWMb3/YTTKZTxw5DxOzOVlIxPGHqUVWsr4V3IBvZd6wcD2/ugtQupxKUAGAYsmdR9DEsPzGDmGaU7Ec52ampK1Rsz3DHlG66zLXkmjMd2hp7uJ9dqncjeJI8T0txOhmD3J7OTq/9Uur16vaDiy32vJj/Y1FpUpC3PTUxgaSOO6a3djYXEBfiuIgYFedHf1ordvACPrNknrdZmGefJRHVO/DiCq2dgeYoSJ1YzWosmx1LmquNgURQwzVeUBiqW9elx+8L3v/bn3b77htz/ybszPzIo/RSIcUo71viZSiTCS8TBqlYKSVai2UKz4MDNfwOn5LMotP1zHj4S/jmalhAyZjAEgEgoj5roi9cGODxJpyBou1+rIUzebobsA501hwS6WaeLmhxWKirYqY8ZInAbWaSlSEhxlkZSFQRYLWKiRYioLXaEgMkvLYjIWi0bRv3aNaGcSVFXawhwbLFY1UCqRva7WSrLnB/r7YdXr2P/oI6gtZ4VVykKW7fgl7q/XuT+V2qksW+d5HqJ/LZ4LzA+MHIkac2Sshug9YPtQyS6hVcoiEQlKkX3TSB8u374ZsxMTOHV2AvH0AC5/ybV4at9+/Oj+HyMcDKAv7mJtXwLXXbULV+/dicXFDA4dPYHxyRlkc0Vk8wWUKWkAyi1EEI3F0NeTwtBQH2wniIMnzuCf7v4xshUfKg3lU8EYRugUmjRj9gueGIvst/7SW3HZzktw9uwpTExMiDlY3/AgprMLGDs3jrA/iDVrR3Hlnt1AsYbZmTlk8lns2LlDJAoJmnMWLczO4Nz5cXSnu3HVnivQFQtjaXYKc+fPI7+8LB0aQnjR3Ro0G5zPZjGfyWFsahbL5Tq6h0ZwyY6duP6l12JmcgJPPvkoLI7HgIW0G8WZ/QewNDmJaIjSKbyXjOMUGSjEdZjyZCEXYZqIOqpLJeCwmMP9XkmPMC4j05ds1XCUIH4coXBEYjliPCz6V2WOKdOzUKIbn/3SP+Lzd34dJXYoeZj67UxL84RWF09k3fEAU8aVx6w3Zg1Q72OXmUZfVm1HZp1dXnrRvGrFuvciY3Xlmm+A1eHh0RUsORmIHrq0ScQ0ZVU+xAwy+a3Zp9z0jeaUYrHqpJYbdauBt7/tzXjJVXtRymdlI2XQrPQ0CEQpV1mln6Lc66Rl1/KLpsmdX/0qHnjwUZmYUqnyAKv8XrP5GSF4b7AhR+gByHj8DGyMC6U5HxOwtTdiqZ4YBoLSUeImde2eXXjf+24TDSYGStxwGIBKh3KzhVA4ik//2Z/j2YNH4HdCWiXwuQJS5rq1r6fHaOWFAasKinlOoCXAKkS/TPTD6jQHUW0+5jp4K2leoNzcR8unGDfGvZkmLFycS/46endvxJort+HogcOYPX5OEtwrXn41aqUaTt67H7FiE3VqrNpB5Fo5pC4fxbaX7cEP/vVurNuwGTMEVp89iO17dyK9ZhCHHtyP+qEZhKghqcmTZKzyXsSjMfnNDd6wVk3CY8bp8wGrXvBV1Bt10iZmAoY9oJkBLxRYlXHUomwE8LGPfRTr1w7g4UeexFf+/msCrPL6M+lXrRHqnnnNq0wCZcaFaUd4wRqrV7xCNihhpUo4oCUQiCZJcqBYn2gRrFRtNcLmZBLUqqPBKnOiH0gNMOIRRg/BSR/BUgafZPoIQKfb8pk0iIsuE8yGYouSXSosI1YglSyBMWkSkXq5+GbL84v5FCvDFpM3BrLUYJM2Dlt0XAmQGiBY3pbarK4lsbwAgzaK97NooFpT+XofAVUBVhWbiAqb6rGyUPH8wKrWqdU1TToZK2BVsZa8SZ9aczrayl5OjtrM9bd7dFhls28zVtV1Mex/1Yrvqcx7lnPOT7vliLMye47CDpCKBOGGGIS4iEZs7OqP4KXr16PwqtdgYvs2VAla8N5pIxxRLNCkJflOModFp9QSFqnJe6UYZoBYamtLSqNasTj0U9GedrLFlnieBbVWRc9TG0jZnNiaCdtm7eggnNdJQFhFOG5Xj7WcljrrtlQB2/kZvK6s6KmzUomv9zMMmK9V6szdl2SVGotLrSbyRQsHG/tx53/7OBb/bhHJ/iT6YoptSoYiTQtL1NOygXg6gaGuMIbT3RiMh5EOthDxu3B8qj1MMSs4vpSpCj/D8QMBm4wgY9Sl2MEch5f+7h2eu/qz/fNd7765vX8b4FPGoW7TNcG8d3zKcx7WsVkXeWENgGCSS6WhphzTV+qudtzPyWIx65QE1m5IDB28STXXa67bFSJerZa4SSfSaQQjYQEyqKPdrFVlHAW49gsLTemm0VyK5jYBfwhP7j+EL/zdnQjVA5LgNS0N2DVaWL9mLa645mpYkSDKhbxo7jGIN/NSgRjcAwkosJV0CMlkWq0d0slYxez0NPL5PHI0yUr04c6//zqys0twaczl2JjLLCE3v4ArLtmOd7znvdh5xRVy7pSrYcskGYBMGoiqsyWb44UAWKGYx//+3/8Lj//wPvS4vXAc4JZ3vhq/8rGP4cjxDGbPjeOq6/YgGE8iV1XrpMMxIrWPlXIlnZHxXGBVwAEyBZsNhHwlnNn3XSyfuh/JAFm/ZA3x8hNUqaJSyaNE06rlChaWK1hcpqlJBRkyo9gmWmsp1qxoCqqZafuDsjZz3Xb8LurhBprdAYRydaROV1GsWTjmZLB+/SaMDK8RDTpet0AooJgmTQjYzHtCtg/B6ZmZGQGjGaMw9uNvSifQoIMxB81PTTGV19rIEv346XtxfukwElEHzUoTTTsMOxaWFsJSmXFkHeFYE0l/ERvsIupNC6eqLpbqYQSiEYT9TdTyFcClAWsIswtAX3AtLh3aBqtBHWauLR2ZHrM3y/zRun8GcDGsVh4nY1s+CFB548o3v/39P9ukXvWq3/zYb7TnkjL34A8LCi20bCaqAUwdegZHfnw3In5lmMLihqw3RnZQZLPofl5GDXE8Pr6AA5Nz2sCEIIXew2Xt7bScB4IOXvPGX8C1116LaqmIiOsKG17iV+6iunNIdtK2eZVaDzgWCSoIM5q6muUiqiUFzDZmF3HizFk8ceIUpifmpWvgZ3mY6yl7KNcl0eJjUt/A9Zdtxg07tsAJuNh3ehzh0VFs3L0D5ybG0azaiMXjcMI+LC0U8eD3foCpU/skFm65LWza+hLc9JZbUG0pLX+GB8v5LCgVrYzJV3YScbwaxr9sSV4WFY2rzP+zIESQWWuxspCkGNf8XC3rwCIHd6xKA8XTB1BYnMOjx8dx4PwcCJkoHWpVZJDPkr1RxW8XAlYNkG/WdWPiZ4BVxvKOreQ1+NmxeFTm2szcnCoKsaGJbH4NfvJetlvodUzj1/IkPB8+2C4skgzUJNZgrheEVow9dQ0791BJzChvro65Txt0JYjbbGFhZgY7d2zE4EBSYsmu7j4k011IRGJYMzCMZFcfWm5UWtlNN53RRzWEEYU1d2Q6DIiq9kWlH8qHaGbrc6KxmnndamBV9gxdRDf55wsFVn/1vbegmMsh7A8gHQkL2EavgnjERTQcRLmSk+JjoeZDoWbj6KkpHFsqAcEYaoUlrIlaGEzFMD01j5NzGWEhR6NBxLn/MY+ljwJBfikkNwSQZEEmU6jIT9kKosnxHKJJVRShREpYhK7jIMu274Bf9j/OYfG/9Su98EQkinwmh7m5OXT19WBgeAilegNVehtoeQcyhiV24zyQQoPhnaqx0NuVxOzpY3jmwfvh1MsI8PoTMPX5EQvT+ErFHUbTnPlLgJJwbKVn7q/BfLO3W0RmKT1G8kWlCFTy8PvqAvRtv2gUOzaOiPxAqdRAPN2PwcFhzC0s4dSZsyjlM4j4G9g41INrrrwcl126DQuLi5iYnMTychaFIveQBpaXC9LFQXyChm7JeBR+u4lKo4ET47P4x+/ei/kiyWlK9CPgWKgJiKrWjLbWMudCo4xffOPN2Lt3F8bOncb09AzisQSG149iMjOP/QcOIRWNY8eO7diyaSMKM4tYyuQxuziLtetHRYKJn1sulDAxO4PMchbDg4O4/uqrUZgdx7kjB2HVqnIvnSAL+yx8tKQzp1wqi1bycrGKseklPHboOA6emkS9ZeOm174cr77xBhw7dhDFakGKtN2xJCZOnsPU2Dgi4aAUMEluUUtGCzYJRaLSxk5FMdyR7MK21frBe0vgmwVz7k9uJCrAKuUfo8kEYvGknDvlpCKxuKzDwWgMhZaND/32f8HDzxxCo2m6qoz+t04JPJqoHfxK5QVeX0Tt39xeC7z7s2BRIjfZ6TA0e5L5zBeB1ZW79IuM1VVRy2rGqkm8VoKmGuLTSa8CA1QGbjZvSbw4ICUAVzRu2fM9FT0mLDfe+DK88eabUS1Rn0M5AbI9gE7jqj1at0YSdeKclE2Lu64f3/r2d/C9u++RYFJ9vw50WHX9NwCrXiDWbOxSWSYgpEFfBfwSoCBbo45LNq7HRz/2ERTyWQHJWLFTJyy2L7JYkLH69P6DIgWgWqpWMQFMhVbrBq4Gsk3F18gLGPF8tQhcmLFqmH/qs4zZjjo0tpFEYxERqhYumRawVviZCgLNAsN/e8FKNWwU1V9au8S4RjFWq4Em+q7YjNErd+DZp/dh7uR5WTw7wOo+xEs+1Ct1RINh5H1FBC/qwaWvuhr3330vBofXYnZuARMHDuLSq3YjNTKIQw88g+qBaQFWqR7EfZhC3RxPCZoU2bYk6Pwx4LAJhEzwK9fABD2azWzur3mNQC9tKQClscOEVCQCDE6jx7B6XrlPyvDTBQXTwqxkMjoTjHBPKOjHb/3Wx7FmuAdPPX0An//bL6EhzrNKY1WgFC2b8f8SWF2/50YlWq4oippS4oOvoZw2lW0LwVT+nSxT9ZsgqwCrBOvi3fAl+9HyszWzAdSrit1aI4DKwE1pnipwlZspN1gmV3VYdZpg0NBK6awqzSrDlNVzXFHr9AVkFZrgqi3mb/wtrEy9BlFqoFUti24q5RYEpU6TdS89s7KuNBhU8Ri1pg6LNK1aGS0KuZN9J7dRVXk1fbXNjOxIBHQ27A5r0tjOG+hOtb01EVSftYqxLxIJHu6pcbA0a5ispupgPO3/6h3qseoDn/Os+jslAAIgGM32OQJ4lrTDOg6BqiBiUT8u6UvgdRsGUb30cnx/xMVsNaP1t1T7De8zgWtKKlgB5WAvTCAGyGxnYquO1nXl3zhmRaMNIWGpUCetYfvgJtLaGRT8izo6agPy2ARpZACmWDrKpEr9l8cQkN88E5pl0ZSBkCmvuY1giyxpxfBUIK66eyJJoa+UFCkkYVWjgT/Cn2kPe2WoRd1BCbDY0qd51EyrsjWgXPZhX/1xfOmTH8fCPy0i0deNbhouWtSOK6KcKaHWKMPvkLGQwMBIC3vWjqI/kKSSGRyyFKwknADZi/y3Eh1gi5RU6/108yWwarUZq4JptJrY9Z//ZtUu/dP/913vuVnWLJOwqjZLBUxzezH7sSl6qiGlFX6N5qxu25T3aKaS2Ufan7si8dWjU75DmdwYWSDR6wo4iMfCwlLlGsdEQjTVyWh1XcRiUSAcwmIxh7mFRZw6dxYsng2NDEjC3xtJYP3AsG7HL0sswFZBxgNzSzn89R1fwNy5WTFpq3NNYQt6E+jv6sbV178U3cMDyBHQ1Fpeyq1dgZBk6ZBFOzg0JO7WTPR4Sar1ChYWZ8RcbG5uEf5AFNOzWXzlq99AMhpD0Ga3gdKFZ1IyOzODkN/FG255I970lrcg3d2FWrOhNGZDIbhBF3NzMwKKnh87g0996o9x6MAhDEe7EM4Gcf2ua/Gm996KwLoYei8egRsLophlM0AT/oByFLYCrrTFcwzJWrGq4G0KsOq30QNUK3o86ce5/Q9jat83EW5lESQbpFVF3deAHw7q9QqKhbzSfM00MZfNYzFTEHfo+VwJxVoT/lAUoWgCjhuWBJeFYicUQavpR6lcQbnVQCacBaLAmmezqI+XcNDfQjVSRyKaQMyNiczC6PpRWET4pKvJFiYvH9QVjEZjwnAplouSuCfiKbmGNGcSxrOjgA4yJQXI0Jq+hVoBjzzzABYLkwhQwoK5fNCG5SomeKMVRDjsh+PWkPYVsL5VQBk2TjV9WK5Hka/Yog3rb9VRdXyw3QBqaKC+VMFlfVuxaWgbSiWuSApcabdTaxNPzl4WC/jgvObaTlkLzj/KfvBc/H5HChI8T8Yqt77r9p8+oS/wiv/8yd/TAGZDQFUZyxaN8CwxTAk6Ns4/+yROPnwf4iGfAK0OTWFtrocEorVusbRs19BoRnFgoYDHzkyoMieLrErGUzneay8Dnnd3Xw9u/cA70N9FGa+SyHX4uYiJNKmSPpI4UlqjNYGgzXZU2zqPRWmZ0iOzhprNomwDiUgC+/cdwbe+8R0s5/KdEGDVNdDLt9oRdaumxOVs029aoEDUmt44XnvN5djYl0Ku2MDDh46h++KL4aTDUgRLxLsRCaWkxTgYdXHm2UN4/L7v4aJLdmHo4s0YHFkDuAHRCHV83D+DyJdKyC7Oo0EjXpvMYKXvKwUjHa94gUIDJnN/lBhaSwEQVOVFYtFFddyZKqbZudhNRFNDB/bCOObPncZjh89i39lplAnOkHUsZmDEjNRnmZjTFMDUtdHFWI9kiykG8DhpLiXjlcC8dgTn+ZAhXibjMZMTzWidQcg+znklHdyyr1FSQuU6ylZSdRhKkURLxXi1pk3Mba4R417zUH/TAL5HCsB762leTDBubnoSWzYMYs1QCol4DIlkGrFUl3Qt9MbTiKR64fQPomIHYLNZSutuck81uYwBVgUCkpxRzWnpMBNbAUXQMTGKjC8ttyAyGvrvCkxVobQ3V+Zx/8ptt72g+f2uW24ESZi9iaQYBNVLedRrZSSicZH5qDVKYjq1XG5iZrmCJ4+cRjbUBSscw/z5U7goYWPnpg2YnlvCM+PL0pHIHCTi+JFyAwiTrcxz9alYn3ehUGliLldGjqGyP4gm1+VYArHuHrjxuMRFjMByhYLk6dFYVGQDZNwb7et6S5i2kVgU3UMDKNWpCd5Q3Wac8xwvXE/09TbrqBQXtGQDtWAHkjEcfPTHOHPgKTlWCiXVGIs2SnLcIufvU/sB83IyRZlFlMm85D3jfRcdYksIK81aDWHGWzQnFF+FqrTK79yyDtdfsR2tUkG6X7Jkf07MtEku1DMf6I5h89oB7LhkC0ZHRzEzO4vFxQVh2nKOMJbw+yNi4ki2PI3CKpUSioUMCpUqxuez+Or37sdMri7aoNRqZvxcF/NSZVrH3FW6mIRAVsHLb7wOr3rVDZiYOoexs+cQjcSw+ZItGF+ewyOPP4E1fYO48qorEQ+FcPjpZzE5NYtEOoEGzRijMSTjcRSyeYwvLKJarmDTurXYsWEdFsdOIdKqIhEhQK0KhMJ6bzRQKhcEWC3mCsgUa5jOVnB+roCDpydxanwKxXIJb37DK7F+wxos5xdEPz8VSWBqfAaPPPio7Llh7SdAHWrueWGb4LEGUEn2EDIF9xfmXR7jZz2XyLYlOV50wzk+xUCMXT4u4vG4FN97h4axVG3hs1/+GuaK7KhUwLDKxY3kn+4+M3IeEix11kPTFSjxhzdPF9KD7ovTsZXpVm17YKyIuVpYXpp/QXP8P+qbXgRWV91ZA6yOjKxVAa8kvZ3gXRYoBpS6Ms8s1CReJmDwvt5YrpjN1Gw6/JK6M3oAACAASURBVFzSuXfu2IEPvO/dqJdLSmtRtHiYsGpGqQbDvJVLAV9tPx5++FF8/m//Dk4oqlwIteuomj+dqi1p5+ZcBCD0gIZe8NBsoAZY9V4a8z6TiPL4zebMRSmWiOMTv/NboqtC8EYxVpWYt2qZD+Ev/vJzePLp/cLuUAGPTow87U4dUE5XVWThMVVbFdp4maSGAexlAptEywuKGn3GFtu0NWDKRY8VIgmyxFVWtQJWK6o1if82TE8VHDLQWMn0ZfIgphHcKAmwNmqo200M7t2Kwb3bcOjxZzB/elJes+vGK4WZMPaj/UgW/aiWq8I2rtFNfiSOq978Ktz1w+9jZGQd5mYXMPnUs9j1sr2IDPfh2P3PoPzUhGIaEYJrKLMqPpiUi1skN1Sts2rA1RVMBo/uCsexd0y1gVUdhK4Gkr3grKlEm7mxYrx7FlzFFFYVWPm+Vl2qmB//2EfR35/CiROn8Zk//xwqFWqRGlax0uAz45X3wNwv1U6l5uK/mbG6+wYlKij3VbFIpPbRVKCHfK/q3dOgI2++kgWgCRVZtogkYCe70QgkBFj1tWoidyDagqKnynOWA1bmZmSLEoBlqz49sRjo0SRLtFHJhOXZMQkz2qTaDl6YknoEiz5TEC3LQYv9TZLQarmBUhF2rYhWsyqMHaSHJBFXOpAWaLrOBI7Vcr9fMRfrlSKa1aoWL+fxKofezj29EGNm5XOrK6FmU27S5oKAvIdAJnip0SZrZxPq8wgWPgfAveDOaxIv9R7zbgOnGmCF6qoCJpoWLa6blg/RYBOJoIVwNIR13f14xWgMIxs24kjoIoxNMVhvoNaoigZShetxrYU6SvDZVfiou6BbRMnu9QXZ8kyQW90z0UkUQ4GGmH3UbQITTLRpZNNA1W6h5HJ8BeAju4qGQ1Qr8DVQDDNJU6wrsm3lh2Oe7CO2nfkaqFQt5GINVPpKwpgtk4mg10fbp/S6OOfo/E2Qg4ANnVcJ4nIfCPpcBK2QgJuRZhSxVkxaL5la9iGAZNOB2/ArNiSTiHoL2WoD4VYGj534Dv76E/8X2SMlOFEX0bofFV8e9WoWVkkBF81WDctOAO+4dQDv7LsU2Tk/juWWMDa9CL8dRVeQAKpKHMnYCzoWwtS/DdAZXbmjU56fpgJGV3b3J//2546/fuldN7VBH7Pn8jvFodnjpt5eZ3TrqfkivkcZrXD9Us8+N0HvMLbMHFDrCN/De6z2SNFSFAY+WVBky/hFZoEtiWSuRSNRxNNRZBoVfOfAY3jm1EnYFWAms4R6LAi7i0F5ADcPbMdr1u+SdYktkD4rKPsHmTaFYgn/8q1/xSMPPgbHComsCY0cqGtNk6Zr9l6Fy3Zsx2wup1rPQoo5q9pzW/C7YfT09kiruQrQacxUEpaqSKPYPpw/P4N0agj3/PA+HD9+FNFQUrXDa9YZrw8BjmxmAaVyCXv27MHb3vJW7N27V/a/ufkZPPn4E+ghWzMZwac+9YeYOn5e2swnm7N480034Nfe82s4/PQ8Cr4qbnj9tXDiCQF9f65Hi7r0YkMlrY4s5HA8B8N+ZM/ux9jDd8Jfm4ETCisH92ZJOhB4m6vUU80VkcsRUMljcqGE+eUSJpeKKMOPvjUbkO5bI0kkgaAGDQBbvMeUDCijXCyjEipgIbWMvlkbQ08XMRau44S/jHQ4Ih0uAtq4rlxrShFRey8SjQgII0C7Ll6rTVAx83ht2apMcFVMzOo8M+7hLHhT3iAEAi7jU6fw5IH7UPPnEQhTC5Ct+S5sH2UeqBtdRzDuwB9vYkMzj8FWATNNC6ebcWRzIRQLbNEPwm7VULbJ/KTJZwO5QgX9oQhetu2lCPlGUKoVO+uquJ4brXmzN6v9VDpRWGgKOGJCw/nhOCGJU4xR0FtufWEajP/tj/9QHNidgB893d2S0FPJx1+pYmlhVroGJg7sw+ShZ5GKBsXpPmj5ZbxyXjMJZts8H2zLZVQ/mavix8ensFDVnWZifMh2c1M8ZMLrx8tedh12X7FD7gs7tMiG43EwNqe+iZjWSLFdGWQpiL/ZLk4TTBQZDx3rsK2eQJVA1o06ZuYXcN8/fxf7j51RrcOmnKgPg4muomyo9Uk6IESGB2jYLMLVMRTz45VXXIJL1o7K+Nh/Zg5js9O45Kq9SA0NIJJMCEBYK5dRyGXl/QSJyNLrHhpCtdVC0HGlmw6ULGKcH42K4Q/N7hgmsG3WaOfK2qe7dEzMpooAjjLU9ZATJFdisbkNyClgVYA6g9DpqMCyqnDyc8iPncGzRyfwxNlFZJtKp5HocLmh5ADYBSSxgAcUMOvySkaoNufSsaTZDwi0C0lCm6txjtJoajmbacec6ngVL3n1Q+Jpg1AovZvn7BlmH/HG3hrXVQXTVYW61TG67EFCoqgjtzyHiwdTWN8XRywSQjSeQHckhu6Yi56uHoTXX4J67whqDZoEdfJBsx96j8XE0+2QTJNVvHmAtK+LIZLuqPSAqmoOqVK7d7/l8b7vne/8uZZv8+KPvON1ooWcjrnC+iuSKe0EEI7ElNFztYpCpY75CvDkqQmcX8ghkhpEvllFuJzB3v4uxEMuDpyfxlTNQdMPFLJLCJaLWNOVQMSl+ROnKxnFLTANWSg1MVVsoNDkuqt8AqLJLqR6e+EL+KnaCrtpoVgsSiGSjGSTGwb8lOjxY2l5CQE3hFRPD1okPbGzUbddKykQBXApORRFTDHeByJ9p6UgCJZb1RKe+P5dKE1NijSHyLo0FJDvBbBlnLd8cKNRVghQY/zWXpcVKYbdMq4F5GdnhYVab9bEzGvX5rV4x+teiYjVQKFcwtTCIuamlpDLLiMccjDU14PB/h50dyWxfuNG9AwOI7e4iPGxMyjkMiiWC1Kkioe7EArRALMhMgulchHZXJZd+pjLl/G1ux/E8Yl5WNRhrZTlHBqM83QhgaAy555o0fsb2Lp1M97whpskFqFGaqtpYe81e3FiagwPPfIwdm66BC+77nq5jvnFLB58+HGJ73dcug00LONY5TpFgDToayFqtVBfWkDcbqE3ERMZKlmjtYwH9yQW/nhvM9ReLVQxu5jHufkiDp6dxvl5ug0UMNDfgxuufwl8liro9fQNIJOr4Stf+brc22DI1XqnPBc/nAb3dHYcsUjkk8IeO1hdGgC2n1O5ifFwUKQC5csh3YJS/FNyjxR6q9pBjC3kMJmroAxHEYFW6SFLEYTjbBWD36wpqzvaOrFvp1P1Qjm+dzKbolk2s/SC5vh/1De9CKyuurOrpQBMMsWXCaCjqwLPAVb5dw/opjZfAxx2Wjq8m06t0cCmjRvx6x/+oGgtciKJXqosrh22pPcQJXCT4NTBsWMn8Ud/8mkBWgj4CYiggwqjTcrvez5gtVON7LhxPh+wKlwqnZiaaqWcp8+H3/zYRzA81IsWWQlM+Bl8SOWeZlYO/uqvPo+n9x0Q3TYm/KwStifzKnjEe85eYFXapTUTSYBdLRXw8wKrkrMQWNWJDqn4PG9eXmqqqYCs0+qjWrs8jFedaBtg1WyI1M2sWQ0MXbUVvbsvxqHH92HxzJRsPDtvvBI0FBn70QGky47o5vEYqo0qrOEYrnnbTbj3gfvQ1zuIpcUszj+1DzuuuRzp9SM4et/TKDw+JsmVIkcrEJXHyed4HByrfM64sK4OoDoLpxrHJrAyv73B58qASkNW+l6uBla9oMKKwEwTEJRWFtlwDXSlEgKsptMRkTv44099GqVSTRJy9TmdFkM1ztS4VMDuvx+wunY3GavamEonA4pcqQsbDKBZyaYuqTDHGdCQWVpTv+l+HU7ATnShGYopbVQm8ARWBUQlHksWrmr1ZhDIDZLt4Qw8iLESUCUYy8/na7l+eNkLRk1TTCzEEIm0Q7puEFB14LNDaDEosQj4toAygVWymA2wOqxYrRLJ+aRKLpIBBIupASQsEQr8q6RJVdGp8+llgf3/AKzKAOSRdoDVn9wA6WWraqkR/ZRRJ5XjFz1RBqyK1SIAmab4pJIOesOKObCldw129DvYONyH0PpX4GSxC8W8D061jpLobpVg+8rwUw8LFZWAC6uZ40QZkkhRQLq6uDbR2IMLcUPaTUu819UG4sUQcgTS2Z4U0Aml4OYN8sEIcSPjlBR7ST5MsdC49tX8TTR8NVSLRWS755G+tIqtayJw+VmtDGrNuswfJttcEblOzfkVB6MmesBNNKwGmmRRtoIoB32oRZoIl5IojtuYy+fg9FpYF3MxVImhpxKDG0sB4YB8b7w4iEh2Ft/5yrfww2+eA1oRWBaZzi1k6f7e9CHi2nCtAHyhLLa+fgB/sPMXsXEygLn4FD576FkcOl7GSLgPYdRhBUKIRiMI2mXEAhV0hRw4fibxvHbUkgoIK4SgF+fRnv/6pZ87/nrne5QUgHcNVG1XipVkgkuVDK8snpr3SMK9qhvCvK/NNvK0ca78TDWCzR5pzFFcFuH8FsI8Nyk62vBFghjLLeLZyTPYf/4UMpmstPGWrSbqCbrE2lifGsDr1u3GttSQBOVMLEFgnv/W6+bTT+3DN7/xbRSzFWFUc0xIm2mrhU0bNuDaq69Gk+283OT0NeAYY5tZvKsLIdfV6yzdksuYX5iTcR6PJrCUWUSp0sDcYh7f/MbXUayW4LSUvm+7tVUtHKCkBd9PUKIr3YWLtlwka+Dk5JRICgwP9WHLpTtw4PGDqE+X4dT8uPKarfjlj92OoYsvQ80hK5WGDxEBfWXaevQRf9pgsAhmU/faasFmSx7tER0XxbnjOPzgP8CXOYFUOCS6ezTts1u2sDJrlRoa1ToK+TIymSIWl7OYXqhjbGYGFTuC9VuuQFffqLBaaNBRpUlHuSxjrFiisUhd5BumfOMIdYex6ck8mrkGjiRqKPtsxMNKgoF7tSl89vb2Ynh0DRJJuk0rwEISPd2ey+dMAVtaASMRZRrVZMsyQUvAZqFC+oZtHDr+FI6OPQE37kMwEkKtznXEJ4ypCkLoDhTQjIbRCAM7rGX0+woYqzs4XY2imAuhUiC4yzWNRSDuezyWAHKlOuKo4zWXX47BrlEUq0rXvV2Q1XZzRnaD7ujsQlF/19IqPiVnVeN106ZWHDtvetsLY7T98m/cjr7+fnR394gOHSt4NJOpT43h6JOPoprLY/rcWWSXFtAdiyEWceEnWKwLnYylA4LOtURvjoWPxYoPPz52HuezJcUOZnGkqQzC2O7K167fuAHXv+w6hCNsLY4is7So2jOD1NEjezmkWH8y/5XMg2IRKfY076fSRSRri0zlEPyOIyZjrh1Q+o/VKp594BHcfc9DKJQrKsplkVTiZm4SynxVTBJ1p5vsPxYN0xoY6Eniiq1rsXvTGsQCflSqLdx94Ci279mD9Vu3oCrxjU8MyWiQR03hRpWdZiFE4kk0AzweAvo2yvmc6A7nM8sCYAtIXq8Ke4rrWy6bRb5QUDqpjEl1DKrAOhbcHBWjahIDxyILzd74U+6JBuragJFshOzkqMDJzaIydR5Hzs7g8EwRC/migFjFehOZCu+fLQw8hUt1QE8zRs13tcert3gsfgkcm5x/CiFkfkXmfr6QB+WmTIyrfCtU8XL146cBq95j6BTpFA4s/88uJw+w6l3zOq9XzFCSMsqFZWwbSmNzfwLRoC3GOKlYBD3pLsQH1iC8fivqkRSqWlrL5Ibt/U2vN9490nu9VAHcFMLV2UosroMzby6rl34Vp+p7aa71u9/+9p+2ZF/w73/8iQ8jn1lEyAZK2SU0alX09XTLNeKYq5DlbQVxZHIRz5yeBCJJBNwEcoUsen0VvGTdEBYzORyYWkAtmESxWsTS/CzsYhFD6RiSiQiiLo3sfCLXkCvXMV+sY6nOgjj3tpbk1vFUGlbIFTM47pFMWwm+8d/MG5WsAhBywgJiVVo1pLpT0p2RXVhGrVgRs1QZl5K72tLhIWCqdASqygjZ37y+orUZDoshXjTkYO70SRx44AGEyJfttBm1r5nCGhT+wLXH74akUFjXBQB+X9ANCUiKSgmlhQU0ayXZq1jc3bZuEL/6zjchYlGDu4jlfFFiCEa1fT1puU6UK+vpSmF07ShC8YSsreNnz2JuZgZLmSXRIo7HexCOhEUShdfEgKuVpoXFUg3f+MFDOHxuBj4nJEU1Xt+GkX4i+YY5tsgRBRAKtDA03I/Xv/4XkO5NYXx8AjPTc7hs906cnpvAw488giu37cR1175U9NzjkRiePXAYZ86exs5dl6p1tlmTOR2oQ7Rlc7PTKC/OYagrhe54pFP0kHhKrck8LsYtuWIJhVIdMwt5nJnL4si5GUwsZGDZNQwP92PP7ktFQoD3rH9oBIVCE5/7qy8gky0gHI6puI57iuQCigEumt5C9FBFe/qlcMEioMpxwK4H7udhx4+ALpZRNky6LFis4xrFXNC2Uar7cHpmATPZMqogocJ0XnYKGyoP0kZmFzCXNkx97/w3810dZ0eexDtBVxdh+Dd6LLz46FyBF4HVVaPh3wqsqoGpq4OrgFXzVWbz4sI32NeHX/+12+ESGNNsNWlFlnbFldo78tlkwmjH0vnFZfyPP/wjCfLFOEEIDqoVxQt2MXjzVh5UVViBVV5gVQBQDVoapqYJBkzQsyKR8lRCytUK3v2uW3Hl3t3Skky9MAEFpDLdlPb/O+74Gzyz/yAstjJLNbcDn6zmnXlvy4WAVXPsRsP25wVWJYABk3nFICFjVc7Nx6RSGWoopl9HX0haaTwmPrxW0lZJtqhgXqI8hppVx+Cei5HcsQGHH9uHpbFpqW7ufPleCWLPP3AQXWUHpUJJkuIqTYQGo7j+1tfioScfQyrVg2y2gLOPPfn/sfcu0HVV573vf6+99vuhtyxZlh+ywQLEQ4CFg5PGpNi9mNyYnDhtzEjsEvcW5zS0cc6g9CR0xDkBRiknpTckrWnrcnEopsXcEecWU3BanBIT4gTEwzU2tmWwbEmW9dza77X3Wnd831xra2tbsrcwGGx/20NDlrSevzXnXHP+5zf/H67+rUWYsXAB3t75K4y+coQ7qHTlyn+XXugqWYQTCaNeaBk7glk93+LOklM+zySsFndynTLglAmnbDmdQOdn59jOs3NsBRxhlZaeN9TX4Jvf+BMEAuTpZ+LBhx7mJaZOlAGVCycq2BFWneN/sMLq7/BkBmcrYi9VEhvJ94gM1dXydWUrk+Os5/yKooEViaGOsOqPQquohumjlzSJbDRgUJl+6XVGS6vZb5UiYnNKpC1kyuaQE9vDlUQSFpbHPVbHy//4IIGvi9PhepSvq05RqzT4ofsArFQK7hyZ2mdhUR2rbFK/d5ZukShoOC9gO/qbE3TRfREHCxrZE0zwX55sqW2x7DlxsmE8SoMIUMSqylJaKBOFTvmp/srKCmEqSXWK5f+U/di2BigeiKhoHrWEjQakLIBSp8QCGmv8aAzTrLgHMwKVaKxy4YqZUcy58kbs15twckBHgKyo8hRpnYbuSyKYJ8uPHHfAjSwlF6JBmBs6RcBTB5GXdVEkFJUhGpC4kSM/UVoK6/MirNchkrCg01JiyrZMM9gUNeymdpjamTzyHqPgt6h6yipFFtky6VkT8dwQ6i5N4vpZM1GXnc2+eLwkl3yhOUqPp/24HJFATnnJc1YehivH10L/KOA266FISgPuk0PY33MQh0+8hxmWH3qwAj1pF3pjtEw1Cj+NaOiaPC6ErDH0nTiM7iMGfn0gi4PxMeTMUYRNum4THjdFAVei4dIgvnrrXKwcWoyx0DB2nXwL3/u3N1GVrcU19VE01EWQ1VxIZnOIuL2YEQogGKSkO+T5SBGsHhVhS5FeJD5awJIHtky7z0bCqjMQpO8FPz1KRlGyJLTQJtrRY4WIeV6iRoNoZetT+kXCTOnvCpmqKdqgaB+njabIFdKtgpYGSkpl6C7sHTqOf//1r9E/OgJvTYQCXNBYVYVQJIh+K4nGSDU+NeNSXBluREj3I+fVkHWb8FA4IS/jpyVlNCgDntvxPF779RvUTKm2nyJvNA3hgB/XX3895ixYwKIqJVyiwR29w+rrZqCxeTa/N2hg5Vh8JBIJZDO0jD+CQ13voGlWC/qHEth/6CD8YT9HxTnvP45K42WVykKDEjMlEwlOOjEwOMgRyN5wCDXz5uLT17UjdWA/frjpMfRn4rj1t6/BNz77dfzny8cRbK7A739zLUbzQCpvwEtCSSGybeJk4FSFgtphfldBQ8owEAnqyI71Y/+uHyN94g3UR2kSUueBMtm2kHyfJm/VVJpXq8RiSYyMpjA4MoZ3TyQxkjYw/8rFqG64FPGxDHKZGCc7Ir9F01ArWeLJJNJWDgNjJ3HccwxXmg2Y/2YS++pNHMsn4NUjiIb9qq9hR8jQe41+jlZVqmRhNTU8qKbmjEQyKjMUBaXESBXhWVlZwRYB9Kw5QQZZvJBDoJ0M6tV9v0DP6DuIVlJEshs5w8X3ZOSyMDhiPAN3NAAtkMdVrmFUahn0mFEcSHqQGPMjm84jk6T7yiKnk1BFUaABJE0LtZ48ll9zGeY01iNnXcb41fJiardVH5PujfogWSPNPzsiMvvs+3y8PS0rV0KWzvt+cfX7S26z8cHvMjMSMyj6n47lcQGjb+7GsddfBcXh9w0N492+fvh1P2bV1MLnU/YjVKfZFsWeVOG6AA1JS8eed09g7/FBJXTbhYzfLZrF0eX/x2dX8HuKtNxoRZQtPcjGIRgMcCJRmnwjv2Kn3SlEZOUpW7aa+KbBclVVJUcuE5NsPoexZAJWhp5zGkY6ieEjR/Gb1/bhxMAAxpJZpGnultoc3QuT7Abs9om8GmnpLfezYWLhjEpctvAStMyoRk3AjXAwjHd7+jEYrUT7jZ9AOpdlv0eqV9kUeQqm+D1B3ymCPRCMIFRVA28gxO+1FAmr2TT6e4+jYcYMFvBIiCW/XxJXndVS3H4kkyyuOuWCRYqxMT52KBzmdy77Q05YFTM+AeXsp9pg9WZ3Z9PwjPQic6Ib7/YN4sgI2c+QdYkXg/E0esbSLLCxxRCtEiqKFC30O4omZkoFA2Wdo5JHqT6Yig5vaGzEif4TnJCX3xGqZ1QQQUvbn3KFVWcM5exfGrHq9LdLg3qc7XM0xZvNwkwl0DqzCpfUhlDp0xEJhzCjMoqaqpkILrgM4ZaFyLu8yNjRjM57rli85f5ZUddqwt/YxkL1J/hZ2AzJO9zZzhlfKH60PF0dzLHCo+2+/Lu/O+33N+1w34bfR1U4iL7jRzHY14OWuXO4vMVGhkHvJkv3oTeWxq/ePoKTSQ2B6jqkqR+dTmBB2Icrm6pxpH8IRyj1gEvD4OAgYkND8OSyCOoaKiMB1EaC7MdJ4nPMMBHLWUhSn9pDFjskcgY5wpKs97zBENtDZNMGt3H+YEC9fw0S8GgVSBDZvImqqgpOatR9qAv9x3tQGamAvyrKAUU0uUCTKNzesFcueWurdydNlFEELLUJY6NjGI3FUFNTgYDmwpu7X0Ls2FGEOLcCm/OrMumMwXlCQE0S6/6AimrMW+wDS+MmsgaiPr6fxrNZWnuhrP3y2Qwum12PDV+9HQFXBhr1b/NgUTgYCHBix/jYKMZGh9DSMg8N9fXsa5tNk+1PPw+d6L108OBBpE3wCgzy/qYyRatWKAo1YwIjmTz+v5/vwVtdPXD7AuwjznYrHKWp+mc04UJ9Wfq/322hoiqMz9z8W2hvvxrDsVGcPDmAYCSC47FBdL7xOpZevxjtV1/DZYEsSg4e7sLB/fvRcf21nMg3E4+zaFkb8nNkrpEYgzuXRW1FhC3BaGUABbcRQ35n2cIqRe2PJdKIZwycGErgUO8g3uk+gf4xEk11LFrUjvraShZBdY8XDU2zEI+b+MEj/4DBoRFencsLHOxAJK+u8rColUxUlGhSnazJgtzm0DVS2831ivyxOQeDSvBHEaz0d+rD0fvey3qED3mXByMJsqzIs0e6BjVuc8pEoWwUCavFlZAncIss1Yr1Ih7LTmJxVVzenDbKOaYIqxObOBFWS5r8qZJXOQXPsQLgThlHi6lXLhVEEk2cj5pFmhixWvp2IWG1rroaf3LXf0dFKAia5Sehjfw4nSWsjoeVsy8Pj+0ZMloi9/Bf/xDv9fRyZ8URRrnBsqP86HfvV1gtfhFPJqzS350XK81YLV9+Mz6/8haYRoaXWJFPW85OVEAZER/d9PfssUpZb9XyB5XISxGcKKg4v1fXMLUVgCMQc0Uv8V50OgITnkWRFQCdlSJWncFMzqAIQ8egnjoHyvvSMah3BOliLtRRVMKqixtP6uSSkNG0+ApErpiDfa90InbsJHyBAK7+zCKk4kl07/4vVKc8/H+OPDWzyNZ68akv3oLOfW+gsmoG4skUDv/yN2hf2oGGS+dj73O/xPArh/il6/hAORGrThmhFzTda3HEaqmwWhCkTxOx6rysnWfucCzmMFXnzxEllHCtfMa4nFBjbebQ1EgTCV+Hz0/JJML4m7/5e7z62uvw+YN2Ebc9b2xfJ3oRfWjCKqkPJGqyvyjH+vHyaxbl+A1oi5K8Df2fvhucwdeiVCA+W1i1k45wVArbC6iZZY52I4GeIkLZFsDiyFTKhsuRsXw8imRVHQq2AyiK4nZelAqMEhBZpGSfVUqWQsIqtUHKFN1Kp+HOp9V1UnRIRRPPANPPxJ7ukyNbC82ULeRSxKztNes2JwqrE6+h0LoVNWV2O1fonY8vfzNd5D86UVjlGXqO+Bhv0cYPNl1hlcRs22vW9pkrXKFj0VLwFFIe1XQ9jREP5tRX8bLQypAffq+BeTUBLL7qWsSqLsGhniwyYxkkTJ39mnzeDM8u02w1RS1lMrRkkma5XUiZARWhweejZ073QOXJRIYmrqrrkInWwe2qRiQ9Au9ID6qzlJxGh89LS82pfaHBPj1HVfaVOE3RkipmU6c6Td6L+RTmNKRxTXMl6r0NgA/IU+QoTbTxpBivp5LlbwAAIABJREFUo+Dnq2yQ2SKfHVXJb1a5sGrQvH46GHKjvehLdOHkYB+qE15UuqtxyNLRldEBPYiQzw3dTzYdYdSa/TC1Yzhw4DCefa0bv4q9i/l1PrS4Q0iYSYymfEgkPNCjLjTXuHB1OIpDVgL7jx5HZaAKgWgY9d4w5ociqKkOIYMcunoGMTRqIuyNosrvRtif4/bY6/ZyJAV70MKFz35/+sLql9d+ttA5dKLoWNQqimaa8K4usjBx2j9ONsLCy0TbFGfFhpqwGreaKBZSuU2mKANbfFX2PSqizp0zkaHIccrGnk/iX996BUeP9SHv1lHt8aFmRg2qAj6svPx6xGp86I4PY75WiSrTy0nTqINOyWVo8ESdcJo4oWuKVlSiv38Qu3a9hH3/dQCaqcOg9Y0cRepCfX0dbli8BHUN9ZxogzzieLn/WBK+YBAzmxo5QRLdB4s9NHi3lyy/8frruPXWz6OxaQEy1DZ7NPb5TCVTPGAlocWJUCJvNxa5yHqCJwKJkRsVkQhqa6rRc/Ad/P29f4l9Rw7gU6uX4hv3/CHC/itw6O1BBMNuzJrdSEHeMNhVTrkNO+9c55kViw6n9KtcOfg5gSCtY6cIowEcfGUbEof/E1V+ssSgFRSUhdwL9c4nnzg1sKIs6SNjaQwOx3FicARdAynMnt+OhnlXYIyixJIJ+DUve1JSW+AyNfZVHcsmMZodw/FYD6rqPLjmbR9G02l0VsThM1wIRKoR8qtkfsSWE+V4vSpq0evBrNnNaGpqUhFQtkhKIl4kQjYzLsRiMY6koXJFUavcD3CWMOYNHqyl0yn88s1/R8I8gVDYh0w6h3xOlRedlpGSHYCuIRp1oz44hgWuFPy6heP5KP5rVEMqpsNMW0glc8iQQObOIZ/RYOo+ZNwZzIwEceOChWiorIQ33KasJJzlwBTZyn1eNeFLf/N6lM8+iyx2tI6yL1Lex46o+YXf+/3SR1jWz3/72I8wOjSqkjn6dPjJLy+eQP+rP4Nxoodfr2M5C0cHhjAyFIfHtNBQHWY7BbIcYSGOvafZ8JT96w2XB2/1jWLP4eO8JJ76+HT9LBCbOVx66SW4+rprEKPl4fkM15fGmTMQIkGVkrWllCcufRzrBocB8aFnXlER5Wsg78KxsRgS8TjisRivkLDIhsZIQ6dVBieHMNB3Ev1DI4glUzzQT1ISHFoOSjkYlCER33dlMISaaBR+nwcLmioxo7aWl1BXkMih6RjJuuCaNx953Y1EKsmZyEeHhtDTfZxtKOob6uH3url8k3dwuLIOtQ0z2WKEfodcGn3HjyEaDSMUiqi+iO2jSwwoclclxJtol0WAeWltLIbRgeGCfRUJBep9rESGgkDEuRxUIiv6Tu2vh+rd8YPIDR/HWDKNd/tjyuPc50N/PIOuoSTG8jSNSmLx+Ko9p49a/L04yKBgEVSIzLLzWljgOrbgkgU4eOgQt29Uh2jMooILCm7cE8ppucJqsWjh7MPtmR2xWny9xSfgfoZJ744MC0J+3Y2WmjAW1IYR1YFwMITGugrUNF6Cytar4a6bwf0jsm6n8YnTZk5oO1UGsgkrO5xzUkTbeF6J8bEttcYcdWyPMZ22mVcJ0SoK+/3hvA9Wf+ELZdXn0o3uWbcK1ZURDPX3cn2ojJL3dx7JuLJuGcvn8ebBo9jf3Q94K2C6vUjnDfawb62LorW5Hgd6enE85yaTbgz3DyIdG4NOs7X5HPyU0d3v5wmfjNuLFMjaSEOO+gicRFpHIBQFNA8njgrSxICXAmKUDQoJ+yQyUmmg9ti02/QgXDj89j6MDA6yF2ZtwwyehCNbPGrrqc9uZ37j1aTqeShvW5/Hg+GhYQwODaO6phahcBDhoB89hw7gwCu/RA29M8x04ZkV2LN/PkXXWzyWcvtU1CpZgpGASsJqwOdlK4DMyDDMbEoFBOQMzK2rwJ/c8buoD+lw5Q34fAGEAxFexk4TJT3HjyGXNzB/fguvvIyNjPL1DQ+PcBLGcCCErsNdSCOPigoSlZW3q2GoOkx+r2OGiedefh1vHj7GEas8TnTROi2VEIm25+RO9rvP73ahoiKEWc0zcfPNn0Yw6OcJmoyZx5GBPvT09uBzv70cNZVVPImXpGRhJ06iv6cHrfPmIkLRxZT4MRxGMOJVqxPZok3l8qBJJeqDZXklqnpnOcmflbCaxXAijROxlJrMOTGAuJHD5ZdditmzG9kCiNpaWvZf39iEwaEUfvQ3jyEWi8Pvj/A7nJ4rCcgUtKpeNM5oyg5rcimPbw4k0N3w+8h7XK1CUpE99koHWnXG+UBUzg9KWGpZJAxTYjCyl+Hwi4L6USySKu/kiVGszsSSow2Mj6/td7J9eqdNdtojvo2iHEHF9VWE1YmtlwirJa35ZBGrLJo6JsO2FcApwion/XGWTjiC6umFVeqcUEN1x1dWo7mpCT6viiBRnj/KxNmJgHFeqpQogioEDxI9Pjzx5D/j3198SS0lssVe7rzbpumlwqpTiZzIy9NFrDqNdkGMs+/PEdicQQJ9z+YNXHPllfjq798OjaPfVK4fdq6iAaUviEcf/Xt0vvFf0L00u0xth5pdVs3OqZFqKqaUWgUnJN2OsrM7Qk4EaaHD8D6FVVqKxYJklpZmkU+cmqllYZWj6CZGyxVHBCthlTKPq2slmSer5TBnydUIXdaMfS+/irHeIQRCQVx10yLEx+JKWE16kE2meQafhLGxsIn2//PTeHPfXlTVzEDKyKHrlV/j2s98AnXz5uCtHS9jdE+XGlBRYiBOXKE8y5wOYsGWwLYJUPcwvuTK6VTSd5ogKO14FpZ02h244oaVu8A29wniaVEkgFNGxxviicIqdWbmzm7C1//71+D15RGNVuPZZ1/Avzz9DJdfFaFAA55xW4oPy2N1bscyfom7aJKCIzadCAm1RI48BblUOkkRuDzT+n0Dbs5u64ZJEavRKlh+JVpxEeYkVVT+aaafxFNqFzIATTZQh4oGDVlK5kHLQEhMzahl+BztSomxnA6sKuvjH5V2iIRVi54DL9Xz8vJP2o4iWEDZSfOUvCrPHStEG3j5FCW24khb9nijSqnenFxi2ceHaqliQPsXT0iUJ6yqJX8q9GFyYVUNHJSPmlqqp9pUJw7EOY8TsXpqnXNIOEzs6DXqZNgd0/Faai8ftgd/nNSJmNmHqAu7MbOmGtWBECqjJs+OV/rcWHTp5Zh1STu6RlPoGxnhqEp6/D5K7EQRqBaZ+1Nn0Q0jRz6HLsRzXhVlSk+HkqJQSChFZZk5JC03knUzkQk3AvkodKsPwcH3MHOEJhUoYpYm49QyMm5TOdJVrVLgpApsYaASHZDnoUEeUcijLpxCTa3B/or0PB1BlzqMlNCHf2a7FUqQZfGghJYWUVST160h6PLCa/l46TN1jqlY11U2AGNVeCOWQFea/LgqUB/yIeQHQi4PZmAYRnYQhwcP4mdv/gaWGcb1s5oR0fMYGE3hN4fHsK93BDmK2vNkkB8y0NBkYs0n5uD6xhaYpAP7s/ChErl+QE8HkNA1vNZ7FG8eOUEWfgj5wJ6jNGj2umg5lErscs+WndMemFHEqhNB50w8cftldzILA5KSJVLFZV+VZiq2p0asqraQW7oicZW8JulLReOxoMu5I1RbwgNN8oizNKRhIuW2sKfnEHbtfRW64ULaMnF1oB7XXX8tXj9+CG2+GphVAfxi4DAu9dfixoZLgYSBNEUnU7nRdPjYj5cis5WgQYO/gZEYXnrpZRzYewhuy6PEZE35pF5x6RW4uv0aBCsiHH1NZYy8HjlazrL4/dLY2IiKaCUvSaYl1rQc9sWdz+OSuQvxqU/+NkLRKKBT26giZkmcddp8NSGVV/0P7o+4eHCVIR/HkVEcP7gPu158EQf3DeAziz6Fz978O4C/HnXtzbjiuvnI5N1IG3GeHPBYQc6K7szZOH0XpzBMJa5SLaH3sJfqVD6Og795DsOH/xNhVwx+L02EqMkPiuY08jQRmUQuYyJNAmk8g5F4Fn0Do+gfjCEdmYOFl1+HHLxI08R3Pod81k5mSC09RTmlEhjOjKA33oesK402VKH6kIFXK+IYyafQ4K+FO+TldrYg5tC12R9KRtE8ZzZ73CrrEo1FORJWyY+U7pvEqeHhYf4/iT5kpUGT6TxEc1kcMXm0+wh+s+8/YQWSIM/OdFJ5ges0oA5RUjk3MlT/vSZmBmKYn4/D0jUcd1XgnZiO5DBgjGVBrwzqH5J0n4nRK8aHnJcipytxVdNlqApHEKmeW6hfLLBSAiEapLKdlZszHNODUyIr+d3leDJA+ceO3zvt+99+d+206zft8Gf/638i4PLCFwqwXUrYoyHZ3Y2B138J3UixNQMJ9EnDQiyRRCqeQIiSiwT8KsO9vSqJ2wKvGxFaAaJ5cXA4hV8ePIoUJXCjyHmKJssbCIYCmDNnNkeSh0JB5LIpjk5raGjggTH1x1LJBJf1IIvfQfbgIzGVhFQSHYLBEEemDfSf4C/KOk9saJKP/BiD/hAvMaZoutGu99B7YB+S6TTIZpjKKvULU5ks0iTokF+434dwwIeqUAiVkTBbiHi9JiqiFRy0QUl+si4P3j42gDcHYkjncrxsn7yTx2JjMHh1mQ+1dVW4bGELKiuC/C7zhSsw79JWZLMupBNjQD6LoYET/Eale9e96t7o40wSsNe/HX1XHJXtlPlcKsPnpfbCpFV2tnWaaSpvZopu42g4jpxPc1RmOpOBlUjAnxlB1BVHPp1BbIzEhSwn7+sbM3B4OI2TSXpJK5s01Wqrz2RthNMPLrwfHLsyTtikJrgpGvfShQux/8B+jIyOFLxwVcAAt2ynlNn3J6yOL9ZyrIxKr7l4/MljHhKdSezXvbhsdgMua6pFcqify3Vz8ww0LbwWNfMvR97nVdP0puo3Ou9Bpx1V7yc1MV0Qtu1EPvxcbRuSQs+L+qucWNbOcG5PRhbEak42Mh617girv/f5z7+v+r1h7W1s40FJhha0zEV8NIbeE30YieeRhoYTsRgO955AkiYN4OW+Wp5WCbk8qA34MKsugp6RYWSDlTBTg0gNxZEZSyhxXDM5+i/Iy7W9yHipDfHDon61bRPn8vk5QlJz+znild6F5E+eTqa4XHF+DNtDmuo6LcOn+vHe/gMYHRjEvEsWIFxbiyStDuKVZdS3s6N6bcsXu0Ni2/VZGBw8yccPV1aipm4Ge7+SRpAdG8ZbL/0c5sgQ/DxJppAWRDRCb+cA8XgD8JMPre5BlvrbnNjKB79XhyubQmLgJMws2YuQ4ArUBFy4478txw1XLECGfVWDCPgDHIlP7xxKVEUCL7VfA4PDcGkeDI2M4MCBA/wOqqmq4nNf3d7Gfc7Y2BhH7Dse0tSrHcuZePHVfXjj8DFebcfe0i56UysLA+rv8viAgks0DT43UFkRRTgYwPy5s3D1VVfwhCgFnx0fOcn9i6WLbrDHFHlkyRqEyrOZR8jn4edK4qybxvWWspqj62Ex0aUmKOhnmlh1bHkcGz2ymIgnDU5YeXyEkl+NIGlZCFZUYMaMGbwqzaODI8QpNKVp1mwMjqTxt5sew8DAKAKBEKhNo/tWK0nsMZ3zzNST45AHXn1KK9I0dyFXCo3pNLLVYscmFbzn2FLR5B6NKbMZ5QdLNmB0PxRY4bR3kwmrxQFWhfaYReXxFa2F1TS2T7Qzznfqtwir5TdjIqyWz0q2FAJCQAgIASEgBISAEBACQkAICAEhIASEgBAQAkJACCiB2yoNAxAwQkAICAEhIASEgBAQAkJACAgBISAEhIAQEAJCQAgIASFwWgIirEoBEQJCQAgIASEgBISAEBACQkAICAEhIASEgBAQAkJACEyTgAir0wQmmwsBISAEhIAQEAJCQAgIASEgBISAEBACQkAICAEhIAREWJUyIASEgBAQAkJACAgBISAEhIAQEAJCQAgIASEgBISAEJgmARFWpwlMNhcCQkAICAEhIASEgBAQAkJACAgBISAEhIAQEAJCQAiIsCplQAgIASEgBISAEBACQkAICAEhIASEgBAQAkJACAgBITBNAiKsThOYbC4EhIAQEAJCQAgIASEgBISAEBACQkAICAEhIASEgBAQYVXKgBAQAkJACAgBISAEhIAQEAJCQAgIASEgBISAEBACQmCaBERYnSYw2VwICAEhIASEgBAQAkJACAgBISAEhIAQEAJCQAgIASEgwqqUASEgBISAEBACQkAICAEhIASEgBAQAkJACAgBISAEhMA0CYiwOk1gsrkQEAJCQAgIASEgBISAEBACQkAICAEhIASEgBAQAkJAhFUpA0JACAgBISAEhIAQEAJCQAgIASEgBISAEBACQkAICIFpEhBhdZrAZHMhIASEgBAQAkJACAgBISAEhIAQEAJCQAgIASEgBISACKtSBoSAEBACQkAICAEhIASEgBAQAkJACAgBISAEhIAQEALTJCDC6jSByeZCQAgIASEgBISAEBACQkAICAEhIASEgBAQAkJACAgBEValDAgBISAEhIAQEAJCQAgIASEgBISAEBACQkAICAEhIASmSUCE1WkCk82FgBAQAkJACAgBISAEhIAQEAJCQAgIASEgBISAEBACIqxKGRACQkAICAEhIASEgBAQAkJACAgBISAEhIAQEAJCQAhMk4AIq9MEJpsLASEgBISAEBACQkAICAEhIASEgBAQAkJACAgBISAERFiVMiAEhIAQEAJCQAgIASEgBISAEBACQkAICAEhIASEgBCYJgERVqcJTDYXAkJACAgBISAEhIAQEAJCQAgIASEgBISAEBACQkAIiLAqZUAICAEhIASEgBAQAkJACAgBISAEhIAQEAJCQAgIASEwTQIirE4TmGw+TQLDe7Dpr19A49p7sbJlGvt2bsKdm/qw8rsbsaJhGvt9VJv27cDG72xHw/pHsb79o7oIOa8QuHAJdP3kPmzpX45v/mEHoufoNj+Kc56jW5PTCIGPAYFe7PjORmxvWo9H/5BenKU/fwwuUS5BCAgBISAEhIAQEAJCQAicgYAIq1JEpk2g8+/uxKZXi3fzIDinDctuWYVl7bXwFP/p0Dbc/f1dmP/Vh7F+0YS/nP68IqxO+7nIDkLgQyEQ24+dT23Djje7kTQA+KJovu6LWH97B2qnUaXP7tpi2P3X38KWwWW493sr0Xx2Bytz74/inGVemmwmBD4SArbw2XeGk1/nCKVnukgRVs9ESP4uBD56Akl0v7QNj/90D7pj1AlQff4VX7gdyxaeq2nOj56CXIEQ+HgTkHr68X4+cnUXAwERVi+Gp/wB36MSVluw9A9uwnw+toGBzp3Y8WovAovX47t3tCN4tucUYfVsCcr+QuDsCST34JE/3Yy9gVYs+9wSzPYDGD2MF57bhW60Y/331qP9rCv72V+mHEEICIFzQcBA795OdKecc43itWe2obNqKdZ9RvUG+FPTio6WcgQXEVbPxVOTcwiB908gic6/+zY2vWqg8caVWHF5BXUCcHjnDux6D2hffz/WSyfg/eOVPYXAB0JA6ukHglEOIgTOkoAIq2cJ8GLcXQmr7Vj/6HoUr3qPvbIJ33msEy1rH8ZdN56l2iLC6sVYtOSeP2YEup6+Gw/+rAKr/uJeLKsqurjhnbjvz7Yhtfxe3P+FcxM/+jFDI5cjBITAWS/dF2FVCpEQ+DgTMF55BF9/rAvtf3A/1i8q7tfbdTe+FPd8fzWm4/T1cb5fuTYhcD4SkHp6Pj41ueYLkYAIqxfiU/2Q72kqYRWIYecDd2NbZiU2fncFGuk6Sr1HWTAdwLK116L3X3dg76ABeKJou+VrWHdry3ik62TCqjGAPU9uwtZfqyXJnnAzOr64HqsXF9kP2PutuGMpep/fhs4e2jCI5hvX4Ztfmo2up36AzS/b+9e0YcVX12HFgqLOYrILOzZvxo59AzBMwDPZNuQE99ImPPp0J3ozgKeqDSturcWeJ3aVeKwaGHhlKzY9vQfdcfs6Fq0+dQl1sgs7n9iC7Z299jlbsOTz67B6Ue2H/CTl8ELg9AT2PnYnHnmlHev+dj06tOJtY+h85mm8Vrsc6z5tC6ul9XNmO1Z9dR2WNjt+AZ3YdOcm9N2yDkv7d2Abl3daUrgE676xGrMPbcUPHt+t6oqvFm2/s25Cm8DtznGnbXEEmTW4p+k1bH5+Lwbsurjyj9ZjWeGcdM1JdD27ubDNqce2j9W4CusCu7Hl5V7Ufm4jNt7aiInntO8/th87Hv/xxDZi7VqsKF4SaQ5gz1Ob8fTLXaCVk9RWtd1yO9bcXNTGSeETAuc9gTN4og7uwZZHt2LPe0kYvHy4A6vvXIOOGufGyxNWYwd24PHHx/sLLTetxdc+34ao3Sb1PrsRG3/agFV/EMTux3ejt2a8D3KmfSF19bwvhXIDHxaBGHY9dDe2Di7DPX+x6hTx1Hj5EXz98aNYds9DWNUCOPVwYtCF/d6336mA/fNNa9DR9xNsfzuGdic3QVl94fL61clDO7Hln7arMYDmQW3LEqz86uqitufDYibHFQLnmsD06ilfXRn9WKc+r7l7Nl77x6Lx+m1/jPU3N4/b/pkx7C0eW89cgjWfr8COH3Wiw8mTYo/Nl365A30/3Y79saLgrAnX4kF0wVKsvXMV2ooWvQz8eis2P7MbXcP2WPqqFbj9y8vQUjzXU8Y90a2Xdaxz/QjlfBcMARFWL5hHee5uZGphFej96bex8dkGrPnBXVjim0pY7QTCzVh6y21obwK6X9mKba8MoPlzG3HvrSzHAqXCqtmLHQ9sxPa+Riz5vTVYsRA48NwWbH25Fw2n7EfHb8Wy25ahrXb8+NFoELnGJVh1SxtqBvbiuZ/sxH5zCe76/hq00QDN3I8tdz+M3cEOrLljJa70dOPZH2/Gru4GrPzOvYUkWsmXH8GGx/eidvEqrLyuEcHR/dhJx4rTsqjx5FW9z96HjT/tQ+ONq7HmFrrgHdjyz7vR27ASG7+1Ao08KOzFjvs2YvtwK5Z9eRWW1ybwi2c3Y3tnDh1/9JdYd9U5M7E8dwVIznT+EHh7Czb89W5g4UrceccytFZNUR6d+knl+EsrsbRhFLue3oKdBxuw+oF7sJSjXdWAqhNBtC5fhWWX1wDHd2PrM3swEI4iaM7EkttuQVvtIPY+tw07DwBL7noYa9rsJmEyYbUfiF6yDLfd3IoKpx5iYgTN/ic24OHdQXTcvg4rr/age8fj2PxiNxpu24h7b6H2Ztw30tPQhiUdrZjdcgOWXBY9VVhNdmLTn29Cp9aKZbdTfR3AC888iZ1v54qWRBrY+9if4pE99jkXAl3/8SS2TDjn+VME5EqFwNQETiOsDu/Cg9/air5LlmHNF5ej2fgVtv3tNnSaHbjrgXVoo/7BKRGvpx4v2bkJ397UieDiVfjKze3wvrsdm5/cg+SSDXj4y618aWoA2At4GtF2Ywda57bghhtboZ9xX6mrUrqFwNQE9mLz1x7BnvbyPJOnI6x2Aoi2tOOG6+Zj/iXL0D6nvL5wWf3qvh2477vbMWi3PbXxX+DZf9xe0vbIcxcCFwqB6dVTlNWPLXqvRskKbBlaK0ax/2eqb7707oexeoHix33sl5RVyKr2RiT7f4Xt1K83G8cTUPOYvhPQomi5+gZcu2A+Wm9uR7NzLcEOrLp9Odp9R7H9sS3Yk1yCDQ+tQasGGG9uxp/+aA+Ci9dg3a0Lgfd24snHd6GbxtL32kFcZd5TWce6UIqF3MdHQkCE1Y8E+/l90tMKqzzAwXhjOmnE6mEsvfuhQqNMEWW7H9mALfvasf5H69FOgmOJsKqWOfRh2T3388y48+l6+tt48D9qsfrBDVhKs1u8X+nxu7Dtzx7EThJcHliNFify7tebcOc/HC7MtmPvVtz9xFEs/8Y9WNZgn8Fe8ozb7se9t1AEaTe2fes+7Gxcg4fvWjIeYXtoK+5+aBfmO8JqZg8e+cZm9H3mHtz/xeIL3oZvP7gTtbc/hA2fjgK03R9vxmBhNl8JvNu+uxmdl63D/V9SA0f5CIGPisDAr7fghxQFZkdeLrzxJtz6mQ60FImszjKkYiEU5l5s+R+PoPM6RwBRwurhm+7BQ18arxPKboA6akVtgrkHm762GYdvvgcP2fVn0ohVrMDG76y0JykAFUEzON7+YC+2/tnjOPqZb+Ke5fakjRNZb67E/feuQK0j7pQci3iXRqx2P/Nt3PezBqz5/l1YUpgpt9uvdx1B124j5hYPRmPY9cj38CxuxT13LYXEon9UpVnO+8ESmFpYHXjxYTz4fA3WPmBPXNKJ927Bhkd2o+2PHsW6q1gSxY7vbMT2JqeulP5s16XwKjz0rWVwAlhiP7sPdz/tweqH7uH3vhJ0gBXf2YiVM507LGdfqasfbHmQo11YBOzJ0DKT0U1HWD3Qvg73r+8Y70OX0xcus1+t+iPF/QAAb2/Dxsc7sXDt/Vh92YX1lORuLnYC06un5fVjp3ivZnbjkT/eMj5mje3Cg3dvRd+Nd+HhtXYUBK0Te+lhbHhitERYPXCKpQhfywuBiXZj9rjb86WHcM9NUahtmifYD8Z+/gi+9xxw6913YWkN1DZn7Jvb253hWBd7aZL7PzsCIqyeHb+Lcu+zF1b7ioQPGyGLnEW/LxFW+ZxdkyxH6tmOb393B5odQXNSb9YpBn/2DFpxlOmpD7RkGVP/Dtz359vhNPiF7acQkJ0lUuPH7cX2P9+IHc1FA0mKWO1rRPstK7B8URua64PjSywuyhImN/2xI2DE0PX6L/Dirt3o7CKbDA8aP70ef3p7Gw+MuH6+vQQbHl6D4qmAPZvuxOYBR8AsXRKo7vJ0g7HOogHd5FYAJZE0ZXozl3WsU4RVux2pXYMf3rVkYh2d0H45UXA6Wj61HCs/tQTzm4LwTLBS+Ng9YbkgIfA+CJzBCqD0iKXvyTMJq/b2AXuAVTic/d7/LHzSAAAgAElEQVRvsQXaSduQsvaVuvo+HrrsctEQmJ5gMx1hta84mED1BNTqrdP1he3AiTP2q+2I1b76dqz47HJ0XNGM2qCs/rpoiu1Fd6PTqafl9mPLtPbgOnkAS77xMNYUT1iU9sVPNzYPr8ZDdy8tTJxSW8Dj5Ja78OgdbYWIVb1lKZZ/7pNY0tKMIK94cT7l35MTsTr1sS66wiM3/AETEGH1AwZ6MRzu7K0AJhFWudHtxrJv3Y9Vc0ojVg3seeTrLNAUvFsd0PbgCU4n7SyF1diBnXjymRewtzvGfqfOp9E5/ikDQ3uLkt9POmPudB4pQgdF90LelE9vxo5Xu9HLXqzkObsOa29pLXjIXQzlSu7xPCFgxLD/Jz/Awz/rRgsLHjp2/dUGbD0wxfXTch32XP6IhNXYfux8ahte2NuNWKboGgvXNbU4NFGAnSy6zT5e6SSNGcP+/3gS257fi24yWdU8aFy8Bl+/vQO1Mr47Twq6XOaZCZxOWCUvxG3Y/NwedPeRx+r4Z3wy8wwRq4e2YsNDu5Cc4kKc40wq6JS5L6SunvkxyxYXKYHpLTE+O2EVwBn6wtPpVxv9e7Dt8R3Y816vyslAuRDuKPFCv0ifqtz2hUZgOvW0/H5sWfV5qmCGsoTVLmz9Hw9iV3yK51EUWFE6NveQj+vXVqOjnjrU5d8Tnen0x7rQyobcz7kmIMLquSZ+AZzv7JNXfUwjVtlPshOzl6/BqmXzUROIIuiZPGK1Yu0PcdeNRQrJ+45YLSkQmQF0vbQVjzy9F0HJuH4B1Jbz+Ra6seuxF3C4pShBVeF2bHuNGjXTfJgiVruXYcPdy1FYietsqwUQDVNd+QiEVds3ubNJ+TzOrwkgGvSULPEvV1gtf1Z8wlM3kujeux2P/90udLetww//qEMi0s/naiHXXkRg6roTe/FB3P0vMdvbuAEV4SA8/Tuw8Tvbi5I8nkFYtd+rNV9+CGuvPhW8zu/oKSJrytxX6qoUaCEwFYHpJcUpS4iZoh9wyhVM1hcuN2K15GDGYBd2PfUItr0ZxLJ778cqO9+mPHchcGEQmE49Lb8fW1Z9fnMz7vzR3rOLWK1fg4e+cuVkL3jur0/8GEh278X2xzdh1/E2rPvru9DhK/+eznysC6NEyF18dAREWP3o2J+3Z55KWI29sgnfeawTLWsfxl032gaE0/FY7SpKJHVWHqulwm15VgBdT27Agz9fOMHHBcndeHjDFowWli19wB6rk3YUp7m88rwtSXLhH28CMex84G5siy/DPfetGvcmpou2/VN3L1yHR9d3QHkeYqJPEm0XiyEWjtqR1x+BsGpHrS0sSirHns5/tQFbRp1I2nKF1TJ9nBxBp2TypdSv9eP97OXqhEA5BKaqO0kVxV6oY/axSr3Iz2QF4Pg0XzPRvw0wEBs2EK1S/YxJB4Dl7Ct1tZyHLNtcxAQc//T2P7gf6xdNSMFd6B/c+8AqkFY58Nx9+PZPxr2PGdspfejJ+wFOfoSJy/xL2pcyPVYntQ6barXZRfxs5dYvHALTqafl+pGWJaxOUScn91g9Nahq7+Mb8Mjr7eNJpO1HYgzHYFRFEXT6CKUWXCUaQXn3NIUAW6aF2IVTWuROPkwCIqx+mHQv0GMrYbUNax5aiysxip4DR9HVuRM7Xu1FYPF6fPeO9nFD+kmF1U4gbGcPnwMceHYztrwygOZClu5Tk1ehNOv4HKDrpe3Y+sJ+1HxuI+691U5McxZWAOrFtBe1i1dhZVsFMHoYLz6/C10xoGAFQP3Elx/Bhsft7a5rRNDJRh4Hiv1aVfbSQbQuX42Vn2oB3tuF7U/txP6qldj4rRUq4Y4dUbdba8fKr96KT9YY2G/fV0Opr9wFWp7ktj7GBHp24L7vbUc31dfPLUFbbRSxeDf2/+t27O4PYOkfP6QSQZTWz4UeDOx5EU/9ZDcSizfggS+3wvNRRKzanb69tR1Y9bkrUYFRHP6PF7CLKvW0rQCo8ndi059vQqedwfSGcAK/+tmPse2VJNrX34/17TTwtKMH3mvG0rW3YxmzeAE/fmZiJvOP8VOXSxMCZRKYelJCJZxIonX5KiyZ7YHR/xp2PtfJSfDKtgLgKrcJ397UieDiVfjKzTeg1tiPXT99GjsP1GLVffdgWc1UXnDl7Ct1tcwHLZtdtASS6Py7b2NTp47Wm2/DsstrgHg33tq5A7veo7rsvPdoRe42fPu+nUguXIZVN7eiYvQofvHCdnT2F/ehpxBWy+wLl9Wv5tVnu6G3r8S6Wz+p2oyfbMXOgw1Y/cA9WFp10T5MufELlsA06mlZ/dgyPVYB7H9iAx5+CfyuX3ZJBZL9v8L2Z/ZgwGwsSV41yWrV0muxx8BP/2w/ar9wP+65uRa8+uWpbjTftAa3f6YVnsFf4YUnt2FPcgk2PLQGrTSWLvOeyjrWBVtG5MbOBQERVs8F5QvsHEpYLbopzYNocxtuumUVlrXXTlzmOqmw2oelX+7AwHM7sHfQ8RT9Gtbd2jIuyE4mkJL/0pObsPXX3cozKdyMji+ux+rFRec8C2GVItm6nt2Mzc/vxUCGPJlasPT2m5B8bDOcyDznrjlT+o93o5e3a8OKP7gWRx/aAkyIjCOPua3Y9PQedLN3ahDNi1ZjfanPYmw/djz+FHYesL2gws1ou+V2rLm5iMcFVobkds4jAqUepZoHtS1LsHLtKtvfyJliPrV+TizHH0HEKvW3Du3A5n8cb2tablqLm+KbsfnlhVj3t+vRoZUfscp3yvX1x9ixj5J4AZ6aNqxYW+LdZrdVT79q+7r6atGyeCXWfakDtZLE6jwq/HKppydwmtUV5gD2/LjofT2zHas+Pxu/+tF2xG7diPs/R5OhZ7ACsE8eO7ADjz9u12Gn/fnqanTUqA0mj6xRfzvTvuzr+OQmSF2Vsi4EpiDg+BA/t1f1ZbnP34HbvrIKS5qLo1iBCX1j6svediXwxA6MJ6uaQlgtvFvP1Bcur1/N9f7JnTjA/s4eBOe0YcXvrsGyBROvV565ELhgCEyjnpbTjy0rYpXgmTHsfeoH2PyyPTYn/9NPJLH5makTUk9gfkqfugVLPr8OqxfVOoMLNZZ+Zk8hZwGPQYr6AGX3zWG3H2c61gVTKORGzjUBEVbPNfGL/XwScn+xlwC5fyEgBISAEBACQkAICAEhIASEgBA4nwlQoueSgAFlD1ZiC3I+36NcuxAok4AIq2WCks0+IAIirH5AIOUwQkAICAEhIASEgBAQAkJACAgBISAEzjWBAex6aCOeNZdg+ec+iRuagB7H+qrjLvzlHW2SrPVcPxI530dKQITVjxT/RXhyEVYvwocutywEhIAQEAJCQAgIASEgBISAEBACFwwB2y5sx5vKCgC+WrT9zlew9pZWO3HtBXOnciNC4IwERFg9IyLZQAgIASEgBISAEBACQkAICAEhIASEgBAQAkJACAgBITCRgAirUiKEgBAQAkJACAgBISAEhIAQEAJCQAgIASEgBISAEBAC0yQgwuo0gcnmQkAICAEhIASEgBAQAkJACAgBISAEhIAQEAJCQAgIARFWpQwIASEgBISAEBACQkAICAEhIASEgBAQAkJACAgBISAEpklAhNVpApPNhYAQEAJCQAgIASEgBISAEBACQkAICAEhIASEgBAQAiKsShkQAkJACAgBISAEhIAQEAJCQAgIASEgBISAEBACQkAITJOACKvTBCabCwEhIASEgBAQAkJACAgBISAEhIAQEAJCQAgIASEgBERYlTIgBISAEBACQkAICAEhIASEgBAQAkJACAgBISAEhIAQmCYBEVanCUw2FwJCQAgIASEgBISAEBACQkAICAEhIASEgBAQAkJACIiwKmVACAgBISAEhIAQEAJCQAgIASEgBISAEBACQkAICAEhME0CIqxOE5hsLgSEgBAQAkJACAgBISAEhIAQEAJCQAgIASEgBISAEBBhVcqAEBACQkAICAEhIASEgBAQAkJACAgBISAEhIAQEAJCYJoERFidJjDZXAgIASEgBISAEBACQkAICAEhIASEgBAQAkJACAgBISDCqpQBISAEhIAQEAJCQAgIASEgBISAEBACQkAICAEhIASEwDQJiLA6TWCyuRAQAkJACAgBISAEhIAQEAJCQAgIASEgBISAEBACQkCEVSkDQkAICAEhIASEgBAQAkJACAgBISAEhIAQEAJCQAgIgWkSEGF1msBkcyEgBISAEBACQkAICAEhIASEgBAQAkJACAgBISAEhIAIq1IGhIAQEAJCQAgIASEgBISAEBACQkAICAEhIASEgBAQAtMkIMLqNIHJ5kJACAgBISAEhIAQEAJCQAgIASEgBISAEBACQkAICAERVqUMCAEhIASEgBAQAkJACAgBISAEhIAQEAJCQAgIASEgBKZJQITVaQKTzYWAEBACQkAICAEhIASEgBAQAkJACAgBISAEhIAQEAIirE5RBrY+/zw0DTBzFrwIYN6suQh4NOSMNGB5YJouuLQ8dF3Du0eOo7amAcHg5Acz3Bo8uSxyeQ1NzZX4z2d/jsf/3x0YcZnwu4GhY0dgmiaq6poRqZ6B2GgMDXVRLFl8A6695irUVkahufLI5wykcxZ03QNYJgALLpcLlkn/p5+gfrbo94DbrfFx6XcTP/Z+tAPtZ1nQNLUt/5+2P2Ufte2px5peJfqw9lf37EImk8Hw8DCy2SyqqqoQikagu90wszm4LAv0UPPEjm6R/rnUF+3vcKDv5Xwm3kt5+5RzXLjU83Q+Luc5lT7Gsg4GeH0+ZhEIBmDxc7XgmeL5lnnI972ZQ2n6t0J7TmSsnrn7fV1L11gMHt0LXXdDszQuC7Bc8Oou+NyAF4BWOLKFTN7EaCaHbC6PrAkYAHL0ZVrQcjnkTRO5fA5W3gKyORx79z2cPDnA2+dNg8ubx6tD13WuW/Sdyo8JS9Vb+tK0Qjl0yqNTJ8GFQNVProd8fepZmhqgud1waW4EgyFEQxGMDo8gnUiN3wGxslRd5yNx+zHeXjj1n7dRjUKhbaD/uKE4Wxa1J+NtAT+VicV1vNxOUcYsbYqnz9c4+cHULhPrqTqRqrdut87t12gshngqyX/RXR7obh265obmsmCZBkzTgGX54Ha7oMHiZ+ymZ2FpGEkMwshlUFlZCb+u4dA7e9Hb8x7qaqqAXBbBSCWCwTkIRP0IRmrg9gTgC0Thc7mhu/JIZkZg5g0E3D54XPRQ8rA0E9CCMOGH5s7DRAY5lw6fFuB3i+7WkHflYLlycOVdME2Ln41mAdSsUxnRdC/crhy8bhcMeGFaVH/VfXOx5caM/6MKBnFyadymq2dmwU3XQ//XqK23+Vsa/55249+VsHfaN7c6aKG8OOXGaTudn4u/T7Y9/51ubJJjFX5pl0nn3HTti69vLf6z/F8ICAEhIASEgBAQAkJACAgBIfCxIiDC6hSPwxFWkQcCegRzmmbDgzwPnC2TBvEWDxJdLgtH3+vDzMZZ8HhIajn1k3O54KV9TTcaGiPY8vf/hJ/87GVEGmqQjg3jwBu/QThSCU+oGo2z5yMaiSCTjiOZiKMqEkbbFa1ov+oKzJ07B9FQEEbOQC6Xs2UVGoFbLKyQuMMDcRZJ8wUhqlg8pPE3CRAkPGqaG14vSUjqUxBtTiO6fVjCaLm1opzz0zbJZBIjIyMwXWCe4UCIBVYSofMuem5aQTxyxGc3CbC2SF3O9ZwPwipdI5ULes6RSASBcAhejw79XAmrBbGnHKJn2OYDPNad//MvUFNTjfqGev5eXVONquoq1ERCCPs8CHq98HnccFMxgYls3kLCAgwSUKkMkbiazyGXN7nMGPk88vkc8vk8dGjo7+1F73s9yKQzLOSTnEnile7RQeWM6qhlKmGMBFUuS5YSSZVYSedQQqqql2oihT4swir5TNVbzQWX200HQjQSRcAXYGE1nx1vj/gYdD77AMUStVP+6Ttf1yQTCxo1J+ps9sSNI7Y5V1P+86U6OdmH7ocnPyb7OIKyXW65mhI+Fgo1pNNpFlW5XfPo8Og6vB4vdJebn4mVzwMWPSODhXRN16D7dOSRRyKTRiabg09zw+PWkc/lkEkmEBsdQN7IwOvV0Nf7HmbU1SPoq4dpJWCSmJ7Lw8inYRpp5HIGXLqG0aFeJIaOoboyhAWtl2Mo5kJF7SWomTEf/mAlafc8MWbm81weVBtC391w69R+a3BrGnJ0vSQOU7tOQjzdbC4Nl+6FS/ez6kq83JrbbvO5IPH+/A6wJ4z46PY7gZ9e3uTj0zMw8+p8XDodQb1o8qxUWHV+Lm73Sn93ur9x0SPlnnVgVQjOtD1tI8Jq+XVLthQCQkAICAEhIASEgBAQAkLg3BMQYXUK5k+98Lwa5FsaKoJVmN3QDCubZpGFolUpcosG9NlMFn19g5g7Zy4sazxCrPiwOYsivnLQ3QFUV3nxwH3/G28c6oEn6EV9dRhvv/4ahkbHMGv+FZg5Z746btbgiNl8Jo3Y2Aj8Hg+aZ83Ekuuvxvz581BXW6uClPI5GIbBUUyaW+d9SUigv9HA3RFLODrOiWy1TKRSKR7gk+BWLKY4kZ9TFcVyhM3TFeMPe39HJKKIQOIQi48hFouxQEGiUzAYZGGLhQs7ypUFhxLhppyqeD4Iq859cPnQNATDIVRWVbJw+KF/WCEsEso4EvrszmprkXwQjrR7n8eb2XoLAuEwQiS6V0RRU1+HuoYZaGhsQFVVBepqalBTGUEo6ON6lMtnYCHD9YpEO7/PB7/Xq8R6CgbUSMAm4U4JYrHRYXQfPIqxkRiMXA4chUwCl1tTXySAadSOsFTJ+3DdtSMRqTxSWabnxmXTjhRV0csUo2iLrBRtzeGrbp5cochkj+ZFbHiYI3Cdss312o5YddipJzEulBZfS7G4ysIcgZ9U85xaWFXR0ZN8pnxm4/dVuhdF5/I92HdP10L1mNrjRDyO4ZERFlWp3nu8Hv6u6y7SUpUmzSK1+gr6/SzwJZMxDAz08USDz+cDdKD/5EkMDw/Bz+IsL1mArukYHRni9sPjroHbl7fbWjdc7iB03QR0D/yhSmQSJ3HgjX+Dlh9DXe08ALUwXT6EoxHU1NRiRv0s5KwAUpk0cnYEslujiFkqWCoiOJvNIGNkuNyRWJ/MZOBxe5GJDyEeiyFcMwvegJ+fiWHkMDQ4jNGxGD//UDAEv98Pn9fPZTTgD8Dr9bDITJHrfp8XHr43D3xejxLw83n46D3g1hl7qeip29GuU7Xd5YikhW3siNWpBNXSc9DPIqyeXZspewsBISAEhIAQEAJCQAgIASHw4RIQYXUKvv/8wvM86KQFo3UVDZhZ04BcRi0xVWIHRf7oiMUSiMeTmN08C7mc+nupSEfHMKw0wr4KwEzgT//8e0jkAoiNDWLOzDq48lm803UUlfXNqJ7RyAILRVA5x9HdpAvkkUolkR7oRXPzLFx37TXouP56zJrZyNeSyaaVwGqa9jJjtQ/9TAIEXzf/TUXLUcSripQajxxyhNfTiZ8ftjB6puI+1fmLl/E7y6dZEHJTJJibxdXR0VF4PB5URitYSCEOxMzZ13l25d7j+SCsOqI5XSuJyRQdWVldhdrKirO2dTjTs7J1u/HNigQ1ipJzPrwM3/6cuuB/4lmcoEtVD0347OXOZV1L0UaNl98Cjy8A3ReC2x9GMFyNcEU1AtVR+CN+RCIhhPw+eD0kzmWRpbo3OoBEbBTpRBwel4lQwMciXW1NmJePV1REOPI1Eo0gGAoiNjiK2PAoslQvWVi1HTbIssJU9Zu/CpGLgF60VD9P4qplckQh6VEFSwgWGMctPqg9ImFV93hQXV3DbVZybIyFVeccXFZteEpgHOfPgqq9DJyi2J2/FbdjhSX6tljLRgRniHqeMjJ1yv2mfvq0HN25Hk1TAiAJgqNjYxgbiyFvGCwYOh9q8ti2gP6RbQsL4hqL4oaRxqFD+9D97n4Y2REEfC5URsPIWx5kjTzCwTCi4UqEAhFURqsQ8EdwrL8XtfV1iETmIIc0LLeH65Pb9CBvpWHAjXjKRMhnof+9X2BkeAhtV34GgUA90ukUBoe60XP8CHSXjsbG2WhsaoHuDSOZTgGuHDTNRCydRSadRo5WG7gsJNIpWFaeLTw0Vxj9PfuRHhlApKEVg+kETrzbiwNH3kMikeJ2TE2skRibh+bxKSHf5YLbtp7wsHhKgjRpyC64cnlUh6P4xKJFWPqp30LA7xmvk0XPiNjTs+Z6WiKKTyaQ0kF4+6JjTCWsFm/jWBcU2gV7/08sumy61Vu2FwJCQAgIASEgBISAEBACQkAInDMCIqxOgfpfXniBhUnN5UZT3WxUBqOwyF8VbpgcBkWDYS8GTo5w5GdtTSVyOfr7uLDqDDA104W0K4OaSB0P5v/X//6/EaqZh6yRRHfXQUSDPoQqa5G13IhEKxDwemFQmCsNTinqlIUQcHSpx8wgFhvF6Mgwqqsq0HHdtehYdB2amxrg9+octUVfFF7mLDUtFkqcsS4NYnkZqOOrWuTveD4Kqyy0FVkhOI+VhSnLxMDwkLJPoOXcmQwi4QgikSgLrMUMJveknbyQnBfCKktw5MurF5aWV9HS9woSVs9ZO6OWtxed7hQnTcfTs7AdxSKqvTh607JYyFL/V8Ig/a4uGH1fN1E9//Pw+Hxwe/1wk8AaCCAYisAT9sMb8CAQ8iEY9MKna7CMDIx0Fql4BplEHInYMNJjw0jFR5BNp5CKD8JLHqcAPB43/AEvwpEw6mpqEQoG4Qt4+TtFLZLoSkKZLxyAz+8DiV3Oh+okRSGaFF1uWRwBS3YDeV4ib2tati3AhOX6HAmswev3o6KiApZhIZvJFDxJC0IV+3aaHEVMkb7F9WWy5f/OfqdEsbNg6widSrSc7DOVl+rpJkdUeOkkH162ru6Ton1JSByLxxFPpDhqlfykSUCkSF4uOVQ+cmrShH7v8+jssRpPjOLIwf9Cb99xzGtpQVVNLfyBELy+ABJDw4BBfrh5XtqfMzLI5UykknGkk72Ikl+zVgV/gNiRP6obukZhpuSd6kbOIi/XDHLxXmieABpnXw7NUwW3J4K8C8hbOQwODKC/511kM0Bd7Uw0Nc9G1mVgNDmKZMqCPxjgemqYeXhoyb/mQjqTQC4fQnK4C+bYSRw4YWJ/bw/ysSxML22j8eQZvYfYVgKAYavwVKY4spdsC2gSycwi4HWjsboW17RdgcXXXIvZDTOh834Fv4dJRVHnfeZ8p1OwH7f9KY1cnTSStSRitVR8nSxi9caOy99XHZedhIAQEAJCQAgIASEgBISAEBAC54KACKtTUP7n55/niCev7sPsxnnwuTxAjpYCe1hYpWXBbpcPPT1DqK2tht+vw8yToHmqsOrJa0h5sqgN12P3z3fih09sRW1TK/x+H+KjQ4gPD3IElC8URUVFFPksJcgiUVXjIDPyaCQPPudn3e2C7rKQomXuo8OorqxE28K5uObKy9Da2opQKMTLSQ1DXY8zWKUBNiV3ymTSHLnp8YzbADjbnO9WAKX8ydOyu/c43nnnHRbmWhcuRENdPQZPDnJkVzgcZu9RYqMsFMpXG8+1sPp+1r2zvmKvl+dnq2mor69HOBT40NsX5QxqC6N2vVACngWaNyDd1ImeVJGVQN6VVxHhtAy++Mui5FAqApuFcJDwaOLyJlpuPf3Pum8+i0QqhdF4HGOJJFJGTvmnkhDPihFFd7vgpQg/i/w0ydc4BTOXgWkkYGUTMDJxGJkk8kYWuWwW+XQaRibN7QMt4XZZBidI4nBTuKB7x5ephyNBRKNRhMNKaI1Eo+wFHKmq5AkUXyAAr98HnZdue9g+QEUBFkWa8vJ8i4VXOr43EEAoEIRB0e5GngW3CYKpaXEZN0mszRlIJlN8nY7nK4lwOiWpYk9O2/tTSdtsd0ATMSRqUlQrfXGbxNc0Of+phNWpRdypI1apbLBAaIHbMPJQJqHQaRfZn5VKG90fCZ1UTnImewl7vG4kxkZwtPsw+nqPIeRXHGY3z0F9XSN0+HjCjO6J4oMpwRW1nSTTmjkX+nqO4b13f4O6GTOxYMFi6H6yf/Ahb7qQt+Jw5VR5zOSyHGkadPugsy1EGok0XSeJngHobvLNzXACwuGTPXjvyEHA40P97AWYOe9SjjilMu3zB5G3NBi5PJLpLEZG+nG8L4PM6GFEkcKbx0zENAsByw9DI0saunY7QtT2bNV0nZ8VcaBn7Pf50dTUhMtmz8JV8+di3ty5iAYDcJOdTC6nVjdQEreiFQyTtYXFkah2yrdTrAOmEljVu2iix2rx+2kygZbKyqc+ceX0K7jsIQSEgBAQAkJACAgBISAEhIAQOEcERFidUlj9N/ZSDfsjmD+zGZZBiWlMFjgsk+SSHIs/fX2jmNXUBMuV4CiuU4RVGkxSuJIOVIWD+KcnnsJPf/EGGmbNhmUZvDSVhA5KgkMJaCgCiMSBPGUX54EoKRrj0X60uJV+ogExRWnRviyippIsAjU1NuK6a69CW1sr6mqr4NZcyCaShSzgjndjJpvlyM1wKATdozJNu+wltqWZv4sRnUl4narc0mC71CLhXJRxXdfw9jv7kcxmkEglOTnNjYs6OHs7WTiQRQBFspLASkIXiVhKsDn1eovFZ4fDmYXYKZLxnPbmi5bJlyP0OknBp0j8o5bxKgsLt8eDuvo6XuY+1cc5jHNq52pK76T4Z2WnarGtp8qTRALVuMhFghEtcVa+oSYLV+zvyBHFyr+T9udETxytaQurtphKy+IN2pbqBsUk2h6kN7d1vK9idHIUyBo5pNMG0pkc0ikDyVQG/fEEYmMaRmM5jIyNYGQkgeGTSYyNDGNoJIaxeAyJeAzp1DCSyROwkIDLysI0cnAZ9J0iHpU4Z5kkrqp7puhTOy0VA6Il3hyRzpVc+avyl0fj6GKKpCY7gVA4gnA4hGg0hAh5wobpO/78T+IAACAASURBVP0uzBMoFPUKvw8+fwChUBAe3cvlmTLOU5uiMsTb9iW2nyaxI2/OeDxeKOvs28peqmpbksSd+E96NmyK4nazR6/X5yUjAOhuj50kafJHQM+5+DNeV0pLkmNHohKFkchJ2ZVIhOMv5KG7PMznZP9Jvm5iTFYsbo+XxUw3edPmwd7UBk+AmUAuD8o+Fk8MIplI4LXXO5HKxnBJUxMCvgq48mkEvBZCoWq4AxXw5OKIEytKXHXsdXhcgC8cxGgugpM9R9Dc0IBI9Wz4gmG4w1XQkILuDsHt0eFyazwJp8ELy6X8Snm1gcuAS/NBc4VU+jEzjqGegzi4by/M3ChymoVw/VxUz7oE8ITgoghYeDAWT+P4iZPoPnYcgwMnYWWymBM4jrk1QXT2eHHCXQXLIMHdgFvXWUSnc5L9Avv85rMIeLxoqKnGwpZ5uLp1IZpnNqEiGISHkxtSGVXJzRxdnCwWikXvyZbzF//OSYzlPOPSZf1UjDjIuKgNIztiPqcdWcvvS+ca7ARujmWGs9+nl1z9vuq47CQEhIAQEAJCQAgIASEgBISAEDgXBERYnYLyU8/vQD6noyZSjXkzyF81hTw4bAsui7z8aGllBkODKY4EylsjsKxxf8Liw2pQ2cWDuoUfProFvzk0iPrGGuSyaRYznWz0Bc/FQibwUy/OsTh0ItfUkn6KYCXBN6dEn2QMNVVRLF68CDd0XI/5s2aygDJCS11JhODoTAOJ2Bgvh9e9XhaFNd1NOV44wklFrE0cFL9fYbRYkCw95oddyMlX8dCRwxiOx5DN5+DTPbhy4eXQyWzQRfdrckbx4eFhFiTIK7Ouro7tFIiZE83HmcVtxdFhzqLAGZNevR9hdZzKmYXb8SiwSSMBHfHO8dj1elE7ox4hHz1zW+SYIuJQyWJOaiUq8erDCdxsYZMjJkmMc4RQ+j1tQQKoSZMRBnKUYC2Xg8G/U0IjLbPmJc8cYajEVCWo2hnK7eNz5KodzZojYdA2FHCSOv3eJ5d9YEWInzEnj9JZBMvklL8phY3T0u+4QWK8hYGTBo4dHcC7h49g6xP/hL7RQyziWbT0nJef55A3ye+YWgxHXLRpWnlbyCoWHW2v1UIyNbWc3WHKzM08J9NzlnbTBEAgEICfolSrKthioK62jqORa2rqeJIgUlXBvqs0cULLxKl+U3QjfSgjfNbIcplXky30dF1I8WWNC/GmlWMhWKf2gfyKaUk93ROJ9Ox7ak/+TPoUxu9xQjkuyjg2WdQ3+7zyaU2eQPL6PLByGt5443UMDg7C53Gz5YLP54fL42fedEiXi6I0dRj5NEyKODUyiCV7EQxWw+fx49CRt6DpGqqDKdQ2tGGQPHBHToIcXLzBCtRVzUCkoQFaMoFXd22DMTaMlkub0XjNLThw4C3UcqKzBowOnkS4sgYeKwUjb8CTt2Bl88jAQNqIw5UZhZmNIWtkkMlayOZcMKwk4PLBMqPoHTiG2GAM8xbMhkbief0czJh7OUx3CEODo+ju7sO7R3vQe/Ikx+F6daDBm8A8dzcaqsJ464QHva5aZCw/eU/wPdHH8dimcnHV3Dlov6oNV11+OSrDQViZNCc6JG9cy05G5Twy5xlwBGrJRM5k4mrxoy5dyu/8rTghYnEEq5vfU+P13ZlQcNpSbm85aFpNbFEd+O1PX/eB1XE5kBAQAkJACAgBISAEhIAQEAJC4IMmIMLqFESf+rcdME0PZlTVo6m6GtlkAi63VyWSgcpGnUqlkIzn0DhzBoxcDBanBz/14wZlqAayiTH81Q/+AX1pHdHqCA/+6WjF4pwTrceD0SKBtSBOFkQwiuZS51KDUPIZVF6CtDQ5PhZDNp2G3+vB4uvb0XH9tWie1QgPiacU0UZLld0q0QlHxdLAPJcvCImn81wsHZAXR3dOdv8frbDq5iQw+w++g9jYGObMno05TbM4YpXEOYoOpME9CakUvTo2NsZRq9XV1QgGgxz9R1804C9d4locvTsVr3ICTk9Xqc9WWHWEEbV8HuzDWVVbzRnBlX/pxLOzKGoLH040KZUtEhbJSZK+kwhH0dtOcjQSrNWSYxJOVUQqCXc5k8RU+2+5vIpY5ShKikx1FUTW4uzx6noLJcwu4ErqI79jjqq0ozspSnD5Fdd+sG0iRYq7XJxwyuPlFD+cXEjlq1dL0WlygoIxhwdj+Nr/9cd48fUj0HhGguqVob5MkoApYtWpp0o8VaG5Tqr6iRF99Hf2AS5U7KI6zi2Fimx1WPNzsu0ACALx4eX8uoftBPwV5O9KNgOViFbQVwVCoQh7hZIXK0W8BkMB+HxeLt8U+ZjXVH3gmFU7ypYnWUg8pMRIfF/2deTyLNQSm+l+JmszOFJeUxM7NPFBkz3UdlJk+f/z43/Gu+8e4eX+9Fx0zYLXq0NzexEMB3kiyO2myFANXq+F6sogzAwlHQOq68LQ/RSlS1GuPgSNk3CHW4AARajnYKUTSIwOIZYYQDZ1ErmRk9DyCSxsnomBgV4EZ9+Iy65bxtYthw68hcHufaieMQOa7uPrNQxVJ7xalhRr5E0dltsLl1tHzowhlRlF3vAgNpLFif5jMOPDFIOLeQuuRN3secj7KjGcdOGdQ8fRe6IPI7G4mnDj++NYc8wMjGGuP4N581rxdvcwDp7MIuXxgOuOmYdPc6Gxrg5tra24qu0KXDFzFl8TrWZguwfOgKjavOLHNbF9UVHTxR+eRMqrJ1wqonJ0ur1xcduo2kUluE9s+zn0mf9WqMO2Ky7bTdhtj5EzkElnkEqnkMlm8LU7fm+6xUu2FwJCQAgIASEgBISAEBACQkAInDMCIqxOgfqpf3uOZCg01TWhJhhANpmE20uJjnjVJX9GR+P/P3vvASVZepZpvteFz4z0mZXlvVP7biELomVGixG7iMUcgZBtCSExCBYkQMycZWf27O45mtmdQYAGDSCEDIjBSLSEXEst205tqn1Xl+sunzYy/LV73u///4gb0Zmt6upWizlz45w8lRlx7febqPv87/d+QOxggoWrolYqqXLwoHbsolC2cObkk/j//vAvEVenkMu7Ajj5ZD6seiSckvT/dcBqH0goSNN7oJVrkuo0Co5aFiJCwSCE36yhXCpi985tuO7qK7F/3x6MVMriRUg1IbcT1attKwWbsSC4hG5owN3TgdhhiHIpsPASTn1JmxAuMK261qzLwzr9VL1e5fO+dQMBK1+i7F1dFdDK/QigCFolukalqc9sIMTT3/slXeaGG11SrCRletDb1xxwoH3YxsU8CuUSYlpZGFWo6WfCPZRqlHDUpOMblakf+T3o2vM6jRMEMeGpKSqlr6NX3f6pt8ZrCpngrT1tXUeptmmz4UiKsPL4ZLqw8vQkVOVyhnlPKevYx6/ecnkeqxsFnCr0c2dDRHaM+c1FeOK9mSCMIX6dBKqWrbS7C2dW8PY3vRvffOw8wLR/QkeJRagL3EWwNUwVbKR/twQgqjR9vlTbKYUqX4xlb1uBV4kcR6kylUrU7MdYOUzMZ3w0/BcvVNsWH1vH8cT+gQCS81cuV4RXyEuxJgJV9vFioSCWAoV8Hq4TSkEtflYsFkQVy7GRK5cEztEGgL7FhJuEz6Lgt5QKdvi14bgYXm3QfUXuSdLElRcw/ayP3PcI/umzn8fZhZqCg+B85SOJWJwrocOKgG7pS7YjFhfTE3mJf60ZY7TgYHpyHGv1Gjr1OuYmRzA34+D4mQBd0EagKynzjmshiGxYcQc7pnNAZwEjJRuFUgml0VnMb74Oo5VRNJZPY+H8KRy/2MLZ9gjgjMLxYrg5Fs9S6mAvb2GibCNo17G22hQv7pGyhyCsYWnpIhxEcFg0D1W0AgfnVmpYWPHRpGWM5cAp0EpAHF5FjVu0QuybCnDN9h3Yc/CFuP+RR3HHkUcRjuTh5Sexd8cO7NmxHbs2z2OiMgLPYsGrlvpuEJcNzg927/e0KW56fhFInlLgm89s+n3LAoNu4R5NHfzKG5irxAtY2dakLQFSpa6UT7LY3qjCWh2/q4sv0h88EMU7x8LvvfdXnt0kmu2dRSCLQBaBLAJZBLIIZBHIIpBFIItAFoHvYwQysLpBcD/5+c/Dc0rYumkLKraLoNuG4+aVj6oVCOxZvNiQVNyRkQLCiL6cTz2YgK3ARnHUxt133Iu/+PjNKG/epPztQnpS9uFeWt2j9IXrwwoFy1JFbARMKCWgKIy4mwjvVFET+u2xWI3vt6Xo1aa5WRw+dBA3XHcNxsfGkHMddNtNAb2maE1aRfh0/e9SwN8PEqzy3JKS7ShIJ5XlBT4rP0H+qKI4g78TrNZqNbEJoHLV+K9KaDfwMl0vTs+HYlVKxqcg+/B1sEewP1HhmbiOqEgbfkOl4GuIJ/ev/Q4pgjQFpAS+ymcKnPYNEZWXqrwhEExhMcJO1QcV/FSqNVv8JpkGbPqLVEmPIgGpnuvJv2yHnMN0bg1Q+R6PJYCVdhcs4KaOY84zmb+8IlxptXE6XgsXlvGR/3IvXvQjV+GlLx9FjsGwObps2PD0qCStCnDh9Are+ZbfxLePPikFgOiNrAwTxAVW+ZSKfywBmRnRSnlqIJWo97TiXABTSGBoXv0xTg0pq9vLrqk0af7NvmzAqipkZEvFehsFUa86Xh5eroRCaQSFMn9GUR4dw9hYVawv6NdKkJqjijkO0Om0RblNRT4Vjx2qB7s18YUNoy4qo2W88EXXwyt4oPetyDbXeemr7X3SGwupQZEeS4LhYtZzyoG1t77ytW/i1m/cjnY7QOxyUUuBa15jEgWi/HW0p21EFXACFO0Qc2M2quUY2zdXMTU2gvMX66iHquiWE8UoFXycvmChFdGP1kcYOehQwQ6I5+6ubVVMuy3MzI5hdvdVcKMWpqa2oOiWUF88gycWFnDf8UXcfTJAkHPg0nsbVMOGqJQ9lHL0keiiWWvDsRNUq6703XqthfpaDY7nY25+AmefbKDWihA6gFeYQlyqwOICj8ujUQEL5D0bO4pd7K12sW12O7ZuPyxz2OPHH4czXsSuK38CFRY6sy24BPZxLBC+7eqhSiAvY9GWaUKN8tQXVY+Xql/UMFZjVzyQI94XF+q0Yl+x0n62RG/BoN8vpcFTVjLpNqbunQpan2piX/1IVkDEvhXr9lD2FMaf9X//7V//Pv4XKDt0FoEsAlkEsghkEcgikEUgi0AWgSwCWQSeXQQysLpB/D71uc8jXxjBtrltyLOwVBggthwklovEaknhlPNn11Adq6BQVN6kadhpAIiAj8BDbjTA5z57C774lbtR3b4ZfqfFEuhSbMRAPaOAlBTfjSptax/Gp56rX0ld1Hy6IriyCFCqWO5DtVmz2YDf7WKiVMR1V1+Bl7zoxdixdYuo7lqNNQFvLKR1KdDUhO/ptl0PrG4Etp5dd37q3n3lH1OFFUA1qdQEUnyZazHXqWBsLEpVViBfXFwUCEi4SshqFKxSJEanRf8grQCeDqxqzC79iWDVR4yl1VUstVee4hmr1KGElqbauyp8ZPoT9zf+sul/6dtIOEgAoyAM/TgJIulHrPYXcKqBKP/2mWaeJMh7OVFKqn25DY+m4A6PYyCPKBnliKliOxtqxC+/Fz18ZBG/8/7P4PW/9Cq87ie2oFqwwYpOsc0boT8q1ctMvw5w/ollvONNv4U7jj8hsIiwT41Ljl9CaAW5lGqPE4QCpWZNhB8Zz1T2Hx6DyveeX61WsAp8FUCmFOq99jCLMlLoSRW9MnOItI9dAAsScUHIy5dRrFRRqoyiVKmKNcDY2DgmJsa1LUBR+napOKqO79gol8qojJThea7cb722gkZzBX/7d3+NPQd3Yu/h3Wi2Oz0rkfWivt68sOHCRJygkCsgiG38+cc/jbuPPAinVEFIKE0lp0B1S6xOEnraMt6hUot2ul3YSYiK08E1uyewayqH0e4qXnDFDtx65CS+dm8M365i0+YAe0bP49RSBatxGU6piEIuD8cjzwzhwkE3bqMatXFoxyyS0QMojhaxbesOlPNVHD/6AE6tnMbiuaM4e/YiVmoVBCjBch14aKHoFbHaUMcbrQZSVGt5IcDS0gICf0X68FihgH37p3D/PafQjvNwx8uIc1NwcgUkri3HkgWEJELRsXDtljy2TZQwPjGHwwevgt+JcfyJBzA3M4nq7NWy8GGLat1SVhLypaPmNmVboTxNhX9rwLpeu5j3eAzOe/zh7/Th5lxp+pb0j17f68+BaRsB1d/VJXCe5HFEldppye98L93Ppbgdx4v2DOe1ilLdtvFv3/trlz+gsz2zCGQRyCKQRSCLQBaBLAJZBLIIZBHIIvB9jkAGVjcI8Cdu/jxGyuPYOrMFThjAlurlfDD1EFttgScXzrYwNT0GzyM4IQRKq0z7XpF25MHNd/GpT34Gd93/BEbmpxB02rBiR8CqSQFWD7Y6pXrd6zIpwurYaTWk/C2QUFdZTzkfsgRPL20dgOs6kuZtd9potxoo5fO48vBBvOTFLxTAShBLnzuTqj18KX1lbV+9aYpdbQRXBpRpWnH3TMDt5Y8DBRxod6D8KQkY+MCuClcNQ1X+bfz/+LmJGyuRU8FKeEXAyhRpvriNabcBJZi+YJOif7n3emn7Kd/Ep3iTSqka1Veke1KZHIc4v7SIVsQ+rMAe74k/plAXAacCc0oxKkWLBHgouNL7EQDniB+mUZBKyr6AF5XCLypVrV4V+KppC5WOVMCy6JpRYgoP2rChlWo2rZZTm66vlry0/sLjGZkeU/Ft3HPvadz34Bpe8dpDmJ8G8hGBdIhQ3D7pgWpBMtKR4PSxs3j329+P246dRhwEoqaUavSiNySE1erUXrq/bidBs5QUqr7G8ajSokN0unVtJaD9U7VGVoHVvgWCAay8Eoup2uJbSSDOwyrQGhKmEba6TP2voDwyjsroGCrlUVRHxjA+XhWoSsUqf+i5mndzMjdwHOTyeQGr+UIBjl1ATsBtgI99/CPYf9UeTG+eQlcUowbfp6OupY3D/qtDvpySpm6kkhFw+tQ5/P0/3IyjZy4gVx5FzLlK0XnlVyvp/zaigLEGHNtD1w8EZDtJiMl8jL2zDqL2RUyMllAutrBQ83CuVhaLgfFSF3snVnH3CQsXoil07SLcyIaTdBBbediRjSAXYTwf4kUvmIQ9thO5Sgk37NyNcmEKCwvncG7tPJYf+QJOH7kD51tFWFaEeuihFpQwumkX3EoBQeKg2bSwVmtLtgBfIQtI+W2MxnUc2j+OY0cXsRqWEFaKsEc3Ie/m9b2qRbqCY2NmvIrrt5dwYOcOFKgyLo8glxvBau00KoSwpa0QL2T2SC4IiY2GjRwFvXyfsaMLgM1eSWWtBab2yyuV2t/P7lc+ulSSmoUj2knIPGTsRrS6XTx/NexXVh790RtQCRwEYhcRBPSp5vcJv5voP6x8mI14lu3PluX+oriW7AI1T7Mf/957MiuAS5vPsq2yCGQRyCKQRSCLQBaBLAJZBLIIZBH4QUQgA6sbRP1jN38RW8ZnMFedFqVN4iSwmYYKVRxmZfUs1lZszG+ZVio1K0AiarbBl0A9O0a+G+JP/uyvcaJWh1f0YIX0SjTwwaRRMoVYPeIOqLpSqb+miEhaPSTPyHyolgdeFqNSFZXNSwHC4RR283kskMLvdlDIu9i9cyeuPLgPB3bvxOTkpHi28kG7V0iLD7v6wJYU61Kwi9XUzXUM4JWhaxn+7Pvd6Z9J2r65luECLuZ9gq9WqwVCVoJI+rUWCqxKru5dgVvlk2l+N/8aELbe9Xwvte+lxCh9jIHjaSAl/NGzETlA0+8IdFHKsz5YFa9TA1M1QFV+vcpGIddL7zdp/sp7kd6j//29lHVGkhBG8vcArYaL+x+uYc+hcVTLCRzhoKyiblTNKl3ckbR+B+ePnsDb3/JvcM+p06rieuwjYZq6NgLgQouKjDqGaRdlj9CH0fT35IvjkFXlRbkaBpJ6z/HMthLBrB7novxl++j2UB6WfVgm9azEwtUR5aJDf1WvIFYAY2MTGBkZR3WUalX+XkG5WEKpVJa+TBhOWEooKyjX8eDlCyjm8ih7eeTcEJ/5p0/gR/6nlyJfLaMbcqunwm0D4tKLDeYSub1Z0OB4YZ8jJT1+8gy+/NXbUFteBvI5SFE0sYyIxXJA/J9NITWCOhZUY/+Gi8DvKLgfRpgtdpDzfFxsEqZyn5wUqRpzm7h2zzh2b9uEY2caeOSJBXTtAmCVpP2J95LYlljTqqVUyeHA4d2YqhaxZ9MWlPJVNBsraMUOTt33GTzy3dsQemWU3QhNbxZ130KSm8e5FtDsukrlDAJ3ip0tJGzTTgOT1gVctd3FxZUYD5x34U1MAUUWRsyjVMhhojqCnVs2Yf/O7dgyO4PO0pOYqORg2zmUKyMolfK4cP60FFHMVbelFndSc7x8Jw1/Gam52rjM9BfI1IKdeOVKZ+oro+V9sbMwi3qplH+qYbUVgFGf8rtS1Kl+RwC9Klj3VPsUsziTVl/z/P3CVgoQ8/W+d73tv7/pJbviLAJZBLIIZBHIIpBFIItAFoEsAlkE/oeJQAZWN2jqv7r5y9gxswmT5THxGWSOMlWrfEguFHI4f+EM/E4ec3PjCqNYhCB9xU4abjo5C62FFfzRRz6FVcuFl3cQBVTsmOIe6kHW+KTykoYBnEBTSfnUqEZ7UpqUf6UCogpQKTONvYA6FiGaulEDNAhtwGIlhK4CJwguAsRBKOBoaryKgwf245qrrsSW+U1wbZUeH8esem488PppyaLmXef1XEDDZzMaLwesbnTN5qGfgIfqVQJWwiiq/liFne+bVNY0YDXXMGz5kL6vjc/5vaHl8L7pv1nJXfSEVqwKFFXKsD16OKq+JMWPNDg1Kb6qF6c8F79H1fdnoxl9Nm377Pbl+GOnpVqUWr4QixcCPHz0Iq574XaU8/SrVP6wBE1G6SxIVYauhXOPncDb3vT7OHL6rKSlJwaschwao2NdOEhpLdU4V+n/Oa0CplJP24FEMbphU3lO0npEIK2CifTCVbYCypNVLBd6cFW1gPLBVcWCRBBIBavNyvKeqFYLhRJGRsc0WKUVwIT03ZFypVekqtlJUG800KS/apggEmhrI+faKNOH1Y1x5KFv4eff9NNICg5CTiNJ3zs3bcJLxfPwS7idwyJ5BmxTdUrdY4Jmq4MgUffmS0E9W2xJxCYhVKnjhM7qX/pxhqC3qh+EaLabCDk/+Q6ilTOw7RZ8dwqttg/HLuPC+ePwV45j77yHg7uuhuWN4+t3fBfLrQBueQrNbgdB3JV5OYo5ZiJUR1y89MVXoWB1MZEvodmOEVBR7JRw+smH8N0jR1HwKhhxQ6zZU6i3umj5NsJCEUg4inwFViOqbXnMWOB7NVnFdVtjnDrfwWMLRbjTM8gXHVyz7yAO7NstWQPVkbJsG/s+ls+fxHilhHyRCzlFWEmEldUFpSYvTSv1p9L99py5zQJdL/49/wnjkdpffOvNkSn7VUnl12p3RemNwlVWGVSbxKrwlEnzT6f4K59hs5uyNpCCZFKATi3oiAi2V6BO2YmYQlfmu4rn+b1fe+ezG+rZ3lkEsghkEcgikEUgi0AWgSwCWQSyCGQR+D5GIAOrGwT3E5+7BXvnt2EkVxCvOQGrhCNxjFI5j1Mnn4DnVjE5WUZCtSrVm0NFXAxIGxkp4vEHH8aHP/rfYI3NwLYixCQS9GzV1cCVwqtfhKgPQNVDrHyilUO8ZCoJTeo23xfYwBRerVg1YNdcA1W15gFa1K18KCZAkBRvpaxTKiLJb2f1IjTqa5TR4dorD+PGV/wI9uzZDTemVx4LvoQCnAmAeLx8odxTzZlrNw/HzwYaPtu+/9yCVVayp2oZ4rPKmK+srGBtbU3A1PT0tChZxedwSKn7dIpVYRYbqD6fDkyb2DwdWI2ZLiz9xcL4KNO+2U5MC14/iV6p0zaIuj2ohN7o/M+2zZ6v/dWCg3R4sfk4caKOWq2BF1w1D8+OYBGOiREqh4SqVM9Ua4fjzLZw5qFjeOubfx8PnT2PJPLFh5RKR0LamGRVFIupYlNG8Svp/zl42reypzKPYwRhR8aUH3TlWLzGiICVY1KrB9neSlmsvHCZPs2XsbZQcJX+uPzchuN6cMVntYhyeQSVchWlUkU8VUdGqijRAiCfF6uHpdUOGs0W2n4XZJ8CwzgvxIkUxIqiOlYbZ/Du33gbujavz4LF2Az1X/4dJf0q8+k27el4tcJb7ofH1nGV+UMDZDI9ZggY5bdRRprxlKd/dERhrgMnX4CX2HjsnltgWW3sv/7HBZbSM/jBI3fijq99Adtmytg6NYMkzuH0hbNwKiO49qWvRdey0Q4TdAMbUchWjtCtX0Swdhb1CyfhNNbQ9GPMTJZRKo1gsR2g5W1DwwoQri2j42xSEDh2sBq0kHQChH4LUeLTulrUyJHfRs61sH16BPunQ4TJKP7xm4/iBT90Pa65/nrsHqO/bYJOq4Uo6MJ1aTtho7FyGmF7DZZD5W0OlbKCq/XGGryx3QNWMuvOd2mLmqEVsOHtB1Wsyj/VzGUm9oSpqtAaPYG5CKDgd3oec0SEbDySTT9VAN4sPg1mXSSIoxBRqL7LqHw16tf/+AcfeL6mhOw8WQSyCGQRyCKQRSCLQBaBLAJZBLIIZBF4xhHIwOoGIfubz9+KfVu3Iw8bfugjIVxIlLrKywHHHz+L8fFpVCo5JFYHSZzvgRRzSAM1pydGccuXvoK/+adbUZjajCRqI2FBLMftFfDYCKzyWAJOddEqgSu6gM2AMtGAV0lrVq8+VJW/hh7AJalZUnCl2jYrbGtQo1KVqVeKpdp5c20Vec/Fzh3b8ZIbrsOuXTsxMTYqkJH+gfxxXKaqauWc9o401/BMe+WlwMRLPeZzCVYZJwIgvvjwT4jKayV4X11dFV9Cwip6sPIzs136GoyaeKPrfzpIein7/VQdOwAAIABJREFUDO8vxXAsC57nYGp8AoU8K78nA8XRetzF+CiucyIRYBLKrAeAv7eo9lKb63neTqvGWUwrTPDAA6uYnMxhy9ayKFBZjkgos01QTodVItg+WH3ywaOiWH347AUkiapUL/8mkbbl0BauPcguEj2l2HOo/lT9h2pivtgOQdQF/SkJlUSxmhBiKV9Koxyk6k/S3vUPwalRERrFKkdvImpbQktP4Krn5mQBhMrVnFeAl8vBy+Xlh8tGrMre9rngoj07xbdThcC1CIIdtLs1FEdivPu9b8dqpwmHlgYDVgR9qxC6oa770vOMeHayL2qIymtnNXkZI0rQqlSMUYxOzIUcXz7joobETeSNMZLIhWt5CHwf8Ndwxy1/jjCq48offjsCK8FoqYqou4Kls6fEymC8Oiemo+cunkHXSjC77QrY5VF4YDE1D3FC398E3foS7vn2LahWcohCG/l8AWsrZ1GwbUzt2Isdh1+BRuNJ1C+cwfSu69WiShCha/nw4ImyP4wDuLYLSn+PP/4Qzj15FDNugMbiCbzoxa9GMwCW6jVMbT+EiC6+VCZzWlZJ9mi3Wjj9wLeQNBYwTssAXQCutrKA6tgEJg+/qjfXp2Pdm3N6yunel4L2KU4ZrPYU6fTW5Y8a5qKAZip/quCfgaoKsmpdrG5/9mulciX412pULsboYnjSx03RK31Mpc5WxaxE/cqiVvJ7LICb5/izD/7753leyE6XRSCLQBaBLAJZBLIIZBHIIpBFIItAFoFLj0AGVjeI1T9++Tbs2bIF8H2E9Drkw2ECgSFR3MbJY0uY37wJuTyVaR0kkVKuph8ezaFnxsr46F9+At+45yiK45tgxR3Ekorv9Ss2D1kBmKJIohZKXaPxWRwGhrKNAFdlCWAem9XvSgn7lCJZ2gZACWGVIo8vghUCDlE6SlEcIPQJe3yJwbYt81Ls6vD+fZidmhDoSuihlLBM01UA8nIB6eXut15TPpdgVXly9sG2aSPeK99vNpvyw/dpEcBiQAawDiu6nm6Ipu//UmLxtNs79Mm0xb5ifGwMOf6tSFb/EkSkqvqM6UfGOzd9nb3z6O3NZ5dyjZc+JT0/W5IR2wSayvwU9XaIO+5YxP59Y5ibLSDwmX5vI08LTouqbBabAmJCI1phODZO3f8o3vrLH8CjFy6Kspv+qkioWFXFeQQUMrJW31NUwJMUBMuJAlQWSbSylccPwq7yWI1Y7EcrYAVuUT1Iv0sVH5VUrUBVuo/JIoyahdTAFSU6fVZZeMoVuOp5eYGttiyGuEqJmygv0/58w+P0+7rDsmO2jU6ngS27pnDTr74Fa60mbMtVHpwGmom9hLHyXN8kwqIFiYZ3qu8YSxSlmidcVH6bFuKI/tAW1tpNOQfVq2a88f3QimElBNRUmgbII8Jdt3wCfrCM/S/+BdiFMYxVptBaOYtuewGW00UhLiOXK6PWWEbiOpiY3Y2AdgY24x8IuKUxqBWHqC0tYmxyAvBKcC0XzfYa0O3Aq5QQBzZOHfkaLj7xOK790Z9GqVJGFNiIPUrCCc/VnEtoTWB7+tQjOHP6BCbLBeSSNrZvP4wz58+h1lzB5n03wHY9ZSci/YX7KV/ZC6eOolrIoTI6IYs4rWYdCxfPYd++vUjKMxKX/iKatpyQAA+PJeWVqiww1p0t9T6c5wg11VxOJS4BJ/u0UhObQlaq6JRRoaa9qamQNy9RT+vFKAGoQzBVgKr4scYKTHe7aDbbWFuro9Vs47tf+LvnZ1LIzpJFIItAFoEsAlkEsghkEcgikEUgi0AWgcuIQAZWNwja5279LnbPz8NvNoW9RJKpb6PgeWi2lnHmiSZ27NgC26XytI04qCCxFVjtQQadXj9ZyuE//KcP4eEzNRSqc3CTroASwtqB9Hy+p/3sDLSTh1Wt8jEqreF0WGMVQIDGVFIDUM0Dt1K5akuB3kM1SYryMSRAUc/hSt1IWMFiVPLArNM5uQHhDJmrVLcOOhgvl3D1oQO44bprsWP7FgEeBKxGWXa5wO1y91sXFWwIETYeLRudX1LoCUq0YrgXX30oAi5+bgArVYcsEETIytiYVO3vNU6fK7AqyjEqbC0LxUoR42NVqeKtOmivpw7yl42Yy8A+3+sO/uV/HooKsw9Wl2pdfP3rZ3HDDZtRKcdotxMsL9exadMIqtW8eGQyZGmweuK+RwSsHl24KIWJaAUAhBJh8Z/UMJQYVBwrTb/hv/RYFWW4UqzKv3EiCkeBT2IrQF9RQq1QzRd6bpBC71q5qGweFIQU30tZQOHY7c8btApwCFcFsNKb1QUIiiUVn9CL2zoq/T69jJMuuGUT9AF+2MWhq/bgTW//JdSbLfFwTc9h5h4H7UBkpEinEBtP+o3SI1au0bzJy+nDOKrnWZyKLy70qHmobyKqxpKqLM85MkRXFLdjxUkcu/dOWFYDmw5eh9VOF6VCGXFzUVLxOY+P5MuAVcDF5fMIkxibtx6AH6rCgbwGKo/VnEsAnkc3CuAhom0oAqp/kSBI2oiWzuHYQ3fjwXtuw6t/9iZUxsZRyFXRDGO4nFcT1RcIWckZ66vnEEVtgdsFfxlzc3txvlbDytoSJma2IUo85aNtAsXCXo6DIGzD9ZSfrSieQTVnV3xvw1ipgtNgVYaqhvqDI1G1oRQbHJoXGU8/UEXtVAq++i4Ty5l8rncY075qjuKVKniefl8tsPHeVV+MoqSnSk2rU40/a6fTQb3VwkptDav8Wa2h1eig6ys/786pB//lTyjZFWYRyCKQRSCLQBaBLAJZBLIIZBHIIvA/bAQysLpB0995xyOoVCoCCSkTMxW48zkHTzyxiCgC5rdOyYOfKihF700+cmsvRl0dvlgqId9Zw/v+rw+hGdpSSb7LAi2ugzjwBWia9HLzsMuHz3TKuHjS2RqYplKxzfbyMJ5+X+Vt92wGyGbTD9JaR9dTv8nW+noVEDFP9io4aZCYToFvt9vKfxbAy66/Ci+87npcceig+Ai21mpSeCW2FZRmOq9J4e0XeSLY0So5nRpqYvFMR6SBkemYqGM8HSm89LNcCuzlvfD6CVh5jwQGCwsL8vfY2BjK5YqckO0r6kMN2tJgKl0AK311BpyZ9hj+bPhv2V6oGwsl2RgbGcHoSFmpAblxWrF66WF45lsOhz8NdIZsBcRHNHVdT4n5ek15mTYEAvgEVFE5HuPkuRif+cwZvPZVm1HIt/Gnf/QwktHNeOOb5rBvOofQTuBwWyobExuRHeHEXY/hzTf9Hk5cWEDMNpV2pXeyaFZ1Kr+yXZAxp6+V0DNJ8j1/YwGr4otKlasCWuKBTKUg4ZyMDaVYNS/TdwgnmWpuwNoAMGM+tn4Nqgq5oDP4mSq21S9ElR7zMoosB3krQsdv4uCLrserfvp16LbXUBCPWqO8VX6+sj0v1eNnVDTqOUQrHWF5PXX8IKjTwFU0kRo2a2joEASnUsnp6yrXCwuBFyHq+rj/O19G2Svh/IVjyMHBxMRWnLx4HDe+9sdQ8EZRW3gSTuTDyZfhOhSlRmh1Q2zdfQj1bgKXFgValWnOZeIqCmSZqwAnYcr/RSB0sLh0BsdOLuLwlYfg2QmqxSl0xA5XpbdD1OyEvwmajSV02i0US2UgaWFs5iBOHH0IncYZbN/5AkSRAu2qvfvzYnrQDbczi6gN9wnZP1Fe0MNjSOHQQa9k0/ZRQH9fdd2cu3gN9I52C1WiXDhU4LJdxA6FENiCy+8yjguCZKqNrTyixEKQtCS+ojhmEbQgROwHaESBFEar1dawvFLDwuIyFhcW0Wipom3K/NmG5XpyHiqXw6N3PPN5J9sji0AWgSwCWQSyCGQRyCKQRSCLQBaBLALPUwQysLpBoO+955gUdPGZ/q7rSvEh1XNtHD9+Dvl8CXPz4wI/VGokAQhVSoOFXKrVUVw88Rj+j//8UeTKY8gXCuiSHxEgiSKNSlClXDUqr7SyUakOVWVy9cA8WBBnIMVcfyZVolPFqtTTav9lwKrk/+rXoMpVAYT0A7v53QBfVeiK1b0jUTg1VhYxUi5j357deOF11+DQ/n1S2Vo8WKWyt4JFAlL0wcSkYKjoiUBiPqCvozR9OriZBo/mWtUxnj+wmo6xAUaqwNUqOp02iiUWDyohl8uJOphxUxXilZp1PbVfug2GY7Ve+xiYkgarrmurwlXlotpFqOL3Z4bZ6Bp7bdJvHGVdMdQve/e0zuU9h1xVVNo2SSdVpg5wYQX41F8/htmJcYxVY3z075t49U9uxetvLKBa7CKOchR1SrtRgRjbEY7d9SjectMHcPLCkipqRjAkytIIMQvUiWJRpU+nwaqgLYtg1dS7Y4q/2o5KVb6UWpUqSv5rvC/74zgNVqlENTYVah5RwaOCPT1uDVyV1Gydnm3GlBxZ1JKqRZSSVteapwIRQNEBukEXY9u3Yf7AXthxAE+K36lUfCkgRSWqwwrvLK5lihVpYKr/Zjq/8nFWfqqycKSrxasq8Tw/3yeUVQX1mCaf3r7nL0ubkthC0cvhyRN3YXG5hZmJEoq2g5V2AT5qOHjgAOpLdSyceRx5qpTzI7DpKW0x9R/Y+4JrYOUqkoou895QR1N/qkJnMhVHDpaWHkHYsRDVFxFZJYyMj+LCxdPYu+9KeKWqVnwq2wdR1SJEu7mCdqeJgldA7K+hWN2MtbVVdNpLmNm0V4psiW+p/g5RMJ0x6GcbpBeOJL1+CLb3h435HjI2C7p4oVHEGq9TWcjQdyi+qbEAUS6YcW6n2j4SuwiH3R6e50pb5bwcnJyHkGBd+h+hKhA5CToI4YUOWi1aozSkuN/S0hJqy8tYuriMRr2Beq2OdpsqY96j6gtqztIeu72ZwUL0+F3fn8kqO2oWgSwCWQSyCGQRyCKQRSCLQBaBLAJZBJ6DCGRgdYMgPvzQaXnAlar3AkEVACU4eeyxJzEzPYfx6ZKqAC9SNPWIaxJeDTAaHx/HbV/9Kv74U5/F9OZtUhSFZXEU1DSFQpQ3KV8GKhrQasCDFGnRgEbAh6IfAkMMzJWr4IOxBqvm1gh60opOVRZFqUj72/Rpgko5fmqlb3N96WvsK9sS+N0O/E4Hrg3Mz83i6itfgMP792Pr3Iw8oAdBFyGVS1Isi0VaNihuoy8qDVINbHi6Pr8ejP1BgFVzrSo2Cm51ui00m4QJDaUgHZtGsVCWdhFlm277jRSr6ft+igptnYrsabDq0UdyfBzFAlN6xSBVO3SuE83nELgOY+1+Mrg+r+5yugSOvrSUKjOFXZXqs4/kzZXndHyf6VyoUrQZBypWE6w2bXz2sydw58NrWFgLUEgm8JP/ahyv+eEqimUbXQQogfHjXAABq0fvfARvvekDOHFhBQl9V5lCbmCqJOVLYr5aENF2G9yd92HbBIVqCEuROD3mTF9QHpf6GOsoVtXwN2ByMB3cxML0E7OdWXwgVDXyWaOi5T7G11P219BbAVYCrwS0k+6EAcLKKLoe/VlJ0kJFh9NF9TRAdbR9QlqVasaEIHWBqLpKvOyjrWE10OW8K6fnZ7QwIGSlApvwVu9LFWXeq8IJAkxuSoDiDPZvncO2iRGcXghx7uLjOHv2LPyuJ8pkKfQVtGHHEV6wfx+CMMbiWhNJrtybu3lN6ty6iJ9YovA6HDF1yLl5rK0eR2vNx87pEeRHprFYW0arVcPc/C4kbkF5VCfqemmv4CAQhW8cdFFxLbRrFzE1tx1hHGFtrQZvZA6JwwJj2mfVsXvF8dRilLqmdNsquwf1Tn8eNipVtUDVf/WVw5JVId7d+ntAt52ML81Z+b2nshM8WDkPXrEMJ1cQ8Jt3HBzauxsToxUsrjZwfGFFLBJor7G8toKl+grOHD2LhYsXcPHcOaytLksRLsJa3q/0MxmAGuPLwgHjyzcVZO+vq1mIHrv9mQ7vbPssAlkEsghkEcgikEUgi0AWgSwCWQSyCDxvEcjA6gahfvzx8710SAGJEdO8bak8fezxs9i+YyeKFYLXCDZBqUIo6mFWg0PHtVGtVvGpj30K//j1u7B5+w4gYnp8XkPNfrpnWunHh17jo6rAKh+CB1ND0+rG9L59iKNgnQK06d9N1Zh++r/ZrvfQborurKMaNQ/raXgoMJDFcRylQAxDXyAr4fF4pYSDe/fghdddi717dqOQz8HvdBGG3QF1VhoCrad6XB+aprBBr/L6cIM+d4rVja4hDTrTAFtZAyjfVcdVhcVarQZqayughWG5NIIqC0p5HoIwVLYSVC8T+KV8XIfv6FLAquwjcMgSldnExLgUsFJtTc/K9QsLyefPcPrpgVGzn1ZfR1Rg6irjSlGpimTxpYr6mMUBdVbpbr20cVOMzcAkXeV+6Noq7tPD+Y1uRU4lXpOhcMGF5Qjf+PpJbN47g9sfaeOeu2IRoF5zZRWvf3UFc3NAXg7WB6uP3v4Q3nrTv8GTS2uIaYDJAlaiWFUFrBKm+EshK8ZBYyx10+pIQhK5iCG54z3VqWkjZQ2grACM+jo9JPuKzsG2TPfTNFQ184rxUzZtLVdmFPMEzfql+qC6Ts5tLmIEtGYenUAnV9SFjPoRHh4fBKDpuWX4c+kJ+oZ6fa7HDnUJLqNoX09iTXWn5cOJKihaFvZdWcXIzF4c2DqDvfMzePR0F2fPPoRvf+vb6DRY+YpGDZyjbMyMjeKmt7wJd95xB770pVuAyljPAsWsUwwIu6UtHZDLunAxNQls37wL+/Zuw659V+Eb3/o6mrUlnDh2Ho1OAC+f02rVSFSuecdCzolhJzEKdoQcQoQxxEfUK5TRiD3Br4V8XhZaaB9SKBQFplL5Kz65VATT81RU7vTLtcVeRT4jeBborLb18ixWptTA8p62KHFcVx9HbSf7MOWe/ty2K+flj6iIaTNBzwT+cBHMziGOEpTyHg7s3gkriPDQ8VP49qnHcPbcChaeXMbZWgtN10Wr5MAKI+TDEDlaWnS46NZC2GkiZgZDQE9iGnZHYhOQaKsL+V4xCz+60Fb4yG3PcEbKNs8ikEUgi0AWgSwCWQSyCGQRyCKQRSCLwPMXgQysbhBrglUWITJgIolCeeBcq9Vx/lwNu/fsguV2pGCKi7wCIFqBxm0JikrFvECtD37wT3D/k4uY2TwniiUWRFE8hWq5vqfeoMKIVboj/YCrCtwMp8hvpOhUFcmVKlSxC/V7H9Ao6GbSz7lN2gpA1GcatqTDY2CfuQ7jBcu4sPI506H5wwd1prszBn67hW6zIQ/LB/btwY0/+gocPnhQAGurttzzE0xDF+OzOnx/TzcshmGj2dYU/Hm2Q8qo/TY6zkbnF02kAFOFsSSt2bbQaLTQaChfQcL30dFRVTiMgC4lI0wD9DTwGm6Xdf/WCjcDVovFfM8UYiOs+nTmCYOGEimgpn81/UuqiceqCI6vi+AMpDBru4c09DNHS4+BtNJRPl9HmVv1+oV1nkkbG2gm6jkLaDRinD3bhF0YwSNHmxjdXUKj5ePxR4Gzp0K8580jmK+qvZhNHtkJHrntfrz1pt/HudWuqFVjAqIeWKWSU4FJppjLQskAsjZ2HQqsqmR71UfMv4NWAGlFuS4sp5WhBH7DL6U01XBSq0LVXDB4HPMe4a98llK3pxc7BPAhhp9YCEfH0SmOSsEupXzsvwbG7HrqZ12kq3efA54jQ20sqn5eExWOqhhX38NVAzg75loVCrCwe3cBUzM7UbK7GHGB5VYOXiHGPUcewdJqjNihPlktVE2XSnj7m38RD913BJ+5+XNICIo95VXbu6eerQvVopyuY9hOjNiPsXVLAbu270F+tADbHsHCwgW4SYDHHjiBWoOLZ7q1uahFcS4iuFQ6C3B3UfJsdFiULKJHiqPS7aO26gG0TNF2KGbxQbXbYEDV+NF2CWK/oNW/tCzwtKrXQFUCWccVEMv5QLygczmZpz0vJ99t+WJRPufvAnC5WGZbsLkoBFfGM2NA5X29voYLa2tYWK6judwGRsZhX3MVxl/5w5i++gXYbnmwmy0kKzWEFxfQuHAOjeUlhI0aOs0mGqs1dJt1xB0fSegj4sISf7jgEtOSIoEVqXHjP/itZzK0s22zCGQRyCKQRSCLQBaBLAJZBLIIZBHIIvC8RiADqxuE++jRcwJWlepHpc3zYXPx4hIajQi7d++EH9cko99FARGLhYhqMpZ0UaoTi4UC2s0G/s0f/L9oumWMTU0gCTsinWKCKCsnmwfo3gO9ebDXoKNX2EqKhygvTvNKg480NBkGq8ZjtVegKpUCao41CFaNgm4wOGloohRNg4VWeu8p7V2virl4sQahKJZYz2bXzp245uorcc2+3VLMi/fONFFVsXzQX/VSLAB4lYSXpjp6+qp/EGA1reYlOE1XbVefUSVmIYpD1Ot1UUbzxUIxIyOj4rXYUxAOwURu9xTFagrHDShdNVilsm10dAQlFq/SleWfkpbf61SCNNYdFYNgcHCTNLQX1XQci3+i8QTuKVJ7u2lIaVKZBeX30dFw317vvvneREH7xj7DaVOpJZXlheo/Ns6fa+M7334CC3XgJ39uL0bsBMcvBHjwjIdDe4Fr5hyJjBVbCqx+53685R2/j7PLVGdTscoFFR4zktR5ZQNhSfozf4x/phodVLdSmqevQRR7TIfuA1a2lfFYHRif+l7NeGNBrXR8DJymgtx4r5rPVVxVtXY5vq4Qr8AqAa9pFwWFTYtQMe9aELAaT0yjU6yo9G0J4xByH/JNVvNimov38b1SDpveKKsO6l5UA+nmoTJVq3zVRKcFvgrA0XvECX0c3lHFpuk5oLuEqFmHm6siLjg48tg5nF+xBJzK8aM29s7P4q2/8HNori7j0eMncP/jx/Hok+cRE1Ib9XvvBlVNNeX4Eog379ysi/mZLZidGUG766AbdmFFPh5+8ASW15qA7ck8HyPUvq0sfqbGtWQ2xCyAxu8MR4o7JQ7hq7KNMK+NlfvpbTbo+NJRVdW0QfQ9hGdTYFzaIT3/8jOCTtpcCKePkFDGzb7NcVcZQVKeAOZ3w33xD2HqR38I+w/vwpaSB2c1AeptWEsrwOICmgsX0FxewvLSCur1Gpqrq/AbTQTtJrqNBoJuB0kYyfloq2EnCTzbgmc7WL79C89wdGebZxHIIpBFIItAFoEsAlkEsghkEcgikEXg+YtABlY3iPWjj56W4hpMZ5Xn0ziQtMjTTy7BdQuY3zKNrl8XTzibD9BamWTxXwFaFip5DycfexC/+8GPYXbbDhSKRcSRr6pE8zGaIIMPshpMpGESFX9SgZopmnyeJ7AVmwGlLOPvyks1nVas0o0V5FJqHwF5GrDJ+xpMKM9H7duaVrNq8CLpmD2wYh7kVeqyeLqKT6Q6t+EP6jyqGr2cK1X0i+movM8wUOok2iRsmRrH/n37cOWhQ9i6eR45x0Xgd+H7HVXQi/gp8OUcjL28J5W71fGV8yCtB0IEURf5XB5MdSWj6gPZZ5rYfnmDb2PFrFEN9z0PFWRSyjiyNyrBCFgJl6kYq5RHRUmWBunS3rHuA/oSewBXUbPehfeuxSj8HAvFSgmFEtO3xVg0tbmOom53ieowzDWFboaBmTkjVxcUw1HQK3V9vej33tewTIonmRR3s0O63QbbwfiRyrv6vnjsyWLpshpM2WMkCGOC7zwatRj33X0KX//8g/Cmx/ATr38JSsU26g1gcTlArW7jxS8cxeRoAkcqrrt48Nv34i03/d84dsFDLt9F5EfKEoA4Laaak2BZKVNjFqWylGdqLke7B6oa6VHK+SJQ9g8EsnYHDopA0pWAxkkgoFv1aUK6fjubdG3VLKrdTOo+/1aLMjJY1HUYqxLjxayLYullEAVbNUqVXqFtANTRuVUEn9LryVl08wqsyoX1jT5VW2gomu5GaWAox9Ido89uzdyh57PUBrwWVqXvd7L+FRHAEWJztpio5ODxvu1A2iFIbGHOrU6MdkAEq5YGrKiFK/fswhtf/z8jbDex2mjhtnvuwdfveRihRSA6/NLFxQSUx3DCEDs2lbF/xzbMly2srLVh5XNo+iHuffAEFutdRFZOVPw8pwRS5niu0Cl1MqvdU73Kl0MlKz200wsaaRKtx6zq+rr99XhSi1sm6H0duukLaqzoOUh2pfLX7VluKOyqPlcg3tjHqEaS7yj2Cw2O7YAKXBtJtQprYhbxlr3AdTeg/JIfwuaD27B33MM0lxbaQFxrIb64CCwvoru8iNbqChZWW6jXaqgvLqCzuoyk2YAdBsglCSqei5FyCaOVCqqlEkYqFVSKBfzxB957WWM82ymLQBaBLAJZBLIIZBHIIpBFIItAFoEsAs9HBDKwukGU77//uKRpig+deJ5SqRPiySdqmJiYwNh4EX5ApaEqcGLUX47AET6suhjJO7jz1i/h3330izhw4IBWeKqHaaVW00BMUl5Tvpo8nzyAEyiqh+VecSvCFg3YBKy5SgVFyKkqiSsvVrOPnEfbDZjH7975Wb1cPzwPKA6fknTavzZjKzBwvakYGqAqqi+Fe3oP9io9ue8fa4U+H/Pl4Xnfzp244ZprsHvXThTzDrqdjhS7SgQkK89B+gSGUQI3rWxNIAWxOkFDFJ+uSx9AdUFKMfgvA6xuNJhZsMWodH3fR6fTReCHyOfzcj/8lzE1RY3McdbzujWfpeGb9ATPQa5cgJvzlNpMgL3xv2Qb6SIyl6COfbpJiddIn1iaSirkreD3wMuknFssBKfHTbr/pNtLDSz9qVI59u9NAaHZ8sjlzZO66JuoEC0bzVqI44+fw5G7lnD64iK2796KV752DyaqFtYaEW6++TjGZydx48smUc4HQOTiyDfvwS+++UN49c/8MvYfGEe3FaO20kCz0cZao4F2q4HlpToa9S6ajSYazTU0WgtoNpcRxTV0gwCFQoRWu418rgxYPqzIUwpmtwXXs5FzgNDvSl/m4o3MA0wt14XRBKxJu/WBuImRo310CfFlkUXm6hGUAAAgAElEQVT7pxqluVmASS+wGFWyaG1NpXZZxCABBNp8b2wagVMEPCrv+3pIA09Nk1GBuf5LUXjDA3sLODypKbjU85WVkSzXrvrSIPgXsCpzpXo/EgJNSKiU7735UKtQ5QhhF/PjVbzjjW9Aq7aCO+6+B40gxJFjp9Hy+/YJfbsCtRDCNHh6ethhF5NFC2MFBx2/iyAOYXsek/3RCGy0OuZa+4sqA2B5aKHC9HHJjBiya+iN6dS4kPjq7w8uzPVfKj49xa0U3NKf8jtAg3LqfKVtZaHK1s4j/LBgJk5D0uVvV6w9fCTdFqwOwaoLTE0AO3bBOnAFcocPo3RgD6Y3T2DruIdJJ0Z3yUJcW0N8cQXxwjI6S4to19YQrlwEgi5ycYSK62CylMfkSAXVYgGFnAvps/Qo9gNEtBGJI/z+u952eWM82yuLQBaBLAJZBLIIZBHIIpBFIItAFoEsAs9DBDKwukGQ7733cfXwSewk1aETUVKePbuG+flNyBepNKSakmndVBPSx5TPtJGokfhEW3IdfPbTn8RfffUB7N27dwB8rpfmKexCA0lRhVqWFD0StNDjsPThVMo1AaqeKo7E86fBkwEKBAxUvxpwmn5wty2lGEzDVaNyTYclnV7OOKwHCQZgjQDUDZBKqiiTR4sA3gsSdJp1gUV7du/Ey37oehzctw+VcgntRlNiQpDodzq9AmEErX1Im6DrN+B5eVXFmgnCOuX+cqwANlKfPpfjsRcvAqNedXdeN+B3lYKVoLJcLqNUKglYprI1DVR5jxKHodfA9RPCeS7cUg6u50lBJelnPYClYUxaDaePNxyH9LnTp6TykkCLYJh9k9dkxg7Tn5UyV0tatSoyNKBoAKABLPs0jMKVOrlXQ7wHV/n+9urYZTULRYCSBu8A5JhhN0Sn7ePRBxawUrNw7NQSXvdT+7FzRwm2E2JhKcGjR1u49ooKSmUqGF3c/pW78YY3/hf84UffjxtfvQMsam7YtBbxynW32xSmJuIUcOrkOfzKO/83FEpz+JGXXo2//Oh/w46dszh67DiCqIC8VcB1N+xAFK7iviPfFShLRWbs0H+yDwr7bUHIOuiYy1jLe+Ifq8YifTvVYs4g7FTKdgVszaKIzCvphR49L1FVGdgWNh26Er5TQNf3xReTsZQ5RENNUceK2lYX3mIL6fdUGr8G5lp5bgp39ZLWzTUbgDgMG3uiTQXvey8z70gf0+RWF3Drw0hLFKLj+RzeddPb8MTJ4/iLP/9zTO/YCR8u6vQF1X6mSlmr9JwC4NkPuagjCDVCGHQQOWOiNBb7hziC5+YQcEFOfHP7hcAGOqmoU/Xx9GITD9+3zVBb9xbITGGx9VTp5hpNHzDbsNgUq2bxbzF25r98T6g8V1ZgeTkkbk4Vp5JCVu7AQoi6ngSOT9uKGHEYIGn7QJTAmp6GtXMvkr1XoLBrN4o7tmJ0uoKxio08QpSX68DKKkbrDcyHMWYcGxOeh0lPZme47A+Bj26jjmZjTRYXmt228rHlOenpy3nRsvCbb3njZY3xbKcsAlkEsghkEcgikEUgi0AWgSwCWQSyCDwfEcjA6gZRJlglvAgJsyxbUrPpubq42MS2bVuQWB0FU2MNVplazGd5PrPSl5XPr1GC//rhD+Ou03Vs2bJFQKwpSKVA6KD6SuCRBqasIs7zu25PT6iqc6chqVasilIrUl5+/bTQvmpVKIl+AO8VqRG4ptSvBqgoQNv3+eun0/eDJKqqlA9gT9U2pMJNQ4l0iNNAmZ5+BhCRRTM2nXYbRTvG/OwcrnrBFTi4by8mqmNwWd1aFIupo+n7kutOop6Kr+cLmbrOZzKYng+w2odBg6BLQVZXbBM63a7EgzfNauHFYmkAKhr4Mny9A38TsnkOLFYJp/pZx68Py/tglccTJaQpnjUEx9dN7aZimLaVUSRQle0pKts4RqvbRSDexBwPqrhOT8G6jpek7qQ9qGRUiERbcpUiuesDJ97Dlmr1mTRtb9uERYMcJnYrXXVtKcK5M8u49UtH4EdFrLVs/MzPHcbBfaMqWdqmv2gI6hKlfRIXt33lbrzxzX+BD/3pb+FVr9mi7R04fjhIjFpa233w2pXYFJ/+9K0Yn5vGtulJ3Hn7Mdzwom1465v/AC/9kRvx+p99CQ7smMajd9yND37w3+P0Uh2PnFmGTysB7aWqmKFWAzMeWp3ZU4oasKrtRLgqk1anpr1l1ftaCSuJ7lo9rxd2eupXwvPIx+z2rXjDO38VIzPziAIWHgrFZ1pU1TIfanWsVlkb1Sg/k7klThAIjFUFzgjSBOz2fHnVFfDznk9vFCEIlYUKtzf7EfZFkZiaSP8jeGYfNX1RLkz7L6vPtc9tCORdBz/1Y6/F+XNn8cVbvoJidVSAb7vVkeMrAKx/RDWv59BYweJYrFgSJBEnUdo18N4i8SHllwCbm8YPyuZF7d/ztJWuoT5TPVsvcKV6soLgakKnIjltEyDD0mQlaO8GBdBtsZahujkiOKUqndCUwJQ/rofEyyNh8UT6zcq/HhLXU/CVheCGVetJAid2lNVN2EXSaHFFEc70JArbtiG3cyeq2zdjZtssdo+P4EApjzkAu5IIBcdG2Y7hBm2060001mpYqTXQarXRajcRdH35TpRFQA3mCerDMBBP7lCrVv/d+37rssZ4tlMWgSwCWQSyCGQRyCKQRSCLQBaBLAJZBJ6PCGRgdYMoG7Aa+L5AIcKilZVVtNsxtmzdBD9oaA6koJGk2QpYVVA151ior9bxnz/0J1hGSSq/S1XlmKDJpPorhaI8Jw+BDD60q5R3/Tn/SYCAhT1UiXnll8mHZw01CLAMSDDAMmDl7pSgLQ1We4pVSS9W0IoAwgDVfmpvXxWWVqwaOCfAl/hJ34NUqhbLAiIPps8qQmdABX9PV3/XGb4qDrwOPmwHvtz/eLWKHVu34PDBQ9ixdTOqxaIC3hFBk4aS4iOrVKrD1345g+jpwKphjunjqkI7z+zVg9ZDCsL0uQ1IVxYBHdiWK/2QP+n4PS1YZV8jtCZcs6m4U52BfYjKRoXtdfto6wZj4DBwj1wwSIHWNFyPxUJS+b+WikUUc3mEUYxas4GG35XxIYsNpoq9ZYkXpnmlPXoluVzgqfnXbKcTwVOKZ+5P5eFlvdg/qY+1uMDhIGhbWF7s4Oj95+HHDh56bBWv+bFdOLh/BJYUkSK8530o6Tj3Ilh985s/hT/6yK/hxldvF5UiEuI0qnSpWo8Q0e7CUaCcMVdepxZiwrKuUvrSMuCP//Bm/PArX4SXXLsLt339m3CjBJ/9p7/GvY88hqNPrGGp0UVsuQKvlQq774Gq+Fs/7byngO4VQ9KLJ/rvhLYmvc/6ReYEGGrINzwfuY6FbreJPQf3412//X645VEkflf6hCS+91SkaqJKr2mYxZ7+NaoWW29+Mf655oCyjRxALwpokKgkpH1/0N7YZ8q7hruSEi+LLkpBy10JVzlbs0DS0sWL8BwXlfEqOkw75zzC4lxazqwALwFoAtAGQIp+xWB/jxILdA1gwSoDlWVulssViXDv3D0YLGBZXY9ZxOr9myQIpPhZf540MFzUzr04pMYNPYJTrrh6ApWxE3Js88tDoCoVqy59ZWA7OcDJaRsADVVpCWDZ6HAs9YqZ6UU2AeGq3/Je48YaCq6FnQf24tDe7di7aQpbpiewaaSCCnt+0ELUaWG5S6/sAO1WF92ODz8I0e5Q4eyLjzYtTzrdDlqtFjqdtk77D8VDnO3ARRjaldDj/AO//q8va4hnO2URyCKQRSCLQBaBLAJZBLIIZBHIIpBF4PmIQAZWN4jyffceB/0vpSoyLORyBZw/twDL9jA7NyWFqwRoJcrjlNvKg7flwU4iFB0LJ0+exh99+C+Qm90iUInQUooWiR8qj6uqhg+45KX898RXNFXgR/wVmbKZgoh83Cd463Y78HKu+HKaQkfGl5OFXwzEWA+spiFZpAta9aHXIDU0fo3mcwP4CFcIMojpJM3cqL2Mh0EKGPTVkn1FGfcVMKyFWlFIgKysEVjwynMcbJ3fhBdedQUO7N+HibEq4iBAl4pO+gB6Oe1DexmU81JH2tNZHFzmaYd9L3kpaWCdvjRCCrY1X7QH4I9RBA4DWbNf7CQIkxidkMWSEvFZZVxNxXoFUftV5QVVa3VpH9SolNyi9mU112jOodRyFnKuh1K+AFo8MBytwEc79OUMbEdlCaD8XC3SqfTLFNqSDw3q7VtKqNGVeukU7Yl1rBAupTkV7LLQaicIQwv33f0APv+5f8bWmU142Y0vQcvfitnNDrZv4yIJrT50sbQYiJhLboX41hfuwE1v+wz+5M/eh5ffOCnrB+I4KqpzZQ0iKfnigsC5hDFQFh+y4CBI0hPVZaPZQbGQh5c4OP/EBVQnRvC3f/sP+K9/9lfoRi5OX1hCkES9xRkDnhWgV3c8vHDh2kaBTrBqlOgEVwRYJk1dF7wT4JcoAC/SUGUj0FOscr0jauHQVVfine99L5xcCTa9RXtlpQgkDQRV9+vQi7M3kehr7JVK6hc5S28zUDzNqDZTENZYTKj+qyBmr++nthf1rO4xSv2pejoBIWMf+SESP5TxZLk2iuWSANT+olUfVCuLFeUHIK0m8E9n14cRZM6kQpQ+uJy3pIBfpNW/Rq2aslAxxf1Etap6tvDinl+q7vemSJ8sgOj5tTeO9GIIxxMX4LTvtBT5sx04uTxs15VieA69S11XrEA8V//k+G9e3iPAJDin60x/icV44CrFbBTEAtGlUGDQEZuWkmcj7DbQ9NsIOSRsHrMAO+F8QesSH2v1OhYWz2Hx4kXUaqvoNDti/yLFGCW7w4FLqxJXe5WLWFjrc/V3yPt+9VcvZUhn22QRyCKQRSCLQBaBLAJZBLIIZBHIIpBF4AcSgQysbhB2glXxI9QPeZ5XwJnT51EqjWB8chR+UJeUYKbnqhRUDShsT4BD0bVx5MjD+NO//DRmdu+VB3g+MPLZ2SiWBEMSYvEazANzCpB4BKsp/iTqJmIwpv5KIRUq3oBuHKG2uoTaygoK+QImJqfkwVf59nEfBVa5vyifCAr0fUnibUpeJn6sQy6XBrwqgKEAjPFzNQgsDVZVyncKpGj7gDT4UVBapdU6DmF0X/VIuGNokVgESjGvCN1mHW4UYvvWrbjh6mtw5eGDGB8dlRRcFrVKFzpKF/F6zkbWcwhWezDbGgRYKTYkl50GpvlcUZSrjUZD+hPtKUZGKuIrm4bj6X2oVu1GvsCPxFWKUimIxqrkoqDT+lTt7UvlmkUwwwJU0t7K35Yq67xWSiuOqlqY/3r0USUiJMgRD0rVFFQHhtKftDpRGUvKtuKs+xSrhgShtmJVn7HPKiAVESpSTS2AUlUr5/UfnJq9rOZNEKC2HOPWW09iaRm49ZZb8OUv/jM6tQacUgeHrnot3v9v34gXv3gapVxOwBPQgZUUEMVMs47xzc99B+98xz/iTz7xK3jpy7YJUAtZjb4boVDMA06g/X4Za6qEVREm8d9MPAQES4y/wzFF3SzvP4SbuAhaXfzme/5PfOxvPo+4mFd2ConydDbQVsFCFVNTsKhXyIkelbbyPY0jjjPlwSxtJrYlxpNZKd9lbuCPLOToeS8FVtllwriD3Qf24Wfe8IvSfg6PyxR7lc2eshswWexGqW6aSJ3fLAz1ZghDzE06u74rUVTrayCAM39zf1u8e224fL+ncNbbCwNlcAcL2KnMAmXX0l5rIu/mEPohvvClf8bLXvYyTM2ovmQAp+rjCsrGAqlZ8MlT83UcwuGcKj6mjA1jGsuikkOoLgkMylt4eN6jXYCZj/UgUuMptXCRVuMqWG8gvVYqm5bXQFWKLDIujoKoLALluI4spLDvUP3vuLYCqa4nPsg5x5X3Xe7D+9CWHWoBpG/bQUDPS3DcPBqdDs4vLYELXzmvgEqpgolSHmUXaNVrWFxawOLqCi5cuICV2iq6oY9CqYhypYJ8jn6uBTV+I6q5Q1Gv8l/JuqDlQ6A8e1U/5VgH3vfud13WGM92yiKQRSCLQBaBLAJZBLIIZBHIIpBFIIvA8xGBDKxuEOX77zuhU26ZwkvllY0nn7iAmdlx5Ar0WNTKM/0vyQiL+PCZsEgYZCf4yle+hX/4+newadOWntLQKFcFMFAJZypXa6WngQ5EVVT+CVCgYiiJBVKBCqmCA68LxLkQLT+P8suvx2te/UIcvesenLr3EZx57CS6tbrsX66U4HB7x5PrYwVregK6fIi1tdrWVIumolZ7+qWVrQYMUNmklHaDFcPFR1CT1LTKrYdTNEBLAz8DztYLvxZADqT2K1Uk1WKxpI/aSYwts5tw9eHD2Ld7N+Y2jaOaK8GKIvhJhDCJBHyISo0n0b+ba+jrxPRDfEoprDSVT309nUXAetubPqJOn7ZTSKfBa9iV8jZU6uf+K31etgH/JlhlwRcqyPKe8l99aiErVbhmLVhDPerCdvOoFIooeBZCyxP1I9WSBH4qbVp5Q4r6jRBK1ICJFFCj8s21PAF1vHqBhEZZZnEBgJFOkPMc5KWAGNDqdtDwffj0TRSFKaEdwUkkcLLve2kKKEXwI70AIH6YAaI4FPASRvReDNU+EakVQUyMt73mdZc1T/pJB63FCJ/+0jksONtw4v67cM9td2JhsYX6Uhuzsx4+9IdvwvXXzqDoeHAJmgWzRbAiVlOPcetnb8dNv/pP+Mgn34cffmlF4rFwJsCX/v5b+OFXXYG5/VPCyizQg5Px8kSpa1n0Q2b6teSaSx8VEE0Yqvtqt+Xj45/8B/w//+EjuLAUgCsPKoW9iCBq6EUaF1HchWN7GnRrZapKeodNwwVZHGK8qBxWFgDGYzWK6B+t/InNPKSC2VdXsl2VshBo+G28+EdfgZ//pV8UrS0BGdtEVKBpT1L9exQoVaz5zMwpbFcFb9XCTw886rWRNIjsWaXQ21THJu0DOug+ml4j4nU7SKJArl0wJ31RpagXGSaVnTZyXh4XCQGXl1Gvr8miA8fR6OioLFwQCOY8D0GXliq6YKBYWuh5Qw/VNFw2wFssBVQVMMQhFZqqqBiLeplxVJHj51WBROJqs8DGffS8rHqFKkCVttNQ2xKm8kcpVaVwHMevx8URqkEJUglO1WfD/5r35H1t1WHOYeZ5xontxeNw3llcXEQonsoBgm4H7U5H5hJeD2PGH69QlDmjUChIQa9u4Mu8zRhzccgXqwBV7E76EFcIuXAY9rMrTN95/7sysHpZk1y2UxaBLAJZBLIIZBHIIpBFIItAFoEsAs9LBDKwukGYCVZFnRlHYgPQ6fg4d3YJc/NT8HLKz9O8lPpSlZOJHQueVuD87d/djDuPPYHRkTF5eDQPzZLSr55aNWzSnnJaEciPyNY8PihrkCZglemTQYxujvDWRWz7WOq6mPrp12DbK6/HWtjFPguYPXsRq4+dxp133IvHHn0ca0srcPN5jFUqGGUBJM9Bx46kCIkUaxdvQT74qwdoAtx0pra53rTSLA1QZf8hGDgc1jRk7H+WSo/VbxpVrNnGQBZzvh4QJZCJQthJgoLrYe+O7bjq4CHs3rUTY5NjsAi3O11ROlKl29tfoI8CwSbtuAdbNRCi2mu91zMBq4Mq3+cGrPL8SvWs/EoJNwg0CH0IGQViEIBS6UyIRAWiDVxYO4/VTgNuLo+cm4PH6u7sq1KoTEFSKkOl33l5OF4BDn1BJUhUMmpfT53ardqEhYMUEImSLihq82wPMxPTmKqOI2c5aAQ+Hj/3BI6fPKHaQGCfAqsdXcBIiuJwcUGnkVtMU++lrWvoJ4WMCFr7acKCOS3gd990eYVtwgRYPdvBJz9/AueTWTSXLyDs0BOyjZxdQOIv4B1vuw6H91aQE2U6aZzyUlZgNcFXP/MdvOM9N+PPPvk7ePlLSjKWOw3g5k9+F0cfP4Y3vPVfYX7PhNSccqXLxbKfqBF12jhBnty6ng+oZmVbsFTbY4+exRvf/F48+OgZVXgotrFl8z5s2TqBditAFHqoN2pi80A/y5AFf8IIvt9F1+8iiRsKojLGopKkwjSEa3fhugSFvGJd8V0XizIqTTNeBaILWE3Q9Dt4zU/+BH7uF38JPhWauj0UMk/VPVK3iJgq8pTqWsYEgSEhmrlnDdyNSN7EQqXI919MrOerN+/qc3AhSH1gEur1PuzXAq2VNyrz2Kli9aMYZdtFMV9QcD4M0WzUUautIZfz8MD9D2J2bhbbt23H8soyHnnkEcxvnsfcls3ih9tT/eqxKAWoDFTWQJp93UliAZU+fbXZVXnreiGC6lZRc/tdUXGWi0U4xhNVX76M354yXGU2EAyLfzVhqlbzileyQ0W5AqkctwJWUxCVvw8A1PRnUiBRzRe06+gVE0wp0mWxTeZ4C41mU9SofPHapaheuQQCYno/s+G5+MFFFYJT/nCO6nRpV0O/1bbEhGBVLewo5ap4z7KQWWgsKnSzJgkysLrBf1Kyt7MIZBHIIpBFIItAFoEsAlkEsghkEfgXEYEMrG7QDGmwWiyWsbS0gtWVJua3zMJ2BoGgAquKvSRUD0UBYj/Ah//847jYVT5yprgPt1VAS5n0CSjT6dYDykSW1OmlugqSkTRdJ0yw5gawIxeuHaERF3HFTW9A4fAsFkMLHRbNido4XMhhXxCiuNbEY197CF/79tdx/333Ad0Ak1MzmJydQ26igKDdRtIhZmPV8wgRC0Tzr0BVeU8rqAzY60EXra6Se1D1tAbSXg1USUPowXCvD1apklz3WIyT8gYQBS/pM1PPiadbK3UgCrF1y2Zce/WVuPaKqzA/OSWqR0Im403KdFjNwRXAEpg8CMmHoai55ksFqxsdL33vaZhr4tT7XNsDDJ/3KXDaFHixHNTrDYEUBCNUjNFrl4q5duzj4RP3Y7GxBNvxpDiMgxgBQbr2dBRIS8juOChXp1CpTqJQKAkkEZ/EtRWxH6BFA+GNVGsPA3TabXQ7TI/vCtSrlsdw9RXXYffWPSh4BTSiDu568G7cdfd3Ra0W+h0U8zaKBVdUhIyBAkTqTvl30VUKSQORBPxLZ1Bp3SoNXAEg/rzlde++rImUoK65EuCbd1/AYlTGaJHgEqitNhB1bIyWE7z0RdOYm9RWHZKrT8W2BqtOgq/8w7fwK//68/j43/86rr96QmCzbUforrq477sXcPTIMezaP4sXvWY/LJeWD4TIrqSU06LBiRRwCzh+zLhLpBSUQNS1NR+33/UIbvnq7Th5cgVf+dIdeMtbfxm//ts3CqimwtgPWghbOXS6IbptH10pdNZFp93FylqCTreLVqMpSsH6Wl3a8cTRI7j9tlsQJlTSUhUcKC9pvbCSdrNVKkv2mQSNbgev/PEfw6t//McRcPEoVbCup1jXwFvadh1PXrblgPdqqvWGx0S6YYlIzas3vtj/hywlzBwl8xY4vqXsGLxCHvVuB+cXFnBo01ZRPVNZrQrtJeIP/PBDD+O2227Hz/7cz2J6ehp+18d9R+6ThaZdB/crP1Zta2LmcVfP4crwQnVU4cdUeNIfmhBVjq8tMsTORUHoVmMNrfoaPNeGR0W0SzDZHwtJzwpBgdS+YpUgVVl1iIJdrDp4LwquioLVy/XUqaJaFR9Tpv4ruw7xXNXerFJYTlsCpOciMz8QEPPFY7PA1urqqlLO6vk4V1DF9Ph9wRhxHmq0mwL5lSo9ln7ZFbjakbmGkFUKsYkCPVXMKwOrlzWfZTtlEcgikEUgi0AWgSwCWQSyCGQRyCLwg4tABlY3iH3aCoCQ6cyZcwgDG5vmp6SaePplFKuigLKZwm+hvrCC//SRjyIuT8hDvFEamgfy4dMaUKT8KbXCkkWZpBq2SgslW/CSBD6ru/sEHjEW7QoOv+0XkN8/DrfgoQkbD9caWKx1MOm6uHrzGK61YkwFFpYeOIpvfPlruOueh3DuwjLyToT5uTmMj1VFfUgFEdOTqabqF7uRR+0eNDAP22nIJxBDK1aHIWoaxqYf2tV2fYCa/mwQrCpYoZkFiLksx4KUhmF2rAYjrsNK9D7WVpZhRxG2z83h2quvwvVXXS2Frug3yAd63qf4TQrXVmn1cgatykpfh2mjSwGq6W2ea7Dau6ZEQeAe7KaCUkv8qBxj+y0sLMh7TGUeGR3FxcYCvnXnLbiwck68FZmS7FjswaF4oqoUYlabjwScjE3MoDo+i0K+KKAtCAlWV0UZaTkJPI89Ui0OEKYSWudE5RyhWBjFgQNXYNv23fC8ImrNNTx+4lGcv3ABq6srWF5aQKWYw8T4KGZHyn0QJACJ96VgKZVxyjOStgS646sSWOpzgazKT/PG6y/PCiCBL/AyiB0EtoUcgVmUSBGees0CxXflMkEp/VAJc9V5WZTIipVi9Qt/9w285ze/hL/8m9/Ai66viiezwNUoJ8T0/ntP4osf+wa2z2/GK/7X6zCxeRSWa4laPNex0Dy7JGnS+c1VmTdc9ml9b6Y/il0ILPht4A//418jjjz8xu/8L3Bd2gJwLKhK9k95ibXAOgWiAHz2776KX3/P72K5vozYCmTxwYzytBcr3zNWAFza6fgd/NTP/zxe/spXokuwqv1vzc5qSGv1KrTvqJk5eqpOXeBryB7DjBmjnDbzRm8MpgSsMgbEC5VQVPk5p8cF91H1pTi+E/hRF5XxcVheDheXV7B7YgaNel1UvDPTU/A7HVw8dw6rqzXMz89jbm5OICTvpFgoCpx+/MQxgYZGtc9pQ3ycGePUwow6rwa6iVGYK0uCs2dOYdPcrPhBS9o9i8lZCQqFnIBX2LleM8r9a7Bqxj+Vqb3vCb2wwPHLcSMevLZK9adi1dFgta9kpYrVUT7I2mPVfKY8lB0VS+1Xa87J+dXcs8z9loXaWk2gqABZkma9DeNB5TQV022/rRWpKj5U1xv1KufhgDYAARXvCryaxca0FYDpA5li9QVTVhAAACAASURBVAf3H8TszFkEsghkEcgikEUgi0AWgSwCWQSyCHzvCGRgdYMYHWHxKqYuE3i4OZw4cQrl4hgmZ8YQxaoye1odJeCUnoO2JYVrTj7wKD78yU8jNz4vD9XrgdX0/iYVswf5pHgH668ogMSHbPG/pMclH8KRQxB1ETqTePnrfhrRSA6N0QK6kx5QsbFkAydbAXw4mHSbuKZSwf/P3ntHSXZV9/7fmyt3ztPdkzRBGkkzklAWCCGSBAJZFiIJGWyCEBhjeELYD4MjwSbJgIEHD/ww2AJMNBZggQIopxnNSDOaGU3qmekcK9/4W3ufe6puVVcLuddb+r0/bs2a1d1VN+57zql1Pue7v3uzpqDN9zF3chb7ntqPo/c8juNjxzAzN8dFTrLZNJJmAlRZmifDoaelhFjiHuoBkwWiomBVXn8zjGytWm1M95VHlts278NKWkobVwKolELNFcx9Vl75AUG3AG6piNLMHMrFPDKdWawZHMGGtetx+rbTMDI0iLRlsZqMiq+I1F7xkvBAAJqVrABW7lDPprZrtdfvUqzK9hXdV4JFCd0ItPB21BpME2NjY5iYmEBXZyd6e3uRzmZwYu4E7n/oDiyWZthvUSr5qBgVFb0iBRsXQwsC/puKs5mJFPt2ivxuagc2+3AmTLMGduR5qY9oDLDImiBAMp1FKtfO6li7Wub/pPgrFivI5xdhGTpymRQ6U6nasSRIp2P6YQOrt59I1fewL/BNh0D5vNMu+92jXIstuGo8K5aFalbQObI98KAoBEZpJ1J0kjJQVLen/k3eqgRWCVr+/Pt34303/wr/9oMPY8cZKYZ5quZBdRUEXJBKgZNX8Ytv3oMTT03ixW8+F+svHIDm6pjacwgTe56BAxWnXXERrO40dFKrsu8xaRrrvsW8ghAo+F9f+hEKS8D7b7kyLIKVINwJRU1Elj7qN0vLD+IV5s0L/wv8xw/vxntu+nPk7SXYfpXHETI5IIW8Tx7MZAIhU8EZrlK/V1Cxbbz1phvxwstfwqndAiyqrHatgdHQ0kHATy671Oi/Kp9dbVElvD72Ww1l//w46jYp3NbCImi1AnVS5hy6qtTboyznRQXvpP2CKAyVyOSQ7WiHV7JRLBSQX1hAcWkBlmkgZZnIZjKs9rUsE4lEkmElKS7pXqZnZ/k+o/bL4jmFEQ5l1bStsFERizekTiZIOzcziR99/zZc/pJLkUlmkUiGXqRmWDiKBan1hZ4oWBXjL0F0ATJ5MUkqt0PFqlCrimOxFQAtTOjSHqDuryq2if4tfmdgG/av2rOXhcOEvJxBKt0mWSSwepf6Du0TqmcpVgRWSeVeceqp/uTVTN7Y7KfqkGWFsK0gCwCpaOW40TP26m0pBqurGtrineIIxBGIIxBHII5AHIE4AnEE4gjEEXieIxCD1RUCLsGqSLnUcPDAIfT0DKKtIw3HrTZ4dvIE0CfABNiKwkDr8bt+i2//7BdIdA4xWOVJKBcBqSucoqosriYdfs6AQZQrEUq5sEqzzxNdn/0aoVjIV/Lo6N6Ea696g4BCnoJ84GI+o2KmA5jNeHDbNCRUFd2Giu7wmHO+hvEA6CvMAeOzKO45hGMPPoH9e57CUrmIRDaFru4uVj3SxJfSNqWVgYQuciJcm/STZ2vTq1lFVocQoWdf6O8qoUwU4LZSfRKvINBMRX4CSpcPoRGl8pJi1a6UEFBBp4UlTEyfRG6oB+3dA+zbl7ESWD8yjDO2bMGmjRvQ2d4O1xepq1HLA3GNUZhXv6lIfall99qssPtd/Xg1YJUAG0ERenF8QkUb+TNSaj6pVSlNl2wARkZGYJgmxudO4ODRJxCopTB1mCChUMwxzNcZ3fM9C9AqiuAQEKLtRKo+Fa6hZPBE+J4s3iP8XsW9CHhCL/LWpLZMCwOkqCNnVZusJaiPUIEb8oGVBYBqYssQxLENhASBMoqs466pEsMA8FbnbX3x7wp1y8+JiVE6u6YRUAR8RRfFpEiNHrBOnMEqAoqPJkAutVdWsGpsi3D79+7Cn9xyJ77LYNVg+EwLILonCsWRFYNTcqD7Ku69/Qnc/187cerp63DFNRfjkZ/fjtl9Y1BSKbzgLa9Cx4Ze6AR1yQtUGK7W4iAVqbd+5t9h6b14x3sv4vT2wCNlYhVAFKxyHrrYl/wGRF2ysKeIuH7/Oz/Hhz74N8g7eRSdPCsnVfa4JKjcqCQXTzYQSvbAwzs/8H5ceOmLYId+rsK1QzybaJ/lvk9AOKJMlV6sAhTL/aL+w3KhRSg9o+OFT0W4wjT7+gOlewx7LN+kSMPn6BGopGsiewxdhU1SZEWHRmnrXCyKnmqAMpFq8mpmO2GC4XVYSinq1O7Jv5hVqGERJ1LKsjI3VKdy+5eielrsoRR5agvcDwwGnvOzk/jal7+I69/4OqStJKyExXYmvEjGBa186JHCVRKsinupe6zK7xHZ71ixyn25DlH5b43gq7BjaASpBFbrcFWqVcX3jxhbmsGqzv60YvGJXvPz8zVrlVqwqeeEVgD0s+KIcVX6c5OtrgSrBFRpTJafy7bTCqzS8T90442r6uPxTnEE4gjEEYgjEEcgjkAcgTgCcQTiCMQReD4iEIPVFaL8xK5jQOCw/1216uPwkWNYu24UlimqmfPEV1ADMRGlmWcQwDEcdGXb8b1//iHueGIvMp3dCByCH1IVKbwM5UsCOfLq49+pSjspCP26akxWk6bPuaiQV2WoNltwcPqZF+PyF74UAaVyq4Clkg9egKLrouDZyMPBxJAFv1dDe0ZDW6DjqB/gznIZDhLIKj7O1IFtvgfn6DiOPfAoHvzVnXhiz9OoKAY2bVyLwaEO2L4PswAU2RvSg8Npxi50uk5Dg++RoklMzOVkmiAaw6iIZ2p04i7C1+xXyxnV4UsUu5GpvlxVnFPG66ngvD88VtsRXCxOT6A6cZIrVXefshltA8NwaBJP6adOlYtaDQ4MYPupp+KFO7ajr68P1WoJxWKRARId21HIb5OOKXxu6ZnwMxaku3bN7PcaFrFpbkatFbp1aNG8fbPCN9o+mn+X55Xv098ERMfGjrNqdWh4DYaHh6Hq1EaOI1+YgKYRWNJE6m6ojBR2mIK6kfZMUDhZVE0cvcY9+Rf5l0zPl4+pORW9Driiz7uOzVp3Om7/rbLamZbVvVije5+7ZXVglYicUFWGFI7ljWS5IYB9RAgp4hBQhAiC0QICFV9Scdttv8JH/vzX+MFPPoKtpyYFjOUQshEnjw/lkg9PcWCZAQ4+PI7P/89vYnSgD4Z1Ar/+6f24/ua34rXvfz0S5N/KBeSM2nXVYH0I/b7wsZ8hs6EHb3nTBXhm3xwKThJn7EhA5xRuuh96mmEA+TqF8pwWISiwpEkk2Petb/4Yf/GXn8FCOQ/XLUELyEsZwnOVvValRYeIEcN16mWBj3f8yftwyUtfimKlKoAz9f8GuMq9WjwiSoWveY+KtxmuRqCpGANat4cGuBqaWDdsGu64Yl+TFbLE0CyuJVI0q35WcVRhQxABukLyWh+Lovci320AwPV754gFjigspeqYn57G1/7p87jhTdcinczAtMwQVotFCEGCZV8UbTIKOBlqyoJVpFpltTot1uk1z2H2Wg0XTIJQvSqAq1CxSsBaK1bFylaxWFOzA5BwN2K3wYs5ivRkDjA/PycW26jIHAu9hTWI8F6mAmouF6higCoXWyibwyPFqkj9l1BVWgDIhTqWGTfFNrYCaN0/4nfjCMQRiCMQRyCOQByBOAJxBOIIxBH4fyMCMVhd4TkwWIUDQ6XCQGWcnJjEhlPWiWIoErRFvP1kIZdAd5FLZvDVf/w/2HVyCun2DvgE9MIJa135KU4soCxNrsOJNBUXCgsEyUtjsCoLXBG89G0EqoqFkodLXnQlzjn9LJ6w0rUZii7UseTlSCohBAxBpvUq5jM+3HYLWlcCFU3FfrWKYtVBJyyYmo5F2DhNNbF1toCZvfvw2N0PYu9DO3FyfgZd/X3obu9E1tBRVCmN2ofpEYT0UVY8WAEn6gulooSNlNoZAQQCotSBsSSoy0GLnFzXt61vU4cfNRhJMIyqaHsu5o6PYf7YYaRTGfRv3gI928H+fgwjqWhTVVSpJh/cvo42nLltG3accQb6u7qg0eSfgECoTuNJPz0j8rlk31mhWmulPI42o5VAj9ymFUT9b4HVqB9DiDsJaucLeSzl82hvb+cq3YapY7Z4DMXiNFRNgDdKN6bq8FyFJ3yJNij+Ftq81q/6NYYWBDUp5HIaGlUhP5ehrqbgbQFWW+0vt3/B5kufy+GXbfOzH/ySFwKSiQRSSVIQJlhJa1qGaMPSz5KgVOj7SgsIARWUIzVgoOBHP70Xf/e39+CnP/0INm1NsgJShESAVVKVEnwsVRykEgHg6jixewn/9Omv4f47H8VCYRLnbdqK19/0Lpxz1VakshoUsx6Aegy55+CTH7gNa87dhjdcsw2/vfMwfn3PMdz0gUvQ0y69d4Wyt97PQg9eYQ7L0NWzPXz9q9/D337yi1zYLPCrgFuFR+ptj2CpOJdQf9bTsjUl4MJFb3vPe3DZlVegVCU7FA0qC0nr55TnFtceHm0ZSJV9ePnnrfpOs3r1ufa1cOmrBchdDu/kMVcei5pRe1RpK/ZuUNkzcHRoZYbB6sLMLL76xc/gLW+8Bpl0jq07xFpcXfVNaufad0KTcrQBrIZjLI/zcryXnqs1sCrsAIT3auih2mQBID1WxYJd6F8c9umoLYCmi+sSilUBViuVCqiFe2SP0QRWaeGRxlhpoyChKf3teSLlX1oArARWo7GMweqqhrh4pzgCcQTiCMQRiCMQRyCOQByBOAJxBJ6nCMRgdYVAP7HrCPvkGZqOyYlZFEtlbDhlLftN1tWkYQXoMBWaJ8W6B91T8alPfQmzgQY9meRU02iaexSiifdp/h1Oqil9uskygNNWQ0sAdgEIPPbxKzkaXnP1mzHaPwzPpYRrmsSLKt4EyFRS1wYBDPrECVAJPIwHNvJpHbapotQeIJ9UoSc1zPoO9joFtKtJrDcsLmiTqVbRf3IeMw/twTO7nsKBZ55BqbSIZDqNnJmAYSXhJwyubh6oVP2a0qTrkKH5PqPwgT+rS1MbnkIjRG16QJFU5ZqKkasZcfSRn5lGfuI4Ojo6ke4bgKeSApBiJlKk6bxCXeXBJksHL0B3LofNa9dj26bNGF0zjLZMktV5pGCj9GeKpfQ0fC7A8LmA1QbAHN7i7wKu8nOZkisjI0SmkZzvsIJ3ImVhfO4AypU5rlbv+4znQ8Vq4/asPpRI7XfATbLGiL6E2rXx1er+atcbUfkuu+cQLsltG+NdvzDRXRScs+mFqxoq29s2MUClQj4GWROEldItBmEadM2ASW3cTMIwLai6CTOVg2aasDQTlm5hbHIeh4904Y5f3oyNm01OPZdgVShFqWNosKsuDCP0o4SGpWkbt9/2AL73L/8Cx61gx0XX4qpXbceZ5w1AaxdFk+TihIiPkFl+9D3/grNeeQFec8UopiYc/OIXh/Gy12xGbydFIlSLk0qS2wNZPiwHq3bJxhdv/RY++8VvwmdXCAeBU4HtVlD1bShhhXah2a2n+BNYrTo23vSOd+BVv38NSlUqeCXsHoTKMATyoVJXSESXp/TzwwofYyh0rQtcJZxcQcLaCnpG7TmawaYQubZYJmhS0EfHpeZ2F45mrY/D17scuPIt8rk9QCOXXp2L6n351n/Am15/NXLZNlhUHS1Uv9cWFZqKVclrqdltSMVqBKxyq+L3o4WthKesKARXV6QKW4C6FUBUrSoXjOiczQXi2FaArQBEWyQrgGq1zNYfBFbFeEoWIAKYSrBaU6HSN2mtSJXIaGgoWBV69PKzihZECwMQg9VVDXHxTnEE4gjEEYgjEEcgjkAcgTgCcQTiCDxPEYjB6gqB3rXzMBRVFOYZOzoBwzKxZrQfdrUSzRatpWuyYpUqPFsa5k/M4uOf+zK0zl5R2TlUJbWCchK4irIgIvVcTrSjxaFkEStXCaAHAaquB8Vowxvf+EfIJtKR9GGf7Qto0qsYpLQMuNgOiY3IboCqwju0v++hqHiY1T3MZVUsdVmoZgHVC2CoKg6VqxjTFFwQ6HiFomKxvIADExMInjyG3Q8/hqeeIj/WEjqzbRjq7AWSOp+Tr5lJRYgkQrDRDNAYvKlio+hnDKRCVesyaMHwsDFdVxzA54JWmmrCt6tApcTKQ0814cnccvYkjVgLSPpB6mNSFzouUokkVwnftnkjNm/ciIHeXp7o02fkP0mHEhBDkCH5fJpB+Ep9dyUo2xybVkA6GqdlYDXizUjbERQ2TQtmQsfxqafg2ItQyAM3ELCN/HibWWgNrIb2Da3uoVmxKrdpBVZrn0XJ1wqBaXj+EajbGBdhP9Acq7NPuXhVQ6WV2VAzH62BaY6OBGXU43S2TyBIKZqxUKyaisWwrBooaGu/CHf/6qNYt0HjAlChtk+AOE7B1+A5pPz0oZuAx/FQ4RUquPMbP8bE/iM4mT4TF5+5AWdu70Db5h4BKcVFhZ2ICmYpuOVd38Kl152Pl102ysXrDuyfRtHWsH1bZxgX0lqTXygBVaFcF7izrlgtF8r49N9/DV/9+m3wTWoLDuCRH2YVTuAicJ0wTZusBKRyleAggdUqrnnL9bj2+utRsV0uzhVdSOFuH02NjzDHhvcjVgFin8axomXba6l65V7Y+vmHxc1+lwI2PDP/4LEnagXQAsouh7vLvaXl0ELPn2wYVBgoLi3iS5/7JN5w7WtZUU5gVSjhQ5sROv+zKFa53Ydjj/zOaP5Z811loCoKUnFhqaZ0f7XJJkDsJ8Bs/ftItD9a1GNPWV6sEYrVublZVKsV/m7hMZ9gPI2hDFbFdwBZAciYNoJUAdulUjWqWG0Gq3JxIQarqxri4p3iCMQRiCMQRyCOQByBOAJxBOIIxBF4niIQg9UVAr1z50FRbd4JcOTwCfQN9qOtIwG7SumyTWnUIRzw1AAd6TQe+83D+MptP0Db4DCnlROck/CtFUSj96JgVaaHykk8++aFyMbXqDCKj0rFRVffOvz+71/Pto/FwiKqdgW9PT3sOUo+eqQS4uIrhgevAi6qo+s0sfWhG4DnK1AcoOB4mPFtzCcCTHXrUAcslAPgMHmvVjxcrKn4FUp43NNxnhXg7IoGjM3jt3ffjXvuugOHDx9CZ3s3BgcHkc1mubAJ+ZIy9oiAAwYOUU/SULFaU2wtAxlNhb54Wk8gognEkBUAi6l0fjaaRt5+ZFcg4JKYvPvExWrQVjgUCozCVgE6eRiqfO1epYTerm7sOPU0nHPGdgz19nFFeJvUyqE3p7wXfq5c9GalBPrW0Oi/C1Pl+ehnM1iV79H7VJCJYEo6nYbr2Rif3QvfL0JliK1zyj/dN6WpR48prQAYpa2gWJXQZRmVjezQSnUb7WLRZ91y2ybFan1focqTL7nvWRsvWtVQmUiPht6hAh5xTMMidOKA1CPZVFfYJBBg0kx48KAGSZhKAtUgQDp3Lh6461MYXSf2qO3LVgAiUgSbKqUqV4L3fR3TU0UM9ltY3LMbt97yT9htnoFb3nc90vP7cMoV26ElLfZ6ZRsNVj8G8Ksebn73d3DVH16Ci88fhe9ryC8Ucft/zeDq1w4jmaICSARVCZ6Ll0zrp2dNIwg92MJSAR//6y/h//zrT+FqBMEcqIED33fhqz5UXxQVov+kuJTgS4WHsmPjVdf+Pq5/+9thc0q3VKu2buOtgCmPaYIa805ijJPPtdGbN/pgCXi3UqxGt2n4nM/TOn1/JUV5DUKHB3025bn8rHmbWptmGwWy3CDYrqNSKOIfP/NxvO73rkR3d/eKitXm9i37qASr0b/luRqAaAhHVc0QljDkj0pZDE3K1Wa1Km/boIQNlasRKxfpQDI/T2CVChoGNZBah6fiPRpTowBVLphRm6n/Lp5pQywjHquyfcRgdVVDXLxTHIE4AnEE4gjEEYgjEEcgjkAcgTgCz1MEYrC6QqAlWK2UbFasnrJ5I1Td5YIckYomNQUdZ8SqAdoTKfz4W/+O/3x0JzoG1sDxqco4qX2o0rooANKs0BSpl0K5RIrVqFKVLk96rNLnLpkaEqipuDh123l42SuuhFN0cfiZfYABBqnd3V3obO9k7zuyGAhQhUJqTkVDfsnB3PwicpksDFNBIkkV2gGDUjkdBXO2i0m9jELWxFKvgR7VxUBCw6OaihMuqSHLbDUwoOrYblpIzxVwYOcu3PfLu3H4mUPsvUeKrEQiAV0V6aj1yXNTAaKIFUBriNEEK7n4dl1FJyGDgBdUAVxndZanuKL4FHR+XqKyPVV+pwJOVK1dbM8xJxSra0JxRV63usbVuSulMryKjfZsBtu2bsUZW0/DQE8nUglrmQduMzxu1aRa3d/vUqbW7k+CMul/2OyxGkIR9i4MfPYLJY/VfGERE3N7qYQSK5a5gbDXpigC1gBxZAX30Ge11T3UgW5j6v+zKVZbgaJnHdsiYLWVYjUaE/p8x4YLVzVUWumRmhKPnSQYYgp1uaD0wiqBryEQkNXnDkYq9gRULwlX0ZHruAAP3P1xDI8KVad4hSn4vJAgvEptWthQVRzeN48f//sjaB/owoZUgHvuexR+9xZceuYozGP3o//lZ2P91lMQaFRIi6tWcR+u5Iu4+abv4Ib3X4sd29r4USq2iu/+6CjOf0Enhtem+FodW4HrBEikBDCmFy9GiCpyWJpbwkc/8hnc9sP/AkwVnltB4FbgUQErXWGfYcbuXGDIrvlkwndR8Ry89NWvxltvfBePJeTZKxdQ+DxNiwuiGFT9Vfs8bGviE1roabFN01Ml+5NW51gRfrYAq/8tMNusvl1BGbsyWKXn7rJiVSE7iHIZn//U3+D3r74Cvb29PD4S8IyO9WTvslKf5wWpsGif3OZZlatq6LUdeq5SZUOZ7t9gDxDxZq0vnIjvnMbji8VBUgjPzc3BtiVYJfguFtAoFjLln9bVoun+tTj59eJ/8nuhBlp5TF7eFmKwuqohLt4pjkAcgTgCcQTiCMQRiCMQRyCOQByB5ykCMVhdIdC7dj4DXVexNF/G1NQctp66EbZbDH0Dl0+AuVSLpsBCgFs/91Ucmi+irasbFceGzj54BFtCsBpWX+c5pKxwT3YBIViVk9CGtMxwwumHXpmlsocXXfJyXHD++SgVHezdtxuJdALTk1PYseNM5LIZVq/5nrAocEld5PrQNWCpuAQHCZSrRViajpRuwEqYMBIGdM8BZY1XfQ2LrgdX91FK+xjvUFFNmVhIqij4HrIa0KdoyMJHUgU6Sh6WTkzi8O7d2L9rD44ePopSqQJDM5C0Elyshfz9WBWoEKClQlukiuPICZgVCsx8eCH0itoCSNsAxis1GCNiRKJg4WdJadAeSXhJKUuT+LCgEJ+HCZqAXrQ9ixRDuCMhmriegL11tQBwCCB4Psdz7dAQNoyOYP3oKDrb2xkckzKWr4d/Rm0ChN/ms+tYG20QJEhcGbiKVFzZLmQ70TXy5RQgjJBxKpNBti2L2flJTM3ug0pwhwp7s2Q39OyMqlIjCkJ+PisNPrV9GhcHogsNYZMOFx8EBq9Vqo8et+H8cq2C2kF9o2cDq3xMBqsXrGqoNDLDjVYAbNkhst/ZH5P+FgQrVKiLayNQpqtJqIEF29HR23sB7rvvsxjsk3fJSyyifZINAB/Dh+qoXDiqVNKx87FjOHDkBBIF8qNcxM5H96KaX8RgsoCX/N6Lcf6rXgy0Jdl2QFQ48lFcqOD97/4GPvCxN2PTpmwIbDXs2TOH4xNlXPbCPiQMHY89Po9SoOCcM9qRtOgiSDNP10ZtFVicXsSHbv4EfvTzu6BbOny/Ap9sAFxb2FzwAo/wDvV8gmaisrtHbUtTcfFll+Ht730PApWUsQqLQpcBS4FAxWe1xRABqykuWqDVAJooDyePwcsd4fWS0l94NnMcQAta4rjCv7Xm6lr3HZFb8MJJuG3t2FFiVztSw77imdW3i94Xt+ToZzU7g4Z1tlpbFL2IUuVJRQw4FQef/9Tf4rVXXY6BgUG26qB48yKPHMPkaCT9tpuU4yIlPxyxROMUvqeRBZe68pQsLML0fnquBFbJZiZamI2gqlSq0vt0RPmzBnHJc5j6uygQSDFYmJ9DlbISfC+0fyH1shirua3wfwlWo883jHuoUuX4hgtatdBKGxg+ntg+BqurGuLineIIxBGIIxBHII5AHIE4AnEE4gjEEXieIhCD1RUC/cTOQ1T/AzPTeVQrLjacMohiqcCAolUKM03lTU1FtbSEj3z8VijJDiTTKVR8FxalX4cp8FKxShNQqhjNvnnhhJ6UaTT55SlzNAUzUoTFD2z4mgXH0fHqV1yNU9ZtQNXzsO/AXuzdtxfrR9bhogvPYo+7ZDKBw0emsFQsoLunG0ePnMDouhHk2ix4HnnnAaWiDadUQTppob0tDdf14JA+T9FgBgp8L0AZHhYUDwUlwFSbBydtAGkDlqWAC0aHMNJSVSQcD5lCCf7UFA7s3oNdj+/G4X1HORW2ra0dmVxOFAuChqpClcVpAh76FNKkmr1QI/aSTSq4lunjjI88tkuQLCKqhpKPuHHfkKBJGBP1AlUD6IpK4kSh+GUwLdKiTUVHVy6HrRs34vStp6Gvr5u9BxVXVMFm5dYKvqIS1EjlZxTcRJ+3fP7Rpik+r4PV+j2Biy1RDF2XlKkmMm1tsDImJqePYWHxSE2p1tzURTyEkrHx1doLoC40rLdR2i+6END6HMs7mURfzedtDJ28DgmTIj/DPrV9w3mrGirNzJrafiu1qdr7fOOh1yRTR1okUOHaFnraz8Tt930R67rIh9VFKSArCuKiJjmy8lqBF2gwffBCg2KpUHWy4FDgVVU4dgmP3/8kPvzBz2B6agKvPLUX7/3jt2PtledBz2ZR9hQk1L2tEAAAIABJREFUFGB+vIwPfOAb+Nt/eCP6htqhBQo8BSgsuvjXHy3hokssjA4kcetXTmBgbQLXvaINmYQBRaBdBIrGkG9hcgnve99f4vY774NuqNAUStl24LhkB0BAuO6tyopDUl0GAWy7jFxnB7bt2IF3vvePoZmJUIne2Fa430nlZUCesqESXCWIK2BZAEu0OV4QIfoqLUKY0sIntSX1Z4cKcZFFRxJKUAqfl1BGyjEzWgBvJfWqeL9uC/BsKtcaHo+kqMuxexloZQQcKRAW7QsMtEnVazOU9KsBPvepj+PKKy7B0NCw8FgNvxMY4vPvje283seb1OXhBxKiSiVrVGFKi2r8N8FTGp+kApWVq6It1xSs7OtNz6D+3UZK6/rCHqlV64tGi/MLoceqsFghlTyrl9lnVcBVl4GpKAAYHV9o0Sw6ZtR/F0DdJ+/wcJFNVcnnGPjgO9+5qj4e7xRHII5AHIE4AnEE4gjEEYgjEEcgjkAcgecjAjFYXSHKu3cd5sn4+Mk5pJIZ9A+2oVQuPgtYBSvGTh4bw0f/4YvoGdnAk1HHD2BFvCEboBqrjcQFEFBkL9UmH0lRbymaPkngU4Nh5XDta16P9kwbHIJ+uo3AdZGwsrAMSm13oRsGjoyN46m9+/HCF76AU8H37h1jJVk6p8K0MujubEcyQZhTnJ95L892fbhsoijsCRTXh6Xr8Cs+xnUHJxMOllIqnDYLJF/t0QHHA8oqYCsBLN/FSKBgratg7vAU/uvue/DAffdhauwEkqkk2no6kct0s/cnAR/XrYTFdjyipKwSpRd5xUpIKgpHLX9gPKEnRZWoU16buMv96oCiSSYZyTtlP8wwxV5ldSfFQeWiVcR2NF2ACl3R4FZtFBcXYekGtm/fjvPOPgvrBwZ5f9upwHUdVhRymi+lkYeV0glwEERhMBS5Vn7+EZAu/47eqWwDZCkhPxcCMqFHJK9Mz3NgGEmkcznA9DB28jAce6rBO3F59EQKfLPqtFW3oFRlARsbrQBax5evsrVadZmPa/14dZeDRngrHupyn9Uz15+7qnFyZbAaylbDe6zDVXHf9Ix9UlyS8tlLoj2zBf/4nY8i68+jYpeh5HoxMDSEzrY02lJAh6mJonGcJg1MjE+jq7MbqSR5X4o2UsxX8flPfQ9f+Pw30GbnccX69XjrR2/E6a95EZDQ4QXA4lgRH/jwt/DXn7wOQ8Pt3M4JrPqOhx/fs4gnd07jums24hv//DQue+kgLr2wHcRILY2U3AS5NGiqgvGxKbzzHX+Oux54GKalQVNICSrVqQTChD8xexRzuxU/HbeEdRtOwcDoKP7wxhuRzLSJwnihAlxCx9CoQzwThpP02BQo5PXsuDA1HSVSM4bqburntIjDcSZARypIGgN9D6rnAqoBx9eQJguU8Jjil9AjmH1U6z6dYpNWmmthydD8aljceBZLggaoKo8v5LTispqtAthflRY8BFgNHAWf++Tf4RUvvxDDw6N1sBr2hdWAVTovW63IrIdwDOHFu3ABkMfMaFEqgqy0oBfuG/VV5dGTj1EPBHuxhn/z+MiK1Xk4jl1L9SewKhyGFXihcpUWmaSCVcRc9OfmJyPjKjyqxcIitzsqKki2La6LD91006r6eLxTHIE4AnEE4gjEEYgjEEcgjkAcgTgCcQSejwjEYHWFKBNYJchw8vgM+vuHkMoosG2Cf/XiMM27WrqGRx56FLd+43tYd+ppcJ0qfEWHGU78pcKotl+YxSknlxKsMiyjCS5B1RC6ydRXuiY7UNHeMYBrX3stkmYa8/lFTM4cRV9PNxTfQldXJ6ssVUODyxNUFWPHplCuFFAqu6hWFKxd14/9B/djdM0Qhtf0w9BUlCpVkEooqanQA8Cm9HJiHOTzGPpPUoo82ca6rs9K2VnTw1xCwWJOh5nRoFkKF8GhK7dVFUbgo1sB+gj+zVVxYPcuPPbAw3j6qX1QSw4r/1KpJAzLYi2TR4V2Qr9ZCbVY3ctpqiyPbQh7bWK+SrBaO0cUblLqdlgRmx0ECERIywKCvaykUlAuFlGtVJFKJLBp3Xqcse00rB8ZRto0KPGan53niWcp7A+ExyvdgSiLFAG9UlEW3l2zilKCVakyEzBJwAf6T1DV9xxYiTSy7e2o+iUcPb4fgb8YUabVz7fs+HxFrZWqHHs6R8RDNLp/87HkA3pWYFsjqKFKL+ppKmNQA75SycdXEsJ1AYFOX3vWqsZJMzPYsF/re2iCuyHYVRWT61l5joV1a87Hg499BQcPHUKFFlFSaYyu6ceJ+RJVi8PmrixMJUDR97CwUMDJA+Po6OzGwEg3TNODofrQfAuz44v4sz/9JH750x/gpVtOwxVXvgQ7LnshfnPnI3D7BtDhGfj67Y/gm7d9EB1ZAaxdxWNP1Nl5H//yoyk8OdYF3ysiUEp45Sv68OIzNLSnaXmAVIBUuMzHiUOTeNvbbsa9j+9CIkkp+Q4r1xkN+j4cGrNqYJUS9UXfs+0izj7vPCRyWbzlD/+IbU7Iw3mZR2rogiw6LI1hCtt++BqQsixsGR1Fe9YUTY39NsVYIbLCCQDTfYliforvY26pjL0HjocLLWHfjwBSsf/y9P3wyppgqgSwK7Tz0GJANoxmQMuxCKEqnzEKcNlLNzo20WhGkNABVRdUXBWf/eTf4fLLzsW6dRtE8arwyiUYXUmxKuw/6s11Wd8TXxINnqg1L+8obG0qUNUIVcn+IrQDkOcKLQpCDis8e4MAi4sLXOSPXtxmCIDTNwRbkqhcvIqoPtuw8FYS2Ar4Wu/D9YUykbQhFvdKxRIXieSxDsDN7373qvp4vFMcgTgCcQTiCMQRiCMQRyCOQByBOAJxBJ6PCMRgdYUo7951iFU5kxPzWDu6AV5QCIvACMVg84vmnIaq4D9+8gv89O5HMbRxHexqCQFMBiuySEm0ortIv6xzgZpqkfxWI357Qs0VKsAU8j8FRtdtwSsvfyUs1cKhY0dw4PATDE7OPesiDA72oFTxoJk6e2sSfBg7usi+oqmMhdmZPKePWwkDnlvF2tF+9sXbv/8wg7m2jgwDz672NFsbBi556Xlc2ImUsKCiVFBhuAECN2BF3TSlJes+llI+ChkFblqHlqA0VCHqoqglggCd9LPkYGliChO79+HJJ/bgyMEjWFpYhKaZSKQzyGREqrVUPNVTzRvZX1TJKxWrzcVPGhRpDXJXYQXQDFaZB5FMOISJpBAlNbFnO2Lir2nQTDP0oyRw6rHtAoGGhG5gTW8vTtuwAZvWrkNfVyc002C1IlVZJ7Da/PxlO5LXwfA9VClH21j0cxkboYxVoBNAdyuchptIZtHW0YFCdQGHx/ZCRbEGVpsLpy2DiQwOl6tX5XYSrFLKcKtra74XYTMg3l12LoLTtedBSrjm7eqpx8ICof45/S12VXDayJmrGieN9EDDNa0Eh+vq3BBcMQRUuS84VR2b1r8Qjz72FaiqA5vaiW9AVwKcXMhDT1toNy0QbprJ25ifXcLCxAxGhgdg6i57+Ha0tcOxHTi+jrvvvh/7HjmIx351B86+8Axcc/El+Ldv/Rte9eYb8ORDT+JL9+3Dz+7+BNpox5CDK6T2dgI8ebSMgzNZTC6WMTdXgaukcOkpSzjvzD6kTBGiwHdw9MBJvPnNf4Kd+w7CsGiUcVg1LphZwGOe5wnVKvcdUlvS+3YRL3nFy1Hxfbzxhj9AV18/qyKFKryuEufzhMei9kKmHwTsqoGDXMrCuVtPwWAuWQey5D9KXs7Udk1yo2aHWh4UCR5PL1bw24f3oBRQ4bXQd5NTz4UbazgwivuLgE2+IkE/62rSlkrWiJWF5LYtfFbrbhmNylcx3tA5GuGuwkCa1M2kWPWg+jqD1RddsgMbN26qgVXaWyrBnw2sSm/lVuMFn7lJtRpdxIsqVhveD0Gr7J+1759aXxMre6IIWt1DeGlpEY5D46EockaAXbcSMCzyBdYYrNICoHgm8kGEilVhj1tTu8qiV/TsqDXmclnk80soFQq8P+0VK1ZXNcTFO8URiCMQRyCOQByBOAJxBOIIxBGII/A8RSAGqysEes8TR1AuFzA3W8S6tRtRseehsnKxdRo0C/BcF//8ze9i/2QRic4sfKcCBBYMlfwvXYZyUYDDqsUQLhFMqE16Q24iL61B2agqWCrbOPucC3HJ+S+Coeg4PnEC99x7BxTfw9vedgP7p5LIc6FQxf79RzC6bgD5pTIy6TYuUEUqqsDXUCpWYVeLDDK7e9owMZHHwcMnYBkGhgZ62HOVVJnZdBqppMnWBr7nwgt9YXVKdSdVJqkZVYerXweuhrIHzBo+prI+SlTlKq3DMhUYSgDdD0CaXyq01KVoUAsllKcXcGDnHux65FEcfPpplMiPNZdDd3e3qJ7N29NEXUz0a4peWfWcgItKxXIox7gOS5+rFYBQlEbUnIJsCmsGAgqui77uHobD07MzKFYr0CwLumaINPsQjlDaqlutQvF89HR1Y2TNGpy343T+PZ1Kwa7acGxbIHOyBAhhTBRoPBtYlW2H2ppQF1LqvwGqCUYemKRKTKVyyHW0Yy4/iYOHnoBpuHyN1PaiCjWR7tuYWi/4TKNyNdpe61YAjfB1mfq1Fsu6FUArsFq3CogqaWX/ioLVmoQu9IKUSlIVW9dsW9VQSWBVAqUorHpW5SoDYlLkgf1JnYqOtSMX4IEH/jc6c6RGpuZnID9n4/CJIwwUnz7wNE7ZugnZdDuOHjqBpJnD8bHjmJo+gnUDa5HQFYzPTaJn9DSs2zaMxWN5vOetf4TzzzgVH77+DRg/8Ax0xcSB6SV8/rcHcNvPPoa+hAI3xIqUpq15AarVAONLVaBNxYH7K5hZKOPsCzvQ224hZwbQuXhegAO7j+ANb/4T7D18MPRYdaGwwlyAQWpTUrHKSnFFKFYJrL7ujW/AiZkZXPvGN2FgeCQsiCXaUSsrALIq0D0VvkrqdQ8ZS8MFW07BYBsV3wIXOHIAzMwvoOw4GOzuQrpWjMnjQnMzeQd3P7ibwWr9HKRmrUNV7kk1gCeepthWwk4BQ+X+0RG82QpgmUpVKlQjitEGlSxfB3u5NCpWyYeB09rpDl3ogclg9aILT8emTVsawCrZg4hrlsrsZkVt/V5a9bWap22TapW3bfGeHG+iP2VfEOJXHtFq/UMuYEmLgKWlJbjkfxsK+blQVaDCV1Q4XsCQ3As8RrE8BtfWw2hMlUW1pMcrjUth+/F9dLS3Y25+hr8D6H1qt7FidVVDXLxTHIE4AnEE4gjEEYgjEEcgjkAcgTgCz1MEYrC6QqCf2nMMS0vzWFq0sW7tBpSrc1xFPnQgXbYXTTKrhTy+8pVvo6h3wNbJCdVF4CcYrBKwkGCV1TkE5FilE4IAmn4SyJN+eBFAKFWYPBHWNBSqLl582ctx+pbt8KoOjKSBik2FtXxkkxlO2bYSOsYnS/j5L+7BZZedjbYOC0/vnYCmJ2ElFRiGBsvIoS1noVIpI53J4MjR4zhyfBanbhmBlUjgzt/ci/Ub1uK0TRuRNVWWyvqqCo8gJl0757QHcDUFhqtCJeCk+dA1FXACkJnirOLhcMLGYgYodZlQMjpSqooUgIUgQNJ10OMBa0wTSbuKI/sP4K6f34PHHn0czzzzDHK5HNatW4dsNstw1fWEcrQGAkL/WaKe7IcaiRttI20E5Pa1B8fsIuK5GMadAUcIk3RNY4+/NiuJV7/8lVg/Oox9Bw/ikV2P48jYGCqOg0wiDcs0RQEurr6ts+dtoVREuVJBjwqcse10nHPWWVi3ZgSWYaJcLsOm+wj5yXMFq3S9UvFKsaB7SyQsTjWuVsvQdRPpdAey7W0Ynz2Kpw8+hqQJbnfkVSvBPatc9SjAbFwsiMKb6O+kRhOvZgVp69RqxqqsLo2C0xAiMV5vVLIKZWrztnXAWt+ejiyOu2XNqasaKluBVb6zuslr5LgCnrP1AoN0g2Pu2jo2jFyMe+74EhJtJi8wqEUXc0eP4vDcEu79ze24875f4y8+8TkYJQWPPLwLN7z9dXhq31E8dnge3WYKB3ffjqPHJvCiK69C25pObN+wFVdd8jJs2b4Vt/7Fn2Psl3dBdXVMVYBP3L8f//LTj6Az8OBR2/RJJS+sOvQS8Nudc5hecrD/iI8lv4JzNyewaW0Sp67vhBLQwg7w1OOH8LrX34hnTowzWDU0WtIRixYUT+5jXIhNKA6jYPXtN74LTx48iN+77vUYWb9B9EP2EF5Bsaqr0CljXNNg6z6Smo/zN23EmrYMFJ3SwlUGq8enp9nPeaSvj8pasSWIQHsBZksBfvPo06hUQgVkqFINReXsydrKCkAqWeugtA5WuUBe5FUbTyJFAuXHNZj7HMAqjx3y2M1gFSY++4m/wwXnb8OWLVtXDVaXjWPijZpitbkN89gS8VjlolQhyF0GVsOCcOLe6zYjoqBZ/ZUnsBoudLGumMYFKjimm9DNBHTTkktGYcG9sCnRApxL34nkN+zxf1byewRhyWJFRXtbDtPTUyiXCmJBSFFixeqqRrh4pzgCcQTiCMQRiCMQRyCOQByBOAJxBJ6vCMRgdYVIP/XEUczOLPCktLM7B49S4InesfxGgMUoECMx69TRk/jit76PxMAA3KUiHMUHuW1CIw9Mn705pUKV58Oy+BAzVQFVRYprk/9m5BoVU4VbsXDVq6/G8JpBWKaKu+66C1u2DkPX29Df3wu7Kqpp64YD2/Exsehi4sQs1oy2sfp0754xDA51YWp8CX0DaaxZ04NSMcDU1BQ6OzuwsOTi+MlplEpLGBrsxdBAF5+Hi8vIdFnPh0ZwjhRJVLBEURlTlqsuyhUHmaSFdEqD5qpQHBdFz8WipmHG8rGYU2HnNOimgkAnT1bWvSITAG2KigE3QGlqhlWsjz/wMPbt24d8qYRkMoVsrg16MoG0p6KkeDA9HwUTMFy3NolnACaTVxt8E0X6f/OrDhjEZ1Rkip42PXsqCNaXzuDNV1+NtZ09cDUNxWIBY8cOYdehg3jy5DgK+TJ0lWwCwkrc7BEpwN9iuQinWkUulcLGkWGcvmUL1o+OIpdIsW+tS2nXFNcwa16qzCiu4rpCgM0puaLyPBX7EnBU5/fIX9Vxq7CSWaTSOaSySYxPH8DhsafgsC2kx+pby9AZepMSzOSq4eIeWdUWFsFRyQ6gZglQByKMWmrFqzhK/CGr2cKACoDaCoTWK47XIGsN4kQhbQtgG8JcyWYlqJXH2dS/eVVjZTNYbaVUbXxPqtXrXpbi/lV0Z/sYXtPCCKmmq1UbVbsK26lCN3R0dXYyQCLLiHQ6zbYRfgjJFxcX+frJc5O2GR3oxfj4JLef7s5eeGTD4frIV01sv/BS/Nt3PwSfHpknKrXrigIr8FF1gekJBTsfP4pHdj2DbM8I+oeSaE8HePGL1sAgHKx52PnbfXjdG2/E2Pw0dIPGMQ9K6NUrCnNR8TUB7aOqT1Ks/vHHPozH73sEr3rN1RjZvBkaWQGIQSzcVqZ7ixZB4wF5TOuk5FXp/AZesGUYw51JqAEZJABlP8BCvoDutgx0zmcn3BrADVTeb7Hk49ePHUQ+9PSUfJP7eASE1oFmEHZxofJkC5ZaC6nD1Zp6tWk4aFas0q7CEkEcr/FzoZBv3EacLPBdBseq6iHwbFhaCp//zN/j9NPX4sxtZ8I0Q38G2jYEnc+tITcW4Gq1aMHvcaG/ugK29l3Ffb6xX8vtGjIjot85TLHrgSos5Wvtg96teC4XQgycAMefeRqevYBKlexjqEsYApzSd6DvwSVfXVKy0ndGeEz6PJnOYetp2zE42I+Z6WmQ3QCNb/T6s/e857mFJt4qjkAcgTgCcQTiCMQRiCMQRyCOQByBOAL/P0QgBqsrBJ3A6sTEDDLZDNKZBDwq8lIrXFVXTMp0c0NVceDJ/fjnH/4nUn2DcIsluPBgagYXb6GXKHoUmdSGgJYmtFKpKoGt3FIeX05+A4OqjOdwzWuvQUdHO0OXxx57AI5Twfq1G3Datg1YXBLqWDomqVNnFh1MT+WRzgSolhVWqPb25nDk8DS2njYCXddw8sQcCoU8BgcHUXVsGKbB3nkzU5NsC0D2AATnhK+emBITUyC/T5qouzap+RQ4foBioYpisQTirgSSDFNDyjKJy6Ia+CjBQYWqS6d8VFIaKhkVgaWxik0lu4DAh6EoSPlAeqmK0vFxPLP7SRzY9zQOP3MICwsLyGgmzM4sMskkvIQOteKywo0hBZ3IFQW36t6IjDvYb7EGR5aBB+kpqCLg+1LhlMvYODCI6668EtlEAqriQ1MMaIqFgl3AyflJHD0+joNjxzE+NYliqcQerJqhhwRD5Mu6lSpDWgLO/T292Lh2FBvXrkV/Xz9Xa3cdlwxba6Cy9rxDmEmxp4B7ns2Qh6EqV+kmn0sCFg5MK8VgNZmxGKyOTx3ktudUbfbQ5UR/gnG6zpBVU4RFgEwXJugv/tWhaRTccK2iWvutq0ujACcstybaucgr5j0EEI2oV0OwGlWpSi/V+vHEORj+hhC3vpgh+syGng2rGjaNdH/tmPLYYc9c4XiiwJK0L2i4F5eUvFJ+LO65fg/Ch1e+6HdRyT3gCujiIkJuxU3Fhabr3PdIKEjbaKoB103hyqvfgO98+/0M/TUf8FQfRkBPi4wBVMxPKbjvnn14Yt9x2Fo3/vQDO6D5LpIkAw10aFqAu/7zcdzw1j/FVGkCKnm1Mv6sK+cJrMrrFSnvIVgMbNz8ib/EvXfcg5e87BXYvGMHiXZrYFVs16hcpvHBUzX2mCWlO6WBE1gd7cqB3AcIthZsG4ulPHra2xmsEtgnsCqBbdEB7nhkP/K2UDXy+BhJ+2f7jyZ/VVath8rWKHCVBd8aHnDEdiWqbo9uI9LZ63YJURXsSmBVFG+i9u4KsKqn8I+f/TRO3TqM7Wds/78GVqNtt2EhoAVY5W0jovDGftu45tRwLCoMKC1YAqBQKIhMAHq+gcfewolkDktzS9j96AOo5KfhOD40w+JCbaRg1XRDwF4jkpWhCmsAiqdppTE0tAG9PV2Yn59nsErXQOPTh2+6aVV9PN4pjkAcgTgCcQTiCMQRiCMQRyCOQByBOALPRwRisLpClJ/cdRTHx06ib2CAlV00gVRVoaCJFhKhSSFNMg1NwwO/eRC/uO8xqOkcPKfKykcq8+SGRYso1ZEmoxKeChYjinZECwtFFatRhRRtU/Qc9HatxWuueg0y6SSqZRcPPHgPnEoFl1xyATq7ulF1XK7UvPepMQwN98LzFfZTHV3fgdnpKtrbE5yOrmsm8sUZZDLteGLXAXR1dUE3TMxMz2BkZAClUhndnW1oy6YRSDjEle1J2UbKTg35UhX5QhHZZBLz8wvo7e/ldPhysQpTA0pVB8VSGRZZrRo60ukkVFJ2ahqqrgMHPpZ0H3MpoJjR4Sd0uEkVlkp+rIDLCjYfWcdHplhF+fg4Duzeiyceegi79+2F63lo6+nG2r5BTsGv+iK1VJNxFSEOi+yEyisC2pJlNcBVAVZ18kbUhR9upVDAeaduw1WXvQRJ6DAShH0IQigo2lUBvgIVM9UiTkxOYP+hgzhw9CjmC3mougbDSAjIHVYp8x1Ks/ZBRYc6cllsXL8Bp285FWuHh2EpKqrVqvCKlbBIluQmMK+o7E1LMIyKJ1F7VBW6U8I+HnTdQiqd5WucnDmAxcI4qxFtUkvapF4mFZlQ3ZEVAAF1QzcY+FPbFH6x0pdRwNAGwNRURKoGUSMxZHgjrQIawKq0BQghKWFv3q8OTQX4lZ+HvSD03KRt5WcqVUQLlbHrutauapw00n2833LFn1DdylctTZzNfQUkl8pc6gcCIIdgNYRP0gdYVIWn7QkqqjWVHz27usqz0TPYpQrydFyV9KACnJMq2S4beNP178TXvvJHcOj5BQoc1YUJncEWRa0wX8HPf7wT+45M4alnCnjfTa/Ahee3Q1VsIDB4Yej2H96JG956M/LeYuitSv2ZOwivRwDVmn2GuHZhp2HoAT5266fwyx//HOdfdAl2XHQRfNsHyPZD+oyG9ytjx4pVVYdGxyaltKLhnM1DWNvdzjYi9PlcuUxnRC6Zglv1kKE2SdSVq955KHsq7nh0P+bLpDwV11kXnYcKUvYNiChHRecJ3wsVnrX0/+WKdbZu5s09Xpypq6pDTSV/LuJUswbg49UVq2KYiahJQ7DKLrK+g4SRxhc+/xmcsqEfZ+84uwGsNirBWzfnBpgb2aSVYpU/bkr3l21ddFUxzom+HjlYJDStwKpMVyjkBVhlD1UFsAMflpVBpVDBgSd3wS7N8nhjWSnkOrqh6gmousGxpUJpvIATWrjIn7qZQt/ACPr6ejAzM418ngosUptRcEusWF3VGBfvFEcgjkAcgTgCcQTiCMQRiCMQRyCOwPMTgRisrhDnPTsP49ixkxgZGQFUUkOSaoc0kApPwKNejDTJJDj1Hz/5OXYdPA5XT3AFbvY/BKVA+kJhKIgLT85ZKRhWkyblYGO1eFEZXvCBMD2dFUgqJhbyOPfsi3H55S8R6eeqjtnZadjlMoZHBuC5Cheoml9axD13PY7h0UEsLZbgeA7O3L4FJ45PY2i4E5WKg+HBLkxOTyKb7cSJsUVU7CqshIWpiTlYuoXh4QF4ThmD/e3w6X50FY4rQBEn2CoKTk7O4OT4JLaftgkz82UsLC3xvZJSNWEYaEsnoHgKKtUKSpUlJFIJJJJJnmQbzE80Vk4GboClwMG85mI2pSGf1RC06UhpCqhIVpGUXyrQCQ39UGEsVjCxcx/uvee3eOTRx3Fk4jgGBgYwONAP0zTgEvQMhEJWKIaFZ6AEDFK9VldACjUXbULPkvYhBa5dKOHlF12Ey8+7AKZn4a4D09g3Po+LTx3C5sEkqpUCDE/EHLqGiudjfGYKT+7fh70H9mN2Mc+FscxEgmEyHVOYPfiBfr+6AAAgAElEQVSwyyXY5QrbAqwbHcFZp5+JzZtOYbWuLE5FwEd4ItbbAVXcJjWhphnsq8pwXlWgagbHPYCNidn9sL15aIEoDEMFZSqOiypVoHdc2G5V2AloGqdom4bBiwPRIlcyVnWfSQkd6+nw9JkEnfXYhsCSzh2pVi4+D5WrEbAqQWUUnlLF+WhKM+0nziOOzceBgtHO4VWNlCuD1cZ+FwWrBNPFKwqDibdK71kBtGqp1dSOQhWy7MvUz1m1GoLhqKUIp98rwhOXuaBHij1Simuoli2888b34x8//SZ4tNjgK/AUDxpVYedr8uDbCqaPBii4Pn525x4oahp/+PZNXNyK1ON0zh//6w/x9hs/gpJSYZ9YXiYIgaFQg9Y9jCVYJWuAbNbCX3/hM/jZ93+C07efhQsvvxxO2YHK6loJFJdbAQSqAZWgJC0EQMVZmwisphkae4GGyXwFBY9U1AbKSyWM9CSRpVUYbu+0UKLi148fxnSeMgZCNWvEBqC2RMIrJRG4yrcl/w4Vw/Lv8Ck26muFZUazFQDHgB/ecsUqK3pr9/7sYDVpZvClWz+L0ZEunHvOuS3BaisbguWNu9EKIPp5w/gWsReIjnFiUbDxqHWI2vrYPC5GFqeKxWJNsUrBcRQgkcjBLlVx8KknUC3O8Al0I4FMthOqbkHlInsa/NrCRH1BgRd6jAR6+9egu7sLMzNTKBWLDFbp9eH3vndVfTzeKY5AHIE4AnEE4gjEEYgjEEcgjkAcgTgCz0cEYrC6QpQfeWAfZmcXsGbNGgQKFRqi1EcBxqhQUc0PVRZP8gJ8+9vfw7HZIgI9AdJimjTp1jRWVXLxoHDyLye6DNkIkDWBVVYOhspCurzoxHhyrohXvOzVOO/cs+AHLtTAQCJB2/hw7YCFW7qps7ouXyghlUpgfHoWC4uLGBkdxeT4EvoH02wD0N+dw8BQG2zbxdycjarjIdeewsmxOaStDHzfhmUCPd05aFSZinOTTVZcimRbUutSRXIbswtlOI6H+cUlpDNphrCB52Lj2kEYSoBiyWXFGtkCsDWr54RAiAgIAThCacI7shT4KPouFkwP+ZyOcsaAllDZH9RVfOjwQEXYNyom5m0PY/N5LDy6C48/9DAO7d8P33OhpwzoSROGZtVSrhvBSd03sAb0qLBLBKxyCnDFxnVXXIFztmzFfN7H9x45iR8/MoUNHVnc8OI+7NhgwbFdqK4oLMYWApqKimMjX8hj35HDOHqcbAKmUbRtAaLYj5Osd4Wi0XdseLbLhaiGBgZw+qbNGBwYQGdbDkaoiiSISH6sougU2TGQslGoVilVnhgEQdZMJoNKNY/p+QOAmkfgCVpM2xMHIqhHauZCpcq/+/wsBcwzDAOmSipWShsXYDP6v45dBNiUrzqYEan+jWq3+rYNEJtcP3nbRlhKbaTBRzVcUCCoWlOzckzEuYbbB1c1TpoZYQXQfA/RwkaNoCtUrNb3qKlmfbFkwi8p+osWJhNvinYuFK9CiUcgVUDUumczwW3XEarVgK1HVF58sCsm/uQDf45P/NU1UFSh2vQUn1PnFRptXA3lYoD/+MEDePCxJzGX19G7vgMf+uBrsfO+w8imszjvgj5895s/wdvf9SE4loOAe6DH9hts78EwkspJ1RXeBOypAvzAQBc+dus/4Eff+T7WbtyMl7zqSnhVTyhWa4tAjUpf6tOkWFVpHAzB6o5TBrC+t42vm+I2sVTBsfkKyrbwVN00nEGHpbJ9AFkc2IGGe3aPYXyhEoJVurpGb9Na/Jh/hhfDdq1C4SruR4BR8UzDhYom8WorsMrjLytlo/vLBS8fARmJ1hpRxIM1VKwGZCETOEhZWXz5C7dicDCLC869gPuahOpSsUpjfquX9F8Wn7WGn7UsCKnCfhawGvVLld8vz3Zs8VTr91YsFBkos9qUijZ6HhKpNjgVB4ef3gO3ssBt27KSyGY7YJoJOFzsCvBJrR2q98WTCL8DjST6B9ehs7MdszMzqJRL4nmraly8qmWriN+MIxBHII5AHIE4AnEE4gjEEYgjEEfg/5UIxGB1hSfx27t2wrY9VkH6oGIzpGYSKd1UPIiACKdDhvIfp2Lj6//721iwVUrKhqt7SBDIUlBTrEZT/HlCGyoRCZJIkCUnus1gVV7m7EIFb3z99TjllLUMPCj9myp+K5oL+ORlR/BM+DcahvBDnc1TGriDhcUiqhVgeG07jh9bwHBfG3p6U5iYXMLYsRms37wWxdIiw0hSbS7MzaKnuwOZlMVqLt8lkCKKrpBKjf1Vw2zSo+N5TvH3Ah+Vqg1d4ykz+rqzbAlwfHwBnq/BShhoz1lIhMWwQkQGH1TsJSyGxB6JVOAEKAcB8hpQNFVUEgoKOQV+WkMiCDAcaNivODgUONikAMmiA//ENKb2HsSBPXtw6NBBLBZKMEyLlZykZJUFbQSIqBcgY8gXKlYZk9HzJSDu+viDa67BpoEhzBZ9OJUifrWvin+9fwov3pbDe17WDz1w4BB3DuGDSOUW6k5SFS4VSzgxNYXDJ07g6MlxzOfzbA9BBWzIT1NAC8D2HPZZTasaejq7sG54GJvWrcdATw9MTefK6SLduA5XqDgMA0dFFEDKZLMoFGcxM38QmlGG5wm3Xiqmw22Lf6cUawWO46Bq2wxsSVVNajJD1ZAge4AQrnJl7hCyEiiLQtQolGmGq+JkdYVws3+qqpg1KwCpWOUCbhGwygsM/F9AVeEpKy0FxLUM5RoB6XMdWK3sQOtNIzAuugFDR2lxIL0+ZbEuqa6VhbzYk1O0ZYopvSQUlipQ2VaERYSMEx1Y3h+p+4S/LMHzatnAn33kb/GxP7tCqK8DBWQboJLHLnwsVIDHHi3grl/twve+ezvGZ5bwltdtx6c/8zY8eu9BeF4aF1+2Bl//4m14///4CDyTroDUqeRdKqCZAKukhq5DNAlWN2wYwUc//yl895vfQc/AEF55zTWAK1ojp5S38FilXkxglWwvwAtLCrZv7MeGPtKdE1hVMFtxMF72UHHF6JjVffSmNLQlNGi+B0/R8Js9J3FivijiKM4kQGekeJU4P70RUa6SLp7GktDSoO4ZWwfA0Vp20kc1ev88LtDBuRhV3aJDAFoBeGsAPmIVQMA6CGjhxOaYphM5Bqv9fWlceP6F/9fAahT+yz7I70WU09F+Ggaooe3/TsVqSM6lerdUKNbvmXyoyRObFuIcH0f3P4VyYZoXA+gRLS7keaGAQKwolCa8cmVxNPrJiujuQbzgxa/E4OAAZibJq7pQU8/f/O53P9duHW8XRyCOQByBOAJxBOIIxBGIIxBHII5AHIHnPQIxWF0h5L/42YPIZNLo7G7nqutiQiom5OSdySm+9C8ATF3H8eMT+OZ3fgyXABjBVFaTCRBAQIH8LOWrBiLCNFxSLhLIlEIqVgLVlFYC0FCBI7taRVVtw9ve/Gb003VRdXgCc+QpSl6cDL7qN0R+diSCYjijqbCrNsNiqmqfzxdZE9bb18MekZNTS+jo7ETVrmBqcp5B3EBvB/p6ckSGa16RpHJTFA9+QLYAGo4dm0RbWw7lqgdFNWAmXaQsC9WKj4q9xJYC7R1ZnDw5jxMnxjE0PMSAijz4hvosJJNJhhNcc4qL1lBMfXgegQxRiZ1S3CmVnVKgl+CgTMA4oUNvS+CE6WLCpEJVKiqkcAp8DPg6hgol2ONzOPH4Ljzx8EPYeWAvqMZQT7YTuWQbfFPlgk+KS6I7DZqhcjEgx/NhkodDqNTrTqTwB9dch85MGrbrsbp0etHBZD5AV9bCmi6di+4Uyz50y0MyZaJaFeCLvBUJcFMaLFkxsFK0XMKRo0ex5/BBjC/Mcnq+aSWE7ywBdvJMJXU0PTjX51iuHRnGli1bsHnNGpi6Ac91+T89U3q2PgFi6EgmUshmTCwUxrCweJT9DEVBoaiSTlTjZujlU5x9VpPZjs3tg+6fbBDougnUWqYJXSMFK5cU4p8CEoo2yuCJVZOCsMu2zbCGVJfcqMO2yenvjHnY75Pgc60IFD1nsjNQSckqASv9LYp0CZ9aqaKlz4WlQF+2e1WDppkbEosCdVGjuDay0pSgMWR44gRkDUE8rzmBnLqdSN0XAEv+DKufh3FqgFssXG1Uvcs+X4sPjRwhZCbYartZ/OVf/xU+9P4roDFUVOBRoSuNvFFVnFzw8YvfTGGhoKG4NAt7qYwzNwZ49VXnYP9T40gYOWzcksWn//7r+Iu/+iQCy2UVM1946BPNak+6Lo0WNUJPUwqJ52D7uWfiQ3/5F/jut2+DZaZw3R/cgHLFFu016kkbPmuOGB1XIY9VD76i8f/T1/dj60AXNIWXqlAKApyYy6NgB+ihMa1Shev46Mql0U4VunwFD+ydxL4lBzmlDE3TUQ0MGFxELuBro7bAfs2k9KXCYGQzQD7G5N1qqTwmLBXJ85oK8nlQpYqb700U3eMFl0i6v2xUEiaSMpXHU88NfWdpcFcBr9rQ/njc5kZFCxUCJsL3kE2l8PWvfJkXqS695HwYllBsC5OC+gJE7WAhnJdtTy6+SLWpOE/Y4JobH9sXyIbY6KUq1acrdRqGx01NXJWLDaHiulQq1T1WqXAhFZ9KkK+4j/EjB7EwexyqZsGtlPDQ/ffCcyizIoBG3tA8xss2IyCr6wQY3LAVr7rhnejr7cfU1AQKxUWGz5QlcstN71pVH493iiMQRyCOQByBOAJxBOIIxBGIIxBHII7A8xGBGKyuEOWf/uhe9Pf3IJNJMsCMplpKsEpqs8D10ZbN4uGHd+J7P/k11KQFhyb8Chis0uSZCs1E06Nr6rXQ95O85AisSpga3VbOmelc5VIJ6Z61uOG665BLmXAJjOgqV9gOWZeYpjOwqhdhkdWu6bxsSSAEmZidL7G3XbFYxvTsIqxEmj1b5+YWGbAM9HWgrytT81DkSs8MgMmzU0Ggeti374iAs6qOUklAhnLBhmXp6O42kWS1q4HJyRlW0pJ69MjRY+jp6cX6NTlWbUarpst7J+BBnnzEOubm5pHO5mDpOnRFQwUuKp6Dqu5jMamgnNFRTBjIG0DBd2AGClKmhqriIReoGHQ1FPYdxH13/BcefuBBFMpFZHI5ZLJpGIbFKcjEQijGBLkpdp6qwLNtrO/rx5tefTWSrHb1cfCZI5hdLGJgaAQWx76CXDaHgycW4DgB2rIZdOQs5NI6PK8qACjDHpHWSgpiqpBtBy4OHz+GnfuexMmpaZRdVxQs0nROrxVg04RnV1EtlWFoOtaNDOG0LVuxbngEGSvBimVOJafUcMVEMpFGKhlgMX8MhdIE34dgInXvyejvDL9C9Ripxug/FT6r2C6rWRnoaxo/I7oWsmKoKUdDRSb/Tea3TYWgxLEFXG2tZg3hqCqLWIn4q6oVglXhqUr/yWeUfuoMWaNwVUN3un1V42SirVGxKtOwo2pFVkTKYkZc3KiuUJfgkClUQEXEhLo0qhqMpnA32CPwFYeJ0E2Gl6EhRt0mgVWPARw7gS995Qt46w2XcGo9+ZUKsObBDTSMzdm4+5FJpNu60ZnTobgeTl+nI5dSMHFyHgaSGBhK4W8+8gl88rNfhm/Vi2mJywmLmhHwZNsIoY6mBR0qxHfhSy7Be//HB/H9734fcFW86R1/hFK5Al2hpP0oiRO2HhIIUhk5AsESrJ66rg/bBrpB60C0AJW3PRybmMPsko2hgV4MdRiYWShwkbU17SkG+Q8dmEbB8XDuKX3cT10qvEZt2gsQmCqrxefmSigUi2yHQcB2bn4BCcvAhjUDbIny9KHjKJScmlKSFk5k5j0rKanteULd2vyi+3OZYxIoJUgoFJfcOnxhnSBfrcGqj2wqiW987atI6Douu/R8GKbJz89vUCxL5W/zNdCzqavUGywq2E5GbB9te3Vzivq1ic/rFigtO47wq2nwmmWwKp9oEKBSqdQ8VqmNk6kEWQF4to+JY4ewMDMGVSGf6woefOA+9PZ2I5k0oRK011NshcJewrQcpGhcjK2jbwjnXvJydLR3Y2Z2EsXiEqte6Ti3vPudq+rj8U5xBOIIxBGIIxBHII5AHIE4AnEE4gjEEXg+IhCD1RWi/MPv340NG9ZC02niKoqa1OAI+6z6DL9818VgXz/+9d/+HXc99CSS2QxDP/LZ5GlyAE6vjr7kcVjTFsIrqvjOm9cmsXISzFNmhjZUKXnLGefj6itfCZ3MCXwPvgoYpP7jSvcytV0UYopOtuXvUTUszW5VXUGl4qJSdfhnoVhmZRcdm7L1Byhtl5VaMk2fJvjk/wj4GqmygIW5MqamKugdyKJULMEydAaKVBipb6AN+UIZ5XIVuWwG+UIFrh+gXK5gqDvFqkgZ2xogoLsLU2xpSl8qF2E7wn6BADQBTUpXJ9hga0BF9VHQfOSTOvJJDXZCQ9VQMK/YOGnbMEwdI4qBEceHMjmLQ7ufwIHdT+LIgQOoVEowDB0JK4GEabFbJsEcAqtupYLzt52BK154GaclUwGzhUIJD+/eg1Kliu6OdvS35zA6MoJ9JxdxYmwJpF9dN9qJzjYFSYv8Vkl1J1SxIpVcqDupQBU904JTwfGpCRw6MYbj4+NYKhRYxRZQG1MVGDqp8zRUiyVMzU0goRk4d8fZeOmLLkXSMAUQ42MZyCTTUPQKlvJjsN15BsGyOTUDVQnbayA7VC2S0o9iTcXGyCaAvRH5OnRYhskqsqhNAAOpmsdoo2Kaa9U32AdE/FbD9Hmp0JQFsKjtsa8op8ALCwCC/ZpKRZzMUDFLfwt/2a5UblXjZCI3ED6JRiBFz0rA6DDVXHTKsDPVFblS1idS/ht9kBv6cBM4ZaGhEPA2eKuy8pesA8hzNlyQEX01VAYji1tuuQWveuVZCFzhl0vg8/9j783j5DrLO9/f2ZdaunqVWntLsmTkRfJuwMbgGLBZkgBeABNIhpAJCTC5k89NQkJIcjPDnZs7ZJlkJivE4ASzBgIBs3mVjGVZtixb1mbtUu9L7VVnP/fzPO85VdUttRNr5nr+OfX5NG511zl16jnv+zb1fX/P78egPo7Q9iKUqwFyeRpzwlJCa5Gq3MX4+DxkzUT/Cgv3feEBPPijRxFqAVtdpO3zKVBmYJu0uZOQkzaVSKX5tvfcjg//6kfxja9+HdVyAx/5xMfRIOAva68IrF66bhhXrCawKvEca0cxpsoOZhbqKJoGtowWWHHqRRFyGin/Jew5NgW/7eB121bDUKj1XAFlzCMO2GqA/Z5Z5B2zipscS+qNJlRNhU5K/1DGCycmMD5XZ/sBAtG09rLVhyrCxHgNSr1we2wFxL1kfXc3pIusDUiJypYMvWt28v15itUIhZyF+z//OVbj3/am10EzhBUGnWWpTUYvOE1ff5FS9RWM+AsD/WW8XFO1bccpOBn2SUBX+rej3W53xg3hdwLkBFaJMU+fFWCV7ocXhti37xlcf91VGBoq8d8nsq4ISREtUXghbcpICJQYaq4fa9ZegWKhn8Fqq1Xn9ZHmfAZWX8ENz56aVSCrQFaBrAJZBbIKZBXIKpBVIKvAq16BDKy+DFi99NJLELIiKW2FT9RBiUootQJYOTyMz/7pX+DweAW5QgGO5yZgVbTUktLyQmpUdhWUqc2/B00xTCExlmiPFx6M9G8ZtUYTt7317XjjjdezmpI+nJKHK4NVehJJqbhleXFraQfk9kCe7gd28XqKKjM8DQJqhye7ABe6IqOQNxnapqCTg264XVSFR7auER0To1L1kS8CDYI7tgXfc7kt3rJlHD8+AdO0oGsGH2uYNtdjsEDKWaHiTB90rZ4HNBotVioGYcTn4ZZ3UqrS+/Z9mLIKTZFgWlbygT2CKwNtKUZLllC3ZdRtBVVNQUWLEKgRAygp9LFCUrGyHaF15gxOvnQEB57Zj+NHjsG2bAyv6Efo+gysQ9/HO97wRtx4+XbEHgWYxYgVFaemp3H0+HEEroPXbBzD5rGNqLViVCoN1FsO388odLBy5QADOtKrkhWEqWt8T4k6pOo4AqgE4f04xHxlATPzczh+bhzTC/OoO20OxCKo6TQdTJ46jkq5gltvfgPef889MHQBpal6BCEL+QLCuIF64yzCmAJmwo56cJESM1GpLgb5CZhKWtfJtsDxfB7LZBNAgJUgCEFVguG9gJU2BZaOMYYwqWqVW/8TS4COsq4n6Iq9RAVwFmFWAqzS9wKuEETVoMpGxxaAxoaqaBgpDF7UopnrWyOOSxw+xG0RCt9UvSk422IIlWgDO+3bvGHB/DiZcz2mIULTKGBzL+ASGy5iEyTdVBBqZlJ2CosD4V1MIyd5hBaGB1eyP7FPE4QAFatKY0gdQBqwgjKOPISRS7FUDEVdj1cwyFoIxwd88kaN3Q5Y7QBFev/wEupLKk5xHI2jez70frz35z+Eb3/z2zhz8hx+7bd/i9cjXdHYC7b7WEaxKlPknIQtqwexfe0gNFWBCwVVN8D0QgMtn0CqirGhHEyWkBN0I+2phOdOzWK6HuLmbaMwZApLAixVKEhZmZ/S6sTWoQOkCV6HAXxJw/7j0zg2PoeQLRR06KQiDz3IZLuRwE2yGqHVLR2r6XJJK4+KAO2WxxYofFcjT/gWJzdoEQxl6CvuDdnIkOIzn7PwpS9+Ab7Txltvu/mCYHXpQO6ec7Fidem8fWUTYHnFakdtuxSsJlYAaWAjgdXUX5zBahzDsPvJVhYz506iunCO120/lLDnqSdxy2uvRV8pD5c28miuU7YiqaEjsrGhNTWEXihh7di1KPUNYHaOPFZrrN7PFKuv7O5mz84qkFUgq0BWgawCWQWyCmQVyCqQVeDVr0AGVpep+fe+sxsbN26AH1AadbeVmlVliTKUQIyp6eyx+p/+y3/FXCA8Q6mNuhP4Q4A0VY8mPpTpSxJCIgjHqr9elRqDVGpLJ+0WoUhKmY/hBhHef+/7sW3jBgRESEjcRlCU26NTsNoLcXrhjfCwTD+sL04kTwlTcmWJNybFKjHsSX0ICVQEBCY8KKqOw0dmEQYKPN9BLMnYvHkFPM+BYZA3ngzXcaHpGqrVFodnBX6AZruNgcFBbi9fPSySsXuhBNWi1nRw9swE8oV+aKqJVruFXN7k4KucZbDa0/c9BFEAkyCfpKAu+zAhwSAPhiCGE8VwJaBpxJgxgbk+Db6tcNsq3Y4chT1FPmyqe6WJnd9+DCf2PQNbdhkseVEAXVFw99vfiSs3XgK30RBtxFQDTcN8pQLPaWO4VISpmuzVGus+t7XWqhHm5mushnP9iD1oK5V55HMmBvoLME0ChKLpm+FnQDCMLAIkbn9tRiEmZ2fw0smTODc9yerYyakpzLx0HI7Txrvf9W7cc/fdXDeyg2DVs6yiWCzADypotCbJkIE9NNMG4t46c70jQhvd2ncgXzJG6TkE7igwy/VcOOTv6zjsXUlYhMa3YZhsEWBqZgJCu5YXS5Vy/G8ChknbOIcesaxaAFeh2KRTp89LAaOAjLJENgDCl5LtAQi2Kio2rth8UatmfmC1GHdJOBFPUSpLCsWScUkqyEWt152pkkxqPkyoD3vVv+xb2uOT2TlHp22bcR7tSojrJ28OthZJQr0SP8s0qIw2NMh3mFXPpBJlrxGyCYhA0nKG0LHDsJGgq6zQZgipvHVW+5K3qGGQtQZBbGrFTseNLKweKEiNfH5ZQU9rBWBqGnRDR6vVwBtvfwPe8Obb8OhDj+DA/kP4jd//NGqNFoPVf4sVQCyrCGIJm0b7cPWGVXztkxUX4/N1TM5UaBFDf9HC5WODGLBIUaowkIwiCYdOzeBUM8Trt66EpcY4cXYKfTkLQ4P9Yo1MA6Z6GDht1oiuARrDMsYrbRw5PY1Guw0viDA6PIBVw/1Q2DOalKMSb9SQ9YEYb90wOxqWXhDjxcNnMDFVEVYd8IHY7+TILRojBGhpXhN0DDxebwq2ia898CU0qlXc8dZbuK70Qr2K1d6BvFi1KuZc+lg6Hpdu2qWw/sIA9pWD1V4rADrnYrAKeFIM0yyBGPXsxGnUy1O83kPS8NSux3Hz9Ttg9fejqebRhAqDwDmpjSWTA77ycJHTNawduwyDA8OYmZ1isKqqwmP1k5nH6kWtcdlBWQWyCmQVyCqQVSCrQFaBrAJZBbIKvDoVyMDqMnXe+egBDA8PMjRM/Uq5/Z+VkwmwjCIUcwXMzczg//2TP4ebG2F1IUEVAk/MzaKIg6XSD7u9KrXlwCoJOMl7jyI+BFhV0HRDKKaNf/+RD2NFXw6B47HKj/iKQvFJnPPU9drrDdFJlUZpEnN6bawHSwAOsWMGDGRjQNYFnGNDr89RPsJfkoALp5ALVez4RFW03dYdtJ0KNmzYxOAvCgj4BFi9Ns/KtEo1QL3eQqFgY2aujL5SEa1WG+tW5LkuQp0oasRf5OsYAbWqi2rN4Xb4ICSVno/BvgIGSzk4pKxFyNYAJqOLCH5EsDUUreuKDjmS4AYO5ABoSRJmDQmVggqfIKsOBq/kw9qo+Di3+xBqz+1DePYgJF2BR1YIqoJbrrkO127ZBptad5OwG2JZhmmyUrHlNtmXlTr+G04TqqFB0Uy0Wz6cpoupSouhFYEegqYESEdWjGBoMA9LV2CrBMRCxKFIaOf7mUBLurNkE3Do9Ens3v8snnniCeQtCx/6wAfxlp+6DU6bbBuISVG4lIpczkYQVNByZ4BYtOsy3umBgx0Ik1gt0O8XAZ0k2koMXnFvaNzQZkGb1I+uyx6L1D6dhkrZWlfBmnqwpqBRwMauB2sHPvb8TLy+AKgCtCZq1kXHJRAx+ZmARhKuuuS1F7VS6nkRXtVJkU+BZxJgJC6FwsGSvn0OoUt8UdOfcelIoUn2BQTTkkAhopJ0rCJ8dTvhW8n3bAWh0j1TWPmbjn16HtlRMDymuUaqTQ7uknkOKJKBWDIASWefXlVXEcUhg6qY1wAXqq5AAXmTBlCsADLDK4GaS0AAACAASURBVMC0qMUfMHWTX1PXVeTyefQVi+wRXMjnGbC6NCkInPMmTIhqtYyQrAf0JvqGB/H07j3Y/cQe/Nb/9QesaKZX6/iO8J3oVaySiJE8VkOkYHXDSAHXbF6DIJRx9FwFC+0QDYfU4EDRVLBj0wD6DfbCYAhPSPGlc2Ucmq7gtu0bYCoxZhaaaDXr0Ewbg/157gggawEa27wJRPVThTetEgd8fXSlLR88X148MYFSTsPGVcMcbEWAn15H4dCn8x90m51Iwp59R3DiXBmKZiRQ1e14n/7rYNXCN776ZVTmZvG2298EwzRYjS3mXxfSi3G9ZE72hGotBq4XbulfbkKIY5cHq/zaXInF513qsdoFqzKv1V4MWHYfh9jNT55BszLDftv0d+TJJx7FDdddAWXFKpTtFWjoFEqmIApcNBUTsaxhNHAw6LtYv34Mpb5B4bGaKFYplC8Dqxe1xGUHZRXIKpBVIKtAVoGsAlkFsgpkFcgq8CpVIAOryxT6maePw7ZN+IGXKFbZFFG06cYRAkWCFEQYKBZxYP8B/NX9X4EysJJBpGjxl4ViLYqgarKALj0PBiYsVBMAhSBWCqPoOFIykXsgZ7FLKhpuiP7hVfiVj3wAOgFQT6RT0wdbJQmyYbFfqvzrJLD3tCn3tB6naj26JHo9gkakouz13iSDAvIhFB+4E+bF3oLU/htBIRNWCZidrqJep+vRYOcl+G6MSrmKK69ch/mFFqZnaxgdHYHn+azirDdqsG0LA3nRyp4+0vZS0uXpmspQ1adP7ZBBSdSaLsE2NFiGgbnKArw4hG2aMCQVmiHD0skSQUBgVmpG9MEf0Im1BhLcKIKDCAt6iKoBeLaOek7BmZqPAzv3ovX80+ivTyOSqeaA73rIqxrGRldjbN06rFk5iqG+fg6Oiqn9mtS8slCNEmxvtQNW60oIGJUYWg5NPxbWELKGlufjpZdOwrDzMDQFBdtAf8FGIadDlkJEpIAj70EGPDJ0RQd0A9PNOr776EPYd3A/BvMF/Mxb78CVr7kMUeBDePMSiNNZ0esGM3C8OSDyhFqPOVnS4t7jHZl6QwpnXvFgAMsGn+kPxNhhbB1RoBdYieZ5ngCsrouAr0GFrmmJRQBBv0RRmqqxRa+8mBkpPE1MgBe1yCfvpav+FLNJqF3FoUmnvqh9HOOaLbdc1FL5if/jMzy7CErzORk0k28ygTYBtxfZHaji3x2DVB5pAuYFURu+F6DhtBAGMqrlaaiVCgYUFT7VR9UQOg5iy4a/bjX7c7JXsKEjZ+e45q7rCUW0GmBAqkCqHYQbEOyjMaHA0EK2xgiH3gBfzYswNPK8pU0EWWdVeyh5kFUVlmJjfP4svrXwFJwFB87MAuTAw0ChhA/cfjcG9D7IscoBSjx+Er9XnuKSCK3izY44wuzcDPL5Auy8DScIsf/Z5/Dwjx7BJ//gD0TwEgfzpWBQqI+7zgBUI3Eeeg+0cqwe7sO1m1dzHafKLQTQ2VeWaqDLMVYVNZgyGTor7N9M/sHHzs7g0Ewbb7p8DQq6zK9LqtP5Sh2tZpM3bwb7+mCQknx+AWEc8aYYeTGLu0RK8+RaJBnHJptA6GDdyn603QBFW2OvVAbcPaOpMw2kGH4E7H7uGI6fLUMmf2fa6EHqtZrC0OToRLFKo5UUq3TWgm3jW9/4OqYmzuGdb7uVrVEInv9rYLUXhl4sVOVNvfR9pXP8ArNG/E24AHzlv13d7ofOxgoBaeoekARYpfV2YWocbmMO9VoDkqph966HcfW1l0FZvQFTxbVoGzqKc7NoVqrwSv1w+vqxMvSxxXUxtmEz+oolzM3Pot1uJEF1pFj96EXN8eygrAJZBbIKZBXIKpBVIKtAVoGsAlkFsgq8GhXIwOoyVX7xxdNC8ReKVtHOI1agRxGaegQjVDCYt/Gdb3wP39r9HAqDgwwiheJMSZKTYw6IIkqQqlYJWtAneEUGe1Zyw2qihmXVaNJyTgoqboeFglo7wKWX78CH73kHHEdAGHp0LAcEFemo/noveTG8upAma0kRErZ2Xgt0AtjSn1O7LH3kphpRavbsbA2aZsFpOwwURlcNwPGAmdkmVq7oQ7PhwvMasC0Ng0N9rGRLgV4KZ+jc5yYqrEY0LWqLJuBLEIq8Jcm/FNAMA7VaA81mC7puwHFc9BcNFIt57qhmOMgsQKgg0+tleEYt8GHIqeOOFKNhSjg+28JTe57A3OnnYccthpGsTuU0dvKrjFjN158rYNXwCLau34ANo6sx1NfHAV0EF91AJI4T5Gm3WtyGTyCO7A8My2QVbRDLDHKqjRaqVcbHcJ0GbFPG0GAfKw8VJUIuRyYMEmQWj0mYazXxg5/swunKHAZ1E3fcdDP7upKKlOA3tYmrug0oIWrOabhehZV4UejCT4OY+FwCnArQslgl1wtWO8LR7qDn7zisLVG/uj6FnZFS2YHnCfUq1SiFkTSuVYVCplQe4+kj4XiJl2p33HUVrknAV+LJ2vtzGiME/9OfUd2v3XrrRa2T//1P/xKRpCGXLwGyzlA1Cn2Efhs+WVvQxoYqlODCfkAoUCUleV+6AVU3oJBa0tSgxgo8KYCqlbD7x/8M/Z8fxPa2i3owg1J7lDSPUDdtgve7vwa9ICEKBKjitSCBx3QNDSnC9ngncOjPMNuQoHoLCCINOVNmFfbU2l9Hq/86nm+hZECjJnZq4ZcjbrWnTZiCpOJ4cwqfGv8aasfOIT61IGCxauC3f/rf4+rhLeylTPeK5m6aAi/WJ6H07F0zGB5TUJwb4MiBg/iX73wPn/q934ekC9/UDlhl/9Hex+J/0zkHBgZw45Y1UCQx92mMMIzl16QvFp+zmpMdKyRgcnoGe8+0cMsVa1AyyCZArGFuHKLpBahUHTQaDudJVasVmIaGzZvWos9WOXmezy1TQBXdTAXHx6twoxDrRoo4dG4eW1YPoGiobMfCoXzc6k+MUaj16WekzN994DSOnp7hOQ5WmJPtgngfooYUjSW+p/lP22Nk30DPKeby+O63v40Tx1/Cz77zNraMobWb51MHTCdn6tlsEmrz5a0ALrRGX2hCJM0ML3uu9DgBWMXfly7YTcBzTJsAbvJ3kbb9JARSBJPmUahgYWoCQbvK1ifQTezd+Sh2bN8Cc9V6nC2tR81rQHvyKVQrVagrViC4cjs028BNnocN6y9BqVTCzMwMry1pJ8Nvf+xXL2qOZwdlFcgqkFUgq0BWgawCWQWyCmQVyCqQVeDVqEAGVpep8pEj46zMEx9suy32BOvUOICjSTBjDUVDw1/+xefw3MQCCv39HRBLH5rTY2NSwSWKqPTDIv2bOopJ3ZeqB1NglKpJCY6RMo/UjtWWh5tuuRXvesvr0aIQlQTE0uUznGGxWBeapmDk5aFq6sC5uAhJjNDS3J6eD9pLE81FoAtBTbLWI5Upffgm2BNCw/RcA4VcrgNc+/py6O+zoalRp170ngmgEuiZmqkKRZ6ssFI1l8vx+YqFHEp9FkOfal20oxNkJrBazCnsMUo+pQLOCKXrIosBAiyc+i78L0nXSu/1xPF5PL7nMZxZOAyYFEojYIyATqK+9D2FOIV+wOrMFUPDuGT9Brxm8yVYM7wCfYaJIBRqTnoeHUNqxbbTZk/VMAhg6CZMw0YUSqi3XFbBERyenyvDtHIcAmaZBkr9NjQtQtEiMCnhxNQEHn7qKcx7TQxbObzjjW/CqhUrGazS9ctyBM3Mseduoz0OP2jw+w/DNlwvYMjDIWwcckRBbPS1+J53xiqrC+l3FxgbHDIlakrjzwsCBEESKMbnE63YAW8uAKpM3p0Wv3+6LwIQpaJPMT96H0IxmNgG9PgRk3+ozF8C+hGUonbkubk53PvTv3xR6+SnP/lpqEYOK1augWHleCOEAJjnVOC4TfYnTedqOgbIFoB8XUmxqJK/rGlzS7ec74epkWqadjoszL64H8N/8zVYlX04tWoag0+NIu+riHN5VP/s01DW94EFj6lKOLHDEF7GKraGn0N45GuouBridhWIKTBMhURq776rUBn8NbQ1g/18Sa1O3rPU4s6hVJICW1YwbbbxyQNfRPX4BKTxMgNp2ky4a8db8Z5r3wLKqKLNCjEWeu0izl9DeL7IpET3cOzQS/jG17+F3/7dT8EsFDj5neapeDNLW9oFBE/PT/UkcHbjpetgkoqf1sAkaC9xWRDjI7mjHOIHsDL1qZfm8MbLV6Nkke+mQKuBFLP3KVQZjbaPc1M1TE3OAH6I9atXYsPqEmz2aw2S8U7q5Bhnp+tY8CNcvrYfp6bKrDJf1Z+DykQ3UXCTaJZ3AWQOraO5+tSBMzhyanoRWBVmBbSmiHm1GKwGYg1JwOqD3/0XHDt6BO/66Tdz7Tt/I9L6dd63mBedDaGLAKtL51YKVlMAfKFJ03uM6JlIH2J8pOtgutnEEB4SW7KY+X5IkYLy1AT8dhW1ahmRZmDvzkew/crNMFdtwJm+dZg7+CKulCI4coR628M5JYfha7ZhW7uJTeu2ZmD1olaz7KCsAlkFsgpkFcgqkFUgq0BWgawCWQX+d1YgA6vLVP/o0QlWzaTqrfSDJcO6yGdVo6EaUD0ff/iZz6Jh9nPSc9rOvhSsclNzT8ANqT3JF5BhTUex1QURaaiOxL6NBA48/My77sTrr3kNg9Xu9SSt/gmgYDCRJpR3QGuadN19synwWKTGTX79cppW5m6c4E7t4cJDlj+Qx0K1yCE6iS0l/ZwUmm03hu+HaLfaHDYVBh5GVgxw+3uqVqOXJghBXqHU1u+4MaamFvj3YUDHB+jvL6CvqMJ1I7RaDnTT6qr9giZ7jHLQWALsSKF2PlgVPpl83XKEWNHwwuHTePSphzBVPQlZjyEHAiIQNExDvlhJTMeRipW8Rh2H09gH80WsGVmBbWMbsWHdOgwNDnGgDgHcwKeoLFKt+fA9X7TKKxo1oAuoq8hQNAuNpodaw8HUzAIMM49apQ5N93D51nXQ1BiHT5/Co3v3ohY4WD8whHfceiv68gXxHmh8yJTKTVCZPF9nuEWZQmFEOjxBeHENYUjfU1BW2EmE7x3+VH/y1RQ+iynYSb/vlPW8GUOp8FQXqpfrOgyLW60mSKynGxYKhVwnsCv1byQY1xk7PWOWw8FIMpiOxWQMUwATw1UKQQoCNOpNmKaJ97z1Qxe1fv6X//QZyJqJkZE1UA0B62kMO84ctyGT0rDr/St8OFnlS7CNlLiaymCVgLiSK0HJa6A8Il2xUD99DoW/+kfY8UMYv6KF0okcBp8YARoSyh97F9o/czOZdvJ1k8UC1YQ3FaIQ/ZqCte1Pwzm2F21YcJuO8FrWVSg6QUVgeuQ30cjtgC+1EcFg1SexuSii6yNFbYQTWhV/uPd+OJNVRBNVtuDwowDbhy/Bx95yL0pKXrynpL7iOhY/0t/xJgOpNj0fp4+dwpf+8QH8+m/8JoZGR9H2aBNhebC69JwExTetGmGVdQpcyRaZVbFRJNT6aXBYJFF3OZotB61Axc2XrUK/LcAqB41JIlSK5huJSGnaL9QDHDk2hRga1o8WMThI9iEqECXHKRHGZxqYaIW4akMRIWScm6ljqJhHgTxD2LJAgkpzWCx2tB+BUJKw58WzOHxyalmwKoyphcKU/ZIpoImUq1GIvnweP/r+D3Do4AG852ffyupu8TeCePT5HquLIOe/0WP15dSrvYrVdINj6b3518BqZ0PFSzb2yMKBLFNAitUuWA2cGuq1CkJNx97HHsHll4/BXDWGM8U1aD7zDN6yZT20Ug6T49N45OApjNx6A3aoKsZWbWawOj09zRtpmWL1opa27KCsAlkFsgpkFcgqkFUgq0BWgawCWQVe5QpkYHWZgh88eEYoApeqQAkigdq4JQYr5TPn8Jn/9pewVmxkoJWC1UXAMoGnKaziFmBJhkqAcglY7RIlbhAWH7w5Ql3G+953L7aMrWaVJj3SUKpUscrI8DyoSj/rQpNF15Xwq6UgVfw7dbRcCtR6U9KFOpQhL4FHTjjvBnUJlRyp8ASQolZi8qIkTVg+byUKL4Kc4l3TtdEHaj8k/0w9gVsE4Ki1Nkbgk2rVYHBHoJUCrjg5WpJQzGlsHUBKQzohAd5U+yZAR3JdiSUDPYdsBZxYwk/2vYifPPsYas4kNF3tqFUXww0BZDnIK21TJxjlB6wqJkVhqVDA2pWjWL9qDcPWwVI/TFXlawpIMZr43hJkDlyHwSBr3CjhXjdQazThOiFmp9tQFA+bN66EKsfYd/Qwnti/H63AweVjG3HHG26BodF1JvdGlmFYeXh+HW3nHFtPKIotADjDa5LpRnwdBFgp8AhUp8RRMhWOMujkK+qq8ITCTdyf7n/TH3QnD9clioSC1XFQr9cZfgdRzC31BJVJuaobmrC/IADfo0oVI06MuY6VQ4+/qixRHYUnar3egKYaGB+fxC++7xMXtWR+9o/+H8SSjuHhVdCtXDLiYzQb83CcBr8P8j8W41n4rrIkmK9ZRkQ1N0xYuRzsQhGyqcHMmZA0E43JCop/9wVI+rcwv6WJgVIOxS+uAI6paN54Kep/+EuQ21RrYVkhFOpiY2FDvoHhmd9B/cwEXCWHZtuBTpsWmgTZsGA5DmYH3oy54r1wNQVBrEJXyVNEYsUggcJYi/C0fxp/88w3gVoAlxSrmoxQjTCqlfBLN9+Fy4Y28pyi+cObBiGF7CX2JT3rSLpm0awlsDp5ZhxfuO9+fPRjH8fYlkv4+pYFq+TRzHOxu8EhNjpSoJyscTwOE39Tmgtcc7E7Q9CRgGvOMHHTZaswWBBzRqVz8NiU4Hou9+7T5kQQKVgouyhXmqyK7yvEWLWiBI0CxvhlIpybbWCSwOr6Ih8/W23DDyKMDORQdyK4joeRfgu6RBsNdLupzsDTL57DwROTDFalSEDTLiBOFaspMBYqcYbEUcBg9eEf/Rgv7N+H97zr9q5ild0+hBK799FVqwrw3gtDz1+XLjwFep/3/x9Y7VoBSJHKilUCq81mDaGiYc9jD+OybRtgrd6IU4XVcJ9/Bq9fswJGjoIMZ7Hr6BnYN12H15kFbFyzCX19fR0rgNTmJrMCuKglLjsoq0BWgawCWQWyCmQVyCqQVSCrQFaBV6kCGVhdptD79x/vwL5edSe3p0ohtFiGaedw4Mk9+OuvfxOllZsRRV0laQoU+CQ9YDUFiKxY5ZRwSeSF9DzOe70gRn+pH+9/310YKPUz9FmkfiU/QkGmOo8uYGU0cj4gZlZ7vkotPY2Auuf/PlWT9QJa9nsVVDd5fWFWyGpfspMlSRq5HcoExwi00JMF7BT1oJAsshKQsbBQZuuAoaFhBnR0Sgr5oQd5JxqaBM8PUC5XGeg4rsc+qwMlG6apI0p7rJN0eXFBKexIGWMCtaiF2Anw6JNP49mDT6IVzkPVTEis7Oy2wqffEwij+5YCb9EqnMDWOERIQUWQkDMsDBT7sHJkBFvXjmHlyiEU8zmBZUNSiwoAqWkqWx1QnUzLEvngsgzPI4AXwDJEvZ7Y/xz2vnQEXtDG667cgTdedwPbSERUxwCQNY3V0gvlE1ioHOCwNEUtQVWtRMEokuUFtxT3lGwCeu9vZ8xxc6+oGf9vJ0mcbmnaqN+9zcK3teu/yFg0ElYQbfpyHAG+yEJDpYArk6GSZWgiuC1RO3bHc9pOndQ5eSm6HRSORm3vlBR+6tRZfP/BH+K+v/zKRS2Vf/rZz7KqcWBwJaxckQPPCD63WwusWCX/1u4YT4Ll0o0Onm8SFE2Hbeeg9RXQR8pVAuU5HY3pKnJf+Tzs4oOo9Zdh9uvIPVmE/nAJXn4E9f/8S/CHhjo2GKlyl2q9ffQw8ic+i8pkC65iou470P0AkhpD0UzYfoSWuQLjpV9E09qGCB77vNIuAYEtavcPzRgPtQ/jq3sfhNQCnMkyZAp9MgArkHH3tp/CHdtu4s0HUgDz/EsAqLjt9O66aWF0T6ntPnADzE5O4fOf/wJ+7kO/gCuvuRr1ZgsKb2LwQrfoXoTdFKvOz3n9SALDEv+STp1Fd4CA18IaQCihyWOENihufM0KDBZJpS5D656ROv/RDoFy3eHxrUjg9WFissretGNrV2JkMAedgCiAibKDiUoDV64vsUKeNmlOzzQgGRZqrRih62Hr+iKKGktpu2D14DkcOjEFlYO9umCVLoWVqTyGUsUqbQ4lYDUMUMzn8djDD2PfM0/jznffwXOANhgYmy4Bq4uhqrAZSOdjd04mK1tHnd9dqy+0bnPnQ2ct7K5ty63xy3mssgVIolhVZFKsymwFYKWK1elJhG6d55AvqXjq0R/jNZeuQ37dZpwqrIHz3B5cMzoEy7YxPTuNvccmoN18A262S9i0diwDqxe1mmUHZRXIKpBVIKtAVoGsAlkFsgpkFcgq8L+zAhlYXab6+/a91PHAW6xaleHLIYwQ0KwcHv/Og/jmrp+gMLwRUuQK38DEgzKFRdQqqXDwjviiB33AT60ALgRWBQwUKi4Kulm7Zg3ed8/PQFPtRSqwjhqM09zTD89CSXoh9Sq/dqpqfVmwemHomsLQ3g/44nyiPZcVqvzaApZ22/LFzxieUPZLSIrAHp/NJGiKPrg32zHqjTa3k5PKsd1uoVgswrY12IaOar0O28ohDGP2V6WvgT4LhkkhRKTEFC/LnbwJ+BRAWGSyCOsCoaSdqzv40c6f4ODxvQiiCgwlB1/zGB6QgjC9ZwKuCugox4l9A0EFppCcD89BVuK1yX9UgLl8pGJ0xTA2rlmDbZdsxmj/IDRZgReF8OMIgefxxZJKz3Vc5GxSPQqFbhwprN59dO8zOHD2JIKgjTff+HrccOWVrMol2BX7MXRTh6pGODfxDCamn0TESrs+yEoBkHLQVPI6FZ6OQgVGgVdiEyB9dMYEk56ee5+0bPPz5LAzxDobA6RvJdFt4r3KauxkjPuhD8dz0Wq1+R75noDpBFgLOQGWWL2azAs6llLuhaI7USyS3QR5fEaAYRVg6DaazTb+5TsPQlUN/OdP/fFFrZ9/9sd/gihWURoYQb5Q4tcg9WGrOcdquyB0F52X51kKkclzl8aApjFYlfv6UdAt6PkcVEtGbaGMaN8DWCk9iGawwAFjBaMA9b6VwLiG+q/cjeZNOzobJPRCqWfyVau/j9zBL6K8APikfpUcmC7BRS4ENDmGFFg40f9uVI2fQayUISs5ugFQoENSFDiGjwebL+Lbe34ANAF3pg7ZJLAaQ3ZD3LbiKtxz3e2wzByPBVWleSM2H2idWvrgNn05hu/6KM/M4fOfuw/vufu9uP51r0XtZcBqkMy/dK1Ix0ZnoyKBp3yvO8OO1pFkg4aUoqQK1WjDJMY1WwbRl6dNFhU5VeWNCfLGpblDalrqMKANBrJqaPohjp5cwOTpaeTNGFs3jaBUFD7GC+0Y1VYbl28YYjCoKyHm2jKOTrqoN2LEgYdNq0ys7ZfZRoDGLG0NPX1oHAePT3bAqvBUTa0LhGL15cDqzkcfxd6nd+Oud7+to1jl902AsmfOvRxYvZCy9V9TsHJHQaqMXqJ+7b3Xi85zAY/VpVYApB6PKZQvsQKQIwWVmSlWrLpuGy4kPPXIj7F161oU12/Bmb61wIH96AtbvBkQtluYKPto33g1bsr3YfPaDbzOU3gVbcxkitWLWtqyg7IKZBXIKpBVIKtAVoGsAlkFsgpkFXiVK5CB1WUKvv+5E4tUnunTFHjwQF6ZKiwEuO+Br+PoZA2RrEOmFmuZ2leptdaHLotgKgJgBA+o/b8XdhLESDWei9plWeQq2oPpg3+r4ePG667H29/2RoSBAE8dIJbAUQEQLwBTGXqJZ3dfbbE9wNISiDOdD90upG5KjyWfzfQhntcFNMt98GfQeZ6hKwEeWXiytgma+ghCUo2pyNkGDF1FuVxn0CJUXwp7ixasrsK29/XoutJwsF5PT1J8hlBx8lwZP979QxwfP8DwSlVihEl4Va9qlc7pBzK34NMYCEMHsaTAjzVW1CmyUFqSlpHOTRBOlRW4FEhEMDmM0V8sYnRkJTZtHMPG4RGUbAqpUhEGIQddEZjRCDQmST7UBl31PPxg106cmZ1GHLVx1+3vwKXrxhj6UrI5PSgQC7GHsxM/RK16GK7noeW4qFZ1NCMdBvmclkocAkbeoJqhQJNCVkzzWEq9f1MOTiCJ7Bgi8UXen6RCVckGI/XApOqR2pQOJ0+GWOFgJ0qaJz9PUqOqCkFWcCt3u+2xgpXgKumFCazTKCHAQm395B9KIEWNSfNL/qY+DFLekn9orEBTC7Bzg/w+9uzZiz1PP421a9fh//zlT13UkvkX/+NvYOg6bCsPi6wAYuF32XJqaNTKCMJ2Zw5wjVJlYPpqDIAVtnMwiv3QcjmYtgndLCJoVOCc/ioGoi/DLVdhBRqUjTq0QzqizxWhXPPTOPvhW+FSAJ1CYWkOpCCHnOXgzf2fxcThU3CqDpCz4JI6HiG3/BuRDUmbhR7IqMmX4gXrl+FpCvRIh6Ll4Wh5aHEVjh3ivtldeGH/S/BabURzVUi6ikiVeRwOFvrxiZvvxCXaCGKdxqAOl2LmElVj7/rSO6dpg2h6Zg5f+Lsv4M0/dRve8s53oFyrQ2GLBLHC9D7CRYr3ZEMp2YTpzFFeN6SEpdJcPd9fl85Ja+olY2ugqxFkVYFqm+QDgmGdgLKEctOF4/rIWwZslWxWgEo7xLGT46gs1NBfKKBoqDCVCJMNGXZexvZLVsNSIvZPlWMZc06AWiih4gCNmoPVgyZWFxUY5DssyXjuyDj2HZ6EYsi0xwApanTaBMS8SPymeeQk/qqJFUDetrD3qafw+CMP4e47385zUrdMeJ4PRdWSzZ5elXg3vIq9XhcFjKUbRqkdwvJq1Veifu3dZ1u01vNGTffaXF6rYqgSeUWzaB52fhBSJGFhehyhW0XboY2rELt37cTGNSUUN23HVPfJYQAAIABJREFU6eIoStVx6GfnIMkeCrKE066L+sZt2F7IYcs6YQUwOzubdCvQ+iHhdz7+8Yua49lBWQWyCmQVyCqQVSCrQFaBrAJZBbIKZBV4NSqQgdVlqkxglR5LIYMU+wgVgz9Uot3A397/FYw3IqiagTj0WTFGjyD0BLgi1SYBjQSipucjyCrayhfDUFZ0sppVtF5LioZWw8Obb70VN990HQc5da6JGUQSTLXUC/YCytQUrPZ6rl7o7TNrS9rne9//y4HVVMna+YjP6r5eJVr3lZY/TwJ0OV1ctFtTazMFP3kBgUChim02Wqw8EzcohmXqGOgz+Z+p8i59Nc7+StRa/DvxJH5/fqTi8IkpPLr3xzgx8SJ7k1IIDsHY3vN0vqewlsiDFrWwfdtmBoGnz06g2nTRDqltmUChxkpY8gSlV4lUASVUgjcE0ijV3jAwUihh5eAwVo2u4P8WLJsVzDRmSE2rkCJSVnFuYQ4/3P0EpupV5DXgzjveiQ0jo9y+TKCL3gupOMOojvHJh9BsnkDgh2i0HMyXY5R9icFhX2kAuXyO1a3kI0vBawQ/U7VxagVAfrFkV+AHAYdvefTlefx96Abso0u/i1iRK+rte6RNk1kZaxoWbEv4qRI01lQNmq6B8ut9Asi+8CF2XKE0pp/RPdE08l81oMtkOUuAO2LrB1O3YJlF5O0BWPYAzFwOjz32OObn5/k+/eav/M5FrZNfvP8Bvn+aZjLYZTeLCHDcOur1Cny/JXwjknnUY3IhxhkrcxOwWiglYNWAZhQRtutwz/wzBsP7EVXLCDwJhbVFtrGIH5NRfW4r5n71w0CuD4FHfrohwljDCquBGwp/gvGDpxGSSjVnoc1glU1JocY0xn3o8OEoAziq3okF/Wr+GQHoQMnBkiOUrQCfO/cwjh0+Aa/lIJqvQCI1N4PVCIZi4P1X/hTeuvUG+J4ETTcQUCYXqc2TOXshuOqGPubnK7j/7+/H9dddj5+9+25U6nUOY0sm4yI/ksVgNVG1d7x0e7ZuaL7xYOLCLtlsEf+WJRfbr9iKkYEi35VKq4Va0yGNLizLxtx8jcdD5HuQI4qfihEpJmTNwPzcAmI/wOhgiVWSCw5gF2TsILAqR2LnKZbhxMBktYHZRoRGy8dIn43RgozBnIYIMvYfmcCzh8YhazFk8vuFsNPofnWDt2jbhryMRcBcgLxt49m9e/DIj36Ie+56J1ti0GZCGrCXTKbOGpauZfwDfj9d0NqBnMJQpTP+l9/AWmrrsRjgpifo+rAuPqdEIX8JWKX3Q2CVHrQxSM8kx3ErPwgq5cL0BCKvhlY7ZLD65K5dWLs6j9Km7ThXXIlVzgJWtcml3GOf6ZfKZUwMr8cNK4bwmjUb0ddXxOzsDK8N/PdRlvCpDKxe1BqXHZRVIKtAVoGsAlkFsgpkFcgqkFUgq8CrU4EMrC5T5xSspmAlfRq1fkayBsJm9fk5/N0/fAO1JJmbfPYIqtGHUAouIXhKtI0UVr2KVFJYpa3T550/ha2seiJFmwbHCXD3e34Wl2/bgsBPwaoghl3Ier7SS/yu+zwWwfYGWZ3f9StA0gW8VTvv/8IOAYs+4Hc8EtMm+SXHLAUAvdfEYJnBqoBX6YMAAnubkp9i22VA57mUeh+yarC/aCyCEmnoEoPVHiiRAgsqg+PL2HfwOJ7Y9wjOzL4EhRWSIjinF5h0LkJSuM21qLTxwbvfidGhfkzNzOHEmUkcODnJoToLlRZafsh+mBRKFcshdE0TqlWCYwxxEgUzBSBpKgbyfVgxOIQ1o6NYObICBcuEGgKGbuLomVP40dNPYrJZxYZSCe+54x0YzBXhBQFCQYzZY9bzZjE98zhcdwJBEKFab2N2vo2Jmg5dN5Ev9CFfLMK0CP5psHVdtOwnalVu8w1DBEEIz/XhOKJ9n/5Lrfye6yJ0Aoas5H1LFgYEPQj4uX4TgRcyqCUvyb6+HAo5GxYDVvJUtaDR6ymqaO+VJXhOwP6rdG6XYBhDSguGTlYBLEaErpJKuYThwVUY6F8NyypC1XQ8uftJTE5N8fGf/NjvXtRK+aUHvsbvX5E1hroR+RnEQNttoF5dgOs1F8+V5FU6QzlRrLJfbLEEzc7DsHVoRgGx56J95vsoBX8Lu11HzXFRWmHCyCsIKhJa+4o4u+Uj0Edfg9gPIas+nFjBpaVxbI3+EqcOn4GmmICdQwsBNLrOkHyVgcjTocsOoMWYxNU4Lt8Ll+oqB4hlHUXNxmnLwd8eexBTJyfhOy7ChSpk24CkqYja1GKt4caVW/Grb30/gnrI44egK6XBiTXiPBm5CJbzPVSqdTxw/wMYG9uID/3iL6K8CKzy6pF4pCZy9HQzQ6wsApymtUxU9mI9EPVf5ELRE8QnRSHWrl6JYt6CF3io1ptsQ0DH0NiuNx0eG57jAqEvQtok8h62eKMh9DwYKkXY+4hUA0NDNq7dug62ErEalsBqhBCzDQcvnSuj7QMbVg9htKjC1kiZKeGFIxN45sUz0EyqFR3TZo3uhcBqDNpQ6QGrloX9zz2LH3zvu7j7zneif2CAgXaj0ehYYVwIjPLPEurf2fxIYC6VkYZt72OpQjVd77r/XdyN0Pv7C4FVcduSYK7E4iZVrAqwSvryrmK1PDOBmEP0aLxGeGLXLqxaZaN/0w5M5IexrjyJoixz4FrcbOO5dh0zw2O4MZfHtrFNKBYLHSsAYR0h4Xc/fnEBdRe1MGQHZRXIKpBVIKtAVoGsAlkFsgpkFcgqkFXgFVYgA6vLFGw5sErkIYICU5Zw5vgx/MO3fghPLwBxwECOP2xyC3XA6lUKxUm9BRmmRgKG9npS8mdXTstOQ3ISu1SZWqZjyIqBn/+5e7Bm1QqEJC1bEjzFxzIw7YLW3sT1jv1Aci3p66Xp7+eVgBWr58MVet5y7aK9H/AXAQJCDxfwD+z9QN99ffoAL3xQGfRxAHsCWUkBxqpChdv/qe2WVKu+71GMEAz1/EAWug7W4PWA3RSC0PtrujF2P/sidu9/DFO1U6yspA/y/Do98KKj1ooV+I0yxgZV/Lt73gEdAkqVaw2cnp7F6NoNGJ+ex/Ezkzh28gwcL4AvCW9TtgmQFaiaiN2h4DB6LYbwBEkDAsQ6hgb6sW3dGFYPr8LK4WEcOHoEu/Y/iwW/je1r1+KdP/UWmIrG/pyhQknwMQxNR6N9EvMLexAGc1yXatXDzHwZp2d01BstuH4A07SRL+Rh5ywYhsqKsDSZnq6JzkngtN0mmNpKvFHb/G9qWZYDCSErWF320iV1LVkS+B55oEZs02BbOixbRT5vCuWqbcKyLOQtG7qhs4qV7p8sGfzeXd9Bo9VkRayiacjbeehkVaApbDXQVxjC2PrXYOWKdcjnBmDaFp7euwc7d+3EmrVr8cv3fuwVLnni6V96gEKvaCzp0BOwSnYHnt9CrVaG49QZrPbOSR6z6asRjIPMdhRmoQg9V4BpG1ANG1IItE49ipL/5zC9eVTaAYZXkn2IgmYow1BUjNffi0bhBiiSCi9qIJINXLdyL0bnv4YzJ2ZhF/OIdQtOJIC1FsQIyTagLUOVfBhGjEbcj0PhvZjTt0KWSTcYo2Dksd+axxeP/gD1UzVWe8fVBiRbh6xr8GsNqIaBIcnGJ+/8ZQyHeUo/4/ArEfzU3W1J1w2qAamp3TBAvd7CV7/0FRQKRXzsP/46Fuq1HiuATnGSugmf6PMeycYJ/VzEyKXKdlHv7qPrFR1T8hZD2iQ0igOwCG4SmFbg+1GyESNBV2QResXhV7SWie6AKAj4fQRhiNWjJdywbR1sNbF0JY9nhHAg48i5CuaqbRRzBi4fG4TM4VEyDh2bwp7njkOzKLxKhRRTWJZYd5azAhA/D3j8H3xhP/75m/+EO9/zTuQLBRFelawzukqq2GVa+lM59RJFPt0foffuqlnT2i0LaRObl8V1Fkd1A67Ev9Pn9CpWxZylDS3aJFL4bKFE1grCCqAyO8mKVdcjm5IQu3btwuhqG4Mbt2PaKGHF+GkYpgSd/KclDbsbZVSGxnBTaQCXrB9DoZBnKwDyWBWbkcCnP/EfLmqOZwdlFcgqkFUgq0BWgawCWQWyCmQVyCqQVeDVqEAGVpepci9Y5Q+diXoqjTAqmTp+smsXvvPYXkh2PxCQS6EElUKbgpChjKQqhAOZxnBAT4Ire0Fr77nTD7Pcss9t5TJqjQZWja7DBz9wF4p5UtZ11a+LLl3QyM6POjC187Nuorv4EaHFLozsPVd6na9oACb0sidEXkADhnddcNJ7zk4SOf+wp+26k6ydQhc6BymByc6UwKeor3gtgqwEOkR7ai8Q5bP2KuR6fAJJTbxQc7Frz3N46sBjqLpTbOfAQJdgiDjZ4oAnWUN9dhI3XDqKe97+RkyfPYl8YYC9Qyv1BVy67XLEsoa2F+LZ5w/AMG0cmyhjZn4B9VYboaRy26yiGSAkwQ3UDI8JsBIopt9KMGJgoFTCyqER1FoNTM7PwwkD3HzZZbjlta/ndm4CKvRFyJbSzivNg6jV9gNhHdSpW2+GKNdmcXbSwezcAsqVOsMhK2fDtEyYZg6U6s3wQhb+vxwSFTockhXRayTeqrQ5wONR0thrlZStIlAqYAA7ca6BaqXBalcC4QROCRJrugydbAcIPpo6TJ3UoSqHfOmakqhYZWE3EJJqVYapCbsCgqvU3j40sApXXH4dNqy7BAW7n2F7tVrGg99/kIOL/uNHfuMVDdP0yV964KtcfPKE1TUrUSlLDFar5Xm0e8AqHdMJWEo3QXhI0/vTYebz0HN9sGwNsmFCik20Tu/GoPtfoUfjqDd1lAYsRFaLbQFKsoEF9Y04GbwJqkTq4zZsS8H1I9+BdWoXpuaaKPSXELKHL23MRFAjhcGq7IWQwxgahSopEs461+Kw8g62J6ERUTAt7LLO4hsHd8I700JASteWA1BNbROtuTJkU4Pkhvilm9+DW9btQBgrwsJEIe9QAeqWqlYJt9K1EKT/5te+ycrQ3/q930OlUWeFOVmdpI/zoV3XBiCdo2Kypsr0BFjTS1No2wVC1aI09K8TlCdgPqvjI1I4awL2J4F4HX9kVp/zG+LxRaFwdK0rhnO48dK1yGnkM0BTXbS1l50Ap2aamKu3EfttXHfZBlTnp1EolDA5W8ceCjXUSUVKGxMe22bwOrPUY5U22kgDGwYMfwmsHjl8EN/46lfx/vfdhfHxs3xvduzYwWpaWtPYLLrn0akDjYElaxGvc0usABbVNjnPUgUrB2z1ANze10vB6nn3b6nHqu/x/BcQXkIgSQxWyaeWwCorVsk7No6xc9cTGF5lYHTsSsyqRQzNngVaTQ4Sg6bg2XMTqBXW4nWbx7Bl4yWLwKoIwYszsHpRK1x2UFaBrAJZBbIKZBXIKpBVIKtAVoGsAq9WBTKwukyll4LVFDZQ0AmpC1cUbPzTN7+Fx/efgJYfAAIHESVsJ2CVPxOqMoJYKHsYLSSCpDQFXXisLlZ0pR9qCcMquoLZuVns2HEt7rnzZ6FSYgrEh+8u+CBQwI3vLwNWhWo2fX3BJkQS/YUeKQrtVawtfk1x1IVUT+n5EiFX8uE/sSRY5sN++kGfW7Mp9Ig+yEcxKFWceAP5GwrP1cTRj1qikxcgz1lZolZ7ATiWgoRexeqi640lTM3VsGvPPjz14mNw4gqnjzNuvlBQDEPHEM3yBN5y/Tbc/fY3ol5egKrncezkKQ69It/EVtvBipWjGD83gS1bt8KXdJwdn8Lzh46gFUmYq7dQbTrwo5jBIXmv0pihL5LKEuSMuCtb2AZQTagWBETeesMNuPqKHQhcFxGlcUchdJnawGOUG8+j1ToEKW4i9CU4noqWN4t2M4LrBnDcUIRLsWpUtL8TWKV6E4wiNa0A7pEI3xJGu8JJIt1UCAkHE9BK7k/goV6r4eSpszhzegLT0zXUGj5c6saOhZqVfHEJhmsqtf9SCJUMhQLHyDuUVKlsEcBpXwngpbAtDZopwqxWjKzBddfehC2bL0d/cRh+6HPQ14mTJ3Do8CH8xkcvzmP1K1/9Oo8VWdbYcoHAGo0xP2ijsjCHVrvWUaxSVc4HqwIWUi2NfA6GXYJpq5BNEwpyaJ3dh2L7j1CUJlCveyjmbPiKh0DxUPQ1tPsuxQnvbgTeEAO4wUIdV/V/DcHxg6g0AxQG++GHdN+ppZy8mynCCjAIIgYhAjWGpgNtZwC74nvhSsP8+5yl40facXz3wD7IU034UQDVDRBZKnKFAmozc5A0mT1Hbxh4DT5223sRg8aDjpB9VrsrQqqip5+Q0tOPYzSaLXz3W/+C6alp/P5n/m/U26IdX4DVC2+giDMuA14TuMqKd5p3CdjtqCXTjSFar0ghyWsoKbW73tI0ztjSgn8lg07BSvdk3gi/Y3Y6YBgfQsbKoRxee+la5HWh9qdwKtoYGy+32Qqg3HCQt1S8fvs6zE/NwrRtzFdd7Nl7GLJOCxNJXd0O8BQbOiLsjWcRdzCEDFZpPaXwqmNHjuArX/4S7rrrXaiWK7xxtmH9OoazrJSnboclNiysmE48oXvXYHrPDHNZOb28YvV85epiK4BFEDsJLzv/fLSFI7ohUsVqClZTj1W7MAQFMiozAqw2fYp4lLFr5xMYGNGwetMVqCp9KM2fgVutYOVQP7zYw+lyE6daBl5/xaXYsu1KVtSnitUMrL5a/zcwe52sAlkFsgpkFcgqkFUgq0BWgawCWQX+ZyqQgdVlqpeC1aXqKUlS4YcN9rn8/Oe/jBem5gDDhBUoiGSCUpSongQtcStqzAq+tLk+bS1O28MZrSbwYNFrMc3QMbuwgNtvvxV33PYmRH7AClABELpItkeUmvw8MRbtog6GZqk9QCJYXbbdv6sxvbDf4r9lwPXyAQEd0qO63xMwIKvCSI6hBBE0WUJY0FE2KaUbGCRo6scIvQixF8CJAoSs7pRA2fEUIMPKTVKckXqToBMxFgqx4aZhei1KCJeI9DElZDBIkFRS8dLpSex8+gk8d2QPZINAjSK8FhOFVqp+TfV2PgGa1jxW5WS84bXX4dIN69Df14dnn9+PlSMFrjFbE8gqqtUGVq9eC9eXYBg6Tp0+iTVr13Ab8rFjx7Hv+DgaQYg2BUNR4rtVBNwQhiIjZreA1C5CWAUQwLvrDbdi3drVCHxPAGtSQksaZNRRbTwHxz8NShAnkRyBWfIJBUMzE7puQ9ctVuWqCgVKGZAlAqoyA00G791blNwvoR7ktmqqHIGqFOKQwjb0UKtVMTF+EpMTE5ibL6O8UMPCQou/ylUP9VYM1yX4rULXdChqEkYkOwxOqR1a1dTEZ1Jch0KhV7rGv+srlXD9Da/F9dfcgNHBUVb5latltiw4NzGJD9/9K/+W4Xjecx742jdYvagZJkzNgk9K0Jg2QlxUK/Not2ocOsTWH7GY1+QPKsSPCXQm9bGiwOLwqjx0S4Oq21AUE87UAVjVP0dJOQSnHcI2FISBxKpETW5DKQxjKroT47UrWKi4IX8Kl/Z9GQuHZhCpClsBuCEpA31GkjSmSJ/MAktWVJMNhQKEKva334DT8dXk/szq+e8oJ/CTF59CPNXieUXD3zUV5HQTrUZDBOlFEfIe8Jt3/Dus7lsPSdMEUO8B6b2qdxobNNfqjSYe+v6PcejAIfzRn/0JGo7L40KsR4vV6YvXtW5QX6+qPfVj7i4PBO57VavdVnc+H4e6JRtVfB8E7OsZuh2FqvhZ6t8qlKsEXMM4xMqhPly7bQPyhkKnZMsQ8goleNriTQhSVUvoy+moVpus6q3WW3juuQPEbhkUk2KbzQxofUsgLm/K8PcB+7wSbGWLBtvG6RMn8Y/3fwH3vvfdHNRGGwyk3hYhcInNbK8TQnLtId9rDQp7PHv8nkjV3XSabBXD95PqQOSYH+wEfkFIu3gi9K7LZAUgNqc6tUzrSt0QyYPeD4XXib9j5EsLBHGMfJEUqwoqs1MIvQbPT0NTsPPxx1DotzC2ZRtc6LBm59FuTqAaAsM5A40YODgP3HTVDmy5bAfy+Txm52bYCkDY5SDzWL2oFS47KKtAVoGsAlkFsgpkFcgqkFUgq0BWgVerAhlYXabSS8FqVyGqQFYdKIGEv/7rL+NMu41Y12D5OiSieklbqPCHE6hKKG/EIwWrBI0EsDsfrKaQy48VlGtVfOD978Zrr78KXpupYedci9r9WdWUorFEzZU8U06O6W3vXdrq2wtBlipW/6cGY08gzVI1KYFVsowNFUDzAoaKTsnAo0aIquTBimJskAxsihX0B4DsRPDckELQ0aIP+KQGDiPY5GmpqwIsJIoxgqRUKcIQDH0oRKzHYiCEiuePnsbOpx/BiydegJETZovk1xrEfJS4VwlcYIsAKNDdCoZyErexttsNDI2M8LnvuGYbxjZvgmFZOHj4GBwvRi5fgtOqwc6ZmJ2dxuaNGxmk0CmPHj0BK5/HfK2OQ2dmMFV3WFVKEJjAYmoXQZYHvu8zcPjgW25HqVRCEHiJ5QG18GuIwhnUm8/Diyb5+qOA2vg9+H7I4NAyc7CtPmiaAKsU2KSqZHsggExnfKat2dxm3FUAi/smlKppXQgo+YGLer2CuelzmJ+fQb1R4zCees1BeaGJiekaJmeaWFiowXNF63dMkEYmr14RTEPzgEAZfc9txVHAwEkmJa4qc/jVlTu249ZbbsGWTVsRBD4qlQrmFhbQbLbw8V/4rYsanv/wla/DsC30FftZtVor1xD5NL9C1KrzaDVriAKPDX8ZWDL9SvyNeyw3CMCZ+X7oeRu6ScA6z1YP7dnDyM3/FfLKXgbLhkaJ9TFUyYKqu9AsAw28CYcat0PSPFxeeAar9e9h8lAdub4iFJNsI3y2FaFtGWaXBPuoNjwuI66hpsg4216H5/2fRpC3UIGJb/nP4sXjRyFNuZCbHuKcjiBnQDUNhNUGFALyiBD4Dj541dtxy6bXQlJ05GIZPvtTdDdU0nVBKFYjNFttPP7Qo9jz5NP44//+53DYHzhRxLPtR9Lev0R5mS5bYiz1puaJ+967NvSC0lQB2lHy85gV47b3OsW45P8VYzQJzusODgFleX0mf0/LwLrVK6DS/Y0DnitRJMNxqC2flKdCbUozod12ECSBdnUK60q8hcXrCIApjkkgK8NV8oIV4JVuXs62cO70adx/3334+Q/cBTufW+Srnf5dSO1ROps6kgRNVlmJu2fPHux64gnohoYbr78WN7z2ejSdNofVEWpOz0H1JAua89Wq3WosVcZyLXvA6qLf94BVuj6yLOmAVUmA1VxhgMFqdW4agddA4AbQDRU7dz6CYl8OY2NjYl0qNwB3BhNujDUlG04Y48WyjBuu2oFLt+1ALpfD3PwMg9n0b+inP5GFV13UIpcdlFUgq0BWgawCWQWyCmQVyCqQVSCrwKtSgQysLlPmC1kB0FPDKMZAv4Vzx8/gb+/7J9RJ6aUb0HwZktIFqzKFwYiP/hzywx/okw/epHLj9msCBMu8Pv2OvDopKORXfvUXcMnYGrjNsMMklkLS3oAm1l/1Jmr3/JuvaJnUbwYFDGhJCfm/bvwtBaodSBJJCBQCHTE0P4Cmq6j3aXhBBapSjAXJRR+17UKFDqAUyciTv6QnIReQOpXgnodW5MFwNfhSjEASSJDhEwuthHciafyopkRf1FiCGwBPPX8EO/c+gpMTxzpgleBLkPi1cq0SKRnVzGnU0S838ZGfexdKwyN48fAhHDl6GgeOnsBQwcboyDA2blgDz2lj9cqV2LBuHfuONpp1zM3Poq+vD7NzcxgcHEFtYRKXb9kIWbVweq6Fh556AWfmFojCM1RM7SIYrHoeRkZG8KHb38bq5xRssAIPCnzvHFreIYTxHP+bFK4EdcgmQTct2HYBtlVksKqoBFZ1fo0UXNAxS1XTKdgRieCpgrD3+xCe76Jam8fMxFkGrK7nsGLXaXtoNBxW7S5UaqhUWnDaAYKQIJbwx41g8nukuZEGufEcIe9GUi6T0i8JIRoeHsaVV1yNK7ZdDdvKsUqvXK6AINcvvv/XL2qgfuPB76PYV0JfsQTPDTA9McOKcFmKGKw2G9UErDKiEvXhNDWxEdIZw+Qnaxehkc8qe8PaUDQT3sJJGDN/hby8G74XcSu9CIfSIck+2yDI2jocan8Udfh43dofoFh+GuOnW+gf7kekUIt6xEF4JEGmOpHaUicQnYBVar0ma9SGn8Nj5bvw7KSB/itNfLP+NM4enYY05/KaI/N1GfD6LWCuxipKWCokz8X2wS348I63IacXkFMt+Ek6Xe/GEMN3SYIXBnBdH0/ufAIP/fBhfPYv/hti8pH2F4PVC0I73mBJx1EvWBU2AjSWO76oPXdUqKQFuGQEK4nxwrYDdBCprXtW0Qu9tgjQ6m5IBbKJMPChkpA98oVKXSamztJVfggLBrIfoGtjXSb/nJTjNP+6Lf9ikyMFq6S2Fb8LOdiK72FIimUTE2fP4v77/h4f+rm7eaOkM45400b4Jac1Sv/LvsO6jSd2/gRf//pXEIekiI8ZZr7vfe/DNTdcB9/1O9cj5rEAq+nj5QBruubzWrdEsdo5PtlkSZ+brj8Ee4V2Gsjl+yFDZbAa+k14tKmja3js0YcwWLSxdcNqSH4b42emMGgAbdVG0VTQano43FZx5bXX4NKt22HbdgesputCBlYvaonLDsoqkFUgq0BWgawCWQWyCmQVyCqQVeBVqkAGVpcp9HJg1Q8jbFg1jF2PPoF/+NaPgHwRMqlPfUBSuy2s4gO5ADJa8n36YbwLVkVI1SK6SgCCPmRLMhotF1bBwic+8UvoL+TIxhXUrd776ADUhBsIZir+0fndvwpWU+iQKGzTTuf/RYPwQh/sBcCltnvyNyTfyACKoaJcVPAYtcLHQD6SoJJNgARY5IwQAw4p7SQJehyjGAH9gYxCDBRa5IFKKryQv6jdl96ss36qAAAgAElEQVQV2QOQ2o+CfmJSsSaBN812gCeePYCdex/FbHUCqkkBWERaKIyF3BYXiYO5Eu12Eyv0Nv7Dz9+JnG2yYnBuroZnDx2HPVzEAikpZ2cxPj6BUqkfW7ZswZZ1G9Bo1GDqClaNDqNercJ1XCw0pzE0UIAcqJDMEXzvsWcwUW5AMTQBtgk4qnS9AUIvwKaxMbz3tjezejVtlU4VpJ57Gn70EiLUBSQKqIU8QBQq0AwCq3lYZgGaakJOwCqpVjtgtccfM4UnqUqVAU8SwMaIi0GzSDr3/DbKlTnMTJ5Gq9WA77us8vM8H47jwmm7aLfb8Dy6CQJw08YEgSG6H6kVgPB4TYEZDXDRfk+FCOmeRhJy9gDWr78cwwNDsKwcByYFno/b3/TBixqlDz+9F6ZBFgkG2i0XMxPTiP0IshyhXl1AvVbmOpKhRGeXIepaAaRzm+CvmctBtftgGjqDbAqw8iuT0Kf+BjYeF8rHUIaqEGDVIUnkjUvjK4dpfBAnvEuwtrQLG1sPolZtoDjYl3h+0uYAfZG1CPmcghXPtB1D/JNhqySh5RfxPx7fjIPzfdj87kvwnfKzqB+agV9uQjI1wNSglwrsDS2R5YHrwQ5ihI4Lc2QYH9l+OzYPjkExch0t6XlgNQmv8rwAe3fvwT//07cZrOq2zfMtWXAWqVEF8OQFbYn3ceoL2uPfy5NUPLf30QWNIqgqBYed63uZHSAeq+kpe87L60DnpWhdEGOT5n8KOxmmJjYYhD1lUqBykJjEmyWksCbLlxipwlUoVtPNsxSq0nuhjQ7bMDAzMYkv/P3f4YP33o1CgaxDBFBN7QzYnztR3Kfvm+ZGw/Pwxb//PLyZaawf6oeqSJgqlwFdx8999OM8hknhSTYxHIbHoFqA1aVr74XAc/JEVkGnj8XPE3ORHqliVdzv5cGq65Fa/v9j702g5DrP88zn7rX13uhu7GisJAiSEAlSXESRNElRMiVZkrV4iWxZkeRknJkkXpLMmTnxmThKYkuW5UTxKsuS5ZFs2Va0WpRIcQOJhSBAkFiJxr51o/fa6+5zvv/W7S6AgO3BeGjnnFtHze6urqp766v//6H7/O/3vjbbn32avqLFltGleOVpanMVhgs5aoEuW0AQGZwObFbcegsbb9ymwOrU9CW1zmVg9bqWtuxJWQWyCmQVyCqQVSCrQFaBrAJZBbIKvMEVyMDqNQq+/+UTr1N2ysWmIITRkSV87at/xfd2vorT06cuOqXrU1LQ0wvjJIFaQI2uvENTVZMcLgWr6tq0Q1maXkwrsBZpzFWrrL9hHR//xM9iiHJLqWKvIA/t809tBdqXv5edu1y+X02lKsFFiyqy5JkKWFzBetMSJaq9qx+/3WV71Wpe62JesQsBq6IEkwCXosWlEhw3RLEoQT0ak3pAS4tZLl6hQEPa+8MYX1pQ9aQlWmJ9BgWyxhaDoU6XG6G1IqVAFAgivpyiWlMwRRRuhsFspcVTO/eyY9926r4EV4lkTvUJq3PqMIVtc4eYerXM1tF+fva9jzAxfo5CIU+t2eLSXJU3b70ZzXCYr7bY8eJL1F2f+UoFt9Gi2aixeuUId27byuplSzl/7hyeW6evlMdrRdTiIo/vfpUZCRnSQPLdVUK7yBGjgNgPedOWW3jHW+5RUDbx+kyDjSLc1nEiThEjfpcS+NVS4DOOHJx8UVkB5HJFTCMBq6ZhJ4FfbfVlZ/BQ+gEm4zgJ5JFbp5IuUbFKIJa0+V9iauIMrVZTqVXFV1KgiIAe35MWa1H6iZeqAOO2MlaAoCWqbVMpcBVYTeEqAr0kxKsdUKaZeF5IueKhmyVGhpawdHgIS7dxjAL33f2T17Vk7jh4OLFB0HQCN2R64hKB6ymGWq3MUy3PEIrHaRSgCZRXveWvl3ErL85iDivXi+M4SrWq5/KE1Vns8S9i+o+jaRGmJiFdHlEQkxOFuwaNsg+lbexufpyjYzXes+a3GCmexXTyyl9ZPoIErAZqHDjKZ1Owqmw4mGqTwLTyPPeKxovHNXIrH2Jq2xq+d/oF6q+eU5sWTk9JBeg53UVagU8u1Fh5bI6BiSYTXRrnbhrgnRvfzGPr78WwuhZCuq5stRfFrVjEuq7HgX2v8NU//TM+9V8/S1dfH57rLyqe22i2c63oVKyn/tDJfVfYALTh6pXrxevXj8SnV3kid4hfk6W0/Rml6tj2RlUyiNsbRwLLxa9UfheYKuNRAKiC+YkSViBqMuaTTZYkCKsN/NVrySaB2AckatHOr4XNiPZGhGyAiGJ19tIEX/j8H/Lhn/qAsvQQqLrg2Xvl/lr7/GVuzJTn+eof/SH3r1/LaDGPHvrUwoA9x8a444MfZnDJkJpzsrYlx5b30JFCdhXA2jlp0vrq1wCrkSb/frT/ZYniZKNAbRomYXbKY1WsADCpzEwqxWqzFZDLO2x/7imKtsbWTaPUpsexPJ+8rjNXbWBpMV2lHiZii+7RjazfcpeyAsjA6nUtadmTsgpkFcgqkFUgq0BWgawCWQWyCmQV+AeqQAZWr1F4AatXu0nIy/LuEr/927/Hy+emKfQMoIW+Spq2rASmKmDTCVY7bADSv6l21gWFUargaitN5SI7hPlalQcefoD3ve9h3FqIJmakV4DVKxWr7cvf11kBXPlekvN4PShKlKSXi2gVrkgB8NW5aqK8usbt2iopAYQJADAk2bvLZrwUcVSFSxnkRZkq3qgRCkQFukaZkHnx4dRMSu0QG0F3EzToxWIIk/5YozeEnIRZycu7EXorIGr6yh5Awq4uTs3z/R0vsXv/C4SGi6YHC4pVJQfs8MNVoCWK8JpzPLR1HR94x4PMlyvElsbBsaO4scm6oWEFEpcMDHL65Ak2rh/FcQyOnptj1+5dTM1MKRgxODiIadrcsn4tt910I5ppsfe1s/z1zpdpihbRkHOWhCJRQEvbd4g4TNx3193cdfNNCVhNaZLyOhCweoQoPkOMT6zEg9KeLNRaQF8CVh1HwKqDLlBVt5TPaqIAXPSrvBpsSeBSClm1xGdVBichzVaF6ZlLzE6eUWEzSi0ciGJV/F0FsEqAT5woU8UyQz4vTWCqiSbK2XZ4lQpya88ZCehRYFsLVQCXWBaEgcHMfIOZ+RpdxUT5W7K7WDmygW23vf+6ls6dr7bBqszTIGZ2YhK30VSlFRuAynwCVuVLVKkqoElA3BU2GmL5YeVtjFwveTuHlTfR8yXiWhXr4p+ge9/CMEK0WIC2R+BH5ATAmiatWRe7p8h3qp/mz763gg+u/xw/c+8PcT1RcVtoup3s2PieUilahqkUvAKDbVPguEbLc/jiDyLu3tJkPHwzXx9ex55je2ieukTXYB8r6zr2eAXdtji2sYQeRNzx7CWGJlyOvGmA/estbu5exse3vZdeewjsRVuITri6AFZbHsePHuMPfvcP+U+/+SmGli1TYDW5SX06SGd7Eyad/+lqc/lKsQhXVdt/h2LzsvGotrQWfVLlb6oroGMJu3zzSF6rraRte+MuvF7kESvfUjMBhNK+H7hKuSqfr97uCuj0O5XApvR3eZ10A00C3F4HVRcsD9qPiyMKuRyzU1N84Q9/nw//5Afo6etV41udcxosmFaxbTUh5ybvsVapsuP732Ndr0OuNo8VhcxX68S5AssefQ9dpW4C8YRtr8HKj3dBXb5YxSvVq6/7N+EaVgChmu/JvwHyXpVStx1eJfenHqtGG6xGQQNRrOZzJk8//QPyts6bbr1ZWaTYnk+g60rV7ohPsGkyF0FpaA3rNr3pMo/VVMWeWQFc1xKXPSmrQFaBrAJZBbIKZBXIKpBVIKtAVoE3qAIZWL1GoV/ed/xy1Wf7ojJXKlACfv1Tn+N0NaDU1UMc+IQCiZSFZ9L+L7AoVawqtWnSD9v2CGy3tHaAzc6LXpVAHkLd83j/B9/F/W+5lcpcgIlF3AFWOxVanR6ropBLoFmKO9oekVe8VzmOSoTvdCBsQ4FO5NoJLC73cl18wb8JrKaPuhKwqtZb8ejTYky5WO+2OVOImJacew2m4hYDmsmIaFLbsED0YxUiau0TdKKYAgYFEZxK2ZT/YKD8CuX99UgbufJmlYAs0ANUC/TYiXG+//wuXj68G2zxrg3b6kABe4sqTXkNAYvSft+sjnPnxmX82I/cT2/PgLp/90t76B0apLfHplptUCx0MT5+kZWrlmOaOiWnj1cPH6S7r08p5I6fPMuxE6cx9YANa1cxNLKM8dkGh05cwNdEudm2JJD3p9q+Y3KawcNveYDNa1cpaCk3UeAmPr0urdZhwuhc4naoRHeSRi5q3pxSrDpOQX1JWr1AVRUMpUt41WJrdfoZpa3QiVo1QWDy3tPf5T0nMDyg0ZxnanqcmamzBJ5AQwGroYImCrQKLJeAJdtUYFWosYBcgbqW47TVqmbyntvemclYS4CxBLXFsUkQGZQrAXPlGjotBvuKjK7YyPoVN7Nm7QPXtVQugFWVpq4xe2kSt56A1UajwvzsNGEo1gYyaNqWHVcBq6J2FLBqOmIF4GA5JkahSNxqoV/4GoXwf9D0m5yYNVjVF9NnR1i6oTZh9JpGnG/xpfHP8uUfruPW6Dk++7H/G0ObIfRlo6ag1IGa3yJn2spvWdifbeSUvYhpOzx3QON8ucRP3DXHzhMBv9P1CPuOHyKu+Qx393Dn0xN0X2owu6qLPfcsoWyGbHlxhg2nXQ7ft5IDAy2WeBYfv/N9bBjZpBTNCehrq9fbP5uaIVFaCpidPXGGz/32Z/nVT/5HVq9dT8tNxqQalx1hfJ3q9k6o2qmSFzuQZDwna6QaXx3BVwpoy/2i3FUvIots+2CKsy6uVMlPlx0pPaPLLApiTZSmiTWIrMlqGZY6K2GqbEikFq6JHYAoWSM1BhKFqcBfgaKRGt+pcjWZL53nL7+LqlXWzEI+x/z0DH/4+7/LT3/ovfT29S2+jUR+m1jGJiu3AsayiaFsH9A4dfQg44f3M39+jOG+HpqVOstXb2DZQ48pKwBZ+0SZLOclryJK/rRMqp6pQLj9HhYnTftRsr5eoXJNHxMJsl1QrCZgVVW6DdGDOPFYlU2RyuwUod8g8CIKBYunfvh9bEdn65u2Ko9lO9ZoiacFkJPwQmJqQUypZ4Q1azZTLBRUEJ5szKSK8n//r7Lwquta5LInZRXIKpBVIKtAVoGsAlkFsgpkFcgq8IZUIAOr1yizgNXk4rHdPtpOgu7tzTN7fpbP/N6fUjYMSk5ehYdoBRuj3RK6GDyUgCtRRKXwQK4pBYip318vGFX3q6AYPyS2c/wv//QnuGHdUuYqoVJpSixJeruyvX/hdy1SF+PXelx6v8DH5GGvB68pIFY1uLYYdeEY11Sl/g3DWA5txjoNzScXBbi9ecZycEFZciaKs25Np6sdOiXIwEdjUvw9dWn9N5Qi1TU0+q44TtsZVF24G7GG2Q7kysfQ24DD24/zzPPPMXZuP7GdKGd1aRGWNK02IJd2WsW4wwSOaH6VJQNFCo5OV6FAT7FEeW6SN9+xlc3rNyp2cfz4cZqtFl09PczPz7FqcJgjp8bYsGkjJcfBbXjsf21MpcK7YcjF6QrT8y71VkBoWipExxLVXBtQCdTpyRV45/0PM7JkCWEsXoo+hBa2XiRmCs9/lTiaWQQpaUiaaeLkunHsPI5dxDASFWSiWBWvz/b4TOFUR9t0Z/t2OnaTQJ+k0FHsUavPMD1zkbk5aaN3CcV6wfNwfR9XvreSZG/TkjZ4CeQSoGslSlWBraLIVWpVI1E66gKLE2gsHqpiYSGRRUFgMV/3qDaa+LUaN6wb5a6tb6V5yWXz3Y9e10L5wv6DiwFhsc7c5LRSBoqK23dbzExP4PvNpNVbxoYag4nHanJL1L5yzlJfO5/HzOXQLYt8Pq98NVvnf8hI/HlenfH476eX8vDIPD+xoqaUeqKyNkODyIVf3/uv+cHhmzCCJh/Z9hI/ft83KXjzaEaBIHbJ6WKLkcMNmvi6R9HspWBrXJwf5tPfgJ964Dx3rclz5mzIb88X+PZ4jri3m2IrYO2JOpteq3Fxcz8v3zeCO1Nh2cEp3vJKjaOrLV65uQuzBQ+uvo0P3PcYtsTF6cr9WLWTK/dRsdsIPFxTJ9C6uHBmgt/8rU/yy7/0K9x86zZqbnNhfbvyw1hQq3YA0ET9KxBy8dGL60cCL9Wa1BF4pdbQdCMg7fZXKLbtj9qpsl9wGVgMGes8rzSMLH39xfG9eEKXjX+BngneXVBsClSVoLW2mFutHwvq7kWXA0IBt4Bj2tQrVX73c/+V97/v7fT19an5kG6+yXuT9c1WdiuizlcOGphBhGUYnD5+jEu799ATevT0FtA8n4lGnYNBjoHhQYaWDrFi5UqKXd1KtS6he+m/Lwu1bW8SXU3NmtZn4bHtD6e9tZJsDMpaKLB4AawmCmU/gmKxV6mqq/MzxIFH4IXkchbbn3uaZrPK1ls2o+sxluEoKxbZkBCFsMxveW27NMjS1Vso5R3mZqYJxdpAoLJu8qv/+l9c1xzPnpRVIKtAVoGsAlkFsgpkFcgqkFUgq0BWgTeiAhlYvUaVUyuAtP0xhZb9PXle3XuIz3/lO4SlLnKOpSCK6ThobbCatjWn4Eo6y1MloGCANJQjvf7uPIX0OC3PpzSwhF/8hY/Q32VTqS+C1SuBqsI8nS3Kf0ewqjreX9/dvIiO/pb2/87zvh6wKs+XtndXC3C0iPkemyNWhK8L4tRwicijUVBwNyTSdBro0vBOTrWgwgw+ZS1iayxKu0WYnMIZ9RZjTUGQSI/IRRqlmZgjzx1k+67tnJ44hOYI4AjRNZGzti0alLpY+E+iYAt8n6FCi7c/dDeWY3Hm7Dhnz04wdvwYS5cOc8Oa9axauZxGtcySgV7WrF6J22owOzvP+UsXWDu6htiXd2Vw4vw51oyuor9/kMlyk+/teonTk3PYuoMjWlsV5GRKDhV+4LK8v5d33n8/XaUlKpQKTcKQLGwjTxSP4/uHEJOEK1t9xdfUdko4Th7bErAqgFO8VRfBqnwGScr6lQFDnSnuCehKwrLafsGxR7U+zczMONXKjPJXjcRbVUKrXI96w6XelHRw8XoVrG2BLiDVVMnqhtn2VVU+jYmgTtSHmibWAVY7Id1TXrMtV6faCJmemWHtkkHe9/YfI5hvUT4/wVs+9AvXtU6mYFXNVQzK07MqWEx+Dzw3AategzDylM2FgNUkXT69JWBV7so5BaxcLgGrtkk+V1BrQjT+AiXvd/jD12Ke5AaWWDP8b/3jbBvW8DxXjfkLxwv8+93/hjPVPiy7hOV5/Nx9T/HOzd8min2KAskNjUigtOersWdJOWObv355C6N9J3nz+jot8oyfizlJjV89NkytZ4j6xfP0+Sb37asxt7Kblx5aRvdEneGLdW4cqxCNFDm+rkBomWw0h3jHbfdih61ELSzzRYVu+YkNgnx1D2AO3cC5qRa/8en/zCc+8c+4954HaDTF+fjK8XJ5cFK6PiVWI1fbUWqrKttepqnKUq2hSh/dtklRT03U+Avjpr35kyLZ9DmJyjU51mXrk560tF+5YdSppE1/TpS0yS6YUq6LEjT1VFXwMrVUSaCrsgiQzbN2N4D8bugGedvGa7b4zKd+g7c9ch8jIyOJsrQNi2V9ksdpQYxlysabh4VHa3qCs2enef7AIdyZS6y2HfpMk2I+z0m3xjPHJpTi1nEsVqxcwTvf/Rj9AwNKOS7nLZsYC++rA6z+bWt3Z70i5S+SgG2ZCylYVV0ZsjaGUCj1Ypk6lblpZV/Scl11jjuee4axw4dY0tuDbejYXXmsnKXU3blcHjvn4Dg2pcHlrNr8ZmzbZmZ2WgURylog2PXX/tUvX9ccz56UVSCrQFaBrAJZBbIKZBXIKpBVIKtAVoE3ogIZWL1GlQWspp56ndByoCvPd77zJN98cgfFoaWJujEMMQ1LBd10qlXTi1NJe1Y4QEGc5GL/ahf8nfc3XJdVG9bzS//iJwga0PRidbF+rRDsy9r1JWzk76BYbVuJXmaL2FmO9DUvBxCXh6Kkj782WL2aY2vyrJAIK9IV8HQsjfPdOgdVG7uOJZ61Aq2k1VpUp0FES9c4L228mkFJKimqKk1TkFXsGRT/6HgDiZ5NVV7pfEV7KGDVvuhy8Ol9PP/iM4zPnsLO5ZRHoYBVaQtXbbnK31M+28QH0XNdtgzrfODdD9Hd3YMfGpw8Nc7xkyewCg6np2eZnBhndvIio6uWcde221i/dg1nz09haiHrVq0kaPnMVcpcnBpn1epRDCNPE4PvPL+T01NlHKcLQ1S4wiAFLZomodtk06plPHr3XQqOKmUcYltgYRk2YXyWMDiGrtWvSF4Hy7KxnW7VKmxbeWUFoAncFDuAy8KrOoB0Zxt2h1dkAmcWwWoQthRYnZubpFEv4/stpTKTcKNW02euXGdmvsr0TIW52SaeSIxFcW3oid+qllgRqHHQ9myUz8m0ZONBtNQSYBWimQZ+YKg69nc7/Nuf/xgrCss4deQI3VbE3T99fdBFwGo630QJXp2dpzI3n6jyfI/ZmUu4rdoCWFXt2R2p8Z2KVduS8CqnDVYtcraMSAhn9nDi9B/zmQs21YE+4jjHjfWTfHxoklu6I1pEPLd7hN879n/SDAJyRoHQNLFx+Vdv/RMe23CAqXqDkgQEGRY+AYOWg4/HicllnJjS+cBdFwl8G8/LMVutUuoa4YuvdTMRDNMbVuizHFaWwegqML+iix5PozfQyLsBue68shZpEtKDg1dpUCdRnxpKjCs2CaGqkzj7Rt1Lya1/C6crOp/+9f/CT37oQzz86Dup1WpXXUWvtn5euSl0+bqR9punbfXJ93RzK53vyWZQG5im877tDZ2us+ruKzxe05NULfxtT1+1JreVsWr9aI//zvX58nOME/uU9vFFeS3heOItLO9Xvge++A0HCk43PVdtNsjZuvUGf/Fnf8Zdd9/GunXrlP+w/HthmInXq0hUZd6LdUxrdpLymcM4zTkuTDd58rUxkcwzWijSHUSU8kVOhQ1ePltR6nbbtPD8Fm+57x4eetuDhGECQRe6I9prpQqGu4Yf9pUq9YUPtW2NokIaBXIHordO11v5MEzyxR50LaZRnUcLfDwV2OXw2sGDHDlwgMBr4bdctU4kcF3Gl8Bk+TctZvUNt/Loh36OXKHE5MwsXtCSGDu1DvzaL/2bq46v7M6sAlkFsgpkFcgqkFUgq0BWgawCWQWyCvxjqEAGVq/xKQhY7bzITlWo3bbJH//pn7N93zH6ly7HQ5SkYMeSMh1eBlbTl04BpoKuHW33qYo1vaBPjyHHbbkBt927jX/6Tx6lOuMTxAKjxHNvEdIuXNy24UP6e6L0WbxdTeEqf1VWAHK7Rq//3x9YvXqRRZEpnqeSKGXnDE50aYzpMYnhQaiAR6+EWKHRIKYlnnwippMwoTimLME+ukYPJj1tBZscqdPvVfkGRhqhWDlosUpFj07W2f/ULl7Y9zSV+jiWXUi8EEWxqpRp0v2cqKVEpWmqsBWP29f18MF3PcTJk8fJOUXqNY/JyQk23bCO7r5epmbm2PnSXppuSMOVtHCNZqPC+qVDPHDHHRTMPBcnLlJtzdLX04Vu2mA4HD16mkvzTS61fFqmQST+mbGJLr6WQcCtN2ziwTffpQBE8v6kRdvG0qVOJwmDkxiauxCok45bAatOrgfbziHwTxdf1bbH6rXAajoWO8fWInBZBKt+0KBam2a+PEWzUUtgUuApf9V6PWB6psbZ8XlOnJzi4tlxojDGNB1iPVYBXcpCtS2ZlnFmCGBSIVcR+ZyEbCUJbl4gY2OA0dWbuXX9eu69cR1zZy7hNaoUiwb3/fT1QZcUrMr7NHWLRrnK3MxMou4LQ+ZmL9FolJUVgBKqKviWALWkHotWAJbpKGsHUa3rto0j39GZuHiYrx36AnvMHKGpzB3QGhFv8i/w0ZUVVuY0vvDc3Xx77L2YtiiRxZ6hgR+WWFOa4d88+BesX3IA4Vg5PcZ1bJxAJw4LvHB8FZvXnGX1YAMvsDl3TqNVFli7nMLAGnAGKMaesg8OHF0pAC0vRLxSXWKaprR1BxQijZaooMMQ1wArziebCm0lZhrSRBTS0rtxNr2VC36e3/n0p3nbjzzMY+//ENVGfVGtueDNmngAp/C6cw1K1ajJ2rPoiirzdrFtXS0LC96reodaWL1We74ngWhtS4vLLEvESiAmCGQeplYs4g+a2nvIzwFhO3BN4L76PRSPYBnH7QA2CVuSQDbXxVc2Fy3lHyx/F1VyvVJRfqAtt0Wr1VR/U8Ftoa/mrlh5yHeBvNLSnzdNHnnHIwwPDyuwKnYYqgyyi2O4RJpF4MLcxUt8/8+/yvLeIv2DQzy3/xWWdFuMLunHDHxKVo6xqQnOViP82EDyw+RYvX1d/ORPfYCBJSP4YbAAVpODJKrbxL/g9bcrFe8Lj2iDVTlHOUaqWFVe4OJ67IeUuvuVfYTXrEPgKRuXXD6PZdvUW7JW1FVtGpU6rXqDWrVCs16j0ajRqNUZWb2eh9/zIQqFIpPTk/iB1w5XjPlPv/iL/xj+v1J2DlkFsgpkFcgqkFUgq0BWgawCWQWyCmQVuGoFMrB6jYGxa+chcrncglpKHiZtiqbr8t8+/0UOnp5mYHgZrhGoMBoBdqKITNuqU0iqLvrbF/ZKnaTay9O21muYrIoqKNJ49D1v4x0P3kZ1Rnw1HXTdQ4sTf9ZrwdLkIj3xJ0xv/7Bg9dozTwCw6ncXZVXe4Ggh5Ky0tSospSmFrqiWLBXgAnUJrSImrxnKo7IRR+Q1ne7LommS46VvX4JXEr/OJBDG9qF2ZJaXnnye3QefwQvK6FqiMBRFmGp1V+nk8goCZRMIIVYAD24b5dEH7+TcuVPKK3BqcloFvqxYuRTbKCqw8tprxxgaGqaQy1MuV3hq1076tQym6DgAACAASURBVIh7bthMf6GP+fIctcYEpt5SSuF8oUjk62hWkbpmMllvUPECydJSytxaqLH+xlu59dY7FOQTkKRa02ML0xCvzjHi8AxSkc72ZfnMlVJVKVZzWKaAVfFXlXFkKNXqAjhvg6krVcdXtkarRLW2Utj161SrU1SqM7RaLQK/he+7eL5PrR5wcbzM8VOznDh1idr8NAPdebq7CwqqagIZtVCp1QxRsBomtiUWAeIJq6EsDGxbwbOWB/2D63nkkQ/gBCaHnn0CozZPT6mEmXd4+8f+j+ta2p9/+UCSKh8L8LJwqw1mpqbb4UUR8zOT1OpzhKHf4bnbkXifglVNlMGJWtV0LHSlDrbVezp/4ST/7cjXOK9Jq3yA5caELRujGHJXfJF3F1y+vOPHeHXuHkyzhhYlIM7ScwQtj/U9U/zLt32N9SOT6G6Abms0jRzTk/1MNTS2rrtI6BUYP2ZxdipCr+nQ08PaDZtUYFgcmvg6mIaxkEAvmxZioSGw0QpRYE8gmOaFhI7UQ9rd06C9ZH1SPqCGQSsqEI9uY84e5POf/Rxbb9nK+3/2o9Sa9cRL10xsHpR3rp60uV+5Vim1YpS0zXeOV/V7JKFSifJTfQnsDEK16RGJf28QJNBSQKcvwNPHcz3V9i73y89isSBqUbGmaLlNBURdUY0KKE0hqUDRUILW2krTsB2YpeZ6unIs+g/L21BewGq8GmrMipWFGr/KuqMdFNj2z7ZMqYGu1NmGldRCYLtj2XSVSuQLoh6XdTzZTFA2AKplP/EjrszOcvHIUfTqPHh1Dpw8w0SjxpYVS1k+IKudjx1B2W9h2wX2HDnNiUvzGPkicRRwz5tv50fe9qhS4afQWdVdb28KXA2sXuFLczlkFYVvYlKtLFXaa6KMK/FHlu2+XL5Lbfx49aoCrPJZGjIWcg6+fJbqcfKOkzkn408AvqyrbrOFZjmMrFhDyTFVAJYnPq1iOG1Y/FoWXnVda1z2pKwCWQWyCmQVyCqQVSCrQFaBrAJZBd6YCmRg9Rp1/sIf/QWrV6+mv79/ARAIaG1MTPJbn/8iZ2dbDA4vxzVDyRihEICn/CETBVUnUEiVoaliNb1oTSFs+tj0fuXLZzl88Gffz+1bRqnPuMQCxAwXTflVpondVw9n6QSrfxOAfWMUq9ceyIYmTe2i4Y0wCxZHCxFToBSqdWBOk9TtkG4sSppOM8m9pz/UqGlQ0WMFswUgrGm3tnceTViBT5gEV0VJArjpasy8cpEXn9zO3uPbieMmWmwnQDUFq2ECUwUUpH6Kgefz4JZlvO3+bTg5i2bL5/CR1+jv70OljAva9HzmZmcZ7O+n1WyqgJoDBw/R1ayyvtSD5VtKoeW6E4RmA0fS5CVgqtSDme/C1HJKqRrELXxRxWkW05pNz+gWlqzaKMYJSeCNSjK3MPWIUDtCHJ5H4daO1n0ZW6kVgCWt6mIFoGCqwFVT+Zh2jqMrP6XOtuCrKVZdr0alOk21Jv6q0v4s7f4tWq5PtRZw9twMR09McG58ii7H54bRIQaHupUPo2HLuct41rEEPqXfBcwZuvIzFcuCMNbp7llKobiKVw5fwG1E1I4doBTMsXJkJV09Q7zvl37tulZKAasL7dyGhVdrMjM1pQCkwHyxAqjVOsCqCly6eniVWBuYtihWbQzbUSo9yzCZnbzAp/Z9hTNWA8vTKPgOXmMSP2+SC3SWT00xPvGz+H4/QdRA97vwnCaO6iKP8b2IDQMT/O+PfpfVxXEFo/zuYZ49sJyV+WPkChHHDmhI13mPIbMmz0SlTH5wObfdcoOyx2jmDIwYDD/CF28NNHJhTKBptIIQ23EUmJSdGOUFHck8SOBZ8jkkfqRG7BLEORpLt1DvW82XPvd5Vq/ZyM/9r/9SqZVTACuAU5SJSp3YaCRqzlaLZrOpvuRnt15XwFN+Tr/cVjLmQ1cAva+C0FL4qdSkUZJ436lolZ9NM1lv1Xg3DAW1LTsNSLMwBdiblrpPNhossVqQDTJdHmslINiSIDVLwX2BhQk8Tb7UJoTshomTRTtoSc2bdpiTBDelStfEizT57KSdX523PE78W+S+VPHc9nMRkKr+vWgHI+ZiC80S+wWXHU88wS3rRxk7eZwfbH8JvVBgac7m1nUryecMHENH63JY11PiuUMnePLlY/hmXm0ErV42wkf+6UcJ2gA1VVmr79LNkAZTdaaHdcyiKzdYlHQ4WSzUpo6CtJpGo15nbOwEFycmlcfq3W++g6GBPvyWfO6emgeyqdMKVFxYElqVlCJxaVAMO5lTsjaFrsvk2WO05qeV3Upsl4iNHL/9m79+XXM8e1JWgawCWQWyCmQVyCqQVSCrQFaBrAJZBd6ICmRg9RpV/q+f/QK2nefGzTcquCpqvGIhx5GDp/jCl/8UVy7iiz3YVgHDMPF8F8tMFHhpwE+qiBOAKRejSrHaDhNRV5Yqar6tPlUqseRnPwxxBvv4+Y+/n/X5ESpyOWuEmJJYfy2Rq1wwq+v/zgcshrcoUPg3jKhOAPt6Z4CFq+BrvsK1XlvpPq9xAS8X7J4eU5QU7B6HF82QaVGsRjp5SVuX9yMp1FFIaBjMxx7zxCzXVMQT80T0CE5qA4SkNVUu1BcDawSWethK4SXkyJ6LmXzuJE/vfoaj5/YkCuM05KYNJkWlKABCQli02MIX39XWBFrcoKu3l/Vr1rBiaAnN2SluvmEN3cUCfmwxcWkGLWhih03On77I0mXrOX9xL3Z5hoGcAQIU80W6dFu1utZadaWaKxQKlETJlpeQKRtDF7iahMJEmoblFMgXC4Sr7kDLF2hRJNAcbHMeJziMxkwCcBTUSWogEENgUc7pQcCqaTnomrx2AmcFGCWsZNEvsk1PFuBQConSD13a+eUziwlouWUq1TkFisVvNXClrdqj6TaZrjQ5c67CwdcuMDczxdrhAps3raZ/qF+BPKetalSt/211Y6pwDGMBYC6hr6tgGzfuYa7cx/GxC5x6bQw7qhBfuqRaqletGuZXfvNL17VObt+zH90yVd3UPHUD5idn1fsQ+Ds9M069NkezVVcqQoGPMrwElimVZxsuqXktUFUgnZPDFKjX/r02P8MXd3+Fvc0z3NR/DzfGy6k0z7Bn+kXKBZPguIl+6VGlwPYiUY9Cw8hjN2cxtDxeTiNq9XDHqr38/EPPs9py2dPayvmD09y47DiXLkQ0Z226CiZu2M3J6UlOXfAYGuzhQ++9LwnRChN7EpmCC2tDLNBUbCZkgpmyNYGme0SxKOJziKxYC321POlyUr6HQ42W3UOjtIaofz1f/sYP2L1nP+vWjRIpCwiPRrWmQKmn4KiXvEbapi/q8zasFLAp98tGlfwsXwI4ZR7kpHamSVdXF4ahqfvksVYhp/4mYFRtRjiOgqNOLq/UpAkEldC3RCl75aZVOpaVWrJjJbwMIsah2kiRm4RUpeJVWb9ESfw6he3CeiE2AqK2FaVtohxPVZ3qvoXgrcstC+ScgyBaaNcXL24rpzNVbnLo6e/zvttWsOvoOb727D667G5u3XgzpZzG7OxZZLdoxdAIa3pyWDY88eJ+XjlTVV68xZLOx/7ZL1AoFtvKYAmxMlVdlJe0YSh4LTVP/Y3VubT9VxP7E1E5+2rMiMJY1Lepx6r4QM/PzvHED57g+ImTKkWw23BYMlLkwcceY9XGO5TSW2w/IvH71mNCz0ePYnQjR4wnQlQMUbEGMboZE3lN9v7wGSbOnMHRNXK2SU+ugNZ0+ereA9c1x7MnZRXIKpBVIKtAVoGsAlkFsgpkFcgqkFXgjahABlavUeVf+aX/i3XrNjK6bpRly5YreODYJjuff4k/+9bjBNLOGXmYvgd2HqPQS07SzqXttg0z0ov7NBwlvfBvX7kreCdX7+pxCWNNgpLCkIE1K/jYR97NUNxHU5STRoDZVqte9ZTbYFWx2rZiNiUD6e//UGD1dQqo9hsQAZ0oSuX9z/VZHNBDpVIUQCpN+Xoc0IuBg4avoXxWw7a5ovitNrWAQfFglRbatlIsya8WYJSG20jkj6VUe2I9YE6GnHr6CM+/+CwnJvYrNZu0HCs1V5pIHgWJX27kE4UabhAy3BXy0JvWqPbjMxcucXFyjqnpWdasXsWKpUOMjCxhttakFPisNXW6fBPXN5kovwLNeQrS2W476KVecsUSRdtWYU+i4hPIIQBG4Jzj5BQQE8WmUocJ32m3WXvd/Thdg1jda7C6homtCoF2BC2eR49SoJ5ANAGrolhVYNV0lAL67wOsKkgSSZt1mUpllpbbUEBOgKS09TbcJjPzDU6cKXNk7AK1yjwblpW4YcNKegZ6cXI58uJBmnqqmqKeTaCY3HQjT0xd4niUR22o99MKhjl05BQvPLNThY/lDB937gIlPeZL333hutbJ7S/uR7MMsd9Nju0FzAlYbQUqMKfemGdmepxQWtMVKEvGTydQlQMrj0xp/RZYLLBP1JBtsNqsVfnSC3/K3vpJblt2H+u8IabKY+y8uJtKlwMnA5z59yr/WWHWlq7jintuHCi4HooPqmtQajV52x3HeNPtJl97vMEqXmHLUIg776Hl+pmu15mablJ2PSKtQFdO5z3v2MZg3+CC3YGChUEChZWVhK4TeE1spV42cL1AhaUpKwAZc+LPaZr4saZ8SWVulEML+tdQWn4DF+bqHBs7QRQEKjhJWr9T6GwbyWs6tozBtnq0wyYgsalI4Gr6JY+Tm6ElcFRZNCjwl8wN+ZySQLnk77IhYYgtRtvvtnMTIF3vrrbuyH1h26+1U5Wtnq+imS4PzrpSuZ1C0xSyprYFqapWWvHlnORcJTyvs3V+oZOhvUZLG30KgtXfZAzYGnOVFkee/yGP3riEQ2cn+fOn9rJu8y3cv/Vudr+4ixNTp7hp5Si181OsXaIzPNBNZOZ5/NUxpoKIXBzxvp/+KYaGlrQ3BBLYrMau+FMvqE477ldq1OQm41zGikwLWVUSS+QkKFDWlXq5xjf+6utcOHdRjSdbrDCCgJGCjp7L8eAHf47i8qWJElp5iqevqyNeuYahBpha22whrJHPxTNjHN3zIkGtjtdq0NNVZHTpUroNm0998/vXNcezJ2UVyCqQVSCrQFaBrAJZBbIKZBXIKpBV4I2oQAZWr1Hlf/dvP8nKlau58abNDPT1I23r0hr+nW/9gO9vf1GlbAvc8eYmaEUmheFRli1fp9pKxcsvafFMrihFdZkChAUPViVQFVqzCEJTpah40q3behMf+YlHMRsWkW4Q6wFGbF4zaCqFqEphtKBCXARB6jz+hhH1/5ditRN4XHl4QSnSRB87Bud6DA7jYoRm4lkI5OKYnEAWdWGvKU/VpqjRxC4gFvQmoWHgEWGrYLCkvVRBmPbBRI0n8i6lY5Vyn3c59MTL7Nj3DBdmXlPKN4Eicjzxc0xYd4wX+8ReU0FKCabZtLLAP3n0HhzbIrZynL80y8GDB+kpFTl//gKXyi0mZmYIpmf50O3ruXV4BL8RMeVNQFTDiD0MLHLFXnK9PTjFIrphKiAnh5TWaVH7Sbu3BEzZAhxV4JGcV9IWnS92EVs2vlEi1zdC98o+vJIELFUx2vYFolhV6kQBq7aDY0v7/f97sJp+bpd5LQp50aQlu0WjWaZancP1JEU+IAySRPRGs8nkbJ0TZ2Y5MnYRt15mw4puNq5bpgK+UrCaqhcFzFxmn6FbRFETTXOIybHhhnuxnRX84OntfPkLf06j3GLJSB+WN0vj0ln++rn917VOPrf7ZTTLVKo6pd71QspTc3gtUW3GNFtl5ucmlRJd00VZKJBoMbhHDqpa5EV1K8Bc2s0dJ7E5ELBq2/jNFn+246s8d3EfNy2/i1FrKdPVM+w6swcvZ+KMt9BnP4ArvsmiEgwNYs3CsMS2wiQSj0ltmsgzGB40WLO2xoU9X+ejDzSZG3eYmTeZbcX4oSSoA5ZHtWpiahHveORN3Lhh84KSUkZSEtAkmxex2jgQn9I4FC9TjcCNadZdAq9BHLjKJiAS/0/dJjAdtOIAS5aPMrBmE3qxj0iAmEBYAXCiPAw93JarXi/RTMsYTABpAusWlfSyBqabT50fnvjSVsoVzpw5reaCdAqsWrWS7u5u6s36gmI0Ba/JGF1UXC8EbS3M/WQuX5ZpJfNJKHZ7I6bTPkOB878DWO1Uroo9weVw1U/OU6wAlG9s8prqf2q/R1M2ETLuVZCW+lxkTonna0QhZzExPcvhHU/x6I3LOTNT4a+e3UsYO7ztHe9k6YoV7Nm3h1vygywdm+NQ6yiFoQKabfPUsZNMy0aTr/GuD76PjZs2qjouqpaVbFl9OLLutbfyFtS1rh8pewQFVtXmYFvlLB63sViuJH/fvXMXT37/CXJ2TtkbxIZGXoPbl/SpYw3dfT9r7rmbWDZB7HxbKRvhiYewFxLH4m3rypBXYF/3Wpx+7RXOHztI2GwReh45x2RZXx+rBpfwX/7ye9c1x7MnZRXIKpBVIKtAVoGsAlkFsgpkFcgqkFXgjahABlavUeVPfvK/sXT5Cm655RakRVPAauR7fOlPv8FL+1+ht8fCLU/RqszR8gLM3iH6V29V7dxKTdVW4am2VMGC7fbUTtXSYrJ1mwSqzJgYP47Y9sDdfOCxtxLUJOTHUj6eEpWiAp+uckuVdJ1gVdRn6f3ylH9sYFWCn1RKdZfNxaLOcUI8Uayq9tlQtYT2aCZWrNHQYhqinJO2aQm00sEWL9Y4Yp6AAXRMgRboKuxKFKyCcgKlcU2UbaYPwYka+57azc59zzBTO6PakcXPUSnRQlFRxRBGtKSl12+o3z2/yT03L+PRu7cyduw4A8NDSnFXmZnkrjfdwvzMLBdn6uzesY+xIwfpjWvcsGSYrjiPJtBTrA+1QLXV9vX1k+/NYRa7sKyCAquGlaj3AgW+khRxBWBMg9BzE4AlQTShSaGvC1eCeqKIvrUrKK4fIFKEWoCFgPQ2WJV2aQlSsrsxTWmvFm9VW3mz/l2sAK4KVpXSLyQIm9Tq89Tr8/hBKwGOQQIdBaxOzNY5fmaOY8cvELoVNq7oYe2aEbp7E7CaE1VnG6imgHVRZShtyxoSpN7ds4YbN72Vi1NVXnpxP7t37mP7rp04usWqkSXU5s7x3cefva518tnd+xKFpuTjSJCQH1Kdnsdt+ArCu16V42OHOX/hLJadU/PacZJ2dQFp6XxWykonhyGqVdvBcES96mA5Nrgh39n3Lb5+6PsMDW5kpDDMXOsSZyZP4QQNVgU65069G0/vVhYSZiwwWSc2PdAK2DLWvTKhrrFkuEFj/HmGqxf5xZ8zGT8jHrw6w/0GuWJEQQCWYbJjV41y2WLDxjWMDCyjWq0p799avZak23ueiAXxNJPZUGeyKin3Pr2Ow6rBQQbzJnndJbbzOKUuZW2QH15Nz8Y7MPIlpWBNxNEyzhK7ALXCRZF6ba0dAKXJOExVku2NnrRuSp3dtlNIPzz5XcDsEz94kp07d1KvV5Xf6YaNG3nooYfYsmWzCqGSeSzvQwFb8eOVYLo2tO0Engpnto9/5QBRexBt4NoJVtMxr1SrCojKwxIdZ7qWXnaMthVAClblvKR9PgnmShTwCyFdScmUQrU6X+bChQvMzZap1+vKi1aU62I3kDdtGoGHPzvBB+/dxtiFCV44cIJmGHPjps088rZHePzJ77NpKuR93aN87/w+pkZ0WjmDvWNn8Zw8hgc/9v4fY+OmTYl/sWWqmrmuHCNW4Vn1euJ5Ozc3T6VS484736xsFWq1mvKtfX67+E+HDPYP0NNdVOpXmf6y8fCNr3+Di2fOqlZ+CW4UsNpl6Wzr7aK/u5v9zYBpQ8e2cvR2D9DT18fwshH1ZXf1ks876rwkoFHEq5fGjvLKrmeYmzxD1ApwHBudkD7HYePy5Xzu8eeva45nT8oqkFUgq0BWgawCWQWyCmQVyCqQVSCrwBtRgQysXqPKv/cHX2Xz5i309vaqRGqhEa1qld//4l8yNnYMPZojqM8RSYK7laPQN0JhxRYF6lTwS4ffnyZt5W3vv8vaQSWluX18US4pbCVefYbOw+95lEfufBNN18URbaYWECtn0f/ZwKrAvrTJ9Ipi65pS8/oli9NWxDk9oKGZCpJabWWqoVp3oaFDOQ5xNcHUASUM+jAQrCea1ED+K4qqWFrFDQVdBfKIjaQlfpKif2xC9cA0u7fvZPe+p2gEM0o9ppRuEo7T9knUw4BmEKBFHp7AEr/Fu++/ibfespaxsTGWrh6lUq0SNBqIY6Dlh6wqDGGSY746w5PPf5O58fM4rkEYtwik7b1QVJYCPcUc61f20tvXh5MrkBN4ZTlKFRlGsYKrSS+/hChBo15DF79Zx6bVapDv6kcLLVqNJoXhPIO3rcTo61YgMgWrUmUBfbaTwzJLlylWdU38VQWuJpj9Wh6ri5Aped30JrDFDxoJWG3MJ16KAsjDZOzWmk3GZ6qMnZ7jxKmL6GGVjSv7WbtqmFJPtzonUeMKmE7tADrnhuQEiQdmEMHqVW9mxcib2PfqK7y8c7+SIh88cYRDew/R1dtHEFV4/NuPX9c6+cyufehtKwAFd0OozMzTqieK1anpc/z3z32WEyfH8IOIUqnIxo0bePDBBxkYGFBALIWDAlTFdkGsAMS3NQ2wEgXqM0ee4kt7/gK91I9tFGgGNbTYZeX8OLcWC/zg1R/FDQcxoiqm1Y1uRKpVPYrymEYDtxnSN1hisG+W0/v2YnvjfPQDNo/ePEPeCunu89E8Cf4JaHoaO/c6HDlpMFOuU52G3l6LZctkIyCxmZBzLhQHeG28zI5j55jyRT0akA9d+h2dH3/kdm5Y2kW15Sr1rShY9b6V9Gx9l4KqKgBO6ibwMAyS9nBpI1fgTjYBRFQv4HnxY1nY9GmvgUoHqSUKWvku5zQ/P883v/FNXty9RwFasQGQTaRmva4A6Uc/+hHe+ta34gV+YhXQDtVKhublxtOd8PNqgyNqWwGkCtfLx/flVgDJ85M17FpQVdkLhKGy9AhCL5kvbQsFVae2Z6u8V7fZ4gffeZyTp06p95i8JontgR5jBBqBERO7Ve4eXcu5qRlOz5XJGZayGRkaWk7Unaer6bFm3iP24EV9hlaPw9RUGTEv1SOTYneB3t4eNc/k+6ZNG1kzuoogijl5+jTPPP0s5XJNKY5lw+PDH/4IlVqVvt5ezpw5xXe+/W18z1V2C3HssnXrVt7+oz+qvFX/5I+/SOh6mJqJ+rfNNOk2ddbldHpKJY7XI8Y9j/lqHV+i4OIY29K5fdttDK9drzZn8sUiTlePArfFVoOxvTvYtWs7ppYEimlxwNKeEmsGB/mDH+6+rjmePSmrQFaBrAJZBbIKZBXIKpBVIKtAVoGsAm9EBTKweo0q79l7jFyuoGCBeKSW8g4nx8b4wlf/iqlqjYnxE8SVCWzfx+5ZypLRLZQGViaQoa1oU0o4ueyPw4V25wVfQbnaFrCatsqK7iuFDbbFj//M+7h97WqacYjly+uEIq1LWtWvcutUrHYgjeT4bcrxD6NYvXbwlShzc5pOrcfkkOVR1nScWPxQRa0qcLStLGt7rlaU16KmQlbEn1Z0TXKfhKn0C6QVu4a0DVnVPVJQU/LSpWG9UIep3WfZuXsnu/f+EHRp9U+irlK1qrTda6GHJ8BDoKGECukRb3vzOh7Ytgk7l1NhRQcPHqLHsTlz6BBW0+futdsEsVJtTjM5exTXn8fULcrNOpV6wEQdTkyV6S6arOvSGXQ0SqUC+XwBO5fHzhewLFEsikA1aScWiC6QSdp5BdiLZ6VmFzG0nEqx17pNBrauJb+0V7XqLoJVDcNKUtBtq4RpLFoB/H8Dq6LAkxbyBvWGBDtVFJQTf01p+5VxX2k0uDBV4djJWU6evUhOa3HT6CCrVw6RL5VwnPxCeFUnWE3HaRx5GGZewdUb1j9MzlnNzt3Pceb4Wdx5l5YfcezMaY4ef42hkX7+8stfvq51UsCqZupKfana+SON2myFeqWJbRkqvOqT//FXOXP2VJJgjk6h4PDYYz/KnXfeqdR+Um+1gdL2WBWgakiyvJ1TilUrdthx8gX+5KU/p2kKLLIgcHG0iPu0KTbpGl8++F6q8wOYcZnI6VL2IKbYIEQ2oV5DC2H1Co/q/BGqjRHcyn7WDN/LJx59mQc3HKLm2mh+iBl55Ip5nnguYtcBF183uWl0DSPDQwr6JutSiGM5nJz1+O7uo1yYqaDnuxTE1sIAv1Hj9tE+3nvfTcrWwBRVeNzCzS8hf/t70ET5LGuJbEKoNc5QMni1brXVsMnGjyTPy/2JBYqoJVOv1Uqlgu8HDAwMqvEiQFL+9u1vf5vH//p7ib9rG1Smnrby2l2lAv/8F36BW269RSm6ZQ0QqwFp64/EzqAdOpUOhk5YeuV9ySqxuGGQPlZ9zKJcV2C0DVhTtaqM8fS+djiVUrkrdWqiohWwKorVxC9V6p38XdCqvE+5NeoNvvv1bzE1Pa1U0Ml7batizRgncvD0iEZ1lv7YoUFEU/cYCGBd9wB9IyswR0a4ND/FxcMHGIpszuAyF/tKQSp2J7Gmkyvk1ecgGwIChdeuHeW+t96rxuZTTz/H7u0vcPdbH2B4eCmHDx/hnnvv5YmnnqSvp4dLlyaozJexbJM4lPlep2+gn5/58IeZOH+Rv/zaX2DJBo1S/YbkHJsSOoN2SLFYYKpi4g0OENk2nmEqm4Pq7CTr165m+aqVeM0GPf19hE5OrbuDYg0wM8ULLzyP6waJD2zosbKvh8Gcw9dfOX5dczx7UlaBrAJZBbIKZBXIKpBVIKtAVoGsAlkF3ogKZGD1GlXe+/IJpVzTYp1Aixgo5tixfRdf+ea3cImVYtGvl9WFbL53iIGR1eSc0kIidKrEku9GOyxGlIcKIKUKK2lVbadWGXKxH2lKYWkX83zsn32QlX19BGGMGUljJMS6jzTpGQAAIABJREFUgXEFQFiABskrLSR/JyxV1GSLeq7LdV2X+x6qR18D2ibHSP949QddG9peG6wKwLANjdkukz2WR12T4B4NI9YxRaUpMFQ18ktwFZSjAE/UmEqVqmPGGi0BLGj0yv3tsJXEkzV53yqoR1qVYyjMhRx/4QQ79m7n5X1PkrOToDFRYQqcSUBJElolBgK+as2HOKiztOizdGkvy5avZPnQcuq1GW5cNcT8qROcf+VVbh5ZiVPoxg086q1ZdDtCt3TVbh5FJmVf4+RMmdxgL2HgMnnqNHGjRYGQAcdgaKCHUn8feiFPFAaYQYwlYN42aXoufsslX3DImzl0R9Svom6N6N+wlO6Ny8DRlbJaATSxQlA2ADksq4hhSOu9oywlNAEiSrXahv4LfrzpSHq9+m8RTIlLgiTA16k3Zmm26qpeEtgjw0P40HytyYXJKoeOX+L8ufP0F+CG9SOsWj6UQGRHfF9NLM2WpCJ0M/EiVq31aqyGhL5OV2kpo6P3Mjsds3/vi1SnZ9E9qNRcdh0+xNiFM/QNDPLdr37putbJp3fuUcdWvpeiKMagUa5RnaspYOc2K3zmN/4zLx9IvFgl/EzA9i1btnDnHXcysGSJ8gcWpbFj55TqOJLgJVGG5sQaQCe2c4yf2M3jB77IvrqGn+8VQ2AGKfNzwxWsswF/cfztnKxtgHiO0MopxaJlG/haDs0XOOljO3NozSqG3kO1dRK763429E/y0Xuf45blpzHiptqIEAXujr06L+wLsHtzLO0fYPXwOsLYTRSefoSVy/PM4UmePnAaUW5GmqE8VhEleBjRZbT42Udu55ZVA/jymrFHZBQJb3o7Rq6oYL+sY8q3UzxYxRNYBb9FCiwKkJQ1R8CrzFOBruI7LXYEP/zhUxx45RU1RzZvuYm3P/wQvT29TMzO8alPfYapC+OJv6wMJqXmj4mDCAnD8gKP+x94kNtuu42jrx1V8HPZsqWsW7uWFctX4PqeOr4m9hmihFWbVouBgCkUTeZHsgYnKtQEpipVant1VuFTyn4juV++yxqRgtQ0nErZEog6V/xUvUB5kMrKUXNbBGLdEUHYctW8VDYfhPhhxNNP/JCZqWllz6GOLYJ5WX8MUanLmNTwfVdt2ITqfEOcIKJXM8kXuigMDpHvKTE9P0350hyRbdDwJQRPNiVkzdGVdcy60bVsu+UWLFHCGhrdvd1MVJvs2H+Ic2PHefCht3PH7Xfw/HMvcMcdd3Lg2FHGL01waXqCaqOCmbcV6A8J6CoWuWXjZs4fHePEgaN0OQVljaMZITnxGPYDHCNiaGCAyrzLDXfew5b7H6CqiT+4zvlzJ9i7f5daE0Pfo1goEsiCjcfWUpHlusEL+1/h/OS86jDQI5dl/T2s6O3ja3uPXtccz56UVSCrQFaBrAJZBbIKZBXIKpBVIKtAVoE3ogIZWL1GlV/ad1zcDjEig6YRsiRv8+3/8TjfeXa78lG07TwqPzw2VOK6wBUJcUnTl5X3YpqInV6yt5WjC3YA6qI5CRQxYwl60XFj6B0Z5Bd+/sfpsnPgi4LNIFCehQI6EuXTlbe0I1Z5HqrjJMBDbteCnp2BMn87WE2PePW2/usBq44f0yzqTJUMxgwBFNIiDPOqhT/GFo8/DHKYlOXyXkOFWXkBWAJktUjdbwUR6wVSXHFLQIkYBySt3rnJFgd2vMYLu57i6JHt5O2cUlwKHEx9EpVSVCVWJ36u9VaD4b48WzcMUStPMX5xikY9otqqs27tCD2Skn36LOutiJVLl9DXXUSEfK04JDAFumlKmWaYNq5m0NQMZj2PYxdmeO3sDJW6y7AWsMovM9ylMbR2JYVSF474+hqaCrkSG4PyXBnDjCjoNkauRJzrInID8oN5+m4dxegtJmBVfZDiz5pT3qBGG6xaymPVbINVSSMXF9q/2QpA/n55m7SmgqvEf1T8VVtuI4FTAlbFjiGMmC23uDBZ49Wxi0xevMDSXptNG5ezfGQwAau2zB3xZpTApzZUFbWxMhyOhJoT+RYD/RsYHLqJs2dmOfryy1w8cRw7MugbHObJ3Xt4+cQYrSDg6K7t17VOPrVjt2rbV/MjBau1OrW5mtrE0AOXz33m02x/8Xl0x8aIYmxTWp27lRVAsbukgLdA13WrRxldv4HhkRXJ5odtKAjuGg7x2QNcuvR7/OB8jf3eMkwrz4OlYzy2LGT+FYPxFzbwXWMLZ82CaoP2DA/bHiDW8thSVlvHF7/m0CcMThE1Zil1j+I3y2wePsFbbjjBttUGG0Zays9330GLwycLBOKna/ncvuke3KCiAL+NWGJofHfvOE+/ci5RnYocvw1AZSkKtAY/dd/t3HvTCmoRFEvdypvXW74Np9STtOFrorIM8ANXAXr59FJrCeUzqoKPZOMjWQ9lTH7lK1/h2aefUT/7caCg+tbNm/nExz9BJQr4D//+12iVa2ruyLopry3jyZZxG0Ghu6SUxTIe5+bmiAPx4szR19ej7Bl+5JGHldJRrAJk3nf6rqpzkPMWBan6o4DMZMwq0KrON9HaJhA1+er0RxVFeOcaseCrKmNWLDwk3MyyOHLuFHuPHqIRecoeYUX/ECM9/Qowy7iQdePA4YP4XkguX1RQe2RkGTfddDM5utRryfl4LRdXVNFhSCGfo2Bb6L5s+oDpWApKtkIfw4QdO7dz/ORR1q5bTdNr0Wy16OtbztqVq+m2HRqVCgP9vdRbdaYbc9ilAnOzs+TyJW69eSuvvXaM5ctXsnp0I023ybGTx4htOPjaYabnZjB1HQeTvKyjDY+45lG5NEWtImsSygu31ahhaxoj/QMErkdueAnr33IvfqkbPwhpNmscPXOUMr5awyWgSvyve0Kft5S6sKdmueTGnJivUa81KZjQZepsXjHKX+55+brmePakrAJZBbIKZBXIKpBVIKtAVoGsAlkFsgq8ERXIwOo1qrz35ZPKV1WPdAIT+iyNz//RV3nl9DiFrm7V/puq/pIwlSTEJbUCUL5ytq1ggHWlVLQDaAlYlWRyAasSuVTxPG64eTMf+/Bj6EIBgkgpDCUMRdrg9Wv4lbZtA5Mwmf9JwKqousycyURO51VHWmZNpe4VlaqoVU2Bw0qtGit/VXn/osZsxj5LkURqaInCN4SCgNkOY8cFICityFJZPyY+W+XgriM8+ey3uDR+hJxlqxbeFKCk3wUVeb6nlIvVyiy33ricn3rX/XQ7OvVawLGTF9m9fz9+5DE3OcXFk+eU+nRlb56tq4ZYO9JFMSdqPp+c+IpaSWJ8TnxWI015rc54LY5OlDk46VMJbEr1MkOVC6zsgU1rl1Hq78YUZacoTS2HuudTr05TkHZsp4BT6kfTdAIrpP/mUQrLBxP1bRRjio2C5WCo5xaVMs40/h7AqijwBKz6VWq1eVxPDBbaEFq1Q0fMlJucHa/y6th5ytNTrBwqsGnjCpYODZAXywNbPBQlMcpqh8JJ6JhIjRN1oxsHmHqJgSWbmZ63mLlU4+LJYxzd9yK4EaXuAXqHl/Hsnl0cGTvK4b0vXdc6+cMdu5Q35AJY1Uxa9QbV2aoCq2bk88e/+zv89dPfR7NNbFFvygxve9MKlBSIJzJpUbavXbeORx79UdasW6s2SwqlAmJCUb9wEr36GeZaVb5yqpum6/Ovb5+nx4lpHLbo+1aOF7zV/HnfZjytn6aAVbNHAUZH7yISFas+jRNPEPuTmP40hGIPEdBozkHUZEUh5C03W7z34Yiw4fPyfpPJOlSbdd7xwLuIBVTK3BJFp67z5CuT/NVT+9UxRNkZRQGGKEulBVvL8c/f+y5+5G0/Qt+SfgqFJQSmxbTX4OixY0oVKgrUnt7upP2+3Qaf+uRKXdKfjUhX/qnPP/88v/e7v0vOcdT6JFszgSghmw3e9e538Y73vZt/98v/jsZshShVL8vMlzFhmeqrp1iiXC6roCd5nThMjiNKUpnDH/v5T3DPvfeo8DTxhhU4KRLqWN5TW5Qqx1X+10rJL0BVfKtFzZl4xnZ6ri5A1TZklbVqQbHabv9PX0vUqLLp09BjnnhpB4fOnmJAoOWa9dywei3dZk6pWi9cOKvUtgOD3Wy88SYKXf3MzFfxY4Ntd95FlOvDFzAs5xgn3rN+q8Xs3DStZj0Z52Gk1LmyPsk40yyf3bt3cH78NBs2rqdcKSubgdtu28LM1BSRJ5+8Rsv3VFBbyckzPLBEjd2p2TkiXefMuQuqRl1Wj1Jb54sF6s0mDa+pPuc1AysYWTJMb76E/v+w9x7Qlp3lmeaz8z753BwrR+WMJUASGWwQRmCw7MYB201PO/T0co89didW97jbdLdtcMN4GhwAdztgExVBEhIox6qSVJJKpcrh5nTy2XnW9+9zqq5kFQ3VPRrPmn20irq3Ttrn2///H/bzv9/7+jHN1RqLM3Pq3AtgbzcbhF6btaVFNedtXWcu8QgrBeKC2ztPMZqTruiW2jgL0UKfNwyMsiXyOXbsOBfe+F6WvZg7vvZ1ylZISQ+5eONG/nLvy+c1x7MnZRXIKpBVIKtAVoGsAlkFsgpkFcgqkFXg9ahABlbPUeW9e45K46ZSrFoFB63d4g//zy9wshXj5IpnWl6V0qkHGPpqVXlJ+TkNYNEUWO17q8p9fT9U9Xj5T6wKY9F8Gqy0W7zt3W/jlve9Ca8ToscCAQQOyH+agjiveRPBX6+d/38crJ67ff9cg/J8FKu6+HWWbY7ZcEo+vZG27AtczWkpXJWbBFQJVpD3sBLoCBCRVOlewJVcqFf7yeDrEsLVkwU+kuB40D60wrOPP8ud3/4yfmcJQ5RTygqgp04TVCE/h2LLILA8oNutce1lW7jpxksJPY9ydZSlJYEXM4wNF/HbDY4cOs7t9z5JZ61OxTYZy9tsHCkxULCpFkwGBqu4rrTmC1QUv0tD+Vq2ux1mV9rsb1sciQ2MhRm2Npe4YCpHZWqEXF58Og1st0CSc2mtLCsbAdOyKZSGMN0CnaBDdec0Azs3Ekm4vSj5dBPHyqn2dN3KYwjE/D5gtT9e02p/HysAUebFHl2vrhSrfiBgVeCaiE1j/EDAapsjJ1fYd+A4nWad7VMVdu/ewOjQAK6dglXbMSRdS0E2USSKN6QElElbfcHMk8Q5cuXNPPr0cRy7wqmDzzF39CXCrocf6oxPbmJ60zQvvvQsv/PvP3le6+S9Dz+GYQpZTGGpgYnf7VJbrCGd8TYRX/7SF/nKbV8jscXvV1TjogLXlUJPkz+9lndRVwrQfvMNN/C+99+ELvPeNCjYOeozc4TLv0/ZXOZAXWdxzePGXRaaHhEdTHDuNFlbLnFrbgOPla8iji0c8dC1Y4x8npx3ElqPYycrytICyyCMAsIgBsvFLQwTBx1iL+LNly3z9l0mi8cS5ho6nt/m8suuY+OuNxHaA5haTLFU5hvffoi/+uptdJOQxNRVUrwp5wOoahG/9tGP8c5bfgbT0Ai6Fo8feIG7H7hNhfbJTYDfxOQkl156KVu3bKbgOgpmKq9QlW/VtyUx1Pn+48/9MffefffZYD+x1xDfhzhi06YNfOLf/RuefvgR/vzzf0ot8NBlrIr6X72ZTnl0CK/eVFBVQdtYVMaph6mEuolqesfOnXzsl36BfL5AN/AULFXqTzlH6nhSmKoaBHpLqPyrCovrdRT0A6rkbV+92RL1FKvr4Woaepd+1lDXePKF53hs/158x8JFZ8DOEXU8/HZHvV6rnQbRXbRlh3wApbiWwLq1WpNALEhcg8BPw69knZfgKPm93emmSltp8xezDAG7YRr8JbYBomw3TPk5NTlQwDnuqjkpa5zUUiwLxKM7ls2AnqI4MQyltJXxqst3jJ/aH8RBxPDQKG97x7vYOL0R09OliKktgvj5ihpZt5TSWWom63V9bYWDLzzP8UMHGR4Y5K03vY89B5/jju98C82QOidqXonNS5L45KyEN+zYwWa3wOrsYRox7L7+JrZu3sn+79yH3V5g54YqW8YG+PHf/eJ5zfHsSVkFsgpkFcgqkFUgq0BWgawCWQWyCmQVeD0qkIHVc1R579PHCDVfKUmL5RLzR4/ymT/9S+p6EVv85eTiVIWzpCAh9fc8G1wl8EH+yAW16HTkQr+v5HpFsIpcHBsJWiy+hVDzPH76536Kt1+1hU5bVJiiiOt5sa73Z33Vca+3Akjv+h+xAnh9wKqZxLRLFs+4EScU+NCxiKkmGjnNUGBV4IqA1WYibnwSWJUCVk9LyMvjEmjpMSVhOspQNm3p7d8kYT3SAoodk6X9Czz92BN8+94vY2ppgrmA1VSpJm3CKViNxNsS8YzsEAYt3ve2q3jDBeOcOH6MTdt2M7ewROi1KOVE9Rao0KkHHniU9lqDbr1Dtx3QbHsMjIxy+WBCqZCjmLcpFSSAysaWFvTApCuR3kSsdWKeq/scXvYpdyN2OcsMjlYYqubV2FF+qaUKBBHL9UXkAIv5AfKDo3S6HvnxKhOX7SIpO3R9H0czccxc2sJurgerAlDEDkCU1WmbtkKpr/BZ/X4eq6JK7dLu1pRaMgzl+CXkS+aAgNWIhZUmLx2ZY8+LxyAMuHDrELt3bWB4oIrr9BWrZs+uIIXMBha2IWpGHRbbzMyukh/ZwsuzbcYnNrPnoe+ideoEUcippTqDg2Ncd9UVLMwc4hf+6T87r3Xy3oceVVYE/VR7acOPgoBV8ayUDnwt4vavfoU//5v/puCjtGCLWlrdBO7pulKxpj6bofKNnJqc5Oc+9jEGRkdIDFFaurC6QjD3BzjMkBgRkQeaa5CzQDuu4XxDY7XmcoiE+8vX85Izjq2XCe0EM6fhrj5Ct/ZULyhLI9RNXKdEqTqIWxogMhIqToVms4XhrbJjKGS63KFgdCGyGB7bwg03/TpJeQuGHuLYOW679at8/nOfZqnZxCymQWGC7GxD5w0TeX72Z/8xQ7uvoFoq8+JzL/HpL/0JC2uLyjJDxpco9UUlKpYIWzZtJOeY7Nq9m8uuuBwnl6PT7Si1figQLY75/d/7ffbv3cvE1DTXXH01Lz/3AidmThH4ARPjY3zi//gEbhzzmX//SZ4/8jJdpQ62FAA1HROzklPzSlkMqPCsdIbLmirvI+tquVLhH/6jjzM+OYEvXq+pGwoCRMUGQca88kENApIowbItDNNUys++u6p8PjWeexstZ60AEgUz18PW/s/pSgur9TpfufWbLNRW0HIumlgDBKIETrsYxI8XU6xjxFZUehtkPEUYygs2/TtUmVkCQ43UiqSn/u3bxQgkPhOYpvwMZM2Sz9bbduv7asvqFaZwWSmSZQ0U2wcVpijfVXJ/lI79OEmhas8WIgpjKvkSH7j5w0yOb1DeuHE3fYwolUUNLzYi8t1mGSmQFdDvdTv4nY4KQZuenGDLrotpB22++Jdf4Bu3fh075yjFrHyn5uKAK4ZHuHrnDiLxaI26uFaOrTe8hx2XXkfJyOGvLRCszmF12lzzsV86rzmePSmrQFaBrAJZBbIKZBXIKpBVIKtAVoGsAq9HBTKwei6w+tQxQkMUqxoDA1X2PvQIX/jKnSSlYRUCJBfhctGaBlLF6UWsujBOL/rlYl8Uq8prtadYfS2wKr6AEmoil9q+H+MbBv/kn/4yF044dIUo9h1SlVpO3uC1taHrrQDSj/T6glVpJX6tW1qP1/ZlNfSEZtnmBSuhoSwPRdIkQCFgAJu8ptHSEpa0BC/RcTQoyqMEQBsxZpIwkDb2KhC63gqg/44CwyTyqtQ0OPnULI898j0efPBr5FwJuUlTySWgZb2vopASCWaJkxBdi7n53W/k6p1jtJtruKUqLxx8mXLeoVtfVW25AyPjvHToZZZPnGDh2AnK5QqLy3VGJqbZMV0lbDQw/A5V22RksEy+kCP2urRFWedYSp3bCkz21nReXm2zubPIVCXH1HAew4zUKS8US7hOhTVvlVZthZxZoDw+RRIbxCZMXrELZ8MwXhgoP0RTQKWbS60EDFuNWV39EWXi3wWr/XOX1vDsuVy/CSAwKQw7tDo1ul5NtQGrUB8FVhM8P2B2scbzB0+x5/njuLbG5bvH2bVzI4OVsgKrMicsy1AKSfEUtjSHvJYjXO2yfHyWxvEZjs/OUt2yE3t8M4ZdUnPPFh9c22WhI6rLQS7aOMXKyRf51d/53fNaJ+956BEVviSAVD6zqZkKNq0trOGHIa4JD3z7W3zuS3+MLx8wlFEiqlpdqSClQhKyI3/LCJJxMjwwwIdv+Uk2bd9BLApQu0BUbxDN/jtK5iId30fzYpyqSIsjzEUX4yshndUKM3SYMYe5o3QFtfwksRlTNF2i5cdpNZ9Ux2pGBnk3pFCqkOgFfDw03aHTqeO3QmU/EHg6W4YKXL0jYNj2sPIVrn7nb0J5O93mLAPFMvXVRf7yL/+Mh594lICAvOswWCxQtGzec911XPWODzKx/XKmJqf4V7/9G3z9O3fiJQG+75MvFLGc1FpC5k5tdYmg21R2F1dccw0fvuUjjE1M0Gq3wMnRbXc4euSI8gzdvHmzUpbOHz/B6YU5mp0uqyurXPemH6EUJXzlv3yeJ55+lDnfB93BjCAnAUo5g1ZT3GHFnSWd2Wq91bTUZsOyVPv6z/78z7N1+za6nqceI+dFVNBBHFNfW6O5UiPxApbrNXX/th3bGR0bo9FqpOBRAGWvzf8VPquygp3DY1Vtymgah48d4/ZvfQs979DuemrDrb9Sq46DJCaS9UTGfZxu/iREuG4Oz+soKwZdd1RN1UooG0TKhkB+ls+RAl9FZtV3TkqOUzsEWTP7z5MwMrANQwFmsbsQZbYo2cXD2DItBcXltUR5qqxDelYI4i0t1rMf+PGbueziy1lZrmFbNpEfKUAsMLVUKGIalqqT67hKce75qS2BnAvbtCjm82imrZT6jfYaP//xj9H0m2hmguPXuX7LFq4aH8NxDMySy6CmUzVzaNOb2fqW9+EObVLjDN+nEOmM7xo+rzmePSmrQFaBrAJZBbIKZBXIKpBVIKtAVoGsAq9HBTKweo4q73nqKLERKWw3PFDh7m/eyd/e/RDO4Li6yIykddPoefX1VECiLE0VrD3wIi2WAljXMcdXBEbJ1bWhctCVWq8rycrlAX7zt36ZcSvE91NP0bTXWmCtXPifo+l+nRXA3y+wmqpBX+smrckroli1I9a0NHm9rIm3KjjixacyoyXMKqEeJwo+FIxUhSZBKQ46rqjaBHwIfFj3TtL+myaAC1j1KK3pHH70BA88eDd79n6LnCNgqKdC64NVpQCLlQpVgmcEmgRei0t2THLljgkmx0dwCmWOHTvGxECBoh5iOyYLq6ssri1z8MWXeWbvASYnp+i0mlTLRarTk4wWS6weOUQ+8hirligX88TinxqGFB0TXI2i7VJL4JmVOvOHG4zpIVtHChSqFrGWjoJydZzETWgszyvlY2lsmrxbpNVuM3zBJqoXbEJcDGyppeFg5vIqeCgFq+YPBFaV7voMJE/BTv8m9fD9llKsSoCVeHPKA1T7cBTT9XxOL6yx/8BJ9jx/jFLB4soLp9i1c4NSPwqIUVBVFIQShmMXsEKD5qkV1g6dxl9o4NWWWO40KWzayNDOi5lfarJw/BSubtNKbI6stNmybQfNk8cIVk7zu//1v57XOnn3gw8r6NT3TJXWZoF2tUUJ5fLJWzpPPPgAn/38Z2lLq794N4hIsKdvFKWepUmbNXTDiLxlsmFqgjfdeAOXXHU1nTih6JZZbfgYq59m0HueRiCd/AamFaEVDOxlg85/84nmq8wj9gJ1Hne3sqd4rVLGl52QbuMxgtqzoNmYKjyrhBcFdILUpkSUry3ZgUmKJFYDS1SFocX2DQ7Xbu5iWBYXXvvLTO2+gZXZF3HimJHBIRaXl/nzv/gCmuazY+Mkm8eGaC6vYFfHuPTdt7BxywX4AfyDn3o/B04exjRdDMNUIFBmmrSQt1otCH0MPVbg1/c9Lr3qSn7pf/k4A4ODkMuTE8/OXE55htZrNeUBmnMlgM1RgFig4+ryMjQaPHHrrTz50H0cWlmh5YeMV0ZwHYuVbpOaFK/ndyp/C0ztnzsBesMjw3z0536OkfFRFXol41Za3QWuzi8scvilg7RW1ig5OeaWlxQkHhkfY9u2bYxNjKNbstESost4FtW6YHS1HqRAU9b7V9sAyO+iupUx8fiep3niqScxSkVlLyDPF2WvcnjtqUJVVKECuGlOm4w/3w8wbBtRimpa8Eqf6B7ATwTRRvJVIVtI6SqnMKra0xNLgHStU18zEhiGRiKEtBfIFSURlinAVUK6TDTdVAA3VIrYvgpWAz9m+/YdfOQnbqHV8lS7fxTIronUIsYybOVv65gWOcfFsRwseS15DdWtkShwK4pY+c6rlMpUB6t89k/+iL/9xl9h5RLetnmKS6fHSKIWkS6ewB0qjstQuYJbmGD0ihu48Lp3Edk2mq0RtTpccMGm85rj2ZOyCmQVyCqQVSCrQFaBrAJZBbIKZBXIKvB6VCADq+eo8uN7DuJGLlE+ZtA0+bPPfZnvHTxKZWhIARi5kJULe6VcFcCqfpagqZSiSsukUlWh4UqASo9Q9duulY+eqFSl9VMLiUOTFb/NxRddxW/82k2S2KSUVuJFmHrupd6AiQT9rLutf91zDZhzqUnPPj7VT8l7nO9NFKM/7E2zYuZKFsfFo08z8LUIR0FOjQImeR0k47shSkmB1z2wIJ6qjm7QVN2wCWOxrnz8VDiNgJF+Krj8rEn+l051ocPzD7/MN+/7GnMn92DjEiTB2eRvUYKdCaUJ8COdJPSpuh6bJyr4XV86e9EMk0a7zZbJITZNDjA4WGWtVkvz1r1FFk+fZG7BZ3GpTc51iA2NTVu20GzWKRgB3twM426JkWIeq2RiOjpF8V4V0Oo6+L7Oc6ebLB4/zEjBZtP0KLZr0g665FyLSqWigPBavYlu5xluUjgoAAAgAElEQVQYHFXKTwlY23D5DqzxKqEpPqCuApeGnlNATJe2XYEqCgaK2k/agtPbK2D/9zmJAmN8v0m7K/6q7VQlJ6FqosYT2NeNODHfYN+BE7x86CiDZZvLL5hg+6ZNlErDmLkY19JwkiK2O4ix0qZzbI7GydP43RadoEG91qAZ2+RGNjG1aRvzs7Osra2ii/pRy7HYzDExPMQzj9xNlBh84ba//WGHnXr8tx54SM1P5cXZU0DKXKovrCl7BbFseGHfPj7znz/FWmMFX8J2NEN5Ics8FM2hJsBbni6wMpdny4Yptl58IZe8+Xq6mDiuQ9iBcOZrVPy78bWYINEoim/zYEIh0Zn/owhttsiMAFotpBrH7M1t5sHKFXRKVZz6U3RX9oFAfFsUv3m63S5h1MUUKwOBfjIue+uOAEe5FQoF3nGRyagRcuENH+by6z+mLBfmDuxjz7e+zOnjx9GdiMnNY1QGSwpU2naBelLlwre8h60bt3Pft27lt37nE3iRhWEJjBNPUFFeSmhROt/lfRU+jCIFdf044P0/+UE+/qu/zJrfVWul3CdQTwnupVxh6ukq81na8hPZxIhi5g4/z57b/pqoscaa32IoN8jMbIOXOi1WRL2vXkPUwRqi9BdAaFkJA4bD7t27eM8tN6Plc2otTTSTIAqYnVthaXGZ+ZlZwmYNsR+R4/fkeA2HsYEhRicmGNuygcCMKHRCPCPGMxKsQNaddLdGgq5kfZc5cNY+RFhkpGpy1/33cuz4CaVY1dXzznYMpF6or1i1z2xY9M+b2ox7Lf9s8U1VT+59D0gPw7ruANl0ec3vFjE0VRsBafeEeLJWiyVVf1HZR6JgFeCrNu3Stc/SbN774zezY9eFtBqdtNZJrACs+j6Teiu4mqNYKPZ07alq1pLNEvFz7YUnmrZBIVcklyux95ln+Pf/9tfZubnMO3duU6/pBV0VyKWFAXnDIGfruNVhKrvfzI/86E/ilgaVH6xYJFxwweR5zfHsSVkFsgpkFcgqkFUgq0BWgawCWQWyCmQVeD0qkIHVc1T5yX0vY/gmRtHA6nT51Ke/wJFml2K5onz6+p6pypdPWGfPp7J//SyqVrngFMWrY55pCj2jaE2DUkStKte/kqxuUg+6vOMd7+IXb3kTrVUBACJrSi+QRQ2rXqXXIvrDDI7XBaz2FKOvPq5X+Mm+6k7L1jlaNDgqfqYqGT6hIlpGLcFSKTjCl2PWtIhuouHHMXaiMWhaSjcoarQcOnmVNJ7KhJXCrAdgldJM4FdkYJ1o8uxDz3HrfV+htnwQM5F4olSx2k83Vwo1BU98BWOjoMOl24f4wLvepOBDu9XlxOlZnnvxJRVu1WrWVQhTvd5holJmesSiVNA5cXqZ1VoLx9YxVShNDqdUYGSwyPKhI7jdhFHbYnAgT77sKP9VUd1qtgVugW5oc+LIYZZnZ9gwNcrgcFXZEkhAjaj/crk84h272uiQy5eoVodYazdxpgeYvmSHUsO6ThFDszDNwt8BqzKSBLL2bz84WA3xBKx21giEGIoNQCxgNVXz1Ztdjs032P/yaY6fnGGs5HD5rgm2bBwnX6xi2AJQXAp6BW2xw+qxEwSLKyStJp7v4cUB9XaLjpbDrE4wNDrF7OlTysvVyhXp6gXa1jBxs8GhJx/EcvJ87rav/jBT4cxjzwVWG4s1ul1Pzd3Tx47xB7/3H5hbnFHBYCo8Sjwl/UAypDDimInRYQXqrDBi09QUxeEhLr/+eqqjk8qbNegmhLO3UvK+jW4nBDJ/GyG5IY2ybjD/XyLimQJzmoZPiGZElNF51trJA0PX0wnniFbvI44bFIslNf8lxEnWj9QvU/w4e23iPYgmH1K8R99yQYUtBY3pS97MtR/8dcbGN7Lv9m9y75/9HiUbcoMl3NEq+mAFd2QUpzJA3qlij26glC+z99GH+cM/+ixdX1MQtB/0JjlGMs/S8D21m4Gl98K8kgi3lOc3/sX/zs6rLqPT6aiWcwGnlpGOuTjSFKgT64VQdivEjiOKaS7N8fg3vkzcXCa2QuJmxOmTaxwPY5a8QL1/2mKvKW9P23YoF23Gg5iNmzZw/Ud/Ej1fVerP0IDVmsfpmXlqa2s0VlZYOn2Sbr3G8MgouigvbZeRgWHKlTKDU6NYJQdLNlC0XtBSGCs1pgRMKfirrDDSv/vrWoiEUrW5/e67WFxZwyjkhFyqoCa1IdbbgOuD1fXWKOs3N/qbZ6/Ar4q2ilpdfcGkd/XAcv9xahXsbYilvDV9nNRH4LeoZh2xpYhiBstVgm6X5aVldT5EiZpujsjfCVsvupgPffgWtbYEfohj2cRBuvmkNiFECa+blAtlikUJcBSP6bPes0pRLOtpFFEZKpFzc5QrA+x56nH+r9/7BG+8ZAODRVf5upphiCnA1kiwbdGvh0S6TW7rtbztJz6OUxhUa6JYGlxw8fh5zfHsSVkFsgpkFcgqkFUgq0BWgawCWQWyCmQVeD0qkIHVc1T5sacP4iQ2Vkln7fgs/+kzX6SbK6tka7nA73v89RWr6oK5346pnFFTRav87dpnIVZ6bZyCELmYjRQoFSWWQSeBj/3sT/LuN++gtppGqsgF+Xol6Xor0+8HLdd/rNcDrBrfR+56zuPMmTzthDw5O0spn2egUmHMtKiI4lcEaqLik3CqRFSnqb2sK++jaczHPloYMqE5FC0DyadXtRXgesYGQDpoY/KhQfelVZ564EnuvP9vCfwlkcIq+4AzATUCS1QLsbT9egTy5kGLG67YxHvfdg21lRUGy2VWVtdYqbeYnJrA9wJOza3y2N5nWFheImyv0W22abY8cpZNteSQL1RVi+zgQInpDQN0Og0a9QYsrHBRdZhq3sAua+TzEtWFgqJ5u4CuWbx8+AjdbpvJiVEcW1RvqY+h6+ZxCyW6XkS97SmwKhE8TTdk13VXYBUKWKaLY7jQa+Fer1h9NVhVOOYcHrnrx5EKqfEbdLprBIEnzb8idFMeugLJluttTiy02PfSCRYWltgwWOKS7WNs3ix+ii45p0JJL9FZ7NB54TCa30YPunidJs1OBy+OaXserdjBHd6AU6iytDCjwJybL+M7A2gjG6kdP8Lc/r2qZf+zd9x+XuvkXd978IxitQ+/5IXaK03qjaYCfyvzc3zq9/8jy7Ul1lp1RL4Y99qrbT3BBbZPT1MLfDr1JoMDAyrd3alWufTKN3DFG65RLfy1w19j0P8WhiNuvyZRKyA/DBXTZPHzEJ5wWVBgNcIzdQpBhxI5nitczrdHLif2l4hae3CNOlHUotvpqhCyKEowZNOmB7ZffR4vmc5z5YYKk1t3c+NPfYLhie3MP/cs3/3SH6BHDfLbpyjt3kLo5rGcolJwigK3k5iU3AIrM7N8+g8+xcLCmgJ1AszSuawR9zeSpN0+jDCNVK0o88+PfHbu2sVv/O4nlJKxf1yy2aSsI5QHaNqOriw3ggjf84m9Ds8/+ij7ntnL4dkT5BKDASvP3MoyK/K43hora2rBsSgXi0wMlhlcWmF84ziX/vRHCYwyBB6ek3BqtsXJkyeZOTlD2G6p168vL1EqlxgYGlVeyGJhUKmUGRgeoDxUUEpktX6o9vsYSSX0RRIcRAqq9j1Q08A7Mdo1mJ2d485v3UFHQGbBJe746TjprUNqbvV+T590Vu3bd2JV3Q6v5W38arB61nVbQWb5/nl114KyQJHAwyhWYNJMNDprDRI/xBRAHoqntzqLvTUzxbEf+qV/yPYdO6itNbEsW3VbKBVt77tKaiLzYrA6lIbw2RLG56ZrhzymB1nlRcUMQb64JODs2aef4O4v/ymXTVeYXT6lvs+GSmWKtk3RFUsQAcchnlVm5w0fZOePvBvLLjJQyisIu2lr9bzmePakrAJZBbIKZBXIKpBVIKtAVoGsAlkFsgq8HhXIwOo5qvzEU4eUh2K+ZPHCk8/yh3/2VfJjEyroQy5k09CQXgu9IReyvdCqPnBQnqi68mO1Rd4mF57r36t3wRpIM6YKRkkwnDK//k9/los2DbBakwRseX7Pt7XfCvqqjKgfBK7+vw1WzzmQyya3z5zg3/3+Z/GWV5i+fAdj01NsnJxidHCIydFR1dIcWBYty8LXUw/WUQw8EpxEUx6ra7r8nHoQGv1U7x6UFnQw4OvM71vg0Qcf5r4Hv0ZEMw0jOhNUkyq2hBLKeUhEOxjqaGGT97/1Mt5w6UZeev4FlWq+tFLHMCxKeZucbWPkShx46TCDVfHo9JlfWuKJfS8xP9OgveYR6L7ylywVC4xPDpIfKNEOoDU3x0Vuni0Fg1wVilWbnISdKRBvYLtFsTxkcXEJXUsoF3NEsa9aqCUAxxb/ykKVekvawkHLOcRVm+3XXIxVLGBoDo6AMiuXej2uswJ4dXjVq4Hcuc6XKEe7PbAaht3U7VFZUUaqlsu1NgdOLPLok8+pNt7d26bZtXWC6QlRQuYZsCfonmyzfOgkldCDqIvfbdD1WnSjkLbv02p2aSUuY1svJIw1FuZn0OOYXEmUlRvJTWzk9HNPES0tEAUB//yL/+281sk7v/tA6vUqY6YXhCQ/d9farK7WsG2L5uoqv/8fP8np+ZN0Io+oGynYr1qe45CybVEt5FlodwgC8dsVL1uDji+KRY1rrruW973vQ3inv0elfTuG2UYr5umsNamMQVEzWf6CQXDEZgEIBKLFNiUtwFJJ8RYPFC/jgdGrsIJj0HmeTuu0SnwntpR/sITnKcV7b71R6nYBW3HMQDHmxovG2DI5yTtu/gSjm65AjIy/8uXPYOoeu669irlunZbnkwQxmi9WJiGuW8CRUKVanT/5zOc4fuK0Um3Ka8pNxtMZL16xI5D3EwWieNbKIqdrdLpd/tm/+S0uvuxSgii9TyXQ9xZB5VcaSDhcusap9PkoUmFXM3NzyqbDSqBiWDzx8CPc8937VMQfuqFA+2A+x1CpyPaxAfSTp5m4cCfbPvAhvLiEFnTo2hEnZ5ocOXyEudOnSSTISWwAgoAgCChJGJxboBP4ylpi64ZpqlWHqGDhxxpGIut86ofqRT6J3wu662+K9f42XJsDB17i3vvvITYt9FwKVhMzDbw6Y/3yGqM03cxIuxm+H1iV3TWx8OjfBHamr/tKsNqfx3KfbESJEY0RxiQCejsepgrRUp4DPaV+ukEoPrFT09P8/K//BrXVFbWbJ37I4hWrMLq8RpJgyH+6TiGfV2xYVO+iWJfBZ1vpXBIVsazZ8kSxjpianuLZp5/k8W9/naK3wouHDhAZBoPjEwwPDZA3NIYck3KpiDOykcFtl7HsQbvTpllfVV7Vn/v8Z85rjmdPyiqQVSCrQFaBrAJZBbIKZBXIKpBVIKvA61GBDKyeo8pPPX1EJc3ncjrfue0+/vyuhxjdsBGtlwIt0DRtTU3QJRhEQkkkYbzXjpsKKzUFWvow9tXKoiQOCRNdta5Hoc/QyGb++W/9NMOOSTPQ0IVjrPMyVDYA61RNcuj/Xwar7arBfZ0W+57eT3TkKPP1BZbnV2msNYmMBKPoUCqXGR4dZWR6msHRYcYHBiiVyrRKNkU7T0UzaEhraRSQNy1cab3tQW6xB5C23uEOHHr0NA89+F2efOq21C9T0rd7Sd+pergXViOwNRZ1GuSdmA+95xou3zlBbWUZzS3zwktHGBkeottYwdI1zFyJ0zOzTFdMvK5PqVrh5WOHibsd2ssrnFjpMDu3TFccI2wbqzBAEOYIwoAhM+aCosGmqkalCAMDJUzl15soeJrLFwnihHa7m6qfEzGaVPgEzbCx8yU006HZCfBNGN29ifFdm9BcV6kPxTPRsNxzgtU+iDkDbP47qlVRqXa9Bh1vjThKk8+l1ALcBEyfnl/h6RcO8dTe/YwPVrjkwm1s2TzJcLVMMVfCrJVZfXGJXLuBY3RoNxt43TaB36bjtWm3WzQ6AXpplMntl9Dq+syfPqF8IMtDI8SVjdjFKrMHnoROGytJ+Cd/9IXzWifvuP97Z8Cqqm3vj1frKFWybIiE3Q6f+k//gf0HnmN80wS15RUaTWnDh3wuh2PoeJ02anPE0JVKURc1pmnTDT10Q+dd772ZN+4cID75XymWGiQ5W1lMFAc1ZWOx9iUb/6jJgthQiKGFHlKIDETEF6lAt4h95St5vDBK0z9Mp3MEPREobcnegEqal2Ndr7rtK+JlHF23s8jF0xVuvOm32XrF21n16jx7Yp/yyhWVceB5PZ132tLtJrqyOIgtQyW8/82f/QX79x9QKs4zKk3l0ZuGnMmap8Bgb9tIAKppWjTqdd7zoffygZ/4oFJ1qqCpKFZwT9bMZqOhVKpiISDHL/PPD3wazRqG76Enkfo9Z+eYPznPN//2yzQ8sehI0+zHSgWmBqpcuXGUYK3BwGWXUbjiGrzAQg8D5Tm8tNjgxRde4OiRo8pyQDYBZD0WW91SvqQsMuRzVV2X3VPTjFRs4okKbdGORmnwnZ4EeFFIEqRdBv3NmH4tBKw+/vjjPPrk45huTilWo5YHlgQcii9vbyfsNebWWZW4qFtf2ZlwZm0Xj1WlHT03WF3/PdAfBxLgJRFxmh8psGrEiQLbKoSLRIWPpZuDEW7O5QM338zWK65jaWEO17KU565mWASibg1jAj8NcOvD8749gAD1dqtFs9lUFhWO4zA0OMhApaq+98bGJ9n79FN866t/RVnrEIny2XK44OofIVcqcfD552guzhJ5sgll04oMaq0mYdBF0zXEdiIJ+v0I5zXVsydlFcgqkFUgq0BWgawCWQWyCmQVyCqQVeD/0QpkYPVcYPWpIxiGhHv4/M0Xv8K3nz3C5KbNxL6HJgrAV4FVgUv9ZGa5r98ZL76CZ9WtZ3331MVwHBCI4sewiMIum7deyr/8zQ/ghhqtRMdWMCJVeQlQEHgRx+kF9g8CVPsf7X+mYvVcLePnE17VKhvcb8mnMtgQhdS9Jt22R6fWYqVVY27uNEunTrM8M8fy2hrdICJvuhSrA+SmxpicmmZqYgprZICRgYpKly7pBrYqUNqW3NFiRmsRzz54jO89eC/7n7ubrhZh9ltcz9gypFYACpgIWBUfSHzeePkGLt42yujwkAIxL7x4kG3btqCLetQ0ODqzRK3ZohQ3VaDUxMZNHD15jFatRlhrKYi7NLtCMVfELRaJc2WOLjRYqGlolsaEXueavMamikluwMUu5ZQqzBRoa+q4uYIK4un4EVbS7nk8Cni1CQSC2TnlTRjYOpuu2EVpegTNdTA1C9fKo+v2DwxWXw1aXz01fAmc8URhWiMWKwalDu55UCYwM7/EC4dOcPzkaTaNDbFlwyijo8PKE7bglll4yaN7tMGY4dPtLuB3BNZEak51Ow267Rq1MCbOD5EbnsYWv9lmDU1SzYtlosomHNOlfnI/ESG65/GPP/Wn57VA3n7fd1+hWJUXEfWetOkvLS2nIV9RyGf/8FM88sRDXHbNZYR+l/nZBYqFMuPjE5yeneHUzEnsUMc3ZYNEx4hQrdeiWPQSj0J1nF+95Sacxa/h2AsYFQvd8MlXNOwoofmXOQIBqzL2kpiOniDukkYsmwQdsCLi4e08aG9hT1CnUX+eOKyjJRaRbMroEXqSqkYVvJSm6jBM16e4wCVjPldvc7ni/f8roxdcy4njB+kKOpRguCBSY9iIIWh38LqeWousKCDJGXh+xGN3P8jDjz2moORZyb2KPFLvoTaSxM9T/kXXMExLtf8HYcjGndP84j/6OKXBqoLvAlFt3VD2FosLC0o5KpYA4tEqvtVS3zgOSbyYwAtVEFa54GJ3Pe6+7TYWa3W8KME2dcbyebaMDHLFRBWjUKF8zXU0qoN02gGJn6iQufrKKs8995xSlNbrLUzbxXZcSEIq+XJqxwKMFItcPr2ZEfF22DFGXdkeyIqmYUS+Og4xW+0D677PqlrvLYN7v/Md9h94HitfxCrlCZpy3tJgwzO3HlhN18903qyfbylYfVU7gnpA6sUt//Vvr1asrv8+6INVBT4FpnqRUqsqmwb5vbeJJOdOFKmFYp7dF+zmpve/nzUtR6O2KoeuVKeaaROEMV6tzdzsKRbm5pWNgEBz2QSRQK/A7+K123iep0KxZJzImLIN2QLUlCp4w8bNLM+fRvNWlRLcypfoBBqzSys0Wk3Qg95xGWi6hZ6EalMTwyHUHYKG6LmzW1aBrAJZBbIKZBXIKpBVIKtAVoGsAlkF/n5WIAOr5zgvjz/5EradJ2ku8MlPf4FTQY6JQk61tUorrLT+S7iUqNLURa9qET7rVZnaAeqpwsfUziid+mBStX5K+7mW0DJidM/grW+8nl/4xTdyT9fmORIucwx2W2m7uxtFOEaC0zLxvQ5G3iLX0YkTn64hbeiGAoO+nmCJp55qj9dw0NOEalErybFGMYGtYQQxhVAnMjXVgixtr6ImU4os8RkUBZ7YGAgoEgWbHhIYMVbsKN9XUXoJSBGfUvH+tKQd/Ry1XO812AfCArFOVBOOJiF53VIwec1IFVUToojToZYkrIR+6hcYhCwvznHy2BFOHT/B7PHjrC0sk/iB8vsrjIwyMT3N9JbNDE1MMDgxQaFUJK+ZTM13efrBl7jrgW9w/OVHVHu8AuGq9V/aqOXnfnusqC999UnEy9LrdlSb68DAAJWyiW2EXHrBDjZMjFAtFjh8+BCupVPUuzQIMTohtcVlZtZqnJqZox6EaCHqPIjya2R6G8fXuiw2Q2zNITZihp2AK7WALVUdczJPVfwLTUk8tzAtA0v9btGOTBUe1ek0FRySMJkwSNCLFbTKMKO7tzK0uYppOyq0yrQked1R41WgsITlyJjsWwGcATWvgD6K5rziTKZASRSFDbrdFgJYExlVirYJ5E+T0uv1Ossrq3hel0K+QDmfo1gqEhgW5cIwc88c5+RDzzPkW+iFRMFWxxJVXBOvXVOKt5XlVdqYuCOTDE1totvq4GgJgVsgHtqME/kEtePYklbuBXz0d86vTVjAal+l2ldeKrDaDVidWVKbJ5pp8Bdf+BPuvOsbbN6xmUq1wPDQMI7tqBo+vWcfMzPzOJZLEAepH7IQSwmz0gzlMxl4CT/23jfzhsIsSXwAZwRsXJyKTy4xOfmNgPyBKnO6p3yWG3rAYKhhS31LJYKPfpjqpRcwd+Ik995+DwcPHjgDUNO5lAK/PlTtw0J1XnQYzGnccMO1vOHdP0rHtClYhgLZrXZXbQQ5psXS4qKCnALTbDlvRfEaBT2M2fPUE3zz67fRbAg0S99HeXj2bAHUZ1bK1XQDSbw5BbTKv5XKDj/3K/+Iia0bSIIIWxSIYcT8zGl8z1M/K3yZiKeyRrvZVN69ajNJoKamkyvkyLkuj935TZbnF9HCiIqbo1ooKM/jqcEB3JExdrz9HSzqJqeW17A0Eyf0Wd23l2ce2cfcYI4Xj5/ESnIU7DKatYpmlSlFOn6ryYWXXcTbNm9GCxq0d0yxljhEvqx5EU4IfoJSmPfXbjn2NBwqomvG3HXXtzh97ARmsUCuXFLqa4W6e1YjCosaBmFv802+O9ZvtgloTb1dJWwq/T6RUKi+8l4WQ+lqUOuoasFP56ecDxVCpd4qwRCfW/luUmtbiB7ryldV1nypv4xvsVuQmwDtju8xtXETIxs28cGf/AgrSyuqBV/WxJGhYRUqduzIEe65/VaazQa+7/d8dmUTYn0gY4p9FStWGYIyOwICsSKJEt577Rtonz5GybU56Pu0/ZDjx09hGHa69qZs/QxY7m9QpmpojVZz9e/n/3vKjiqrQFaBrAJZBbIKZBXIKpBVIKtAVoGsAnLVkvww0sf/H5XsiadewrJc6rNH+eRn/wK/OE5FAmZETWOaZ5Lk1cWfggvpVWW/RTYtVQpWRS4kra6p/WAvNkSSmJVvXaKUQ2Fi8aH338QtN1/G9wKdGboUCbjAKrJmSLAN5BJo1poM6RZHXEkVt9muiUIO8h64sUY7iTClZVN8I4OYlsKqFpZob/WEnA9dU0CfhifRTupwxJs0Tfc2REAby0W8TiAKNOGncpeeEOoxtvLUS9FbOnRE15W+xn/vJrXpQ1a5yH++EnNEfTKTgmYiuE5eZZOo94COoeEliYIuJURBqhEI0NETPD9gcXWZmblZVmqrnDw5Q21+meZyTQEA8jlKo8Pc/IEPcHEywOPffZY7vvsVFk4/C4arLugTFcbzKqiaSFK5tLmnfe7iPyhqLKVSE+uAMKAgnoAFl2q5qMbBwECRC7fk2VHNU5TOavKqaN3GIi8vrnDk9Ayn5uept7sMTmxhsanTim0FtWJDw7JCpqI2F+ZCNk2VGBgs4zoCR+WsiDpVUwnd5AoK5jSbdZr1GmEYKD9EpzqEOTSpwOpwH6zqeQzLxDTECsDs+Yj+IGD1757H9WBVoG4QypkSQNMLYeuFJwmc69dKxr0E5yh7DNsl55bQ1gIe+uo9LB04xs4tO5ga26B8ZYPOCu3mivpMJ06cxtddxnZeiFEZIG1pjvANF2dkC0bQJWrNqhCz2A/58L/+g//esHvN+18LrCrYFcSszS0K1kMzTW7927/mr778JUYmRtm4aUoFHcm5EZD19FP7WFleU/NcxqsSdfY8TmUuaXpM7Ce85S3Xcu1IA0N7jtxgjIOBVYD8ssOx29sUVoZZidsYScKqFjKsW8SOifvON9O+5nJaouZca/Hkw4+zf//zZ1rS07UmVaue8fJc5+WcyOYKCTe9/51c9ba3Ejk5uq0GUbfbCzDSWF5eVuBSQobKpbKa26trq6yurOB1WqzOLbLn8Sc4enJR+ayuB6upX6dAQwF6KVhVHsACpTUN04j54M/8FFdee41SN8pGxvziPCsLC+n6Eab/Jqpl8VhVKv84Vj9Lu38+n8e0LArFIo/dexcLs7PkbZtKrsDI4CDlQpGcoTO5Ywfbr30TC0HEzPKKWsc0aeGfPUbtyWdY6nR5od6hvlwq1ogAACAASURBVOYr25aR0SorDZ9B22L7ximuufwqRmtN5rxVljaO0k5s5Yus1MBBjK/Wo576VAVbaQpEyxo7V1vh1jvuoCmBZ3mXfLGkfErFDkE+zxmbEbEoMcx0zRQw2vPn7p28dP1MxDogBfPyRwHKHqhXv8tjeopX5U0rft9xasmQwtb0ZzkudS5kMIYR3UaLRq2unirPkbVMaq7bFgPDI2zcuZubP/JhFufmabVFzawzWB1g7tRJ7rrtNpZmT521fuit8331bn/sqW+/HlSVny1Tp+sFVAoFPvLud7D/sUcJkpihiy7jxMwML+7fr74LFaTvfZf0f1//mnJ/qylzLLtlFcgqkFUgq0BWgawCWQWyCmQVyCqQVeDvZwUysHqO8/L4UwdxLZvD+/fx6S98ncr0DrROm1A8VXsBVmcuiuWSVkJk1oWVyH19oKUcCHst5+tb6QV5Crg0g5C27fIrv/TT3HjtVu7wAkxLZ9LQaCQBBS1VicoV6OpylzHb5BnTU8rEaSGheoIt7cPynl5IqZ3QzekKnpY0HUf8PaM0fEb8GwUGRsrDURJzUuWmHL/SqsrLKf2UtPemMlwBq6JKTaFR/6JfaeVSyCr//opkru8/2JX3rGHwbDGmJlzaAzOCrqMTGzCiQQA0iZVHqoQXFRONnEibtJ7LrNS6BxIkPKkpbdTNFu1Gi9VanVOL86w26lx/5Y8w3Szy8Hef4M77/5p2/SSRtE6r1thItaCKQktqciZhW+CqgFRRg/XOm9wvdgzyPL/bIYrSEBwBnVVb45bLNnDD7l0MVkroErQlXpxBh1rQZa7RYO/hQxxdWqRrVjm6FIBZwHVNYcrKczAXB+zS61w94jA0UVXhOpZlEEpbtrTCS4t1IacUgZ4XsrCwQL2+hmFp5KtjOCPTjOzayujWQSzXxdTzCiL9zwSrnr9Gt9shiDrqmFKYIvULz5zw/jjvAyUF4gwTU3co2QUac6s8+O37OPjwi1RzVS7evoPRogNejebaCiePz7PS8Zm8+FJyYxNotoV4Ecemi12ZJCdA1VtEk7bjIOKD/+L3zmtlve079/8dxaoCq2FMfX5ZtV/rlskj99/H5//Lf2Z0wxgbN23EMDTyOVe1zT+z5xlajbZMoVRzKBsHArl68CkKRcVqcPGurbynCpr7EoWdCXlpk27qWPstVp6JsKIyK0mXyOj5gCYJ7rYdWLe8h27epuH7LBw+zZ6Hn+DkyVNqs0apEtVGRQqn+rf1ilVRzOZMjUsvv5g3vOUGOip8PcLRdYqFomq/F1V0qVDsAfsmnWab4kBFqXWDdouw3uLFPfu4/7G9eEF4JuhLxn0fEsp6KGtdCvXk7xT6xYHH29/3Hq69/o089vCDdNttNm7bTOhJaFlXbeLIWhN4PlEQpiFIuoVtWeRyOXL5HKZjYzkOh55/Ts3VgWqFYi5HtVxhYmyMyPPpBjED0xuILIeTc/Po4lEsx+O16T79GCefewZ940awHdWiXnQqLC6vUbV1Lrn0Qqa37Wbp0BEOtT1qgwOEouyOREmbbob5yo9ZNscSlpaWqNdqqtyy6bK4vMTBo4dpdNpojkW5VGGgOshwZUgFOeUKBQXhpV6FvGzERKrrQYKdRJ2ffof0NeI9eNoDqzKOBKAKNBVuquwpZJ2WY9MEXsp2Wepz21fAykiQc6rGYZJw9OAhntv3TOohraB7+l/o+Ri2Ra5c4U1vewfXXv9mlheXaLVaKohscmKM5/c9y9133EncD6rr+xf05v3f2ZNV3wF90CuWFBFDeZcbr7qCo8ePYw6OcM2N7+Kb3/g6xw69gGWmG226ZvXGce/z9wZz39agUV85rzmePSmrQFaBrAJZBbIKZBXIKpBVIKtAVoGsAq9HBTKweo4qP/bUQfKmyaPfvZ8v3vYw05t3KOWMtMevb7tVV7w9xZioT/u3FB5aqapoHYRa/3bK01PaMnWNoFzht3/lI4xvHuMLjRqRnWNXLo+mR+QSnbyuYwhAPe0zWrFYymssJzCUMkK8RMPTwG4HOIHOi8VA/ftEYjFigIVGTtSmQUQp0Kg5UA0N8hIGIyk4ki0ukEzCSnrwNHVQ7F0s9y6YBSzLo9X/KvFqSlZNUU79ECNW6jOria+khrfcUoDKGCyhFR0FHPS8Q9uBlgi4dMjp4CTSRp0eT+o4mypl5RgEzCbiG6igbKJ8Uv0goBjqtJ5v8tDDj/Cd7/01obdCoLwT0/b2vhpTgSJlCyDBLgIzU5AiMOJMYE0UKGgmKkp5vMARSYOfsHV+7dId7JycJiladGOPdq2ObtpYRodI2viTmOdPnOLb+w7y4nJEoTyImzNUq79plJUqdcJY45JCwNbRItVqWfkRKmipSeq2RSJWDE4BQ7ep1essrUjLeoRbGcYd3sDwzi1MbB/GyYlPawFdQoM08Vj9YRSrPeXZOliXfv6Yrr+G53UIIwnROrtZ8Mqf+7D1bCK6pNsr6KablAplBSUf/Ov7eeieR7C7ETsnRtg0XCbptFmZWeXE0grm8AgbLrqY4elpDFsAtE2g5dBlbMRrwqOVfcNNv/HJH2LUnX3orffedwasqvmsVH+pWrA+v4JMWanf/qef4vc++TsMTAyydft2XNdScCvyfV56/kX8ZpdmECnILh6ryttU7U6k3slm4LN7yzhvcUpw8nlGL4/J7XZovhAS77VIOg5GCDVCPNPDiHQi28S89lqKP/ZWDDuiHUY8+8hennr4CVZXV8/4O6fq0VQdKrc+6OqvQgJWZfNjfGKU7RftIj9QoZgvMjE6RqvZYHVpmW63q0Kkup2OCiC6/Oormd6yiSgRpWOTpNnh9MuHue3eh+gKjOupIWX8KzsAgX49sCrHIOFQqfWEoRSp49OTWK7FoQMvMD49zjvf96NEAud9TylTRaEqrfUlSYW3HSI1LxNKxSIDI8O4+Rxtz8MIZKMjUmp0pcbUdAaHBhmqDihfTtlmaTTFpiJidHwY4bR6CGsv7eOZO77B0MQw+Q0TFB2xETCx9Dx5y8atDqEPbyPSXU40Vjk2dxrDNtJNI1F7hl01j+srTZ544glOHD2qWvpN3VDHLdBUksYkvMxPYq668hpu+rH3E/rS1m+qwD3xdZUxL5slsvnVajfVxo0voViyvqi5lHrQqvXHD/B9T31WsUuQjQXljao8thXFT3+XZa5vx6E2hvoRYqlyWtr9n927lwfuvw9LbC5kA6nfVSE2AprG4NgYP/EPfpZcuUi33VF2HrZlMD0+waMPPsz999yr2vrXQ9T1atVXTL4eWD37bwllU2N6cIClVpsL3vxWJqa28uW/+HOl5pegPllzTSNHFMrm3tmOjz5UlXG0trp4XnM8e1JWgawCWQWyCmQVyCqQVSCrQFaBrAJZBV6PCmRg9RxVFrCa02Ju/eo3uefZ04wPj1DrNNAkqVtX6PEVNwkcSpuBzwZUmaadKrd6ir5+K3z/MWYkTpUaoRFTGp/mX//KT9AYKfCV1hrisjjkOliiUu0EdPSYquvwY90At1TkuTji4eVlrhkaYqPt0NYjpWJy64GCcPM5nUIiwBVyJPhJpNr4W6KAjXQO2l1KfsyUXaKqmQpYmjHkPHB0MOXCXLhHIDYFAgBScKpHosqTa/veZ+15LIrC9Ye5ycW5qVv4QcjqaoPaWoNcIa/UeKvLNUpDg0SlPCteG18HN2ejuwZaTldqW8NM/xaIKkemoLZ4M2piFxARi+IuiRlsRZx4ZJEHn/gujz76FZKwQ2CA6feBRq+dXVSRPU9E+RwKnIY9pVoPrkp9RM0lHFq10wro8bqULY13bRvjqvFhBW5801GehI3aHLl8zMjwsIIqkWXz5Qef5LY9h9HcMvlqSSnzXPJohkbR6bDJ6HDFsEm1UsF2DBVgJX9yrkUkXqMij9QN0Awa7QZ+6GPlKhTGNjKwfROTO0ZwXBfdKCjFqqGLx+oPDlbXidJ6ish+u39Mp7uK57eJ4jRJXsZ7mvUlLczrcEo/EKz3T9I6Ly3LloAzUSVaDmPuCE/ev4cHbrsXbbXOZCFH0mpSX1xjdmUVrVLh8utvYGhySgUjGY5NgKmUdnFUw5JxF8NP/MtP/zDD7sxjv3H3vWcgYR+sqs0QXac+t4LvhdiuzYmDL/Gv/vn/pibF9KZNbN6yUaXai+rzyIsHqC2ukNiuskAQ4C8bBS2vS6T6rnO4Xocb33MdF7Rdgof2MFSuUdhlE53UiU47BIZGM+koH89ID3ATjdVcDvNH30Lh6ktZ66wy/8zLHNj7AicX5hXIkzmixp+qc6r+fgX46iuJowDLdrEck+nNk2zbtY3h4XFe3P8ie558Uj1PgLDR2xIRv+if/sWfIV8q0vU6VNw8reUV9j7yOHtfOKIU28ozWjYwRNEtJ1+AtJkqVvter0ZvvElgkiceyaLu9jpc8YYr+JG3vJmw21aKValZvSZrHVx00UUMDA4ppeXK8rICl8OjI3R9X6lCg1ZLbfoIR5Q5I8cu6thqZYDR0dEUVPq+CkoTCwE/DBAXFieKePSrt5O0fEauuZrBiW3kDQc7V8LMmTjFIrniBMVShdDyeeCe25hdPqE2M/K6iRcHdLwu37nrPo6+/DJuLp9C9L6vrWQsWaZS9HcDn/fddDMfvuWjnD45o45HgvZK1bJStxbdnPpc8nw53rAHOkVxL9DTJFX6qjAvuT9IwWoQiF2KbOSk8DT9rpHwMdH1v3IjQ36X54pDhMDnp554jLvvugvLNpUfePoE1DkXJe7GrVv58Ed/jm4cEvoejUYjtRIIE+74xjeZO3UKQ7xmXnV7dQdGap0iD0oXAvFg9TyfsuOA32Z842Yuf/s7MRKDu++4neWlWWxTU0rlRDeV+lYWkz64l3Emf5QX9/HD5zXHsydlFcgqkFUgq0BWgawCWQWyCmQVyCqQVeD1qEAGVs9R5Sf2HIFOnb/40l/zwppB0dTpxOK9afUs8s4GkEgYSR+s9oNdlKrKFLWghJykwSevVpYJeBDFmRd32XXRVfzmx2/ieMXi+TDEjRLVBj3X6bDoCzQ1GNRMfizxoVTgcS/ge8vLlEs2w26BjabJNDr2Wpeo4PCyFTBp2PgSJKOCqdIL3lwzomSYHHVjOlqXAc0hn6RhM4QhhXbEoqWxZmtsxGJUYK3YAooCLBC/U/EvRFkYqHZZpeoUwCIawrOqufU/r//cfbWvCu/S5Pmi9EpVoBJ0Iq2yopySYBPpxF+tN/GiSAU46aauAFsn8jHKYlJp4knwlgmBK0eWBrsoWwNRFZJQXW5x4HtL3Pf4XTyz73YMYnwtwg40QnlEzydWWmVfDVYVyOlBVQU0RE0mMDVIvVmRIDPxqQ18HD1mc9Vld3WAITdPFLbxm0sMlnWGh4coVyQYKMeyb3Df3mPcv/8EnpWnVKliOxamHVMxYTQOuLjUZGiwSr7g4Lo2hqkpz0JByH7gK5jqSIuxZtD1QjAd8iNTDO3YxOTOsVSxqsCqqJx/OI/Vc4FVlVjfXcH3Owqspha0oloUZe/Z9PP+5kFfCSznW4KzTMMhjhIMNScM8gWb9nzAvX9zD43js7jtLqunZlhYmKEbx2y84AIuufY63HKZONaU36zAewF4JALZAvxOl4/86/MLr/r6t+9R0Eb+9L0rVZiVptFcXFPBZY6bY3V2hn/5279OvdvCLZTYsXMLo6NDmEnMwomTLJyaJZFjkzmhW4Qx1Dst2p5PqGkqSG76gu0MNkM6p8QbNqBoa+QjnW1+ng2azrOs4cYCLBPs0OPk9BQj77mRGgFLtSbz+48wc/o0ja4ohc/e0rF7VkHfvye1Ko3VZkOcmOiWxvBwiS3bN3LRxVfy8sEj7N2zRylWlQe0JoAroFqt8pYfe6tSe8t6IV6mnbU1nn16LwdOL6V+tz3gJRsPAvCUP7PVD0ZLW9fTlnVdbZwEsvbFAX63xdvf8w7Gd2yiubaqwKrcTENX7f2FYoF8Lq+AnMz/oOOpnwW0ptYHAv4CwiDCtR3y+aIChxIKJZYBtuuQLxZxnVwa8KTuSzAsg2MvzZAvb2Zo625qXR9HK2NbLpoZYjsaOTMn4mIKlSJrh1/msf0P0sVHa4fIf/fcdScvv/CCUubK55ZWe+URK2NfAgqlLd/QaHd9bnzHu/n5j/9jZk7PqBA33bUpVSpq8ydn/d/svXmUZVd55bnvfO+b48UckZHzJGWmUkMihCQQNmAM2C6XwRhwu/HUlG3sGtwud9nV1WW7y+1e1e22a+GysQtM28VkRiEQg4QklJKQkJQi53keYp7e/O7ca3/nvcyQQFXV+Ye6/7hvrSBDEW+497vnnOD+zv72duAYFqIglrAzhlVx5og1SxrDoBLWNJU3K9ejWCmhI2769NT1rJnqJFD2Av01q+9zzdfR8iXRQrGyeWb/k3j061+H5ZqyLvrdADTWljBDpLjz9ffgjW99u3g90+KE77e6uITZ6Rl0anUcPvASF/rratkfaP/vDTq1xos5iwKrXNMNHesmJ7A6ew3lSgXwSmg3a+h2WqKSZscGH1HKLgla6ag3e6UittOuvxb/Xyj7jKwCWQWyCmQVyCqQVSCrQFaBrAJZBbIK3FQFMrD6KmV7/qUL6C7P4m8+9lksGWXxQQ2NhBij14bJcBqlAOKNIG9a++FVfTUTAZICq1T09VqN18BHAbIwkaQRNm/djnf86D741RKMUhF2yUHq2RIutZxEcGHB7IaY4M18zsI1PcHVKMIKImmD3Wg6GIOGUiPFopvimaiOsu6iYrlItRB+EqNgWtjd0NF0U1yyNYxpBhhwk4uBjgRVJai2Yyw7OuYtYCjR4QgQVonVuUBB1VU9RkWzUQZQSGgTmkIPASsCYgNw6EdKJR2PlQCSvfwMlCEMIITQdAnOoqrKYMt1qiGm3x4FotRmsaxBDDPWxU8wZIgUW4apIE1MUXARqFDl1SaEiWJ4o0W0gwCRbUEvukgKFiJLg3utgePfvYJHn/kqTp56ApZuKohBRap4KKp2//51FFgh6dtM3FZ+iLzOcmyJLzCDgInQNQ67MJIIYbcr7cFRmmAi52BT3sKYl2I4Z2CkYKFQZlq4A83UYbtl1Ns6Hjt8HgcuzqMWWagMlTBWNjFIJWS3g3VOFwMDZYGPnmdD0wihqYBUQWlBHIr3pEEFKPmubsGpjmJ4yyasu2UKXiEH3XBgUPGl8fWWBOcwF0fFlCkfzL7KtA++FRTt2Tv0WoYpT+Z4Zq273UWEDI8SBTavbR9Ms4TKGkD5RarUeP6MUJXt4QTl3BywDFsAq5430Jnp4OmvPI36tQXo7S6CWl1CsQzXxdDkJAbHJ2HlCqISJ4BjSjwhbhy1pJU86LTw/j/86E0tfA9+69GXeaxK4BLb2nUd7ZUa2s2ueGR2Vpfxr3/vdzC/sgjdsjEwWMbG9VPKaqLVgt/uoDI0jGKxCIt2BWGMZqeNK9PTmJ6fhR4kiAwTjqUUfFTs6lS9awHuSGy83xzGM8ksnAQoxBpC3cLF2zbCXjeKpcVFrKy0sDizgpbfftk4vaF+5/x8uVq8D6ZMbi6kOqiILBVd3Lp7B+644054+SKOHD6CR771mPSM873iNMK2rVtw+527UVtdhpbEsBiGt1rDpbMXcLHWoiAchmWJ6lLGRBwLbLTp6UvFYS/A6Hr4Et+X84Xt+1qK977vPaiMVnHxwgXML8yjVC5hz55dcFwb8/NzCDtdtBt1abEndCNANC0Ttm3DdT35l8sJlaqeSw9WhluZ4kNM6O26ORknOcdB0SvKvAhNC7FZhm8MII6ogFRKTkujA3UqdhsW0+ttKqpN5OMYjbCGbhzDTXV89Sufw9//3V/KJhDnIGFvf3xzXeDGgs3NAwLCMML6rTvwL37391BvNtH2O4BtolAqi56foNOzXYTdUICzgNXel3jm9sA1x7mCq1xr+BUh5Jxbs07JnOUaJT+LESVdtLs1dLoN+GEXHb8uSvLZ6QYuX5yFZflYWFjAzIV5pL5SvZqeh7f9xLuw49bbxEvbMlIsLSzgyccel+t795378MRjj2NlZUnJXF/h5dvDoD2Y2vPj5rGD72WiFXRRLOcRd9rwaf9Ajqrxs7krc+Nvp/h3y5rbn8prTWVSdDvNm5rj2YuyCmQVyCqQVSCrQFaBrAJZBbIKZBXIKvBaVCADq69S5QMvXcT0pVP467/9CpJyFVqYItITaUEWpVKvFXRtS6QETPUeon7rfUnLrKgpbwAQuZGkP6KuI6ASKwqkVZPwoFQpw60UUB4ooTpYwcDQEKpDIygWShgdLiOygY6dIrQ0gY5yz83AljDAcGCjVtBxGoGoTHMwUUt91LUEI4aNu1sGzngRpi1dQIOvx6gmGmItwngKbI4M1FwDJ6NAPFlNKq4SwNJTVBo+As/CBSNCVbORY3u3eASmyPsxQsNE3QgxDh0FzYQbqjqZkpKVwo0haiqGadX1CG6igrH4+kBPVYo1fQNNg0+8bi5AeMDbdfFflO5jBe6oXmPt2CJLONtpdwXoEkij4sKnR+t0B8cPncY3vv1FXJo+CJOALyIs7Io6dq3CktdIvFZ5/x8EkizeCTrS+m/CFQ9AQl22exP4Rt0AUbcDUtc0DhCmhniAjropdg472DrsoaJpcDwTOQY0mVQ5G7BMD4lm4ko9wVPHryKNQty5cQQl+GjUatL2T6WqZQGOzabdnl+pY4hyl96IBLkMGKLCLbVs2KVBDG/Ziqlbt8KruAqq6jYMjcDLFrAqFqIcc6A9AIGaoLDrUFm+6XnWynjtqc8kfCeJ0O3Oi/9sP+RLoHlfYdZLTb+haFPvK8CS2wc9pSqhC3/mOgVcO3oRB79zAH69Ddsw4BiE+wTINgzHgVssS8u2WBnweMU4g0DbR9gl1Gzi5//dx25qnXzwm4+8IrzKkPlnMIW83kSj1oRr2ogDH3/0B7+P8xfPw/BcgcWjoyPYvHkz1m+YwtDwEEqlQRlHouDs+S0TYh0/cgQvvvC8jEvXccUDuN3xe6nwEQbTBL9mTeKks4K20cVIM4EflXH2lgHohQJWay1cuzaL2Ofak0oY0Q9//CBYVc/jGkP4F8M0NezYuQ07d26Dm6MK2saRQ8fx0oFjSg2pRXjd3Xdh86Yp1FaWsLq8BEczsLq4gtWlFTQ1qk8T8Vnl+kd1qWwWcZxZyvJEBb7R11VZKtCPl4ccBRGiOMCeXbfgfe9/L3LFEo4eOyo2AYNDA2g0a6ivrohdAIP01NqoSXI9v6dC1BK/arazmwJQc1S45vMoFPLye/5c4uyovoeGfKEE3StDc8pIzCISjddObYpRJS/KW8uQ9ZYPAlMqT5OE3QU6PKeMNAjwv/z+b+D57z0q6nGejAT1cbNJoCoDrqj+VNCV67vjFfChX/8whsbGUWu34BWLcHM5uRYEpgUvhzgIEUaRbNqIWlUsNWIYUBtxnDEEq6wlwStfG0aBbC71/+5QUczrQDV3EC7jzKWXUGvPAppSuBLc+mEAS5tA0HVRb55DbXEZ184vI2p2gURHrlzG23/6Z7Bp83bkvTzOHT+I/d95EhfOnIZlmhgcHJZOBHrCUgm7Vkm61mdc/Z1TqmXx15XvdbTadfFj5thTdjj6DR/gvl1If0z3fGN/2PjutDOwelOLXPairAJZBbIKZBXIKpBVIKtAVoGsAlkFXpMKZGD1Vcp86OBFfP/FZ/GZLz4JY3AIRpSKnycDpKimWgtW+29BJtRX//Wh6tq3X5ve3QdSN36v2uAJ9ngDmkQmOt2WtH3TM5R6T9v2MFQpoFQdwPDkONZtWI/JqXUYYKt5MYeczZAroJ0HZiwg0uWdBGCukr10utjmGzifS3AZCeYiA5qtowodOUTY7gMbdQvHTA2P1GrQ9QQT5TK2QEdVA8q1LmoVBzWkKKds05WuUrGWpV/rqqNjTosxmKbI0bc1BopxAjsBLrohcqmFiUhHgWFbGuC1Y4GzoaYCtPREecEaKp8FiakjkjNXKlcCxoQ/6YEXUV/2WvWjgLaIGsJAeRFaHpOxExy92sDhE6fw4Ff/M1YbV5TqDCbiqPMyqNhPWee/VIdtGa1g4+gA4jTA9MIyrlxbQL3WgqbT35KgI0FMsNv1Bfbp9BrVTSRRBDtpY13ZwJbxCqZsHR6/rASua8CyTOi2hYrjQLfLmGnEOHvyJHJpgPVjY2i2ffhGDMclTCTIUenkAihtiGemaVviPUmtMlV7muXAyJcxsmUrNu7ZAXcgL4FPVKsKWKVilVRVYCoVh8p/tQ8BFSjtjWmhrT2lcQ/OESLHsY9usCxguQ9U+br+OKbS9JVjmm9FdaYcuyTF26Jmy9PGYE7HkWdfwJVTZ3vemJ6oEE3ZtNCRmibsXAGWgFWiJqqlQ3BE0AuSSeVJ5OO9//Zvbmqh/OLD37ju56jsANg6rqwAaDGwulQTdbOlA3/2f/4JXjzwIhKT6eUp7rnvHrznve+B4zriv9mqNyQEqg9W++3inmPj8MHD+MbDX0fXD8UbtzxQxSpT5QMfnpni3XEFSTHGuUILU4mJYEHHc04ApzqIWtPHar0lkIvKalpR/LAHgdYr26fVWsNrqgA6bQa2bd+CrVs3wrR1WJYLzy3i249+B5cuXUJloIQ3vvkBLC3OwiLIazXF/5LjbN369WhHBhYWl3D50hWYto3q4KAkyHe7gWo977WuKwsA1lF5A1OlK5sQ3DjSErz3ve/B6+6+Bx2/Ix7BV6ev9BSJKVzLVGFWQaD8W3ut4gJWTVdO3fFceLmCqIlNy4Zl8l8DAfGkZsAwC3DtQQwOjsPOF5FaLmLYMm9lTU64hqsuA8LVfjeBjIEkhWVz00WDnjoS3vXb//TnMTtzSkLLZNOldw34XjwuttZTGUxfUsd2we2gN//oW/DGH/lRNP0uitUqNEPZpPDcyjymOIYfBAJWpXY9sJqEymOUoVOyncLNI/qwyt8FejurNe6HMwAAIABJREFUcCoJguv9nt+HYRtPPvMIDKcL3aZ6voE4deS5RlpFHBpoNM7B4kCIXfjNAN8/cAzloXX4R+95P7Zs245vPPRV7H/kYcRhANc2KcgWNa549NKGRYLSboSk9ddgwm5l/aCgqgBWKo1NE7X6kngycxz0Nxf79euP1+sbMRlYval1LHtRVoGsAlkFsgpkFcgqkFUgq0BWgawC/99XIAOrr3INjhy8gEce+Qa++eRx2OUB8R+lOpStpJLY07vB7cMkUVj11Uy9G9C+qmctUH25R516H6ql2O7Jm+d+KEsaMcDEv/6e0kUJQ9re2YYeSiI1lYy6pJdbpRLKA4MYGaxiaLCKUrWMwcEqCpUi3KILrWzD1W2scxwsugZWGP5kxNB0A7GmfPkmWgmKroNLNnCKXqJxhJyhY4NhoeKHmIwtPOkQoSUo8nxFKJdiMNKwzU9xwklFRcnQLN5cE9AwzTuf6jjlRKJIHaSlAb0n4wgW3yBOUTcSDMESZSxVtm6oPAHEX5H+rrQDkKAXAkalSLvejivt65KrLSCg34JOs0t+3nPna3jpxGE8+JW/RZK2BNawxnHE4Jcbist+EA8hRhB18eNv2IM7t4+jXMwhMXM4fuocaktLCKMQK7UW5haWMT09IxC3vlJDFGnoBlT+mdDpaZuEGB4oYe+whUrOQU6PULQ1FPKWQF/PMqCbDlLDE5VqfXFZgKJp5wXmEqyaJiEQ1bEM7UmgWzpsx4FmGQhpU5AkcBl05LhILBdDm7dg25174A0V5Tr0FauabgswZD0Nw4NtlWEaxeudvRyTfUgKjfLnfjBSLP6KVIgGYQfdYEkUqzeUqmtUbPS67SWX95Pd+mCVbeKELozMoQfmynINF751AZ2VZehRF2EagfJcgThUA4shgAbToXdmToCkSmn3kSYh0tgHEno0+vjZP/jETa2iX/ja118WXiXwlopVBjN1A6wsroIeyJ5t4hMf/yge+fajsHJ5dAMfGzZtxM++/72wHEva7F2Ndh6Ez7GMz35yO31hOUVOnTyNb3/7MczOzeHOe16He++7H8ePnsKlI4ewc66NgTTE8WoH5bwFu53HsytL0Jwc2r5q9aZKPmZFXk2w2tN299eWG9YOCo4plWUiitXNm9fD9RxRf5Nbzs8t4YUXDiCX87Br161YWl5A1GkJ4PY8B+MbNsi1WZhfkeu2sroK03JE2dxqd1Wrf1+pS5MJUSwqtT4tRFhX2YAIu3BtC7fcuh3vetdPoFAsotVt4ujxI2g16mIrIdlKPSWj57pwLNpHKKuCiOp2XUM+X5TNBPrfOpwLuiXqb688hOLAOJx8Faap7CPof0orBBWoRAsG9cWrwvckGFUbZISYVNpyjMYwLQtGauPi6dP4V7/zK4iCebHRoAWIZbF2aiNC+VYriCigVbxgU+zbdzfe/pM/hU6coDhYgU4gT89sACVaW6QpglApSrnu0ppE1MUJVa8aLM4V8S6mhys7Etjqr8BqH1D2n0N7hmajLQrgO/btQbM1i9n5i1hoXEOj2UTOGcDK4grSeBG6rCMW4gA4/OIpjE9tx/t+4Zex/6mn8MwTT4B4moCYx6f+vpky9+hf+8oNQ+VHrECq+humgqbUJgrHXYRabRWd7g2wuhb+/3CwqtwGXrl/0Gk3bmqOZy/KKpBVIKtAVoGsAlkFsgpkFcgqkFUgq8BrUYEMrL5KlY8fPIe//9Rn8PzxBTjFgoQUxexmNKic63nCrfGceyVYfaU6de3H3AAg/fe5AQSltZsJ4ZIAvSZ9Wlp6AcO1BPhQXcXWUt5oMwGbafX8Wa8ZWW7GE9MUeMAwo1zZw0CugNHqCFyGxQwXMVweQLGQhzNQglXOoapZsHIGVq0UHUsXe4EgTmFrOnJ+hHWpiWecBB2iVV1DV1N+pOsCE7sSA087IXwtRZnoIiQkAEagoZwAl+wE+cREjjfOGkN6+N8aVvUUK0aCMn00Uw12nCCPFD4SdAi2YGAg1WETMMUpzK5S9NK3U8FAQapIQ+XvKUEvVGCGicCMZ06v4pnvP4lvP/pZUBBHtRghibxUu6Gy7AMLAbNxGz/7Y3fjji3DAgsS08PFq9MoWAoyGpYrytLpmRlUqwOYvjaLE6cv49q1OQEXjaaPMKQHJTDh+pikh2rBQcUBBoo2SkVPwqikbZbQkQAoTLFab0v7t+vocBhoZfEaK+Ua1YMGlYa0AiCEodpOPC9NOK4r3pzFyXXY8fo7URobAEwLpulAZ9Y4VWRiQ0FlXRGuU4VhjChrACHYvdAxEaQROIc9wMXRFCIIW+h0a+h25wT+/5fAan+jQcCMABcVVqWComy4Tg6PP/4EZh+ZxobRERQ8A+2og4AwBjpcg0CMGmA6ArgCsmTzgEcaURXahZEquBqHHXzgT/7hptbJz3/14etWAP2ALap4CQVjP8TSwrKEqeUcC1/+4mfxuS98Hk4urzxkDV1Uq1Mb18N1HYH/Eq4ldezDL6UU7fuCHj16BE89/TRdGfAz730PJtdvR2d+ETNHjmP1wGGcCRfgldiWnsPleg1p6iAIUvED1bnpQsC21nryZWf9ciuA/qYPYSXVrNy4oTfu5Lpx7NixBeVKSc690w5Qb7Rw5sxZzM3NwyOkN3UE7TYKnoMNGzfALRTEb5QLy8ryKurNFqI4hR8otaWsZbLhpNrYCX8J8SUUSzZCDAkCo2I17znYtHkDbr9tL7Zt3y7j+fCRQ5ibm1Z2F9R+i22BiZznwe75tsqoTDTxWWUIEqEqrS4sy0Zo2Bid2IKh4a1IzSLCmO/EccvPplJVtdbLf4vnLwO2aI9B64bweoCZrBmJLkFxvJa2ZuOFp5/GH/6bDyPn+nKuPkME6ZPqFRB22xJeZ3Gd5Dkb3DRwkUYR7r//PrztJ38ay802itUKvHweYRhJbYoM6NL0G2CV7f6iLObxKTWqzQArqvZ7GxVc22kdwLWW1gAyr2QR4wt08as9fvwYfuRHflTWPoLuRjCH1dUGpqfncPrkMXRbC2JBwL8R/Jwr52cwtm4z1m/ajEOHD4q/LTcJUv6RE/sBFZZHmwfbUYrV/rjqz3EBoD0P5v7v1J9EWiWoYDuet4KoNwLubrxe/f2TB2t43fzl5SGIWXjVTS1x2YuyCmQVyCqQVSCrQFaBrAJZBbIKZBV4jSqQgdVXKfTh54/hz/7ir3F+yYCX92BohJymqDvpqXcDXig/wD5YvXGDqSjIDwOsN1Sr6ia5789IlY+kQmu6pL3zXlZUXwahjSaeorZnSGutamFVKi6l7qRKMpWwFMKMhOCDvoGJBp836YkP+BF8+lXG/NwAvp2HA1PCjvLVEoYHBjA8UkGFateRYRSHB1HMF2Gx/dYyMWDomMkBoZEipIouAbpIMeRrGLA1nE5TTBsx9BhYDmOELvDW2IalJXjOCMBPK6QaKtBQ0IDBdop5m6o8Da6poUVoRQ/LiCrWVGwFCIZoO+AhQcnXYFypodX04bk5eC69IlNp03WpjCM0JaATRRnQ7nTx5NElfPOpL+L7B74lLbZaqnwL2ZLO0LC1Hqu8LoQSOd3HL/zjN2P3lmEsLddRb0VYWlnEaNWVwKRipYplBhy125icGEOj3sDpc1exNDcv4PDqtQW0feDqzALKroWibWC06KBsJhhwNAwUCBhd2JYlbbeEP7phodPpYmZ6FmGSoljIwXYYmqU8FgmdUi1WoFegoyOt/amuCVhN6UtaHcK2fXsxvGVS1J6GQbDa8z8UMEJVXQWeMwzNHOrxjD7cUJpoGW/Xxy0tKLrwA57rCjrtSzLubviyvlyxuhaY9PDKDW9VBleZNhwnh/379+PoPxzGumoVUxNjMB0DjdBHvdGAQ1sDpswTxNoODEOpCkVFF3UEporXauIjClv47/+Ph25qqfzcQ197uWKVYJBfHEBRguWFFYHZBIzfeeyb+NjH/0YguGEamNqwHuumJjE2PgYqK5Xi93ryzo3jkTwfDYZmoN1p4+Tpo1hYncGOXTswOr4DBTcPO5fH8e98F8+98BxC+vRSBaik7zwMAasIY5X/9kPP9AfDq/g0pZzlGmIin8+h223Bsg3s3r0TE5PjsuES+BFWVlZx7doMzp47L5s5EjKna1g/NY7bbtuDpeUVUYkymGlmZg6LS8sIaIPBTR4qMcUUWXkA8z37Lexco6g7FgVjqomPaj7nYteuncg5Hvbu3SNWJleuXcbp0ycQBl3ZHOJ5y2aQbQvk7r9vYtjI5wsoFEsKVvfW3OLErRgZ24Iodpl3J+PNNBMJfqLCX1SvvSA2BiqJIjnmsRuora5IgBY/j/M+ClPuRwhYdAwXz+3/Dv7kD/8ZPM9HGOuwnBwqQ2MYn5jEytwsrlw6D4MKbyrBTRvFXEHOY+fWLXjvB38ZS+2O2LYUyiVEYYgkSsUKgJslVKxyQ4zhVFSsrgWrDLki/JRHT7FOsMtj7NLjOYokwItq9ihtY3FhBSdPnMMDb3xAwDTrHlJRq+dw/OQJVMoeEIdYXVoVKxIGqX3y7/4OpYEyoiTA9JXLAtWThECXfyzUhhkM+tA6MHoBf7LB07N9UHYhqkugr1BXiVs9/3EL8Lx87+8WjbH5d/KG5PqHKVb7YHWt8prXv9Vcvak5nr0oq0BWgawCWQWyCmQVyCqQVSCrQFaBrAKvRQUysPoqVX72ie/h3//5X2E1HVKts1EHluFKgJUmPqgKiF73++xZAfTfrg9bXw2uKvDUS1BPVYjJDd/WRAXKUFYpUcl8JhPRUzipjZTWAVQ5EawRkrJllBA1AhJbQ2yosJDYBIxOCM024JjMNYnRtG1UdAdp1ELb8GF0U+ixhU6QoOlH0OhR2o0QuCYSz8Y4vTtHBzE0PoTRsRFMjaxDebCE4kABA5UcooqJkqZjQDNwyGL7P+RrKQZaRorNVJKmGi7amkDYq1qAiVTHDs2CEQEHTR9+mCBvebARYyzVMBHo6FgQX1ieeU48V1N4HaB1ZAHzc6sCjOjZSFXnunVjCNMO2q06yrkc8p4Hw3JEXffsqRU8+M2P4/K552GCITup+NbS+5Ngtf/o38yHYYixoolf/sCPY9NEGVevzqHtJ1hZXUAxZ2F5cQHjE1NYXFpCu92E51go5guo1RpYmp1GGgW4ePkqYli4OruM9Zt3wW/UUWCXcXMFhcTH5ACDdzxYjgHblCZ3UaJSLVZbrmG51kEu58DzVCgQlbf0NtWplpb+ekPS2XWL3psQRZnh5BHni5jauxMbdm+X0JwUBF03wCohtWUOwHNGkZql60BQnfuN9l/WRgX09AC8v4Jmax5+5+J/E1jtA1YqcXmdlBWAJR9RKJTQarXxzY88jNlzF7Fj4xaMTI6iE/moN+sQn0nbgkkPTfrQavS0pdqPqkmqVNtA6sPgDIi6+OCffu2m1skfAKs9KwDBz6kmYDXsBigXPDz/3NP4yEf+XHxpqXi8bfdubNy0Saw2ms2meGX2PSg5j7k5wutGK40w4IYMQWeCensJ04uXcPXaFQwWNmFybB3sXBFhN8LBQ4exXFtBEEQoGiZz3hHoDOvSkYSSTteLEvvB02WN14Ld/rFQJUhOVi6XEARdNJp17Nq1DRs2rkelUpHXEMoRnp44eRoBg6mYTG8b2Hv7bahUSlheWMbw4LAoJqdnZ7C0tAqNoV7Stm4gZrBZ6Pc2NehNKgxN6hEloXihUgBJxayhAbft3SVK4LvuugObtmzBamMFhw69hIW5GVi2CqFi/WybgVXqewGthbIoVemrKoFTVKIaJoY2PSAhVZy3ojymx6tmIOyG8tpCPi/HpDxfbbFA4FDkc6enpzE8PIxcLidrAUEzu/Bty0DsJwJW//zf/0sYeguxZmPfPfdj5547cPniZaRBF2dOHMfCzEXYniuwtlwoyjg1EOP9v/wh+JqBkckJVIcGZT3vtjoYLA/A1E2ppwKrkfioEqxyHae9Qd71EPkBGo26+PEyCI21GJ+cgFvIC/Dnc7khEyc65uav4Py5E7j//jciCjTE9M62fLQ6ES5euoTtOzaL+tfSbKTgfErw7/7g91EeymN4ooqZa5dQX15Ft6a8XKUTQgNGRsawfeet+N7T+2X96f+96/9NU5uGymqCD1G8ildzgkK5ANfJw/dj2RAUga0EWKnHD4JVFdjV/x0HO68Z51GjvnxTczx7UVaBrAJZBbIKZBXIKpBVIKtAVoGsAlkFXosKZGD1Var8rU9/FX/8ic/DKg/LjXCS8qZdqQfXitN4gy5wtQdJ5abTeHnQR/851Jz1Q5LEo47QJIkoDILfaYmXXRJTqUaMqNOSEhEDe5g4HacwEk0gKdVjol+jqi0OJc1cefIBjuOJAlSUhTpvcqnKVB6ADCYhpGCzrIRk9UJvCCB4HLz5p3KJ3n88U4bI8EvCVrq+gIxE8+Q98rkCBqv0cx0RcDM4OCQgplItolTxkC848AgHXRPswe9YJloW9Y9KJWrBFE/Vy7GPWapcDQvDqYnRGNL6fwwBVixgADbY/E5MOFhPUDu6gFaDsNYWL1BNb2Pz1jFcuLCK5aUlpKaLOGyh7KWojI/hwJmL+NRn/xJBsKT6/6kwk5ZjauuUlQAtFwh/GQkTRyk0o4PX7dmKzetHUMrnJShmZXYaY6MOrly9hG237MHs7AKa9SaWl+dx1513YXpmHs16QwD8zMxlNFa6WJzrYmpqHCtLi/BTE2cuz2O0kMPdk3kMO0wud2C7lP5SjUkFLb0XfTTaXblerute9+xU4F15ePJ6M7BH1KtUmFoWvHwBuuehMDKKqd23YnzHdsSmco3kdTYZYJWa0J0BGLlhRkj1PGn7gTwEqWyTVj6PHPPSRJ2GaHdnUGteQRjMrQEiN/xpVUvyjf++EfBjwDTY3q6CftQmhI5yuYzFsxG+8H99FOHMMnbuuRV2pSCBPhEiuJ4rMJbCTTXGI6SRDy1qI427SBMmlYUCsX/5zx+/qXXyc199SHlE0lOyp4xUvpEq5KuxvAq/7gvMW5i+gP/t3/xrNJIIWysF3HvnXdAnRrAShvD8ALEYL7/8IcFu0pat6kv9JtWJbI0+evQY5uaWsXnzBngFR+wOut0Ex0+cEXiswrQ0FItF1Go1BdK4ifLKz7juhcnPp1JQ+TVznvIaBoEvr6Bi1fNczM3NYXBwEFu3bUSpnJegt0iUkAnOnjuH2Zl52LqBkZFhbNg4IWCvUilLy30QppidWUCr1VU+z3xdrIKpeKF4ffubQ/xMsX4QWxN6mOrwu13xUL1j723Ysm0zcrkCxscn5DyPHj2M02eOo1TKiaq2H4Tkejm4bk5AqpOzYVlFuDZhO2ueh1HcADM3hnyhRNdUNVeiSNZBDh3WT1kSQMZhfxOM3rF+GGNhcQUjgyPIl4u4OjeDrt/G+uERFCwL3Y6P48dP4U/+6J8B4VW+Aya3bsed970RszOzOHfkKFZnZmR9Tu0EjlYQC4Gq1sFIdRRTe18Ht1TG1h3bMTo+Jv6oBKn5XB6e4cj62vY78KlkFTipiw3K5UsXcezIIZw6dlS8Z/1uW+bpQKWKiYkp3LJrNzZu24Z8uSwbaxyvV6encfHcObzl/jeJMjrh3x/LxurKKqavXcOO7dt6nQ09NakB/NVf/kes1uax6/atML0I3W4dy1frWJxfESAbdUOMTmzDzj33Yv83Pw2rE6BpGXA5hvWQUYqyXtKzlosMg/Ycx4Tr2kolbNloNltoNLqinOcVoZI2Tbjp19vEEcCq1M7XOwd6umzpxuh5uNZXZm9qjmcvyiqQVSCrQFaBrAJZBbIKZBXIKpBVIKvAa1GBDKy+SpX//j/83/joVx5DbmgUBlPKefeoKZ88hVHVo+89J9/z5pGtkJLCreBq/2ZePfuGMlCeL29DUMvgqgSmtD2rhG96W/J/2XppkkhEVEIBmkvvxaCXDs3fE7apf3lcBKsEJQJwhbcy9EbBjTiKYZmENoSwcjt/HXz01UZUTPFmX4Eh5XtIFRifT8AhKqtQ+fjxi+2tcnNsEgISsNjI5fLIFwooFmkvUMZgtYTy4ABKQyUUy0WUi0UUcnkUSw58Jms7QKgKK2pXL9FxVUvR1KjQVW5/VU1DeTnE7LFZBB3Wji3YAWwnwvqNIzh7cglhp4MIJrqdOoarHsyBCp46dAhfevBvEcc11U6usdaSly1QlbUQr1bxNAT8boSxaozRagFRIBgYrXaAsNXC+NigJNoTDDYbqxgmRM6ZmJgYx+Ur83BtG436Imori5i+PId2I8bQUAW1Rh21LnDgxGV40LBvQxU7h/MouoDnqCAuJIacvx/64mHJMdCHQjdCX3i87NClio/gimAV0EwdNlW6tovC0AiGNmzE+JYtGBwfRyIFZKI5g4UcWE4VmjMEDZ4ooPtJ5xyr130UeR3Zakzlahqg2ZlGo3UVUbjwXwWrfeWkvJ94bfY8UiUt3JDxQQuFy48v4+RzL2Lm7Bk4nomJ7etg5ggZLbFJEDVcT8LG8UgLAD1uK+Vqqnxgk8jH//CRJ29qnfyHh76ivF8ZvkNA1Qtc4maHZumoL66gvdKCl8ujvjSD//DHf4iSZ2Df9m2wiwUscHvCduFwjq9BnvyegFxgau9fAcMcbQyMihNcm57B0aMnUSx6mNo4Jdchly/jxMmzqC0vwLaUUrlarWJ1dVXqxf9+5eMGwFabO3yIR6etQp+o4uT1LRYLoq69fPmyjN+p9eOwbVOUw7ppolyuoF5v4vix43AtB7t274Sm9QKaetYk9HvlZgLBahD2FPbcmOj5bPK69R/87H6gk/iCcj0R+40Ud7/+dXj96+9WUXw9X9Z6vYbvfvcpuJ4lth58vePmkMsX4Ll5OWbNJHxzpP09TUMEcFEY3g7TG5ZNGQJLrlG0AeHiJapXKl2peta5YaI2JVgbV9fR1oDF1QbGh8dx+vIFfOaRrwqof+sb3oT79t4GBCHOHjuFP/3j30XoX0XEOWE6KOQK8H0fvt+WoKuIgXxOXmwRKjbgdev46V/6NYzvuQunz59HrlDA8OgIya5cx2KhiKJBYxOOFHrVBjL++O+jDz+IF7/3HJYXF2HqgGVocExD1pWR4VFR/67UGhgYHsE999+PqY0b0O4GmF6Yx7WrV3DHrbsFpgcpgTnzFiMszM1h3eQkbKrbU6V8pxr4S19+EEsLs5jaNI7p6YsoVT1MjJRlPjRbTXSCEKY1gKkNe3Do2UelG6JpAAWqWVOqgV2xp9A0dfy8/h7nA3cJkwT1Vozpawuo1TrKEkDMibk5pP6uKKWrCh5U45brnxrHtP/o/57jt1mbv6k5nr0oq0BWgawCWQWyCmQVyCqQVSCrQFaBrAKvRQUysPoqVf6j3/3f8fALx1EaGZNUesIpKm5UZPEP+qcKSFoDVl8GqnqAdW3bpNxMStANgaiyASA0aNRrKlRIgofo+UhlIoErw1jYzmqIPx9VizdUPrxtVSnptuX1bqqVHydJnPoMlTIt/oSEHWu8Mvk+cUIlKT0KTWltlkioJJH2Xb6OalZCCvHfk6RxwYHX4ZxF79UwUgqsmGpX1YacsreWvq6aLmnXnuuIkqxQLGBo3SSGygMYHRrCYGUAlYEBlMplVCo2opyF2GJmTgpfA0qErvNdXD4xD7/NllWmmvuoDLiYmBzCiRNzMAhMNRPtTgPjEwOoaRqe+O7TeOyJL7APH7okhMcKQifEtSqNW3l4KhBBn9Ofe/MWvOmN96LT7WK17eP7B4+gWVuGCROdToSZ+UUsrdZFCegwaMp10Ql8jI0MolRQnoTXLl6Fnjoo2V00uwGW2joOnLyKJEgwljdw94YKJksmSi5giepZtfXzOhOMK7/Yl6cVUWnM68gxYNqEq/RANEWhJhdPNzEwNoFSdQh2vojhiQlUt4zDrQwgEGGZA8cdgUGwqrlyfdeqDAXz99q4CeAJVpF20excQ715FWm88v8KrKqgILbF0wrAFtUgweq3H30CwVMdCehaWZzDxQunERgRpm7ZjOGBKlyOM3oyEnxzTyEkzO+KxyoVcikVxlStpiH+yV8+fVPr5Ge/8qBAJJVironKfK1itbVaR2u5Ia3nadDCg3/7UYyYXYwNjmKGfpUMW3PzMr49wkdeQ46uXtCQgE6KX2nbESmYz3kbBgFq9QaOHD6BMOpicmoSju2gWCpjYXEVF8+dlZAmvj6fozdqV0DeK8OD1LVSMPWGIl6BVZmnUOOZ44iK8snJCZw8eVLm/+TkmLS+1+t1uR6lckV+fu7sObBbe9++veh0m6KQ5kdQPRzFGq5dnRUAG4YKUtLXWew36bfaU9n2j1N8S8NYVKpKa5sI6B0cHsaOnTswOjoqx1cdGMDQyCCOHz+OM6dPolRSkJKfSbUqVds8Rsd1ECX0mQ7hdzuAU8Guu98KGEWZLwMDA+JdSmU9LQ28XE4+j9CY6kdZ+xz6r5qwUw3tFJhvt/DS2dN4/HvfxUqnCboX25GO7eNj+MA/+klMFKr4n//5r+PyxRdg0n2ASsueBy3XJc2yEKYpSrGJ4XIOr9swinzOxr0//yEUxzfg6JHD1GgKWM3l8+KPSsVt1StJcFa73cHyyrKomvc/tR+Pfu1LMp9tQ5fQtGKeAV4GLKqXc7QPKYqFwNziMiJNQ2VoEI0gQq5UkJ9TZc31OqKPNCAdBVyj6rWaqEjpKdvtct45WFqsoTo8LJ6wF8+fg6aFyOVtrFs/hqkNowi5YWeUMTi0DScPPQLPs+CnidSOq2g35Maajjgggw7lZ2kUih8wGzuMYh611QCrq21YtMawDGV5II0Wal1T47fvHCzJXQLFqXBVSmeg1Woi6NRuao5nL8oqkFUgq0BWgawCWQWyCmQVyCqQVSCrwGtRgQysvkqVf/UD/xxH5+soVAehUe3ElmZdwcm1wOs63BCFnkpOVtkzqr1xLfhQ6pwbr6f3H4Em70QDvwE9bWEc/xbMAAAgAElEQVTdOKOdYsyvBkjCGO0mE7U1mF4RuWJZwb92R0Anb0SlrZ5t1nEiEJYp5WwRTaIEYZSoABhd+TwSMLBVuB9CIh6uPZWbBGdZqm2WqlQBrWugTV8Jx/dVCk8FdcTHkUEptiMKPVG58u6eHe5iN9ADP2EsLc08/iChr2CE1GcYkAnD1GHaloTkEBJUqlUBrWMjoxgYHcHg2DA2lgcxpDmIQ7aIMtEb8P0OXI/nbODAsfOwJHxKQ7Oxgi3b12OmE+Dhx76OAwcegaH50oYqKjMef0rllTp/uYYJ6xUgjkN86KfuxK6dOwSWwXRx/MQRDOYJpKrwwwgnz17BlZklFIpVNNst8ak8dvoCgqAFPQ0lOEyLNbzuzn3QWtNoBMDVpQBHz80L/KTkdnvVxm2TZYzldZhIxDNVGIPA9pcrSfvXSFkZaGIDIFDVNhQol3wjejamGBwaRaFcRtcPkS8WMLprG6Z27YIzUEUCS8CqZVLlp+DFWrCqvmfgEpWcTB5nUFobzc5lNNvXkMaEbQpE95VmqnY3rAD6ilWlAFXBSlT6afTU1VV41be++S109y+KeplekkuLizh4/CiQd7Dvzt0YrJZ7QD9CEkc9D89AAVUC/7grylWGWP3GXz97U+vkZx78MgydbefKT1YU5qJcZV+zBr/RRmOxJkjQ0RM89cVPwV66ALc8ihlDQ4dhYbqNxLJgi98n30sXwMWW/74CVjYtUgUVgyCU8c/2/uPHToNKTS/vYHx8HJbjwHZcnDp+Ss3POBbV8CtDsV4J2/ut9v3nERwSnPG/CWT5fLb/T01N4tChQ3KcGzZOIYp88e6k5y2fzzVkcXFRYNzevbtx+vRJ1e4vbf/c9LExN7eIZqt7fWNFJb2ra7xWnd+Hu912F6YGVEoFJIjQ8SOMTUzIhgVbxqnIvf322+X4CHn3738SzVYdrVZLoCM3apRtBxD6XfCKiyI10XDrvvvxgV/95whi5cUq9hILi6JSpWK+1WhCMy35uTo2yM95Tnk7j6U0wJee+Q72H3pRugK48ZPSDsVPoQcdjOccfOj9H0TSrON//f3fgBWsyNTl2hYzSJB+1px4RgInNrBzrIQPPPB6jN9+B+xb7kbYCfG9Z57E/Pw8ytUKLHrNysYIMHPpKq5duybXmNdreXkZly+cl2PnVz7vYnigApcbKKYGh0pbQ0fQDZFyM4CvqdWxUq/j9jfcB6uYR7PdxMZ162EbCmDKFkyaYmVlBYMDVfGNDXwfYeAjny/h4KHjmJlbQqtWw+XLF6UrgH65e2+/FW99+wMIog46oY0gyOHQC0+iUnQwXqng8IkTmF1aUZs/AVDwimIJQZscLfIRdJrwbBtx0YbfMeF3U5gOvWDVuEnSQDaGJOjM6AWVuQypU2MoDBN0Wj46nUCFMCYpmqtLNzXHsxdlFcgqkFUgq0BWgawCWQWyCmQVyCqQVeC1qEAGVl+lyu982y+gbpdgei6sKITO1sde6z5BQv9x3TNVPOF6XnE9sNp/Th86kJz1rQEEkCSq3TsIm4jDVYwPWviNX303cg4TqzuIAl8AQye0cODIBXzv4CmUiyZ27dolysrVlRX4QQjfZ7u2jiDlnX+MTqcjykbRFmk6XFPZE4hyUNMF9EgrLmHC9bblGI5jK5UboWevvbn/e1HLMqxG2tR7KiMJXVGA1bAY4MIW4UiUbGSSAntEBUtAR+0WeSbBRCwqp5LpIUxj+EmoVLIEo3HKU5DYJambbcCiytXNoVocwNDgKIaGhjFYHRT/x6HBsgQ9FdOCtKEGsS4QZny0gpdOX8RnH/oMzpx/HroWApFq/4+lldxUUJs/IQymv2nQlXbkD/7EXSjlC2i0Omj7EbrtGjaMlRClAYrlASwtt1BfbWDDuvUo5DxpqT5x9jwoFKRtw8piAxfOn8eWLRtRm5tGN7Zx7Nw8Tl2YAQwXaRQhZ/jYO1nFjkG2k4ewHQsmPSKDQEASoQuPa63VhEk/VV6HnlpVXVOCVuVHyutqO44AJKr36JfrDI1iw747MXrrToRw4TpDsKwRFSbVe6xVkKWp0heKZyXfM6qj0VZgFUnnvwms9jcVeKyW2WvrT3k9CcFzaDWbeO4zT6A1v4oCLSQMC80gwOz8AgpFGwMDZXi2JV6qMe0Ywq6Mn0T8GpQnrpZGdCjGb37suZtaJz/7pS8ptar4kSqoo/7VYTom/FYLKzMrAnZyjoYXv/ZFxDNn0HDLmOOwttlqboufsXia9sCq6NklJZ7BS4Ya01Ekc1Sga0SlaAPnzpwXoJZqDF+bhE1vSteF3w4FxnEOC5QNVTDW2sfLFX83QvT4HAYxEVqpdnWldGVA0+bNG3HkyBH52aZNGwTyXbp0CeVSGTmP9iEBlpaWsGv3bgwPV3Hx4nl4Xk7OjV6Zy0t1CWhLEo4PquCV528f+suxrlFZ8zhKuQo6zRpGhioCxC9em8bA8Ki0xHP527p1M/bs2Y0BqpTdPJ5//nt49rmn0ai3rkf79W1XuEFEP2EJR0os/NR7fxH3v/2n0enGYh3RqNfRbrXFEoDrWjfgXK1cX2+pXKXylQrYZT/BV158Gs+dPCwKV118WUO1YZQaMLmBVl/GYL6KoUoV505/H+H0WZipDy3kutwFt0P4XIbhWYjx1t1bce8dezBw131IhqZgpzGuXTonIXdULdMCghtWtHHhWPAcR9Ywrjtf/tKXcenCBZkbuZyLSrmEUs4V5bupa3AMHRaVqCE3f2KYtosoTXF1ZlbA6vimKcwtLeDeu+9Bt9mSkLXE0MQD+sKF87hl5y0wxPIkRRKF0pr//SMn8cILL6G2uoqF6atccJDoGh544I14x7veiiCm13OCbtfGCy88BatRw2Si44mTRzHdanJHUFSqI2OD8HI2ikUHpYIL24IobWM3j0MHzmFhfgXFqot80ZDAtOqgh3zeU+PU5qaGWusIasMgRRhw46GF+dkVzE6voN0O4TeaNzXHsxdlFcgqkFUgq0BWgawCWQWyCmQVyCqQVeC1qEAGVl+lyvff+25YYxuQsrWWLbE6E5WVR+pahVYflPLGnwo4PhSAvfG4AVP7Kk+lJqKMihCk3VqFiTZet2cKH/y5tyEJGnDcEnQtkqAqMz+Kz33tu/jPn38U73nrZrzn3e+WG1GGTAV+KMquC1dX8eDXHkUUd7Bnzy3odDtottpodwI0fEtaipm4TdJJj0RRg61pyyS7yeVV+2wfrF4Hwn2/TxEn9sEq1bvKYkCAsq48HalSJMyV5wlYpXKR6eERiMZE1UulJAN5HFsAGZWYfF2a6gjoJWukMKjmFZhGMKXONZFwIZUWLQpaghKHwTwequUJDAyUUBgYxECpiGrewfFzszh89Hmsrp6HqcdATPCciEcg1WZ9lV8c0f8xgR+0UR0s4Xd+7g0oFkpYrnex1GhjdvYKtk4NYXlpEdWhccwt1LBUoxVAUYJ+VpeXEHY7KA948LwCksjEkaPHMD4xiObMHBq+jmdfOoXLV5ckp4o1YWL6+oKJO8eLGMyxFT1Bnq3KSSpWDgo2KKjWh9dWj68pla/y9qTPque6kpKuTHh7ITJsKTYt2LkRjNy2G9veeC9ipwDDGIRpDEobvLJzUNeuZ24hoWnE5vwoTU8Q+jXUmxfR7NDagMrn/7pitQ9WCeUM3ZV2cbZ288GxUCwU8OTDT+H0/ufhBYTnlqSdM5ytQThWyMGj12YcIiFUpZI4iRFL+BVtG6hdpHIxxm9+7OYUq32wKgrVl4FVDbqlI+r6WJ1ZFe/LStHCqScfw8yJl3ApNeGbLiyb4xoo2B5SqrUJ53twltdElJxUjif0tQzR9X2BapyH3BS5cukqVlZWZa0YGqqiWCqIitvUHAGcVG32YeV1ixE5/1csLirf6zpAJLyiKpVgttv15ecco7feegtOnTolqtTx8VEBq1euXEWpkBf1M+cyA5tuu+M2MNyJalq+Dz1yebzT03NYWa5JuJ54M4siUtlV9L/66md+Ju0+pkbXo9VYEYuSdruF5WYTiQB9zvUY1WoZt99xO3bdugdBkODxx76NCxfPydpECM/PkTZ+5aqARKONRwLLKuC3f++PUZ7cjCTRxV5hfnZO7ADajaaAYKre88VSzwqhLN7TEszn+/jod5/G2SsX5Zqk3Q64YRGFHRlXhLaayfUnAELOUx2GGUNbXUTRr6Pk1xDWF+EHXVGPmomGzWNVPLBzPYY2b8bWN/8MmomOIGnLBgrVo7QgEKiZsF68mrxgQNHL4an9T+GTf//3spFRKBdQzOdgGTocy5CwQSp+czaD51IEvlLwQlTVJtrdLuxCGXvfsI+Ow3j9XfsQtLuqm8FyRBl97txZ3LJzB0xDeXezS4IA/6XDx/Dcc89jZWEBs1cvQ09jOJ6Ht7z1bbj/TW+UTaTlWht+YOLQ4RexdPD7WF/zcbCzghlbhxYnKOeAPfdux9T6CYGlDB4jwOW6H6cGrl1uiSdvZdCE7bHrg+Y2avRwfVP+zj2/bi6MCVXjVKRzQ8HG6VOzOHviqszF7JFVIKtAVoGsAlkFsgpkFcgqkFUgq0BWgf+/ViADq69yZXbf8z5MbdwkUERydNaoO2+o25RySxRq4jEoKEDuffvtp6KwYqOlQBEVWNUHELpOsOqhvryIvN3AW960E+96y5uwsrCKUzOzGBmuYv3IoKiPPvapx/DMs8fwL37pR7DvnnskVInt9/S148330VPz+MhffBx33zGKD/78z6Lj02OxjbBLwzsTRy8s41Of/iq2Ttl44L59ovRaabQQNLuYq7dxeamDdpOttqvoBh10e6FVVsibXQuFgQEEnUDUgrFpw6Ray4zRiRpwNFellsdsGTYQxV1AjxBHqagR2THLFtCE0FRTdaJXoul4Ann5GsWZebPNeifibUkVq4oKY4s1W0NT2KaqOYEza+13mRCvIRZeqwK5+sn2mq78CukLq96nD4RUyztVV0nsy/H5kY40SlByI7zvx/ZhbHwCuUIeq6vLuHLpNPbs2qrMJGHg6PEzsOwcCqUKHM/B9PS0QBTP1eHkPLS7MS5fuIwtG9bDbyyh3rXw8KPfE/sAKpRp20Cwq8c+NlUd3DJZQsWMkdNS5F1HzoWBaYTPbMUOqZimIpLtssLmCVTpt0vow+ugi40D24ZpX2DZyktSeeq6GLrjNtz24+9ErBdgmwMwjCJ0TaV6K9Cj1KSiU2XAjMBLwnEffriARvsSWp1Z6D3rCKnzGsAuXrvXgauCf6oVnmDVgZnSY1FHzPdOdOSdMq5eWsATX3gInStzKNgWrLwHzbUQ+iEcy4RjiKZYgDfHCj2BxfNT5lhvgyNJ8Vsf++5Nra2f/tKDL2vXF7gsmyNq7tILd3l+CX6ng7xj4dTRl/D8k99CaHmILReW68J2LdkkaLV86GEXE6USRipl5Yfseag1G5hZWYE3MCIAMGp30O60sFJbwtVrs6it1gQYU6FLEEkgRgU6oSbnilgsiIWHpjYqfghU5ckLbOXmBwOEPE+1VIsyUlmAlEpFDA0NodFoSGu45xDUxWg2m/A8Kop1Geu0tdi+dYv4HM/MzGBxaRVBEKmwKrE3oCr1Roq7gH/x4eVapFLfCcsMuvmaLkwGquk6GvVV8RSVK9c7B85Itrrfs3c3xoYGcH5uDodPn0HcDUXZKxBe1gql9pSAsTQQ0Ll177341Q//T2h3Itimg7Nn6Utro1Kq4MyZsxiujmBgaBB+GolfL60OCm4BcaGATz7xTRybvoqYtQno28uNnYgGodC4ESRpcKqefXdYwkgj5toSI5/4GA9qWB+uYNKKUMiZGCvlYI5PonT3j6K6aQ+6VHZrKbqNDtIgUmFi9AruKXxt+nXriWwKfeyvP45nv/MdVCsFUaoyWIpOKvQSlo0lsT6IpVuA6waPiRtKnF8cHlFqYnzTekxu2CSQutmti0VGqrsC50+fOYNbbmEYWS9oUSwmbFy4fBXPPP0crl2+hLmZa7B0DcOTo7jn7tfj7rtfB16B+aU6/MTAicMv4PKZM7C6IS5cvYS4Z32RL5l4w4/cheHBMhLDR6T7cMwUJrsWjDyCYB3iuIOCu4ig66NLVbDA1L63M1dTpXRmJwSD45Qfig5DK+LsqXkcOXQOsZ+B1Zta5LIXZRXIKpBVIKtAVoGsAlkFsgpkFcgq8JpUIAOrr1Lm2x/4RUxMTFz3KXylUqyv0up7HPbBal9deKP9n/fC9IqjWvMVilUCMs1C0GnAM5fwU++4Ew+84S5cPHMZzx48hqGhQbz9zfej1vHxp3/1EK5MX8XvfOgf45Zde3Dw2HEsrdSwaf16TIyO4MnnTuBzn38Q7/6JO/GOH3sAQWjAsFNokYFC3sG3nz2Fv/yrT+LdP7kXP/2OtyAFw2A6sFIdHc3GJx/8Np7bfwDvfMd9GB2tYHpuBa12G37Dx/RCEzOrdbiOhthvokNb2EhHEHaRujaK3hDCxEfkhwJBTcdQsNJPJN07ijpKTCm95fTyY1N3Csuht6zfgy1K+UrvR9tw5faa4IZqLyZdx2LHYCLpAW6+H39PdZQK5Aqvh2zR84/1Jlyk/+IPavwUCCQwIVgNecOveYjbXRS9Lhy06G0ggTP0y3RMDTu2bcLEUA55x8PpsxewcdM2TExOwc3ncOrEcaRBB9VqAflCHmcuXEFtqYaxahWxFqHddfAPX34MMwvLCsKTiOiWpNoXjBBbRovYOJhHxdbgaRpci4CvFw5GeByE6IahtPcLtBSQT39CBVapFCOQ0RkWRehhskWdbbXKYmD0rttxxzvehdRi6ncRppWDDkcpfwWqmgLIZPOA+EvS0/h9iI4/j0brElrdeRg9oNoP/LruGfxqYFUUqzbs1OEUQKjFsE0PrlHAqQOncODJZxAt11HxXBi2iUBLpDWb7dGunoAKXQH5ApiIenr+vWJFG4vK77f+0zM3tVB+6otfvg5W+1YAhHcEq6ISDlMszS/Cb7fhWSYunDqMQ098FanlopXo6KYagjhBx/fh6Aa2TI5hy+gwzUClXXvLLbfCdF18+sEv4+TVebheGVE3kPHd8pvwfdpmKC9VUb4WCgJXm822tMqTmvU9cOUEOYj/C2C1vw71Fc4SPKdbMkf6c0GQvJjockMhEusJhyCPreZUzvtd+RlVvIRytDlg63/fc5eAcq1FhdogUupLU+TUyrqCUL7bDeDm8zI3O+1Wb4NKIXGeSpgC7AFYN1iGrccojI/jwuwc6kv166FqEpInsJ+KbhM09SS2/ZkPfhj77n0ruu0QV85fxpnTZ7D39ttw5fIVaTGfmtosym3bs2G6DlwvB9vJ4bHDh/Ho8UOIEh9pEMiXQFWxACBUVSBbPdbaL/QSuhTXRMH0MaH52GhqeNugAc9rwZjYgMq+t6PrleBarkDtTqcl9Sbw5oNzkqDZEg8Pbnp4+MR/+jt89ztPoFrykHNd2RxhwBU3n7ipJ2MgDAX0ymw11JrGvze27cB1S+iawJ7778Ce9dtkQyzSCIp5Dds4c+YMtm/f3tvsUGGDBLMz0wt49tnv4cKZMwJWqda97a7bsWPHdlE3Jzp9XNugSPbk0RfRqNXwpnvvwxOPfltCuXhc6zavx87dO1BfmsPgSBFOiT7DESw9ls1AXduCJG3Bs2aQxjoSnZsulmxwcf3ul5q8medKRS8tKci3Q9/EqRMzuHBuDkGrc1NzPHtRVoGsAlkFsgpkFcgqkFUgq0BWgawCWQVeiwpkYPVVqnzfOz8soIPtu2s9DtcC1v73ArN6itU+WO23/ysoYvQUUEppd923VBKeUkRBA0OVAO/9mfuwdf0wgpaPGDYoWpsaH8TZyyv4s49+HWauiX/1a78o3oEHjx7DxUtXsWn9RuzZvRuff+gxPLl/P379V34St+3egYNHzmC1XsMtO7ZjcnQYn37waTz01YfxG7/yTrz+9t1otCK4nglXN9GMDPzHT/wDlufm8Hu//U8wMpiT1lyCI8sy8PRL5/DJLzyEt7/lTmzfNIXVRhut5RpqjS4uLTVx8cI81o8x8d1Co+mj3enAjxI0uuSTjkp0p5JN1KxMrKb60oFpKyUcE8pZS/oGqqAchvawDZ5gR/k4JlTHEaxKG3EiUFTCZgimRFLcb5knrKJHbCwtzn2lsVyGvgduzxc2ZYGpntKpCjUQt5u4564NuOf2zajV21itt3Hi1Fl0Oy3xPvQDX7wbl5ZqqA6NoFIdhuN6aNVXMVywMbVuBNXBIZw8exFhN8Dk0BBKZRcLyzE++4VvYYVegUkEg2CZHoWGjjQOUbRSbJuoYmogB0+LUdTZzs8AqRSmYUkKe7PpI0kCGUcca4SqDKSRwBvHFMUqwSohDtWtHT+QkDOCppE9t2Lfu94Fa2BEzpOwU0AqVYD8l3CVQU6U1Wn04aUizpLP6/qLaLSvwveXld5XarfWDkC5YL5SsSrzQd7Tgg1HQFKiA55VQH2xjZe+8QxW5hclcMyi3YO0+scyPgj96FtpicJVwXOqOalY1c0eaOuhrw//9VM3tU5+8vP0WNWue6PK2JCwLfrWUl4ILC8uotNoibJy6cpZXHv264g5Ng0XTqmMfHkApm0LIHQI8tJIIFisAXahiFyhjAuzC/jYZx/EfLMt6wBb8EUcTC/bXms//7VtU/w//Q4D1Hqhatw8EJsMdc5KRfnDHjeC8tZu7PAz+mvX2nWJXqVyDPQ5zuVQyHtoNJpyvUMqaxlMFBMIUkmuWv/5vzw+Prgm8sFrTMWtgrjq+OSaGxa6YQxb16QFXTZS+sF2PW9pzmMTKaqOgXzOgjM0iLl6E43lurw/T5XrgMx9dgUwyChOMDixHv/0d/8tOpEF07Bx+IXvC2gMk0DsD7Zs346gG0koV6VcATwHpmljodHAF/Y/jrmwi6jbVkrViCpVrgE9T+l+QL1atHtfwmhFOU0rEgGuvY0NN+dgW9TGXRsN7NqzG4PbX0eeiaJGv+YI7cBHkCbityu+3NxPobqXGzpaDM/N48EvPIRvfOVBFFwDFucvg6pEcU6lrlLac+3jOdLaQ8K8GKbY81DOFRgeBbzx3lux/tbtWPVdsRuhMpi2E6dPn8aOHTuubyKkBOqmhUuXruHF5w/g4pkzWFmaRxwFGFu3Dne/fh9uu2OvBOE12oGo70+dOIiVxQW888fejjPHT+AbX39Y1thtu/agWBnEiQMvYtOmCUxtnZDNPMvUkVgt5NytWFm9AkOfhWV4oLhZbC0oQL7u00urF+WxSkGu2kRL0WmnuHxhGfXVEJ1G46bmePairAJZBbIKZBXIKpBVIKtAVoGsAlkFsgq8FhXIwOqrVPmt7/4duRml4osAoQ+O+nBuLajrJ6CvkTtd98VUytW+ZrLXwixt70qhSSVmp72MdWMufvG/exdGqy5MgWcm4tREuejg2RfP4i8+/i3s3FvG//jBXxBFXBDHaLU7cB0Ppm7hE596EBcunsXv/ObPY3RkEC8cPI4r07PYs2s7tm7Zjo/8zVdw9PiL+Je/9T6MVwfw4sGjaHVjvPneN2CxmeIjH/s0pkYK+PVf+jkE3Qbqja54YQ4MFvClb34PX3/kcfzeb38AU+PrEYQxDEI+3cbjL57Co4/vx2+97z6UK2UBq0HAlm0XX//O87g0fQ17d22nSA6NRl1UcUsNHwuLDOchoGO7O99Lh8/Qe9ORtvEoDMRrkC3E9BQkqCAopQNoX7zH2sVUtTKFmgpLgW9MMg9FlUfFap9HvfK6KWKjrBmC/4e99w6y5DzP/Z7O4eQzeXY272zexSIRIAKXAMEAkgApEmLWlSX5mpdUcJV0daWy/7Jd9h9W1b2yZZUYBZAgiEAiZ4IkACITWGAXm8PM5snp5M7tet+ve2Z2CVxT6yrU/aMPajAzZ07ofvvr72z/vud9nsglxgTVa+Fzn7ocu3cNY3aeQpscnDpzGpVqGTptUxBifqGOk6fOoKunjzYW9UYLJ0ZOQTNzMHRq2ZZxfnKGAUlvqYjerjym50PsPXAKjhew36RCMIqgCfunUjtsiM2r+7FpZRfU0IHitdlfV40DGNTqH0qQQgl+4PJ4pH2i+w2CcYbBakFWAOsKrFyOwU+z3WH/Xdu0UFqzClfc+nFU121A2yN6RApVIYAU2rEEVpKClaCrbLKSOox8uF6NVau+X0u8MX8XrKbAb/k5QucMefoSWFVjHZEcMYTUYgP7Xn8XM3tHBYjjgCyPgQollvOrRwGk0IMcB1Bo4CyCW6qZsN0g5R/5Tn7rO7+5pHnyngceZGWupJBCU3yJMUKMXoYcRZifnUOrVocmKejMjOH0i4/A8z0+b3OFPCzb5jHGvp/cqi7GnKKpcMj2QjXQs2ItnnvjHTzy/CsIyN4i8Pk9JW45F7YJwutXBNkhENCa3It57NIYIbCYtvy/x96KY3jhLV30Sb+nliU8HyXi19DtoKdaRqlgo91uotlqwI20JHArgbtJUB8FQvG+KYrwYU4S7SOG4XSchFKVNpoANfnhyuRdTEFKpDuVBSik40YbQPCP5rkum0C+j5XbtmKh4+H4waOsWEwDApePKSgWdn/yNuz+2KdRo8WnSMKRfYd5u44dO4LhzZtgUPhTuYqB/iFYhg3ZMqDbFl584xX84rXfINQVthOgN5EobIt9opfGmKjico27AKzUsk5fdDxCRUWkGgDPvSEsRcFgbxlXbVqJ3Ts2oWrGcNstXtyIZbJDIVsOIdGUOfBKYhBcyJfw8vOv4N4f3QVdCqHRY3mRjhTEpPYmH+gQvuvCMi3kLJsXnsgGhcYgnfuxpiInGbi5x8b6W6/HOa0Hni9xEJUAq0dZsUrHTZxHNEY1HD82ggN7D+DMyAhmp8Z5XjVyeXzyM5/E8KZNcPwAHTdCq+3jzJljbBnw0RtuxMzYGJ568gn+3Nq4fRdyxW4ce/ttDA70YN3mNdBtBbZtoRk2oH8OYT4AACAASURBVEvdOHrsTWhmG6ps8ZxG5zbXl9TOpBAmR5aArABkBKRqTYIVfVfC3KzDIY5+p35J53j2pKwCWQWyCmQVyCqQVSCrQFaBrAJZBbIKfBAVyMDq+1T501/+u8U2WlIcpan2DA6S8CR66qKajGGFuFC8wAaAL2aFoowuaqnNOf076Z9IhecHLWiKhyt2bUJPNYdizkKhYMPOlzHU34Mnn30BP3vsdVx3/Xr89X//p3CcNoM0uj41dBPT07P4p3+5C7Yl42++/cccIOJQynIgwbDo4ljCf/6nB+CHk/jbP/8ah6YQ/Juaq+GyrZtx/Fwd//zDn+Ij127E1z9/K9599xgOHB7Frh1bsHXbFnznRw9zqMzf//mXIMHGmfPj6O/NoVTuwYPPvY4jx/fj7/7kM7CplblNrdHkQVnB/33X/Wi0Z/A/fO2zKJhldJwWAinGyLk5/OT+p3HVznXo662iXl/AQquDRifCyKkJeIGLSqmARm2BFYx+qMAJySpWQxh0GHGQIisgVZ2qMYhSkmAlqi2pqVIV8fIgseVwlY4TtxrT4wljeQHysosvfuYK7Fw/jFqziXqzhWMnDmP9+tVoNmZQzufRrNUxMTmJVWvWoViucmr1kWOj6O5fwa3r5Aq67+AxSGEAU4rRCgIcH53F2FQHHqmT/UQtxwo+glcy+8Zu37gKG1f3MrCOySMx8KHELmTPgRZ6kIIABmk7AwrYidiH0dQVGJoOSRGKT/L8zOXzXBuCOqTwI6WbUa1g80eux/qrr4ZLqsmY2v/pvZdUeezdkIQFCdWqUA37fhNeUEcQthMf3PcGq8sVkYsKbvYsNaBJGoI4gk6KRwd47pFfQ5tqwbQs8R4BgW2fYTqBY4QBIq/NEFpV6NwRSma2QVATCMrOxRK+fYlg9Sf3/3wRqFL/f3oeL35HhIXZOTTmFiDHMsLmPA49ex98p82t6wVLR84yODhMsSwYhvC9FNacCu8HQXdJzyHfuxY/eeaX2DtyChLZVhDQg7AHIYS65EkrI/DIY1iYMS/WlPablJLvI1i92KYkndJYUcpWA6KtffH1Ikqbp0WKAKoSoae3ghWrB3D48CE06okHND9DAHvR3i/mNQbJpCqmMUgLTrQHDMtIfU3jTeFnEfTmfVRkVm2SrQAdr2TaQkwK88BnsKppMVZu24ZiVy/2vPoW6vXGonVAujBFJRlctxW33/FHUDQLfhjC8SMcfucoRk6M4saP3MChZwMrBjAwsIKhNSvlZQVzoYMH7v8pThzaD/SQirVLgFWqf6IK/d3iLjs3xApE4m8cQdZMQDPFdzPH57yiOLx/O7dfha9ftRJ9RoBGh2wtCILymZXMW7R4QfbOHkzTxrEDJ/Cv3/kXwG9ziBZtByn/CazS+cCLe77P5zF9sZMDqX0VWljRYecKUGIJH7UUXHX1Tpwd3oRxn45tzDY2R44cwcaNw/yaDKnJfkZRcXL0NA7vP4SRI0cwO3GebT4qff340te/gmpvN8hoo1530Gq6OH7yMGYmxnDL7pvgt5q484c/YC/sDVu2I1/qxuG392DN6pXYceV2DtWjMUDmL516gEOH3oBVoCAuBQgc8VlInQsEh3lMi+3UTZtV0jOzU/A8B6pqQpYMNOod+M7CB/Fvoew9sgpkFcgqkFUgq0BWgawCWQWyCmQVyCpwSRXIwOr7lO0zX/n7xZZXDgphVRkbhQqlG4PSpaAecWG+RD5S2CFgRvJ4SoVO3o+fS+ocKWKw57gduI7DreHU4h1K1PZsoq9UQtupY64OTidft3olcnkTlXIBxVKeE54dx8dDjz6FNUNl/NW//wY0AlHU0ixbsHMhTp6awj/853uxfoOJP/+TL3L6eqQYopXXb+OlN0dx90NP44+/8lHccv2VmBxvYa42j0rehJnrwT985x7YloT/9M0v4/TZCfz65Tew67L12Lx1F773o0eAuIZvff02nJucxPjkDLasG4ZplPG//fOd6OnW8cef2w0lJmsDD2o+j/3Hx/D9Ox/H3/77T2D9htWsWJUUCzO1ED+8+yFsXteD66+9CrPT0wxq55ouXnjtLQ6hqRZNNJpttNoeg4tm24NG3o+xz+2kVG5qJSX/QYJADKCT28VglVqlCdjJmgSn2URfDvjybZfDNgsoFMsMVg8ceBe7dm5BszHHrdDHT5zg1+zp60e1qw+TU/OYnZnDUG+VYZJh5Rm0UvAY+YTme4fwxNOv4o19J+BFlHbtcNp3FMaQ6CsOkTdVbNu0Gv29RfZYJHsBGkuGLmOwr4j+qomD+3+LaLQBTSYoyjIvbh02dZ0VcARMNLIEMA0eoz6PV+HnKlk2BrZvxfZbboJSLLP/IoEXsQiQwMDFIqUumGLMkz9uEDbZG5RFd+9hBUBFT6FdurAgVKUKVArJIkgrK+yX6867eOzex1F2ZFSrVZYN07ggEElA3HU6DMQit4XId7lNO91O9qclKwBWPUb/v8Dq3ff97AKPVYKrAnCSTyQjQdTm51CbXWC/VdlrYd/T98Br1WFpMoo5g4OfLDuHctVGwIFk1B6vQZUUhEGETruNmZka1NIgFrQ8fvHW2xibnILTbLNXMKs4CSRL1Oou4Cel2dcWFljNR4pFarUXbrvLQN9Fc9bF6tT0GIhFBgFWL1Dc096RelSNOf29a6CKK67ZgYmZSZx86zw6jiOU+pqAqFz3RLmankMpDBZqw4gBKqshwwAFVcXw0BDmvADnpyYQEBykqY6Uq+zZyk4LrPItGzKisIO1l+1EJ1Zw8tBIYgVAMF14uDKoh4RP/ME3sGXX9Wg1Gjxfkvh65MB+HN63F9dee9ViQNPs7CwmZybRacyhNt9Gu68CzS7BX2hB7e+CD30RrJJFyQX2CRd/HvCCA1kcCCsLobLWOBAwJksO2sZcF0Jdgp6zEHgydq4dwieuWIv+goYChbBFAUI/4NAnAr0KB5GRBYEEZ8HB9/6ff8LMxFnYBsHPCDpbmICtDfhYku0CnadUZ/adlRiq5nN5dFd6eNs+u3EdtvVUcXZlP0ZiSwT7uQ6OHj3KVgDkwZxaKhDYrM83sOeNN7HvjdfRoXAx38Gm7ZfhD770ReTKBfghUKu1Ua91cPLscYyeOI7PfepTvI3PPPE4jh87go3bdkJSTRzcuxfrNqzF1u1b2DbDUBS0ZAug4ESpjkgBxs/X4DUXkCsW+Zg2G03uNKBpaGJyihW5tO+HDr+LOPBg5XMcftdotBBRyFh2yyqQVSCrQFaBrAJZBbIKZBXIKpBVIKvAf6MVyMDq+xyYT3/577ltl25pyyIBF1JaLVeIXQjrknSTpNV2yWdV4NRUsSo6IQlgEVCJ4VEfOnvwparBGCHBUZJb+tTqTu2bOQSOg6bbYQ9KUjUSUOO2ZbINCGPYRoC1g70wNAVW3kLOLqFc1jE308Cvfr0H64fLuPXm61DI5SDrBvK6BctQ8NSvXsOrb+3FX37rK9i8bhXclgdFoeAoFeMTHfzjd36EHZcN48uf2Y2WS2FMLkxDgRca+MGd92HtqgK+cfsncPDYUczMzeOybTvgtA38r//ln/Cha9fhCx/fjX17jqDjNnHZtdfgV68ewEuvH8bf/dkNMMlzs15DT183To+7+Mn9j+Jzt+zAFbt2oeN0oGk65lsyvnPX3bjmyi245rJNnMLuBgEOnjiLV1/fgw9dsRWRbqDTarEv4JGTk5hb6LC3IvuBLkLEJEE9yZXnY0feiaTd63TQX1Fwyw1b0F3Ko1ypYm52FqdPjmLnto2oL0xxGM+hQ4fQN9CP/v5+OG6As2NT3HI/ONAPUzfR7HgYGT2Ngb4eSKGLQmUAP3v8eew9fBaqbiGicBZSZPohq09JxVUpmtixZQOKBYMcFKHppPg1IMkhtu1cixuu34nzYyN48YePw51roKibiH0fshLDMgkgJ+3xqkw0XbSPJ+COGoAV3YA9MIDNN+1GZc06xBRWxa3mCaxjRV3iUcvt6WIAE3wLAocV1UFEajOhMEuVb2l41eJ9SWs/ARGCquT1qpCxIrWqUxiYaWFubA4P3/sw+lBAV7UClQ1aCRiFcByyOugg8BxQm3rgdXihgT11eUFDtJmzAjNREF6qYvXH9z7wO2CVlZnsO0sgEWjWahxgFXkh9MjD3md/iubsBKtUS8U8ijkTdi4PO6cmr0X7KgAYQ0SEaLYCjE7MozSwEpFVxKPPvYKRc5NYu2EjNm3djtn5ecxOj2GhNYd6cR5XDV2Dd9/ag9rMArfWC//gxZB6MVslIVbpIk1qE3Ax3F6++HOx9yq9BsG9UPKxdutq7LxqG86Mncb8sQZ818f4+QmhYE7OIFLa8zzD9hkE9jSEdNxC0dJN+JeWiHJxiCvXDuHm667Ac++O4rd7DyEySIGrI/YjaOQvKhPQjdlqhLx0w8DBum1bIGkGjh86Dq/j8NghTTXNa3SuWJaNz3/9z9DdvxZz0zNw3Q46nosT+1/H8SMHgJDsCSi0KeKxT9pxnQLcYgPx9u2QKECtEyDqrorzjhYIIno4/S9ZTBClFpYXyz8XaFyzHQO12MuApkHRNFb9+pLG7fgMgFUNkWUzLBzMxVjTU8DlG4exeVUvLCmCHAQI5AgKL2wE8AIflprDvT/+Md565SVeyOJxTSOHHhu4i0CcIDu5YrCFDPUNWCZKpTJyVgWmDnzlhqswoMmY6OvGKbnEjyMVOM1XBFZ5kYkCFFWaEVQe3+++uReH3nwNehSgtjCHTddej+2X7YBqaPD8CG0nYLA6NnESp06exNWXX46CaWL81AnMTZ1HqXcFphs+Du/fjzVrVmLT5mHkTQO6LKMpGwibbRQLCtpegKmpOkyFOig0tDod1Op1VMtlaLKK46OjvEhB+WRTtXEOSbQNCwvzLZw+Mwa/7v43+s+nbLOyCmQVyCqQVSCrQFaBrAJZBbIKZBXIKkDdjcuvxrOKLFbg43f8rfiZWraJJqRt/wRX38Pv8HdVYxcqWBch1LKWXOot5aClNEwpUcBe/FoXKqpSJRdvnFAhcZgKtR/7cJyOaDFP/BtZ7cX+iASNaJsCEk1xq2neLsI0dMzOTKHTaeDD116NFQP9sHQZtqmh0t2N8+dmcP99P8ett+7GzTdfDdeVYCCAYeRwbqqB7//gu7jpI7tw6/VXcpq5H4Wwiznse2cW3/n+d/HFO67C7g/dgLNnJlHvLGDFmmE8+PiLODs1i7/8kxswOxHi6NEjuPq6nRg9E+CxZ5/CN7+8GyEszMxOore3C/NNGz+9/3589Q93o7/ajdgH8iUdr+8/jTd+uw/f+sYtHJKFgMJidPz4sZfw1oEzsPUcIJO+dMmiYbG2SS51JDlQ5Bwi34EmNTA0UOGaaJqBZqOOKHSxZdMaKJIPQ9Vx4sQIdu3cjmKxyBB5moKsKiWU8zloOm3zPBbm59BVLkLXKMWoirvufxKnJmrshSuRnywhKJ++KJ3cQV93CTu3DsM2ZQavErXT6gY0Q8JlH9qEq6/dCUVXsO/Xr+OVh59G2VOgk1+jLnFQDNknclK4qnCrPLeRk0+jrvHfDdWEmiuga9tWrP3QNVDyRQ7RWlRVE/pURdu4JAk3SdrGKPbheW34QYdbl6UkcEmMZRp9iQ9nCltjej61/1NbPHlJitAeSabvKizdwtzUHH52733ocYro7irD1IR6VpEk9tF1OvNcF2qDdjttYQtA1g6UMk5t5okfapoz9O1/efGSZq0f//R+0eKevF6qWOX8LgnQJBntZhvTExPcnq8jxLvPPYja+Ch0K4di3kY1pzAcJHWdCBQjdS6pROkQEP4iL2QJ9VYHUasDWc/h7hffgb3xKvzRn3wbK1YPwvFcRK0Iz4w+hr2tN/GR4EaMnTqN2vQcFmZnMTMzgXp9DqHnw3eD5HwXKkrBWJPQqCSYbfG+5fPMRfYkiyCW8KNELeAFbL1sA5ygjYUZF6Zq4/DeI6zUFYFUYgEioIWeWGZFfLVcwDwpHWMJpmZC1TW03Q5WGhpu2bYSm9aU8PZEjOdePoTZsA5Jz4sWdvIXJkUwjVUea+RLHHMLOc1bBGllL+AAMI+8WkMKBZMhGQbWDW/mwKeZ6Vn2+CQvUt+pIyKv5TDg+Yda1EltS9Wh7fTJ+mLtFoSkOg5CSN0DfI4t+V6nw2e5r2pi57J8ZAm59iKElckDleCynmPrDZ5UScVKYXB0QtI5ougo2zY2DhawdagHuzevA+IGadGhkF8yQVZoODFyAj//3vcRNGchKWSbIcPlgLAIOQKOmvC9lUKyAJGhyqRUV1HKl1Cwu2DYMr5w/Q5Y803MDW/ElFliRbznuti/fz+2bt3KVgD0WcGheSFQb85h6twcnPGjyIU+zs/Moe9DN7BvK39mqBoHVzXaHV5kIxVwV6nKFhjO3BjOHnkXRrkP86GN8XNnMdjbjcH+Hp5vyGO1QZ8SzQU+BuR/PTU7y9tczhUxW19As91CX7UbqiTj6OgJdPeVUepWoRRpQdGBW+tgfsbB+fEazh8cu6RzPHtSVoGsAlkFsgpkFcgqkFUgq0BWgawCWQU+iApkYPV9qpyCVVI00cX+ojKVDPOS2/J2/+Utskus+oKYafZTXQ5JKTSFYcL7gNX0fZY/J338cqWs2A4BaUWLLsFfSvYmUEGBMaK9mcAqQQcCsPQ6oWQgCiKYps4XxPUatSAH0EgBqSHxs9TQbrno7algxUAVpUIelWIOlVIV41N1/OblF7H7xivw4SuGRXK4ZaBcKeGZJ9/E0794Cn/x7Tuwa+NW9mEkRVKjBXz/X38Ku5zDv/vC9Wg2Ag6K6l01iBdeGsFv97+Fb3/1o1iouzhz9iT6e3owNhvhlddfxR2fvxnNWpuT01es6MbLbx/HfK2BL3/6Gpw8P4NqwYJhl/Hde5/GqYkGipbNrdTvBVYFl4oQKNSObwFeDbs2VbF93QpM1mpothycPj0Bx/Vg6wYC34UTeZicmMSqVUMM1EjBNztfQ19vLzYMDqJYKGJyahKFnI6uah66GmOubeCu+x7DdN3jFnHygmXAEUns70hgaM1gD7ZuXAMNPgMZUivTaxu2hBs/djW27tgASZWhBhIe+t6Pce7tQ+i2itBJner7oMwjnRR0qgi9ocfSl05qVlODKelQDQtSdw/WXfthVNesYZ1uCuHYo5b8MhNlJCnm6EYw1fPbrCKlIKvfD6ySBYD2O2CVWuS5oTsCfvi9HyA3I2P10AA02hKyGaDWdApG8uj9PIarZI1BAJgUoLxQwLBWwFVW1MYxLhWs/uie+y4Aq3GihGWfZOLhsgqn3cbU+AQ8h3yDYxx+4XFMnTzIYNW2DFRyKo+DXMFkmwgGq0lQE6fHx3S+SQjcEJ3Zecj5IqaKvdj+mS8htno5uK1a7sKbZ36L5w4+iZs3fwLX9F3PtXe9FuLIYY/byfFTuOs738Gx/YcWF1KWQ3FWIiZWAsvnjPezCGCFcKLS1C0Tpq2iu78MWQViVYccKTh28DjikJSTIuFNknTIMYXWBSiaMS7fvhX7jhzHfNODZdqshHQDD+tLeVyzsoyhHhWlrh68snccbxw/gfFWjFimVneyPuBsex5lVG4GtooOSVc5yI1GCg1Gn1vmwbCPguxc1+PtIWhPHqM0p8kKLSyIRYF0biPwTx6skiJBi2J4RhGhZUMKVMT9q1jNyh0CqfJ3ma3LxZ7MS/UULqk004pug+TLyAGqBom+yD9X1TmwS1YMSLqNwO9AR4xKzsIffuxKXDeYQ+RFcMg/mML1fBrbAfY9/AgOv/0qAlXFxEIdzYD0vzLvp2WYYl6HBMvQYakqdFVhK4DB7kHkyiV89PJNaLkdTJeqaMR0ICW0yCP62DGsXr0atm0Lz3A/AFoNHB85BE8qQm+dQWNsFFJ5ABs+fAvazQZ/XtBClefHmG+0YFkSnI6LYr4AW5XRnB3D8f17oNgVNCOTLTO6igXYps5+svlSHshVETbrkElJDBXTc7OgNZ/eShcWWg20Om1U8kU+/hMzUyhWyqh0FaAWaKGwBa+zAKfTQaPVwqtPjn4Q/xbK3iOrQFaBrAJZBbIKZBXIKpBVIKtAVoGsApdUgQys/lfAaupLKPxQRVAVXzkuu6XttimkWvoTtUwvKV3pfvF6STw0P5DUOcvBqrhvOSRJtyF9XYamF3lair+J12YImySpp2FaIomZLstFiFa6reTjSr8T1OL3ZEEWhb6E7EoQRBQCRepJHQ6lzHdchCGFR1Hjr4xcvsoKMcCFZikwTQu2rSOfz2F2usOK0+uv2YL1gyugKgEHcoWBhUefeAqbt6/CV2/dzcFFllWAbJi4867H0fBm8a2v3A5J0dFpN6ArGh579iWcOX8Wf/iFT8IPAnSaTdi2iWde2gM7Z+Pmq4bxwuvvYP3KIRiFbnz3vqcx35Zhahor7ZYDlCXFKrGVGB7752qI2+P48id2YveuzfCCJieHHzh0AuVKD6pdPWi3GjhyZhrHRk6jv68XrUYdtWYLp86cZfUipXq7XsAty7uvvxblooW8rePQyQbueehJdAKFx5AaB5wiTx6bFKATum3s3LwWG1b1c/o1HStiWaSztfMKPv0HN2H1un7GoPTaB17bg2fveQgFX0GO2uwDgukxgxZdlWHpKsNV2VAYrMqWBp10caoFT7fRs2Uz1l95JdRCntXFrEZM1I4C4ItwGfp5EayGHV4U4NbpxTH8fopVAVZZrcpAn74I9AhIZJs5PPbIoxh54QBW9fdCiyOGlhqltTNgFeCZAnsiAkE0vhhkUeu6CE9KA6aCKMJffPelS5r47vrJve+pWBWnQQxdVuB2HExPTPLY12Vg9I1f4ezhPdANA4ahoZrTkC8UUemyeLvo1Bb7S+pVDZqiIaK0cwqSazTRdAJEvSux9sM3I+7bhnyUw2v7XsLTZx/FZz58B65edR1a9RYvitDYpHCy1sIc7r/7R3jxl0/Bc5rJuSt2ObVyYNfN5Ly+0A6AbEuEdcCixyrNBAr5mkYMKSvVCp9LQeiwb2m5twtz07OIPFLHkk+nLyxJ6D2iAL1FAzddu40Dke689wnMNiNWEredDmJNwgpNwUeG+7FlbQVdpQIK3SsxTl7Fx6ZxcuwUvGgGCw0VOcNGNW9C13TM1DsYnZjDvOND0gjsSgzxuW1dEdYBsidgMG2JppKqkhaSQlZmcqAWz3FJq7wsw/MDHt+KRJYbEiI9h7DcB3nNekQLDTEn0Lhf3vPPKVOJbQsXOB1awthhseZso5DYBdCJqWqAbgAE1ikkisG/CsganbREq1nRumNdHv/p5iuhuQ7aFFDnR7AVHWHUhHzkBOZO7EFHkrFnZAQnxqfQJlV7THYaMnRqoyf7FtOEbRiwdZPh/rpVazCwYh3Wr12JY50aZsPUz1ts+8zMDCzLEgsntIBCitd2HadOH8bpOQnK/BGojSlI/RvQteEyDpLK5wpso0LhYLRwFccO2q0mCnaBA7YCp4G5ibNQjQJqHWB+Zpq3ixfoNBXFYgFapQ+duUkg8BFLGuqtFqLQQ8my2f+ZIHBXsQxdUVFrNVHu6UUQxBg9fQi9vTlUqmSLINTyT9yz95LO8exJWQWyCmQVyCqQVSCrQFaBrAJZBbIKZBX4ICqQgdX3qfItX/yPizCCfe2oZTjxebzYyzB9iQtdFZasAJZ7sorHLCWrp6FYKaBd9GWlQJtlQCSFBsl1/6LKdTFYi4Ow+FEJvE1a4NleQASepAE4QiBLylYCsRErlDjdm1RexGU5bCZixRcBC1KZqbJOfcOIZIKCZI9AKVERAyQ/8uF6FDQkI4w9VsnaVgFR7MLzPW7nVbWYLQZ0tYh6o4lqt46Vvf3I5VXkcyXkbAOvv7oXZk7CZz96HSSN2qwt2LqFnz74GF+033HbJ2DrFHoTotX0cNfPHsbmrcP4+FVbMdPoIGcaOH5qCv9y/y/gSDkYBBgTuL38GCwyE4IEikbd5rDjaXzt1ssw3FXAWG0OxXI3Q9ThTVtY3KZpCs6dn0Wr6WD71q2sqJybX8DRY8exYuUgyIlgenoe589PYdvmbVDkmIHrS3vP46lfvoRYMhBTS3vsIyR7CfJRpLRvOcLHbrwGa4b60KxNo9NssNeoF3golDR84aufRO9ABR5ZRhDsbnp49t7HcPKtQ+jWcxzqwypjBbBlGbamwjBVqIYK3dKh5SxQs72mGIBuQypVsP6Ky9G9bTOPQoJVQqmaeK6yP6VQQBP0JrARhBSiw7T3PcFqOoYJvrIFQGIFQD8TYKLxRW9CY5XC1mZmZvHzf/4JwmYLPXYOehwxRIxo7JBnJ20TK8WpdTlIxq4AidRCrpBEl/03Q/zF91+9pHnyzrt/KlSAqQJWEWFSIqMphiYp8F0XUxOTaNUbMBQZYwfewOjelzmES1MVlHIG7EIBvVULqqahUaeQr5BD1kzDZCUnyUBjOo8cD+1aG16soTC0Ad03fAkj7x7B/Y//CF/85n/AZRuvRDsEcuSe7DvQNeDYwX2478d34dA777Afaqq8TuPFGAwK2rdYA6FYT+AaQ16h6EznjxQOUhs9qM1e14RfahggIIW7ovKiQeC6i4stdBwHumKsHlqJq7dvw/CaPjTbbfzLj5/EZD3g+YL8Qt3Ix5Cl49OXr8fOTb0ol1bBtGPoJi/DIAjOoNzVwOnxPigwYaliW91QxeHRMTz8y1dwZLKGUCEwryNHKsvIh+N3IIV0zMWcSIeItokXBOhMkmh9geapJbBKqfMEjkNTguS7COUisOUyoH8Q8vgcLyYxtGebl8RXmOfBpJaLBrbiB7It4HHJ8JUWqVIbBmG7AZXUqhpYPs7ewjQXSoBlswVErNvorSr4H2++EussoBP63NqvhhIkxUN09Dikk3sQaipOzc7i6Ng4To1Po0P225DYEqBUKDDwJ6V6wc6hUMhh2/BmrF2/HYXuHrxZm8Ncy4emkG+tL0efkgAAIABJREFUUKF7HtkeJL7ItFhCfsVOA+fOnsDx8x2EEwdRCNto6hVIXYO8/EbKe7IkkFUDHgUChm3+yMrZOfZmDf0OArfNwHRmronA83gRi0K3KFyOuhakXBVefR4afa6QetZ12Tu5aFrw4xDz9RoGe2gcSGh3OrCrJYyePIV333yTz/H+Fb3o6+vCQH8PHv3ZM5d0jmdPyiqQVSCrQFaBrAJZBbIKZBXIKpBVIKvAB1GBDKy+T5Vv/sLfCBiReJimwGI5oOAL7iRx+71fJrUCSJKlk4v1VPW3XP23/HXTVv7loHbpZwHAFhVopDjlYBUBBwiiijRtAQzoP8FdFnGMeBwnaKVejXTxGwrlF8FVhKyQjOiiX6Xnh4gpwT6idvEIPgiUahzGQh6aHqWBs08mNb26glVw0nkAP1TgRQSlCd4IxR1BvijqoOWSGWUEKdYhKx0o5MVJwSzE4fSI/TdtzcbY7AxytomNK4dQzGsc8hIFCn71+m+xc9dmXLdlA2JdQcm28dbeI/j5s29Atssw+LUTFeYy+MRwKf0fKWObLQyUHfy72z+ELlXCxHwbplXAmbFJrFs/jNNnTqKnpwvjU1PcUrtyaICh6NzcHM6dH8fmzcMMqdudECdGTmP1mvX8vsVCDg8+9y7eeOcgZNUEyNsxchmsko+p67SRt03cfuvHMTTQA9dpwmnW0ZifRb1VQ1evhc996RPIFw14pComK0eoOLLnIJ6951EoTZ8DsygkifKBbElGXiflsALNVKDbBPhISadBkQig5eCrJipDQ+i/4VqUqxU+HoTgCbAKpTQ5ngo1qk9ep4HDwVXcPk32Be+hWBXjTYSxieAqYQUgvFUJ60pQZQKn1PItIV8q4sAbe/GLBx9DZ3wGXaaFomVCVYiMJecMbQ+rqdM2dzGOhf8jAVsx7v/yB69f0jz5rz++5wKwSu3bfD4rtI8RDEVlb1WyAqgv1DjBfn70IE68/Rv2tFUVGXlLg5krYKCaR75QYO/PM2fPwrZsVCpdyFkWckVCpRQXJMNrOQzuQsWAuuoKBD1rYZQH0L12BVQKyotNmASXAw8vvvgsHn7gHpw+eQIgtTABWgj4S+dpGkZEAUWpC8ASVE3A6kUKdeEDqzH89X0KUQvZn5S74rnFPWLPy60b12P7lmGoMqlaA+RyOexY20TO6oKCMrfCHzl5Bv9051NohtSWL0OzTbihj9V5E5/atQ5Xbh+CWarAIDEnIhgSqXwnoWk+5mvdJLQGIvJJpXFisi3J6++O4q6nXsKMFyBX7ebQMPJS9QKXxx5BVArsI5U8jSuVfIVZ+E2qf7H9rGzmYRQhCCNEpHAOHHjdQ5C2Xg3aGrVeY5AceS4vdvCYS4PcaIwmKt+lgUWKYGXRu1jESyVTKs1V9BspQhVhCUDHiuupGqxmlS0TsWEjZ1u4btMgvratn1vkeQ6KAI/qMDcD+a1nMD07ixbNE6aJ01MzmKm14IfktWpz2JtJlgNxxAGElXIZm9YPY+XKjZBLFfx2agGTCw5ipYM4EmF0S+emqA/V0pCBVruGQ8cmUYxr6ExPoi0TDC1z3VgVrmjQDALbEjTJ44UCqje9pu87vOBGQnKn47NVga6IcSBqF6Pmy7CkEJamgrLCaq0WfLeD7mIRbdfB5MwUhvoGGEATmI8NE2+9tRenjxyD73eQr+Rh2Ro2b1iP5391aar0S5oYsidlFcgqkFUgq0BWgawCWQWyCmQVyCqQVeDfWIEMrL5PwW76g7/mvywqky4KrEoVfhe34C7dL668xe8EbS4Os0pb95d8WFOvRAKrZBGQKgGXb2IUEUgRbalpcBX/wmBMPJLDq5LU90XbgCTtXWTdCG9XUhMK6wDxXLYlYC0lPZ1SpCk0hdrFCUCEUGUTUuwhYNWWCJmhbQkImpFHpmwhjDvcxh9JhF89yJFG7JQa2RFLLchkPxArgmXIBHBJ7aYhUusM5aLQQOxFCGSCKQHkQIGet9BszSP2YnhKCDnyoEs2OgwAXFQRABS2ZenodALMtADNzEEJW+zryTnayywQhNIttURQ0W7WMDyk4E++eCP67RwcI8T58SmcOz+NLVt3YmZ6CqZp4MTpCfT09qGQMxF6LqYmJ1FrNFnJB9dDxwlwbnwaw5s2cau4JEX414dew9GRM1A0ExLDLIeagBmo+E4H3dUKbvvsraiU8pDJF9frwK3PYnpuAn2DRdz6+RvJfpLhikJwVTHQmm/j0X99ACf2HEK1UuWamoiRg4RCAlZJsWrmdJjUnmyakGUNpmJBNfKIDAvmh3Ziw8aN7A3KAGZZ2zORNgFWyePTQRhTKnfAIP7fAlap/Zm9VWOJw6korZ3S4Om9ioUCjvz2Xfzipw9i7tR5VMibt5hnUEZAlW5kHUBjnOEbQ1UBVqmVnWFMHOOvfvjGv3HKEw//4Y9+kvgRE6gllaEYIwQZ6fwggBV6ASbHxzE/O8cqwdb5EZzY8wIruBVZgqUrMHJFdOcNVKtdsKwc3n13H06fOou+vj6G8aWCjWqpyEnw5MG64DQgk++tPojq1Z+CtfMGhBPzcDUHauggchp44pFH8OAD96NYKqNQqcIslGBQuJhHwXQCYhNQpUAhgvuCM19o6SDmhkRlmSgW6TEMzWgxxPPg8uvROZwokcMIH9k0hG989Q6UbAVx6EClNnxZQtk6itl5BREG4cPA8fNT+McfPoy6pzJQC6QYqqmjFDj4+M41+OzHrkRsyjCVItSIAs1c6LlpeA4tihSTKYsWC2TomolO28dMLcSTvz2KV04cQ6BbgE9KXwdhSOdNAEWhbSElc8jhcgR4SXFMi0E8D5GHBiQGx7RPDqkz2xRiFaG5bTuk/i2Q50lBvyDmY5qECMYSXOU5c8kKYPmgosUjnit5ZYPGphgrlAUYMVhlIs/hVRIp+xVhVxFqeYasMCNIZhGQ8uhbUcDfXNWDActCy2lClQ3Euoq400Hwix/jzMlT8AMPQ2tWoxnGqHkeKEOMrDWq5RKK5O0cRbA0HYVCET1dvejrXYWoWMY75+dxfsGBb7iQYlrIEjYzwtM5CTmkiScEPCnEmbPTsGQXBcNkpSzNlaTS5sUMVYcXxJhdqKOnSjML7TXZpiQQWo4xN7fACyh91S5+L6onlYqOyanpGqqmziGI5OcwvbDA892q/j7UW02cGzuPlQMrkDctOIGP2VYDBw4eQm18Eq1GAxbPhzKu3nUFHnnsoUs6x7MnZRXIKpBVIKtAVoGsAlkFsgpkFcgqkFXgg6hABlbfp8o33f5Xi2rUxTZpuvQm8pPcOPGcSYxQuZHSU3hB8pW28CVkLz7R2izgEN2XqKyotToSqtK0jT8hDsmFfszvF8YiDZzaLFNBnwCo4mJ5yVP1QiUr81GGKiK9nWnesrTwpQbi5UaDwkJAhNuI24XKWfFaF7fWL9ZEXmo7XdLILr7SBeFdBGPe6z0khhzpLWkNT5SSBHrT90+hAXstslqNAEQScJTA0/cK8OF9on2gY0HhOW4LpYKGjcMD6Okpoi+Xw/T0JMOcbVu2wLJ0+J6LI4ePY/uOLdB1Co2KcGpkFLoKDKzohx8pOH36HNqtNoZWrGZ/Smof/r8eeAnzC7OLATu8nQnoaDfr2LJxHT5x040cSkMqVoZerov52hjWbszhQ9duF0cu8lhgTPtsQMP+l/fgybsfhBnpsHSD76fE9bKpo2josBUCf6RC03gMaeQLmrMYzBJkNQq9GLhiB4pb1iLWdCgUYk6J9uS7yuMzEDYA5HsaU5t1qkpNx5Tw8uXxHXriHGC7DFXAVG5Hp/0RqtXlY0a0VEfQ9RxmJ+bx9itv4NDrb6I+MYGybMBSRDgPtdvT+UIEi7aNEI2kSlB1nU+vACH++s63lo2V3//H7971Q2gU6sXqWhWSJiFSKLGe3kuDGpK5p4/pqXHMTs5BCwF34RwOvPYrWLInQCzBNMQo2RpsK49KTx80s4iXX3sTM7PzWDXYi0LehmbnOZLJCWMEUBHKMuYcF9OTdfSuW4fP/elfw3EVjJ14DWd/cS/ePDyCqbYHq1hi0Ow6PsIgREBgnnx5k6AvXdd5/iHPSlaaJzYAaa1Fe7xoCaevdL6wTJMVxPQcArSUQO+HATQJ+J8/dzXWrKbxpDBAlRUdpL8cXHkO8/MWgnAVvDjGTLOOh36xB28ePgvdMtBpkaqWrD58rC7l8ZVbr8C6wSoKpoxCfhb9q0/Ad8uYPLkVXtiFUGogpkUUXmBw4Tab8MIO3hit4edvjiAyLUg07khR6zYX593U2iDtFEjnZlEXgq6pAjtiawLJU+DFeeDynbygINXaiD1PDJRF2bpYZmGVP817NI4TOwU+X2nsJ2RfQFYB9umLtf08fSc+t3TASL2qWYhZLU6qVQWgY2UUYeVKuH3HAD4yqCF2G9BjC64c8fGQpk9i/LU34TUm0dNjQYIPT/Zh6AXQ6M/nS8hbBYb6qkJzV4yiVUKpawX0vlV4d2oOZ+tNPr+pbcDzXPZa9si3mD6faE5iRe+SjzfNaxRmKD4nRCAcjRuCw64fYWJiGiv7KzwGSDlN+0kuMIpuYmx8DLpmoL+7W/yNzlGd5hcFe4+M8PO6KkXEsoLzY5Ooz81j2/btDG/3vfMONg1vRLVaxRNPPgkYOqbn5nB25BiD3VKpyuPxo9dfg7vvve/3P7GzR2YVyCqQVSCrQFaBrAJZBbIKZBXIKpBV4AOuQAZW36fgH73tLy+Ah4sgkU1Il/xKBVwVceopwCTFDl2kpkCSwJbwjBRK0kVPP/YEFA37Sxf67D+QqE4TJRoHVgnVEYOmZTehOF1SvaYK1VTV+l8Dq/zmizfxM+3D8mRscd9yALoEPX8Xrgr1a/qc9FnpFqdhXunfwyVGvfgc5h0JWBXvu+RHy89/DxibKn1TYJBaJVCv6nIl3wWFk4RimMAfKaN8zwFil9WfBCEZXskyyqUiNIIYkgTXaWDFYA/yOZOVoDOT0ygWyRqgj0HgqVOnWZW4ds1a6LqJhYUFfPeBl7ilnm4MLGiPKDgoDOG067hi5zZ85PpruNWcWuiF4WmEjjuLdZvy2LJtLYOGWCIYRM3QEXRFR318Ds/e+yjOHRhBTrMZtshhAJta1HUNtq7CMg0ohgJZlaFoGsy8DVU1OfFbNgrIDQ6gb/tW5FYMIFJIVUr6YTFuw8iH55Fa0CXXz0XricVjm4y7SwWrtI9+LHFIWOAFaM8t4MzxYzj8yhuYGxuHFSuwqLU6UayqqgSNYsUZ3mi8yEAQ6D/efWlg9Yc/+IFIu9cI4GqIPI99UA3LgJovICAYHEWYGz+PsbNj0GQNQXsWbz7/NNTYZYhMgCkIA3gOBfRIUHQLdqGIc2OTmJ5dYMsCGr30OC+M2a+SKkyPDUltyVYcHrbf/HWYxSG0j/0SRec8Tk7XMNF0ELIKlYZ8skiTqNBJdUo+rlR7Hkc+qTmXfFTT84A9apM5gyAshcuRCtjQdX6e51ErvlAheomlwOev6sPwChvduSJINBrGNG7a2LLpEBbmDdTn1qNVL2G20cTBU5N49vURTLRE0BT5AKu+g5UWcM2Gfnzutm6sXhugWB5DzqTjVcTkmSGMjW1HJFNImw/fiRB4LtxWEx03wJ7T83jm4Dhg26xU9R2h5FV1UoAnwVLJfMRwlXxHSGFN4yn1WSVRZhjwPubkHHythPaGdXDomNYakHhM88TLcJS9s8laQiFH0HQuF+A1VU/TchPfkXhZsxkAbQ+XXVhoEJAliEhgVSawqpiIkwAumZXjRShWHtcPd+O2Ld0wog7kQAUxfJrWbciYHzmAxuE9sNU2rLwKn1rx7Tx01eDgNwKZpJSl852+DNVGodCFfN8qnPeBI7M1tMnrmvybKVCNF9NiBvPpsaYpVKjAyZ+ZFqXCxKNWdErwZ5KkotXu4Nz5SaxfPQCFfY/JNoH+JrPlwZmz53gsDfb18LnCkJsXG2QcGj2Dlb0VFHIGQknGwkITtbk5rFu7lt9r7Nw59PcPoOM6+PULz6PU1Y3J6WmMHj3EkLlS6eaugBuuvRIPPvzoB/zPouztsgpkFcgqkFUgq0BWgawCWQWyCmQVyCrw+1cgA6vvU6vdt/35IjDlkJhFj84Ugwq4mqpWBcwTqp0U7FGrKrdQsn8jBfHQxSe1TCY2AKyGEu2lQskqQAqjxBQiJEpMBqSkUKWr6otu1La9XFV7MWCk9xSKzkThmqpdl73OUiiWCMlJ3+VCqCp8NFO4thysLr5/Anl5e5PXF2qw37VCoBCs5bdFEJ1YKIi/pWFcQlEmQMGFsPfieqRqNsHALwz2WVKwEgSgmlIvL+mxZIYx9PpB0upNx4kUfQQNSKhGWIx8DWRQK7gK3/FZvUot4SaF/rTaIIDV09vNXqzNZhMHj49zl3CqNBQdyEIp6Llt7L7uWlx1+TbEQQBV0RlqENCF7GDDlgKGVnXB93xADthSgZRnJGM0JA17fvUa3njiV9A8wOCWe/K6JX9QBTlDhBKRJYGqEVxVYNgWNPZK1KGYFnSriNyKVejZsQ1S1ebgMYsUdtTiHAuwSmnx6YJBCu0X658e68hj+MeKVVnj2vx/KVZVCWj7IRpeiI7roZTPoWhbaIxPYM9Lr+DAK7+F3CLNpMqghYC6pJD6Uvi10vlCYOl/emDf7z/bLXvkd773I5imhKAzi/bMecSNBVgRoOX7YAytRVjt4mPRGBvH2dOnEcYyAreJZx/5GZqNeYZFPilQA/LyFOesT63XiaKPMdyyACShLBcwWAxghVuySSmb7xpAKZ9HRanD6nRwcqaGqY4H9n1lb11NJNgnYJV8UlM/ZB6f1IK+TK26eM5S8FdyP4FYGpP0e6peTRWtS3NWhLzSxtqeArYMrsSKARmVfIA16+bQVz0OK2eg3TLRqimoN32MnNFx7zPzeP2EAqNEtiEe+swY127wMWQAN9+iYt2wBMsKEbomqzUdT8WRAzvRbHQJeO8H8L0OAq8Jz1Wx73wdL4zMoUMw0HcRBQF0KeRgrfS8Fi3uwnuXVKqkDKcbPYYJJY3fgCxHZNhKDoFewnx/HxxS9QYeJApe4vk0XeRKLAAo4E1RE8Wq8GpNF59S5aqQxNJrJ/MQzfD8nOSLPFA1jbxIEJPHKh0bhYIAFcR6HpKZx7ZVPfjq1atQksmCQOFxTXOCIucQubOY3/My/LkzKJZUmBT4li/yYoiqaDBUQ4x/ckaWAF0lf+Ii8qVeeMVu7J+pYZZAPIUSSgqvQ9HnBt3IYoA/ZwjqJ4rcdH6lOtPMllrQ6LqFdsfF0aMj2LB+iEOzeN95XpcQSQpOnj7FfsIr+nuFpUKyDEZq/f3HRrG6vyrAKinxaW4jH2F+kDh3m50OpmamMTU7w/PSsaPHUZuZwPz8AvLFMmxDx84tw3jssScu6RzPnpRVIKtAVoGsAlkFsgpkFcgqkFUgq0BWgQ+iAhlYfZ8q3/S5vxDXgAkIWVRLMdgTUkvxp2Up3ITlkrAdgmOLPp5yzG2ZnusQsYKmC/CUPibk9POQE5vZQ5FCWnSTAYjwDhSKQQ4AIq/LZLsWlZlSohZaBhEvVqy+F1ilHVgCjWkhIpEUn2DR9wKry+/jCiRhWvzz+1gBXAxW6bFCBXaxIpa2SdgJJFfhi161yxWr6d8vPj7p9vD39wCry7dXlEt4MlIYFz2BXo/azhf9bdl6gNEwglhBJNGx8hAFhCEokMlHHPqIA5kT1l2X2rUpKZ1UYXJi3SiOK90YCrFakGBkiE9/8mPYuG4Vq/a0BKxSK61pRRjeWkRXT44hbAwfKqmgybk2DoQi9uwUXvrZk5gdGYMpq9BkBSrBVQnsyUnel5apQ9cVVvwZ1AKuixAaydSQ04uI9QIq2zYht2EInuTDNCwYunEBWBVHiuhh6rGaKqwTmBJ6DKb/LWCV9qTlhWg6PgNKW1NRydsw8iYsWcWh1/fgmfsfRmt6HnmVFLmAH3kcrkTPJSUh7d//8vD+S5onf/C9f0Zr8hwa547DmTqN3oKB7q4SXKkLQe9a6Gs2QDZsNCamcfLEKJq+z269jz5wLyYmpzgJPiaYxhYghLOJkorjQypIuhHopnUQXj9IPI55vFM1eYGE6qnDUjVsXrcKjZlJFNUYY3UHkxR0RaLImMAq+R2L3UzVqvTz8lb/5VYYdO4zwE1avlOIRkCWF0CS0D1WaSb+q2kRVT2PoNWAKcXYNGTh5iuB3VdOIldowzBlOC0NUuDDzivYux+49xngmYM6Ag1sJ7G+GuBrnwqxuhihVAZWrAFKZRNe4MAy+iEpFqYmSjh1eCWcto2YAu78DqKwjcCXse9sEy+cmEaTg95orhPVdT3hLU3bf3EgE40Fhn3LFOq0+54fotPyEdhVYNUqhD6BzA5kP7ErIWV8WlgmkDyBJQtdotVfYQWqBI+OX2IXQMeVlf2kpvbEglhIwW4Ev3UDGvkWa6TUFJBWhAHGiEkCbHdh/fo1+NOPbEKfLrFqm2Z1XhyTNPaRDRdmcPLlFyAHM1jdbcE2LUSaBU3VYRkWdDqOHNgVw9BMlHJlWEYBUqEL5zzgdNuFaYoQORLJz8/XoRo6jzlueAjFAhtDd/4MEFA6YNAcIWDIq6HddnDi+CjWr18Ng715iSnT5xSxUQUjJ0dRyBcw0NudWNcIdTa97tv7j2FFXwkl20DHD6Go5M8do9Vq8eciHUNaePJj+kQjxXTEKtaB7gomyLu62Yala1g71I+fP/DgJZ3j2ZOyCmQVyCqQVSCrQFaBrAJZBbIKZBXIKvBBVCADq+9T5RSspr6EKYAMWZWaID9Kqk59VpmkUFO5CNhhfELenwRXggClUgldXVV0d3ehWimDfA51TWcVEoFUAm0L9RoH0tRqC5iYmWYFJF3sMhCRJG51lRNwecFmL7MCSO9PL5xToCoA5EWWAQlUEPuWgkzhsXqBScB7WAEsh6u/L1hlH9pl7bwpWE23eQmWivbVpMpL/p7L4BQDqoug0MXq1OVWAPT45X8Xv1MLsEBdJAcVPpWMrxK4LKA5HUN+Lz/x0ZUIyAhvXQp3klUmDSLAhcGaaLFl5XCsszIvVfSmCljHcZHPGfj8Zz6F/p4y+w6Swoz9PiUZ+YKCDVtKyBWS9mcQsJWgxiEncgeKBC2SsO+5l3HkN+8A7YDBqk7+i6RkI/AoydA0CaqmwrR0WLYFlcacqkO1TegUtCObULu7UNm0AepADzTbgGno7KvqkZKQ2qYJLtMYi5PwmsUjk9hCRJRoT8o92v7fT7FKdeoEMWoEEMMYRdNEwTKhmKTajVAwLEycPIOnf/4wzh4bhR6RSpdCz0RdFSlm6PW/P/ruJc2T/8c3P4mw0YLUbmN+YhKKraF/1RAq5T74uW7oq7bB7lmB+bkFHD18BJ2OB9008OTDP8Po6VNkMsmBRWTOQPCTBaki+YoQGS8OkBKaarbcvEN4cdL6CuE0H1rgQit0Y8uWzag4M5ifn8fJ6QXMUjCcRopVSo+n9xGt56SIJrhKUJXGUqpITWEjLcbQfEHj1jTI71LAyNSDlb6ngJV+ptdK4SoB/Yg8cWUJrttBQQ2we1uMOz7uYXh1B81mhMg3ELoOikUZx0/F+PnzEh5/W4Mby5BdBcNdDv748wG2rbZgFhwUywYKZfJspTGkQJFNKLBw8nAXJs92IQgNVoIHvsvWBPvPNfHLQ2MIRGc9AlL5Bz6CBNilc00KWJdEwUIRTOOQws1o9mi2XbRaAaKeAcTdPZCbbSBuQaLhmninpsdOnKtizqHFMWqPT5WePJey9UUSnra41AL2y6Vke5FHF4s2eUXmeZ2BOMFr34NHC2Z2CVK5D+t37cJ/+MQu9Gsy2mREQuFZClkSEEjW2EO4ceIYDrz4GAZLMXq6KmwhkEu+CCSTYpa+66oGy86jmO8CYMA38hidncX+/XswPjOPHVd9GKs3bcPYzAx/fqT7x+YSvICU2NOQrUWisubwRKoBW10QjI1Z5UpjPfBJ1S8Uq8dOHEcxX0B3tcwLQ6zKp8fJMo6eHkN3QYdlqmg5PiSa18h2gOeQGDp7uHr8iaSZOuYX6jhz6gy2Dq9FJEuYnJxhxfzq/h7c+YM7L+kcz56UVSCrQFaBrAJZBbIKZBXIKpBVIKtAVoEPogIZWH2fKn/09j+/ANylClACqwzPGJcs2QGwijVJFSdlFCnsqpUK+nt7sXH1apTKZeRy5HEpFHek/IlY+iNahuliPL3QJWjSaDYwPjmJ46OjGJuagusH4jHLkOeiWlNeUp6msHG5JcFS+/5yYCnAZIrtlkCpwJ3L0eqFCtWlMKnlEHf5tqTbsAhnL1CfJriUQCXbGS4h3OVgdcmPdcljVRRrSc26HLIwGEmUgvQO3E6fCisTmHuhdYEIr0r6fYWSS2wQ4iSUSSgKBSjjG4sSCeyRtQIdfQoAIu9T8h6kYyqgAh9XOqasUGV9YnJsBbwlqNHpdBiYfP62W1GwNAYTIHCq6gxkylUda4ZtaIYvQBgF2UQRTAo7i3y41PJvGJg5dgZ7nvgN5s9OQ4kjDn4iAGlyYBFBPAH5BFi1Wa1KATOqlWOfUnq/WNGh9Q2gtH0L8oM90FVS4FGbdifZv8TblsJtFlt+BajnYxb7wgf03wBWCVq1vABNRyi1y/kCcroGnXxmKeldDmEbJrz5Gp5/7EkceHUPlA6BefJ/FUCXFMH/8PilKVb/8Y+uxdzsAjyHQroCGLYJu5RHqWBBy/VCH9wBe2gDGkGIwwcOo9Mgz0sbv3jiERw5dhQxQ2lAoYClxMaD/UwTexAGnQTckoEgxl76Bcg0RiiNy48Z2O7YtgHe9AykyMfo1AIWvBCSQorCgFXPBNyp4gRCaTzQOEpDrFKoSt9TRSsHVlGYlK7z49NzhZXSiSI7ha0cxJQoGH3PY99YUmnS8S0ixs3Xufjj2xywxWZItqIhq6tHT2lCY/GeAAAgAElEQVS4+0kHvzwgwSgZUJo+rlwb4Mu3R1g3pMOwfNg5oeRWVQMK2WjENjRFg+NoOHGwC7MTZLmgotFswfc9nJz38PzRcTQ9B6omQ9VMBK7DHrWp8jYFxen8w8F+PPbofCTbDhkaWXO0fdScANKKVfBMG9Z8A747D0SkhiXPa2rrJ5xIcDwWCvdFg2mWr4qFFj6dxXyV+mvHNDfQf2RJQdibLBb47+JxQkNLnwkKA3CHAHG+DKV7JTZ/+EZ865OXoxL6aCsGVJo76KFRzCBWJ6sPv4XXH7ofQWcam7asgyEryOeLKOQKQgFNYBUxq10lI4euyiAMiRYlZDQ8B6+88mv85q13sPv2O3DDp29H06PFO7L38NBxyDtZjB+n0wYdc94v8mTlxS+hhqaFArIEcJw2Ivr8Ya/WgMe1G0Q4fOQwyrRgWC7ywhDP+zQrqioOnjyD/q488raOtkswVqEXpZkQYUA2BaJjQzwnxuxCHbMzs+jvLnNNSQEcBh4sFbjnrp98EP8Wyt4jq0BWgawCWQWyCmQVyCqQVSCrQFaBrAKXVIEMrL5P2W787Df5L6lXIgWc8O90ga8IdSLDCG7VJ6BBwUPiwrNaKmP71q1Ys2olSsUiTN1Au9NCvT6PiYnzOH/+LKZnJuE0WxwqUq50oVguwzBtlKvdGBhaia6eIRiSi9BxcXDkOPYf3ItGo8EX+wSCGJREEXxStLFHK/lQUlu7+BtbFEgyyGYgVqidmIJekot+AivMTcjrTkQiETEhWMBJ16kHLIPXNDFbtODKSgLTWCBGjxWp2NzZnKi6GLmRepP9HQWZELB1CcqKNuSLvVdFK3V6cb/0PNL00rYQJFxKp0/JKeFiVo1dZN2QYiwRQLNMNyiYyQXhNPRcdrHkC316xdQrN9HV0j5ChS8FiKIW1MBArIZw6aEh3Ue57xqndTu+izAiowDyYuT0IRFixIpW4bfaaTewaXgdPnXLzQxWSN3MajtS9SkKuvoUDK3NE2OEppu0h4ijOjnB8hgLQeplCX7Hwb5fvoGz7xxF1GzBknQYig7bUKGrBJiFNyJBDFKuUtiMaZAyVOPQJt0wEUs6PMNAedVq9G7dBq2ngk48zyn08GlchIgUH1JI4EUcSx5/qbcvw1ZSrBIsoXZmCsYhWEftw+piLS9QK8ch6p0QLTfgFvtSzoJtUVo9QWSx0EDjIGdacJpNvPzMr/DW079ELlb4nHFDag2X8F+eOnpJE9/ff2a7AFS81hALJahOfq4hcrkcrO5V0AY3QaoO4cDREdTnFpDPFfD8889h7963OQxscYJIFjYEZKZ7xVhMR5xwDEmMQRJSl9pdxBEdEwVb1q+EEUmo12YxNt/AAqv8yEuTYFvixUx4isC4pomWbApYU8gmgM4z8P10nOmUo1qT1y3ZjtD9BBrJQ9jz3WTuSGwvFJq/xFxGwDrwfT7/+dzkUaejUo7xZ59ewBWbyI4khKRF0AILk5MBHn8pwEMvSwiMLlTlWXzpY8DNu4Wvqq3pMC06juRTTN64gMpA2oJh+mhM9+LY3h5Mz+g4Oz2DjhciV6xgZGoW756bgSuRT7DB85LntEGhgLQYEHo+z7mL4Xd0biaLKjQ2eLsVGQ03RkPvgl3MoVObQlxvsj9yutDEC1qprUpy/ouDKkAzLbCQOpzrnaytCGiaqGPpkazkFPMcK0kXvbIl4QsrSXBcH+QuSv6qkZnHrps/hf/ucx9DVYsQBC6PFmqtlwMFgRzxwoY7N4Pj+/ZiYMMKDPR1oTU2DrQbqBgqVILtNJfSxpMliWqgXOlBMV/hRR0vCDEdhphrdFDpH0ShuxeRrEPRdDEfc8iU2EeCqjMzM5ienoYPGbqhsYKYIHcKsn2f4L5Y4KLPFw4+832cOnmS55ZKuSwUu7zaRB6+MkbOT6FSzMG2dJ4bFVVnFWzbcbgm9NlFr8WKZEmG03EgxyEK+RwrqAnOhoHPdhB3fz9TrF7SJJc9KatAVoGsAlkFsgpkFcgqkFUgq0BWgQ+kAhlYfZ8y33jbNy9QU6ZQiAAe/UzKH1KHEUshONVstGDrOnZs345rrr4ShZyNKPTRabVw5OgBvPLKb3DkyCHU6nN84UnqVVOXuW2VgAG1UDdabbikntNNXH3Fjbjxps9iaHUvLCVGY6GFhc4CQjeE67qsOvJ8jy9OO50W/CBEq9NhdRRd4NL99N31PDjczh0j8nyGsqJllb6Edyspg/g7hTQlba3UwsyqogTIUJlYKZe0tS/6ISQggQCtaAW9sN0/hXAMPqQlf0SuZ6KAZCCVBFmJFl/RspqSq8WQK4a4y8OrBHAVAGhJdZeq71L4vAi4lvkbcKD3YoCLeKdUjZkGDF1sHUBhN9S8qiqUfq6hEzXhRxosWcbK3kGUyyWolgnfjTA2fQKT56a43pRiL7izgFncxu21ccWuHdh9/XWISTHGrcm0D1RzGf0rdQyssMW+qWYS/lJLWrsTmwEOIFdw4s13ceDXL8ObmYMeyAwncwxQY04TF+pfap2XuD2cPBtlQ2F/Rk0zOWDHl1WoxQK6Nm5BYXgtQtOH47WgJMFdlOBOqtS0Rlwb8pulv6fUSSYorPIXHwNQSzqBVQH6UtUk/U6qyFonZDWbpUgokbeqaQKSKtrTl4W2maaJzkIdv7zv5zjy+h6UNBNeRLAnwv/5xKFLmijv2JxDb3cPg1sab1RzqiUpyk0NKHf3A5WV0Po34XzNxdgEgaIyXn3tZT6XGbb9v+y9d5RlV3ntO3c8OVSOXdU5J7VCKyeUJTIGG2OwjS84DMdrMB7vJj/z/GyME9cYG18emIzAYJCIygilljqp1S11qK7uqq6unE4+O74xv3V2d0kPjfFu/6G/9mE0XV11wt7fXmuV9m/Nb05JIiNMe80hUL37mser1NItsw2TKlShYz76O4tIeC4M08J0qYSyy/GgwocI0TnS+cyo1T8KQxOrCp+WD4ZcW6WUBHK5nPwReEWPXpmXIRqNxoXNl0jpKepWw5B1hesaySw5v8wtwn5dx207S3jvfRryySZCI4QdGCgvmzg6FuD/+V6IlycMrC828f63AtdfnUSxs4FmRcTH8h7cyOE6R2BuBHlRMlpIYWo8iZeO6PjRwyMo1U1s27EBxWIOPz18CtOlmsD/QEvAJRAVhbWJ0PUFHtZ9ziMXplw3NWZ4/JxjpmlgydNRzQwgrftozp2VeWZRJRmtLCv8s1euGZpG5avauBD1pISAXVxf+PJIXS+ev62AsIuBUOrnhPX1mrJzafgerEIbvFBDW/c6/MJ73obrdm1E0KzKcXOGpnQbTc0Xm4vKzAwyCRsDW9ahVq+jsbCAoDyPhN9E4NRaNhC0iiCYNJDJFtDe3gnTTKoxlStK+BnHE4PWPMmd4saRsjmI1vNUiuM/EAX9yyOjMgY4tutOXVmZ6Nys42YW5DP5J/L2bdTrCBn41wr5u9hxEGJiZhH5XBapJH19FVjla7kRR69wLh+NJjeguIliolqpwNYhmxoXP1dZqHzhM5+9pDkevyiuQFyBuAJxBeIKxBWIKxBXIK5AXIG4Am9EBWKw+jpVJlgVbiI/X9F+3lKi2XYCVPJISErTw0BvL6698ips2LAWjlPF9NQ4jhw+gGefexqnTx1FrliEZZnir5rNZUR9ypvLXC6L8fExAQiex5R5G7lMFpPnZxDYBey+8hbccdvtGOrvRiBGg+pmN/L/sxO2utEVeqX8HBmUJQ3oDCQhSKXCSVRHjvjWUbXGgBK37ouayvE9Ua2xndP3mvBCtq7yJtoRJZEoLcNQboR5gy5t77yZZspzq63YFeDaCtGKfCRb7bbiOSp0U1MBXa3mesNv9dmKulZ5IlxQjNKHUvw0V7bX8vQvmhSIurVFTSOb2SiQKgJZkR+uAoEXlavyshYEXqmkjKDJyu9dsDkgajISCAIHBtPgdQc97Wuwa/Mgeqk4thuAsQyvlsR0I4XTU7MYOXoY1RrVdgpKRkBMCx3ccN3V2LN7J5xKTakb6VNJwGkDaze0o7M3I2MihCktxbx+yqNT/aE6lIFUS2OjePaB/8Di6VEYzRBmaCBlWUiaVKAxKI0QW7WpJ1MJZFJp6KaFhGXDMCyVWE7lIqFXZxc6t2xFdrAXdVQBNMT7VdkbKDAuV/JVitUWqnotWBXFqkpsfy2kJhhbqhHe+shYOorZtGxQEGoR8nHcEpZFyvBCLoeZM2P47ue+iMb0Agw/lPH58e9emhXAe3d2IUHvWZs+kFSfqvNjyI8FX9qbk219CNrWYB4FTC5Ukcuk8OKRg3jooR/LMSr1otoweNWjBVZfe87Rc1TzcwgjVCpzsue+jiJyJpWZDmYqFdQCsVeVsDuKfpnWzskQgVXWRRTkVCJToZxKyTVmsFE6RXieFKjG9m+lpBXvCgVPmw5sUymJFUBUwJKbAPS95Bz1PHWtxa0kDNGf9vGBd/vYub4CK1AK9XrNxpLj4YmDBh58zMLlGxt4y40GBroDJNM+aq6G0CPQB1K2UuYS7ruBgUbDhJUCXNPCwWMZ3P+tWUzO8f37cetlmzE6eg7JVBaz8/M4MzmHJVgSIBXSJsJVVhwNbsD4oahx1YYMlZbKd5br4mJooZ7uh+ZV4M2NwQhU6NnPe6g5RaBKFbBSnnIjhbXhZhFhczTvotfLv1uBWRFUjZSz/JmMYUMTlabP+ZpOwzcSyHStxe23XI933HUr3HpZHTsdUgmsc2n4rouMbiFpWaiGHpq0OuD49BuA7yB0mvAdT9Twru9Iaz2DrTLZvGyUcM5xg0CU41QwE2TyIsg85Cqg1iIeI6E01aE87pmFJYyMnIbjtTbixB3AlDHE14lNBEE9vb4N2i1QRa9g9krgyvc+dXYSHR1FZNOc01S4G2pTrzVmxW6Am4A8Fk3H4sICEoaGdDot9eDvSrX+h/jXT336jfhvofgz4grEFYgrEFcgrkBcgbgCcQXiCsQViCtwSRWIwerrlO2G+37rwk8ipSG/oRvKH9UyE/AZZhSGGFq1CjfdcD162tuxsDiL5/c9hSd++hCmp8+hUMihs6sdqVRS/P8mJiawtLggrZS6zlbZFKqErMRnuoadO7YjkUrixOhJaEy1djQUetbhjjvfgquvuEJaweXGNvJulLtltsIqj0He4FKtpW5mVbu+rlkSsKPa/X1RjjEgZd+h/ShVKujo7EbDaSKbSmJpaQHZZAqe6yObTaOjowMBgYvTEAjEBHdRwjaaF1SxosAMCG154+1KqzpvxgltBO66jgAbx/XgMXiJ32eQCdt5Az5fQaLoj0ffyih5W0SB/EyVch6FxETI+yInUcAkChES+Eze1QIir7rMhFkKiSmguRK2iHq2BV8iiNtStoWSX50QlZathxheuwY7N+zEquJp5NMHoVlTsPwqgloHFhrrMFnfjJdOzeLYy8dEYcxHBIAsw8ddt9+KDWvXol6utKwMCOlMMDx809YBdPTk5bzZ6k31IBXQDIdRzci8rqaCkfUSXnjo+zj17NOwqk3onqa8VgWsKlDJ8cXzpd9lMsXgtJTANVpE6Calr0y5h1gCJPtXoXfzNujtNhy9KqU2Qio0W5CuNeaoaYwUqwIRxdeTkEaNRcKUnwdWWYOm62O55qLp+cjYBgqZNBJ2SsbmxUfL41JapTUUclm89MQzeOI734NeaUALAvzXbx64pIXvnnVF5BjgZeqwxDKBc4UnaqCYSaGnLYf2rl74mX6c9/KYqYUC606PnsR3v/sd1SYtnseEoxdD4dRFjiDWz4d4aqCSxyr1JMFqZz6DznQKpVIZ8/U6AjMpGylu02HxFbxt+QhHwDnyVM1msgJWCYkzqaTYSnAO8hipROSHWbYtc5HjkPOZoUf06BX/z0ZDxqX8mwFFnM8yN9Umhjgm1DXcsKeGX3xzDV02AbAvgNT3NRw4qePz3wZuulrD1VsDtOV9uI4BnTCfilWdnpw6KpUQi0suxuZDnJ+gy4SFRhhioWxgegniIbwqa+HXbtsLix7EhQJmFxbwytgkTtdDzNcbqIgFgqof/Uh1CQdrbci04CrLayYSWAxt1NO9QGMJ/vyYKuOKsMGVCmq5bLyaAvWbYhdAexfh0WIL0NocaDF0tVET2QJwmWkpWrne8Hi4mcEWeG5ANRpS20yhgJ1XXo1Ve67CYFc7tm1YDc+ptxSvBmxLlxqwU4AevIS2TQmrI0AP1brJzRWxNfbF2oWhXxxl9EpOp9KyUSLru0ZYHoXz8fdD5Ber7EaiB8+Dv5c4lrLFNpw5cwbjE+eUVQA3g6iwpy9vy9gi2qyLVLoE9RxDK0PS+JxXRsbQ292FbCYlimyuPmJL07IRIeDm82gDQEXv9NQUMkn7VWA12tD89Cf/7pLmePyiuAJxBeIKxBWIKxBXIK5AXIG4AnEF4gq8ERWIwerrVPn6e3/z/6Oyk5tvja3gFty6K6qhnTu24c7bboFhhjgzchwPPvgAXtj3NPLFHIaG+gU0TpybBFsur7jyClSrJezbtw+VSkVugD3fFQ9Wz3NgWwauv/ZauQHdd/AAauUauruKSCZzWKjouOWet+Nd99wn78k2TLlZbnFAcfqjusqnSoqwhwBVx/z8AspV2hbQ05Q3uAaSmRzsZBbnTh9HrVpFk+EkLQVTNp9HqbQs77N6aBBDQ8PyWmknj7KemLnj0jfxolKPN8qiZmTgDlVltCMIGFWi/EOVN58CqsqmgG3gdQVTfV/UhwSzBM71RlWeS49CuZH3VfuptKJGqqnWz/kZEkTTggMXW8gZFEV1rGpjjR7RlwJWVwDVlX6Yyt9TPXOlSi0MPfihCd33sWXTemzavBMdNjDc/mOcOfs0Dk/YMI2qAMAdq4F641acrW7D/gP7cXp09EK7Ms+jLZ/CfXffhp7OLjSqNQGSVG/R39HO6Ni4aQC5IkFJUlrrQ400SYVfSXs2oaXO5HFdfCNPH3wWh37yfQRzc9AaHhKajoRhIplQbdLi/6hRPci2cUvGnC2KVUPAKs/XsEx4VIkmM2hfvQFtG1bBz2nw6L7INuIorOoClXk1WGVLbwRVXw+sRnVtNH0sN1y4gY9cwkI+lZKgHI7hldBH5hyvBRVylgXb9fGtf/kc5k6eQVo38CdfeuaS1smtOQO5dALFTAJp24BFtaCl4Fg2k8aq/h50dXWhFiYx5WVR1dIw01lMz0ziG9/4mnhcCgQm2BOD4RWPFWD156lWBY2Lk4K4G1OMjGxCR08hj0q5goV6QwKJCF4dAnmCW2axteYor5kaB2x5N5FOJsQ3N5NKwTJ0OISpYYhisSjrRKVWk+P0RInqicIzGgcRfBVrE9obtCw9JNdJCWZl/nBDodOu4cO/1MDmPgfLJSZZqaClZ18O8bnvAsW0ie2rXeTzBuoNQwLZmq6GpaqO5RpQdUJUm0A9yMBxGzIeuYDx/BnpRuuI/lSI37r7WuRdB7ZHNaaHhbqLI/N1nC9XMFtvCNAlZPTYYk7rCMLE1voTteBT2TrR0NBIdUFvLCJYPCchU5rW8saNvFVb6m9lVWKg6Tawc8dWAZanR05LcJgKJlS+wq9VrdLi4NU2Aq0NHhJlvtJpwqnXsKp/AO//tV/FFdddh1o6gdBrQmPwncBGBeYJs7lmi/e1WIJQ5elKKJ1O4E11qOfA4wYV11+PClzlL8trmkgmVC10UzyAo+WNteHvCrF+EIWzCj+LICe/JiDt7OoRkPryiRNYLpXkPahepqethO6Jn7jaLFPt+voFe4AIrEabkEePj6K/r0dU3rTaiJTP4pMrFizMsqIPtyEbbucmJtBRzMnvSb4/Nwf5O4LHHIPVS1ri4hfFFYgrEFcgrkBcgbgCcQXiCsQViCvwBlUgBquvU+jr7/3tC2Bt5VMIJwnByktlXL77Mtx5282wTSYkH8bXvvoFHD9+HHv37kVHRztGR0dx+vRphIGOVDqB9evXSZvpiZOvoFxeljZtAkTeFPMGksCULZCpZBrNhouazzbsJDrasmBY+vSCjw998A9xzTXXqAAjV8V0K/Wqclfk+xAAZjJJTJyfwAsvPAcbywIYqQ40EmkYySJq9RBuaCKXNmEGDkC7AKoN7QycZlPayAlmiDyolGQIDuFnJl1EW6EoadABg2JavqF0OSWYoQ+ix+8RsNqWqApBFStbl9n66bfSrA2lqLr4UNYFcgMvAFeQqMCX6DMEtnoKsir7AvXvSEW18u+oPZUAR1qaW63NERiI4EDUmv+q9wjUcahaKoVuBGzrTQfbNq3HlZdTPZxDXpvEYMf9+Mz3l/DI2DqEiRLuuOajeMva57BcmUa5uR3nz5/H/oMHBF7wwWMb7GvHfXffgUySnqxUhLHZVxcFVypnYWh1H2zbhG4kBCiy95pt1AJxoLxvVduxjmqjipkzxzH69MOojp1GWKlD9zykTBtJSZE3YUm7L5V1KtTM1nVR0Rm2LYCQDp6EdJQYeoQ6hQIKG9Yjt3YVfJtWE40LSszomkmoFdV0Avc18Ur8/wtWqzUHyw1HtGxtmQRyKabFp5RKrmU3QLAkwMl1BQI7niftxU//8CG88MOHkPaBj33h6UtaKj/w1ntw5MB+lGZn0ZY20J4nmLSQtgzYqTRS+TZRki9VKsh2DaNz7RZouW5UqmV89atfEpWnqKEl8O01h/AaxerPg6uESz7tDAiXjBApM8RwN9+/goVqA00YyiqAMIwbG9Sat7yHWZeoRryuNq+vZUHnRkYIsYGgpUgyQYBGCw8mwddRa3J9oVI1qQKFxNuZx+G31Ob0mjVaKm+OCWX9K+PfMqA3XLzlWge3XlmDQ99NR0faAp4dNfHpbzuwwh5Y4TIcKqt5vLQtMeixKUl5ovan32bgGbBtbgSZcJn+rhOw6dBDE1u70njvDTuhlUsoECY3G2IpcGh8Fsu6gcm6g5pHxbwjKnnbTLVU0uo8OIYLhQLqvo/ji3U0U13QqjPQStPi7QnaarQ2TsROo+UvKxDTDTA4MIA//dM/wvzcDL78pa9g7Mx5FfLkO69aBy5c8chPuAVdo+/TOsOQueqjVi3hnrfeh9//4/+MUrWm3ovrlqt8ulVam7JyiVTJhqXGPqEm11CuvV5TteITdkr7vqnBIAlvKfklpMykRzFD5Bh4pwg+YW2kzhVP2Ja9A6+9ePTSFsb1kKDyOZ3G1Mw0RkbPKo9Wy4LXbF4498jDW7Xr075G+WHz/cWft/U4eOS4gNVCNiM+uzw3gmE5HqmVmtfc6Gs6LsbGx9DX3Smfz/eh5zGPi9c0BquXtMTFL4orEFcgrkBcgbgCcQXiCsQViCsQV+ANqkAMVl+n0NffSyuAlvoo+ruV+ry0VMbm9Ztw7523IZvW8dKR5/GNr38JlWoJ23fsRHtbJ2ZmZnDs6FHlQxoyqIPtti4834FlqYCiljGq3BgTGlFpykAqwimbKkXiCAuoux6K+QI68iamZnX81m//Z2zevFVMGMNW4I26Z1VKIM1UaqIDB55FszqLX7prE8hvqg0H1WaAU2NzOHBkBMdPn8Sbrt+DbesGEXgO6k0frpVFzc/h4UeehOcs4crLtiNlG6hRKeY2sVwK0TewBhs2bFI3yCHTxNUNs2/aOHduHAunXhGYGiZSsHgsto32oXVob2uDxhZ/8WwN0GhUsbQ8J+ozHrtFv0/LloAZBOp7BFCECGwFNywSV19UVZKYznNttb2qeG+lBOT36TsoqdJKEyiqTGmfZ2t9GGCxVEa1WhOWQXBBUODpIrhFs9YUwEfFrNgguMqHlmrZXKaI4YEOWMk0GpUEhvOjSCX+BZ/4QQYHa+ugmYu4Yff78N7hlzG3aGKx1iMBYvsPHMD0zLScD6H4+jX9uPOOW6Vll7CZisKQ4VAag5PyGBikeozn2gJdRJ9UCDK93qQKlco0wqQAs0tLmDl3CqUTz6MxNoJwuYKg7sAyNSQ1W6A428QtkzVTTb1G4MNKJmDZCamheLsSlLAFmeo2Jsz3DKBz6xZYXUmEVgNhyxNXzQpBfQI/BC9y7LXAqrID4FhU3rCRL6xq7VUK1KVKDcvVhnxWRyGHfDoNQ+OxqLbuSAEXQUmlmAWS+QzOHnsFP/nSV6GXa/ivX9x3SUvl5//5M5gcH8OpYy/h1NGX0FicQyGtIZ9JoUqbi8DHYG83tm7ZBDvbhlnXQNnqlFbsr3z1yyiVSyqMSawAXqtYXdEmvmLt4IFGFhXK91Ylx9NzWA9c9LYV4foeSk1aJHADgkpaUyliRZnYqrOuyeYHa8lgNM4pVofWDgLMTUuUfzwuWnZw/rh+gNJyGb6EKiXkvSSA60JIGBWEnlKlywWmRlIk+koxbOoIXRc7uhu49+YmMhkNXoWbJToePgb84AUNeiIDM6jBF1/SEIaf4DaCCsnTuE3CelmqIuJNKi6vYsMQiK1AiG1D7Xj7VZvRnJ9H0TKQs0xMzizh2MQ0zI4uTDdczFe5FrGNnO/BdVQTP1keZzJho61QQKnRxLEFB41kG4LyFIzKHEx6BVPtLWpOdf70thY/1TBER0cn7rn3blxx5S6ceOUYXjzwIo4ePSnKSl4D1lx8plmnlk2IihRTliui+qbvKMcvJ3LI8MAm3vbud+Cut94NLdlq02+qMDGDa1Kr/tz1IDCN1KWi3OZa2VL4N5sErFyflHqW7J4zUAu4nijrB1rJCESFhkwyDdPg/Is23dSaSV9hU9S9LffwVvAUz4G2IvJ9Q8fo2XHUnCYMy4bv8HeSUqtGwVWRMjjyVlWAtrWOeh5GRs+hWMgjQ7sNem3Qc1Za/wmzVa2UN7iOpuNj9MwoVvV1i00J10PlcavA6t//5V9f0hyPXxRXIK5AXIG4AnEF4grEFYgrEFcgrkBcgTeiAjFYfV2w+mF1w0wVYUCFjVL91GpV9HX34+33vQVtRQuHDz+Jb3zjywIN9t54C5oND+NnzqFer6JWWfk06nYAACAASURBVECjtgTeFLPVPwhdCY9iKArvjAnOTN5kthLpqTYS2CE+nypF26GKNWEL6Mvms8jbIZLZTXjv+z6MjkISGuGqbqv0eHlPD7B08ULd98yPsXE4iRt3rwetGsUzUAvx0sgEHnjkAKrLS/jge+7AlvV9AiADx0O6Yy3mmkV85CP/BetXufjtX/0FFLMWXNdAtVHBo88cRWiuQu/wBvFtJWyjaMrUA1T0JJ79wQO4+qmHsFu30AhslEwHD1FddcebsfOyK5Q9ABVX8HF+cgSVyjmYDA8KDTh1D6OzZZSXlrFudSdyyRycZh2+ZqHqJrFcXUQ+qUJXNDMBi36tRlrCmmAwQTzNvHkBiD2dQwIa+Fm2aQs0rTUbSPoQf9nT0+dRrTpIpBKo18vyXFuzUCim4ZWa6B8cQCKdguYFaDDQh2AJPpJhDn6whGpoImyksbXzSVSrX8af/2QAZ8M++GYKa61x/N4VHmrhO1F22fbs4qVjL+PkqZMqJd13sGfXFlx/3dUCkwjn6EfKy05Q2jfUie7eHrGLII4iuFZeph6y2ZwoTempyIvOtuC55QrOjZ3A0thBGDMTMOZK8Akt2d5OH1YGB1HFSAjNgCpNgQ3WUb1XS/Gom/DgK+9QzYZnJZEdHkT75g0w2vLwNVo3sDeaveG0dSDca4FVBlexBZlt5pGaVqcKlyFJCgiJYyfPMQgwVapI23vSsNHd0Slt7Dw2MeX8OQ/iIkIsI51AeXoGP/n8l+HNzOFjX3j2ktbJv//7f5R5RcDYLC/h+P7ncPiZn6JcrsE0PWwdase2gS505HLwrBQWkMJsclDg1Nfvvx9z8/NyngL5XxuI1KL7BOGR/2cE3JQ/KjcNFMDkpgIBEr04c4ShCUJPtdZESmmlmgaSyYSoILkBU61UBdgbli5t4Xxffp+gPmFbUk9C2kglzfekElCFgSkYqYCgAtZUlUrgUhTXF/28dW4MyHJ9YDBTwbWbKljbm0BSdzG9CPzwUICD4z5Mi8dnIqCZqd9QmwI/57HC3VgdQ+szCPWGCkm87coNyPgO8skkTA04+OLLqIY+ij19WGr6mFyqwCH4ZZ0Ctqhb0C1bNh6SlonetiwWKg08ObaMZqaIsL4As7okdhb8KDORUu3znEMtBTkhX19XB26682Z0D/dhevQsDvxsH6bmlhAw4Kx1jJHiPTottu/L3BRbFxW4JuMdQLNRF9X+H3zso9i2fQvqtZKsTbQ+UedNfK02EeR6t96UV4aAle/Fa8/OhCgkK7LSkN8hKtdPteZTi9tS30rLv8xDQ4IMuZHETgl+n966mVRGfs9EmxzcYJJQNMPE7Ows8oU8yo0GFkoVgLY3Tdo2KPgcnX+k9I2+F9Uj2hQhOI+8eyOFtZwL7UhMU9Yt8Y+GJht6oyOnsGZV7wUVtTy31cHwd38Vg9VLWuTiF8UViCsQVyCuQFyBuAJxBeIKxBWIK/CGVCAGq69T5uvu/Q3BqoRFkg6tWWg06kilM3jLPW/GxtWDOP7yfnz9/i9gYnISb3vne6AZGYxNnEe90US5tIDq8jQ0r4lGvYqFxTlUq0yADpCwbbiOugmP2jF5GBHsUoExSv3kBh6spC0KtFXDw+gqJHH0+BRuv+PduPGa6xD6dWi6LUo0CT1hSIgWoN6oYf++n+D6KwfR19GJw4ePoFJexOVX7IaR7MCn/vXbMK0Q77rvRnmPpdISOnJ5WKl2nJ728cUvfg3vuG8X7rjpGkyMnUW1qSORppoIWKrlkW7rluZ1/lvEWYaFSt3Fi//+b/jNl49iUPOQD9IYRx3fM1M4/663YvvOqwQyUrVkNZuozh3F8HA7PI1qTB0zkzN4+LkjmJ1fwvt/+U7kkwbm52fQv2YP9NRWfOp/fgLXbM2js7NLINHi/BwOj0yjUqrg9us3I5vrwPzyIsbPz2LNut3IFdoFSKSsJF44fhQvjo8IfKC/qB/6yMFEXwWwwypqgY6Gm0AlawJpoKujE0kGOdkJqV+S3oykPAHhAuBoJqwgwI7+h3H8+I/x54+tRzmZRlAzcfnqcXxobwEzpbeh5hGeBTh+8qSEWGkalYg+rt17GfZctltacDnGCFZVUFWIvuEOud7j586pEK+W6iydtNDX149CvihKO1Hl+r60q09PjaM0OYLamZeBmSmE1QbYjmxRoWgpxaqAVWkTVipS8egkUGm1jlO1KlDfUC3CTT6vWETbuvXoWrsOZldRPDeVCptqxSZTdESJHYGiV/lNrggOE6MKaXdWwGS65AkcTFkEq+1IJ9jSrawQfl7rPMEqEa6RslGfXcAjX/oqmlMz+MjnnrqkhfLv/u4f5LOo0s2nE5g5M4LvfvMbWBo/jYGuHNpzJjoSBrqLbUgXCvBTRcxZPfBSGXzruz/A1PlJgZyezo0CBRCjQB9+zTkhs3EFxBbg1lI0Sh2o8APHkyNK6nQqIQnpEcSKbCqUEpBqVZbdRy6dkc2Baq0mNgEqyV55V0pokXjrsk2bfsYtVbF4a7bay301bpTSXI5cYKt4Zrb8PlX7vjongW4M6/ND9GUquGJtCR2pEMWsjrqXwHeebuDoFBWYtowrbrRoQRNY4We68iK9LlgNgaTm4b7LN2JbVwpBrY5q3cH05CR8y0Y63wZHNzFbrqHRgpmmiOW5saL8gjMJG0O9PeJT+7Xnj6OWLML0qrAbFdk4En9PWmxIqJ+yVIhgYULTsPOayzCwcTUWxs7hxPNHUPUDeFS2eoThF2E3Xy/gE8pOgRBRPLO5ccRlwnNELbxh+xb8yq//mljDeE5NbDnErVg2mOiRq17PR6T6jD6H64+MHyo4VwTfUaFKmK5sU5SPAN+P15o1YFAi/Yr53lxfuBlIKwaZVyGQTqaRz+dlU4XnXq3W5WuOLXYc8HdcKpfD3GIJvm6Iaj8KklL+2Oq9ouOVMMWWojUKVLMtS8D/yvPiz9wgkBq4DjcZHalfveni9OlTWLuqX8F9KllbFiz8+1Of/NtLmuPxi+IKxBWIKxBXIK5AXIG4AnEF4grEFYgr8EZUIAarr1Pla+/5oLoRDZTSk0pC+nTecONNuOqyXWiUZvDNr30e+w8fwLU334ZiRw/On1+EkUwhU8hjaWEK9cUpzJ0/g5mZ8yiXS3CdpqRzExJlMhn5ZAlkct0LASjSmnvBL9Vns7UKG0qnsHPnTnhuHVMzs+jt24Jff//vQIMDU1chIzxYA5a0eE9NTuD4S4/hLffuQM7KY3pmBr5XQ2d3O+ZKOj712f/A6kEbv/SOO7FYXhTvv85cCoaRwqP7RvHYkwfw4V+7DTs2bMC+Z5/B+clldPb1YNv2XTg3BRjpPCwx66P2lO3+KYxPTmHxP76C94yM4rizDN3OY6EyDatnFRof/HVke4YRBLooa5vLC/CDMQyt6sK56UmcGR2FEWoYX/RQWpjAhz7wFliuhumpaVjFIQSZ9fjKVz+NX757O5KWheXSIqrlOn787HEeAv74A2/FiZFzyLYVsVxxUW2mkc4WRWlKOPrFH38PBxfGYeXS0JsezJqLzZMVvLfk4qbQw1LvBuh//If4+8d/iB8efgTZ3k4BFT16Cm+79hZ0ForSokq1aYAkAt1AKqhjx9D3cOTg0/irB/rhEArULNx3cxl37NmEc0s3SBo626JHz57FocOHxP82Yem47ZYbsGnjOvHSpbqMGE6pCTUMDHfC9TxRuPJ7/Jrjoq29gI0bN6K/tx/JZKrVkqyjUi9jYmICtcV5NCZPYe74AWC5DK/qI2VAwCpVjLSXsFtgleq0COQLOKNHJzcRODrFlzGAb+hoWgnYHb3oWbsB+a27YSaTcNjGTdsEqlV9jl0FXjj+VI68oEX1JyQk4ZhW3r9UZzabdSw2DTQbDQFhbYQ8li0emISd0WMlYOVQYxu3lbFRmZzF41+7H42pWfzx5352SevkX3/ir2HaCWl1rpRLqCwuoFEp4/gTD0KvLyKd0FFI2Shm0shls+K5uqQVUc+34YFHn8HoyJh43rqGAwNseVeP6JiZCk+wGqWpR8BZYBShUQs00yOY6l+WjYp1qkzZ1i3etS0PVL6vTG/+XxAKJKcXJdvSNQGrClpT8SsgNPLLbSnhIx9M2khEwVcRTCRQpWZaBWppImRVNgwKIq4Eq/z4gUINV6yrwmLYnhGKavT7L4QYWeSYMUU1GlCVCNpwKPXmax+vB1alXdzzsLk7i7dfsRp+rYpq3Ud9aQ5uoMNKZxAYFmoMbxJAZ4mPMDeUHI+gz0A+m8Ha1UOohgb+4Uc/w2xI1XkVnZYOp9ZQ3smGsgHgHgLBJR/iyUwFfsA2fQ92woJJewwzIZtgVMayFpGKlK/h1wk7LTWr1Wqy8ZbL5XDZZZeh6dSRyqRwzY03om/VoAQCaiHBbohk0lZ2KK+CqdxIUxYFBKkRuJW52ALq0biQNUHAqke5qtgQ8Hk8hwhyFgodKBYLonKulMsolctqXrfenyC1WGyXOigPYwvNWh0zs7MCRAfXrMXk7LxsmAX8nBboXKnYXdn+z/eO/Fc5zmhR4TSVL230PH7t+FTPGvA9hhV6gG5iuVTG2bNnsGnt8IXfidE84t+f/Iu/vKQ5Hr8orkBcgbgCcQXiCsQViCsQVyCuQFyBuAJvRAVisPo6Vb7m7l9vKXw0Cc6pVGoYHlqNu+64DT3tWfzggW/gh9//HgaH1+Gyq69D3WU7r42K42G5wpvoJsZOHsHIKy/CdRqiKqLqi0CEoIYKJyqJohvPqIU0gl303FNtlq6ooKhI6u3rQ7E9j7m5SWQzvfjl9/0u1q5fC69Wlw5qIhWqGKlmGx87g9LCCdx12yY4CxXxLu3ozKNSq+K5w2O4/4HncPOeXtx723XS6s5WWjg1pBMZ/Ou3H8dLp87hdz54F9b19aJRLcHzTdhpGxNzDSyWs0jm2xG4hEpUGYaAncapkeMwv/1v+M3JZSz6Hso2U82rODO0GrO/8svIFvtbYTg+GgvzsBPTGOjrweTsLA4f2o+B/gEcO7sI21vAe95yMwxHw+joGUws1TAy52KpMo73330dPDdEw63AgI3vPXEEhfY0+tpyePzxp9A10IObbr0TiUQ/Gk4AokJirM8++C2cNeoITA2icis1cOdEFX/a9JFdmkdlaDfSv/+7+L3HvoknJ47AKhYQNB0MJQp49013ot1KSW3F15QehwDSfg07190PZ+EAjpxhe6slaejr1+sI9VtwurQLblMTkDZ6dgwHDx1EELgo5NK4+443YaCvVxRlBELKBoB+kzp6BvLSwk3IwU+qNxqiEuW42bJlKwYGBiTgjMo1jpFGs4ZzE+cxv7iMvFbH+cNPY+7kK9DrDmwBdgYS9N9kyz+tAKjaNdkGT2lh5M3LFnP6TdKWgErtUABUg7rkZAaZjm6077gK+Z5+OFZSfDQp4GXEET0TFTgklFMZPCJOlSpRZxoKUA01ekG6otyer5akFrm0LS3w9NflBoG8wc+DcUL+DCSzKUweP4Wn//0/4C8s4Y8uEax+8hN/Dd00oZnKekPqoml45tufx9zIUbSlU8gkDGQzSbRlsxL45JgZNLJdePTQCRx46YRqozd4frbyIV2pWmVNRGX6alAsz6Mfsai9PYQtJaQXKNUvgZsEE7Xmf/S+Sl3JoDplq5BmejoYfsXXKXUp273VVwqSWjKuVPhatK4QevERwXqC9Ogh3rotf1u5eq1QMmmb1xl0ZqAzuYztA8toS1qwLQ+leoif7A8xVmHrOc9ZuRob9FX93wSr0WhJoYm7dq3GUFsG9UoNXnlJQr4sbiYQhuocq7rAwHQiiaSdFH9inksum0d/Xx9cO4lP/eCneHGmCl3z0Z1KSEgc4adm0R7DFnW4tMzrOur1Ohpus9WKrlrxlWWLGtcEq6rGhgr4akFR00hIrTdsWIdMLiObCH19vRhc1Y9CRzvyHR1YKpcFblJFnLDoc6pqrlrkffFupppY5qP4tJpyVbgeEHzy/SWsULypW96oom6n+l0ZCCi/5YshZITtbcUiOjs7xVN3aWkJZYGrravNOhqGgOA0FdCGgYXZGRlLk9PT2Lp9F5aqDVTqTstDWIUIRu35K32QozEaBf7JMZu0IVCgN1Jgq40jbuBoauzLWNGwsLSM8bGz4mnMTcyLMFZ5rP7t//1Xb8R/C8WfEVcgrkBcgbgCcQXiCsQViCsQVyCuQFyBS6pADFZfp2xX36XAqkE1KKGpYeGWW27Bnu0bcPb0S/j0P/2tKFiv2HsDPN1E/6oBpO0kzk/NiDfmmdPHceLYAbjNMtKprMDAnp4+dHdR2TqB5eUlucmW9OMwEHWP8l5kyrgKApKbV2nL1lCvKx+8zsFueM0aEJq4/a5fxB13vA3N8oI0SkNTatjQ1HDk6EuoLp3FvXfsROAzFCtAs15GR0cbfvDI0/jR4y/ivW+7Clfv3oRypaxasN06DDOBz3zlR2gECXz0996FsF5Do1aGZqRhJDWcn2rARQ+sVIGR1RIIQ1VtYCVw8NALWPPg/bh9oYSlUEcXW2gbLp7Ysgbzv/orKFrtCBwXgRFgcWYcqzsdeI6Dl0+cRmdXARvXrsNnv/Igtqzuxu237MTC1AzKlSXkuwfxjQeeQjob4u6rd2F6uoxETkch24Fv/eAZDA3ncfX2yzA5OYfJuSl0dA+is2szKjUfCVvH7PI8Pv/IA5hPBHDrNVipNBLVBt5/toIPOzoONamIy2Em24Z/Krg4N5yB5vkwnQDbB9bgzdfchLxHaO3Dp+2CXkfoG2gzJ7Bt7ddQ1MbFi5eg12FrPNI4ePatGKtsRuBRcerj1OlRvHjksMDE/t4u3HPn7Sjkchc8L3mtJfxG19HWaaNUKmFpmQnrCqgQNlDlvGvXLqwaXIVMOiOKWoIQr9nAuekpjM1MYbC9iOb4CI489iC8pWlYDoGXBstQgWgEiJIkb1qiuItaehUYVVCV4412AUQ4LtuMGZRFgLVqHdqG18Ho6IObSAlYpDconx+1kvN1asyy1VpBKcoxyYxs25LxWalWMDF7AoHfRCGXRDaZEB9cQ6MH8Ksn5AXlmgAuBVZffuZ5HPrxw7DqDfz+Z5+4pIXvE3/1CQkPErjaagsnWB3Z9wj2P/pDdCYMFHMJpFrgN8vztZJwjAL2jU7jocNHEbCeokBV/qQraymK1ZY1h1SgBSwjJSqtAgjJCOwIRxnaRZrm1ulbexHSXlDASnhXKF7ABH68hjx2qoJp+XDB21I5pkpNBKxe8Ewl3A5FSUiQT3sKUWC3/JxJw1U7t9tqTW8pl1tqyKSZRmgE6MnWsLF7GRlDRzodoFQN8PiLGsarhMEhmLPFczPErfV/X7HKceR6TQy3p7F3XT9ycGXOhq5S+3MucIMgm0oglVDewclkRlrZubGUTOeQz7dBT2fx788fw3f2HRPunG1ZJjhuE5qlfGz5h57FfHC+sVR2KgXN1OHVG9AIKj1XFLhJtsS3gqYiCxe+zrYSAkdXrxnGr/7q+3F69BT27XsO+WIR2y/bjVWr12CxXEZ5uSQQ1NJ0ZHMJOV7xQG3UlSWHacpaIXYOpikbKxwiiWSyBVOp/lbAvDV01LVrAV+Bry0lK2Fms9kQQFsoFNDV1SWbegsLC6hVKzIP+bP5+QWpQV9fHwr5PE4dfwX5QgEzc/NYt2EzjEQGi6WqBI9FY3il72808V77PdkU0NXxRKpnPlf+7au1gup1AcFUZ2s6SsvLsCjNjZ7X8pWmCvZTf/WJS5rj8YviCsQViCsQVyCuQFyBuAJxBeIKxBWIK/BGVCAGq69T5b13fFCpl+Smr4r169fjvvvejLRWwxe/8Gn89KlHsXnbbhTaejG/tIxcLoWO9gJsM4G5mXnse+ancJsl5NtScJoa+noHsWXzdjz77D6US0soFPJAoMKsqJbizTBvtqU1k5529ElMJi8EgFD4xiASk7DHtJDNZLBhy1V436/8ATRnQSCVoWckEEuzdYxNTOLw/idQyDto2kWxCDADF9mkhvGJaYxPV9HdU8CmoS7xA6SPZ9rQUPeAJ184isD1cNebtiNBAGGZCM0MzJSBsAbk2rbASGSBgN6QmkChhg4c/PHD2PTYA7izEaBk2Gj3G1h2HDxy85UovOeD0B0TOj8raGBsZgS7NxYxe34OR145ge3b1qOvpw+f+l/fwj037sHm9R2YmpiCYZlo6x7EP372W9izZw2u37kazz73MnLdGQz3rsLX/v0R3HbbduzdsQsvHTuBRD6H0M5iqZSCr2VgJQ0cHjmGbz73OIJCStS9qVwW1uICfvv0Mt5XN3HCXcYaM4UnzQD/rasdS8NZhL4HO9Cxd3gTbt9+JXQmcounqQnfrEPz0ujNH8DGwa8j5Vbhm4DFjlk9ROj24Nmxd2DGWcWodTiuh1eOn8DRl48KUFgzvAp33nartHRHwIJ/K5CvI5MLRK06PT2FucUFGRsEFN3dvdi7dy82bdyEYrGovDGpdHVDjE2PY2xhCkNdfejyfTzzwL9h8uR+2PWkQE2+Lz1W+YdQjv+WRPRWOrpSlVGaR3pDgEe/TEOgR2BCPHy1XAGZobUorN8Gq7MXIf1CBfzSCkCBQqGD4tmp5o7yVaXq20I+V5TWZI738clDcJwqChkLuUwSNpV/IdPDLwgwL8xMgYtCXAnOknj+ocdw4mdPIxOE+N3PPHpJ6+QnPvFJpbA12MKuVIgMM1oaP4GH7v8y0m4FnXkL2XwG2WQaWYZryfkU8MpiA9/cfxDVQIfJFnS+RwvURSBU7DFaYDX6XtRGzs/jz4v5AkLfRaVaRWdvF/SEiROHX7oQZhSNDdWir8CtSL5VhQVsWwkLoasClKIxpGkqUIvXOHqPC+DeoFEAwdZFT2faEvC68TUBbQlaYVbROfHvpJFGaIboLzYwnF+EFfrIZIFKDXjhVAJnyjy+QLxieaz6JVgBqKESIDRsWX+2dyewszePUrmGpOYrf2BoSNom2nJpZJM2LIvXzUIylYZuWEgks0hnC0jm2nBoqoJ//O7DWKyUkbZ0NF2qJAlK+ToLlmXLGqva6n0kslnACxA6tBJpiFe1Rv9Qhou1VKqskQSFtYKlbFNtjhGO79q9A4ViXjxzy/U6dl1xBYbXrhMlea1SlWvtN5vo6CyIUpSXs1apXAiPq5Ur4n1KBWu1WpXfB2LfIBsdCgSra9RSIAtYVeMiCoYj5KWPdbNBawKGTulo7+jA0KphOU+uKTzetrY2TE/PYG5uXsDr0NAQThx7Sc7T80P0D61GsbMXC8tVuD5V0QreR+PptcA0sjHhz+X4uAHQen5kBaCsAqjKJWTl74EAdap1bQWn3UbjwrlJIFcYyjH/zcf/r0ua4/GL4grEFYgrEFcgrkBcgbgCcQXiCsQViCvwRlQgBquvU+Vr7vowSNM81wfvK9929z3Ys3MT9j//MP7h7z+JRDqN9Rs2YG5hEfWmo1RHlilqxAMHn4dTr0vrNj0RQ60P73733Xj88R9ibGwC/b0DqFSXJCW63nCQbevCnfe+A5u37RAv12MvHsYLTz4iQK3Gm82QXqseXM9BAu3oXdMuuTDtuT78zoc+IsyJIVf6hRtZgjSJJ5LWXraFer4D322Cii16blLB2HQDsQZwAleSqqmoIlej0pCvK1XKUh1aEfDmmMcyPLRe7Ayi9s4ojCf0azh96iQmRkagOS6Smg6PLey2jTW792B49QYJ9YLFcBsNTz/zDOrlMfiaCa28gM7eTpxv1DH2yglsWN2NQkcvG6yRT9koNX0889wB7N2zGdu2DOLoiyPoHexCYGt47KH9uO2Wq7BpzQCqdcKIPBw3jVrNREiAkjHx2L6n8dih54BCCk23jmw+D3NiEn8w7uOOZgKvhFPYbPXha5km/rmzCaevH6HrIQsL91x+Pbb1r4ER8LhDMJMn6TTQ1/40VvU9gYyxTD4uMeBeoCGhMUgswHhpN45NvgmV0ITrBjh64EWcOjUCx/Zw+ZZNuO2GmwSG8NoFPoGJCcdtoK0thUxex9zcAmZnZjE1NSNtvPPz8/AMB3fecSeuv+5GdLR3wdLMVgAPcGZiBFNL0+jtHMCGvtV45bnH8dMffBX58jKTtqTNX6cNgs5jNCRNXnwcJQ3cVoq5QIUaCZQjNBUlqmpdJ8RjqFWQzKNteDP6tl8Ou2cAnp2C7qnUcNcP4RAeUQ3pefB8V4Xj1KrS4jswMChAh2D19NiL8Jpz6CwmkLZTSBopNe4EyBC+0JaAKmy2P+uidDMZsBM08Mz938X88dMwtBC/+y+Xplj9y7/8y4swVFet92LHoQV48ttfQfXUAfQU07DSKbQXisiYBsyECYtzBmn84NhZvDQ+A50Gv/SnNXRRNHuBanEmPaL/KdW8GTuJbCotta1SAe65SBWKsmnBQCMqvnuG1sNIdeDlZ38mzzMttptfVKLS39QPCBdbQVlCuFRbfMjwM1oICIBm8jp5G60AFFiN5moEVy+ogCNY21LUKtuAi4FVK1W4lmbDtgystcq4dkMO1aSDucYsAs/EC2cCnC8X4NYaMEIPLpWxlinjIFJjRi3hPB4CUraJUzG88ljYmi/Kb0JM3xMP58t3boXmOcjMnEc+YyCT8pFNGWjL5cVnmOp8AatUrVoZ2GYaqVQWtpWEq9l46NCLePLkaUyVG1gqVcTHVzysCSvpCSs+qhZSqTScZkOgaGSfEEFEetvS4iCy6uA4kU03blZotNpQGySJpI1iMSubB8m2PO5481tks6JcqaBeqyHwXAn86+wqIpvKiKcpbTwIWalOTyQtGScLs3MyFg2bCm4NKXqWtuD/ymuoatcCq63jU/YxarODYLVRZ4idj97eXvT196BWc1Gvu+jp7sDszBQmJyYkAGvLli0YPzeJqalxdHZ0om/VBrR1DWK+XJLzjjZ3VgJ6jj0qnCOoHylXpRiiilat/BFslW+3LC4i6qRv8gAAIABJREFUS4ELnuI8fteTjZXoHKLr8PH/47+8Ef8tFH9GXIG4AnEF4grEFYgrEFcgrkBcgbgCcQUuqQIxWH1dsPqf5CbPcXx0tnfhPW99G5Kmh69+5Z/w5E8fx9r162AlEjh3flJ8IQk9ErYNz21i6vy4ABDexBO23nbrL2Bq6gxeOnoQHe2dWF4uwXFqonIaWr0e7/7lD0C305iamUO93kR3Zwf2P/konn7ycZg2FXFUMebghxraCl1Yv64f42PjgJbHh377D9HV2Yam05B0crnZptJKFGkMnyGXUmn2/L7TpLJVlzCt85OTGB4exsT0JDo6O1BaXEQmmUIum5GbelEl8bUtYz5pDfcI6ZR3Y+TbKDBOV0oln2nxCOALYGKYloakTkRqCuzhzwmJH/z+Azh+5ijyTO3WPDQCB01fRy6dhNeso8mgIj2EGbqo+RqMRBppw4NJu4QgCc0MUWpWYYRZZBIudEuHYdIr08LVV92Egf5hUW5Z9AycmcYroyfRFDWecpVM+j7WLlaR85pwtAY69ByO2RpeMQK4lgnH85G1Eti77TIMtHcpuBDqMBwPfcUjGO57FGn9PNyaAztpIdTplwnoni7KvmWvG+cmr8Pp6lWoVMp47oXnMTUzCQd13HrNNbhmz+UK4gg80xEGVL010NffgXwhIa3J9OAtlcry9dzcHBbLc9i9ezcu27UHnV09AoTo48lwnXPT45hemEJv9yA2Da5DaWoUjz34dbijx6E7ATQ/FO9OAndbM5T6T2CNKWAqCrMi3Gr1HJOwy3VV118BO1gpIFtE+7qt6NuyC5neASTSWZVeHqr2XwEiYSBhbVRfE6Ty0d7eIVC+Xm/gzLkj8JwFdBRsAatMspfPkNZ0+q0moWl8L0fZY9DN12brdAWPfvEbqJ2dEpD4R5976pIWvr/4i7+4AFbZGs/gJUIfKqTPHnoWh370LXRlLeTyaRSzGWSpJifg0oBGYOGlmSqePDaK+bojileOdY5/ttpz7ivFqIlEwpa5yI0WnWuCbaFJ32TWy3HFi1S3TRS6VyFTHMTxfT8TlZ4AVHr5tpSoVJRyHaCyT2CpQFXahlDMq0PjBo54bipoSBUqvxbfzhWPlTYD0fyN4KYCYK1281bqewTDjEQKBQCXoYlbtg1jxG/g8dFTMEwNE4seatYgQnqY1uZl3HAjx9DtC5s00WdFkE2NF3oWRwBZHaSIckMGtbXjzrtuw5tuvREHDzyPI9/7FgbbkljbkUOWpeF5cdxapoxry07CSFKhnkEilZH11LOLqBkWTk7P4+vffUBsWqjW5jhVlr0mbFGFJgQCM1SNNYxAobJUkIW0tZ5ShawUq5w7ovYmWLWoKiWUD5HNJlBsK2B40wbsvuoqOI6LWr0pnQlypr4rAYK04pifnlabb4AA9/7+XszPzsFrOsoDltMtYYvdwcVNs5bNxoXrqjZBIiuACEqKNzctARpN1KpVmZf9A73o7OyGYdhIsc1/YR4T58bgOjW0dxTR1taDY0cPo6u7G919a9HdvxrTCwwZVC390di5uPmixmM056PfCcpS4uImTRSoJde+ZfURbeJEYFX+3fJjjQBt9PeffexPL2mOxy+KKxBXIK5AXIG4AnEF4grEFYgrEFcgrsAbUYEYrL5Ola+9+0MtxQ2we8cevPn2W3Hm1EH882c+iYWFOWzevAV1p4nxcxOqkZat1ZaJcmUZ1UpJtQFrGgYHhzDQO4yDh/Yjm6XXqidQky2vbd39+MBv/KYAu9n5JTRdX/4wFCioLuPg80/i1MkjSGXZ5pqAaWWwbdsV+MX7bsbjD38fP/rps3jfb30EN+y9ER4DsgSq8oQUZBF4QM86XamBUqkUZqam0WzUkUwlMHLqJIZWD4uiMJ3JoFlviJqVII+toTwnx3UutL1KSyc1VytaPCNQQjhIkKM+XSLMW5X1leJWgJ1KNao3l/Gd79yPcn0OKT0pqsRq00GzqSGXsRG6DjyCNvqV+h6qvoFUOo3Qq7InHQHhJW/ewxDpRBpBcxG+loLnN9BOIHPHfWgrdqLZrImnIeEjk74D1xUPSB4lFXOhZWCuvoCsZSIJCzAS0A0bBttSWwArnUqrGpI4hQYK9glsGHwQBesstJDPs+GFHsyAIV4EPp6kePP7CwvD2D/7q5gtL+LQk89gamFWlK1333E7Nm/eCN9ptupkwHUJFR2sXt2PTMYSj0Tfd9F0mqhWK5ibm0W9WhHl2aqhIfFwFG9QUT36Am0XSvMClId6h8T24fC+x3H+2YcRVCrQHU98ghmCZDI1nhBR2t+V3yKBk2ichSUFAkCiNv4oEcmT4mniu2q1daNvy2UY2r4bmYG1YIiPaRAiqnbykAnrrBv9gx2mg4cy/ghQG80GpmZPw3OXkElpYk/AuUI1cb0ZwDKzEqJmWjwURwG3UIeVSiDwmvj+P38OtbFxmScf+bd9l7ROfvzjH18BVgktCVap5LWA2hIe+trnEJZm0F1Mo5C2kU+nkWwdE61tl10bT50Yx8GJGQQaYV0gwVNULRKacfzT15L15HzjxgeT5q2kBQZVcfzSK5SqW55IKt+DYtcanN7/vCTMK/FpIHNPwBW9bilb5RYF4WArOT4UUwGyTBWAJhsHrcAsCaJaoUpdWaiVEEwBTTV3RTXagqqvUqyaNvp1Dbs0B1dvXoXzSeD7Lx0Gg90nS4DRtgFJw8TM9BlRdlMFGSoGrNrXWR++Pz1Skxls37ZdxvbpkdMSztbf3498Pit1yhUKeOs7344r9l4OL3Ak/G/s0Atwl+aRqJahM4CKUNm2YFGtSzBuJ2ClM0jmCkhmctASNjw9gUy+HYdeehl/9w//iGWuu6LkN0WRbydTCmBKy7kH13UuhENdgKqtohFc88F6RgFWAuLDAAmbfqm01aBq1URfXw92Xn0F2rq7Zd3j5oLGTSZdQ7NeRWdnm/jblhYX0N3ZhZnZGbS1t8k0W1pYko0rfgbnC8Eq52PoXfQrjTxeI8XqykCtSJ0s58J1rtkU1ery8jI0PUR3dxfWrF6HXLYD8zPzmDg/juXlWWiai3Vrt+HcxCjSqQwGhjciW+zBQqUsFjQrwXikQlXq00AA7sqNNhWkpb6vVK0t73DZWFOuv5EaVV7Xsg8gWJUR3Apci8Dqf//on1zSHI9fFFcgrkBcgbgCcQXiCsQViCsQVyCuQFyBN6ICMVh9nSpffedviHrLtFK480134vJta/Hoj76Jf/viZ9Hd0y3+dxNTkwJfxatSlJ0hSqVluUEnXEkkUujvH8S5M2ekbdWyEyiXlwU0NBwP9779F7Fx6065Cb32hhvw7L4X8OLRowIHLaeBo0eexQvPPSYJ2IadRaHYi3y+F7fv3YrREwew7+WT+KUPfwRXX34DfII4SiZfBUmUysjXAzRqDdSqTfT1dWN+dhpTU+fxzDNPSqAJb3zZjrph4yZs275dWuVrNRWqwvATFoJAgUiSKc4rPyMqX5SBQwApCIUtysLolMUA1bIe27k1DYsL45ieHsHOTavFixCNJs6OT+Opw0ewqiOHy7eth6NTwelgfmYRzx8ZkePYuXUYhhGg0XQwNVfGyOg4BnqK2LR6AG5oiHWBbqSxdfs1MMys4F0qZC1Th990pJ2W7b4EoAtLS8gWO1B3G8glEvAbjrT7FrN5eISChFiaUlBGsCIVlrB2+AH0Z/bDbITwrBCTCxrmFgmSTBRSOtqLPuyUBz9MolZN4PiBX4A/PofmuXmc1B3s02u48ebbsHlgLVyHSk5+jiU+rNA8rF4zgFRCpYUTTvLa1BtUri6jWS4hk80incuIepLnIf6Oji9WAY7XRE9PP7q6+gWOlBamcfLR76B8bhRmk2E8Bgw9AbMVMkQgQxgqnpErUskJ1/g/pX5W45oBPp60aitbCNe0kejsx6rNOzB01c0otndL7XVR7nHIME1czk4pBCXtXLWxU5HZcJcQ+FVooSst9I7vYGFpBkuLDbQX+9De1gXbJDj2FTyDBaomfaeGH372M5g7fkjUnh/78oFLWif//P/8sxaYVhBLqVYJxw3kUgkc/OmP8fLTj6A7qaEtZ6OYyyOTTMNKGKI8dD0Tp5YdPHLsJCaX2brPjQDOE64ZhPkKjPL6cT/BTppiv8D2d8I3O2nA0AzYCbO1SZBENj+AmZNnMDU1pcAqWmCV4Eo8UNX15nsShBPOcWzbJqeQB59wNaBKVamyCfUiOPraIkWbIyvn8ko1a+TnGfmsZvQE+kIPOzMhdmzqRGKNjuOzJ1Fxk3j6mIeTkwaSVkJ8c2FYcu4MI1JqdjWOCNhXr1uLd/7ie3H9DTeIj+jLL78siuT169aJVQXHcEdnD1LpFCqVZSQsHSHVr1oCbrMCt1Fh8VXbft2VzRWYtHFIioLbYCiblZAAKq5Ehg8cPnAE//g/P40lrr28Nr5Kpk+kUnJcTW6ySJCYUqeqx8UQsAj2CXBuQefICoCZY8lEUm0cSdggMLx6FfbsvQJagp6vaQXIDUr6PVQry+jv7xNv1YRpoVHjZkIdPb29mJ2ekY0HwlR6v4rfKkMNPVdtlLWAY2TVodTISpVMz9iVf9MKgGCSfq3czKMtwMLinASDrVu9Dpft3ovSUk3CtsqVBSyXZtHVMQBN8+T5A0Ob0D2wBkvVKqo1ZQkT1WElWOX3IoXvyvHDY2QAV6RmjV7L3x8XKtzqeuA1iBSr0XtEUJVj/X/8yccuaY7HL4orEFcgrkBcgbgCcQXiCsQViCsQVyCuwBtRgRisvk6Vr7vzP8EPmeDcjre/5W3ob0/g61/4W/zwx9/H5q3bRAE0NX1e3WzSBy+VkpbneqOmbnI1E/l8URSQ0xNnMTgwhFKlhIZTl1bMQr4Hv/Zbv498Rwd279iG8fPn8NOfPYVStSbqzKmzZ/DCzx5BZXFC2olDzYKdLmJgcBXmxkfgNGrYuOMqfOj3PgbaMbrNhhh9yo2pqNSYVi7aVZimhmqljoX5BeQyKfz4Jw/iySceRaO6KL6ZkjNNlZvvY+tll+Ht73oPFhZKkhTNxGjxfJTWXaKeiwno0c2yKFtpP0AYRCjnB9KmTbhENVhAF0nNp20iErqBmakTWLemgISZxP5jR7Bn6zaMnDqHbz38MG7buwNX79yEHz/xOLbv3IHA0fGN7zyKzRtX4xfefBPSpoem5+D5F8/gqWcOYc+uYezdtQOj4yNo7+rF9EwDRqIXgZZhDo2gYMIoKuWovFpcWkR7VxvOT5zHyOkRLFbLKCZT2LxlC9r7uuEuVpDqaIPJ4gUBPC0U6wSG2AzmjmLDmm/Dpl+i5uPUZIhXTprQjQw0s4ZswhGPxIRWRXslgY4lE5knN6Hb0ZHs6kSpsw0PdWhY3LAGiXSb1EZS3ZmhzkRw00dffycSFoGYauEWCwLfETBSLy2qFmixD6BSkXpFH6EXiiqN0CedyaO9ZxD5zl4k7STGnvo+zh99HlppAUGddgBsW6bFAv1ZV6rv+G+lOY7UZ1EauNBCje3d9PGEQCKfHoqWjVShHb27rsamXVeirW81PCOhxl/oKQR/QTGpgncuqNHYAq8zJdxHs+Gj0ijj3ORpzMzMo6d7CKv61yBNhSrDsZo+PBfiCezUKnjxR9/G5NEnYWkOPvaVg5e0Tv7Z//hvLcWqsgGIQBkhcCKTRmnmHJ741pdhLE+io5BBoS0rAD6VSCJtWtLqXNYSePbkWfxsZL4VgqUCnAxbWS4QoIova9IW/0wFryFKVU1XbfAcmxR2Vhvsby9g/uwE5mdmxDZAPJKZpC7Xm6pr5X/Luooq0POxfu1q5LUQx8+eRTM0EPBcxCu5ZQbQUqKuBGPR1ystAKK5HH1vJVhlbZKmix2pBPaks+jrTcNeo+HE3ElMlwLsHwVOTnHThGMrQGBQZUkeT0sDE03XkWO+8pqr8Xt/8AfoGexDrRXYp6CkahunfQjBJx07eK686BIeBV8U3aGloe7WRMntNRwZ97Tj1U0TCTMB27DkD+EkVdiO78EMNZw8fhJ/8zd/i+mZOWisq2+IZQPPi8+hjzAVtRqDoNQMuKC4fy2AjsBqVB96FnPtp48yNyQMQxOwun7zOqRyGQmZ47wBfNSrZQkKHBwclKAmXuGJc+cwsGqV1KheayCRTCKTy4gVAtfParkikFz8c6NgqNZmDy0QpCuhNY/5d2RTYNOfVRLKWEZXNjO4QTM/N4PSUglXXnktNq7fhpHTpzAzcx6LS3NIJTMolxfEM3b7rr3oGliD5WoVy6XFC4rVlSFpK48nGj8r4SrBKsFoZFXA5xCEy8bNBYCt1gixMJBwKxXCFv3N1/+3j3z0kuZ4/KK4AnEF4grEFYgrEFcgrkBcgbgCcQXiCrwRFYjB6utU+Ya7PoSmF6JvcC3e9da3A40ZfOGf/hyHX3oR6zcx6OOsqD2jG1i2lJbpZRf4ojai5142W8RyqYqkqdo6F0vz0K0QTiPE7p034aP//c/Q3d+NRq2Ep556EiNnRlFrOhL8QSDQKM1hcuQ4jh8/Cs2wEDBkBwmkcgwGcbFpw2X4nd/5qASgBExZlrbKllJUIBnhaoByaQm5TB7l5RL+9X99BmfPHIdGv1Kdf/iemnhLhroh9gZDazbjne98ryimqJRKJVOi5pQ055aScWXojNwUR1pWqrYkrb4VpMMbe81DaLgIPA2a62Nu6hVs3dSOb377R5icnsTQ0AA2btmDJ59+FjdfswXnRyfw3IuH0NPbgW2bduK5F17Gnss24e4bd0HzavDg48SZGn70yD5ce806TJ05g0MnTmL3niuwefMe6Bo9Z+k1SdRM/9sApmXBcx3MzEzj7MgIjrx4GJPT50RJmzL+X/beBEyq8kz/vuvUqX3r6n2h2aFBEASlRZGICyi4YBSNOIqjZCJZzMSZz3Emmgn5J3pN4jdx/mPmC2aGcXQSNSMZxYm44IILirig0GwCzdJ7d1UvtVedU1Xf9TznnKZB0B4mMkqeytWX0HSdOuf3vuftnPu9n/txIFxXgxkzZ2HcmPFcqqvqFJ+gQbMZDlwq7p5c8wyqgu/CUSjgYK+O1shEVITnobv7Fei5/UhnFBQO5lC+S8XkeBCj1BDCipezQfMhHxy+EAZ8IXw0bQT2lZaR9xNFhWIbjC7tdrWAkrAbDpW6kKtGbiKdB4vCOei5hCGoUq6hTk2iNCMDtahAy2rcwAiKCkcgjEDFKHgDYWjN29De9Ab0SBuKaVKaSc6hxkBUZ0+6OmUBG59FLy4jN51kdOUs4hrt2tnBTWIgi3vs7iTFR4FaPgIjp87AhMa58FWP4M+g7ElyABqRAuT0s4RVVlvZ0UwHLBQoAgCIJWNo6WpGd/QQqivqMKp2POcCR7t7EB9I858TmSTUIqAd3Ik9bz+LgpbED/6j6YTWyb/9wd2DJd1cSs5fhrCsuN0s5r37+9+ha/tmhANueEM+lHlV+FQ/PFTqbwdysKMnpmHtx61IZVLsSnV6nHD73HB7XVCddkMo5PvSyD0uZA2Hrq6TaEqOaJLGqVTeD7erEmG/E1WVVSivKGNxNh5P8CZOOp5EOplEippfZTIsQlWUV+C82Y1o3bIFr737HkiCy9tVjr2w851qjpUpXB0hZpmC3FBx1Sr3pv8OFVZJrHPrecwp9WOqx4nSGj/yNTo+OLQHkTiws72I1rifIybsJJbb7cY9ZzcEMmp+d8mihfiz274Bj4+aRCV5Hpuq4KCQZon6uZzO7uEsNb/LpKDnstBJ0Ke5Srmmqh0KjQFFYdDGBDVLy5uN9yiL1nTXk3vX6XBi7759+If/+yC6eyJG5EPRyGUlJy05ZGmzgq+ZOyexRMjnZG0EsHvd3FDiTRYrc5riBBzU/IrcyqZ71G5DuCSI+lF1GD12NErCYR6zdCqOgf4IXE5aSWj62FDQ8wiHSxAKBbmJoMvl5RgEfyjI55aIxXnOWFEZQwVKvqfIAT5kbC13qOEyNjZNSGTmpnDkXtWzyKbT6GjvQEdHFy6+eAFGjhyD/QcPoKenB9lUgoXV2po6jBp3GjevyhYK6Il08TkPLdHntcLMeR3qWB2MiaHIEE3jdc2YT8ZmHwurpvN28MY1eVIUAF3DUPGW3nvXd//8hO5xeZMQEAJCQAgIASEgBISAEBACQuBkEBBh9TiUz1mwnLucT540E4sXXYa+rm345f9difaOLlTX1uPQoYOcU0qOMyrDpofrjJYzyjG5SzQ51txIJlMoD1WwyzKVTsDhKCCRzOLSy76BKecshjPswaSGapR4bIhFWtC8dze2bt2JQtGBmafPQOu+D/Ev//RzuL0B5KmTu05CZZ7zCRcuugY3L7sN/f2U2UoiBrmv7CwysDWOH6gp46+A7s5DeOmF33OuKsVIxuJRdpfRg7chaBhygtF4CqirG43K2nosumwxAsESaBmNxdWirchCBD38WqXdhDBPmYrsUDWbnFhCHbuPNGSLOaiKA3oyjkRkP2ZMrcXB9l7kcwn0JgfQ3ptE8+59uHbRPARCYRxqPYBEMomOnjh27z2IBefPQOPU0chrRRQcNjS3p/Ffz72Gi79yGhyZLLoTSWRyQP3o0+HyViJDDje+MIVFbsr1pK7ce3bvxCvrX0CKcnDtNtjIXWtXkCvkWagaM34CJp9+GsbWjkfRRg/5Weh5N4L2dkyvfxKq/QB0RceO3R7UjP46ppx2Dp57/m5otjJgnw0lL29FTcSDKSUjEAz5UCxmWHPJ+7woej1wJ3U0jyrH+7OmIObxA0WV6+WpSVMgoMDnV6mG2+j0rpAjzcY5iZR/m82nOBOSGnSRI5HcuDTmmayGVDKBgpaDP+CD4vKhoPqhuvxwJPsR3/cucu17UUjrzI8sgSSssj+PBBqW4E23nimisvOYxntoOTm5EHleGdmp9F8qbVe8bjjLqjByxmxMnD0X3vJqkOHQzgNA2isJPSrfT9TMJ0+Com44/Gi+Ag7eKEhnU9Dyfew6dDu96Ghr5/Jot5NKtotIp2IIhcoR8Lmx+al/Q3p/E/726e0ntE7+4O67WZhiocyMQSCBlTNPXW52Hh54byOaXn0OQZcN3oAbpT43/E4PPOR2pOxIEo6LCt5rj+Gjzg7knW64KUfVQ+XcdtgKJOoDGrluKSOTcic13fyvIebl9Ryyeh4Np0/DRZdchnH1dbwxY8QpGPcSiajkkKUbjJhRYyISJn0+P/yqitf/5V+w/p33EaXmYQplspLgTg2XjmxcZYGyBFRLPDwCIG1GUDO1oo1dsxQr4LDZUO2y4Uy/B6PsCsKjK7G/0INDPe0o2BXsaLfhQJ8XdmceziJJ0nSP2uHOKzyu5TWV+D//770oCZcgm0ySb5GvbbBJFHGgRnlG+CavQ7SxYDQEy7MAqZk5o5RjSznLVCXAAif9O7u683wfce6pKf6TG9bn8mDvzh1Y9a//hoOdETgoCgBUNm+IkrQRNrhJRE5QU0C0RFVDZjUXR1NMJKHSygl1OqhZGZ0ruUqNqAe6R2vqyjFx0ngEgyHEBmIY6O9Df18v5+w6Kd6gUEQ4FEJ5RTlfYzAUQlVNLb+XMlkp5zqXybBDmj/DzF21xFWDH3Gwm45UnXOZqWoik80inqBc3yxyHCWgM19y7CdTaW6e2HaoHadNGodvfWsFSkKlaG3twN69WxAKlcDvL0VN3Rj4Q6Vwetxo6+w0G1gdKXpa3MhVyo0OzTWf2dF0NTfhaO5zHARtspmNsIwMYbMBoinQUpzC0OgAa17+xTe/dUL3uLxJCAgBISAEhIAQEAJCQAgIASFwMgiIsHocymcvWM4PftOmnoNLL7oI3W3v4hf/8CMuka8bMYqFj9GjR6KzswMffPABizT00EgvElbpvfTATa6d0lAV4mZOnYIsMrk8rr7+r7G9I4x93f0YN6Ea584Yh/mz6xFyJfDUU0/hUGcMDeMn48Cud/D0E4/A7fGj6FLgURRkNGqaZMctt67AeefNQypFZeAkYpCAY2aCkvhVKLCw6/WF8NabL+Cl9c+gsrQM0WgP0pk4O7+sFz0c00OtoZsVOf/Q5vDjiq9ei3PnzIPL6YaW0wyz4RDXFpfQDoq4BXYWUrk4vfjhn8SRIrnYSBQqIJvohZKNoHHmeOw92IL+nk6MGDUWu1p68OZrr+Jbf/JV9GfS2L19G6ZPn4kd+zvw0muv4ZbrrsCY6iCLcg6fGxvf34M33n4fl8+fCT3Si6LXC9gDcPproBW8KCpujgLgbt3FIro7O9HfG8EH729GR/shaBoJrYaoQmNED/rUfIzHzePGBecvxIxZZ6CopaHnfKgNbsOkyv+E29uLaKyInbu98IfnwukpoifyAWzqdChvpVD98rsYG6zA2Np6o6mOloFSyCPjcCHrsSOQyaGzNIj3LmpEb2k5kHewUARkUFPrg9MJ9PXHoeXJ6ukA9XkngSWdSoI6b4XDYZSXUv4oZWzmuZN5TzTCzatUpYDamkp4OSfWgTxU+OxAtn03Oj56G4VkHMgVkc9SebUpKhpePHbQkaPMEkNI+GFhz2xARM2RaFxJUDUEeEPcIvHN7XYgZ1fhqqnH5PMuwPgZs2H3BCkjwyh7t9l5HsZilBUbRyKRhJ4jIYbcfwqcLjdKQiXskM4XEuzI7evtQ1tLCwu+Pq8XOV2H027j/F9vZQ16d7yHtx77JX78nyeWsXr333zfEOFIVGUB0c7jRaX81DWLMlO7d2/FB88/Da+iw+dzo8TrhdfjgEdVWERjR3E+j86UHa8eOIRoDnAqduRp90Mpwl5woJg3fsbacCCXKm9i2FRolEGJPM448wwsXnI1Ro0bww7roYKVJVpxnq5ibJoYjc3I1WmHksvh0PMv4NmX38C+TAqaosIFFXkbCZDHXtw+TVglw7KtSI54yo11wGErIuBQ0VhVBld7B0aHPQifVo0DahRJrQsetwMf7lSwbb+KvIN2fRQ4XApy0GAzDppEAAAgAElEQVQvetiVfNPym3D5dYsxMNAHVdc5g9biweKy6VIklzv9zxLXOPtXpaZiCud1cg4n5auSezub4/uWMkSt7FN2X6sOOKmRldMBj8cLPZHE7vfewTPPv4IdrV2kGsNmOlaJqeHCpnlPDmsjAfRoZ+9QivxZphBI3yfBk4RwEszJ3U8xMPRVXlWC8RPHwefzoae7B5GeCFc40NiNrK/FiBH1UFU7u1XrRtQhGAhgIB5ndzIJkT7ahKFcbo6LMNZp4kL53SSe0vqcTmeRSJF4mmUxNZNO82YUNT+LJ6gMnyIADNHTelEUAmXQUuZ0oj+CG2+4Frf86S3Y+ObbaGnbgaqaes7yrq4ZCbfby5UW7dGIGddATaoowsIQ7AcjQyyB1HTGGvPX2Diwxpe+Z4jBRqMr6++WO9podGe4hK35YP3cHSu+eTL+v5B8hhAQAkJACAgBISAEhIAQEAJC4IQIiLB6XGH1Vn44PGvGXFw4dy7aD76Nf3xgJVKpHMoqKviBf9SoUWhpacHWrR8Z3bvJqVWgLtHuQQcPPYS6HW5kdA1Oh4sbzQzEElh68w/R1FWK9/ZFUcjk4bHruPm6M3HT1ZPx7w8/hLZoElMbJuPNV57Bpg3rEQyVIVfMw0UlyFoRgVAFvv3nf4mqqhGcz2koA+SAM8p4ySVHgieVDbe2teE/nngYDruGoq7zA77X5+JqbM5HzeX4yxAU6CG8ANXpRH90ABNPm4Gbbv06gsEwshlt8CGfy8HpAZqaVJnlndQ0XuEGR4aDlcvAySCZ08B5nbYC4vEo0ul2TD9jDLZ+1ARbtoiysnq837QHXZ0HcNPX5qM1GkMsGsH4UWPwzpbt2LpzF27+kyWoKqE8xhwcbg+ef/EtHGrvxIXnT0dfRycSeTsqKkfDH6pDIkVlsEZHdiO3L89CzI7tH2Hjxg30yI9EIgZ1iEBMIgeVq9JDfULTUFtWhUuvugJ1lTXIpuwYWfEWJlY/B4+SRGe3ih0HbEhl6dpz8Pj80HtGwP16CrXNrTh75ESUBUvYLUbOQoXFCCdSagHuXAa9Ph/eu+w8ROvqUdAMRcHpKmLixFrkC0ls37kHh1o7WVi1O93IZDTOUCWxpaK8HHW1dSywkohE19Hd24W+/iiCXgdG1lWz+011+Fmo8LmcKCSi+Ojl/0KseSfUHImxRSg0HGZep9FrzAbFdJiyQY/GNG+KqyR4kYNRsbGbjhp6UVwFjy85tKkxmcOJvkIRI6bOwNzLr0HV6AY+dzpOrL8ffb29iEaiiEQiLACpTg+LTn5fAGVl5fxnEp2y2SQ8HjciXd1IJhLw+/x8h5Lw6fd7odgLcPpK4bRRqf6v8c2/feiEFr67v//XLOqS8M55pma8Ac0NXVHhdjkR3bsd75OwatPg9bkR8LjhJbeqrQi3g4RpcgvmkVI82NTahV0dfYDiRDavGY2MuHmb0cTK+K9xrxg3qwKn14krrv4qFiycz65pEswo75PbVpnCtnHtRpk5b3mw8zDD4hutOS7VjoGt2/D8U89hS3cnEhTNQM3tKXqA3cCf/hoaBUA/ScKiQs5yEtWVAoKqgsm1tZgVCiBxqAWhcAj1c89C9TnT0D3QifYD2/H87z/A9r0p2H1uULIuC4FFHQUFGDmiDnfe8zewOyk7VYOHxEhyjSqGQHmEUMmXbjYyosxVFhLJ4Zw3xG8zUoLWGRZZ6WfMzvMUCkAv+r5xXBLMnehq3ovmzW9h78FWbPq4BUkSUtkRazcb7B3O/mWbtZn9eazYBOZjrnvWedM5kTOW3kdrKB2XXKcVVaUYN34MC66HDrWiu7uHRVE655JwiJsf0nhTo0Kfz4t4PA5Ny/J7Sagllyoxos2sTCbHDftoLacvOs6gYFqkXO2h52XMLprXVm6wtYHAf+cma+BIgN7uNly28CL8yQ034LHf/BalpeS0HYX6sQ3wB8MIh8r410E0mRh06NJaamQ8G4I4vSzhd9CByvEElpBqOJMPO4DpvYdzVC1hleIBeH/J2pAbIgZ/77YVnzWN5d+FgBAQAkJACAgBISAEhIAQEAL/awREWD2usLqchZczzzgPF5x3HjoObcKDD6xEOqPBFwigtbWVnVHsmtJy/KCsFYwsTBJWrYdMEj+8bjcyJC4WjQ7eyVQWX7vpbuyI+vHBgV4U3R4gpWHppWfi2zdOxe8eexiBqnrUVZTgvh/chdYD++D2+FCw2eFx2hBP5jDzrDm48eavw644zeYoppOoaJTpk6MwpxlC6EcfvoffrXkUfo+KBD3A5zS4vU5+eKd/JzcYXQe9OPvQVkCaylC9QXz79u9BdfpQXlFrPMCbAgYLD6aoSu+jvuXkrqLSeooMIMOlrhTZFUpF58U8NTFR0dbZjo2bX4bDR02XbFALgJ6z4VBHBF6fA7VVQeQdTu68ruTzaOuIgKrXqyrDcDspq5McsAraWvtQgI7qqgA//OeyOqqrR2HaGbOhOrzczIsiCMgxSJ23qTz6jdc2YM/H26HrGVBJMecPKgqLGSy+6kaznWQ6g4suvAhTzpwOF7zI5xSMqV2P0WWvwA8NHd0qPtxbJGMjvK4CBpJ26AfCCL2uYUwmg/PqJ7GTjZxkumKDg8qp83bk1CJsuTT6fH58sHgeovUjkM9RZX4e4RI3zpgxEYlUL2fNvrlxE3K6DWWVtfAHwvD5g+zsJNGF3MlUwuxwUjdwEqkAr9uJEZVlqKkoRcAfgJPmlJEayaX/uze/hh0vr0Wxvw+6Rp3RrUxJ06FHgjiJp5yPy8ZjYx6RuEoZlvx3Ej8MAUSnrNN8gf+u61kk83l4K6sxa/4laLxoEULVo9gx3BeJorO9A50dbcilUwgE/KiqqkRpeQ3fM+Sytpx2iTgJqR4W0Hp7qWFOAT6vj6+Z5Hq9mEcg4IJq98JTUg4k2nHWrEtOaPG866/+HzNjlZqP0RdxJKHVhlzBBrfTgci+7fhw/TPwQIc/4IGPmlc5qUES4CDxjiIx8kWkqUFSXxbv7G1HkjJxCyROkuBllO8fFuQsgbQIh1PFpVdchmuWLkEqnWShizY9aOKzeGfmvRqRn8bY0LiQuE3HJScr2S1pnhX6+7Hp9y/jrbc2I4I8UpwVerj7+tGAPiGmDmlw5aDNBYoCsJMrV0ed34OLZ5yBMUFqyOdAZzKHMV/5CmpnzkQ6qyPV34N33nwbv37kGWS0GBQXvc8Dn90FuyOHCxdcjMu+egX6EwPGPU25pCrNW3IyG65GPh+u6jfzUk3R1Po3o1GXEQtAjfH4+6bUrOUMJ6uR5WnKz7xhoEBxuNDXeggt773J7s4N2w+gM6XzhhLd5+ya5BvEOI9jCauWwDqUGf2Z1k3+MoVkcqnSmNDhXE4nwqUlcHnd6GjvRCwe57WF5gRtTFjZ16xwmgKlkYtaMHJTrSZV5nVRZjHd5JYzl53KpihtsxnXQSIsM6Hj2OjL2GAbWl3Af2eBWsFAL8WwJHHN1ZciXFKCnTs+xsi6ClSPGInq+lEoK69BMFjGDbWS9LvBrEIwfq8djgSw+AzlZDlWrSgL698M0dvYtBm8RnP86Vt5Gn9TULVcsSTefucb3zihe1zeJASEgBAQAkJACAgBISAEhIAQOBkERFg9rrBqOFanTTkbl1x0EaId77NjlfJMS8srsG/fPtOhZDzY8gOxAhYpyZlKD930UMgOJlWFzk/wKuw2DclMBldc/V302sbj7V090NwF2PM2XHXBdKy44TR07N+PulET8d4b6/CDO/8ShbwGh8sJu80Fp7OIdKaA625YjlmN54FMQ5SnSA+7xoO3aggNNqC7p4dL3De+vh6b3n6ZS8WzmSwLdIWiPigssvPLdB+xSmkrsuDlcnlQXz8WI8dMwKIrroZOIhupZYZSNFjOawhfRUPwIwcZZxAagl06lzGctHkdTtWLj/fuwbPPP428LcNZh3R+FKEQCAb52NlUCpqNflZFXid3m5NLkim6oEjOXBShFW0IeCtQzMehaxmQuJDPpDD5tGk4f958o0lKNgWbjfIsqQlODt1dXXj1pfWIRjqR01LcBIeEDhJEuPmMJSqTSJzXcfrU09EwfTpGVI7isvVxNc9jTNkb8KoaeiJ2bNlZgJ53IOCzIZHVkW0OwvtqGpOKdsypGscuVY1K9W1FeMxs3Dw188lm0FFZhu1XXoi+igp2rNL41laXYlbjFMQTvdjatA0ffdSEeEpDuKwGpVUjECqtgs3h4G7iPT1d2Lt3F2IDEVTXlBnNZupGYMKYkagIh+HzeJkbuUqp+zoxi3cfwttrH0P04x1QyEmrG+5Hoz8VlfyTIG4krZJySsI8/TOJHbopeGncAKcArQBk9QJSWQ3ZnIa0loO3NIivXLEY5156OcpHjoNWVNHXE0X7oRa0trSwE7OutgZjRo9CKbltnW709/dzMzHOkyS3n2pHWWk5SGClkmgam7KyMp7PVPocKAujuqYGLtUNxV8Cez6F8XXjT2idJGHVEsgMoUrlhlzU5V0rKnC5HOjevQ3bXlkHj6JxFIDX5WZh1a2SP5LEPbZ8s0O1L+fCGx+3oWUgYQjaLHixfHTE+bFrFUVMOn0i/nT5LdwBnrIvXQ4VLoeDM4zNG8wQs9iJznsdHP3A97bpWqXmTixW6Xn07DmIXRs2oanlIFoLGhSbk8dwOK+hoqFqpzJ9895ADlNHVODKcxpRXVaCaCqLfQMxnHnpxVCCPqSSGkcX0P3xyENPoOnDdxH02+Cy2+Fy2OB0hXHj129BWX0NshoJoEXO/XSptMFkOCot56flaLRSYbk0PE+N2szoCZ6D5FCltUrntcJwreosaLKr1aZw/jCLciyaKsj29aPzo7eQz2Twxs4W7OlJsHhNmzwcrVA0NgdYrDWFWWtTbCi7YwmrHFVgMzayuGEh/Tmf53nrD/r5Wjs6Ojgyg+4jY0IYX9b1Umk8cWDnptHvz3TF0uaGITrT3BxUNq2cV6scf/Dvh4/LjaLMsbfEVUtg5UgJm4Kezg7U1ZTi/LlnItobhaq4UFNTifKySlRW1aB+zARQC7RMrsCbKNY8Zie7mf1r5KQaQvdQYdVwoRqxKpY4br2PU7xNB6uVs0vnZji0j5yvFvMVt9LvYnkJASEgBISAEBACQkAICAEhIAS+mAREWD3OuJx10Z+yQNcwfgauvuIKxHq34cGfU/OqDtSOGIE9e/ZxKSeVY/ODJAmpRXI96pyxSg/X9LBPD4cOhbqI098pk09HMpNE45wlGDH5Ujz9cjN0Kncuarhq/iT8zZ9fhEhLHL3RHvzrP67Ey+v+C6HSMuiFNNx2LxLJPowcMwk33/It+PzlfI6qSiKnmV1H/cC5O7xRtk0lzb99/F/wzqZXYbfl2TVLogJ1LGd5yOoAP1h6aQgZqsOOvJZHOpXDpZdfjSuvvh7Rvn44uBO12cTIZNff14f93R1c+kvv5lLbog1jakcg4PdDL1BJvA6P04333nsPm95+FXYly+/O2+zIaAXu0q1QCTU1AFOp9NeDRLrAIrXP5+IO8OQPI+FpIEdCoAPloSJUqNBJsVSLmDx5OqadPgtZ+ndq5FUkwaXIx+7u6MSzv3+G81UV6JxvaAkc5FglMYIccYbIQc2CbLj48sU4Y8o0ZFMaRpevR0PlG9D0DNIasKcZ2N9qg8/ngD+go2uXD/ZX05iZVXB+5Tg4UUSqoEG32eBxkNtQYfdqMZvDvkkjseeSryDuDrBwltdyGDumDjNnTkEq1Yu+3m5EenoR6UuiqHrhDVbC6S1BkWIbsmnEY1F0tR1APNaF0rAX4bIqlJfWYGRtDcpLwvC4vezWI2EmTm5dPQ0VWex6703sev0lFHtaoWeUQeHKRqIGCT8ssoJzVal7N80NElWp7JjiJnIkjGXzSOs60rkC0jkdOXIkO4E5lyzEBV+9HqWjxkNxupGMxdFxqAVtrS2c/ziirg7l5eWc2Ujzk3Ig6f6hjFh229ls8Hrd8HoCnEeZTJG7lWICyji6gqbdmIYGBMtqodpt6O9PQs9kMGva9BNaWf/yL7436Oij+WF8UVOwIop2BwurHdu3YOfrL8JHEQ5uB9wuF5feO6nBk2LEE9AcorxeDUFsbo1iW3sPH5cE/SLVrHNIrZFfa4lptEmy8OpFmDt3Lrt4fR4PN1LjzQly5prNgFjOGmxeZWRl0piQ05x+jjZxMpkUcmlDmM1392LP/gN4d88+dLZFOI5jOC9LwOLzU8CNzZwUYaLkMe+Mibhw2iQ4HR582NwK76hRGH/mNBxqa0UhZ+cNEafXhr5oCm8+tx4d+z6EruVQ9BQx4bQ5uOy6a5ArFuByOcnWjv5EDC4jQeSIGAAW4NgxfDhj1lqbWJTTae0yG6qRU5pEZhJezcZX7BZlE70Z60CbOSQvZvNINW9DsrcHmz5uxbaWHmiwGdmt1OjPbJhE+17s77Y+w3RVWvwsB6UVBUDrxFBhldYQp13lsaPvB4J+JJMJdNHmltnwTeONIWOuD23+R2dKL2rux2uiuRZTTixHMuQLvFlllfZb84iLBoZEKtB7jXnGeyqDsQXGNZiN6mh9KxQR7erCjGnjUVtTgkJeR1l5FUpKyxDyBTCyZgRKyqpQ9PiRVRwcETI0H5Wu0RBM6bhmpvcQEdU4D/P3kBkVYDlRqXLAEluPFlYtUdkSYS3Wt91yy3CmsfyMEBACQkAICAEhIASEgBAQAkLgf4WACKvHwT77kj/jjtYjaibiuquXoJDdj1/94if4aOs2jBs/AZ1dnRgYiJtNPQpwOh3Iajl+0LTbDRckO3PoId7m5Lw/Kuks5tNQHDYEQ+Nw1S2345n1B9Ae83Am4gXnjcRN152FF57aCEVvw3NP/gp6Og2tSI1qdKhwYCAew7VfuxnnX7AI1EuKHrbJ9WS4Vsn1RJ3kDdelURYK/PY3q7DpndfgVI2mIkb+oFnyze6hw81IqAs4J61ymbEDWq6AK666Fl+5aCESaY3L2sn1ZBrpkEqn8OIrL+Oj3haoHhdrc1Ta7cwXsfC8C3DG+MmwUyfoYg7FvIZIVwuCPiDktcOmJRGJ5/Hu1r1oOXgAl188G+GgC8l4DIo7iB17O7Fr18dYcOEcNIyrRS6dQX88gbe27UBrSxeuu/J8zkDN63ZsbzkIRQ0hEKyBnjPKXclyqdPnksgZT+Cp/3wSrS0HoCrUpMtgQYKIkRFoZFuyeJNPwx+owuXXXouyUCk35BlV9gYaKl5C0ZZDJk8Nq4rYsc+OWCKP2ioFPS0eaG+mcUZXAReWjUVAcSCl5FCw2zmDlFyAOXIX2lXsPXca9pwzE6kCCWTgzvATJ4zC6ac3IJuJQdeSXIJL4mE8W0Q670KmoCKbzsBhV+CyF+CwZ+B3Az4P1TX7ULR7EPD6EfIF4XJ7oLqoeVcBmZyOfLofiqKjP9KJD154Gul9W5FLULd5o1s9CS1Uhs6OMdJXCyTUk8vYcN1SpASJQlmtgIxeRIpKwDMatEIRqtOFaTOn4PyFV6KqYTrUYDm3wurtakd3eysGYjGEwmGESkIs7lCWKLmmjQZFNPfAY0DCldfrQS6no6enh0ufKyor2MHXG42isroMlbX1cAdr2dWrZ3KkyuP82Y0ntHDe84O7TQEzz6Iq3wOUF0vCnuqCy6miZeu72PvWqwi6bSy0OlUHHHYb7EVqUmQ0VjIcpBryBT+2RZN4Z38bz7eCTtZAQ0Dkjvd0fDO7tryqAjf82Y2oLqtALpNGgcQ4l8o/X9SLLC4alelG+buhi1luR+OPdC5GlqmRYazZqXlSHiFfCB99uBNrf/dffK8MqfI/gpN1/1qH5rZRJPhRmX5BAXnQR1YGcfl5Z2F8VRjxVB5vbd+N8smT4Sz1cnV6KFgOnzuMdC4Fl9+D/Vu3Y/Orz6FhykzUTZ6I2vqRgMfBGaFOmwKPw4VEOo1YbwR5TeP4BYqDsBpUkXhIryOa45list0U6qwoABJVuYye5i79j+YuRy9YnMjKb4OqOGGPtiJyqBnv7DiADw90IlOkkngqk6dmYLRWGscyHJhmvrApbg4VnS2hb9DpzPPFKN13kDDPgnqBr8fjdSGTTfPvCPq9YK4uvCbTadJ0oPuLhWS2qhoxKyyucxM1G0fL8GeRWGqOnnUOg/m0Q8Rz499MAX9IFMDQgberTr7nezrbMWlcLUbWhREKBhAqKUUgXIZyfwCVwVL4wpVwVtcia3fArhvuYY5iIIevKWhbwion81KTQmpcyO5vEmLNKBEz89YSYHk+myK6JawaQvFh9kMdsPRncaye0BInbxICQkAICAEhIASEgBAQAkLgJBEQYfU4oGddvAIFJBEI1OLKK7+GERV5PPfb/w9PPf00Ro4eA72go7W1hYUnKgqmB2RqrETOPnowJnHV6LdOD7uGu4mzAthEprCoc/a8r2LaOYvx0lt70BHNcsfxaQ2VCHsS2PLSQ9i7dy93huYoAIcdifgAGqbOw8033wqv1288vLLoWuQMTPa7DXZfNtxtJBC98MzjWP/S8xwXYLcbbi3j50h8MJxN9KK/8x+L9ICsIJVKs5h18y23obJ6NDIZHS67grwpwCi6jq6eTjz+0jNoG+kmPykK8TSK6SyUlI6vnbcQ08c2IKfljJLhdAr5XBumT6mF1+GELZfCgY4+PPXih+iLtuF7t14Al6qiL5ZEQbHj1Xc7sHPvAdx63XxMGFmBZDqC6ICGZ1/fju6ubqy46QpUBJzIZPJojcTQE3OhqAZYoKDS6aJNQ44yL0mg0nW89MLzaNr6PlS7WXYLGwvig2Wy7LoCcsk0zjx3NubMu5iFarumIuDfhtNG/Bf8tn6k01QeD8QzdrR1FZDKUBmyDYV2Oyo2Amenw6hxVkArppBQbXDYbHAVCyxQdowbiX3z56K3shqFnG7UeBc1TJ48ASNH1kHXqfNQHgWdOn4n0NWfQn9aQSwDxAcicNkdqAr7URVWUR5yIOh2Iwcn0gWFO807VDe7qB0qOZlVaJR9Szmz2TT6BjpwYNu76N66BXpPF4uT3M2cHIBUYk1ONOpaz1mqNhZms5rO5f6aZgirfTnFuN5cFl63gsqRtZh5+XUYNW4C3IEAgqEw591Ge3rRG+mBXbWx69SYX4XBsmd2GJoRGiQ2kTOZzjceG0AiEWfBrSQcRk+0l4XXsooqhMqrWJjOUWREOsnZsQvmXnhCS+WP/v7vOG7A6VC5IRgJ35Tlq2Zz6It2wwEdbds+RPv2rQj7Xdzp3qWo7JKksXZQd3WyrbKrlNYAO9rjObz+cQeiOXIYKrBR0zLa+LDCP+nOV1VccMH5OHPWNLMDus6ZnHQedM9BpYxS47gkJlK5upEIYMR70IvERJrTlrORyuq5iRi5Z/M6uiJRvPr0Ony0ez+XoQ9KsmapO7kzDWc5lZkbReb0mVx+b3fwtdcFVCyYNQVTRo+C0+HGR/t7cLC7E1POORvhuhr4SkIsEFI0BW2E0PtzOQ0FRUF5XR1yvPZ4kE7EqIMcsyD3ejab4/WA1pl4PMGl/PQySvENh6/laKT5wBsfJF6aWaTGxgeJ2ZZT0uxObzb7YtaDblO6vhyciR4kDu7H1l1tePdAL2LkTOe4WzsyeSMOQNEN8ZMVzyEd73m1HuKitURV62do3ad/J6Gd828tYdXj4UZT/bEBoxHckAZOhqf/yBeLouRw5gMfLuvnU7IaBR7VPIvPzexPRpsZQ3/ueO8j6zdtXsT7ezC5NoyxVUEEfG74gyGU+wIoD3hQUVYB79gp0CvroeUVzsUd6h4eWvZv/b4ZejXG7xPj989QEZZ+vyjmeQ4VVY17yNzaGuJ8tZy5X1+27ITucXmTEBACQkAICAEhIASEgBAQAkLgZBAQYfU4lGct+DqK1IHeUYo5c+bjnLNG44PX12D1P/8SvqAfLrcLbe1thiCjk7tTZVcmCR5GSSMJIuTQMwTVw41EyI1m46Y3Rfgw7ayLMG32BSgobmjZGLpat2P7+2+iu3UXnC47Nz0h8S+dyiJcUoblK/4KNTU1MCL76Fgk3pBziz1BR2TdkXhFgs3HW9/BY4/9G5KZAdDpkFjIGXjUIZvdcWYncrNbM4mvJHikkmlcvPAKzL/kMsDmJvkFBTt9itGExwVgd/PHeOqtl9A9zodiVkORnIQAynIqrp19MUaW10LXsnDYncjEBuBU+nHaxCrYKCMRMSQ1O37z1AZkUr34s6+dh3Q6hWxcR1X9CPxufROa29rx9WsXoMytIqvHoSt+rHl+E9KpJJYtmc/5l1mtiCz8aO3OI5mzcal0kVxWILHEEHzojD/a8gHe2PAyd57n5jlmiSsxoBxXEs3IvVZfPxoLLr0I5RUjoOezUDQVqqsNU+vWoMzdYTBX7IingGgij4EB+owi7CSgtjow6rUQJmUD7O5N2zR4qJmR04NOfwh75s1Az+SJ0KlUnB2hOagOG8ZNGIfKynJoVCqbJ8EzjUwmjXgqi6RmQ1pXkEmnoEJBadCNylIHyoJOLtlOazYkKKu1qEC1u/jcPG43vG4X7E4H1KKCRDKB1s4D6Nq3A+m2Q8h37EW8fwBamvJWSXg2mlPRxgCLrIUitDyQ00lYzXPDs1ROQW9aZ/dqidPOzcYmTJ+CyRdeAbvbi0BJGAF/iBsFJeJJ9EWjcHucCIVCg8KMNd9obnLzHwfNQxtHZ5CQkkzEkUol4fP5uDR/IB7n94dKS1FWVcv3VzKZAjUtshV0XHrhwhNaJ7/xvW+iqroa5eUVUJ0OUA28w+mE3nEQu97bhFwigc6DBxDri6I8EEDA52FB3ipLJxGU3MPsclZoY0VFb9aG13e3oCVG8QZ2zt+kJmMkEFKOMP3s2PHjMO+C8+H1OeH3+zHQ18tl8uSI5W7wlNVJrj8WoknkNjY6KALDcgtmc9QVXmPB0e1xQ3U6YVMVeOwOdqrTv2994228+PJGJDNZIw2W3JnkmGeLK9ApUkQAACAASURBVOm3vA3CqipdC4m0JAw69TxqKkow67TROHPCSAQcKrK5Il7ctgunNzZi7GmTkCOHIW0k5HSkUyl2redzGlxuN3zBEhRo04Q3b+zIJOLIaxkkBvpZwHY6nMjpOQQpU7lQQDwWQyKZNHJSNQ1FbgaomU2MyCnsZC4Ol8sQonXadDBcvNaGkCVcDm2WxA5WkrvzWTjj3ch2tGDngS7s6EohmkjxupjSCxjI0vjZYaO4EnNNtSaUJfAOFSmHiqy8bnKeKG1ikLBpKIQkBgdDIb7nKEfYEiJJwDXWbMt/enjqfpawOvQcDrtoDR2Y/075yEcJsNbRh7pueeMok0Mm2Y+pdaWYWB2C32WHz+dHOOBDRWkZgjUj4R17GnRfGDkW4ym7+0jB2crHPdpdenhMjGxhbuBmvlhctrTjo6IDGCU7Vw+L0NZa8ac33HBC97i8SQgIASEgBISAEBACQkAICAEhcDIIiLB6HMpnLVjGmZ6ptIJxE6bjmisvRLxrO1b9099h796daJg0CdHeXvRG+2F3uvmBn9x5JArQF4mpg5l4phBpiKvcG9t0aCmcD5q3q3D5fFCKGrIDEbidNuTh5DxP1mXp0bbgxLVfuxGzZp/PwhU51KymS1x6OSSbj7MxTUcgueGysQgefmQVdux4Hw6nUQLvcwcGH2S5sQqMsmx60d/TyTQa58zFVVcvgapSVIEDCgk39iLnp+ZzOtyqHe9sew/PfPQmkiODFKDI5dR2txNjbUFc33gxAt4AcgWNs1lj0R6UBrMYNSLAzbrySh6ptA2//Lc1XJL6J1fNRVtHB9J9A5gwpQEP/cfLSBcKuPmqi+ChUnVbHlm48c+/WYsRddX46qXnAnoKRcWB/qQPbT1Unm6UzdqhomAjVx81uykg0tPD59C09UN8+NF70KhZkk2BPxBgjpT3Se6zyqoqfGXefFRVlyKfJTsvCZ2kPuUxrvJVeJQPkdejqKwwWCViHkQjGlrbdOQVBwLloxF/yYGzdicx003ilRt5ex4RtxO7zp+J+PQzuOs8uZAVcoTqGlS3EyNGjoTX74PGCmcW6WQcmVTcyMu1U2MlJ4o28iQCPrcdAS8Q8NjYTRZPFdCfzHJzMYfDxQ7D0pJS7vZNGbvkQu3p68XuvdvR3bofaioBd+9e4zMGksinNOgauVap2zx9kTtV51J/MhRmKV81l0c0XkBayyPgdSLoVOAPejC58UxUTDsPUJ2GSKk6DFciuVajEQT8Pni93kHHHotjZikx3Q8kntL4kBhF8zaVjPNYeH0+PhdyVpaWliIQDKGiugbpdAax/n6OT6Bs2isvv/aE1smVP/0RO2mpcZFNdfD5OWzAwNaNaP3wfThhR0dvHw50dsOtujGirBwuVxEqZ/CS887YlKAXicOUV5wqqth8oAtNbVF2qg4t34ZShN/nx6WXL+LGQqTlBkNBnoduj4tjELweL7tfiT8fl4Rns7SbBH9NN9YWigEIh0sG82pzeR3xVJI3NnK5DLRMCn37D+G9D3agKxJBPJVDhoQrO8UcOFGguAEqMSf+lCShUnl6gbZN0FBVgskNEzC2qhRlHjv8Xj8OtHcjGizBjHPPQUbPsWOYcnkpmoNiP/Rinv9LZfAebwC+cBmcHh/yxQLSJKzmMujuaEN1VRULeCTEUn4uiaskqBN7yoslkZbEVaPsvMCOz3g8zsf2+f1wcPwBNQA0yA4KlgWrkZXxPiPPk+RkwJ7LwNHfgWxXCw50RrG/P4dMtgCny4loIoP2eAaa4uIMaNqdsiIRhk4qSyyk7w0VVo2V2fgeu1VpwwU2FoKpyVpXdxfnA/O5GhL8oAh69KQdrrBqnYP1/qMdq3xOQwTWoZzozzoKLLwX0klMqg1jQrkPJS5y5PtQVRJEWbgW3vGT4R/bgLzNiayheA7yPuLYLLAfvpIj/o1jLGiT0RwLc8zymuFUt5yuHF9j/l4kYdX4/WNEIFjcb7zuuhO6x+VNQkAICAEhIASEgBAQAkJACAiBk0FAhNXjUJ5x0VIoUJHOFOHxVeLqxVdiXJ0P63//MH7z64dRXV3B4k9nVwThsgoE/AG0d7QhkTByDalpEosgZn6k9QTKTlYuvyeHkVEuWbDbuExcyRfhJpFHy7PYauSdkoNHwVfmLcSll1yJPHWXoUw/h9HJngRWq/u39UBqXRKJq93d3XDYKCczgbXP/BYtB5tZAKFmSj6/m7uxG12ZKWPTEHRcngBOmzIdF1wwnxua6Hkbd5m3HLIkrFLJLWUkvrjpNbze0gStyg+tIwrV7ULRrWKKvxpLZl0IKiym87MpOvoinaivc6CmygWbZoNddaGrM46HHv0Nzjt7OmZNHY3Onii7mkorg/jn376AujGjcc3884xO9nYb+hI5/PO//wfOnd2Ir5w1BXk9g6LThWivAz19eWgkLtpIwHCxSEmuPHJbDQzEuPlQIjaArq52dLS3sThEzshgMGQ2rlJRW1sLf1kVUEhDKVAubpbdwHbVi4AtAbfzDWRSryHg1OB1FlDQihgYsKMv7kFWHYW25Dhs29KCMZ0RnKu4EVZV9CpZNNd4MHbRIoQrx2AgFYNKogSVc9MIUyZjIICCYoPDpcJpLyKbSpgl1gW4nA54vB64A37Y4YQx4mn+OUPILCIWTyOdy7JwXxIKY8zocagsq4Lb6UIqk0ZLRxvefPt17P94O9SChkp7DB5FgT4Qgx5LQE9r0LIatHwBORLo9ILxpRWRyRpxAP3JAouIIR8Jq4C3NIyG2efAP3oq3B4fykrLeW6RsEriTX9/DMFAgIWmoXOTxWIWmShf8nBXdRJiyLFKDmN6D90o5AwnJ6TXT0JcCIlYP1KJBOf1ZtMp/Mmyb53QOvnLh/8JA70DUMjd7FLhtisoJpLofv8laF3t7OCN60UcivSivzcBR6GI6lI/i8SUp8lCHDdL4sBTuG12aDYHtnUOYPO+Ni6Jp3lH18qN7Ao6Jk6cgOlnnoEYlYfnsygpKUFNbRV8JKgWCoZbO2s0daPrp88i6c4SomktCYWC/P28riEejyGZSCARiyGd01AkZ7GWgUobCtT8rLMH3b39iKXSSGQ1pLgBGcVYcLAAKKyErrvE60NZMAi3y4HxdSWoKi9HacCDkMeNoqKiP2eDbcw45FU7kmlqOpbBQG8v2lva4PP7UFldCbfTjkwqCafHC39JBcqra5FMpfl70DPobGtFMOiHzxcwnPW8hjmYATl3KfqBULJLd7CUv8hNziindyDSZ25Ykdv2cKQKN/2yStULRjwCu19JKKYSfXJntu2B3teGeCqDA90xOBQVdpcL3YksmntTiOfpjiKxmMbzcJn+UKenJVBa37MqEA4326J1Os9rF60p4yeMx569exGNRjlDlddLMzvXcPwf+RqusPqJWADlsFh79PkO/QTLCZrVshxfQ5tiY8v8GF/uR1AF/F4faipCKKuZgJJJ02GvqIKtaEeeoqqLh0XOoSKz2YFskP/Qz6PsWWveGl3xjBdJp+w6NqMRLK40H7h5nLnxQv+1HKs3LFlyQve4vEkICAEhIASEgBAQAkJACAgBIXAyCIiwehzKZ158E5frUx5hKmvHzGlzMP/8s6D178bqX/0jdn28A1VVFZyZSPmQmVwOkWiUhRFDGDBEU3o5LFGSRQOrG7YhsJLEwaITOdyKJLZx4S5go/xTO4o2O2afcz4uuvAyeLxBzqKjslNyKnFpKeU+0nOr2aGZHu6tJiJUSn7w4AEoSgEVFWUY6O/Fxzt3YN/ej1nAUtQiu978fh+i0V54fW7U1tSgrKwS4ydOhtvlg+rwwOF0maXClBtphuEpNi7H/v2GF/Bh3yHoHhX53n4oTiccAS9mjZ+CC6c0wqHxozRdJVpaDyIcLqK8zIViloRVBa2HIlj/2gacfdYkjAiXIFMA8kU7Mrk4Xn9nF+pHj+KyZFtB4dzGvv4E3nz3A0ydNBGjqio46zZrVxBylyOPADv+nAp1uVdB/YOgUFftItwuDwao9F3LsvutveUQNyoiMYvGh8QqKjum/xapnJ4iD2g8bDolsXIptqOoweNIwqFsgWo7gEI2xu5SXS9BZ98I7G1VsG3fAPpjPVBUHSV6DAF4kVbyKBs3EpdeuhB+XwB6RmPXL7nHyOGbzGYQ6e9HT28vxo4bg5qqUi4xTsXjUJUCPC4FAb8b/lAQNpsTWk7nOAOKbPB4ArDbHEhlUkikkiw+VVRU47SGqSgLl8NucyOZTeFg2wG88eYrONi8GwoxKqZQ6nbBkYojG+lGLhaHlqH8S3KnGuX/3Kwql0cynUWWYh4UB5xOFX4HNR9zwV9Vi3HnfAXOSsrhdCHkDxjNlApFpDMZxOJxBPxB3lywHNQkqAx1pHETJZsNHq+PBRdyrNI9xF3WXS54KBLArrL4RvEU0e4OFHIZ6uzETbC++b0fnNA6+df/52/gsTnh8nmgqQX4HQpSLS2IfPg2VI1Eah25PJDSioglU0gnkvCpdng9bqPDPTsjjY2IotOOgOpEUXFiT18ab+85hDTdx5SRardzEzyvz4NRo0bCF/DC5/NCz6URDodQXV3N9zNtcFC8RTaT4Q0bj8fLTbWIA81JikPwesnFqyHS3cVf1HWeNkQo+7WoOuB1++D2eFAS8GCg+SA6du9AKpOBTlmo+SLSmo50NocMOeoVG/xuF/weF8I+H0oCfo6VcDoLCJE7uLQUbqcDOZsDO1sj2BqJIaPrXLZPm0dxmi+5DJxOF8orwpjcMBYlIS8Lpi5/CGMmTkIuZ0MmGQfyOfRGulhOpWtXnca10YvH2enkdYiiGNily65gsxmfmWGqU7xEIsFuZtp4sgRYarRGbl5d03hzKkfO10yGhf0MrcXJJNzZfgRtCeQzWcTiOmzFHAo2GzrjGvb1ZdCTop0TEmuHtvQ6HDVwtEBpiX58rmaUitGwKc+bJeTGndjQgF27d6F/oH8wC5dFUcPj+ok5e2LC6mAk7GA8yxHCp3lvWSzZCUyiM4n9qhOTR1Zjcl05Ur3dPK/r66tQ1zATZeNOQ97lBM9uym6mqIsh40Lf5moMGiczfsb6DPqdxONqN4RV60Uub45WoENyXI7xu3EwboF3G40qj8H8ZZPt9VdffUL3uLxJCAgBISAEhIAQEAJCQAgIASFwMgiIsHoyKMtnCAEhIASEgBAQAkJACAgBISAEhIAQEAJCQAgIASFwShEQYfWUGk65GCEgBISAEBACQkAICAEhIASEgBAQAkJACAgBISAETgYBEVZPBmX5DCEgBISAEBACQkAICAEhIASEgBAQAkJACAgBISAETikCIqyeUsMpFyMEhIAQEAJCQAgIASEgBISAEBACQkAICAEhIASEwMkgIMLqyaAsnyEEhIAQEAJCQAgIASEgBISAEBACQkAICAEhIASEwClFQITVU2o45WKEgBAQAkJACAgBISAEhIAQEAJCQAgIASEgBISAEDgZBERYPRmU5TOEgBAQAkJACAgBISAEhIAQEAJCQAgIASEgBISAEDilCIiwekoNp1yMEBACQkAICAEhIASEgBAQAkJACAgBISAEhIAQEAIng4AIqyeDsnyGEBACQkAICAEhIASEgBAQAkJACAgBISAEhIAQEAKnFAERVk+p4ZSLEQJCQAgIASEgBISAEBACQkAICAEhIASEgBAQAkLgZBAQYfVkUJbPEAJCQAgIASEgBISAEBACQkAICAEhIASEgBAQAkLglCIgwuopNZxyMUJACAgBISAEhIAQEAJCQAgIASEgBISAEBACQkAInAwCIqyeDMryGUJACAgBISAEhIAQEAJCQAgIASEgBISAEBACQkAInFIERFg9pYZTLkYICAEhIASEgBAQAkJACAgBISAEhIAQEAJCQAgIgZNBQITVk0FZPkMICAEhIASEgBAQAkJACAgBISAEhIAQEAJCQAgIgVOKgAirp9RwysUIASEgBISAEBACQkAICAEhIASEgBAQAkJACAgBIXAyCIiwejIoy2cIASEgBISAEBACQkAICAEhIASEgBAQAkJACAgBIXBKERBh9ZQaTrkYISAEhIAQEAJCQAgIASEgBISAEBACQkAICAEhIAROBgERVk8GZfkMISAEhIAQEAJCQAgIASEgBISAEBACQkAICAEhIAROKQIirJ5SwykXIwSEgBAQAkJACAgBISAEhIAQEAJCQAgIASEgBITAySAgwurJoCyfIQSEgBAQAkJACAgBISAEhIAQEAJCQAgIASEgBITAKUVAhNVTajjlYoSAEBACQkAICAEhIASEgBAQAkJACAgBISAEhIAQOBkERFg9GZTlM4SAEBACQkAICAEhIASEgBAQAkJACAgBISAEhIAQOKUIiLB6Sg2nXMwpS6BvM1b9w4uoufkeLB57yl6lXNgpSSCGzb/6OV6sXIZ7rvoyTt4v+/mfkpNKLkoICAEhIASEgBAQAkJACAgBIfCFICDC6hdiGIZ/Eh3PrsTKZzqOeoMD3uoGzLlmKZZMKx/+weQnP0Fgy69uw6r3PwNM9WKs/NEi1Az+WApNv74XD270YP73voslDcE/PNm9a3Dn32/AuFsfwIpZjj/88eWIQuBECGgRbH5yNdZuakYkC8DhRU3DfFx/8yJMGrwNmrHmzp9iw7jleGBFI758s/fLfv4nMrDyHiEgBISAEBACQkAICAEhIASEgBAYDgERVodD6Qv0M4aw6sG8r1+AcYPnNYB969dhw8EUxl5/P+664HMQ9r5ADD7PU4k1b8au6OFP2PfKamzom4El18xEyPq2px4zptYMCkSRTavwwNNpzP/uHZhX+3menRxbCHyBCBSaseaHP8X6vhrMuWoRJtENkonggxfXYkukHot/cA8Wyf3wBRowORUhIASEgBAQAkJACAgBISAEhIAQ+EMTEGH1D030cz6eIaxWY8VDKzDjiM+KYf19d2JNzxzc8cAyTPqcz+OP5fDsYG072qH6x3L1cp1C4PgEtLcexHceacac2x/AsqlDfq7QhEf/8kFsHL8cv/j2l9GhKqMuBISAEBACQkAICAEhIASEgBAQAkJgeAREWB0epy/MTx1fWAWMf1Ox+Mf3YFFlB9b9cCXW1izBcs9GPPpWB8qvXImVl1EBu4bIpsex6snNaEloXL5bP2spVtzQiPKhdbqxJjz+i9XYeDAFTXGgZvYyLAmvw4PvNw6Wwlvns+TrXmx8ZCM6yiwRMoXmZ1dj9QtNRomwqxxTL1mO5ZeNhdekab136bfL8c5jG9Dcpxk/99Xv4PbzdKxftQprd0SgFRzwjmrE0tuWobFsyFCkmrFu9Wqs458BHGVTsejW5Vg03voEAIUINj+xGk++1YwYXaq/HlMX3oBlFx8+j08b3E8VVqkM+rFVePzdFqTo2LUzsOTW5ZhXPxSihpbXVuORZ5oM1szhJty8cBKCCn2yOU51y3BX3QeDvBzhqVj87RWYbx2rcx1W/nAtqlc8hBWDivpnHZuOP7yxTu1dj0d/sxZb2jVAcaB87BwsvnXpkby/MHeBnMgXgUDkuZ/g7qfTWPTDe7H4KGdq86ur8erA2bj2qqkIDs7xFXjoGzR5rbVpKW6veAePvGrem2VTseQ7t2NOfj1W/XItmqJD1qabGlHO94u5zv2+Gktu9eKdJ8w1zFWDOTd9B8tmDY1CGd7cR6oZ63/9KNZu6TDXkbGY89XlWDp4LOsetc7fOI/Y7nV45JF1xnnSPXPaItx0RATCF2GU5ByEgBAQAkJACAgBISAEhIAQEAJC4PMkIMLq50n3czj2pwmrTY/cgQffasDyX65Ao2KKAZ2Ao3oq5jROwsixZ2PO5CA6nv0JVj7TiZpzl2LZwgZg9zo8+tuN6KDs0O8vQg0JGIVdePTOB7AxS2W+SzCzMoWO99dizaYIMCRjdDDz1VGDqec2YtLosTj73Elo//UdeGCjF403LMfi6Q60rHsEq19tQfVVK3HPQiOddPC9lY1YcuUc1PujaHpuDdbvBoJBDc7TFmPp7HqgbSMe/91mROqX4P7vzwcHHVjn523EslsW43RHC57999XY0FKNxT+8B4uqDVGx6eG/woObzfNoAJpfeQyPHnUenzZMxxVWCx1Yd99KrO2bhPnXL8a86gFsePJRrN9TjaX33YV5YUsEItZRTFqwFIvn1iC39UX8++82I9V4O352y1Q4LJGpGwhOmI+rLp6E0MAurH96PXZhHu76+6Xgdj/HEFaNcfy0YxPjYYx15zr85EdrEZ0wH8uuXYDyxJt49l/XYkuhEbfftxxTXZ/DRJZDfvkJ9G3AT7//OJrLG7H8m8vQWHu89NSjhcnDa1P57CVYPLsewUgTnuM5H0Qw68Skq5ZiTh3QsulxXnPqr70f91xsRJwcXjdmYPGCeRhbfnjdmLHiXqyYYWysDGvu0/33E/M+vnEJFpQn8eazq7F2i47Gb/8My6fRNX1SWE1tWYW7V22BOnk+brhmAcojL2LNY+uxqzADK368AuYpfPnHWK5ACAgBISAEhIAQEAJCQAgIASEgBD6VgAirX7IJckxhtaChY/Oj+MUjm5GasQI/+8aMw4IdFmHlDxcbYim9spvx4PdWo/PCu3DvtUM6dDevwd0/XY/yG+7HHecHEXv1p7jzic6jynxT2PjzO/DowOHSeON8gEU/XDnEtdaEx//6ERy68C9w1wKrxZMZVVBYjHvvWQTylRnvDWHZA3dgjmUyzW7Eg999FE0Ny/DAX8w57G595m6sfLYay/7xdswhoa/pcdz560NY8L27MJ9FVAB96/GTv14DXHUv7llIn9CCNd//CdaPHuo0i2HDgz/Gs7gMd90+j8/j017HE1a1TQ/iOw8fVQZtlkBvOfMOPHDjpOOyjr30E9z5pANL778L84KmaHPUOBll1lEs/tFKQyQ+Wlg9zjgecWzX8MbauJYhn0VAdq7Byke2oOHme7F08pfsJpHTPWkEUnvX4aGH1mJXzHClj50xBwsumY8ZR4isxxFWQ0fe48acb8KkGx/AHXMHfe1Y+4OVWFe5DL+4fQ7nGh9z3aC813t+ivUOc20a5jrH6+F3VyM66OY3Nm3W/Gg1tkxejnuvp1CVo8/fXFdqluGB2w+vUUhtxIN/+Sia596FB24YsraetNGQDxICQkAICAEhIASEgBAQAkJACAiBk01AhNWTTfx/+HmDbq1jHCc4eQm+++35MKrHj12+ii2rcNuqfZh/1/1YcsSzf4chYNQbIiQLijs/mdd6tND4aQ7ao09xeO/dglW3rULnUKFjUEzBYaHxmByPfq/lWFUxdu4CLJ47B+PqvHBYIvMwxuJ4wurx+GxedRtWR0zxeOtq3PZPuz7JWkshlgY8fjqXTxunzuMLq8M59kfDG2sSbcmx2lk5A4suX4DGKfUo9375ercPYzjlRz4PArSxs3sDNr70DjbuNmIxgpOX4i++O8/c0DmOsFp3ZGm9sTYNmfN8rtbGw9GbOZ/Mme7gzZd6I396mOscH58cq501mLFwERbMmor6Su9gYzoD11Hnb25ylN38C9x+7pH3Cd//HZLJ/HlMMzmmEBACQkAICAEhIASEgBAQAkLgi0hAhNUv4qh8yjkZQmYZlt1/M04f8nOqKwjvESXbxxbsjulOPIaA0Xmcpk3DE0cpgHAX1j+xBi82tSBGGavW6xMxAkcLJMMXVmO71+Ox372IppYYZyNar5oj3Gcx7HrlMax5oQktFLJqZsV+5+g82eMwP7awmsKGn9+Bx3cf503WNR5TKDr6PScorA7j2MMda07d7d6MNY+sw+aDHUZebHgqFt1yMxY1GOXX8hICwyJAIuvGVfjZr5uAuaZz+3gZq39oYdVcG5f/4+2YseUYLuxjrHPsp6es5CdXY937LejgzOkgpi5cfowcZFMIPrgGd9+3HvVH5B0bdHi9eH/GMZoLDoue/JAQEAJCQAgIASEgBISAEBACQkAIfMkIiLD6JRuw4TtE/2eO1aaHb8ODW0/QsWrmn26pMzI7x5V5EPQ6DNGh7bOcZ8MUVnc+ijv+YQtGLliGJfPHocwThNdx7PcODrGWQkvTWjzyqw1omTq8juWf6lhtmY877lyAo/r2AIoHQb8DOJ6r9Ig5d4LC6nCOPWzX3pE3gRZtxoYnHsSarV7Mv+deLKn/kt0kcrongUAMTU8/iXdgNaga+pEaNj74HTzabK0fX2TH6lGoshE0v/E4HnyyCd4F9+Dea2jyi2P1JEwo+QghIASEgBAQAkJACAgBISAEhMCXkoAIq1+yYfsfC6vDzB403I6dmH/XvUMiA46XsXqU63Tv47jj/g1oOMLRNcz3YnjCavNjd+CnrzUc6QxLbcQDdzyKAcuxepyS3eM2pDrGXDjezxpZpsCSv7sH881GVfz2WAwxfxBBihs4DuvUGw/gjl/njsxY/Sz33jAzVo849jAzVvkam+fjrr9bYjTKotcxmmV9yW4VOd3PmQA3y9s0Fsv+/vbDGcnGTYD1992JNelFWPnjxaj5XByrR2UzWxmrfrPB3TDXuWNHo3yWECwZq5/z1JLDCwEhIASEgBAQAkJACAgBISAEvjQERFj90gyVcaL/Y2F1sFu21U1+LHBwA9Y+sR67woux8vuLjFxE03W6EZMw/6r5mBRKoeP9tdyhG59Vzm+KGk3ljVhy5ekIYQD7XnkRG5pjn/3eYQqrhvDbBO4qPjUEDOzDqy9sAH3E4SiAGDbcfyceP1iPeTffgPkNDkQ2v4h//91mpOZYZcqfPgGOK8IWOrDuPrOb+PWLMY+P/SqeeHojkrPvwH03TjIb7fwEK58h1uSsrYf20VqsfmwzUo2342e3TD3cZOy/K6weMY7HO7bVGf0zxprdvxuhzliM5Zedh3JtFzY8/TjW76nG0vvuwryhwvGX7H6R0/0cCaS2YNUPVmFLtgZzrlqEmXVBIBHFro1PY/3Ok+pR5QAAEMNJREFUNCbdcB83wvtk3vMwXdrGiod1P1yJtTja6d4BVDZiyQ0LcLY/gheffBTrdwON3/4Zlk8zck87nrXuvaVYPPcz1jllBhbfehnOK9Ow6421ePzFXai+/n7cdcGxzh9IbVmFu1dtgXf2Etx08dnwJd7Bi4+twebUDKz48QrMsHpvfY745dBCQAgIASEgBISAEBACQkAICAEh8L9PQITV//0x+G+dwR9CWAU0RDY9jlVPbkYLZwp6UT9rKVYcnTsaa8Ljv1iNjQdT0Mxs0jnp1VgzpDnL8c6HuoWv/td1aIoamYVjL7gZFyRWY/VbDVj+yxVoVI4nEg/PsQqk0Pzsaqx+oQmRLGWCjsW8Gy5A6uHV2NiwHA+taDS4Un7iY6vw5Ptm1it1Lp+9GMuvb0T5MJpYfaq71Tz24+8aDXsc/npMXXgDll08Fod1FQ0tr63GI880Gaxd5Zh6yU3Hz2+0ZsPRGarHdJB+1rEZwLDGOrZ7HR55bD12d6agwQHvqKlYdN0yzB8vCtF/6wb9Y/vho/NJrblzDW1kWPm8n+UANaH9N5tXLfm6F+88Ya5hrhrMuek7WDarfMgIDG/uUx70ukeewPrdZr7wJ+7jYwvBfM88Yq5xigPlpy3CTTcvwiSJJf5juwvkeoWAEBACQkAICAEhIASEgBD4IyYgwuof8eB/5qVTQ6gjxEezxNexFPffOQ+iH3wmQfkBISAE/sAEhr+59P+3d7+hdZ7nHYB/GJ+FaEUhSAw7wf2grNgt6h8xpph6ZXGJXCKD1VEPFhNLLIJEpTFUK55LbYhCnLJgmAvuqDx2WuwWu1Ab4kE0YpVG/eCRuGyCIRYbWrNFJDbDJlgUQdAwQ7KOHMt26xA/mvLqOh/Fq/t57ut+P/14znPu8cLKESBAgAABAgQIECBAgACBRQKCVa/E7QWujOXlF15NNm5Jz5cezUN5N2/+/Mc58cb0TV+3xUeAAIGlFBCsLqW2tQgQIECAAAECBAgQIEDgdwkIVr0fdxSYOj+aYydHMjF7FUCSWkt7uvv60r3wFV94BAgQWFoBwerSeluNAAECBAgQIECAAAECBO4sIFj1dhAgQIAAAQIECBAgQIAAAQIECBAgQOBDCghWPySYxwkQIECAAAECBAgQIECAAAECBAgQICBY9Q4QIECAAAECBAgQIECAAAECBAgQIEDgQwoIVj8kmMcJECBAgAABAgQIECBAgAABAgQIECAgWPUOLGuB5fNDNRcz8vxQTj08kMPPdCxrM5sjQIAAAQIECBAgQIAAAQIECBAoLyBYLW+88la4NJKh508l24YytHXtR+pfsPqR+PwzAQIECBAgQIAAAQIECBAgQIBAIQHBaiHYFV1WsLqix695AgQIECBAgAABAgQIECBAgMBKEBCsroQpL3WPgtWlFrceAQIECBAgQIAAAQIECBAgQIDAEgsIVpcYfEUsd9fB6nQuvFpP/bWJXH4/yX2taf9Kf/q3tqVpHqpxFcCT32jNm8fGcuG9meS+ten4Wn/6/3xdah8AnTo/kiNHRjJxZSZZVUvrZ7qzs687G5obD41n+NnhXNrcm85Lr+TUW1PpGDicgdkrU6cvZKRez8h/Xs7MtaTW0p7up/vT/ccLO7ntHas3rVlrTtvmvnz9L9rTvOrGxi7/6njqJ89c33utKes+150dT3WlrVF6RbwUmiRAgAABAgQIECBAgAABAgQIVEtAsFqteS6Pbu4yWD33k8EcPNOUzh396fl8LZMjR1J/fTJrvjqUfU9cv5v1erB6MWnekK5tT6S99UomXnslo29Npb3vYHZ98Xo6OT0+nL3D41n96a7s+NqWtF4+nRPHRnPuWkcGXhxIx9xj14PV8STNbR159E8eySOf6krHunM5uvtgzjR1pveve/LZ2mRe/XE9Y5Nr0vP8vnSvmdvJLcFqY82mjduz8/GO/MF/nUr92NlMbxrMwac2zO1r5j/q+dt/OJumjb3p37o++e/RHDsylsk1PRna152PdgPt8hi3XRAgQIAAAQIECBAgQIAAAQIEVqKAYHUlTr10z3cVrE7k+LeP5O0v/032bGnEi1MZ/e7unLjWk5f2dad1IVhdne1/ty9dDzY2Pv/c+z0ZemE2nJzMie/sz+ja3hzctWnhtGumz+TQt47mwpf25OCOtoVg9XxHf14a6Lzx3MTx7P7J29nyzT3pmgtRk7w3mv3fPpF89aXse2JuJ4uC1fk1P7E9B77Tlcah2Kmf78/un9Xy5IE9eaw5mTy5N/tPr8vA4YHMHoyd/Uz98lBe/Jdk6+5deayl9DDUJ0CAAAECBAgQIECAAAECBAgQKCEgWC2hutJr3lWwenuk8X98NsPvNALTxonVNTcFk7P/2bgioP8HA+n8n5EMPX8qLX3fz64vfvBygOTs8LOpX2zUm78KYNtQhrb+vrOii59dFKzO93j/Xx3Ins0Ldw0k757K3hdG0vaNw+n/3I0Tq6vbHsuWbX+WTW3r0nTfSn9B9E+AAAECBAgQIECAAAECBAgQ+PgLCFY//jNcfh3cbbA6dS6jPz2R0xOTmZq9Y7Xxmf2a/NxJ1N8XrCY9Lwyl+/0T2fvd0axr3Jf6gVJzQe2/dcwHs3cOVqfOj+bYydOZmJyau2O18Vm7EMIuClZ/fTyDB8YyfQf9hbtbZ0+oLqpde2hTer/+ZDr/6OYQePkN0o4IECBAgAABAgQIECBAgAABAgTuJCBY9W7ce4G7CVavXb/XdPzhrvT+5ZY80nJ/mptq+X85sfrW0Qx+bzyf3NKb7V2PpOX+5jTV7u7EastTB9L3+VsJV8/VWPz3mUxPTuTUkeGMvdOe/u/tSqfTq/f+/VORAAECBAgQIECAAAECBAgQILAEAoLVJUBecUvcTbA6f+Jz/U2nTKdz5u8Hc/Tq4hOr8ydTG/ef5qPdsXpp0VUAF44N5uVfrr/5uoHpMzk4eDRX73Ri9dpEjn7rUMa/sCsH+9o/MOKZTL03k+YHZ38ta/6Ua2tvvr9rUxZy1vHhPDt86fpp24WeVtxbomECBAgQIECAAAECBAgQIECAwMdaQLD6sR7fMt38fLA68/hg9nzloUWbXJ37P9GU2szZHPpmPROtndm+7bN5IFfzm1+cztiFqeSWqwAuJs0b0rWtKxseuJpzv3glo2/9bzoGXspAx2yAmUyPD2fv8HiaNm7PzscfzR/+9s2cPnYiZ6c7MvDiQK4/dvurAGbeOJTnfjSR1o3b09P+QHL1N3n9tbHMbuWOVwHcZs3WmXMZ++efZfR8a7bv35OulmTq9Zez+6eTWbe5Nzu+vCG1K419bcrggd5sWLVMZ2hbBAgQIECAAAECBAgQIECAAAECv1NAsOoFufcC88HqxdtWXrtwUnP61yOp/3AkE1dmklpz2jb3ZfNv66n/6/rM/SjVqht3rPbu/mT+/Z9GMvHeTHLf2mza+Vx6/7T1phWmzo/kyJH5eqtqaf1Md3b2dWfDwm9L3emO1elceLWe+msTufx+UnuwLY/t2JzpH9VzZn1/Dg903jh9+vBADj/TsbDuLWu2bUrP00+ms6XxyEwuv3E8wyfPZnJqJpnd1y3P3PsRqEi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4P8AUTeUqaZKWwk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AutoShape 2" descr="data:image/png;base64,iVBORw0KGgoAAAANSUhEUgAABVYAAAKaCAYAAADVtAJTAAAgAElEQVR4Xuy92871ypIlZHt+/1q7dqslWoIGqdVXwB1IvA73iCu4RbwBN0j9Lq2W+iBuECpaat6ETe3aVRsVqlr/Z6OIcE572nmyneccbha11/o87fTIiMjMkZEjxr/7V//tMuACAkAACAABIAAEgAAQAAJPEBiHYXjPKulfLJfjz5+/dN88um8ZhsHrpu3VxtvpI6erTZT7PzB6Avbut+922r+PMPKf9B++z9RUX0h97/M1GvoQ32dq79P/2M+Ojo30bYijv/kxHs/yuIWfcwGjS99924bph4bGe32THzyXverSx7v60PdD1udYsdw9y/exF2zdF6fPRwaK67627mykMvLRy3WcjzsE6Gsx0zMu+Pbl+3GXf6D5TM2Y5QbjfEcwXwnxTZ7x8s533voNjZn+I6z+FSXh0lpbLgyIt/p/GMa/+V8eW8DNV+NnQAAIAAEgAASAABAAAs0gcGUefuVeD4Aurfd83+1735X13ZVnenw33+L5zNF33ed7H73b697xxEP7ftrnfbsP9eUJjPdpiONlGBgj13V6pmcHuJ7LRuzxLI9b3s/xuncY7P5zeIjnMzWsjNlgfJ/5vs9heL7PI8S9HcPVgfSwl8dNu1uM7TwYme/3nO6j5xja5PnM7MSqs52r3zjv8+maw9d6xTeTWRsa5PvMd3ODfNh5M9AHjuM9U0FtuTL4Wb811DeRn7VErIb4Hu9JgsMafQZml0H7ThpczzH/ffzb//WxBdx/O34JBIAAEAACQAAIAAEgUD8CV8gm7/mtutG+8FmWYZic8+71Wb7vtt53ICsePdP3xwYTef/c/hw/jNZ14WQhY/bN8Gr6MgzLFIBYPbzM693qe47Y6b/vGkbqmb4Ncbj4++WORb7X667Zuv27b+J++lyDL3t9z/owT1vnla0zHsgzl2UZJnfw8IvPDOQFYtUZY9aP8P0e7X0GX/Z85udtjh95PlP6x+Nmj1uEyJqGYQmxeXP4Wq9xxRZj9Js3vra5Wqi/MVut1DOm257hHSBd7hKgLe90/KekqJeRuT5oNYILvq99Ysi2eAZA45eF6COOsAHsN8QzQrXFbgrj8i9ArHp4C24BAkAACAABIAAEgAAQsCFwZY1z5V4f1K88zzdjyLo22f3xyrxf284rjdeA8f654zm+r+H7PLNVvJ45DcNIID29bsovnPrbsmi8ZRteICgmbxhmAxacNuqxIHa+bmeQznvXPrHed/ij7zNP3b1mFh7/+5Xn+dq6bz9SW0Jl4THsnn7jXOcfPsAXI+19lozV5XsYhvmCYwaKMZeIVVfsWO3KFyPr1960de27DUZ4uZ0eMcHZg4GIsktHQ2yNCvFNV5zc1RaXjTkBNmeG+/z0fc9l4zA8PcRznvTRPAzz3/kMLp7ohPgeDvYBsorNTR7/m//xPw9hSZ6g4DYgAASAABAAAkAACAABIOCLQKgJte/7dvcle3WaF3m/xfdGWkH43nsD/vNPQr1M3/BLn3OnKSQ18Mtr+OWf/n5YTORqWkA3iO98T5A+vfuQcA0OxhVdMqC7333ndyasvod/+PWfD/PXP7lIrvq3Qb35b+eJLfvnMg5/903/259+mIdp+PvhRyLP8G+XPwp37wxn49KCkr7tLib4XekILMs8fE2/H17/8f+wI1dLb/Wz9v2jr2n4lfaPh//uv4aXPcMSvwYCQAAIAAEgAASAABAAAkCgGgQyLH/olb9+DT/++T8elu8M76+mbypuaJHdqm/UuHwPv/3+vxyGH/90GAbKXC31KhLUUsFCu4BAZgTm4TX+fvj9f/Y/D8v8/2ZuS5rXk0oG76t9/ff/FaJVGszxFiAABIAAEAACQAAIAAEgAAQ6RID1PH/9Gn79Z//YLAfQIS745EwILD+Hv/+L/2L4/vGfDOMlOYBM7cVrgQAQKB6BZfkefkz/aPj9f/o/dUOsqk4BsVq8eaKBQAAIAAEgAASAABAAAkAACNSMAIjVmnuvwbaDWG2wU/FJQCAvAiBW8+KPtwMBIAAEgAAQAAJAAAgAASAABJpFAMRqs11b54eBWK2z39BqIFAwAiBWC+4cNA0IAAEgAASAABAAAkAACAABIFAzAiBWa+69BtsOYrXBTsUnAYG8CIBYzYs/3g4EgAAQAAJAAAgAASAABIAAEGgWARCrzXZtnR8GYrXOfkOrgUDBCIBYLbhz0DQgAASAABAAAkAACAABIAAEgEDNCIBYrbn3Gmw7iNUGOxWfBATyIgBiNS/+eDsQAAJAAAgAASAABIAAEAACQKBZBECsNtu1dX4YiNU6+w2tBgIFIwBiteDOQdOAABAAAkAACAABIAAEgAAQAAI1IwBitebea7DtIFYb7FR8EhDIiwCI1bz44+1AAAgAASAABIAAEAACQAAIAIFmEQCx2mzX1vlhIFbr7De0GggUjACI1YI7B00DAkAACAABIAAEgAAQAAJAAAjUjACI1Zp7r8G2g1htsFPxSUAgLwIgVvPij7cDASAABIAAEAACQAAIAAEgAASaRQDEarNdW+eHgVits9/QaiBQMAIgVgvuHDQNCAABIAAEgAAQAAJAAAgAASBQMwIgVmvuvQbbDmK1wU7FJwGBvAiAWM2LP94OBIAAEAACQAAIAAEgAASAABBoFgEQq812bZ0fBmK1zn5Dq4FAwQiAWC24c9A0IAAEgAAQAAJAAAgAASAABIBAzQiAWK259xpsO4jVBjsVnwQE8iLQNbH61//3v1zywp/z7fTpP9d/xpwNefzucRiHaZyGur/iMQyGB4zDMr6GYRiHcQyJ0DyMy3esRlf9XA4qC/3/aw4vy7AMr2EYvwLbTdVdy42nxeEwTMM4/ojyMcsyD8O40BuiPL/2h87Dz2qR4aiw/BiWcaq9G6K0f1kIFxqv4lzLMA9Bh8E4zczzVI5r9eHDzR7GYZ5lnoPrjACNJjMbfgx8FhquZL6zLJgvHOCX+UKtVyybqRWPz3aHXVOZManbhtro65BfUXVICAmE5lkLjeXLOND/jX3NyzL8pOVWgnfF/pYYz5/neSCMrvTE2DexSt0wD8PwW9UEEDnEOE4Dlqk6tyJ3eA3LSBjJ4iPYxSMDEavXnC7Y+wt+kEyjZZFR7zUNy/jFzU81eawFK+lWIpzjRB2itNNMK2pB/LOdRI7J2FXXJdHgNcyD+BWuIwLjsCwJyLGxPttJZitMjNWFD8Vjshsh5XEdEeCFKo9VAed/J5hXcpXtB31w6oNq54IgVm3WnHJuDHK1nbhSbTiI3AW8tcukapqxnHxqXuSdkgiFwWvfxZTkMxNAFy4QqwwWkWOUuUqT6fqMijJVkdmlt3oOTuMrGjHGmXXDPExVZ2ZeiBiXb13W7MbLP8z8A8pyjkccZv64x68X8ocyVmPHS8lcHXnQx6UQkLhDw1VlBBBljTGpiv7U8DKSIZ9kQk1bFyCAjBFlmXljR3ys/Lgzz9NKqlbQ2MRwqi063v6OPl7RcDUja9XSx3WRYyBVSyFVt7nPNZIjcbjB6zwQAKlqBolmHkJyphrLJY3leyaClf5XGkLXw0wKuUU4jCvkKohV7jra7v8exuE3zmys6ZpGcgM4wrHP5GQcET8pMqPI8X6iFzSOw1sV1UgCqAkbLcC+eMcwPnFYU7RZE5BpoyLiUeVPRNajuckmGZX1R0WZq5w1xqQqxiudlanNinQWuPCmBS4NAkoSoHBilUmq5TXMvNGFS4cAZaqmyv5R7+c5z7r5hTnEYUSvglURqaN05EZ9vpvLrusi5uvr19gtrsL9Y4Ogm3JwpiqxUWp+nJ6L+u0bGaumrmdJAKKgPabMIFbfKCq91Xo0M2lgQ66q3g0kO4EyVdMs4imDbOLMZ1x60oAo1lqCNklHyEI11+SxVCtaeCc1neYsTaJHylgtFZDM7apHEkBIVZk01hIHEnbuQuRPBnKMZ4keM8WEUJTwKo47HP/LxofiMWWrYrPCNA+kDPk0maoH+lA2lKG3qu2YOsixNGuHEuLd1TbknhfXYT9XUW3/fpCqpnFKZmE0nqfeBNwoMMlcJb1VXGcEKOaof1z4gFj9QIhMm/RWiSAreSlP5q+KVZXcTpf5xfo7HeOWxUaqCYAM9ESuIiqZho46JkOiq5rKbmJ5QOjnqmJVpI+ZarPi8xsUMQ+R9T0uUuSL/kvJcUcmi9BVNXklHePOQKqq5hROHoaOZdeeRxkKyseu/TLq3apYFRHy0FXVk3esq5rRr2iZOlMhNMzRdR2kNi/K3NZRfYa+0/VdCTZdx3oi6ihQ3cNBrJqJ1Zk31/PHG5YE4KOm+dtSkoGreONDroJYPfWcKmZVot6qTEFAqjrcjSbT0QsVGNqwkFZvCeGxpJC0teWtDVlU89TUnvR4v1bbKaqBeRvDsyHJVBW/Sn8hc9WEuSoTJxs7JV4bqYqJ2rl/EhWrshrGmpWJ7jGsela91YLwkWTIzIR8icFmbVOaYlVuAJQkQAlElLu1ee4ojyBLqW+YB/Mnby3JlsuznSfIhv3tTtgs7INvPg2k6hk41UdSrKqQuLMsAykCsCwBqUWBYP3oOCn2ZS/MDWL1YOtCIVDG6j+sfyloNr0W13qxxmFJ7boZaQP/bNNVTVBV2dB22YUnvd4y9+EDQ375cSqzt7yMcJGOUMcwMJjsulbp/mSMO2oCDVkAA/ejdIwLK2ZF/rSwBADGKx2pOnCWQp7Nis/2CLkqBa3QV3tsZEwXSZJSLiJVRQIAfaXzK9FVpSs/PihmZfeassixQsiNUgLNoR2ljQ1l2U6hnVZAs0CqmjuBSNXvZSxo3kULPpIEIAIRxOqx53wkAUCsGu2dJAEo+zD/xGxr4jJM44sOuBcQKstrAuWVjAl1VU0IQG/VZhuiU1LaRfqGZDs4/rCLNu9+UpXK8w/+ogIkmZnYXPqgf/hfRHO1DP8SOkrpqpbm8QW0J5euqvHTUczKbBUkCbD6VUaCVYpVSaYqNiv0vUWCTCIFVcoFSQDrjLCo+WBJdlOK/Uo7SiNVFTolridK6blS1OyLcvFSOmedqX/nlIGyYEF+temtgnM6QkVZq1TQStainxeIVYNhyQKeyNUSjldKeNwkAAqKDIU0RRWrYpwyZtzIkeVxGBbKeuayCbgOCPDydK2YWwQ4rMMGUvXYF0pXlQnnIrLqJKdOpDZEZxrXHgFBR8as3OQq0d9E/uTUOCzZOpQ2Zmk2DHLVaDWcuZpXb5WLW8ylZDmX518yMhCxWpJf8ZEPzt3HpUegDHIM2aom+8y5pvLxmTLsx6el/d0DUtUQ82imzpvrOmquDDuhjFXSXJWrpDE1Pz62zNXxr/7wr5apJJIjP167FtAk+reVBMppVLRQnobXSLmqOdtRVOe8GyMSAKqoThn4yPFBIlZLIObL6zemgLKPuGQ5pKv6A5mqGhPhzYqFCsCVc+QUkgB2X1bEc+4NQSJUiVjFZEzXXyXoqtrsaIYkgAEezlrNJbexjLIQQ7Eqbe+o7TaKOWURq2tzF8qlxWVCQMb2XDl2IFVtlgliFX57B4HsS7w7jU7wG4pydPy/lIQVY0wm8nctZsWRuagNywQd5XgFnU4WvdXPG8c//uFfL8PyE5qQRgAp81AKEuW7IAFgXwYS+UPEahmk6tZWOj5I9pPTdvJZre3NquROTnJVZTmXRByW0FvvrGsqVlXsUnDVg0TmqpYSl9zetJs6aknMRXVG6KrqfZlIVaJXSqdY8mZmlhAHjW3g1SJVe0/Tyq0arSpWlejFaT4vyFuEkitNAuD8aSMfHVxzlFIZUBCE4z8kfdahGrFAqtZMqqq2C4mHtVZ8T/V7A0hVPU48e1B1KypIlGMSeCVXy+NY/Gwx5l1SzGqWQl/ri5hYpT9MXLAJQUnfAUSs5sMHEgDWYZ8X8XSV6PRcuKCIo7kxQ8u9Z8s8SGUp3HvGk1+J3RApj4XqHkdZ4KyaswUP/LRbKEVl0H+ffqC2LYQASnmJN/8opCBTyi/3fBdrY5ZOqq4L1Ixaop5oZrlN5svpJBOgq+ruZtFVLZ0go1g8DtMiOvMYtw6jViYmhrwZMwi9j9Vmo+nJeXds6vWOTO5cPNySrVrOKUAfwKgvv0s4ZOrT2Az3ELFKmb07YvXfrGzq9yAkEMjVD5KBp0KEiSJXU/aa6Ai+WOMQ1xGBz4zDMvGRgZ6m/WkJjjLR0LdqOwKWqtVCHA7Tj1QvrOo9pOM3DF/FL/xEboM2VJRvYXmkDE0ITiGeU43pMnP4WiUAqjL5RI0tVVfV9PmQBNAho+IOb1pQDJrixh3oqtrdU0SXSNKH7ovbF6ECBWWuYj/QNh8MhbTrOTVscrm+Id7fayNWCQmQq/HswffJIFUNsa1CUlV9CR15/+YpD20KIm5uPSwbpawIsBr++Mc/KGKV/us3NCGNkYOWjWmLWbECB3RVzT2yFtUpf/An35LM1Tqm/b7D5/P70koCyNEvzhgbyycOn6N77Qk8KIy0lVOyBMDxmxRxiGJWZ2SEeBZJgPgbplSpfOaYjCh38jwqOlSl5iwkAcwTEM49ibYBpRan5FfQVTX1gpCqRWqqWodfkomSFKDy56/X5hEh7k5DjpWe4RwCyfvPqNku09jPfWxb/iVI1c/e3c+8Z54H1klKsrjYLDIGmONrVlsrsUrpCDtiVY6piCYksutOsPEEiHBJhw/tCqBclWkIosm0ZPLWMQEQchXFrEw7eeqcgdK9ijH1oGeL/iPHOqSMfIAsxOoX5cjHAD/aM2UHdTuGEe1FlT5YClrRuBXvosnizIQ8SNUzyrXoqhrsI1expnjmGuTJkrkqsSfGJVkQilSFX52XMrJIrY9UlS/hE4IgVk+uk4YUA6lqi1ktzI3T2FGMyJ/mmTFWWiBVTetbIiRpHihnyGr1L9ETpSKaaWy0treoYlY7YlV9Ag32IIDMHUoLVMpcjRGW1Fsl1fpV6c5GbGcQCYD6Mg7J6UQWAFHJZCOCUbyLssbGSTR5cX0iwBIATKzWuIjf9ETrbH88a2SfYvInUtyhidZIuqo12k083N+jOetp1bVZcYgMq/3Ex6rGNxBBxrIbgTfqKB7PMzLATTYxD69qSVX5JslaRdQ0kBHqWGXwkQukqivOho5lrvfF+jvI1VjInp8LUtUQxyTSDzPPA+u/WBjzm4o1ITnp2JvCX4z7jNX3MkAyVtfCIPWbQegvUNk/pLka50KxKhuuI2eq1qjxoTJcRBIgEskRxySTPJURiVrMihZiZDtYypw7lHZT69usOBFAoPdOXfteXHDmYfi4M6NYlTk+LrSNVjOpqj5t3fBC6DSsKANrZi7j8D3TQqyNxVjoCQTPoFjnrXaDBLlqs404xBh8yoR5a3PjOPYTOprV/zyQquY+5Fk3zwPpqn28ku+kjNVvTltt43tCeSCfDqSDn5vG6p5YXbNbWHMV1xEBAm+MVsxqHKZxRJ1K48j/GobKi3lJNXP4lqmLVcGvsEGbFmKQANBhLjkzL6pXXHWwl2EeOsZmv5KM+ZCD+kxHldmvcJ0ZbcpSaGkjB8WsjFa+ypGE2LiQE+KvarXYYkeCrVhVI6sTsp11Q7k1YiuULYQjyJCt2gup+mY0wPqFckPb8Bf9HTW+gM/RNUaqSj+QJABlrsq/Ydz6tE4NsbonWGmGBwJI79C0SP2N8RmCVEiT4isoVqVHW3Z7qOhQ/QtVRRySKiEuQ3+z1nOohZMccQ/jp+30mNihkKrkW+0MjpKZCUmAo63KhqkUs3p+QVfVjiFlgIeLYc/7K8wTwhLzYdpUyFM4nj7MXF3WhdjSQpZz+H5hhJvbyEEhK5elhCFW6944dmH09O/tzP/OSISxn6cIl/n7p3mH4K3NnEXNxap8rPXnTAQrrbUQW/d4WYhVug16qzbjYl2t4R987M/jnoVJVfp/uDQDI5PXRP7Uj48a5KflZ3vr7gDGG1YSgEhVyf5peeJ4FfY3qUr+1FRWHSFBZzFosXoVldbvF0CEWH0GjpTt+UJWndZkaLNiarSSu/gWLgMCrLFFGvk3EGJYSQIAuqom9Hgzp4E54Of3rYdEybUexuUbVlfFT8IQY/WvHWJ1Vutz4zD2Ewv9ep8LUtXcd1zkiRNX7kwGKrGJZRl+Ek3IzW34Oy92h4NYXRepy08M+Fpgld4qFbO6a1gqF3NiYhXXGQEpVlWnrqq1P3lUooxwLFR1OAWRBCDZiOYyXMJECS5WNdSuq2pegsOv9NgsRIytBNA9SxI93vYIjntonH7VjK6q2bck85kIREymjyQZH+u+QT7Tz1gCoJEiF4G86f0Y2cxR2qqhn17C85C56uqF+wRZ4wSHCzjH33uI4/dt5yG4jf4cpKq5Y1l0i8fx1udHIoz5/S3SADIdbP2b3Q7tR6xy5iokAQzLVKqRtv5zx6BocSKZqnd+7e7iuu+QJA5FqraIkPgWwpGOUH9azIqkI0gCoEW7ue/XmwQAkaotb+bI0VzxLdiAshg5+qUkAa5v6lAxpnmArqreA4l07iHjUBGr9+NQu7/cNDN9wo6Kx8sMXVUzlT+uGzmtx/GNXOVxC3OXD5O4R461PMd5HkV7srF79vMc4xafAGLVzAi1qatqIZKXZVfMqvUx2u3NHsQqPWQZluWbDuG4n9jlHZRq8Pe3iXqRAIAx6kyHqri3pf+oIRDhW9qooQ4uD7dGcBSr0vrTqqs6EjE2EgnU9uJN5Fqgt6q1Bc6UvyYLAF1V2wSnF1J1R9HfyMzsYorIumN+matSt2jiQme49AjMJK3R9Cbg5lOcW7nQmgsZ4UdruE6MIVPVOmJ1SNxftyFE5bMfAhMTAt8LzQPplG1PnA4Rq5Sl29M3m33Ak1iVByzLb2vVZYC3h1RVox5Yb9VXClpooxdV4+7KAf0CspRZGYdparEAyCcGPIGGJIDRMGQidDGzbvyBYlUaRIWjJr3Z9rPq2G54frPZz4iBf2cVsngfRr8NUyJVKVuV/i+uIwIjk2N9YaOKoYEA0u8MSv161575PPdGyF+LHkKq9kWQsZzEQoXQsNbSbgp6b7b3ZTdXPKtX2wKxarcSF4Ph7XpXjLGReymNQyQA+rro/NKwjMP3sgzzupzoNb5Qz18iVqWYFTQhT7s3b1WJ72FYfnNOpOX3NGkiWrU/J/QJOc3qqmrJLiX9DN/STqL5P7IAnY/prMf/e9C38YPj8y4hx/o6HK+IVWSuHrZ0xKWYeHaRq0QRoViVefdH+dUdn6z5N35ZmTV/4ZO2j0rLWMeP8ZBGC7H2N7nuYriRqrxcufuYKn9HttPXF/t3kx85hrWVCdGeSQ9eTfiuJfxNsps7AZ2+q/vRVTWZuuisErFKWPQsv3aRWF3zCKmaOS4dRbZqrYpmpu3ifVRIABgw7PMY98ITaTm6jOuMgOyKScg2XlysCgvVIz5Kx2/kQl49LjiEPOx5sDc7jehlmslVikikq4rNCj2G01pwqFcaxJ2V2et4JqdRKKP3c0x/66qiWJXRNAQ5la3apwWNnP6DjHD9fMa5wurTaDy+undiFeSqh5HoVudYmhqB++YTS73OATdYZtZbpX/vF4uLxKqAt9CxZRSzskQmkgRQ5OrRuCTR/ovJH1ynCRP7I8kj9IePLLYUuQrb0FKrb1mAs1/RImycfnQd0C2rVCbHpFhVrwPepicKgnVvKUoSQC+5IaQqNiv0voVj3GpWyHrGOLqsW44OnLm6C7t80ptJVRxV1vnVSkd3JwFwxmJmvVWMV/roq888hE9ZKWfE6Dc8yFz1X2ciU9UQg2jVTrqqXSas6DGhzNXvWdI1ehy7bhGrciyXji27jg/6O21bdxIuv60ZQGcSA8WqzL3NwYmJ1f7IHzXIS9YqfEu/4DJJAizDMv7SeJX7+1GSj/8vpK3an199UogoZmXesKBZ0Gfc4aPKpFfcLRlv8TkKRVQEDthsG+6dxxfzxhZlHW6+tcxUrKrnTS4r9TPMVFjx7Vc9j1nLSqzeH/tb/uWZGAOpClL1msWDXPXDC8SqgURkXVXEnc911ioJsBZL9rOwdu66SawSAEKuSoYdrjMChA1JJnzmzhOxAV1Vk70oCYC2K5W7vEUGetFbhW8Z6NX3KC97Ysv4RaXOOqvE6LIk0ZKiiAN5BIWVFGtCESvT7juNW2rMopJ6vUpHuH1roIxDZCnsgILeqplYpb+sGfNcNZhsB6P7ES/Jmafj/z3K1ZhjDopZGcarD7YH5AZIVY9x+3BLGmI1Z6x/cn5fhOnuYyT5ik9aMDzarL1Qm0NrOvZ+4zOmIFW1yAmL8bo1y3mvQG4UG16U7NKNmtfvD3norg+IVUWu/oQmpDGWE7GqyFUKMONA2aoP++z6yFHBL9iRiBzDhHrtLZUV/mhIqqDn7zVRySZIFHqtEgD3ntXyr2Td8aP7TNXPPt70RM3HVOQYS5cXZdZRdc/hB4hDowH0rqtqAkZms/V7z71ZGscT/qmxWhXr8Qqpeu8d1pi03Ef+aWtkDfTsKWsVh/UTnz2rrdgto9GVY5W0vrxvDQ/Re3dd5D6UfXW5ZBHx/nf17ZFbYAAqz1u3xpxnLweZ54cdjJ/3gIBIspBUlBRavM5x5vaDd2C42V2u9gs2Qq7i2hCgM7eTFLHqEJvnxCplrKrKp7CrAwI0uClyVUhV0Kp6I+GjykQ6X4/cDVsd+Za7EFrDABg/jaeNa7bCMoI4NAG1LF/iVz0aifWblZ6xgQAh83oE2n2N6CCELvnGnfavLxeCg7Lqblw8AX9OHN1690dzmVkIcx2x5GPcuI4IqIJDt4xv3HXXbecLRerecR63PZBfxDxS+cTcg3zxnuhyw3G6QzZMHz7kxnvxkzgIPJnPX8mS27/n+LsnbYiDSoanrkEH5GoG7Ct+5bKuxxWxWvGnRGz6MpCmqOil4yIEhFSVNUCPMechsaqM6HuVBbi2oxraBPPuUNLXnFZf6yTxe5hGdWiwfee7OrnnLNUOi1X52HlXHtQAACAASURBVD8f5b5DNsdcvbkazkTefeLB134k6+eoUyc7iLvEBVdr9X9/Mkje6a93K57FB46Bqu9HQscXzXsw1forKsYkEfm+ndb67fZ20x6zysaE7ZixenLOqE3L4Qn18sX6mLiOCMigxMQq/Snn+Fx454Bc3XfQmqmKk1xaq9XNj9+1ChCHzphJet29NUXhceNK826vq668pOJ7Jfn7c3OcMBPfwpxZ17VcrInyGTqPO7QuJ2L1YWZKxd4zDIGIVQrUK6ma0aiyHXvZkSK6JQUx9lyM6FAY5NNy6JchdupzL4bvLKrEFXEdEaBFGGmUENHh168qqLc8cWBKg4jPlYwv7Vt9+0pn7+EHZXUgA96lECBCdWbtUJ49Apg9AiNNDkmvmHCZveNObyDKSA1ydd/vEmnUogt+JdiocVtlca//1XM8782v3jEa+KxQbIR8r7bg+m7JAv+cH5c2J3R9Q4q/i96+hCRE5xSI1/sOPnnyVtUQawGxau9PwocyV3v2LkWqsmxEveb/uOUPidVtNzU8IfD42wp5gGiryiLsXMyqkEbmbwbLSczd7/aoAUx2BV/QnNVY5nbcVC3i/Ujn/EaevgU02E9UrAmZq+vkkKrcoyCTyRJVFq/YCy1Y14I76U236DfKJi6N69gQlLX6NHyTPELGjfUyDYZVxrTj+JMNuDK/NWCr3vqgIZINArYr06OwvvoEXvnONJ2z5+BXbgJIkn1wAQENAnyq4mwdpLrPc0LOzPzcKASOhAAlIoxd663y5voqk9VzfHlMrNIxbgz6prCiSFVFrM7DwuQqLi0CCxGrIMlk851I1fs6ja1aGGv9EOl8wgZ2Y+tzqu/eO7kqhLyqxo3jTJu9KN8h4YhjzKFJtKgl4dIhgKxVWmx9U5V7NhJYyoECsm6OggRyRJUHxbjqjlciyYK1lb4XVUaqCZ8tuw5Hc42rU0mvwwUE3ggwoerYHEXmqt1gZpZM6G8uRISqErzs3aUeEas0qGHgt5Cq667OttQgb/selgEFiYyoUbGmztdmHJwWIlY7B0JjJITNmfxRN2KiaB7QaMpE5Gqfl9BfRKoScdgrCjbroL+ZsKHdDGRm6mlVldvRa+yhnN2X5O2ywBg2LI524hrHQa7ax6Q+8YEEgM9MxeZbigBy+Z/Pe1q8h08zdTZsQSLCEWs5W5XmNJ/6qvtfUeaq1BjEWG/Y9umumJXIqxFv0WKkvP5NN4lVQU+OYWCRqoOddDF1tbglnZ6IVSxUtebKEfu7S1JRCYOPfFQZfnW0D5VxaMcGkd08DFDmYZ/Zh5uuKvxqsw+Vbal2ms2TaSJWZcKNyzSZ7nFWuemqwjI+7eIaMdYneegXS3ouZgVS8OBVazFXH1zgU+4NC0gC+MWgHu6SJEt/snSeRRoAa9WjddBceRzmuYc5Ea0K1PH/Hr7XLxLcJlYhAWAGWChVvZGtynXDMvyDXw91ede8Vs3tq3qlHB/4gq6qxuaFLlWV3G1OAWLVho5oQvZCrioqkHZTVTYmBv9PYpUyFGgy7ZpQU9Yqjr2bfEuN6z2Rq6yrynYDn9Jurl88cQIiyDxy9YPNNUK+t+WBSwJAh4cQQJAEMNnKCEmA3tzoOAWULfOLUj40uya9VZCrR/NR9QmGtZhV2+ZFaysuJo3rjcAtYhUSAHoLInciSpWIVfdFkgDQWzXi1FExK7VoWFZSte96emeLYHxGdYzb7Vk9kRs+aHzeI3Ube9BbFbtRpCqqlZ+nfzJiyT/uiREfElvJVRypO3qVQDh2IpkgUUTpFV+PQj38wierbo9DP+Thvd7vAx8Qqz7WccW3IAlgR7RHSQAfG+vlHtkul/nfNb9ai1mBVDOYSvvFrGbS1vdYO/TiS+o7LxKrMujrKjH2Bpzue2WZqpcA0C5ql5/DMEISwEyu/rwU6Gu1QVkwqGJVboKj1u+8227WbvEkf+QdkrUK8seEOCHafvYhfaFkqkJX9cMS1JjDkyI/UnX7PeUpzLwVf2USftf36/tdD34lWc6S947x6sNGeTPnfu2BPsjD+15NhfTaszkVM8SfEFfP9nEnU1U95Z24IEfCgO8B3paJVawB3LH2qgTAict4F2ti73K/sJs7hC+jpF4uurzKmLTx+UoCAAW2df15kViVQQkDv941KFeVsg19Qos6pCpZqyBX9YhKXkzrF6XRQ1fVbAH3Cw5BFsDkO5K12rZvSUYdSFXNMvVw/N9nxNo/hTJXe5GTuDP6tE2uSrEqkKo6v3pKjIFYtftbm/ioeYqsrdpagN+Jn5+/UX1+d+2p8ETmqrkvWiZXn1tgw0/gYlXPCFHiMvj/Q+bqccuC/11I1S0ruAVr4qSVhWrB4HpMrN4d2HqAnuhUPwmAw6SBw9pv7yy7HrC69I28yzxTEkhzl0wY6cOkWBU2LI4T6mFYHhfyArlqoqxpqKe8s9YuJR0xr37V2veF+J4nhDNFLCJWmVxtMTA/BHjNU3j4lDJ/rqq/4vjXuX9Eou75RKVN8jCcPbdXzOqTWA2HVN1P2vuBGmeejDfwK4c9UEYdpst1O82l1o/DEmC8IqNh4rCLYk2XAH7fTLFnboh4/mZdVWYt7gHS6K+oi6fxx+CZsUrH/iYsoozGcJdWVQ+kKnKUuYpRTQsxL+AbxIaOUAw/UKzK4FdyjNtHr9gWpRu0m4CDUouZq7RzPjMh/9R2AgJdxKNWUf0gWbwoZuXu0rYyV6GraupxdcQ4XLwBCWT3rjYkAUCoWmduu6P7TwhV9Q5IArh8SjIPcRbBPbK3cIeQquGIMXXcPeQzW8B5iz+U5amSqer8Mi5YxqRquLlOnUgYWj1+DdP05Ueskv8RsYpLh4CQqvdD1KoHOXwPA/+DS49AewV3OGtswYaFrr9FVzWUfgvIVXNUIbqkLcmN73em6v2o3GYUpg08tVnxfEItmasYs2x0WytyG0qvWDJVn9tOc/5FElmBPwrkqmXUWkm3wJAnfpwsskOQhokbnuR1e0mEEBjt/QlyC+cufEsukFViypzExnO9RGb9YfWGRWpDfVHo0TAXUmHfW3vmKmXd0to8/GwnLM5ZnsbJp7/woSVLxqrKtphQrMrSSyIA8DyIsE4JyFUL0nzWQOoXhji+kMXz5KU8qSPicPyRsRXlvpp3Ph9LABy/DzNFO7la/8YFT+zGr2FhYhXXGQEpOhSKGFOjHshVva2p/OAWTqKIrio213U9HUoCQPdskKsucnXL+qwv4oNYtdn8fp4fcs4Pn7J7Cq9P1szV+nwKLXYiwLqqzzmL83uExRC9VZWZGeM9zi8s9AbJ9yTJhDj4x/1sTr9ZJpaPwMbLAWsmVbfTxw5ilXZT6QdxO6zep4eiVRUClFFEGUDt6R6G6WMhV2u3R9Em+RFEjy0MrmU8RQ3GyxhCAkA7ZS/jQ4tsBQ2b36yyHnIRk/JTifgRUhUD1ifuISUAdD06izo/LgMCdUsCUJbzNzJVNevIZRinuBm8IIEcQYXllGq81DiLserYe0+LVbmsAZmrbmKV7gC56rKk+v7OhJ7sBEZrvJCH9HiKzNiMPc7FWarsPV+O1w8hO5hPLPHxf/TnHtdllCS5jVSV/rRqrKJYldk0KRWasw6DhSi1w0MR6XtYQK4aF6kjRW3eMqkjKH1+CFV9lUrltRJYIQP2R5DiLqVK7vGCNwru2HpvHsblu1q7/El6xfx58ewnlu3Hfa7oIkXFZT1NEPc76ny6jFR1bpZysSrOUgg306mzF/WtTjGGg1z1I4LqsStkqtr6Sh3Tj+VbR3+CLMCB+tltktZErqIfHRGQM1WF7ox7lFtlZmIubuoRWodKMas6OAxKWqH2xrWbekZw3jZYOahxfHHBqn1faohVJcQv2aq4dAgoWjW8Uwj6lDn2DaEbY1SiRWqFFalX4jCcdmg73ikDPvlTzGPc9Pw6CY4UPS0T0+/qaEklHSHkIa4zAjShToDNMg/YuDijz/Nnln+pL7eO9IprPLYWNwrIGEIT6lQXyFUXuarG9fBz8tB9LCeuym9n6O92PU/Z+DSlWXfCp1w9so5b9Q1bHh/W1y3chQn5nM9CcWn8ua4eFWJ1phyxoo/gEkk+DSQFJSdtce0RoDngOH2Squxqf/zDvzmETTmiAlLVZEBCqsbl7jnxeliGn7BiI7lKmXWVwUOp9KwdiuuIgNAOkskb72KGY/0n3ltqfbIQq5JdVwsJJL1JWc6xbafWXk1EqjI8Sge7VqzitXtTgqxnY+ebJ9NcuTQeMFU+OU/GIYggm7HsC6eUalSfp6zKXlCnxzB2pqrui+BT9n6WehDI8UnvDWHfSLqYcqUby7nmwTotTPnesMjFetp6jon1aGO94/lz37qqyFU9g3nQVd3foJUCgASA2SDl+L8kRMcNURSUiFitZyH23I2vPKG2YlYkASCkKibUn/1Mi3fRVY3rUfu3IrPOvkidWOu57EtIVdJVVbaTzn7KRkZaJ/O1tH5FNC75Fq4zAsxR8iy64Jn02mzyKyJW13OD6M4PBGgDKk8WDogguymWjU8eQr42580xP5aK5vXqy0fv47WgVfT34AXBESBSNf7xf32zmVpl38ozXgYHM/gD52EutJgVk6rEd4kOFC41N17hoOP/cmrpjM+OWF0P41JqKzIUtEbEIrVJmXuVtVr+QiyL1/Ei9We2RY7PN6uCTCNnqmJw0WFGxwzSYyMTaboQ7869IlmrZRNkdJRmgV9pXEqm0aJVHH8L8NQA6K06hoayyVUpY5eWkPcZS7Pfs56Fy0Wqqu8vmzzM3UtqXC9vMUjzDJB3Z/vIkal6bMXn0WXMCXX4jDOI59zR7er7RQIgwxzw0NCZzrznmIteBSz5/XLSgtcyBW3s8Ax1oZOA5Y2jybvo8EIWR5h+MZKq7HKbFIDswoNkMHVbelqVOpAzgIbfcttSue9fSGu1XOKZuTvarEihcVhuLxlbJse4cxHO5dpN/q6U/cpSJQGkdWI7EFTfW4uyaZXJm96SRFKUJtLwLx366yGw9B3j8ca3XzGJmCsuezQ0yy1lZByCWLV3fun4YI312X8gVrMEs0svfevfYki/hFvum0UCID85xuWsOE8jf1ty98kh+vG/KnK1jLZJsduaimslxW3VVbWtOz+kAFKJhicFIdDLpowL+IWP5UJv1czOlVfMapvcv5hYjV2HMZCZJ32MHONWWXVJX717GWaKZuTLI1fZr/hokyLky5g45rLe83tlOy61BMC+HTJ1FkmAknbhS+kjiTglFrOSo198/AuXFoFSSLHSycPc5rPJkZSwkM8nHZG7H668vwTfgl85egySAFdMOuu9aoZRhF/R6TfOyiwhHmftFsPLl2Fm1YT8+EACQN9FvLIap2Eaf3EmHYx//MO/5lpf0FU1Oxsx00Ss5r1+DkKw4tIisJRVzEoIBbIZkgDIHyxLs5o0xap8vxr6WrWQq5+6qrljsq99pbhvy1QlWY1V5CLFiy3vQDEreweUJQlAhKpsdmG8+ui3teZQCQvUfbtAAtm8S2k95xoj9hu24k+l2U/mweG96VYSLpAEcIxYiljNfGwZG7aOfiokU3Vr5SpPxeThOqDmDkAFvl/I1VwNW89SQQJA3wFcx1VJANj7iIlVSADYSFU6apo733DNcVl+Q3lGY1fJPksplwTHr6L1X/NhpTIOS1nAZxvJ8nXBpTeXk7lKxI9o8iJTVdeFKgOcNgPLsGqQqw76p4ieEr8qhZC/FJwS3FyGBIDW3/OtwhLg/uwVeYlntWmyjVMlEYjPkA3z6xIkAI5fsidW0V/nfoYkQBjbj/2UUiQAdP61EaulrP9i94b/86WIXr65uxQsRb/oemyczMWqjvePf/3//NsFA4hmAFmX7q+CtDEXJg5JEqCMJbN/uEh0J4u4kOZqvsCwTea/RP9xhALksffzFKty2SB8yoZQ7mJWIgFAxI/4Fa7TlHXFhUjn0i6Qq6YeUWXGco7pG6mab9wszWL37ck5n3Dhkpc8dLUu/98Zn1U+JldrSrafHJgci4aWiI8QHCjWZBy31sxVjBg5PMj+zqVgbXQ6Tk2XxGVlPbAi1aPbxk5qclV0Vb8XSSTEtSFAZko1cqbph/fp4/FPf/XvwCgYrEgEAEozs+9VEgDdpu223MWsaLxg4oe0VUGqnkjVZVr1SUrzKx7uMZ5YEMhJrkr+jyJVS7SdXKajFDsp5uTWK7bQh1K5ANcBge1QXD58aKOLytRBsmbfOeVmqR6dCOSqg2jg2JNnzCiRNMwdhEvMVIVP3bAK2utGxvwN4OL9hGV8MiYW+X2Z0KvblDBPbPZra+q7FPE8suZqmovr3DOpyuaDjNVP2InHGX+9lLAHYtVCqhItVp7LkxOQ1ir0VvVdl1cSYKHgNLwuOWGa4Jn3LVvRoR88qJbnVwqfZKNZ3g659fZ8kgAzZasulI2JbNXPrlM5j0oe4VbHJvgRslbdIKcnV6VYlSJVy43KbuxC31EPsUpfDnLV1v+UfRjaPuzvE0IV/mRDqWTSee9PyFw19yITq0l9K6Uf1/Uu4cPqiTuSFa7aXBfWKVpL2KQiV795bYXx6ry2mgaRALiWtAJi9eAh63SaEn9T+M7Nd4BctQOnFvHpjvLI0QZKxvz1Zp+2/TOy2GXwT6XPi4YcA+Mhv/jd37RIUbXlaRQqJsXFk6/xxdmqGPh1iJNf1YKNxGUsVM/9yMeNeKGRTspGSNVrE8YUPl/CO2SNmirKhflikKtmHAWbFFu6dRHyYSzP4ykU2w7zqRrmVpAEcPStKmblYQK4JSYC4yC6qnVdotSimPn62h8PbYmX86yUbOJhIyeWkKl67stxJVWvy6uBWD2hSVmqJAFQ7iVhiFyBslbTZ7mUi8yuZRysaZGaprUs40UER8H6NmmQ0L+F9Fvon3q2t6GxZepJEbtIE3d413YkQr7kiJzPs1SxqmpI5wUnLUz0OHN5/Mf4KUCce75MQ8l6bPm8ai1WmmjuEOo7QaxaiFV2q/h+pVpQA2kYyu58nqPbqK4BI/iUvXd5k5RJGR8rwD2xECi1WJXP9yJzVT8jlCFrHGZKW41EZPDmOp+yrWYF4WNSYe6ZXsPEa8/rE0EQq4cuIFK1TAmAs61skgAY1fSeRNs9QgDFnsQxwbFAAuDYD+qoxzJSVl1tF/zK1GMjbeokyK6bSVeVJhXr4F+bBcVrL8U1tVkR7y3hn7wWk0lAHoZve/wnSr5b7E0L8l4qBFfPscH4yH++IfZ8Idb3gAhyE0FxsCeflWKluDRrlV0hqBoxUpmrKdYSNdnPPt4QuQrrT997ND9WJ23Tv/35G/k0I095YD06NMnH5gi6p3TuUHgL4P7GnZaabInTWqzqXkIPiNWdJZdZrMoWuCgkqcxVkECa6dxKrMaTBJBMVRJ9hkaJdlBgmuCr0iETkgDm6BNfb5WOqMgx9xRHOJ9PEFM/QTLAK50UIXPVYS7xyFUUq9KPVEKa3JtIp/Z966wwYWZmSd/t2xaS2wgfNyEBYCIFFBlZI6Gqvmmr1r2ts2r+Hl9f8b5PSWdhGeoNWZAbmVStdA64A2DLWgXBquMxKGmVsldDXbJ6o811SACcMOViVaSrel0CQD0LxOqOqi5dAuBoADKGkYt8rwWtQrldS88RXb9YiQQyn/hqYkEWvtdV8KYs8FovzBTNPce1JKN0rIgNoFiVCVwhVeudhNJyQAgOXDoEaMtU8lDCXtBVNXsUCwDEmiiE7Ubr05C16gY7FkYt2I8bPf87lJ527bgci1nxyNtArPDvSfedkAVwYxTsDhEsXpMN611d7fGAJIBtbrLqrQaa83PSSkCiNphdZ38Q6aoSn/PshG3XxOqWB1Vfruqn/dEy7Cf0VvUrVBEAWjOkQk+GuFL5+KqYOIwTyYQSoIzD+jOAUmgexumFFE8VqibkJbupqiBTG5PGYPiMREjWTzgLsZq2WFOwPkjwIJmbqII7IV5IcwTaBnk2YQzRkjKfQVGHTp6U2bo7rYpFHt5pS3m/2U6jPOt0SADY+rYVYvVMAMU7BVeer1xr0ZiqlPm1ZrV1dyOZqh9+xZIANOdpYc0Y3txEEoCe+2ySIpmqJAEQvo21PlE4ZorpX7d1Vfff3jWxKkCIoir9v+cmm9Os5pVchbdoe4FTS78D7zITwXE/XTyntcR+NwXuLasu9ttiPx8+ZUOYaNBQupBCqq7EIYVk7KoeoF91kR5OrmJ7jOv5amooWavwLzNeYTYtlF+1cGzQZVt3/h56w/VOG0L/BsSqHVHB57nMTIu2E9oWW8JI6a229E0h+5vwmTCkh4T09Kw2i07S5i8dMH1GHEYFPuvDBZ/5AT5MqqJexdmfOAH8NUwTJR48J/a7J1Zrz1X9tBCSBKDMVVx6BESuOcRFwUk0ODAIHPGUQ6ytYRPGbkLYXonPIDmSp74ly1xVkAl+tfWzsr32/EplroJctXn188zVeXnx9kc0TZwSg5JXm9rWxgS56kOuehmK9iaQa3rsWsxUVV96lAWADXzagJIEoPQ6YHM/tph+ycVcG153boXinhNc4dHP/8R7xazkxNLMpCrWVqdeHKdhnH7IqaUAV9fE6kRVPJsyMjre9D0MYxzdwwD2lv8RLAlwb8DfJlTkfCQBsGU65/+wUloguqohdn1K+aIzwVVey/K3SFRR7xJkXBmUs5whAXDuS6WmrbDJ39uhWiBTPJEEUIvxUM9u4TlbPt39zFWRAMDJCgMF1Lw+OshVSyRgOZJ14+JS4bK2Cfm7sVPZmiLUWibWkLnq3rRA5updTzL8bpSCQy1fnJe5iKaoyBiDCNz3t9KivXL6iDNdmVQNQxy2Yn/Kl6bpl0fFqo54dEmsrlOilVZty2klWfy32wRHKw5j/I4HkgAyaaQCF2HSxVvDmuBZOIu31eDd+pTmiUUKNnfIVVnWUu4i/MrcA5TJ29ZYJVNmiakLkfKoZn7qfhnPaQPvXtYqJADsMa1l4ue4GHsS3Vv+7RNJgF7sx7f/eyNWfXHp8T7eKF1Ai4Xs+zYlAD4RUsSqWm/Dgo4WREkIo/zjaVx0YokznX1/4Pnc2m8jOCbKVA18+rhLYnWvq9reUlUWYCIJAC/SO/49SQAJ9FQxDun0OlzlGHerpKr6YkVwtBc5wgySord6BR0lHSG2c+WXYVpc7lPe+6nrZoX/RKrcb7K1DOSqvd+ukatCqlKGS9tHB+/Zel8Zh8hadVgJZa56GVJfduMFye6mliUAjljApxyj1bpRiqzVq16kv791CQCdf4FcNdsOuZe7ThylLLygq2qCkXVVfwRfd3ZIrJKKQvtHuCUD6OfAW4a4TgiItt/sJTm37cKL/mNb8hFhjEOotNZ0VU3YwKdsVnNFb1Wooq+VkAep+omryubsxa/IGPjQUpig1NhTxBr8sBG/Il3V1je67nWynDDsL96ADLItVP02TZGlesawp0xVEKwXYy5prV78CW4/zAQb11XV9beKKdtBJljRcX2wkatHbGSNSrVgvpuTvHweHZaRYhLVySEJgPBz5O6I1baKVVkmifwn0hMVTVFcGgSYWHVjIwGenJAIINCqp4llk8WqXB7jthvXE9r9u+TKufIrWStopM2K9rRDQ/XtlsXby6SS9ESuZWaGwrr056xTZadf0Xeo6q+S5YLriECv5BiIVRuxyktRq7OQ3UAL+gwRiFXEWBMCkAR4ahujHOPu7PosEqc+vj8cXCzPPI/DTLIbBxuhkex7oVowlF8H3PY4ErE6jb8G1VXdP78zYnUcXp1lcCyst+qX5dJZ3JbPXYtZ0f80LrY4VQj6jydCdd1KXMbwqfR12CLIVdugT5mrRJKZ/ErpqrYvH3HNmtXCnTIO+5RGIHIVY5ZxoboqEpv/TkrHtK0BCQAdRr2SqgoLkKuWeMySAJIb/nlBAsA2ivUkAWAjEEG6233LI4/l2mSp+bvljErPY5ZortIJU8xn9Oa+sCSALMfVuLVIwVIuWIXrPfdZ4ZmGH8M4EacT5+qIWO0lV/U4HSRvI71VLFS1LrQePbVuCPKuD/QftcQqZxz2XHEa5Kp5aDLrrW6kKiZLZ/xoKtlyETifyQzIVTtK+qzeT13V/UTbB/P27+l5gbrvXZCrZls/F7PaiFbYjz1G9IwPfMoxYqGY1eUBdstU7Tvj8FMWoG8stOsFJla3M4J0Ymle2pe8vOxQvNx8DdP4y3o6JY4tdUOsTp3qTMjuuyJXQQKdHJEhIdKZMusOpDSRriNpqsbb2bgcGAr6AWUa9k2qUmfApyxL1DVv7nNTh9xKJAB6zch0OTFNkLCRQ7kaWKzavEu2J/YXFSoQves4E0aX5Zb8955JH+2maMmdlbltprgDGzrPkfeY9IzP59Flics942GKOZS1itHJHeAkAREZhwoplg57T3dgQYdIzNgQmSqb67S+WiABcHSzcRymiUjVuH7VCbFKtCoF836dkRLDobdqG8yo2JcQQGoyRDtAIx9zx7VHQA1uIgGASxAAwaq3hE1vVeX9yKAPUvWMlyAEbHbIsFQLLh0Ccux0izucpfCeMPY71zH5FUiOw1JsW6XCwTQIHHVDAdLZfpRPwbc2bIQAwnzQ5C+87Qd4rOGETr1LPQ+M4zvPYvLw88h7mqhcQnyjYtuuixIyfi5bzYrn0ryySf/sOQ9JTFVz4bErkD46teVhe1ydQIj96a/+XdMhblyo6JAg0XOQksxVRa56WEZ3t6iITQWtJJgsHKCw66xd1HMl98eRriErazqMPuwnspRvthYa+Od3Bjjs57BURSGvg6URzTzP38j80RE/Kw1PXiWiGyrLGX51hKuEhdHDIBr85yB/XJBKhhRsx44T8DFtWGxx+ElEVkULXdYa6++P182no4BrSy9lH9LN86p+/ATN6yjthEBucwjXagdR3KHTOog9x94SkyFO56oN6HSzfWxh/d3V1/k8+uI9rvFaqtzTuhxrcxO0WrnCAgAAIABJREFU5FM/E+RqNE6s0pAg2aq9X9vgDL1Vsy3sdP1YAqBn7VAzSrKABzanQX9RpHzv0UZPxRP1I6Rq6ogcivS+M7vyn9DJRgX86mw9awbQFfhVl1NF1AfuyI+hVdGThzx4//unvGuvbwSRz7RtYdrour4ICdHgkM/w96GQb+3hWfXbRuxeCjF2yJbi/evJb++/9fOXZ3mRfWYm7GhDa1/ACrh8WhFjs45jSOq1rEQBjgGccSDdWfjVAR4m4b+kyv1CaSyp11ihxpn4z5nnYfh2J/8+akjDxKpKoydqFdeGAO2EfQ/DGNmySoH80lbhOoHl9ev+qHLqVXUpE2lO193NGOV/ooq73rg3TaRQ9kJEf2ZH4k8Jp/d5V/9RlqZFgHGxQ/xJoRGTaSO2UsThhl/d+Mm5EUEectFujhPns+3vuOPsnvHs4+L/2pXtEb8FZb6BFqhYpGrIH9JiW72KKy5n87B97Mk5/uli4F7zsEz7TtkqnXQEfOtAOL/HcLGnc6G4lD1W9ruwcXHoH5oDQnPWsPiUbNW3jCGdYGLuo4C5a4Fu9v1NerT+a7OrnzD+6a/+N8toLcfo7wzn7+MDd3680jf33qwgENBgWodJ43vv3O1wwqnlRvC2AV31hff9Qhzul623H/Xgh7nfb2k6a72k75cHYCb5KWfy7gd+RerfEpQKtKDibDuuFnUdg1vtNr1mGpZxWvWRntjOje+4/uVZfjFSxnOWN5f9Ui7RBALo1Envhfx6QPKJV5VtAc9bB2L1jCH0MQ1r1EVmgNMajMmvhFzFdUZgPQsHcJgkPBKpIFY3i9myVT/ntkRwPJYbaNQ1Fbnasx3JphZtANL6CjPks6lPXGCbfWgHjxSyQlqhKTSQJECsXJbxb//4vzc6JNJuquj6wRVlUvju6JX8AS5Hl9tX4/5ArNFh+8FnoajMB3g0gBFxiEuHAEWaF5NjdIHkMFnJMkyxRvpKDZNtBn6l7b3TQp6KplTaz6majdizIT1NGK+Odkf2IeczNpIMxKrbO0EAybwGGeAa6n2d05jOjsJ27P6FMWtlcXgu6I5F3dwhRyTXTFX9WD4vdO4CoOlsgvyKMldj4NMwsUoreMqsQxYQkxnrrg8Wqeawu+Yp7G7oRC7hzkjEkyXgI9CNw0zaNrg0CFC24bkSIyaL2qFeJkrIXBUCnnfg13/gWwYE9seZcDTXZSaIO+uIhQzwk6mojLppPC+1uBr1rnyOy876+ztij+rznrMLTQSG6+wok6s84oME0m329BdPZAbITCoyVfXdv9dVNRrIOHxDEsCIjuithpcEaJpYFbhmXqj2fsnmBvJ3zXZAOzu6XR/YjgkzWYj0jg8Rhy9kihlpn5c24xAEh21EmocJqYfDrE5W4PjXh7FIZpRs6Hxewv7AdOyzvd5jDyQATIPVMkxEOBs8aMtcDb8Qq399IsSqTme0/m9zxxNkqlowWjPrbChy4g8GLiNEfWb1kkFMw4CTFVq74OP/PEe2b0bwKn3B6RSTc1EhKyJYQ15NE6sCFA34M2ev0qSpt2tVQFrJjf6+36+/9xIAx19AEsA6IeLsuj5nRJJRh6MW5tmgaM4qCYCTZ+HYu5GOpkJWPUdrznLucLz2G69kXuOcUMO/rAtVf6zbuRME0LkvFRlImqocdy1xR8hVya3DpcOSiuNS6O4HH0gA6D1h0wD3J3VmYjj4xHc/9uMTR3raDFSCRiwdgRNLJ/OQhKbXR7Eqlw0tC6VA+fuh63kt/Z0lAeYxqN5qB8SqIle/uzQroQVR+dUUCGSC7Nr1AblqxI+DfJ/4QFfVNrzuNWfNk+SeJoxXJyNCrva3aYFiVS5LUTZh8qt1O7U/03EB9/H33mIPMlXNBJDMAu2kKq8kVp/6vmRpPd1MxGqfpFhPZLKPRUt8JYrU3x7kN+5NQ5/3t3RPT2OVkoRQNSvgVwdLXiiJ98fKW/hZOXsV9FYtG+0iCSDju3+8Mj2wE2J1I1d7OwwvdoKdCp0DyByZtDF9HClwrrhfPKzjrg71VplU5R3VOrooXSsVIFuxKte7e5o0urD4/DsVs5Kxq5dLkao8bHWU9eTTv6diVeZp4ntxiqRVM7I9xR1kqlo8bFmG18VxnGTZZhBARlA587DxGI5MVceodZOk6Cku+4z7+3v6kASglHeSELsYlK+CWdn928mKH8N4o6YHyFV7h/OYTofbAyy3OiJWCVTaTaXM1fYd9m0b0FW1LD/PRXUcrldZKE7Y3K7IVSnIhOOAGvuibJX38X//OIvJtNlX+8lcJb9CsarjQkr9uxDNvtk8233wLZCrIFb1NiCJFtdH8q2YVcI5VlWvWoZ5dmcAV/VJu8buN7mwAfjZi3cyVY92sBWzYnq+VjOJ0m5Frra3cSGsBemGqmzVKADW+lDWWPkapvHr9hdw4gJnruLSISDFrJ5j0xmxSmw0Eavtm5XUWJyQ9WPwESlUdTWTt88j795hhovEte5bKFZltwc/CQDdM0AAmZClzNXW/WqQyTSyFD6MYCsGs//PFxaarAeJy4ZA63EHEgD63qd+p7oLd9YDQqxNw88O4vK96NGuJMDx5ACI1TjEqv8m4j0LrfFXyvZaHbNYtnCahpFqmV2Y5tTYl9fbPA3TSBIAzy4Us7LjF6KYVXfEqpTNJQKIiu6067n0hVIxDtcRgWsSALpfY6lqtKrGydVl8D/i3pXnsUuspOpNcqzVyWIIO2g9axWkqpn82dzp/nwFvmX2wpaxoTngzXAcImwV/QxVIPAJPlz4ouF1xNMObPHoMiQAPKwiACsmR5dpva4yGe+Pfx4tru6W1sYtPmODzXWDHRJbRRIAYXwAxaxs80Glt3of6w6JVQKUgnXb0yGk0lscx1tX1fQMZK5aZyFNkqtyYBC6qqaeV9g8U7FubbIYcrbeKrnKB3EhAaA1FVnEqz/dn+jRnAfJdX2Rq8hUNfe3Ov7/xKPU02k2+I29dgPYEnf89aFDjphxnxWK5IjbysRPp74OlLL0dileT9AVwlsT4xH5dW3Ml9ciZ0peDd18sBoiVV+3dFVt5jcv65otso3W+Hgasyhz9e6cuVNilbhVlbVaY7eb24xMVXt/3pMAOD4TxKoLZfGvdi4hVUlQvZ1vCvslSgLgOUBtTBbDovum1ohoa+xw98xZdc/tJg7ieZ4anoiQxQt8y9yfrWEDYvXc1+xXdLaC9nICurYUs8KlQZwTWVTiYa1xfpNk2aym1m+JZaUsARnUq6Slgr2vtnisryv3ubVnhZNYEQmyqBO2AZKdy+2syy0bh2GZhmm6r6tqeiV51LzQqeaQI+HlDyz2B0/I1X6JVQ7YJAewVq8stnuvNEx0VXH2S4+ZTKlfVwC13Aty1Q6kktwIBHfmx8wqyxljkKYnSB4hrOxIayRHOPNdBnWENdwzczxJFkpEqtKFRepnH2yZqmEDDvzKMWrdTVHI4UKWd6JYlRkcip9ErIa8yK9oNYHEVcPcm7SeKz7Svd/owli19fG7T9/kTFjH2rJW67afkLHm+KzaiVXe8B1HzAHPHctZqiMXqwrrV+pVIFftnjnP4/BNFa0u4t83sbrqrd6pChozUN57NhFZ07CEnjHea0yBv1Jp7yEDFMhVa0fzRLr+PI63rio2zTXdLcW8rg48rgABAsiEkCw1WihmRWS8WjhhsWoiVpl2drmL/99RzMoxZNVPjYFUtZGqvIyPknsgi9T2y3f6B5v9ne1IkWCsMhGrAcepg5Ep8pBVg0KOh/eMuahf1T1XFhko0VeNZz9FdZhvY5ZxmCYqVhUXF9JbpZLucd/i+9Hl3KeW+9/fNK5fW/x3TaxKF0pmXc17ze+DEoGzxsox8ectCSMBoGsHyFVb70hWeL2LVSF/wmZjPrfmUp7Ahyp5tznG4F/3hDFuH43sVzVflK2KLIVjD8bP6pJY3EhiZhQHEGzqHLNw/F9vErEkAE7+y+QqnRyjq+4IHda5ZJ5Mi/j4MS5cyyEBYMdS/CrO/O/sW6qQFfxK1yszZ9ZVRlCiWJXBweLoqpq8GXqr5jgnkgAydvleIFbf5Op3lVOh9/Q/Ernha0jl3qfykWOSY/VnZcbrPzUZqm+hSoRq6CPu8XDO8OTxxepIMReQIFdN/VqrJIAoag1TKEmWDHYf8ZXhtVXNRFPEz6j+0TWSq8hUPZvdnhijLVL/pdE9E2b6cJUFuPeEln+1FbKqjgCqjbCKbEafEgCxvWr7GJo9LJQWjv449XB9c2UULTW56Th8BS9W5QoJpLdK6RrpvNnVonL+TvPBn1yh0g8dEKtr37FCUmVZQGvuCWeNRTnbVI5d327JWqrA2yFuv6iBI+/3v93+S9nVrot8lhJB8Ctzz4YrVuWyu/omjK4vCvF3yQCa3tl1fgN+iDc/e8YyzKwbVUt7n33t9V+rExAxNwKpVe0czb2Osd8vaos7IFb1xCrhItIpJAEQP+5woaYmRJD8/OTaXaKVyYWOEvTFtbaZ766praG+2faclJmqx3aI/czvYkcpvreWd1QzZpHv44StwaxewxRBXs1pwywJEDdRxtmGgm/4nodhTQp3thLE6h4iJlYpczX+5MvZMx43rFPFqiYoHp8V8JYYuqqm5kESwNpxCxGrtWStit3IEXdcZwT2mbzxMapmspjBVGgzkAmD4scs2e3lDQtIAJwsJf3x2LU/oAlgH7YqwQcSAPpuJL+iLYrUpQdEbxWSAMbZcuHFrNTJARCqZr9KJQGga8HMa/X4c88MU7rHryx5viznlVZSFeurc18v01qwKvbGusmvKQUqz7sfG36CB4jeqvtFIFY/MFKVzOsI2pyNieBksPKUpKpqAsjVFshVJlU5W9UdQPu7g/zqtcMmDUglTxbz2gBJAghlWfqlxisUKtD1lOq/NP60bXJtmoel20+u9pUee/bkD4igvZVs55VS246aCars1dTvr+F9JVczB7HqYUEXNAc9nnbpli0m+x/PvfSCim8uebxS2tMja6tWDHKUphPlTBIAeYlNroqy5G1DFHgDPJTsl8hV8TGzAYNYPYFNxwyoRlq5F+vM0L4PdFWNnRSvWJXLLkCu2slV0TIu9RIJgD1xWGpLc7QrbrEq1xeVPGF0tT3230eW2yibXJ1H2o3HbFpvC6mJ1V0r3pl1sa20zueXHncgAWDwqIVG8nx6jKK3OlQmgpTKR2WefKUgSKqW7d+D8eoTdUUolJAtCkkAu0dQMatS7Pedu891GeqSAUkSd1gaRZGq+efIpLcaX5E8CbLBXyLFrOwFYEGsamGnzNVyi1nxVBGkaoGkqmpSXXqiwSOP5YEl661CV9XQcRJwWBMpZzGv0gmOlH50etdKrOafkploQ0gA6JBJVazKxzbhX2aUSsVmmkpOAfCxujj35JIA0H0NHR3EjNDczyVVM1d+Dr8yzQVpMlhOzCk1LseJateeWlJGuBCr0zBivDrsVPD20jAxqUoFXQuZwfOYBXLV5HGktUrkqukCsWocP0jGt0xJAEgAWBZAPOjnFmBG1qptClAmuUrEDwYSfb+JPwmpmn/gx2Ta0EtFZq0uH35VSgbFtSVKzLtLOsqIglaucSumJVx9NjJVLQsbtdFUQIa8ylot+zzBVesLd39J4zkkABz9qjbZw3X/7Se9/akSHezbH3rzhyX5FX8CH//Pv364CWe8ny0TE6ulYSMyNlgTmzreVswKxKqJWKX/zpIA5UyHhK5TEgDx/LzWJ0tPlbLrA3LVakeFFbOSYlXl7MSX5YOrXnFBWfLFTRoL6TAuD1XQQuO9CYgJ9dtCPgtVZZQAONksiFWXG5cSd1CsSt9TJWWq7lvIxwddxtXt3/PHnc+YjKPKR1MsSQJA5yYLrydA2umxIf9assgCqGJVohtKyRndBjnth48L8Tk/iiNVVWNJqoXSC+Fb5+7jApWz/HO8xr/96/9jGTgo4dIisPzk/1xCPJDNQpA/Jktlbcwiekq1EH5ljCpM/pRBPqNYlS32K1K1rLhTCsFR3qhZTjErltZYCVVkqm6WIosc9e8lzCw+rRi+Zffq3PggU9XSP4uo65e4jwNJgHL9Cpmq7r4ZC5IA0BO/5c3GymhRvo0L8avXMEzlzXNy9g0tf5mufEsA5GyN/d3QWzXjY9JbHf/8p79clpn2UsvJzCzJxGQSzXXSslN2LExQ4oyxgA7LV6zK9vFlEIcFdM+pCSIHQFc+jCTiUaYqduT0NrLqqhY6oc5NcJToV9Im8a3cmasirSEXxq16iFUpKlOudeduWe64A2LVbAGqiF+p8Ybm8DOcy9CByzDPmTLr1oy+Uu0mf8yT2XrJ9FhJmqK5++vz/WvpqAxj+vuELXiLjy4RYvU1TNNXWaZiaA2Rq2UKY+aHbyNXN1kvIVZZTIGy6zJ4Xn5c3C1YeDrkvi/SHTMvlKFPYoJXaATKVi3xykcclojGqU3rxkWuti7DF46nGMFX8gjlTqdzkxy57Nb9XpEEyNNzoquK0xWH5c1KqJS/eAex6vKvXHEHEgDnnnkXHBpLKqtjtqBv1q4rSVvZZe2p/i5x53gsP9bb9z4Mv9KjLAkQ9SQe5IrLsWw09HPTkc9rsar1hC0kAA49uUoAlD8XlHbz6bOlhPTC0B4R5nl0GuWbBvZ1xcXEKgPHIxpUgIwwMzZ5FqooVmUz/vWociYKwc8tQa5accpErkICwNYrlG1Y/mYOJtLmPlTZW34xKtxdQqrmoXTDfUX4J+XSObv+JbLBLhPD67/u5RepYw/IH4NlrRtINZ02/V5EfRDXEYGNXE1BOuxjcor3VdXfPC+vh1RVPEY942xaa0g9XtE8cFLnEhHqdp09SrGqQk8CmqxS9FbLkoRL60Hmt3GBSvpnzb98E6sSlOY1c7WU5pbTDt5h5szVlNMhGdhQVMdi0MXpqhrDElapNndOnDH/LlaFxBFNr6iYU88gmnrSWM7IZI83LI7/lttIM7sFsVq+dfi1EJmrLpxSxh1IAJhj3ZSpOIvLPnR/V4WAcEbQ3J8Kozv4+v4GpKqNKFglGSpMNVQxWRVO8rWH1u9LOVZxnvNUz/ohWd9zpurXIMW86ruWVRKgvpbHb7FIAtCceRw+iFWQqzYCjyhOIZ5TLE+3HEfoqlqm05Xt+iBz1eph74JWcYMg9wLvGOLSI1C+BMCx3SknjbVZzZhszJJiVcj8+bSQVEdbw9vlurELTUgjtKniDkjVcxcoYozOVqSYk4f2LxSzsiOqji3TXSHHlH08Dvnc0PaR83kiAVAn+SO4EcGBrAnj2pky5oNvRq3HW6hYFU4saaEnXVUiVmu+ZpYEqDk2xEOfPODnz+VMrEpAIgIRZ8C08L/1VuMGbaHgsEg1u0ANEgC61ufT6o0XTgI9OYkkANnNC7qqxi7bF/Oqa7maiuQIZO3pHsOVsuOP56pYFRarZ2JV1hl1+ZPSAcBU0E0AxXRmSADo0aV4T8u7miQA9l8imnVLxuoNMa02zLNjaEKCWHX0zXuqUNt49eFdoDAs3RzDr+R1VPB2/SdMCGjoKSSNQKQq4VP3Z83Li8etyj8jSidwYTKlsfrxBt7NwEEVI+qMzfcq6h22b7blL4KTCVnJT6Apda1uDXLV7FvkAXHwEd9S2Zhh/baNp1HMeVWa/yM9AHLVbInxMldXvcCp1AKCub1Tjeq1jlfwK5cFxYo7yFQ9I6+wJv2+cawzW1V9Fc92uJgVLk1PRyXHsAF4QPy9g1aXrqrNc+b3aZ16x94YkeEtlxAka3U3v4G+/qm7mGgjtdnpVXkW+PZpNOrOC7JWTb6pJ1aht+qIZSv5sx5dlqqJYS51WLxWDY4wKNifsuYppHhVpHdAEsAGLG3qiC5k6Gsa5kq1bUIjcX4eHeMmYixcLIvfZvOiO8e7i39npMxVrhgKCQDNhFpiWCsL+FjkYfF+49PAd6V3n5v97kGmqh4nlanKiVF+UBZ9Fxe+gAK/sY9CZdchU9WxruLj/+2QqvK10Am3r7VCrLPW07sgVQ0DVt26qib7Ablq9iwjscohCcWsLDGJAjZlrarBKMzcDRIALhzXauWu24r/O8hV+4AfmlwdV1K1haVYaOOWDPBWiuSBADLYR3BiVSbUarOiFQIxlHeJhhlTq6EemfU58Cs3/CEwetfiXnXq4FcH3JdleLXhUu8PQ+aqm/R7qgmpfg9/Ms0PVvk5d5ir5g6mDaFlY920CNKZPFZNrUx1gkCiNH4nLlbV5mku6K3qTcVKrFJAgiSAlf4ZBiZXn190mFKiEiQAbDskw9BSgIpz5P25NRbwhKB6q1Llvu5DgzH7ROmqtnO0IwTBERPxnM8eOTMljEIS+xSqv1q6M64We3I7ipCZmfwbYr4wED6QADh3korpfK4ixKQ7ph3ceDZFiu/3kbUbD2j6J5J5+KQQIIhVvYG8MW24IA1nPQdOgmrJ3e5khQtnIcfcB85WbQmR598i8eZrmBo4CWhm5um0BdbWR3zsxKrSrIPeqtnLGBvKrnt2IVPVhV+txapc3wVy1Ry0QxyQE7uho8q4dAioTNX28AG5atmiYnL14UWbFfArB4iNEavr18K3LFNCSZO67VyQADATQNNIy/j72N7ulAQ/5DXAKguQ4HWVvUL6fCZB2ofyKshYPXT9250ezwiKtimMWZYxi2IqJ7P428CbqOaklXYkj4IZ8TIO4/TVjK6qZTUxUObqFdsJhnGhD3ISq9zuZRnmQJmZheLwqFkiCUDkqn9QOr6Ql7lYpBr6oVVSVS3A2lwoPHIq9eOHmzpSD30tdDYC588+aUsC4BRTcQTM4IJSLUVkbO5dyFS1LFKCFIS41y+pfoVFqh3pu/jsSR8QQEcCqD0JgPM6AMWsHJ7F5OoV30CmqmNU4Gnx3ZlAqhEnzHvmWRJZrthPmDeX/pTrWrRiNhOw1HbtqqvacBb4/rOht3pYWf/5T3/pxTYovdVrexqlB5OA7Vt+3hqa3id/mFTtY3C7gros/Vf9lis/rOpe6K1au+sGuSpBTY6oeAW4quwlRGMVqdp23LlLcIRAuPRniCTAPe9gPV5sBL67+Ghn7S/cri/ESveH0O27E3sgAaDphXWDrDVdVZO9vSUBQhtkE8/zlwQ4yga0H5OvdXAPEgBHRO7E5Guo1n234ONieVTWuBS75WRFXBsClLTQsK6qcdxapgBnt9swJL+M1fVbl/n70RGnNiAzT4fGhfC5dolOCRapZlTXbMPGSWfauABPYfGdi+SqZIBD+8XqV0SONe5X9P2YTNvGrKtZqzSRFjoWC9VPXFsrVmWfycjiCknhZpQEG/+NC0gAGLCkonsjnQfzx/LaLLy8u5dlHL47+l7/HtjijquYFYhVRwRfj34/OWnp329l3CkhuZ84chV1n7mySABQpqrUZACxekT51bauqsWo5gVrboLnErHKTgRy1WhWCxUEWUjK1/9S6fT+v+jnTlny90H+SK9Cb9XsXGon1WdStOqqMrnaj7/4f2m7uqomDHwmjP74NXTnmrXqdhPJYkCmqq3vVWxyo9mKBcGvfMgLd28jU9WM0Xq2wg1iQ3dIsR0pMYhLh4A7Yx4SAK7YRCN6P2PVHo2tWBPTIHCxHQJeYzpOLJ1thgl7Ipx/dJt0wKt0kKvXiVXagRdyFdcRAV56st6qD/lDSEJX1UiE8B/kqEE/FyQBrH3tkbWqyHgU1TEgSdvL76JDPfkWMlfNvrUMk0cWx3u8Qmr9G8onVarbGNdWwt3Dftr43utf4bNQBbGqW6dSpqpsrfd6fbMctutobo/ozANl9dJ1zFw9/jtOVhzs47087Wv+d1qvY8wyBg79mLXGoYnW5bjO9jQME5OqPY9Ywmv1XszqcsaqDGSSmYlLj4BIAhA+5oELmap261m6I1UVHiBXbQSQHOMxb1xwsarOBzYTfnKYUlVy73NS7UNy9DeuidaqvbYbJAB0duE6jtq+LUESwKePbXEHEgAmBN9lJ30gbvIeshsqi+uXqtEkBJaPEnIVxOq1fqcpdK+ZqnukMBe0rLRW0nnvW5JD/yL28JrB9XL38hqm6auXr7V+J8VlGbf6jDS3iFWQqy7foW1mylzVLsWYcCWjw06qHkfJOux5Vwzk6h1yVegh6BWbsXt1Tzr7ifO74nu7f58WWqzuqy5DAsDW25uuKt3V94IDC1X3QvV4BzJVQaq64guJ71PmKi79esqUeIj11YbXFpuJ6Fg10mFQPNeRjHCQzUdzUHNl+b9y0o1iEfzqgBQXqxIJAFwbAkysLn1m794mVoVc/YYQtNGTKKv3XHVZhXBUKjIBt5JjnS9SJSsTs2n93oReb3UZXyKvgUuDQH+6qqZtG5wAMzvISEX0jvNG6Gk5IgqO6qpKwiBX7aayxweZqmasUALjExs6WjljPqgxmHPGPIgfg19BAsCwnFDriVbXDne131fK+UCs1r+8CtvPvFUxUqZq2OdWjzOdJuDTozSaM2MY5JMexXeeqsfvp4fEKmVm0pH3MIAFQb2khzA2IpmgupIFAnBU2dhL/UoA6CCB3IbZnVXskTvIbqCratms4JhDUSj+oFJSCDa1BQSQafHFYhHvP5JP8XGeBJORGuxGtXHLVIU/ffQbZwDhcsWdvT/Btza0yK94pELdyYMJkW4drSbgXTrf0m1YHO/jmH27oOk+zj/ogzs/Va++81sFAj2DNWmxCaiPzb5znLvjPRVbWzvwxiO2n1z/8XYC6UZNl5VUFc5Cvft6G45zhA9SxHe6sOeHb/tC+IGF4jKuMwIUa6fpl2EMLY9w1/xYAkXMOHYC1iNilQkN6K3afepDb5V6tqcq99fCjUyp+0wd1yMlO6nQ8TOTQLJxMQ0zNisszgYJgDM4u4nutTB18+67s4Gbr3v4s2n55slHi3rFd4gsHREvXHNd/frQLDx+7q7W7fGQqLc8Vv1Smww3Ut+5dqAieHy/UvEhvvcf73ub6H1bvf+6ll+JAAAgAElEQVRL1Rhfwn0cOGv++QvvolXk79QcUDaPH6zkFbfzZL70pG/U4vbJN2h7SDaNsWFqXknMtOn1wHSKdIzHjZI1+cjV3J8Y9uOGFPoAIpwFm3kWfIDSuas4vRDOtQNmHF7T1/B6/dKlxTwmVkGuOnhVmkDw8UqRfkbwNg38yKizkavhRt3cw2LYmR0PZlTlHsO9wURIAoD+hA2LT4BU5oa/P/jfee4KX1ohnJ+fn3SFUJLRSjONvg2CWtSF9f8reD1eFuw4ja0/bwNypekV3UukmJAc+3WqrDny9X0pAMosp0abUW2O34dYoJqtNdz6IacNxrChbX4D+7GRqyCAPtHZiMNSxohy2kEZh0SqTqJFy3k+OeNGOcjoWvINYvUNyzSupCpp8lY533lma0GI1Y1ctTUmxmB64eOzkgtEroZQmXiC4RoQ2dCfXHd+vWrYGJov//nOc598Ry2/laMLG3F43wY2YiEH1jIwP9oUfg9c++Mcq/aY14PVdz/5/jv4K0YmzzGst/h8LSafqJ3hFqmJGpz0NZAhccFNlU9xHRGgwmdARYfA9B7/AJB1pYAFqhYejFdnWGROKeQYX7zU2goSIRJ9IkAzUGSubpiM4wvJTgYnkUzVLZOX/WrNWoVfaWLR6lu9Y0M+RZmq09hvAfJgxKpbv+8OIRHaRPNNaJlaxITR0qFS7AvXEQHJxsRiVWcZgotMFsNr57Rki4g9a2+u7D4WqVZqA9mFns4vQ1a+eYVnMxPctm6PAgo9KbYMw/QxiOfZZEtgCEFegQznlSck2QhU4tbalMgjyDHufQh+Z9chQ16LG1f+IAfrfLmliMMgAauxh+yx2c+V2WxYVBQDva7Le5cEYF1VIlWnry4zVZVNBCJW5egXLj0CavwCueGwEBRCOwAkZWRAApntRmFDxCoSyMw4IfYQNor8gSyCxVJkgwvDudd0ZssG7x0wZKraDOZ1cqi9FEnnDIcBOIxZGzCYA34aibKNaaKsqHPs5ZxVVJXRE9Kc5LOSq16jXHs3gVS1r6lUsSpd3EHmqoHnYf30YehXEoB0VX8Mr9eP7vnAAMQqSFXbsHOcMmOy6CJXv9sbxW99EUVpEEAu6NTAL8e/iFztneAwDPrIBmdg7lcFdlliC39fJVta+JTE34DMVRCrJhZDqtzbxqWdeG9iuy39dT3Pl+nbSeMQ1xkBOXhiLzhE+FFmJmaEegv6nktQfs9j3SZCPk9rynorYfOW1tA0TTLC16OCZTW9iNYouY0iGpOwEUpX1WY7CZuT9VUgViPCb8pD6Hmy6IZbin31fYFUtfW/bZH6jWm01XV6jz3I/LGYB8VdrEJvDz09a66OlKqB64RAvcWqyunMXscsjFU2G/Sr4i4kEGKTDklChbPrOoMHuqpmv1KEsyv2gFy1j4+9kaubrqoqQl7O/CFHSx4Sq9hNNXWaa6zCYG9BjsHrlVwlUhVZ4HeJVSI32HJAEGkh7DPuyLFb12QxxwBczjuXYaRFKPzmdpds6/deQJQMZ/iV2WREAsClSef6+22TbOKHihzrzc56+15fY6U53pVM3nnudS3hIH9WvXnKXO3lggSAuacJGyFW/S5IAoBclaX2OLxev7tkO34WVu9dD4hVkD9GatBjntwnwXHBUbrVWyUh/l4W5v72IIUK3OQYJAHcmPYYe7BItdkFJADcXuN3R29Zq8hU1dsFz47XiuV+lqPugiyAdV7dQXodJADMHkNc4BXyRz0J5KoZ03lYhh64Z5CqtpFoHOgo9xX1OWStukd28q2mE+aXYXi9fh1ery9kM+3M4QGximxV4wTQ7W98R48Ehyc0kuXRnSQASFXr0H+BcJ5Jb9Xf2Lq7s6fYA1LVQaqiWFVQ/++FXJVwjCh7NB5JOWA15xsXiFUbsboscxcZ0hizTFbgJwFw/DUkASxkNZ0PZMmEG+Gqmp9QlrN/NmY1nxWooYIN+Zb/A9UaAnqrdsxaJlen6Wt4Tb92MSb7e8Yw3CRWQao+JVXV73siOK4YptzbE7kKXdVQpKpsWgixiqPNlgl12zPp9xFcLFJto9WN1ZT6yYVJ+PXYX+8vepAEQKbq2T45Q3X9z/dijsdRp3rdIkjLe5gv37OdIPAW/hA6sXR/7QlytVdyVUlHYMKiswDSx7wiraHftEAxK/ssu72NC4rFX6/fraQqfGvf/zeI1fsDW+Gj9uPm3ViiCn3YPMHxAFrGpnWNJJCqxkHJUwJA/3vRW73rlw+stpqftht7lPYjBny9MSqvgHfEctaWM1dBrBpGnJVcfUqOgWK1bwgqaaBYvpvnuUQc5nlz+W99Rqqq7wO56iBX56W5+TIkAMx9rrB5Ml7tM1dx+Mk826as8Haucfj6+t0wjcgC125W/PlPf3mht6GranOMC0B+PKZdciNQGGlcb3UZXphQW0zl0aA/rMWsAplii49pL/4QnX7vyGCL/Xv+JmiqpujnVolVSACYrWe6LQGwfyZoVes8myfad2fbKTz/7jtArBq2K9bik/TXJ8yzZI21N9+5a2/n39HMaW6omBVIVZttbPIIj9ZYO8JwmZ/4Zzg7LvFJnOTTBLk6Dq/pl2F6/XgUjUvso+dtWqiU1xUpAJCqMUjV/U7q805t7wkqTJO2VquT6UuK4e11sfWLngz48mCSBCBytcWFWBhjaGOw32FBWWMTJnhm61iGkTTVAFEYB7I8pTVyFZmqsUlVRRrCOU1Iy3jVphbt8/lO9JCW+AWrYnHAVF5krdq7kHjVNrLroKtq7mmRR3girXF8tvgV9NdcPFHdviVFzr6+fk08DtTxOp6ZTF9XiFVIABgneoH6vDmCIxAu8pgW9VYhAWAzkXCLDEgCuFyxjdizZXqFsx0XcjX+nUq7tblNVWJvCLlacxbiRmQF5DdK7KrbbaLZ8d1yVbdf2vkPax+z9nIGGK9Mxhzn5AnIVdu2KxGr9WfXkXYo/ErXzyKrQdiExkeIVbKdzgcnw+ezsGHF4JBPfb2oWBX4wHMXj8NIReDIr/ykAJCtGptUVc+vfbIYN5y2Ra4ugwSn0INb3D5I9/TQuMxU0AqJQMYOrD/2QALA7p3rjDe0D6CYlRX2+otZkV5xurhf25sIGpIAwJUWgfrHK8Er9DwnbS/EfJsifmL4FmQBrGvaNWu1Vn4MpKrZL4VUjSc/95bbwGLr1Alqj71GcpXs5jX9yuRhjIgccyRJ8WzyqWFaOR03sQpS1dYpMQaeViaMcYy5FXJ14p0NXJ8ISBYHBSdVfCgcQrJbSFnC4Z7Z0pNaiDtYpLpGqxgjVkteEOdb6pYEALFqsoqJZEcwjsdxGsdTj+NVTQWtVFthO6ZOjkmqbu8kgoP7IosFl/1Smil8M0tWdju31snJCuiq2khVwid+Ji/51DzjFIdt86ImcpVO47xevwzT9KOWYJC2nbRZQdmq6+XIWAWp6lqmxuq9FkiOONiocwbVjPYaGECq6mxjWxjFK+JABAf01c2eWXPcwSLVFXEpoxdXHgTGao/HQVfVYDELZaqmIFZrlpGI6221jleQAbDbxUielWDDApIA9n6orZiVHG8XYRZcRwQ20jmBaw3LTJsW6AeTHfKmThVGSsWqvobp9QvkjnT9RTGHSdXN1i3EKkjVXKQqvbfWCWOaOFEzuQpdVZeNxCbIIAlg74H6Yg9lnNBCzGVZvf59Fb7q9fML+m6RBajFUJGpajMd6KqW41j1jVkpCPly+udaS+LoqpraAHLVstHOp7xqWY9u2qHX7K2Hu6VYlZp7xF5jKURnNp5a5jvp7YBLcheuuUrFqihblYpsoycPNkI7FJoMcBCrN3wp1S6DOByyFfRdVKMkAEhVl7ulGvC/2a0wTNgWG66+KuXv3IvoS0t3IFO1FFuVTdNa4g6IVW2CAh3/5yOnJVkV2lL6AlV8f1kJDvTXGQFxqByFUUCuusjVteJ7wWab4oh7wZ9vbZrCJtX6at+Y+btW1NK0m+U2Cr3Ibl4TSQBsx9wLbWryZlE6zzjRJuC5kJeBWEW2qq2XUrrBPM/Q8DKzP7Sfmtyh7r8wzfGm++3L+0sa9FPppNFYNmNlbOzwGhapqvEyWcQGlL4za4qPeeNPqrfXQqxCAkBvESNJAMhuTiqTwXs8EVAEWQ4CwdVE6Kq6EFLHuF33xfg7ilm51rwl661CV9XcewqbHDFRrSOWecQM3dBFUvsjJavkFz9FV5WKVX1hpqOD7KCrur9FQ6yCVHUNMH5mGe6umkiOcF/t+aSFk+k9b855G0hVF/qpB37ordp7pIa4k9pmXDZc3t9BrJbXJ5S59t4WKLB50jjsO+m7BhIABZrs2iRVkbpk28WYdbYfIZ3jF9VxWS4lsmCLVo8SIUMFiYq7xnGYoKtq6BaSACjBryAJYPObEiUBiFSdOCafMzKLiwEJGyRqXvYicAdiFaRqaaSqak8NJEdC2/58VfHk6upXJc/2s3Ve3iOVvFuI/ThD75d9/EvcCVlj+s6Drmq2kOb54lL1VpGpau5AijZQGvM08Ey3iV+Vt9kOQtUwUlEG+E7/MZPZ8GshCWBHnyQzy8qug66qbbQqgVR9cxizbChj48K8cVFK4qrSVQWpeu6rhTdyXtbMgwOxCmbaFKRyT9NArDqmW0upQi4gVXU9V9KxOCJWc/t3zsWE+d2CSimD/bGdWKjaRitYdJk+ddgTLFBvFcSq3nIm0lYtZnNUNr3KaU9Z3lbifBl9ZbIRIscKSeph4od8C+OnqbdIEqAUeET7EZvrur7KqatqWvPJiQI6ZI7riICkQuT3LSJTv16/Q6bqyURlS4CkEVzHuXbEKkjVUknV944PD2h0ZAZhad9XrLDII31p51SoWFUhE8bCxrGSiFUZ0ECu2kyknEJ66+CGGGjpLmSrFhburM0pSXMVpKq+q0RXtaR515b3IwRrTRYfv60yXint7fjvc70Bc/YzQtJHU5HFvEgSAJcZge+ZKKBcl5oD5j/ingsB13uJHCux4JBkhI8lHihwQZrk7zxzJ4ySvE3/kq+vv4C0hgYajjosq+HmSldiFeSPlVTIaOT7V2MX1bDoWf/zQsRqKVup3Cboqtpcp6TFBshVV5BTWRz5V/CQAHCMVsy0uPoTfy8FgVIkAUCq6mfTfPy/WOZSFXwsxZrLaEdZxGpeuaMyekRHrNKGAFVVLnOw4iPvRa0nyulJLv6akQBSBZmQaKSzCdJV/Sp2sw3kqt2Pcxazek2/Dq/XF7LAtW41DaOnZM345z/9n1iFWew8586BrlkgVx2Ti2L0VkGq1kKqqnaimJWpx8qRBCh1EVbGkqfgTFU1kJa5hs7effmKWUnHFMptZO8XylTltAMAlL0v7jYg75wZpKq538olVanNfCyXREVxnRCQzLpceqtEHEoJQVxnBJhUJWwKhof3LJAUbjRfCjup81ZJV3XiglUFG042hycJALuu6r5p45//9O8xchg6q1Rg8k4Us1m2/4uzk6s0qLnTxf0/qKU7y15oiKAEBhabxeWJP0oCBX1j6ptxkYrGMN8642WezFXyqzrxStFqFKtKgXK8d6ixKmdmG0h5Xf+WTaqqFqOYld030+utoliVrUdKlQA4tln8ith5TD50/alSJFKttcZhGkgCAGPVuTdEAoAywP1tFcRqZaTqfsCPNx2t/cmZt8NGSqUvlZbP3bdlE6uEDu8WXgiiuRFN/f5Ug/3nd4FYtfdzwdmqqQ204vel1luVMIex6mQyq27pVM0uxaa5WrH5B2966rFKvW+/CLuyIAsOQJEPFOm5WnABuWo2Ijm2rGpcxDc2JQEQ/031vUFhU4tf8cyDtHpBrmqNLZXeKmU3v16/K1KTtwgvJLkaLpLnf4FYrZRY5aAE/R+LpechV5ehjp14/xAR5s6SilW5vkgmi2UfpXF9Q+y/p4s9dF4IPmXvT5ypim3vqZ6fThIAEgC2Pl2pn2poVSHH/TMqUtlzKe9JN17JF9dEbqTuIyn+UZetglw1WwnNPkSPNq4lgVS1j1iqWFVNsUckATB2mXo2vt4qkao/hmn6pbKIHDfWyNMpmec1DBdJVR7/IQVw7qDI40NQi0g9YQza+NgPSy4JAAkAe5eWn62q2s/6UchaNXZnuriDTFW7TyFTNfYwkvr5aTI4IAFg6lfWVeV9tbrIn9R2WuP7Uo1bNZEbKfuxRlJVLbLfx5dTAlbJu4gbY3I10kX+VK/tRALl/dhxmMbXME51jlfsV3OdbY/ds0LvxfItKXL29fqluo2uFLjzDPCCruq+TSBWDz0Ub2iIYwqpJopxWh/7qaqqZ/xeXXgRRpl1sb+prucftc1qWnCAXHVQehEn0h+DFJzK0hHIVq0rIvq1Nja5OhJ7iOuEAIpVtW0UaebL9Wwgp+3tuk+eIGvVbi3xyFXoqpqR37CpaW21/x6OybxUx+LZ1M80yw89dlE25tfr13XDIu1IUP7b7pOq9G0gVisnVnlHIxHBUb4z6FqYQhIAmaom26hJAkBrPcs4YDPV7PnxYo8cD6p1spgmVoJUTYNzjreM67geerEBCQBbb6JYVQ5bT//O0ONW7fOcWD1ASxPZF1UZh7HelOa51M8qMzN0ZE7zBfHeIoVfKfsw7DuIAMI8UI/pXh6hdozmVW8VfqXvayoUF+oiu3lNv3JGJvDWoEq4PChADmJ1h2k4sw1l/v7PCT1R9H9zDXfGJlcnnj1CKcZsC7UO+rSLiuKVIFbLi3JrNj5mReV1TcAWhc/imLFItfQPlhkBjbfAR8WeJ9c6z4ndVS0d40bmqmU+SOTqvAzErYaYmkBX1bamogxw0iuWq/rYQ3IS0Fs1dng4SYBxeE0/hun1Qza8Ygf/2p5/o1jV8RNBrK6I1Eyqqk6NPWmszT8+2xuJXOXt+G1wqxuj8K2vfrCXKcvwHR6app4YOva0YTexurgtXVU6fo1TYHpbCU2sQgJAjzN0VWPFqnKfqwiyEGNNiGeUi9STlq1l4BqT85nnwGmZTyAu7Lc0O/lmguzpRRqQ9RU6e/rVPr8nOoyzDRvyK7WG4DlPCPPxAbKye0KQq6/pl2GafjRlO8G6kcX1n/sViNVVHDhYx2R+UGiCI/PnhH09p9KHnBBBAsDVQa0M/GI52Nsz9Xe4uAMJALtPtUWquuIH/h5OewykqtmaJs7caO3MSWvfEzYahBuzoKmq6xmRAahbV9U23wlnP2HtuoSnbeTqnRhEhRVVNibm3Lr+pKJDraytjt/HchszMimNsWcgOZJ7Xj6NX8Pr9cujY+733lz+rzhSPZQAUF/ZPbF60z6LtRIM9vquoeGZ+5oFgEL0+pqpinHf6AutDfwzyQKgv439HSr2tGY3QQcLJWAGOwwKa+kPe565SovV0r8yX/tIAuBYaDFfa0K8+Q6hEeK9dT1jy5Ii/7jjICBVrdsVtzCtw4YgCWDvJ9KEvC4LKXFromrcSGTQAqxI53vxqnzfEr+iZfqdeFz+94VoIek8X2Ix1k2u19cvwzSSb9EFfFVfUPHxcfqU1njST10Tq5cM8wnKiX+78OIbTqOHPZQkgOiq4jIQ2Y1iQ1mrrcaNZ7YsMef6RPrzra1OFp9hq34dMts+TIuCPgVckAXOZ76FbFXDOEULjhb06YI6Yl8PeyIJgPHKZCttFKtyeQLIVQe5SgWJXCB+/J02OJ4Vjrn0uupuFtK5h7hDahuc9V5dH8VtsPInVUTP723j8PX6daBMZ1waBN6kahhrA7HaqJWFyh5rE56n5CpIVZtdtD7o0zGMpVHi+L6/Cyv2NO60bjvP8L22RLn/LvyyRATuZq2CVDX3pkgA4OoZgSdjFsYrw4bFOyuqdcuS7DoiORBHzn3NkgAEkOfUhfyJiFVcOgS2TN4elh+8aTHDq0y+cEVv9TUJqYrx6ogmMfeUqfoKmijXLbHqGeerju9PJoxVf7hP429LAkBX1QVv68Gb54kjMleNA/7ltFXoqtp9igwOW/euuNPH369mrkICQGsXi5ScbH2s+vx2tUjtYfZ7LRpcz1oVcam+7MeNacu6qravRzErMzpEOrs1ISkmTasEgNvOeryD9DHHqS+iEeSqc2XAmzq2a9NVlUKCuHYIEJ0zfgUlVenpXRKrvUwrQaw6QshlcpXINNpRRXDaIyt2Jrj0Ag30Vm37qDy0eGevwp9cU53GJQBcn4+/fyCwzaNN49A2w+klHl8xEV5esOZYj+P4W23+CmRd3HuFXO3TdnzMoM1iVdYv54RMylztZWXpYwef9/iQqyIB0GNMduPJuqrDi5LrursWkpOA3qqx37lqjCH20Hmcr6+/QLEqLXq0u05ZvOGdqjtitbehD4O9bRy6KAnADoiBX49oP6Sq+n6QqzpLUBEWxOrzGTAr+D9/DJ7QHAIyrtsnhJAAMI1UhBzG8eacIsAHuefLYjfgf3RgS0aUYNOff0Fv1eyA6tiyiXtWBZkCuHBzj5CEFdLG7DdDnnKgsG+hN21eJWiLWZGu6u+kKFOH8dgVCJhQ5SJ54S8Qq+ExLe6J7slicU1O1yCO1h4ZYSBVrX3S406zSEeNKF5psQxX7OnRbvyDG4hVf6z6u9OcxYHj/yZroEzVCaxYf85y4YtlAf+5oaXGMSE5+iMN3fApXPrGBuTqdXIVpKrNu/opVmVDgddamA4bITrrrY7Da/oxvF6/uEN3j3coLedIY3lXxGqvuT8ucqNHv9q+2R2xRZaejjj1jZRxsdoxMDLWQ2/VPinSR14sUK2oIVsV4daKwFkSQPys43DstJipWwmAIzSQBDAZi22+jDHrEzXCSjDpUALAYEAgV23kquitvseucRwmFKsyAEabFeJXiDtiM6zeh0uLwJ5cJV3Vr69fuzw54DaPcRhflKkaj9DphljtlVTdGxkIVpvLmc8aLFLmAgtWDXwY8Kki7EqsxovT7rGi4DuM+j9ggExLMxSrKtieS2rapyQAMlVtfbPSPyV1X6a2iCY6Lj0CSjNeZa0q8hBznTOpKhs5RP6E16mr1T6FWKXWY9Wp60PC5vtdlwGEvN7ON1JVfAzxmj2K9VYZkVrDQ9R2q0QfkgBYxskhFhW1KWU+nE4sTa9hmeKOVyBWy+z+aK0CuWqCVp+5SqQqBjX9hFoN+MBHNG5mLC6MROFRHwk2o11yrBNGbMtHGwAbe/DnIgPEqrZ7KUuVcuqwOG3M+uN+jm6ujHFrw5xij2TTxV2kxu3lOE+Pl7VaAqH0fGNmZtKZtB8f2E4JUMQxnzWRB2vPI7zvQsnDqo35xAbuFsQiPaGMeyb2MYjK3P/gokxmwv6a0X5uEqX+cNHtDnmlGMO7IFZTm0JIIwj9LBCrNkQPZw2gq2o1vxQBKrT9x3oeJAHcyO516tx393oHhKRMPc/Tq4eD+d25dNnWOAouNOHv5LpUjIGJ1X4Lf5hN4i5BctfOwi2QuP/DPU7Px6+f+WlrVP+dzy9l8rR1lyDb+9fPfmdkUj/kwiJTF3i+No6NrFg/gvz+j4OIXtEyi913Yhktum61KLvd3Y2D7i8mMoslE9YJD9ZaW9wZd5Xcb9mNp/86mILbT4nRZp7XsjnSRsVrGEheg/0jxttuf3o3P2yeWH0S+lq1ApCrlp5lEZd1wYGdeMOCQxapGOyP8EwD7cQj5hj8i1NcnkbV/UT8ycPuZIUSgRWvd9+W8+SznsJb4u9X0lAEWaZnNvTwiObiU+jQguF7/nsD583yQxlIPFv2+7z7779KWsgCPhRufl9Xw11CONfQ0hxtVDazbly8myDZdjkuGiOK6S7eyGELygFF0e+k+MRzZGBz6ie2GjYZ8S+V+Vx0h2ZoHBGrIpkAKQCBn7xJZEew9twM8p0swP9DVbmnosovnCbI4LdsqX/+07+/P7vN1Ogrr236464A8XEv6ZTczVa4/dKgP3w6YbHaBWkk8aTIduW1rNzHr5ZlxuBmMg8f8u3WanadZD1Y1D232idPUHm9QUNBMw/jImiUqYB16mefLjRdBAGkM3Qexzn7Zz+ew4COBqQKUDYTLIJ8yDJMMBU7ku8sIAUUANPGIcCyJWQwAURFmQDK3lZk9kcxZyOc+b8tSNIwBaF5xnxQcRUTEaqTZGJ2dDjHOdLLHFCRqvuYMw0D4YXNHSeGoW8Y//w3/+HaStmHNAjdyv3zvNObiTxU2YcxG1Tns+fbziaO+zwv75rZhUbZFJi3wd98snK/W9Zv9i+KeeltsoYNi7u+92yhMA7fK2TPnhM6FpTyPI6pyzR8A56PLlEHBgHLgS58V+TeZ1+DADLFZZCrn8hMWJ26SVXlTpwNJDnzuM4I8IwC0DAwnFGXVS6iTAtVmarHlBWcJjD3F2+0P1dAKtMgPFvFxQMpU5UlAFwJT54Pbeg2Wc3R2HQ+RbFlrSI4p+zy68RqytY9fpciVx8/qKkHULBmAhE7qrt+lfAkRKn875fS/wFOH/avquQ25RT4mIgIcC7mh6/Rf8FQr4ecNr3uCBVE7MBsjya7oT33ZVyGsU2B1AfYnjPAVU47WA49rFjECy4j+dMDy2v7p4TMNl5tI9XE2XW4dAjIKa/eL5EAEGIV1xkB0xFuxGXDeLWeLP2mVKa1WFx/dkU+Jcfa4Vefva/8hops87iuM47xaxgga5jUbRonVglLkKt7iyJHxKJdPzEUW9lPqKVuJfRcTIO+WqQljVl4WXUIKKpQ7aiKUhwmSSbyR47HQRJglQCozt7jNlgym83k2EaZwcP0I/0We3qkF6Gretc/JQ+RK+9g9NKCyLGJw05/sUcOuGO9cDQMdVTZlW04QxLAGJiU3mpPa1ElAfDaFau6G7lb/J0tU/XI+bCEwgMJuRbxi/lNHRCrtEjtPZleTIgcUUjV/iY9bifSE/CsXILdHv0kGsLqbrPq/g61lUPRZyNWJRrlKQBSepeoPMQtd770Fsdp38Q6zjkrcMf5rqdPVQVsbBWaQa7qKVX5rxsx1iOxCo9r9gsAACAASURBVAmAJx5IxCokAUwI9kmsivzTxIV1sLY6Eatr8SUXMhtR9MQ/2/3t90Ij/l0Zrwpx4c1j8inKVnVZT4Xf97DJm7SRHRsiqBfGUaQUcH3SztucMBwyXRCrTCp2Tq6qw7gdhWVPLzlLABx/yFmrqMx4whOSAJ4m1u1tRwmA85Qbmatm42BKepVt6WkvjKQfqaiOjTjs1qX4w88SALqp4p5A7Bsv/der43M9YYNsVVdvf8oA6O9W5Koi6V3P7Ojv4zwsRDx3tn7nwjq9fbSHWas1gi+hA0kAO6g/aT741lb36ICqbxm5WBXrq1b9HWEbv3E41wpTQW81bD/YntYNsdozubrPgEpnWrW8SR3/t1POFNpR5dNCAqnChLV0O9oZGYH9Vo5pWiSZHjWU+4oMlvbx77hNk+mOZpaSD9ZjLqGPlbk2K7ZnQG/VhOe6mcrLtX6y5kGq+viX7z3Tmrnqe38v961jekfjFRM/KKpjNHBfUlU9AKct7Ous73cV+DZjitKSnVgbFCeWjr2sKsBc3b1iv1q1atu0nHK+qjNidTsMX04XxG/JJoTQ0WzHE1bfTGZegkE8W08AdbOD6mlUXd+mNij2BJCNWCWw1txEGveRUv+2nj2SvehikyVM63E3ZAB9BhIfCQD9JByakOeQrLyLrK3teZH6OipYhcuAwOXdvZWU72nH66LxsLU17VoiZ0RSYf1kEfobAaNz8+hxj6cJfJGdl2WgqgWtXuRL0/hjmKZ+Nj2v9KWsrFRp7Su/XAuWE7na0YayP0KXJwHmzaQ//81/6Gq25Uuk+XdG2XeiWJVpIq3UavwpC5lKQ5y+bIuP2zpMoN34Ck16fVgJN6y521jTHbIdOHJV2Ibn09wlNJVWxGpNfZSmrf7Zqvv2QLvO1js0D2hcM5M3PkmvLo2VdvWWhY5jNs8gXu/STiQBIAGgN42rEgDHp0ASwO5yUsxqjTwNxXW2m+E1TK+v1qe6l2OqMBbU2V+Xf/v5A+IwXqy7iisOAl1lrCoIeyFX1YI8junU/9Q7dqCI1YbGsvo7MuEXgFh1gb3fyoGXuNDy/bucOmhTdVSpGoJUtROAYgHXLxCrLlwlT7rNi7J/2vyyYF+l9gBv4USSAMgIP/UFZUdTsZ1bmAbr2agP4sI6THU0/JEPELwqAQBy1R9s2mTnOWFDm+2ytpoGSADo7UBSwCjbNEC8IVJ1vKbR6m+dtd/53Km6JFap2++QarWZi1qM19buFO190v90vAVy2ude4kGeFv9IjUlhwoW9Qwajkad79M+9xeajNW5hiIRsjtLLpEwFgvZ6PnDI1oR71vTucOSo6FClxQb1d4gsXhCsNrttUdV39akA67BwHt/Yk4g5pPkOFWzCpUGAKlK3Z4BMAIUgOFq0mYC6mJgV6A2E5wXrSSaSBqCr+nXXIsWqKAsc14bAe3NqoVlgqKhDTkrkauOndTIZUsfEqjqu2soSdW9BQm+0+GXP/cSvWJV9CQZJgOf9UNsTVF5dbe1O1d5Q+ZSiJNneUux5P7xHrIYygRT93iKt9bzH6QnS60H8gZPI3oqbYZrXzFPakwRAsSoP43yenCIvYWL13maiRyurv6WlzFWanYD8OZukOqp8V1dVb+SrsBQXxw0yClbvS/sPIE6VJAE4jFUKj5DEcjx9er1QZ+FgoSqpgrJVw15SzErIVVwhEeiWWOW5EDu0v8ZmSOBjPgu6qjZ0iVh93uest8qVQCsdzWIaYIPPbrwQZ4AeU1HnqT+EWukG+KQCH0EL1GUeh/kpzIV8m1ARc7B9+EI+K2AzQhGr4leouGzqGsmyp6IQLVzsVyhWZelKCqRKpDBAj/OjQK6akGTS7T1m1Tx4EamKef+xn8WT5LRa+DURtl3tK9pNbzVAJEv7CCKFSQKAMlUn0Q6tOTrEAE9SVliEMMLjSa7lxRIMuHRR7R7mXROrQq62ldsJXVV7eFiW72Dxg8nVNdhhN/UT1va0SJGxanacUNmq2xt4ok4bqki7P8HOMb72rNWVP3+9MzLvTWCCBfPCHvReqIbKVl2/b3MnTKR1Xb5lh9Rtj0Sq1v0FhTmkqzlqwGq9EJoLB+Pf5SRKzUYpmxWxCI7bwBb1w3jrIJCrxk2LZeHipiQTVWfW6jRMUyDt0KK84VljJMtfZGbinuIjrSkitTFjeNZj26+7J1ZbI1e/4RwG33guAaB7sJpmxZtQhHJ1PAcIxEAgPKkqrYQkgK23OD9Y6oNUe0l+FwggfQeGylQ1PR3Hlk3IiEXWSzxDAiBnSFR6qxUH5ojwvfnniO+I8WiQquZRaqV/oh/Vh96q2bLJr1gSoCZyddUvIAkAVQguhu/W+sxNEz/+XIQzYicUswplKyBW1SI+wPHwUJ1y9zkzkxHxnfBu+3L+LmZmMpGrYXWFciIV9t1KZL1e4pmm1KoYU1hs2nga75VHICJUbh0WqDo7UbTbc1GTPFbIh5u4Ciz6d98DW6Y/+VW8q5XMzPAIqVzhOos6gFQNbxHXnzihmJUFtBrJVdFVxWbUsVt5Y3fVP405Xqn3glx1k6vX41X6X/A8R+mqTi+RA8Bc8KMjFi6MGF+aSGG/jF+QBNC6wvW1KIjVN5BxMhrThCyiNmhKjXOzZ7zXhVJE4lzpraoJRpo+r+MtbQyY0P00+ZWUFoh78fwi/mvifkSkp5MkAJOrKVY1ob5hGYYXH1WGX50WqpzBmyaLF4tUm0HXWcxqQqA0dCplklKcTDWQELmqgnJNwTlUkDc9R2k91zNmCQEUQzs0Ntbxn8/nihJjwyMkilkZKaCfcwUkJfffi7MkER23rtxGJ9FVJW2HZEMW7ZGAXA0SNEGs7mCstZgVdFVtkziloxvEX4wPUXqr2HX7hKgNYjWu7dT59FDFqlxfT3n4SsnYdW9/f1eLjFqKWdEkkRITmFQlcrVmLYOA5rZRzLGkNfSNBbnqIoDqyFKTo8r0LamIw4DGn+pRyfdxpoGyjuIUHUkFWpz31JS1OkFX1WoEqdc8GLPsPkkSUd+FZ4Dy0X8iVkGrfnTmdpIotq7q2YaY/5qoX6C3apot+2awgFg9IBjzyHiMKYocCeV6jDEeX/kz02YhQxLAZi7JVzWV227ZzZc8yRR9muIdZWPt8ir6u5xYKP9a9+ExWh3nHesInroXt4k8NQhziK1btuNf29yqXHxQrKrA2MebRnVKSqRAswZydaJNXRxRPpkDz8p4gzRXTEx1riOFJ4R9Bydakd5q2McGeZok2kzDxJmRuWwnyKdEeYj0GY0ZOSUdp2GA3uqj/gWxqoGvHnJ1ozceWUFzP1ZDiiJW030gilkZ9noK30E1tBpkgxaYtFl1qgmgWM1xTBGrJU6mudWUoEq5x3UXho42kIhtx9VVNTV+m8xH+7zKH1z2Ih66qi7zWoUgXbdF+bsqZoWNCx285ZKrRAC9cFZGuz5ehnHKn4mNzFV7wPrJxawKkwWgeeDra6ANC1wbAiLjqDbi8mMzDq9hmbApeNdGQawakFuW77uYJvtdLVlKyQD5eBGRqnlKu/ABB+zGnbq9uEE+j2FW/tZUEgBHmECr2gxHnVrIE/HcJj2xBADOVZiRynvuBItUO+0sRUHLzLCBrqol/hQxbKCYlXXsKtKtqFgVJIi0ZPiyDBOTLvkvFGs298G8LANp8Jc0bPHxf0hrnNfGTKyqTNVCAiJJAoxl+Hn+SHOtBSBWjcSqKJeWekFX1U4z5CJVqVW0l/sCsartIJCrpUYUc7tkmFe5kCom5hv8t0O69WEZq8VbpqoUdmCaLl8XnT6TFaNKy56I1RmXn5snA1y3dSGrsIIM5zKW8X5QIvmMbNV4/R3qyXJcmipfh3piY88ZuQRSIR8lTPwrQTXuQj74UjNyFKuyr/SkKJ1IE5RiQ5cgjXYzrbVUGkS0l3g+WIqNkQQAEavoJ/3c61XY3ItI+RfIVU8b398GYtUCWqmSAGoZhnmaPjxJEbK86EASwB2NZLB134c78iMg2o95fUpQkIVPEYlI+bvl1ALupWXtrQJ8S2i6EimpUjqvDFJVoVGDnmjOnivJkpEB7rCEogYJSAK4/LaMjUCSq0FRHd3KSk0nSiPGSorJLhvP8XfSW82ZIibrvHEYJ5IAKGBSmqMTDO/cJABKI1VVg6eVXEW/XTEbEKuuuRkfJy+BUNhohbKWYlfMLfa9aYtVub5mGkcMJKYBhV2qMP0fV4d2/HdRcy7hQr6qrRcU/Z1HrfPcMilWRSMWJmb6fitvNAe5quspFXfEmnNfyFR1TdzXv+fvqq2hKGZl7bQS9FbVMeWSzCZ3rJGZuly0pinxgiSAuVeI2MzFYkiSExWb/zGMVHG+HCqlCDOe2bNoI6fgI/ckB8AZ/GX6fhEdeWjE+Oe/+b8KrR9XBlwSGEohFSQbaYZ9G9aotP9TSmadOlRJWk3osGOHbZIAOQtL7FtVVHpLGcGPW7HPjy/LjkGxmqg66bXco5ZI8UsvlWU5ed2L5xSr9JnkFpd1bS0qeLKfEbJ8GVIyt+GyMXCojBZw79WyuTTxHB6XBoGskgDkV3RUGTFPZ5sUeUpfx+SLy2V7s0gCEIuxinqlPCnI73oNE1eZx6UQeA8B/D8qwIYlASpoZyEmthKrsoDGZUIgXyGkD+oHpKrVREssOCZHYUGuHjsOWqs1RFud6EhJi0J1kKakNpXRr4qCoWNgOVhNJQGAZappmaoELcqwl1N85v+A3tP3DsWdPMWs2K+Q9lOm0zhapbL2lyWP7ZQP2irzk2U4R7Eqq33wRmCWjrlktshcNcPFxaxYKiqdHi2f2YSu6qlThFgVeZg6znPt9VYzLSouRYK8N++IVZCrtq7InblaQgZSXlO19s5Qgq6qqYWSp0BZJuVPTFL38b6gA+BJjb79feXoqpo3vLKwhmV1k7E1Kkshx5YpTRdBy9nstvxMXmQAmfqPlqd5LBy6qo7gW8sxBiZXESGNETLxVJkL61RAHKaceogriVxXDaSqwgYzDxu5mub8rRzKGYfp9cWNqcl+UvgYE6tLbcfrp2F4Zx4nDtApOiXgO97E6rpXaHz019d/FPC1dT4qJ3mX+1hnyT1W0vF/M7m6DS0YZDaUpO8w8JbnX+VpP1q3VmhDNQeDWF7HfbRofwQsVVNVtiqmXmfEXfOsVH3k/x7/Xvz586/9Hxvxzq+vfxLx6Z+PTrmI540u/+5IhkExL6olkYbbSdlKEilxaRBICItIayR8YW0dXiU26E+dmb1lAVbiM1r4oedPX9EeX5sLqfZuEgCVnlqgWNCAJMD39/8X1YQ+iFUhOPSrUxCr0g8LF7NKe5WjGpr2u33eJtaavk982na8R+37gli9gx5+kxKB/Aqd1762ljX1ta8Kc7cULkiz0ACpau6z+khV9S1+ttMfsUrbgnIeJfYlJwexcxQb52TP/yBXZeWFa0VgnIV0TkHo8RF35KpabS9FPwQ3fviTDlJFrHLaxBKrePC60kWxqlMXSKZqmjlDcJfiB65xuXIt6njEqszyD1IAqivOEzgQqxs2qtJdHMP9fCpIVRvKqlhVip54/g6ltwpi1UU+PMcaT3iCQF3Zqu/IjKxVbacrvdUUtEwZNdOf2H7M36bogRjt91uk9kesKqwpHcEPozu9A1L1Dmrl/4azJBciOOLZTvkoOFoYBZptGxbZqmf832oaVRKq+++JYjzVuxR9AB3Vj6G/r/RbWVe1CaTCfsTSykkFLmZVbw/HI1bFXgzEKrveh0WBWN3gSCUJAFLVHtREiruuS5GrOPyum9BtMt7xMxDjv6Euy9xifomVyn2xRK/qkUohCQBS1Yy9TEFrJVY3AtHmh/0SqyojPM5CAxIANqvjFCDf4aHA+1abeZOrcWyowA/3aJKSvoiDCUhVy3gluzkefVT6LS18QxyMFbnK5y5CkGRrFj7pFSN56LPPlOCd+FQjNjmJfm6NV0Zi9XMhAGL1aD7LWjApnlnVRxvGw+KMfr3oIHPVbCeo857Oh3Rvqk0CIC9adb09JrlK5E/8A9F14a1aW68EwBFv+4KgZ2JVZsvhPYCKVeEyIUDLd6XSXjNK0FvV9p6yfZYFCNy/IwQArIiGINoCd9n9x4U2nvstKe2XlLVK/4TpbtIqFu1QIL719DaCV6qrajBaToN6F7MqzbLt7clMrG7kKojVc0fFzFytlzZM42A1ZqvukRGVlfALsTTox32LKNdhaI6Lsu7pdUoAHL/kfZQtPYBFv1HtmscYW5Cteu76mTPpaAHfCjkGYtXl4CIJ8Gzs2n6NYlVmvGvPVNVsWqCYlaW7w55FmSrXCHTFoTt/fyMchmW704Rov6HsTLqCZGZGa2WeB88zpVPM97FZ5MTGRJqqD8e+PAjEfauYXlukqkKMtzYrJFezEqv7TAsQq3oiIobeKiQA7IGudlJVfZ0MQ88WYXGHhDxPB7GaA/c2SFWFXNhlWI7+CP9ORe+F7mnZHoqpMhkeixRP3GxQjeitxHr9d/Sesbou3R97whtdZKua3ZSzGFvZsNiWqVLYpJU4ESHKBoBGjirjOiLw/7P3HeByVVXb75lya3pIIYSa0HsooQlKE1CKVKWJUsQCggrYEdH/w469IiJVEUF6B0PvEIHQW3ovt987M+d/1t5z7sydOb2Xdb4n5iNzzi7vXru9e+13yZvcaUUmyGBNybUlyV/Ie2qug1kJj9ccwP1K1xBqN1lS2reqbZ+kXhApsVoDSgUTq0Zm468kAJOq2SBVmVy1Hob98jxkotYKa7+pNqv8+PcoEfBTEoAlAKxaMm3kTx0J1FB1JlYlIL54raaONLTqJw5/T+3JWZVY5YBW+gbhkZsg4pCdGQz6Wmp0VY3GEo/G43CIStLrJAfgfqVCEgB5UV1GuJ410xBJ+2EZHXJSMKvkWHxMiFWgUBibHNRCLqlfkgBMqlqRqulDSNNblUNwgkamEPoYE6IhgCxoAPdLqjBK6CWP1O6/PYAiR1HvrS7HLvZUNW6K9PYrvVU0E6v1myptLnc+p3OwKg+DW+I/Jb1VqgTLROk3pXtBSCZVDRGVO4/UeqvW19v5eJz4IcVGBYjDEOtC6bZs4wv5rjimyOV556qDWJolAJqrmyxyNRbEKhkIEav2uputPpm6l1TVu3Kd9xRSB+twharDfiorqJ2hM7E6snk5kFUY5l5J9bjOxGqzDdXoPi+hylJ/wcl15xspAeA6mQR8OHJFyMRq4/zl3FNFEhxpJuQ9mnXaB3TR9GQFTKya0oCONqOSjOWYBiaI2iTTPPbemHzuyHhiUuZwilEmz1W7Zxf0ntDX5J2rXutkboVMY0jVczkca3WfSyyIVSo+e6xaN6IXcjV9vpjWeNl/gyi2dG82aGpi5Sf7FsFv+oFAuklVPxBKcxpePFdZAsDKMtI9X8naM7FqZgU1jxUrW6lHkwNWmaKVdmJ1uPLsuWpqBw65MdZVbUZzhNRWpojV5rnL3gid/reETJTF0kWLK0PX/7lfGfUr7VDV4UCVdBNLiN5qrIjVzKxpXBu3O71VJlXNAU9LsCors9KIVT7/s0KKf/eOgB+Xwb2XIqwUeO7SR9oNuapFuc/YktGBqWaBVNXgqFkBe6wa9TF73ocKe6qa9DGysyz1qyr5w8GsDGzCrludDKzDc5UOAUQOZplFhi3CaLAlj1XT27NVr3rprZooaU0Hazjnrw7LYg9LuWTUxhJArsaOWOWOZEECCpES+wtAZ2877+xJ/yLNEgCNbcOSAEYbUyIBMzpJBdSBvVwCD6hIgSfL5Kp3clXTVeV1gM5Gtao5G7ghxy4DOTYzsWrUv6wkAao6xTzFxc6yIyvQsDshe64az1qCGTR9WFfV4qzCCsDIOkDwGcsr7zzo1iOteaMKtwujBbPKuqp61lkjVukgNcN2JSQB4o1BrIjV4Ie6dOTgRBKAdVWN2jz91//1ai7JVaYRdScucWAhJ6wMT1seB8lseap6BCszn9vxXOXr/1bmYP9A1Sql5P2uoFRaFYuRuVAYHzv4anprzUVjXVUbzZXZUzEiVq2IeRv4pfUVk4WgQE1s8PkZQZ5V/4NJRd5JGO6+RTArRcgCaNyzJF0V5FhXVRe2mvQP707FDp30VmMKRSyJ1cyucRzMz3bIVSZVjQHNkqdqIwqst6pvF5rOrhntLJcDvGAy7lmsq8rzV7N1aJSgmXWQBEBM10kOZuYgX80ysap5rEZvIfEkVrU5aSQ+TKpa9ccsSgDUYVK9dlvboUbfv6xaLPTfDSDJMalqSAAxqVoPDfcpPUMRh+0UzIp+rP4t+lQuJ/6bURuJmlwd80HOMCoxDmYVS2I19IkzkRma662yBIB5o2ZFV1UPBY0YlH4KPH0lsvvHrtCS9CGvw6w/TKya0+56FkJ2w35TZj2H+5X0WI1+YxFHYlXuTRt7kDrsDZT1MZnrb4HACK9VXhPW0KqOuw1XulkCwMSe5GkOd7kRCDAeuuQq6a1WSVXRpyhgFVvOCARqK794X3+PpNliqrfKxGok1uBXpsbkKnurGmGcTQmARjQ0UpWJVb/6YtbTYQmAegsYlrDLulk01F9PEkCewzNxaGw/jA1hUy6tqlpJtBR8XInVGrkqiQ0OVsWDr10EiNRQiVwdFvKz+2Wc3/Nx3KwnC4kAEtU2p4C0X70etHqphVeSymneEiavucbZptyWjTEx3pGT52r1ard1t3ISYsYgS69t4fR7P9zcmFTVb0wFqu2bA07bzW1fB0rl3uaPhdSFP4/StfYZW6kVCmObcvQ6IflThbin0kyuMqlq3GZZlgBoRIUlAcztpJl05hHJCDEZrIrxaSTHwpvK4z5PyfI1SgKwp6p+u1Fvqvlm2lpCJcMAPJSSiFVpQ0ysmsE4HIqRBx8P1patT7W1jiA4UuIzFgi/p+RqAYmshuXh/mf1ooWtefk8EBAMyqvd6Q4zz0R1U6cDstP3rcDwOz2r/Mxnqfpfy6qCim2CDFA89Ak3Z0dafm6+9YKStmgmiQR2gmpGkqTF4iggpkusejaEWgKeiFUfy5HqpOr1VplUNW/qLEsA6CHD5KqToYGJQ3202FtVDxcPa7/h5PxYCsehHHploH+zc7Hbe/mHqSYnnT3Sd+VI473mkVbC58w1YlUma6dnaOO1nXftFzZvEbyq5qkWTfuJ4JSxuI4bTf31W7K+VbhnNWKkoSNtx3t/0cavOFmA/R5uZEEaqWpn1vKaWzK/98M3L5k1Nyu1dljhvV+lDxuSAtB25U68D9OIhHmd8mK1zDakoSSCn8UUDyZWU9E/pdcqT2pWpCojZESu+jFc06K8FtzJXcfyZyHuz9meLItb/yh/auIGRS1nO9fV3KRf+ya6Onord5hfx+Goy4/e7QUzr3bi9fuk1j893mNerEf7ViNW5WGgE5vwt/1zhQk2qjNyFLbxgU+v1HRVk3ec4BMEFsnIlpF3LPiRCMiRhq7jMiL1CNQI51wVGybJrCyE+1UjQhoRz51rJDKSUCWN1dqTg+rDwY6VjSbxd7nu4UMdbcaSdyTj2acSQ6wKSkyIHFsN27WpMKrOo0UXd5+/k01DLaLecL4ebU270RFa+Q0z8liR4XRVkCM93R/wK0X32MTvS/8xcWi/gUDiU63UaixGB8llz6/VATiBtHVcE9XkEeJavujKpW3kK44IsujKG13OTK5q2GvEqvTbiG7MsUesRmExjcGqosMoito7yVMesbPnqoaZDMbEjz4lRnsH4csrfparWyY4jKyF3Vfqkam3E+5hNWT0SFXt17zsYwxXUxfLqXSjIOtjjyY8F18DSQyxWiZ3cR/FX9O0hCBcytXpPh9fW4sccrEhY3x02oEJZ0PjrI45tPHI+nRm3oGpY2WPUjbGhLCwOgSMfEiMpAC1LarMnsMJmjUDE6v1xKqMGTxSgTZsI44nsVr1w2xa3/CCx5wAYnJVoc06L250zUSOvnW6qnVvkbsGP/oIMLmqMYM8fzdbiJyryFNVf4XMkgBm4wp5rWb5GCyuuqr1bRZ7YlVsT6kDqrxJ1etshE0ZFYERDeE5Rf7hRx8BwobhqWHD2wqTntJwkEOkvPB85scAAcamBkyZrcQAAbkdrbcV63so2QaTN2diI1ZaVUdlRDfWxJVY1T80jg6nuPdZ7V5NXHXawsBPuznAy5qRaGu9RjtO19OddSsSFUa7xiEP3rGzJqZzUlX7gslVoz5MgbQomFUWmYw466omhljVrv8Tccg3BvWHKPLkpT+14Qggr1X2zDReWjC5KrFhUtU+qaq9meMrcyag8SZeTlTsr2FkJPJgQs+zmclV880wk6vq0CpfAut4JR3iSKwqlmGSeWzWa/es661q65k4iDd57Zd+fq8d/klC1bjvMLlqjHq2V0EsAaBvGWYSAI1fsN6qIbkq/egzRa5q0j1JuF8ba49VGpjLakVoq/LTjIBGqjbCQ90tr2mtM3BNCGievVmGRi4VuWMZ2oDJoMPkqlnPyfoGnnVVjReDZtqYHHyRiVWTw1AKNlRaFYspO27EqjWpqsGW9bHZaKufTb1VGXcgFl0qdoWQcjWkZ2gNEJOr5s2XPc/VbHoTWndiucaj27X2d555qNZd0DrrFL4hg1llh1xNggSAZmaxJlbLLAFgOBzQ4FQi0tngDfLKZL1Vs41adr16mVS1mGUtTnJYb9XOKiVrqyH2VLWyimYJgPovpBerRNH+stsqz3T9np1FdH27aXbDxKqeNTcGrOJDL6d9PouSAGIksUEaOsUyLe8LHUOb+HAwK/NWz5bnqjZHZ239a9Xz5fqOnMGcre5YEsAM2azorSaJVKX2ii2xyqSqcXci3qdU1VU17XRMrpqO9lmUBGBS1Rupqn3NXqtWC6msLSw5WJWRRQzr+FmZTPV3DmZlRY5lp2/VqGT2WK1ZhbY1JY86Z9tUmUZ27MfmkCNekyN4urHRzEWQhumuqpOmH/GuE1JVmRukUwAAIABJREFU+5DJVZP96vC87rpJEvRhPkFlDbOoFHzcbThXOnDnK7hGrSXJ1fTO60nRVa1vn1gSqyIgk/Aac7NoDHOwCD8vQkR4qtp0p9f0VnkNpd9WWSNXWVfVpM861BxhctWKAAp/fIwmR/ZWNcPd3FNV/0t5fZDnf310suG5OrKWTKw2Eqs2Hep0TIhXg3r9StNbFVe7FUB1uB6IZu5xluvwIRebgC5w2tVau96q9YkwuWpui+mXBGAJgGYLkL2C2p54HfcP660aYSekDUVYzzQO6gpkGOBk1S2WxGqJ3MVTuKhxP6jUviRsKg7c6ckcOZiVMfJSRykJcsjerYdJVf9IVS0lJlet7DJZE6JVbfQXjnwIaLzooxFWXgNz8rAkgBVa6SZX6z1VNSRYCkBDQvYON+RPLQXql/w0EmOEifRapVHLExMQS3DlejeWRYu8UJquqtjGuwSJ9VaNm1E4A6XW9rRgVamtoMv+6cVTtSFLJUeznstypPuztOqtVkBtnrwnVsQqAcjBqoyNiAhVQTo7tDPyysyaZ6YTiGgNVR/D0cm3SXmXJQD8J1VFigoJiDuljZJiNX6UM+0LIQ5WZWQl2gUlt1bEkgBWyKVz1mr0VGVitZ5Qlf+/S95n2KBog5r2kdmq9xj9LmhrlbT93KYQz+80UpWq5XQPEc8a+VcqJ8GqTKjDKiGf7kMv+6gPoX/xIixatBorVvegZyiHjlFjMWn6FEzbcCJaCvZTiveb0meQn2YEaA1Hso7+PHSTgA68UjYw+wOOmNHTFMwqabqq9c0YG2I1XxgrPDHpDz86A5QKDJkEq7LCjMlVc4QEOZbS8ZpJVYve4XHM4WBWVqNPSjtWVZXPqvZZ/H34yqmnystDRF4RGIGYzg08E6umlJ9rb7rmVNM6LnsadMTHVZ/g1Iw99aSqVj/vKKUnBXmV1r2naj0SLAkAYHARHv/DLbjjjSWY994KrKzTAegcNx17770bDv3Y3thpk46EG5E2W/FYqteQZfL793UBR+RqMr0YgzZ0aYlErSbfFpOoqxo7YpX6XT4/Vnir8qNPqpKuqhd0xJla1XOVMdZHIK1evSwBYGLxPs36LAlgNaokf7IfWUPWVTVrcTe6qkbpVVJDb1j1ETe/p4tc1ZMA0FDJthRAVQHU52GUPVeN+xxhk5aDHeHJ5LPtuBmt4viN5uflF7Eqiet0jcuO2m1oPu657M/4xRMr0Gf4oYKJm+yMUz5/Mo7cvs1R8vF6me+r6beH6oOuqlFLVyUBeDxrAkj6TifbJpNOqlKjBOaxKgLAKVC61j5jeV5BhKGSGx2v8TImpZHyCORObwmjZYmZXLWEKHWSCUyqBk+qajkwuWrVv9KyEmJS1bilpTSG3w+Tq2aIpmMTL6/jauuc5rEi68RqEDdqpPpxWsZlf0cdYYmqgkrC4WFS1dguvASrsrK2rJKrXXdcjhN++wZ6rACCgnGzz8JNF+8YyJrBMnvPLySbwPJcfbOtla8SAHoZcTArI/hrkgD0RrImL0mqJq/cjW0RFLEqA8DZIFbpvUqlglxhbJD9PLFpkzTCkA+kao38kWowQSzSEwtyXcE18jkNdZFd0DshnxYsmurhY7+q71+8UTWe8tNhS2LWSkdVfK6FPxIAzYViYtWqoYKgs63y9Pf3Wg30NwPZJVYpUJW/WI9MLdDEgyx4oGmL5YFSkwUINLOAEudgVcbA+qOrat5wWSRXV9/5O5z5m5exnKBRKyiXK3USfwpy+TzydD0QQGGLE3HH5fugJSD7Dy5ZDlZlhK1YHbuIBeOsrSR9mPRDL2d1tv+2otIN5bz9D2LyZpJ1VeshDIJYFcH/qkS5qceq1gFLlTJaiuNj0rTxKQax02XQpORvmVhv1RzPNJCrctnis+H4a4bRphYAqapVKB/sLjha3Dzkng7vKCZVjUzA7Bq3B7MZ/pSDWZmhmGyvVTvSEdkjVmvzdzhTChOsej0sqXqrYkQIx3D8GN5DS2P4AEcJXo8wi3qrlRevw2cvuh8vdQ1gkAg2IgQqJQxWFOTzORQURdhloaUD2x3zdVx97ozQ2t6/jJhY1cdSBqsKa+epJpA89M8GrXgMop6Tc+CeBgkArUX8JlbFGkRE05RrNENiVb6oolQhXxSVidWGPkKTUSkAUlU0StVjNc/raMORKeleveypajLpBEiqiv6lBHMdOqwJOfh8kjrwMKlqTqoG367suZo+clVex7V+skmsEgkR/Da1quBqsyWs2yptb8iR356dxqHu0hszcTdBQ4FObk9zYiMUxu2iLHmtlpe8grtuuAV/uPElzBuwak4F07f/MD532lE4br/1kRz/OpYAGNmytfmJnMDCvcslVUUF58RPEwJErIYxxnmFPk2kKmHhN7FaGTZwC2KVXMUpIBORq/Swx2rNNP3UVTXbCHMwK/PhIKnkKpOq0ZGqWs4yEBrP9sYtkURsyl7XD6n93o7HoffKS59nJlfTQ646kY7IHrFaicDjMInjsveRxSyFelo7EeSquAbKwaqM9z5VEYAQvXmzQK4OvXgjLvnFA7jtlVXodtAllbaNcfpF5+Arh2+EooPvonmVSdVm3OUISYSq37dr7bWxAlVJjmemvTr591Y+9sGspK6qds3dv5pHl5KfxGq9BIChx6q2SClXKiirtbMNJlZrRkCu9IRN0H4KtIQmr9UQ1xfRWbrLnJPm1csSABYNHbC3an3uLAlg1emStImXUz8/zQgMe0eFCE7ws2OIlfE9q+TIAjgh5LNDrFb9RyMbHiPL2Pee4GeCSZEEED5KVW1YP+uf9LRorKFZPBeCBIAeVqkmV1c/h0tO+BH+vsqdleRapuKMy/4fLth3lLsEQvmKSVV9mFVJjIUoAdBUDiUv8mdfFr0WUpCX95RD6SVOM0mLrmp9vf0iVhslALQ8mqQANG9MClhFEgDaw8SqRCIoXVUjY2e9VfNhIGl6q+ytatKeIZKqVAqWBLCaYuM50TeXmiUAjFpy5HItvPZkvVWrvhV/Dw4npKpYG5Vc7tqtoHL4e64wweEXTl+nbaokx6J5Iss4muo6yDXu5Crrqpo3prgaG13Hqnplpa1/lfHq//s6zrzlfSxxfQ9cwUazj8Yvf3wCtut00CFDe1Vb6aSt7fwAMFxdVcMSE7nqR3VSmIYUBIgfuZo2CQDNdPwgVmueqs1jThOxWlZVkLdqPalKhWFiNXxSVTMCIleT5pkZ5tgnPQDiP2QzqRofUlUrCa3h7WoIhmnT8ckr7gtVJlXNbMUpOean3TG5aoZm/BbR9aV1IgGgfZclYjVK8qfWTnEfm/0cTeylJfcttNKSGp2alJm9r4N9i5aoSjXaerA5JTN1LZBL1H1L2E6anu5n8b1jfoyrV3qtVAEHXfxH/O7w0V4TCuB79lZtBrUqARC6rqpR87IkgJnhx00SIK2kKrWBV2LVyFN1mFfoWvuM6H3ypBcoV8ogfdXGh4lVCM1ZkgGI4mFy1Rx10qyKM3HJEgAWvSZkb9URJAIHs7JonLhu4LVZK6JBOYqJwEGecTgwkC3E7aPfbPEkV2ulctbv00+sRi0BMNKKaOPjrIUcDB4Jf1VsCimgRBwO3KvDn1ijsgSArmVJ54h4EJqyueJRFu/dsIwVD/wNn//2PXh+yDq1Ykceh+21AdZfsQR3vTiI9xs+2fSYi3H317dFvM4HmFTVb1kpARCNrqqRrVEgK561jNCJC7kq3VXiuT61HsWs3/BKrMpgVcZ2POyxSkCWDEhVKmbWiVXhyatGu0UUeqviCrO14WTxDRmQKH4Pk6rxJVW1kklinh9jAiiO2LCuqlGruPE4DKKFmVi1QjV+G3hZImo5Z2VLP7EqcYnX+otnLaMeRpufuESjztV5q/Ix08gWk3NVtBIAjTaUHr3V1Xj8Rz/AmTfOR7/FVDR1WieO2mcrHH/otuhY9BL+c8Nc/Pp/6ohAVxt9+LO46pJDMD02cgBMqho1K7EVRKrGb7xhctVw3S4CG0Zv02nUVa3H3AuxqtK6QiRmg1jVglUZdcIsE6tCV1WtiNOfKB9a0OeZWDVsAo10jttWI86etFHas9y/x2faZ3LVzBri1quYVI07qVpfPg5mZdW34tG/vHg5p59YjRupqm2a+VCwuXcRrUB9Koeox57h4IHx6OKRL/kaaVVtzIlaAqC+XLWNc8IbrfQurjvr6/jOXON19vqjFKw/cxrOOnpXzN5iwyoM3Vh3z4345JU9WFwHzPhtDsXlPzgZ+2xUjHw/XHUzim3Qn+g6mmzrUny2Vg1QyHFZFC/h3SuINqb5Qo6J0YCTdlJV9I1yr6umk7qq1g4Hyrq1z6gVuuJeMVdEyyqxKj15oydVNSugJhWemdH0OVfGGOZH4qwnRtgwqWrS+jEiVcUcz5IAFl01Lh2LSdUkkari/IQlASz6lvViLeh51K0EgFaudBKr2u40vjruLAlg3DPElUYhCRB07zFOnw5s+dFHIOpgVWbtkgpJgMG3cc3Z38TFOsRqqwJsv/N0nHnULth9mFCtQ0T9H67+/iO4al4Fa0gmkH5q3QVXXXMe9tm0dVg+MDrbjt6zL7q6m1suSRbGllcVRa+Sqzw06jakGBcjmLSyQKp6IVatJAC0xlTWrnlaJeLQ6pJ7VonVIZXc6eM1RBGxGjcCMU4TTFwkAZhUTQ6pOnxwwZIAJo0Wh1UQ66qajbVePA6DHsOj9hwLun7e0o/OQ0Hb5tR6t7t+nmZiNf7cmLs282az8f9aBK9SlKpeXPjlFeMxN40BeRAfXVUjy0i8JIABsXrwAZvjtEN2xNYbTrXoFCuw/KFH8Jc7FuL2BUBvyy646lpJrNKjrcai6FncsfRRJ74i6tu19uyByVUjnKLwWk1zsKpGnN14rEpSVVstm1u4smr1k6od4jCLxGqpqqtqb5AI7y0xHBG5ygs2Q9CjJleZVE0eqVojV2nJxp1LrwVpIR0tNuytarYYi7vVMrlqtk6IhlyVuXq3nLQSq/EnVaVNseeqcd+Sm8ZwHyZVjfGW8ghyzImTBID+mieacdkXa20gVidO6sCpn9oXp+61mQMN7T6U5z+DP/9iLv64Ig7Eqna7w/uc5QvGsUlEusdFFWDbFQwK7ZSjv63jquwBfxQ2uVrOUDs4IlZVCuRFj307VVasesKWO2bWiFXSVR1Sw16K2e+pTK5anBhUJQGimHplnra6lf0GT8ubMfP+NoKV9VatCKAoDFLGquSnGQGv17jDwpQlAayQDn8TX1suepst00esxk9T1cp62ItLHyE57oR33C1oQ2/dybqpE/uGpiEoKxB3YlWu5sMfl31p3tK7uPasr+O7c1VMm9SKE087DCftsoGLpAfQdefVOP6u3fGj35+JfTaRHqvaTie83U59O3AHq2/I+AarsjI3DmZluA8dPoAK1tazIgGg4eyEWJW6qs7GfyZWdSyarg+Rt2rct/AsCWA+YGvks9Ww7vfv4S3f/S55COklhFilcTTvgxdXCIhGmEWwk/3IijGpatbQcZYAaCw3k6tWXdbZIs4qNXO7qf/VW39OF7FaDV/jDRIvTePy28QV2GU9nX2mET9hkKscrMq4beTIJo9ykkCo1pOHtWBJzmwv0rfVJbjjKxfg3EdLOO+io/Hpnaa4L073s7j//mnY4JPHYPb04oh0wpEE0OZFHuP0GrGsWgk6um/6YL8UO3UM37QONrPEpS49V+17SzqtYJYkADRs7BKrNVJVzFi2oWVitQEqEaxKrYA8VpPwaJIA9ps8CbXyr4xha9EyqWrSdkkhVatV4GBWVv0wrFGHSVWjlvDrGrdVS/v9u3moTL9zS2J6wS2kNTT8tp10EKu1hV9SPQ6jl2uJb38Lw3OVJQCa2792VJRLFKFaX5NkBrMawAf/uRL/en4dPnvKHt7omfKbePGBCVjvk0dhmwnNa7/gyVWWANAfWaUTWFI4C/06VMlVZ/xVfCcan0smqdUg9lsKyoGk6zMAPidnl1iVfcr5WpyJ1boGkxFEpbdqUh6xYCHvuiD6XFJAsChnWOQqSwCkh1TVasKSAFaDQBgDD+uqGrWCX9e4rVrZ79+ZWLVCNHivVb8X6ukgVmW7KEpy1oDGG1UrG8ve76JVSTMtINacJQCMrVFiE/y4FqRVO70SGmRZ7KStDnWh651ngHzBzuvW76g5KJNmo3NcUZduCI5crSc3wlhzWkMRjzcSqKtqCBx7rprZVF6GLPfR7GRQx6SvdNwAYodYdSMBoJWFidW6ViF2mrxVk2Zo2pV3DmZl3MWCDmbFpKrF8Jagw4rGmjC5ata2fk70evkwqWqEvt8eh24WKF6+YXLVCr3gSAi/SVWqSTqI1STqqpqNEFY2lr3fqyIPUjdNAUj6y/OjUjBZmR4/zQhoEgBJuv6v1441SYkgRlD/LafSuww9i17zd0/bvgM6NhgHI6rWfwk9lgBotgxpidIZLE0RPVhvNSxyNWu6qvW4WhGrqkqEs/vJnInVKto0OJVJAsD/uS2UFDWvVfemEEoxI8tEI5+DKACTquklVbWaMbkaBbnKpKoxZUL+P/LSb9Kf5B1lhom4/+RqLR63v/VINrFapUxSxo3R5iD5I4S/dqoREjR20ubSD1pC3hxjpPVaSiNVJY+dfIw0Yj4Jc2+lbyV6F73i7zXxtu3RMX28IbEqPL18a2YmVfVHP2mF5VSRqlpN8z7aj/9zR5QpSr1V72vCLOqq2iVWhde9GMDcD2JMrFZPfMpIjq6qUccmr0yWBDAe9oKSBMimM73N6cUPbxCbWQX9Wp43TiYQu5+EjBeOST3mCtoS61V//MY9+LI35sCeq1aHFv61cW256F+aWunTQKymb4j3v53DHyGCydFPvVXhrcqPLgJEBCRdAqB5zqJ/8bb5DsNc1NIgBpa/jsGe1T5l1wFlzDbomNyBvEGKYslPnuCec2RS1RhCVZDl6V0hM7lqyPOoNJ461/3U0pOkqjZ+ee6kiUzAyGNVkqrex/bME6uEIUXToz9peJhcNW9Fv8lV9la16DUp6VdiqFW0eLZpGCmCqIOfm0v2VjVqIbnd8BPrIGzBWZrstWqFl/uFdH3KQV5gTTaxWkmtx6F2pS1dI4ZVf7H+vbbiz8Ht+DM8FjO4uoBL73iNWLVukyS9kZRgVpWBtehb9CrK5SGP8BaAtplonTQZLa3W/lze9VY5WFVzg0mrS36wKitTVKB6IA+tUk/67zKUlfNJh0lV2fJ6xKofnqqaXWWbWBUnPjJYVTpoVdms5LXKeqvGQ6dfeqtMqmaHVNVqypIAVksS55N9c4pMqmaJVNXq6pbcsLLIdPzuzTsqDDI+mcSqJqeRXmJV2r8f43I6elJjLWqbTef142BVxphJeQRJjrkhAZy3RvhfJCWYlVpRMbRmPvpXvecOpMImaJm8IVraFFCT2h1N3HtUMqmq31CSq0iXrqqRSbLequE+QGh6Ow9mlWVd1XosdYlVj7qq9elnmlhNuq6qWafL0+Rnd/ZzN9Um+iuvkglMqmaPVGVy1U6X9zroiGWjnYwy904Y5FiUoLIkgBX67slV6akarCZvconVrKyVvI7NVvaZzN/dSgJI4lBShmlyzPCrFYVXVQY2IUkhV6ldBxY+jYG+fodNPAr5qbPQOcrhZ9XXna/mWALAGGm6XZul8YYlAYxpZ00t3968nnVdVTNiVehCDx8X2cPTbDTMLLFKC6ESBatK6YqITEOQq+7mwtR/5UUSgEnV7JKqoubkEZ5aHww/ur6bUUcbiJ0vw/0ocdzTqFFqbrCNe+1Glo89V83ay7kkQFiEfFKJ1QxwP1WDSku4O//Hs2Fy1ebZg6JWg1Wlfzh2BTaRqmKplIHOJX0IjRRHXcEX2EcDy+ZhYN1yZ+krG6Kw4aboaHH2mfa22GM76ifOPfHclSxJX6U5WJVVOzC5aoSQ3WBWTKqORLDeY7VGqjoapEyNNrPEKl3/r6RMAmBkS6uga8tePTOthrwk/+5WEoCDVZm0uq+aqioq/d1YvbILfTEztHjprSrIFYroaG9Fa76AlrY25CPv+E4nKfZUNTZxTdvX8Q4lZr3GXnEkyZHSE097EJi85dxrVbuM6zlriwSSSaymXQKgsdGcjstBW0180pdXbEXoestHeIDbeM8yoVS+oEWuzgaxSk2YFL3VvoUvoLdrLYoFuwd0FZQHN0Bh5uYY7ZJYFfiQR5it/sISAPpDgpoBXVWzZU+eV4QG8OTFIZZx55I7K+frxlROTdVKacSqn7qq9XhlkljVglVlYevGeqvmw4NTcpW9VcMiVYH+t+fgp3c+h+d62YvRziRXyLdiypjxmDltA+y8+VbYfbOpGNViazVrJ3mX79jNn3VVjQAOMuCQy0YN+DO5ieDHDAHrjfHIpbTdfuge9eQQq9WVX2a5seBtwb0VRfeltAotYrJxOVhX1QKblAarsrLMeEsC5KHkx6PctQD9Cx7FkFK04U1MbOhEFNbfDsXOsWjJdUFV3c/M1sGsaFyyntes2iGNv9NBM0kAZPehyTrH5KquAciDLCMda9ZVbQZtmFgdlgDwd02UOWKVvFTTFqzKbLAVUxUHszKdj+ySq0yqWkzrvnqrlvDOA9fim8+uwEB2VxPeap4bgwP32R8n7zoTEzx4G3grhJ0Ji0lVI4yzJAHQiAFLAljN7OZ9q7ZFtdMHvfVy+jppxGoGbikbNGo49uDdosJPwUpvlUlVK8LZeIMffmuGn2N8ydVW5Fo3QE7tRvmNW1B5fB66d5sJ1XAQrAArXseorkORP2Rv5MjDtbQQ5XLJNajmxKq20uGxqRngrOmqGpmY9My05/ns2kwT+aGRJACTqvrNScRqUN6qlGOmiFXifYSuaiK7jvtC01RFnqvZ3UiYYyemdBveKywBYICjr4RqLY+ul/6DC+55C0szfVLrvt/LLwvYZPrW+OT++2GvaW1eE3PxvdVCmSUAzElVK/xcNElCPuFgVlYNZXy9KwpCPjnEKs33PKnwXXb9/qVtuBo38HKdmN3x2Ho0ygn5sSw/mtdz3PqWUhmPfMd42TSLbwJ+/i+UxoxC3747YmhiY1SqNci98zbaXh5A644XQvnYTPld7wKUc4OevAaNyVWWADAajbIVrMps9KiR70yuNuMkydXacTrrqhrbUqnUi7KJl6/XOSxTxOoQ6aqSknYG537NazWDVbfVR6yCWTGpagJjQMQqKr1Y8t5ivLO0B72ZioRpy2RHvKSU+7B8zSosXrsa81cuxwf9pREHSOPGb4LjDjwEh89wGdrVeZHqvjAadbRlNpMcesskvhQnI3WyMIBZ52u2EukzpvWp8Gb8+BOrVdojPEg8jZpBf6xFwWU4RiKt9Rx1eJMqFZ9ZV9XYIqVcjcLEc8z0VpV1a5B7820oHfsBO0+uNuAq4K/fAv63BuXxrRicPh6l9TpQKapQ+npQWLAGxWWDKEw5BMpJpwITqiPEyoeAB7uhzp6JyuRW1wRrs94qB6sy6ll0ayetAbbdzW9SLoKJVX30JLUqx+KyeIVndz2kBkvSY1WLXuHOFo2/ygyxSqc+5K2a5YfI1chj2sS4AYROiY4nC0sAGJ2lVoftoIhVcb00j4GBfMb1hRx0mlIXVi5dgFfmPY3b3l6MJaUaadk2dgZOP+wQfHTjdgcJ+vWq3gTPEgBG6GZPV9XYzlgSwKwPNnuthi0BoJWOiVW/xsow0+GNlxHamiyA3J7auNIUZrPFKC95kMOkan2TRB3MSukfgDLvaeQeeQ7AlsAxpwIzRteK2PUCcMXlwPuDBgzNFOAz3we2H1P7ffUjwP/7PTBqJrDNLlD32BKVCS1Q886McaTXqp+eqm4O6OvHPzffa3X3cxyV5aCDL4oHw08jAiQHEKDbgRvI/Wp+L3lr0vFCi9Y5Pm6yjqNtmtVDNpOCoZIWDtuvhhuJRCaI1azpqhoZuzjrYb1V07GgUW+VSVUTuEKY9JlYdTt1qRhY+AT+dt9jeKKnVD29BPLjd8EvP/sRbFR0m67b7xoXsNahDNzmlPTvorjGHXfMmFy1R65W/cYiac4kEKsZv6lsYBfBbC4iMUIfM633XBUIMUwj0B2epxQZOoWfkQiErbcq2mP1CiivvQLlqaeBpWtkgTbaHzj6U8DGDbeV3rwduPUWYEFPAyswBTjuq8CeG478d0Gs/g7QZFbz6wHbzIZ64B6oTJZEjl1ypqZl7JwA0rczuzkHY6Ve7ocYlVx49gZT3ESnSphUKlqQwUaEqBd4R81pCiNHv7DHQnmjQut/ctwhWRZnfcvzdt5rtZ2CrmvFVonQASDZz1CgM1bqiVWCuVTJnq6q0chJts96q+bzSr0sAEsAmGDleSS2nt/NiFU5fZjvd8Qk7MtUa13WWL5RWYIHb74W1ywZxJAoYBHb7fBxfP+wGShEVmCNVPU6E2sVsJpMI6uoq4zZW1UfNiZXzcxJRoatPeH3iUpptUkwFOuu4F32VI4rucJE3cyYVLVuA29vSHrNjeX5MRPUtpfeajHy66onppXxDFfaj5q4LT8xMSR15q0Mdr+utXOOJQB0mixMYlVZuRC5Of+F8vzrQKkhwNTkXYBDTgZ2ntpcyoX3AP+6GZjfLaKuA5OBY88HZm/Q/O6aR4Af1hGr2hvKKGDmXlAP3huV6QVb/Z+ut0tJAN5hGfd2xqYRG7GfUwGSdeSnGQFVVURwdhrDC7nQvWcS0yTlcj/yuXxgB4KpJlaHg1VRH7S7WkiMabgvqCBXcwyJEYKaZy9PayY2FtLEZkSs5ocG0bFoCQr9JZOdnAK0jsHQpInoG4Vhr033PSeZX5ZXvoi//PsuPKrd+lIm44tnnIyPTtS8DLwuUtxQgfVnrF5x9Vp+L/nX/Eu9pKJ9S5d4+DEZmY3m8ZDGI/O2iW6RIbmUqu1EVIzK0KpIFxUqbSgUBbnCBJ0dR0SgJKAzpwOZgBbMrMuiAAAgAElEQVT5wySl1Thfn7+XMdx9a0hSmzbV7tNwaq6ypkQ+O/OOcppP0t6XuASLiVIuQVm0AMrTj0F55W2gb8AYpg9/Fzhya/3fK6uBp28HVm8M7LM3MNrgbv+8XwB/etogD7oKOQ7Ycheos3aAus1EVAyqr5FjYspW5JV3fvQRIKKM4alhQ6QqEYfZFnU0shUIyTxyQJBOR3lBHvLTjMBAqRvFXBF5JRh8lGUrn7C1CmgpViMKxq6VjM+pqfORDAA/zQjQerE+wIX30/7oJkdPZW8yD/kP5NWr6dHShs3qEbWn01evqtpuYRRFrHoCuvRYEBtTq4pWf88r4SzfjYjVluUvY9w/b4XS3W9S4gLQuTkq+x2C7u3HQ1NVsVnFFL1WwYrnr8PFT8zHOlGrAnbc7TBc8JGZGGW3wX1AQ9t6ktwGP/oIyO07A8T24QwBMeRHbDaxlwIQc2TEIDlr1lDeZkRMYB6xlpJaovyMREAjVzl4lcRFw0Oud4Kxl9z7c5G79VFgzSqg18bKdsYZwJcO0DfdrreAh28CFk4HjjoCmFqnxVr/xXM/AK55xcL8c0BxDDBtC2D3fVCZNXGYBNP2abRHqt9RyQCV/BghwORqtV8JUlV6rKrer7ekzuDKFXIeGj7qEvXLKyQJEAx5mGQAiVilQ/iiUkQugMWz8t7SR22Nae2tOl4AcUDWjPQSeqLBTGxxqLr7MlCkwfqLlX5gZMuMzFaw7qvj+5eyLsXqiasf6PhexIgTJB/FQgjAGBGrrQsewbhr77OBQhHY6zT07LUhurM8v/QvwkN3XIO/LpGxIvOjt8YlnzkU20UQx0pwQCHYjg3jiOUrNY6MQYplA8WsUAGsC13VkIlVV7BF9hGPLhbQ60xSQUURjswIfMi4tvKvC5uX4Qk+aAkAZfXLyP/qesDMp6CxXcceAlz86ZHnSuW1wLzHgf/NBV58ERhUgB0OAGZuD+y+O9DakMij3wdummffYjq3Ag4/BuUdOzSXD/m3zlaRyVVzWO27vNhvniS9STZD3phEHHplGpJUb7tlrQhSVf/J5woNMlF2U03ve0Ss0kM6tAWBj7+3C5R3ljxiy0474kqs2lgbMbk6EiSiVO14Yaa3W1lNYoSP9FgtsGRCE1ia5yHxlNKrN7gtmiGxuvBpjLvh9pqQvlmT7nU6evbYGN2ZlpxRseqpP+G8Z1dVFybjcdYZn8Fh+nKEvnZ9Pdk36THPjxEC7BvFtmELAepHMelIsSdWCVD2Wh02q5iYjS0zD/0lg07FxGpzS8jLUtVVIQWyisuAFLrRaNfag+1ZuYf/hNw97zurXeuuwHe+CnRWP+t+HbjlKuD5d/WltCbNAo74NLDd5OoHg8CdlwD3veMgXwWYcSIqZ2wzHOeAvA31HnnXLljcHBQ8dq/WvMJjV7RQClSqemPaIqtCKVF8MqE+Jf7oyMAQDS2coHIUUYP7l9ZqGrFK/01yAISPn7cLUk+sEnAi0nuGJ/v6IYA6GssjGA+KjedhmiQAD0n6mBVI0y7AOYaJVf/AVRfei+/c8hzkkryII085B5+Z5l/6TlNictUcMTfKtU7bIN7va0c48S5llKWLk7RhIohVrbG8SvZE2ei+5B2uFqcvRQ48EW3bbnVawcdeRk0hEcwmuRq0pyohq/SvQu5ff4fyynJnvaF1B+CLXwM2LALrngL+ci2waLl54IFR6wN7fxE4ZAYwsAS4+afAUwud5VvYGeq3jkGpjcgfkkozPwisMPljiG9WiWfhqcq6qs12QZIIkJ68VoQzzVgFobfKTAYBWU+s0n8TsVoQkgn+4JMJYlWy0uwiRd2PSFWrTuhs5kzP203IVPf1dOVdkPPpqaovNSF4iPyh4Sgo3UwmVn1pKpFIecGD+NF/noK8zFXAXgecggt3jVY7Oyi78Q+16FJivdU6oiO6ZohtznGRANAAShaxKmiK2LZt0AXLbs1tIGvDCSPY42QbZYzpK3INTcRqkMft8au8RigHXTJl8Vzkr/0PsNKJDgA1yYbAyRcAo98Enr4bePZNazaGKrP+3sCR+wNtQ8B9VwBOCV1lA+BTn0Zpu05xVdmKWGVJAGMLyqLXqgxALoNVMW/RaBsKyhX7gbzydOE9R+Myz/6NxKokngu+BbPKDLFKpiQkATJsUyN1VYNeAiQvfSPKmUyGJAGytVS0336ES1DBrJhYtd8OVm+WFjyIn/7nKcjwAwXs9qET8K29plh95vp3q0W0Rm3Y2Me6LkPSP2RyNektGEz540aqUi0TRaxSgTMqC5DhJbB1Z7Q5Gclrg4ykHqBSFUCulrNyUzAMb1XCM/fSv5G74TlrO256YzSw00HA0AvAK+86+75lKrDXTsAjd5t7uOqm2gnMOg6lYzc31IBs/IzJVfPmyYrnKg0jJAEgpAudWWyq36ZZh/AgXVW7hDMhSHMWXXsnXdGsP43EqhhbSW9VKfiCT2aIVTnJZzeYlfRU5eHJaEAxx0bTKeGltO5CWtB0SiBevUys+jcFVhY9jB/f/MQwsfqRw8/Cl7dp8y8Dlyll/LzLErXskassAWBqFFY3les/DtHpN3HEqiBXs0WOyfjb2aqz5QCrYWKTVK1Pjz1X9dEV5GqO7jOl39Y0IjD4uqrI3/RzKM+usjbpOL3RuisqF30CQw6WmiwJYNyAWSFWhyrk4ayikv4hxHFvVVVFyCM4ZXRojMoJcjXboOoRq9QIeSWHWrAv9xhliliVrLQSm2APjnuTyw+YVLU6AbQ3PNE5DwezasZS26pp5KpLM9X9jIlV/9Asv38Hvnn7XCwSSbbiuE9/ESdN9S99LykxuWqOnlgI2RumvDQDfxt3BLRLN3bXfEysWk3+mSEa7ZpM3LtAYOVzsdlkYtWAWK3+s5QESLflkduF5hEWmG0SisveQv7qa4AVQ0FmE0DaE4HTv4KBGfaTJmJeddEf7eeQ7DfTTq6SbihJANDDy94GW1UVlFQZqsrNIzxXc/lMHHoZ4WNErNL7pLXqNdhX5ojV7EkCsK6q2eDj9MyH9VaN0aS+JfVW3Q34eikzsepm6tT/ZuXjv8V5L6yr/jgBZ51xGg6b6F/6YhFUXQW5MQFpN7yMMmqR6uVKfxuMU0sUAq4lAEJwVEykx+rwzs2/OSuuBpX+GnpA3s2EpdkOOWu43OR6KHEiPtWuyKdREqCmeRlGz1KRe/pO5O59FugZTETb1wo5CfjoKRjab6K4umz3IXzdkkd280jye2nFhvYQQxysqsk0td1RuSqP4OXAKuvBrMyIVU0yQZKr7p7MEasEk5AEoIVQGPOhu3bx7SvWVTWG0impKmxHuIvLP/w0IyCCWfnYtZhY9cnKhpZgzm1X48+LSyLBsVNm4bsnfhgzWvxJ3wuhqpVAXHnnfmXYIDVJgBBYMn/MglPxEQHXpKpWhoDNJrHEKuGTckkAHlZNOqIPkw57rurjK/VW6ZZg+nT9wtJVHV4fLX4V+SuvA7oSdvic3wT41GkY3Kbo+Nic9VbNFxBpI1dlsCqS8k2Yjfu4zjNLinRVKQicHw9pipLmahYfM2JV8jwymBVh5ObQNJPEqgAuA+RqRaXhiZfUBks+6V3nAh4RrImDWTXBqsFJQxF59vrxMLHqC4pY88ot+Pmjr+NdwasWsc8Bx+PLu05B0Y/kPXqq1heByVXzBsme3qpPBprwZDyTqoI8dDff2YUu0cRqislVn6Ziu2aQvPd8IVblyMzPSARII7FGrKYHn7BJVQ3V3FuPI3fD3UCPPr1CHqFRUNi0rNT178pvBBx+DEq7r+eKENK8gplmMxpZpGp2Gh6qB3ljllJTI39bRZLO/i3i5O3tbAazsiJWqeXoBmVRKbo6FMwssSrJVRlwJ42PEH0WFy9SWkGPjebGW7U+S9ZbNW4AMWBXPVc9NhMcEatKBzChDVjZIO6/1+no2WNjdPvFInqtVMjfV1bOxT/uvgt3rSFdHqDYujm+e/bh2N5BMAGrIlf3T1av2fqdyVVzmFgSwJYZpeYlX0hVDQ3/1uVN+CaeWE0pucorQIOhwAdCdThlwW7IqHKMdzPekvypzlx+4h7BKB8VqapVNffGHOSufwDol7ePxLAFYIBCqCs5tIXshFZSyxgo5VAsKhhxAaplI2D/I1Had6orUrW+adlz1czQFddOQhF0H8MsSVeVJAD40UFA6KoSp0M9wb8ZJqt6q3aIVWoFCmZVzBVF/3IiZ5NtYrVKriZ8ntcdh8rCW1W6NPPTiIBXWlWmp0kCMMLNFiYkE0QEQm/WZ5tYVcYD2+yNoZ3HonD7P6GsqRP4zzKxWl6Mh269Adcu6seA2PuNwof3OQJf3mtqrEcGr3bjzeri/7WQsuEnEwgwseqsmXOFCc4+GLGDT0+/Sk9N3Den4ZcBLfrlepuRb15xV//F5dXKACzAVZJRk6paoXPvPI7cVfcCg3KdW64Mobe7gnxnKzpCJlaHykMY6CtBzbeivT0nPVdbpwEfPg6l/SZ7JlUpOdZbNTfXpN9MrQhSldqZidXGlqbZhM5MNHkEvzmdLOqt2iVWqS0KSgGFHA2q9uf1TBOrgmfQgu3Yx8zVhBzeRxysymoK8mvoFuQhSUr4qCkanp0EmxNhLCQTyCvcQ1bGxOqTGHf9XQAdc6IVmHkEeg/fHr0tQKFrEcZc/2fkVtN1qRyw12cy6LFaxtDSF3D9fQ/jgbVD1aABCiZu/CFcdtyumOTT4tsPbVUj8+BgVuYdh8lVDwNLQj71lVTV6hyQ12oqPFa1XbyDRXRcTSk1S9ogAA6IWJV7CiZXDYnVKjZOvH+CaH43aXoKVtXbhXVru9E3BBRGj8P4jgq6lq5Df72Hc66Alo4xGDfenvC9suY95K/5B7BwHQZ612KgK4f8eqPR6dPazi5GRKz2d/VAHWpD66R2tI6aCRzyCZRmjdUlVdXeLqxd0Y0B5NA2ZgxaKz1Y2z00wiMsV2xB+/jx6GytjWJMrlrtbJM54lO71hOHdu0uK+9VVAXlgD15s6a36oRY1YjnvGI/mFXmiVWxEBLkWDIHpcbBhYJV+e0unp4BzP/zME1vVbOedFiRfy2ukatucTEkVuc/hHHXPST8YrHV8eg9dGv0tGA46mjr0mcx7ub7gHWdwF5Homd2RqQA1EF0L3kTT859Cne9uxTL6qS4Jm+6Ly49YhdMaXPbGv7Zhd2U2HOVyVW7tpK29wIhVQMEKTXEqiBXkzNG6jVpsksfoJFqC/4As2Bi1RjcenIyaeSqdh3dkcdY/we45zd/x69ueR1LCwUUyQkjX0BrXsXgYAVKIV8LhFspoW8oj7ETp2LPgw7EKSfsi80nmLslKANdyD10G3pufhiVvjyUSePR3qLo650GZPND5UH0r14LdaAAZftj0XnaR1BeTxleiw9n2zsP11/yB/zk0VVobS2IG235QgF5tYTBioJioXZUXKmUUSqVMdiyAT5+4lH49BG7YOPxeXER2i/HmIDgiDTZpHmusq6qBVleDeYVhlFRICsiWLPwOCFW5WEp0JJvsX1oysRq1YoSr7dKbvSK9FblRx8B/2lVmQ91umJ1POINTTP2Qo/WzcGFug6vvvAm3ljWjR5VlTpC1WejrsU49NUPgPVm4rWNJ+LJAuRV9+pDZ/5Te5fjkHfXYnDsFMzdYDSeT2vjkNeDOoSunjWYv3wZFvb2Y63w5NUeBZtssS/OP3gWNu5MFghkNskqcbijb3K9VgNymwwX/uByk3KNiXrSRaxqM3uimmB4PZK8UodU4rA6lao40mQLqfaxyEbTW00SsaoRVo7k1fpewRXf/jN++99FWOsY+Tw22GwbHHLccTj32K0wymQuoJ/Kb9yD/j89AmWwhNbO/EitU8d5O/tgqNSHvp4OKFsei5Yv7UQyr83kZ9cbuO4bl+GSp7qdE6O5Fqw3Zgw+9Okv43snbwkKDZA0AtEZou7frh1cuE8jzC9pmyIDMunYTJgFiWFeBAt5qoZn6yoKuWIm5COdEqtkHkQ6k96qnYM1Jlbr6YcEB7Oi7sekqvHoGBSpquXIwazMZ6YC6a063KsOzLsD59/2GhbrnBXsXang5JKK94p5/FIB+nWypwXY/qqKrSvA03kFj8Rw8gy6SErLBBwwazaOm72Vr56qfgarssKAyVVzhJIVzErrzAljDa2M1Offk+g4kD5i1eGE5bMNuEmOe5UFamERqywJYNgQFFhXBvpKRjArdxIAJbz5+2/hE1e8iz43Hbn6TUvbOGyzzyn462UfwliTdKiMldXLUHnkBRTnPYXCmno3Aw8FsPpUmYzKtjuif8udkdtlrMEh+Bo8eNHX8PkH1zknVUfk34b9zv4ufn/6TBEclx99BMIj4ry1QFnohtItQ3YG05DURGRIc7YkNGfDe4gjySHnWE80vBL6l5MbYpVyJ73VfI587c3HHyZW69oquXqrrKtq1uWCJlW1vAuK1FzlpxkBgoXIVfv7mjLeve9KfO35tc1XishDGMA4AMttgE2SU3U34m18kfxXRrW0YdzEGTj2Q7vjQ5uOJ8EEX58wiVUqOEsCGDefXIzxwOOrgUeYWNIkADSoUkWsapXSor1HaA9OsuZRoBGt6tY0ok7FsgBG5I/277nYe/a6CVg18NTfceI5t+PFipPea/TuBJz8g0txySGTbCWWW/welMcehfL2UqBrHVAu2frO9ku5dqBzErDhFlB3nYXyjLGoFI1JoN7nrsfZ596MJwdt52D8YutUHPXlr+NHx00L0ZPPh3KHnETcyVXaPxBxqAVkChme2GdHxOqIS4chlpgOLYg8TPNdQbfEqtRbLQjvVbM9FxOrDQabRHKVPFW1/+MNdvMIFA6xKhfwReH1TFYU5llTiKOu66zIY1UVwazsbv763nwIlz30FtYMkW6wD49Uvxf/kz7FDBWVSh7jx0/EFtM2wHabboJtpk1AqxvJHLLhYkFzKPEBeH+SYHLVGEe6VqnwkOOPoUWYyvDBk91BMsKyNmadSmJVTBfJaIxklDIig7V/outzAWm9wy3TCGp1GSa8VuMsCeCGVAW6MOcb5+Ez93X5ZkttE/bCNbefh53txbUS+SqlPuRemgvlpZeB+UuAoRJQKQOqUzeDPEBES64ATNoG2Hk7VLbcBJXJRRvkz2rcfc43cMGTq0ZIdXkCpn1n/Pn2r2PfMaS3yn3LCMu4YqPpqmqkKi9bay2oVANVOe2hnvpT08e0T5fkYVoft8SqGFehoCjIVWN3JSZWGyyHrqnkcrnEeEixBIB51w+HVK0bGEE6JdVr72kdlTzUy2swK8dZ967Dgnlv45HHXsdzH6zDklU9WN5fQS6X5vM4xyiN+IDGQLXYhulb7Y7vnb8bNmyt/Ry2p2p9wQR5yAcWho0bb89VlgCw0ysjXct6bKLUEqsJIFeZXjCmFyI/IRQ335lgNW6heEoCuCNVAXXx47j0rMtx1WI7I77ddwr48Ocuw+9P3wgtLvgOpVKBsmI5lPmLobz3FvD+UmCgR3q0jjg4qnoftE4FxrYA7ZOBzWdAnT4N6vSJUDvlCoyub6t2DpyW34lTPvY3POUne6a0Y/ePfhF/+f7uaFV4RWjYr6h9YjgxkARASbiC8aMhoDVTpUqsRhmAXKq6Ss/MtB4KeiFWqc2IdCZZADGr6xzaMrGqQ6yKDbxC4MVwVKorr/BSFd6q/DQjEB0urLdqbo+kUELeh0H2LnXVfDz870fx18eWYs1QCX2lCga5ozgaKHJjN8TnTj8IJ8ye6LuUgKOC1L3MeqvmyMVXe4yDVZm2nDYeBjkoWnU6j02UbmKVwIuyccwbL74lszK6EH6Peh3PxKppI8tlWbw8V7UyObfOChbe+Fuc/+tH8Fyv86+Nv1AwaaPtcOnvv4ODprhPV4wTdP2rVAGRrSiVAWK66tfG1F+KRaFrpuZzEIs/pfaKoF5t6T+qWH3Pb3HSt+fgLfdF1v+yuDV+f+cl2J/0wPi43aJ/xWd2oOvt9Id1VUc2mbzjqqBUkXePo1xraMwJ6a3a0RP1u2uHkZ5XYpXKmFfyklzVI1bfXvyIamfd0dE6IYz6xioPoZdpB5xISs26qmawR0erylLRWoTWJPGZ0iIxUt1MCROSBHBx8G6jEkNY9sh/8ZdbX8ODH/TCD1knG5mm8pX1t9sL3z93T2w1NjcsnRCH4ZDJVXNzi2cwq2gXi3HvoJF6qvoETqqJVQ0jO15aPuFpNxleY5ggFYcJq1q8oFY8du0kru+JYFbCmcVvJXj3NaYwLu6ebjz0lXNwxpwed5+bftWKT1z8R/z08I4A0raXpHTmseklWlmK+y+7HN+9+W2ssJe8g7fG4uQfXIbvfHSi+Cau194dVCiwV4VncQwmCVoBDgkOP+rdeWBQu06YmqdUkWcecXqk52r69Fb9IFYJGyJX9chn5Y0Fc9QCRd2xeLJIrBIk+ZgK+1VUTaHEuu2s2jZtv8dl2KZuFbRnZlLbjjzraOnqb/caxMIHHsTPrpkrvAWGD+FbOjFz2mRsvuEUTB+TF17e/BgjUCmXoUycij1nb4otp1KYMOmhEJc9aqzPu2JgWPGSBGBC1cokIoqrY1wsl02WDWJVgy0e6654lMLKwiP6PS4TllZ99lw1NQSVTpfEOiNaq3YrASAr9z7+cOQF+MnCIGxewVYf+yr+cfHuGOWW93VZLG1PZZtUpXx6X8SPT7kMf/kgGLpo/X0+hxt/fgAmC29am2Svy/on/bOoiWcOVmVsQRQbgTRVZaycaMc+vVLStXciENP0+EGsEh6CeFYKglwlXkGbu5RXPnhYbS3kheag2ZNVYjWOkgAVVSjcROouHt9OFhdaVR4SFnJ0yYmfRgTIekkSgLzC/ZlKSlj+yAP4/h9fwktDtc1v57iNcdzx++KgbadjfNir0SQ3e66E9vYy6HAgTqRqPa0R8f4r1q0bL3I11lBFWzga//wZAP2rh0ut1dQTqyPO4+LRaPEohX+m519Kvi0s/CuSSIm1Vo0AlZ6r+UiJVW+kKoDup/CtI36GG9bVarnpNhth69FlfPD6Ury8pjT8Q37CaMxozaPU148Fa/pt3a5q3+gj+OMfzsbexCaG+Gi7KtKAtL0eXHY3PvPxv+KxunGzOGETfHXXCv7z2GJ80DeEHsG55rHrJuMwMFhCd98g1vUOYuWAjfA9o/bC3287D3uMkkAwuWpuEFGSduSNSa5g7NIyso2EBICqYEhwOnJ2iNtDZSJyNU3BrPwiVqmtpN6qEDisEauvvv9flbzGCoWcKbmaVWJVLIVipLeqooIKj06GY0/chm4RrInJVcP20shVz5PJ6w/ijEuexRvV9ZhSGI09DjoU5x+1BUYVPKeevQRyJbS1SWI1dsRPtTVYEsDcLJlcjXm3jXHfcnNum3piVTMnsf6KfgMUfQli2r/iOmFp85awHW69RuupOYtEE8zKM6lKFVr8EC485fe4aY1WOwV7Hv8J/OLo9VF5/13c/8gbuH/uUsxbm8PGG8/EGZ/dGTN7l+J/ryzAk/OW4LX5a7Fo3QDWDZZFTIDmrd5UXPSXn+CsneoiiobQDUXAKqf7znevwUePvxXv1pVvw1M+h1s/VsTQ/Pdxz4Ov4I7nF+GDSic22303fOcTU1FZshLzXp2PZ99Yjtfmr8K7qwbQW6pgSOhyNj4b4pJbfoZPbaARq3JcdlrMEOCLRRZREatSV1X2bm6bBlNQFZQEqRrv+UBce8/Rbj3e5bTb0fwkVjVytZgrDuOjzPtgjrB1Sa7KoE16T5aJVUmuyoA7UT9SAiAGBYkaCJ3840aqakXkYFbGxkKWTLIAQs/Y7dO/AP/+2X/w67k94kpFS/sEHH7Sp/DZPcdzT3GLaZVYLcbc3ZrJVfMGFgEYeTXrthcE+l3sJAAaa+vQczUzxKqGU4R6q16my0CNOg6Jx5xYlRCx56qeqdSmqvCDWflCrOJd/OzAi/C7YWJ1NL548adwxtYtI6tbKaF3+QAwphVtrXRjVOvRKiq9vVj6wVI8MeclXPfIQrw9fAOLkhiPz/3ip7jwQ6ND6WmuJAC0kq17Cpd84me4dth7dxTOuORUfHHLhkVlaRDdfSpaW4so0oJzGAoVlb4eLPlgIf770Cu4es4iLB6xlpmEC/7xW5y5WQ0K+TOTq0bGETZ3QN7N8oBA5sxL0VrLEB5SVzUZt4/TpLfqN7FKrUpyCcWc9OIaJlbJ8MmzrpCnCa25W2adWCVEaJMa5ZpNSgDwo78giy8y1J1IoUST2+BN0cgWFPh4CGbVfc+1OOavC9FXXVRtc+An8b0TZoSuQ5WqnpkQYlWOy6lC3vfK0MEFP/FCIPakKsHFxKq50UTkucq92aRZolygOxxiOJiVPmDDnqsKzVzhWLs/pCrVZyX+eeLn8Y03qnUbvTEuvuijOGpmA7Fqx1Yqg1j5xGP4yh9fwdzhKKyT8ZU//ARf3LXdTgqe36kPVmVbAkDLdfBtXHveD/H9Z7qrU8lEfOXS43HKZip6Vg0KT1QbF/5Favl8Dv1z5+C8v76FdzTXVWVT/N+tP8IxU0dWkyUBrKatsPpULSBTXJ2ePHcQDwmQrIb05CWLDadNPBS3urtORzCrIIhVzauXNFdHEKt0zkPEal7HfYyJVXmQJjyAIugDTKoaL8LIoOM+cEvyUP7hp3EhJHVoC3Rw4fTwrm8Z7vzRNbhsXlW7qmUTfPOHJ2OfCSlGuTyIAdXoqpgcnuj0rC3f4p50rNNYTQKSTK4atxJLAsTLghNBqmqQOSBXs+exSiCFN6GHl1O8+ovt0iSIVK1ZTsyvhNgG378XpdYqpUfYSKsPMqCVf6QqlbQfL/zfBTjhpqWCNBw7Y0f8+Ny9sPsUl8Ff1HWYc8U9uPT+pVhByY+ahV9fdSEO2zgcuyEO032s17V48U+/xvl/ngsRyys3Dd/7v8OwbXkQo8cU0U7yg8KNUUVpbReefWsQY0/cRXIAACAASURBVDdoweCStVjVMhqbTiiirYXIdRVqRcXQYDdee/Bh/PDRdQJbZb198Pcbz8XsqsZqvQXKa+c8Yhr1yqCxEdIRFWCIXcF0m0AL5uXfqBleSmkIZhUEsSrndAVCEkCTApDNIrtbvpAT3qv1DxOrEg2ht0oohThmE2lIxGqomYbXTz3nFHdSVaugJA/jq1npuSFcJqBxqRq56iSZobkP4oIfP4vnxXWpTnz4mOPw1cOmCw/hVD6Vfszr78GLagVLVRW9OpVsgYIJSg6bFDqxf2ubOxgSRqwK8jDEMdkdqNF9xeRqdNg35pwoYlUuC6uLH3MMM0esanCEJAnAw5uJ/SV08JeeStyy9S0rhxu6P0yL5WD1Vv0lVWUtuh+/Hud/+2Y83JXDuG33xN8u3BkbunBY1TCpvP0UzvzOM3ixAmy4z+n4+2UfxXSXyzons6Cmq+rU16E+j6Hnr8WpX/gPniMmdNTW+MPFO+K1hW04ZY9RI4P6DnbhgfvWYspOo9HzykIsm7YxDtm6E0VtIV8uYcn/3secZW/jz397AysrBWx/8On47aUHYIoBx8yeq+atTUGTghp6SFe1VNVVdWJzmXhXYCMlAJLiqTq81KmWOZ8rSB4soU9QxCrBQYeADcQqHR6p4sqyCGZVhxsTqzULCjWYlaqiLGS7k2vEQfa9pJCqGgaa3qrogEECk9C0SRLAPimqYulNV+GT/1wmrxQVN8PFP/kUZo9OMbKldbiuvx8P2dAr2jTXjgvbR6PoBo6EEatyQuM+ZdbtWW812kFxmPtx0x+jLbqt3LNLrIYzm6fUbGzZluVLCSVWpeUwuarXvkHrrWp6nL6vGsrv42+nXIgfva1g7A774tqLtsMkSwM2eWHgHXznzLtwzxCw85mX47qz1g987zAsAeCFVaUqDb6KXx5/KX67sIzc9Nm44dwNcPt7Y3H+vp0jK6z24ZkHVkHZqA3lZeswfpdNsUWj2sGS+bh1RS9evPIR3LmwgKO+/zNceuh4Q+DYa9XK6ILRoqUgZ0SqNgcbsypPNn4vC13VZD/CATNXSBwxrKEeJLEq5vSRHqu1xhbkqri3rAoGlonVkR2BSOcgr6doubEEgPEAlDRSVdt+EblKHuG8UWpuWzFggwLF2VnRVfDqzy/H2U9VZQA6ZuGvvz4MDZJLyZ7BGks/tBbXDgwIYtXqma604esdY9DmxtASSKyK/kWnhXz9yNA0qv4/VqbDvweAQOI8VRsxsBiSM0usEk4Beq26Gb4DMN94JplgQnUEoMJ7LGn+S+GZhEr+UT63dRDeqhoiK/72VRz75wVYNn1P/OeHszDFE1SL8YNTbsaciRvivF/+BJ+c4Skxy499I1VFToN49Zc/xbdu+h8wa29cfMwk/PspFSceNAnrt+aFNJpaKqN/4RL87aFuTNpmFJTFa7DBwdtjz8b4XPPfxG8Xqhi473k8MX9DfP3Gb2BfC8mvWiR6HkX1Gt5vr1XtijuF2OanGQGSR5DYJNseaYzIIYdCjtygkleXyIhVIlRFMKuC3IoxsTqyk5ApBa23WkEFFTV57uLhDKgkj5DM67+CPGS9VVMzKdraZJQw96e/wpeekcRq5zaH4cqvzoKO5FI4JhlGLkNrcc3AAB62kdcGVWK13c28l1BilWAR4zIv7EzIVTcGYcPg+BVDBBJPqgry0HwNnWliNUBylXurycDiM9kW7RBGxCq3ti4BRMhUZQH8aKMgSVVRvjUv46pv/RK/7d0OV5IUQNFLqRfgWyfehsWHfg6//9aHMcmDrICdUnjTVdXJoXce/njmj/Hw+K1x5im7YNrylXh9QS9WD1bElWi6Jau2tmKjaeOxy9adKKztweLVg1izbgArusooQ0FbRxFtORVjp/Xhrn+8A6x3ML787b0tA9Rq+rBqqsYJO61o/x2/9FZpeUDemEQcMq2qQ6qqqAar0m4p2G+juL0pWlglacM8ciIqd7LmrUiJVWrMQkFBPsceq3qGHSS5SpMNEatJM9iwBoCkD91kO5rearKGpOBbmCZlOgcjWQBzbEqY+7Nf40tPC4FVTNv7GPz6s1sjnHipweOgmwMTq5bAi4uV3KmMSb5aSBBLLPkFfxBIBbGqQWFAsGaeWA2IXOWhTJ9q0/Q3/emh8UhFGak8GY9CxaAUkqjxx2u1RiQF27P65vwRX76nhFM/tg12mGxf4KoJ7vIi/OILj2GjX/0Kp21rtSZ231gyPrn0vveXGFOx7Mbf4IoX12DGgR/CxzYCBlf3Y3X3EPorQK6QR9vodkwaU4dReQhrVw2gq1cSq8WWAsZNbEdH75u49DrgiM+fir1m2meYWW/V3C68kquaHi9pqw7bkXtTTN2XRPBLbNL3UKBkCmiVpCdCYlXCRBsCIldHtaU5zLZ7kwhCb1VexUg6degeU6sv04IMB7Myb2kpCWB2tFDCSz/+Jc4RyvjAuJ2OwF/O2QEdVgaU5N+ZWLXVeqy3ag6TP5IANqMa2Wqx9L6UsDWn64ZgYlVzlPeHsPEnFdfNGeMPtatKKURIHFokOSxIcGYjZhuBjft21wja4EpZl3JlOZ6+/UEsxXjst42HaFPdS3HvP1V86HvHY4p9LtFxFcW1+cDIn7V4/do/4cnJu+LYzTyQzCvexE/nbIsLL9jDsQMFk6vBkatSV1UGZOKnhkBVTBOlikY3ux+74ogr1YrG40LC9FYjJ1Y1cnVs50T2AjKwbD/1VplUtRo+0kKrynpqwazSNdxataH930keuz6I3sgvK3jlp7/A55+RxKoydV9c/cN9keojICZWbRuPsd3YTiLVL3rfvidfKyroBk6Vp2o9WDqcOhOrdQB51Fzl9YBFz0z1lQSWBDBqfS+eq6GSqtUKqN1v4uH73sMu27e6nGoqWPNuD4Y2+DA22abTQWBX59n5LgHQUITye3fgwSWjsNck96NbeVUvnsZ+OGC3dlf0esXVV86xTOIXbr1WqV+VhrVDk1jzYMqsCZLJYFWSt/ByKBRMKb2lqrExpLeaz5ErlPu+7a0kzr6OBbFKZjG6Y71qMCtnFcjK23Rt2btNkW5ouohDv9s/jegUiGDlYFZNpqLRNmbk6qq7/4ETr3wfvfR1yxa47PLjsYPbNazfxhpEekysOkKVyVVzuIRsguuJi4lVM3RTS6oaVJqJ1Row5Pnlvl/Rt9y39MxMoJJqUlXWmiUB9AeZYXpCIa9HZ30kcF1VnSKr5Qr6lryJUt9SR+uW2st9ePnFTbDr0VuiJaDbttKZR4SpdllGe5+p5TKGljyL7v4BuFuiD2FR7w7YbPtJrglmUc8MjB/2WqT5Lac2oJGqGnHoNt+0fkeevPQn7X68NIbklRxIFsAHIixwc4gJsapiVPsEobWa452qbqP7IQlAmqokAZAEwwzc8vUWKSkenkhv1fzaexSIR5unNhnRUE0BifTWlaVX5+DbP34Sj/dRtxmHo886CWfsPj7aggeZOxOrjtHlKcsYMm/EquOmyMwHWSNVqWGZWG0wb3l32bHNO//CcRbJ/iADxIi0gYCYtAS3fo1Y1bCx11ui8FbVYFZLvehb9ApKg7RIdfqMR278VuiYWAzMGjR9TKclc/N+pXcVBpa+igqFR3f8TEF+yuZoHeXtrg1LApgD74RcJW/MEger0gVU6qrKy/JZeYhczQlyNd5PTIhVCGKVePd8Lie86/hpRsALuSpPDTWFkux0RLt2lEZP1fq6U5fKk9OzH47PdkFN0HsSHx0foP4VuOcnV+OHL8sAVq0b7YmfXHgAZqY1ghUTq46tlvuUOWR88dSxSVkBmknZJCZWdczCoSQAr/xMupYAJ1sIseeqvj04kQSIklTVSq/2LMS6xW87t97c5mjZdH20BWT2weqq6rddacWrGFi7wvmkW9wN7Ru1+0IwM7lqDL/sL9YGR8GYiDh0Q5E7b/zkfCEkAFQFpQzyObSXoEBWcQ9mFTtilYwmn6fojMkx9DBL6opcFYNT2qlD962QFWRYb9XcRugcjFRcGuf83of+iRP+8B7Wis87sO8njsG5h22MjjQeADGx6mogYXLVkgv0dHXZVaOk8aPq4Vgaq2ZaJ7ryVl4Vi2rnCjFS2XbotcoSAHomVL3FlcFNhzxK5s1Wo1WIm33CHkhDy1h0Iw6kKpROKLl29C97CQOr37Y/RiqbomXadmgdVUKu3OP7fT3pzCNHnLAeJT8Rhcogepc8jsHu1fazLe6IlvW3Qkf7GpRKfZ7LrHkRhll3+5WN/k0rL0vqfqWqbKEg56MvcnxKoCqZJpxpNI673mrsiFVxlqEQcAqTqwZd2aneamX4ZCM+Y0NcSpIVUlXDmyUBmi2vPk6Krt5qaTn++/ub8cNH16AfQLFtPD524qdw5t4T0rclMSBWSbNqsGGBs4HShq93jEG7m31ZroT29jLIHtPysCSAeUt6u2CXFivxVo8sSgAIxJhYNTYcB+QqE6sGMGaQVBV7LSZWdQ1C7Auk4C6g0Mylv1CJQle1vsCVSg5qbjJa2jqglNeg++3bMTBQst47VwB1yrGYOGUUoPah1L/Yd3496GBVzQ2Xg1LcCC2FHFD+AKtfvQ+q5bVhmljGIb/p4Rg7ugBU1mFgwIW3q44VMblqtdYxIN1VYEh0P7kzY4/VkTiSyoV0lEvR5snKVOp+p5pTMKtCLr56qzEjViV6dFqYz5PLL5OrevYmzlFtukhJUpV1VfX7bdZoVbl2EpqiHMxK1yQEPnp6q8tfxuX/737cumgQJVpvF8fhI4cfjnMO2xitaZrfdIlVBecWCnihNITHAZSryDGxqrO0T5MtOFjs2H3VmFzlOcoKw8ySqkysWpkGRUwxfYeHJRN4Mkqq1iPCkgAGO4SqPIQeAR05qVouYmCgFUOdkzGhGq2ptOhGLFmwEi2tRRTyOlqEagnlwTwqHZth3Fb7Da9dexd+gMr4Mlpz3uma+mBVw46/1iOYpzeo1JVeQJ2wKTpFm/Wg6383oGuwgmIhL27BjnzESR1KpRao7Tth4tY7gIL80up25YIFaJ9QQU7xA4vgg3Z5Ai7ij/UQJl1VKbzGfqpNzSNI52El6IhbL9rsaS+Rz8leG7cnlsSqFo1RBrOKG2TxKI+QBNC5tlxfOup+FRGsip9GXIROSUZh0fRW2cNO3wD09VYr6HphDi75+dN4ZrA6QuU7sPV2O+CYQ2dhl80moCX+mtrWFt9ArNKG4oTiaBzYUkCl3I8H+ntxE0hQHthUacNX2GO1CVPuV+ZmJqd0pnqsO2PdG1mVAKiDQGisxoB/j5UUwMiFjWG/4t5m0tuYWK2Cw2rYxlaSqzqwyp4UrQTAENbNexM33vwoXp5+JM7/9J7YrEqsorIE6167E+u6BkQgaOl/U93tEJdYoT3haHRs/glMmNhZra6Kd6/4Fi55bwsceeDWOGj2JLQ5mpxGvhy6BMDyxXjo7mdw07OjcfZvTscuLdXy9L+O1W89it6eQSjEJdQNguS8pZLnX3FTjN3yQIzu1AiaIbz0ryvx9xcq2OOgHXDgrKnoKLoHQ9gJeV/yGGMA4kivVYpwrxGH7lFP15ea2dZ0VXk211o4r+RjqbcaU2JVwiY8M5lcNRwlzPVWJamaVfLQCDTpQE+DebaRYb1V48lXUx1rDmZVwsqnn8Rfrn8G9y8awkA1idyocdh22iTM2HAqNp06DuuNLkCtJNTCxo/FnGmteFV4NqvYbdU67LS4WlMlB3VcJ16Z2o7ncsD4wX4c8t46tMjjZUdPvqMd02dMwaaTPaxaHeUY0su0kdHk2ULKMmnZyP7Fi0Mn7ZZpb9UqUMPEqrY4dAKgj+8mjVjlnmbS+Ex4DIPDsgDGdiLVNqQkQC34Tsg9qzKAtW++iptueBIPvLsab3Wp2Onjp+HCMz+ELesdt/rmYeXrc9Dbr3+JOj/xI5iy+Vbi5pr2LL7tUhz5x7fR3j4Km261DT556E7YY9upGKURtjbHz/CCVakYWrYILz/xLK6/83W8tLoPvesfhWt+9wlsUYdFZfWDWPrG6yjpbvdGoWOzozBx8ui62lWw6Knb8PMr/o2HFo3CTjtuiUMPmIX9Z62PTpdX07Ssvfu/2myEBL6mBfsaIuI/geUPqsjaXpRsqFSVAGCnBIm2lASQXqtx20/EmlilUyU6ZeJgVsbdlvAhTdrGhyUAzBZJ2SZVNWRq5GqW/XeN7URPb5WW1eVlC/DAjQ/gN3OWwYE8flBzr7/pztofY0+ZiZZcGX0P34vum+ePTF9pA/bZAx37TEdr5S2s+eWTUEl41umjFLHZDrPx7XP2xOb161qn6cT0fZtKLTEtffDFar6IEvImNfgq+pYDk6oSSkGsyhV1pHuL2BKrGjZ1hxbcq0y6IZOqTeAETa7KlXfE6+9hUX0HvUO7067QzCW9V0N7ykNY98YruO3eufjvc+9hbo+WcxGzjjgNX/3sPtiq4Xy60v0q1rz7KHp6NOEmKV/VMn4XTNh0iwZtexWvXXkBTvrX8uEqFdvHYPstt8bxx+2JvWaMRkvRHlaCIAsSHHUQ6956C08+9TrmPP8OnvuguxpUFsC0I3H9747GFiOwGMTgsqew5r2XMTCCsRuNjs0+jomTxzU0YwlvPngTfnP9nXh0kfZTC3bebRaOOnAn7L3DFFcerASJ0JzVpYA0d5/QLKo2jzrM0p/+q9lS9W/ypCbikP62YTtepQ2FR7UvPdhGYS3xtdevxPqnmlbcSETLKgb8AmnOyscESzEouW8vp1/2DKzzr9b1mVerqMz7YI6tMo1q14u0Wr1wQZqHHMxKt6HEiUYDuSo9VWvd0L8WTkdK/gyqyceCbCdPkhLiuhA/jQgIfFB/hajuzLnSjbf/+xxuevAtvDS/C2vLZawdTMFZ66az0HHSNJSfeQkD9zSQqsPzVxHYeVd0bLkcvTe85Xq+Kk6YiQu+chQO3Tyd1seSAMZjSs1rNWKWLObDHpOqtQYaJlZHtJmTscPWUtTSIrwRq07Ka1kUnReqQXeGN/BxPDQNGgMz3KrjTZRFcNOsoX2j+UgFmWEcwK+OBXaLUn29AiJWfcLIMu9BrHxxLu6dMw//mfMu3m8avnLY5uCT8bXTD8COo5rbS+17B+s+eA69PQNAoR35cbtg4kabjPBUlV8N4Z6vn4Vv/k9n/ZrrxE47b4tjj94H+29Vl4khe+oTNk3VKaHv/bfx4F2P4soHFmCR3lA+am/84aqzsFuTjkEF5bUvYc38NzA4NAgUxqB92n4YO3Gczr6nCw/87lf40V1vYGUTHHnM2HE3fObI3bDPts6kv8rVK+5WxKE/M5SNvisyCi03nQJpxi+ZCvJUJYwsu4Tgz2y9ZQxCoMy/DeydviKqS/vQXJ20h9NE0vk+NWWZDCdmT8/A2kBL5JFY1cqmCmKVNFf5aUaAUBHQKHRaqKKMSuxco+PSbprmrNexOS718VoOjVwlgpUf/b5VFMYiN6wjSGhaCKhD6HpnPl56+X28Mn8tPli4Am+v6EPPIPXCBD4tYwAiOl+xmBhyLUBHGeiueUTo1rbOrrTpr1Iqo9I5EXsf+BFccPzGcHjbLFGgGk9ZUXa4qBcitc1XNBLqcai/HTNW5R4iSlOxU8yQ3hlBrIomdHoi6E+7uyJWh7MOuDFJh0Q4Z9QHfo0TuRqTgxReABr0Wh5wjIYz2lVVRJA4p+OO0wFyEMueeRY33vIUbn69G30mn6+/86H4whdPwGHrG4wrajf6l3wAjN0cbYZioSU8+J2zcMHzZmu5Ajbeanucetx+OGRHsytGUqfXv6BVKgbefw13/nsO/v7EEiw1W1QXd8CPrv4qDjQqXmk5epcvRX697dBqqEC1Fvd863x880UzLPLYaKsdcdqxe+OgHScI5xSzh8jUQdqXW7GqTs0kJe8PVlRBrNIjg3IHPEcmGDciVwVG/EipywoFu48fGIkhVgk6GcyKjUrPjEgOgC6oBEnn+GG/flw1cu9x6kcN4teJvZZIkKsiEQtxSE/w+eQpYhH92AiLms04rYT0WKWbUK3vvY/Cu/ORW7wUytKlQF+leqLRkKvmNOS1YdLwfaEV2HAWygfviMEx1TNyRYFSiIZSCxtSnq6MEacFES0SeUY3xmh4Dc0gsRSAjcFL3niTc5ygOHijagM1fqUamYlPcQxMoUaqVl8IitxY8TKuuPxeXP1ajwgQar1anYhP/uRHuGAbHaaw3IXy4zdh4L5nUZlyANpO+DgK6+m8py7GVV/7Jn71mrUrQA5FbLb1tjj5k/vhoG3HGKDlUxC07gV44O934IrHl+K9fmskgE6c+Lvf4asb6xSrfzFK9/4DA3PehTL7BLR+dDbyY3SizVZew0VH/x/utxE3IJdvw4yZW+KYI/bF4bMn6K5jqNRDFOW+dl+ZB5s6BEoVVUg0aPsz6STG5KqukVRPK/LViO5ZXTlrtkJdiojVOD4JIVZlxyO78oSjIDw8pSA0Utw/Xr6tEl9mmeeAgslO3j0h6b7GI76M0FmBkC8ISQmf6pKSZIalo4aXcEY2amdhEwYobvtQffntp6GofRj98jy0vfQqlPnLgaFej4NQGBjFLI/WacBuB2PwoxuIzUJWnuolgqxU11E9tVNmDaOsLhLtgMZeqxIlDl5lbS1yo1FbaPEm1Qiz6ulnUASZdVPF8A1eHOs1CvWmiqqjq+q77ah4/8pf46Q71togVGsl3eC0X+HW48bWFV3F0MAAhp7+J9SbbkJ5Ya/4Lb/TGVC+cBQKY1vRUt/UXS/gJ9/4JW541+4aP4dNdpiNr593ILY34FbJzcfbU8Z7116Db9/2Ht6xvWhsxf7f/Q1+MrtlBBal/h70P/g7KDffifIaAmIT5A88GzhhF7SNKo70OO16DGef+Cc844AmyE/eHVf/5lBsolNlQaqqlVh61XlrH69fKyirKgYrFRC5Wh8nhtaC2g1cr7mk6nvtwJS8Vkka0xMXlVRkJItF65w4n1UkgliVExtpcNgd+JNqNO7KTaZGMhP0NxGrBau7Ce6ySfxXtIkvCq3eCBneGKKoxTmNYdEiKxLZSmv3SnTefTsKry0BShZX3iMraQIyHj0D2PNADH5ovcwQq0yqmttl/VQuvRToffsHHgmwel+LyORqHbEasZm4kgLw1Rp0EqP1n8HyWI5F7AU0ArXhYBaMi8TFKxEWtIFHl35Zj1TViuMnuVpahH9e9Ff8sllM1bTy7Qd9H4+ct7GcPStD6O4ZQP/AENSFz6PzmquQHxwL5EqozDgDPcdvhlKhBaNHtaOjhWJqA31v3INLf3Yd7lngBOMWHHzuubh433bDjzyRq+pCXHn2X/DnlU7K1Iq9zv4BfnX4ZFEvtTyE3t5+dPeVoKx6HJ0//SvyfX1QWiagfOLP0bVjEbnWNnR2tKGjGpyr8v6t+MyXbsLLDohVYDy+8ONzcPJmIyemsiBVmbfQa0GaqgYqqiBV9Z4RN5n87GNOzCnG72ZVEkA4WFav/8eZDow1sSq7nDxZLomATEyINfZ1EaaKBHyrZ5w0tLfkWTLBaEyk5SORzzxWS4SYVG22FLKRtkWvYdQt90FZ1lX3Qh4ojgZGTQBa8/oyADGejEMvGs2AnetB3XJrlHeehsE0i6k2gMsSAMbWprcgYnLVundmnVytDK2KBfceS2KVPDgMYk4L2oyJVZ0Opm3qI2bqrbt+wG8wqWoEMGmqkgyA8eOf3mr/Sw/h0ssfxcP1S04bLd8y+1zc991d0Fkpo7erG+vobjU5Zg6txITbrkNhXQHomIzKrMOxamYLxC13JY+OsaMxtjiEBQ/+Def9+jG8a+P6e31xJu55Am756hYmlLw40nFxXKpi8LUHcM53HsP/HPlSFbHjcefj1ydtjY5CBT1re9A9SKMioFRWYtINtyBfGgLKQygfeg5WTJWXz5R8C8aM7UB7roKe567D6Zfcj7cc5ZvHrMM/hctOnYFRVVMRuqoiIJOjhGy0djpe0UhVM3SGyVXerI9sdE0SQMlV5Z7TP39pt62p6nHVVa1vpHgTq8KAADr5kcMjP40IEKEqRHzrfqBxqDVf1ddiyJoQIGWdPOHD2DCx2mADwlN10UsYe829QG/dSjO3HrDd3hjcaXv0ri8Xp2w/5h1IjElKCe2d5Uz5wwgOg8cWXQTM9hmEm/Sh4ccIAVpLZ/IhGagSE6tGba8Oe/7o9R+6akkRhblvNeOXdUkASX7xo2cZdF3ZBja+3LYo460r/oTz7lqB1Q4bQ9nkSFzzs0MxfaiE3v6SuL1IT8uyhzDxihurqbUBW38Ja47abDgYVq7YitFYjIf/9FN8Z46UC3DydG4yG7/4xoHYdqL5pOTcc3Udnv7dNfj2g8vR7aRAUDB935Nw+UmzMHFMC/r6S8PCf/nl/8LkvzxYS23LC7H66E3QL/5FQb7Ygnb0Y+m9f8UX//4/rHCULzB2ox1x6XePwq7j5IfEbUtvTOYtGqEcqpLOFGjb7JGH7XyjoAmjYUkAcqCjFbONMcqhPcft9SToqtZjFntilSYJJlV1l4OCUCVs9IanvKKgKMjVuHWReJRH01vNKjyy3jzpN1pjofcDTLjq31CWagvNPDBlD5QOPhDrpuVBggCObgnFw9yjK4VSQmeGiFV57TY6uOOes5UDB5OrFi2o7TMyeHlHEKsxeOLmsWo3gMPw2JRZdt7CeDLYp1gCQN8myBRIAsD243nSX4arP/dH/MHR1fdq6cZuiFPP+yyO22w8lOrilPp65/wHMPr6m+g6o3zW+wzWnbkbeuortewunHvRPXjHdkVrL+bap+C4s0/EuXuPsp60VAd70cE38fMzr8O/RhTUXgHbx07BwZ84DWd9eP0R0ijtb9yAcTfNqSWy5Rex7uht67BQUHnrIVz+5/vx2LJuDNjLru6tDnz6/y7A5zYnQlXqqhrccneccpo+IPPsL0tnMDuPDMpdfTz3MTs5k7DgGgAAIABJREFUJugdVYWQBJCCtAkquPOiahIAcdZVra9VjIlVecWdJAD4aUZAaM4KakwfH+pmpLWaFyLH/DQiIPDJVUWyMwgPE6vNja5gCGNv/Rtan19e/bEV2PoI9H9ke3SPrq1PM2gu7qucIWKVSVVzM7EzlWsY8qxljGVWJQGYWG22CXNP1cb3ZZCQmucqrwxHIKRF8nQ/2yXsSwfEYcJq5rW4prqqeol7JX0WP4Nvf+1uPOSc0ROlGbXjsfjtuftAcx5VMIixz/4b7ffPqflPjP4Y+r7wMaypb/b3b8YXvvdffOASsNGzT8TdF8yw8bWDuyiv3YkTv/0M3rORqt4rbduein98bRboZqL2jH7uCoy697naP0w/Fv3H7I81HTV4Bl+6EV+5/DHX+W59xOn44ynTMVSusPOFTsMQU6GRqk5YnWFy1Wsfc2lPcf+MyFV5Sy6983mlIoPX29lDxKG9YkmsamQhudI76YBxADSMMsjTVKk5a4YPdTYK1kTkKj/NCGRVb5VJVf3e0P7OYxjzzzlAP/WqHDB5HwwefSDWjGXfXtfjR5aIVZYAMDQTJwsieQWMkuJ5ywjQzDgd1nkRMrFaZw3VhV/tOqWdviLBFNcraeWYGSOyOXsJ19+sXD1lUtXIKqx1VU3syRX5M4j3b7kZ37z2DbzncsOb+//sXQd4VMUW/relkV4poYTee+8iReoTkd57kSIISBMFFEFAepGOqKBIUem9dwHpNZCEkEBCet/2vpl7d7O72Z7dze7mzvvwiTt3ypkzM2f+OfOfEh9izTddUUrItI0vS4XfsTVwuROV21j3ZhAP7Y/3Kvas5NZOjF79L94aOUXyZAtphv1r2yDY4PdGRjGXp+HpL79i3F+xMJ2cgO17qe74fV4r5IbVEsP/5Fq43nia28rAthB36YbkYkKGcxZAxumVGLDzJXIM9kV7Bp9yjTHvi3ao5m9mAU7+mTG8qrpEQPlWzZpbTi5U1kpmqH6cD1ylGJeD8KqqaprdAqscqJp3QVDsufooADS/onyrxGuVA1e1rrCFDVzlQFVdG60cvvvWwfVuMpuhBGR9RiCxtKDQRLK3iglSSIBVjldVv/aYAqySkjhw1cBsLAz4j8bTbA5YVdEJ6r1h/tt15vUgB65ZZc+z+0Kd/+mouUNAoHWZKRQA2g5cplYue4PfJm/H2mjFm31TCwDgURc//DgIVdkAoXxpHAJ+XwhhhIoLrEsNSD8ZhJSwIiy3qAyxh9dj2p5nJvO6KlvoXgpTZ/VE9yoeRjSaBxiiBEi6j+Uz92KP4tGYEaVqZuEXbYuNC7ugKHvX5JL+Bj7HtkP45HVuVkFlyLqPRGIFdyWQ+u63rzDshImRw1Qr5/uj1xfDMbKemxmtdu5PxDI5DeZl5r0B9cZUs7E5kDVXYdiXFs7ouUpsHPL839TzQ0HPJrsEVgmoyjjTG3MLX9AitGX9JMogwzlrygLF8a3qH6PCwreaO5tM0R5b6nfB1eX27hm8d+wBj/I6iYDi/0PawJrqfFQF1zzHrbkQAKscqGpZUFVRGgOucjaALuk6PSUAB6xqH3rlkzhzgVU5c1Dlc8CqVgE7PSUAN+7axt1kXlW9C7MJJlvMBYyZcBb3TPgkb9bimLpqOlp7Mb/wxZEI2rwI/CTVnCHAB6OQ3LgY4w2a/QbXf/sFy8+/gflwogsadPoUS4aVI1azwWQokJX8/j/o/c0tqECgBsvMk8GrNr75egDqBzDuu65Jz+B7YDP4Maq9dAU++AoJjf1ZPtVs3F8/DzOum+sny7Siao+xWNkz0PQ2O/EXBMnJlBh6X2tYAGr2IGcX5hEY2dMZvlXn8VyVEjDeAYOa2BWwqnD75XhVtS8yRL+kcvNCeRE+UfKHW4/yypYsRQR8Fji5vckzCY43vNE5Uw7PexdR5J/zoNfXvBKQd+qLlOre7M2+M/XUxn3hSeBeRAr2hZqNK7d+dRyoql/G+b1pJnaiM3NH5VdDnR5cVREQ57HKvOBn5pTictSciwfmW8q3yvwL58SgOhGdmhLAyY1cMxdUMiOIp6rFXA5MOGhlXj2MKcv/xd18OKwCfugx6UsMrc14Swoy7iJ49Ya8kVbrTEJqh0pII1M+9TH+2rgLO+4nm/38nVYW3Bi71rRDKSNVSze4Kkf0n1swZHd0/hwa3Eqiz+BB6N84iK5v7lEn4fvLPg3NcAVazUZC00AGWM2MxrEVK7D6qYIYwDxFCqzbBT9NrwNv8z53uq8IZpEtJQ5hlplZFDzkghno1BPCZExeJzu6zexowao0B8TugFUxDftljrHodGuSSoeImvHo4mQerMpIlPCtkhsNE/Z8ZxaqWt+ITUC4aJ2VMYEDVXWrslwuht/hnXC9Ectkcq0FyeAeeO9ngvpLEhH/Jh1pWVId0UB54AlE8PIORGCwMXf7JtRtz1l5Erh6SCFyQv5RDlS1LqhKMR/Oa9Xw7FbMLWcxm3Q4YnLAKljvDXM9VTVViUQVVnBKOIvyGJ4uhnNYSr6Ga7JZDtolI5EvmzXKfiqSgQfCrWrRZOxBK/Ymvp56BCez8lO7B5r3GImpXcLoJbYg/TqCV23PW2DYMKT3ro8U0tWoE5j7zSHcypdHGB/V2vbC2jEVjPJYVTRIF7iace0gJq74Fw/zh2+iXPvRWNK3ClwIS8KLv+Dzx7G8sqg4FYk9ylLnCUn4WWxY/zeOxudHGK5o0L0PFvQupRY4Kz+j6sjfkiWHPP8nNACWTFwwK/3SVFACMPazhdc0Sw6knrIIBYA0XxdNNmqojmqsCazSBzWPIs8bNauKuPtDIpOyBACOqQzWGkoCqyooAOiVqpniIQuSiM8AiFzKKwFn5VvlQFXd2s7w1GUh4M9tED1g3035dUTGqCYmPY9Ku34UW0+G487rJMRla7n+4IsQFBCEmtXqYsiA2vArLFOQBVbpxYWTgascsKpvXlluh+HAVcOydBqnQz32TWEHVulWpfT8scwGwlCtch6rWmcYPcEwx1PHT9wY6xpDq4CqVG2M1ZtsRPyzH1N3PMMbsxVNgLJ1PsLUUe1Qyg1wiT2OgG0H8pbm0xWZYzoiiQ9kX1yLAVueIdPsOgHfCk2weFobVPc3FbTX4VWXE4erO/Zj/rEYqLEYmNhGYZmu2P71h/AFUOS/n+B9+L+8JZQci+QBNZABORJOrsfEX5/mq86i1Zpj5thWqBpoqixM7JwDZCdbFaF0JAGrLJ0Yh1XV1xaWrsGBy1PwrfL54JHty+g1yL76LJUyQascNVkTWBWLpcYBqzK5DB7uASBBmbiUVwJSCqxaRjbEQ4HxXOUkrU0CAgBCggA5RWK41LiY9toHMzeicgYC9uyA6CFrygX3QurQ6iZEJRXj1d6fMfNwDBShr3SpT5Hi9fHdrI9QMTdkqVNoms5OsMAqBcdYcNUZOsyBqrpH0UJblVoFRN7kmROXdEjAGYJZGbg0LrTAKnn+T4bdMiZgHgVSvqx0GnTeQquEYiFz0MNprhQ4UFWXRlgNVFVUaLTuJOL415ux+EGW2fRTPI/ymDZvPFoGAkWe/AnvfafzdlvYDNlT+iNBIEXkLwsw7pT58KV/WG18MaY9WpdjI2aZPO2YYFYkqYkp5SX2rjmErbfemx9Uy60Wflg5FFVdAK+Li+F5ISJv60L6IX1Yc6QgG3dXz8WsWyqBvkzqCw/BZapgxKiu+KAs8ZHlEqFzJKCqNWxBqi+aL5mMnmeFZ2wEBFx1MJvZ0SkAFNplLWBVKpVBLJEbBlYZwnAZPNz8C4/GG9lTBd0z8ValIJAFzpWKBUkk4CgBtA0DkQ/hWyXAswXEbeRIWy8b562qDwBSnFQzEbBney6wGvA/pI+ohzSjhyUbz/fswOdH31GPe70psB6WftURVT0NZXSS31WAVdIjcmfh6Hc6SiDCSYbI0t2wljHN8a3qHymHx8U4YFX7AFsZWFUcVKl3C3dAVRkDheBN8T609GpqifIcfce1hAzylmFxXlVdzTR2TmW/wb75O7D8icSwHam1Lnd0m/otxlWVocitX+Fx/LqWXDWRM2UM3ksicWL9eqx8YJ6/akCpahg/vival80vrRUD+uc5a2VEYO/ivdj0IBUpZg1/CIbOno4e5fnwO7YQbrei85bi0x7Zwz5GgmsU/pi2DD+/N6ciHvyDK2Hs1E/QuhRxy+GSpXlVdU4rVXDV2DlWiIaHCWblOO4IzgKqEhWzBrAqk8mRI5FBLjMCWCWPZnNkUni7BzjJkxvLzVw1CgDLFUs3MUIHQMBVLuWVgAJcdfRgVhyoqlu7c71VSZ4c+O/dApf77O29Z3Nkj2qPJKNtRg5Y1SlpDWCV5CMcYI5qB3Ggqv4dw1qgqgL8YVhsuH1L7xne0cRjZBymwuqxykTFzQcHlEEjjyk7l2/V4AeFK4OjUgJwvKo69ZQBVYmFbKPF0liDJzsGh77djoWPJGbNsVLNh2NF32CUOLETwofhWsooBVmv6XiTcwg/bDyNS0mmu8H7hFTCtNk98UFxS8lOBy1Adgz++X47fryfwwSYMil5onWv4ZjYsRiK7VsIlyfxeb8u0gSST3ohPuciFv/4D86nm1QBzezuVxUzvvkYTUM4UJXIg2xVhFPV0ryqOu0dLpiVdtGwhjifL6ArnD1TAhCci1o4coCGWDJ9STJ94lr5C0sDq0Q2YokMBFylJyB9HKvk6b9YLqPBXnw8CLDKJYUEmI1fDkIDYI1E9nlCCcDxrWqXbi7fqjUPNNYY2VwNspTZY81WFkTZ6qAqXdLh/e8JeBz6l1nURVUg7dMLScUFMM685YBVneOoBVgleYUOyrfK0VPrnrHWBFUVteZ5AlYQC4id1+nwnqs65FvogFUbeKqqijr30ojzXLXzKW5k8zhPVV2CIqAqoQGwaTIWXJWm4umBg/jm9+eIMPgESr0HvmGtMGdYXbQ8vgyCt9qs1xKQ/28iXkVsRL8/opBjogACwupj7rT2qB9saSCRT23vPCLKeo9/9xzCkn9eItIkWfAQVLIJvp5UH40ObQQ/Wovfq1sNyDr0wL3wv7HgwH28NClYjhDl6zbBmP7NUKuE0R4YJkrb8bIrglVZB7XQLg/ywlSZjJ1jjida81osl0NAwFU7lwvBusgFsi3OEOYJ0rSvLAmsErxCIpWB8M4qnEp0AqsEpZbIZZTgmGTmgFX1gSOAKlU208bTpNxkrrkK+A7rPWZSZ83ITMxSEbUfbGyAmdFWzU84b1V9AFDeWeWWEAGf7bvASyW/+QGN+iCldTEjif05YFWntHUAq2RuMU+7HSdxvKr6xorH0NXYIHHgqn4hc8CqdZWQL7QRbZWCAspmqyTnuWpQc9jgIAbzFXgGjldV1xAw9HMFADqbBG6IkXD7GrbsuIADr4273mf664Neo7ph+pUt4Gl18/QHmvfH8atbMPOhKeUKULdDV3w9pAYCrYUjynWcRaXpiL54CT/tvIKTJlHC+mHo2K747L/fwIvP0KIOnkDrYdhzchMWhZuAqvID0KnHhxj0UUUEFHEkC9a6ixLDq8rSFlq3KvXS5SoBuU2aY7ZsZAHVJZeDx+ODz9fhFV5AzVKt1pkoABT9shSwSswNqUwGiUT9bKUFWGXAQhKMSdVdnANWc1WN0CNQXlWrwqpMfeT5lwvHt6pzeRGCB4GlL2etuJgx27xtAA4rdsNqResCf3iQwm/XGrg8JQYYD3BvgJyRXZBoVJApDljVOWA6gFWSn0wrR/EA5UBV/VPSRpiqshFcMKvCB64WNo9VhgLAlol9ZkY4DxWUG9xBVWUAWBdih5BJAQCHtlRVM+uyGa+qrvaZqDuyuHAc/uU4fr4Rjzc5xp0Iw5p9gD/jj+k8BsiKtsC8W9dw0KggAkIUCw5Eg/btMKFrGXhY8SzEMK3qAiplEEc9wC8/ncHfzxOh1Rk3j8wFaNqmMVZHn9F9JKrWBTMOHscJsREKxROheLHS6D6gE7rW8aHxArjESIA4guVIGVynIBLlE+V4unQfwyjfqn2Bq0oKABlLAVAQimOlOi0FrBIvVeKtqjmt8gCrRJjEE5N4qqrajRywyowwkQ2RCwFXbZEU3j8EXLWZY4QtOmbBOoR8ZtG2932UA1UNgT/651SRu4fh9fd/xEoA4ALU7oP0tuWRZtCY5IBV3Tu6BK4eUp1zxxH4Vjl7zdC8suBia0JRXDAr/cKye89VE1l2ChOwantQVV2XlGsejwPo1CVjotKasJ5ZJCvHq6pXjMRT1TYnKz3NMBFcBTIQcfoith56gBsRaUg2oCiioFLY5vUcVYhxpSW9TAvE0DcpSNVbDg9uQi807dgaQztWRdlga7mpajaCB8j1BFaWpCD83FX8dvAOzkZnIpN4SOrpR+nSgVgueoPSOpaxaEFZjH70GjF6yuDz+PDwKYq2bZuge/sqKO5t7ydBi6wkRhdC5J8tk0MqMw74N7pgEzMqwVXynclzzMTKHDA70WPKo24nSeGpSkDDAsLjrSYJSwCrhE+VgKqUd1Yj5QVWWV5VShegkgo7sKoQhzV5VXVpEU8OiIQc36pO+RBKAHLbYz9rktamcsCq7nXSmGfKwpxk+P62FcKILLYgH6D1UKQ29EeG3rHngFWdktfjsar4xt75VjlvVX3zymq2icGCmUtBakUbzFtYM9g1LmYiRlVYgFV6yKD/KEi9lrPBrDhgVevaYa+UAOSJe0GqjR0vtDI5X82Zp0Cbas5hIjsRT85cxS//3Mf1d1lI04UoClzQMzAdM3y0ZeDhYKQIXytMXC1CELh4o1GjOvi0U0M0quBmczHxYMSaI0/Fk6Pnsf3gfVx9m6UzuJVAyMeQYlkYp+3lmZyPLW/csTFdrDOWQhHvILRo3Qx9P66F4h42f0Jgc9mbUyEBVYmjXIFfWLAvcBmTkFsE1cZSJZiVvYCrzsarqirv/AKrZLgkEim9rGCSuj4rgVVm2jHP/5ln7upZOWBV4a1aAAsUSxpOvFaJuziXNCQgZw7wxHMVPBJH1H5kpLDvOVBVv9YaA6ySElziH8J/52EghX0bxPcG6vdGWuuSSNc57Bywmh9gVcG3ao8QGeetamheFexuwYGrhuVvd56r2m1Fgx0pFMCqzXlVdYmdGSTlIcyuEXqDqmP5DNSl2B6DfBkBSlleGnZfIuWqMwaws1VP8gP85KTh7aPnuHDhHo5ce4XHmXkbHeApwbHiecNzyXMEmB0pwLE8GKEAJcqUR6fWNdG2RUWE+hSsHhkFrpJuyzPx+uwNHLn+GEdvxiBGC7pXzV+MnwO1/JApRNcoPt7kEZ8AZapWRvv61dC5fRV4uzDAIZfySoDIJZvEgrET8She4HLAqm5tJZ6rjLNIweAYFOGSM8//7UVvLD238wusSiQyxgNcx7xS8VhlQFVCcKztLr6wA6u25FXVqkQEPOQDLlwwK51zjEQfFNihQ0Du8mgnu5ulV6l8lmcsqKoA9kQxN+G/5SQhDGJrdgWKNYK4dSNklfBCloBQdagmDljND7BKD/B2GMyK81S1b1BV0TqOb9XwAmlXuJiZzphOD6wqn8SZiTwbVgMTcuQOEgVX8wMEmVCrw2S1S4/VggXD7HXsiCYXSLAqQwLJ75ySyyBNSkDk8yjcf/gGz2MScPdhJMIz5fBxlWBFqBRV1VSCh/vvBdiQzMc9KSD3KYY2dUujSsUyqF+7BEJ83CAU2YsOmcgHKZMgMzYGz57F4PnLN3j0PApXnyaAxKINKyLFgmApymlQI7xMEOLz93y8lQsQUKI0GlUuisrliqF8uRKoUNoXIgGPHgFyZLYi5jOkMPb0O4/SFWZq4X8s6FZy4KqeEaDBrHjg8fngFxiwCsgJFSjja+mUKT/AKgFUCbCqD3RWAqsSyBh3cR2CLKzAqsI/lQT9KgBf1bx3dTwe3VDyu+c742whCzahomVIoO0n8Zx1dbKEiNmLHFOKImPr8eJfeO0/A6QrWO35gFtRoGQYZIHBkAX4Q+rOZxFWMZ6cPoLh1xINPzXzrYQNQxqjplFBsUxptZ3mdRGCV8wHYl+BzudWipbbUzArDlR1DFBVcRlSkDfwdjrz1Jql3M/taeMyUXDODqzaBwWA5qAwL3TIQYxLWiRgNwArNz669NMueFV1Nc5SBy2ZBJL0TKQlZSLh2SukPs9C7eI+IDRLysQDJKmJiIiXI61ZJfgX80GAvwdEInvdFEwEVxUdlYqRnZyGpPfZeH/zOoTZAagcVEQDSJJBlv4eDxP9wW8aCv+iHvDx8YDIJXceEeAni4CqTgr+5Gc9JyLJkpLXx/YpHI5vVcfosuPFI3yr7OtkW6MZhDvUmUFVInlzgVUaf0osY+SjJ/EeRpylQ5ljwF28MAOrDDWCPcCqzEgSYJV4Z1pqz8/PAm5v3xIThHJCUs/VgjdIOAoAPRpiBqiqWprH64fw+vs4eHFa3lrRjLnj/zhOiIGJ5BaXTTw5RhWTok4OH78n8XFWws4tFxl+KilFLYMBsexN881sD98DCK0LaYcmyCop0guuKi4uCnxWsYHqCrwdZorcFp/Zmz2toGywhzXZFvI3p44CpwQw01NV0VenBVZZI5qZU/kUkjmKYcQ31MuFtM2uXJ+NaLi1s9gFJQBd/azdU4csXyYnNpkdy4Y7ZBnQKwPBrIzVSqIHKoHLeHzdxBA0mA4bkIkAHVzKKwF74lXVNT5kz1J32LbjdaAAlIx4rPKok5ht5EIxLjK3nJgCQDGM5gCr5GWt2AhQlSIPjyLPybNlhhHYwgqskhsf4lJvT8s3mWYKcNVGc64AlhUzqmTPPGRBIpQABU1Hy1EA6AdVKZVLPvcMEtDK+9JluNx6AqQRxn/tM/VxnAiDEnmQ0lVPjv7BEkz2Id4+wNskIca85+O9DAh1leHLEpLCA6wSefD9gXqdkNW1tM4gA0o8mvUKz+ewmTG5cz/hvFV1i8+ezxnKJ2D5Gn3n/tiRcTFnBlZzQVW6gdilElJ7x5EVyBpSpcBqAcqFGDgcOKd1ZAmgSoBVu0+0iQ7QzgIQJHOdQ8BV26k5sfDFMvKHC1albcjJ69osiczuVZa5blJxEOPWyTzDSfhWbRXMiqBcMkJBYk9gl5XWNHOAVTHhVZWy3O0G2sW7G3FGTrhVDaHihQ9YJYAq4f6xL1BVMZ5kshG6HS6YlXYNJ+CqkHitFpA9xHmq6l95TOFVNbS2Uv5PaTY8HzyFy8sI8KOiQRHCzCSALoQAAVanJfLwhidHrxAJvvRW3z0SUoSY8I4HgYscXxQmYJXvBZSpC2mbRsgsJWKAZwOpIPlWOVDV0LwyNHoF+zsHrhqWv6NiY04JrCp5VQ2PW8HmYG6V+RwlgPZhKBBKAM5TVdecsFteVV0NLqiDRMEuKkbWbkuvOsakJ85gXFKXAEFxCFqRSfgfHUQ4zEsmFn3i5pjGgDJ8q4o93RBGl98hpxQAhWRamQqsSmUyiMXGzyrerZdnjMpd2IBV8sRAameeqpoTh9ABcHyr2pcTxQHe1sGsFPY7x6uqe5m3JKiqWgsB/IRSOQTZYvDJBiERQ5AtAeQSvDx6HGv+S4awSWcsbumtpXGZeHz2Hs6EAx0HNUSYiEc9ngsIl8/vHmnE94SMmAe5uwdkRYSQCkhUXuNTQYCrHKjq2KCqovUcuGp4njkiuOp0wKrDgKq5+pR7SCX/zXl3L8MzSDNHQVA4cLyq2saJxkSR8w3z3Zs+yNb9ggN+9MhX4X9o3SEgtHzkmbu1zhDWbb11SydHnmw75lXVeWdBLgRVtypunqmJirGX+RRktUZSUAAQb9XCkkwBVgkWKBZLITfhdQUHrOrQJAlLAWDviibgs+CqvTe0ANpHlqGCCGbFeavaHlQ1ADkh6dwZXEUYGjULg59G9FHlt/IcJD1Mgle1YAgJnQTrFV4AqusQVdK5ZaOWcqCqc4Cqil4wlxbWMRRtpJJWrcZmwKoF8SZnA1YVr8itOtAWL5wLZqVdpAqiXOoiZXGp5y3QVjujDbpiwSoYUNXOeVX19dcmumNBgdu0KAvxrepoMwkYQ2LBkKjcXFKXAI2TI5ODvD52xKQMZsXNr7zDJ5dTYNVar1EIcFiYQFUiYGOBVeIoJ5ZITfbk5YBVDTWmPBNy4r3lGAsUMRGFAvLs3RbGouMt2cS8JeCzrcTDearaG6jKtifxHbJ9guFqwnmHchnz+JSvl0vaJUADxdlAOLaavzboisWrcFROJA5c1a8KBR7MykRNdSZglc4pxzAB81iw9MpC9eKCO6zmyog+KSJ/teauxVEA6Fo6HIZXlQNXTVz9mTllrctSMm0JqCpxUODQDGEa/QnZpohcshVRvYz+0r4yKoNZcfuV1oFhvFYt55BQmIJVaQrUGGCVTCeJlPCqmm4IcsCqhsQJO4m98qrqWgbJZBPxScAmaxqL9rUIm9Ia+kScRNezsng4T1X9o+KIz3cIVy+ZW9zU0j62Cq9wa04thofJlBlfePI6KqhKj2HU45kbWL1neAe61HEaYFVJAWBBd16bLklMu+khzNHQeavLiQ0pbrUNhQNVdQ0h8aWWmvCc0uqqYG4FVtMdcxtkT99ZHlxlgEMmWJXpEIc9ycY6bSGva4m3qjNgziR2jLWevFtH+rYtVcAnFrNlbGZyHifnh8LCq6o6UoaAVSIbwjkrJpHgzEgcsKoiNILgEznaZ7gq/aNLFiQXAh460EHMDH01+xMKrgostSTpApnMm4Rmd8qBPnREUJWKV074bdi5ZZn9zIFGzbimWpNvleEM5OaV5kgoIB9HBlY5cNXw/LIaLmYFzNApgFUH5FXVpUWKwCDcrZTheWa5HJwBrk2WZLmRyfnOs5Nz4KqeKWNZcJWCqgTocHRjx3KLjLIkAqYSzlniDOYMSY1/n5tj6kPKBnCxhOcqfZBTiIJVac4N/cAqE8RLTILAmTmtOGCVlTgBU4nHr6PeiSkWJC6YlS7K2dgyAAAgAElEQVTQk+FbZZ51Wx4h48Af3cc7uWOS1al1SMhj6DYsrznOYA6xXMaW7ooNOVwt3XRblGfupm+LtplSB/VSMOWDQpbXauCqheXo0MAqCzQzW5UVUGcLy9pwccyJgEIciqfv3EFVRWys5yoVkqVWHw5U1aWXTkEBoNk5i+mN4dnseDnyB64qbBuyHBPeUGcBDi05jo7Oq6r7xMg4s1huXbak1Au+LOqzSs+ipu9bCqdByhohI3zXBd+fgmiBPmCVXOBIJIzHqrmJA1ZZM5oI01F4VfUtSIpgVuYqhDN/RzkzKSWA5Q9OHLCqW3PIzZgZe4DdqaKCb9X07czuumKVBlmab5ULWKVnTpm/51tl7PNbKAeu6pegI4CrDg2ssngqc9CwvH2Q3/lh3vdMP5i7ZO6gqi5DSwOrHAWATlDVkYNVGZp4HLiqU0LsymNIgjp/J2uxM3ljmi0IHR8qglU5mSlIe0v5Vrm5pX3kSTArvsAs+RRmXlVVYeoCVsnLWomU+ZOfc36hB1aZJypy6qnqDAsUBQ8FHN+qrk3M0nyrHK+qfnPBYSkAtHSLAeb51POZS3klYEm+VY7T1tC8ci4NVHsC5lxds1hv7B1cdXRg1QkeVujQNSaqMOcBpGsq5hNIJ7yhHAigVbhOw6uqS3W4cde7v5kLrpIZKZYRblVHfUNqsW1fa0EMryqDXThrUl62c3NM406QGXMCrpoazIoCq0Rv6Mucwpt0AaskWBXxVs1vKtTAKgVVwZA+OwesyqgDmWyulG+VQ4C0TRBL8q1ynqq6lyBnAlUVveSCWenfcizBt8oFq9I3p/K75dvv91wwK8NjYzaHusJWtKJJ4MjAKn1VkS8fBcNjV9A5lB5A3EFVZShYUl2zJxY94hb00Npt/RJ5IZENN6d06iABV1l6SKP1lPCq5tDgOvkHOYyu1EEyEswiW4pCQY8gUJ1X3BxT01DmnMQ3ynNVSQHAgapUhtqAVamMUACYz6uqOjiFHlgl3C3M/5wr0YA7JFiTFQ9SDisxOeFaJV69+TtKcd6qhQtUpb1ldYdwrnL3FtrHnxyl8uPVy1EAFE5glV4KEpiC27R0K4AdO8c5JLCqeBGuPMA7r8GkvLDKF4josFafjoarRCszSy6FBDg0Y9hJsKpC4xjF7Vl6NMR4PkjK/UgoALhgVTrlmSllAnk5G2ahrcNEc9TOWdw8yxWTXM4Aq0bwrSo8VRXzy4zl3Kk+0QRWyQUOCVbF8Krm3wYslMCqQnQEVHUWCoC8Wi+HkM9nAu7kX0+calIpDvDkNowJZmV64kBV/TJz9ptmIY/MLUsswabrniN8QYBVc1jnOFDV0LxyhNE3v40K8MccYn7za3WwL00FVy1jKxoUksMCqxRULQxGEnmYTV4ymWn0GNQAB89gqludWTucnchIkoO4+4/x74soRGdkIBt8hITWRqsaZREYqGcupL5HbEQyknIAoVdRlCvrAZ4gb59khFc18TWev8yCWM6Hi18YypVV1Tsp4u68QoJEqhN8JaCBZ2AJlCjqDp6rkXJ7n4jIJ09x53UkorPl4As94OdfGvUrVEHZskIjCyHZ5JC+foMX7zJAPJnomYEngl9QCEJKeWgvR9dBKyYOL1+G4/7rCERnAyL3AJQKKYNa5cohuLgJTTIjq/xtPMKfPsV/r1/jrVgOoYsnAgLLon7F8ihVSqSzRFl0NMLfZUHm6ofSof5w9c7NKo19jzfRCUiXMeAeTyCEV9myKOGro7iXb/E6OQVpEubkxRN5wD8gFMGhKvlT0hD7IhZJEimySLAq5U888PluCAgOhJ+/O/jupglBEvkOsQlJSJcqmLN54LsFoFQpf7h6mVBWehrinpMxfI2opDTkwB3Fi5VBjfIVUbKUHuV8GYvXKanIlAvgU7Q0gotqmSyKZkhlyIl4hchkCYjHLqNzrvDxC0BISU/whAznrISVu77Wy2LfIvz5Mzx8E4MEqRwiFy8EBZdDzfLlULSYnjaYIBJbZVWCqxyQoS5y9jKY0PwoXifrspvJeZw8/+ccwBkRqgKrlFdVIodUyY+Qf1uwkAKrzPN/5wVVc+cf8VqlXCX51xVbraM2q4d61vFN9zzMFWVhuDM0fTicHVQlEiFzSgAeBVe5lFcCSr5V8i9GThMOVNWvSYXFKOK8Vg2vKEbzrdoQM3Q4YFXFWdGwxJ0hBxvMSrnQckahxknVRIDdATd/SQaiLpzCjn9v4kRcHBJz4vCMbixuCBV4IcizDFpXaIOx7RugZHBenU8/+ytmn7+BcymZkPh1xr7x3VDBR1OKPEjlPMT9OgEtbsYgBi4oFTAW/85pARdF1jcn8cmyLbggy0aO1qnFgxe/BGp5+6Ooqwt4rlUwvFNnNKmkLEH9q+R43Dl9AEtuP8Dr7BjczslhzQ4RKrkEoYgwAHXLNMbgtu1RO0wfuCVF+sNb+PPcYRyKS0VMWhTuycSQQ4BgUSlUdHdD0cDq6FCtIT6sWQ4BgRqNVzloyaPCcebCMWx99Ayx4re4mZXBAoYClHcthgBRSXRq2BkDm1VDUICF15fYlzh16hB+evICb9OjcEuqgCpdUVHkD0/XYNQJbYQhHbTJIw3XN32NkY8TIPFoiAUfD8Qn9TyZBmYm4/6hHZhy6TLuyLORDUAIT1St8TUuDC+ftxOyd1g3Yz72ikSIT49AFDwQ5lkFnar2w/x+5ZQkGuJru9Hn9/04L8uiZeYmV5R0D0WYmye8hEJ4+ZRD00qN8VG9MHipgL2aFUuf/4d9F07jn1evkcbLRHhaDN7S2e2NqkWCESgqiqY1PsAnDWsjtJieeZzwFrfOHsGfT+/jblomkrPe4KmysqKo7eGJ0NKdMKNDS1QI1dArWQbu/LIZq57dx1OxFGE1p2Nbv0rQBu/Lw29h6769OJqajFfpb/Caaq87ynmGooRABHeRO0qV74LhLWogIEDPuv0+FjdP78aqx6+QlPkaD5SRzT1R2cUbLq4hqF2iGfq3a43yJRxn/afBrIjcOSBDY7ElgaGJbBjqR23AKqW8lBJaDQuvMQ5cnCqwSp7/k8uzXNwi//OiUAKrBFCVOhmvqi4dJ+uQiD57z7+yOPA80tl0U4NZcaCqIfCn8KzeBFwllAD5efbujHNK0SdT+FY5UNXQvHJmTcnbNw5cNTzeRr1c5oBV7YJUgqo2FJDhIbVRDi6YlW5Bs9wQBg/wDgiqZifg7LYV+OpZOB5Js5BBHAsAUEdC9t+l4MEdPqju1xKLhg1C05KqkpIh4vdv0fbKXbwm+UXtcPLL0WisAi6S2SSlvKpy3FrSG63esKULuuPZkoEoqjCg721Cpa1H8EavxvNAfAEl5LxGAocKm+Pn0VPQRRO/S4zG0d0rMPlpOKLBRHNWpSAgUCxphQCuCPOqiy/7TkWvKlrOQ5lJ+Pef3Vj672Wcy0lDOi2JvGrMtWhEkEFM/8pHucB++HXUJ6gWpNEJHg+yB6exaN9ubHgfj2S2TblemAwrL5GVC7zRvEJ/LOnVHhU0yzF3NUiIwr7t32Fq5DvEa5EHAfaoPOGOst51MHfQNHRVlak8AX8tmoBBbzMgQyAmdF2Abz8oCuronvAaJ7fNQfeoZLXWiYr0wa3ZvVFG05n37Ul0+n4tLqjl5qNG6ak4NqEZvFmUMf3Ej2h46BwitPSZDwGI3BlHKD5E8EedkO5YNbYTSrJ4b+5nciSe+Rlfn7+EU6nvkQAZdYAg0LgiEZ1nZF8EZb1rom/bMRjVVAtKm/wc2zesw8a4SERBCilE8IYYiSptZLTIDWG+H2FJ3/5oXk4FNs2Kwb7Vs/DZ2ySqQ6VLzcD5iY3gptFH6b1jmLlrI3aQaFQaSQgBBJDROQACCod8hBmdP0bjilq8ZBMicXjXD/guKgax7BWR6mmM+CdLwIMIHijn0xgzBoxDc7X5ba7CWf875iWTCmxocH22fpvsrQbiuapJo8UFq9I+SgpgVUqCVVkBdC5kwCqD2pNNtnAwlDBKRSabiE+iyHHgqrZppqAEMCQd7vm//q2kMHiqakqA6I6I8wjXqRgKcJVk0DW/OFDV0LyyNxPONu3hglkZIWce4dnSMbNsjBk6jMdqoQZVGZ1S8q3Sv5hD2mKEbjpqFn2UAHROOSCoKknEibVfoefLWOoRSN7b+PH9UcErGKEeHpBnJSMyNRpPJelIYcetSJGuODJxMBqEKAZSghe7FqD+tQfIAuDl9QmOT+qH2iywSj2j5CScKwNt3lszDE1fMKXx3Pvj2YIeCFE49T34DU02/4n7bNFu/DJoGxAIX5GQtRNkSM9KxuvUN3gqTkWSok2en+LYxH6opQJCxu6egZbXniKGBU+LiUrjw4rN0NTPBemx17H71TM8laSBQIGkjUVDp+PeZ43hpopwySSI+WcFOp29ghfs6dAVRRDqWgzVfHzgxpcgJSMJkWlv8UiWpYTp/L164PCU/qim+gxeloTDyyZhxJtUpFIA0wMl3cqifeXmqOeRhbevr2F31As8keewIK0PejT/Fts/VX0bb+7kkSPy16/Q/sYDRLPgaXHXsviocj1UdZUjNvomjsS+wjNpJtLZKiqVm4Ozw+vBUwGKyhNxctVM9H35Fllwx9CuS/Fj6+IQkrGLi8LJTV+g+zsGXlYkd7c22DpwDLpUU6UXkCH1zGZ0+usI7mh0p3jpL3D1s5bwZx2Q085uRpcD/+Amc2JFoLAMGvn5w1MgR1p2Ct5lJCI6OxFxkLIyc0PbOnOxtU8VuKo4iiac2IhRx44ogVwh3FBUFIwwrxCEiABpTiIi094hXJxKAW8CZfIF9bG01xT0r6fCMyDNQfSB7+glQgLVKxFKetZH77LlUNxTiIz0aFx8cgXns9LoGJMUGjgax6Z+hEAFtpoehT1rvsD4OCIrARpUnoM/R9RWB1bv/oG+v/2JMxIF9OuGUFEIKnj5I8iFh/TsJESkvEWkNAOpVC+FKO7RAT8OH4YGJVSFKkPE7rnoeecR3lMJuiDEtRI6VauPKm5CxLw6h8OxkXgpy6Jzl6wAVcvPxq7+deBpIr2CuZqZ3+/UwFUOWM0jTkqZwGI8CgiacIYqX7jndwCc6HsCrBK8IieHXNdYPhUyYBWQsLyqlhelnZbIHq6IxyoBV3Uewuy0+bZoFvNsWTffqsLOJiYjl7RLgHlmUPjko9AdymXMKYdWCRC7V9+dDges6lacwv58h9LYcPNKtwRM5Vu1oiwdD1i1ojDsvmgm8AW1aThgVX20FIuu1sO7I4LQcqSdXIm6By8iiu2pV5Gu+GtALzSp7J574/n6Of76cyWGvIpRgi9NG6zCqf7F2K/0A6sy8CiwyiRTgFUBJozbg4UVtEya2Eic2b8cfZ9GsECgF4Z2XItV7VlXRUkstn7zGSalM7ZnpdJjsXdIO5RWBTqTIrF3+yrMjAin4GtAkTZY2mcsPq2ugsiFH8WgDduwX8wAhh68ovi00QQs6lIFXkXYdknlyHpyG1v2rsDMhDTW2uWjbsUZ+GtoffiyQK3s6QXM3roSG7JlkCIIHauPw7ahteGh+lI84gImrfwRW1knxeJBQ3F4ajeUM5ZLVtf6Io7EklmTMJ92g4c2Vb/E1r6NEKDKJxp9G0s2r8PyxHikgY9Q79aY1/sz9KzGXhiYAazyUAajWk/H0o8VukJoA97hyJYfMPb5Cwr2qSZVYJVMt6Szm9D9r4MssNoMe6ZNRUsloA8gMREPL+7D0svHcVjM0DwU4VfH2ikL0LEoW3L8FYxf9AP2KCsKQLsK/fHtJ61RJkjFioiLxOlD2zH3/m08o1JyQTH/Ptg3vjvCFI6rCY/x0+blWPTuHTLAR6Xiw7BjeGeEqdJepMTj7w0TMfJdJltjacwbtBxjarJ1GQJWX5zH7C0rsDlHcW5yResas7C6S00Es9QQ5JfMFw+w59BmrIh8xXp4i1C7zHhsHdEcPkoH2bdYN2sclrH6VKPsNPw8oDG8VT2II65iya+bsSMlEVngo4RPW3zTZzQ+CLP7zUrZQFXw0HFabbuWkh2dAVcZtIKjANAuewKs5oilLO+sHucEM4euUAGrzh2sSr8GkKlGwB8CsHKXPXllRT3riHz0nOI5YFW3jhVGb1WFNBivTD69uOCSdgkI2WBWmr9yoKq+OcVpE5EAsRM5eFW3LuTBxWzsqapomd0Dq+wr70J4/6dTeej6ywGrxi20BDR0ROM5LQLb1i3B9DexSAPg69UN+8YMQhM1jzdWBJlR2Lx8Cea/i0EaPNCqxuf4dXgdMPiMbmBVHVQleU0BVn0wfcg2fFVLxzBEHkCz5T/jLv1ZiDZ1v8eBgeWYC7fU59iwbA6mJTNMrc3rLcPhAWF5LuPSr/2KXrv3Uk9GP/cW+LbPRAysySKdMgnubRyPZk/esUtDOczuNgtftvLT7pyc8ASr136H2Sy46iuqivnDv8XQSsS3QIrEK4ex4NAu/JEhBoq0x/aBQ9G2smagKAle7VmO3pcu4yHx/vXujZMz+qCqjrhYxikogLd3sGD5AvyQRRC2Uvix3yKMbKjhkiiX4v3JTeh+6Bj+Aw/FvNth6aCxuRQLZgCrpH3+Rafj+YwmUPY07l/MWPQt1qpyILAdUQCrfiJALJcj5dxmfKoEVhvgp1Ez8XFFjcOYRIp3B+ag4dXHYKDMQHw1YhPGV2b0Lf7kJgw6ehT/Uv/QQLSqOQnb+1aHq44YXbF75qLPtXt4RGGoUAxt/iW+/5j1Gg4/hxnrV2AbxTy90bv1UqzoGAS+Jj3vgz8w4Jf9OC3OQRFeNXw96BsMqMEeBPQCqxJcXz4QXaMZ/1HSlwEt5uCHbqXVzqASOZAtlUGe+h5XfpmBgREJrI764/MBmzChOvt59kus+3YqllFAvQj6tV2NBW01yI8BZF/ZiK5/HUM4GXev1pjbfzzalTFau+wio5JvlbTGEddjK0uRBrOirwcAeV52CSvX7hjFJ6cnUgoAa6VCAawS8RHgR1qoCADyqgzHt6p/GmkLZkVuU3O97aw3Ea01wW1RbmEGVRXypVy9PD4EHLiqVeUYz151OgAOVNU/Owu7t6pCOgzfKrWibbGcOWQd9vA62SGAVW4LV9FvRhgML5ticebmmFJA9KmS6rrjoJv7i71ovHoX/qMdE6Fzi1XY0z1IJ6NBzvM3eJMsgWexoggMciGfsEk7sForkPFUVZ9apgCr/pgxaDNm19Gx9IbvQaPVuygASR45N6+zBEcGsW520jjsnD8W41IYBIEvao3fR4/ER6XdCQarlmTR8UjM5sEjIADuqphT5B2s2LYUc5MyKI1B1VITcHBsawRpkmGqlhZ1DiOXr8Ru2mkXdG6xFrs/YdwMxfdPYcbO9diaQzxWA/BB2Z5Y3LMDKqs4c9KMJIDymzgkZvNRJDgAbnn4Qs3YiuTx2PDlSExjI4L5+XyKAyN6om4JF5b/gy1TDkij3iNFykORIH+4qNZtArAq5FdCKdkThANwFXXFxXnDUFkBDt/Zjvrb/8ITwkLKD4aL7J2SZqJ46Sm48lkr6nGZLZMh88IWFWC1PtYNn4keVfLON+nZRahy8BqldQD88OXQrZhSDUBONLZ9NxEz0hk9CPTtiV8G90WdknrWs5iHWLdxHualMsJy9x6B23M6w49yyT7BlvXzMCuRQLgClA/8GF+374J2dX3VrRAy/snpSEqSwt3bC67+KvXpA1bTI7Ft6WTMSGXa6+U/ElemdUaQcq4xcWCyyVNuhSH45B+M3LYdp+kXbujYZBnW/I9115W9wbqvJmAZC2L7+fTBb4M/RsViInWzSSKDOCYZGTIePAJ9IVJ4Y5uhagX1CSNhVs622s/zuS2SM3J+m2rc98ytOnVEUAYuU4yU+Z0wrm5dGpG/wFlmn4N4ilaTfqv3IDUjxarOGoUCWCULE1lv8q/aBbWUWK5eckBVeK5arlTnKUkzmBWzFOVvWXEe6eTtCQeq5sqEchmTCI3m71/OrCo0cqWA3ew4UFX3UJttSDix9jDgKjexdA6xHTjT2TuwSueVkrKG06Vcu4bsWXagQPa2fqlRAjggqEo8lniA9OwKlD1wEXFUvp6Y1H8Hvm9gjv4TYHUeGig5Vnvg6KT+qBWgzUI2BVh1x5SRv2JeVS0KkJKK18eWofnlu+xzci8M77YRKz5QvJmX4+WOyWh4J5KlLwC8Peugb+kaaFoqDJWLBqFoUCD8A1UBYvV6si/vRLc9+3GZQhIV8NX/pmNaa/Ytti6dzInBzoXjMS6ZATJqV/4ap0bVhAs9w6fj/MoJ6B+RRLlhhfBBrYAaaF2yCuqXKoMKwQHwDwiAb6CAiWJlbCJzlOqkvrGT4+H6UWj5PF4ZdKuoTwP0KF0VNQODEVasDMqHhsDXT6gCmGs0QJ6I02tnYADLsTqo81IsaVWC4ViNj8SpLV+gF+VY9USX+nPRMXIBJr5Lg5BXD6uGz8anbGCw1EPzUef0baQhEL2aDkOx/5ZjaToDYhYrNRlnRreAh5DBfzIvbkH/g4dwi/7aCJs/m442moGVcjLw5Pev8PGDV5QnGCiJ70avQF+Csb+/jPFLluEw25UqlRfh4JCKBq5i5XixdRTaPWWJCnitsG/mJNT2JqhzDmKPrcPQ8xfxlIbM8kBp9zA0CK2N1uXLIywgCEF+PvAJ8ABfFYBXPSqmv8b+n6biC5ZjtV6lWdg5hOFYlT69iCW7VmNjFon4wkerhsuwtXspjbMmc9mlHPG0SBz4aQ6+iCPsuK5oUulzrOzZEAEUFBfj5prR6P06N6hYGd/G+Kh0ZVTxD0aZEmEIC/aFh7cLePouDIzVxQLMR+RBorhLjCQPVUwZc1a8AuymyVUzqsc8y5FKCRuvao8t1XtTsRBVBMXUb00WgcYHqn1WrZuH1KwUuORxP89vfbnfOz2wSnkmWG9Vy4nNsUuiAXcEHCWAtlFUeEcJadhOIiNbLwZm6la6GOIsLW9uSHE8AYQuQvA8eKYZcqTrGRJIsySQgQ+hm4gpQ3FZqDh4kEvXDAkk2cQnXHfi8fkQkDKITWzIoBTLIEuXQCol5PJCCLz4TAjb/KZMCXJSMpGdJQGJgCt0dYG7lwcE5JbdmL1HCsjTxJBKNEivBUK4uAnAc+fB1RCymimFLENMb6SVichGKALfS8ebec1+U5mLISHk28Qy5QshIlaqsUYTqTwtB2KxjhETCCF0EzJGmDFy0TcuEkCemoH0tBzaVgFfBHdPN7h5CYmzh+mJeIIkpSE9S0oNLOJ6IxC4wtPfHXzy6i2/7TW9RTq/MHX1oOcyUz+yYHvtuSjHDWZl3oAqMUBjB0W5dCiMWdtOBKmEhPnITfQiO9/KbHofBCJ/thFEgrkbDZ+7INWqSYx2GtqQjVVC9Xyman7u+mfql6r18pS9kZmuPkxBKtUzwZjyDzyb2xTzJJ/7Vcz+7/HBhZs0mBEBo1aMX4HhZc0pVYIXv89HY5XgVYfHk0BSxE7W7J0pwCrQrPFPOPiBG9IyJODxxEhLSsLbxHg8fXEVe5/cxElxFqQQokJAB2wYPRwNVIJXIfo+1m9fihnxKUowMbd3PmgRVButytZBu+o1UbuiL/gaNkfM7i9R/dozEMiPJ2yGX0dNRtcKBuZDTiLOb56Czs8IkMVDlZLjsG/QhwhlA3nh8QnM+u1nbEhNZ4MtqZh6CEKb4vXRulwTdG9eHUHEy9GSyvHqXyz/eSm+T1E8M1cda1+0CqmHluXq4cNqNVClnCd4Gp69kCfizNqZGPyKCV41sPNSLG7JBq+Kj8LpLV+gDwULgzCi/WJ0j1qAAY8ikYGSGNpyMr7pVgr8jERc3/Ut+jx6iWyEYcHwBSh/dDQ+jSZkFAywenREc3iJSAApHjIubcXgg4dwm/5aFXN7zsHAaiJI08SAQAC+iIf4K1vx+amjuK7ojrA99n4xGjUJn+6z/ei39RfcoL/x0KzJZmzvpkq0q13fU/dPQb3rEex0r45lo+ahm4JzNPEF/ty5DqtiXiE2j3uNCKU866NL+TpoVasx6pYvksdDGumvceCnqZjGAqt1K83CDgqsypF6fS++PLALJ+g644NRnZdgWvO8YD5deRS6kZOOF4fXYezVq3hBuIL9+mLb4E9RTcExG3Mfm7d/j++TtY17IFoXrYtmYdVQt0x11KruS46FDpkIniOWyhiHTEvOG4eUhsZ+S7AuQh0hZ3hDhVba1x1dVEkZCXDhiyCwErhq58Bq/owrDlTVrv4K759ccFVzdcqfb6+ljGPzJ2/+VlyykdFgVlQs+dFB83tgypeSSxsx4XwkYnPI7aeWxPdAce9Q1C5dFY0qVEKV8v4QGSTJl+Hd2T/x7bUHiM3KghgCeLn5oWWTIRjRMkgZuRXIQPih3Vh6LwJvs7O1GLbq7fHxqYQW5WqgWdXaqFxO06Jj80Y+wqGzx7E3Kg5JEgnk8Ef9Sh9iQo968NbBl2RQXilJeHr5GDbduIBDacnIgowadALw4edWFT1qdcSQFjVRTJXkXrPQtHjcOnUU2x8+Q2xOtrrBzHdHoFctjOzaBU3Lu+TZzhS3iek3T2DxqSt4lJmh9LBgbEEXeLuWQsdGH6FPy5KMd4AyaeqgHFF7NmPpsxcIZ598EbQ6wKMSBnb+BB9WVUVXtVkeMjzb/gO+jUpCgg6eGYHIF2X8w9AwrCoaVSyPsmEeZhgxcmTevor9t65g19Ob+FdObv7JjOLBDV6oXeJDTGrdAe1r+ug08tR6LpPi/Y1L2HX1ODZHvUAkfaTFJHLoCvNuhH7VGqBHq0YoozjgsIa2qfYXWQFz6zb1a31jp19TGb5eg9pcKDMQjM781bgghGp+a00dYHLIoPcrfEtBZKbLSyJWB1bzM1pM/01vA/lKqAas5kqS7Oec13NezSL7IHVt5FIeCZA1h3msy4CHpkrJHoLFxvz1A9qfu4ZXdHJ0wLEpo9BUAcaYNOa6gRAnqRIAACAASURBVFVGPqqFmQaski/5EMIXfIghofYZsWbJCiogF+BwR5ki9TG773h0r5bXbpQ/voDF+3ZhXVwcCASrCCekaBEffHjyAtGmci9817sNSimpAGS4saQv2rxhglYJXNvjr8/GoJWmt6SmnMSZCD84Hw3OP0EO+CgX2B0re/ZGq4pM28haLH54Cl/t3YNdifHIgIwCt5rJR1AO3Wt9iildG6OoaoApk8Ylb2bxnSNYeHAvticlQqylbj4E8OYVQ7tqn2Juz1YIUX0SbjSwGooJHedjgPQoVl48gr0ZctQIGYhfp7SH39ubWLplBZYkp0OIpjjx/TSU3jsKYTcZv+mipSbj8PBm8HVh7MF0NWCVD19+MVRxF1GaAPLeNF2chreSZJYCgJQQiN7N52B+p5LUXpJc+xn9D/zFerwK8FGb7VjdzjBhbdK+qWh04yU7x6tifr956KvgSCXVJIZj/8+rsT42GtGQah1DwB8twz7G5+06oEaYim7qAlblUiRd/wW9D/xNKRSAYHzR/XuMaagNCCbSYeeWVIacf3/DoH37WQC5HlYNm4nOqly0r6/jp12bsOZ9Eog7jKbOMfa3B5pXnoiVfRvAx+A5MJ+KaOHPlaBqrh+vhWtw4OLIXiWTQariyUtwDLL2cUldAgRYJZJxEQjZIJ6WlRDv8rNT+q1/9jDjV0TtpGp0K+T5ZM/Nz9GEvm7igjVpHSvmJows2dpAyPwBq0Yrh9EZTTVn86M1TKNIjSK+4lm3qfWTEvLfBmOLCN88Eu1eZhiQpoDelJJWuXu0wPwu/dC5thZLTulhJMHDn2eg+5MYauAqpFKn6jfYM6ACNWZEfLI4JOPUyukYEsPcRBuTXEF8h4qjT6Nx+PaT0nkOKzn3L2Dxn1uwMZMxdul4uHbGPxP7oZYZy5D8yWl8sX0r9skYShBtiV42IAzTP5mFcY10GGSx4TiwZw2mvSY3+dqSL3o0moolXcPgqrSvFLojB7KScGPXYvR7Qm73tSUfdKk9Dj90qw4ffTZh0i18vmiZSvRTRVnu+LD651jbszq89BlM8jhs/OpzzNOBwytKI8a3C9UZPqqWGY6NA1qiuLE8YPJsPPxjNcbevk2NR10c6q68oviwSn+s+LQ+AvWVnZ2IC78sweAnLylPl67yiLQ9XepjTsdhGNnMzxh1tJs8FNuQg/L0clQJ6sNC1q18Oz/azUhbtiFENjkyhseKGNKE6secHSu/rcoLrOa3RPO+zwVW1b8ntg4JUMkdMxRyYdZ2OQeq6lQ0cu+osORoRGoWPbQHwNTY2aEGrPKaY/+UyWirLXCVwQK1AKsT+qN2IPtcWQ1ZNR1YJfJ1h5yCoqqXmo2CO2Bgw4/Qq2kpuGvEYVJrslSMdzeu4+jdGzgZ9QRX095ST0OSVK3x4KCRuDC+I4rTCPAy3PqxP1pFMY/LjQZWpVl4+fc81KfAqgCVg7tj6Sc90aqSiNYlkQEk8BB5Uh514Qz+uncDZ2Je4EFOMhI12kTWar+gcbg8vh38Lcl5KRUj4c51/HPzMk5FP8GNjPcgV1+kPlX7qWTIcOwZ3gVllY7+xnqshmJyl4UY5fccFy/vxtcvXiABYdjy1RK0fbIZLf84RPlVfYI+x90vW0Hw9+cofT6C2uBFS07G4REMsEpSxqXtGHjwIOuxqlsRyUW6FL5oX206Vg+opFzLzQVWk/d+jgY3o1j90AKskqZIpEh/chunb1/G0VeP8F96PAjRgvpZQohgYVMsHDUpF5S3CLDKyILsXTyZFKmXtmLg4WO4R/9rZXzbfz761tBwPc3JQPS/V3H87g1cjHmGO1mJFJBWH3ceKpT8DDsGf4AQY216g+uDdTOQywry/J95pWbduhyudHqxLqMUAJrYg4BHoFVOYKpjSoBVkmjQaYHI4vLhnbh/xCgEKNBL9e2Fg6gdQev5fLgKeNyFvIMMmX00Uw5y6UPsRHeh/S9J4VvHov0LAjcZn1wFFTGgbn9M6VoerlqfhEjwZNc89LwfrgICitCi5lxs7V2WLtOELkHAS8b59XMxICLeWBxYpZGBGNByBr7tWEwt6FPW3dOY8OsWHFXtjqgD9o0fhAYmelrIHxzFmJ2/4bhcqgIQ65aTOwFX+83DiFpahBL9DL9unY8ZabpDLfoGjcCpcR+gqLYDwJvbWLFzE1YkJud5HqZoUcUKX2Jvr5rw1+O9ILt7AAN+24NzWrrBd+2MQxP7oaY+ijDZO2z9ZjK+0uZCoUeFwoL7YcuAzqgUbEDPJBl4emANBt38D1FGqCQPJdCvzjD80LMq3LU5Mcuyce+X+eh8P5xGNTYmiYT1sbTHOAysp+8kZkxJts9DvXSI5yFnCymFn4eH3/bDYrc1ismFkYxxOqTrMgVXSXNtq0D2DqxS3yjqtarq1WtbGdmbEsnlHEGCrjFRBVUVeXj0kMo4JThKUqcCKIofxq3F2PLmtF43sKoojfrXUdGYBqyWDh6I5fVD4Sl5h+vPDmHey1jWRnJB1aKfYnXPj9GwrI4XTppdyWbc98VxMXjy7D7OPb6FY5EPcDkng3Jz8hGC/324GD93ocgqXv8yBdX/fUWBMp6gGX4Z/Tm6VTDwTlr8HkdWTkAvGtWdjyolhuHXfh1RoTgPhF2JrMfESmSCyBBwjgHosmMjcPfxfzj/4Ay2vY3CO7btQl4FjOr8Nb5pbUlklS2c+CdIJMiOjcbj5w9w6fldXHp9H+ey01mPRk8M6roFS1uxKKcJHquTuy7EhNLpiLm2AT1u3MU7eGNY19Vof3sC+r5OpiBoz6ZfY/UnZZC9fxLKXoqkcg4p+TmOjGieC6xe3IaBhxRUAERuLgjkCSCRKyi3+AjxbYRu5SqjSoXGaFHTS317izmBwas2UJ5cU6gAIn4ei7aPFKNQHT+OnoeuZbTMDYqWM4i5PDMBL27fwMWIpzj2/DxusggKH/7o3nQOvu1UmnlxppcKYB9mHvgNx+i33hjZaSmmt9BntMvBF6fh0YGVGHPrNl4TKgDf3tgyuBdqaAZFI0Uq2ytGZsxrvIh4gTvht3Hq1R1corQaJAnRpvlP2NTFMGWCOauFpb8hUdzF+XTUs3Sb7KU88vRfQo1A7XCeiEY3dZw9y9pyVQCrpB4BTwgRX2DRPZ133EhgNcgRgVVWkURCEq3bwjw21h55rvyCkQClhVM8BGa8f1wIH23BtMaoWl/uGI92TxX34EZ9wmYKw4R2n2Ni60At/ZPg2R8L0ee/JyrPb9zQts4crP80jOYnS7gLLwVXNs9Dv/BYgzQA2lsWgokff49pTXJdLLP+O4URv21VBw5FHbD3s0FoqM2I0NXlhKfYvHkNFr9/r8PDVNuHPIQF9cS2Uf9DOcbuzk3Rz/Dzxm8wW7u7KpOP1xJ/TR+N+tqcJe/9ga6/Kp4raW90aNkvcbhPTQRo1q3ILsvCs79+wphr1/FYaxFFMX/EMgzXd3CSvcOO+ZMxS18/dMi0WOAA/DmyI8qoRtXVyJtxei0+PH6ZPtU3NvF4NbCk92QMq5sXCJXf3oMRew5gP3EDMSG5e3yMU1N6o7IuWZpQli2zKgAyCgDZ88JjI6FwoKpuQRNbWkz2q1y3Ogr80ACVVHdsp0COAKxSiaiBq7aTj42mi9HVMJ6qmtHcjf7cqTNqA1UVs4mCqw4ErGYcXYRqx28gno5YEYzvayB4VUIyop+9A0JKoFhR1eA86sCqR5GPcXTSQNRReUVE37+xsnm4ehAahbNXoa798GLhpwhWuIs/+A1NNv+J+7RNLujfbSc2tGR5nrLf4cS2pZj6/Dl97eICf9Qt3hPbx3VACU3cUUz41tORkpCAdK9QhBbXAoimpiPu0VFM+f1XHGBNiOKl5uDB5LogUG3G6XVo+89J6gXIQ3nM6jodM9oYeBqV+ADfLfoKi9jL6WrlZ+PM2Ho0eJU4JRsZialIzxKDH1Ic/pr2BxFSShJe3d6LCQcP4ho7k8pU+AHXR1fI37zKlEKamo7khPeQ+JdGsFLgKsUmpyP+4UFM3bcbh9l9o2Kl73FhZGVmtzARWJ1a0x24uwYN/zmHNxCgQlAnlHl/EMdlcoj4DbBy8GR8Ws0daXsnocIVY4DVshjXdiom1nBDckomjYUgELrAw9sbbl4C7UG3Um9j1sJvla+4KlX6Dv8MYfujS6KSRJxcMwlj35JgUGTwW2PvzAkgmC1xN5YlpiAxIQcuPr7wKqqFgyxHjvT7J7D2yC/YkpZOzz9FfAZg75juKEewSp3AKiB7fhnLfluJjZnMs7Fa1RdhT/8KundrwpmZ/BibVs/F4gxSEwleNRmrejaAP/E4zZBClpWF1Pi3kAWEwS9Ay75GYhKEH8ZnP2/HCVYmYWXn4fio6nb/ioN4qYoJLQQxdBxo7c3fZDbya5ZXldAkaE1UZDx64W5Le9DI1hdINlVglXgkiEgcFx7fYuCqkwOr7JjxeHAR8ukzMC7RnVMhGE4cahKQg1yIaS5PBFgtqOeVxgyQNmDVjReIKl6hqOCShcjUd3iZnYC3Wgrj8Wpjzahp6EACUqol44BVPlJwfcs89NcAVt14JdDQLxihbiJIpBmIS09AZPp7vJAzT65UU7GQ4fhrWBsUYy9OLQKsyuVIObkWHU9eyQPwefNDUN03EN4QIyY5EnelWRpj7omBnVdjYUuNKAfGAKsIxcIRizFYC7CZdex71DhzXwcNACMRg8BqZjR+XzMfX7xP0+EhLESPTluwqqUe7w6twKoAxd3DUL2IL1wkCXiTHo8IcQobiVd9vEKDR+LIxNbw11ZF9F2s2vYjFpOgA2pJgHJuZVHNyxVpWe/xIjUWipABimzBgUNw4rMOKKl2eJLi3qZJaP/sPRsJluTmw19QFHUCK6G+rxuQ/Q43Y1/gdlYSfeqWm4piXLsZmP9hCOWedLhEuZ4Ltx2ZP15VhxtxkxpMAGdKAaDlKwL8iCjfqu1sHvsHVnMFRUxBBngujEkOmZzzYNE18pSvWI9aMJyHzGW7Q3iu3v0FjbfvxwPaJyHaNVqGPz8Nhda4HdnxOL51KcY/ew6418e4Fn0w/qMyFIAkUona+z3aXLpFn9iLXNpi/4SxaKVCK8AETSFcNjk4t3gQusQyyKPIexReffMRvBVzTg1Y9cGsEdsws5qK0HPe49CqqRgWnczaS77o1+IrrPlfGERK7FSOpLNHsPXODVyIj0d20f9hda+2KKftRY08GX8vHIX+8Yxd4hcwEje+7IgQgpe9vI7vty3HwlTGNi1fYhwOj2uLYnromMRXdqLzH/txhekdOrZcj98/9qfrcezh7fj6yhlcz/FAufrz8UfPEO3alPkMi76Zjh/ZN+UewTMRPr1hPkAuGeJOHcGv92/gyvt3cCs7FD9+0kD7Jb34Hfb/OAGj45jxCQkeizNftEcgka2JwOqXjb3Ajz6Arut2KEFiRYf5om64+PUQlHMD4n6fhFo3orR6rGZe2oYByuBVjbF5wjS0Km7C2pwTjV1LJ2NuKiNMf+/uWNevP+qV1r3Iyx8cxpzft+EPMTPbi/iMwrnpHeDDB6QPT2Pxof04nJCOIJ+WWDR+CCppezIvzsCT379GzwfhlMJC6NIeO8aMZhxA9ACrkCTi+Krx+CyO8W4QuPfBmZk9UUxfDIk729Hl938ovQKJUtup2XKs7hoMyCWIPXcK/zy6hetxr+FdeQy+6VIDXtr0V56MvxYOx5RUxmqoVGY69oxpBCv4SZswePqzUl5VmQwySgFQaDdt7UJSgqrkZ/2Pzzm+1VwRqgGrFG7mU69VSwWzKhzAKmsAuYiIu6/F5jtXkJNJgHqqalmbiMq4Chl+LXtUn7zAqitaVPsCi9pWQYinBJlvXuHG3XPYceciLksleZ6hVy0/E7v7VYeHGi+nYWCVLuXyFFzbOg+D1IBVIdo1X4HNbfzAJ2US7pf4eIQ/vYffz/2Gn9LVXSX5/GqY1+dLDGGf31sEWI17iHUbfsD3GgCfl3tLLPmoG9pUDYIbT4r3j65iy7GdWJuWqc7DFdAXvw/tgvJq0WeN8FiFB3q2WYoV7TVdOnNwe9M0dHnB+I3oSgaB1fgbmLx0Bf7QWYIATWrMxa5e5SHSZaRpBVZrYOP4qegcJASyMpAQ8RSXbh3Fj4/v4zlI5FbVFIDxHy/GzMZ5vUvj/5yFD29GsN4xzDdk06pWZix+al8TRf1cAGkCbp3Zhx9uXcINtfkWirl9FuHzurleJ7LH5zB950/YSt7XKRK/FhZ2GY0xzVXcgt88ws9/bMbiN28Qo8jHK4FeVXtiQc9GCDIcx8DuVjPSYxqMqJA+tuBAVd0qSYOjyBnKGl2bEjGkCbjK7FnW37kcCVglEmHA1cJ0yazoK8OrahQHmN2titZvkC5vVdWaFXyrDgGspjzH2rVLsSAuDsQ3L9CjJVYOmYRuWi5/Zf/9jcE/78ABqhw8VC89EYcntoQfu3wkn9yCsSdO4IiYhJiqgG+6T8cXLRTknCoSenUTczYswsocRsuqVJqHy2NqsAAtADVg1R8zBm3G7DoaY/vkCD7fsRNbM8nFNw8Bwtr4bvBs9K/O3pLKMnF/9yqMunGN5Zwshcmd5mJ+Oy3tkSfhwHdjMPA9AyQGhkzEf1+2ZoBeuRSPt0xEowcxrJ1TBlM7zsCcD4NJQPq8Ke4+fljzPRakMCGy/Fxq4LsR89C7HHntn4HbO2aj24MI+syeJ2iNPWPGo2WYloJS7mP+d19hDQus+hT/Gk+n1DZ/pZZm4PF+EjX+EgOi86phwaezMbqRFjokcSx2LZ6ISUkM0BwaOhUXP28GaiaZCKzObOEFZD7Diu+mY6EGvZTI53O8+qolvamI2TUBjW6TEFB5qQDUgdV6WDZ4BrpVNuU2XIyX+1Zi4o0r9CWXAP5oWGU8fupTC+4a/hHMgErxaNNnGBYeR21VHkphSIvpmNWJeRInv7IMDf6+zL7WE6FL+x1Y/oGWwAWpcbj2x3cY8TwKYhRBzWL/w3cDe6ACMU31AasAUv+egcZXnrF0DMUwvP1cfNk6WDtGkfwO536ZhZGvE9l1OwjTBm3AmKoAxOl4fmg9xl+9gmfUZqyHhX2moWdNLQeAzFfY/MMX+J6N7lYhbBb+Gl0P9hrDitiABFSVcgT7edchGqxKCoZW1bjdnANXGTFqAquMPUjAVSH9//ymQgOsUsHx+RAJmdvmwpvoY53C230dPWdAVe2yoZyHPAKu2md8vbzAaghGfTQf01toXLEmv8Uf66diVqo6TOYprITJfeZicBVV4RgHrEKegstb5mHIS1UqAH/MGb0ao8tqEXbMZXyxYQv+zCJxXxWJhyaNVuGPTxiD2BLAqvzSKtT8+xqSVJrg7doIi4ZNzMuhFHUUPdbtwg2ZRHnYdOWXw9AuszG7mYrJYZTHqitaVJ6A9b3qwE8VzIt5iu07l2J2AvvsSIceGgJWpVe3oNWB03ipcwbzUC6kLzb274zKurhQtQGrol54sOB/0GRbyry1HyP/+BNn1OoToVpIT2wb2xkl3FR+SInC1pWz8FW6qn6J0KTKF9jcuzo8XVXWnYwk/L1qIiYkq4YAEKBZ9a+wp28luFGbUIY3Bzdh3IWzOK9iN9SoOQ8n+1eESHMZS3qNzaumY3oaOYZ5oV5wK0z8oAu61NPDW2DHKyF7tqVrT2F8bMFRAGhXTsqnRQM56N/KyfQgukOCMNpiz3c0YJVIV8An4ZtIKgw2keLimAF5jDuK2fECaYWmGQOq5lotPAgc4imEHJlnV6He3+eVnOdubu3xR9/++KCaJ0M4LJYj88E5rPhnJ5YkJtHLdxH8MKjdD1jRUQWoDL+BhdvJi5QcyMCDn6ABFg2chH413HKnUPJr/L1zDeaEP6N2Cg9lMLbNTCzuqnJLbQywKpcj/tAytDl1BS+ptvJRLXQYfh/VCaVZDnrpo+MYu3kDdrEmh3eRD7G6x2B8UkfF9k2Nx7W/f8LYm/9S4Il4+1WqsQQ3h6m42kacxIh1m/B7DgM0uiIAXeuOx7JuteCvMB8Id+qL+9i2exEmv1eEH+WjfuU52De4NrVZyBEi4/IujD6wB8fpBBMipEhH/DR8EJqWYp/4kP/+9in27tmEBRHP8Yb2rAS6f7AA6zuzl8XZGXj/NBwP49LBcwtF3Zol4GFMkKHX5zB2xQrsVSppPWwcNhUfV1Ex1BJjcOXgeoz77x6iad1F0LT5euz7mBWqqcBqSy9AloKrPy/BZw/uK3WMh1D0azEbS7uFIEsiw9vdk9DsP+OA1R8Hz0BXk4BVgpY8wZa1C7EqLY31cg5Eh8r9Ma1jc5QOYm8YCRj16g5+P/gzVr+JQByVkxCBvn3xx/iPc19LxVzCzE0bcCAzg1Kr+rrUxtgOEzCsoS/JzqS0VNzevxATHj6lrwF58EGn+jOw+H8VmeC1BoBVRF3H8u3LsC6D1MCDF68sejYZjrEtKsFXxRCXv7qDXX9vweqYN6zDgisalZ+EjUMbwZPF6+XPD2L45m1K+jQevynWD5mIdhVZcJXoXOJb/Hd8HUbfuc/2GyhRYSnODw9jOyRB+sN7uPtODJ5nMVQOKwlffbSvVlh/NYsUSxlQldur8gpbLpPTYF7GgqpMCYQiiri6FAZ7R7eCagNWqT3IE1BwNb8YYaECVolSCVm+1cKJrRYm7wxjV332sKES/VXXlyQgiEhgf+BqXmC1BMZ3+hqfN9PywOP5WczZuRm7acjS3FSm9DQcHl4bLsqL9fwAq0GYPWwFxlTSIsnMBFzb/SOGPWaiuytS1Ro/4NgAxtDNN7Aql+Lhtqn46Mk7lQ2Zj8a1F+L/7J0FeFRH18d/qzFIAiRogBDcvRQoLsWKtLi7VPAWK1qsuLZ4oQUKpcUphUJfihV3LRQIBEuCxmV332fu7ia7m924k/kenr5f9t6ZuWfOzJz5zzn/s7VjwZghcKGvOLV5Hn1vPyDApE/5i0zitOlHWAFWlTIvqnKP01HiVFIqd2vmd/2ESiaJtsJO/MjA3//kkCBFjKXECqzqwri7bR6fXLhh4hGqxJ3IKENJX3VRZnefQg+jZ4dle9aAVbv2XJzcLpoDLeodLfc2TqTdtQdmXqiQkxGdljC6cvQGHXpuL1/u2MJ26QrVWMqzbsRYGlkBeSNOrKX93r+4ZPJ03mz1WNhrMB8WFif/UC7/OIkm1x+ZJR6rVGkqf3QugdrKxaLu8g4W3ivIR5UrULywOnPgJUZOyHfIFsoCVa0vEmJmSd6qgm8sHsaxUBmVTABAxvpSTokyIrAq/DYF/37KSSW+dkjqPKc18KqmTmsZq5WEgKrGLxPeLRmCEkAXzr+/LKDT6bPclTovJzvZKeToRn57e8JC/PAOfcVzXYSBj15OhSJf8GvvuuQzS6QZyY0fvqLFVW8DTZAMJ1wo4pQPTzsF2ogAfEJe4B0ZKNl3kquCXTsujO1BMdNb2/gAq6Kbbx6yfd23DHr4NKpfdasuZF/3glHK5bN5LI3O/isBlAIyyC5zppBjXjzs1Cg0gfgF+3EnIgBjFgI7u3qs6zOU1iXNZ33E2e30+WUb+yLDJHtDjT3uSjeKZ3Mhu1JHYMgbHgX780QXFkXnlC9HZ/aO6EhB6RLdUF+YP7sXD+UL3xApPFzI2kWWgyLZ8pNPpSM87DVPQl7ySBsseRALGTk5d+HQkI4UNWLPPjf4acsivn72CoXifVZ9PorG0Z8cy8TScGPNSNreemhwKpDhiAte2fKRX62GyLeSPO5FBkblTnDN9hHr+/elloeh2sQAqzItb4/+QNfdezljqMberi5LOn9K01IqxG4lgNUP4g2sjqF1KUWCAbWQM9sYsXMLhw0mqBI1ORQ5yO/ghptKhi78Fd4hL3iqDZXGUIaSgu6dWd65LaXym+iDJgyfndNpc+6G4Zwiw4HseNjnIp+DE2rC8BV0VpEBUXJ0klVh5oAJtDDilHEBq0JOt3fz2aaf+TMiXNrP7bDHTeVGQYfsOCvlRGoCeBTwnCeG/upEf7O1ZGH/nlQ2S+QbztW1Y+l5xzuqv464UtQ5H3mUKjQRb/AN9ueRRj8vJW2VV2Nh33F8ZPRcj3zOviVfMs43FJ1dLaa3G0CbSmlHEhApgEORvCwLVTWf7waBiGRVemewhBVh7bzrfKu2gFUhG0EHoJQlLZnVOwas6jMXZPGtJmwiZu6nrfOq2vpmlUKEV6avg1hMYNWDL1pOYlgtK5uiVoPvzqnUP/+fIQRF/6XZHRuxoGMvGkRlQ40/sPrP2qn0MvNYzc343gsZYuYBGy1R//3L+OTIP1JiAmMpUWY2h3vpLcckA6vP/+PH9bOZ8NLoVSBqdWNk50WMMAECTcc44vhqGu05YuYJms21J0dHfoi70Wk1BrCq4r3inzEkbDMDH/qaUCwUZ3avyfQoHW2oPVz/ObVvvYry0nVQuuAU+cYCrIyDY/XFHX786XumP3suGeTi6rx07o8YqDzO2Cd+JhykMurXWcmmljaMIivAqszuE85N+pi81kLf7p9hxoalfBdq7onaoMo0fupYyHCciOTO5qk0v6LnmjIWtUsPjo9sRh5r4VhPrrJm8wpmvXhtApza0/Wj1SyrowRtEKfXjaP5v3q/AmNROLbmz8+6UMmUpsH4ozA0NLJor4JMsHhJh1O5gW81E3xPXJ+QBaralpAeVLWk5ohdogJTFXuW3us55SDEjAisShIRy0XKiSUudU+137NAVduilraNRI6EAFczRDIrbQhXNy/iqyvXuBgZJu3TanQGwFKGCh0a5DiQk6p5P2Rev48pbc1j7elNNm5bz/QH99DHKcnQmEBgCsFBK8FESvI4VKR3ixGM+cCCi+fqaoqv2y9xtQr/0IHdfmZ+NRsD4H2EwUuWssmwMWRzaMza3kNoUcIwad/68r+tCxl24y7e0hfoE7gbiwNyItEa7LNiTOs4lRE1rYTH67QEnt3HVwqrAwAAIABJREFUuO3b2B4WSKD0BXLUaNCn4FJgh4ZIFGST56N24TbM6dGIvM5I4bimXk66W3+zbO9vrHn2mOeSb6+5fikNSeMUqPF0qcGwdl/QoZwJaf39c8zfMEfiqpdRluWfTqe9tQgwayJ74c2enxcw6cEjHouLI8TYygiT4E0BtIKA8SQ/SXllFvaYQNfyJoaf1o/fvv2CT1+EoSM3n7f8hokNcut3jjdP+Gv913R+JGBqJzo2Wsay5gbE3Hsv7Zau5YShT2qnThwe1ZECDnrwx39DH2rcCkCAgxWLjObnAdWwNwxh4J/zaPLXKcnzU6WqybJ+o2hcWIDOCacsCTy5hW+PHuXwGz9eGmRvqg8SjazkkZ2NigXb8WWrNlQqZGUDCHrM/h9XsPzhbe6jkZJoydGZ2PkyBPSrRYW7XUV61urBgCYe0dFFEf4c/H4Cw5/6S+/kzT+SA18Y6BZMxk13+xCTt25mT4jgExY6p5A0VhCmKaT/Ezon4PkcVCzQirEtW1KpiBhRC8pR/wf8vm0R33r74IOIxJAhzG59BgkBDEOEYdwV8srM7DqW9qY6F/aAdbNHMyNEPF+aCW1G0Of9XGlCnyjZORpNIhMiJ3IhzyivxZWsKh7fIfYroWXvarEFrOotZJFTR4FSHkuekjgE9+4Bq9JipKcEyEpm9a5Oq+jvFu70cURUmglJ8gBKZ8msEgSsiq+58QutNu2yyCqfn/5NJjK2vjGFacoBq0/3LKL98bNmSaXKV5zH7131/EZJBVYjzu2k77ZtHDEbueqsHzqcRibRX2Y/391N29VbOW/yR0eHpvzQqzu1jPxYMYBVJ1pVn8Ao7c90PX81mtsTNe0af8eyxkbjPYzDc/rT86URmCzO121bkfP6ISbeuWoASfUNx+qxevcAfdb+aAgxE08XYUidfvSP+JnGp65HeWSIXwoUm86Z/sarc4t5nlBgFQ3X146k6R1TflglZfN1ZImgHBAJdHUB/D73Mwa8ND2eyqlebjwbO5fG3hpgqwnk3MZZ9L5l7ilcpepSDnVykzxWL/04lVbXH1gk/MpOA6/2jKlXi2oFHZHbCVfyzLuWGSkB3gUAKItX1bYe63lVhcdqwr0UBKiqli4EUw5BzKjAqpC4XKYzJLNKOfmk3QolQin1vKpZJaYEjF7gCZ9V+rokvtUUnlvJNm66CF6c/pstFy9z3P81EZH+XA54CapClMuWjZw5y9C6wvs0qlCQbLEx6Lx6ye3Th1h5+jIPZOE8euPNPZH5FVcquubFTZadCiXq8En1qpT2MqEJMH7Is7/pNn8tRyLDcFAWYdbQ2XSw6ZGpwef3bcw7fZKzIaE4uZSnXYPeDKll4kob+Ia7Jw+x6uI17gc950rAc+nSWi3LQw1XN5yUahyU7rRq3J22VWL3wou8c43df//O776BvInQoA17xtmQYHI4elHCTo6za3HqlK1H+1qFUdvpKVmsho76Pef6+aNsuXaD+8HPuf72Gb7iOlzmRiXn3ORUu1HKoxyt6zSgdCELA+n1M07uXcfEK5e4qS3BkoQAq0LGr/25fvIP1ly/x8uwMCII5v7rh/jL81PdJQf2SjX2ysJ0aNGJBqUtb73DuPPrAsbdCMA+Zw2GNm3Be8aQ8shQfI7tY8mJczzQuNHlk6G0K2cwviL92TF3EQcc8uEY9piwMsP5tlk0Mq87tZz+R1+SLbsXdUs355P60RQT2puHmLLjb3zt3CjrWZkOH9YljzRMMpG0O8Geqzx/wpULR9l14xYPw15yN+CJBNoKcLJs9ty4KvPxQZUP+ahacbOw+xjzLDiY51dOcfDqaU6/DOB1kA9XI4KJQEkutSclnZzIk78WXWrUpFxRRz2tRlTR8OzgXn799yo3AgPJW+FzJrbwsLoDa+9fZefBA5wKCiYoMoK3gQ+4FKHAy7kAudBhb5eTUqU+onftkjgb5qU+iZ5ozGTlevOSf08dYOPNuzwJDkErC+LemycEKgpSydkZO6U92dXFade0FTVKWjCr6oK4+dtSJl24xGVZOb5uNZge77ulOrAqzJtwrUaKzMkqMSWg1WjQBz4mTUDvMrgaG7AqrToGvlVFIvlW30lgVTKkBd+qQobsXSSvy1qtoiQggNWELk/SIVWRfpJZJRhYfXWbVUunMUefBDWq1Kj0LZs6GOOBkgKs5mJc3yV8ao0K4NVD9mxazKhHz0w8G5U0qbOEda30FkNSgVW/PXOoc/yyGWCpcOrIgc/aUNIWZ5DvMfrOX8GfpgKRlWZym6H0r2kAm2MAq650rD2BMc5nmHdgWxTPl6iiVMkpHOpRHJm49Hp2g4UrZjIv1KBp8jrsHN0J+cGVdL501Qw0jA1Y1Z5YTpU9J6N4oUq4teCbNp/wQcAm6vxy0MwDOFeunvwx4EPyW5Kmis4lGFgFzT+rqb3rSBR/lqgmu111ZnUdRjsRUqfzY/Wk4UzRU5QZSlFGfPg5Q+vltskR+njnLFqfvmbmuVu6yEgODq6Ok0zH072rGHzsCMesTlInquaoSNNilWlYqiwViuVAJajEMjF+YExmlRmXcDHEicAMM6MoYnyTkI0wpkV4XGLxMcG3KsBVfUn+SZKRgVVxSBF0CZmTe0xmOKQm/5hnhsknUQDonboSXTJUMivxlTodIY/8ePEqiFCdDplcgZOrO7nFRWVC5PD0Fb4vXxMQYbSjZcgU9uTImZucBRRRoarioGouXy2vrj/iVYQWuSobhcu4xw7ghEcS8uAJz0Mi0ciUOOTKR/4CVm5Tg0J5fe85L4W3mzSmMmRqJ9xyuuGSN4EeWgEB+D5+TVBopMTzKJMpcHLJQe6CzpJdJ9bjcFugqqkmhYTx9v4zXkYYEs0IbzF7F/Lmzom9Sf5NS+XTPXvM2b3z6HTLiQVDp9OuUCLUU6Ml9P5z/ENCCZfOOqLt7ORyy0X2XHEMtABvbIlM2qyt/C4oH4UXpxZCDGHcZrR7Ri8Wa03b+E30OXYCrVjkEhDC28fPJT3TJ5WXI1c7kzsO2cfcgCMJe+zP89chUnZ60SeBITi75ydHnjhu9W3Jylq3AwJ44/ua18ERiAgDmdB1x+y4F3bFlgOd1fmq1RLy4DmvgqPHXengTE73XDhZOxMY+xIYzM0dk+nyX34mturHJ9WMjjaJ0L1EviJ4VSOzDMGY0jMk147UapKKqUbZgO8q32pcwKoQkIhEUctVieJbfWeBVYldRSGXsj4mlag2ketH1mtpLAGxQSa2iEOYOp3wrSYYWA1+xcVN4+jwwJRRFNQ5hnF19Hvo786TAqzaM2LIWkZ6Gkm2DFIOCcP78HqGnTjBBW108JiLujIjPx5O38p61/ukAas6Hv0yhbrn75qFg+Ut/CV/9KhELjO+MJPRf3mFqXO/ZY2ZBaeiXb1ZLDFkCsUKsNql7iQmFXrGkZPbmHjvfhRAWChPb7b2akKhnBB6egdf7PqV3411q/vxaFpDwg7MpsL/4gmshodyddPXtLz91BCy6EDjCqP4vkNpHMOuMGr6t2wx+RwHu9os6DCA1kZvAlNFTwSwyr/HGLpuRXRSBKm+IszsPo1egstV94K1k4YyyRRYlb/HmkGf08TSG8OkL092zeajU1fNgNWi+fqwrVtTPHOD7sEZJq9ZxDJDdmFb81Uu8sAq8lO/WBMG16tHlWJWU8Emdrqnm/cEqKYHgDJXyfJUjX08hVdURDIcNgTfquAKTxKKZKOrGR1YFZ+lTGc0P8kxy7W6zLZaJIdU9HUkhlfV9h4klyhbUtIrPPm+PHVqiuIAFABnJkpsIfRGgKp6PD4hSHQC5B7sz8mtCxh0Iy/rJw6laupjXAnobPSjIqIiVKNDY3BaSRBQb7VFPR1AosHVRH1FxnkpBiVAUroeEc6dLV/R5r8yrOndn1qeqbt3CJ0Jl9wxJRQ8KV+S+d7V6YiQMpYmHreIKRQZqkR6ZWZkAccHWNUn+lKgViScEuAdBlb1t5lKuRylcOXImsMZeZ4koO/6RUlELSVleRLqIpJeCM/VlDmmxv+TEgysBvhzYcvXdLQAVrPlHsH5YdWSAVgFj5ztGFZEydvwSGmeKeSBnL1xlP+F60njTUuRfH3Z2LORBEKKkjRgVcOFJQNp81gwFEUXAaz+3q0S7rbC217fYfWSKUzTk5dGlarlJ/Nr9xL6RKA2gNWppTU8vbyFXqfO88DwZq5sjZnXtTdNvcB781g+uOITZRh6FR3DXwPK47/rW+r+E09g9dltNmxcxAT/twa9zcGAlvOYUsceInz5bdl0Rj9/YcKbq6ZtnTksb2mFiDQxwOqj6yxcOZN5pmRVyGhYbxU/NXeEZ+eYuHQh60yYAGSqOqwfMJj6sSVdOL+K6r/+LYXI6YuMom5tmduuHfVKqJBpgzm2fCSdH74x426NbXY4ywtQq3R3VnSuhLNFtFP8Z1X6fNLghCOFLWcmuzMJd1zpc6CSsVfiEC88OJJDRhKVjVyfGTa5S8YGVo2rT+ZKZiWxOybWxTm5FSSd1Sfmk9GZLDm6pgc4on2eMxOQmFT5SABrJgFX9TzXAuhL/jU0Ss66VxxePpY+j3LQt84IprTKk9QhSJX3xTCHabVEaISHb3I2qfdaTcqZLTl7k97qShZwVRfEjV8WMve/IGRlRrGureD4Sr0iAHkBqmaNsRWZR/Gqit+SV0L6ZFapC6CnnlZZbyl+wKr+PCq4VgXnakKWs3cbWDUYQkqlAH4SIra0Vous9pMigcSE/1trT2iMAOXTOplVgoHVt35c2DoxBrDqnGckZ4ZW1YOISfJYTcjoOPBR7Vl81zoaAEwasBrJ6UUDaP803KwTcQKrr24wb/4MFpuFskP50uPZ2assEj73+C4/rp7M+CjM1hXhsTrjPVcU3r/SctvvXItqNReDW89lYi0tu6b159MoNDkvnzebyLj6rrzeN5vqx+IHrGoubqfT1t/4J6r+CvwwbAxNBS2tLpz7u1fQ75/T3Db56ux5vuTmiEoxN4REAau3+G7VN8wwk4+MurW/Z3Or7OD9DxPWLGODCfAqU9Vjw4CB1IsNWL20lppb/5Iy+kYVRW02du9Hk7L2iCQPPLzMyq2rmOr30iRBV+w6JiM3LUp0YUHX93G3yJuREO1Mt8+KhDuZxBbK8la1rWV6XtXkAVWNrUjJrASVjfSH5LN7MgOwKg4twhQU/9L+yjRpq4+U+CULVLUqRLHmpARQo+c91PswZgGrNqzm5FtykjZBEvG2WI8jDf9SzFNV6lcQPv+c5bisEp1ruCbnMp2Ir47fKwI8F7IJ0xNAJnvRe61mYOVJdomYV5h0cFVLwPm/uGr/PrVKZ0vVsCgBqkZo9XQNWcVCAsL+0woP8JSZV6K1d41vNf7Aqj4iQSVXRSWojM++/s4Dq0JsQqlUSn0YT1bJ3BIQm38yRFRGCUlsZnZKuSHxRdrILsHAqg2P1dQHVmUUcPmQxb16UMMkqVTSgNUITi0YQIfn5ghpnMCq/2mGzV3CdoshLF9mAjt7lkEtDks+//Lj6ikxgNXZDfKgDDzFp/OXssvk/YKFRnG0h5LxM77lZ8PfHRya8FPvntQsLCdg/2yq/B0/YPXpLxOoceFBVObi7M4dOTiiDYUM+bF0V3fRbdMv/G3SvsyuI5cmt8HNcl1LDLDqc5vvVk6zAFahTu0V/NwqO7rHZ5i0YjE/JAJYfX/rXyaJv0CurMuGbr2pV0qNo0J4AMng7mkW7t3D1if/cSfe08yDIfWGMa2FR5rOz3h3N0EPCl484XmYoJfS5cNZxrT1YRH7lABVhcdqshUDl6SwedTJHLacWYBVIWsxr/R37Rl1ggle1Yza92TTdpsVJScFgGUjGY5vNeXFbdFCxo0QFJ6qIoGgPlI5a34ZB1aIRPB/h2sE/2hybljRqqOvNQl8q6mu56nfoCBNyGh6KeycSK1W+qcf4qx5Zao50oVFpGlS4GTWK4NNqOdbfTdAsIQAq/pVR0Qnq6PA1bhGIAtYNUhIEFGrhQtQppjTSWTij0trMuTv+m05JS59xFJkp9KHgKWF+iQcWPXl5E/j6fk4xGwkc+QbzanPKycLFUDcKiInG0UY3XkS/QzcqsZ3kgasarmyfBAtH5oTDsQJrD77H90WruGoRcffqziVX7oWQyEMaZ87/LgmJrA6p2ke5Dznp1mjGRtkcqsoK8O0Ws5sPHGKfw31Zs81iPND6+JkB6/2zea9eHmsBnFo3mf08jeCxTlpU3EI8zuWwcGYTDbgKuNnzmaDqU2rqMn6AUNo4mmRcTYxwKr3BaasmM9qM5tZQYtGK1nV2AHNmxvMnjeD702pApR12DAwdioA3envqb7zuCEhl15IXm5tmdmmHTWLKSVdtDdyGfv7cfX0ARafOsGpsECemLHoWtc4B3U9to8cTI3oBLRxq2YGeiKjJ7PKAlVtK1uE8FIwhCsnu0rq9JQAycm3mjmA1WhJZ0wuY31iFV0Wr6rNKZNic8qkRemIajAGMxrQkexrjUmF0eaDMaN5SraWvHVLnqoShVhaWPnJ+y3JVZuRQ1dYvWGRYr9KbgqAmD0VF0ZZd0a2RzAjBd/qk3LqEAmrsqZVzDEV80sj6BGS0xsslskvKAFS1hM/uVaepNWTUGBVtCb4VlVyZbwuLrKAVeP4SDyQclTKzLBpZgGrVpaoJPOqxjaVhYeL8FxNC+1JMLD6+j5bvp/I14HmN8sFi0zkr/6lDN+QlORVtiSlwkXULstG4Ry1GduuPXVKxCSGThqwCi9/X0Cdv8/z1qQb7gVHcaBXFdxtJa96coRei1fzl1nX7enYYCYLmuWVsujKHt9hgxWP1Tkf5kEuD+Pa5sV8dvUyd6PqUFJIqeBxZFiUp6lb0W+5PMBDesJ392xqn4yHx+qzWyxfPYuZQUbUMj8DGwxjfCMPVEbxaX1ZOWkE08w4UAvyWaORjG+S23xAEgGs6i78TNNf9nLDrKZizO4xmS6lxdWCH2unDGeaKQODvBor+n9B8yK2yb8f75xF69PXzJJXeebuworOrSidT4hdJ2UyV8tNLi7evObexX/47fIZDjx/jHdkEG/Q2oBZszGwzXfMrh1H5tak7dNp97ZIZpVB+VazQFXbaiPxqmp1KZqwQ6KyEeBqMnmIZDZgVSbTSVy0abGnJ2VBEeH/WeCPdQkmN6+qrXEy5VvNAlbNpRR1OkmmdScpcyW+7+rXY2MCpYy2IsT3KxP+nOSfKiXy0kn7VWoUI3WQLgPpT2rIJQrKyEBOnwKIj9RoU9TOSU3ZJ2tbUbyqqTOvRN/1fKtp5SKWrNKLtbLEAKuiQpVMiUIh+FZj3wOygFUT8QsDSKmQo8gM8ZWpp6MZoqXk4lWN7WNVCiQAKLVLgoHVZycYtvQ79pl1VEHj9+ez4iMj12nSgNXsjk0YVsw0jakcR3tH8uUtRsWSRXB3s70wJRVYfXt4JQ0PHuW56dx2+Jg/vviEMrlsjI7fUbrPW2kWSq9SVmbqR4PoVcOAxtoAVuc2yyPRiISc+Y3B27dzyKYCONCt6WLmNHSS2KJ8ds6hwam4gdWQUzsYvXc7O6WMkPoiR4GLzJU8KjVqbTDPIwPwI6aBkr/QCP4eXA1HU7VMBLAafmgO5Q5dxjS3l7vD+0zu/DmtiovonbfsmPkZwwNMjYAifNboM0Y1zCdlsrdWrAGrJYuMZOfAqghqVAGsCk0RXqtGkMNMcyK0RD6+y8Gje1l0/RznBdWHWUM56NdkFnOb2MpaltqzNXnby6jJrLJ4VW3rgcQ3JjggU8GeFt4tKhEClgxh75kNWJUOGtLFhRGmzAiAip5XNRVUJ3kXslSoTeJoTCkPcCv9N/KtCtqNrBJTAvq9K/3LRvQzXEsUJUtch+p3aayFtSXC/0V0RWoVo/OeAFZTr9XU+rrkaScjUAJk8arGMtYSr6pW8uZN7fIu8K0mFlgVu5XEtxpHMqssYNVCa8VGLygBBH9dxitZnqrWzDfpoJEKrvQS36pICiJPXdMrocCq5uR31N13wgx4RFaWb9qPokslYxr1pACr9vRot4bJlWT69KkSJZUMuUKO2l6ggrFvFkkFVjVXDzJ88wZ2mnJ9y2qzaein1M1vY1Zf2kLLn/dwxeRnZ6cmfN+5O/WLGzwubQCr81oYMrb6XWDCwvmst8ExLlfWZFXPT2leQqCMWh7tnEPDOIFVLf9tnkjjKw8wT8cVz9VJ1pjj0/pQxNRhM6HAqjaUUytG8snDNyaNKinv0Y0lXZriJYXZR3D1h0l0/fehmadwhTLj2NqlHI7WnFYjXvPPT9/S785DM8C2Yvlv2d1V79VrLHpwVaZPZmWt6LS8OL6d0b9vZ5cZKaU7g5pMZVaTHPEUWMZ8TJxPpYQ7GWDbygJVY9exMOGpmor2tLiwUJmxICVOiTIjsCpGSsyr9H/XLjzH5FmeqrFMrdSgALBs3si3Kv6eEUDE1Nz99Feg8nS/ZwkTVtAAZMUqR2uHNHaGJF4ik7vYr1Lb9pAS0KV2o6k5QZLYlt5rPomVpNDrYjqJ8H/hsZpVTCRggHCiQNU0kk9m51tNLLBq3McFJYCgBrBVsoBVK5KREjsI98N0uijZQBYMf85QnU7xNVUCVFPVS0FPCRCdVTjFP5EEAavBLzixaQb9Hjw3C53OlasHO3o3I38UF2VSgNWcjOu/lH5FTA0x/f8WnH5xhS4nFVjl1VN2rJvCUN9AE+G7M6LjAkZWteY6qePZ7gW0OXHBLDu9s2tXDg1tSQFjVvm4gFXtC7bOHMZIC4oFYyeKewxma4865JGcJ+MJrGr8+eXbEYx4m9iMkKVZM+JrmhuwX6kvCQVW7xxnysZVrA4zJVBX0aj6TNZ9HI1Uv/17M8MP7uOwSVftc/Tm2PAm5FZbmQc+F1i2eTULXr2NokoARzo0Xcq8BgKBFxkRNET6v+GJ9x1uBGejfIlylCpkY42L8GPnkrH0fW7Kr+vGwCbTmJ3JgVWJYcMsm3nKrzuJbSE1QcPE9jGt3hPhlOIQn9rHDRH+JcBVfUmcDZFZgVXh/SMuS1M/FiVhWqhPVpW4sUtYSxnv6bQAVaNnk+AT1SfJzSomNqERNBC8fulUNEJvhLeqHu9Ip51MA6US5yo9r6oAx9IOwBMOG4m1jNNAbKncpC7drjmSnaPVprqdk8oDkPDmhO2nE4m8pP+R8PeT6w1BjSmcoTLpmpcUYFWIWC6TS3yr4r/WShawakMRBY+CUpHxCNaTa15lhnqkdSlGaHDKf5kADiWv51Q65sQEVvPzaYspjKwtQs7NS9iJH+j8+yGumv1ZznuV57C5fT6TvyYFWM3NVz0WMrCUdVkLcFUwJtgyU60Cq+oW/D6iG+XjmYToyZZx1Lr40ASwk1Gt3DS2dfFCaek9+fYRv21YxHifZ5hCcgWLfM0/g0pH9zMuYJVIbqz7imb/PjdpN/p4VaPqfLZ3MCKc8QRWfc8yZuEiNiZ6j83HZ82/Znxd12iBWwFWUXfgytS25IoxKOFc2zCFTje9eW02nPkY330eg8qa/PH5ZeZ9P5elYaadrcyaL0bTxIqncOj/ltL84CnumVTh7liTb7p/TnMByj97yNEjB9hx/1+OvX2CHy60qjqGHzoVkUCOGF3VBXF0+SjamnnW5mBgsznMbpgt5Sd+GrZgpAQQFzrpOdgiC1S1rSQif0NEGuxXokdiLglwNSnJrDIrsGqUj5QozgCxpOFUt2haD/mIqBzpv+mnY+mmJ2LNSWvwRSbTU9lklZgSSK+UAAIwFN6q0d6YWeNnHD0Rxh0amT64MbVZ657NZSU9eq1KvKpavZdzVom5nWs0GsT8Svui51vNjBdKSQVWxdgIj1WlBK7G3BdkB67ujxcHtHt2I/di2g93avVAqRSCE65AqdViVjvJJwFdiiariqufApQXWZdTA1yNCay60qXBdKbWy4HcJAQ84sYxZvyyko2CwM+k5HSszYwen9KkkOlfUwZYNZJVCO8oW3S01j1Wm/PH6O6UdRVejFakL5A208ujSxtp9PN+/jV51E5VnXm9htO2uMX7N7bRfMMurpkcS9VyT3o0n8i0OgbPSfFKnMAqvPrrJ0YcPsifAiUxKwo+abOBJTWNi0l8gFUdAad+ZcjOnfzPpC57HMmtcsZFXP4Y/64L501EIL7aEEz9dEFFVc9+rO1VB3cHw8PWgFVFay7P6ISbUTVEN7XheO9fy+Bjx80oEkBNJY/urO7fiNxG5gip6hCOLBhCL78Ik94qqVrsc9Z0rU5OY/vi16DX7F46lC/emHrBKqhWagwbu5XFQXzYhW103LaT06a12Tdh68Be1PNQxPQge3CB6evmsyDUVPZujOm8mDFV0ru/WVwrSjx/NwCr6RFczaIAsD2G4pAhEoCkpTktdEYY0tFh7wkzfDIzsCpGTs+3mv7MwSxPVdvzSqw5pjtMPFfRFHlMeLfIhHefVqZ3gTTaLPGZZpKTQDy6FZvBaVpHfLZD4/MpbMRKUWXiAJ9Q4NnUVomHaKIeiQtll+udxYSnqgDtbJaEMq8JRTS+Y/VmOJ4fIeoRNrCIRBX/4qM/8aw6rseMlGph4SKYSKtvPz66ZKtiIQ8xHuK/Cf0WgywluyK5+VaN/UqMnOMzV+Mrs7h01SjXWOaoGbiaXLpjOm6iAdtR0WYjH4NXVdRjnBfG8U9FfY5L31P1d7FXSaCqaDU+i33K9y6z8q0mB7Aq0B2FXCF5rloW2a6L+3X2qrjX5ncRWBVSsVMppMQ0WSVjSUAYAGl96aMWnJCpwLcaE1iVUzJfVz4vnYe8jkp0Yb5cuXeWX/67ZgY06kdURsUy09jSySs6w7z095QDVkXt4oAqea4azhim2mUVWCUXtfJUpoazjsCImEclmUKFY94WjGqdW1/Vy//YtHYOY/3NYUZ7+8as/6QN1Yu6oiIS/ytHWPrHZn4INQUDwS1XT/b2/5CCptSc8QAuRRVDAAAgAElEQVRWNTeP8s3WtawOtUR/y/HdoHG0iaJHiAewqgnk/OZlDL9+NdqrU9mEP77oTnl3w2Ju3H8Nhrr/7lnUOnnNjLMUeR22jxxMDTeDlK0Bq+Smf6M+fOQgwnNkRAb4cOHOUVY98cE/xtTPyeDWsxlXM6ZHdMTJdfTce5iTJnaBHbloUrYn4xtVpoCbjEg/b/536FcW3bzENbO6VXT6aB1zahkW3BdnGTFvEdstninqXJuhDdrRoUJu7EUXNBrCn1zh+80rWfTqDaZMsDlU7/PjqGHUjqenc8Za5az3Nj3yreqDBxJ6Es0MoxH3NwhDWniqpgcPDimZVVTYe8JOOJkbWNUvaGJu6bPmpo+iv6zIMlBtjYaeGzMdlKfe/HXsNBdf+nD60Q3+0zrh7pifCnm9qOJRgaY1ypDbuD+bdlcTwdu73tx89jbeXrcyOzeKFy5IrnzRl7i+l+7g8yaIMEPdKgcX3IsVpbC1fVETyatzV7kdGn3RI9XpWZBceaN1P8L7MXcf+PIGFbkLFMaraPbog+SD+9x8+prX4aDKWZgKxXKiNr1YNflG3Z2LnH6iRSu8egtWpoZXHPNLE8KDy/fxCwglEiXZnXNRplKBOCM1tNcvcsZfnAtiUwpxc+KAe/6CFCiSzWqMu/bxIy7e80ODGhcXD0pWELf9NsrrN/jcuMCByxe58NqXBwG+vFQWon6hMlTxKEfdyqXIkyce8/elP/9e/IfDd+9yyfcB14M15HR0o5BzPqqWqEXzauXI657C69LTh5w9d5Ld//3H/TfPeRAUgmvO8tQuWIzKpWpQq4wrVjCGmIKJ1BDy3y1OXT3LMZ/73Hz9DB/cqVWgOCVzelGrcnVKeZk4NFjW8OYNj67dw1cnQ2XvhGf54mRXyxBO+9ZGNuLSJa4G6XB2L4Knl2vMiDXT+v0fceXcaf5+6MOjVz7cDAzBwcENj+y5KVvkfRpXqUTh/DZQxPBw3ty6zn9v9TQJsRWZzBGPIkXJk980+UH0G7rnz7h19ynB8YxgkcntcXEuSLFyhkS7po2HBvDk3N/svH6dq/5P8QkJx94hFwWy56ZMsXq0rV2BvLGosGlV2of3OXfxAhf9n3LtyVWuhjtSOHtuCrkU5YPyNalXqSD2Ruo0CwHoLysMwGHgc26cOMLu2ze48cYf/wjI5exJqRx5KFqoKvWqliXfO2SzC8XVanVodIJ3JL1sWvoBzIx8q8kBrEr2IHpKAIWFl5hs69l9Oie1nLgoRd9NYFVPOJ9xk1mlA4MyDbqQHkBV/aQDAa4qUhhcjQmsxl/oatUHrP10CDUNeGT0mykDrBrrly6o5fpDqky4cZgU68Bq3N9k79Cd81Oa42x4NPToalrsO8Idi1edZDkp5uSMnTYMvxB/7uvMQVUZhZnUbQYDy1sYqvEAVgl/ws8LxjP6tXmdBdx7sKVfM7yiDJh4AKuh91k082vmmmStyus5kfODbXAsCIzx8j4+27KZPWYizcnorksZUcEgCKvAatzy1T8hp5znMH4ZUA0na+eBV4/5dc0kRr0MNatQiT15Ve4Uc5DzIuQVjyPe8tKiyfxuPfjt02bkjzqARXB9/SQ63zZPiCX64CzLRn77PBQRt4KaAB4E+uGtDTWjcoDstKn2FSvbF0Mdj7NLfCWQ7p8z8K2ml4Q7elA13UstTToo5CLAn8h0JCABrtpJLs8JO6hnbmA1Wj3EviVlXU6gfJJXwfQuj3pv1axiTQJpyasa1R9dOP9tX0yXM7d4qwkwTxhqeEhGLmrkLEvXul3oXTe3uVb53mfn1qUMve/Nq3gNs4zsysp83Woggz9w10cFvbrDih/Ws/7xHW7qNIj2SigieJn3c26PqhrT2ezOn/RfsYptuuhQb0dFJSa3/pQhH+TS86GGBXBjz2oGnjzDfex4v8wQlrV/n3ySfaPFe9tyvrpwjgvhMuydytKr7kBGN5bI5S2KhhOze9LWN5RQFLjn/5p7X1aM9Us1p3+k3Z6z+IaHo0FBNrtc9OkyjZ5lYpsLweyc3I9+b8PiSAIqw1XhRm65HC+PD/m0eRve9zI3Hp5sn0bTk7fQyXJSvXBLZvRtHs3Db+y5Johrvyzg8yveBGtCCdAG8cLiq1RyVwrKnalffTDjGpfGxZp4xDt3/2bCunX8HqHlmS7QwgNbTU6ZGhd7T+pW6Ma0tqVwsI7VxUt7rD4UFsDN3zez6OIpTgaHEEwYAWYPysgjz4GLU1WGtuxBi4o2kDWhGXfPse7gHnY/9ua5Nhi/GBBkdjwUaooV/IgvPmxOZU8rIOa1XQzYtJ1/VdlQagJx9vqcH3tUJ5vaCt+q7gWbpgxjcXgkBQv2Zs4nzShqmm/A+B1v/Ll5Yh+rzxzhXLiGF7ogCz1Rk0umwk5VgBpF2zGu/XvksPzMN7dYs2wqCwPD40w06yR3J58cihTrxoQ2dShgAWy+PbSITw4f40E8R82OPHzg+THTejYmt8kFhvbWMZbuWMevARG81oVgbpXLccGRbI7l6FGzPT3qFsHeLALNpPFXTzlzcBPfXrmJr/YNT2LYK3bkkjmQ37k0LWt0pk99DwOtUHQdERodGm0kb87+wYr/7WB/QDCvicD8pKTATWaPzK4yX3zYnXZVc2Z+xzaDLCMija7b8Rz0VHwss4GryQWsiiEw8q1KpAmGS3fZlrP7dOIAJsBVPb+W9fKuAqtCGsLdV6nM4ltNxXmcpKbEzU968Y0Sc0ulSNlkVokFVmWysnzdZii9qlvjn0xZYNU4wOKQapnMKrHAKqp2nJ/WntzGdSzwCfs2LGL0w8cW4fGxqVd2mpX/lEXtK5Dd0siID7CKlltrvqDRXVNGUida15jIko8KmngFxwNYfXSY7svXmdAAuNK50SzmNzFCx1a+w+8+G3+YwZiXISY/2tO2/gKWNzNY7okGVmWULPQpW/vWIoctA0yAu2c28vGO/VxKwCyWySoxr/tw2pexOBU8v8n3a2YzO9Aa/0PsDdjZteTQl90pG4u4EtDFDPNoVLShwSM8rTueHjwx01oG1tqXouCkjNNpSwFg2Tcpsk9KZpUw0O5dAVaFX5S4LE3ru5osCgDbszo98KqK3vntns3HRy+a0QxZ67UcOXkdqjC83SiGVDPJ9PjgKvNXTWGKCSIiSHBiBh/qa5Vhh7tDFUY27UG/uu56ENTnNOOXzWVpuPntlkzdlguTelDMFCDSReCzbxlt/zrObbOOOtKl8QyWNy2kt2He+nJy40Sa3fWXbO1srn04MqAVJQVNvy6Es2vG0+rmw6iLTjuHNhz5siflYnjGBbN9Ug96GQKLVC5DeT65PiqbS08YF1aOpPGtpyaAjJKG1eexq6sZl5W5mHX+fD9mIF+ZoDhKgxz1kds6Ion2NNRfK6nxyt+bzb2a45nLWJ2O+5vG0ODiHenbnJzasWtoTypE/S4qC+Xy+gkMuH7PAIzJcEBOBBqrLFZ2uPKeVye++bgZZfJaaMeTU4z/bjk/hQZK3saiX6ajqESNgnDpN5WsMJ2rDGFWp5LJd5Ec+oLjm1cy/eYFrug0EpDtjMYsKsi0xzJ5dZb0+YqWxWIOYMTlP5j7x062vvaPssdt3bfKUJHfpSlTW3ehYRlz71Xdhc103Lad84aG5TJPutQbw7Sm7gavVZO2Ix8wf9IoVgi2CVULtvTpTZUiFmCt3222/PoTPz68wwMio8bIsm9G2Stxp2Hx7kzt9AFupkFbLy8zf/E0Vpg4Qoh5LSxao46JeDDzeDs5ZYuOY0vfKtibbCgv9k6nxYmLUc4HYrcRJrd1T1gVrkoPPvBqzbhuH+BqXD5eXmPp0jmsDg3C9DRgHC/RMwciCELoZxG6fvApY1oWMaECMjzpf5c9v65g5oMH+NoIUbdHQSRCP+Rkk+WmfKlBrOlRATvDNwle1QiNlshbh/hmywb2RIoLDgWOaMyj66J0XEZ2eVkGfvgZfWqbTq70aMkloU8G20+j0cbhSZ+ENpLlVUERlXmSWSUnsCrEK/hWheeqGbAqfhBGtKNaEKxbX+reXWBVv0grFXIUWcmskmWKplQl6cVT1fL7BHhop0i5/Hr/rR3Mh/fM75DjkrGrfTWG1BY3i/lscJ1GcmvzZNpff2Byy6mkVvlJbOhcNNqrQveGYyu/pu+jlyZbbg5GdF/GZ6Xj6oXeUJTAVROjIvTKXwzftJZ9cb9u/oT6Y85P/SQaWBW/PjnHtO9W8FOE5W2ttcodKJujEbN6dqGqaR4v46NP7rDph2/4KsBoGjnSptZ0vmttfgUetH82Nf6+auJh4srwzsv4spKpsanl8c451D911czLskyJMWztUIGc2SH02Fpa7vuLW4b2nR0bsqRLH5oUj+1Ir+X6yk9pet9UH9TUKjWMVe0rkUNg6Fpf1kwZwWQTAzB2UctwwoXKJXqy6JMauMcFVOo0vDq8hk6Hj1oczqy3ohCGcZXeTP64uNUDQdDR9Qw/9Dd/RoTHm3nITlmF6W0+pV+NmHQFCVWrDPt8OuBbzQJVbWuPRAGgjTtsMC30T6xUgsZGKS1Z8QNY3yVg1bhv6SUTP/kk5ziKZFXCZzarxJSAxKuaHm7WX95nxZJxjAsUcIgMN7uqDG/YnPdUwtNSiSIyCL8nx5hx6QK3pdFUU9xrJEc+r44R69Tdv8Ks76cyy3CvqMrWnPm1P6C6cyhvwqxcNsqUqJ3yUqZYXpyMIKb3P4xbOo9lFqiMQlmLdT0/5+NyJrekYb7sXj6BHj4vLUAcBR81nssPjQtjJ4Cb1884seErmnkHSQOgcOrFqcEfUaqADLRBnFrzJU1uPTcZHGdalBvGup6VcDJDhYP4fXofOr3U21TZc4/i/tha2Andtqbe/51gyg9LmR9kbrzky9mBzf26UM1KkkypYt0LNkwcwOf67iJT1GZLt1bkfRtAiOBS1UQQFPCMqz63OPb4FmfCAgyAjz0Nqi9gayejQajj4a/f0OrURZ6Jeuzasn9YL6pERXxp8Tu4mj4H/+CMXjK4qYrzUela1PUoRG5lpD4b+qsrrD9/gmOhrwzgWTbKlhzLoQFloy9sIsN5umsG9f+5ItmSDrLcfFiuFyNLZeNNaCQKZTi+z+6x78JudoWFEYEcJ1l1vvtiLM1iwZjjvWboIvE9sIKuh/7iqoEENY/T+wwsV4VSeVxRa7VotBruXP6Z+Y+NHtUKSuTpxHd9P8bL1E70Ps/3Py9h8Ru9J6gAk0vnqECzMrWpnkMmgW66MG/+vHiUP1495qkERirJn/0jlvfrSsU80cqgu7yDQVs2ccjkQ7I5tWXjgO6Uz2MEMQ3PR3iz4ptRzBd5JeSN2dpvAFW8TBQw7C1Xfv2WAdduSeOgxI589l58ULQe7bzc0Gh0yJWh3Ln+P/Y8/JdrEYGSXthTmF6NxzKyfm7kRpz25XVWfz+NOVFOABWZ3bUzpd6+JVjSsUjCg3258/Q6h+9f4IwxD4OsNKNafsXg2tECe3lgEV2OHDNQgHnRq0ZvuhfS4h8UZsUGliNXueBRoBB5ChocE7RheO9dwoB/TnFf4Dvk5oMiLRhcqTDysEh0Snj55BoHruxjR7h+HbFX1mTlF6P5wOw4E8mtDaPod9NH0ncB7xZ0KEvrik2pmVOGXK5EFfmae0+vsv/mWU6HBxnmjQd9649hfLP8er5ijQZdxCtOrf+agd56P2VHVTUGV6xBhbwuyCN1KFRyvK/vYsO969J6KIqrU0tWDelFmXhSFcRbt9PLg1G8quk/pEt4ZOppkDK+3ZHcwKrEtyrAVYV+bZE8Vo06Zq+UIf5Zc1R4d4FVg3Rkgi5BJoGraVvSg8WYthKwYkrrbSfBN5YO1yfpkKoQlxd6QCy5Nchn/RAa3HkbB+hkj5tMIYV9ZXf7kG9atqJ68VjcDonk9qZJfHLD2wRYVVCz/BR+7OxlAqy+5djK8fR/9MrkJjYXY/osYUCx+OmJ/hBvSGYlwmJvnmD+b+tYHhgabyBNtKS068SFqa3JYSlgnwvMXbOUdSERBNqoUU1OKuepx8gWbfmgpA1/EN/77PltBV95+/BW+jQHWteawfcWwKru6j7G7NjJluBgg0yKsH7cdJpYhHq9+GMxHx45IxmR+uJG+6qD+KZVGZxlb7m2bwNfnj0VlTiqSMHP2devJi6x0E+JWsL3jKHYCR+T8XCkeoFWTPmkDZWkg8crfpr8BWPDYp8sDjjgJLMjf7aitKz+MX0beSbAEyKCuztW89WZU1xFYzM0ylVVgtaVOzO2RUmcbKqjjjfHtjD6r2OcCn1jkL113VKhxM2xKp826s1ndTKrNRa/eWVcbPShy6lfspJV2Za5lMRB8Gqlw/3K2GuhM4LKJr5Xgu8OsKqXkJ5vNfXnlVZAL+lYb1JfIuYtpgsKABEtf/53xm7fyHoJAHVlVPtFfP2+HjI1hg3KIl6wf9lC5jz1xlujI7tba9YM7sR7Bn5BS2C1bPlZHO1VIgH7MGADWAV3etYez7JPCkXvDy8vMHrmDFbGcI1LKrAqwJ0yLOg3jd5lTSeNFWB1TE3UNpJZ+W0bT7OTt/nXYgLIcKd78wV819TGRaoFsGqX/1v8v4zOYhpNySID76OMXL6QjUYZ2A/k4fTm6M2uOIDVl1eZPW8Gy8PDJC9SO3U9VnTqR8sKJvyzRnV9dpMff1rC3OfPDBQRZZnVeTz9qhlg9dc+HPhlGV/9+y++qKlbYSI/dCmLo0VQT9jxNfQ7cJrLIUFE4MWoTpMZUD0Z+ACenmD40kVsNgBv7k71mfzJYFqUtrCPg/04vnkmg/97RARq3FQeDO4yhx5RjhU67q4fQafbPgZng9x8VH4QM9pXJJuJc7YklohALv08nRE37+It/UFNjZJjWN+rInYGtbEGrArtqug5mq2DqqJGUAKIiydxcxk7sKq7sJ6u2/ZwztBWmTztmPxxB6oUsu5xO3PfNn4NCEAtc+c9zyaM6tCWYsY8DBbAqiz7l/w7/n2ry2HomV8ZvetnDkg6Zk/VYmPZ1K98FC2HGbCqbMneMX0paS2w0NZiG/SY/Ru/Y/6D2/igo1SpmWzrUhKVWm8LGmnC3+75mponbhrOeAUY2WEBn1WNHt+Qfzbz+e7fOCLtN46UcG/P0t5tKBbDiVRH6PXjLNy2jLWhwvdbjouyIauGD6F8DgOv6ptrLFwwjbUGv5SyFZey9ZM8FsnPdLzeO4Ump25KXrYqeUVm9plA86jcFGm9uyRv+1qNuJzQ+zNnhKIHV9M6VifpkkpuYNW4pyvlKpRyuTmwKiacg0qOnSImZ/c7D6xKXAoylEo58gSGyCVdDbJqiF0C+kRVxoN8Gpx1Yu2eng1NUAKkTDIr7bmfmHTKj2CJo8VKUWTDI6cHpQt4UbFYMfIXMOyusfZay4uTe1l88R7BEZGIw5xaZUelKp3pXNN0Vw3h4aEdrL71nOBIDTqZAjtlPvr17kyxeDoLSnyrUjIrA9+qz23+PHaEfU8DEQBEvIpchVPedszqYuOqPiSI+8f3suTEYXaHhCDC6QRgoJY5UMClAm2rtaTPB4Wwjw20DHrB5b//YsvthwTqZKhVrtSt3Z42VSxcOF/5cPLIX2x94IdWnoPynnXo27p4jEO47sb/2HDqOudeizg/caGVh7rVGtCudgEUEa84eeAQf/73iBc6HQqlHe/XH0SnCvEwmP1v8euBE5x4/ooIqV41HvnK0KZJI0pKQ6fj4c/LWfI8lFAbKqN28qCKR1HKehSlVPGcqGwknohrbLS3z7Ju/y9s9PXlqU4EKuoIFxypyjzUKtqYPnXqUrGopXVto9ZXvlw6doB1l85wKuQ1b5AbDFERXqUiv0NxPq7alk8bl8HVNs1XXF3OfL9LXMap+1lZoKpteYsVLVKrk7hV03sRNo86nhzh7xqwKlECSF7hqTe59HzFGf9gkxJ6L2QjzqjpZVoFn93PpN2bWBciIi1cGdVhMV/XiN5IxSFV6E7klfPsunSeR/bFqFqkJBUqe+Bq2OZjAqvfcKBjGVziaVtJcrYJrIJTjiHc+box2Y0qfPVHqvywm3soKOJSl4IBR/ifVhgJSQdWRR3lC/Ri6+CWFIzqfyzAqqXXaqAPq2YP48sgHTJ5acZW8uDOv//jF4OHoKv751wf0RBna7aKBbCat/BU/h1ePiq0XoDxEZItJAQRzt+zu9LBX48A2Tm1ZffnvajsbrCdbHqsavA9uIqeBw9yUcBlitJ80eEbRleLJWX6g9NMWfUt30k0DQ6Udh/MgTF19SCuFWB1fdeyOFje+7+6z19HTvPPSyWlC5akSrHSeJp6ZSZysoXsn0rZw5cMYfsqWjZcx9ImNgzB4BtMW/AjdxU5KF+0Bq2q16R0EcNN+cNjjF25mF8Mtmbe/CM59FktHG0tYyFvOLzicwb4GgLYZbVY/8VI6hqchq0Dq+Ij8/NVl3kMriCsTMN5MDIWYDUyjDMrBtDtscGNWVmX1QOGUt8KqCqJMDKUx0e2Mv2fu2RzL041z3I0r18FZ+OZwQJYdcw1nLOj62DVuo14y59LBvGpv97z2s6lP8e/ao6rQSZmwKq8IesHf0btggkYyDf32PrjClY/uc8TdFSsuJDNHQoiM6hiFLga+pTf957kaaicXG6eVKtQAY+o5FwhHJ0/nJF+/hIgLhfy6fsF9S04h017pT0+j4/2neaWTpwYPRjYfDKf13LRTyvfE3y5ZDH7DS9Ur7mWH1paSbYV7M3m7adRZHclp5M7FatUJndmS2RloACIjIyZiDkBo5wmj2YGvtWUAFb1u4cMtUJtDqyKH4TQHFTiR/MxywJW9fKQy+WolPKoG5800eysRmNIQPCqpvci9hY7paDbSIGeCqeIcCsomTFFuJjPtoi5YuuOWPfD9KFs0pWxLRsxqn25uIC1uIWM3/cKh16V0dgSwymMTSmmLx5FuLzGB58T3xMYxKsnAUTaOeCayxk7p1i+y1rTol/ie2OTh3jPGK0WW79Ef4TrmvhMgX5Z4qaiDiEDdQL7KOoTHqli6KRsNFZcpaXvsCJfmQxBvC3ChbTJoauiD2FatG9f8sgvEpdcOXDJYYfMWp/iMdQSuVqEhnC/JzwMVJHTJTs5XB3J5iBHpk7blDLx6X5qPyPy2wgVSJF1x8bHZIDlOLWHwdCeDnH/JaZdPFe2NOpndLMi/Essr3HNrHcRWNXbzHpHhLjkk/SBlGUlq4pFiOnFUzWqi/53Wbr0ayYFGe2ywnxevxd9ShXGyyu7ZCNJ4KpWhkxSopgfFxNYncmRniWxjwWri1GLBbDqqH6Phppz7NVoUcvqsG/icN43BHe83T+P9/88xRPsqVf6C2o+Xsast8FokwVYFZ+spHHNxfzWwUgmGhNYfTC2lmTK6WPzouUSeOQn+u7ZwR9aUDu150Svyjw4s5Ovzp2VQqaViqrM6zSaftWthL5YAKsuhefiM7yoJCojqCr2LIkjL+QBS74ZwXSD/Saz78SFyZ0pINlmsXishvpxcP0iJt29iTc6CuX/jB19G5M/jsAZnx8/o9qVJ3rqBXlDDkz4gsoiukmnJfDgPGr9+Y8hDFtJWY8+LGpSgxKeubAzgtPSjYLB5k4Oe030IzKYq5um0O7qHX2EkKw2G4aOoI4lB6ypsr3WgINCb2tGFR1vTv7MiL3bDV6PXgxrOZFhH1gB1Eze0p76noa7DvNQ+ltBvuwwhyFV9MaxbWBVRfGcrZnfuwvl3PX6o414aJsKwPsCyzfOZXGguPhwpEH5cSzvUiYWfl9DB4UrsjhLWc5BC2BVmWMsN7+qbn3F8r3Jsu8nsjhU9NKOykXHsrl/hagjmrnHagt2je5HGVvJzay1oAnh7p7lDDv9j5S8VyXzoLFXIzpVq0m14u6oncw9V60mJQm6xfyZE/jOgP0VLTmXg328Yt/Gnlxh7U8LmPUqABnOvF+kB7O71SOnOBOGPuKXZVOZ/vqtpK72ygr0qVCf+mXKU7qIC3JTvcnsgbkGztl0GWIbD0NFIdM7JmXUklLAqrSEyyw8Vo1CEnyrAlw1TWaVBawapCMTWd7lKLP4VtPFnBJT25isKl10KI5OiIsLtUiElgKUABnh++Pqowhbji2JXlzvJ+R3mUCcdLqsSxILoRmdhNNvjkrroyxsXcFlnOXPZV0+4uIiNYItskBV26uQSOIggFUbjuIJWb5S9VmVAVzVN2rdoH43gVUhC5HMSoBGKXvQEOGtUnaWrBJDAuklWZVlx/x2TKPuiWsSMKYvLpR2cKeoS35K5vakQgFPynp4UtTTGYW9AdgzqcQSWBUgU7uidWmUC8KsXDprI4N4kaMlE1qbRBWZAasqGlSawpdB39HuzhM0FOPb3tMYWEENoS84umkh/a/fIYg89Gw8jvdvTaGvj7+UaCaxHKsyCjOoiJxf79/HH8jp1IRV/QfzYWHxoaH8OaMnH7+I5lg1AqviVwlfEWCn9i2HF42kncTlL6NU2fmc7eeJ5uEpxi6dwwrpdRmVS0/jfwPLxrz/twBWFfYfc2Z4W/KGhOs5VgWEK1eijvTh0P9+YdaNy9yVxkFJzUpz2dXd0zAqsQCrgQ/YsHgcX77SRyC9V/5b9vQqHueqEPLnXKoeOCnJBlk1fvhsAi2NzfmdZtSCRWyJCDUk65JRWO1JKde8eGTPT3nP0lQqWBDPgu44uiTf2qDzvcfeX5cy6t4DRBpWh5wDOTikKQUSEo4uvkcbxOWNE+hw00fyRXBz7cC6bh0p5xFHX71PMGnlQjZKt49udKw5lqnNPCV+X0tgVS1Fn2mlcHYlLjSvNo45bYphJxwDIn1YOW0Ec61wrIac/JFue3ZxVXKYqsI3HYbRsVJCP9BkslpyrCoasnVYL0qGhksXqTIBuIgEQJGPOfLXNpbfuSKBnshKMqL5WD6tY4tjNRuVcjegTQEbYLQmhNeUoXubKuaRWvcOMWrNKvZJSWcMnOgAACAASURBVMf0xVVZkIo5PSmVy4Oi7h6UKVGB0oUc9Q4dlkPy+AQTli9gi2SsqGld/3sWNouLXiuEyxu+ptvNB1Iov1P29mwc1JHi0msa/P78jn5/G7lj9X1yV3tRIVdBvFzyUNyjDBU8C5EvTzYUiYySS9fbo+FwJZJVxTsaM51+kEqiBEi+NSc1PzMlgVVpSptyrJp+mODWclRF861mAasm0pEOGXKUqRRfKZIy6aPNMqYSp9yE0YlL3Qzj+WMcQUElYSeA+ZQTTIas2XhJKS525PKU9+dKhSYy5DhIJlAG8qgzClmskwJYlfjZMqzkU7Djwms1hflWsygAbI+fOJ9EaNJnsqrYtE7KZypDogTQA/NZwKq5vPT2mbg0Tal1JytZVSzzyrBXpbzFkIi1+c0TDv26ilE3bxi87ywzu8vwyF6Zlh5l6dCgJTWKmYesxARW49EHeQeezOtMFAxjBqxmY0iHdUx9MZVCf90gAjc6vz+KpR2Ko/I7z8Qlc1kUHIGbQx2+ad2HQucn0uHuY4KTAKzauw7kTn9XZixcxA+acCJxpEr5SRwWoKNcw/GZnWnur79qEsmrzIBVsaGIyfXkNF8unMNKCSFyZ1j7ZUyvrQJdMIfm9KfdMwGrgZ1DG/73VS/KW+I/FsCqeDaHyp2onFNGsWpD8dcE8RqRv92OEvm7sbrbR5SMSugTC7D68gLjZn3DWkkRVbSst4ofPooLiIKQo6tpvPt3A8hWnZX9x9OuZFSH8Dv8MxMObWennqsgyinDeDlnJy/Gx54Vea98U7p8kDsZLk916B5eZ81PM5nwSh+On7/IePZ0r0KOhFIsRfhz4PvhDHmqH59iBYextW8dcsSRJ4Dn/7Jp5XgmSs3LqVjsS1Z1qC4lTjUHVoszuFJTGnOCkZcuGeZYYb7s8C1DqijRaX1ZN+UzZsQAVnX47ptDs+NnEGle1XbN+GHgAN6zlvzsTQghAcGEmkV3KbHP5oiDm0k4WozkVYJa0Z0CplNWG0GQNoxgXThBaNDhREmvL/i5b3UcTTxgzZNXxWPOU5QpvebQrZTJs7pQbm39nrk3znE0Qi9/86LGy7EMdQqX5/2i71G/en7Upl6j944wfu1StkpzzoV+Hy5kfIO43GZ1eP82jQ5nr/BCSu7Wmp8Hd5c8iKUS8pg9q+az0v85D3Qi9MyyZKOCcwnKeVSlWcWaVCmTLXPBHjodWp1WSoqW4YtMhiqDurGkGbAq9jIB/ghwVZQsYNV8GoibJ0EJIPFrpZQ1neFnXsp+gABS4kvBmbI9SVjtQl2Ex7MAEEXJUh+LuSXx0cbkeU6YlGN/WoAFWXI3l5HxDCP2fHGbKnmKZKAiXUBJIUaCe1Uk3ckqMSSQwuCq/hY+Y+lNamiJkEqEVoegK8yoTodiu5IuvbKAVasqI+Qjl+nXoOSeA1nAqu1Zmu4vAQPf8O//fmXCybPc1YQRoA3jheS/Z17k8oos7D6evpWiOZsSA6w6ZBvEg2lNicLAzIDV3Cwe/T19X6/Ga80f+CHDM0cHdozsRLG7P/L+hl1cBwp79mVlwzpwYjIdbj8kIAnAap4yK7nb343nOxfR8egxLkifXZAxrafydX0nDk/rRFvhFmkFWNX/VcPjfctpf/hvqW/5cnZkU5/OVPPQ/xp0YBEdDx7nmFaAoV6MbzOBcfWNGYUMMrYCrNrWKDW5ZE5ULd6NSa0aUiK/6X4WC7D6+AAfL1zBcaliOzq12MDShrEliNX3IPjvVTTZs18CVmXyGqzqN5Y2UcCqniw05OpxVu3fxC8vQwnQBPOaCJOkssYvKUCvWqOZ3c4zSbQ/wo6KeHCNJasmMceAfRUtNYXfOpTDOaHAauhz9q8axWcSsCqjTJEv2dr/PZziMs787rNz9VeMDNADUB6FvmJbl/fI42oJrBZhbNspDPS6y8Ll37BUhOkLr2i3gfzRvyluLq/5adIAJscAVjU82vENLc5cleTo4NiGTUN6Ut7NQiue3eLXbRv47cUrBNOBThdOsFaDFhU5HQswqNdUWhq5T60Aq7Z1zI5cMgfKF+/DtI8/IJ8FXplQYFUur8Hifl/RzDJSPyKcV5dP8ts/+9np68fryDeGRGmmPZOTTVaYNlV6MaZteZyMdzv3/2bS2iVskpYqF/o1XcD4hrFfFAjdebBjOl3PXMLXGrAqTdjX3Dt9iO1XznD0pR8vteIiw7IocVNWZFDzgXSpYTGXbQs13f8i5BOpEUZgJgBWDXmHRL6SjFbSDFgVghKGooNSLrnUZwGrMVVHgKoS32qKxldmHVStTloD+JPRJrSxv8JUE3yrQnWyYAjzURQaLyjHJOBZcpdK3iIoAETO0KxiIXfDUpPRL1PFNm9vyGaeNbdizi0jJUByyyaLAsDWiqKTEqOkewAoHgui8MoUPNjWfDPfPSqAmALTUwIkb9FmJauyKdAMNaciIwm4eZ1jNy7zv/vXOf7Ch/90ERLEarRGVHZN2DloEHU99atzDGBVXoq2edzJrRKZz2PaMDK5CseCHZjezsQX0wxYzc/KsUvpKj/H8FmzDN6VJVk2YCatLg2l6NknqPBiSMMe9Cnjhf/hibS56Z0kYNWz3DKu9s0Hb+8ya/oYZhowZWfXbhwZXpYt08czx/A3S49VSQih3iyZ/Q0z3r5CpB2tUX46+7uVRGnELJ/dZfPG+Xz1+DlvUFMmV1/+GNeUHKYcmFaAVXH96oQSLWEEm4yBW74ufNekOfUrWAu9jgVYfX6cQXPns0PqtIJGtVbw88eWSF1MVQ49uooGu/fzny1g1fiKSHjo48O1a6fZffMKF1485Gb4GwmUitaEHPRrPo9ZjRKe7UdnqEXs46H3r/Hd6knMNQCrRUpMZnun8rgkFFgN9+PgypEMfqL3fC3sMYI9vWqTLa6Ie//7bF/5FaMDxZflpnX5vkxoVc2Kx6onMwbMo4uXjhd/fk+fv/7imkQJkI8Wjb5lUeMw1kwYwEyJg7YxW/sNoIqU2EvH013f0OzUZWnsleoP2fRpf6rksVi9H/7FqO+Xs9vqCiSnWbMtLK1nUDQrwKogKbBDgZYIDJivVFOOvH1Z0bwhVUpYj3c3B1ZzUDlneao5y6UEwTGKXIW9UwW6fFiHwlGe1VY6/PwJVy6f5djdc/zhc5t7Oo209hg9nx1kXnzx8XQGGTmKzYBVZ/p+uJgJDSwS9Zo0I0ZKo9VKwGr3s5fxMwKrQ7pTzto0EGd4n/84feE0R+9f4YS/N4/QGCgv9BXnsm/A8mFDKBc7JW/ybrgpVJsAVQUFgPhvZioZkW81TYFVaXuQgaNKTn5XsVFnLoVIDuVO6WRWehqA5D4CJ8eXp2UdGY8CwJq0JO86VRYnpKVsjKuM4FpN7tDlLE9V2/NWIvvPgBQAMfRHJ8j6s/hWY1uhk5tvNQtUtS1t4aAQYcgCm5a7ZnK0LUVbRPGtmtslWcCq3laTPFeTQ9iSs5q4Asyy/6yJM0OBqpYfINCMwNfcPXuMn88dZJXfcyn7uoyc1Ks4gT299CSblsBq4WLjOdq7KjkFHmMtklZgPJZJdcyA1XwsHbmM3q5P2btuBr0fPCUMJbVKj6X9s/mMfBWCikp8N3AYH7kouLE3GYDVkvO4OqiI9D2hx9bxyY59HJX+vzx0ruzJ/9m7CvAqrq275ko8BEuCO8XdChSHtlCgOIXi7k5LKcVanNJS+nB3K94ixaUUKBQp7q5JiCfX5n37zExyNblJbpJ7kzn/9773fjL3zJl99rF11l772r/nGBOVijVglf9nNWpu3Bv/jHt1jClRCB4qJZScFsHvX+Hkw79wmsIBWCmOBQNmokcJo3FjBqxyWUbi5cQ6UOh4xD6+hz37fsG3T58zkJJDVnT4aCp+bpmf7T9NSwLAatht/DJ7HH5gUdccKpeagt3dysHdPCGpWY3RB6eh3J//iEmiqmBxnwloY8xYteb8tFnjDYi+fRl7Tu7BsnvXcJV00aBG6YCOWD24LQpJya3snIskwIe0e3XPrmPT1vmY/CaIuZmbXw8cHNQcBW3jatbfoo/AlU3zMPL6VTwijU+fz/C/Tt1Qs0gi2dfuH8aw5Yuxj9UagE61v8bEjwta0VgthMld56BbaerrWPyzcCyGPH3B2JIq90+wobkX5vy2E/9QNSbAKhBzfitG796CQwbqrZIY23IM+tY0Y0eGvsPNMydwLjgSUXoesc8OYWGEFFbvgY7N1+CH2iLD3BxYVXfB5amt4a3nEXPzDBbt/BULo6RBWxz96vTF8I+Lws1KUmETYFXREBuGD0Z1gmCkhLjG1iYfTUpiYvKdiGiEPLqF0//8gVX3ruK6QQceKpQv2A8LujQCk3N9cAzfLP8VW9mwUuLjusuwqJltKQCmHx8bgRtbpqDrzYdMY5WkALYO7oJSieH81KaQULy8/x/2H1+GeaEEd1PxQrPaczG7aeIXFHa6edo/Ju79DBlAV9WW8VSkH+xC+5R0B1bJkCQlWjhnoAO0W9Lep1P9jRwl21Gmmd5qqn+Pk7+ALf5isvOMcNygiwtirgpbMbkYW4DWWjdiADnqlEo2liUALJzMVAIgdSUY0tLD3RIJXU7LtjjTu4SEIEJEiiOCLWRdVdu9S7bRkASAMzlACttC0zExV4VlK37VkoFVwbBxY8tqqmV7jU8+o5S5DDbMRePK2ZMr8vdu4sKTILyJiEL0B03QvqT1HZ7hxUVM/GUW/ieyNrMFjsbdr2qCqTc+uoYZi6Zghvi3MuV+wJHOpeCdeIR5vOXMgNWfhv+KPnk1eHNgARod/YsBXiaFa4ars3qjcFQkLmxJObBasPhM/DewuPCK2Chc2jgVHa/dwysrRB0LYDUmCCfWTEen24+YFqZ9xRvNKn2N1Z3LwlMCnMyAVd9803B/RKn4+evxefy47n+Y+z6MJfrxQAB6NJ2NqY3MgaQEgFVNEI4s+w7dH75k+Fdg1jZY3r0rakih4tYaz0fjzC/90fqp9HV18efUkahAzFBNGK6fu4YHQdFw8yqBjz/Ob/2MEPwWZ7dNRfu7z0Tc7QMsGj4LbRN6r5W2EGNVo6foCh6IDsOVrVPQ6dZjQXJA0QDbxwxGZVtR2YYwnN5+GI8VWfFB8bKoWDIAauajerw9uh5fHd6LE4wx4Ydun8zH5PoJU1aj909E5ZM3RJZnLgxuORejawrCrKYaq4UwocMM9KokoNeGm4fw9fql+I0tuFlRy0+JK6FBiGTf0Bhbe/dFJcZYBfDyBlas/gEzwwQuaf4C3+DAwKrCuDMu5BAsjIsDbi5Hw8378ZT93QudW6zClFrWgVWV3yj8N652/D3H3SP4Zu0ibGdarRy84IfmjX/CtEaWaLUJsKr8GJuH90cVSafUnkEQFoonN27hzusoZMlbDJUr5ofKGvga8hLn9y7AsJu3mSYquJpY3HcMmpCkQMhFTJw9HRtEpkuOXCNxYthH8LRyHiOX0RkM0L+6hrXrf8KckHB2IVg070Cs6FkfOT0A/cvXePLoAe68jEC2IuVRtVwgFNbw9XtHMWnNYvzG3uuBD4sPwvRWHyIgMXlXe+ySHs/QWmXQQ5+B2Qd0oUzya64CrjoFsErbgfzZA+GhksEf6+OSg5ta6VAAKD3Gvyu8U9JVzSgCCbSZcVMqWNi7DKyaeiD1MbuMVToGAJJBVesjXGKqSlkqMwpDnsYTJdyhjOby2Irve4kRLiTcSRmQzogzciCL1YFFZmGgKjNSxro5I0CemKsEsEpFBlbj3YDjeGaf5BXaFSgYW1Uu1i3g/GxVHs+2/YJvr9/Dtcj3eJejD25+XQ/e1rpU9wYrpwzBaCFaGj7+I/Bo3Ec2gNVpONalJDwTYUGaWM0EWM2F2YP/h4FFAdzehjpLNuOymYk9sg7Ds4n14E7A6gZHAKsz8N/AD+Lf8uBvTF+3CLNCIywunCyA1XuH0HPREmxP4hqjUDfAnhFDUU9KRmQGrAYWnIIrQ8ubMMsNF9ai+ZY9uATS0AR8Pevj585D0KKUiaYAnmz/Hs3//hevGCOvFfYP747KTHnBgHdHlqLz/oOiTd3RoOpsbPmigM1hHHtxH8ZsW4ktYmIkv6yDcHlCEzCy6b09+HLpavxp4KFEKSwaPh2trIGlBgNe//YNqp27I+quFsbPg+ehs0AStrvoDDxiKVRZ/IXh70VosPuICCLmxMBWCzC2hg3Hu7oRrTYdwGvOGwWzl0X/toPRQHr/k5MYt+QXkfkI5PDvjwNDmyCHLR8Of4N9y0Zj2FtxQKAKVo74BvXFMHdzYHV8u2noU0W6adDj7vqx6HH9CV6afzkBq736onJRlfiNPB6uHYJmN1+xkHiOq4x5vb5B82IJMDlurUXjNbvxmNWdMLDqlWMEzo+pA+M7EP7KVnTfvB3nRB/z8mqGpT17o4aoFyw12ZSx2gibRgxC1SQAq/z13zF68xrs1emhQF583eUX9CpjxRV4PYIP/oQ2J87iOf2Zq4yfeo5Hyw84wBCMPbMGY2SoQJNVKCpjSuvh6FzNFBQnf9HqDdDzejz7bTI6/XsLIewXgejW6DuMrR/ALhufHdmAn07tw0GdHipVVfzY6ys0sjY0Yl/j0P9GYFSwcMVRrXBvfN+6HvIlxnq129PT9kEDAc4sFDCJk1jaNjPFbyNpTFfRW3UKYJUsntcvAG4qDm6JMPhT3DsuWYFwOnVXcamst+qSxnFQo4VEVRl1bqJEcUoZXLXqK+wQT7p+KThnyqCq7WFIa35GYtRJX0pzBQGHbjS2xLvUFLiQg+YxJ6uG5DZSoPOcgS/hU9RRgt4YD8qZkVELzct0cSEla5KBVeOe5hkbnMZWcugIBgaqyrOVtbHj/KCq0Or3h9dg+JFD2K/VQotc6FxtCOa1+wDuZmco/cMzGLt4PlaJ8oklSvyAc31LCIlxzRirBYp+jePdq8OfGI2xViYXdlvGIsLjiwmwGohp/RZiGGUPD72A7lNmYoeJkZVoXGMednbMB0RH4sL6VABWKRL54DxUP3hGBO3iG2AOrAbtmYaqxy/hHXskC5qWHYjBeaMQHGuqNalSeyDi5iaMePaSaWYC2TGoxS+Y1VAUBeWDsOq7vhjGqIsAAatXh5Y3HWGGCJxbMwdDxbB1ynldvNAI7O9dC75xUpgJMFap4qCLGD/rBywXN1ScogKmtRyMXrX8TYk3BsDw+hpWrJ6PH4OCEMxaVQLftR6PobVFBuPd39F1yXIcZH9TolzBAVjaoTGKmutovrqHreunY9irEGEfp2yAPWOH4UPj6OkYindXUE4ti0JkFVrHSQKA8tTHzTqh/2HOwp+wMiyUMUf9fRrj+7Z98HFJU+ojf+cU5mxfgWXhEVDAC0WyVMK47iPjQW1DMHbPGYSR76WEbTnwael+mN6+CrIKJFShsBt+De79Ng1D/72O2+wfvVAlbz+sHvxR3KVEwsAqgHd3sHntLEx4G2q6r1U0xrbefZjGqkH6yqtr0WXLXpxjMhIK5PVpgMmdB6I+aRyb5iwD3r3C5T/moNutRyzMnYzZvsU6TK9lXWPVGrAKPgoXV0/DiDu3GDBPMfylSs/Cnq6C9IdUTIBV7iMs7T8SDQhU19jYUNC4J6qt1ObHB9F38VIcFyvMl2cEtnauA/8cZt3//hmObvsJXz14hDAoUSTn55jdpTMq5hIqCj+2EgMP/o6z4vcWzNocc7u0R+Xc6jjJER1JR+hj8eLIGnx74hDOS6/g6mD1iKGoKr7T8O9m9P5tBy6IddWrNBXzPysMlbEP0N8en8Tk5b+KlylqfFhmAhZ2LMWiF12qiMm1SXc2o+mq2uoHumh3BXFDpwFW8/gFCBmX1VIImEu5eJo0VsEp4EYIUIomgAxGbXGU5cVJKqOeU2lsScmsyGTykSrecajPSeuKJEmSA67KoKrtQSiFVBJbNaMwVc2/lra9xAqn/5bHlaUv0HlLAICSVmRQ1ba9MpKuakJeQRtp4cDDQQZWLS2VtGRWxFTlRKZqMgZk0oavSz7tUpeAb27ixwVTMC1aYgG6o1H5gZhUozxKBHrCTR+BF7f/xorjv2Nd8CuW7EWtLI/vWo3G0JqeYEfUx9cwfdEUzBQxKU5dGf2Ll0ZZX+sMF06hgoeHH/LmKIPatcQM3mbA6tTeCzGS2GvRL7DxxxHoz5hhQlGrqmN+x+HoWsUjVYFVaN5i9+KZGP7okRCCLBYTYDXkKbYtm4jer8LAwxv1ig7E5oE14aMgggVpOilM94PhVzB80hSsZIcEDuWKjMHeXjWRw5suuYKwemJfjEgIWKWfvb2GnxbMxS9RYUL4OHKjc/3v8XNzCZFKBFgFj+dbZ6Lr+fMsiZJQPFGzSAeMqlkbZf046MJf4c7ds1h7+RQOxYSLIB2g9OyCqxPbwl8CxaPf4fS6aeh25xHT36Xi7t4ES1u2QcOS/nB30yH03jVs3r8MP755I2ZW90GDEoOwtEdN+LF6DHh/9ijWnv0L1/VuqFClOwY2zG2KGfI8ovUErpqfrgwIIjbj8bNxALhaWQnjazdHw5J54Y1oPL19HstPbcLvcTfzPmjx4ff4qWV+E5kh/tZhTNy4FBsoi6PgaSjp/wl6Vf4INfNkgRei8Ob1dew9fwhb3z0XgXTWi5jbewJaF4v390SBVQC6s0vRcu9h3GK6s2IRgdUqRYixSsnfiGoZgSvrx6PTnedxksXeqrLoWKY+mpcoisCs7jBEh+De7b+x57+TOBgVKgL3wjd0aL0J06qLc7WZxqpVYJV+9vo0Rv/8U1xCLI6rhGkdx6B9hXiE0TR5VS40yP8RGgcmIJrLsIfCaNaiDEgCC9p3OLh8BiY9EcYXBzcUytEcUz5piqrFskKl1SDs8Q0cPrMFPz++j9cM1XZHgyozsLBNwXgiS8xLbJgzFJMipdRmCgS4l0Xr8p/g02IFkdtTj7Dg+zh97Xf8ev++eEFAH5kXHT/8Ct81zx1vf81jrJw3DYsj3jMbKpEbjYq3QN9a1VA8rw+4qEi8fXgV+44tw89hElvZC+0/XYJJHyVF+yT+len6v0hzNgMmq0rMpq4ArjoVsMqWKw7wVBG7LjHzZs6/K5VKqJRcsgCgzGkx+76aN0gTu33Pu9JT0naGgEO1UsE2JPKxyrIHpWRWSepb2n+LBk4OKJukd7nYw5kBVJW6hMaWu8IV7lLTx4mSmsxK0FWNExVIn0Y76VvpgErnx4zIAjc3Oa1TQjIrGVi15o6UekqhIIjMnkLgBj0pr/7WrEVzjpWc2PYYNt2e0Z9biy937MdBvdRyDt7wRnalGm58DN4ZYhEJAwtFVsANpYqOwKGeVeElYizcw+uYuSQeWLXnQ5TIgXr5O2PlkPpCuLUtYFUXgYsb56HH5StxOquePu1xakgHlAhQAOGRuLA5dRir9B387cMYtGwZNrDEOUIxBlb1Z5ej7Y5DOKLXg0N+jG7+HSY1FABOAVilc5bRWIl9i32Lv0ffR88YEJnNvSqmdR+PrqWAWF0Q1k7ui1GJAavE0ju1Fj137xQTbFHH1Meer4aLDNDEgFUKVYjGtY1TMeDKLdyN6zCh37MqVIAhEpQSigKs4zKye3yMNT37o35Rs5ni0WlMWLkM66LC4gBYNdyRQ+EJT4UBYboIEC9TwN3d8EG29lgxsB1KSGHT2mg8PLgCg44fxVVwKF1yCg70KWuS34yYqkxX1Vpyaj4K/6ychhH3buOF+C1quCEL5wYV9Ijko+NAX2KX1iwyFMt7V7Oqw4nb+zFu0zpsjRVCy6nn6FuycF7w42LxzhATNxbY3xWVMbPDaLSvYAqq2QOsIuoNjq/7AQMfvRB1WgWNVWKsErBKo40xdRkISXqyM9DnvzsiOE3tUsINnsiuUkGji0IEtIg0s0/BgG5Y2fdzFJAi4+0FVgGEHV+GPgcP4F9mCXcUzt4JKwa2QH6xLlNg1Z5RT8/kxszhv6JtLvH5h8fx7fLF2GUQfI1iS5jvqLygMmgRaYhCOPQioKxAPt/mWDqsO4r70LNGRIsn/+Dn1XOwIEpiHBMoqoAnvOHH6RHFxyIirh6ybHZUKzkICzuVt2Dnx/6zCp127ccdsYm0I/eAB/yU7lDyWoQbIkHqrMK44FA4oDuW9WuGXOasVntNkh7PiXOTXqe3clmRHg1K23eSnxG46swCbE4HrFIXEXBI4SyOSHyRtl2eFm/joFIpmI3k4hgLSLqqjqnNuWtRKwRwVfYey34im9CFjl2XOhKYKh9TbTo8C6nMJAR52iiS1qobIYh0cZFRqe/Jnd6SkMxK1lW1ZWQCxjjoeB7EWM0skzg7ICs48DrixtgHISbXTe35nUrtTGJsQmgtrVmSZIJt76H5OP3tZ4+N0+MZV5EAMLcNf+s4xm9ajaWRUUw71wNqeLBjpx6x0EMDDtnUhdCqYgeM+qQSAkWiKavn+XX8b/k0TAiPBzUEyMF24ZAFNfN2w6bhDZCNMKS3V/D9gjmYExENHu4Y0Xcjvqe8TeARemo12uzcFxe+q8g6DqETqwmV68NwcN5gtHtJ/LJs6N1kCuZ9mlc490UF4ez6qWh+S0iYFOjfGwf6NEMxpgOpw41Vk9D62i0GxnnkmY63Y6ykuedjcWvzfPS8cC6O3anwHoqQ7+tDAQ3OzuuNz5/FgmJN1KpmODO9KwpYS8BjBK5qzixC1e1/4hHj6ClQvMJPONktH7SG91j8dS9MEpFMZc5JeDmuog0j6nBjxSi0uflUZOBlQb3CfbGkz0fI7m7AzRVD0eDmCwb+5Mv2BbYM64jilEXduERH4clf+/DTsR3YGEOB9ARqKdh/FDAgFgbooUSAW1F8XKIJ+nzcCCWMyH3GVRkeXcPWfWsx69E9poNJkKYnVFCChxY65kMclwsfFW2P6W0aoHCAkXcYYvFw76/oduo0A7OKF5uCEwPKM2BVkgCI1gmMapvEA4MGL4/9hoXnT+JIWAiCr+rfgwAAIABJREFUaS8FJauDIF26GODhiVolRmN5t4rwSGgKe3YZS3fvxB8vHuC+IRrUuwKIybPv0IGDt8IflfPVQ9eGrVG/hKUQq+HvZfh090HcY1hEeUzp/B06lbYyIl6dwdhff8Fv4qWGh1dLbOjRFZXyU1SAYGFSXGEztC4aDw7swqZbF3A86CmeMdBXBXc2Sgl8pC+lPsuKGrnrol2lhvi0Wn64GwN+b89h4s+zsUmSgfAchJsTG5mA2PH9asDd1YPR83YwQtgbAtGi4iD80K4Mw1ZebR+HJhfvipq5wq8SOxPy8MWEYavR3ciPtDcvYOepfdj46CZu8TzzGncGi5Lsgw4aNv9kRfW8LTG2RXNUKBjPDGZiNNJL3zzAn4f3YcutS7igCUcMgWdi0LeB2YVn4L6PWzWMaNofX1TNYqPBBgQd24EV//6FY8Ev2Pwg9L/QJhJN0UAJL2VBfFyqI0a1rgBfVyOrEmBv4KHPyNqFiWwAhGRWzotjOCWwSjYl3Tq1koNCPqFauBg5FYGrpJkpl+RaQEB8MhOoKi2eBMrLyaws/YZJAtiptxrHUk2u+2Xw3zEtdeschQz75UxuQ8Exhp08M5t1s2gQe5JZyRIA1ocIY9TxgDajCoEnMDOws7Q+2CiZVfqNMGcDVtm6LiWKszHzxEsAZNjpN0Uf5qqgatxHB4fh5cN7uHT/IZ5rRW4gT9CGG7J45UKVcuVQqrA3OHPgMDocD88ex+q77xHg622ZsdzMqrwuGiF8VlQsUguf1RNFNnWRuH7kFI4/fIznGh907/0lSkhRxcHPcWT3XvzNZ4e3/j3Cy/bEdzUlMMuA4ONbMPnyW3hmKYNOdeqiYnHxb7wBoZfOYvNfl/EQXqhU8WO0rpEXbmJKde3lv7H7+g1cC4mEonJ/TKplkWtdaLk2Ajd2b8SuMD/46N/jSd4vMLeZH8DH4OHv67DsuScK+HjDI3td9GhqLhApRU0YMVc17/DHgk3429cPbtpQ+JTuhP51haw/z7cswJpIf2QxBONV8Z74oV6ccKqlb755gPPn/sGJF0EIhw8K+VdF+6almNZq7KX9mHT6Pry9cqF84ar4rGEhJlNlUWiDFRSCZ/dv4NT167gVEYpQrR68ygcB3lkRkKUI6lSpiBIFvMAllowsIgbhL1/g1t3LOPs2Fh4qUo0nAMcAlXsWFChSHfXL+ENt5ZO0N89h1f4tWP7iIdTFp+F0/9JsFiIN8Gh2A2hf4d+8xaP7t/DP8zeI0OgomxF4gx6eWfLhg0JlUKF4NqjsAcEiYxD+9B7+vnIeF4Pf471GBx2nho+7L3J450G18h+iStHsUNuKfH91C9u2HcIdTz8UylMaDT6qhjyiLK3pl+jx6uQpnHr2GE8jIxFQ9BO0+rAofETZXXo2ThJA+H/AB7/Hm6cPcfv5U9wLjWZneALJVG5eCAwojtJ5c8PfPwvcs1jp8NgQXN61GgeicsFfEYbngR0w8dNsto374l8c+ecRHoYEIUjrg+IFquDTesXh5Q7ob57A/OO34Zktm5DILLHCR+NtaHZ06908XkpC+k1kDMIe38PVx49wPySS9Ru13sDrofLKhWL5S6Fi8UB4mF8OiGBuHLiqNUDz/AEuXPoX10JD8Co8CO80ekDpg9x+hVC1ZEVULJIHWXLakYgnOAQv7t/AxWdv8D5WCyhEsFevgTJrCXxYoiSKFLAyHyZmByf4O88bQLqzGTYhjJ02Ji9Tks6YExanBVbZIVXFsYzd6beFdsIeY00iwJnAVY6FgcklORYQrhSZpngmK4wBpBTCK2XvMe38eHCVNtO2aYeyrqrtQSNJAGRG0iaNJw+lAtaIL5lsmrH6uYnprcqgqm0voTMqsVUz4ZLFGOAaTRA8VZLuYfqtXM4FrEr+IiWzsm4XQQJALtYs4FK6qqnUhbQTpDNFRtVBT67ZpKQwHC1cZkOLXXIZREZicl/gyN+FhSMiJBY6N1/45XRPHEx11Lt1Grw5uxfTDmzBy6pLsLV1Nob5xOgNTAIgXY+o0dGIfBeFGLjB188XblYBUkcZwrIeKVVXZlyz7bWqCXOVAHmehyZWC31wOMJJHsDdF1lzupsmzLO38oz0nHihrqWNYCa8XLfWlc6qt+q0wCoZkRZ6d5WQsVsulhZQKkgSQMGSMcolqRbgQbrjmRH8IUsRc0xghCcWQJhUu2aM51kyKxvjiuPpGJJZPcd2/0prPW0iM611eDpIcPAU5TbSD/5x3nFoS29VBlUTAFV5EVTNtAMLiIkNghvJbTCN+fQbWc4JrAq+Q2uWsDbF20dmq9oeV7RWyfOOYB8CD+mgKhdrAJmgISkNK/IZAlUJXE3Pucg5+kqLW2sXYOnbGNRv/w1a5Ac0BrKPDCeKcphsRjbINBab7soUMzmSOgI0en2mkRBL0vglCSi9IVPqqiZkJxUlGXSyseXUwCrbKCqFrLB26R4myUszxsMqMZmVdb/KJAKHyejKzCYBYM1ELOOySpiS5O20mYVIEoDCKy3AVQ4K+bbQ6ojLzExVySA0rxCwSmPLg6ItSGRLLnEWEBMqs4sdYyaLkKxKLtYswA7xPAFAmdtCBKxScWdSNumnr+XMwCodTmlcxVuHY7q8crEOlkmSNbJ9BAsoOEpuKvuLuT/EJbOiawuSzCTgME5nPxPbKzYIx9atwrKHQajZ9BsMqe3LwGZiq8pFsED8ss0J0SaZ2F0S9gkhyRnJTwgljbIsG2+rUtI3qbw9o/0fJayS/cfSi0jowZlKcGRwkpqT1K09t/nC73a5Wx6/AKsNIT9n4KqczMq6fegQT8xVmyI8KZkpkuQbLvIwD54XtFUzeyHPIODQTU5mZeEK5B00VVOyL2NGuCwBYHvUuLxOnQMnBCZlo+BYQiu5WLGApAkpmkdmjVn3EpqHdCxRgQw8M2CVFwB5ktsQLr3Sfnw5M7BKBmLAKjML7XPka1NrI4sxyOQxZWEa6Zo9TZatlGzBjYZ9mm7lOQLHOEECICXtt+KUQnUOrjTJmw/BsElphebeK7zXeyHwgywwcDy0emJnJqWGJDfSJX8gSEfEZ52UXNgRZ9GUWjslq2hK3y35G+mGGvhM7DnMkLzNkUNzsnPBh84xDGlIaXS27WZfK1MyAiwnzNdhAgnAviK0PSktSDGwyraHFLasIHZd0l5u30e5/lMUiqJWKYz0VpPaTa5vA3u/QGaqmlqKBrOkt5o+x1R7ey59nhPmHjF7JR3q06cZNt8qhRqlZ7MktiEDx5KyOqRno9Pg3WQKAoAI5EgsByM9myJiWRx7JmUflpI2JPaNFi0TGeGOPqCmzAJp/WvpWGJ94BAzinRVHXF4Sesvc/T7JMYq1cuSDDJNyJS9RdLAS0otbm7Z4x9PwYChXk2tfqV1SmCt2jBQiiccwQQp/QLWjKQYP4Fnk1IPCx50tsXcQXZISTUMcKYQ95RUYs9vk9JZ9tSXRs8IyQMFXVWLT0jxN6V0NKWRERJ8DW12UjgpO8NnOLgN5DcaPSUdshxZKXYbB7c1rauj76dEZ4Ier7MFdae1NYRV1VphRCgH7HnS44tS650smksrEA+cadZJGrCadOs4BFil19LhlLS11HYkhEt6M13/FzQhqdWU2EHaqjqTmzmPfXlDRti8ONaejF1HwHwaRV44tvWpWxstcUyPlsBVpqeVuu9LSu0pXUwEUCGlH0QWIha4kxknKYZMxWcFC5OWse2XCBIKKdxeG/08uTUxf0iJOyTnxbwwvmhcpTTUPWUAbXqoJie+FpEMkpygUhg7xsCqoMVG804qDl4bVXt7xGcPd7a7JMkcBMgzMkICCSrTwXSp2llJmbpon6xSEBkhVZvkcpULCfIcz8Z0OUNYaTCbcyhUmbHmxbDujPBhqfENpHuYlAGZGm1wkjqFtcrAtEPlYmkBCXSWzhB0YSoX6xYgqR/ZPoJtaO+n1fMgdQQqzuQ1LgOskuGUtFGkxAUpvSdPbg8keycqhVcku4JEj930BjqAuQnZC+x0suQagrl1nMB0cmthoVgOOBnZa1W67aFDvFwsLZDUbrDX5gnZmrGHU9QZAjQo1OGIjrVeh7CR5uHuwFNYSr88RWZz4I/J9nQ29WKMeecCnh34mUmuSpjXOBbGLQCGjvDPJDfDiX/AQ8cL9iHNTMY+dOLWplfTCJAngMyBU096fUqK3ytJAdBoimVhgymuMlkVGAOryaoglX9EYcrCmiXKkYi3OvL4ijc8W7dIqoW0emXDxB9URd9JZRd1vurpcE5OobLeNFrCCVSl9YrtNhlzLD0u45zPdFZbxAaVMLAy+/ii8P9YnZx0yJqfCJcVom3E6A/yFzmJnu1xbp6fwEVmBIc2k+ZjugSky/UkR8o5tCXWK3MpYJVRxkUYJUV76uTO9OylyYFEpJ1bilqdoDsIvDFBL9ODkI7kfmMaOF16vULSZmMAUHo1wgnfS4ub3hDPmUsr27gC3MRCDYgZBcBTRYz59Eua4oSuE9ckWuw9VELSJnlwCRdGlDRGOog5c9+lR9v0PM8yBzNGuJiQSL6Jt94TjDFPF8ppNTGnh0PY8U6JsarRC6GDqbebSrgxzgysEvuHDhySbUh63530aOVp2WqnErhKzNXMPrYY+yczgqoGLV7/fRRrLtxAkCo7qpWrj3Z1C5r6igiqWtO5lsFV23Mli57M5AOL9n+xej1br+RiMawExqF55lJRS1TSCZftZm4Bnp2zEoqCy+g2oz2OVidcrjvjtthlgFUJVCXpZ1cAZNLasUlQnUBnOqR6qhSM5SIXSwtIAJCc+VSwjQSqyr5iaQHhsBGv30L3FZ5qSpois+ssrMUT+CMc4mV2nQD8GAMc8viKt0Ac49DIKAwAUggAkFwsLUCBKGxNz8T2IWCVwr5oTk7PY6qzAqtsvTIL4yZ3Id9hWs/ywLKwAGNH0byTiffLNJZIOoK0VdNzXKWLe777F1NWrcPeoCjkzl4TX7XvhjqFTSdZso2WoqusGEeQXsuEdrOjs5hlSMg4E65ZTN6JB2INeuj1KRZ6ssParvWIMOcIDHCLcSVSEJmeKPusTOhAiXQnceUz6zmUkZ0IVCUw0EmLSwCrxqCqk9oxXZolAczkXxLgTA0hcNWX9FbZnCRPSiadw/OMdUjhp/ZLJqRL96b6SxmdnjHrkpPCI9Wbl64vYHMOW/hNm8EOqUyPVgZXjS1DDE06ZLgrBdZ8Zp12mASAyP5Jeq7HdHX5NHk5jSvGUrDyNtITdeMErWe5mFqAxhOBzwSupiBfkkubNSomCLEpzv6achM4K7BKocq8FeeQkr96yJIAFp3P9tCMEa7MnPMO2wMKwGqmA1UBRPwxFRVPPkYu7+r4pnVXfFbWy8RHaG9MsiMJ7ZBl1mrCcyqnUDDwLDPtCdnlsc4ArV6KsU35upORamCMQ5IAoI+yNfEwSQAhR4FcLC1A846SZqZMZB4myUIyUE4uV+wSwCrZUJ6erE8t5qCq9JSa4+ClIrp4Jhp19sy+bIUnZl3m1teitYxufAy8cJsqe0m88zDbiBIAli7FM51nYgBJbAV73C6zPEN+5E6SCUxvNfN5FQGrOgPHxpU8qky9nl1WiGGV5uNBkgRILOFOZhlH1r4zU+ut8sD7qHfppqtq3B/OCKwmFsZtrLea+WZl27OGdKZnY0upzFSHVLKKsM/JnKAq0VHeHVuP4Tc80KXGJ2ha1c/CUWKYlnPCO2SJwJIZgWl71mMBeM5cUjZCsipZV9Waf0jJvBJXRxDIGjKJxdYo45ltMlMgk5SsSoRx7Jl+0uUZpwdW6XhKoKq8aFmDeASmqi1GtKeSY+GVmRDfSHQwUVicu4pCwDIf/GEMqiZqqEz4gASq2oLGJPBQSKQnH1ONXUQCyDzU8YniMgvAKoR/WbKcM+EQsvjkuMsKSuaVgEHYvEyXXvKiZdVKtIlm804mm3YoZDAsKsgphpKzAatsvbIjLI58x1OpYMxnuVhagKKWGbiaSYzjcF3VkFjmhyovd3CedhgxWgtdlA68mwfUPonInFAofpgWWnscXXw1p3aH2lcUbKR/0/PQv49l2ucKNQfN+yC8CQlFMOeHIrmyw9dXDU6jgZbCKThAq3CHwjcR0JkWtohohL1+h+CIaGgVavj550NATjfALREbRGmhjQWUnmooPBJ5NkYHbTTZVgXO3ezZCB30sXpwbm5Q0PcmVIilFBOLiOeP8DhUD87DD4E5ciKHvzugtqPPjB/RGGCI0kJPt6VUiEHn7gaFB1ENTetKst5qrAhmm39rEpsY97iWhyFCC55TQplFKWRcTaxo9TBEaqG3Fl5D7qpUQUUhWuzWKr4yWqtidHoRkLfxEmpPpAYGMX8DRwkqVSooWMhXYg0D+DANdNbGAkXSKRRQkPQLsRvcjPw/8WqFJ6L0MMRqYVCooPJW2UzoZlGdlgev4wT/tGFf6lUCnJnL2AnqkHllvVXrnUdXFhK4am/3uuZzHHQU6UbjxU6/Sc/vdGpgVZYASNg1BNDZdmGakCoF3OTYSksj8TyUDHjmMpW+FlvPRAkAFr6dnrOPE75b0lVN7DaV7aVELWPZhpYdSZIJBJCx29TMgAKJIZXpmVTHCYdTXJNorWIhPHY0ks5kxAiX9VatG4vsQuBqppi8xbWKQpUjY2Rg1dwjaDyR7qx9Zw0h6YWXSpCJktctU2uSDVWUzIpu2zNBIVyGQnIdUV7t/AFNzl1FKDyRjXND1dozsaJ5DhtV83i1ZyEGnz2Jc+yUHIDG5UdiVeeiNn3y+a8dUfUZhyxQGdUpEG4k3ze+5jZAi2hkRa18PbFm8IfwfHcba9fMwbh34XCDkoXQCtCdgv1vOkfRqJDGBInVRCIXutYZi4mf5LXerlfXsGXfTqx98gBPDRpRhE0HA9zg514Mn5Zpi1EtysDbClAWcfhn9D9xDhcMBnBcCQxrMgKD62W3ai/9+ZUY8MdRHNdqYEBDnJs2ADmlJx8tR7llh6CFAnoY8Gm7rVhQyUo1vB7v/z2D7Wd/x5oXD/EWKhFH1UMDL5TIVhu967ZCi6o5E9fIDw/GjZO7sejiCfwZq4EHlFCA1nYD1MpAVMhTG52q1UO9cv5QGX07AX6JFk0E7pw8hG1Xb+MtfFGpXBO0r1sCXikBWJ8fRv/lm3EuJgzRUKFQtgaY0bsvKttyT9bIGGz6tgsmGJTwZigheUq8fxigg4bLjirZcsMXXihesCo6f1YfAV5ANIGqRsmATb45Jhov/zmAlX/9gV1R0aIvEjnKAAXnjUDfMmhWpjE+r14K2bNZt1bEhu746K4WXqBLIOn/JPIZ+bIKWZRZkdsrB4rlqoh6paujRqkAuCUG3tPrHm1H69W/4SlUUEIHL9/PMLtDF1TLn1DPxeD5sd+w/OYzhOk4eLvXw/h+NUD4unkhuRqW0NW+BUv4eVwyK3nFstYLZBUBXE2KURMdiU70AEUA8tAQcO8in+i0wKoMqibs17YkAMx/RYdUb8bMlCcly200ZYQVdCEzi2QC8xtijYkzlOwV8V5Bcw4t+vYeNuj8RQAQ+ZBcLC1AmpkEPmcGXJVkNXQscYyLrPxp6LBkETrEs+yvdhYVx4EiLsR9tZ2/yjyPERlFlQmQZzqDMZYCZGDVmncnJgFg7TduHAcPlRxrYW4baXYiDf6MvF+WIpaSQP5MfGLVvsCqmVMxOzIYoQB8PBthwZf98EkxK3ujlyfRf/6v2CPWqvJsg+NDv0BR67gie+rh4m6o9Sgm8XaYPZEjsD+ODW4E/9c38L/lk/FDbFKqyI1udUZifKOCUBvjuTDgzeHVmHTmKA5ptQlU6IvKAR/jq8/bo1ohY1CRx8s9M/DZucvMVkQJzOvZHCuGd0ZxX8vqwo8twueHj+ExASiq1jg1sRNySYzQe1vRdNV23GE/80bvdisxvpKZzfWRuLrpe3S5+QixIEjQWuGghhLFcnfC3E4tUNIW6Hj/OCasXYodOj1ibaBjKiigRjZUDGyEUa3aonIBo/ZwiewHQ1/ir13/w6hbtxECD1QvPhCz29RC7qxJ6TfTZyP2TUDVM7dA0LdQlKhfcxFWtkzA4RCOvdN6YXiEvXsWDrm9a2Nw26FoUcRGsqqHpzBj41Ls1uoRkyCy6INi3hXQqd4XaFs9DkKPa33IzlFoeOWl3dikF7KhsH8LzOjSFAUs1S6MjMUj7Ngv6Hjib7yUxiZyoX7tyZjbJKEfRuD8iq8x4GmweHFeDWu/GoXypnLF7FylIcDZXpPGtUyWBEjM+zlOuDTNiCdR0o3XaElWIzErOM/fnRZYpfB/J9enTbdetBdUlRpIYZWeKhI6lpNZWXaaoJmppvCJjDgrmSybQkImGfwx9QJpvraWrCqxQU7MTGKFMwZQZkAQEzOI0d/JJm4smZUIkGVQ+9BGkQB5V1r4k9CNKXqUIDECnJN6iKdjKEsUZw/LJUUtdNEfE2NeQckdMm4yK5IpJjBeGlcyY9XUV5MDqko10KUF6Rln8C1P8gY3Y4RnXL3V1NJVjbm4GV227cAZ0eo5/Qfi9PAG8DMhmUbj2qY56HH1P7xgz+VC/6YzMLmed4J9FXtkFloe+Q+3DAKQSSxTAqdMz9oEDhr7dF60q9gPMzuWgOrpdSxYNgUzjHBQ2rWpbIwADt4o4FsFveq0R/uaOU0uh8NObcTYP/fimMEQd0b1VOREUY8scDdE4VnMK7wWv0YBD1TI0wZzurVC4TjQVI9nu2eg6fmriIr76hxoW30MprcoytY94xJ6ZCGaHz3O7KVwa4eT33ZAbsmmd3/D56u34D/2Az8MaLcUY42BVUMMrq7/Fn1vP8U7o0p9lIVR3lMJg+YNbmrCEGbE/C2afwS2966FLGbSAPyN/Ri1aQP2GzSIN6MnSvrkRXboEBYTgue6UISI71HCA8Wy1cGEL/qiVj7hH6l3eHEfaHU7GPQMJzd8ix4vI9nzOQKGYkfXeshviS/aN7aDH2PXmqkY/SbUxFfy5xqILT0aIZdNvDAMv8/sg6Gh8ZTuPD7FUMjorbw2GPdjg/Em7t+UCAzsg8296yObOUv55d+YsXwJdupjjABeBQLdciO32g3QReNF7Ku4uohH7cNlQ8vGMzCmto/Jtwbv+hqNLz8xiv5RwRPxvig8zENrND4UyI8vPxqBUY3z2J7zIx5i85qf8cvbN0Z+Cfhm748/BteHr5m8Q3yjwnFh1bfo//it2KaqWDFqNKpkiX+C9sgx+uSAqvF1kL8w1rC8aFn1fZbMigUyuRACacco1ugE3MKVPsspgVXGcHElK9rhHI58hG4ckzJ0GMChoIQ7FM4gg6umfcEzmxBLQc00MzNuIaaqPunXhRnXIEZfJumqJmVcST8XklnRgp+RvSd5biBoGRMzPGMCz4KshsACT47vJM+qrvMrAsYojDs5EaeC3qoCanlY2dhIC3IbGXLaITCeQFUjx5GB1Xg3kDK5J3cmkPRWM4uiRFLsRPM4XViQJEBGG1sO11U1NiwfgVOLxqLTkyARcCyKrz77BiPrGCEs9w+g+/J1OMoTNOeOmqXHYmWH8vBJLEw5JgJBT0LwPloLEiTNms2AiwcWof+9uxB4rP7oWK0LehQvgkBVNKJ0gNI9C3IFZodHVoB/Ygqsuvm2xsImjfBh1liExsRzOFmoMklkKVRw88yO3Hl8TPVPgy5j1oKfsFonAGTeyiJoVvpzDK5XFv6Uz0LBIfrpRew8/Rt+ff0S4SRrAz+0+vgnTI0Dj60Bq/QNxfB91+noXNLUW1MCrMae24ghe3fhKNucqFHAuzaGNmmNhvmzw8eNh0GrRWzwRfxv53IsixQ4nRwKoWf9r/BtEyM08/U1LF3/P/wcHAwi/bpzudGkVEeMqVkaAVk9wFGiJr0eb27sx6J//sKZ0Fd4yVZ9NWqWm4KVbYtBJQG1bFDZWLfePcXJtV+hx1sBuvXINgQHetZHAf+kjGCjefLcMrTcdRA3LX5eHJM6/YDu5W2hhabAKufWCodHd0C+aA27KKaJgeQP9JF3sH3feix++QSv2F63HPo1HIzetYwQW20oLm2dg5F37zOGshrZUSl3XXxR8UNUKZIT7nT44BSIeXsX/1z9E2vuXsVNg5Yxi7P7tcPCLm1R0uj7TYHVAPRvMRkdfEMRrpF2oAqoVDq8e3YTe85vwQ5CpgD4+nbG9qEtEGhDw5W/sh4dd+7HXZgybjlFFfzQfhg+K2VL/DUcl9ZOQb8Hz0U2dE2sHjUMFcVhT62K1ZHYQRKBCytdTq4j8DTkTaG5eQRyj2Sf5I0XZ/sVyRxRwipXO1w5HbDKwnGZXos8dKw5eWK6qrYGhnRI9chMKeTsnSV4HgomCSDorWbEKZvWbj0v3BhmxO+zt6utPWevrmqCY4u0jDNBaG5y7MwO8WKiuOT83ll/Q8xvNq4MLrfup4lJaT+kTSRZVWINYTrhNC9nNIQjsQ+38+9M6zkDomPWogdkYFVwCiaP4IA5h9yGklnJW0LTwSbBEyqFIAmQUaYeFlkhrld2Ti9Jf+zFf1i4aiZmhGuggxr5fTpiz9ctkYtAtag3OLJ2Gno/eolYcMjn2wCzvhyAhsY0wCS8UXdmCWruPYJnDGepjCV9v0LLItZ1PM2B1WIlp+JIt5IguSKpUNQJscBtXpDqo3F390/oeekKC5X2VBRF94ZjMLa+eUg5D+7pOczcuANnosMRBQ5lyg7B7PZlxBxHtoBVoGi+odjQrQ78jQi8yQdWo3Dyl6Ho/zqcgcBqt0ZY2bMvahWwYqMXV/Dr6llYFsnBTVUA9coPxNy2BQTT6HV4tX8eOpy9iBeULAc+aFp9Cn78LD9UJhIJoiVf3cHuPcsx7fEjMFVsRVXM7/EVmhc17lwmvm85thwKrPK4v2oAPr4TZKVPFahYfi52dBK/0cLvTIFVj8CJuDGivMVTLGHpi4uYtmQG1mopZ0cBNC4/EFNGaadpAAAgAElEQVRbFYw/Zz06gMFr1uAMcyw3fFhqLGZ9WhZ+1tiyMeF4cGw1xp37S5R3yIbmdWfhh4bxGhGmwGpN7Jo4DCZKE3Gt5PF8y0g0v/la/P4qWDZyDKpZe29sOK5tnYSe919CBwVyexeDZ+QdPGB1qVC64Gis6VnRRn4z28CqJK/GwDFHFI78j/RE6RTLEG5H1Jph6shIyaxonxMr6qq6Wi87HbAqgaoZxtMd+CHJBVWlJkhJQSg8V56QLDtG0FsVEu5kpCKw6lIWhpGR7CF9i7TU06Kf0jBu8hkvlRKZJO9Fkt2B7EJJU9jMkwHGF4GqwkGV/jsDfFCSezShHwjsXUFXNeUVk9eQ79iR+iLlL3PBGmhYUVh3RjljCHrFlokKZGBVOEoyBrgDxhW5OrHBiRWegdzHoSOYWKt06e7qM3ycrioBHKm8AIccWoDux8+wxEwUnt62xtf4sUUxuN9Yj082/YH/eDrl+aBjw3n46ePki2cGHfwFjY6dZmH3KnUDrOs7EPVt4GTmwGqRDybhz65l4CWyKNkhnuk/JtDTYbfxv8VzMD8sHHooULXM99jYsZjFnk+S2oq9dgUn7z6HOl9ZVC5REH7ZpLptA6vuXAC+aDkfE6vHMylDjy5E8yNJlwIw3DuEUauXYy+bKzjUrr4Qaz+3nbGJ/28Hfnvsj3yBhVCieH5kkwC4Nzexes0sfP+ehAvUKOnfAcsGfo48CSSU4m/vRve1G+JkIarXWIZNLc0QPS5+RY9zSUcCqw//xsw187AslhiYxTD0w1rIGfkAO66dxhXyGfem2Na/FyrkttbnpsCqT+DX+HdENUFOz6jQBaDm5RUsWDYNy2N5cMoy6NdwKPrWFr9Vp8GzPVPR7up9gVnN1cKqEUNRKSHJ0pjH2LTgG8yKFCZ572x98MfQRvATzWUCrHL1sOWrASjhaX3aiz08BXVOS/qyZfDLsAmoa01a9uFhTNm4Gju1JMAYgN7NRqDYlV/x3fMXIgu1MpaNHGsdlIV1YLVCForkAmLtTVph58wtSAJI05irz8x2fnQSHiOLML1VF05mxVjOGtdJVmXePakFrErpGrnNF363awuYxy+AsVRpyZWLpQUEJm/KC+mtUtiySuKNp7zKDFUDgatCWHfG+Sy6iZd1Va33JwtVFrMqp7TLiQHEAKCMhsyncCjQ3CXIbdDYcn1kVRpLjN0iL1cW3iGAqiQ74jgmL0nZuGcAgCOFQ8nmz4ktnxEudRLSK5aBVeGywlGgqgC3CBrY8tiyvuempVylUCaeKT21BraD6iVswxEsZ7uaE/Uep1d/hfZP3jMP81MUxGdlPkehx0sxIywaPDxROXc3rBvcCNmtMR7tegmQEmA1Z54BWN+0JsoGuoFTUlIdQccvTs6JLnZUSnDG4OG9TWi8ehcesvZ5oU+HVfjGksTI/kp7BKqLsA3eYj9oDqxyyK72QrQ2EtEUsu3zOdZ0/xIV8giGiDi2EE0PJxFY5fV4d2IdRvz5B86yWvJhcptp6FrFBgKXgM35K9vRaetWXGDP5ESXehMwsXGehNcbw1tsmzUE48TkT7nzjsXRQdVgHkzOKRRCFJ20+XYgsBr0x3z0P3UKlwho8miFP/p9Cq+X/2LBziXYxg7TBdG17jeY3NSagKuZxqrfRDwYZ9rZ1G7N6wfYv2c1Fj68gfu0z3VvgS39OqOYhF+/fYCDexbjh6dPmSyEj/9A7OhRFwEJSgpr8XDnRLS78ohJamT1aYY57b9EtYICsmrKWK2HfRMHIJ+1W+foUJxeMwZDXkWwcejv2RzLhnVGISsuoD85E3WPXgFTtlW1xpFvOyDH/aOYvnUltmqoFbnRq8lEDKtt7SLEOrBa3lcAVVNlj0zzckY6pNs559n7mCAJwBSN7f2J0zzH9oB6HuR2rkqmSC1gla6IyDZ2A6u5/QJkXVUbrk1Dg6Y2RwwRWr+I3ULhlQKdXi7GFqA9ENknI+itSiwFA2UBkYuFBZhOnZhx2lHmYWOLUnbLnHALk9JsQ3qrri6ZQIcmdkh1IHDoKP9zhnqEZFWO15wlGRs54Y71HqalnMBndoZ31WVdTHJmsHESy+zAqsRUdcQ+0HzPQ8CqPLZsjS3SCKcLU2eYXZPehlTVVbXVnPsH0WvNBvypiTEjhCjgq/oQP3YdjBYlzLIjJfHTUgKsAp4o6JYbhb084alUGhEPhMnToA3BI3U77Bv1YRxLkb+wBPV2H8Vz9kRBfN9zNjqbhLfb9h/pL8LYNQdWy2BKu1I4uH07/hIfzBYwHKeH1oaHAtCeWYSGfxxLWvIqXSj+Wv01uj4MFmssjYVffoNPSidAM7Vhf+35DWi/ezeusb8Xw4R2U9GzUiKIuCEMJxcPQ8/nQnquAnmGYtfAOnGsS+lVUjIrhwOrmmdYPfMrzIrWQAMPFCr5A450LwTEvMHmuYMxXmSDqj074ti49shjIR9qnrzKB1UDyqCYuwfcOIA3GKCJDcKDsBe4HxuGCPDI5lMPw5v2QLMyRjZ+cRubN0zFzEjhDJa74NfY1LEisnol5Ox6BJ36H9ofOQvqvRzejTCuaWc0KSv8yFxjtU+z79AphwY6AwH5emg0YXj56jaOXDmMg+HBYjKxHGhVbSwmflbQEqzShuLk8lEY/joKPJQoW/hbrOteCpwmElc2fYOeDykplTtK5GiPBf0/Q4CFrSyB1VWjhqG0t4HJZKVWkcBDWRLAmoXpYsf1wGcWXWsAtDrh/OCqW9nUAlaJJBcWq7cPWKUb+MCs/g4BDlNrEKdHvZJjEajKWAoO8jLGHlNw8BJoq+nxaU79TjqculHSFBfdSEvGpQMqy6YnFxMLMIvQbbODQVXpJR6kt5pBkzWlxJUIkKTLHC+1kL3S1WjhElPVwHPQU9igPHdauANNN5QAJDX20zQdUzSBcBMvF3MLsHWLWL2uuG6J+o8JJYHLzMAq01Wli5xUWs5pPiZJALYllHeFFpMLRaEQuOpqXIQ00VW1eq7X4c3Bxehw/CRum/w9N9pXGYp57YrF+VpyZ/KUAat08lHAC2p4WOFFGRCDEDTDpR+6QYrajjq2AJ8dOY0nrMHVsbjfaDSxJdFp9FGCzxhzx0yBVYVnd1ya0BC3lo5B18dvIaRtKoVJbb9Ct8re0P21CA1+TyKwGvsK+xaNxnAxCRRQHsu7jEGDUollCbPsDc259eiwZ48IrJbDzC8noH3pRFZgfSjOrByDbo8oXRNQJO8QbOlfF9mt5IpiLGGOE5irQY5JXqW7sQcD163FUdozqCpiWJtx6C+Cwc+3jEXTyw9BPE6gNKZ1/RadLABnc2A1MS91R7ncbfF1s89QNr/RAvz8FtatmYIfhbxgyFdkPNa3LYesCTFWeR1Czq1CpwNHWUIsoCwmtxqGVhUFnVVTYJX+xQ3x6eH0iAX9R5rHFfDksuGDXO3xY496yGEFV9dd3okJe7fhADHhuPKY3HE0Pi8poKeG80vQ8o+TeM6g1SIY23Ua2lpcJlgCq8tHDEFpH1qwUnenFg+uJtY/mfPvtK67UgAlkZ00WtdnrDgeWCUsB4jUGNj5KlHGKgsbBA9irKbuEHTNgZVSXVVbX03rG22kWeILuZhaQExmRaxeyvLpihZiLGfK1Ckfkiy8m805DtBVtT1seHirlSBZCbmYDy2e2cVTxbmcZIKgq8pBx0BVKnL/Gvcu00WicZWKTi/ohMvJrGyZ2FX1VglQTSxUObMCqxI4lmp3pGIsrqy3an1USZwGSmSldCFwVdDWT8fkiuEPsXbJPMx49xokCkDF1+9L/Dn0cxT0SfkikTJg1RclvPKjqLfAWDVfyQ2aEDxya4stQyrFwa7v/5yP1if+EoHValjUbww+tgNYjdspEHjIPtsUWHXPPh43RlcEnl3BwnVz8HOEBnq4oYBvO6wf0Qpefy1GqyNHWZIupVs7nPi2A3JLhNG7v+Hz1VvwH6vXDwPaLcXYShwQ/QJ7lozFSEcDq1x5zOz8beLAqu49zqwaaxewyuzDKQSGmiOAVT4aV9ZMQKfbj5muaUBAf+zt1QT+EkJ+9yRmbFqEZdEEYStRtdQErO9ajjFR40tSgVU1cqkLoHqp9hjZpAKySbmmrAGrbcoha0L+z+sQfG4VOscBqyUwsdUotKkowKeWwKrtU35Bv4boX70+apUpgqxW5Yx1uLlmNHo/fAPiFntl6YM/RzaCt2SLkBtYvm4hVgQHIQbu+KjCJPzYojDcTAjLlsDq4uFDUN4BYzzRWYKSWXGy/n5CZ1EiIrjCUZT2N8RUZdLcLl4cDawSSS5aa0C0jjhhiQCrUog7Aav5/QJc3JSOb74jJQCstY4Oqd5qhZxx2YpxmAC0gm47KQehaxXmN7KuqtVOk2xDh/jUKvQOprcqjy0bfcCzCx0KP6XBFadrllod4qB6WUhlKrGcHdTEdKpGOC4ynbo0uGwmnXBiZsp3gta7myIt2KWOiyxcQqhy4okKMiuw6mhdVVuThCATRRcXrrfnSYuJj9YpAVx1jYHFdFVTkeVsj801/25D1y3bcJI97IZW9Rdi0afx/Dp76rD1TEqAVf+8A7Hq05oomcsNnETTNn4R28SJ/xH/XXNyARofOi1KAeTFd93noUdxe75AvIYVwUNzYNUr+yhcHi1IDgTvn4UvT1/CHQYz5kC3xkNR681xzLh6HI+TAqxq3uLPZWMx4IUQik/MzIVfjsMnpZPOWNVe2Igvd+3CRVZPCUzpOBldyluhnhqbwhCG00tHovtTUhYFCuUZjG0D6lllrNLf2YgirQ1HaKxG3cKsaROwRNzj5849HPs710IWostygO7+ZazY/iNmhZKiLWmKNsX+cb1RwoRFagascpUwt317lNLrmW4ou1znFFDqXuL8tRPY+uQmHrHKfPFh6fFY3KGQUPeL29iwdjLmsMxVdkoB8HoEnVmEDofPIIhUbb0bYuynnfFJOaGBpsCqB6oWboMm3tF48uQkdocFMZ1UweMK46sO09A5IXZx5B38Om8SllNYLID8hSZgd48yUJAGLXVxyHP8vX8xxt+9x2QJvD3qYG73QaiZ27izzYHVD7F42FCQxmpaFZqThWsL15ib08ou5Als3XLy7aCgqypI82WE4khglWxDc06UNn6PnCBjlcayllhAHGRg1cybUhtUlRYzus3wJvaYq8U4pcno45kkAAuvdJH5WtBVpcQxcqCyuYuQbZjgfBpN3iolaRkLGZflEm8B6gcKliJwVU17XRcYXHGssVSjjbmuh7C1iudZYp202BYJABAHNxe5iU/rnqXhRACZSwBAIqhqz7DKjMBqaumq2vJJSWNeTmZlaSF2bOdozXL+NT1ddFWtOdXjU/h66QKsZcCNF7o3mIuZn1hLFpT0WTIlwGqRDyZjb+dS8EhK8qxbq1Fn/X6mdQr4YPCXKzCqVALtDotBVIgWHnl8oRDlZIW9jh5Pd89A0/NXBZZg1kE4P7Y+WE6hyCCcWPMNej0njq8SuT2Lo7SnO64HX2Fh4XYzVg2xuL9nMcZcOIOrrImB+LrlDPSrkQCNMDoEMbFZ4OEnAJBS4f/bi3G7dmBXdCR4BKJnk8kYVy9HwmciPhS/z+2PYe8FdDPAvx/2DW2MHIngsVzwc5xc+xV6iExbj2xDcKBnfRTwt98/dOeWo/muA7hj9BMV1PDj1OB4HSKgYUzW+JIDPT+Zi+/qGyOBpsCqOudE3BpVHlreAI3OwM5YcTYyaHBry0R0uf2Y6QlzykZYP6wPyhBD9s1d7Nm1CLNevGSAp0e23tjVpzFyJZi8SocH279B2/+esf1UVu9PMK1VZ9QuLoTnmwKrVbFj4mgUoQ01RQv99xsG7dyJcxCiqrw86mN6p/6oX9Ca/XiE/bURYw/twzmjP6vhBl/OA2poEcnHgHrdeF9XpfoSrGhmfDmS/sAqDSvCMOSjlvVxQuu6YJ+02KHbP1bpyThd1bRgZSStacl+2lHAKo08rR6I1NJlDg/pytsmsErTLYGqbPhznAysGnUhA8fE/yS7Z+38oXRI9WZXGvK0ZGI2MbMnAUAqttdwfvvQei/oP8p3d+ZDgOnUpXKosvk7GTOTGEDO7zp2zhiOe4xpZqpIu865r1Np4We+IyZkkrvS1AfINrGpkKwqIU8j36EkaMRelfvD0lISQObMCXcoYzbtAe1NcJHZgFUWGpeKkRW2xhf5jrtC0JiXx5YRwCT+TzqgErjqrGu604CqZK8nf+G7ZT9jORMO9Ub3BnOcAlgtWmIitrcrjSyeSfDwlycwaNEiHGS3QEp8VHku1rTJY2MYafF4/xYsuHQOVzUalCg3EvPalQThqxxnMANWB+L82AYCsMpsdhyj16zGvpgos8RfAOfWDqfskQIAEPXPNgzftQ1HGZaiQMOaC7GseXbr7eWjcPrXQRj/zhe5/UqiYbkW6NWwALv4xru72L7pZ3z3ivRf3VExbzcs6tME/hZJjIyqfnIYg5YsxUHxnypUmI8dHUxojlbbwQU/w4k1X6PnO0FpNsnAasxbHFs3CyMfPEKY3VtVNSoX6o+FXesjIC6plCmw6hP4Df4ZVgVavZ6dr0wLj1d/zEG78/8y3VaVW2Ms6d0bVQIJ7NTi5e/T0eHSLQjc3XKY3n08mhVOoHGh/+L7n2bjN/ERn6zdsWvwp8gpgvOmwGodbP1mED6QtFMNGjz/czGGnD2Lh+Lvvb0/x7JuX6A0tce48BE4s3gYBr8Wmbt22it/vtHY2qMqPOMuJcJxce0U9H/wXPTXtGesUtNlvdWEO5DWLQXnfIQr2v9pKFmV0V2Fna7otI85BlglsgrPmKoUKcl8XNyRWQVW6RGaNvVG6LksBSD4CGPVMdukXaGtBTHr3ONuE5Ow2Ui7Zqbbm5h9VM4fAsZAVZaq3PlupdKt86SwGJEZRfNTWnm3BG57qumQKgNA1nyA7nNIboNkN5y1EDshPQAOZ7WHyd48DXRVbdmBlisJXHUFW6V1G2lskX1ovkvlHBLJ+jQ6n0qXFfZUkJmAVbZH1qcNA9zWvOxJ87I9HZMJn6EEcW5K57QOk45Io+iBRLv+yVlMWvYzllJCEqcCVidjd6dSRuBQol8CaIJxasMcjLj/gGnG+rlXxejmQ/BlpThINL6Sp8cwbMli/C7+S768I3Fg4IfwYAk8DXi2ZyY+jWOsmgGrBi1eHlqCvqdO4qZ5s9za4bSdwCp0r7Bx9kh8FymcJr29W2Fz384obYX9qb26B8O3rsdBniBYX5TKNwDbBlaDhNe9/m0c6l16ICbWCkS/pjPx9Uc2aJcRb3B21/8w9uZNvGRvzo3BreZiVDURGUzI1EFPcWrtOPQwAlaPDaqPQHv1Om9uQau120SWLr3ID0VV1mnJ0bogkX1Mz+XD+C4/oU8Z6XRgCqx6Bn6HC4PLMgkAi8LH4t7O2ehy9QZjwirV9bGwV3/UkHDk29vQedMO3GA/dEetMl9jdtNS8LH2TZpw3N6/ECP/vSy2TY2qFWdjeatcca81AVa5etg8dgBKxgHCAHTBOL5iAka9DInTu8+evRe2DWyCHMZd8PIUvlmyEPvFmjl4IL/K2zKVmyEWoYYIhIjP+bjXwri2g9H8A2nTHo7za6dgUBywWgOrxwyLB3vtGFqOekRgZlJtaXXKc1TL06Iensk+OlMEZUbSVTXuQUcAq6SrGqU1IEZn6c1WgVUCVXVmlGQZWBW6RWKqpjU0RtOQj4qywjo3eywtph8rKydj1RHz0JkmJeN2CokKeNBglJcU0x4UwrjtZ0Y5ysekMUwABx1S5WRWZv0i8qrdFIIsAGVedrYSr/8oc8DN+4aFqYg6funVbySP56Fw3nk5vezC3suBZd5WO6EYrT3Jqsxtl5mA1bTSVbXln0xjnnTCXVBjPq3GnEqpdLoLQWL/ONUloBMBq78sm4KZAhESOUjzs0NdFMxigCHGClhGkRCU1IokSY0vfR8dxfDly7EfeuihQKBvE0xt0hL1S+eASk+RYhw0Ty9h+6GV+P5NkAhEeqN9w18ws6EPKAEm0WZe7J1lG1ilBoY+wOZVP2P221cINXbopACrFDa+bza6n/1HBPU8UCJ7K/zYrRVKESZKZz3eAEPINSxd/zPmhkWJO7IC6FxnHKZ+aiTZcHcXvli9ERfEtmRRV8CABn3Qr4o/6JKB/VDBQf/uMS6e/Q0zr17Ef7wOBnD4IP9ArOhcH7ntkdZlyavGxTFWFR5fYFv31qiUVwE+2piKJTZEoYTCgxY64f9/vW0s6lx6KITkK6ri+1ZD0C6/HlGx9C/xReXuBcXdDej0xwFcExfLapXmY0sHiYFsCqwqPLvi2OjP4BejZdFLHCWx4w3QR4fj3av/sPXgGqyMoKB5wM29GdYO6oqSUrKs6OfYs2YuZr16JcgBKAqiaek26FujHHL7u1PYBomiA5EheHZpOyaePYWrvI6Rq7J4NsDUL/qZhPInCqzS94Q8xLY1UzHtvSR6EIAv60/A2Poiqm6IwaPf52PAxctMYiK7Vz0Mq/0ZPinmB10s9ZtYCIij/VX0BUzbsAJ/sEONGyqU/QFr2uVnD+kNYbiwbiqGPJQYq0Uwsef3+DSbHgYSeTYrnEoJzp0Q0FSYqcVqZWlDc9sK5xda1+PB51SwfxKqlGT5DGnJIkxC+1LyaEqBVeotSlYVQ8m8GKZjeja2AFZpnBGoas6gkIHVeKZqWoOqkgPRIYw20nSrIRdLCzBdPwKAnMw8TDpC1FWlVjtZ89LVlQT9R0CfzkmHaN9ESUFcQvcwjXuMyZEoCVx1rvBKOgRJGodpbBKnfx0bVwYemvRarKR9P4XecRw8XEgHOy07l5ZyWtdJ79lpShJ0VY3bnFmAVZpzmDxCOneZNC/TxUU6N8VpXFdqiHRMZXqrqQEQJOOL2UGVmKrpPCebNP3JGYxfOh+rGK7ljR4N52DGx47RWA0+9AsaHj2N1wQWqOpgbb+haFTAhuGe3MD8FZMxM1b6e17U9S+GD7yts445pQeyeAWgeJ7KaFwn0Mj/DXi2ewGGXvgrjhXJwQ/VA0uhuIc7YiNe41LQLdyPa4YKpXN1xIIeLVEojqFIjNV4jVX3LANw8euG8VIA4m/5239gyNrVOGD8SerWOP1dJ+SWmn13Kz5bvR232DO+6Nt2OcZVNhqtsUE4sHgMRr6JhIY9w8FXkQcVc36AEl4K6EJvYH/IK7wx0tEMCBiA3/s3RHbjPFe8Hu8OL0KX4ydxV2yPAl4o6lUElQMC4QsDYmIjcO/NZZzXa0VgjkN2dUmM7jgZX5SycwYJeoaTG8aj52sJEMyJ6tmLo4KfDXaswgPZfWqjzxfFoXx9A2vX/4ip70LBwwf1Sg7Dwq6V4WFrfPLRuLZpJvpdu858KHf29ljUrSPKs5D5MOyd3hvDw6XB5IWaBT+Eca4yQ+RjnAt+jWBDDEKhE8BcZEO1ov2xoEsFEHYYV+7sw+CNm3AWBtE2Cvgo8qNu/qKQRsObNxdxKjqUga9UFHBD3Wqz8fNnpjH8dgGrhHVf3YTRu/fhqKi146msi2UjB6Is+WHIdfxv+Y9YHhnNLgNKF/sWqzuVgZtNEj6PB+uGoM19SmEFeHi3wYZe7VE4O+WsCMU/6yZh2OPXcYCsf5YGaJLV+lhUqX2RPX8tfP5hfqMo2WRMeNZ+QvpCoGRNcoSgdYuKyazEexUHWT2J1ZDSK89k+ShhVUaSAJAMkRJglWxDeWCitbbJYPHAKunUUXgTR7qqliWzA6tpqaua0CggzToW9s7WYDsXwyQOK1d9nKzBQk/F8Epn+Q4GqlJjnGpHnf7WYWNK1FV1hrMG+Q7LuCwPKxPnYGQHlsxKYNc5QzIrQVdVWNicwXfSfzQZt4Bn2abTKllVYt9OvsMuLpwF4UiswWn8d5pviBXuFIxwUas4OfkDMwOwml66qrZcknyHxhXprbItYRr7rrO/Tkpmld5rulPpqhp32uMj6L9oCfawf/NGj0bzMKNJNod0a+ifC1DvyCkGigEVsXTgeLSwmqQH0Dy+gXXbf8bEt++tnj+tN8gNJXN+gSX9PkM+41BrPgY3Ns/EqOs340BG679XIo9HPczt2x81TLAxHi/2TMcnohQA59ET175ragGsUp2P1o9Hz5v38ER6AdcUJ6f2RF4JLLyzFnXW7IsLG+/Yaj2mVzMbpREvsX/VdxjyKnHV0ZxZ22FFjw4oazVZlB4Pt81Fv8sX8SDRHlQgq6IsxrT/Cp3KJyTGalZRyHOc3Dkfw+4/EjVJE30R0y1d980k1Lj2P3Tefwb/6jXQI4DJD4yuYdxxlnXp/l2Dz7fuZZILauREs8bz8FMj+k0YtkzuhW/igPjE2+EOHxQr3BeLO1SHrxV1CM3lbRiyawfOJ14VY4XWKjcR81sXjZt7pZ/ZC6xCp8X1tYPx5RNB3ZW+sEbp8ZjfpiQ8rq9Cy52HRL9SoFHD1fixbsJSDbGXfsOYPdtxCgpkdSuNNjX6o3/97NAbwnF2+WiMfi1Bwol/oNKjJdYN6ohCVuyU+K8Tf0JOZpWwjdI7mRVdHutEXdXEe9P1nkgOsCqliCPCSqRWAJ1tlThglQ6nGlgHVenHmR1YJRumQ54Cq/3mSQl3GANI3kabG4gldqBkVk5CWxV0VQ0Z8tYnJdMpA8OSyYxKyXsT+i0D5lViMqvUeomL1kv9Jeit0m2zkH05PQvTf+QFQXW5mFqAAh41emG9YrfN6dtVrHECMC8ks5KLpQWkdStdkTExCRwJ8ienZHRglcYTY3Akxzip+BuO5+GtVrJIHXl0mRqaXQoqOKiJ1ZtOxqE2xLGcU9EPklX1qzvYtn09Nrx9A2SthV5Nu6BlScdQfPlbh/HT/kPY8R4o5N8AE9o1Rcl4Kcq45pJEVmzQc/x9dB9W3L6NZzHR0HFKqBUqxua3VjjODd4eefFh0U8xsFUJqK08p7/+J2b/sTIZUjsAACAASURBVAObQkMQw3h/AhOLcjd7KIuhY8U26FuvEgKt5IvSXdmHeUeP4kikBwqVGIIlHfJab8ibBzj0x1qsfPIO73gvFMzbDcv6lI2Pog6/gTmLVuNURDQ8vAthWM/R+CjASlXR73HtxCHsuHYCu96/RTg4MXqehxZqFPGriY7l6qFdnXLImoieqebmBew9fxxb713EPwYDlOBYe+K/vTBalG6J/g1qoEBgEvs6Ngw3j+3Dqn8v4WZMBGJAEloq2+u6whM5PT/G/NENoT2xBrP+fYK3Gh2Ubo3x88h68ElsTPKROLtoPtaEhUOv8kPJSr0wupFgwKebJmHs7dd4RZMyp4KHQmWiOc3zWsQY9DDAAwX8K+CT8g3RuFJ+eCYEFr56jPPnDmHT9bM4rZFYuUb9xeVC3YKN0KlGPVQt6WN1wg3f1At1bksJp8pg44QJKG1dRhZ4fQVL1/+CReFRLOFaNmU+9Gw9HU3D92Lx33/jvwgdcgXWwPBO7VDYN5ERHvEOF39fjNUvDFC7+6NwkTbo3dgf4KPx5M91+OW/O3geG8MkMtz+z967xkyzZXd9q6q6++nn+t7OOXOxZzwYM+YShGNHkSUC4RIpCgmxAYMgoEyCFIJEIgLEEQkITOQPRBEJ+ZQokSD5kATGgz0Gh0gJdogjAskEAzIzwQbiMZ45M2fOeS/nufW1qqLf2lXP091V3V3Vdem67A2vZjxPdV3WXmvttf97rf9yh6k2wxMGgyt555O/Wf79f+U75VlM4nuQc9n1I7iMqS7dpwClP7g1N2Q9P0Yhkza7hf6iaYFOiTN3KLAaho7czH3l19+luQ/A6pzsHyS5RdH7DKwei1d1mx5pt26aWfFfrGNKiIlGOyP3uOBqDBwSNBreJjtWJWA2G/Xzqu6bhRjgoIQQVOrYAOK+96377zEf7TGTDy2oun3WsSuAsRTqrLpVJemXo3XrGMHi0T8+wwvE69ax0LGi1QNdBlYND7ipsGjiUC5j28xq69QMlH+fZIT6Z69xvKqbIrhbyPJ+LuH4TIaXJQvoZiaTqcjo7ES8lGpx3cQHoVJlOYtAFm8mslhyNLhnAMoMx3J6NSR5cPu4n8vk1bVc3050XYRwdHh6IVdPLuX0ygPLSh+8wM1EZktPTq5OxFlJFky822wpy5upzIKhnF6diLtaos/dr2cyu12Ke34qwyc7gMzomTfvv5TreWB8jeOKN7yQt955IiPmJuv0zAPxX7+Wb7y+V0ogvZXjyPDkXC6eXMn5k8ED7+k+USf+vgzFf30v8wWgJcPd/l7eSE4vxuIBBi8D8T+cyHTpyenlWNzdyaqPj5364l/fycI7lfGTob43/ng2Xcjk1Y1MtfHatgEH6VBOrsZmXrLIjyqo61u5fn0r97OYNoGmV2M5vXwiT56Oduvc7Fq+9uUPJQgdcQcfkY99256mYPf38urnvyHXC0fOn70lb3/TuX5gcD2T5cKRIfq3qVPbPnexFP96KvfhiQzOPQljQHcZSICOzja75yRvhF2dXI7EyZHInFuHIrbgBz5Ro6D5b9PhX3AMZMDn+j5S6WrgDW1KFmFFn34YsGp4VWfKq7r7xRRYhXtksWcp6yuw2jRQNZ5OTiGhBIBX1I5NCYSNaGalHZUtqJqqnmQb7kqlP6ZOm8xMuIyPn5l5TDlsezZlp8in1jgoWsiU+4euynt3Xk2UXLXvFGdGaSZvtY866O6sVArMQ7dx0B26/yO4jI/RoFKBQwCOAorTZWBVMw4LyKYOzeUwWZsM1vGwFj6DZlYcCNbpe2LqCBsGJhUGKh/oappuV7w5oGTDzf8oFvlgS3TIqsmwDK0GjWM62FWnhFnUwwoatbVAYQ0lQNy2qYSP79gtkA9Yj6PctNWPRcSr2nVnlw9YVdRf5n4gt/NsVZLO//CF/ykkW3WzWdXmFPYRWKV4hCzeelQ6v9FYvtUtMosyDbWZVVRLVNOa//BCZClAAaBBWf6p7ewvsKWimVF1CAdOyNOBKa+041ECWloZl3V7NQPPmjVmTlOb6pOPqSt6WAHofMyX2PNszAm/rFQ2DX7PY76agmN1omNRNiaZTUVGV4FV1vImZoBvzpVS2cQ0UUUmsoO/1XXLoYqpvmZWjeVVbcD8GtlQWWE2rW0YcfVSMS/Zhi/N/o5rM+e4UWZs9t/nvRLZs04BqgLM27EuASQyJzOYmdgH6jREeJZvdfdEKLiqzb6q1XcO1udLkZow3KNqXx5gFQSQ0Ph6GughYJbVyvlvv/BjIQ5qX8lrH4HVJvGqpmmhBtKuyVy129SkhADFFFytsfYU12ca67TjxLBu76YBtb+dy7nu99n1PDpwkplpGFKyuNMmvX2174I0tIle3DSlYvmQ+U1pVVzWVu3XtenuJtgCTI15Vdvw9vCEk5lprSo5W5iS4VCvAXNQDvBymsB1EVg1HOntyZAn5qGZFcuWta2UmFApoqqvtoipI6KG321wybW+IwcVdFZmXW9LbKX2ZDNXt+qJzmPFcSC+GFDV73qt8gHWaCqWQt1ftW3E4KFJmbAr1+r81UEJEPOqak+GtinPAe+bB1iFmOZmGmjSStbh/Pkv/JjJbd3jEPsGrCJD9U8N1zKTPQYZe8NfNKtGlnyd4cw0G406RnyiaikAktJGNgqqtmjdPx24tQLzdehoKc+INkTnQwMAVb05sryq22aN81TKVOBIb8/AHUMJYJet9DlDLkOvek5IuA3LAg67BqzG1BptWq/QJuVbtba11Rl6LgeC1YKrjedVPeJSgb9hvYozDquOHcr7VLNPrj53rLw3rvtOVYKr6M3CD2TutynSqWcGtBIwEJkH7Uzo0TPkiBag8aBLPVO69hQDrsITXv7mmYQVeK3jQ8A+IElZgVWg0ckykPtFkCt50QCrGUZfgFXNOIwygDIJJoPsqr4E/nU2qXAf7gPIq36XJt6frDo2GnWUdRueOqAOO1YloIAzJactO01lHs+GAPN2RtM0mk386bC6TWp8QGF5VdP9iR5WROBYW9ar+EvQnRPXgqvbVgoOA5VDvQrXQ6VgTK1RkuJ0DVhtA69qqu6EoaHbGLhK21KF+rQ1utFcCUc0axWAtYphaKDak+VchQy23dNwzprDnNaOiBOyzZ9QpeydCvhWtalOAKgKcGglvzl/MehsDiuq8WtV6oy5d2hK3ivOeq7+O6p5ArP60OyrpEfE3PoLKABKumcbbpMFWCVTlUQww6sKppNdQhZY3dCCGFTNkfV7dD1iunFIZ5Tmxm9jndPDvKh8FFyt1mmb7B+76KcZhFn42ykbFrMLusrYc4tUXwdlAryQRj7ZF58sjhNzwqYsr+qmtEwADUcdDUDaaVlQ2YiM9CQ+izb07BrHyIe1PUdMl01IEcBRZjZml4DV1oKq0exbvtXdZqClpxWAq9Dq06S8TLvKZtDNv+qRV7X577rvDS3f6j77MnyrZcTM8QHgzPKqpgodOQM4d4V2xICrbQaI93mPw/+O34naxkQpgIffS5Od/Ghf3tYNxIGfvw9YNdVKplnVIawjFlhdmZg2gqoPOCrgoThyqWmr+6kdDtTH1v6MVHq4VkcxKWTJX6INmQLSxe1Ig4DmS8Or2jr5RBzw6A7APA0w7HiUQMyRBt+q8vqVLB/N/gma20DwmLpgeFXbwVe8S05j19EMO2tZSSlhToCrbsnIcxV21RVgVddy/D7/pWR/Vqe/UBokOOZL1p06v6HKZ7FWDb3yqi1ss6rds6XNqlp8CLj5dehPz/CITOYYr+Nh1MyqqPvRpjo+HIdtSnfKJKrCFxkAiMN1DKsjERQVBS1edwtP6p4bsAeFEqDobBPezBfZutxX/U11338fsMqe83ZBhnwo7gGStsBqNKMxBUAbeFW3KaFmKbiunJFcZx3TupiUE9I0I6IErKhTWr05DooSDEsBkNTMOEuhCxkc4wGb1PI2YnUvJlU+j+AZcBUAqCzbAtgw2Zj29DrtsGLWAVCV7zI84Y4M7ZqVaqLahNEzXc0Ljyibjs1Y2aBAF4BVs1HtTsYhhQTQbdhmVumW4+ihTjlrumY5dwg4LOxr4htElCMAq8bnlODHSnu5IjdiT/GYmVnkTl38bSybIsuWNtXxfeVWtSMpAQOqmlLlztiVY8CsUuKdTiqNoUwocmChlCxL07S0K944z1TvAlapkJwuQ5mw+VSryi8hC6xGs4EI+Vf2ZiPPZJdxbdwUhAw7O5ISMABQeaWnmk7/sLBZia9KIJZNnm56TZZgzLdqSlWa/KbHeTeSweF6dktoFKegasQDeZyvae5TY15Vsuq6MgYRuKpl73YkJFAW32rMqVXFQVcXgFVi6Spkc0yV1mZWHCgf8yUa/GxPm5sW8ztsULuUjVnmdGlmlPYeKPOux78XYJYbBTsd+7TyhOscfmiBTGdLk6kaNzor78Xaf6dHXtX2f0vaFxg+0WJ+uZuSMWBonLma9xs1BvRDWfa4B9w2YNX4nFCbVT1yOefXQQusrjSr6sqZGLjGRZSZmdfoOn99GMrAc+SkpGZWVGD4EGvZsSYBpdWA/9E3hxX5XVMzBRoD80U3Ys38usPfKt5YnHhkzZvM1UOH8qo+2NXh9zn0+U3+HTk/2lW5gy5nGGXXFVCdJk9d4XcrBK5GThie66oAjrYDq4ZXtUurlVE5PKg2GUSBOrQWFzao6AZF+VYtBcD2mTBNh1rerGqXolEJ59qs1W0iwvdACaB+J2coh97MLa9qqmiVV5VO7h1H9MuuLi1rzWjCfeChNZm9+d4GUJV9eeuzCPN99trV24BVSv8BVckEPyRTNX6IBVY1U9URv2NaBkfJOaW5eVezAsrapp/ScAcAqAgnJBtUQFWCx5y+rU2iOuhdlaeuI6XKmwIYAsy7TmVdhQ8SeEN+ZJqm8O8w2+KUMAgdXdjsSEpAS+MqKONugqzRHcDVcZzybJ3q2rSwlEOhflAzq6gct8qKyjYDq4Yjvbt7DaWTcM26Zc0q6e2MbXkG/MkhIK0e8LuX5VzWekAnd8CfsCv8jymCWc1c5c82clkXEh4nzFnlRRXgdOnbZsBbDFE5Z9l4qrLlcFhlGXZN98Efs3aZL+zudx4qTj0UxLYyeh3iPygA+t5jOwmsGv5vQFUFnQuO3gOrJP6UIMeC01DNzwmiTw8EOKp5oybdNdTyODIP87pr5eNd4VW1Ln99XrvEq7pNY+GE5F8RYL5J1lDmu5CfMBrQGCS/bZEBTsDY94U/bT60TKWjhxXx96ru2IY7W82RTYY5tMhnsdgVXGxVjrYCq4Zao/3NqvbNLboz9lw9vLAjKYFDmlmhN1UeVrR5nkxlRffXcgVWcciRU67Wy7ZPI9TdrMhn3xcQ+018X3w/yAgX7btjt/5umsB1jFc1dYpM80hiQlWf3Dv1bs37tq+B9TFL1mrMq2p7wIlsAqtU1wKq0mS7eFswkV4Cq/HCp+XKHT5hZEGD85CuwhYA2nBLyo9E0xRP4IbMs9fQUmXbrCrh52O74rS5K7yq2xYzBYA8R0YldhXuUhjAYk+zLz1tzogCPfI/dq8ct+jcdpFXdZdtAQBRvmxHUgLa7R0DyygfmGoWNRxWtBVY7SKv6lbbckTOIhqkjOrTGxPEx1J6OsjYzMryqm5XDdN0qPwGeU1WxjjOscBq+iwhHy2w3eN4pstAu9w/chw2edbrfTc9rABw7pOSARxGnKL1SrsdTzN8q7vBVaVkWUY0UH3SnS1T+AismjVqsjANq1i3yoiLegmsIuuuNKvaZ/o0LIBbSzsul6Ex+x7Ysr9DO0and8DVfSP2R4ES8VvvtCkvJMLC7/ckoNYMoEG0EdunPD38O7Y1Xsmu2wWwmsMK0wjOjnUJxHb12FW5+xJi3bINd7bPc2a+Vbq/1tQ4po3AquFV7b49rX5hzLeaIeTpl2Cirx1oA8bd+VG6UY3443sppD0fPfUD03F6H4rWJeEp36rhkuiZS8k0iyZzdXsWCzKDPmzm+3Z/lSJRrVha0sgrk7g7d5FtZrVtSg0f6FZwVWNAY1vWMRkZxsAqsCq8qgCrZVae9BJY1Y1qhzNVN80PvtVTAKA+BTmZl5VQhq6r2YeZ0ukjULWna9tOqXaZV3XbhwPIkxVO9rMtVUlKCU5IwGeNqbf4HzITDKia2Wh7daF2f8Xv9Oir0RiSMrEtex6YPvFDj6ZEOw5MlVe1vsOKtgGrWhrXJ6OK1SgMtXmnUtn0yKfk+dSh5+manjZi6ghbUpkuH9YqNqu71vw8c9GWa+Mi0jgzsy3vXed7qr9JMSxDrUbm2KJXcU4e2c+iw4o8v+nStTGbhI0I02dV+VY1I3wdnSBZZb409IV2vV8HVkmQu5nRrKpcS+klsNqXbNVVVYG3juwxbXxhx5oETMOd/ZyQlgJg+0aDk7C6MqOapr4Dz5RX9io7I+MkYFts4AGBNuUTl3qZJnBm4bdjVQIGTIVMvas84LvmW/1y1HDH6kW6BLCtbQBQHbyqq2/VJmAVu1r2OOMQ2yIepKGVjQjXbYtlCM7MYQrNjyZlkP1T8kasK/4NiiwoAPq+hTfgqh2rEljzMxuZq8SANKta2tOKVKVhb7XoW2nFpiSiM2TTzMquWmmK4jrhGsajlCwLm6m6KauvX78UDsJuZ4HygEtYrkb1Clhloes6r+q2pTxuCmJKc61T2pSTNgVxDbiaNkxAHROG24BpHf5ho1FuKn2bJBwD8ycDe5aauthDRzJ0lL9uTW+U99Gxzaq2KHvMq9rnCh7WLQXm7ZqVqiXb+FbZnxoe8Po8aVuAVS05DWwnd3SHjPAcdL31KVMDngQdwCrfqu4dIlC1RrNqgCSyvQLZP9pcUXvO9HuP8dCwqUeVkdm0xFyl+hHpCPoCb+jc7+Px8X6pEf+RrWqRenNeYzhFywXC9s9CO65QIhKHBDrTNBBeVaVkacfr1/aWX7/+oHRe1bVDpD//hR/LFCN84sk7tX10VQ/qY6bqqizhrYtLwIyXtua2Jh9tCpLkWzUBteVV3WaXlJsqf0tPh2a4kAE0dG0GUKoOmFPUM4BnylTi7rnoTU38j21UTe3+ag+b1bZiAKiN81j1OwOMUXERL+ePTeCqfvL6/dsCrPaRV3WbJsDSQqO4LefJ9SpQA5/mqWxMw52YOsJWViQnysjGdCt/AM4aOJ91vpJtZrVb2jFlAlmqZKv2dwexXU74GkDVOg9I67SRQ59l+Va3Sy5uZqXJTlAAWKQnIaxfeP2+3Mw5rKgGA+tFxmrssPvEq7rN7JS3Lm5mdahX6/DvBpSeRg13YpPTLIUwsDD0xrxrBjgBdU+aVe1TewCgsyHAfDXOet/zm/x3JELDHbieH/xx6OiBhQ2oN2fOAKqaVdfkSa3t3UIZOK6M3Ww82LW9VoMeNNCsXvNCdfKqroqgDcCqcjlb2pE1zR15IieuqbawK9ejaHRD6pisVZZ0+HgtwJHi9MiMolQ5CHufqbopHXOGvE4LUNTGDo2XDnnuoc/KujSyq5osm9+sqgw5GPlnnwWtWFoGWtFlx4YEEOMh8XGUqBCEQaF9RxlTErmG3FP7oA071EIpAOa79QYJFNp9FU76IOs4uz2kCYp5OMQ6vvL6fSHucTRto/zRC2AVsbFBtYUGRoEoqwTgsHyrSYOKAaC4rFspADgxzLUklm+oTbwjsqFJQRmLTBO/75B3Ajw8G0IhfvzRxJNK5fXz2KA6WqpsdSepJ8ybllQeX4Ua9QYjV+TEIev5uK91SCBX9RsjEqWxUeCwmjfcd9fbycuqPzPT/S9OX6ReZzjSLTi2KRylsqHsPcrM3Pz7vnnPNCklXVSWauf5JlO17KytVcXeo14HZrbPeb54ZbIyBBFmc+tYCoAUHQfA4YDU6Es8B4fN/4Ez+Dj3eZU2fs0MOpDucHcbfZwBDgXk/pHpop23iTn99z+rQVc4rkmqK/75Dfqo4q8C7chkcViWc6wHh9KV8PuigCAbxEPv8+jL0/0IqgJ3KAlhWxuWH+aCik9c2Xc40Dd9+eU3ZDzwVipMyxVIZmC1bHnUeT8A1R5XKidEjQqduI5cjcgAqgaxr3N+y34W8gF4prySdPpWLshlCyXlflM/7DUFQJqI0R0oAc4BOQo2BlmLxXPOJzobsiPMG0xv7KlyPnbj8s3FygQk5yNX48S8r1Y4ttQNYLG7KH9cAaEgga3IYCQQgkZA1WJvWuAlG/pT8n44DIw38QdNhAJrqn0HfeVhv1p9VKQ9OW/E5mrfT8g5jNxO8ttK0H3V3b1vsV+s5juKWFH0jIdshX2SMddzoEzcYwsKknO0K4s3m3T3z3sZc25isaK6k28VMMBhqOAz3H52rEsAibia1WsbeK5KhnWGEvcFJId2rEkgPjyegjpbm9qtHVHMY1XISICD4/u5L/MgsBnyG0pBH5jbmWnKxBi5rkD3Y00saT3sRU8HnjZ/LZ47u7EmZuJYLXLQFgVC+UIZ85IPpwKHxjKm2ZflqUvxyKZxgdlo7Auc9/09i8M3KdeH3ekh3ftAPeCpWnLMjfZ5mAjNIoAGXI3RH6PG+d8/3kQWOeEy5Wf5n62/ijYFB/16R5q9ds3FIZWxz8miQC26BpHEXGOxJ6v/9Q/xuOtvmRf43PqNMZYUgZIAvtCR1L1JNTZwkCU8fJq6kAKTacCp3eNk4MjYMwT9dpg5i7MNJ35Y+JC0mAY0cUbMF00Dsg5FTl2JqlGs/qzOFjHPmedo3GMl8ygZpUfQ3ih2Md+0biRCiTsg2dDFL9sGlWkeEIvyoJOI1qxDs8Ga6F3zv1PUOMYPlB/TJmYkJYhN3S/XuUP7rTO7tSyMMlcP2ILmV98G/0IzVZfGrux4lIAm0ojIZB7K9cRU2DI0ic5yqG9VFTJ6TwZe6dXbzn/81//ynn2Gye4wwFL+7MaHdGftrZA/nI1Btfwcs2YLC3D4fJz/uX0wWk5+6ms6dNygPc9mWrUl2mxcDmlcEL97nrukh5+59arII+MEo0NX421TFhnj2dCRMQ2Jcn9Ud3+AyDSTF76x7n7mQV9msjBDmQcmG/yc00IrpIQs8TcXQ1dGdhP/IBvigJtlEJW5W6VZUxq6ccPJGx2Enbmr4KGV1aqsBk6oTfTg6+37iLM/LZdzuiagIXCHKmWNdqI2GUDsKexISsDw0dIiN+r63lshhdrlfqbAYZEAvpsC5CAHcAxwdXVYYHXHfJO1qhVo3dSJrF819QPNVrWbq3WJsZbPlyJvpkEC02G5sgeC6RqGObHPgmO+zEQW54/9+I922lQpjbsauXI5ssHQqmqx4NumQ9vd+XJpMqPGA0ezXAy4ase6BBy5HLrK7Wety8Q8BIvwztqRlADAKhUqsXTOATgAD63yrONkUaOv86Gj5ac2iiS7BUC+9/uKVLcC0xiHORIR8UO0AXA41gwy64k2JYBNXQxMdm/fh23ItE0DTAPBGFQ1Ptgclp56ntWdLWIDHBt6g16blR8E2pCJslw7NgAgEc1U3RYjW3B1u8YArPJPd1t9AuyjBCEOKwDkq+KQb62tRg2kr6eBTFm0UgZNuam4yJ8a2VqpZHvxKHnsxDN8q2WBq50HVpEue9O3xmziNW2294P1fhmsl2H0XigrAvApN12pNDhXvtX9LAJ9lCGchxdDTzzlKen3iE/i+y2F5NfHSz1Zdcgo1hPcMY2+ADr6rjtpOkOzprOhKwRFfR4z3aiSNdZvOSR0QKmOQpkENI5ZbagAF63IuetqsGjHugSQCLZ1qXQk/ZUOmar2DDB9/gn/OCRN0COEhuf51Ou37uyyGrhWB57JXO3biHlVl1AA9O3j93yvVnNRxq20bOkXW2B1jxB7mrm6jJpVkQxmw8BIR6IKJfCcmxmZvNCObNcfYkH+9Tjk2SocAFUoEwYkI5Tgt3sBrCInunV/5BQuhX4nAGF4lCnbU58tAXUAPYLJjIoNjKwfKAHQITuSEgAYAwBiw9HXweI28TlNjfPG+iqJ5HezxViGjtD9dVNDAA3JXLUAULq+cBiIbfUVAOIA/m7hR5xR/fUv27wJPifYyEOI2ZVHjqNN9BTi6LFvTpOd64Ra0g242sfBwbE2rOrjx+/9ZrLjaSCY7m/4X7EpwFVrVuvCVOo3B75VaH6o9OqPz+bbtVlVsBvg2Kt+Hb0AmwJYzXKY0ye9yTvdId12euS42VvdL32l17DjUQJxvwcaVQGs7kuQxxOzz2LP1R+vnF1jwC/IXC0jkaU3wCriPR2IvBj3m9cPUHW9sU52xev6lQo6+8nTVNYwSI4vhgSMPVrRckw4XKt9zeJgQSNotHa1suivtIkiHKKMe9uAbxXeQ1NQYJf8VTmxLwVcJWu+b7t47Oo240Ysh6tq/6V66hfIInSUWmOXzQydUMFDa1fJadesXhrF9ezUgjgHCgAbySR1glauMx9QdfdhhBOGWmlBlosd6RIYep44B/TlaJs8TVNcUWo1gFXbrCo5g4Cpd4vsZdwWWN1hBWStimk63eloOaKUncx95SvO32enbZ4k5/uSzDMPFVTd5CvedifTdNrSIG2TD6DqeOCpXRWJmXsFrLLgPR27ygvZs1ha9QjOH8AfG1CnmFUEqm479UFmJwoAGWoJO1YkEMJNYsqWAcn6JB7Lq5puCbGP4T8BVf0dQSD6YmyrXALxrtioUiYM6F7Zn008fphGBYAcfQOU9+ptGIovjkwQkopnu8dl+wVweGYBoFSx0szqatAvug0OAU3JYJ9W6r1WZWJkeg9gV3syLU1TXvyyq4fudqSA1FEzq66DZGFItpgj94ulbVaVvrWSW0DVnHvPrutNMZ8RNbMqdpNG/1r3VjGvqvrkRr9u7S9HZe2be9/EyDkGmZkcClocI2XN0qxeV/daIBmHHl70Dlj1XEeej105HfQLAIL7B1B1X7p4Dvvs1KW+b4DnXQO/TjOrseVbTRWT57gKAAGu9mGgLdhUMR9liQAAIABJREFUnOHSH9hr/+wiG7J+TAOQ/dfHnSvxy8XOCvc/q41XcJJKxnwZZSpN/35AH3jYAFZD0hT64U4yT4vy+IGp7k3hMByRnL+fe27UCC3zY3pxIaEzwNjTUTncWk0WGmCgHzqZ/HGTv6Oqd4OyRpvq5ABKWfOp1OlJyJNb9PCtetpEr7tOHLu6X/jat8KOpAQmPjHyYfQIXdabwroSZa4Wvk9DbwCv6t3ct7SFG/NDfMy/NxNfm1Xl7WOmVDYRuNpht3ywVhMJjjyacpsd/SErV6+A1VjSQ1cUXCVLqg9DAaCI/7EP35v3GwPfAGT7hvZddgikKQGDP4pf7P/dvvt26e+c9mgWRw9QRkBDNmIAHXY8SiCWBpyqW5pUpooLTBXdYVGzIykB1q3LUVxt0d21i4yxe7hD9wKHfdMS08CLDHBklGfTybp1Bd+qjaQTSqMHpp4jFx0/bCcbk4ZVh20VumxrZsWCViPvSg6oNnQ4bO9nFVwWrQBYhXO1ewNQw/CGklmXV3e6J4/1L4qruejknmF7tVUceda5rss0uXgZWoAuDa2ppSHTfGnWq259XvGpCkWup4HczQ+3K0TKgTKZq1a+ySmBMgF6Q+LlQ1IwewmsshiSGfVs3I+mKXD/2GZV6f4sDABVOQHaHxbFV+CQzoaGCDp/KF7crzb7DgZ0BiBjD9/VNZFAkVN4gMOufuMhehbbCHIBWM1bS0FGJlQtFgBKSh97wrYuQFg7OrT7qx/zFVvLWptmDnLCUOYAzlGTmMxqEIaa7UzZu5VqmtQCuRp45sA0s1Dbc6GpWHL0ENACFZvzRvm/oavJO+K4kUZoJ5qZmfcO3b9eM6Q8elt0a91i7knIgALAjqQEwMSuZ35hwNn6q93aFUaZq51xPY7I/dzXiqW8+4c+2OFsEcrriS9Fe3lhVwCrWiRoR0ICRMpnQ9OEMe/oJ7AanfFcjFx5MupuGQ8LPwCQ5VXdYhZ7eFV3GROgKnyrNrkuKSUcEU0duki3EQOHlP/HdpXf7eZ10+26nmpKQNVDCuOQJYv9xchkuFjZrs+9chkPXKUk6drQEnff0ADYkZQAoPMsKDbvp66puOgmfFhEa0INoAGeafjVpc28NuUMDvPHRSTalt9qQ9dDydTijwzhMqZ80FpW2rxjT2SudglcXQa+TBZkjdn1anPOif3uF9mb6uzzFV3yx/u+9ZC/A652JVqe+4HcLg455jpEcu36DZSFH9xBO1KOz2E/MVK/3BXtKW8+9UDQBcdwFd/Pk5LQS2A1Fr2Wx41MBlAXiXxZ73FS5ZhgeQrbiDspqCoHB0UKAEXNrA440GiECKp8CXj9TodkAFX5lPrvHZc3UYpr+dQf5b/qY+YZeVW3zR72BCh/Slfh+qe48U8061a3Gu6wVk3hYsvZ4KLxk1XSC1JxQqmy6atTwCqcUC5c+FbjQLrAvUr6tibdBrlceN3hMsau0B24Ve1ISgB7WoQlNHQNDTBPo7g+8GAfoksx3yq/LeTDDnl4qb8JJQhCocTd8qomBUssyFoORUKZo906U6YkUu7VAb5V7csQ0uV+eVBSRsUSPvrtoXB+fW94Vcscum55wIbl3rfMdzzWvTgmBeeBb9UCqxlngXCKzEOyVs+H3Qo8CagXweEcHBlF2MrLmOkl3JgHcGqtfrA57SFzleMe65TWlCE0G4yzoeFb7Yp1kY1JiYoFVddNPw6hyVTN0qxqn+PAts6j0tx91/bx72TKPxlRptKNr6dTOQGjzVPYnM9QNxnwqsb71CIbTO7GccWldjNXiKMbClTSV7C5oKT7fAAfbUk3PeJtKBck09mMDnxQibKkogu7KgVzVlpA0wgNvl5LZZM+UXHWahEfVqIKHHQrwJ/Z0n9IWrFW9ShGPA19BwCdq9gRtVlvDlK2PD8CXOXQtQrB53mPA69FY2hWRdKKHesSYAm/nQZyo9Qa5XoczczUKtNy79uVOQRchW+V/jFZR68zVmMhoVDwrZKt0PZBsMjiY3lVt8+k8qr6JWQpRM2szoaOjDSLyBJubkqdjcbVyGs995gu9aHIZKUJnF2G1gPqGFQtKyxCvk9PDMeNlfVGoCWhlnSfD9vecZlsOpH7ZVSO2/YFuPT3N5mqy1LQn8eX4xz53AJA6bMVhnI+oAlju/2OZqoGNg8lbZJZo8g2VI70IhngiZuHMmQjRgaQXbQS0jHllZ64OTappbvUAjc0wKEvU1uqnCpFDv/utFlVWVFg8jHl2msBZWjgT5VvlXi5OvGX/tVKGc/Buh/IZOGX7I9Lf93ab4gpzZahvLyrNu0ASgDNL7Tr1uZmS9fy8+Eg6huzX0AWWI1EeDoQeT72OpKlABl/izxrza5qrl11yhtkjV0OowyX/TZX3oNbcCdDmeC2vuEOGqPNqlaynO1UPyogS75m/5SkkzHlHZx1l4PuZGaWJJ6I0z9UYBW+1bZCQGzAYlC1LN0pS8ZNuA9NdViuypZNGAYK/py5zkHk/E2QTRXvEB9Mk7xB1ipNidro5wn/OLCwYWC6lhheVXO4Xi5QY/KJho7b2UZoRe2uzXyrVAECqlYJHBaV77F+j78hU7XqvWe59nosaVX33NBxNQu/LeAqXpgs57uFr02k7fw+6obyo/uhvL6vwa5ENCbsShVcWRYWx95U4EJPl6WZlQVWNREtFJJVyVIgc7XNJ81w/7Cwlb0RK0tJj3qf0JFlVMZd5nsQSFPufjF0Wq07Zcpk9V7I53zoKVdJGzepfAugIXzFdiQO8/SIE27MqqRDGcaZXfBTVY8giCaMUNq0zbZYpSZLs14FrXv7qj2B4cXE71RhV0gcziiynuGFbJ/2VC9/qi0uBqZzbpuGyca0oGr6nJkMeTJVq4yR2U+QAdSFKrgqdB/wZOBGDSpbsuEiwxkKgLIax1Qh12PdkzUKTlUAsirtKv4+C77tmmlHQtasOiaioMKZtSqU+4WvXOB2rIKqVJyIXE9DbZJXx0BtaDzdgeLtSsRFktiJu78C1wKrK+InS+HJCdl17Qqk40+wzap22FIIp6pTaVA09ujYbdvrpc0Cpzw0iQMAatvwtUylnoCxbbLhfWcl8apu+3YDzMcZQO3TnyrnNOYJx7ba1jRlRoMLuK6rFFDb7h2lajOv0wdwrDqdxx2TtUpmph1JCZy4JnMVkLUtIwZV7TZ1dcaMNNabVVU4pyFdhEVOPVfgw7YjKQFiQmgB2gCSkaE6XfqysIfriYk01VymlLtObKwNenM0u4+aWcWVX0d7j11bcjGNFSn/B5Bv0RJbizjZd97O4J2t166IddqcBFXl5BAxnHieUEm5KxnBAqsbswC4+vapq4rVpqEnPz6n8TacTps3eFXny+qcd1zCoNljYKttqcOoUck9x9Vu5m3aw7MRg1fVmlW6olCmXDKzRuqD2IRdthSYr9bEgOAgnjfgc1uaprBO3SoXW7vW2Wrn8vHuk2gtN5vH6mSkwLzjKLjaxkOvqucDhlIyei8G7ahksryquzWCJnkPZdxV7+RDmoJw2J6nn3DVGt2s+xMTep7JXG3yAFSdL2kcY8emBKiqIFv1GHtPC65u10elBKg0eihgC4455JrOfZn4EInZas81adJ3YB7Ih9PjNCCnSodEjeoizwK6c+SfsheFMmGwgyfcAquJSQoVVH3ntD28fjhPTjdsiUq6xSlPyRJHHlR+Om74VslSsCFY2mxw2kNWbxvAVe3G7ZtSZbvArM9mnGVIVl1dA+CHTWqcmWnnZF3ypwPkQ4DabMkEEsjdIu5W3ux3rUu3H57DQYXgc+ppOmTy8EM5cRxtZmX4o+ycrM6759AoDjoSp9EccMwkPXVs5JFmtWYd92vWbaWJgrvOgqtbXSnAqmlQ2Ty/Q8IEvKqzihsy1b7OFHwgMQayMY0n6T1wHK/T9FinoJiL/9x1G5kUolnOy0Am9rBiHU+NzIg+MNczMnmLq8Ahd4h7o1CAa8eGBEKoHx050cN2s25tisn5j37889rK3MrPCO+Bb3XoyrOTdmQpBDS4CAIbUKfH05rJW+e6D9/q+dCAh9auNifFgD/K49Jg4cTcP5Q42fEogVgaGhiV2Kwqq4xPPAOutiUzM+t3Fb2O+SA76nRAM6vmrui8J7yqcPLasSoBk1vCOQXZqvWtHGYetMSJg4s9JU59nTNsC77VJlMmKFexzQBP7oLE0Ww6wB86Ztc+QrKe21cFV5ecYr7VJoJkfmg6lZO4Yse6BJAIoOriyDRZTdSb5uiKoz6vzogiy7eTsAKoCm+xnb+V/RW0an4o11NA5+P6HA67yFxtWfF2FvUr5ZqhrungGCnA6n/41z6voZhV7s1FI5TnyrfabHCVsiYCRrvup9sKTsoERfUE1PGTxjQF0czM4zrHUjxIiTchexhQjLJlw1PSvKEZ4JSpQFZnx4METG6bGZT/HwNzRl8AD/nXRN05trrA5wcnJAt+0wa6owE11Bp29hIAkILOEa9q/Z7RzAiZmadNPvE6olIPnFCeNJRugxiQZmd2bMTxocnJhgJAxxGA1TAMdPOFbbWJq7dOXUI+A4/c3mYMtIZYdbpYGkC+Ga/VqLeY0KyqIXtPi1/sUI0IWK1rD7xLSc3eyjRjUr5iu2StiQvKQsr/7xfNoJ9jvaJS0IaESa2Os3rZa23G686/81d/OIQX0mYAJQMyYrCPnHna2bOJjltL3DWgtst+Uu1DwUktj1gaZwCOo8TyjQrA0l7Gcx05HzSzmRX2RKaqPazY8IkRsMpB6jEPUx8yM/Uo1UZmm/bFgQUNGJu2pi/hVV34EgIAHQHgaLJTZOtOFq8fHhcQx6TOXVEAqIkxz/Hm0BwrwUf7jEW9QUMbMtkzwK0zMuMgpwH+xglDuRh6dsXaMlOeS/aPKa9swpgslwr+2O1VcjbIjidbtSkxclN0pgl6m/YOxv8d366Ic+7m/uNBV1MFVvN74WOYnZtZoM2qmtQjD2CVzFU7khLQrF7vEceIAVbn3/iRHwqfnXrKAWT4texAAvDHMCg9fTGmC1iz5BLz25CNaWHV5NwEbFIpVT6ScDQzk9LKoSgwb8eGBELTefBMM4CaIR3dOoeUuD/yFTfk1RohoDiTd34km4qFwONZ7Dm4oBzDjnUJmJNUA642ZcPBYcX9MrYry5GyOmOs4CTHz0KyRo+vz3CKXkK30YCNWLNs22T1QpfAoWATBuuVyca0K1XafCzggUQ+DdjbELMDzJO52oDXaYL6Jt7Bcz1x3eNXo8x9X2hYdaz9QyMnJ3opzIkD0mNULO2SS1NinabOXRPA1fulr9yqR95CNG+K2HcuRT6c+MoF3qRBZMF+i7XLhhnJmSGB5WTgKY7xAKx+5kc+GwIAPR8PtDTXgqvrgmPTwwb+6YknDYml9QXjZlXNMsGGuAPN4DAZq8ce6Axly0Pdh9nZepgP3esYrlWa7jThQCwuVW7awnZsHY61FnMiM6oBZqUiYbGHqqVpmZnHni+ejz1xKAjlxrGHdn/1A+XktWNTAqYBCE3gDDzWBIAs1AyFiweqlia8U3M0B8a6q4HhzDymZLRiKTTdle1Itysoaxoz9F2wLVd98zF1pzEy2XgRpELmqjYFOQL6zH6PhIzJYinQrNmxLgEkcrcwzaqaKJ1j6EybdCR0XNGCoZonj8fRB+Z+DiAfHsW2mzxPVNa+vvePzle8TUaWb3W39ngOOMZjw3vnMz/yOTWxk4EoeAi4amHpdSEikauRI5ej4zfcMZm0jjopG1CnKDvcj4EBnpsyNDNzYMAOO9YlgMMeR+DqsWUDoBpzRtmpepwNUwR7PF7VbXqhmZkAQFFKuN2qbtoWTfTciMqGv9Wv1fFhBQ2ZmuORj+1pHp/P5n2m4Fj9c7NLCrzN2BU5A5d3jg/ON2fGTFkD69aToeEfO8bQ6gHLq5oqemJk9TsNyVRNvGQYGr5V165YaRN4zGZW5NIp+ENHYDsSEmAdb3rGoQVXdyiu8q3Wv2bRBO6WEnd7WLE2OTGe8+qeTF7D69zUoZmZHAjaApnEFLGSs55T+a/iiYFVrqST+dWJpyXMdmxuUkPl1jofHVc2GJ7p/tpgCzyS8jAzvm82HE2SDu9lupnz3yIylSPJqImPxWGfDTzloz3G0E0qJZU0OlO7IvQ4rp0fQw67njkPHYEjs0mDt2Gpwq4A5+2crc8O8uGc9MnJ8bJ6ATfYjDXonKsxKszWHfmQddhE3WUVfUK1xREyxxozSVtehA0R1RZXR6q2YL0ia+wYhyVNnxveT3lV+S8N1F2aWRHzAK7aaot0bYIOQDNXa4zDsOkZpcpNIjhskLFBV3Oz8Bv0RumvYoHVfVPk1M45fTMnG9M2q9qcGXzO3VzkZuq3IkZmP0HcY3fHKTaGbFyacrsrwGoYaAxyeeLJxcjT/17norbPFRz77yaQhhLAFTq+H0uztFlVw4DDY89N/HzTrKpZoGr8bgBA4wEnPkdTnaZMU+p7DB1XzqOM8LqdtnZ/9QE4jnGW29xpiWHUuFlVs2DVR7mxOYUS4FjZY82dQeNroCMx1Rb1Whb2NIFXtamKc7SJC/V8Da7iOehqQ2MtYh4O2S89Ub5Vu2FNbIuUb/XMq7eSCTwVkMOaVdKA0Vn8TfPhH9Mgbmw7Lm/1wnU2s0JvFn4o0+XS2lXKjHCQc7ugSrI9XseuV9sDHHY6cK5WHRGGTiizBXGgb+0qZTqQDdmqbUk8MPsJU6lTte4cLTwv8GCt9BoMVjNWjcPUTdiJp01lrOgeJRznBsAHCbh6DOo6DnyWgSV+TtV7MnkBVRu87oPHnz2UDzb4RQs4lkN/qgTZnisXg3obO8Slyk3ljDpUnmX9LhDH0COUdcOK7sNif2n5VrdKl0MdKlLqWtNZpQBV4eS1ni4JyAH+AKpiX80OUGm4I3Kh4GGz37Qi17LztkjkQjPm65lH5VVVf2znIm1ikI1WVrREV0eUV7JJtdOZmE4sKs5crdK2Da1GIJMFAIddrTZlTew3WQSt6+RugdU9VhPTAkSFlOXamElworr2dubbbKIN4eJmaLD9wZ2vh6RtGkrBptUWdlrT5o04eY0KwFwUKin/kxNPTprUrakhmodS0en92ckjUW3VrxbzcMzj8qaqH9iy+zMni2U7yk0xKToKGypjG8StqhodsU3DnXp2GUifRW3OYYWdioTVc6pNp/I2nKYaYB5w1fYyT8J4oXBMejF0TMOdGnbxEz+Qud+cRmdNWtKUdoTKk8Y0q9onnUDGrquly5ZtNSkrzwnlkmZWFVNoGQAI2hpLAZCcBdMEzoDOpjFm0wdxPfZEM6tjN0JrqqyYR89lr1XdfGJP08UyotZoqiSO817EfrOg+byq26TTBj9wnJnlqSBjjvGXJb+ENoEjy3m2tM2qUmQb+CJvpr5MGtVdMbsSaGZmzZU62d/u+FemAKvmpcjMfDI2HEDWOT1OlOGtC7X0lMzVukbTCcPrkkNaQB34TmuCIgMAkeXiWmA1RWnYm54r32rZS33yYdqNm8MKC6quCSfettPFvQ0llasvfzZwlXLDsgAl9Z22BRyYkt1bzTCaA1cx1Bpt051qZLJ6V7YbjqhdtcjnAADRv+rcjbLr9JOq0qHqZ6H0J4SBaaI3MA2JqhpQQC0b1uSsqm/Ne18yDckCb1nyj34muwiyVi2VTfqsV9nMCt829X2Zty1tLK+BHHg9B4D3y3bHyBa/2DX5joSsWSXHIxT+T+Z+67KcDzST7D/TRqU0yAvkw2nJQs/+FqVcyR6LvVZ1EU8pr3mUm2wFVrG10yGZqwPbzXxjaliMyY4CWDUNiaobmlX30FSnuue09s5k/yxZF9rDj8nhO6WDp4PWSr3SFyc74Yqy7go3qdjVZAlnVKWf0sqbszml1JQynraJR0tzh3EGULW+uY2Ty+b9YuRU1jQFwPBuGXd/tfJf15FQQdW2gWOmYsbQRJ2RXVehX26jTcW7Utb086hErszvQPqsU9iWPQRMkazyFTefrmarTsBlrDGhZyqZ7EhIwHWiZlYlZq4aGii6cfvWrlJ0juxvQNU2HQJuMx0Lru5wKo7pZF7WYP8wXZKNafr22PEoAdZveFVfT2LakXYLiMamyrfa7s8oXUW3AqsEi57LJtWTiygz02LT6/KHZ/XFuNpu5nD/wFNnR3pA3XRe1a0LvYicKwBU5pLWFS3BWRvfY5rolT9mPvyPVvZpkvUjXtW2SoezLhow0hzEjqQEaKCH7ym7vBJzYiNG5lhbdadKfcHf0LCqGo9W5Zube3PMMoIn3HOtbaWIm8zDU5pZlZzFobyqSsli/dm62I2joZrygR6hlSIy30G2M5Qb9twiaVxl8q3GB0WLIJCZHyjXoR3rEgBMhc6H/VUXhgVW98yi65ZyuAC3PhVLMV+xlfu63OfLUD6cQJPVDbvi605cDr3aGtVW4912AKvmgWQpPBl72s2cU0M74k0G9CShckK+MzYAUNmDgNryqqZLFXrSBRx+LU7hIIDWhjtud5xsmTZABgeUJGVuNAyvaigAq3YktqkK+rSFV3XX/FFRAJexBVdTpAQ4NnCUM7PMdQtQldLB9tQO1OUBDC3CzIeMod1DGxeQuepZuo20mdQGlVSjeI4ohUIJBsbBuolzKggy262OCjhrJm/Lv4PXV5ooxzRCsyMpAcBVjzWL/1fArrBLgHgyVYkF7UjGgTSe7Nres4jO9EFHQtcrXBLBYcX9Iq5Y6oPUMn5jxP99PQV07lamHKvVScS3alcuow97gVUuInvsrfNBZeWDGVWzmZdp4wJHno29Ut+P9R4n1WLcsFR5bN7Mhx6BjtMlbV4qfdkdNwcAuhi0poltvWIKKVsur7FDXFKpFAARt1m9H9TspyEfsn/IOGz74BPgW9WGO3a1T0yn64SatUpAVMZgE3bvm6xGCwBtSjSUex/JlCPrMuaryD2Ah8euowCinetVSRrHCTgG3ypxc9EB8GPOAK0TS1qVqTqBtqYbI9R+pjQFsXyr6TPKTA+8QSFglUOKCaAqGwg7EhKAH10zeTsQB25+nAVXdyi8w8p+uC/lsOJ+4Zss58Nv00mLDAIaeQVyAxdUBwfVbyeOI24JMU8XxJMJWNVAegh4yIKGzVirWZt8J5QXJ56cDcuRjMmqCxQ4tCMpgTAgW7U7qz5ZmeDyBQ7hO6sm2s18ZJqCFPU6hvunmwHjoQqAFcWWhEnpYWpRQR/6MiX/TnnCaWblaY5LyXdv/+0Afs6GxTfxbMBulnBGWRmva4WxLMOryn/vTtRJA8/TqJmV+WY796tzT1bv1aDYoY45XLcHFSkRoKmsCMxa3iWwhEQBNqnQbdjE1fQ1Fvl4LlWC+XxOTAEw8w340+Zqt6qiD+I/Eg8MtUb3Rl6d6Z4E9nyR4+hBVR7LivcQlP/TBM6eA25EgVBkzUMFVWlA2dVBdSD8+zndcifFkQlYZeuNsC5HroIclhIguX2C1++t03Ky6zRLoYWNY+qwEIKj5dKUxnVlkcS2KM0dAa7WIcSWPYPsDbIPi3RcBi+E14aNqpVx0n8RTJky7m4NLc0d4JeB6O3YlMAIyoQhzawOA8e0w+ky0Exn6702pWs6lc8ChNs1gCxUmo1zzxHTv9Na1+rsA6Gzybg88LBdqwc0A9yONGAVYAwucE3x7KDuUf/GumWtKl3/PeWihcomj4RCBVRprGNB1aRcY470PvQeyKc3/fLBodpUdrvCA5OwArWGzQVL6grNqq6n3eJVTbMIpbJxnVKSoNpucRmBVfOZcIo+H3sypqlM27+8gvcnS+Hts2KdPQFUAVZtQJ0yQRFPCTQAXVsYya6jm/mAjYI1ro3Jd5TLmI3GIWXdZpMaKnBoKQDStqkmq66rQZEB5lnw7UY1MfvajRo+2vy8ddjVhLLBZaQ5uTa5FSzADbsluRsTyFU77NBZry6VbsMuWpvqx1oFXYKhTMg39JDLZoCnCo1sOgV/uqxzYajAPFQt+bUnn6619eqB5+VK8kFvJotlp7PGDp1L1nK4MbGrPuw9u7Z/PHTet/0uzNFPB52BAkCzMa2zehCpcjkHos2qZsue2FV0oFwkCapsXT7G/XIBqxIGwknh28q3GoNb1pLiicN0aEb05OSwMh6qL+BV7XC2+ME6jpb5PhQJ3KKbS78CQJo91s3vO3jyQ0Cf0JR1H5DFgc5MMaqOljcdKte4hGcROlqq3GVPTmYmvIcWAEpqCwAQVCTYV54NB+DPHbWDXQY4DjIu08AL0Nkwa3TZskI5cR25eAAPu/yt+ZUBLuMnAy8z3yqbMZaqpQVVU4WNfGY9Co/GruHqtVaVVAfTzMok+exatwwFAGtVBP7kN+PO/6LLvKrbJi9PrNN5Bdj8QPhWlXM1KgpIEQBRDqZ1M19qMpiV57qQ8DtvJoFMFkZOfRnsJ0ZaUdDfdSsXsBr3+x0PHHky9mwG0IalxPJ5duJq9mHe/aaWN/XJAnN4Gsiflx3iVd326WRmng7koMzMHOJs4aWOyiTmzMz6AagMRPyWT31j0Y/+T0qVKePuZkHl4zejOyeuq5yidpOatB5wMWh+sjZNAYi/W8Y8dVaiqxIlDpjDAx4F010GVuOWXGRlAgLZsSkBQ5nwZJjtsN3wqloppknA2FUcZfdDRkAbNGBEh+xISgA6AJJ99oE6U/gffb+jKRnFNIMYENC5jwk9+/SmmGRb/us9zazwxHdzX32yHUkJ3E4DuZ33s1eORzOr6LC9jytXLmD1UXVCuRh5cqmZmX0U2243Qsbhs7FrMoAyehxAQ0BV66KSAgNrJlu1D7xI6AsHF6bhzo7jwox61bXLKOeGEiBLx2XWexb9mDMqqy12TWbpm1QRqpTZxPfF57DO45NteWW6hg9c0YoLbw/fhpZUKl9xHywl/zcuQgOs9um8HgDoEr9s48FUhSGrF77VXdCzqVjqF3CY1bpYo2joCgjUKzDyGnTCAAAgAElEQVSEKkHHUXDVVluka8s+cHXhBzJZ+hI3r8qqc324jmXqdtHtpjq75rFXvuQQhY4yV/WnGxsFuIppdNaX/UNm8bHvXIq8nviaydvHwV6bdYtKwT7uuw8CVlmg2HxdnXhaumwX/HXTAQAEGANcjVH7XcZleVW3S4eqeNPBsz/uCQAIcJXNmGnOYEcsASXIVr7V3VzGSC1uVmWll5SAgqohhxX9ko7nilwMqLboeol2/nk1tmWaVKaHQ6a0nbJBbKvb5BF55WcMyQ8dpR0xGeD9CSn5Yg6Ur/DLKon+fHtWTaHR1ykNKp2kZhjgMD48trLblCkVJxxY9HXQII6M8EM45vsgM8+Fb3WTJ5xkFTpyLzVpxVrVuiZgTVD59KFZlQVXC3gBx10DT1nrNct5bpvAbUrVUPk48upu2fvmk6aZVZQE1fWSyA1FOAhY1cOLMFSAA0oAsoDseJSAco9IKBdDT56OyOrdzj+CHE2jAivBTQmAKXLiAwF03wYHFzSUGbhWMRJ6AUG258r5jrJugkVtVmX51NfEF2vTnCzwnqoWJ6lPTzzl3LUZC+vWpaWnA0OZkNyGOTLzTbZqDB32zS/v+l4OVOF/NLQj/drGqysJQz1IBkDMXqvTFw0ywM7V0DUHpisD2RHj9NUf79MAYuMZXFA9zoZmn0ClBbrTL8+yTzvM31nHPcdQAsRrOv54svC1b4WVWXI1n/sid0vfyiYSjY0Ft9vaajMrtuPX00Vnm91m8zjJq/DR6NCre1+mi8A2n1S/bCjYDujfeeg0NOJ3BwOr5u1Dzawjc1W52fT/2yUsnlmU6gI+2pPtJ81z3zar2mYJbDaCHoPO2NS5lg9adHBTR4B9aGQFCLR6GMZ/VwoAy1ecalbIh0xVTpz7OlihKFGh7N1m1iW1APlcjkwZz6p8OKggW9UCQGlBtcg8NJkcfdYpcprPXFdLl20kmNQTpdtQyoTHv2mzqh5RsuRZdzjAgXJEMw57DqyyWgGuEhda20pZtwBX4VsV03QHTtWZ6XZrx4YESDyAI93SIzwKps/+JYuBhK6rdHz3c1/7Vlh5bRxWaHZ8IB9OAVWzSLQf12hzXOXBbsb36twUeJcsPy0MrPKQ06ErVxHfqjW2R+Vh0dJAeuRG5ZXrimV5VXcYGqVfLPzNsMWjvEUMAJ0NOIXvsyTSxU/mIVmrqw13kNJ0aZvAbVPY1WZVR1HqBj0U3RlbACh1RgiGrkauDKLsOoCN+2UMHDZoEhvxKoA/jpYqGy+dJfRqxItX8hIAQGStWgAoTbyhZh2eD2hIZA4BDahaMNqvZCaPe1MtOQVUPe5rNOjpoWaCoz9Zmww26OVreRX4Vl3X0Uq3KfyPFuFIyF3pERbwFds9RUI4GdGfokcbRvLF5c8UlrFLzqIK5H3DqYruFB3F4iTz66I0ZviG4jPwGO/xPrfTfjaB26cPpvm4SZQ7LDw2MbUm2hWYNeY7i67v+p4stl8QWDWPZ+91PjKZq1keum8SuvL3WAFGLqWnZNc9brjYqAKslmPYXZFY9B1RxqEVjvFBAKsng47NcUmfA7h6NYJfy9yQjDrbrCopXF1QhJLKMsK5kibvyLchhr4awrdqV63NqUBX4qxeDnUAVU33136DhmkqywZ1HpgsKTuMBOBZpVrHdjNPWpYmI8C3SgaQrPLHW9talRbgmII/GcGOftgeXMZOsSZxhQGFonoa+8rDPSaZc9t+jcqgO/uAl8Ofvq5pZayKZTHAKli0BzlQ6pGyPr5DRodMbulyv084RdV/VWYlzEMJt9g7i9jb3SKUm/lKhW2BBxf46cO7Gpb/wyfjEdw+9B6Kaj+sT5oI5VpazE1lovL49d1SG3o9zFlekUei3quoDbmgFGAVcdEU5HLkyfnIVUTYNrR6nGHdpLoi75yZhjvKGdVH4tCMSu/7cI6V4XozPrDhlwEaXgxNhottZrU+WYhk4JqMcHQGDsismpP1ut3qUUZYfbgCZv0Glnua6li2sXVZA/ygO2xW2zSyznv6N2XX2VMOdBwygCSFUyt+iwNk9wCYFPgS/amhIDpsGG7z+DaH3CMMHT3IsXa1ATZEDU4HZJBtCDY+5DlE3vFv2OjtAlfy3HsfEJHpXqqDbq5TK2ieTyLhGCtwcvOy8VhtmJF51VuNS2Nu/wNs6EDTx16yrNDEyWcucfNmQ6JMs9Hpi5a+aThkQ+TkNLNOUf7PfpQ13eLySRnhM6BMsGPFF0ZZvNfzpW3KmaIYk0Uo7935uscaD51e8sjvsxdWYZo1WXD1UVKsUTdTX24m/aKOKA1YRZQ0s3o29vQ/i5wk7FPgMv5eYDu39ngNbDO8EFk/ZCk8P/GUL6rwpqBlCH4son2y0oZV+04MM8i7a5foRmNorAoZoj/HGQejGPq6Rd46tXQjNO8D32reu1PQUuR9jPyL+boi/cO1KEIzFPZrwgAFKjZ1+x/S0ivCQ0BVleXhAtV5j3T3ELEpkJJh3tPvvQpt7P4GAiPPozFI2ucervvxGxz8CZHtlgKKHTIB0W847KJhEwB902OeAp+Z+6fo5/yAhkzz0JGvzE/kq4uRfH0xlA+WQ/E37IRmoG8NFvLR4UK+dTSVjwwXMmgZVU7cUOfMc1R/1l8/v1/J/4tV93GoFebV+HyEB5S7X3qPdCS5lbBLP4gQQoCNhR/YjMOUuWWtovyfjEPWq5OB5XneZgIWXH2UDN4PMP56Hmimsx3rEiBZ5eV9oPyhhLxUeLHdepTUIatPF6Vs1jd4sE1xcr/lQmyunLOTOIu+P/IoCViNIQZOwkLt2L2NazU2xodMkQPti0lTQvsD/ODqTw74+dobs3SHGV+Ca6EDoDFIcZDp0H21+eJi313MQFKfHVFvXA6cKEvhQMXo6M+UOmKlFPcQ+zGgbPZstYQoNbjnfz3ktLuYxhkQMblYxcAiCeCcpA5sMJ1qAQRCcIqSyWHHowSW0u9GXrt0gfOtZWj4nQkWre6kS4seaJDzty3ruRo/QN6GRA2HssUZ08CVL03P5O/cn8ur5SB3bMKS9HywlH/67E5++fhexm5xDrhqZGPuyloOHy8L2pCM+Y1mVlU+u233pqMwMaGh+ikWd7bt21ffVw+QoMiCHsGCP6mh6dQ3oGocplI1eUJ/gjZPfIXvznple6KYRreAqjSStmNdAmSAv54Ecj1brYmIMB43tjVrYatSoyYDDKzv8eBsEcqbyVKWfv/0oyRg1cA1LP4PHTz3LGfFYBbDQFv4HjV50bj0TYGhUOTZqafZh/0OFbdtUh15e+xFJz41TVCDHwOLDJrOiSrrvg2E1icLn0OGM5sN13OUMoEMuz5vwtLVmcXekbOh+8BH22C1r+XVFAAqkvhZy1se5yEsVSQoxNxvnMCPHgCO47xTU5+Kt6FkmaYyfadACkOaomBX+zln3/gD+T9uruQfzsYK4JcxyFz99Hgi//zFtVx6zWt7RKXJapMz3YQ5opmZumzZsSYB7GlMsy+yeg+pLOiIPLGrhW+4Q9uy76lT9PNloPz6q5gz5kTWMxWUxIl91p/UuYCuxaMvSn8HGeCAqtrorL9i2KIeobyZBvrPFJE+aoralvb9IEK02RqrAsRX00CPQ8G+xoMLDismgUy10Vn/PExJwKoxMHh/SBu3gGHSTwGqIh/+k8yfj50PFADqn8rtX73OBq48H1kAyFgVfLwGPFS76vHmYlNzkIgfgapxHjYnhaeqO9ay1uVlFjgy5qFN6Lt4FDi0oOpWZ0w8BEC26m/YpNomeukiw9sArPKvzz7aDwOZ7WnkdR+48hM3T+Rnp6elAaqbswLA+itP7+XXXFw3KoN1HkTNP1YcMOAq4OGVRVZTjYu1/FIpE/q7gV8Gj9mY+yPofl0B2DxZhom+DKzxaAxZq1QL9j3mSdOKPlMCsBe/WQRyt/Az0Wn1y6pEbmeBvJoav2PG+p4qrmSygHRyZ8pBDpQJ8K32LR4MApHrqS+3U3hV+4kGlgSsmowxylSy8P31zUFximq6VD6emo4Hjrx1OlCuEjseJRAXqj8dedpVOO723kcZxWC86XJvgcL1U0GTnaAZHGsre6jcWuNh/xa0LDbiwvU8cDX7sK8ahboslKc4i8T6dY0eVkCPECS1QzMzPcOlbkdSAogFgAy+1b4dgpGlAVfx7KGpTrqO/Mz0VH78+oncBl4tKnTh+vIbrz6Ubx9PannetodoZQX0VVu8LtIgKxP92Z/re9RPqf3h+CTKKp8O4K7jtKc/QbM2JoMCwF/pxl37DDT3gcjmfrGbGxNPxGFyn/cSu2YQ4KdvZcv4lMkykFvLq5qqGrNlKB/c+3pgsXXvGYGHpkIwHXxtrueo481CzZinuXJfImb24rczA6oGJVUh1TFTZT+jBGAVrlPKBqNS5bLfsOX3Q9EIqBOb+FDk6sSVp2PPLvgpc0wQ9OzE04Zf/Qmj1wVB6X+eLvctN5Ucr28OKZZ+OjgGrnE6dGWo4GFflrSs4jMnqWSu9hEgU+AQn5xVXD27TjfxKVzGsRjwy4Cr6JAdSQkAqrJm9W2jGigFgKPUGmmDv/1vN0/k796f115yiaZ+x9md/PrLD4/W5Ep5VTGuHWlzsMuu8q1aCzOaFG/t2aQCrvYpAwhgFZAD/bEjKYHJIsrk3SMc28xqt4DICu9TlZfhVfVXsjGtdcUSIFnlA5pVLVJwi4SYzH7isZjArlqrImK5V3C1J+nyk3mgFABQAfRpnd40i4LAanSaukKobs3qUcSEQqRFA6ym+CMFVGO+1b5txPYtY0hs5Io8H3naNbdvQw8rNjij+iaDbd+r2T8BpV/bJYJtQQlgwMP+6c92yRiiZ/hWyVz1egaQWV7V3ZoBBUCwx17IerYZQOlyxNPE4GpfNqp4FGIcOHnTBs2p/vKb5/Ll+clRl7BPjWbyrz59VTs1gIJjUWWFs8vfhoEMXVeeeGTXxezGRxVZ4x5+6rly0aMGlfOlLzSQsbBqUhWJj8k61POKDJoa861muTbD7Tp3ideDzDqNfsNQXk8NqGrtal2NkcfLe19uZiZhLsugwoJ9FvFOxp9kuW1nrmHJx/d0GuOB6tIP5cOJrweBZvTX0xYDVjVgpAyjMzZQyofEndcBVTlp3uVsMLa3zzyBGsCOpATOBo48IfuwRwBQXPqlHIc9dk6b2qCdcQVA1cnUGReaDTJXPa06tQDrqjxNWTfNrPrDPcYypdUD1qYSjtaAY6xXGdahqARM1yxKc6081+SptuXCuWr8t9PZ0mVoWIw9zQDkUxrEwKf6o2+eyy8cGVSNJ+gTo5l8z9NXcubWE7Q+NqvKYFeRJZ3QzEp5Ie1Ik8DVwDW21Vm7EgmpAAwdpQCwYEVSC4iRb+b5uTHh6fU4tOhJBlkeD4KHcnsArr6Z+dqsylJBrWqHieMAVF/d+1srT9L1KVRQlf0WZsU2zdrXo6RAgDhsp/9Htiggj9U241rm/NWdL9NtJUvNeM3a3uJAYNUs9ZQ2xQ2ZanvjFjzInIqJkqkTWO9kTQ9N9g+Zq33MzNw3nTgiOr1fAZB11SutCEH5H31jW3YkoFXNUk3yqm6TFCeprpyN4mZNPVCgHErDWQWNHaAF6Pp4AA67/qEHfN8DPcIOCoC1EFwBNMO1evJwaHHAgzv8EywKSgAOBLt8OOZr01JDr7E5KP8nU/UfzcYHzfS/+JEr+e4XF/JLL8eapRiPd6cL+anX9/Lj37iWf3Q7y33vbzuZauaq8nVWONTnKECmXSezPykM5HLgydg1zXfsWJcAm3jA1SHnOirWHLJtiTDZO8xsp/LU2VJeVbgxD6BHQFPYZxH7WPAnKd6uUwKQ4Xw98zNnY7bEXZTymtDOvXcb0yPk9amh7s8HD5v0vL8v5RMafBNDmUBFStcko03gpoHczexhRayABwOrZGLOlOPQlixtWrMG1JRxZzHzqIzlfOTKk3G/MjMzikdPey6HrlyQXdfJMPpREuawwgDzdqxLwPCqZuH9efydlmHQFMQ2s0pVJ+Igsla7zLeqwGHErWrNal0NkIc2gQvJBc8X8plN6mowbT3WqgTwPWce/FrdhMfQHRqWGoAjqTs/cfNE/vbdRa6Mu4+Oh/IHf8k78i+8cyVPhrsbXBGD/tzdXD73ldfy5778QWbl402/6/xWfsPlh5l/k/dCY1es5USBDwhgptuQrQjA8QTw0IKrCZnhp8gIv9Tsw44BZFGFG6Bq1lLcTErVkYuwq+ki0N4Dhw6qBKnW6VERXC5RdRVcpfQfCgDLV5xUB2LAr98sZeIfvvdkXfVcAyDmjSVzKWhLL1aaKAVX88XZTf/cydxQAJDw1OUkgjzzcBCwSqMCFjabVJcU9QOoui9TdeOnbL2uTjxtaNUxu8ujj1uvxRmRtQo1QLfc0uMns+DPl7ZUeVMJKDdVcGwPr+o25cGeAFZHke7YRf9RUmaxB1yFb7UUU23cTWhUpc2qDt+LNe6bynoh9qeUnGY6BEx5qNrWQKI1q6ue+VBpmxIws2Z1K1MBjwwFFI3O8M+b2V8/dX8uP3H9JBftxr/2yefyB37xO/L2ySCXwDHrL7y6kx/40ruZM1hdCeU3XH0o33l2l+tZWS8mNgZUDfNkqm7cnGZWcWZm1uf26bpT19WDi+7whBtqDVuxlK7FepDjhwqsFl3KAThGVBPYJStV2F0DV/HHryZLPQi0Y10CrOUv70O5nvq51us09MOAqwZANEeK1sAe5WR2nlACdIVvlUQnKABYs+xY2Vd/5kc+l9vTzHx4VXP/rPNy1ywFyuJoVJDXn0S8dU/GnlxyHG9HQgKU8DwbeZqt0LUBDs9hRYGD+K6J5OF7sjSr2vXx/N7zHCEr3GzC8hpnZ0WraGN8kqp+p2OiMbyqJmOV0bHPK6SYD/QIGgEfLhlAKug27EiTQCgnritw+3VFQmzEWKdMo7PkeLUcyGdfvyXX/u6M09Vf/nu/5CPyez/1QsYFTnd+9mYqf/yL78rffXOfSRWvPF9+x7MP5PlAj11KG8A+2lyxKNdcGMjYdeQiysws7QU7dCNkQ0OrAu6rOdKgcgAKgF1dOZvztrW/CQc5d4CqBcu5YmaOYZS5WvuHtOCBRAOAq12gS4j5eNEdO9YlgC3cLUJ572YpJn2lSJRiMCG2WFACmIjy8Liye3NlDs7gMR5DCdAB0Xxw42symEUD17U1Z8aqCRhtN710k9eSSrIUCjgTBQ/Hrpz0qPNpVgeKIyKIfgZApl6pG+bMV9BRz3Z/TdcEfA4nY0VGfJJ6fsKCViR4KPIWzf0t5kRZN5mrXRlqV2E6+NOVbzz0Owyo6kSHgMXyCgirUBvAwy4Ei4fKdNvv8D1jjwypbmStamUF/PFb4hx4Vf/B9DSzGP/db3tHft+3vi0nBUt10Om/+fJW/sDf+Sdyl7Gj6i8dT5Rvtayhh4D6z9yxCDARhkbC54CHbsQLWdaLduA+xNnQg5/D9axcxsUOiI4pEvRGDyt8y1OXNg9gzfBjlpnQowBQB0tzy9JjEzO3Ox4Eg0dvPpzBBm7HqgQ0A3wZyNduy29A7jqhZmY+oiEdQBFLVB8obNrczCrmVb2dcdBVomA6cqtcwKrhVbWC3Jz7WK8Ax9I64+bRFdwPzWSen3q66NuxLgHlhBw48mTkFTpba5JclVfVB56w870+L4ZuRGVThvOGb9V1RMFVgQfIjlUJIJHziDKhC5JZRLyqXfiWMr/B8D86Ea9qWXcOtSnIwLPlX2kSZSnnUBAgqBiMXdZ8HXKfyB9HnLxpd/jKfCSfe/2WzDOW7Hz3i3P5T37lN8vHxsPE7dDT/+92Jn/pq6/lr79/o2X+v/ljT+W3f/Mz+a5nZ6lcZayl//XPvS//xT/8RqYPHDqh/JanL+VTJ/mbYKXFgX5AU52yAL4oA+gBXLX5P2mTSubh+cCREac6LT3ZocqNOMfyPyZnmBiQLu4k9JQ9yMqEEqBAonzZr9So+7UZXI2pIwBVywTkGzVBBV6GtfL9u0DuNZO37L1nqBnPI88kNrQ35ikg4J0/DbV6kmqmtg324tCxvL7jsKJsvWmbNDYRi1Cr1jMDqzipydJXoMOKMjn5mlUHeW8JgZ1mKQxdBVc1Vmy3rpX+9nBCXg09uWh9N3NHA2kaFahdmZSL0uXV1huSsQN3S1msI7rfpWx56MrJkAJmK+t13QjEc1ylTFhpwt069VHgMKIAiIu/7Ew/TiMy0QZ5pet/KOOBYw8Et1gMfKtkrvKfbRzK/xhlY27Tnc+/eS4/myNb9T/7VZ+Qf/ljTxKauC/79N/6RW/J7//Fb8slSP7G+OL1RH7L//mPM4v40+OJfG8JWaus5WSrmrW8vDlmHQQ8vIgyMzN/WI8uBBy7HLSTuw67AjS04E9SYdnEz/1AphWWm65mj5Votp2xvrbyrWJPgKpFGp11ZhI3PoSDnNcTMnljvuLy1qvVR3FgQQ/KMONBa1flvfldcRoVTfTa1tyUA8BXt0sBmKd3gB0re6sglJtJkA1Y1YA6CHQzZkdSAhykaqlyib4Jh3Q1Ms2sSrxtJ6aPTReZh2+PPRm2WjiOTBZFCcM7MaVrH2E4tAw1QiV0Y2Eol2NPPJumkKo8lHUDrrY1YV6BQ+1yb0cyoKOTezXZ2spl7DoKrrZVd6rWGAAgwNU2reoxgxaZmAaQTx9fnY/kL715IdMgW7D9qfMT+W++61vkW85GiRt+ZTKXP/z3vrKTL/XPfscn5F/6aBKUfTlfyh/7+1+Vn/jGTabpHDmhfN+zD+SbR/NM16ddRKUS8qkyRD5xRMFVaJCqseCDP78BP8SuRC5ByciPagFCpnFOxKvKJtWuV0k10mZVUeJBVUoW00RBZWNHugTaBq6yHb+d+8rJa8e6BLSMex7I+/fVVx+zTkFrqJW8eDhLw7ahjiQjtKf6lv34m3tfpmyw7FiTQBCEMp2HcjfLAKya7q9QAJSf39L2eVHV0s1GVKpcMsgHFcCLU1dO25w+VsEkm8xDOP0cefvEa+UmPi5TyUgFV4EUm3tLNhwxBUBVb0kMfQ6dhMbSJRtuVS9d231NWffpsH3gqtoVbtmu+wltUV5VDisq0ve4qQin8PxrAbZRm0XFD4rXLcMJ2Ra/Y/gf59qsKl59k6L7yZsr+Vt3l5llSln/D/yKjyWyTvH9f/Err+RPfvHdnff6PZ98Id//7R9RioXVAb/qn/rSu/L5d99kfpfvPr+RX3t5nfn61QuNXYUPDfIOukmGH7ExjZtZUW9hx6oEzGHOmevIGeBqC5xP3JQT3SmrKqdLOkFW3WRZTyYvnnjoOan0Il2SaZFvGbSkbBm7oiHTLUkr1k2uTTniuF+E8vLe10zwYs2qsmiTwY1GimFsjx2y3KmL14CvcVCq/Qka/oEAh3Cq3kyroI5o+MfvfD2D/80XIrcTfE64K2PVeCTKm6YRx2HTJ77uqcFps/hXdSbmhCaN/u3zgWYC2fPU5AxfDF15OmpZBlDEUWcWNoa1rNWZxYFXwae1qT0E0nQzb0N2S72+zQRDAKsArC3Yoz6Ih4NUv15hteZpyAVqjeonlMYFZpPaJt2payJZx7ErslfbAK4SKM7JxtyRBU6W6l949ZZ8Y5nkSt0m1+/9+FP5k7/843K+cXD8wXwpf/Snvyo/+f7ujNNtvz8EWH1nsJDf+fwDGbvZozmTY+gYUJXIumplp6MwftlztGGTjRySmsUmFUoAbKvpg70DcQ72Zce6BKrkVd0ma9PA02SE25GUAGsV+9CmD5pVkZFpqTWSMzVbhvJqsprJWw+qEDezsp4u3XriJnpNtS6WqPt5INcTXw/Z2xC31uWniAMXy1DuJo9N4HZwrJpg0RCq1/WK7XkOikZgVPUmXgGOgStvnbcnXbzOWUQ+T0euctLWs0QU/zrwVG0CZwHVNWHGG1WcVD2bjVDGgIeDGAAyZYR2GAmwdz8dOprJ0QapKHBo16pU9TW8qvUUEJMxEjcuQHfsSEoAenCyFJrczEozkB2Tqaqb1B2Aw7uLkfzQ6xcyy0gDgER+7duX8qd/5TfJW6PBmoD+5stb+cwXvrxXbf74L/uY/O5PPk8AITdLX37gi1+Tv/K17BmrJ24gv/3ZS/n4MB8dgOFVrZd2BFZZgNWxa1erNCXhQOdqYOLBJh6axpn9VAGyh7AjKQHAMUDnujFncMMx2WMOVS/l9Mzo0vxiU26DM1fRmZu55VVN0zn2nS8nvoLO9XOehsq9DzBv7Io3tLHh4zyFMnLpbdFMmVD6fz2h54ldr1ZtC8zC90O5n5peObFObwVWATYocbenPunL4mOpcvWZCmSuPh27ctnSsveqAwucNJQAml1X9cMK3h+9YfE33V+b/rYFPzbnz5V2xDcHFvUMY7uA8kPd21tgdV3uJhii2VfT2UhY0siqsyMpAcQC1VhQk7+JgQPteupJK7JcjqE3NLE6pRJFK5ebtxZo0BiKzNQf736///vuQv76zZPcYvzDn/6I/JufekugRmB8fbqQP/7Fd/dmqwLK/uCv+Lh8dJzMkP25u5n82z/1T+TLd7Nc7/PrLj+Uf/b8NvNvtOkQNFC1z10oLFdPtVlT5tft1YV0W77SA9PmCShuVkWcY5espFoaXtW6DteTzydjFZ5wC6ymxBLwqHvNTPIBs6AZE6C8HRuRfBjK62kgH06DKFGubr9ofB2VTGapr/v5zdYIGlSyVnHY3rSMecBUMlUnC1LB7LzFmsT6AIwzmQdyP1uvPk4BVo0BAKoi0P0hdbMVtuy3Qx4xBUBtQVGUAfTizFOQw6r2JvzDKbMjz0auKT8te9JLup+C8XpYUdINO3abZRAosFr3gKKPsvdB1Pii7uc393lGUVnsyext6iZe1yt4eRtr+ced4bjp0DFABmwL39xAfOO4kxJtLViv4Aht4prlh4EQL2aprPjRN8/lZ6anB8kUkPTXv30p86EGo60AACAASURBVCCQH/rKa/lHt7sB0e94eqag6qcvx4nncWD5F37htXKs5h3fPp7I9zx9lelnWv4Vc2MeQbmdMNRY5wngof6/2qLRTPI5/kXQJbhyTkfqhmWu0ugWXa87G/P4c7L/DQCb7xcx+LP/+qquiPlWm+iXq/rmPPf13GatWdj4zcyX+4obneWRUZOuJUv19YQs8OO+FesU+ywqmuxISgDQmXW9KeBqEIhcT30FDk0+pp23eNYAVmlWpbLZCL9SgVWyVPUk3sZqCc1HJg9k8zXrGAb31qknIw2m7diUAJmHTwDIGiicWG+wK3tatzlzlMSJsOE4lsshkNZmTXqcaufIzJCZDSRCBsd4YErkmjR4wyWZzqH1iUmrMoeAyOZYdsU7ke2sdBtNUpyGvAvuBj7IJjWzwgsrGb82Ots//NCRz75+Ib8wP9l/ccErAGGhAPjU2Sj1Tj9zM5U/9Pd+YS84m/bjT4xm8juevRSPEqEdg78CAC0ffOQRNDsqpyTj+UKB+WNaeMFJrejnbN4vYy7jJixcUVNOaKBqK8qpSLZV3BafQxf3plRJUgHX1NLcKuSf5554PCgBjuD5Ul9zsgjkpkG6k0eW1V4Lj7PI+3e+ZoFnOSSt9n0CBVWH0Ek8rLNN0aJqvzzb3U0zK/ajx7Yu9cezQBtWPVaR2rmK98WzhQFV05LBEsAqWQqGUD2bGvTlqhhi0EYFwPjHOAUPQwV/np96tntliuIRO18NXW1e0DSqEj2swK7sqc/GzBlfA6h6TJ/DcsGBxXgYlw/aBeRxoljsAVcNH22ThuVV3T4bhlc1W8ZhlXOKxgzdMOoMW+WT2nlv1ioAMt1sNGCQmwAf7z5e1fhVD2lcdchnfs/Hn8r3f/tH5Z2TdU7W+F4v50v5Mz/7nnzuK68Pub1kbWClzbz2cM4e9AIH/MgJA7kceHLaDNU54Auq/QmbVLJ6m9DRnAwXeNgsTV36nFNqCujchMF+j5iHap2m7SUaIZ8QYLUZmXXsHV7PfK0gsGNdAqxV790GmslrEuWOHb+bOaKS6fHQ4tjv1BytiaFvZAPn6jGHHlYor+ox36KZz/b9QG6nocwpB0wZK8CqyVKAUH0ZpapadX+UmMlSkIgb87iTfXXiCv/gaLNjfY7g9Xs6dB46DTdBQgTStglcuqay2YAaoT5e1e0WQwANcEjZ+/FPdptn2WQeng7MaWoTBut93Y1jmvDdWd6B7Sl21RR6BDLqyHpuQ1fhLPIt+xp8D5mHTSiRI/7Lwqsay+CNP5D//uXbcpejcVVe+f2uTzwX+FifDGndlBzfmC3lP/2Zr8uPvpu9YdXmXc7dQH73i/flqWdyUdMGcaA2noSeuwGIC9xsbL+eDQcycOyqtTlnSIRs8Eu4nlm2NGaud/1ijngmh1yLhgCHee2v6uuJj6EAaBo0hs4YXsh6daZqeZd1f+RyLNnEFbUvp8sH2sKyvqsr96FZ1fXMVAQ2a5j+Dewp1OqpOLM29jBFeBvkQ5XyMQb68urO3wocHuOdmvJMMIvbSSBkrG5brx6AVXLpSBknqI6awTblOxrxHoBjTSlRYbF/MvbkgtLl49hdI+Zk20tQWvlk5MnYqzuETr6RHlZolrMtL09ueuioZ0DVJgTUOEyAH4DVkXZrsnO2OWdDV7TZ15EPUzXzG1C1cfFiAzwjMmG9okS7OQ04Ql2r4Fs1dBt2rEogDqTPjsi3avjjTTZmVJOTaZKqBlYBVf/Ipz8iV1tA1XenC/nBL31N/to3rjO977aL9gGryuUcPGYcNmEjGDeKG7kiV14zaZAKTUrBH8eVZueeI2dHapwCsOoHjsnGtCFFYkaJ/24BVZsQBKboG+AGh8l21UoKRykBnOOAYoZXlWxM/6jVbgVdVGU/h1YDCoBl0ETNDfWMC/DwMRxs4ntWNj17b3wsvlWgitd3S5ktpbE+ea/wKrsglPtpIJP57grbB2CVgFHLmxq6uFUmpww3jkuVG5FJz/uG5hQVcPWM0uUM39C3S8isezqEMuG4X075/2OJip2peDbYELKJJ6uuaQE1mOrZKOZbtXO2DgCF6nuUj/ZIojG8qgY8tGNdAlpZobyq/O9HmqAdkwJ/5SkG1rxXO7oqIRKy6zRDqmYBcbSlzRUVkM8niiqBVThVaVT10fEw9aX+8e1MfuBL78r/9eou30unXL0LWH3gVdWsgwYqbxDKqQff6upGtbBIOnMDQHAywsc0N615+oIgkCn88TntqjPC3/Eh+BwyVZuStJL2qugL4CogUM2q0woVOAa4iilNl4F8OLOgapqSsO/82q0f9a1ortayh9BwUF+xue95HEM0yQgncBnXuGhR/n/7YFd2Th7nPpT5IpTbKQeluzXC+cwP/5AWqlhC9XRBPTSrOo5l7XyqgocnXuN4D5sgKtwBmXVPAciO8ELoDR2KKf+y1D+rrsnsLkKafzRUNpo95omckwbkHEN7jqCwOR5pKBOgBTiObABVt1Db5PiKbl5qQFVHDy3qDMbySJPEQxqD2JGUAFIBIINvtU4JxV3uWa/yIk9VAqv/1Xd+i/z6dy4TsmAV+ekPJ/JHf/orBzWqStO9bcAqh4BKOxJVVjTVrjTmcR059eQoMU+T7dlwZsK/LzKqKcMOveEfIEfew4omy7KsdyNGBhyDfq7pI84es82s0mcKn1hnJ3OSVV5NltauUqaD2O/rt4HAWdx8y8IvG/599ssm5qkz8mm653nkeq7jTaeLQN7c7wcO63iXpj1jGQRyc5/erGrzXZ1//Uc+G9ItzoI/6dMIMTYGn3ezUYtShIA/jrw4HRwte6yW78z5kHgxoc8OdAlXR+hmjj1NlYvNLhKr02f4xlzlRCIAaOrQLAXKB0fpnH5Nfe+63st1AjknI7xmgCzOVG2u5tQ1A+vPQR6EpYZXlSzwZgKrceny2cAVz5pWqrKwiT/3PMMJWdMgU5WKpUP0ZhK48j++eks+WKZnlR76Cd/x9Ez+81/1Cfmm0+R9f+ZmKn/o7/1CaaAq7/jWYCG/6/kHcuqupyOwTrGRj//XpgKrfIMbilwNaHxht6drcUe0WScjnKzeOgCyIDB60+RszENts+jvlFYj4lUteq+6fm/4Vo9XqVPXdx76nLrAVfbjb6YA8pYIanOu2He+mfryasJR4HESH/Lpj4lcoZOgebAmBLTivfN9ZaGrnVAP2ocVZ61iTu/fLPdmYxb6lhb/+BrO2YyYjvM7P/fZ0C78ydlWc494VRu7iY84Ic9Hnjw9sQt+ms0SQJO1Cr9WXUO7vz5kKdT33Lq+r8hzTLOqUIKIbqzIvar+LevY6cjV0ly7TU2EcJoBdDFytcNnHUM3Y5ZXNVXUhv+xOc2q9ukDzayouLB8q+mSgsJm7LqVZwGR06LNFbGrAwOdWejKX3j1lry3KBdY/T2ffCHf/+0fkdMNB/NyvpQ/8cV35X99rxin6qbkPzJcyO98/oGcOI8bdtarBRmrerbe/LWc9x1FjdBiGqTmv/U+b1Hm3x2lAzinkV6F8xnHOYCHB5pVmR/duHsRA0IBoHbVuLfb/kLardvyrW4VUNXNrFijbue+cvLasS4B8Ap4Vb9xF9MjtMeyeFOWeezL+sukZiMf/E4la5buqUJ5c0eWs2m0aMejBFjBJ9NQ7ufZecCd7/vsX7R6nKJFyjfWhlU/pGzZkScnrlySpmDHmgRwEWTVvRjVw7eKMWnpVwuAw/pVxciFLPC2OB3NHjsBPIwXG7voGL1hBk1mlPLRViwWC6rutlbK/9tEjwDwQBANpcSxugrX7//yPZHsOv4Z2yrXwCJCloN5VTe/5C+9fiH/eDbO94F7rv6Dv+Qd+X2/6O1EZ9y/+fJWPvOFL5f6LG72i0+m8tuevXy4r3I5A6rGjSfLnYLS3//RL4uMHUdo2MSZYCteuyJpbN6WOcXfnAKuApBVAa4qHUsoCz84+LCiJnEc5THEgFAAPPYeOMprHPRQpYly2VPUS9Vy0Mse4UfIx62IxgY3PFkGcjO3vKppfm22DBVUZf/ZRq8PpEpGuJZdNLRHwBFM6uGRLFUmHix3Rdcu99NQrqda69ZK3aliXuLqOnBAKADyJB5YYHXLjJhS5fbo2Mh15MWZZ7nrUuYTN0Q36hcnXuUAEMHiwrc94JLTEDVHaWETB9b6ixPPEqyn2VYYyMnQ0+zDktf7tactbLOq1JWKJUqbK4btOul/6GbuRRlA5caKVcRZNd+TkjhHxp6rhxcGWi1PSOZoy9Hy/zIA+b9xeyV/4/ayVBmlAauUgf53P/9S/vQ/+Hqpz+Jmv/riRn71hcmCVV5VqisiyZf+sIpvqBnhEXhoj9vXhY3mDxxHq5iQUZkLlzaBC6geiAH5iie6ZbdXiqxlEIE/LXv56HXjZlY0tLIjKQGTfVi+16EKkGZVtsI2KXPA1Jf3vmastoMCIM1yiHlCORm4SrtTZrzTDTuNmll5XmmRoPJcLwJ5fZ89G7Mbstz/FdpgOxC5vjdN4PLECRZY3ZAvQRcnqsqr2qIRp4q/c274Vu2Svz55mnk4MM2s2FNWAQKhM7MlQEcz+Q2Pqc5wqwI45zn1Oeb7bj77ZODIeAh4WH7A2KTvzP8ugfoa5VsFXM1/g52/UH8cgart8sglC2LL7QhAiaVj2v96nlriU0ICaad2rt4Sv6DSW5GdQOkyB6dlDvXHJQLyPzcby+ffPJdFiZziv/uTz+X7v/2jcrZCBXC7DOQH/9+vyQ9/9XWZ4pChE8r3Pn0lv+hkqvdVUJXmQ/p/lSv7Ul98y83YFEBhDHgY0yC17yuqkxTzCmfd5cBRkFVnuYSgMG5WZcGf5NyxpQIcmy0pPG330AaeXvnZY+2WyuPblw2uclBxPQ9Ud+xYlwCYz5tJIK8147D9w9VmVo7tT7JlKjVjvqSscBIIX5PlvLSYxaa44Ui/hcuZQDnnsMDqisA0+4dSZdCftkWhISVOImdDVzNX2/b6OfU29+WmBEw0a5Wuy2XLJw4aW9DgNLfsiv3AZEZx4kNXvfYZ1uPXn44oXbYdd9b1wSw6lJyej9zSm4KgMfP861oxlW3Jrx95VRUWaMlbJ18Tv0yPuDoayrRRSMgFcDUGgMr4BkBDbVZVkt7cBZ42sHq1HJTxenoPDkJpXvVr3rpQbjHAzv/9/Vv5/T/186U9I77R88FSG1edu0vl1odX9bFiqYW2FSUGoDM0awKYb1dOe+lTnHrDkUtz06hdSgnA6nwZ6P7BLllJcbOJnyxNJngLLSrxQaxbYxrj1qOqrXlK3ACxLL5VAI6bRaCcvNauNqLvUBRwfnXvi1/ioeZxlQ2aKOJB18536kQYyoSi8SBnFNcTXyZwh9oM4TVJ48Mms1DuZ4f5HAusrohTSyq1M25796nk0z099ZRv1S74Sa+Ew37rBL7V8sDVmFfVHqYm5U0v5SBwDF9xy4ceXAAe2mZWKTNJ50pHzobOCh9tsQkHVKVMmYxV68uSskQ2UAB0YZiOy5QQduN7ypwTJEIjohPXcBkXWbm0VDkUmWujs3LHX/3wmfz9yVm5NxWR735xLh89GcrXZwv5Wy/vSr8/N/ynTu/lNz0hC9Z0cvc743FCoaXY1YCNWCWia/VNiZcBV8lcLZSxqk05qR7Ix8XWauHleHl4igFVu5bJqzzhNTbGzSHyRlzKgVgRu2IvTqOqu4XlVU2b0Lt5KK8mvlZKdmbJiuBUbRKna5ZduFbnnhiOdevEIx48TDZU1d5MA7mbAhwedo9GOJgKXkKbjy9DuZuwlh8GBlpgNZoYNhss/mVvNiqY9723ZPP19tlAxhWU5u59eMMvwExivtUyNhrYHZghJU52JCWAY1osu5PBATB/OqKZlaUE2Jxtlmc2GVAmFMXHTOMYA6rakZSAdnLXBPCuBEVRM6uHYNrO+qoElOonylwttlENZBY4ldgVzat+9M3z1oH9AyeU73n6Sr51NNFsOv7pZqMLthVlB6I7gKtkrXbFY5TlIbCncw4FY4DsgHknq25mm1WlTgkxMtmGbWxWtU/HYr/MgeABarPv9p34O5mHhw7AeJpVdQ2QP1Qeq7+DV/WDezq5d2d/tRnzDAcGVjUrMv/Nrl6xjLTS64BmVuytyMS8nvqKeUX1GmWoZAfuESotAoDzssDm0wKrUR80FAznXWTT0iStwuDePjeZmXasSwDHcjV05GroaQlzkaGgqnJGFbxRkZdo6G+1pLJjmw24CU+GroyHNEKzc54AVx3RRlbwZhaRDmvaAdQ2DbWEcl9LM+TJOFSu6CJSLve9it3NdIIdajOrLn1XMams/lp5/VxXO8MeOuZRZl0Vx4Dz0JHPvnpL3l2MDn29xO+gAfjMt7yQX3Z1Kh8ufPlf3ruWP/sP3yvt/tzo48O5/I7n74un2apmLe+OXZlGXBDYnHqunCsNUhWzX+qU1HqzmCbq2cBVyolD5p6GTOwh7EhKAOBnjl11VjyhnA6qb4zbVt3CnrCrvAMgnmZVpsu9HasSwNV8cO/LzayboKp+axiI67oy9Aywamp18utRdzXHJCPk4lvVZlWhgqrQ1pi1zso01hHfN6Cq4XI+XC69B1ZjXlWTpdCtcT505dmY7DrrjhIAEJQJI1d53A7dp2pJpU+GS7f0pvjXGDoNfNOSTnAlNYYo/l7l3CHuXHmizazswrQu1VBLTuEeO7SZlTZk0i731rA2NfaRV/XwRb8cK6jmLuS2EEgDsNqRlABigSNcAaAcgR8HQr64MqsY/PnS5Ez+6odPxbS0KzZ+7duX8oO/4uPy0THF7GYQp/2Vdz+U/+Cnv1Ls5tGvYXH7TU/eyC89vddDwPAAAKCUF6nhJm4YyMXAldNDA54a3vGYj4Cz7gngag75AFoDAMEhb1er5OzRsHSyjEsqjzm71T6bQ3bTzKra57T17nn5VlmmAFU5sLB2tRFhh6KNqq5nZPLq7qqtapHpveldSaWgGd3+1kwCebjIWAbJc0OaKmcQDfry4b0vU1Pulu9xnb4aiizDqzqZg18cRgHwoKXf99m/2Gu/9cCr2kGlwWyuTly5OimemdlB8ehpD+DqIc2sLK/qdo1QHr8gFILqrg5tXDB0ZER5peNGjrirX5vnux4XezJXDR9t9hHzqnaBkiX7V2e7EslyTgFFQpfrDuOOyyvN4LMJqAdXYU2AqjG4mvWTASSr4FXdfD6cv597/UL+yfwk66ttve6//M5vkd/4zmXi7x/Ml/JHf/qr8pPv3xR+xidHM/ltz15KGNL8o+uZ0qHqztMHYL7XoX+q7pARDt+q7uN3gexR+iUb1TmAfGFN7N4N6FV616NMXvYT2iQuX8jTvYnf8kV5wNXruS+TRWCTVlJkCa/qy0mcydt9ZSPFgljw8cCr+9+cxykgH8DVfZQbYF3Xk0CbVVV8vp7n9RtxLUDqdI5sQt1jFR29zljtMqgaKwa4xrOxJ2Sv2gX/0VziQBi+VcDVPOWVJmsszlKwTn7TCbGJ1wyOju82WOxPR54MIwTInHLZoXtSFnuPZlbZM8Itr+p23VFQNcoCN7hqt/0O65ZyhHf7Mw9yFohEG8VlRJ7Rl1nAJrUeYf78/ER+5PULgRqgyPixX/1t8unLceIWgDV/6kvvyufffVPk9jJyQvktz17KNw2msoh8d9ftCoGNJJQnUNlYOHBNf0wOjyMXniOnroir6YfpOsxaj8pMAVXtsp+wQ2RyBzBGM+BCVtquH2v2mNJt2JEmgSxUG/Cqko3JPsKOdQnQBPi9W19mvjIn9WRA0UjWKpU6XaPAKmMKQ82UpwnjLno6bVY1wyeX8cxu3WNOgzx4VUuSTW+BVS1VDk2H3E6PkG7Ljjw79Wwzqy0TDR3Ak5EjlILtGugMl+CYyFIw3cptCPUgM+yJpkN+D+wq+mgFD0eWEiDNbhwnVN8DuJrFSrQhU6ed8eEfxzoF52xfuJw1M9MNlVLCjqQEkA9Zq0PtsbRdRsAaZDiTrVrn+ImbJ/K37y4Kbf7+3D/zKfnn3rpIvDZcq3/ii+/K//z1Dw/+JOT3Xee38usu3sjckBUffK+2/RBaiHMXGiTbDiR97hx5QjWKUmhtB1ZpVmU3qUkJ6kHOMtQy7r4NtIWYBxDIjvR1C97MbdJhrXp5v7CZqinKw2HO12+DiFqDC/qlY5iUhoPEPD379iy+BNAZ35Mmm9kikA8nQaerSLPIaPOa+ID05j4olcu5l8BqXFIJp0LXcVVVpDBUcOPp2FPDs2NdAjhsuMdoaLWvIdEjr2qsOVaesTRxUjSA69NmQ7PHBoCrMbhh9cHog7EP7CluZrXL73BIQVBtmX+SUtLDCppV9SyYNJmZIiNIe+1ISACPQ0Migz0nw2mT5WwoAOqOc8poZPV7PvlC/sinP6I86A9rjIj8jQ9u5ff+P18upBFQAPzWZx8IIGO3msDtFwvrNDjypefKmK7CtWvH/nc85hXYytBx5HLgKl/4WhZztGcgc4x/PXPJe6dFq05oAKIcfv0ccbfuPFy9fZLUNkoA/PDr2VK7cte9XrVB/q8mvryZGi7IfjoeqGyIB93uJ8QdoJBEyXGD09V1if34qzuaVVmr2hQrsdDthGZV5VbY9hJY7QMFwKYCYXQXI1eewrdqk4ASbosTZgLpCxoSbXFqrGcz26wqRTrGKVH2xV6jbxU8bFJPBo5yrophZ7MjkoBmHtJwZ2i6e6YNBQ7FlPjYsS4BQ4/g9DiDg47LTq6GMn3SIWzrTJumrGYqGEPCF9Os6lhZzh8sh/JDr1/Ijb/F8DNM1G//5mfymW95Id90OtLM0p/84Eb+zM++J1+fHp7b/sTz5bc+fSlPvFnvDitWRe5JqOAqZ4L26OJRMvEyBD0UtABayaQZzaGEUYxD01K7XCUNmAPA+0X3m1Xtc12UvJPEYhNX0yW1Ca6yZ7hZ+HI3t3zFCfBHRHkx37v3xQ/67KlNJOO6prmpHojalWtDXUKttIj5VgEO39wHMl30p4p0n29e/fv9LJDJrHzO2V4BqxoIUVLZM94fVaQQAmhHLkeePBlnK83No6BduBaHpHyrKRxJOCg2dn3owph3Lk2zKrLqyj31yfsex7yeAJqsVdOsqc/BT3IWHAm0NO585On+dFU6ChxGINAx56+pz+aQGWC1zwNKCcDVfdUEfZUR2XXQAjzKxxxwQR3Bfx5zlAGulvn+l54v3/f0A3nqzY1sekQBkNiwh2zCRC51I2a3qGl6hl1BmxCrCdligKr2EDApLWRCwyH2V3ZE3bptM6tUVdAoGU5IszVV2og3c793SRlZ7ITM+HdvlmZ/ZRM3dP9AEQsAq91rpey3lG8VPlpHbqeBXE+xq+7tIeLKmyw2lHYNGbxkq1ZRYds7YBUn1dtlPzQNZZ6OB3Ku2XV2bEoAUPWtEy/KAHrUFOVVpQFI0P3GMXm1QkFnbeLQb50CU73g0GIH52Fe2Xbjek6a8T2unI/WD3UADqEB6K1P3jHB2qwKeoTOdyvfreX4FwJp+FZ7jIPtFBIl3XQ0Rz7qj5WWpRnA4XuLoXz+zQv5sEDmahl+kEzV7336Ut4azB/Bnz4rlJaWhHIK36rniudYL7yqZ0iD1Qou2lPXUdCHw3Uqc+xYl4Cp5gpkastNHwRjACCTuWpHCgAUUUUBGL6e+hrr2LEuAfab37gnk5comWEr4gycGsoJlAD8H0X1pqh5Fn2+qYUorPqrd9BKwdCRV7e+mBzwXR9ZVADF5uCQbzffahK6DhqOyN19ec2qNt+hV8AqGw0NikrQo4MmsyE/UvDwbKD8dXasS4DMQzbwL1YAILIUCBiPVVLZ1DnSVlWho1xjdq9h3IrnOXJxYspyrb6say4SOR24SpugTeAADoutyU01jcLvRbwATV1sV33oVr5PaGTXacflnq/faXJCJDHfqmarHoFXddf8vfEH8qNvngsg6zHGR4YL+Z6nr+TKXTxwOR/jPZr4TAcOfs+VM69d2/biW1EzG/E6vS0cVroN5aI1VTlpo+i7FKVPKvr8Q/TSkCM8VgHOlraMO7HBdqBC2l7FxLxrA5UDo8Ui826a8R62mOqRzD68ZptS6WGx+WaAkduFyXTOOsxxUJEvj59UYAOsjUSLvQMyMHyp2wdr+WRxqHZklWgbr6PZENyhywKcs7Hstzcp3CeZGOA71BRUi5Tqq4g2rVaKGnvGp9zdmbdi37UN9Ir/or861BfEi8A+YaX8Xf2A2lK9g++l79DAq6Z6uxfAKpMWUMZd9+zVqyuZn4ZSAR6+deYp/6Ed6xJAJpdDV/8xKFOxmapJLWEp8OGcbdgm/pj6jDkp32oMzK/4nP+/vXdZkmRb0rTUbn6PiMzcp6prQrcwYsCAZsCon4LHgCmDGiDFkCkILUJRA0RaGMGD9Bh4AoRBc+qcfc7emRnhd7sgny6zCHc383Azc3N3u6wllbX32WluF12qutb6VfXXJOVpu/79zJGmzjp47QHu2ncncDEPXAWgs2ZV196zS78vuwQpqKofZh10Nr9sELXj8hmqlkp68C7W+pvqSs87uthsos2GsqxGfEgh+8npb1m3AtdkcVwKdNU9UB9+RlVfAqXFv18+y/+1mt+N25Rp/k8nb/JvFt9lrHOeyruO86w/4e3+ZWIKTH0OYZfUUTOizedcuvTSR3OYvHZcf4fLPtZk/yRCSOD9GHbilj9ssbq/1t/WPlymR/trBHGNLaTP1aYylqs3p84k88Ab+p5wmLsiS0q4ZgKvsaLq+vpu+x+4VKUXyMBkQJXlPpHvm9jS/JyToJOWvb/baL35qjRBHbh4H8Xy59dQ+ZztONqV6foMb+hyHcvI8yTg0GXVJqcmUGfpWVTjXs0KaDDA6o4VrmHhddWgiWYQRV2MPPk6vQ1i31XZZO+NfL6OXfHJHEvpI5o4jHZdLofvr3xjNlqRm1LNzAw8LX0/9jnm9BRpJ+r6G2kDmqTg54FKQgAAIABJREFUakWFymKY1+iyZljUf33levahInlPeSn/EQpIlb+88Mo6UFr2zGuebTJTTDT5s6Hy0bL3Zhf7K8XWgp8bueFyjiVYD5XImEvuzS75EeC/Rpvy08HdCHIRtHAvdU1JRVZPxTJ519PPP4dj+ferb/Ijvm326ou7l38z+6v8rb99FxYNiajYsXvBA/1JTIB0H172rWb9aGCQtdbIjRp4lwu3oGHVfh8LLdieLHpYKC32yVSjIB47jARY5gFVX2nI1Kyr74GIE1mHIn9dRbKPWLOyzN4efFrTn0DQQjtOAyJaA1PqiNVefqxthvypqikN1D6R11UkSQp5jX0alndksW3adi7cj8aU9EZpun+D81/+7//Hg11+9ZyNQ1ll0a+z8kvLHdQE650i7jzV93ucm7BRrJ61WpvXIv006BhCrL7muDjnJe57iQcTN+Q7Il9G8K0WHWKzMo76Diu8RpD1sITch2SFAiVEdnQJXz0duTIJcEpVf93v63GoAM6GbN6OIwlkgI4rMp8Y27IA4rGOGNvyZGS5Wo5VJ20gWH/l6KctKtilHIfG5xDQGQUGLr43aFxWwrzz/7Ofy/+5eZFlDCzT3Ji7ofznkx/yHwfLk0Z5JqA88ZwUAGJPONyDahbg0cNYaCpPGoJNm5vMR95JWcMS2dCQKQT4ATwUmUH4bPc8uZnRSi/f7AeteERWABxbePzi1vrhh5iXI7INE/l9HcsqTcxAXywX7fnZwKZsY1yTlPC6ieTPyzBNULCe5lBrwiiR12Uk/DMbgIZjSt7tWasIyNGgxSSg+Wtz+x/nv/i3/1vts/9H5kU996wcK1dmP116MpkbzzNPnma+Xe1PhJVwEIO/xYZT84AjmYX7WCa+I1/mppnVx6htMpfUtdLfZ29U922Ofl+j8RRdGV+mvpKIs5O2S5yZPsANooZdycippHTXXJzGtijfweUsJp7MUnD1mtv28bdEmCcjsp6tVWXzS7fp67io+qgpmc/hsEomvOgGcUT2GFzGHfDKv0Zj+b83L/LP4bg2RYArifydv5X/bPJD/sb7yFA9nPEszBU4jgJkyn044GB7lkGva9V7END6m8N93n5PJu8Hh7yChyNXRqSv2nEkAU1GcB1Z+IaPdshjFyXycxtrQy+nxt66z7ID8/m+juUnmbzphxIYxBUX0fz0WRZVvo094ZAzD1mvVrtY/rIMtVmyoQ6161WmQ1SdLNeRbPd5RIC9DgDixUqmKgrZk2vRIKgxm9wvO//6f/x3dXGZzoiV0rhvi0Amk6Ev9wdbRrJGAVUvkbF1Zpabe1EMLdpHEoUm0vwy87Xbu83MPJYxjoONEOCqNpXpwCG+OS0pvhPZ2NoZl/+za/7JwcuRTRiZbuXw1rkiT1Nfs57t/iivT9gWsmEzPeSs3iSJJRLHZoCfcV4s4WTVZUs5fhnbIuCldCQdGczxn8Kx/L/7mUAXsEx8gZe1aPhOInMn1DL/fxWs5F/4W/FK1gcYAIjsQ7IUhuukOagCGuKPbWz9WMsAegiQbncfdsUVZLACHr6MDDebXeNP5MYh1XVkRrnXQAd6o6CqNh2yI5OAoXFK5OfGyEexsRM1waZ0v2PFVrzu0USPUtMBhi4IHAOqrpSw2GrIoYIo6LyJZb05T48A/z77wQFvec56FfaBUNk0lcgyCGAVadL962+/BOINeMF/X+DI/EmzFOz6VSCBKJb9DlDVDBzRLwsLAJ3TFQ7wTxNPbWzIg+x7SpwOqjCGLI7jb+egSrlyhqqmf0uUEHCVf9qRP6QGvquN0IYIAL2XKkOtYWk1CszDMF6SAa7NFU+uAADSJnpaTdBd+wJwXccmRXDqRqUB1PP+xMAdIwWAdIUfVOZLZlcZr6ql1jjxu2kV3XoHPUIeGtOyZap1xpYSoMjG2AXOoNsoaDLY5zXeaEoiPwA4tBKwz19b/dsQx3KXyPctzbzOC4d1yxbqFMtXg4LY1aDQMUNx9NdlqNQa1q7yurGhWdUmks/YBdGdwDazOuu4dL/suxp0vxa4HwSwmhHuw1v37dkXd8hemxJ3utzbpkPFBkYm7w7iZ7qum8MoUVZKK7/NLQBUJDTsaz72ZDE+pUyovvnq6i9Y7ClPCSObxZKbw5RXNd/B03hmsjKfpgDz3QV/bqW3uCDI5wHIhjYyAAhQ1YI/xbMPrypZh+eaClGtMx1Rmjs8/fkMWNWcHzgzXcdUWwzooEoGOKliazoq679av3uoK0hjtYlSztlzAEcis8CVOU0Y7chJAKk8B672KRjOMF3u33aJhFAAdDiYdYs528WmWdX6wtnTSRJN0rAVgsWzgFyGVcWUyF/TZlWGB9yOQwns9rEs17GEJRq006qcrFVAROue8npEVq9WMl0Jrg4CWM3EB/jxMvfkae4PkmtCObWiREFVG/UpcM4c4OGpOxNNpVnTy8zyHp5KzhxSHQVW6bA3pEOqAu+Jiajusq7KgzpMXN7k4GugRyCjt2gowDHyFFy1Z/y8hOBFIiuc4M6Q5KN2pZnONvWnyG72USKbKNHGVeeGZikERn8IEVr2w2NJOU6inJCe2UkPYsCnCq+qrazI72SwJXhV4cZMPq3zx5ZEnkeujAkI2jU/ZztgznPfUCYMYRCn+H193DhmCN996Ru1l4o48pdlpMGcj1rA87/EGwMeWnC1WEYsVxQIZi0qL81BN//ebGxoVvXbOtTzlR0fElA8JxZ5XUe6npcd8K0CrtrGwXmJaTWKNrMCgq4/BgWsIiYOqV8p6x4Pj8iXLMyQxjE26pOzGDbUZPICrH52SKXhDgDQwKveC0WkjQsmnkyCYXV2UFA1+mhwUd8d9+uXLExgYhxSPzEr/Wg20bOxK/OJd9WC1i8JfnwNtgX4TAbiEAabRpi0aFhlR14CiIVDahnMGTCejaJpDDIM/SmvM4k2sSLzEMn0OSiYZYCT4bzHuOw4lkCaeEA39zJ2peuWkyglgGYA2ZGTAHyrU6//AJk2ZFpFug+0K9aJWYnIb5tY3uBVLSkczmMka3iejVkUuRW8jQFXddXqqeeBWi2WX99Cpdaw43S5SuRtZZpVlV2vsjuwXim4yn8YUrZGCSUCUh375k9d2xocsIpcA9+Rb0+BjAZUXgmYqsBh2ZWthAL25RLMB0A15LSh3SmLFyoOJmS2kLU6Txuh9XVJqzO3LH1k1T1PTDOrIQwADhZ/a1YFs032Two6l9EFgB+4eodY9l5WPrORyertNQAE+UriyC4+T8RfRl69vQZQFS7nCqAz+kI1wZC7Cp/VhyTR9Qq+Vcfpb+ZqEsPFe1BZ0dsDeT3LZ3+3hqeuUkeqRLl6n8bDycysIl12gQCrkx7zrbLvNbyq5QJdVeTXh2uhR/htHQkZvZVGYoBDk5lpx6kE2AearN5+SidOYvnnn6FyyFcFDvuuLcz4Ep+z/ZxX9Zwc+L3vmio4O04kkPqdqe8ZvtUa5jVIYBXwbDp25WXhi++nWRw1hNcFhWSzyBdGNLiw6E/xlJFtCOhc8qAKMP8yNQBQT9WmlmpnMcVp4MrL1E8DYf2VEKXtZChcysasJcyO/4hZRy6mpLL8xwBwfJ37g8nMLC8ZE1imIch0TEZ4v+1qn9gM8CLdMFzOgGNxJXAdE2STiO6YOHx/9aeKTWXXkmc291wNuvdVMnEUyzYUKbnNqSPGTv4GTkfsgwYgcKTXUQBA+ZlPFVwnRXCzlybzkHVr7jsS9LDbO3pDNt33DTxQffUc9dQDq4IT849vhh6hDpczEqWiwFYIFs+BAVdNdm8tx1Vvam/7q/TA8CvNquC6rnB+uO2LtePuSpEVirxdSTuCzsApSvYqttrnZI06M+dTyZQmslT9/TCB1VRKi6knz30/xCcibKgtr+qZhQkOvx1RH8OZVXZQWvll7otvS1XeRZatfzjsaeDJYtLfbuZ8KxyH/LHr/rHVYEdshgB/qm6KTLMmV17gwa5ikGUNt+PXIR8oAfoaaVa7IrPOGlWhppIBrqVfFY9RnFXQHYDDcUAJmDWuQwEjUfwN4BgVYP06ZCQSx47ysLHPsfjPiWnpQTWRDd111Cyq2wa/WAR0FaYRWscXmQZfH2AVXxUQ1PEcPcT3RTxmDyjy24osZ7tgnaoNa/iv8KpmPT1qTrzJrus/nURds2PdMo1fawq47oNv9jtoIxL59W2vvSv6813NCIw1/Ocy0jXrKq+TVudONCDYF91pRsZ6l0RMJRPgasXbDhpYRZmeZmnTlJ4qFs2qlFf1KgusqFUduVwBoF0kkbYaLL/he+8oPHLly4xGaNb1Hx9SiaK6782sOqIOlV4zA1Xtun8CqqYHqTK8qucErs2sxp48T4fF1VtWAQlczCaUnvarm3nGq8pm2i5XeW1gmdpSXXFFyiFypQkj/FpVN4tl9bPL15H9g9sxnJl9kJDRFzJcKpfidnkiy7473PpRLJsaPHVHj0hMRjjgKlUFOvqgPmXleOm6RLTJF+BqX1iiqMj5volkd6HL/SXR9PHvWaK+b2P5uY4lbsAOFDzsESjf9JxzBv3geW5A4E2/YIX77aJY/vhjp0ELuw88PVmL/HyLNWmlKUyHc8TYt42Di1QUSxp79I2pZlODBlaxWqgAyI7ioNq3ULNpVkXnOOueTo1GQdV9ZDhna4qHQxjRjJd59YhGhXWms5cSRVW+1Yxuo7Nf8vHi2olRGzLZrsrnFiI4Z689xBP0yug2eqA2jX8C3Fo0+uoLvxYuOCJzzIKqhbqCbHaRaElltS3e8e0+goKmAWP5cGLjKtzKGwLpQ70/8VLOzI6nH7JWhVEsNKy6TnNaOV1XvRQFkHEshqdO94DXWJZ5FXSHRmhD4ZivMgHmkOrIrON8q6gK+vK6jWWFU25Ab6rIse3XIh94Vf+imbzNvC26k4GrzdyxX3f54Fttxo89RjqG/un/+7GTDclg1q5OpgEO8Fi5VZsCVTNtIRFq7LmWEqBA8fE988BLs8LLWcawgVWT7asdc78+BQoA9cWWNfuH0i9bU1loCU6cyJ5N0RULPz+la+WXqS/zsSXXKgKvfc9VzszeAEBpsyqbpJBb89V1arMqwLEr7Cq7MxvpX56CSgtauWWvH1dBB0D2YR/KlimltLyqxXqJKW21k7sxqmvgHy0DJ6BMQ5mA7DG7bh1KnX0TAqbZDlTGXeeug1efjDpTqnyN5vTDZ57O9XYHr2q2WDUhn0R1ZwHdhjWtnNIgEuTT5WZWgD80qvq5jRUIakJr+mRd21jkz280q2pgE3ggGORMtrNtwHhGW6D6Iau3o8FA1qjvq1D+ugrTD7SWdTjTlP5/fwsbOVsVaRCZmYZSwo7jfYLhMV6MyieyDB5YzQ4qk7Er356DznNN6MGAsxPZLdSqNLu29cLi4H3a70LN5L0+YycRwMNfnnwlgna4uR0fElC+VdeUdaecLt0Uj5lX+A0BVe0sH88iah9JogBQk/vpke/Il3lgmxecMRpsK+AQ39HNNJaEF+YQRlamHXkJ0KxKuZwbFA+3omRZ+VY7qzu30xbWccAfOr538qBK8zeCx+wDq3bjvp1Y23NnMsD3lFQ2DTgbrt6p72rDJo1j2LPq0byTvwIlALbVtZEFuX5sbTPg07lDzwlS/LaOZaklS83PL3e0fKvnrYalHEoSs2Y1L/9b2Su4xdsukj+/7iW2DvNEzIlEkRhe1RsmyqEyE788eHgrXWjrfQlacN4qs1+2wGo6i5SezsaefHnKupm3dXo/fy8tVY4pc282Xbyb0si/NUtNuAVUbe6LtMQpcOTbYiSe2+Dpt7lXfNidTOmpI08T32TXPexNrnuwdmLUhkyW//FQkhpHcAzQTPnOLdb9+dgTGg128Bx2ndKV+LVmAI2999LTroFAWBPAD6Cq9Zz5CYcagWBFk6Bq9hQ20mQ9E7y4PsBYQlk7dAnaCAAEuGq4/bpRzZQF1jEmyv9tbL1I6UyzKm3mdSOnQ+LPzHdk2qMquCbNF8q6uZ/SbTR54xveC1UhwEWmquVVzQuavd+PTSyAzjcyK30oZwioNrp6lrihiuqtu9fMij1OLP/8cy8EkbsECN96Lrl/HMeyXKfNFW/8QM7qgKtqW9bAjqUNT7jvHjSoPC8gC6ymosOc2UDDtzonu66rSsWGehvd5CB2Y5u+z+3hf9zHjU8vh1QAoC+Wb7VwHh0xlACGb7V7g+yfDdmY3Xv1m74xwCpg3jqMJboRPya29TxNgfkuKs9NZ8CUxk1HKWdmx7IPAVTJVr3lQezG4r/Z7QF9smDFrdQe2yUoaA6qt3rKzUR0sxtnGqlZCp7pSN2FoEWiEWNHM1tMlrOd01MlUXoEgoA3XszJHHuiosD2YMzZqYJjriOLDu0HwXxet5Gs9rZk6XRCWb/fdrFmq94iuH76PCoKRpZr4+z6R0l3mcy6my2gpW/MOhXLr2+RLMEtqF+y9ETv0iOgvt5EsoJXtbRMa16YYtpU3mpzU7t1OBIkQWtSw8ha1QaVnwjIAqsnOohD+sPLSHzf/EUXNtO8p2YqUI4L+HOPla2m7T7yZ8qruoVs/jYDP/TtyVfOXptddyxjDnjY1rc5AFDXyMcSWZPdArOGXWxOJpZSUxrr3BYco6Lgy8xXEMiOvAQAxgBXkVNXBpxaysfblRe+83uu9rH6nFsO5QmnWVPgamBZKUbtjvpI5IGbyMzvBpcx+8A4EvXHt8rGvKU+3vTeKHtiMn9Ys26fPZEoePg149/vjmu+6TRkN+8S36oCh9tYwcNbVA/cReC3eogjCjb/vorNPvBOeu47jqWI+mROTbCUBb295y2SMX5fh/K78qreSXFuZQeN3lcXK9ntRV6XkdkH3ks8ialk6lKlTqOiv3AzL6U3RD7nhgVWCySDUv3hC3yrHTpkKKgaS0g2pj0Y5WbVoZT7Dpm86Mwvi0DGROLv5Qjv6VVqPsuAJ47MAlcWE8DVbgiH96bsS4n473EWqynfR/1MI6rawfP2A7/8NPW0dNmOYwkgkVHgdoYzEwCIZlU2BlisyfRV3JFSdw/DolpHm1mZLAWbuXpiW47I2KXhTna4aaP/MYrCAYwSd2tXJ3alTYYAVRPN5r2PWcG3arhEn0Z2P3jq6Uy1i8hCD/H3ww3q7B0IcgGqhrfLy6jzWo//jcM6JfL7ymTy3gtU1dNEYvpbdOQocfe5Agfwtfi2jeuVSQb7uYnkt1WUBrruLqIWPzBRKp/lOtZ/3vvwqecJz9VzusWT8nsJMnonPoGdYtuywGqBabHYT8eeZh86HfHaZKlaXtViP4nqh7tQM3lvvcgAMU18V74tfD2stnNJe+x6AmUCf7pQqvLOcfhYkbXu6eg1yz2g6j07TsPTC9/qZ9HC1gnrTi/EUkUzIgDWtnqejAOSakrbrKpYMeDFhHNMkxTugwApwPEOrtpV631iMvFT+QVDVEDyTwszgAwFgGmuGMeap2THgQSwo10YyT6Uu2fyojKzkaOcq3bkJUBx4CJoJ9+q5VX9XGNZw39f03jIrFf3HhmlhE1iyUteq1HI6m3lOTTR0v+/riLlkLfjWAJk8gKqbnePsCrzLhoU9AAP25vx/BC90SCtowk+gKtF/PvOv/4f/h1okx0nEkAkLwtf5hNP99FtRe3fKQB0Q20dVE6RE5GYQ+qdW+MCHD4DAFl+raMpMYu94cwcBylJdgu9D++JPZGtapMU8hOEf4Rz1pRU3m9kXMZkPdvNdF7uRFANZ2Y7S5e1VJkmIJYCoNBoyAAnO+oR5abvzayUP6q9mS738zbHT3IlUQAo8zut2hNCq5E1q7qvS37UdJR8ruHvUY703ePoEQh6vYwcpQaw563jqQP0Zp9M5ir7ijYdRwkafwfgsE1Lj/fxTFriyPdNLK/bWBu7PmoouNpK8PBREjl+LntC6H7MeLR1GUXZhbH8ZRnKUoHDR79TO+aJt9BaCvaAm1jWNIF7oF3xPugOXMaArIb/1s7VoSVpMyuM60Qszn/y3/+vyWRqD6mnpoU+sweCb3WsZTztVKgkTiQG/NFGBVbxD+dRs+qiREJqVe4+EnmZBbKY2FKVQ9Fn6wTAz9PE0y57bRxsqNlMU1LpAs630/wfJjoI55HPI/wiiz3A6izjrnuYFNr5YDIPTTOr9ikt9r+N7kMd0c7Z+fyt4HImWPGImcsyXKAE8FpcQviIeTXrVqKZ8jTc0SNqi/aE7P/IVn3wOewRU/PpM03GdyLLDXzFae35g97ScxL5NjaJGnbkJTDxHJm1DCADOFSqI2tYRxOGp1ntRX7fREoF8OhBiobiG49YOB/98SWez7plEg8fLKDErFF/ftvL64ZmVS14pxLyu98liWy2sQKrt26uWPab0B1oAVRzrIEdiQ2pgGFA/Xg4nH/13/1TMpsHMhrZLmBFika677fnQHxtXlBWFe90XdqsCm5VOwokECcS7SB+vj8AxPKBQ3qZ+TIdty8S/2h9YUGFMuFpYigT2jQAVemovGfD2K5Xe7iYOKhS/kW2qmbLP8gpBr6rGeGWbzWvElkGx6RFzazQFWyezBZLAZCfM6SDvyHr8NGDBmhQblBGaMexBAz3mCjfahu6FyexCVJsd/hjksjsnB0dcOBVJaMuuhtd8XmTSaCJcuQpbW56Tz7KLtgxmjv3DSfto7XY0Bwl8rqNWgNwtGkO97HIr8tQ6AX86BWLxAcGwCFr16N1p03zlL0LywKBdhNrf5yE2Af+tgrl5yZrINhGaT3unQyvKpQ1j7aqDxkQQKbSgmQoO/ISwK7oHXO4X3b+5T/8U+J6jizmvoKHD7S5Vs4Z6j0fu0oLAFG2jsf5pXcZ6UE1Mg2rbDS1AFzgAL+PlFf1kQPgB3CV8twWqM0jRZF7NvIgs47sw7bwrWJL9+hy36qJKPkyzBdJP/A/Ptis1JbgEn2ZtTMzs6RIb3YZG2jAZ+yrDUPtigaCdrEqnA5ioxtOqy0ZmvUMoailBCjcXJBZZ8SDgB63ssdxbOhqbEnFyTyZrO/9vn2ZvPPAkamfgRwtMfiWvAYx9jnNrB7ImKABwFi0W7ltVpVXDFapX99iWac84I9Wncz78s8P8PDRb9W+53PG+sjqvfeaZc7h8KpCAbDTA8S936F9c/LxRlA5iryuIl2zHota5OWE7gCs+qa7qR0nEiCJbg61YSobBVa5Jghcmc19JTq240QCKSfk08wTQOiHDzITOKRSotKes9jDxZK9ADNEI69786oWCoCmFwoA+RK0A+NozTzxIjjsDFxtgWUZUDU0PJB2HEsATIwN0b15Vc/NA4sYZRhf5v4jsY3WqklmW0ELmqYAqMKrakfBQTXJmsC1Y89KJh2+GNsiMGhDgqd+MNHMqIUvYnpZPSaTQ4MVIetV/FBwt402TcdwSinfeerasLlIBcWrPI0oIbSWVaQ7ZEcRuHjEspWtUDTVUfDHLllHU4Q4aFalmbwtNHwCymSOtZAFqRXSYqkyjV/v7RBNFeAff+41MeP+z2+F+D95iURel5Gh82mpz8GulBJAY8n31p+2z59opcUsTWR5B1Z57fHEk+nU002jHccSQKleFp7MlI/2sfIBVI0g4rcH1byaOiJJCqq2wUEp4TNdTye+gquO8xj+vDbbs3Jmjj2ZQEdy9wU/k4yJGMIXZbPqCs1KDxom0tyege5QUUCTQTvyEmDd0gaMD9oMZc2qsCm7XBWDqtvIcKS3bfBG8BgHDwIO2yaP0/ehwGvqkSV1b2DV0LBEEdUDbZfSg94vSZSnrq0+B9AQcBUQEd/cPut/0LwBuSQiYzLmvfsDZOgLzZhWO8sDXqQBm1DkT8u9RC3msQC+ADx87Cn9cfZz6clkrZri2/sBrKxXf/y5U3qNtvrkS3K7zd8bz7/eGF7VtsuG88SEToPWuHLqwDpOIysNmGYZq2pmZNfRrdt2XM4JDfVHYM8L35RXPkqxyFIAOGzhQew2jqfiXeFVTSkAHg2Af0B2idJIAB4+TVrI1VtRxLe4nDKDl+nj+Faxb9NVuX1lGLeQd9V7Ihcizm1c+NkkvsyDHIF41W/s4/VZedzsQXQbyldsQdVC1cp8DsGKR20nPtN53o/ABRUXlrsuLylWirHLQcPRzNV7pc1rsCJJZLc31Cx2nEiAxpO7WNerx23UL1mWAQ8XcLPdG5fvgMIgEppZ8edevjHjVf1BUx1rV0daktEj/Okt0sqTtouHwlKTmWnHqQTMntBw0pqai1uPRH5bhvL7OrLr1elSJSZA+vMNLue2W5VZTX2XSqZ76M2t9bL5+yOV+cg7BlZ5DFQAE8BV23E5t7CgVGTVfVn4ouWVD8hcjeHTsryqhRZBpDvcRZK00EHhMgPPka9zXyaBXfCLFns4Ib/M/Ifwre6iWKA4tBvqg5lJe1Ox4AP+tDWWoxtFz5Fvi8AeUs/sFSjr1ozwO65ZSlejf5rfwPThjgA/ZKtqD7gWfxB8q3CEG3L+Nr/pfYWYVaMA/lAGpjzhNxaPcusnos0t8MvthOTvOw/HG/VEZbN95yu+8YRc8am8GVmZs9H9MzOveO27/RRwTMHVOwBkLFH4Y8AfZda421d240Hs/f6yjGTZkcU8Aw9tA8Zi/WKpYl2/ddiC9Yrs7z+9kuXc1kDX42yQAOmP10grlrqyTca2Rp7XuqbTj5vF4yfjc44yVrO/9gNHZmSPwc5vx5EEcEizsSdfnvy7USZo922GAodpN247L7l5CYk0txBUPXxRAI5vT74hEbdz+C4BXXId012Pbu9m3F5CWlKpFACWVzWnjuk+aJtm8rZZXXWx9135urB8q0XzZIKCnuHMvAO4qnaVNqzqyobxnvqNz4FrrOXL1btI0Bv+mCaDt/fL95yLa5/lSCJT31UO9VseVA2omkgYUT1g56Bo3kg62LBHvnZS7/H7JFEuSPY8s0d2a7rHt9Z8BjkI2NatxUNFzo9NLOx17PiQAJbEGvVzm8h3zleG1qSDAAAgAElEQVQd8v0mu84GLc7ps1Im6FHrdmv6PorlP3zfadKKHYcSMH5GeVW7sl4dvL6eJ/zHUYy1XZcKgVVeejRyZU5TkDtEC9supNP3U16/qScvdC+409AN9Ta2GXXn5E2ncg6qcXIX4KDutGvDncCVXwDm696kp79jqeHgDrCqHalvvInTg6o4rehy38YpBSTYhHFrmlWVkdFi4iqf8R2wwzKv06prAFTn49tHmg2vKrQaok3g+N/3AHNbJexPXoYsBROsuLWHa0YiJujFRhrw0HBCduPNm/n+S3dhFYErE36tm1bIKahqKGss/JOfFeixyFSltPLGW4dLKlHy780sakdh35S9t5i6suQ3NX/ZyBGZ+2nTlOZvr8AhvKpvu7gbanMDGZy7JRq62ify64qkFemcfnKKMJmZdhRJAIof39WTV+MCoqLi17ed2lZHHHLjMjhrV4nIZhfJ2yprAdcxDU2gkoAGyeiN3d8fz/RZYJXN82jsyUwb7txN3zrzIJz1l3kg08ntUw/1oKoUAHY7faQgWkPpCB1g99uoOx0AHFHw8IWGO9a2cjYPuAplAryrtxxYkx7EbPPXYzGnbgYuLeXT6pDbYYH/MvM0eGHXrbz1sG5NRxln5m2cD+vVzvKqFrou9TmAqmnp121m4DZek400PPPwhXfpvW8jjY+7Zu5x5FK6bIKDTR40TMWSqazYh6JNFu0EnMxqDKhqeMC7OIgj08zK8kLmZ0+rUVLwuWm/A6i62sfymjYDbvr+XdTF7J11rYoS+esq1n92cgAAOY5WE9hC9OIZ1KzehhPo4jiW7+tI/rqiu6K1qlPJ7/ex/Fx2n3N2pMFke9Y6nd+zwCoXQm48mXjKuWpHXgKUnn57hm/1duCqZtXRqZz0lo6ubbfUHUDVkA6eXampTIXBOvZtAd+qdUqn+oGaY1uGb/VW5ZWJ7ELpBBH/Le2n6N5wFRNH7VKp8uF3sFF8mftaumxH0brlKC2AKetueiSyiyXl02r63t2/H5QjgD9dClYcHrSp1mHNMlQ2t9Cf7s6x4R4zvJBNAqukirG9Yb0CXLXjRALIZm+aVXXRrvgaozuOPI+yjHA7y4cSoGKZZl/YViavayXEPnMTJvK6jTQT3I5jCRBU/20dy3Lf/YMnW0HWLjvyElDKhAYrUcAs3naR/OUt1KocOw4lYJpVva4i5QLv+jDrlqvBdjs+JPApsAqS53muzMgeuyF42NkJoazbd+UPXwCAbgOuAhjuOal23wYbn2aMOtyFCjx3ceCL/vZ5lPLcdPELbvPOmpCTGC7jpxt0M8eUoIwgc0zxeLvfOppIxEEWR8diFUffgF9+nt2+7P02FnDbuzK/45Gna1ej2CqVAym3ql2u8nOIPUGtoRmHHRzvmZnazCorzbXOM5tKCvQ5u489V7Ler00ArJoBvjcZq9auDgwnbfq2D2OlR+jyesVXqe64Bly1lADHDpL9IPKBMgHajSYGQPzPbZqNaQ3rSKQkqH7fxvK6MfRzXddHy7f6ucUgH23I3cBhaLOP5c9ve03MaOJ+Tdh6W+7BuXO5hgdcSbJ6IR/lWw08w9Tb6IGiLbNW/T0uAKvmhp7vyPPTSMAO7TiWAFk/8wnNrCjrbmbBf9+ox4mE+6Rz2Zh305EwVtC5YbHf7fU5MJE59m3ui2dZAXJyZ9l5nvra3KFJh60AB8Dh3Wa6Iw/i8CIi6wj+x+6fNOATXQDM23Urp4CcTdkMmc309Rsiw6sqsuuB3tzKWumO2wfxsN7CtargagMHsVvJ+1H31W7mUCZQbXHF5iSB1JBu5WSqanPFZveXj5JPc89NxPCqGtC5D4PMzPmIrOd00bJTfjSt2Naz7yrIes2A5xpQFf5QG604liQBoldtVhVLD5Lq3j8OKlE/2+9cozw9/C27fSq9jNupa1yJNgH+6zKUN+VVteNQAgQoDK9q/2TjOY5mrjZNKdFVDSoFrOpGOnBlvgg6C2LdcoKQz7cnw7d6zUb61AgNr2r/jLCJuXAoqdzTIiXR7MYuDsOd5mhmHZmZNpv+ZIOXOAo4v0x9LZNrwray8i+I1e04lgB2FCaJlsf1YXD4Algl8/kKfKMPoij8Bkrj4Fu9tozHNIEzoGo/NKf5KV/vE82S74t88MXwrULZYkdeAp6TaHadS1Qn5YKvKicNVsSGssYuVydrFf8zSWS9pbliVcm2+3r2gS/45WYSyNr9sRXfTjPrXEcWfv2QDj6YhjpU5bAPrH+nii/fkctXYSK/r00WeNczVTORs7flWwDm2ffUhQ47MoWVXzPLnUQ2njazqup8zFr12zqU72vbZPt0ArKqk+U66k0Q8PQbAeZHnj1rIZdSwKpeSBR+6stkalJ+7TiWAA7pl5dARkEDABAch1Ei0b5nO8aGlMal5HRnulT2YWBbcELOaSpjjSs3pRzenyY0s7pOOCxulH9pFYYdOQmQxbEhQ75HsoE7CnAVANGOvATIWJ0GZPXWty30ZR+bJnB25CWwo5N7j+q4dZr1kArfatZwp77+9FNnEqEh0dxzJXEScWqUeymoSjamtatjFUkpAMj+MU3g+qV7pmxZ5At8q1f45X7alfmqKU0Ya3Z7J8j1qrrTZwlV/zYsiSPn76tYAFfTvI/qN2r5Lyy4+skEOSZztRr/PrqSyI8NDatC2Vu7OhFwonyqUAD0gVf1nPaYoJf70XS6X8tyJa9WGljVvTQZQItAAntILRTyKHDlDy+BeFcCQJQ3Aap2lYi/kgZWvJjIY7yPJYz6UxjHouTTCG3uyzhIS3MryqXvl1O2vJjQgbBqJPVDMhzC6G5qz6nH2qLRfHFkHXa/S2WRHdDECkqJrOy977ZS5fsMt5Yr05Gxq0pZ4WkmHk0uyHS2Iy8B8FR4VfsqHrLrCFoox7wdRxJQLmPP/KkErCZU4ojsdgZU7RtweK2aOABAe8OR3le7Ut46X+QJdF4PX9dKrV+/RxwL39XgRVnRYFP4Y7qVU7Jsx7EEyDf4yypSeoS+Z8gb8LC87gxFV7AK5IJ8TJVXGeuiWVUsvy1D9cl2fEhAq7kSkbd1JNtd/2VjdAe/XMEx91BhKgGrusVzXXl+vh487KEslatnMfPkWTkzyzikvBRoVmV5VYu1A4kmyqtqQmKVQIAWK5xCfYko3+qXmeE9rKc9Lf7IK14tSVjkE1HOzPey7moSouRrqyWVabrLFe/Tu5/SVZkmeT0+bNDJ/GXuVYzE926mCz+IzRBZ4aYhUXm7wm/FiSO7rnZjuvH04mooN+0r+JMBPpTmTkewQ9qRk4BSAnDQqGBXCYFjuFX7l43ZhIawR15ves6RrmfwRJ7HXgrMNyG5Ht0jMSXdT76j5d1lBn74txRU7bVPLiOMgmt+38TyuusftUaRONjmKLhaU1Z9/VkG/WlW73tG+OcGFsax/Ol1L6sBAIdV5h1QlZM85f/rXc/3gQeCoZIp8Fz1z0MdFYFVIyb4VmdXgId9FTaLNboEsArAWqm8Mo1sRHQ37THAUXfuFVSNYgmpVelr4IeupyNPXmaWb7VIT3DUgKtkSFWBngFVNavOUgAUmp/SI/Tc52izppEnz1DZDHe9P+t+WauwKzZEZQfrHaCqNau8xIDENqFoqXLf1Q17ApgPfJrfldefsnrW5evQAw4acEKqZEocNqCB2ip/fN81p+LMclAlWLEz3JjlsqkqPqNll6MuLyMOqlYXiqaGQouZ734KrmbHBXhVl9iVXbCORemIQI9Atupg2OfSszpUUdayip0eW0EDjp2TEIH1RH59o1lVVu1mpXkozfU20iBgX5orll0e2fOM/ZQ2dIAqUQtYRbiTiad8q5XAw7Kz0vHrcNYvi0CmYzKASn5MQqMqA6raaGqBzJQeAefdb7J5uG0oeX/CtsrqTkkV6/plbJABfmj0NS7ZNAVbAjgEWO0rHl93Xk2zKsP/2PfSL2TEJhHbopmVHXkJkMGRNfq6lLlqeFUpVbZWdSpJlQ28qgOK5LDPAZhnQ12+hLD/VmhyTuGhFZl5NLP6ZFFPg+vwXA/BH1edfdYreFUHxeGXsOcReU6bWfWlmVDVuT93vaHb+OBbPWdd6zCWnwMEOMrIGTD1z0tDjzC01dzyrZ7XEGyJPTNV3WacWlciv69oVhVJOJBAVxl7MtckEoYir8hmgPQIme6MvGpVcOXl2+4rawKrkPE7Mpv5MrIdlwtnGL7VLwtfxiX5aC2v6ucOPtxFEqcNQC4d+tttcpffDmAe8HBeBZi/fNvOX5Ft+gBVX6a+4Ui6ELnIsjH7SsRfd1JZ+AhSwInU82TVIxFhW19mgWbX2XEsAd0MeSYr/DO7wg7ZSFte1WINAk+FV3VIp1TlZqNZU4Du1GvW1Gd7BLKYeI5M9KBR/KVU5MByNCA8vtKUU620ofNk6WyFSrdv6cVm1wN4uAgor2zpaz7otQDbMaep76iMikwLe/rrKhxc1ljZKfnTMtKM1SEm8uqeh7J3m8VSqC4ZZQJrOvUoh2O9C+XPb5avOC84kxz34y3qdbOqS/4F24JvlWompUUY0LpdE1g1IuUQBrhqm1kVqxjZPy8LXzjMn8umR+E4gFle1WIZYosRoOqAoj4cwgAPv859ofGOHScAkJYZAK6eB4BMowJT4m6zfz7klx1E2ETTyGtPE7ghLXgs9p4j354Cs0205nVkXKgCtmWa6BU3s8pA1aFlt5Txw/iaDcGKeJiF3L7nyiSg4t0iQIf6AmwB7EPZMqalLjf1u+97QChZ2OcMyB+XsSmaVWFPlFQanzNEpw1XryMz5cEuI7VhXUOcdOq7cprHgj/+vo6FjFUrtmOdwJpetyK/baJBV0myUhGwoFpwGAQj1XwD/kY5wt8dD6XtjvyHHzutyhnmTuczGcbyukzpfAa+SeZsOYZvFd0ZkAO+ClhFUNpReOaLbwGgnKXhi+ZTmlkFB+n0J5cBqu5iiS36U+ipaFYVpV2VB2SX6oRouPONhjt0aKy2Fvb6atO50pHZyNPM3tPB3yv/Y2iz6k5lo3p00KxqiOs+MpiMXHmZ+faQWuApkM9s4qWdYY89D6X/ZKra5SovOGRCIIcs+aH6a/wJ69aI7DGLAL0rSVZkywFj5pkMqUw+AKvwqu5C1i0LrObW8zjRTNWh8Kqe27yRnzELyHrO6DZ6vc2r9nFQJkBl4zuSHUXxx8t9Ij8huzZhwmr37PHV+Ol1CD9mLNGQSiuK9jupy4UKyS5ZxUrPectPj1osUTSrWoJb2FLAnMA2cDmvM87ZHjuRkp9G4GKilUzD8b/XAatp0H00cmVKaa4lWM+pGlm98GUuOMSfBts5pFKCMaRa3JLGqKICdN6GCjoPySgzEZmGOyZz1VaqfChOlrVClPl54ptu5gd6xd8TSR1YNW4py0JOGefskMEx1viniS8zS7dRqDdspOcTmuh9WBb6EibxoKgjShmViVVoIAfbGvLQjJ80KAivKOu2BTQO1i4n0YzVadY1F1CVyooQapYha07xt2uAdBfLnsV8QAezc5qATS0CR0aaQWb15SByoeIgoAOXMf8OcPhj4NmYRRpCkAde1V+XsVJBWT0yUgIAss2sin0K9gTVD27nxyaWvyzDQWc5F9pVIhJFsfxcRpZ25FBAiQkkUwmnnvmTdeuqlg00pGPPeeEZZ1fN9/1X9YVVg+N0RUzvcTWwqgAY5YMTT2ZT3zrpglmjnJtmVoBkh0pFeXuWjWm3SMcSYJHbb8PBd/DEISnf6tSUVtoCy2M9QT5f54Fm12VjG8USRoOiOLzoPpQiCXqEFHQeOP6jsmDd+roIlG6j+lJ6UeSdv4BDBlnhGZ6xZ+N41c6n8yLJfUBWOphxOQOOWV1ig+vIJKBpk12xirR+5IlosQXNFfcpr+oAFccU3+ZH9l/3+0R2++E11fnMU44BV0eOKa/UhawBv3pQA53tFcre9ZqGWjzrmt+fviPeBtCZ4MXvm0jCoo0OcmvATycqKO51TUSEyWsqS73ce0SRyO/rRF5BV+04kgD6A41NFiA8/Evllo8ILJeT8yXRAsZoa8OG7uc0Qr9jPPLpK5kvTpQz9LdleDEIGCex7FG0ms5JKzdq/taw7NQIPBlWRvP/avhUfqaYjj1cFS7oTuRIfNHl1BT+wRNrTN0lU73495l9ZBc2AqxyMzIzJ1Nfxqz6duQkQFbdH16Cj6zeWGS/Gza3zTk1UV7VjclUreXheqR/SADw8G+eDN2Gta7TyXUUGPs6CxQAIvuHKPxF/90jHSn1Kbp3d2Qd2mjqobwAD7/Cg21TwgvVaBx4MvYdLRdkv9jMkaKUxnbmIvU5EZmH5pUfsbFrm7DQk8AzWQqArGfH1QrVzB7h+teoDv6xVXbJAlc+3jzEWPed6oaJqn9Bpu2mWUedcZYCC5WJyQCytCP5HY+hGkF3iuas7i6R7XadeaQcOLx8Yi5QD6M3dVSHbzwHyZM4tA8JIhu7OvXIyMyAWtcN3l27oV/l8FMZXPsyWV1AmazuJFHffN17Xye7Vv46TuR1l8hfVoY64uajmaXr4zWL0OCKH8EqdE4VCR6/LkNVm6bA5Yqv1+7Lk0Q8Fw71qxxCu7+x7tvhj+9kVnVfscnfNQas8lIAP/N5IJ7lW83NkZbHjVz59hwoP+R+F0tia7/yusxuhY7TRFOv3mw0aSqPuxdu2vdd+cOT4T3sw3if2rob60wMieFFopP5bOQqwKF73U/2u4p/XLmpMQeCeptzffU0U6Nqdsjh3Ff6BHxODDhW/xDcB70r+gY4IacHmZlVvlOj1HFdTTBPyg6X11h27fKXVBfPLUXauADeOmpQz4zs66/jCc/08hopXFEGlH6bARYqWZa4XpohUUVxen5tlvVimgd+spBnf1V7rT/M9qqpOzXXoMMTLd9Y6RM0UzXWvWCQpwlXMMhk7VQdmQyqyuI056L8c82WrflQJmXdzyP2PDacfDgb0CIst5GQzWvHsQTY37xtoI5IZDrOqi2q2kLfpZroOYJmX7raWfHokr/ex/LbKlKaBDsyCZh1jQDX2zqSXRjpmnV1onaPBezDR1u3HL2PconI5K0XtOuqOBoFVrE3DmDzhf95lsKJtOptIM1NOFBi6HXWhmzzXwfByw7UVbBR9ocLyrrHroShiZpeM67lL/s4RNZ5C0cPTAZUqDvyIA+babduGLvua3Tkd0SZ87hqpvt1LMA0yzDzV/33yitSxQAO5HysM1U16ONdPyw/kfHIldEBAFT0RYdPqvrUQzVRub2DMPUU6Mqfm1lLO5leegP0Bq7nzwCyS/fo69+TdaJVSxVHBkVc48Y/cKVrtLHe+nesz8Ufb7KRElmkXMZmv3hsWZkHuXY9+3iD6r7o47fXyLEqpGqeGgSOzMa+Vu1c8+YV1a/VlzMLq11sugZfNyWt/s66L7fdxbLZmUPqbAx4WPdO/f2dUox5roKrepgf/GC/LbLcRLLdW7s6VQfWn+UukdXWyMbzRKlsMvczxD4N50zG2JajDb8GD6ymTScBVddhbDnBT5QmimNZbSPZbLM2Z47Q3+IDPxm8Yz4SACsVWat2zTJVJ/F+WKCqnsv/5T/8U+PbXs1gqRD1yTbedV7ESXluzLar2ubrOkgwTWzRrLVyz+UqKjDIXAXgMM8v99tDyz38RfVfmzupU0z/7bj1TzknmWXs1Xn/00NwBuypfFyRX558XfDt+JAAAMdme6YsLjWcqmePOvZ2OCdtOjDD58P7wJkJwGFHXgIc4F/mvhL022EkQGBgQwPBNilzSyaHg+pmTzdu0ZLup5knowAEyOpPNkXISA+pI09mE5MhZaUjCvyQAVQz7tYSC7jNa8D7uNpE2pAJXYEmikZxVm/y8uZwOsH30KCy6gbnNtP3wLsmCqqu6cZNL68HvknrHu2IymW5Mfz6ehp0EqWJmoz8K5I/Wveljb2QVlH6gGTD1iQCx9/XkbwByKfJWo0JueM3Yn+z3kWygprv4MCIxriua/fNRfObFtGM3DrISscV5gQgiPdOJSywL1/fOLBKBiNlGMN21cfqYSI7prN9EsXi0JBIO71bKZ0aEmAzANDXmffR4a0v1lbjO7LMSLoGY1d25CUQRtF7N24ADjIzh75ZPKcnzzPkU62ioK86p5vGff2s677KJfsuwDFtAqenDfwy4KqvPFJ2HEsAkRAwnYzTzqcDFRDrdxyJvO0A5O16ldvfUKpMuelBgwsDcLhqX3bkJaANPEeeTN4DggPcNyciZDmTOaa8nnakEjBQGPb0cxNro7OjxBNH1K48MjbsyEkATHVGp6+BnkXZ2/zYRNrp3sbWP9QjSzrb7WNZrvE5+Uw58AwwDJuUUOxYaC4ILcAAVysVSBKabNUhCqBRYJUsVbrmXc3n3bMF8L3cM854VR0JRo7MJhZcLQJWcUQvM18WE3fw4DOLFmXK213GZDhUN13sFAjk7CI2RR+HDYD5+dSWDxZJjEMqWavIaKB7abPoiwibRjgg7chLgKw6U2764W8AD8nKXKht8Rvriw4lx9kd+Zis3mEO9n7wP6I/1rLyOkCmKn7nFBtTgGPkyRiQw46cBOBZ/fJOmTA8GWFPr+tQKcTsOJSAqeL6uY618qTI6Thuohz8ZNjZcQCepck+VAeS2Tuk/SAehCPD286AquwDhwuB5a2C1Rufs9yEul6dG0rDaMHVs/IZLLg6QF7VQyVoDFhVvkUaFVSgABjSIqdcpEe76UQmE18mNZum9F127IG+zGhINFwAiC00NgWoapMUChb/JFEOv9OIKV2oKa2cavaYBYCOJZdI4LsauKC5wxAHdsWmkTJ3O/ISYK3aUG6qHdaOD6PQSMynZNfhl4cHcJzXFwN4aAPPyTD5VtkDrghWKK+q1Y1TXSHjcL2Nzq7lJGQupr7lWy0wMrQp8Ay4OqxKL3OmAlTdAapaXPVIOwCAXgFVP9kjcw39CVizkgFnkH221xl5xr4Gs6STAR4m8ts6lE3IPhBY1a5ZmY5QbQKout0birXPhm1mdV46aBSN4gZF9AOvKs2qBny8agRYzQAgQCDrmg4igtm/0uSpIDOKRWw69WUUWKd+6prMZsiVb3NPu1KbRl3DGLqOaWMwuOoMD6QdJ/AgTXWi+GxZHAAQh1QaWtnDSF57KFsmc/Ww2dcQdAzwB3OyvKrFs80mGlAVXtVzI/BFdQeAnmEB1mNJIZ/FbFjVKFkGOMDqpYPYEPzM6TeyN35dHfPU5eWQiE+zppSrd4hy+uyb2f9NA0+eRkMKmNKNO5bt7jwgP0Q94XzgOq6sdpG8bSKJosung1EAn7ENCBbpi3I9+674A4m1Ezz+yzJSKih7ujrELIw0KP+nuWLZMn8yMz/6tgzRI30CrtLU3RkIuGpBVXMmuqZ5VdZ6iU0jf0wbp8sL3FDMLgPIyFQ9d9igc+V0GmhE1Y5DB2/+fTZy5XnmmmjqgATEgrbbW17Vc1MOqLr/BP3B9mgKQtkyumPHsQQI6pDB8QWu5wE1LzCgquV/LLIH1iga6mhm1GfeNm0K8u0pSHVnSJ75kif5aGZF1vxQBsG/n+uwdCPPociF78SuAFXJkr88Epn4NEIb1n7nslw+riBrdazZdf33O4Abb+vLWWNV5NeHa0mIx56+Lw3tSLnKpESrmExAsP+6U3We2QaOB9LM6q/LSJbvwQqrC5muJBLLdm+aK3LGKju0aSf/zybVF4oM2wo0OazHusbcw6uaNg8sqzt9vO4qYBWBEPlRULXMnrGPEvzkmzSCc8Creu5SMjKnEy/tZt5jw6s5/3CtPg+oIZEBOChzt3ZVpDIc4veRyeA4Zy0KDdEUhAwXGqFZTsicKD3Kusee0NBqCIdU7GobAsjbxepUGZQeIYy1PM6kcHy+DmFPk5EjL4tgELpTdenC98DzDN9qn1d0VAU/TFMda1d5LdEGeVtKlcsfUrkLfhm+1T7rTlWbyq6HJ/zLqO8BU8Nx+IMsZ12vrCYc6gs+5/sqlD0lpyWX88SJhcy66Qi+VVMFZ8exBMCc4VvtLd1Gkshyl8jv6/PVbkPWCcBUgoCfJa2ck49WlYKtlrTHocm513yrWrZuQFU7/9dmrFKOa8GfnH/ItkF5XtViV4IzGmlH4aHxR112rWRBs5GmPG5OFkfPKQGUNDyksY7lVS3SDjJ5WfzL0iOwQaRTN7QAdhudlyiUCc8zXzlp+zzwyQA/hv+xz19a79uwJ5pVxXF5K4EHm6CF6WZuD6qnknfdRJ5mvq5ffT3EA3CsdwDy1YDDelrapV+ZoCjrONk/VV0OgYvFxFN+Nov/5Od9BGXCyMinj4N9zk8ADhoy2fEuAVO47cjrJtKARTUuZ/Nbyt3pbTGkSp0qKkT15Mjrl99xkkTIct6FIr++7WVfYZ9TRXZdvVbrjdPKCrNHrud3LLh6XgNYqTiPkrnauzHwZlWn81kzY9UsUJQNZs2qeqgqtXXfZKriqMrnxWt23cSTMc2aaj+5fz807t2Qz5O1CjVAXw+p2gAuNocxAxxaTTjUaORDJLUsqJr9FmCDhjKUgdlRcEj1Hfn6FPSabxXcR4HDmhvGPuuNcjmHsVaeVPM5iR5OoQQILE94gYrE4gEAwbfaQwAIbUFvFODos4HU/DYCgG+r+tyYMNg80QjNLluFMzD1XVkErng96/bOEkXjGAIW1rCOp159zj6RH+tQz571croTCQJXJlQT9BHkqOmvsp9x6qCKEnC1N8Pw8skfX0NTlWPPVkdTmySxrDaxrCvwqp7TDd3qwLlqNwU5ESEa5Vvtkd9xEkciuIptbP19vmsBq5r1GxU3ZOqNI67xIZleaXTsE17Vc7emNHc8pnww2y70aGGrIc/TLRWlcXBCBj3NANJS5R3goV2RitRFQdWo3iGezMyXeSD8045jCThwZgae/OFpJD07o+qHAsRDqxHaJnA51cfT7PaxllTWHb4v8odn+FYtAmgE0qQAACAASURBVFQkQygToPrpU3lllgG+2tpgRdGc43PIVIXS55pBQxmCyda08lJkJV+MPJn5UNlcI+X2/JbgMQHA15XJcu7JZzUmYPbGvy1DSa7JOHSMTdLICh5+O/ISABwbeaL7ZcSVdNzAOFv9vo7kVbOc7YxnEiDRgODCfh/Jz2Uo9U5Xp+cJk5lpt9vFeoZPH7k9oYjCN+yhBLU2dSiBWsAqJe5KbExuvR3vEsj8dZyRPtdw4H7Kt0p3WDvyDpso89e54czsU7RZQdW94dWyC//xvGNGcWyaVX3Gq/qZvbAvJOsZTsg+ARzN+Ag67Doym9DMCs7MZu7ahrtYXtXPZwHAGfDnOp9DUxBPXgbWCK28fidKtaHVKD2xLdapNYC8DQLm1IDDKlm824q8qkX6hLpMoYnS7LryGjeUK8n8AVyd+P04qFIF+LoOxTBrJEI2kB1IItHD+0+6le+baJJMtYUoB/bINrMqVDGOoGPPZNd1WQ3Z26z2sfy6hADSWtOhBJR6Lkrk53JfuRLw0/OWOFppYbcHxVIyzax6sGaFjql0s3Z1NNEVgVUOYCkFQNo4xi77x4YDAHRNSrQCQL4r02m/MlyaWs7YDJHB8QK42pN4vuVV/Vw7OKgq7ch16I8eTMlSoDSXLE2bD3Isd2wLYBWAtQ9+XbMx02ZVV6pOU+6rVfdhQw2wSqD0Olswm4HnqS+zqSuuY4OCR4eXBEoAR+ZTX9f2rtuW4VWN0pLKVqn0w1/GVJ2YksqmfA6HsBnNrPyua85tpocKJsBVQKDr/Nht3q/sXTmgvm1CrSDo8neU/d4q10VJImTHL7eAY83MM/tuMjJpcIp/tuNYAkgEcIygRWcXLfxxlMivy70GAR2xe5PDWQav+LnOfE6zFsB5y2aunpcpXS2CLpeiRI7EVydlNKtzbblbNWDVSWS/q0oY3pZPvd17ZDygoPYmW/W6RVrB1cCV2dTTzbnNsDueOxZ7bbgzIm21Ls/S7fSh6p3ZUBOFt+n0eclRGgc4di2omt2ZQyoAB3yr9fi5qs5ud67Xg4bryh9e+sG3appV0QTOhlNPtRBwjJLTKGpOPx03UaoWGoP0qZqgKQnRNAXf02U6Eixps4/1jzWrvGYAipGtWpUH/JKOoTMElKm6sCMvAcCfJwCyTnIZm+AWwCG6Y8exBNgDkh3/ur62sqJYsmpbY+/aY1svp005IRVcJWu1e76Hs9VfVpGsbRO4I/00zaqgq4llRbDiRimHqAznLLsDP+N7XEe62FaZvKRoJ3YPWDSt5Jn8y3/4p9I6r924I7v+nMrS5PskEr13xr1+AaLZxXjsyphmTVcCtX1b8TMA6G+eOKR2nxKADXWTAEef5nsfRo1zY2KdNGsie8yOAwk4LJSJlp1+exp1FgDiG8hNAPxpGuDog75oA5BdLGGDoCpyQeoj33AZU2JpR36nwHrOIb6Lzay0y31IEDAWMsiMlV2/1+mLnnCIh1eVQGCTgQX8GfejZBlw1bJE5TWGAzzNrJ4I6uiGvDt6yfxudiYb85pqt77Y0el30CDv55r16jb+BlUBXIXOxo78mqW+x0uz67pjVrr3+7GJ5ccmsuvUybTGSaxr+esKvuK0/PhGyk+wq0If7xu9RXtvC99qp3bLllf1U2VywUjLAqtEVDMi/g751rtYk/L/3IBngg30bAZ42Cmzu4vMDWWCI78ArnZoE30oHM3G3GNXt4oX3mUqbvaQKOVVbTozinMXugMAxKJv/Vl+M72Y+PI8pyN196RDhqrJAMcz2/EuAaYScCzlxoTW5xZjMnLlae6l2XW3ecYt3vv29wRwcwX5TABXOyYamr+tFJC3VnWsK6bahMwf1vMMCG1an1AXmu0ArnZ0y9O0SI7uRzLvNPBkDt1GZwRkmlUtNwTXrV2d2tU+EnnbxNp/4JYDaihsiyaeduQloFzPQXea6OGD37axNqyiiLQ7/uD22ods6Ffxto5Mr5wbD3SHQLJtZlUgaK1INkGLTrDTAapGIvEVzW5vrG4Pvb2DOUVxOWAVYAOOQ3tKPV32zf9OruRVPacJ7A0BNuZwQirNTcdOYrdWcSeR+diTL7Nu8dGysDHIGNvuLPhTpCbaHTek3PR2G2oFgGa+pdoomAB8zwt0GxO/cx2p0RtoAG6oOrf2bDe7v/KqAjqrcG6znnBIhad3Mc1Kc2/znJsJ6WY3NjKHVgsqEm1mdbNnNXtjDkVk1GlzxWZv3fm7IZGNgj+mueItB4cwKgqmpJDZmciJ2ncdzVo1fKuMNltYImGYyFKznG+sOLdUyobvTbxPS00TZANf8T3WctPAE7/set3nwW54SrTml7Movoc0nxvFZBt7bQKAgKoA83ZkEjBrt3I5w6v6XmF7ewmBXRhw1fq5ImnTII4EsTavVvreCqqSgWzn8XQeFRhnHafC6FLGKvIjqkH2Twem/fYeIn2CqlWa3w4BtFrEDVabrJkVmautN7q7Sd88SEsRHUeB1cW4Wx2X40g0+8f6p2Kl2e6jmy/C2BOch5TmdibB5Y42RkOHr++cmXd88BWPAlA1gPwVN+npTwF9NrtI4vjWK4npuAywOqcRmhrXrZ/ZpUkzTVOmEy/tSN3ud2edXW0T2UXWropmapc2q7pD8o8+HsxwNvZl5Ldbbx71djSz+jJuf1CHw+nrOlJA3mLkx9rC8k3GITRZgDHODc5WRfrpuoksJvCL2SrBIvlgW2P8Tos3zAQpAFXh5bX7jo9Z1Mpa+Io3kayhHbmzgwZYZRd46+DjnT+rscdhW60OtccpqGonMD/nsGkQxCHJsgywSnTDlqgU2w4CVFD15ot+IrOpr2UqLV7PGnMwVW+ETH558mTid0M+Wqq8w66qfmm/r9comONoIIdSlVtDMYaKzZHnmZdmAPVbvnW+jvK4l7mvZXJtH2S4mOyWe28Z2y4Zc27faFMdDhv3mUvoNgBXyQy3pXh5HUE+86nhW721r6uroVo5QHPF3e2zMeu+4yN/R4D0db03e+Q7bs7IHnueUm1hfd3p/DMN8NYBrrbW72g2ZqR8xbZp6Qmo6hAANPQITfOAX/YViVLYEPQyo62e+fKX3OqKse9oYLCNkuFs9dsqkleawCk39X32OreSdZP31SZwu0h5wB+VOZpxy9sten5mlevZaSm4SiJmSHP2JjWyP/dSUFWpfIxX/DRjlSxVSlXsKJZAfLcMDpOZCSWAD3+UnZAjCRCJA/j5Njcdl9ssHxa0jFfVTuPJhjpJlHAeUPV2hcoFAIfnymLWjeyxR+gMGb2Aq+3tZg6Y6miGgm1WVawh+Jz7l5sm2sQK3QFEtIfU47mBMkEbEilA9gjLvvxMeFXftmQ5X752aFdwOISnztBk3RdY1Uom19HsujviuZ2ZYuxpDt9qGzkzCVakvKrYV0tN/2FzvY8T+bnCru7/CqYKztBtmAaMdnYOZwFwDsqEie8Y/v0WiYd3+74xoKo22baOMZ06QwHAHnC1CfV89ahhKAHei30f9Rqtfa6u644jrUJ5UlCVxooWEC8AxJVX9ZiZ6SywqqBqROr4vfJbWqvruRfTfrg0RrmzfwLYgBKgiw1lbjm7GQg3G7vyPM2aptzyifXubUjDzQJnHVRehvgcU256/2AOwPxi2mbwsJ7ONfErPaROPHmGj7aFCFDWrRzdsSMvAdbxLbQjDzgFAR6SsUojNA5k9rBzdExVeSAfOGnbNtAYGseQjXl/j9w2aRy/j2b/bA2v6gOWK30ZBYAA5sc2K6tIW/A3LxnfaotAFipyoADQJnDWsN6njsI/zlU/VoZz9lbNFUt5FnjCR54mstiRlwB0JGO/Xc2soI74ocChekc7bQewKr5muQ61AfmjV/OsmVXKpGjn6UQC2JbvtAhaTZtVPWqf02YFMc2q8nT3hcAqm0Y20zZLoXhKaVb1GNkkEoxcmY4tuFo4M44osPo0aWfHZQNwmGCFHccSIJOXSCrg6iOGdj0dm4Y7DuDhY17jEZ9+8ZlsxHyyehVcBQBqz6ZV+cItr+rZOWSdovzrkYdUMhQAD8lctcBqwSHVFQVWg6Adm+nM9aE3dOO2rjA/Z7t9nJZUXnSfN70AT4xfHmlGuB2nEqApyNeJLzS1evhQQ4rl+5KmOvegEHv4F1d6ATwNgZz19vF75MSJxXVcbY7L+tWmPU8lod7wYhJ9xp7pav6IoG32aQ5VgLHIX5aRbG2FbW7G4yTWygoTBGzHak7Qi2NES17nhlZS79asW2SuPnwAqkYEvB7+Jq17AWVhIjiqsjmeq0JgNQwzgKMFE9sScb67ozjrqEy0+d7yodxMtJvwmAW/C13k7jh/zBHZvDSzmrcsi4N9NFljgEAWXDhWCm2QFxte1UduYdlAU/Y+n9iuIEVmOwrgow1kOmpPFge8qhu63D8IkL+je6v8KEQCMEaGFJmjkjxu3jxX5GnmyczaVuE8qnzm7QiYso5S3k4GkB15CZB08HMVtuZQyPnrZYru2NnKSSBxZMy6NfKEw+pjB8BhpFzX+OZHv81jZZF/+iaM5efqUUkrJ3tSPTUnEriuBgVdg67akUpAG7TAZew5MsLxPFCZeZc/v4Wy2dt8iCIFXW5CDa63bY9sKphsM6uiOcOcWK/gXH3YADPEpuw2MDcFOivvvKqfAqumoFqbVbHqtyOw8TCdOn2wiiNJKQAeLBvW+PHEk3FHmjXdexLJ3iBzdRI8vvTU0EaI7EIOqw9WnHtPRInnAarSUAfwpw3SIQpP2Tub6YfuFkvI7t6X6Ebad+Tr00gbPDx6kOVMhoKWVNpxJAFDjxCnPufxc8WGwvcd+bKAJxwOKXtQ/Ziw9BDvw/VssnofNWNZBvgSXlVrVjmb4hBP84/78xV/7uDwx2SutiExs42ueB64yreqmVIPGmSMvbYIkH+QGHKPTRzTyPX3ZZQ2Sn7cHOVlYnjCoYqyCRF56WBOY88VZUy487SRqcoS9duaICDr1Z1foC0GdOY9kA6VFW/rsJW9B9jlZO7YbjUKbEtEKy28exuWYl1psypAVTs5eWAVUPUT2RxkrJrSf+XTsoJ8F+ShKKAAaAd6n4innSttU5Bza9tk5GgWR5AmHz7qqIr+mGZV1q6K5uq9WVWLnE7gu1ryTvm7HccS0LLuwJWvT8FDD6nvwKHlf8wfVAmmhgZ0NqVfLTlwKDAv8vWJ7Lr2cYo+1tYppnRkPHaUkuQRABCaQlbLakf1gN0EnuoDprTeRtqxvG0DO6eSYDqy4GrR3GBPi5EnU5qbqju8p080wb+fAIc2WpGbHkTyfRXKbt82qzIIA4AqwKrSbTwQmG+jdHgnYuzIhgw7xHO3lSMRWe4j+W1F09K2Sudx70Wyys/VvtUc6dgWvpn1625687gpqfxkAqXwrd79JGp5Vc/OlRb/acNSDQ0UXvcOrGo5bvg4Iv7KGnenH2TGrs2qWsO2bN4KAGgyAQBicu+5UbyT8Gs+BungkDhoQAugzSsftCECUCW75TGcvDUFeKefZbyq2WGjLRrMe5hu5oHdR5/oAtsf6DYWE1/B50fYFW6YzsFkZLYIj7+T1Vx+DJ2myVSI47ZY1Mc7Q0kwHWNbI2tbBVPpOLHMp4H6n3vPHlgqoOGWTaMdRxJQnxPGstzAV9w+4WSlufOxr6Xv99ad9kkk/0a+6yolwEhjOveTEMEKMlXbluXchjnDlqAcwa7uOSdVv90ElJ20mdX9dKfqez7merMnJHNVM+bvJB7ow/74k2zMOz3wMcKt/dQfb/uHNQOu8tKsVugPtF525CWATQV3bGZFQ6YICgA7HbnJUIYY8Byl8jm/z3oHVg2vqlXrUwlkFADKT9I2RSNSGJiOwo8AONquLThrOua+zDik3nfxBYDCnmhWZaOpeU3hIAinalszOFjMxnQzn/kmS6Fttv9g48O2yFp9BN+qAoehzVIoUgHWKQ7whh7hvj6vikp+WXgyGXMQu3ssvsprPuBac0idz3wNmN5rBtEWSpXXD+xy/wBhl34kAdLVOhR8T5v3WmT/wC9vm1kVTy18kIuRK6M7cWYSPF5vIoFa437WXFqtH3ohFAD0Hfi+Ms0V2y2ftEqQjHDXZNi12Q88YmKhAxj7UCbc9ulQALC9+XUZ6nol98/nu+0HXnl3zp7Q1ay27eEBv/RJ6Axrl2JQN9afS+/Str9XvlXXEf8egrG8qp9OvxuW45xVYDUC4KDzl9XpI6Fm8ojhf2wpsML+cBR4Mp3Y0soii/A9kZeZrwDQPf01G68NoGpqV21z1o9+HwOqtteukA8b6KeprwDrPXXn0XNT5vlshAB+foFv9Y4dqYlvbfbtBeTLyO5W1xjakTbxqp7/Ulg2vizIzHw8D/at5qPOfTkU4Wuwqbk2JLq950FvAA45pLY10FVHlk39hiAFFABd4UhXnvCRm1YyNSWFftwHa5r4noKrt25mpXvAfSzLdTuznB85o+pztAlclNKOtBtWzSLrVAlqMPnW6OEjJ6fms7EtfM/4xvtB6Ph+bEL5fZM1u739GllTJHf+mSmnZw9omiu2FLQokIomOmNT5LB057XvNr9qW64rt0Z5kr1ITPGAHTkJOGA5NB8vgQY4/9F/+78kXdkw3nOujW0nKshW8dQVCAG+1TFZClo+aBeZUxFxSP228LWD5b0GmapsHO0ikZc4gCrAahdkg219mZM9ZjPrTmcSawJ0/vY0uktHavywNqtSWpZ7WXJ3npM1qyL7p/0jkSBwU9uy4Gp+vhK1rRl8qzcEVzEjwNS15VUtNBkywJUeYdeO5orl7DrRxqYz7WZe7hdDuorMqJlPM6vbNiTSxjGbrCHTkCR8+VtZw1/XkWxbyat6/v3BfjhPTAyfhB0nEjDNrJybBXXY98EB/tdVaJtVncgeWFXtahmmFUvd2yR7rmv5Vs94FQ24uzR+vc3+PglF4tC6tCIJQI8AFkjkogzG5vzd3/+j9mOy+69jceKSko6AP7y554nMZ8FdMly6ZnpZN/NfaJpy40gz4A9Zqtu94eGw48SuElPGTYlcVwZR+K9PI9txuXDCEnmeBfKkXMa3WfCzxwKqdgWQv7duk1VnuJy7VXcyHTtKt+HZwMWRyiRJbHjCp75MAqh+bqNRqMt6Z7rcd8cj30YW+bsmstkCOncz43ACMG+rLQqVhW7LgKuzoGmAzPjfMExkuQ2Vr9jpRKDrXjYlyqW42sSy2nbR5yQCew0+2VTq3Mgx3286Gn8S69bEd5oPCCainKF/fouUY78MwNH4x7X4hiSskB2/2Xc35RBrcj1XYssJUKhpjiQycj1Rrs+mXI+CXSLRrsXK/cBXUzHvqgnc+du//8fEgqoFW+okkbhLnXGdRLPqFjPbcKcw4uAkMh97miHVlD8qeg58qpstwOEDPUGLH73bR50iKc+mkcyxp6nlMi4CHyjh+bYItCnRrXjHiMQDrBrg0I5DCRCkUC7n9+aKt/RwzcqeZlaLqadl77cG5pt989veLSvjI2A6m/g3a2ZFpirgjzWr0/mkAZyhAIioPMlKFW877Y3e3TTw9LTpjh15CZD98zRquJKJcwNZddvoHZC3ANCH7LGk9S6Rt02Xe3okChrS28KuWcWeheLApvn3CR7/tgplCcihVePWr2XSVy7nbSTLTfdTDjlDaFsLu9UvOm6lfKsNNuRmzdrBG213CYXYEbyqUSxOhX4QmrFqxXm48IPeJ5JouWk1lPrRctTMTPhWAYAe/TItez4z6TqJfJ0DADWfTp/pCmWDYXcDhjebNeRDF0/TVKd7A3tazHwtzWXh7xJ/0T2krVm9i0DGWl7Z7BM1q0673HdTd5qVxvHdkAhlygR0urkxMk1BCFrYZlZF++jE8K1OvEbpSCyv6udWCZhKAxDofLo8NDNz7EpwRxqkrsiLZYpmVs9jz3DXNbBwsS9Yb2Ol1rDr1elaZYKjy003eMAv6bFWCY69RvTm0rO69veGb1Vk4rnSRMI2dDU/1rH83HK4aniD2TXhnrwvoKqhHQnTBuTdXrP4vIz+qJt72tsrlO84wp+rB9XtUABYzKJQlPCqCtyqFZsVWmD1RJyaFU1THcOL3bmBrQGswreqe0W7CB3NIRWnvzwFAkVSk9l1GN5uL1pSaUdeAl3iVT03fzSSoeydhjt25A9N08CTFxoSNdi8QBuAvHe5t1I/lYDSI4Sgql3VSRO8RGegk4BX1B6c8nqOzyFDqqlmVqgMWXVkgttxLAHNOFyHvVnLAVUXml1nZ/pUAshkDLg6aqIaJZEtzao2kQbXrbg/pK38jxGZqsioJz7HSTRgMRv7lkal0LUkMvFpomdswbRlrD4A1163kfzArmJ7pj2UIHZFj5zlOlSarD4NwFULrBbPaCN8q4CqgIZkZPZJcRr6FnhVRXlVq/stC6yeTALcHmSrdndblChgOF/42kWuuko0pJUtvQ0L0SRw5evcE7I5mgBX0ZYwpMGFdVBF065Nh/aR4Ke6ro90hQUACiwnZG6qmVvAHzgzyWBtYsDHu7NN4ApFSRYHXadNELAZeTcxZ3XvMRk58mwbxRWKD8oEgqVQJlw70xxW3uhy3/FszLp69tnvsoxDALI+HepGvisLpWq5hdS6fU949+eBJ7M0GaHu14RRLG/rSANd5gRhhZ3JErv6uYlls+tP48nEibWRDOcJGjH2YQ2uq/vnfgcn5DRwDWVCTXOgWdV3Gp2l65W1qw9p43Mo/2e96uMgkKzJbhb5y00vQUF2g3XpSN5BVSvbvOnANsK5s2YgxwKrqUiN8Sam81cPhk/5ILx1Nk2hcDbJ4HiaugquXjMAauHZ3m7hOLzmTv38LTbFQUP5H3sw+Ap46+CFbCp7rAdief8E9s8Aq08AQNeZlmYn0DjGjrwElB5hS1OdK4XcGuESEBSZjD15UR5s/rdlfz+cHtdNtBs1MlKOuRoulZ9kvKo9ccmNajAllVAA9C2Rl8MXANB01Bd/0ei0a1PTl3F9vlUFDlehZo9Zu/qYm6w91XJLs6qMV7VfOsg3cp6wDRiLbZIYO5mrdZZzgn/wqq72tlnVoXTROfwMa5XuA3uac0jiE0f0vq3HTa1e2Jbv1Eigi0XivQWsC+dBQVURzQSrOQYNrB6dSyDwxXprHFZqyv7GP0tkNPJkagnWC+XMIf5l5ilHUl1sFVVBZ6AA6Cp36C2V0PCqUgJ2hYe65QvWvDe6A9eqaV7ATfp1UKgplvefka0KuGr4x+rdDbta22ZVxet+IpqpGvUMc+ZwoJyQExO4aKKaoJ72tfVXho9W+VY5qFZ8zYxXdbXrH3BYURSFl8OrSsYhmeB9HKxVAECWbzU/u8oJ6TryZRJInWILyv8JAnaVQuxW+o5Ph67mbR0b2hE1raqe61Zv18x9s3VrqmeJ+pmZzbxNO++Czxl5pilR2YEf/n0dCxmr8Ij2TW/KyqHoOm0CR4M8miv2dL3KvjuzKRuwKtaYynyrgKqU//frWH6NOb3/Vt0T9AjRdYEcC6wiSDJV04ZVfXLemgE08dKGMhVWtEZUtN03YZmG++fLjK65ppt5VQnh6OkcrFkK7f7cu78d9kSWKrw/SvxcWbp3f+VKDyQTHICDxiB98hmVhFB4senYOvY9eZn5KWdm+buqH6Yhk+VVPSddzQDH72jKYtK/rE788tPMFw6qdhxLgDWdpimLqV8pYz4LAr5tIltZUaBU+J3lOk7Xq75qXaKZmQS96gaT+yqZ7LvIrHsZVam2SLR5oPKqxv3b51w738jkxyqScAA8fjQZnIzMWcKOk3VLG8U5JqhTUjzfV5G8po05rTyPJUBlBRQAfeNVLZ5nk7WK3lhwNS8hDQo6jq7tF4dtVvWpiD54VbmshDzP3G3gwKqBw0DuDa9q/4brmmZWge9doSb9k0v2RePAkedpCj6X/MyMNoLNIgBHPzWnpDDOXEazKjJVe2pWOuc03JlPfG1mZVxwfUd8nbTb92skQZf3r4ugGgCUiHI/buEBsCMnATLjDf9jv3WNQ+pXeMJ9RNA/8Li+ahvKBDJWFzPW9HIhK/zw0vKqFoqdw9qG7J/dMHwOAMdiAnhody5FCrEY+TL3y/Hvs8/5uaRZlZXlsSzZFzsCOAYIZACRfq9ZBDrhwSaoXAbjqL8GdPOXyGTsO5/Tr2liaiKrncjv673stSqn53pTYToz6rnX1V7oPzCUobhqGg204Gp+1pVv1XHFvZTYHaXZqna5ygsRmZCpGl/vbwYPrAKo9jslOtFDGLxsNN6x43T7JzIfO5pdV5ZvVe1PAQ7Dr2rHiUzTTNW+l6jw1WykNQPItc0qTu0ATq3ZyFOArGwWRwaq2s1T3qvAqAGoqpQ1PT9sZIewr89Bad0Zih9WyMKhG7Ur47GrDVQ+G9qQaR/Lpi/duBueaDLAX1c949X4REboAzQtplKnYWH24HbY1svIk7H3uXxYo34u97LDMfc80FV1WvFRy00sy52hWBtC4Jlvpmx5OnL1zGVHXgIkrNJI73zv10RL2//0GmnTUjOsk8okmSSxvNLIS4MVw0LHPvhW+7//reM7AFcD+FbPiSd2JKa61mIWOfGqhwkTkQZAVfVYf/f3/zgs6yRD9cNL9YxX9bw50rUSWgAa7thl6kNO6AKg2HzsauYqG6NL8mEfTRQ+HM5ZrLSfR55hZDI4hrD8KQAUeAqu2kNqwUaa7KipJ89TTT38dGiXe8urWigjsNSh+Rw2irOpCVwonUid7heXlK7Df0/GIZQABHfODfbQAIfw1A3sHFZqZlmnVmtTxj2kwR4n41u161Z+5gPXkeeRL/yzaEOIP1qR5byJbcVSgeFA5fN9FUrS0EG1S7YJaDgeeQLXvB15CYA5k7nKqpWcOB8SnX5dRmYfOCyX/KmqmP2PaValHOkDFY5SIbmO9KxtRyNuAm8DfhEULehghjSrsqBqoaydrOlkchn/KTNZwwVWU07VoRw2UEM3DwAAFBFJREFUsLXRiMxVy69VZBhsghYTVxbjz8t40BcyVUPLq1roXyj/D+NhHeLhWyVLAZDDjoKNtEdZd6D8Y2cBIIDDEI5Du5s+lZFyOYfwFfepuWI5SyHo9TKHqxeeLZsFdCg10zRFZDELtKnV6THeBLkoq4x73+CinDYdX0UgZ72J1LaGODigLsauBYDOTD58q4vAy1UyAXKQMUajs6GcH8raBz4J0OP3lB6hmWNq2ae347rESZRLlIxw9oY24/J4XkyjOAOuZtkIShcviXzfxPJjg11ZUPp4rY9kvxd5XYeDXsvVmkh+cpy0oVk7bL4tb4F84FqFczWL+PHfIguqnp0il2ZVFJ2Y9iCNjEECq0gu1qY6jciwMzfhkEokFVoAO/ISCHxRSoDpmQwg1AVOVUDVgQYMP1Ub+MYAf4ZWooJQOKQ+kT02Kst6OBwLJLPO91z5m+eRAkA54BC7CpNBcUZVmX1tVpX6nCEeVF03kW/PgYzoamXHgQRMVcA4cGWWVqMcigfgEFDVBivySkOX6c02ls2OspOmttPdU04AIGgBzpfmdu+bmnpjtGIWuDIP0m7veuNEK5V+LPcKcAzRH38m30gS+bnCrmLD4dvD5oqX9AtgFd2Beo2A+5D9yzlZIR9tZgW4asxK6Wp+XYbaXNHa1bHk4iSW72+h9q0Y+sjAVdvMqkATsB0oAVyTEa6+J4S68LBUe+ga9PH9ukSFiaFPaHAfOChgNcNREzLqBsBTV2Q+ABtQArDoD/c4UexYzCFV5Je5n2YAGQllQCHOSXlVBwbIX3LDmXzoUDkEXtVz8sC2qjZruiTbvvw9i/105Mm3JzgzP74K3QH44Y+1q/xsU6JMMGfYXM6JjEeuZq56XnbosqtXpi2xxAqOTbXawlGwVRsy7WPDxdYXJ9LQd2gG+D6SlS3jVomSWQcAlPYGaUjK/bgNMiFrdZYGdaIklqVyHFqrOp1h7Gq5I5M3tA0HNbPONDglmcWOvAQM36qjQR2CFf/8GsqA+jGVUglCp2AV8KqyZlmvY8SmZe8uWaulxDi4izRw4bpCl3uyVa3iFKuAwzreMKiq+jkkjlWVX2LI1IesaL7vyGxKwx0bFzw0N+VbdThoOPJtAWVCCqyKATa2O1PmZMexBAw4ZprqDHqdS4n5v8zLN2salC45JiP8aWoAIIYCh6FpWGDHsQSGyKtarANGN+ZTT/l6PUov7HiXQNY0ZT7xDN+qY5qcAaxas8oryj5MlKvO+pz0kErQCw7+mzazKhsIad86QPbPPHD1oKq8qlu7CTy1KmYNsPnnKrI+50A4LFXY1ZCaWWXn7ItLNHyZcEK6jvy+juRtF71nqmb7w7Jeo0gfLz6/6AK4KAEz4TStkXp0rfc6fqbCqrLdxbLchMM+WxXMFUcIldeBO75K/glN4a+suKz7Ao6jtlB7ZHXs2fPTXjH+3qlemY0cSD6s+zK1f2iCURnuUvfxpX6Xlv1/9NS5QvZFujkoYNWCqqoCKG8Grr47p1LaOIyL2AzR2OF5Yg7wLLEsbmSsXuEzeis8QFV4Va1wjG2ROYb+ZJvD3k585Q9LNJjzdTGS6YjMOkfBHwtw5AVpeFVpkMdGT712ZWn37QdQrALKU/Z+l81XxwRI5g+ywQlRVmntKj+BEZyz20gAV+1IJZAkSmUDB/bkgPewCfnUBfbrEurgK6uHd02Wd/hJuhyUCSOHfSCAfL5UGWqJa8c1+wXz3VeMhCCnQkqV78PKBEcdcrENXQ/ngNO7AeioyEE+p3Okel7cH630ZGYVCqV/cOZCdBhgKT301Lyd+b2SIVxUSINuxJFos6p3TMicUt+fX9kurrIFKqe4QVpTXVEK726gznYt43hMQbFMktyTqhQ7TiTAHnlNI693qt7LKveZEMGHjPLWG1eRdBo/IDWaJx177A9qjTiMBf5Q3/Uqnx6aWM/qCfF+v8KvUEUJ3mMCGnWMtvh9B5GxirEgMsOrWi8Sdb/pvs+TsmZW04nfoDrd593v8RQOGl8XnkabdztTqtzA3vker363Z2BL/NkNlFf1nKCxLTqZU76cueoqa3WdSHnxu7BTq5Hdl7aOrPLOp8//7BuoqvzD81hCNvJkORc8iP/U3DJXzySu+f56T/z4Fbyq+9Ds7+3IJJAoRQu2Bd9qsX44EtfkTVBwJY7N4bKy3M32Vuer8m/NTxzHTXmxqs84fhgQCy5jblIV0OL3fDu/q+N/FJBpYG9V59kf2mFoe87dQzN7XVN6WmOKqk9Kx34B2LzbZbvlD4DENCTqb+D0XRc+UQo+PwrhCn/0qnQbpbrGHrA5Al1T39WGRPQdcgbIrVo0MwBi8M2+aUOmgiuaUqdrJjB9rQZuUVk52Wqut5EiYx48P3YUSsDTvriPmKF2Tgi2FO5i2aE7duQkkEQi+02o3KHjwBevzjlwAHI1AWUSNWqckz+RzyCAVT3yaEQVQnUTFbADjhKR6ZSmIMfyuPYwXz3m/TEbWQS39vxcsfYcHajJ6nUd+Tb3lOPwEhyfHUNqv7cCSY/VS75BaTLKDsfQalT4Rdk7d/o65KGdGTX7p/p2SPmD0s6XdQRhAu71Z4VfRvDl1r9F+vziG2BL48CULZ+vfqELfJ2vN+BW3c/PbOA9c6PGK1wT7dW5F0fmE1cX/Ef7hBqff7OfZJ5mtTWZvJ9bVh3lMU94hMzNCsOo996Z0Pd7wEORAN3Rpstl73cAJpf+zcFUpxk+1/gd/fo6z05fI3v22XsAPLPnmXga9LLjQwI05FxuonwDQdTiyoy6rstZ+Yo3BLoSw5kZfHQz7/q3Nfb+aluOVuqw93mED23sWxq6EWsJlCyAqlrRZceRBLArKgEJIrNK+b4vTt1NX89lq1l1umRdsSnvkYyifSLbtaVHKJzSWGS/jSRJD3CcJcf+B7Vhj9SgkU8hGYHzqHE9ZffLnz/a+Rf/zf/8bqkUgihQ8iDb5XABsn7V9+WSTVJIzO6jCzTBRJpB7Q8HwEAlgO3wfPV+yKmu85qMXekwePKMK/QW3TvVfaVMcFwhwy5rCvLZV119qNSyoLpbUmO3V4hAP61S+agj8jT3LwBk1fWg679QYDJOZBOSId/1r2n+/bHzfWS6mU+04U7zz+j6HSk9JTMTvmcE5NhgoBapkv1jqweKtZsyd0qVcTkAh+O0mVXXbaGp98/WZxp3wtXb1+zDqvJi32MaMl3Bq1b1oR25PgN/qFpiX6wZLoFrmujZhetoFhUccx15GttDPIJhnQJUxa7SttMd0frbv6ZSHe1pzEnGoWY7qT0FgaZm2lEgAQOuDv1A4UjMPmcd1sYoeq1cZPJuY4EG4HD4riuBZym0zs09wCpnLrOmX38gdb781//2CFjtIxDgOIkEY8OlYMb1guuHcSZCpsK1gGA/ZHH8FbrUU/0WJwocUoJqN9LHMkJvIOUHXPX8uoBw/7SHbEfbOKZoXs3mmcwfEjgoy52NPxru9E8TrvsiDvDPU8rem1nsr3ubR/7abFFocsYhtUpS/SPf+p7PxhdvtvCAG5ZEQMPJxBNARBu5yK/t2BTN0PBBgx50ct9EGrC4JtO+jzJkR4O/2WJXB04HcHU2NtUWdk+Yt60xgYuRl1ICDNG+4CoVBVWxK1vTlfcO7AHJVj09e7ouiSx2zTrnT103qcXu1Rf/DB8v2Zif8WH35VsrfweF2ftEQoIVBfg7wGrgsm4N0Sd/Lk0SDMF58D1NIBnO03/1Pw0gBBJricGYxg4WWH3XMMp962amVjb6rv0gITJmoj74IeXhGPoh7GQOs00R2VHzma/g89AHznS1s51xi/UAQNWVMLUrrgEAotlXQDdzO44kgDUBPL/Mhp4BBLAhAgWABVXzRsL6tKKJg4KqDAOuAqrOpoEJKNvN9IHgDO0CG+mnmW94WYcon4RAhaEAMC55AEeBCmsMh/gVZdwnnDjojoKrE3tIzYkz7fkzH3nKt+rUZo2uMFEtuxTfC6i6tsGKwpmhwRmZqgQBiwZcqx7gqh1n5JN1uRqWgEj6229j2SsPuF2rTmc/DhOJtvlgRXYd61bg+wqu2pGXAPjO2KeS6Xr5DARYNUL0fRF/ZAmycUpKxn8AcFhD+5AADkgPqQe+m430KG1GNMhD2CcKwsF0NvVkSgbQEA+oqWy0vCmimZfl0ypSF+yKg/zpAODQTu82cJGTDXugxdiTp2nWZHB4wQsOqh/gj12pPiRgbAleVQ6qySldhMNG2pHZzB8mcHhBVbCt2cjQkQxxkIX5883yPxbOfeIoPQKZUUVHeLY5ZGZCZ6P8yAPe95xb618mvlCCOpShYS1HZLMzwKo2fLPjaLkipLXZXc449H32g8PRnSpqgqsxwdJhgYvhluaKkVaR2qLjY42hWVVEQs+Fxhicz8lcHZJfrmJbhm/VBEyvyVwdFLAKoEhmlIvgqki7Z9cChAGq9pH24dqpKgJVs3uSXUcWkAWA8lLWsm6agqQlctfOQ9d+zxaHzBZ4Ve0olgC0I0UZh2wUM3DVHlDzsoP7ZzHxZT7W3fSg1IvDKiWD0AAM6xhRZpoNL/hqY7IU8htBAB+R0cjThk02a7Vg3XISzVpVyoQBDfzw6zLUxjHWrvITT7Oq3QXaEdaqaWCaVNp1Ky9D+FafxyaoM4xVKxG2fz/W2NWl5ooDcjbppxpeVdOs6tLZE50ha9WCq3k9Ya0n0cfReOAwvDfNqnZULNlgxYlCOMKhKtrFEpU8e3quKyPLt1rogLWvDuCqT++P+qvW4IBVZEXHXFedUn3BdXVZZEGjxN3yaeVnMONVPUePYFLp2UjbErAi/aehw2zqD7LjMoFCw6s6jI1OVf8XEVH9pI6bZNVxBgBVvfkArh/5rnyZwbc6HAAIKJUGIBs6nOocD2+9/ky1OWCtNzRxOC8XZEh2y3RimgxacPVUooaP9nk+LLqNtzX8j2Q5D8B5VvxEMsDXm3J0PmQAwbdqaZCKAaBp4Ml05Io3AEoA9n6AqrsSwGFFlezF5TSr2lfYI5OsAS3ANQBHLwR35iNMM6v+g6tQsuzIALeVgMeakFYoaaZqRZ9DxuoI8NDuqXPWpU30PMfIpya4OjBg1ciQznqjQXbMNZmqNuhzZqVS0PnzkwaGRuML28yqSIY0s3KUb3VIGUCoDJvp0BJAFhoWTeAAyC4NbAq+VQWA7DiSgHJC+q788hSIYUzoP8gIEL/algM4hqUuxpYAf8iSL7M55gC2gAd7QMB8WZ0wfKsic/hoe2xWGZcsGeAAqzYIeKIh7P9oOrSKKvUe4BAGB79pZlVW64ZxHeKYEjAlGaGnaxbe2JFEXteRrPbnOQ6HMeNFALuj9rTdQY9weR94eIcsa7UuwNFXmRtfbhrAgmeY/WA12XZFNlsoWfa2EjA/X47Eaaaq0iNUGNiTgqtkQ9mRkwABUxJ9yO6ts6QPEljFAXGIh291MBshMsYj0zXYjgIJJKLcLWUyOFjMAFd1URuMAl3WmkyzJiNXFnNKwC7/putX8M2UKVte1eKZxJ4Af8rYFXcgewwAyNJt5OXJYk/2zxdsq9Zy3x1rA/Sh+cdp45jufMEt35TMn0QzDhnldIE9jyuLRTAIv1xV+hxUn6aebqb7vG7ROPDHshpwWFWWXb0ejuLlKqzlc+Blg3PVZJDZ8S6BxIA/i5EnowaagrRRsokTy3Yn8nMd2mBF4dHKkfU6rAyqZrey4Op5re8736o2qyJYURE4bKOfaPqdkiiRkGZVNWUDZKh8qz31y9fK21SjsB+svqgPFFhF5GTXueKPMvSn3ygQB1XTkMkCq6cGp7yqsQFWyw5tZgVfb59TXMoK4+Q6bewwcmU+q59KX/PRd/0Z2kImJqCqNavCHbUeUiuYlYIaBly1AFCRMuNvXqaezOCuu6u23+9hrFXbveFVtSMvAapOlB7htFlVCWFNxq6MJ/32yyXEkLuEtZ9g+2JKtQWZh/2zLrLFyMakusKOYwmwfm93hnakzkBbCChTqdND1akjkqPf0ImaRnGB7pf7ZVv7OJbvy/rA4dXCbesNEvJ4sStTWVH37IkvhmsVgNWOvATwNyQe9o2FPiJhBUqWKgeIoSgICSubOK2wrb9P1sxMf1g0SGVVhFWK8xYVF2ZNL+9/BgysmrIdP3DE8/u32H8oj8kWI1O17sJWVhG7eJ0BVROhXLnK4HccxABX+3gIqyKLYgAIXr+0acq1N2vp7/dxoodUu+4XT9AlXtVz02qAeU+bodmRlwBBnW+LQLPmy2UrdkeKyqsaxrLZl89y7s7XXf+mAICAP6bjdPmN3vuTnURmE1+CUQYA9QvkuFbCGtSZksXRL7mwRq02kaxrAofXyrXNv9cA6T6WtTaBq/+mcB5OAk/52XqGHdYXysEvx54rszQZQQ+qNQJDjbxIQzdhrUJfvq8Mr6odeQlQWbHdX8/lrKXLV3Ae9n1uSKrD/5hxhRNriaA4j2/JcrYVtoUz8g6qXrNgpXem3H3i+y2Z+Xa9hvZk8qvz0Q4aWGUKcUY+i33PNtIf6gmvqukebMexBEyzqjSjroZ4sg5yo6DPwHw9rQHEh291MQ9M19x6t2ntrzCnreVVLZwf5hqe+WvKuElsmU3hW7XgapGQAX7+5nkkXs/So9CZ9T7LUuib17jOneFTNftHD/H11hzTzMrwYCt42DP9uU7CbAgSrbYgqEMAow/D6E2ivKoaXO/HZzU2NQQAl5RxN4CNYVOTwDazyk2Oqp2RDZmrjK7vCrGlt20sy00oynTt1DhENKbF7bsRTRVXm/1VwYrDryJrVcuW7ZqVm+yM37kfzawc2azC0l3u26f5t32jZJ9IuGuOy9kkiXkytnyrxedZxwRM/Qry+f8Bs2me6kaKnNIAAAAASUVORK5CYII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6" name="AutoShape 2" descr="data:image/png;base64,iVBORw0KGgoAAAANSUhEUgAABVYAAAKaCAYAAADVtAJTAAAgAElEQVR4Xuy9C9A2yVUedmbe7/v/3dVKSEFIAiQwSAJzkbnFisGWbS4GDMZAuJQJxgkEE4cAsTGB4CSksCkbl6Eo2zEVCscVoGyMU+AYCPf7zdzMLUYBIwMWNyNpV7sSuuz+3zuTOudMv++8807P9Mx0z3T3PGOvrd1v3pmep8853f306ecUb/72T6kJFxAAAkAACAABIAAEgAAQWIJAQUSnWSX/y8A18ufLX47fXIzfQkRON51fbb2dP7Kc2kS9/wKjJWC3fntq5/D3MUbuk/7O99ma6gqp632uRsMf4vrM3vv6f+xmR91GujZkpL/lMQ7PcrhFnjMBo0nfPduG+YeWxjt9kxs8k71q0seP9aHrhzTPGcSy9SzXx06wdVecLh/pKa672vpoI42RF06uM/q4ToCeFjMd44JrX54eN/kHPZ/ZM2aNg3F9hzdf8fFNjvFyznfO+g2Pme4jbP8rYsIlt7ZMGBBn9T9R8eTfWWwBM1+NnwEBIAAEgAAQAAJAAAhkg8CUefiUex0AmrTec323631T1ndTnunw3XKL4zML13Wf6338bqd7iyse2vXTLu9rfagrT2C9r4c4rokEo7Hr6pmOHTD2XDFih2c53HJ6jtO9RMP+03mI4zN7WBm7wbg+83TfiOG5Po8Rd3aMsQ7khx0cbmrdYm1nx8hcv+fqPn6OpU2Oz9ycWB1tZ+M3o/e5dE3na53im82sLQ1yfeapuV4+7Hoz0AWO7j1lRG2ZMvgNfquvb2I/y4lY9fE9zpOEEWt0GZjHDNp10jD2HPvfizd8xWILmP92/BIIAAEgAASAABAAAkAgfQSmkE3O81tz4/DCp66JytF5d/Ms13cP3tchKxY90/XHFhM5/Xz4OW4YNevCcoCMaTfDqek1UV16IFY7L3N6t/meLnb93zcNI/NM14aMuPjp5SOLfKfXTbP14e+eifvV51p82el7moc52rqsbEfjgT6zrmsqx4OHW3wWICcQq6MxpvkI1+/pvc/iy47PvLxt5EeOz9T+cbjZ4RYlskqi2sfmTedrncaVoRjTv3njapuNhbob86CVOsb0oWc4B8gxd/HQllM6/lJS1MnIxj6oMYIJvt/7RJ9tcQyA1i/z0UcSYT3Yr49n+GrLsCkU9VeBWHXwFtwCBIAAEAACQAAIAAEgMITAlDXOlHtdUJ/yPNeMocG1SeuPU+b9ve2c0vgeME4/H3mO62vkPsdsFadnlkQFg7T0mim/cNXfA4vGWbbhBIJh8ogqCxaSNuqwIB59XcsgR+9t+mTwvs4fXZ951d1NZmH3v095nqutu/Yjt8VXFp7A7ug3o+v8zge4YtR730DGan0komqCY3qKMZOI1bHY0diVK0aDXzvT1nvfbTHCye10iAmjPeiJKJt0NGSoUT6+aYqTj7VlzMZGAbZnhrv89HTPZOOwPN3Hc5b0UUVUvdllcHFEx8f3SLD3kFVsb3Lxvp/7Yh+W5AgKbgMCQAAIAAEgAASAABAAAq4I+JpQu76vdd9qr17nRc5vcb2RVxCu986A//onvl7W3/BJnzOnKSw1cO9A9573CNU2cnVdQM8Qz/keL3069yH+GuyNK5pkQHO/e87vbFgd6en7L6Lq5jkTyVX3Npg3v6EqxbLv6oLefOT/7U4/VFTSU3S7kme4t8sdhbl3+rNxbUFM3zYXE/wudgTquqKb8hE6PPdzWuRq7K1e1r5n3JR0n/eP6TNfBi9bhiV+DQSAABAAAkAACAABIAAEgEAyCGyw/OFX3r+h2xc9k+rjBu9Ppm8SbmiU3drfqKI+0oNHXkp0+zwi4szVWK8oQY0VLLQLCGyMQEWH4hF65AX/I9XVH2zclnVezyoZsq9281nvjWi1DuZ4CxAAAkAACAABIAAEgAAQAAI7RED0PO/f0P13fKZdDmCHuOCTN0KgvqOnHn4JHW/fjopJcgAbtRevBQJAIHoE6vpIt+Uz6JHnf+FuiFXTKSBWozdPNBAIAAEgAASAABAAAkAACACBlBEAsZpy72XYdhCrGXYqPgkIbIsAiNVt8cfbgQAQAAJAAAgAASAABIAAEAAC2SIAYjXbrk3zw0CsptlvaDUQiBgBEKsRdw6aBgSAABAAAkAACAABIAAEgAAQSBkBEKsp916GbQexmmGn4pOAwLYIgFjdFn+8HQgAASAABIAAEAACQAAIAAEgkC0CIFaz7do0PwzEapr9hlYDgYgRALEaceegaUAACAABIAAEgAAQAAJAAAgAgZQRALGacu9l2HYQqxl2Kj4JCGyLAIjVbfHH24EAEAACQAAIAAEgAASAABAAAtkiAGI1265N88NArKbZb2g1EIgYARCrEXcOmgYEgAAQAAJAAAgAASAABIAAEEgZARCrKfdehm0HsZphp+KTgMC2CIBY3RZ/vB0IAAEgAASAABAAAkAACAABIJAtAiBWs+3aND8MxGqa/YZWA4GIEQCxGnHnoGlAAAgAASAABIAAEAACQAAIAIGUEQCxmnLvZdh2EKsZdio+CQhsiwCI1W3xx9uBABAAAkAACAABIAAEgAAQAALZIgBiNduuTfPDQKym2W9oNRCIGAEQqxF3DpoGBIAAEAACQAAIAAEgAASAABBIGQEQqyn3XoZtB7GaYafik4DAtgiAWN0Wf7wdCAABIAAEgAAQAAJAAAgAASCQLQIgVrPt2jQ/DMRqmv2GVgOBiBEAsRpx56BpQAAIAAEgAASAABAAAkAACACBlBEAsZpy72XYdhCrGXYqPgkIbIvAronV17/mW+tt4d/y7fzpd80/xZYNWfzuggoqi5LS/orFMFgeUFBdHIiooKLwiVBFRX0M1eiknytBpeb/N+XwUlNNB6LixrPdJN210nheHBKVVBS3QT6mriuiouY3BHl+6g+t6C5ZZCQq1LdUF2Xq3RCk/XXNuPB4FeaqqSKvw2CYZm7zVIlr6eEjzaaCqkrnObiuEeDRpBLDD4FPzcOVznfqGvOFDvw6X0j1CmUzqeJx2W6/ayo7JmnbUB597fMrkg4JPoHoeVbNY3ldEP//oa+qrumOl1srvCv0t4R4flVVxBhN6Yli38Qqd0NFRA+SJoDYIYqiJCxT+9yK3eFAdcEY6eLD2yUjAxOr05zO2/sjfpBOo3WRke5VUl3cSPPXmjymgpV2KxPOYaIOU9rrTCtSQfyynUyO6diV1qXR4EAVqV/h6iJQUF2vQI4V6dnOarYixFha+HA8ZrtRUh5XFwFZqMpY5XH+dwVzQ66K/aAPrvog2bkgiNUha15zbgxyNZ+4kmw4CNwFsrUrpOo6Yzn7VFXrOzURCoNXu4s5yadigCZcIFYFLCbHOHOVJ9PpGRVnqiKzq9/qJTgVh2DEmGTWUUVl0pmZEyLG5FvrJrtx8g83/gFnOYcjDjf+uMWvV/KHM1ZDx0vNXC1k0MdlENC4w8NVYgQQZ40JqYr+7OFlNEN+lQk1b12AALJGlLqSjR31sfjjTlWVDamaQGNXhtNs0cn2d/DxioerClmrA32cFjkGUjUWUvU895lGcqwcbvA6BwRAqtpB4pmHkpxrjeWaxnKsmGDl/7UOoetgJpHcohzGFHIVxKp0HW/3H6mgB5LZmNJVFuwGcIRun+nJOCZ+1siMYse7Qy/0OI5sVSQjCWAmbLwAu5Edw/DEYUrRpklA5o2KgEeVLxFpjuauNslIrD8SylyVrDEhVTFe9VmZ2axYzwJr2bTA1YOAkQSInFgVkqo+UCUbXbj6EOBM1bWyf8z7Zc7TbH5hDtEZ0ZNgVVTqaD1yIz3f3cqu0yLm0+vX0C1Owv1Dg9A35ZBMVWajzPx4fS7qwREZq7auF0kApqAdpswgVk8oGr3VdDQzeWBDrmq/G2h2AmeqrrOI5wyyUjKfcfWTBkyxphK0WTpCF6pbTR5jtaJadlLX05zlSXTBGauxArJxu9KRBFBSVSeNqcSBFTu3ZvJnA3JMZokOM8UVoYjhVRJ3JP7HjQ/HY85WxWaFbR7IGfLrZKp26EPdUIbeam/HpEGOrbN2iCHeTW3D1vPiNOxnKqr53w9S1TZO6SyMx/O1NwHPFJhmrrLeKq5rBDjmmH/G8AGxeoEQmzbrrTJBFvNSns3fFKuKuZ1j5hfq73yMWxcba00AdKBnchVRyTZ0pDEZUl3VtewmlAf4fq4pVsX6mGttVlx+gyHmIbLexkWLfPF/iTnu6GQRuqo2r+Rj3BuQqqY5kZOHvmPZtOdxhoLxsWm/DHq3KVbFhDx0VfvJO9FV3dCveJlacSE0zNH7OshsXsS5rWP6DH3X13cx2HQa64mgo0ByDwexaidWK9lc3z7eiCSAHDXdvi0xGbiJNy7kKojVq54zxaxi1FvVKQhI1RF348l08EIFljbUrNUbQ3iMKSSd23LShoyqeWZqz3q8N43tRNXAbRsjsyHNVFW/Wv9C5qoNc1MmTjd2YrzOpComatf9s1KxqkHDaLIy0T2WVU+jtxoRPpoMuTEhH2Owadq0TrGqcQCMJEAMRNR4a7e5Iz6CbE19w20wX/LWmGw5PttZgqzf37aEzfw+eObTQKpeA2f6SItVRRJ36ppYEUBkCVgtCgTrRcdpsa/hwtwgVju2rhQCZ6w+3fwlotl0U1zrIBqHMbVrZqT1/LOzruoKVZUtbdddeNbrjXMf3jPkkx9nMnvjywhX6QhzDAODSatrje7PhnHHTKAhC2DhfoyOcWTFrNifapEAwHjVR6qSZClss1lx2R4lV7WgFfqqjY2O6SpJEsvFpKpKAKCv+vxKdVX52h4fFLMa9pq4yLFIyI1YAk2nHbGNDXHZTqSdFkGzQKraO4FJ1WNdRDTv4gUfSwIwgQhitdtzLpIAIFat9s6SAJx9uP3E7NzEmsriwAfcIwiV8TWB80qKFXVVbQhAb3XINlSnJLaL9Q3ZdnD8oRVtTv1kKpVvP/irCpBmZmJz6YL+kX9RzdU4/EvpKKOrGpvHR9CerXRVrZ+OYlZ2q2BJgMavNiRYtViVZqpis6K/t1iQSaWgYrkgCTA4I4xqPhiT3cRiv9qO2EhVg06M64lYei4WNfuoXDyWzmlm6sctZaAGsGC/OuutgnPqQsVZq1zQSteilxeIVYth6QKeydUYjldqeDxLAEQUGSJpiilWJThtmHGjR5YLopqznqVsAq4OArI8bSrmRgGO6LCBVO32hdFVFcI5iqw6zalTqQ3VmcbVRkDR0TFra3KV6W8mf7bUOIzZOow2Zmw2DHLVajWSubqt3qoUt6hiyXKOz790ZGBiNSa/kiMfkruPqx+BOMgxZKva7HPLNZWLz8RhPy4t3d89IFUtMY9n6rK53kfNxWEnnLHKmqt6xTSmbo/PUOZq8dhrv70uYyI5tser1QKeRD9oSKAtjYoXyiUdCs5V3bIdUXXOqTEqAWCK6sSBjx4fZGI1BmI+vn4TCmjzEZcth3VVb5Gp2mMisllRcwG4eI6cQhJg2JcN8bz1hiATqkysYjLW118x6KoO2VEFSQALPJK1upXcRl3oQgzFqnp7x2y3ccyJi1htmltzLi0uGwI6tm+VYwdSdcgyQazCb+cgsPkSb06jV/gNRzk+/h9Lwoo1JjP52xSzksgc1YblCh018go+nax6q5c3Fo+/9jtrqu+gCWkFkDMPtSDRdhckAIaXgUz+MLEaB6l6bisfH2T72dJ2trPaoTebkjtbkqsmyzkm4jCG3jplXXOxqmiXgo0eJDJXeylxze1dd1PHLImlqE4BXdV+X2ZSlemV2CmWbTMzY4iD1jbIapGrva/TynM1WlOsaqUXr/N5Xt6ilFxsEgDXn1bI0cEmR2ktA/KCcPiHrJ91aEYskKopk6qm7UriYa0V3lPd3gBStR8nmT2YuhUJJMoJCdyQq/FxLG62GPIuLWZVaaGv5kVCrPIfSinYhKDU3wFMrG6HDyQABod9WcTzFaPTS+GCKI7mhgwt856t8yCTpTDvGUt+pXbDpDwWqm0cdYHTaM5GPPDzbqEWlUH/XfqB2bZQAmjNS735NpKCTGt+ueO7RBszdlK1WaBuqCXqiOYmt+l8eT3JBOiqjnez6qrGTpBxLC6orFVnHuNWZ9TaiIlhb8YMot/HUrPR9cn58di01zs2cufo4dZs1XhOAboAxn15jOGQqUtjN7iHiVXO7G0Rq9/VsKlHUhII5OoFySBTIcbEkKtr9prqCB5E4xBXF4HLjMM48dGBnqf96xIccaLR36rzEbC1Wq3EIZW3a70wqfewjh/RTfQLP5Xb4A0V41tYHhlDU4JTiee1xnSdOdw0EgBJmfxKjY1VV9X2+ZAE6EPGxB3ZtOAYVIaNO9BVHXZPFV1iSR++L2xf+AoUnLmK/cCh+aAvpMeek8Im19g3hPt7asQqIwFyNZw9uD4ZpKoltiVIqpov4SPvR5ny8KYg4ua5h3WjVBQBGsMvHn+tIVb5vx6hCWmNHLxsXLeYlShwQFfV3iNNUZ34B3/2Lc1cTWPa7zp8Lr9vXUkAPfolGWNF/MThcnSnPUEGhYK3cmKWAOh+kyEOUczqGhklnlUSIPyGKVcqryQmI8pdeR4XHUpScxaSAPYJiOSeBNuAMotT9ivoqtp6QUnVKDVVB4dflonSFKD456/T5hE+7l6HHIs9w9kHkvOfkbJdrmM/87HN+ZcgVS97tz3zrmQemCYpKeJilcoYYI7fs9pqiFVOR2gRq3pMRTUhkV13BZtMgBiX9fDhXQGUq7INQTyZ1kzeNCYASq6imJVtJ8+cMzC6VyGmHvxs1X+UWIeUkQuQlVi94Rz5EOAHe6buoJ6PYQR7UaIP1oJWPG6Fu3iyWAkhD1L1GuVUdFUt9rFVsaZw5urlyZq5qrEnxKVZEIZUhV9dL2V0kZoeqapfIicEQaxeuc46pBhI1aGYlcPceB07ChH513lmiJUWSFXb+pYJSZ4H6hmyVP1L9US5iOY6NpraW0wxqxaxaj6BB3sQQPYO5QUqZ66GCEvmrZpqfUh0ZyO0M6gEQHoZh+x0KguAqGSzEcUo3MVZY0Wpmry4LhEQCQAhVlNcxJ/1RNNsfzhrFJ8S8idQ3OGJVsG6qinaTTjcT6O56GmltVnRiQyN/YTHKsU3MEEmshueN+o4HlcVMsBtNlHRIVlSVb9Js1YRNS1khDlW6X3kAqk6Fmd9x7Kx94X6O8jVUMhePxekqiWOaaSnSuaB6V8ijHnkYk1ITur2pvIXRTtj9bQM0IzVpjBI+mbg+wtM9g9rroa5UKxqCNdCMlVT1PgwGS4qCRCI5Ahjkqs8VRAJWsyKF2JsO1jKXHco76amt1lxRQCB3rvq2tPiQjIP/cedCsWq7PGx5m20lElV82nNhhdCp2VF6Vkzsy7oWPFCLI/FmO8JhMygROctdYMEuTpkG2GIMfiUDfPc5sZh7Md3NEv/eSBV7X0os26ZB/KV+nil38kZq0dJW83je3x5oJwO5IOfZ43VNrHaZLeI5iquLgIMXhGsmFVBZVGgTqV15D8QJV7MS6uZw7dsXWwKfvkN2rwQgwRAH+aaM3PgesVJB3sd5qFjbPcrzZj3OahXfFRZ/ArXNaPNWQo5beSgmJXVyhs5Eh8bF3pC/JCsFlvoSHAuVpXJ6oRtp9lQzo3Y8mUL/ggyZKvuhVQ9MRpg/Xy54dDwF/wdKb5AztFlRqpqP7AkAGeu6r9h3Lq0zh5itU2w8gwPBFC/Q/Mi9YHgQ14qpGnxFRSr6kdbd3u46FD6C1VDHLIqIS5Lf4vWs6+Fkx5x9+On+fSY2qGSquxb+QyOmpkJSYCureqGqRazWn5BV3UYQ84A9xfDlveXnyf4Jeb9tCmSp0g8XZi5WjcLsTqHLGf//SIIZ7eRg0JWY5bih1hNe+N4DKOlf89n/neNhB/7WYpwnL9fmncI3trOWaRcrMrFWu8qJlh5rYXY2sZrgFjl26C3OmRcoqtFT7vYn8M9tZCq/H9w9QyMQl4z+ZM+PmaQL+u7/NbdHozXryQAk6qa/ZPzxHEq7CdSlf0pq6w6RoLPYvBidSoqud+vgCixugwcLdtzg6y6XpPhzYoy00ru6lu4LAiIxhZr5M9ASGBlCQDoqtrQk82cDOaAl9/XHBJl11oYl2dYXRI/8UOMpb92CNVZuc+N/dhPKPTTfS5IVXvfSZEnSVyZMxlIxCbqmu6YJpTmZvydE7tjhFhtFqn1HQb8XmCN3ioXs5prWCYXsxRiFdc1AlqsKk1d1cH+lFGJM8KxUO3DyYskAMtGZJfh4idKSLEqSl1X1b4Eh1/1Y1MzMdYQQPMsSfV48yM45qFx9atsdFXtvqWZz0wgYjLdJcnkWPcM8pl/JhIAmRS58ORNp8foZo7RVvX99Bieh8zVsV6YT5BlTnCMATfy9z3E8fm2sxDcTH8OUtXesSK6JeN47vMjFcY8HlUaQKeDuX/zuEO7EauSuQpJAMsylWukNf/MMShenGim6pxfj3dx2ndoEochVXNESH0L4aiPUF9azIqlI1gCIEe7me/XZwkAJlVz3szRo7nqW7ABYzF69MtIAkzf1OFiTBVBV7XfA5l03kPGoSFW58ehfH951sx0CTsmHtcVdFXtVH7RbOTkHsfP5KqMW5i7XJjEPHIs5znO8ii6JxubZz/LMc7xCSBW7YxQnrqqA0RyXbeKWeU+Ro97swOxyg+pqa6PfAhn/Im7vINTDZ6aTdSrBACMsc90uIp7XvqPPQQifKs3apiDyzRrBEexql5/anRVCybGCiaB8l68qVwL9FZ7bUEy5afJAkBXdWiCsxdStUXRz8jM3MUUUXTH3DJXtW5RKYXOcPUjULG0RtabgGefktzKmtdcyAjvWsN0YgyZqoMj1g6J++k2hKh87YfAxIbAseZ5IJ+y3ROnw8QqZ+nu6ZvtPuBIrOoD6vpBU3UZ4LUhNdWoSfRWXaWglTY6cDXuXTmgW0DWMisFlWWOBUAuMZAJNCQBrIahE6GJmXXFLYpV9SCqHDXrzeafVSd2I/Obs/0UGPhbVqGLdyrcNkyZVOVsVf7/cXURKIQc2xc2phgaCKD+nUGtXz+2Z15VeyPkp0UPJVX3RZCJnETNhdCw1urdFHTebN+X3UzxrL3aFojVYSsZYzCcXW+KMWZyL6dxqATAvi4+v0R1Qce6pqpZTuw1vnDPTyJWtZgVNCGvdm9OqhJHovrB6ERaf8+TJqZV9+eELiEnW13VXrLLSD/Dt3on0fIfRYDOxXSa4/970Ldxg+PyLiXH9nU43hCryFztbOmoSwnxPEauMkWEYlX23R/jV3N8MuXfuGVlpvyFS9peGC3jPn5MhjReiOW/yTUXwzOpKsuVuY9J8ndsO/v6YvduciPHsLayIbpn0kNWE65rCXeT3M2dgK6/q/ejq2ozddVZZWKVsdiz/NpEYrXJI+Rq5rj6KLJGa1U1M4cu2UeFBIAFw30e465lIq1Hl3FdI6C7YhqyrZcUq8JCtYuP0fErpJDXHhccSh7uebC3O43qZdrJVY5IrKuKzYp+DMum4NBeaZDxrMy9jmd6GoUzei/H9JOuKopVWU1DkTPZqvu0oELSf5AR3j+fGV1h7dNoHL5678QqyFUHI+lbnWNpagXuKCeW9joHPMNSid4q//t+sZhIrCp4NR9bRjGrgcjEkgCGXO0alyba3wj5g+tqwiT+yPII+8NHF1uGXIVt9FKrJ1mAa7/iRVhR3u46oA+sUoUc02JVex3wznqiIFjblmIkAfolN5RUxWZFv2/hGLeZFYqeMY4u9y1HSTJXW2FXTnoLqYqjyn1+1dDRu5MAuMaiEr1VjFf90bc/8xA+NUg5I0af4EHmqvs6E5mqlhjEq3bWVd1lwko/Jpy5eqw0XWOPY9csYlWP5fKx5bHjg+5Om9edjMuDJgPomsRAsSp7b0twEmJ1f+SPGeQ1axW+1b/gskkC1FQX9zKvcj8/Ssrx/5q1VffnV5cUIopZ2TcseBZ0GXfkqDLrFe+WjB/wOQ5FXAQO2Jw33HceX+wbW5x1ePatuuJiVXve5Bqkfqjiwoonv9rzmFU3xOr8sT/nX14TYyBVQapOs3iQq254gVi1kIiiq4q4c7nOaiQBmmLJbhaWz10ziVUGQMlVzbDDdY0AY8OSCZe580xsQFfVZi9GAiDvSuVj3qIDveqtwrcs9OpplNc9sbq44VJnO6vEOGZJqiXFEQfyCAYrLdaEIla23Xcet8yYxSX19iodMe5bxBmHyFJoAQW9VTuxyn9pMualajDbDkb3Ll6aM8/H//coV2OPOShmZRmvLtgekBsgVR3G7c4t6xCrW8b6Jef3VZhuPkaar7ikBbRos3ZCbY5e0xnuNzljClK1FzllMQ6zZjmnFciMYsO1kV2aUfP69CEL3XUBsWrI1TtoQlpjOROrhlzlAFMQZ6su7LPpI0cCvxBHYnIME+qmt0xW+KIhKYGen9dEI5ugUejQSADMe1bOv9J1x+3uM1Uv+/isJ2o/pqLHWHZ5cWYdV/ekWxCHVgPYu66qDRidzabvPfNmaRJP5KfWalWix6uk6rx3DMakej7yS1uja6BlT2mqODSfuOxZecVuHY2mHKvk9eV8a1iI3qnrAveh7qvrpYuI07+bbw/cAgtQ27z13Jjr2UtH5nlhB+Pne0BAJVlYKkoLLU7nOLf2g1NgmNldY+1XbJRcxXVGgM/cllrEaofYLCdWOWPVVD6FXXUQ4MHNkKtKqoJW7TcSOarMpPP0yJ2x1bFvjRdCyxgA66fJtLHJVqgLEIc2oOr6Rv1qj0Yy+M1Gz9hCgLB5LQJtvka0F0KXfWNO+5uXK8HBWXUzLpmALyeOZr37ornCLPi5uljKMW5cXQRMwaFZxle0umu28/kidec4z7g9sF+EPFK5xNy9fHGb6BqH4+oO3TBd+JAZ78VPwiCwZD4/JUuu/Z7u75a0IQwqGzy1CTogVzfAPuFX1s163BCrCX9KwKbXxJqiqpeOixFQUlXXAPOvcSIAACAASURBVHuMOQuJVWNEx0YWYNqOqm8T3HaHkr/mavXVTBKPVBbm0GD+zjd1ci9ZqjssVuVi/3KUew7ZHHL1NtZwIfLmEw+u9qNZP12dOt1BbCUujLW2/+9LBsk5/XVqxbL4IDHQ9H3B6LiiOQ+mVH/FxZg0Is+301S/fbjdvMdssjFhO3aslpwzytNyZEJd34g+Jq4uAjooCbHKf9pyfI68c0CutjuoyVTFSa5eq+2bH59qFSAOXWOm6XXz1hSRx40pzZu9rprykoTv1eTvy81xxkx9C3Pmvq6VYk2cz7DzuMPrciZWF2amJOw9RJ6IVQ7UDam6oVFtduylRYr0LSmYsZdiRJ3CIJeWw7/0sVO/9WJ4zqJKXRFXFwFehLFGCRMdbv1qgnrOEwehNJj4bMj42L7Vta/67N3/oGwOZMC7DAJMqFaiHSqzRwDTRqDgySHrFTMulXPc2RuIOlKDXG33u0Yas+iCXyk2Ztw2WdzNf3Ucz/fmV6cYDXwaKM6E/F5tYey7NQv8cn4c25xw7BvW+Lvq7WtIQnReA/F03yEnT06qGmotIFaH+5Px4czVPXuXIVVFNiJd81/c8oXE6nk31T8hsPjbInmAaqvqIuy6mFUkjdy+GSInUe1+t8cMYLoreIDmbI9lno+bmkW8G+m8vZGv3wIe7Esu1oTM1WZyyFXuUZDJZokmi1fthResTcGd9U036jfqJi6P69gQ1LV6SUeWR9hwYz1OgxGVsd5xfMkGXJzf6rFVJ31QH8kGHtu10aOwvroE3vhOWV5nz8GvxgkgTfbBBQR6EJBTFdfWwar7MieUzMzLjULgyAhwIkKxa71V2VxvZLL2HF8WE6t8jBuDvi2sGFLVEKsV1UKu4upFoGZiFSSZbr4zqTpfpzFXCxOtHyadr7CB3Qz1Odd33zu5qoS8qcaN40xnezG+w8IR3ZjDk2hVS8LVhwCyVnmxdeQq92IksJQOBTS4OQoSaCSqLCjGlXa8UkkWrK36e9FkpNrwOWfX4WiudXWq6XW4gMAJASFURzZHkbk6bDCVSCbsby7EhKoRvNy7Sy0iVnlQw8A/QKo2uzrnpQZ725FqQkEiK2pcrGnnazMJTjUTqzsHosdIGJtr8sfciImifUDjKROTq/u8lP5iUpWJw72iMGQd/DcbNrybgczMflrV5HbsNfZwzu5B83ZFYAwbFl07GRvHQa4Oj0n7xAcSAC4zlSHfMgTQmP+5vCfHe+Q0086GLUhEjMRayVblOc2lvmr7V5y5qjUGMdZbtn12V8xK5dWYt8gxUk7/ppnEqqKnxzCwSO2DnXUx+2pxazo9E6tYqPaaq0Ts4y5JRSMMXshRZfhV1z5MxuEwNojs9mGAMw/3mX141lWFX53tw2Rbmp1m+2SaiVWdcOOyTab3OKs866rCMi7tYhoxtk/y0C2W7LmYFUjBjlc1xVxdcIFPjW9YQBLALQbt4S5NsnQnS6tKpQGwVu1aB8+VC6qqPcyJeFVgjv/v4XvdIsFsYhUSAHaAlVLtN7JGuY5qetqth3Z5V9VUzd1X9Uo9PnADXdUem1e61FRyH3IKEKtD6Kgm5F7IVUMF8m6qycbE4H9JrHKGAk+mxybUnLWKY+823zLj+p7IVdFVFbuBT/Vurk88cQIiyD5y7QebaYT83pYHYxIAfXgoAQRJAJutFJAE2JsbdaeAumU+UcqHZ9estwpytWs+pj4BNcWs8jYvXltJMWlcJwRmEauQAOi3IHYnplSZWB2/WBIAeqtWnHZUzMosGuqGVN13Pb1rixB8CnOMe9yz9kRuuKBxeY/WbdyD3qrajSFVUa38evqnI5b+Mz4xkkNiDbmKI3Vdr1IIi51IJmgUMXrF06PQHn7hklXXxmE/5OG83t8HPiBWXaxjim9BEmAY0T1KArjY2F7u0e1ynf9N86ummBVINYup5F/MqmJtfYe1w158yXznRGJVB/2+Sox7A67ve3WZ2i8B0Luore+ICkgC2MnVu0mBPlUb1AWDKVY1TnCk+p1z2y3aLY7kj75Ds1ZB/tgQZ0Tzzz7kL9RMVeiqXliCGXNkUuRGqp5/z3kKlWzFT5mEz/X99H63B7/SLGfNe8d4dWGjspkzv/bAPsjD+V7NhfTyszkTM9SfEFev7WNOpqp5yilxQY+EAd8OvDkTq1gDjMfaqRIAV1zGqViTeNf4C3dzh/JlnNQrRZcbGZM8Pt9IAKDAdl9/TiRWdVDCwN/vGpyrytmGLqHFHFLVrFWQq/2Ial5M7hen0UNX1W4B8wsOQRbA5juatZq3b2lGHUjVnmVq5/i/y4jVfgpnru5FTmLO6JM3uarFqkCq9vnVUmIMxOqwv+WJj5mn6NoqrwX4nPh5+RvT53PXngZPZK7a+yJncnW5BWb8BClWtYwQZS5D/i8yV7tbFvLvSqqes4JzsCZJWqm5FgyuxcTq3IFtD9AzneomAdCZNEhYe3DKstsDVpO+UXaZK04Cye7SCSN/mBarwoZFd0JNVC8u5AVy1UZZ81DPeWe5XUY6omr8Krfv8/E9SwhnjlhMrAq5mmNgXghwk6ew8Clx/txUf8Xxr+v+UYm65ROVPMlDf/acXzGrS2LVH1JpP6ntB2acWTLewK9G7IEz6jBdTttpJrW+oNrDeMVGI8ThLoo1TQL4dDPHnioj4vkouqrCWswDJNNfcReXxS05Zqzysb8SiyirMcylVc0DuYocZ65iVOuFWBbwGWLDRyjoFsWqLH6lx7hd9IqHonSGduNxUMoxc5V3zish5Jfajkego3hUI6rvJYsXxazGuzSvzFXoqtp63Bwx9hdvQAINe1cekgAgVAdnbq2j+0sIVfMOSAKM+ZRmHuIswvjInsMdSqr6I8bMcXefz8wB53P84SxPk0yV5pdJwTIhVf3NddJEwtLq4obK8saNWGX/Y2IVVx8CSqrOD1GNHiQdieQfXP0I5FdwR7LGamxY9PW36qr60m8BuWqPKkyX5CW5cTxlqs6PynlGYd7AM5sVyyfUmrmKMWuIbstFbsPoFWum6nLbyc6/WCLL80eBXB0YtRrSzTPkKz9OF9k+SMOVG77K69qSCD4wavsT5Bauu/AkucBWiSnzKja+1Ut01u9Xb1ilNswX+R4Nt0LK73tTz1zlrFtem/uf7fjFeZOnSfLpPTm0NJCxarItShSrGuglFQBYHkREpwTk6gDSctZA6xf6OL6wiefpS2VSx8RhcbthK+J9tex8LpYA6H4fZorD5Gr6GxcysStuqBZiFdc1Alp0yBcxZkY9kKv9tmbyg3M4iaK6qthc7+tpXxIAfc8GuTpGrp6zPtOL+CBWh2y+Pc/3OeeHTw17iqxPmszV9HwKLR5FQHRVl3MW1+9RFkP1Vk1mZoj3jH5hpDdovidLJoTBP+xnS/pNXYp8BDZeOlgLqXo+fTxCrPJuKv8gbIel+3RftKpBgDOKOAMoP91DP32s5Grq9qjaJLde9Nj84BrHU8xgXBc+JAB6p+xxfGiUreBh8ygq6z4XMWt+KhM/SqpiwLrE3acEQF+PVqrOj8uCQNqSAJzlfESmas86sqaiDJvBCxJoJKiInFKKlxlnMVZ1e29psaoxa0Dm6jixyneAXB2zpPT+LoSe7gQGa7ySh/x4jszYjO3OxUWq7DRfDtcPPjtYTizJ8X/0ZxvXutAkuTOpqv05qLGKYlV20+RUaMk69BaizA4PR6Qj1SBXrYvUgqO2bJmkEZQuP4Srvmql8lQJLJ8B+yJISZdyJfdwwRsFd4Z6r6KiPiZrl3esVyyfF85+Qtl+2OeqLlJQXJrTBGG/I82n60iV5mapFKuSLAV/M500e7G/1WuM4SBX3YigdOwKmapDfWWO6Yfyra4/QRagQ/20NklTIlfRjyMRUDJVle4Me5TbZGZiLm7rEV6HajGrNDgMTlrh9oa1m3RGcNk2aDioojhIwap2X/YQq0aIX7NVcfUhYGhV/06h6HPm2BFCN9aoxIvUBCtSN8ShP+3QfLxTB3z2p5DHuPn5aRIca/S0TkyPydGSRjpCyUNc1wjwhHoFbOqKsHFxjb7Mn0X+Jb3cOtYrTvHYWtgooGMIT6jXukCujpGrZlz3Pyf33cd64ir+dvr+7rHnGRsvy3XWnfCpsR5pxq30hi2HD9vXLdKFK/I5l4Xi1vHntHpUidWKc8SiPoLLJHlJLAWlJ21xtRHgOWBRXpKq4mqPv/a7OmFTj6iAVLUZkJKqYbl7Sbymmu5gxVZylTPrEoOHU+lFOxRXFwGlHTSTN9wlDEfzT7i3pPpkJVY1uy4VEkh7k7OcQ9tOqr26Eqkq8Bgd7FSxCtfusxJkOhs7R5lMS+XScMAk+eRtMg5BBA0ZS7twSqxGdXnKKu4F9foYhs5U7fsi+NRwP2s9COT4rO8Nft/Iuph6rTeWS82DZlq45nv9Ihfqac05JtGjDfWO5c896aoiV/UazI6uavuGXikASADYDVKP/2tCdNgQxUGJidV0FmLL3XjKE1IrZsUSAEqqYkJ92c+8eFdd1bAe1X4rMuuGF6mlaD3HfSmpyrqqxnbWs5+4kdHW6XxtXb9iGpd9C9c1AsJRyiw64pl002z2KyZWm3OD6M4LBHgDapssHBBBw6YYNz7bEPKpOe8W82OtaJ6uvnzwPm4KWgV/D17gHQEmVcMf/+9vtlCr4lvbjJfewfT+wIqqSItZCanKfJfqQOEyc+MGDj7+r6eWrvFpEavNYVxObUWGQq8RiUjtqsy9yVqNfyG2idfJIvVus0WOyzebgkyFZKpicOnDjI8ZrI+NTqT5Qry77hXNWo2bIOOjNDX8qseldBqtWsXhtwCvGgC91ZGhIW5yVcvYrUvIu4ylm9/TnIXbilQ13x83ebh1L5lxPb7FIM8zQN5d28cWmardVlweXcacsA+fogLxvHV0m/p+lQDYYA7YaWjFZ963mItOBWz1+/WkhaxlItrYkRlqzScB4xtHV++izgtFHKG8ZyVVxeXOUgC6Cw+SwdZt69Oq3IGSAUQPtraleN9fs9ZqvMSzcHe8WbGGxmG8vWRtmR7j3opwjtdutu9K3a+MVRJAW6e2A0H1trUYmzaZvOtbkkqK8kQa/tWHfnMIbP2OcXjjya+ERNwqLjs0dJNb4sg4BLE63Pmx44M11mX/gVjdJJhNeulJ/xZD+iTctr5ZJQC2J8eknJXkaWzflq37pBP95F8NuRpH27TYbUrFtVbFrdFVHVp3XkgBrCUavioInl5WbriAr+VYLvRW7excfMWszpP7gxCroeswejLzVR+jx7hNVt2qr269DDNFO/LxkaviV3K0yRDycUwct7Le6/fqdtzaEgDtdujUWSUBYtqFj6WPNOLEWMxKj37J8S9cvQjEQorFTh5ubT5nOZIYFvLbSUds3Q9T3h+Db8GvRnoMkgBTTHrTe80MIwq/4tNvkpUZQzzetFssL6+pEtWE7fGBBEB/F8nKqiipLO6NJh0Uj7/2O6XWF3RV7c7GzDQTq9ted6QEK65eBOq4ilkpocA2wxIA2wfL2KxmnWJVrl8Nfa1UyNVLXdWtY7Krfa1x3zlTlWU1GpGLNV488A4UsxrugLgkAZhQ1c0ujFcX/dbUHIphgdpuF0igIe8yWs9bjRHtDVv1p9jsZ+PB4bTpFhMukAQYGbEMsbrxsWVs2I70UySZqudWNvJUQh42A+rWASjC9yu5ulXDmrNUkADo7wCp42okAIb7SIhVSAAMkap81HTrfMMmx6V+gPKM1q7SfZZYLg2ON1Hrv26Hlck4jGUBv9lItl0XTHpzPJmrTPyoJi8yVfu60GSA82ZgHFYNcnWE/omip9SvYiHkJwWnFW6OQwKg19+3W4WtgPuyV2xLPJtNk/M4FROBuAxZP7+OQQKg+yVtYhX9dd3PkATwY/uhnxKLBECff52J1VjWf6F7w/35WkRvu7m7FixFv/T1WFHai1V17y9e/7rvrjGA9AwgzdL9EJE2Zi3EIUsCxLFkdg8XK90pIi6subpdYDhP5m9U/7GAAmS397cpVjVmg/CpIYS2LmalEgBM/Khf4bqasja4MOkc2wVy1dYjpszYlmP6mVTdbtyMzWLb7dlyPjGGy7bk4Vjrtv+74NPIx2zVmpjtZwtMukVDY8RHCQ4Ua7KOW03mKkaMLTxo+J11xNrofJyaL43LxnpgRaZHzxs7a5Orqqt6rDWRENcZATZTrpFTlrfOp4+LJx77HjAKFitSAYDYzOzYSAKg23q7betiVjxeCPHD2qogVa9I1bps9Eli8ysZ7jGeDCCwJbmq+T+GVI3RdrYyHaPYyTFna73iAfpQKxfg6iBwPhS3HT680cVl6iBZ0+6ceLNUu04EcnWEaJDYs82YESNpuHUQjjFTFT41wyp4rxsZ8zOAC/cTkfHZMLHI7cuUXj1PCbeJzW5tXfsuQzwXorm6ziV17oVUFfNBxuol7MzjFPcnJeyBWB0gVZkWi8/l2QlYaxV6q/1dt60kQM3BiQ6TnHCd4LntW85Fh25lUI3Prww+q41m23bIrLdvJwlQcbZqzdmYyFa97DqT82jkEWZ17Ao/QtbqOMjrk6tarMqQqvFG5XHsfN+RDrHKXw5ydaj/OfvQt30Mv08JVfjTEEoxk85tf0Lmqr0XhVhd1bfW9OO03qV8WDpxR7PCTZvTwnqN1jI2a5GrR1lbYby6XluVpBIA05JWQKx2PKSZTnPi7xq+M/MdIFeHgTOL+PWO8ujRBk7GvD+zT/P+GVtsTe6p9NuiocfAZMiPfvd3XaS42nJZKBWzxiWTr+Ig2aoY+PsQZ79KBRuNy1ioXvejHDeShcZ6UjZKqk6bMK7h8zG8Q9eoa0U5P18MctWOo2KzxpZuWoS8H8tzeArHts58KoW5FSQBRvrWFLNyMAHcEhKBglRXNa1LlVoMM59e+8OhrfGyqoySTThs9MQSMlWv+7JoSNXp8mogVq/Q5CxVlgCI99IwxK7AWavrZ7nEi0yrZRKseZG6TmtFxosJjoj1bdZBov8trN/C/6SzvQ2NLVtPqtjFOnFHdm0LJuRjjsjbeZYpVpUM6VzjpIWNHhcuT/4YPgVIcs/rkmLWY9vOq5pipSvNHXx9J4jVAWJV3Cq8X5kWpEAa+rI7l+f0bVSngBF8arh3ZZNUSBkXK8A9oRCItViVy/cic7V/RqhDVkEVp60GIjJkc11O2SazgnAxKT/3lAcqZe05fSIIYrXTBUyqxikBcG0rZ0kAjGr9nsTbPUoAhZ7ECcFRQwKg2w/mqEddcFZdahf8ytZjBW/qrJBdV7GuKk8qmsE/NQsK116Oa2azItxb/D+5KSazAnnov+3hn6j5bqE3Ldh7uRBcOscGwyN/+YbQ84VQ3wMiaJwICoM9+6wWK8XVs1ZpFYJKESOTubrGWiIl+2nHGyZXYf3r9x7Pj81J2/XfvvyNcppRpjywnj402ceqALqnfO5QeQvgfsKdl5piiWVTrGpeQg+I1ZYlx1msaihwcUgymasggXqmcw2xGk4SQDNVWfQZGiW9g4LQBDeJDpmQBLBHn/B6q3xERY+5r3GEc/kEce0naAZ4opMiZK6OmEs4chXFqvpHKiVN5k2k1/b9wVnhipmZMX23a1tYbsN/3IQEgI0UMGRkioSq+aZzte7zOivl73H1Fef7jHQWlqHOkHm5UUjVROeALQDOWasgWPt4DE5a5exVX5eu3nhzHRIAV5hKsSrWVZ0uAWCeBWK1RVXHLgHQNQAdw9hFjk1BK19ul9NzVNcvVCKBzidusliQ+e91E7w5CzzVCzNFe89JLckgHatiAyhWZQNXSdV0J6G8HFCCA1cfArxlqnkofi/oqto9SgQAQk0U/Hbj4NOQtToOdiiMcrCfcfTc7zB62qnj0i1mJSNvBrHCvSfH74QswDhG3u5QweIm2TDd1VUbD0gCDM1NGr1VT3N+SVrxSNR6s+vNH8S6qsznLDthu2ti9ZwHlV6u6qX98TLsDnqr/StUFQBqMqR8T4akUnlxSJg4DBPJlBLgjMP0M4DW0DwM0wtrPFWpGp+X7qaagkx5TBq94VMwIZk+4azE6rrFmrz1wQoP0rmJKbjj44U8R+BtkGUTRh8tifMZHHX45EmcrZvTqlDk4Zy2xPeb82mUZZ0OCYChvs2FWL0mgMKdgovPV6a1qFirlPm0ZuV1dyaZqhd+JZIAPOfJYc3o39xUEoCfu2ySopmqLAHgv42pPlE5Zo7pN7N1VdvfvmtiVYFQRVX+P8tNdkuzqhpyFd7S2wuSWnr0vMvMBMf8dPEtrSX0uzlwn7PqQr8t9PPhU0MIMw3qSxdSSdWGOOSQjF3VDvSNLtLCyVVojxl7vpkaatYq/MuOl59NC+NXORwbHLOtOX/3veE6pw2+fwNidRhRxWe5zEyOtuPbFnPCyOit5vRNPvub8SkxpPuE9OpZeRad5M1fPmC6jDgMCvymD1d8qgX4CKmKehXX/iQJ4AcqS048WE7s755YTT1X9dJCWBKAM1dx9SOgcs0+Lg5OqsGBQaCLpx5izQ0bP3bjw/ZifAbLkSz1LV3mmoJM8KtzPxvby8+vTOYqyNUhr16euVrVB9n+CKaJE2NQcmpT3tqYIFddyFUnQ+m9CeRaP3Y5ZqqaL+3KAsAGLm3ASAJweh2wmR9bbL+UYq4ZrzvPheKWE1z+0d/+ifOKWemJpUpIVaytrnqxKKkob/XUkodr18RqyVU8szIyPt50JCrC6B56sLftHyGSAPMG/POEip2PJQDOmc7bf1gsLVBdVR+7PrF80TXBFV/Ltm+RqqLOJcikMqhkOUMC4LovjZq2wWb73vbVAp3iqSSAWYz7enYOzznn083PXFUJAJyssFBA2eujg1wdiAQiR9JsXEwqXJY3IT83dhpbM4RazsQaMlfHNy2QuTrXkyy/K7TgUM6X5GXWqimqMsYgAtv9bbRop5w+kkxXIVX9EIe52J/xpbK8t6hYVRePXRKrzZSooVXzclpNFn8wm+DIxWGs37FAEkAnjVzgwk+6eG5YMzy1ZPHmGrxzn9IssUjFZg65qstazl2EX9l7gDN58xqrdMqsMbVmUh7VzK+6X8dz3sCbl7UKCYDhmJYz8dNdjC2J7jn/dokkwF7sx7X/90asuuKyx/tko7QGLeaz7/OUALhEyBCrZr0NC+paECchFPqPo3HxiSXJdHb9geNzU7+N4Sg5U9Xz6eNdEqttXdX8lqq6AFNJAHhRv+PPkwTQQM8V45BO34erHuPOlVQ1X2wIjvwih59BUvVWp6BjpCPUdqb80k+L433KaT+12axwn0jF+01DLQO5Otxv08hVJVU5wyXvo4PzbH1fGYfIWh2xEs5cdTKkfdmNEyStm3KWAOhiAZ8aGa2ajVJkrU71ov77c5cA6PMvkKt222H3Gq8TxykLB+iq2mAUXdVb7+vOHRKrrKKQ/xFuzQC6I9kyxHWFgGr7VU6Sc+ddeNV/zEs+wo9xKJWWm66qDRv41JDVTNFbVaropiHkQape4mqyOffiV2wMcmjJT1DK7ClqDW7YqF+xrmruG13zOllPGO4v3oAMGlqoum2aIkv1GsM9ZaqCYJ0Yc1lrdeJPcHtnJpi5rmpff5uYcj7IBCvqrg/O5GoXG12jci2YY3aSl8ujQ11wTOI6OSwB4H+OvDtiNa9iVQOTRPkT64mqpiiuHgSEWB3HRgM8OyETQKBVryaWWRarGvOYcbsZe0K+f9dcubH8StEKKnizIj/tUF99e87i3cukkvVEpmVm+sI69uc0U+VRv+LvMNVfNcsFVxeBvZJjIFaHiFVZig46C9sNtKCvIQKxihhrQwCSAEtto9Bj3Du7LovEmY/fHw5jLE9VFVSx7EbHRngkO9ZcC4bz64BbG0cmVsvivldd1fbzd0asFnTYWQZHLXqrblkuO4vb+rlNMSv+n9bFlqQKQf/xilBtthLrwn8qfRq2CHJ1aNDnzFUmyWx+ZXRV85ePmGbNZuHOGYf7lEZgchVjlnWh2igS2//OSse8rQEJgD6M9kqqGixArg7EY5EE0NzwywsSAEOj2J4kAIYIRJDuw77lkMcybbKU/d16RmXPY5ZqrvIJU8xn+s29FkkAXY6bcavWgqVSsArXae7TwFPSLRUlczphrh0Rq3vJVe1OB9nbWG8VC9VeF2qOng5uCMquD/Qfe4lVyTjcc8VpkKv2ocmut3omVTFZusaPp5I5F4FzmcyAXB1GqT+r91JXtT3RdsE8/3v2vEBt9y7IVbutXxezOhOtsJ/hGLFnfOBTIyMWillNHmDPmar7zji8lAXYNxa96wUhVs9nBPnEUlXnL3k52aFkuXmgsrjXnE4JY0u7IVbLnepM6O67IVdBAl05okDCpDNn1nVIaSZdC9ZUDbezMTkwRPQDzjTcN6nKnQGfGliiNnlzl5s67FYqAbDXjMwxJ+YJEjZyOFcDi9Uh79LtifbFhQpU7zrMhHHMcmP++55Jn95N0Zg7a+O22eIObOh6jtzGZM/4XB5d1ri8ZzxsMYezVjE6jQc4TUBExqFBSqTDTtMdWFAnEgs2TKbq5jqvr2pIAHTdrCioLJlUDetXOyFWmVblYL5fZ+TEcOitDg1mXOxLCSAzGeIdoEKOueNqI2AGN5UAwKUIgGDtt4Sz3qrJ+9FBH6TqNV6KELBpISNSLbj6ENBjp+e4I1kKpwnjfuc6Nr8CydFZip1XqXCwHgS6uqEA6dp+jE/Bt87YKAGE+aDNX2TbD/AMhhM+9a71PDCOtzxLyMPLI+/rROUY4hsX2x67OCHjrj7XrFguzaub9Mues5DENDUXFrsC66NzWxa2Z6wTGLEnHvuerENcUXPRIUViz0FKM1cNuepgGbu7xURsLmilwaSWAIVd595FvVRyXxzpMrKyrMPown5iSzmKtfDAX50ywGE/naUqCnl1LI1p5qo6IvOnj/hpaHj2KhXdMFnO8KsuXDEsjBYG+SlahAAAIABJREFUUe8/B/kzBqlmSMF2hnECPrYNi3McXhKRTdHCMWsN9ffF6+aro4BNSydlH/LNVaN+vATN6Si1hEBmcwjTagdx3OHTOog93d5Sk2FOZ6oN9Olmu9hC87upr3N59MR7xsZrrXLP63KszW3Qsk/drZCrkTmxykOCZqvu/ToPztBbtdtCS9dPJAD2rB1qR0kX8MDmatCvDSm/92jTT8Uz9aOk6toR2RfpPWd25T6h040K+NW19TQZQFPgN13OFVEXuKM8hldFSx6y4P2nn8qufX8jmHzmbQvbRtf0RYiPBvt8hrsP+XzrHp6Vvm2E7iUfY4duKc6/lvx2/lsvf3ktL9LOzIQdndFqF7ACLpdWJNg04xiSegdWogDHAk5BrDsLv+rAIyT8jVa5rzmNZe01lq9xJvxzqoroOJ78u6ghGROrJo2eqVVcZwR4J+xIVAS2rFggn7RV2ExgZf3aPqq89qo6lom0pOu2Zoz6P1HFvd+4z5pIvuyFif6NHUk+xZ/e51z9R12aRgHGxA5xJ4UKTKat2GoRhxl+NeMn143w8pCJdtOdOF/bfos73twzln1c+F+PZXuEb0Gcb+AFKhapPeQPa7E1XiUVlzfzsHbs2XL864uBbc3DOO17zVb1SUfAtzqE82kMV3u6LhS3Zo/F/S5sXHT6h+eA0Jy1LD41W/UkY8gnmIT7iGDuGqGbHY+sR+u+Npv6CcUTj33fwGitx+jnDOen4wNzftzQN/PebCBQ0GBanUnjae983OGUU9sawdkGNNUXTvcrcdhets5+1IIfbv3+gaaL1sv6/bIAzFV+Kpm87YHfkPqzBKU8Lagk206qRU3HYFa7ba8pqS7KRh9pie3M+I7pX77JLwrOeN7kzXG/VEo0gQC66qTTQr45ILnEq+K2gOWtA7F6jSH0MS1r1FpngGUTjNmvlFzFdY1AcxYO4AhJ2CVSQayeLeacrXo5t2WCY7HcQKauacjVPduRbmrxBiCvrzBDvjb1Ugpsiw+14NFCVkgrtIUGlgQIlctSvOHxH850SOTdVNX1gyvqpPDU0Q35A1y6Lteuxn2BWKbD9oLPQlGZC/B4AGPiEFcfAhxpDkKO8QWSw2YlNZWhRvpEDVNsBn7V23tXC3kumpJoP6/VbMSeM9JlifGqa3dsH3o+40ySgVgd904QQDqvQQZ4D/XezGlsZ0dhO8P+hTGrYXFkLjgei3Zzhx6RbDJV+8fyquZzFwCtzybYrzhzNQQ+GROrvILnzDpkAQmZ0ez6YJFqD7tNnkLrhp3IJcwZiWSyBHwUuoIq1rbB1YMAZxteV2LEZLF3qNeJEjJXlYCXHfjmH/iWBYH2cSYczR0zE8SdZsRCBviVqZiMurK4XmpJNepW+ZwxO9vf3xF7TJ/vObvQRmCMnR0VclVGfJBAfZs9+4snOgMUJhWZqv3d39ZVtRpIQUdIAljRUb1V/5IAWROrClclC9W9X7q5gfxdux3wzk7frg9sx4aZLkT2jg8Thwdkillpn0NvxiEIjqERqaISqYdUmZMVOP51YSyaGaUbOpeXsj8wneHZ3t5jDyQAbINVTSUTzhYPOmeu+l+Ipb8+UWK1T2c0/W8bjyfIVB3AqMmsG0JREn8wcFkh2mdWLxtESYSTFb12Icf/ZY48vBkhq/Qap1NszsWFrJhg9XllTawqUDzgV5K9ypOmvV2NAlJDbuzv+936uy0B0P0FJAEGJ0SSXbfPGZFm1OGohX02qJqzRgLgyrNw7N1KR3Mhqz1Ha8ly3uF47TZe6bxmdEIN/xpcqLpjnc+dIICu+9KQgaypKnF3IO4ouaq5dbj6sOTiuBy694MPJAD6PeGsAe5O6lTMcMiJ7/3Yj0sc2dNmoBE0EukInFi6Mg9NaDpcFKsas6G65hQodz8ce15OfxdJgKrwqre6A2LVkKvHXZqV0oKo/GoLBDpBHtv1AblqxU+C/D7xga7q0PDa1py1T5L3NGGcOhlRcnV/mxYoVjVmKcYmbH7VbKfuz3TGgLv4+95iDzJV7QSQzgKHSVVZSTQ+dZxkaXu6mYnVfZJieyKTXSxa4ytTpO72oL8Z3zR0eX9O9+xprDKSEKZmBfyqY8k1J/HeNryFm5WLV0FvdWCjXSUBdHx3j1e2B+6EWD2Tq3s7DK92gp2KPgfQOTJrY7o4kudccbd4mMZdO9RbFVJVdlTT6KL1WmkAORerGnv3niaNY1hc/p2LWenYtZfLkKoybO0o68mlf6+KVdmniafFKZJW7cjuKe4gU3XAw+qaDhPHcZZlq0AAWUGVzMPMYzgyVUdGrZkkxZ7issu4375nH5IAnPLOEmITg/JUMBO7/3yy4paKGTU9QK4Od7iM6Xy43cNya0fEKoPKu6mcuZq/w55sA7qqA8vP66I6I66XWChesbm7Ile1IBOOA/bYF2ernI7/u8dZTKbtvrqfzFX2KxSr6i6kzL8r0eyazXO+D74FchXEar8NaKLF9JH8XMxqxTlWUq+qqarGM4CT+qRWY9ubXNgAvOzFOZmqXTs4F7MSej5VMwnSbkOu5rdxoawF64aabNUgAKb6UNFYuaGyuJn9BZK4IJmruPoQ0GJWy7HZGbHKbDQTq/mbldZYLJH1Y/ERLVQ1NZN3n0fencOMFInL3bdQrGrYHtwkAPqeAQLIhixnrubuV6STaWQpXBjBuRhM+z9PWGiKHiSuIQRyjzuQAOjvfe53rrswZz2gxFpJdzuIy/OiR76SAN2TAyBWwxCr7puI8yw0xV8Z28t1zBLZwrKkgmuZTZjmpNiX09tcUlmwBMCyC8WshvHzUcxqd8Sqls1lAoiL7uTrufyFWjEOVxeBaRIAfb/GUtVqVZmTqzW5H3HfleeJSzSk6kxyLNfJog87yD1rFaSqnfw5u9P8+Qp8y+6FOWPDc8CZ4dhH2Ir6GaZA4BJ8pPBFxuuIpR2Y49FlSAA4WIUHVkyPLvN63WQyzh//HFqc3C25jVtyxgab6xY7ZLaKJQD8+ACKWQ3NB43e6nysd0isMqAcrPOeDiGVfsBxnHVVbc9A5urgLCRLclUPDEJX1dbzBptlKta5TRZ9ztZzJVflIC4kAHpNRRfx5k/zJ3o850Fy3b7IVWSq2vvbHP9f4lHm6TwbPGKv3QK2xh13fWifI2bYZ/kiOcK2cuWnc197Slk6uZSsJ/jy4a0r4xH4dXnMl5siZ0ZeDd3csRomVQ+zdFWHzK+qmzVbYBtN8fE8ZnHm6tw5806JVeZWTdZqit1ubzMyVYf7c54EQPeZIFbHUFb/yudSUpUF1fP5Jr9fYiQAlgOUx2TRL7onao2JtswOd1eSVbfcbsIgvs1T/RMRuniBb9n7MzdsQKxe97X4FZ+t4L0cj66txaxw9SAuiSwm8TDVOH+WZDlbTarfEspKRQLSq1dpSxV7V23xUF8X73NTzwpnsSIWZDEnbD0kO8fbWZNbVhDVJZXlfF1V2yvZo6qaTzX7HAknf2C0P1hCru6XWJWAzXIATfXKaLt3SsNUVxVnv/ox0yn1YQqgA/eCXB0G0khueIJ748dUJssZY1BPT7A8gl/ZkdxIDn/mW5M5wurvmVs8SRdKTKryhUXqZR+cM1X9Bhz41cioNTdFYQsXGngnilXZweH4ycSqz4v9ilcTSFy1zL1Z6znhI93tjS6MVec+PvXpiZzx61jnrNW07cdnrOk+K3ViVTZ8iwJzwOuOlSzVQopV+fUr8yqQq8OeWVUFHbmi1UT8902sNnqrc6qChgyU857NRFZJte8Z47zGRPgrk/buM0CBXB3saJlIp5/HcdJVxaZ5T3drMa+pA89YgAABZENIlxo5FLNiMt4snLBYtRGrQjuPuYv731HMamTISp8aA6k6RKrKMj5I7oEuUvMv3+kebNp35iNFgrHKRqx6HKc6RmbIQ1EN8jkezjPmqH6V9lxZZaBUXzWc/UTVYa6NqQsqSy5WFRYX1lvlku5h3+L60fHcZ5b7xyOP69MW/7smVrULNbMu5b3m00EJz1lj8Zj48pb4kQDoawfI1aHe0azwdBerSv74zcZcbs2xPEEOVcpuc4jBP+0JY9g+KsSvUr44WxVZCt0eDJ/VpbE4k8TMIA6g2KQ5ZuH4f79JhJIAuPJfIVf55BhfaUdov86l82RexIePcf5aDgmAYSzVr8LM/659yxSygl/19UolmXWJEZQoVmVxsDC6qjZvht6qPc6pJICOXa4XiNUTuXpMcip0mv4HIjdcDSne+0w+ckhyLP2szHD9ZyZD6S1UmVD1fcQ9HM4bPLk4iDpSyAUkyFVbv6YqCaCKWlT6kmTZwO4DvtK/tqqdaAr4Gck/OkVyFZmq12bXJsZ4i9R9aTTPhIU+bGQB5j0h51+dC1klRwClRlgFNqNLCYDQXnX+GJ491JwWjv646uH05sooWmpz04JuvBerGgsJrLfK6RrrefNYi+L5O88H76RCpRs6IFabvhOFpMSygJrcE8kaC3K2KR67nt2SplSBs0PMflEGR97nf/vwL3VXOy3yWUsEwa/sPeuvWNWY3aU3YRz7Ih9/1wyg8pRd5zbg+3jzsmfUVIluVCrtXfa1039tTkCE3AjkVuVzNHc6xm6/SC3ugFjtJ1YZF5VOYQmA8HFHCjVlIYLk5ifT7lKtTCl0tEJfTGub/e6U2urrm4ees2amarcdaj/VqdjRGt+byjuSGbPY93HC1mJWByoDyKuN2rBIAoRNlBltQ8Q3HCuiJil8tJUgVtsQCbHKmavhJ1+jPeNwQzNVTGqC4vBZHm8Joatqax4kAQY7rmZiNZWsVbUbPeKO6xqBdiZveIySmSxuYCq8GSiEQfRjlu72yoYFJACuLGX947FNf0ATYHjYSgQfSAD0dyP7FW9RrF16QPVWIQlgnS1HXszKnBwAoWr3q7UkAPpaUMlaPfzcc4Mp3eJXxjxf1vNKDamK9dV1X9dlU7Aq9Ma6za85BWqbdy82/BUeoHqr4y8CsXqBkalknkbQlmxMBCeLla9JqpomgFzNgVwVUlWyVccD6P7uYL86tLBZB6SYJ4vb2gBLAihlGftlxisUKujrKdN/6/jTeZPrrHkYu/1s1b7YY0+b/AER1LaS83mltW3HzARN9ura70/hfTFXMwex6mBBEzQHHZ426ZZzTHY/njvpBQnfHPN4ZbSnC9FWTRjkIE1nypklALYlNqUqSr1tG4LA6+GhbL9MrqqP2Q0YxOoV2HzMgGukxXuJzgzv+0BX1dpJ4YpVjdkFyNVhclW1jGO9VAKgTRzG2tIt2hW2WNXYF8U8YRxre+i/FyK3ETe5WhW8G4/ZdL8trE2stlpxyqwLbaVpPj/2uAMJAItH1TySb6fHqHqrlJgI0lo+qvPkKQVB1mpZ+z0Yry5RN4RCDNmikAQY9gguZhWL/Z5y96UuQ1oyIKvEHZFGMaTq9nNk1lsNr0i+CrLeX6LFrIYLwIJY7YWdM1fjLWYlU0WQqhGSqqZJaemJeo88Aw+MWW8VuqqWjtOAI5pIWxbzip3gWNOPrt7VEKvbT8lstCEkAPqQWatYlYttwr/sKMWKTVnGnALgYnVh7tlKAqDva/joIGaE9n6OqZq58XP4lW0uyJPBeGJOrHE5TFSb9tSYMsKVWC2pwHjV2amQ7SUqhVTlgq6RzOBlzAK5avM41lplctV2gVi1jh8s4xunJAAkAAYWQDLoby3AjKzVoSlAnOQqEz8YSPr7Tf1JSdXtB35Mpi29FGXWan3hV7FkUExbooS8O6ajjChoNTZuhbSEqc9GpurAwsZsNEWQIW+yVuM+TzDV+vzdH9N4DgmAkX41m+z+un/2k07+lIgO9uwPnfnDmPxKPkGO/2+/fpgJZ7if1aUQq7FhozI2WBPbOn6omBWIVRuxyv9dJAHimQ4pXWckAML5eapP1p6KZdcH5OqgHUVWzEqLVcWzEx+XDzZ6xRFlyUc3aYykw6Q8VEQLjdMmICbUJwu5LFS1oQTAlc2CWB1z41jiDopV9fdUTJmq7RbK8cEx49rt37ePO5cxGUeVu6YYkwRAn5vUsp4AadePDftXvYksgClWpbqhnJyx2yDX++FFzXzObXSkqmksS7VweiF867r7pEBlpf90r+INr//RmiQo4epFoL6T/xxDPNDNQpA/NksVbcwoesq0EH5ljSpC/sRBPqNY1VDsN6RqXHEnFoIjvlEznmJWIq3REKrIVD1bii5yzL/HMLO4tGL41rBXb40PMlUH+qdWdf0Y93EgCRCvXyFTdbxviogkAPqJ3/hmY3G0aLuNC/WrA1EZ3zxny77h5a/QlScJgC1bM/xu6K3a8bHprRZvfOLH67rivdR4MjNjMjGdREudtM0pOxEmiHHGGEGHbVesaujj4yAOI+ieqyaoHABf22GkEY8zVbEj128jja5qpBPqrQmOGP1K26S+tXXmqkpr6IVxKx1iVYvKxGvdW7ds67gDYtVuAaaIX6zxhufwFZzL0oE1VdVGmXVNRl+sdrN9zNPZesz0WEyaolv31+X7m9JRG4zppxO24C0uukSJ1QOV5U1cpmJpDZOrcQpjbg/fmVw9y3opsSpiCpxdt4HnbY/LeAtqmQ6N3xfojkoWytAnscGrNAJnq8Z4bUccxojGVZuajYut2lrTDY6nWME38gjxTqe3Jjm2stvx96okwDY9p7qqOF3RWd40hEr8i3cQq2P+tVXcgQTAdc+cCg4VMZXVsVvQUbTrYtJWHrP2tf6ucad7LD/U29s+DL/qR1kTINJJPNgqLoeyUd/PXY98bopVNSdsIQHQ6clGAiD+uaC2W06f1TGkF/r2CD/P49MoRx7YmxWXEKsCnIxoUAGywizYbLNQRbGqIeNvjipvRCG4uSXI1UGcNiJXIQEw1CucbRj/Zg4m0vY+NNlbbjHK311Kqm5D6fr7Cv9P2krnbPqX6Aa7Tgyn/3ovv1g79oD8sVhWs4GU0mnTY63qg7i6CJzJ1TVIh3ZMXuN9SfW3zMvTIVUNj5HOOLuuNaw9XvE8sDTnEhHqWp1daLGqSE8C2qxS9VbjkoRb14Psb5MClfxPk395IlY1KFVN5moszY2nHbLDLJmra06HdGBDUZ0Bg45OV9UalrBKHXLnlTPmT8WqkDjS0ysm5qQziK49aYxnZBqONyKOf5LbWGd2C2I1futwayEyV8dwWjPuQALAHuvKjYqzjNlH399NISCcEbT3p8FoDr6uvwGpOkQUNJIMCaYamphsCie52kPu9605Vkmec5nO+mG1vpdM1RvSYl7pXXUjCZBey8O3WCUBeM5c0AWxCnJ1iMBjilOJ5zWWp+ccR+iqDkynE9v1QebqoIedClqFDYLSC7JjiKsfgfglALrtXnPSmJrVFKuNWVqsCpk/lxay1tFW/3bZbOxCE9IK7VpxB6TqdRcYYozPVqwxJ/ftXyhmNYyoObbMd/kcU9rx2OdzfdvHls9TCYA0yR/FjQkOZE1Y186cMe99M6o53sLFqnBiqRd61lVlYjXlqxJJgJRjQzj02QPu7uprYlUDEhOIOAPWC/9JbzVs0FYKDotUuwukIAHQ1/rttHrDhRNPT15FEoDt5gBdVWuXtYt5pbVcXYvk8GTt6z1GKmWHH89NsSosVq+JVV1npOVPRgcAU8FxAiikM0MCoB9djve8vEtJAqD9JapZV29YvSGk1fp5dghNSBCrI31zmiqkNl5deBcojIFuDuFX+joueNv84ycEZPQUlkZgUpXxSfuzqvog41binxGkE6QwmdFYvXiD7GbgoIoVdcHm2Ih6++2b8/IXwcmGrOYn8JQ6VbcGuWr3LfaAMPiob5lsTL9+m8fTOOYcEs3/0R7Ygly9vX1OEt0frphVoxeIo18WOzCjeqrj1TZ+lYRTmUaGYp+RAX5lBibGi35fkWa26slsZMzaXsr4wYPXR+huYaVIsAHY6fJTDEtLV3XIcKvTaZ10x94QjnmSS/CStdqa30Bfv2e8YqaipKI8JJ4Ffv40HnWrGlmrNt/sJ1ahtzoSyxrypzm6rFUT/VzmsHiqGhx+UBh+SpOnsMarAr0DkgBDwPKmjupC+r5KqhLVtvGNxPXz+Bj3IeHNChCrozbSZHiN3jfxBpXWwOmKLmzpSgD0G8AWmxYTTXG720NU+mqOU4IAuuxWk6maQeKPfJghVkPMeFwdIk5i9Tym+zi2jEzVkXWVHP/Ph1RtrAeZqwPd7mdMb07vglS1TJzS1lW1mQ/IVbtjWYlVHfBRzMoOHe+mctaqGYxcpzBjpCEkAIYRaqqV+4F7w6eAXB0C3z+5WjSkqr9NkA2Nx/OrNQM8lyJ5fiaL7hCnkrHKKwy/e8w6oa5AAPUai5IB/Kc8Ys7afuXugRHd6SFz9SQyBb+yMfzJHv+3L1K3zVyNmVjVtehyTUhDzmKjwmKFkjntM01o+7is+11bbllsj8HwOssTNjJWlblMdbx0mtH4LaVYFSet5HdBb7W/TweJVQ5IkAQYDEtEQq4uv/gwpUYlSADYJ5+MT04BKsyR9+XWGMETvOqtapX7tA8NhuwTo6vql3YL2eKxZ69JAiVDrDagqSSAH41wmZZDAmDAHP3gPGbvq/1dFt+eFmOrNXrFF/nKXEUG+FWnnSUA8qyNIufgTkfWVrRZIoqdWNXaH2dJkjnkKIhV2z6FxvO0i1UN+4sQ89nRxv5ixJyNCzMPELuRbFV/7cnhSRpvbqjM4CSgtT9qFu7D2rqLzzCxajTroLdq93PBho8uL7tQrGoMv1SLVY19F8hVe9D2ofOsdsNHlXH1IWAyVfPDZy1yNTViVfJSWGB9qUMUvGGx+ClLWxH57zMjVhu01/KtyDvXwlTwf15APiNTtRdXkQBgwnkJthEblOHkt5gRpkCsctdVwjwzsT5/3Fny24jNZ37TTqFqPqbzX77eLzFmDdAYHFMlmcXdBk5EtSStLPPJ9axgxTfVBRXlTdYbFjrTYb3V3CREltnJKLEqj69rqjxlZi5rbpy/VkkAJlfdg1L3SySbbsFkIU5kfLUqV1LVLMAWLMJ8QRzrcxZu6mg99KbQGbNJuFoI5CUBcBVTVzoCliKxyjPhJVMhZKoOLFK8FISIO1BhkTrSP3NjT2sOCAKog7EQq3H7xdLWSYLFBsWs4idWDbK1kKtTfAOZqmOxiv+euWM1EFSVbltMsZ+lPp3G76cXipM5YFECy94ObnRVPYtvxWpL0Fu97Bk3YrWltzptTyNWMwjQrvpu1tB0OvkjE+p9DG5T0Nfj241+y5QfJnUv9FYHu2sGuaoUqh5RAZ3ah64hVfOOO2sQQOkRq2oPKgkw75JMVWwEnsDr2ln+C7fpC7F5lpbwr+aQq5AAuO7wBsfcSdUzddhIAqxo+ikRq66SAN3igfnH5GkGc8JnJ+QPo7PGfHBaL8R1t+IzxvKYrHEtdivJirjOCHDSQsa6qrauruvSw9ntPAzJmViVoFQdlx1xygMzy1fw8UrGZ9qlOiVMACE69SF3yjacTQFM64+t7pZiTTABO/wTyVXNAIf2i3UQNLpImfvVGpPpVInVuZIATKri6Fcf/5NXsarhsVAXV3O4w63G2NXfO1VvFRIA/V3UZIDnKgHQO++t+QzcelvCKRGrJu6YTFT7Qv9SNgDE6iVSprjOkpOWq8fUhS/UkLyeXy1s7uo/dyGeVQKAM1W1JgOI1W43HfLWVR2wyqrGmpvhmUSsihOBXLWaVU0VAzRp/8+k068eQRN4oeZTNce4E2jv8iZuoa61vNWrPOG0k+oyKWp0VYVcXaV1ib0kX13VsUVWiI5Kl1jVRYZbzrJmMSBTdciCTGzaT9BxWYiF8Llknum6iEemqrVLNT65jPvJWMVoQw3ptdaMMB1i1UA3njEPCYBhM+PQtCdStY3GuViT0CCj/rinG5zGdClWBdwu7ELGeiacb3crj6BSNiBXJxOrUp1RyFVcXQRk6Sl6q26TQOiq2m1IEdSjBvu5IAkw2NcOWauGjEdRHQuSvL3Mmbw7lB5xmjDOCDZJE6vyvTWVDkOWbgJCAqC7QFNY9jROXSCgtJcrgTjDv5L/iQs2IFavulmLVe1rBtgFgWs16am2sPElPWK1orpJletmrnb/fb+x2TYHNP89rE3FHrcxZg2sv3vHrCYOlbwux3XF/9REpZCqmsm71wvFrGZkrMoyjAkOITlw9SGgkgCMj33gQqbqsO3UuyNVDR4gVweG++YYj50FkmJVOx/YbPhpPeV9kqon73IhOSYOazkQq5IVNkKuQgLg2jDGjqNONKUEb4ckgFOnDcUdSABYGSC3bHqnHkjyJsmsc07VmP+J6RGr/K1KroJYndbve85UbSMFYnVgpdWMV23f0kh0YPZwmsHt5e76QGV5s5evHfxOjstczp0tZo/WMiNjVfEEuTpkV7zNzJmrfZfu+rDRYSe1H0PNOtzzrhjI1Tnkqi5AcETFjt1h96Szmzj/tLlR+sTq+XtLWci3p0OQABgc6UX/0dyxxynkGR0sVAcsxUasIlMVpOqg2UglFOLM1ZBXmsSqrEStkplYX/XFZiY6Go30kAaVyLN146LR4t0lBTRGrrJ/NZmqzfF/+FUHMwnRKgGA64yAEKv1PrN3ZxOrSq4eIQRt9STO6r3eazYhHPokNuAacmz3gxzIVatrWfRW6+IglBCuPgT2p6tq27bxnbSaE7FaNJqrbeygqzoWUcIf1R1rwfZ/bwh43861/Yf5bUEbH2SqWrHVXBdcBgHNAArHrqZMrOpa9GwrIH4sfnPCCJ51Mb85rSdyxWWu9ntDOXeI1fSjst9+lq2KgjNV/T43eZz5NIGcHmXNVYnSXj5pUXyXaWr4flpIrHJmJh959wOYF9Rjeohgo5IJpitFIABHle2c2W4lAPoggdyG3Z1N7NE7WDoCuqo2tMwAt/eDlWd8fGbX5USs8gq1vcfMMnaSv7rCZCSmoXusLXpErj2yj/1iJ3+XDCCSW4++AAAgAElEQVRc9glOg07Ln+Bbl3FZ4s/OtVWv7Yezf+TwexDnSpdYbeZ/LWbV5k8Ss2cbVnsxvqAP5vzUvHrOb4218DNEkxabgP0O5DrHmUvKmMzPefzb+a3T338+zj9DH78hVZWzMO+e3oYLzI2vTn1Mmx+e7Qv+B5bQpwmCBPwVHsqxtizvUeFbHmGq3ZhvlWJ9asaht20XEatCaEBvddhEL/RWuWf3VOV+mvfqkn6fqeP9SGnWKnT8LHYkAzSTzyVV2KwYcDZIAFyD05roTgtTV3e7EatzZwMLGzfz52XNS3gm5NNqt8vnziGy+oh4EKt9aI9X63bpo5D3LFb9WkB0SO1AQ/C4fqThQ1zv796XmgtfyGvM/ei8fmfmgLognM0qnEDp+sDd3RPugC2xJ7O49fANlw3WTWOfG6bugMR/p8yUedNruenE/7GTWqhr8kKquS8x7EkvTehmJpwVm6pSfIDSdfdJeiGcqwVMQYfyhg6He7u0mMXEKiMJctUeJyV/o1YZX2T+DOFkCGeE7UuUfEsCbI2v35mdDGZc5R7DvcW5WAKA/4QNi2u/mpbBa/Oc29tnj06U/Vr96Ot6b5ji+SHyWnweB5qDgM9lwTkvcwqqc1qd2m9EPf465VA6PwYv2BZPRQY2M9QLyHm2oxPKdiYRq4tdKEQcOM9vQHD0d5CSqyCAuoS8IQ4Xm3V2D+CMQyZVSyENVTEBY5etm48gVk/QlEVDqrKG/A7nO16I1TO5Ojxd2jTubEouyGgmn79sSrHk101AFENfcs35dUMOWpqv/3nOc5d8Ryq/1aMLZ+Jwvg2ciYUtsNaBedGm8Gngah/naLTHnB5svnvJ98/B32SZhKCrxu34JD4/fuuu7vCVoXB7M06spgfsHDtP7yuXtBibOX3oARWbTZ23cZaMP0ssNo3fgljt76elM/eh3r+7e30axtFppc4pNavOLLDaBYmS/KiAjUbm6iW4RXFApqrF3pRwPmfyil81WasBTTTZRxvfSvYDPDWcfYozVctivwXIvRGrSowNTRhjWKhtN6EVahE7GgOuq8W+cHUR0GxMJ95wd+ApLjqg+dfOyQlOxJ6mNxt23xepyk8FsZqTp0z7FmwKGryAxJjl8IHT87XNJttYG2P5u480hFi+ZUk7jARASFKV25cisarY6DHutmudsusWprEs6beYfyuVP3getPPlliEOY+6rrdrWxqY9VxazEVHR7biUrTBxee/eJQFEV5VJ1fJml5mqxkY8EatjpKqLSeZ7jxm/QG6M9DEKoXUA0mp6Pkmg3LzMYMPEKk6p2HsXsYexacgfz3q8+RGrO19xTQiSml2H+U/4cgATOiXCWy9JVROLsDgd6ipkrp7RAbF6aSlmPlOWnBV17UdsO0oA4eoioEk+Dbm6U3hAqto7/pwB3l/QC5mr/dipfjrRfiUBWFf1lg6H290T7x6IVSwqhieH/ROCnY5n458txb5waVlc6GKOWYIhVvX4V57FdsYwcPk7iFVFaX5VYDvKeRGrWIy6+FPfYnXfWRyQALDZDXRV53iU/mbP5CqP2eVKc8DUMlb14MlwwSHGjzMzsX3R73/Har/eZSPk50eqfH7J2JykNXo+SzPCm6OC+Xy2ty/ZqySA0VUdsh1vIEf+IBCrATvItkQFyTFCRUvm6p4vkKpDvT+UwXvENHrQcfYee0Jkf+dDrIJUXTLq7HkJz8U5cV0jAFJ1uVXslf4JnaXa7pnUiFUuxukylisJhNjU54WMimTX7Qwe6KraY7IhnMd8C+Tq8Li2N3L1rKtqipAvH/dTfsJCYhUZdbbOHxurMNgPICfg7ZVcZVIVWeBziVXeSRXLQZpCL4T7jDt6XHtssjh3IAexOhe5vH53HvP3EnzkUOmutbTGLFglAMY06cb+PvaWvP8ux7pFT3MvfqX9CWK13655jsfVyl2vqtrrWmKE/Gn05jlzdS8XJADsPc3YKLHqdkESAOSqGacOh4cm2Y6bhaV71wJiFeSPlRp0mCfvk+CY4Ci71VtlIf59LSBcrOJUxGEEG0gCjKO5x9gTclGeB7G6n8XVuIfMv2NvWavIVB1YqK5Mjs232jR+uZeCVmtKAJieTyVjlbnAKeSP+T6Qq3Yfr6imPXDPIFWH4nxBfJR7ivIIslbHx032rawT5muiw+E+HQ43yGZqmcMCYtV9x3Dc/PK6w3WJukeCw72npfyg++1Z3AlSdXDon0A4V6y3moVNhPmIPcWekKQq9076xCo8xaeX7YVc1e0/2E6f7XC2IbZHfXqVWlpdV7vIXF3belIhVl0lALqWB0kAuy+aY8tZE0BcrXxCNqbfyBX/0xQbltdwb6tZQ0BvdRiznMnVsryhQ3l/F2Oyu2cQzSRWQaraQJ66zNgTwTHFMPXePZGr0FX1RaqK5dRKrLLGOq5+BPKPPWElAAyqaROrU0cseNMYAnuQBMC2Vb8VmOFmHjHmcNRpzPgy//se9Fbn2c6yjk+DWGU5n/lrT5CreyVXjXQEFgO9m4DFYZK0Rv+mBYpZDXFCKmezLEbH9muOxTeHhxpSFb7V7p8ZxOr8gS02w/Ddnrl+kz/BsQBpiUa5Z66CVLUOSo222rysQ9VbneuXC6w2mZ/mG3uMJl/4AR/EajLmvmpDc85cBbFqNyUfBatAsQ6RQLlqrm5BqSrO8ROry0hVY00gV0fI1Sq/rQtIAAyMVQVnqboVghtao/HfJJmlRnmLPpzyK2ZV0M3NQ1QW7pq8q06+N37ZRGIVuqpD/TWXwMmX3PBk3ZnrrdZ0mHQEwxOqyTxmHqmqn8fkRu60/NKOzC/+cI8vmyxOwTRNYnXuaDUFmX3fmyuxCgmAIVLVBzkGWnV8np1j/PJhO/NibtzEarNVIYFnyUapZo3lN9+Z1+d9v+KZU5VRMSuQqkO2cZZHWLTGaqVi1tUS//RnxzE+SZJ8skhbLehQ3qPycLsoGsfYR8vbxLP+wxQpAJCq45O9+d2Sh8PN/37bL02YZm2tPHMPka06OPRPEf3pfRDnVjG5muNCzI+/ZRd7eNe8XG+CB2LVjx3m+JTcyFVkqoYmVXU7cBmBlKMnnb9Jc+o4vuc3pm9FrcZLrBpS1d94jqzV4fjAvGqVCQEEXVX7yrosNVvV16V+Bf21MZ4obd/SImc3N/d9mU1Wz5GZSXkzhVj154BZIelxepcdweG1o3PUWwWpGpZUNU+HJMCYK+YRe86ExJId+DGsun9Pj1jNj5CY2mdr3q/kaspk2ZnI8kdvrNkD4d/l4/h/+Fbm9YbUDy3zmGvGqa0IVWMR8RKrYU6egFy1xwI9tpx+dl1R8ElAjFjXPa2yGoyNb3yUWGXbyWus8fU1qUsCsE/dHLhYFfjAXr/iInDsV2984scdXADZqjbHcgBvkk/mQXBM+uQJN+dFrtakwcn34DYB0Khv9Y1LxRpAmGdZ+zz92LOuBIABMi1i1feIFXUIiaJx6Rez2jDv9q1voMf+w+/T77/2SXryTW+l480j9Kznvi29/QtfQG/3tvFkTZQ4FLe6r6VOrJ63fbeflMRJrBriJwQ+kAUYXNM2WaupzhZAqtrDsZKq4eTnTnIbWGxddYJAkmhGONvNobxPRXnAbKfHvdinqGw4nXFiFaTq0IwxxMCTPsERco6dC7lays4GrksENIuDg9M5m8MXRrpbyFnCvp6Y13NyiDu+yXiXHgax6oLSvu/ZkJr0APw2rX/6lT9IX/NNv0i//h9+h37lsQd0PH3JPfpD7/6e9KF/+gPpIz7s3enZD3n4xJmPQKbqTOA8/KxLrLYzQD08PugjTFu3zlQ1HxkfsRqSVD13LR/Llb4I2ttpPpzny0dhyVJpv56sgK7qEKnK+ITP5GWfqirpjVSMZ9V2ppa5yv14ONyjsrxdFadkXsabFZyt2lwjGasgVdcmVc37ciA5wjiFOWeQzGjfAwNI1T7bOC+MePAPZD11QdBXt2ObctzZglRlJNMhVlOOmWHiwXpPTVeddIuWP/iFb6O//RU/QD/+5IDNls+kl3/oh9PnffYr6Hk36/Vk+03rEKspy0iE7ZdUs1ZjkgHgHoqNWC34NFeoSWDLJCEJMOyfqRWz0uPtnJgRaAERNpwFfvqZdF7BtaiueNMC/WDrVNnUCdzjfh7PxapuqDzcA1HeByjHHCFVz7Y+QKyCVN2KVOX3pkxw+HHmEfSNmEv4l3l+A3RVxwANTZBBEmC4B9KLPZxxwguxMcsK8/c0iNU0pnBheiiep2ovbGSok2HYKJOr/m36lv/uK+h//63xBheHR+lT/96X0V966fi9vu9Yh1T13eo8n5fKEvWSlI8nDsRFrIbRVbVZPshVe0xIS2/1rB2aZ5Rb8lUFcbEqM/cIvcYyLa1ErDeeOLcEwRC/lZLckQvScrEqzlYlzsoMAULKz+Qdip4McBCrMzp1rSWqOhyyFfq7KEVJAJCqY+621oB/FLfCMDG02Bjrq1j+Lr24YV/GT6yuNWLFYhFxt2MjunIGKBu1tHo1fesX/H36335ND//XxyMdq+qc3SEFFJh84b/e0kd96d+lv/r+6xZT4KNxGD1mmFTAn6RArvKcvoyw8EccxKp61BaFUUCujpGrTcX3gP679NFrHHFf2satfm+wWWt91f7O6qzhs9XnR/1ekduI9GK7OZQsAXA+5h5pU1dvFs+Oi5LnoddzTwuximzVoV5a0w2qqkJxIzv7w6qZqzvU/Beuc7xpfvu2/SUP+mvppPFYVm1Ixm2L9PjbY99FbX+BTha324CKm1hdc7QatyvcIerRScCwhQSAAvNG+pm/+bfoi374cXryqSPxkTke5x/cVVQXJd0KqVpQWRzo4We9mP7GP/5i+qi3XxfSpkTBui/F20YRYHJ1rTnEaGM6N8Smq9puXizE6hakquKAYlZja96Y9Vahq2rvPYPNFqSqWUfUlc4m0pj5TI3sy+6PVW9VdVW5WNUN+q2vizu6qhdr0uviVSBVxwaYZW40/dcpkRzTv27hL2pJpl/4kDV+DlJ1DOW1B37W/4Heqr1XUog7a9tMH1ogVsc8G3/vInAesWJcamwpWPAW+o8/9kP0z77uO+gbfun19NSY6Rzejj7iEz+aPvPTPoTe6+3WyVqFBMBYp2z3dznjJQUwt2vD2JtjzHXemljVPgtfVGesbziRBQRQP0qMDBckiu6STTboqvb3C0sAxOBXkAQY8psYJQGYVOXN6+02u6KLNNIgmR2LlrPdrzoZqyBVYyNVTXtSIDk2c4PoydXGr2Ke7W/WeeEKVbl8kuZCRbwKc/mIYPfEffxL3Wn7vouXWE1hwymY8Ub/4C3pyyFwtstUfYJ+8qv+D/oH3/mL9AtPTlnBF/SC9/to+vIv+SR6+TuEP7IGpbG4XUv9Kr7YFyOhanpyS2KVE9Lb+o9bWhckAYbRZ8lMPUEQywVdVXtPxEGqnjiMije9tjxbFovN9reDNy5icS2jqwpS9bqv6ua01NDubYdYXWfHP27z7m/d1kMJiNURq6ljFXIBqdrXc6djcRGQzUysbu3fccbEZokaKTgxZKtyv8VJrEbaaXEa+matilEWYJtoeKTH/+Xfo4/68n9Lb5jVGwU9+z0/jr7+az6BXnJv1gNGfxRXpqoqisZM1o0CGvCGGPVWY+6rLYlVsWKZB26/ScpOZeQkAppn0o9mSYBoCKBONe6kgfXc+C11VW1rPiFW65gjoedOmPA4raizvW8xmXpzeAiZqld918y4ypvRmh4tYhWkqs0HYlmimt3UWAiFCTEj6K2isNjosAV90eSHc7GqSCaMk9se9gcxEas6oG1DJ4RF2d/T4ymk1wxuERDyBl0Qq/7sbI9Piolc3SwK/sFP0hf+V19L3/FbT81XTb99AX3i5/z39KV/4UVBKJq4MlXPB5ZxdPk6ahjaOZbM1diphC2IVZ1TlE22alyRnyUBcNkROFZbbl2YOeD2R9xjtREmx2IsOKQcRhFLWI6u+4yUzZac083Nw5DW6LEMiToiqzHOlTbEKsifIQ/b0sjb7ULWan8vmX3umpdksWylSlOhqzrkVzFtEIBcHZtjaFGQGLJKYpEAiJdYjWXEGrMp/J0RiEUSYDNSlYge/5Yvp4/+u/+WnlxqEs96BX3Td/439LKbpQ+6/H1cpOpl2+KIyn7xXvq0uIjV2GlVom2IVc470EJ0MV5y5D2q9UQ8KEnxVybJNmqSKcgUa6G6jWBpXssSADfR6kyDXB22DpGn2yjuHMr7dDjw5CnOmLypX0mxKjct5+KNT/xEDRDt3bXVwGFrEcjVEdeKRm8VpGoqpKppJ4pZWaOO/GGjsf6iUTEuwuLKWI1txNp0KpTMy8+9tvaENgJa9y2vpv/nb30lffH3P0Z3Dj324nd+Fn3CH7mhX/75x+k7fruT/FK8M/3P//zL6L/4Q/5wjEsCwAEg3HKBwHb0DzcjflKVW7kFscqJBzGO56f5IB/LZVFRXFcIaGbdVgQQE4duBMceu05IVSbG/A2B3mGUPQskhVtx5bCz9rjFuqqlFKyK2HC8W6LrAwvJVnXdrSje+MS/xshhwTZWYECuxk6u8qA2ni7u6tJ53bdtsaoxLGW3MOYZydgHrPD3beIPVw2O82RFPMRqrCPWCkaZwSu2oTi3FyKof+MH6Es+95/QN792rBMLesX7P58+7s9+AH3Iuxf0mz/y0/QPv/E19ANvav3u8Pb06X/zC+mvf9jb8XkRL1fM2apePjDjh5jF6ZaZbSlQq+sTq3GTqidyVY4uY1y1hYj19VZRrGooXMcqAdBts2atMjsPEq+vP/UEpZE4DD9AF1QSSwDEvNEVHoX+N6gEAGeAu9sqiNXESNX2gL+VocX/3o23wwpOpcdkrN9O4iZWuc2yWzghiMbvD35buM1CA8TqeC8i5oxjFPcda9OcOlXc1m6e+qlvoE/+vO+mX7N0zeE+0YsevqU/+WdeRp/2Ee9Dz330GXrn079E3/wlP0Jf9pvtHz6LPuKzPpu+9NPfm57lgVlNh1SFIED/AnVd2zZjY3sRBmK12zNNDngicyxT2yLukWOb1umx5RUJIJGO8BDYt4Er6FuNPMIUAihogxwezhnhormK6woBQ6yGHsF4fDocHopSkzcKsxAJgMOkpoBYTZRYleUQdlIHjH0bcrWO/HjTpOjg8eaYilWNfZZOFuM+SjP2DaH/vl7s4fNCcWe3bJ+xGnrqFdqa8HyDwHqSANvkx/b19Ft+4hvoL/y1a2L1lohuH71Hn/zR702f+mfel5776CPXi4+f+Wf0+V/7OP3YG/ikgf7zTp/4RfSNf+1l9JyFOqu84EhnyQdidSiKrH2sMiXLYdzWzFhVYiwdzzJrrfXmPGmNhxJ35Wx32HYb4jDsW1J9OssjKPmTFLEqy3SMXTarC6+3yqTqLZXlvcQi8hp+ysk8B6KJpKr4IKQArjso8Pjg1SIw2A9xqzzkr9mbkAAYNu74s1VPBAfrRyWSUeE1oDg+bL24E2+mqoEKxKqj0eA2JwTWyVpd5y0uH9xHrD7zuc+kv/JxL6OP+RPvQc986OHhx7zh5+kH/sXP09f96Jvpl54ieuEnfBF90+cvI1ahq+rSc+ndsxbBCmK13zZSJFX1S1QSALks/f3K3FjIgjtMFqZrO6HjZEFlcaCiTGuz4rzWYi3jNNseumc18oTyLS1ydnO4l9xG1xq4iz76BF3VdptArHZ6aE0azodxrEdw+Gjt2s8wVT3D96ouUzmzbu1vjPt9XW2z1HZTQa7a7Wut2BO7zWxLrIaPbXFHmDxbF5r2LFbdcBzuowtitSB6+fu/M33BZ34ovfQ51xmq1idVv0O/+13fT5//9W+gNy0kVkGq5ulTDT22wselRquulbEa98mTMcOAJMAwQuHIVeiq2pE/YxP7PNn2DbKOkKU6Fs82jCRFzPOuDmdj3hzuQ1qjF/T5pCo/DsRq4sSqTBY9O9zYBCOtv68hCYBM1aFBU3eb0xw0ebDHZuoW5KoeD0rBbrYjVkGqpjUWTWktU58hjsjFIwFg0DAaq79+Q/S+7/Gu9KV//SPoHR+apmklzzr+v/TPv+BH6bs/7H+gf/RX5mespqOrOsWecG8bAd+Zqyepo0QPVIaSAuCliU79TMZh2nbI/WwyM9Oc0YbDXzLreNTyXO2dCaAU5oHhkB2gVVuas6ljVDV6q/Cr/v7mQnG+Ls7+PpT3JSMTePegyrgs0HIGsdrC1J/Z+jJ/9+eAXB3CKjS5WsrsMcQy2N0C4r4z1UGfiVUREcfo02tg4eIOiNVxj055xBr/OtzBiRy+A08VnXJo9cv/kj7jM7+Z/v1L3oX+6Zd8FD3/Zu43v4Xe9BM/Rd998+fpz33Se9IzZ9Q4Aamat9f5JlS7aKWXq6pfEIpYNfjkdIwbmav2GCHkalWL1vXcKN5+OnRV3UhV2bpINHnl9IUsJwG9VWuH+5MEKOhQ3lJ5YBX7VEesgPOUGcWqruYB0FhVSHJYooYjOQIa8WqPDkSuymA2YwW32ndv+6LkB3uBr6DjtjBG/3bfsSclu9kmYzWHESt6s968gb6J1ZgkAE7gPvEr9G1f/Q305j/6wfRxL3l0AeZHql71M/S9T308feSfe2di5bApFyQApqCV/r1MsnaliuZ+VerL03DEauNVqZM+HcOoKs9pmXMNL8Lf8czkKATZ0os1INMrdLb0q11+L4UVJavOB33t8sbw95g1hEgC+DCf8E1e/Q0+yNVDeY/K8jYr2/HWEexPHjLkkbGaCalqDMs3weHNYGN4kKTS+5wQQQJgrFtzGfjVcvKZxIz129S/+4s76WSqGozWJ1Yx65xqnynf74tcjZJU5bj6+K/SW594nA5eFomc9vLOdHjRO9DNBGZVFqrZnTnBGZohv/eXvZo6rRomY1VlANLWVbXZD7JWh0fUM7k6JwZxwVK2G5CqNpS56FAua6vuN4rcRpV+TA015+Rxa+6+RVnc0OFwb9Ex91DftfVzJVItlAAw37B7YjW3Jao/gmNrM/f7fqbEpK9FAMhHrzeZquDarB2V28BfsSwA+tva375iT2p2sy6x6iN2+Y2teFp4BJaTq8ufEOYrazq+5pV096Y3enz821D5dn+Ybh91D9YsAcALlnyWc3MIDY9dkMijDLk6P3M1D4sJk7GaJ6naTmLxNedJxF0mNZM1IafLQmrcKrkaNxIZevE2pHNq82RX49FNC+ivDeHFOs+TVgLNJtfh5h6VhdGvd58fufZdqvfJzK80mznLv2LXxOokw1yO9WpPqIU8hNP0A+5LEkB1VXH1I5DroM9Zq7nGjWW2rDFn+kT68q0p2s16xCosb5mNpvzrZXFn2a/D4nZ83a/R3Rsf8/iSR6l47nvRvWe6jc+QAPAIfYKPWiIJkAetGiJjNY9iVWPmjMzVYYRYEmDarIWzVZcVjhnrs7T/rqRzivPkqbiz2oZkvU/9Yeb3G38yRfTcPregm8N94kxnXD0InEhVP9YGYjVTK8NO6lDHLiVXQaoOoZv7oM/HMGqQ6h0T0EyDpXEnRdsBsZrpIBrZZ83NOY2ZVGWIqzc9TnevexXVvnQLy+dT+bx3oduHxztQJQBw7RmBqdRPG6tcrMd3xiqTY/u4NLuOSQ7EkeseF0kABsiRXeX5335sZ6qHnDN597D8kE2LCl5ls5IpequHUknVFNdXU71k2v3M3HOm6sFrotxuiVXHOD+tjyK7eynJEdnn+G3ObEkA6KqOdUTuwVvmiUXsdMVYL4X7+/S4k56uahu9dYjVPYxY4WwynydPjTsJLPjrmo5P/CbdPfH7Hrrpbah49rvSzdvwQmL4cchU9QB3Jo+YnrWq4lIgVi8NIGdd1SFTRzErOzpMOo9rQvL8pmwkADIJKp4/g/Uxi3JfRCPI1WEjciFXz7qqOuPB1UKA6Zzixiupyk/fJbG6lyXqdIJjZy43mVzlRS3vqCI4tS1F7Uxx2Qs00Fsd2keVocU5ezV1fwpPrO5lxNrZ+DPzc8/WYBuHxu+Y+epwP+PNqgdvprvHXkXVW9884z33qXj0pXTzto/KGDQ2DoFUnQFx5j+ZQq7mQqiaLvWXsZq3rmqvC0hCJmeuYpy2hQgXclUlALC26sNQdFXpwMl1u7tqlpNAcQtrv0vVGEvs4XHq5uZhFKuyBW7J4vXvVLsjVvc29GGwHxqHJkoCoErlAJj7IVUNCCBX+8zBRFgQq35mwHsbsfyglvtT9Pjy8IRwam5rFJg9/Xp66nd+dXpTbl5Cty98Lrkm9PAyFRcQ6CIwLgugdpOb9fghVpvtCgEnN4TGfQV6q3aMTGadjXs2BZnGUd7fHZqwwtqYrD+7P7/iHuccKOxb9Nu+1PnqLWbFuqoPaVGmHcbjsUghhKoUyfN/gVj1j2l0TwS5OtAlEq15z2fkAqk6CNAeB3yVjioIm6kDE+qR2VAOdhM2YxXE6lho3uvf7Yf8Ezj+b+u06gG99dW/QEV9nNCtB6offh+694J7I1SzPhKk6gRod3irRtzLuGvm0EJyZLhIXU6smpNc+yR+jJuAXJ1OroJUHQqy+ylWNYSCrLWEQdzhgOTwydeSAAUdyls6HO45/HqHtxgt50AbFbsiVvfqkyBWB0P2aMTWZSofcdphAHL45BzIMYfP7L1Fx/okc8PmfvLk31mPqWTiUOGI1b2OWJNNbJc/uD7wr/8l6WHq+GZ646v+Dd3eu3X/jupIT9//AHrGCx8aJVYhAbBLV5n00UNZqzmSqgzOXGKVx3ad/+1QAsBiVSBXh8hV1Vs97bcXBZW7KXQ2KQw18mrqV3teY503LTRzFVc/Am1ylXVVb27upz4bDNTVBRUHzlQNN1PeDbGKJapdhyOQ9Sb2WPtZg1qWa/s76u7SgRjwuSJsQ6yGi9MuXRHtPSBW53QNRqw5qO3tN5eSAAlnqnLHlY/S7eGWnn7s/6O3/N6r6HCPj4mQxQ8AACAASURBVD+OXTXV996PHn7b59Ph0Qd0vHvzYFILslUZT9VEx2VboBp8mtzVhjzMlVSdS6yes3iZ/PGvU5eqfSqxavws1a8I127G5niqywBCvh9pXm+escE6S1FSvVX+Xxi/+uzGJPqwBEBdlKMbzeG8PNIn1yQF8uqxyqYLmw9idSGAqf0c2au2Hus/a8CkKga1S8zaNoTd1GbA58qnWFxYnMtMhs5/zsmn/GesglRNbVzdqr2XOaqJE6uHd6RHHnqU6M3/nh784P9Jx/Jt6S0ves4AtE/Q4ReeoEde/jl08+LnEBVP0lNvfQ0dLe4DUnUrK03zvX2Zq7mSq3MyVpng0PkfSNWuhYfLWo2BUFq+MVM1GuHFEuonBiiChbZLYjXYaxJ78KlQMjXamEtsYK6GWyEacJtdw2snrtx5S1TaNqWnJ4hdbhKt/eF6xsjntcbacxfE6tqm4NMIfD8LxOoQop1iVtBVHTS/NQKUb/sP9TxIAowj29apG787nTtArKbTV3m21Ew8U57plHS/fAndPMwkzdNE/+KvUvXzT9Ldi9+J3vTyl3YyDGqiN7+abn/pN+mh176Ebv/y/0T0XO7Zp6l64jforbfX6x4+U5ArKTbfpucSJHPtzN8CaY36SOa48qXdKN26nS0xm8k97g9Lftrd3RPTzOiUkckLeb9tmdaQeO8OYyMN1osgn/9jL6JXvMxis6FSovJsa97c7ubGwfEv5tgjkgkNg4e1VuPnHP5aldznW/KyuBGu5+e1SzhiaRTPnw5ELK8h/rEVQvO+I5dfZU+sLnGAXDq5+x0gVwd6VkRcmgUHduJ7gTK6Whjsu/CUxDvxiDkW/5IUl6VRtT0RX/KwOWJNRW9p0pvboay6Kd8Ly7GjpUswyXBZ0u0Lj2gu9e7T/HeKWTT3nj97CQDtF8dgb0e6/Z3fo/JVT1P5Jz+a6NGmfb/7LUT/4P+i+ljQ3Ts8k55+4bPp+Iz7RMenqHj9k3T7O2+k2yeeS4cP/nSij3zf5kdHou/9Gqof/SN0fPF/QsdnnGkAYz0zYM/6J4KQL3PKDikDDMf9rt9slaUZxmePU4lV4YZ0npx4nnwQq5USZ5kWOlsKmFjNaXOgkKPdWEtco8rEqkomAB9Fh71KZUdgL2d7OSXeyv8wVe65qPIBpwmWBquZvwexOhO4tH/GR3PnZivE8eVLd4MHp6eskSSToqErzATXFd2tj1/VdYXBzdZZJ2X+gd6ctdtuDv7OX9Qtt9olTzB5va5WnsZ9Nzd+iFVTBG0JwmkgNr2V59yW6b/N+RfGVpRCTIchK6qayje+hm5+6EeoeOXvEr3fpxB9zJ8iOhWxPRL9zNcSfeMP24/dvejjiT73k4luTQ8fiX7wbxB92xuI3umlVH/Af0rH93guVQ8XdJRb5sfNPG2ICw/l+WXevkocrJ35kydgs4jVFshzT9V666coHmRisNCqVMK5LnpFZ3+14GJWV/LfahRnsplvVRFVeYYcZ481XEXJhGqpmZiyp4NLEBB8JNZ0CzKVRIxXQvPCXLq0eOOTPz3NRF1Ig5DoOKc3M3losg9DNijNZ1eznU2j/NLMnU1FSsxme0/XnQf/ZkO+5572btl+s3+na7Wk6SlTW50CwTEt5J8RWDbDM/RGbgO9P2JVF/FzcmmnWmlK95ucqGXWl9IXu7X1HGna/hwvSkJP3T2g8rd/iw6/+HNU/OKvED3N1v4Mog/5r4k+4gNbxCpPMl5H9F1fR/QDP0t018HkhR9J9Bl/ieg57e9tiNVvfXVzc0n07Hcj+s/+BN190DvQ8UBUgVw9AVlgdTrsaO2hXJjDfI9WLiZWdejCJdmFquY8lpqxN7BMpmoXF5wmsFuCSAKYU957M5jme+WEJGeqigQAvKprBjr7403j643jc9YqgvOa7jOdWF2zdYvfZcjVxQ/K6gEcrIVAxI5qq181PClRqv/7YPR/gNOF/RspgKycAh8TEAGTi2lewdsy+UyQfBGrBh3e9JpLfQfsxI0eXcs+vGiyAZSePugDJb5JdFHf0c0rf5EOP/ITRL/z+s533BJ9wCcRfezHED2z+4lvIvref6zk6gOWgaiJXvjhRJ/+F4me1b23IvrBLyY6Eautvz/8TkQf+Kfp7hXvQg9u48NnbecCqTqE+KVgx3mk4mPLedrOUmJVUi0wT5ZZjSFW1/bpFN5nO8INcrW/90y25pH9a7eSCexTeqw9z+g733ON33CRbb568SluWJh2/kvwy8kIZE6sClXWZK5OxibLH7AjIiOqr2ubXNVWRjYHKQ7l0HOxDfr63zGfzjJUePwopgo56pjBHcTqELhGMAE8IlsMFPy6tnJ5/L/PkuJZfhze9AdUvuqVdPiJnyP63dfYD6oc3o3oC/5XohdYFgCv+0WiH/5Vopd+INHLXmRZQfwB0Vd9FtGrbZ5TEj3zXYne9/2oer93p7vnHei4w6UadFXnDm2NX52yV+c+J77fLSdW9ZvkJNtJPzO+7wzZIj3gjvXC1XjVHFUeyzasIAlgNU+jt7qntaghlQ+tYlUh/Te1Zw9lqra/RZJYRBIA5OpafbwDYpWzEPeeTG8mPXqsAGd2+olVtZPLS5RLsNvTG49yrfK+VvDdx3vMVg5PA87EqjIseQz0vjNWQayqZ0ACoD9C9EsA9I1c20WY8sFb6ObHvo/Kn3s10ROPOSj/PEL0l7+a6D3v9zT6aaJf+0Gi7/5Jonf/WKJXvA/RQ33k8WuJ/s7nEb1m5LuL+0TPeD7Ri19G1Z96f3r6eYddZYgjW3WJX3Ahq/wkAUCsLrEJjcilFNaJZ1NryRf5/K1KAIyfUDoTRT7fns+zjjXPiHa03S4ZuuxTnK0Kv7rasJAdLF5DDWPD6/RacFQpBVyXtLNZbfjEZRfEKgO2d3IVhVFsbnMtAdC9U7JWUZnxCkBIAvgMxTk+qysBcD01yEESwDexalDa8+kCnS7uaBEx2f1dsNluEn37fV9Phx/6zWlf9ef/IdEHP/fyN0/8GtG/+ddE/+5niP7d64huXkT0QR9I9F6vIHq3zr31bxB9+d8YJ1ZPb7hH9NIPoeMn/zF6+uFpTU31bmSrjvXcpQxA/92GXOW/budjY18y5e++iFUqKqprluyY8vb075XCOnv7aIduM2sEV0IHkgDDoN6xjB9rju6CINNMS9FXdbC1vdxynvlNK0wFvdX1LGQ3xOqeyVVkQA05FEtFnHVVbXdyaEeVTzuOp8KE68UuvClqBNpbObZpkWZ6tGuERP1JlsaFI1Y50W9/9KLmg0ECYCDaTnCTDZYk9WN0/8v/ERVvmtBMvvWP/y9En/iezY/uiF75r4j+1bcTveatPQ96BtH7/+dEH/dniZ7ZfOObfpboq76S6LEJ7y2eQ/Rpn0dvfbf8/Qyk6gS7GL2VydU8Tlzwp3ojVpvRPFMp2l6rEOLHISNz1KQyvWEqCXge+TcYuyLvA15nHTNfbBkt2VK0QVEErmuSpgLM1N0r8atGqzZyM0++eTsjVtkk96cwehZCwEB1FaQcZSIk6R7i2b0Bbz87qMnH+xU+wOyntinBIWKVm9SQGokWKApJrMqG4K7IVSPDP3XauIJpb/wKNwmAvkauO+7f/PrP0s0//Q6ipyYC9v7/LdGnvoKorIl+/CuJvveVRE/2karNc4uHiF7wh4k+44uInnskevV3E/2TbyB6cuJ7/+hn09Mf+zw6TvxZKrefeh/V34b3Kia5SSMHkAmD6I9YPUMsM4FJmKbiUaadKmfEUmGYA1/3naAzM7PyPAtIzSbCt7eqa+KqBble7EtlcUtlmc/Glc++0vWAKa097clSYJDJ1Uxk2KZ9/djd/lJ8dkWsyiLVkUgb64JU/r7n46SDfcS6I3KDO9GOYlapWH24dmICPY6t0qQuR5Uvn+VvWBtvo887QhGr7eVbzhPpdl9ojJ1uOz77M+5nzcVmrYXYkW6///+mww/98vQQ8K4fT/QXX070az9N9EPfQ/R7LimvzyL6459C9H7vQPSGnyL6lu8g+oOJPfiOH07H//KD6OlHJv4umdubHLC1TCAZXDw09JS1mja43onVnUgCQAKg34emSgB0nwJJgOHYpMWs9J6Z3LWH4Of/EWI3dKDycJMxdTwPN2UseJy5mfeA06+4wN5BdFdxhUFgd8Qqw7gXclXzc9Oe8IUxe33qHDsQJSUc+wnZLVE/G8TqWPe0t3L2EXtCE6uMuJ46yBtPkKrjvjV2h/3va9nOm+n+V/99Kn73wfSmPvvdiV7+fKJf+mmi/ziQqdr35Hf4Y0QveBXRz71u+nsfeTeqP/mT6amX3GRI6bMe33RIdvULs1cxC6c8iln5J1ZZDLLQOl+ZXlJYR6iOjD9yQd9NlQDovgrkqh18Pi4vc8JUsxF6Pk3XViVBAqC/3zUFjLNNPcQbJlWLaRqt/z971wEnRZG9v56wkWXZXWCJAiJBRBEUEwoKgjkgHgqKoGL2zvP074k5J8x6Z86KAUU8FTFgRKKKIoqSJcfdhc07of+/qpqemZ3tnp6ezjNV9+N3dzvd1VXvvXpV9dWr7+lwBS57Vf+gykpgNV1QzWXWkRWb8XR1kg6oKn2LXG/hdNotJU8neQL/8J1cumbp4vfYZCRQr0P+Ra5KauyRrj2uxm8Z9bgVwCqTC5NuJpXYEpFvo+T0GhsP6UaqJtZqwKI8iQEKdSuR+8CbQNBNVuoBDr0ETaeUZxgdAI9UNd0KCXJIhpTL+VYNB1ajgicZqc31OabrWOYDFAAyAuCwo/Fmf9NAXky+KpBXFssLwgKnCDUAXR26fZyJLFkViQLnJSaB6OGUSO5yGeV1yCAl4CpLE8uLsRLIYmBVuq5q1IbFWMXoq41twDOxZ/rkQt5OLVlVsu9wSgD9WnBfDXT35L5mW9Zio5hAyYUXQ85kLeu5FcAq81zSv8xaCDEIPtPjcfWYo5F+xzzbERCEb/4seD/+WU9n7Xm3/QkI/uMQBDJok8GTVaVgSvqDU9hH6O43vcPEFFpp+iPmAatx4jG9F9Z8gKxOOPjTUtbSVeV0eVXltRchlhIzADg0wTxZMiu2LnQrrspAYnY93eP1glOBNzcUKaiCRKsaWxjfKgNXeTFSAlkLrNK1EB3QmRYDxK6MZl6vjDJ7Aqzqlw4FVyklgHkbVaN6zOvRL4EMT8SpX0BRr6N3PBi10zWgSylWYRWwKu3fRXLFMsW2ueEx0hu+tEumKSO0LY0rveNTuZ1Cww7kvPsRhD82uMHsmrex7aEIn38cGoszwxKplvkONYkdkiv8EkmhAeZKq3IvuGo6sEpmrKjrMc8HGaBJlSoIqMrX/YlCYiOJ3VYzfk/Ej13VVgcS36r59m/wFwgoTCgASKSqh3GHutk7GCwdaVRFIlXNkAyha/FSCgZe5LxaejLPamCVTgUZlsyK86omdw+iaFzuXylylU4Gbj0uNMmbZh4XKY9YVTYVo6JVY1+Q9qluwAasBFbZ9iVzuLOlRFXpLV9Mcl4OqNZ4CoDETpkh8QD8X78P7xd/OECCWprgAbofh9D5g9FEg0LcG3ko9Vpwg+PUoiKnP8uBVRUNsZsobkZNqFegvKpm+E6nG3hq7TNvH8TBVSUNkL0WowRwa9SqBx6PQdyhqZmpK55iFADkAJCsks30OgJAQW3u14wyjKwHVjMNXA3xwaEwNvRTAMhVLC2zzFtQGDXUeT1cAmZIwHhQlbXSPZQAVgOrTDruv5XAKQDUxqMRkapK3zBnES2I9fD/7114Fq+V/bBEZ2F1fIQyd7MAdDka4TOGINCewfzsWatbqGYLqf/OKQBSl5XxT7ozmZXZEauSnKP4s/GCN7VGDqrKizfer5q9B+J8q8omTvRAKQHcBK5G+AsIBYCUCM7UQeyyymPrEPPXIpS71cOTWRllIhxYlTbxBlwPN0op6dYTpmCE+YMw3fbZ+Z6ZkckEXDWWV8hOSRn7bYlk3exFl7Gtjq+NLKmlZEzmfcW9NdOzchOACGUoxGmysgdYZeCqmdCbuXJmM5U58J65LTez9hgRhhWaNUn6Yj1yZrwOz5ItzUQVFMMIhkhwhAc5ZgpRpu7GxgDCfj9yPfGQqRfofCjCpw9HoKMUO81edusmnoOqFhuW7OdYlJGbilXAKhtb7nP8jFfV/ZHsRtskjaqL8J+aNJs0a7Jb/bLRcperTwJXrfiW3m/QG40Sr6rHy+gA+K3P5rZOEyMazavaUnOS7EXBxykBZA1b+16UA6tRQZoT0ajXAaX2PoE2yJLais1Yai1yzlMR9h8TgXOJb1VaYDin7/a3JDMmTPfxfpqveTaurID26PrCwa7NDmBV0i/z++4r7HITL4kSYJ7GKo2aqYFG5Mx8A54fN0W5LBvqqhEQCpCb77UcWG2or0cwKMJTWIACinn5gfaDED57FALt5SXuxk08pwBQ8ikE7LSSd1aKXHUHimgdsBrn4cx0PwZOLQwAMoM71MBG2lQVvVdksWzogTJPZqUIAQXDLgApqf68NErSJW7AkhEWW/lFMg+QsWXVcpDmYOTgqhGK5sBqnBTdmswqkzj3jDDqWB3mg6rStyS+VX7q1lyDmQGsGmuVmVGbdBnd7GURicMnMeHOLXYCq1LUqoVrL92KkCgAKOWemxquu+fKFTQ/urFSKNLICqGxag+q9zQihBy0bl8MX0MVKqoDzdi9vDk5KCwtQZ4/FWGI8P/wObyzfgCamlCzYwfCuWXIa+2zHFitr69DoKYOKGqLorwCCD2PQnj0oQi0ka7+xy8EA2iq2o3K6iBEfz5aF/sRqKpBQzw9u+BFTl4BWpcVwuMA5yTRscn0JhVFZcczlp+PuocWwDpglZmam6JWPZxXNal/sHrP48YDLysdLOFaDTk8ApRe/SfAqqNX9lZqLc4vUpmYzavasm8U//IQvXC+VXnNp76A4MBqggTNvDJuxjAlqmb/HLC6N6ODuuq0NgqZUwIkU1bqTkmXyvnLlkiAXf+3QqdWfEOfyOwFVlnbSeSqOwqnAJDTk7UUAM1bUP/zbDzy5CeYsbIeuX4vPcbw+X3whANoEj3we2Pbn2BTE0I5rdCxZ3+cMfo4jBnRRRUk9W76A8I701G3dDOQVwJ/aR5ySb4ECw22vrYagd21QF435IyZAN8xnRDytIQhq796G1Me+gQLanKQ7/MAggd+v4BwIATR44VPQlEprUEIgWAIbfYdikvPOw6jDu1I+2VH4ZGqdkhd5Zv0nrQ7ro9bDay6BVz1EG/Iryi3MHQ6X9FcZDY5PHqvw65vO9DXxDWJBloRvlUHNpMF2njgoZGRXH+JKmI6IysjK1dHia0gfEmcb1XP8OHAqoz03AOuxuANPUaQee9KU4oErFrXQ57MSl7W7oxcdT6oZ51lx3/JHnZPp2rDTmBV0oo7KAE4qKo0Xq2lAIi1onrO6/j3o3MwZ3t8OGaKXiWvBIccfBguuHQ0jumVn/QljxhA8IVHEFy+B14/AS2t3TrU7alBMK8zPOMvh/9AFm7bfOMpYs/3b+KKKZ9gUWOK/Y97rDC/AG06Dsa/756EUXtbyyDLeVXV9BUhglR7zJTf3UEJYAew6mxwlQBA7JCJl+YSoGt5j/3UCDxyNbllBmkyK4fRAhAKAK8P5MCCl5gEGI0ji1S1dmUkrwUBXogengUhXRvlwKqC5EQxjY1GulpI8z13bKbT7Jzu1wioSqLqrC/0ggM/jWsheMdN8tabRgZ80SoKgERRORVWBZwArEq3FpwYpUA0KV3/59vUZC7AYu1VL8H9Ex7Bi81zTGn0UV60Le+KsTfdiKsOyUv6Lt08LF8G/LIUeb+tto4GomxfNPXshdDhAyC0U7DAtbNw8aQ38U2Dxu4nPO4pHYyHnrsKJ3SxztJ5tGoSnTli2nB+Miu7gFUKrlo3VDQMbpKsisOqcgIj63gPBV3sLzxZs7IOwqKIME1QYL+epBbQ6/+cWqPl3pgCqxKo6hCFEUoAwRnj3DkWnFpLOLCqICen861yXtXkG1S7QFUGIgjwcmBVVkEcXE3NMTvpKTbNS6CPdFhh3+QvtcS+FjTXjlOAVdYqlojHYohO1Vyli3tO0Zlqgy1/wGqNVeDrW27HpZ9WGmIreT1PwOtPjcf+xeqC8wQa4P19KbxzlwJVVUBDfTTBlfrbqTzhBfytgNJOQJ8DEDqoJ0JlPkpeIlvCOzH3nntxyYfbEUylepVn2vUeivseuwRDSg2oTKUKHq1qvoz1foFdl/bQhDtOLXYCq+SExTnXuhkS77UgG7dTbUFlZ2V5sqrk7WFJ6Rg1AV9dxMuK7LWkMAi7bY0lGyMUAARY5XpK1AebGpx2/Z6A8l4OrqYxeDiwmkRoTqUEcGPCkjRsM41XmHtioLi9q1hOCaCuPjbZqj/Hn7BfAs6B62KXpp1iOk4AViULcWLkKgdV1cavDXPVhk9x6bg38FVArW2p/u5H33PvwMy/d9EUIOPdsRHeJcvgWb4aqKwFwkH2T2uh0RVewFsM9BsIcb+9EdqnHUI5KawEVr2P8y+bgXl7tH5U+fnup92Mj2/oS7dKZhUeqaoiWUdEq0ptdDYlgK3AakREzohcFRn4o8mLmTXCnVNv/FByGjDGKQGS2wnhW7Xn7iZrF9vnCRA8hALAKat2Z4ytGAWA00BVST6EZ56Aq1xvWiyGA6tqazN6ndyGjY9Cu5y4cdZicOY+a22yKrW+eASBTyRKdkyHlMP4f9QUmsW/MzZnJxSnxas6gwpA0ox0pOSkCCDO1KQ2bqxeXzRi09tPYNzDS7FNrWlafi8+AP996RoM76xt+yQt2YWGBng3bYWwaRM8q1YBlfVAXRXQSNDf+IU98UU5QFk5QJJJddgH4t5dEO5SjnD7fIQjaGaqUv3r0asw6s0KLT1VfTa/bB9cft+tmHyANlmoVhx5gEeqqi3co4JKVaTmP+fgZFaOAFaJBmzev0vXlG1uhvm2qPELki8lexonFk4JoKwVAmzahWKwICeSbN4PgWScT3VSdqKRmdCmMMWWyEGOg6/cEzoAGsHvzLFvglp0VylU717s0PxxuvtmSAVOowQQRQFhbt/yuqVXH+yPVpUax3gFCVcTV1iiwmKUAHYmlohvlaPCWwzxXcZUEh8f7yw7dgrE6qSIVaJzJx2+eSKHks6yHGNGRrq1NLdbG3Ya9Svw0k3P4PG5O1CXbifk3vMW4vATL8VzNx4Ivw6F0y1GSIQQDAOhMIRgiKU5jk6sAs1aK/q9DFj1CRA9kt1r7FBgI96/9i5cv6BW44vqj3c6YQq+uK2/gVsmaWQ7izdPXRL8CSIBFgUpgKzhnVacAKzaSwlA1jnkqrKDAQ4bjYZ4HqfvY3jkqtK2mO2KSU4Wuj608qYg/ZYXHpplnhdJAtEpgP4PF8iGRq26oJ0OMbEIsCptxxzSKsc1w75ESPGi4KBqcsNwYsIxDq4qT/ZOu1LkOLdje4PkSEectCmULtLY2yanAavSbC5pzy4zIlF1fJuaTPo2gKqkORtmYeK4t7DAMBqAWB897Y/EjBmXYF+/XVan7buhP2bhtpvfxTvrjRdG/t7H4fVnzsN+rbW1KdnT1NPxsB/jBGphTdL1cgas2jtnJXbbEcBqJDO2PbgzT1aVdCjQsxxn2axce/mKQ1mLNJlV3NV8K1wfvbPJeVVbiJr5OJbUkKzTnT+y4vlWeRCS2tiJA1Y5uJp0C0RD2u27DusUEmo1g7Lnd2dRACTKgDhNyrnKI1dbTjAJgUj22A//qpwEnMOrqqQfZ0zwTgRWpdlcilKw2sI5qKomcZtAVbKKWfAUjrpqPnaqNTGd3/1dMOW/t2LSAXnpvG35O7s/ehhj7lyCDWZ8WWiLyQ/ciWuHGoescl5VFUU55RqDmj3RnbVzjp2cAazGhGY1uEoT67gA3lAzKyN/Z0OJ0XW5AfqR+s7B1WTgqjUoBo2KJTHgXh9tjJvsx8gxpLhzoRc13Xa93kNvCrHifCjYCj0qfSMKrLItqn2LfTuFkOq37aQFIBtkrh15TTk1yVh8a6VkVtQlcYA1KhqJg4fLJFUvZNVzdsc7aumnCJEs/m1ykE4FVtm2KHYFTItE9TwbufDKl14yQnTCOqti+t0Y/uCfqJfaJ7THMQMK0aq2AotW78a26PmxB93bFaHAG0JVdQ02p3RbPgfDJv0fHr+sL9wArf715L8w6rUdcZryYr+jBuOA7cvw2do6VDeF0UR+bdUOA0tCqG9sQk1dE3bXNqE6BX/Td/zteP+qfQwZC5xXVcUrOeOcTd110nZKyaycsUHNZmCVQqp8Ta5ot26TDacEUHZBZL9FpnfCrEPBTrPcj0gwOD8HVBNUEaMAIJGqLjzK4Xyr6vM7md4Zx2osPROH75LLzQ4QLxYra5YXTMlWHPmQnWC3VoFI4KrbFipa+8mfd78EnJOsKhVZEkoA+87EnQysEumxxAXWzB0cVE2yqXHE4XUYf71yD8b8dwWqpabm7YN77xiJ4zs1YNWCP/DJ/LVYsKYSNQUlOGjYYbh6aCG2rtqMH3/diJ9W78SqHbXYVRtAXVBESCa1Z96B5+KTp45DJ+cE5CkoJYylN16Mv33RGPd7B7z41pkYKNZj7cLf8f7XqzB3RR1y2rfD6eOPwSkdG7Bp3Vb8uGwTlq7diRVb9mBbXQiNIRFBma8UHnoFvn/8CN0gM6cASGUecNEzzcBV0m5r/LOShBwFrAphQBToYanZhUVjuhDgMFswcfW7cb/Co1blDYTsl6XD9lieC6ONKTKmvF7bgh2M7pFR9VFg1S28qrKdJn6Z0TvwIicBdrqbQAUgPZjCUXzWStVavlU7Io7co9owpIhHN7SZUwKoa8lSYnX15mTpExLxiPkbG2MEHIkDJAfwNkxdTgdWpZQ3VoiGMUbxorCtcYRgxLkPY+A1P0cjVn37DMUHtx2ATuzWXrSIDbWobPCiqDAHfh/Jn1il9gAAIABJREFUDBv5KRxEw64qrF6xBjNnLcOHq+sQD016e43GBy+cgV65juhu0kbsfPc+HDv1t6gsvD2OwCf3DkK75pJAqLYBTYIPObk+eL1xFh4Kor6iEquWrsT7n/2KmX8Fmt0s8ve/APNfGIFWOkTBQVUdwnPwqxSwIgCi1ffeZWTiKGA13geZMplENr/0MJZTdCWaQ5RNg4LObi0kRMy9rTdb6mSfFTIhwp/t30gSOC+PApdRIj0sIpk2XW6bouCjeuZFXgIKwCp52IptmDvVYlWUJI9UVbKPCJAikngZdxUJXKWnGnzeb759FRmfE/U+pmeuNGFV4S5TlJv26d9i3KruM1A7tOp0YFWazc3mW+WgqrwDiNmkQ9ZUf7yOkRM/w/rIaO819Fg8cXEflCcAq6m4M7FmBz5+9mPctagmCq7m7D8OHz99IvZKo75UvmnkMw3zX8fk6z7FYnrfHygYMAwzp+yPtvUNqKgOIRhiET6qRRDg9+zGnGdm4b7fGqLvFB95Fb576BDkqFag/ACnAEgmPBoCpEO6dr8amWOj4Ko9c64zgVV6X9k0gIxTACSZr1ySrEpt9PLIVWUJSeAqve9lxGY0EoVPohk9HHRrvreNrLUIr7adt+vUxkuqv1NVe0iGUnvmq1TbaddzSYBVaTtmV9Oc/l3zI1fZFU4GdfASLwHzZW+mvHnkarLJPhJNwE3eTBNUrFugl3vdKnw7YFXADcCqNJubBa7yZFVJfJojKADi2rdzLq4b/yw+2E3+lo9jzzoet5zWGUVpBiCE1/2Cux+fjxmb2WX4Xqf+E9NuPAjGpWwyzxWKmxbgsRuex1N/sJjbsiNHYfr4tthdl4viAi/8NDpVRDgUwvZ1O7EykI+e+QH8sSmEks6FaJfvYc+IIkKhMBo2/YU33piHz2pIbR4MOPdWvPX39DlWebKqZLonEXUpAt/mmZABNdvPt+pIYFW6fkJpAQwQc1wVPFlVcnkaArQZq7I0a+ORq8kER6JWKd+qIeOLBAt5eRR4gsBjx35kgZXmIitN6zfzNbKX8FBwlZdECagAq9J2jAtOTgJmRq5ayYvnPu26G1gl8ibzmJef6smannncP+6zdGtb7DYKAHnpRK+yWSQ8NwGrxPNEcxMZKB8erdpSmGF6LEoY/BwWURfehi/vfxzXzdyABm8rnHbpGNx4VJEOa2jET8++hclfVkPwtsMFd96Aa0e0dcnxzG58f/utuGjWLnqk1HfMaDzavRab9+mFgSXNd5sNK9fik6piHFlcjy+Wijh4REf0KpG4xkSI1Xvw7ee7sP3X2XhgeRjhVt1x2S3X4e/DijXJNvZVFrHHi5wE3B6p2mIrFuHes0fhjgRW40UkMB51IwplgORr7xailI6lMwdUZV2kaVgjU3Cm9c2I8RAKkzVhOP2oVZHJ2OPhkaqyOBH9Y2aBqlI/6erWQ9ZAxvhmI+zZCXUkBVYjF66d0E6HtsEcgE+CNxzaaZubZY7M7eiUl3IYcYeUKHsOrNphjfFex+02aW0yK3cBq5GNhoEmxs7gjdr2Gtgwm6tqTgFgTzS1kghCC1/EiVd9i63eQpx51VhcMzhfl7R2f/IORr66A8jdF4/PnILhJbqqs/Tlus8fx8k3L8Ym0YMRl43FlaFt2DF4PwxOwJrDmzZi9sZc9C4MYlVlKxx3VFHC7B3C6tlb0RhYiNve24J17UbgrZfPx34aCVaj3tcOwmhLJa/jYySEMePkY1/kquOBVen2ns6lCeNU5cmqlAAglswr8wqhBOD7ipZ6ZcFh7J5a2vKhEa9eCB4pPXPm2Y+eHjE6CjKqMm9kUfPxED5d9/PG6tFx4rspRKyyTRMvShIwFujjoGoSS6MZDc2It7LPujm4qiz72CmzPv2kvWDQ91kXvZ0ZkaoxgVsbs+oWYFWSD+PuNmaRxykA1Ia5Q9dO4ZV46G8P441NARx9xQTcdaQ+YDU0910c+swe9Dv0HLw2dSjy3XTjrXIRHvj363h7ZQ7OvmA4Tm/aiHlt98EpvfKQ42fXzYONTfhj3krMrm6Nw0uDWLazFBefWZpwsS+EX19bi8b2f+KVL3aiYvCVmP7v/kgnfy6nAFAZV846p1BzAhp+j2zAjb77rtICNwCrdCeqc9oikaqZCR1qMDGlRzOEV1V5p+6mSckAfWqogtABpL+zZlniMxWU1yDGZo+SG0skopNFq+p0XOk2wpL3iOPwGcUnYUmLzf5IisAqB1eTKcIoSgCyVqTXFszWukvrF8UY66xLu9Ci2RLfKvmBX1NpLh4OiFph5ZLHycydqhW9ciOwasQ8wyAAHqma5GjIigGc5jfC2DVnGq67Zz46TToDU47UQwUABL98C4PfKMR1d16H849oDY+r9hEiqj9/BuMfXYuDRx6Kvx9diD//3IM1FQE0BNlqjGw8i0oK0bt3O/QtCaNiax121jShcncjdjeRfYUXRXkEtClA98q5eH5FKXqfdTkmHJSreUvFk1WladIZ8RrN1mQ5F59rgFUinDQJITmoKj9AMpUCQK63PJmVgg3QoCU2z6U6vmiCYUoBQDLEu2rCt2SmYCuHbLkmz8HVeKNKCVhlBsI3UMnBVf2gH+dVTbJFzUBQVeqtdIbOJ6eWwCqduvmcbeJCgMQuWhvhaWJnEqpmi0WzI1TcCKwyQenhW41tUfjwTPBb0fgEhx+Rirvw+b+fxZ/79sPYoR3RSkdAT+P3H2LU90Pw5X9OSDsJlnV+QeZLTWvw6j0fYku4DBPO74U2gSZUVTahuj5Eo7tzcvwoaZuHPH/M2sPV9aioDqA2INJrkLkFeWhX6sO2jz/AjFZjceF5g1BCk1+lXujTGXfFPfX+qz5pxUmZaiNMfIC6DHbcbmVxC7BK9qF0J6ppWJGs5x6Q//DSUgL0Nm+WLLIZiqHJeLLKZMg5IgVMUxEReY6CqpxaQ85IKP0ES+WVFTYkEjsQsgVITq7SlIDVWBUO3yjYbL56Iio5BYCS8lgcL4sKztxCpqZsWdxkrhbd1jMJVM3Uid8awNhtwKpkpXpuSHAKALWx7o75KvjHYsz7aTnKB/VF11y1PinP0buXLcPT3r/h1hOLXQtfiBsW4d3//o7DLtoXZWm7xDA2fvIZlg65EWMG+DQBZOyTPGFVUivMdGA12nlrI1fdA6wyAWmjBGDJqtIe0um6RYe/F786yp6gDimMgFuDPBgIhFSWLtJeXBB89ECRj6zmkmThHNlAASBjQQRYjSYGzN4xpglYZWsad2wY7JnT0uNbNZLzzp5+m/nV9GRqZovMqtsbWfplzyLHLEmSeolT575KWcKZlKwq2aEMswUz9+NuBVYjMI5m+hkpy332LpvU/Ja7/E79DzOwOr8L9i5Q65fC740V2LCrI9oMOhDl+qha02yAQa+Fg1j3wudodWwp0hUFEMDOFdXwH3MCOuZEQKAUoWbOq5pMj9k4n1uXzMptwCoNtkghrI7GJxL+R4NcRCZVQ/O/ZU08XSL4xaOXFVfNImgyK8USoSrxeFl0Ih9bkXleEgSVTxZHblJwNR1m+czxrpqB1dg2NXOEYGRPtPKtkkBMGjmUwiLByHa6pS49UcBu6aPUTspXw7lWW6iNc60ab8nsEriZcKPxbdZbo1m9dTOwqhVclXhV2TqAl3gJuPXgOdxQgfrtf0EIBdJT6PY1WLPXWOzX0f0ARrixEg1rfwdySbRpGmVnE+p7HoGy0tjGQv36aYRmiw+oNASeoa9EwwmtiVx1I7BKD0xVxgznVU0yPjI8WVVybFCIXHnnTrfZGiZyM5SGXSgtmEUPPDQTPJddM9lFxCGKLFo1W6VDsSx6mJW9hxeagNWYEbkrIsPqpZcWMDCUtcNPTSvhjL/+LycBCq4K/BRQTjbs0IJNV3xOVxs/Sr9nQ6SqrPWYBgW6HVhNFVzl1//Vxpx710WhPVvQuGuDWgflf/d3g799B/gjEZrpVeKQt0QRgYq1COzZkUaDBCC3N3LK28CXELCRLGkK51VNQdRmnYql8Gl7H7EmatV9wCrTSjJgleYuiF5LtVeLTvq6NEtlO/WY+oGXk7RmbVvIXosQhRFwVdprSfsvr8dHA8GyFzqU10WY3v0iE3/2AooxyXggEnA1SzfqaQGrsTWOezcSZrupVMBVnqxKWQupyM9sHdpVP+dblZd8jNtH+SyQRbdS6NUu9Tn8u5mcrCqZ6GOMYiz9hXH2kSnAKpEesQ6lwqj4eUkya7laOA0bliAc1Bq1mgOxaAAK2mbQpVIxhPq/fkzjYLcAKN8fBTI8Asz7sHjv+MJBVbUhk40UAHEyoYYTbzfmeGC3AqtK4CoLUOAAh9zoogyQWQp4NJcH51tVWzETYJW6oMh/ewhYRigAwmSfZY4vUpsRnPo7WTszYJUXNm1lbzKrtIDVmNlwYDXZJosBQfIyIltUssHnW1V5CYpiUpaXjPZcbBnNoB8+eSWoOmsjV/SavLS15z7baBPKBGBVsq542L05AMTjO5KPQDePKwGCrxM8TVWo3/Idgk3BFJ2NF2h1NPLbFcLvrUAw1JQBB1q58OZ2RHj3OtRvW4xwmBx/p1IKIJQcjoLy1vAEtiIk817LESQdAqZSP38mqyVAQzMlIMN4QMO9wCrzu4lUapwCIMloyWIKAHmgueWBV1b7mrjOEwiDJLOia2YClHm8PFJVZkvK/pTFvKoyA4aBqyRqNfvAZp3AKp3SuA9SlIBS4iUhOTl0Vks0OykAElVOpnp2lcn4RXRWm1fWdl6iAOD2FJ21aHSzfnlkErDKjgKbp6hkvojP8/GuIxb/7PY1kAdhMQfe/L2R6xURrl6CyrVL6AYqeQkjHN4bhfsdjXwvIAY2o6GpSiJqcbGXLYW/sBxehBHc+gmqtm+Hx6PmI0II+w9Hce9+8AsiQg1rEQg1ysogdpBO5nY+plxsKJY2ncxTIgFX1UhF02yVPcCqcfbPxCLRREmXlJOPW+lXvQetenqh5lnU1Kn12zxYQ16iyaha1HSQ6b8TGwuLZL6K8I6rzYcEiI1wtaYqGzZ8jTo40jqqaIMj7kP7iKKvUvBQ63dTlY57n6N7iZSBVZvlp9Fmk2lFF7DafELSapDuNRZtLW8JrnIKAGUJZjMFQEtwVYDXAOBHm72642n5hFZ6l8ju6Hs6rWRHOZJ8bJ7A0umA4e8Qv2xMRHimAatE1BIlAIFYeTxHS+Mjc3jsoqlb1z5eBIOFCDQVoHW7UnaJTdyCyiUzUS/6kJvjkzl4CEMMBhEMl8Db7li07VrChBPajU0VO1FS0ORShjECXPlQW9EFbffKY32qnYfNv/8GgjH7/UlkgTL4up6MsrJc9l7jX9je0Igin3z8d5SIhLthw716plYoUddQcNWEDbwdwKqxS9vIYKLXTyP/W80tR8ef2oMqVqXnddrW9ByB5rfEyB1JYwWfIUNOWulo6U5MA0Yc0KdrB1panPqzMaMm6+SgKCCcMkAG6DkzTOfsSPpeOu+mLhOFJ0URhCKBU480lw8F5GmQRvZRsugCVluKUbeJZmQF8WAh5SyJO13NyA6n3SmlCN+0K3T9i5xvVYsKObAqL63EGEQtMs3cZ/XshySpEFeuF1g1qh16NCXXBvK3VJZE+ttvLOetHjmk+i7zNPp7nur3DH+urgK/ffM7Xv+8DgdeOB7nHtI+yg4WrvwO21cuo0cxNJFi3A5eDIssW3DBQJT1Owx5UmBr0zLceNl05Bx2EE4Z1g39OqeSycoefx2LVJP0F8SOJasx45OFWNrv73j+nM4RqCOIpi1foWLDqiSy8MDbbjja9ugFn1Rx9WI888QcbGizN844dh/06xwBaiNKpDQ/jlgDOsl+47Xi6pFl+FAlFcZiuYy5xST5L8kCwsEqU9ptZaU0nQ7lVfUwgdmCsljZYw3fiiBPBJgn8Cov8RIg9kLsRjNUnfFiJJYSInM+7amW6MOMF02LDnqRvcma5LRNk5+ltIPIPFvhwKolOiWAIYuQIpnj7PffDpxAIqepnFqipUFSSgAD7JRdJ9PH60aXZHrXZWSzbkB/WOQ+64/2+vR2Iv0OsGZL19C1tzz1L0t9tAfASL2ddjwZ3VLq/rjPV6qzDjNtIJWm6R0Let93a//TjzZKRStmPCPWVOLPb+bj+S/WYeWWauxsNQCT/3EOLju8PO5zQTRt+gQ7N2yUpywSStGqz2iUtIkDT0Nr8J+Lb8er2/0obVOGIUcfhNOP2hu9O8tkcmrRMTv0T8jj6rHzz3X48tOFePfnXdhaH8aAf07F0yPbxs0n1aj5YwYqq+pk1SEU7IeyfkORH7klSR9qXI9Zr72Jqe//jnBZRww/tD9OGdEP+3XNp2B8LKDOmHnQDDuxs07mTcimjBdJAszTpLXQSUmIbgVWY4CzFKkaf8fCDr+SkrhtfEgCyWxsgqM+TcaUBKpye2muGpHyq5J/sUKyvady3O4oJVvSGJq6SkNUryWNsuEjsfk7nShwGxpswicNA1bpJQNKVZF8OUQvFtp8mqj/xE7jRjICqEa/q9N/6we3NLZf0fB0diRaLwkWZ5xjRtVowlixrUrj4zf06d8YHRlTCwGKaYyChrmeXQG3TZ02fNh9AJD5QiJjQClVk7ave3UDq9q+Z8XT0kaeHgTykkQCbhhbIsT6Siz/+id8NG8NvvyzEtVSj9oMxEVXjsMlh5c3n3vFWjRsmYvK9WsQS2Xlg7egIwr2GoE2bfKby6TxZ9w04RF8Uiv92YPy8g449MjBmHhcT3SKB2HttqfaCqz8aSXmLl6J737bguXVUqJMDwZeNRXPjYoHVgE0bUL1+u9QtbOyWcuFgv1Rtu+RyPcndKh2Od55eSaemvUH9kR+8hV1xukjB+DUYb3Qu5MUwZpVk5AmrROvw+9ZxERGDsXNtBa3Aqts2Uf2DrHwA2Y7PAJRacAxQgBemAS8BnJ7ZpJM5UBVqX9eRhBlpkNyqSg9ogCPKj+9SzuXYrNZNo/sBVXpjFS9e7EhPjYohmUzoaaoi4x+LCSKCJIINeLGNQBAGS0Umc6RW4VqvNjZJhMWHpqNLCXJNR11WhHCaXJlldtOMpkRx0MOvdwABFkxytlFFSNKpgGr9KpynGD4RiyZlTh8PFVvx0/fLMOc+UvxwcrGlhvqwn449/JzcMXRXdDy8n4Dmnb8gKotfyEoeuDxlaBwr2NQVBThEo0XS8VHGD1hOtbLiKpVWSeMGnowzj2tHzqmEsBqxKCUq6OhGn/98Aumz1yE99c3yY7+ruPuwnvndo3SIkSrCVehbuNcVFdWQQz5IBT2QnGPQcjLabm7FDd/ilvunYlZa1pGuQp5ZTj9pMMxdmQv9CgjEue7U2UAiIOrdJNGEseYvG9wK7BKRo8nSgHQ3JJi11D5GGsuGTKjc0oARhnBAfiW/pcFyZFIVfkVMqEE4HJTmreIP8pWvlUWrkJS3Wa3z9UNrFJBiiIFVfk5WMuhRvjIKOgcBVY5AJRs30R4yrJ7SMZLJxazwWUSk0siqCr9QoBVArDyojzlc9kQCVDmKMP8TKYBq1IUUPyIMwaCzlTrcyC4umcLFn6yEK/NXoEltUnOzr2dMGL8WNx49kAUK6hHrFuDujo/cku7wqcE8FTNxthz3sTqJCr257fB0cMPx+QzB2CvQgttIVSDdd8txivv/4QvtwTQlOTTpSfcgFlX9kFiECp7JYzQ7t/R2NQB+e0Solrj6gxv+AhnXToda5LJIqcNjhl1OCad3B97l0lEtRbKxAWfipG1ZO+cbjYFgGQGbgNWm1EA0IhVmQOOaNRU9tqP/DBnIyu753Sy0eSZ3GVBVcqrqmYfnG9VaQoldMYkatXcOwbOnMCzmVc1XiO6gFUaS0ejMcP0v3lpLgEikWCYyUcqZIr3eZonhOByi0mARvVycDV6EY4vCRWWhgr+xpuQbIWPrWbunkdIRa//GzdfZRKwSi5UMuA50fNwbrbkvsQp4GoYW2fNwp1v/4al9WqbI9YjT6+zMOORE9FVZrIRK35H4IP30PRHA3wnTELuUb3YfjShBJa9gb/9+zNsSMHh5haWYdgxh2Hy6P3RtSiFF9J+RET1Lwvw5MuL8fXmOuxJZch3Ho85zx6HNi2+GYa47js0zfwfAhVdkHPmWfD37yQbSVj3xc046hG52N2WHSlqXYpDjzgI54wZhH3b8Nk+UULZzrdKk8cZQGuvNoTcBqxKh38sMkx53JCNfmopGNUklHm/Z+9NFIlXlejUKfO2U+wrGQVAYhs536qS1ojXJr4pW8DVGHVPdlMARHE+PVQADDgM0YhVXlpKQAJVE6VDwVVvtgw57ZZBlkoEXM3mwtwTH1dKNqB0kEOX0eTgIpuNJ2nfY7Ee2SWi+C26seMqU4DVaHSUrGGw+yjGSi6TLNAhG7SGFbj/kvfxv3oNsvX0wkPv3oSj42/4h4No2L0BobefgPjdEoSDHiC/D3xnTYE4vBPyc71x+V5FbP7saVz02AJsTfWzOaU47YyT8H9ndG557T7VOtSeq12Bx+6cjffX1KFR7Vnp93ajMO2lc9AnbgIRw0E07lyF0LP3I/zLWnbs0OMoeM/+Fzz7FyPXz44jpLLpzf/Dqa9vT/WLFPgZfO5kPHGa3iR4Gj7pokezlW+VWpVFCxm3AasUuKAUAOoCYuCqQ/yzA8dddvGoS6CqydwaDtSzepNEkBu2hAIg9XWeF2IKY1D925n3RDaBq5wCoLn96opYJbyhhAJAyzDMvOEj3yPinAJJ6BHItWUSucqLvASymW+Vg6rJR4VadDznW03Fq2TTwlKCBM05rMgUYLUlBUC8HbEoVibJ1JfdqVhi5jxj/+Y98NMsTLrvV6zTJNRSXP3qIzi3jL0UaqhHTUMA9U1NyP/6JeR+9SeEwnyITTlouuAm1HUS4C/IR1FBLnKI0YjVWDjtWdw2bSk0wYnFA/DyUyegl09TY1N+OLR4Bk6ZugLNU06pvN7uSEx94iIMp5G0IoKNjaipa0B9QETuRzcj/5t18IT8EEtPQ+OU01Dn8yK/IA+FBTnw0+VcI376z024aJYWSQC5vUfgw7sHo3XKvcueB7OREoB6EgsBC7cBqx54U6Z9YnMW54RU8hjZFbnKeVXl7YDcOvbQXDDaVnecbzXZTJwtfKshzqvazAzSBlYJZyjnVZUfUiSAt0kMq0bykmvLPJmVvAyzlRKAg6r6QFXpbU4JoLbxth8EUmuhsb8bl6wqsV1uB1aTR6q21EJ2bcS0WqGN40rcjYXPv487Pt+GKk3NLsa5Dz2Mq/t6EWpqQNXuBjRFdldFa79Fq69+BbwFEEt6ovGEoaiMEJB6/PkoLcmDt2Ytpj30OB5bVKGRt681Lrv/MpzXw4QD5lANljz1Ei7/tlaTJNDmQFx95xU4u7sfQqABldUNCESYnApXf4DW87cBoSCQMwS14wZgD61dgD+/ACWt/BDCFfh46l247bsKbd8t6IYbbjodp/bK43QtCpJjUTEm2Io2TZn6NOHnoxZFQFULu+omYJXEygsas3nFwFU2XnmJSUCC0rQBam6UIBlTJp3iuVEczdosIqjKq6rUSbJrJYA1H1dyEmLgqo3rQhNtU7pNEksUaOLHXFR1WsAqTchEozGzm/5aTs/E0EikKqFHSGWikvhWuUtqKc1sBFdJpnJuC81tQWJ8VItUjX+LUgJwvtUkU5E00cvxabpoBlNtavxF0lQ8smqFLR5wO7CaPFJVXh5s5jdHnto14LQ3bFpE1yzH/dd9jP/tDGkUSA6OvPwuPDCsCHVNATQGpcuhIko+vg15S3ew+nxdEZ4wBds6SNV7kFuYh9CfX2PK7dOwJKjxs8jF8PFjccvpnRHPQqC1FtnnN/yAe+6dgw93arTR3G4486rLcd5+rVHgaUJDMPZ+6atXIHeT9P87IDz5FmxrF/m64EVunhdoXIuX7n4C01Y0aOxGHoacOhoPTNgLJO0FLy0lIJG50IzDAsvvkGkleshlsQm4BVhlrIWpUQAk2gaPXE0+WjKbEoAnq5LXPvOhZJojuE76hfOtKsmO7kXJrJ6BwDOZi1kaYIsnrPQN1ZI30wJWGXDIQVU5DQXChPw59SmKmCNPZqVs62Qh5RHoUjrDS+yacub3Vbsq09lEcXA1FTln8qRoPqhKJOxmYJVsU9kFf21eh1MCqI0t68eVuOQDnHLvH9quvtNu+NB+v1Nx/8VHory1J3pc7g9Uo+jzJ5D7y8ZIZ3OAMx/F1l7xkLqIdc9PwZXfawUSSZUCuvQ9BPfccAxooKaBpfaLaTj12fWo01qnNx9t9zocV195KgY0ozytR9vXboB/o8TW2hXhs6/H9h5xTOieaix/70U8MGcDdtRqRpnh6TwMsx89jNIBkNWAthGptaPue17yUhJnZmqhC+7qJ/XHNijeDcCqxKtKPUeaQuLJrJTHA1ljizbYnjUj1BuJqMzYDqYpRnLzGNB6FCv7McETodxIsykZ/Fqm8q2GRMKxm8GKS7NrmoBVsrDhyaqUJU2iVJtoJK+2QqhWvTzhjqLQqHy0idR1T3MKgOQLvnQVShbgxH6471eSoPUAULq61P4egSfM5wB3K7DaPOVOOtLNRGhDuxyU37CSxziAddNew/kzd6AprS60wpmXX4dJg2Msn7m716F41gvwrtsVqdEHHH03dhxehBhsGMDy/9yI//shva8Chbj04b9jYpe0Gq3wUiN+mPok/r44kGalBTjzhrsxqVfcrCFuQ/sX74F3u1Rne2DEFag6pB1iecIqsODJ+3HXjymnymrePm8X3ProeJzQga0G+Jwlrz56qCMSbr801evQ1yRQlXRL6x5Cb5ecDqxqSVaVZCUZ4QmXMldnmAHpNQJBZOPKcuvT23C198k19UzfQarJQP53glnEXcpIr5LoW2SjxceW8k4r9YR7OhVh+uuMlocA6dyHygk7ZWCVClIMUwoAXlpKgNwm8Sp6AAAgAElEQVRKakySrEpNZoQT0kP8v9qDWfg7C6UnV7szs/McVE2u13SiVeNr5Mms1MZNJoKrMfYftd7r/d2NwGr0yqmuzrMtmNUggK4mW/qyheNq92q8/tBHePqPhjT14cWQ8ddjykjpbjuQv/UHFL/1IoQocugFBl2D3cd1j4sErcR3D9yN+5drj9BkqhAw5KIr8eDIQsM0I25djifu/ABvRhgMtFfsw4i/34erB8X4+HKqlqF02rMQdkv9LAEOOQ+1w/pgT/SxTZjx76l4UVveqrjmFWDkuNNx8xldkRORjfa2Z8cb8XcRMqHH8aAq6Y/VPtXpwCrhKWQy0r8J4JQACiOGEPxGMsJbbX/mjWGerEpJtjRQjkQpG6psAq5ywE0WbKOrHcK3auWBuzkji4CqnLRQWbYpAavshJiQG4csn/DNMQtja6XJqgg9gg7pkOUCiVrNVPBQr8TZtW4GsGZaiV2+zLSe6e+PXlCVbd0536q6JjJpZFlDASDJ1I3Aajq8qko2pGfeU7dLtz9hDbga/OEjnDf1N/ylY5O09/HX4PGzukYFXrD2MxS/NTNOAR6g10TUnzgY1QWR64MNf+Kde57FqxvSv0y416HH4dErB6KjIUSrInZ8/DYmv7IOaeOb8OKwCTfjpuFton0vWvkVWs16D6iLCyzocQ7qRw9BldTu0O947NJn8Xm6GDOANj0PxzN3DUW3CFjLI1eVx79EnqTD5B3jXOjtAf2YYdr9cTKwGonzYkcNBgCrDLjmkXXJjCUzElQykC8zd41pD3X6ItFvSDevqlIbIpQANvozfdIx720WJKY9+Z55LdJWcyxcJZP2i9pkkPRpMqbIAWD17sWq6xKylAyGCKiq+qiBLXRHVYwegYTT64/k5eBqcp1T+di7/jTcKDmoKi9S6mkMPErl4GoqppspkyWZ2qyLpXQXsEq2qcYXDq4mk6nZ4GoYq5/5D86bo5lRtFmj8/afjOn/6h/Fd1otm4aiD+c271jZsQicPhpV7QUEIaJhxTd47rn/4dOd6a9/fMXdcc2UsTh9byMsswHz7nkS1/ysA92EgN7HXop7xvVBHm1SGMU/z0TBp1+Q/xkreUehafI47CqK/GnXd7jr3+9hQfoYM+DrhvufPhvDilmdjFeU71DlRhdbIwgIu1w8doOq1MKDVcZPCgbUqCdZldrnKbhKgNpM45RQ63hKv5PdvptpASL3HDMgOjAldWl8yFgKALmPk2RWZq97NHbaIY8bwRVtR1dioCrXq5L8WQK4FIBVSgEQDhsCHNphDGZ/MxThVTXqO5RPlGczVxQn2ecQcDUzikhZSnhpLgEpSYUR0arxNUtRz0ZFPWSe3owANpwgFQKspg/0aO2Bm4BVYygAWkqIA6tqVmPm2NqJrx5+BzcvqNY1m+TuNQqP33oiOkea2nruQyj8bnVCx/ogNO5yVHT3I4gwdi+YgYdfm4sfdWG6Ag4771I8cnIETVQTZbLf69fiuevexovb9FQCdOw3CtdedAL6tCEjpgmlH96L3GUJleYdicAF47GTNltEw2/v46aHvsUfuqb01phw/fm44qD4bF4Zs+DRp5SEt+m5K8HFIhGIhlZuUWV2JatK7J4TgVVjeFWTK1JKhGZruLBFtpb6Z5gDYzdVNee1TP0zZj5JOVU5ACQnYgL+ENxC1zSlqjs2esMGRZirfs5lDxDWDa8nRjXkhuZTLJDzqiqqivhKiXM2acQqFWSEAsANire6jcRBBcQwlZGRhXBCejnfqqJIMwFc5byqyiPG6GjV+C9JUeFGjtdMqYu4McHVJ/yxM1UrdeIWYDW2zTAHqMmM64NmWY6Zm7wQ1r/1KibP2I5aHc33lQ3Edf86F0d0Yok+ir+4HQWLExHKdhBPn4Jd++YhgCaseu0+XP1lhb5NWl4nXH3LuRi7jwHgc7gCXz40DbcvrkkziVdEgJ7uuPKmK3F8D7L5qUPb6XfAv2pPgnTLEb7gVmwrJ3+uxooZr+L+D1dCD6brb9MTN99yBkZ1lZOFOeNWh8k44tV44hdHNCjFRlCP4BDgwUnAqmT5guA1PVqb2Q75Ih9bcmbrzjldogAwc85NcZA77DFK6Rjh0bWiaWIU4Lbia+76BoGevS5Jqib5yTCJ7ueusoWhsUOouB2WEhUAe5DwqpJYFGOBQ3eZv3xrCQhBQFVy8mN0ka4tE3CVl5YSiFzycDEfbYzhies3JoHoSDJhTMXLmSezUrM6aeZ02wxqbaSqJEU3AKtmRaomWhKPXE02tkzc6FWuwZsPzsSTK6Ws9WpjXGZeze2E08ZNxORhBCkMo/SDm5H7e2XCg37gmDux87DWCGA7Pr7hHjy1Rfu3Ym8U4LhzxmDKqZ2Ra5C7aVz5Ix5/fA5mbNMTte7HiItvw9WHk6Rau9H+6RvgrUxc67WGOO4+bOsOiMG1mHnHE3h+g45veopx+oST8c+TuyA+XpXIin2ZkwIoWRqLpjHIgPSYc4rv0khVplJHFCcBq8xLEh7CqJRMlRHnW002qiQ+WuP3ueYolQA/UrSqOV9wX62RCGQaqdqczcb8vtBQFs62oSBoksiK/Mfphe2snN9Ou+RIAefIGo1O60rAKuPgCFNwlZfmEiASMYpXVUm2UmQdT2YlLyHmrsmJv/usU7qm7MKmmypsMyNVExtOuXrdaDymaiC+chNBIJP6QFgf7ShuAFaNTFalLGN2b5CDq8ms0LxxJa78BpffuRBLG9Jfs3U97AI8fskByBGrUfbWXfCvq27ZmYPvwM6RbRGo+xmPX/MyPmtIc9QJBTj65FG45uy+aOtPsw7Z10RULZiDe19Zgu92pZ9wda9R1+C/47oC4hZ0ePROCC362Qo4+U5s3z8XoYpvceu1M/BjuqL3tsKRI4bjhgv2RSkLGFYofNWQKJh4kbsCXBVZMk2ngKpEns4CViPpqixcn3FwNZnLYZnj03VtRnp21booqMoBoJaIBQNVyT/rC+EyTjqpWd8kB33RC6+j96LEN7KsFXztIWc28RQA0qTeAliVxl0oTKIxdZy+O8hwjW4KCaW3IpKXmLHPI7gSPDRa5nL1Ufm4bKxzCoDksIyRCavUbJCMLV6SScAtC1QpXsmWVSOcDqxaE/fT3I44uKoGjpnjexqWfIYr71uC5WkOBaH9SLx0/0noUr0Frd97EN4t9S070u8GVJzWCRXLPsTdj32FpemcZwgFOGLEsbhpcj+UmOJmRNQs+hz/9+zP+GVPetZY2Hs0npkyDGV1v6Pd009CaEwURR5wxHWoHNYBdT+/jImP/YzE+N5U5hfBm4/+x4zCQxf3ReuUzCKlh1L5dEY94xZKAJqQKcIN6xQFOAFYJW6A7DjJ9Vg7YrOb3yPjYyzeNkmAFZ1SnCwWgdC2OLmBNo12UQTJp0ioC9NcFuhvuOBlV6W5emRkKcAbidDXL2hja2A7K5IJhitOFlRNoACQnpEFVsn1dpKwilMAtBQlOfEhkbxG86oqDQfOt5rcUbiLb5Unq0qmTauj4zklgNokbF50ndqXU/+dbYesvuAU3z4nA6vNNWjd4sid3GypW53+J01BE2mzGpZ9iavuXIxl6eyiPJ1x4ZQrMEFYjKJP3geqm1p2tePZqJs4AN+89Dwe+W4DdmkVhpCLAcNPwsOX9EaB1nc1PS+i8Zcv8c8HfsDPAe3C8Lc7CNdfdTaO9C9G21deR8uA+BzggItRd0xn/Pjh87hx9gbtHLeCF/sfNxpPnN8TeSmbhHXjWJO4HfCw08FV6o8tjMRMVSVOAFZJW+2O3qLJduK48lKVX+Y/x9AA7V7UCslEVjk0PwD3jYkSt5pXVVHjBFzl+pEVDzlsI7QATrJfNt49rqLYscLbSN+IRaq29DktgFUCqpJoVQ6qtlQROfEhoKoZvKrJDIIE1vHoOmUJkfNtD0mz5+jCeVWdBKpKbSFji17L40VBAs25Y5wjJmm8s4sqdhYnA6vWUADIS5+Dq8ms0txDi/CWFXj9P7PwwopGjQQZRRh2xkTc1PMPlH4wS74D7Uej4W+98Mwdj+JVraiqUIjhY07BzWd21wAk6hndIhrXLsWLz3yFaWsatMnC2xqDT70ED/VYhMJZn8uc3fiBnmeiYUgpnnvtTbz+Z42m+r0F7TBmzHBMPqk7Wqd1U5LPWy1ABAr9kKM2lv3V6sPapCOeJId06C0ZJwCrhGuQ3q6weT3GuAT52JKz5TC5xWqzflq2i/OqJluBhcJ2r5Cl1hFKAD62lOYIFrWa8umqnkVRSu9yXlVlMVHQOckBXBRYlU6jQuGQZdGYKWnXQQ8FwmEEbeKcJYmsvI6b0JyjHB8luncuuMopAJI7KSspABJbwiNX1caxuSCQ2teVfyeAqhSxmn4tet90KrBKtql2F7aucK5ftlc+Jo+rmu1YNPMrPPHROqzRcPaQ02UUXj1+A3p9+4u8eFofieCQEkx+7FP8qkWAhd1w1d9PxtmDirS8Zciz4Z3rMee9r/HYnM2aImxzup+EmaO2ovyb+fLhWoXHIDDEh3Oe/AarNbS0zT7745/nDMHI/YpB+L7TKcTzpflqOp9z1Tv0uI1ePXWA74k0gawznEYBICnVbmCVRWyldbpguF2yOcsZbTG8c7orFOmVcmc4HuL9yGkFpwCQV6toI6+qkqF5IuCqbkPMyArsokGJF6aEBfIDpiQ7T5VbDc2A1SAHVRUlSQBVxqtqX6F8qwRI4ABrCyWQKZYmJLJPPYpf5qBqcqXYHVVCbEba9DjQfBzQJJMBoLR6aC+vanyTnQisMo3Z7w05sKpm3CZHKIiN2LFoIf772hLM29GAmlQWMEJX3HhSE85YsUGh8Z2xrn0+zp+7HnvUukfm5bxC9O6yD86bPBxH752bwhsmPRKsw7ovvsTUD1Zg+a4myLDHtvxwYT88PnQLhqzeJt8ooR92dKvHyZ9tSilaNS+/CPsedAiuPX8geqYXpprQDvvHuEna0l0tAVajyXp116avAk9ctGoqQ1Df17S/bSewStdfDkvgwigBTPbN2tVk+xsivR3kpBAWLwkDt10uTmwAoSsk1IXO8zccXFWyF3IOSA6Y7MR4OK+qGl4h+T/ltVcUWJWSVTlvENrvssgJHYlWtRdWZTcwaGQmX0vLGgWZXslNK2eJh1MAyCkr6mdsigBPbBMHV9X8rJPAVeeAqkRqTgNWnQKqxluU3XOnmnXb+7sFY2vHOsx+dx7e+2Ezfq8mqSySFT+O6itgargGfrnHQjl4cLuAN6uTrxZ9ggdFnXrhwrMOx/EHd0AhCSxyQAluWYMvPlqIt77bgLUNYciwyMZa6S3Fed224R8+BXa4UCmmNTTioU2B5BL1+tG9Tz+cfdpgjBpUJi/XNGTDNOCEI5Q0Gm/qKyROnkF2dvueaPJAZy1Mm0nfPmBVkAgAbAUTEk1R4urlGeaVBimDWO0thO6DjXFeElZbooA0aMUtEiPTGfXPDvaJFgmjxWfIfEFpUSwGeqRA9BBPVqWoesarqu5vhD27F4uENyUU5oxoctIkxtYUsh9UldpGkzWRyFXukGSNn1zgcQ6NFU9WpbwsoyQlds1dst/llABq6rAAAFJrQiRRlaNiJnylqq226gEngqqk7zxyVc0C1BdrajWo/y6iacMqfPq/BXhj4VZsbgjTbMFypawwjKkdghggdyO20YvT/vJio+IHBbTtsBdOGnkwzjiuF9rnqLfMjifEzSvxwbvf4+3F27CuUWkuElCeF8Qre4XQTqaR9dV+XLZDwK9BpR740K1HL4wdcwRGH9o2hSW5dklwSgBlmdEjOJuzUbuBw90uYJUACCxpi/MKm7OktvENV3MN2Z3MivOqKu+tyO1aJ0aqxrc4Aq5yIEN+Lxrxi1aybsTCVZzpj50wQ9C1RAqnAcLuqkUiu+LuLJDDCUIkbWgKk3B6+8/m4uVBuFZpZCaf62XNhFAC2O8aeKRqsjFs9/V/ubbxqFU1r5vapKJWi77fCaW6xAKkryaj3nZSxKoTeFWV5Gp35JhR+janHivHlojgzm34/cfl+PTb5fhiZTVqWnRKxJXdAjhf5ub+6p1+TKwQWlyl9+a0xqGD98PJw/pjyIAy5LhlfVLxF+Z8tgzfLvgTczY3tQSbBRH39QhgpEzE7YJNObiitqVFeHJLMOKwPhg6dCCOPaB1CktxvVblFmHr7ae29+k6QyDJW+yRD/XH9nxak6DsAFadxKuqDFIxIi9XKFGTxvU+zPACe1ZikShVhwLyeiWr9/1g2AnRxKn0goOrSlJiUaskgM46JIOAhmELv5eKhTjpGQaqkqI+oQsVlQtEwsXBS0sJBMIigg4DVSW1kqhV50RmOst6iNnbzbdKLqDx0lIC1NM42N8wcJXsxdSdZzbql+1TrZvsYzKWLr2yhFVOKk4BVqNXTp0knIS2cHA1mXJs2MAHG1GzaStW/LkJS1fvwIYNWzB/9R4EBBFHlQVwT0nCWAt48OJ2L2bUe7Ez7MNefXviqL4dcMABPTGgezHyC/wupbwTgYZabF21CSvWbcOKNdvwy+8b8HNFADlCGGPLg7iktYhmwbdhD17e6MMLjUCTvwgD+nXBgL07oE+P9ujdqxM6lOZYevjNI1eVxxZNZmWxX3QLqErEYjWwKl13pfsZh6+1WIiEHWseiw02jc/Zc8+V8KraMFemIR9rX2GJxYLOWh4nF4EgjS2+30oUlJWUAMRkQjxhn7ytioisHVKfA4SdFfPdNAwt81PEQTWG1bjILGtOiw9R8JCDq4oKsJNvlSerSrLBcTCoKrWaR66q+TU7FrUS65nV22M1WTiDYzWmEWcvUDklgJo9WT+2osvFpibUV9ehalcDqhb/hNb+rtirKDFMsxEVO3dhbV5PFBzYGh3Ki1BUZC2AqCZB/b+LEBvqUVNVh12bKlH57Xr06F6OsrxEXoRG7Nm8Gas6Hoji/nkoKyl0gCycPf716ya9GqTZw6rNDj3kcpEqrAVWY7yqbgBWSRs5uKo07qymBCC8qpyeQU4bzk1WpeazeTIrJQlJUatmsqjzZFXJ7ZPxqmpbl3NgVUam5PoQoQBwenQNiawjtABuWsCpuVgjf6d8tJYvbjmvqpwOJa4YJ1IAyLWXjCkytnhJJgFtk40+WZLLnM4DVUmfnBCx6mQKgES9c3BVbSRYN66an8FzfxfTTCRCPioSAaLopRFBrITh9TjRH3EdKq0/YgCZ2vjT97sbklUl9tAqYJV5NgoXOD5SNV5GdM6SoiSjV0L12UkmvW3NnM6TVSnD2wChALDq4MhY2+WUAMl3WQK8ghzZvTFaCNMEj3zdILtuiIKq5NfUZcSB1QRpEscUCIcRckFkHWk6BVdJMitjxlhG1RJh4rGQMoGDqskMyC2gqtQHnsxKzR1YAQA5N1JVko6dwCrTgPu8vz1XCNXs2Um/p37tKN1Wu9V20u1vau/FtqZuPVdjh5ju8wmp6UffU1ZErrqJAkCSptnAqrRSoKCqLVRC+uyGgfJxyaxIhzjA2kyo5s7pkd0cpwBoYchE7uTAL+ROVDXSnwi46hJOav3eRFsNxG96DfabErlaiNOcKCqDHaRrX4tzYDVOpJRnIiwi4EBeVSXNU3fkISca2gZqtjxNxELOeqzYJHEKAGWrchuoGgXNeES4iqvQPulo8z0SO55zV412Aqsx6btrAjB3E6bNwpz5tPmHFm6KcrZaR4LgXH+Tmizc5Q9S65P+pxjHOxA2aUHoNgoAK4HVWDIW99pmLCWte/ugfxQp1WAiLQCN2JNkzmUf04ALeVUVDZDt1vl5hbyAvPAaGuXPdlYel0Y5m+fFpJrToQCQ3uXAapx+yIlPIBxynaFRd8T5VpO7a5OTs3JQVV780e2pSyLA5XrB6TaSTWJmLXYlyyGXVJwNctgFrLo94pCDq2qLQ/PAVQ6qKoMDJmFuaso24XcOQMgJVYrUobxpAsmlacD8IpLbYyYvMk2wECuBVRJ15TE46spEkchWzaJWWeQqjwqXl77xFHoSryr3Z/GAKrFCkqmc4BYGeDCrh5LC9zjfajJFGAWucl7V5OYuigzRSbdwYDUiORLySygAjJ8U0lWNtvfIms7HKQEUhWYm3yoHVZVtlUWIuHvap1HhPHI1iUMyAwBiU7/TQVUiFDuAVcbjJzEXa5srnPa0W+dca+Ro/NiKckBa0wGXfCUyR7kXG1MAgjj8kwxcZdxy+tcndJS6GJE3kwqAXfIlmdwzg6JCopPgEZTyrp0cVBgXdchBVQUp021VMKNAVamnJGo1fVDLJQuOtJpJZnMPpVPRJx/Oq5ocsyDAqhZO1cTaOLBKtu/UQbmHV1XJJAjfKgFXeZGXALlMYoZ4SEA9l7ryIisT7FGKCs+EvpjTB6MpAZybrCpRfnYAq26lAJAHOdyadMGckdS8Vn0LvBYLvuhykc9YzWUTiWPMOLFkXIcMG3RG8q3SaFUXFzOBVRLbySJV3S2jePU2B1czp1/6TVhkcRQCOfbVe2DBQVVFfYgiBVWdmD5Rvw2RGji4qojziAI8nvSTWbGdlbHrSmN0bn8t1K9Tt6VPPlkPrBIZkmx6BFjNhEKuLXuNxjgyQTCRPvgM5lvl0aoKgGrENRlyzc4h9ke4jPnQSqYMI6QjXdQk/ljvwtwaw7EaWHU7BYCcVnjUqpqtGjG2SOQYBwHkJR3WHQWipkG7fpeutHHNy0Hp5G8kK3J6c03UF7tcuGYBq0ZFWNk1dpJ9V6IEyCTA2Eg566b6ifKqunxwGSnUiJ+ioGp6LsvQ1phXmQCR6p8XOQmQqNV0aFU4qKpsTwxU1QeoSrVnN7BKM+mRZFW6pwBHjX4StWpGZKajOplmY2jkoUHX/TiomlwJmQSqSj3lfKtqA08vAOQeCoCoTfhK1YRi2O+ZCKpKwkkX3DBMuI6uSN+CL5PtRp/aJDqNzAVWmXw4OKFkJ1J6xHTsyK3JqhL7agawyugRvJHYn8y0P5bMSu+aJx3Lc8M7oo6ISkIdoW/Oc4OEtLeRJavKLF5VJSlwvlUlyZDcmh7iWzXelAjRZFWZ6Yu1j6Xmb+jlVY2vLauBVeKcgi7mVU026Hxegc1LvLSQABGLT6dsOKiafaCqtD0lkas6zSeDR6XexbB7KACsBlYzHRzLrONNM4Z4+mOLRapmBievsZLNVAoAOSnxWUtOKulSAjDgkK0F3B48Zgaw6qVcgJkPOjJwNX3fbKw/c1JtbL7RfmDKKQCUD4FEBMPu9zepWymnBFCGndl9gFTAVWmOI9yqvLSUALn+HwOc9a+TshZYJYbWREBVlyfWUQRXCXhIwFU+imQloIdvlS2hMoM6wkjziG4uMnRMSbIiBxY0mZWRwsuourRuMti0z4Br940rK6gAYhLNfKvTvhHLqMGj0hntC+NMB+T1aV/MogPoTEl3p0/jScHVFM8eSMQQ3dBmiDs2GlilCVbIf7IguoMdCJIdRYYYg8HDi+6xUxYNGVNcljLQD10hZxeoGg1d4MmsFMYkhVYF5muTlbAoIJwFh1zpuK4YqJqyk1L9TNYCq4GwiJCYyVs4EV7Bw/lWkwwBErWqfSjFzqdVR1eWPUChsQwHVSWVEmCV020kM3At4GrsPNWNQ8Z8YFXi9k1x1+9GIca1mVmD22PAzFKClnHF2sCgWO0znVk9cFa9mU4BkChtbgdK9kdJaAjHWgoiohHgKTznLFtXbo2xwKoAEq1KvU4WAKt02Uv/ZVaCLiNtl9CCUfpC1cIpAORFFElWla3LIsHLr7ArjB21mwEkVIVFqqY0AFVHaCY9YCSvarxcshJYZcmqsuPiIedbVXYDxM1o5VvlFADK8sxETtVkkwgHV1OZYlMBgiSWO3euGs0GVrMv4ZAebrZUbDITnlGPXG0+8viiOqb1iJ/JLGxMg1FzW5ATVqp3JjKFVzVeBkYBq5mcrEptgHFKAAUJkfBukeyckh2XRmYrnrBIVogk6pckrMreQiZrzg8qr38WtSq3T2AZK7jclMaNGdGq9EBxZ8X8rBquNFlVOJMjVZubEAUPeTIrxflIC7jKQdUkoCr5KUuiVSUpENuhlAB8n5pkvacGrLovWVViZ80EVrOJAiBRrtkzS6ezXVIbV1KkKl3mpfOBDH4nm3hV5dTI7UFxo0UjDxllgrzkMnO+NwJYTfVaagY7FhCG+Ji/5eMsXtfJgVXOq6oM/jBQNauAGllhkMNkktAqkz1Ien2T873sBgaRFxeYnFTNilbNOmCV4D6UVzXLXBQZdD4yb/HxpeyuVaNXyEUfPrXJOqgsA1TjZSAdXKQ3HWbDW8kAIHdTAEjaMwtYZZLLXqctbt+M5ctX4udtlahsDMHja4eD+h+AQX2L4fErj53A6i3YtLsOTYIP7ffaC23KlGVY/8tabAiGAK8PXfp1R0FOXL271mPVX00gtEFKMIvHU4TO3dqhVSmZYFMYz2IIjWs3YOmq1fh1+240iB4U5rdGj716Y9B+XdCqMIU6pEfqGlG1egu2NYVopmAywXtyi9G5QzsUtZWak0Kjwk2oWbURv69bi9+2V6EBfpSWlKPPXvug/35ldO1gWgkFUbd6LX5evQa/7qpGUPShqKAEvbr3xoF9OyJfSR71jahatRk7giKK2nZCh655sSYGGlH711Zs3N1EsycTSfj9peg1oDT6jECiqKQiBrFrxRbsqm5EiM7xHuS3Kkbn3m3hj+t7aMNGrNnR0MIeSIIeX0EJOrcvRkGxF/BpkFZdHSo37sK2PQ1RdmlSX3H7LujUJTc1m4p8Lrx+C/5cuwbLt2/H1oYwhIJyHLDXPjiwVwcUtpFrkwCITdj55zZU1DZB8LZBt95lyClI0v49tdi6eiuqQmQdzfyTN68I7cvbo027FGxNqrqpCdWrVuPntevwa0UtRPhRVFiGfXv0xoC+7ZGTr0GGBj8qbbgSN/DUH2foItoYYNVD6ceyuUgrmv4bj4IAACAASURBVPhjrWyWR2Lf5cFViVeV+Wpe4qYmZFuyqmTal/YSHFyVn80FeOMivkmkKjvo4aWFBEQgxFjATRFOVkWsNhFe1XA4K323l2y6Utz7mWJpDq9ULZkVcVG8yEsg2ygAEqVAuFZJ5CovShKQZJMoIzLts62Im4s5wKrEq+pmyaTZ9g1r8fnXc/DOmuX4ta4OmwKVqACQK7RGV18x+pT3w+mHnoS/DWlHU4Y0Kw3b8dGrb+D5NauxPixg2LCb8chJ7eUb0rASN99yH54P1gNCCSaOfRL3HRqz0U2vXIXhv+zAVkX7zEPPwi7omV+E1l4BXXufgn+O7Is2reQ/17T8J7zx+Uy8s70GW+q2YHXkMR/ao1+uH22K98HIA47Dxcf0QEEyYKmyEn8u/BJP/7gMqxt24ffaHdhB4cDW2L+wHcr8bTGo5yCcOOBAHNyvhNygky+BJuxaMh/T5n2BWbvqUFG7AcsiTwoox4D8PJSXH47LjhqOYw9ow3KKGFXEMKoWfYuXv/8Sn1Xsxoq6LdgSqdsvtEWfnFy0L+6FYQccj8tG7I3C3IQPr/4O1z73OmYHBey/70RMHX04ukRwU3HVEjw940VM3UrkQuZtD4o9fTD1stswrqfMAfOip3HY+6tRjEosaaiFz9MOB3cYhMmnT8SpvSL2EN6Nb5+5Axeu2IwtCWuBHLTFoKIylObmIc9bhN5d9sVxBx2OwfsmQckb67F+7ud4+adFmLsnBF/jFswP1CMAAcXeLuhfWIDSsgNwzuChGDWwPXLicONEFdT/uhivff89vti4EVuCu/Fb4x40RB4qz+2CfXI64fShZ+PCIZ2RF2dXNAvu2nm4b8Zs/G/rDtSJvXDzhVfjzH1l5rJAI9bPeRvXLVyO7XXb8FtTDWoB5AkdcEhRa+R6c9EqpxvOHHEqTjmwjfLBhxhG3a8L8MysD/Hxnlr8Wb8VuyJtLfSWo5ffj/KSPjh24ImYfExX5GoBqQ2yTWk2YpyZpLArzJnGqxovLr3AKkufklqGaoPU5NhqON9qctU051uloQk86kdBZOSGLTsc5IVJgN4T5FGYCuZAfDA53CJzOwEOsxLsSmGokEAEGosQneNTeEnDI1kDrJJsegExpEE0mfco4RMltAC8tJQAc9eEq6TlLMYpAOQthm1ZCQMAn/k536qaV4mf5CV7kYBVtXed/bsZwGr28apGIIzfvsTV0/+H2XsIoBmii8P4KBfmp70o9XXBkQMn44Wx+8AfD/jtWo4HH7sPt9c00SeHDLwbsyd0lzegHd/g5HufxjeRX48Y+iI+PV1CnsKYd98EHLc9+YEa0RNJqxCgdfgwuM+1+PjCAchPAIQafvoU10+fjrcbaykgRfoRq1mADyLta57QHkd3H4fnLzsUrWVApfCKhXh21kd4ev1arANbz8SvavwQ6I0c9reOuOjo6/DISZ1bgqKhOvw24xVcv3Au5oUDaGTbWwTjJEV9O7wo9vfHv0ZciKtHdjAsYV/9ovdx0TszMDvcGAUBY7MIkykBtvKFcgztNQmvXTwQ+fEA8a8zcNJLb+FrArgXjsGXF43FgXuxtU39T7Mw8fWX8XEzrefijKMfw2unlrS4ubP1pcuw91IC3ceXvXHb2Ntw3eERRDe0HW/eew0u3EXsKrEIKKAbGSZ3wnZWltMTZw6/GvcfF4uSjb5VtREfvP4aHl+3HEtDjaiHgByIUTkQ62D24EUbTwcc2XUU7ppwPHqVtfxy/bevYNInc/FNQzVqiCzgQwCBZnokbxUI7XD6wZfj0dH90CoOXA0vno7Tp72LL2jVXXDH+Km4dnACgt5Yi1+mP4qxP/6CDTJ9bwUBjQhT+23j7Yaxh0zETcfvh9LWiQ+LqF/4AS599318GKyP6y97jkFzTO+tPJ0xvP9kvDJpX/htWrLGog8jNwdsaocVs58eYDWbeVWVdNMSXDV7jewe44zN54w3k82GRrQ/HRnHfzed9yULMKL9Ul2sHSSRHskFw0vL+VZUOeXVlfw0HZFH1a/TDvR8m9oK41sNa7o2w+SbzqedZ5vJNc8iVOP9jU59KQggK4BVQvxMKAAyw3DSN2V6Nsj5VhUFSOWTQAnAQVVle+OAanPZcHA1mW+Kn8wyI1JV6q3RwGpMUuZM+unPICa/+funuODFl/B2BHHMQT465ZSjV6s2KPeHsKNuB1ZU78QmBMHgrQKcesjNeP3s7rFt2bZlmPro3biDIIUoxBlH3IpXzuwq3/Ad8zHx3scxg/7qxSnHPotpJ0r3oEP44dGLccz6usi7fvQq7oMD8gtQIAF8oXrsqNuFVTVbsUqUYNICjBlyG14a0zXWppoVuPveu3FfPWm1gEK0xj6lAzCuTw+09e/Bol8X4IuqndgoBiL9ao8bxk3FlMHxvAQAdqzCc8/cgxsr6lFPa/KijVCCfVp3QbdcL4RQDbbX7sTKhl3YHO1xa4wZcgdeHdOpuQx++x9Gv/gm5oghel2sSChFv7aDMK5vV+Q2bcPc3xbg85pd2BZ5q8g/DK9dfgVGdjPABip/wx0P34f7a4mSPGgtFGPftgdhXI9yCMHtmL9yKeZV78BmhCMAYXfcN+EO/H1gXNgmtZUXmK34TsHcy8djYHcCCIqo+eFDnD7tdcxv1tQ8DN/vKrw6bhBK4wNJd2/HzGdvwvjNuxM61hG3jLkH1x8ZsYfQDnz02C0Yu0ECYFth/+K90Tc/D75QHSrrq7CpvhLrQ3XYE4lwFLyH4OVJV+Fv/eMQ8j0b8NbzD+EfG7ZQIJQs9AtRjJ4F7dGjdRHyEURFzQ6sqd2JDWJTBHz04MDul+Kd84ehSzxYueUPPPif23FLLbuUn4+2GNrtcIwoL0Mb1GHHlp/xxsZV+FMkBxSktMelJ9+Ph0fE7voHFryN49+eEZFVfzx+3o2YPDAeWG3Aov/egnNXrsPGiIQ8Qhv0L+yA7gXFKBBrsat2O1bUVWIrJIC+FCcefA3eOKsXfPGHAzuX4taH78XUetaaAhTjgPIjMLFnR+SHNmP2sh/xXe0ubKUgLSm98NB5N+GygfbwAsRHrlJPnMHuOB1gNbpFFbymXak0wNvYVkUsmZUFTbDbNjUSXzJw1YOwUdcgKKhk3w6fRv+n6SLkWk3lQxN+8ZIoASKTYJgcZBKXnCghdhCv1xa0yj02/Ai9jsWDUZDARGIzpOdkgeqFh1xR1lB0Y/h6u61V6LJ9U6uEcKQL8HtyTJ3OMx5YJWJuonxQagLXYIEufpTYvs+TmQT8RqiFgquMro46Z86r2lKq0ZGk2xMboTHn1EGj6cjYck6THNoSKT2IUZKy17cbDaxmZbTqnh146/F/4cIKFvtJQNHTBl+HJ07og7IIP2Q4HEDFwk9wzXvT8G403PNAvH3tv3GihBuaBax6J6By6okt4wDCYexZ8hVuePsFvBJJ2yvknojvr5+A/YsjXVn0Ega+9RlW0f/bE1NO/CemDGsLIY4ntmHhB/jHzBl4q7GJwJwYue9kPHfeISiJXoEXsfKl2zD61xX4i9bjR9dWQ3Hf387BqfsT4IlexAVq9mDlvHdx+exPMS86+nvjgXHX44rBEUAtUI81HzyJk+f9iPUQ0C5vIG7929WYNDCuQSER69+7C4cv+A1VtJ52uOTY2/DwiTJhk9HvkFNJ9TEd/vZR9Hh/HnbS9w7Ew2P/gUsGt2ITL512ReyY/RTOm/Mtvg2T2Iu2OLHvRDx1/qFoIzVRFlglG4kwan74WAZYFdCtzXF4+oLzMSwOZw/9/DH+8dY0vNQYH6tLGiEPrI7bUEE3dH373YkfL+od8/XBMJrW/oo3P5mOB9auxFrakVz06XYdfvpnf/acKKJi+o3oPn91NKK0NHcQrh05Cf84qhweCUcPhlG95CtM/fhNPLq7mj6bhxKcc+xdeOKEtlH6xuo5L+G8WZ/iU0qw2w3/GvV/uOuEds18fuCX93Dqy+9Eo7KLyy7G7zeMQElkz9UcWN0vAVgNYvU7D+KE+UuioKrgGYSnx12Mcw4sgUcCTRvqsXn+x7h59seY2VRHQX8IfXD7mBvwf0PiQNEFD6Ls7UXsd/TGvWfdhKsOyaP9YfIJYf3MRzHxu0VYIJK1V3uc0f9iPDvpAOSnQEOhK0pJcaZkGzFVu45OQer2b96kTHbVonpbZRogBivjR3FKTWRdZivmTOWeTUkQCg/RVU4K/lDPN1z5rkiiMVlEZljg4KGyDllYDy8xCRCfQ6gRGgmlIy8tJEDGFKG8JFaT481VnbayVYQ+wQevx7wDwYwGVskaIxAOg/CUcP8UG0IUXPVyAEjJqdDzHhq5yqmflWTEo1XlJUM2GMR23FR061LQAgUSvxN/omwEKGpEHelqTIDXlwxs0lZvth7kNM17A+e9/xE+pIRiRRg9+Hq8Mq5nAocqu04Qmvcyzpo5B58GQmjjG4g7x16NSQdHkJdty/DAo3fh9kjE6pgjbsOrihGr83DevY/jPaoiL0499jm82Sxi9SIMi0SsegomYMOdJ6GNwthe/d8LcMCqSHSrcDBeu/T/cEYvpvv6b17EyA8+xRL6/w7C61dch9E9E+yiZhe+fvl2nLpmG0QU4Zhek/DShUeiTALbtszHpQ8+itcipt657Ti8f8Fp2K9DJFImchAoYR01c17A6A8/x/f0DwUYVH4hPpsyBBRardiCb/73Kq75eRn+Qi6GD/wnnjmzP9okUoJu+x1PPvsort+1B2G0wllH3Y2XxpQrGzS7iaZaKj56DEd9MZ+Cj4VtL8ZPVw1H16KE1yo2Yvpzd+L8LbshoAyn9r8Iz11wYCxa+LdPcf4Lkehm/8mYe/k4DOxOOB6Bmh8+wmmvv5EQsUrqL8G145/CHYNjjaz84B70+/oXJMarKgGrZ2+ooBQOPXpei4WXDUarRMCvciXuvf8m3EntD/AVXYStdxzL5F65HtNfuA8XbNqFEDwozx2Eu8+5GuP3VyASrV6Be6c+hIerqyh9RIfWJ+D5CyZhOI0aDmHN23fj0AW/0d/8uSMx6+8XYEjnxCiVAH78zy2YuGoN1iMX3bpchK//eRTKIu1OBFafiI9Y3fQFTnnwuQhNANCqYBTeOv98jNhHPhIm+MdnmPTMC5HxBPgKJ2LDnSdGx0zom8fQc+Y8FgWdczLm/3sCDkxkSqjdjY+e/CfGbq2DgLY4ue9FePXiA5GralcpGp+qdSY8EAXG4m9cyFUS/30985FqRxV7QN4k4HI6K/t4YFWLiFhPybhLAfnWUrHLn6UrnCxP5KWkQrIdJ9M8u7nMd1nJTJ1ErXJ0LCYhguUQ4JDDqi2thhxWBOiBBQNWvYIPfq8NJOUu8d1+j79Zsi8jmy1s3zU/7VVA2i+26EH6iwmIyrGoZPCFolf0jBSb++tih/CSBgUDeDIT7tBrFlH6NiDq0XELI2Z/8Akkspd1IhXgibaenL7qvQYQEYPmsUVfiABWaZ6Sk36mogUKzAvpLN81G4UrX5DAsVR0KMk7NckrLlXpKtXpUSPS1tOr7YaK423AyIhVtn1PZRQ6XiyaGrj8yQtx8BoCEZF9+hB8fO2VODoCGraoqH4Ptq+tRIXQGt07tUFecZy8TAJWvYUTsO6Ok1CqoJrlT0zCwWullEEH4tUrrscYCTz98TUMfuNj/M5mFgzpdx2mn7E/ihMra2xC1aZqhD2FKOmcFxfRGsKW2S9i3GdzsJjW0R03nn4Tbhgay5JFXX5C2zZOuwmDFq1iV849R2L2lCtxFAlobKjG7zP+gzMW/YyNEFCasx8uH34+rj22c/Or2+RTDU3YvakaIU8rlHbLNSbZ9Q/PoPvrX2E77UtrnHXEjfjv8d2Qn8jJWdeAim11gK8VSjvmENHFigywOqiHRAUQD6x60adVHlbW1CIML44+7FHMOktKZhbA9w9OxkmbGtAEP/p4QvgzGgkjH7EqAavd9v4XFlx2KIoT9y2hKky7/VJMro5AToXnY8tdx4PgxuH5L+Dgdz7DH7QXJRh/xHX4z+i9kyRoErHr8+dw0qw5WErfKcB5Jz2Fp49llAg1X72EU/43Gwup6jtj0uDxuG7EweiWiH03hRDcWYlaFKJVWT68cYnAkgGrwXkv4NDpn0XstjUuPulRPHZskoRcCODX5/+Nw3/bxK5peofio39dgeFSNPm8h9F++kJU09a3wYRht+LxEZ2Qlwiq76lDVUUDRH8rlJQn6F2TVzHg4WZrKfOyCBvQUl1VpAusxladNEOB49cguoSU4stsFc6Oj52+JkuxS4Y8Ju2jSFRdLNqZyYoDZcoiFkWedZpIh1E6smhnUSYXiiFG6tJKyHgieYQkTl7J7/gEL3zRqyUu7ZxJzaaUAII/knja2D2XsG7b3FT2/yZ1TX+1yUAvsibiyZpaypicahPAOaZ4I4xKrxkZ0Qb99kRriPD15EaietPEKQ1qjAOrEclpGHFKDmybjU2idpIiOG1jM23/NBETzaGXIfZjJLBKlBMTTYYISNXiduPdOy7DxKrI9ir3LKy7ZzTapdN9k4BV5EzAjvtOYpGH8YVE36z/A488dwdurWPt9+ecisW3jkcv6RZ0xVJcf989eCJ627wVju1wCI7p0QcDu3RB97JSdChvg9xWZMEiI6xAJT576maMWbeTbkC7tR+P6RP/n73zgI6q+ML4b0sSQoBASGgBQu+9I0ovClIUBVSKgICiSC8CIs2GgoCCgIKAKM0/HQEB6R0R6b13SEglffd/Zt7blM1uetkNOx4PJ8kr8+7cad9897sdqFxYudYSqCqnsWO/Uf+3jZyRV5VnVp8J9KumvuDydt6au4RNxiiZdCifvgStilbiBZ8yVC9ahKL58lKgkDtOsdhtkq2Y7AseH6bPFzNZEbNk8KSddy2aFfehRP7ClC9elOKF8+AkMDxrhzDJBFadnF5g8esFWbhyLXvRUr7kYHZ+2IA8wgxh95j/+TBGB4NLzhYsrRfK+N0HOCs/JHFgtXS58Zz4oCpxxBOUz791lJHfT2eO2tZunoO5O+4FBPHYd8VIfI7cUkGEcvz4wRR6lUvCar7H6D/1W5apl1Wp+i1H+6haBg8us3DR14x6HCQTYOXReFHdszwtytSkUbFCFM2fD08Pd9zy6Sz6leheAlhtE6OxWpkYxmrEM65s/JHX9x/lsnz3C6wdPJiXreSBM31FxOFVdFr5P3ZJyalqTHtzEB80UBHz2zt4fcZPbIn55KJ0KlaNpsWK4ePpTaUSRSiUNyfOonFsgQBpYeGXUVmEk913MujCtAKrSrWkiJY6JqVm8M6gj8vkx8o4N8emIYHVFf1HRQLAvGSPNKYZ52iKbubzW2T0sdEogcO0Ig3Z0YoSVLX0YUZw0glm5vPtP9baXCT6EsCzSDiankVz7cG+bO2nYgPvAFdjXUZObBjl6Y+jWLaAAOvF/8JvXMRh4fO7RrRoIMls1YjMxQqzN9sgZGnsEAog5uhX5mY0+Uvc34s+JcHVbFDSG1hVetRzxFsNvMwPMyYzOlDRV3Xz/Jg7YxUwKsUlo4BVarFuzGBeigghLFqLMSKYJ0+f8sDvBrtOH2L1/WtckzhgEd6qPZgF78TN8mTgyY5f6fnnlhity7jf5e5UnnbFKtKsQk2aVSlL4UJmi7ygi0yd+hlfSvNoqVd+FJt618BNGCiRPbzx3C56L5jPKvmyEnzSfgTjmnmi5DSI5Pzvc+h/9Aj/ivVAPENrKJCjKp1KVqZ17ca8XDUf2jgsxxS3SYIBIZK7m3+my449qjxC/AtyO1XktRKVaVWpFk2qlMTTEsKeTGDVza0923oXZ9n8n/gtMoq8+dryY/fuNC+lwXBxHyMWzmFhJOTy+oCLXULpOecXtsrqJA6sFizSn/0DW+BtCCcyQoNWr0MXdYsVS2bwwe1HKEoAGhrVmsb2HsVl6P6pHwfR4JKv+rH12TZhGC/lS8KakTeZMmYUX6oNVLTYCE4Nq4spjVfIvuUM2LyV9eFhasKn2Ofp8aJl8fq0L1+HV+tXxEuE3ccZcxMFVgMesmfFdN68cFMyTDWub3H0405UKZREfW+cZvavMxnvF0wk+ejVZCxzOhZX5HGM0fhuX0THLTv4x8JjPHJU4fUSVWhSujz1KlegeOH03eykyG+tLPocwGpCK0qGppqRWqPRP9csTYeuqvVeZpIAsLRfUPal2WRBmKKBJnkXmyQ3knd19rtKhP87QFXL7SpkNQSwKnAdc4a8GJdFLIGzzvm5HpcT6xE6ldWbnjuubA+sCoOK0FORsdtRlM4nNWcdxaIFzBnQeq0RJxH27nAfCytqI87a9D7rsU/HdICqKW83cYiahVvnlFfYyh0ZAayKV6VEuTbdPiYrHhR4hXkzpzDcX4GjXqr5OX/2KK0mDkzhwJthwKpiGBdykJNowokiTAUkRQ3Fmber1otaZbuzrGdd8pknMo8O49K6JYw+vJf90RCOKVO78lzxDB3OeLnWZGjznnzYIo5u78O/eeXrBeyVVzrRovp41vQqLw+2EiUi3L7A9NkT+VQCsoV5t34/vupUiTymuhnCOLdyASOOH+VwdDQRCQBWcZ8rlfI1YmjzN3jnJTWLWHr4SHggx1ctZty/RzluiCbU7EBKsWkOCueuw9CWPRjQxJQJTH15MoHV/O6d2dS7Gle3reGb8/9xRVeanq9+yvSmOXi48Ue6/L2H42gpVvV7Lrz7jE+Gj2SWfIVlYLXrbT+1pjkpl7MQBTRRkkljjA7DN8KfW8ZIYtKv5WzD6r69aVpKZAr2569ZY+l0UwVWNc04OPl9aiTFCA6/xpRxn/CliK0XbOUiH7B3WFO84jA6n+1fSY9NOzkcHkgQRovMlXzO1fnopS4Mal6GXJJ2rWhxWmWsCh3eRWN4+a4ib+GUpy8nBramTCISu/LCwAB2Lh5Lp+tPZD18yozk2Pt1yB1TXwP3Ni6i366/OWQ0WGx3GdGgq8mMNwfTr755R0oP57P2jFhprMQXfNnv2CstjNW41hTgmOY5TWblAFUt9yvTnipaSADI3GrW53QRPeEoVuwYJ5bpebKRZKo6dFUTNrnQUxUSAOq/ifmE2KU7aZ/vQ6/E7CNYq0I2Ib1IYs8FsCoMqhfZup/zMVuRAHBQ6a0uq80BZzXpmbNWCX1/3v3H3G7KaZhWSgJkF/ZhahYsyrCSNpXU1Lw3O9wj2HP2PixnFLCqgPX2bp1keKkZsFqt4mfs71cRXQzYlgIbZDCwqkeHFgFCxi2l6VW5KX1eakydsi6JO/SjWxw7+g+bL55m38PrnIwKlezG+Eed+fnglal820qlMz7aQ6evfmS7AnHFAKtSiiUx09y9wPSZCrCqoSh9G/RmcofK5DXXM7h3iR37jrDu0hkO+d3nmjFCfl/cOmnw4MOO05jWLCkkMBntHfeSxw/49/BeVp49w4FHNzhliIgBBmPfX4hBbcby9SsmbVQgucBq3i781b8RxvNH+XHHH6wIjcRYdBJPhnuz45uP6HBPJBxz5+M35/LVC0+ZNvwjJkp2qGVgtcttvyQ/UDRJTuf6zO49lLcqqA2UWmA14joTPxnDNJWxaglYlRXy8+P8sUOsPX2MbQ9vcCEqVGGaxmlHZ3JTs9JQ/upTGec4yassSgGkFlj1e8jaRRN4566/9B/Poh9yclDj2CRsJuvdvs6+owdZd+kcB57c5IwhMialYWy7l2B8x08Y1zQdAf0kW8+krZH4hdmNuZpewKqyu9A9d8msJGvXEW5rsdOIfYJJVzUpYNWht2p93InVpU3Beig5450NX6PoqioRNQ46mHlDaYg0GBNEqljuhCK6VIdOK8bm58d/kuvaYp8lwFXBXk2P8twAq5IR8hyDq2JQiq+rmh7uk72eYU2vV4R3O+vsL9t7ZrWOYB1KVm9mvdDG3iP843n99sSawpIEQMKlgcK6s2f7ZRSwKmz1XICrZlIALvk+5P6nL5Gq6PMMA1YLMaBpNzrkdibw4XnWHd/IShXs0muK069RPya+XFZlAyYxQIn7IowQEYrfzescv3CKvy7/x44nN7mspDyhkGtTVo4aQB1B1Aw8z6dTJjFDsha11C0/ks29a5LLFA9u5XXG05vpuPBXNau7D8PbDGZCyyI4JRAGFbQHlfoQFsKDyxc5cOEkq07tYUukCejUUS5/B1YM7koF8yRTaR2PhT1EOttnITy6cZVjF8+w+/p5dj68oiZ6Ao1ze/6b/A5lTN+cEmB1QAsKBFxnwbLpfB0cSXSOTpzonZdxPy5mk2AhuzRjRb8BtCn1gC9HDGFKMoFVwV3OHZd5rPGkWZkGtCpWkmYN6lJMJAqLU24v+ojypx+rv6nHtgnDk5YCePovg6Z8xUJ1V1m0+EhOD61juW8I/xD0lSgDYXcu8tfJUxy7foiFDx/gr77VNUdLVvXtQ8syygbCKmNVSAGs/I6u568TIKUAunF00GtUUXV9rTW58eo/fL10NlMCwzCQjx4vjWHuayVUySCzu0ztHhzE/Rs3OH3zAn9f/JeNjxRZDVk0L7Bj/GAaCRmDzCjJ3HQqqx17nrXiGzO9gFXxVEUVQGH/PC+beIM1oevM8Fkbf4dINiT+T25/ceitJt6gz4veqnCZiGgBHDrIYHE9wnRYKsL/hQxAcvJlK4mpNZK1KsBVR0loAam3qtEj/k1reW6AVTmsy0zv2WcxlJLGF0zVuOmqUnLv83BtYknQBOFeJmtySEpYdAVhOyeNVuqoPW+9ywGqpn10sHe91YwEVk3bkWx9bBH1gF+mDOOjIFPyqje5/nlnClhb3xgMhN+8w9kAF8oW9SS3hy5WUyIesOpKxwaT+b2LmuzH3FX9DtN96kzWyt9raddiIavamUKPozk+sx9NbglGoziVfYX/pvaijIi/Fwva83/x0cpVrAwVWpI6vJxK8E6rkUxpaYFdFxRBeEAQvr7ReJYrgLOF6Obou/c59Of3dD1/pNxEdQAAIABJREFUTQXBCjGl13cMq66BiMf88d04ej0MlFUp7tWNVe92opp34n0veOtMqmw9zCN5WWmm9ZjER7WVNPbRj4MJDgwlLDIHBSuYp2VXALrIm1fZvH4WvW49VsPbi/HDoG/oUzqNfT4wnFD/QJ480VG4kgd6c4BYhP7dfciejTPpfvGGBPagFD988AV9yqvvTgmw+kE7yrmGsGbmx/T1E8m6itKnpJ4N12/wBA1VSw1mY4+GeOW+zdRRI/giEWDVJAWQ1/NN1vdqT+XoAALDjCJ2HWeXnLh7uKLLKUI4EtooZN2nFNlzSbVlWeYMmErvCknY8vQ6Xl20nL/Vy6pVn87hd4sqP4VEEPrED/9oV/IWdMdVJPuKWwTQGvKEo5uXMezoIU7Iv+WiV/MvmNdeiem3CqxGhnJt44902ndETV5VlcUfjKdrEsm2QnbM48XNuyQgrtNWY3qXjxlQX/EvY2AEUUGBPPBzwru8O1pzEWVh9+Bw/l01nmZnb6k6tT5M7zuNgVXS6HOJ3q4cZqQmJCm7MFfTE1gVphZAmkawo7KF2E/ivmcCAp8XEDm5PVHJVSGmy5QDFQ5JAOtWVmgc2X+nFS6YquL/7P+pye1SMdcJBriUIErhnZKZqRHgasr7ZApfZZeXiyRfOpnMKm197LkCVkVLC9bq84atOkDVxPt44qCq3BLIBwjg0Pk5Zj1bs2LMaZjm+WL1KomqlJNAR7HqHclaBNozuJrRwKqwrNQIT+kqym6cMpJD3w2g5W0VxNTUY/XgIbQtbnnxZzy9hcHLl7MwLCdNi7dl3CvteaG82gd9LzBr9lTGBgkKpp7G1SewqVc5y0nGb26l7azFakIpF3q0/5l5zUx0zvjAqjbnu9yf+jJxA+GNpzfwxi8r2I5BhmO5uDRnde++tCgXhxEQeI+tf25n45XLXAhx4ZUW/RjWvJCaQMqsgc6tocXPqzgsf52XAW2/ZUbLXGCM4tam+XTdtY9T8m9FGdn+Uya1MNMdjfu40AB2zh9HpxtPlFAxTSP+GjeIFz2Bp9f5Zdkyfrx2hwin8nwzbBitrCQlitoxHZ9Nx3gqn52LUe/+zMQaaXAs3xts2babdVcuczE4P71ee4/eDS1TYI0nVtN66f84IF/nyeAOX/NlcxU9TAmw+mEnKnpquDDvAxpe9FcBO9M3aGj2whw2d84P0TeYOGa0GnafePKqshU+48SASilKXm84vJiGK7dwWm3fLvWH82PncrhaYhCLawyhnPh1Om+fPM0t1f592s/lh+YuEBXC6T9+YtyJk5w0evFCneGs6GqlEW8eY/Scb/leir860aLmZ6zvWVbW3SqwKi49s4Y2C1fGaPu+1nwuv7dPjK4cxp7pA3n5ToisrUbXhC0jBtJEVOvRVbbtPsjmK5c4FVyIgW/2pktNc00KtU1O/06dRes5K38sxefdJjOsvjUjpcEXzW9NJls17m3ZBThMb2DVFLasSUfdunRs6XR9lEGjlcm7HMBqfLMKm0QLVCwV/UoCsqm4L10b1oYflt3BVZGoSkgAiJJtl72p9S+jhnCDAWNq+oc4AxbMTAEepub+1NbZju4TkgnCPmk5vHjugNXnTRLAoauaeI9OGlSNe79I1qSAh44xKaFdRd8Sw5Fg92b3opxnOaZ883Y29afUbDLERK/R2J9NMwNYFXZWYMbs2bfCdi+k26YdbJeL6Ty0LvcBv/evias5thrxjOO/TuGVs9dRYNhSTOj0GaMbq8IBIff4Y+FcJty4wm0BQRbowZre7ahonnQnOpJ7m2bRfM9xeZ14znd9Pqd/FZN94wOrOrce3JjcDo945o/i3OLp9Dr1L+dky7hRyacv295/gXwmHYNbIjT6J77y85e6pQXzvs6a97tQI45caEwfOvs/mi5czTH5i/wMff07pr6o0voeHePjr6fHhIQX8ujM6t6dqV3MMvjsv/VH2m/do2Zfd6NukX5sHdUASZa9dpCRc2czR2DPaGlQdSIbu5fDzVx7QUTnb/masn/9qwKr+fjsvR8ZnRb24M2TzPp1Hp8+8ZfqA2WK9GHj+63xsYDXGY8to9Fvmzgp7VGY8d2mMbaBCrClBFj96HUqekL4zu+pvPEA9+INWs7067aUWfU1EHqJceM/5btEGKvdbvtJvTefUsM4/EF93BUCcPLK/VPMXPgDn/oGIBhZXs7VmdRtBO/WtAIaPjzIu9/MY210uGS5Fsnbnl/6dOclScAOYe1n7/FOoMry1rbi+KT3qGRBAjfyzN8MWTKfJVEiO3AZ+r30IdM6KjH9iQKrkbeYNm4kn6nZuNzzvM6W97pQs5jlMSj89GZ6LlrKBtUaznn6cntSa2TT3jjFD8tmM8pXpNfSUr3kQDb0e4kCFtjbUXvnUW3tLq7L55Tkq+5fMLi2mZ+rJNPkGT4ZV6V2zSLrYf/JrNIbWDVZXAlb1mZL0NF0rO7YDFjuX9EiU7kx9bkphH0FG9hRLFsgu4KrYgkogEN1ZnM0v2oBkwRApJQAkFngUmcbFVx10ukdpCALFpTpF2PA1dSZ+LkDVoWZhD8+L8mIoowOAQBrXSNloKryFDGUCUkAvYNJb9GsWqMimZDKIT91o1gW3KV1gKrxrJ4WQNX0IAlW2+GhRWYBq7F6q+mNKmRBBzJ/ZbAff8waTC9fU051F1pVH8G8V6tSSOgrio8PfsrJbSsYdWCPymLUUsD1ZVYN7kldE1BpjOT2xvm8sXs/Z+SW3pWapfrxv+4v4GWK0o+GsBObGbxuDatCQ4hAg0++V1jYrycNY0h/yQFWgaCbLJo1lbF+QTJZEJRgeJtRTG6jikJGPuPCiq9o/u8lNaQ9D20r9WHmaw3wzq8awQiR5w4x/Y+fmRoQIkcWV00Z5o+YSucYTUsjN3+dQvt/z3FV3qajYI6GfPlmL7rVyh074IaFcvvQanqv/5ODMTauwMyeY+hfM4dy3bPH/PXLN/S4fEvW2Yk8tK0znF9eK08OUzh5pAG/Q+sZ8+d6fg8TepkaiuZqyq9DB1DfVO87D7l8/RZ3w8HTpypVyiYh+irqEx3FnRUTqHrsWgxztEKpEWzvVYf8JgKuAcJOH+DL1Qv4Jlik9tKQR1uHtROHE0NuTQWwyqU9jF26mJnBoTFbFe88zfh5QH+aFNFAyHnGTJjI7IwCVo0Q8vcCmm3axVlVmMkjR33GtX6bfg0KoTeBjKFh3N67hrF/b2FNRIT0B9FG77T8mrltPWLa+v7KqXQ4fFplduaigXdn5vRsS8U4oH305f2MW/QzP4WFIr7axbkxS3v1p0MlBcxNFFglmjvrf6D97oMytF+LCyU8WjG9Q0faVMmjyGjKNo3gzs7VjNy+jS1R4bJdtdqqfNVlJIPqq2h9ZATnl4ykztkH6oZZQ+3yY9jYowb5TD5nMBJ67jjTls/kq2cS9QeKMXfwt/Quof7o68vFk9e4jxMFvUtSvpy7ZfZ3Soa01G5Q47zD3pmrGQasyqlKAKvZT9fPoatquZNJCQA0ElRNa3HorSZuwewGrgq8UDBVoxz7K4sNL3RVTTNjWvuWAA+F5qqjJLSAKZmVYPemJiL1uQRWhRmfB3A1yihkn9M+uWXLjif1f1J36iOkJAR4KJirjhJrAZM5hbKWzFidTYtGhn1l049L5WfFAqumB6TOQPYIrmYWsCrnLSUlSCpbycZvu3uKGQtnMsH/mVxW63HGU5efkjndKaAL41awL7eiQvBXQ++hDBM7jWBkYzNd0/vHGDnje36KjpBMP40AYXSelHP3IA/RBIY+5XaYL3eNUZJFKkDKNi/O5n+d8stEakpJJrAKhB1dT/9Vy/lfDMWiFssHj6KDj/oo/3NM/uZrvg4VkJMAyZzx1HtSLpc7efQQEhrA7WePuWJUMqODM40rDmF171rkUte9crwJD+TA0i9579x1bsrv0pKL3BTPWZBiOZxxNjzj0TM/rkcE4otBXYDn552mE/mpk5cSU2dynZP/o81iEWavMEN0uODtVIDyufPgQgR+IU+5Ff6Uh0SrmqBudGv6OT93LKRIKRmjebRrFQM3bmKPUUvFimPYOaAyyQrYfniED7+dzS+RUqRAaR99ASrncsdNbyDwmT+3Qn25ZjSB7Ll5rc5IFr9TLnZeSQ2w6v+QjYsm8/YtXzWTrgtNKnzI0h718BLgXvCFjAVWxceG+rJ7yVd0uXiLYLUv58SNIi4eFHfLjStR+IU85kZ4AI+Ilm3oTGH6NB3OV+2K4Rx3H3T3LF/OmcKUUFWqCD35dfnxcc1HAWcdmgg/zoc84bYxUvq5BmfKlhzCkUG1yaH6QeLAqqhwJKd+mkS3c5clg1SLjjya3BRzzU/hHG64Eknws0ecD/PnseorejzpWH8ES98sKaRnY8ud/QyYPYelgnIjnyXavTDVc+cmhzaKp6Gi3f24HtPuWmqUHMqOj+rhpvZL44k/aPvrWo6hp275AfzU9QWK5kvjuJYOk7m9J7PKOGBVWWNrNGkLrUxjC6f77WJflapQ3HSvie09UGRyjzYIMD3tdTOxgu0vjint3568J2SfLA+ijUWWe6Ed6igJLSCYvFIeIT06llgPGAVBzJHMypqviQhKJ40TmlQks3pugVW5sBOakNmUeSgnN7llSofZLRuOcqlhq8Y1g6K3mm5jXLaysJTbkCLZ2eqz1M2g+Mcx8Zu3bHpqjAm3sSdt9cwEVhVAQoGjsmW5eZzJy1awwvc+9+UMpkNLtASGxNmxYIpr0OPpUpq2Dd9ndgdLacqN+O5aw7jtm1gbFkqIhO6MKoiq2M4FI5Hy33zU936F2f3aUzpeOLqBg192p9VjFS3Vv8GtaW9gImvGt72Rm8s/o/GxSzyRf8hJqyofs6xnjRhgNPL034xbsZzfQoMIlNC4mJ9NRUcODISr2W+Le/Vky0dtKaHmlIqXcDrgCQfWzGfgqfNcMwrYTXybjij5H7igkc/V40Ixt/K81bw/Y5rnj3UXE7gaHcbF9cv57NA+/o58hlDFFBhYLBtCsZlIPOKiKUir0l344b2G5DeRUgUzePMCOu/YJ5nB3sWGc2Z4XcvZ6hM4qpGQI5sY/Mda1kc+k5IOegntRqtgow5n1R6i1Sv7DGTrhy+SP26yoxOraLF0DYeEtXN1Zuf7b1JdzekUfmILvZYukSHpWqdW7Brdl7pCWxYj1376iCpnfdUaudC52Xf82lFlF4efo9/oyfwmXaQcX779GYPrqEhm5D0WfzGSgf7CQk40KDeSLe9XxyU13TDoAdt++5Xvrp7lRFQoz6RHx/dPYfsodOTVleO9Rt0Z82oZi1qskcfXMXjDVtYE+aMcR8RntJiWt87koW6xtkx4rRMvloyttPG/dby5ZDmb5a2FGNtlOp82NGOxRIVzbuU39P7nHKeN0bJHOmMkVPqrRuoOh6m+kt+pND0a9mJM67LkNk+mhZHgQxsYvG4DGyKCVZ8Tvh+33aNVJrOO6iUGsun9F/GMI1ERvW8e1dbs4ppIx1a4D390b0OFIqkcCdNpgyrfLu2nhFukxiVS+QXpdltGAaumCioED+GNAmS1RwvFmtoBqlp2O9OeKloyVdO3jR3M1cS6ugajsHn6mjzdxpbkPkjoqoqEVY5iwQJSV1VJQJ6e46eYrZy0Tg69VStOJ5JZCfsopLHkd7DnGlhVNvDZL5mVGJoUtmo2ZjelZfRNRTa9hK8zoteqYe/ZMDI3LeaVWwwjOGmyX99ySAAk5hnp1xEEK05OY8mfy9Lqsqm+P7OBVVFRJWtlNi2P7nFozx42XL/MlTAD/sE3+CfKiQp5ilDUOS/VStWjQ62aVCtnJfmNBDqMRFw5z+a9f7LkThCaiIccCw2QIKu73odauXOgz1WW12u8yKt1ipNLBTHjWvThb8Np+c9D7uJKKe+BHBle03qyoscXWb1uA/Ou3yEgOhc1fJrwSbfWlFYxO/Hc6GsX2LxnC2vv+XM34BYnosKIxokirqWo5OqEq94Z14KNmdCxPt5x7osHrIoHhYZw6/Aefjp6mqvhoYQZjNwPvMolY17qunuRS5ubCsWr0rHBS9StYBaeH7eLRkUTcvEsWw7vYvP9p9wTdYoMJRI9Xs4+VM7liqe7D/UrNKZ7k+K4mj0q/L99fLt+FQv9HqNLEbCqWDni/CnW7NnBtifBBEYZMITd43BYBAXcSlAuh7O0Ry6f1kxtXw0P8/a5I/RKV7HL6Eqd6p0Z1LoCeU1A3r2rbN6yhoW3Agkr9CpL+9SPBedOrqbdxpuUz63lwdM8fPjBezSKkX8IZuPU6fymcaNM0Zq82aYl1WO0eUM58/t3jL1iwCNvGVpXe4W3myaSPCyprhkZReD5U2w+ukfa/mnwXY5HhBCOjvxOxanslgP3AnXo3+glXqwcJ+ze0p7rzk32Hz3E+guXJVv5csAdbsnVXx6q5imCt0tBmtVqxZt1S5M/v9m48eQKa7bsYeutuzwML8Gw3j1pUtLCSyLDuLN3M1+duEpgRDjPogK54H8bP11R6uVyJVqTA69cZXmrVVtaVs4VKxNg/ijRLy+fZd2uHWx57MuTKA2a0LscijBQPLcPpZydyOmckyKlWjOydWU8zLV3r//DtF+XMu/pYwoW782iri2pKGQcUlpSsElKyaPtlbma8cCqOplrxJF7KtorJY2Qgdc6QFXrxhVkHgHwKaS69G1jh95q4k5t75IA0VJXVRzUOYBV85YWPSlCSACoTN707ltiL+Gkc7LrcTkDh3z0Gj16GXqT/DHtuQZWTft2XTbK9O5IVpVEF0sXUFV5h+hmQmtVMDPTeR2RkeNEpjxbnF7LAVscXGTKGzP+Jdkn6Cb9bJUe2qrWamMvyayyAlgVNsvW4Kr4wMAgnj7wx++ZUNzSoNW7UaCQJ7k8k7/AEekvgq8/4klgmFyYKrlmNDjndMezeD5ymidsiuuM/ve4dTuCCKMOl/xFKeadxHufBnLn7lPCo0Crz0lhHy9yWABsjQ+fcPNhMFFyIyHqoyVn7rx4FXbHySyZTwJQNW79jBB98yEPgkMJixJsBmGjnHh6eOJeJJFR18L5h/GRLzcfBBMVLTkRaLVacnt44VXYFRnFa6lERhJ47jCfLZvDhsKjuTispkxemOISEMDDe0GEhEchNufihbnc8+LlnRtdXJaq+YNNATnWmkX83ZIZTPcpGgjxS4ycgxUGUFLvTPHHg+H+E24+CiZa9Qdhe7d8BShYzDVl6wq/EJ4+fIJfuCEG3NA5u+NdLB8uFvwwpqqmvawle5h/jxGi7vry+GkQIWI3LHzFKQe5PQrgVTiFM32AP4/uBREk2l32Ayfy5BXtnsu6z4ls4XeO8sn3P3KmZG9+eKMxJb1SYfQMXLDZI7iaGcCq6i12m8xKhqUnOiCnwg+zyS1i2BaAqsR+MqhvOcDVxJ3FXsFVMfaLEHeZkMlR4llAWEQwwMVaMQW4XsqsaASd1qG3as1oit6qDp3VhXDCO597YFWYROqtCnA1Ze5oc1crnVBopsktls3VL8srlI6gqulbTHqrirXTl6af5fZKhwoIuwjmqr33LQdTNR2cIRWPkFIt6UeETUUNkr4lq4BVUbNsD64mbf5se4U97OGjz+xh/O8/s7fsFxzoLdPVZ4+SDolXstIQ9j7fJmq7B8cZ8e1srlQdy+/dKiR+OGLpQRkE/Jhe5QBWrbeeAp2ISV1ocNqXl5rC0e2t3hk6DqmJqkzAakaBqqZvcEgCJN6a9gauOnRVE29PqauaSXizk8aht2qtNcRM5axzVlm9Sc9bDmBVtaTd662KE0ON49QnsWEqrbqqlp+tTGUuOkV2wc7Wihm65lKxZkkKEsxVey0OpmrWtZzoT/LQwobdxwGspsY/bBwtT80npec99hAFcWYLvRb+zjnP1szs3YNGqdW6TE+7pdezTJqZ6fW8THyODQ+VabfC9WN8sWQDh4weDP9wKE0LpPCRmbVAM9qXlmhGM1bjtpKyYtbZFbAqmKqSsZoBYe4p9GCbulzsqWT4v6xV5ow84l2OpMzWdqOmgwubchOrlRFRRDIhkyNzRQIbCbOIRF6Z5utGowQPtalI1mQf3pa2Wgq7CL3V5NDEHMBqHFvbM7gqAvgcVHrrHSdjQNXY9+k0RjWZVeYsLtI2RGT+3WI4klGXdmYesQ/TOEJUEjhMeiarSsobJbhqw36TlcBq7DLahg0Ur4FNx+/2Ut+kvDNj/m4Xa9vrNzh48iYFXmhCmRgt0oyxR6Y/NYYlYl9+al+1TUWrPn3EkZ0PKN60GoVlQrIUlswCVmPyG9hHi2QqsCrXUyLzq6LDYesMUIcEQGL7KhElmbmAs0MSIPExz15Yq1EGBTgU2IWjKBYQs4X438RUjVEmygQDiT2dKVmTrY/JmWAOi68QeqtCNiEpcNUBrMYxnzxHtUO9VYeuahITTaYAY0actPbNzMzIwUoks3IWkgD2sc+IMYVDAsCyV2QmsCrBQxtm8GU1sKosxuysY2XkYGPnz7YHCQA7N3Hyq29nzFXHKGDetOqmPYs6lb3IAmQmsCpaSGkV4a1CEsC2ZcsMWeQ7yR+ksu7KaEPWsEcd4Kp9g6sKcOggg1lrxSihZZ5FeLMOLXqd3rGnsNA4it6qXrJ6E9tzOYBVM+PZG7iq6Koq2fQyG+zIuuk8ZW/OaLaqskaUKwxctFp0Cs0xZZXM7lcbNWg1RrvSW3VIACTllJkbzq0VJJekqpQFf89qYFUOP+LQwjHkZEHrp+8rYw6ebNHR0/dT7edpdqK36nCZRFwqy050pUCUzft6VgCrSli9kASwXWDVAapaP1gXzEhDFo6NDkmApMBV2+xXJl1VU5Z7x7I1th01IlGV0UhkVs4YRiN6rZPKzMzKitjmu8V87iTBVfPMp3Ha8dqDfQ6/jtN+Mpu5ViuzvdtDcUgAJDG5ZApbNU6HwoCzToCr9uA9mV9HMRTp7SCZlUMCwPqCOqvCRCR4qMk0xaFkdw5bAFYluGrTzFWHBEByHCpLMQZHE1lvoiwEEJLlN8m56Lm8RqB3WbyYl+ePtg2wZjawGtcVjVIkyvY0aUWiJLsLscqkPm4QIdzGLO5XImQaRfvWURJaQGjf2qL/RhqMqnaoo9VMFjDBBdFGDcI+AtfJqn2WJOihwVnn5NBbteKigrEqZAGUvDoJwR4HY9XMcCbWpwg9FbIAtlxE5xMTnGNisdBKWWYXoVOiUfVWbdl7sqhuRgVYFcCzrfYuBaBy9Kos8pBEX2uLequ2AqwKw4kAFdssmctutk0bJFIr03iYlc3naKJEgFXT0YVtelZWuo1tWiROrbKMrarWwQGsJuoiykpLn2VAgqXKKbqqWQ8c2mLfElwVwVS1hRWybCfHaj2J/mU7fizZmAYBiNuC99hO75K6qqigqkLlz7LKmSJ8lWRNSti7oyS0gE6jU8BVS8Dq1fv7RMJDR7FgAcFazapTg6QaxKGrmriFMiX8P5Eq6DVCbzVLx8ekXChr/i7mDBQtWlscrk3LRceQGN89TP1JGQ+zFoGxNXDVloBVBVy1RRAoa30mawa75L/VsXZNvq2y9EobZK465qpEPMKGNje2ueJRbJeljFUJJAitVX2Wdu24Lzc4BmSLbSHWgQqoajujjkNvNam9sG0wV4V0Q3i0KltoMz3dNioielOEAaJtozrqpCByWyjgqq3iYFlpLsFWFeCqpWRWmkt39hr1AgVyFIsW0OtsUyEpyhgdRwDe0XhxLZDVoKppVHLWatDZqC5kVnuM1qhBDDu2Rgq3rSVjVrdS7PttSb9ZMoptY60oDWRrwKptSQI4ANWkerHN5UZxNJn1Josh2tjGmtk2apGUh2fR320IVFXQS9uVBMhKYNXkHUahWWfMekkAhwRAwv5q2lOJ8HJpHxsrUu/VxupkS9VRgPCsazdxdhLuSFZl0SVEboQoIMpgxBZZjpKZKcBVW3JoG6mLTGal0UtwNe4eWXP21m6ji16HSAziKAktINZmQhLAlpwq2mhQqfS2VCsb8Z4skwAw/36hkQISXHU0UwLnEBOtkAQQ4KqtmCducJOt1MkWepUyYZhqYhuWkctEGzm0sDVgVbSUbYGrtuDFNloHGzogiLGQQ2vVsrPEi160nXHQRj07i6tlQwuLeJawTa1VWwBWhayZYK1mZTIrGVZua4B8FvckeSag5qqINmptNkmyQ281cUcxZmGMYITBKJMyOQQA4reRlAAwagg3KOIIEmmyjaVFTEVNzEy91nqyJhsYorKsCoreqg4RkWJi9mrO3dxjFKwxvV7rAFetNI2wj9ZGwFUBqUY7Rierncg22Kqx1ROgqpCUcICrFposDriaZaOi+mIHUzVhC8QP/8/qFrJ86GULjGdbBFbTBK4K6oeISRILPHHgmtxDV0XwLOmSGHnCRDtJLsEipdcnPP9K/kJWvCu5tjC9JzH2pzVQNSnqTXJtk3RLxL9C1FW0u/hXfGdq19HifkHBEEU8I6U2S2m9LV0vbGiyo5IbJ/XF1B9M3yJ9PC0PTH1V4t4pmC7SzuJfUbeUtFd6+lhSzzJVOjl+kJZvMr3HBIzFHcfS4gOiT4hniSZPy3Ni1hoZ1YFT71e2AKwqQcJCJVw4SuYzVx1MVev+I3BVZd+Z9eOetVo69FYT7/9ZxVpVdFUVUDU5y8PUj2J2eKcJVLXxwxwBrjr0Vq37lyKZ4KQA42KUPH9rr/R1BVwVk5kdOmcmVFkAq1kNjsl9j5QAcDSSpSa3NVDVVEfhN0Jv1RZAoEzoKil6hbJXUZirWVWUbY5jyje3vy2F/1vzjRi91SwMX7ZVYFWZ1zXJW81GR+N/Yi+rz97i2sOL7HjsD055KOnhQ80ipalbsR7Nq+VFa0kG75Eft2/c4k5o8hgJYvHhXsCHsmXy4eSktqzvbS5d9cc3NErtic64uxegUg0vy7Od7wMOn30gkzcq2z3xzBKULZsXJ1PvrN1nAAAgAElEQVQdw0LwvXyLS37h4OpJeZ+ieBRU32eM4u7JqzwIDCVCk4NipUpRtKizZTczRnJ931keyJwCLlR/oSKuSckB3rrJ+bv++EcYwdmNAoXLULpE/EEugQRAdChn9l8kKElmhwZdLi/KlvTGI7+FKkdE8PTseS4GGtG65MarVGlKFrDSg0SG3ps3OHryKBuu3uBawCOuhURS0KsKTYuXol6FmjSqkh8nl6RH59CL59n1z0kO3L3Gv753eazJS7FcnpT0qki7mvVoUiM/OlN7J/24lF8RFUXAfyfZcvIYex8+4lrgY24Y8vFS8Uo0LFaRVvWqUaxwctA9wN+fa6f+5c+zZzn24DYXgwNxzVuJJoW9KVWiJh3rlsQ9j7VJy0jktWv8czsIo9aZ3G6lqFIrh/XviQjgyOHrGLTulCpZnILeiSGkRgL//ZdtJ0/xj98DLvjd4Va0m2LnfGVoVaM+rWoVwcXVyusePeLMhXsEGpKY70QW+9ze1CjrhWtuC88yRBF07ixnfA2oXTDJ9nJyzYNXmdKUsOCzxpvX2LF/D3/evs7ZAD8eGl0p6uZJybxlaFe/Ka/Us+ToFl4ZGcbj/06y+fxVrj2+wu57D4jI4UWpPAWoULwWHWvXoXq5ZDiz0Lw7c5I1B/fy592bXHwWRIDGg1pexSibrwSNq9Wled0Cadgv2RZz1RaAVdGasV6py3TmqgNYTdifTHsqW9NVtTbYOMDVxIfhzAZXxTQTJkFV5c2OXVZs+wh7SF3VLE5WleTErV6gxaG3mpithGSCAJ/lfsQErArHF3qQep2gsybX1M/XdUISICvBsSijI5ee1Qk1uav7THdZZUKRYe9yTyfCnRwdLG4zCGs4abIutYODrWoFT4qRALBtfxVjclZ2KVsGVkXLCg5QouXeaWb9/CMLAsK4Z3xGRIKLNXg7l6SBT3NGtWtJleJxLzASeHgTI9euZEVkVAxRMbH3aXChdvG3mPtGGyoXVeoWsnsxQ/4+ytZgP/zQUMA5P26R0KPnD4yubvY0YySXfptMkxOXCVT/pMGJGsXeYUHXl6lURPml8dpJflgxny+eBIO+KpM69aP/C/mUPz45x4wlv/PbvfsE4kqV4s2Y1KMz1Tws1PzuNlpOX8whsUYiL2P7zmNM5US+0BDEru+/YsqDQAIMRjRaVwp4dWLF4EbkUTEzi7qql1ZRc+5aLia5/XClgpMb6Ivxep1ODH21PG5xsaKnl/hu+hd8F6wlj1sFOjfpz6TWeRNW+Po/fPXLElaGhBNiCOOpMZyQeFfp8dHlIUeuukzp/CavVsllmX1qjOTKqhm8euQK0YYg7pq9yZkc5NPkopxnNT7s2JsOVdIfXTVePcn8jRv59eZ1bhvDeJJAcS8XJfQ5qVHxbaZ1bkBRC+aQ1Y4K49rWVXxz9Bh/BwXzzBiKr9n3FNa64+ZUgm4N32Bwm3K4JcBMwzi+YByvXwihoB4CogrycddP+Ki+FXD1n/mUXHaAcE1xPmj9AZ+08kZvAVuNOH+SlTvX8931WwQYg7lvtkvV4koBjQvF8lWiZ6u+vNcgV4I2D9k5nyabdnE2SR9zoZxTbnTaUvR7uRcfNPWM/6ywOyz5dhxDfMMIS9aaSoe3azV6tPyAz5q7x94R9Yxz639h4MF/uG54xqME9XKhgCYn1X3aMqpNG16sYA0UNRL63wG+37yCJb5hBBuCeGRWr7zkxFXvRT3vlxjeoR11S1sBsJ/eZ9fG5Uw6eYrLhmf4Jfi+nBTS6KhStjvTOzWlXJHUzY9Zt+JJ2GC2AqzKcdvEXJXhlamzbbJcMs5FDgkAyxYTwKpJV9UeDtoV/3HorSbm/5kFrorpSSSrEmT/5B25p7TX2vf1UUaNoqtqR5iA2EtIZmZWbrhstNmlZIJWJzVX4wGrAmAQwKouq6mZNms4VW81c+b6eFZwgKrWJ37RyW2VrWqqtQQPxcFFMgkzNtoFMqRaou0Es85ZsGQym3loNCisPkeJsYCtSwBYaqqsBFdtHVhVGNlWfDz4OnO+/YapgX4xIKW1rqAnHy8W68xPA1pSJKd6lSGS+7sW0GLzPm7G3ChgTmuwgQZXTS5ql3qDLzq1ooq3shW6v/Ybmu07we14L9fRutFs1nY2Y6s9vMLChV/y8ZP4MKDGqRV/9evFC2WUU+PIM3t5f9FcVsifctH75cnMbFFEAa1u7GfI3B/4yRSyjgvtGn7FqjcLJ/z8i8upNn89V+VfnOn75hJmN0xkzLh9kI9mzeaXOCHSGk0dlg8aQfsS6iGApduPz8Nn2W4ex7Gja8wm0YiIVTFVV0wjgmGVE2/ef2UMk1t5xko5PTnFhGlf8q1gy+JGp4YT+b1rsfjfdeMQI+YtZHFYMM8k+K4nN1EEmH29wjLRUUBfkQHNezHqlWIJInce/O8LXt13mnMWWSkaBOExRAVLfNybMrVLX16vnJK49cQHZ8PZ3Uxcs4aFvo/wF4eYOKElknCLt2moUno4uwbWwc28CuEBHFu5mPEnj3LEEC0PGCyxbEy/y4EXHWv24etOtSiQJ+7LQtgzawTtbvip8K6WEu6tWfh+bxoWSlgp499f4rnxJKHoaF5vIitfSwjW+u/6nbF/72FdsH9MG5mzf2JdSoNnjjoMa9ufIS/Fqxj+m6dTZ8fROOC3hrg+Jo7uI9UqKj4mSjmmd/+MgbXj0LRDrjL7q/GMDo51cr30IsusJBdy4pO3Ot1avMewF02DBwRunc2L2w5xRc0aYG6dHOiIIhoDeop7vML33d6mZdmEi6jA/esYsXEd/4sIlf5s3m4a1b+DZISMC8VylGdktzH0rmFGPQ9/xpnV0+l4/Az3MeKEDtHzTDaJWz8tOahYpAuLu79KFfUwJyXLCKW9bGNBaFPAqgDzpNRgrI5IRm7kHUxV614rGIcKud2+1sgKmGdfdU7J2JHWazMaXJWKLgYjETZLeEqrBdN2v+hTgq1qdy5qFBhYLDMzbVbIfncrkglOscCq8olKd9PptZK96igJLSCTWQkAKBPHbLHYFQmr7K8XZo4H2TqoaupbCngo9Hozxy728hZ5Eq6GLQtwNbOK8ibH8svc3vbCTIhbb+k/WdSvbB1YNW2LEoKrRkL3LeTFtTu4II2Zm5d8OjGldlEiowygNRIa7M+h4yuY4R9IBAKEKcH4t6cwuI4KSESFc3fPHOpvPspT+QwXulZ+m3dr+OAW8ozQBPqLGnQ6PV7epSlTKgad5faab6i7/18E8BFbdNQvN4RV79TFM044suHket76dTmbEiBLjflrQD8alVMYkeGn9tBj8Y9slj850eXlL5nfrCjO4s9X9zF47hx+jvOMHE51+bbrIHrXMpMEuLSGxvNW8Y98Th6GdJvH5/WsOVsU19fMoev+Q5yN9y356d5wBHPfKKkcrlka5k4spurSrSqAq6FOhU/4qYaGx6GRYDQQGfWM+w9v88+tM+x5cpPzagSLRlubP4aP5BUJUits3OmzvuDTIAHDanm1wZes7OYT+8qnN1nx87e8f/exBA/15KJa/np0r1iJKgVzo42KlpJDl878yYIbV7lkiJAgZW5tGb7oO5W+cdm6Dy8xfdZEJjwTqxQniuWsy6iXX6aWJphQgx5t2BMuXDvAzIvnuCrZiM6ULzuCQx9WI114q49vsGzhVwx+4E+obOV8NC/dhm5lfCjppsVgMBAVdpGf/t7I6gghlilKMQY2H8m3HeLoIxijuLN5Ed137OKYBIF1eOmL07REXd6oXhrPqGiZfOPJjf0suvAfByOeqe/Ly2sNxrDw9ZJxZA5COLxgIi+fvxWH/e3Gaw0nsuT14ujNsDzD3lmUXHtQAuq1a0/mz9fLkzsWe8R45SDjFs5hbliU7INuGg+qe1Sjc60XqOUmYEcdTkGXWPnvUbb73eWGBAL1FMrXkdW936BOsVhfDdg+n1Z//s1p1RJli3/MH43ceRISgdDvjxSh9E9uc/zacdb73uGWvE5DmYJvs7p/ByqYGN0hN/hl5iQGPhEwJhT0eIXZrzamZIg/ARZQSI1Wi1veIpQuXYDcJiLt3XP8sOgbRvk9k/b2zlGNPg068rJHGM8MWpwjn3Di6n5mXTjHDfkWZ2pWGM+BAeXjd5/7Rxny3VwWR4ZKP82p8aJukRd5v3Y58otIIZ2eZ09v8s+lgyy7e4NrREspYU/3Dqzo251GcRn457bT+6efWCHHhRw0LNGe98qXo3ROxaauEVdYtm87KwJ9JYgvxoP29Sey6q2i8Xp7cn9QxuTMW/NYq5dNAauykkYUdFURtc0oYNXBVLXuqSZdVWGjrPfQ5Pao2OscyawSt5nRmHHZX8VcKRJWOUL/E7aB6FfizFtJ1mdfPUvZq2tw0jmhE9mDHSWBBUSbxjBWTX+V7DHBrBPJrOyrzTOtiYVdhCxAZhTRHlExyvmZ8Ub7eod9gKrqQlH4jWSuiqHJ/gbVDPcMoxG9VmG9ZHiRLNkMf4vjBZlogRi91Ux8p3iVPQCrop4J9FbD/Dm86kf6nfyPa+LvOd/h9Kj2lIhPcsN4eiPv/rGDI0EBPCMvnRoNYnbn0oqVEwCr5VjS7zPeqJgSRqLBCrAK7jlbsLhvP1qXjG3UgPVTqLTnrApsxGlsTdqAVQFCFi0ykCODXiRv3IjjlACrIVeY9uU3TH8WQLCZH3rleJmNY9+lmpl9Yy6LB6y6MXnIQkaUsODMxihur/yceofPq+xFDa93+o1lTdWFbhLAauCWmdTedoS7KtDZpNJgfn6tNt5eZu8yGni6ewV9Nm/j76hwydor7d2fP/s3p5gazR12fBtj//cbv4RGEKGtzU+9BvN2dTNgOtKXTbNm8tV9oQdqwL1IdzYPbkXx5EldJtqbH6ycRLND51W2dF7aVujLgnfr4mEWdR99egcfLfmZX6M05CAPZQq+w1+jG5PHtDd4cpyPvp7JokiFE+yZsxFfvNGf7rUsVPLKAUYt/IWFocESXEVTlVk9P6FfDZPPWwJWBVO5HF90n8TgWvE3JIkDq6Hsnj6arnceykMHnaYk/V/oy+cdy+JqjkyHB3B81U8M//c4/xqdKZizMr0a9GJ8+1iabHxgVcd77/7O9+ZSG+KbwnzZteRb3rlwTR6Y6LXl+bb3JAZUUSdNM2C1cf2ZbOtmge2dSOtFHlvHkPUbWBYSQhTlmfv+BHqVN5v9w27x3cSRjFXpxx75enF8TFsKm1ws7Al/LfyKt6/cljIWbtoi9Gw2muntCpNg3xfkz7mtP9PtwFEuyyMHV16oOZHtvWIHl6DN0yi//bh6SFSZVWM+I475lK8Jvs70qaMZLzUQ9FQuOYz9H9chRyrXE7YArtoSsGpymYzWW5V6nBY1WTJ5AWGDrxP7KqmrKiPIUunYWfxdouqSjewoViyQMSJoIslZhEEc0zmKuQUUJq+SI9SeixKB6+yI9rTWs0waq+Z/l+CqlARwAECWbCdMIxJaZWRRklU5dFWt2dh+QNXYL5CMcI1RAVcz1n0y0jUz7NlywBZhxBmsCaAxGuzutDDDjK4+2B6ZquY2EaeFiu9kXrEXYFVYRIF0TOCIL4fW/MyH//7LRRVYPTO6PT7myWoigji9ez9brgdTpFhZ6pYuTfny6kWWgNWeo3mjhlsKGsA6sCpC2d/rOI9ZTUwoUhSHp/fl5bvhRFOITkWc2H/vtqKnmGZgVTykJMPajGJKG1WLVfwqBcBq9MGF1PljO5fRUr7gm7yT4xxrb57mhLSGOx+9/j3TGltJkhUPWC3I5/1mMdSaluuNTTSZuYxj8rmudGwwkeXdfBSbJwas+t5kxcKv6XfPj2icqerVlfWj2lHIGn1UMDnXfkezvf/I8HFXjTcDukzji4YKiJgAWH13CG9XS/iwZwf2sfrCRXxzlqZ2qXJUr+VN3rRSVqMeMn/CYIYqpEnQtuDw5H5USygtKv8cvnkKHY9E4JanHB2qvchrDUqSR4Dc0RHcXPUlDY+cV8H6gnzSdTqfNrR+xGc4v4FX5//ObvXV1SpO4mD/Cmr/sgysikvd8vXh/LA2eMapY6LA6o3tvDHrZ/5U+239SuP5690qCuvaUrl3mZX/W8QvAQWoVbQCjSs34eW6sfTX+MBqLgZ1/YlpDawwT86vpcWCFRxUfezdV+fxYwsVsTYDVutV/YztvSvJiJzklmf7ljFwyy42hIYQQTV+HfIJr/kkfED08T/55XwQz5w8KONTjRY1CsYm57q2iRZzV3AkOpJotDSoNI5NvaviZtW3gvhjwkgGBfrJtvbI25Ud73emooo9P/x9FKWPCs6vKHXZMXkkjSwchETuX8ysa/kolNsdz8LVaF3XA21KzpLMjSTZmVnHDLRFYDXWRAIAEsmsUuBcyXBCgwNUtWil7ACqmj5MAVdFSV/fSYZ72cUlQj83PTeiMsTdKCJsM3cNbhfGVkFVweZNT5tnxbeLMUInklnpxW7d0bfM2yABYzX2AjWZlUMU0qLfSoAsA8ExZUIwyAHK4bgWmkCeqNon6C+WiQJYdXQtK1OCEVwkqzdjikZO+vbpOxljEeWpscBqZgvdpu9XiQMv0ccyq9gTsCpsEpPMymgkZM8CXtywi0uqsYrm68CCNo2pWsIbjwJxeqDYnVjCXywBq30n8EbllPDOzYFVFxqU8ObGjWs8QEuVKl9ypI8KGgbfZfGMMQzxj8Sgq8G3L7nz2+49HJd7p7QxVpVjZHDWNGD18CG0NOkmJhdYDX3IxkUz+ODqTQJwocNL3/CV11lW71zKpwGC26ijZom+rOrXHG9LuHM8YNWDaUPm8pElxqrAAvd8T9m1B3gg201H22Y/8kdHFQFKBFg1/Pcnw1av4ZfgYKLxZniHcUxqbiljV5zeE3iGEZ9NZa6qtVenxjT2vqtqtgbeZ/H0kXwUoMTVuFCKj1v3ZkDV4hQp6hK7n1VUCdJXUvLGUT758TtmhSt9vWqlSRzqX966amVUJIYwPVpXNXTE9In+99n663R6Xr0jWcZFPbuxfmAnKiZmFmMQm778kC6PlFRv7h7v8u/wVygkMUzrwKqOorz1wsfMfzNWmsEqsGqI5M6Wn3hzxx7+k8z4uizoNZS3qySB4ImGEMig6IJmk2h8YNWFj3sv5etqltZXBoK2z6Helv0yDF+nKcc3vSfzQVVLjFUNjetNZ9tbJi2KZI68t/5j9tIfGOsbSDR6SuSqRa9aLelSqwKlfJJHZw7/6xtKbTmuJpgqxfyPv6JnqcTeb+TR1oW8vfUvCRjndKrGyFeHMLqJgnRHHfiFV1ZvYb/8yYXa3q8wsEZtmlcpQ6HCcexuml7SdZEi5q10fWAyGwJsG1gV47JIqpwW5Dq+KQRT1SECZdk9FF3VrPHDZDtsMi9UyDcaFBDdUSxZIL30VoWlIw1GKZmTeatv+2lTweQV9lFI4Pbtj7JfGQVrVY9Ol3lJBu2ltRMFVsVH6PUi05V9O0FGNUZGgqsCNJS6qnbeATPK9vbIVo21hTKVOWsFu87RxOY+Ik/DNBqcMoTBIZbojpKdLSD6lhg2M2votDdgVdpHOoAGgq/x3VefMf5ZrDBiIV1BSuYqRDkPb6oULkHVoj6UL+FNAZHi3HwpkABYheK56tK9SjkKRUURlWCFbeBZaCD1OvSmUYzEpRmwqqnFwr512fPLApZHg0fBARz/sCkeucBwdhdjfxdh2JDT/WVWvurGrN+Xs0GuVlMLrGoolvdlmjzbzrIIgQDmpl3VwSwTzEDxvdc20PSH31V2aCIaqxe30nX+YjZJ25Zh4ZCpdPMK48GWGdTff4on8vcVmNPvM3pXtrCmiges6nnlxZn81tCJsEhT1IoGvZMTQVf28MPONfwQGKwks9JU49ePx9LZFNGcCLAasX8prf/4k6OyLlVYNHA83colMRpEPuTXz4cywF/h/lQoPYbDg2pg4t36/jGRxvsvcD3mMR7UzO1NBXcPinuVpmGpUlT0LkLRojnRWCHrpnw8MhJ4eDOj1ixnqdROzcVHbb9hWus4TOPkPvTqAYbN/Z55kqaYjx4vjmZWhxLkSLSuBm6unkLNA+cREeG5crbkt149aVVOAIIKsNru/C1FKgCR5ggp6RQlEo45v8gvvd+nfQXl8MG4fzYl/ncgocZq6GO2zBtH51sipZiWqj7v87+eTSiWBA6e2Geba6zWq/E121p5EBYhUqOJKCwBYGkIvrqHGbs2sjAwgDA0lC7YjVX9OlHJlEfOjLGq15Xm3ap1sXyeYiQ8LIj8VTvTvV5cOrGBK8s+pdE/V+IkzstNZbfi1PIqRgUvb8oXLEPDmiXxyKNRgOKYIlg/Wu6unEjtQ+cUSQxdC3aPHUB9s1x3CexxfT9DRXtHii/ORbeXpvJLZ/UU5cl1lsyfzPuP4ybGy0edPD7U8CyMj2cJ6pcpR1WfguT11CvaTulYrKX8S8dXWHyU7QOrsoHRpIOun9RVleOmY18br0epgJhgMWY30Nmht5r4CJLWXZEMcReyhQaBtzmAVXNri8MKsRbOdvIIJnA1TeEaGT27Zf7zEwFWlcqIuUeAqw5s1XLjSPuks3HENkoAq45TH8s2t29QVW6lJKihxaiAqw6kz2JD60VeWJkdNr2KEcFWtffTwvSyhuk52UECwNwmmam3am/AqrBVXEmA8H928Nm6ZXwfIkUDlXk/XnZvT9oVrkb9sk3p37pcnMQ6YrUoklfNjZO8Knne2aDlb+xsa0Il4gOrWpfOnJ/yEus/HcrYcCNuOZszv/t7tK+gxW/jDFruOspF8tC83DvMbhrFtIU/s1TQAVINrOak96s/Mt5/Og33n5YAV25NJaYP+JS3Beh4bwtNvl2isGITSV71cO0X1Nl3SrLnXN3e5MT4zlJHVHNtM6/88Ct75P3OtGv4Fau7WkgjHg9YFdfmpoJTQuZeeFQQj4zhhIhERhSnf6vBTH6lSGzC0USAVf91Uym7+4zUo0TbmJ3jB9IwKaAu/DHrZ4/krbvCPzRUKT2UnR/VI7dpYPa9wbqVixh96RK3LfqPngoe9ejgU5E3mrekSrF0GNENkTzY/Ttvb9jCYflOb2a8PYn34wF3yfNF48n1dFi8nJ3ych8+7TyBT15KSsrCyNPdC3lh3Q5V37UC33YZwsCGeYFnElh99fwtmaHes3BbJlWryP1Dc/kiMFRurgp7vMv+Ua9QWDTvkbn4rNiTAFjVPL3CvBnjGRos1gsutK45nj96lMMpweGGkSjfYEJCIhSg3VSccpAnrxtOcaQ9zIFVkaCpolN87YSI6DCCDRE8I1IyeN21ZRjbbQKD6sZBms2A1eRYOn+BgZwb0wSBkcaUW8eZsvwPVj64riZti/8knaYATQpWo2WpSjSvXY/qpUSMvymU0siV36fQ9OhZfIU7u77GwRFvUT0pYPXxGb6e+TkTQwSSrpPJ3VZ1KxGzzog6spIOa3ZyOtxfPQyJXycXfQlaepWmeeVGdKpfhSLm2sTJMYa1a+TSMCamIC1PStG9tg6sio+RYJ8mbewoRVfVseC25ByChCYAoOwGqpq+1QGuJj4kpAVcVXRVjTiEC+PbWEx1wu8EU1VgOtntMMe0d3TWOqF1jKsxjZ8ksCquFJtUJ71DE9LasJSeeqsOUDWJ9WC2ApwVZqazLj3BwxStp237YnEaplHA1fQoQldVGc/S6YHpUSkbeIYyOUrL2EBt0q8KmcUGt0dgVVg57vY9+upZlm1cwuy7AQQbwgk0hsVhkZnaREvlYgPYPLAJXhLvE8BqBHf3zEkhsOrMOx1/YUETy8Cqc95h+E2oy5Eve/Ly40giKUDXJhNY1NGdQzMG0upOEEa8mdy0D+9UeMwXPy9goaBKpBpYLcyS8d/xhv4qc+ZOZ/wjP5nNXegvbv3wNSo/W0/d75ZzTprBCmP1yVWW/Pw1Hz4KFFAa3V8Yzvevl5RjOxH3+fW7b/n0wV0JnhX2fIv1/TpSuaCZrycAVq33hVy44u5ckY9avcMHTb3ja24mAqzeXvgh5U8LGEpgSi9zYuq7VHBNos+FPWLd96N4WwVWa5YdztYP6ijAqmnICHzKmZ1rGH/wBJejQ/E3hPHUAj+jQO7WzO/ZmzZl0zjWREdwf898GmxQmJ5Qip96jeedmrF6oskdSQz/rKXjrytVYLUMX709gY/rJUWtNRJ46HeartzIBfkib6Z2Gc/QhvnQaEI4PH9SDGPVvUAv9g9si8f+mTTYcUgFnz34sP2XfNMsL5ycR9GluyQgX7v2ZP58vTx5xGc8Pss3MyYzQZ53uNKh/iRWdIuVEDB9n+/uVXz09zGuhz0jHCMR0eGECQRJ5075Ij3YMLRmDNkzIbBq3Upu5MTDqQKD2/XjwyZm6HuKgVUt1cqMZNeHtUjQQg/vc2T/X8w7cYzjYc+4ZghJ4Dl6nPHJ24QJHXrQpaY4rVC2rFdXfE6Lw6d5qAKrB4a/RQ3PJFr+8Vmmz/6c8UEChk4IrIq7Iy+fY+PenSy/fI5T4cHcNgrLxi9O5KZmia4s6Naa8rH5wZLrdolcl/mSAPYArAqDiRWcBn2q1nAOUDVx1xTgmCKNmcaxOR16QEY9Ijobf1tabZZaSQDRJyOijSgxD45isoCJnBApklWpuEV223uaSG4CVHWS4Gr2HTtS4tnJAlbFdCZChAS46iiWLSBYq2n1KcFRFaca2Y4uno5OY/9s1YTGEAwUvdbBpDS3jDzgk5qHaWfMZ7/gprR3KlNfym6TfVzLZAa4aq/AqmkLFU/Xz8+Xc//9x96L/7Hj9mX+CfWTrK3YOcmJ5jU+ZdXb5XDVWwZW6+SrQaU8uclhMfGiFme9M+3e6EeTGDAiPmPV1XM0T8bW5OnaiZTZd0GGWhcpMoh/BxVi2rhxzDbo8PZ4lTmtG1PT8zoT581lQZqAVR8Wj/6aNwtA5K7vKLvpiArW5aFHs8+ZlWMJZWJ0HC0Dq1H75tNm3Yg/FT4AACAASURBVG4OG404UYU5/cfQvaJJOsGA/97/8cG69fxpiAJNUXq3n8rM5map6y0Aq844k5donhJNrFiDJ8NeeI+BzWtQxBKIlAiw+nD5GMocUZPzaBrw5ydDaBojyWBlTIl4woaZw+l2T6Rm11CjzHC2fagCq+a3BIfie+UCu/49xOabNzgVcJ8rxkjJpDRtu5xc27Nv8DtUSwsYJYHVBbywYb8E1UTSsfk9x9OjVlJM04TfKBirnRYvZ7v8U1E+7TKFTxq4JqEHayTo4DJeWrVZ6hPnz/kiX7TvTg/JWA3h0HzBWL0tpQDyFBjMjU9eIIf/DZbN/4L3HwRgQEcxt2asGt2P6pdnkv/XQ/LaWGDVCH4XmfHtZ4yTegJ6mteawro3S+Fk5jY3fhtLreNXVdkBs+/TtOTMtH6UVsPoLQGrTujJiYFgoekfc3t+xjb7mIEvVSC/JXUFM2DV1akk7YuVomB0OKrkbbyK6PUulK3SnveaFY4f0R/3qsgogs7/x/ZTp9h26Sgbg54ijlBEnRTfcaK41ztsH9yW4pJkGx9Y1bi+xuGRb1EtKQb247N8O+tzPg22DqzGVCs0jEf/HWHDfyfZfuMs+0IDCBDr9JgL8tCs5iT+7JVCfdkkpu/MlgSwF2BVCTPWotUIh06ZFrwjWZVlpxPrQMlWfQ5EsiQjN60b9bQvvW32CSllrYoeKJiqJuDQZj8siyomDiuEBEB2h5zFGKLX6tBrRZypAydMJrCquIVep0GXXvSxLHL0jHqtGKtlMqs0vCBapKtSxbbT8Jhse2t2BFWVxlIkAWTYe1ocKJu1vKm9BatXL8DVVH6fQqzK7lNbyo2THSUALFkho8HVbAWsmgwo6T0Qef0i2w/9zcL/9rJVrBLRkN+5EjPe/5Q3RGKlBBqrxfiu20T613MTopKWRaVENG+8cc4MWPUYxqPx9Yg+sYn+vy9jlZQar8LMjsVZvu5PjqChjM8Q9naujFPEScamGVgtxtyPv6GX+J5IXzbPmUKvWw8kUJU/Z2MG5fiPqX4Bapi1BWA16hm7Zg/i1TsmXUZXGpVoQ7t8TrgInZeIAG48OsXyh/diQou9Cg3i/IhG5IyrG2mmsdrn7WX8UBcICubuf9v4ZP1a1gndWhEY7tKCP/r3pUVpC6NiIsBq6M4fqb5xD3dkO1fkhz7j6FMtiURjUQ9ZNHEwH4m4cKBSqWHsGhRHCsDa0CPQp6AALh/5m3kHdrIy4IlkZWopTp8WY5jdPikELJExzRjN412r6L9xPdvk0O7Ke62nMbttKuKyrx5k/OKFzAwS7ZeHjnWGMP/NSuRKNH9SNJeWfkKtE7ckyObu1obfer5D8/KC6SoYq0Jj1QSsfsCFUU3JK9jLN3fSdc5StkSGEY0TzWtOZOjTGbS/4StnKAGsbnm9vCK3EebLzsXf0uviNRnqXqpQT/73bjsqmDGdIy6cZMXxyzwOCycSP9adPSCTXSmL9g6c/+IdSog+B5gDq23a/s66ljoIecqp7UvpvfegysyGUp4dmf16F1qIAwLzYgas1qn2OXt6l0ErUNBYdDb2LvGIlEzgkUainzzi4rmjLD2wjRVPHyusVE05xrcbyictRby/gSu/TaLJsfNK8ipNY/7+9KOkpS1uHmbkDzP4QZ5U6Hi14TRWd1WTsSU2jYZHE37vNidP/8Wov3eoOsWg0Tdn+8j3aWTOQE/5lBxzhzI8psRgaXiZGOqjnqbtAZl0t5r6RU1kFZcyn3gFHGxV6/YRW87obJKsKjlu6JAESKqvJL9fiRD3yGwVRZocD0reNQLEl8mqnodNvbq9NoGrybNQ9r0qmcCqyQAGnPQ6hyakFX8QG/jUJvpSJABik1RkX5dL3ZdlX1BV2EM5J3RyJLOy7BxGkZUYCa6mFHd2gKqJLaizpwSA+RebElml1HeSO1LZLbBqCOf6kfPceBrA0zBXWneoTx5LGFt4BE+2zqDOnpMqk9Od4W/NY3JdjQVgtRxLeo/jjarJy+qt2NgcWB3Mw/EN0T28zs8LJjH4aaz2q6lN6jSYz57OeYi+eYAR6QCszhr4De+VUZ9+/RBjFixgYXio1MiMXxICq4YzOxny688slMlwklf0+nr81GMQXauriJe4LR6wmpcpA+cxPCaxVDS31/9E7127ZTZzwWAsnOtV1g7rlpChlwiwajy9jfd++YXlknLnwVv1hzGvaxmcEsNwrv3FG7MX8af6aRWrfcc/fQrLn4yXz3Hgyj0eRObAo+qLNDcl0IprBqORsAt7GPbzPBaroJuX9yiujayVptw/hmsHGT53NvNVYdHa1b9mX28f6w1wfhvzT4ThnK80TStXoKSP6uy+N/hj2Rw+vn4bf2HZHB04MOZtqgryqbUSfZ/vxw5ltCDxihRIebpxZHQnSkrCrDmw+h7/Dm1FYcE0/T975wEeRdX18f+2VEJCCb0I0nuXjhRfEUSQ3gSRKggICNKkSgdBmtI7oqKChaoi2ECQKr333tKT3Z15n3NnJtnszvZNsmXu9/g930dmp5x7bvvdc//HmID/Ns9C86PnGAyM0pVHReNZ/M4JMZA1RCkABlZ5Ix79vBqtd/yMo+yvBTH1rbn4oJpMZREkZJKhKfjtk3fw2j0xvlnXGuemdUVRWbAahAHdNmB+Dekj9Ti3aQZaHDmNu2zvQ4d8Qa/g2zE9UcXcFmZgtU7VGfilR3Enxmce+iuX8O+lW7hszIFqpSqgrBRWa2bzxOP7MfHL5ViUJFR0xdJj8Fv/qghTA8++m4QX958R22kujOy4CFPq2too4PF492p02bkbv7O7vYBxbcZj/MvZAS4Jz89dx3/XruM/Y140rVQRJYrKNQw9zm+ahnqHzzCtYo2mMma3HYiBdXN4/BS169vJjvVD0lW+AlZT35d5GiVasw+fFahq3RfINhwXeGEHCly17RNCR2Z7xkyRmHqOU07YmpmSSQDwKiQTz2GxCBm18nCuj8+Mq2mFrlVpoAnwZFZOglVhIa7T0oCWGdXke88guKp2MnKVoCHpkzi+LPM9u7jzxv4NVdMso1HxqXDVHXv55W/pqAFFrrIEBo59oXCZv0rxO2YD86sC4fi/nGUyMpmVz4LVp+cwe9VX2PvwDq7oeXRstxSz6lmBEodXotwXUqKeCLzfeRmm1VLLg9V3PkL7CibA0K6rmoHVHINw56MGCOI4nFjSD3WviqGSqfcJRd8Oq7Cgjhr8lT8w3G2wWggL3p2LviWlBxhwfdsyvH3g99SotLRPMAerFLk4AQ2OX2aJfhwvGtSrNBG73ymVFpeWDqzmxbS+n2JYeZM7cnHYt3AUul17wgAgEIZmZQdiQ68aiDSVBLUBVvHkJr5eOQ297jxjCyK1uia2DBmB1ylaV64kPcOhLz5FlxNncY/9PQJ92n6GhQ3JTzicXTEGr56+jkdQIU+hUbj8QVV5WPr8ImZM+whTSbyW4kLzDsPNMS/BGS+xeD0+Fj9Mfw+dHgp0MzxbJxwZ/yaKmh2VF36XjD8XDEa36xxCgvKhbslOWNKrIkKZzC+H619MQe1D54Ts8siJ91rNxeym1vVa9ce24vV1W0U4B7xYchJODiojDk3mYPUdHB7yKgpLKgX3/8XIeYuxWp9gcXw/HVilV3lyFEM/noXlovZh6WIj8Ff/mgizum/B4Z+5PdHotmhom2A1GwZ3WoHZtU3glD4Rf68YhTcvPhBtEYbXq4/Gpm6lEWQ67pqB1VpVpuO3ni86OjQDfAKOrp2OTicv4hZUKJizD46Ma4YoOU72+BpWLP4IQ57RN6lQodhw/PreS4igujuxGbXXbBMjdNWoXLQfvujZBMWsBUM/+g8fz52GaUkC4c8e0QY7+3VBNUqo9vQCvt60HuMuURI2LWqWGIWf36sCObVd7ug3aLT+S5bQTquugMmvD8Cwxnk8vi4StpIdnPA43vlYNiUfiViVXpwdX2cb7SS3Yn3DXYGq1p2CbMjxgSmSRasC8VCOG63Gf39qT2+VTtaSBIBkQ4VdmPgCLySrMmZ8t+19Dsjyc6mgU2sDOpmV02CVapLAIckCKHBV3q+d1Vs1yGrReV+byYo3ChSoKthWAKskZay0rTRvM4WBOjiezCowp4y2W2maLaXrAmf0zyhJAJ8Fq3G38fXaZZh05RJugkfu8JexoEsftClnBlcTE3Hzh7moc/A0hAOjxbF4wHT0omhKCymAQpjXcQIG1M4OpNAZQxl/pIogopYKUczAalR/3JjQmCW5if16JPL/TW9nUlQvYevQYXitCDIIrAJIvIuNcz9E/6cioEp9vBlYjb+OJbPGYlSc8KEhupqY06IBCsbFIcFULF2lRWjQA2zcuxXfiTbRhb2JQ2M6oYyUtd0eWKUHXNqP8evW4dPYBGbaELyAsZ0m44M6JqTNFlgF8Gz7NJTZd0pMTqZCucK9sa5jU5QvZLZplZCCR39uRvedv+AvTtBJfSFvD2zr1wKlWOZ1I86uGoVap26L1fwixrd8Dx82zQ+NKSDjOTz96xu88/U32C3asUalGTjwjkl4K9mKMi6R4LgTtDVuxwK02nsQh5iDRKFV+b74vHt15DBNyMUl4cI3y9Hnz79wBGpEqPOhYem+2NK/bBoEPrEF9dZswzHx/SJDXsL0tv3Rq2ZYeq5F73n3OKZ9vgyfxj5lMD1YXQrD2n+ECXWlF7cDVulI/v5N6Lbte/xq1jwswCpS8Mcno9Ht5m08YIgtN16rOAAbelZkEZvpmJvRiPizBzF+/UJ8Lgnyalvh3IzukIJz00sByIBVep8rv2H4qtX4LEEA1mqUxqqhU9DZFL6bgdXKZcdhf99KCKaobbk2TzdiYvLSB/O4vGYYqp68K2oHF8DYdhMwrnYOqM27n8M7MXzreqxLoTizQni79mAs7FxMqLv4O9i6fBb6X7/LolZDVNFoX3sYFr1WAiHZTRe7AO5fxMZNSzDs5p3UTZCqFWfir97FxelXLPYvGo2WVx6yT1CpX8Lmd4eiTQlJK1m6H4erX0xGzUNnWcSqSl0NK975AN0q2JHUcGECrYBVeaPR2T4V08ukIB+NVV0/8hhlMm3FhqSrGkASAOZWUOCqvQ7JygqKB5Ipy704K1NywqS3o5EjXdUAkQCQcSFaY2rEZFb+nL/DVutxEqyK8w+eg1arFjRFA2ddbq8XSv07mcRR2xh5CqV3ToTd4Rfx9QsDULuFhjICqwzOU/0p7SudF9Nkmkkm2PFtBarKGyhQdFWtuUdGwFWfBavgEbP3MzTc+TsuiwZTqatjeYu2+F+5QsgZoYX+wR0cOvg95hw7hN8MKeCgReWCXbGpXwsUIyBoAVbVaJj/ZbxSpADkg8ZU0GqDEJU9D0pUrowyLHGSGViN7IOrE5uBbm/8ZwuabNnGIsOEokWt4v2xqWcDFIjIQLBK21wntqHfF19jc4opKUoPVhMPb0XnL7biZ0qyp6mA8R0+xAe1rZPBxO0TUHDfBZaQC3gR0zqNwbA6LBOPmRSATMSqaIFnO5fglT1/4jQvLGmiszXBliH9UEdKQmUHrOLZOUxf+CnmPHkK8SQ7tOpyGFPvDXStUgjhSMGjO9fx29E9WH31HP5LxdpatP3fcmxskRbJyf23D++vW46VqTIIwWhW+V3MfrkaSuXWQp34BOeO/ISxP/+MXzg9g2hB2sqY2m4YBtcRQ0uf3cEfe3ZjxcUH0IZWwKB2LVHNxon+dG37yXWsWjQBQ55KWdu1qFqkMybWrY5q0Tog5gb2Hf4Ww85cEnQ4aW6ma4Rv3x2AV4qbDK5cEk5/MR9tD5/ATek6VRG8XfFVdKtRBkXDgmCIfYyz/+3D5yf/xh49tQWhFC0yDIcHvWSiyWoGVvO+g8ODTSJW6UfGp/hh7li8e+9J6nvRP1uCVQKdv2PQ0sVYneqGIaiWrxF6V6mD+oVyIYdWj7hHl7HnxO9Yd+k0TvFGUQ+YPrY1rszpivzipzoEVsHj/paxKHnoigg9VahQdCC2927I2hwrZmA1KrQy3qlQCSUY7ZQvarUOIWWaoVNF4SJqX303b8WmFIECh6IAurzUB6PrlULhHGoY4x7j/H8H8OkvP+KbpETh2L26Dra8NxSvF0+bAfCHVqHyF7txUXysGpGona8B+tWqiVqFcyE4JRE3Lv2DzX99hxXJom4EgLwRr2JN/95oXCjtfY0HFqPJd3/gH9a21CgUVgODGrRFtyqFER3OI+nJXRw/sQsf7vslTWM1qBVOTH4LJU1hvnUzuPQX+zMel26b+iNfkwKQXlzggmoI9kk/WWbgTFmgWjhGWrIqFTuqHKjwg/VBbPahLLKs9R5ykasUjUl75v6fksn5PpXaE0FnQQEgsP1KAzW0GgqFCrziEliVsjFqtar0kQmBZz+rX8ySWdERFRteRUCVsukpJb0FGPwJ2G47TW+V5YkLxF7JToNgerQ2jn8puqqWBkwvARDYGzmUT8iTzcp3wSqtKmLx88LpGHjjGtNVpKKBDjnVocimViPZEI9n0LMjy9Qrh6E4JnSdhME1RHhoAVYdGc1UiA4qj3daDMeEhgTprINVXD6IKes/x6xYSWc1FO0azMLq5nmgDeZhvOYJjVVzKQDxG/R6nP9yGl47ek7MPE//bgJW+Vjs/mQqBt6+wY7J54pqj53926OCID8qW/jjP6D3xs3YQgJlCEe9Ir3x7ft1EUGdmiMRq3TXuHvYsWomul29lwpGq1ecjv29igv69/bAKt3j2j8Yv2IVlsU/Z8Aqtd5VIQhV84g3JiAGHAN0wgwlBK9U/gCbu1dAuCk35jlc3zoHnf46jpOpcxkVsiEbcmm00HIJuMenIFHMpK5T5UfXRqPwWev8aY3wxlms3rwYw+8R+iyFT/pOxjumEgj2XOrKfgxbuQbLE5LYu6qhRihCEEn6i3wSHsEAKe5Yp6mASZ0+xLBacvBbj/9Wz0a3k6dMIJ0a4QhFDk0wOGMsnqS2BXopNSq98C6+69MA+UU2LryqDFgd8j8UZjw6recxnNiFdzeswSYTbi8LVulnF//GmNULsSBJwLmEkoKgRTZ1BKKQjKdcMuJgSPUH4T0K4L1m4zGnJQsvZsUxsCpEgn79+TS8c4usBwSr8qBHs0lY2EK8lxlYtVdF0t+Dcn6AZx/VFKxgMODK19Pw8j9n8UiUwqLFWLgqG/KqVUjmkvCUT0ECzZOZ5aLxRt0J2NLRPEuUEbe+X4w3fv0TZ8UH0ba0DjpEqUOg5VMQyycjNnWDgPqfipjcZTR6VTWLMo1/ij1LR6D17TRhD7pPhCoMudRAEpeIR3wK2xgR2kUhDGo+AXOb2xLkddQ69q6jr/LkyJX2PF8Fq2lfoGHjkwQzFAkA674UyBIA5lZhfsIinzOmXdlr0d7/9/QhKsQrJHDo/e+eOW8oeQ7TVeU4xZfI7CLWIkmAQNRbdRGsCg5LfRFJArDJvFIsLGBLb5X2NKiTUrBqerNJEXWBJQFg2XgUvVXrHQoNZNTlWEtmpSIwr8yT0hkwULVVLbyITgbyJGfjuQHLp8EqmYFLwrmvl6LPocNMq1AHDUKhZad2KfYtmQG2bCiXsw6Gv9IWHWpFmfAhDg9/WYXXf/oF/5mY1F7zi9CWRp/Xx2BqQyFq8emOBWjx80GcpHmF7i08nNUSLADs+T3sWD0FnW4+ESMEdRjUawNmVxQfdu4HvLF8E34h+BP6Gn7q0wN1iglPN575He+vWSJG+uXGwObjMfuVfELfcPcIRi9ZiEUJhNyyYdJ7KzFSPBGczjNuHcOctZ/j4yfPxShANbp22owVLwG48TPaLliD30meBBpUa7AIO9uZnj+W8bGEWPy4YBA6PkiBFmroUBLLP5iMdhQ1d3QRotf/KYLOYIzotw5Ty1nx07v/YOgnC7FCL0TghesqYkybYRheLwy4fxiDZ83DKsbgotG10UdY+aYUzpp2P/7mJfy46ytMOH0S5xlQVyOIogxYvRuhZ7OTSFTKVR1v1WyBd14pBK1cRGJyMu788SMm//wDNiUS3CSwqUMIg0AGJLF7aZAvtBwGNO2NIY3yQmPKNW+fweerP8GIx3FQoRjm9p6BAVL9OtpM713G19u/w/ILZ3HamIgk8Vs04JAEA9sY0GoqYX63kehdzZbWgBF3d2zApEPHsO/5I9wDJ9qFPpzaAkG+YBQJLYW2lVpieOvKyGEhxRqDHTOHov099lRULtgfO4Y1QA5mu/Qt496X41H34EVRvzYEb9T+COvalUCI3KnyG/9hw+5fsO3Kf/gzKRZJ0CAYWgTBiCRw0DM7U0KssuhUvhG61q2HGiXTK4Q+/GYKKvxxOlUGomPHLVhXx4qRHx7GwJlL8R0nRItGhjfE7I790KWSFog9iykfT8IMM6UMe+2eDxuMhGn106yQGIuzv+3CZwf347uYR3jO6k0L6hXosGkyjKz/idCVxTv13sLYV0sgTDYylMfzv37G53/8ii/vXsMFnuqN2iWhSCGHAfkzhzDUe6E7lnVvhhdzW/nuJ9fw5Xfb8cWFUziUHIsE8Z1IbIPulMB8IhjFc9bB4BY98VaNDAxVTdenZtxOu6+DVRaKQbIAUIu6j4oEgJx3E0SkbOVK5gGTcVDkQIpNrA+2ZBuK7E02KsmqTK0k9cg0U0rhIATKKYtPZiJac1KPrNPoAk5v1S2wygynVpJZ2Zr7U9QhadKaF0FXNbAjx6zZLdChqrTdQ74TxKLr6H8pCD6dvzA5Pku9VWFarRRzCwS6BIC5PVgyK0vO4ZLj+DxYpa82cEi5fQfnLp3H33eFFD4MI3AcNLpsiM5fFk0qvICcuS3HMv7qBez8fR8O63MiT7CNs8DsnkYkJsVDl6MUGtati8pSdOe14/jpn3M4/PAZYvO3w7y20al1kXj0V8w4dBs5smmREBuGHr1bo7AkKfr0NnZ8+Q32JgehdJlX0KXei4iUogefPsCx33/GlusxQEQ5dG9QFxWlzOMpsTj665/449ot3EnOhXf7W0t6BODqcSzZfQop4TrEP49D8659UIN0Dm6dw4atv+NmVC5EhwShatPXUdM8mE7Go/iTP2Lobw9QIAR4Hp8XXTq2RKWCBJHP4eN1BxEaFYS4Z2p06d0ZpaSERxb34fH88BHsOHkG5xIToQsvgKrVXkHLyqFA0jP88/V6fPk0HPnylEDdGg1Qr4SVnYRkA5Ju3cbJs8ex9/od3E9IRBKnRnhYJPJli0LRF6ritUpFEZnLDjKjBfuDp7h74zL+PnMJt6BDEDUydixdh8jwQqhXqzJKFNZZhosnxuLCL9sw+Y/92JUUjVkDZqBPGReaYrIe8Vev4/iF8zj7PAEJnKBXbuDDUDjfC6hZoRQKFXRMB5O7/xhXzx7DtrNXcCsuHgmsHYQiKjQSeQtUwpvVS6NI/iCi0TKFw+N9X2PyiefIkb0Qar1YGy0bicIYYhIq6UeqR5fw659n8O/9R3jK5cfrDRqhbnnrSbNA9XXnHi5evYrT9+7igYGQPm18aBERGo1yxYuhZL5cyBkdApVM1iXu/EHM3Pkf1DnDoY+JwStd+qN2WkCr2bfwuL93P/bev4sbsc/BRRRH7aqN0Kx8MGCMx+lvV2Hd42i8EC6X3snSLMmJT3CjaBfMfzVdeC8FrIN/+AiXz1/A8Ts3cSdFwzZNqf8xcEHIl7cIqpUuixKUlcxe9xITj7unj+LHCzdxP/Yp7sTGII4HwsPyoGThini1XGmULhoJrQ0TszdPMSLp5g0cP3MWZ57FIo6T3smIZH0ISpWqhLpliyKHTH/oguc6/JOM0lyVwKowe8riORQDf04epWVAg+bJFLnq27PA1KjbDDjNyABZAOuqWl1zspmJAJxlZjhW/t3hZuvahS40Q9P268LPxZOiggWELSmhO6A9WgEc2v8Ud7iGkAyLZ1DO/X7IE72ZMG+yNfuRTCJJAwW6BIC5h3BCw7JpRXfr2wG3tO+4rl5h+nDRUdwCq6kASK2CRklmJVstLLpODahNdjFoVyNt38feHr+rte27v1PAqtBSyTO0ajEyU3ETC4cmk5CCi7Rvoeiq+m6bz4o395Teql+AVbMKEHbiBbjhWeGErKjpjHsmG9b9pW/mAcOd54hN5BGaKztCcngirNtB49y/gb0/rMOI/8KxZMIwNLCW1T3jqlK8s8yy+k4MnifpoQ4NR/Y8DsA9m+8oUqPUBbzUxjL8w5x4gIN15sQdHb9U7G888QoxyUh4HItEXoWwnDkRGuWJmzr+JRlzZcZ0OGkRqxlzf+dtIa5WHawyiUFyDKpa6q06/3x3+nUHX9rqS3kACFmFsmxF6pI5/PlHlGwoiRIy2SE0mQZw2DDhWgytO++Y5rnS/0Una4EkIw9SL3LEs90Fiz63/mc5P0kWkxLppcmR+HN7cejbyIdpTmkIvPRmboJVybw8A6skC6AUSwuQVShLLjU6jqcOigt4YWNrfsJxQiN0t3P2Dz8UBlZK1kSAVSnybSuY6a0KvXgg+k36iYhlH6ycTLHectIOE0jTUUkXm6LtHGtxGp2nKZCDD3bs9Vy4Km1xnTXdjjd8vyNmEyVHlGmPpbGkCAVHbXP7CMZsOYDHmsZY+n6VtOTxjlSDJ65JdTlHX9jFh7JU5rRfYaq/701w1Us2UpRBy4qDZQz45AzPXHRo7/mZkUVjilA1g5ux93y1s29Cc2U1iwgMxLmynLUYOOQ4UFImxW3SW4hGA4KqSZTqnjgGyW0ofbPVRkdwVe1JnTFnm7cXXc/RRoWRoo+96KUy6VU8BlbpfQmsEmBVigwAYseWeRhSc8l63kosBN+tYx402Lq/2+uScixrfNR5K/5j7hlkES2TArCj38Lq3tVejH7ngaw+Lvqf4DOuHP8Q5AAIrrr+7WRxacGSNf6X9v2e7xfoWCX1PUr0oaVt1R6Q2NDqrJ6l9XxlZuIdaUJEJy2ypkVk4oe68ajUNYZi69yNMQAAIABJREFUpDQrOsnm+FN7MOGn/djB18XmPi1ROk0Fwo2a8c6fCiccpRMpYnSLslD1zsryprdibSpjoCqbefssWBXaEkWqGvk0CQAF/thyXgGuKkWYEScbKSFT4EXV2at/sk2KkUeikU7Ypp2iVOCqvOWkzQqtRtCrCdQ+SAr0MRoB3l4IuD0n9NG/ewisCkLzpN0idU8u4R2WzMm9Ds69PSd3V0fWv5r9RQ0EEQWSe4wY+p+lfuTkgsiT70omCSJJCRk9Wk8+x9fuJXXWaS3Lmo+61OIywByutiHT93fmHoIeT7BaA50yV5StTyHqmbqfLGzgGeBp7t6SLVMVsCprRmmXWbCRJAvgrsX98/cZyDt8z2Bpgd+Ov3tCDO7fTIAxRz4UsMyx5fh9fOBKnk1v0/phJhGlgFWZmksV2vSBWs2sV8y4CY7vglWhNRFUpeQ6piVQwYYj3iiAVWfm2Y7c1feuoQz3BFWJ/yjWSKs/4igGjqCqUYjkNRmjWIo45ci7hbNLQJEiViVZAN9rEe6+sRChSpGqgbxX4RGwKgxsHGuI3oJ33HUPT/6erEIaLrTrE6RRI4gyKijFwgJklWANddpi9KRiI1FOXWlV1lwhNds9VAjWqFmyEqVYWoCm0Vq1kKVRKWJ8sgegKtnSHyNWTY/vkMcI+12K71hrOwpcFS2j7N3Iu4ioNyb3R2HzQgGs6WyTmrxEsYtgl4yDqnR3XwarBhmomjpaKZsWVqd7gQ5XiVeQrirL5K6UdBYg0Jxg5JBiJeJQw04yCfNBZQPD0nkCVRKA1uO0eUwyAIHcrNwCq0J3JBhQz9OujzKrNm9iBFWp4zaIyJmmRyE62tFQFqlyYxnZh+Cq0lkL1kmLVFVGfou2ZdZzEzQkuKqokcj7CtmFwHNg9zzCGOUJCQDJyv4GVuUmRApctd//BjxcVaZ/1p2EFhs2cksrkatypnMl/Nl+O/W9KzIWqvoyWDWyU5JpEgDmdcvgT2BPeGy4uyAtEYhiP7QmpyPuClS1dA/qdRMNQiSvLeTMJAEUsGphwFRJANJaDZDIXinASYpWDWSoyrjN2RsHXN6u4QlNq1QsVFzpoOTHLwKqFM1ramRiqmE6RQTa2ohP8EenUWLraNOCJWVSiowFVGD9j1mhwT5YTeBMMZqcBahtWVMjCRSLCUfbPdeu/Ams2poQkd2UXtlGKzECKm2ABvYqDMxm95mmNSavA0Xa9spmshW4yoB9oA7oGaeramptX4xYZceVeWkkt+4fgusEqv/Yn9WpIGhCBlJJMPKMW7iXl8H/LEYWSeYoYZUUKGf9G6lFKXqrMmBanETTZqlGowmIcT1NV1WIWA304iZYFY64E1T13DLVP6qE7EERvEbSnpX5JJ1ajWCtaWZY//huT32FpLcaqNMhYbqotCpr/iR15BZ/50lPVM20jAPVd2y1QbKJVo0AnEoLVvGUrqqpjQMFrDL7KXDVsnk9uIHfftmBr+7qEZqrAro1bIzqxZW1vKfmAr5+H0cXGpKeMVgCUaXIje2BN6hnji/4GlilmbGB1zg8Q1Y2LezMCvnAOSVIx9slXVWll01vAQMPxBs4hwPlCB5Km+1KG0tvS1qjkiQA/efvG4P0rYGuq2pa+26AVQKqgN5OuHigdlwEVSla1VowPU2ig7Rq6BQAJOsizD4aIeN7GhIJHG9SwKr1urYKVU08JUithlatwFU5KzK9VQJkAUaeMwKqkn39Baw6cnxHgj9Ky0prWU9/WITefx7DCT4v6lfqgWVdyiKUIleVEvAWsB2pam4eIUlI2gI1wDpoe95CHVRARa5mDlQls/saWBV0Vak40kaoXWWeLe25sXf+nfCYI7b0zrd39K0oECzRIB/s5Og9/PU6CuAlqEo2ciakR4KrCliV9wwpkZU/y5IIUDWwdVXdBqvU7Oh/KJTeiraxv/Y9Dn2XsJtKnbftDormiCFaAQApxdICZBaKXE0zT2DYSYGqtqAq/c3+sE/TaAmuKm1Lvm0xuGqSodrf7eRpCQDJXv4AVh2BqtL3KnqrJi1FfxtLJo3GnOQo1CrbA4vb1kSeHAicoENFV1W+2xSHqLRNQEfmLpL+M11LEFGBQemMy0J/AyWZVebWvS+BVdJVNbJkXs53Pgr8sTbLk7RWHemnfG+myM7/iQmZFNlCy/oj+yQYeKS4GChHkgBMJ1wpFhZg82W1IPXjb/0PS1bFg0WrOrOG8Hc3cSlilXAhNUAFqqZ3Dwn3UMdNEgD28Y8QNRaqVUOtwFXZtkYRq7pUuOr/HbcCVW1BVUdaVNrvNVCJUc/+7zeuDFSsbamcX5y48qys/k1GQVX6rkADq/TNClwVPfrJDXy7cQOORjdD76YvoVge8d8Dgf8ERtfhWtfF00LedQOx6aACVl2zvc//KnN0VU3N5CtgldA6SQC4WvwNbLhqB/nfqQA/lQRgCZmMnKir6lmr+fLdpBVVspGSeTnGLOS+l7A8gVVppaW0szQrScmsUiNX/QhA04kcowJVLWG6K8mr6Pi/kJBJARbpLUp2UcHgIFSVfksRq8EEVxVzyo5RBFYD4Vi3UP2KtqqsEzh5PEWCP1qVikWu+tFY5rF5nCA+L8gC+HNRqTJ2pPJ1sOrqTrMAVz3oPHojDDEGcGotgrJpAJ0dr+QA/nkK9HpAFxkEVbCd6+MMMCYbYHRCXF8bEQJ1iMl945KhTxKiCTV8Mp4+eIwHMYkIzlUABXNnQ3AQD0MCzQDoEhV0UcFQ2fsOPQ/joye4+/A5niVx0AVFoUixXAjNRpnmbHyTEeCfJYPTaKGJ0Ni+ll7oeTKMai00kWY3pSiVGD30nAa6cK19O6bw4J89xfVL9/FMpUH2HLmQP19OhEY6mYGbhrp4PQzJRnCsTlRQaTTQhWkBqkt3XMsIQM8LnZunZBnYuwKqEB00YTbqhUFVcSyPNcKQJPiDeaHjyZpgLdQsW6fpe1J/pYKKtNmsFVnbqaEN0kIVxo4i2C4JRhgT9bJtgUXWaDXQaNVQ6dRCXThT6PtjUmDQA2qdDhryC0cKGSnJCGg1QJAt+/q7JIC9ynPEmM5d4wtgVTgJSGdsHPQnuTbHuhnXf++cVX3valLMdK/j9b5vJr9J4QisGt3wHO/7Lk+8EdmGJB1j9fbO19p/mrCeEPouBazKjfcqQW/Vj+xjMHBKsiq5ccYZsMoOt/PUSTkXOWa/SfrHFTQv1PNGhyJVzb84SCMm3FHGfAtnIJMIcFX6k78ZSWhPnsxU7h8tKu0r7OmqWvtewXfUzH/8zWs8UcdkEyGZlevRVZ54j4y6R0ZDVXpvXwarrkJVqb5oM9AjLSv+HD6ZORUfxfOIQigiNNWwctQg1I+24hnPLmLRis8w++4dPIMKeUOrYmavUWhfwsr1Kf+i+eg5+As6ZBN7W9rEMt/GSkMaPJJhQKiuPAa1G4MxtbR4/ttGdP3+RxyABsTViN1R0bDFKM2OVNCm9jLC78MjWmLzO93RsJhc78Pj4a5v8PFf+7Aj5hkeQ40Q0O+AYFU2lMtTCwNf64q2VUzJrvjQ5DtY/ck8fHz/Nh5BheL5OmNdr9aonFfm+/lY7P5kBobdvILrAIrUXo+zndPI1fEpnVH3iRrZwCEOzXFnwduIkjPj47s4vH8vlvyzD98mJUEHDes3DDBCqy6CluVbYfSr9VG6kP2eVn/uODbu3obFV8/jGnQIYXbjoEcQCoWVQMtKTdGzbjWUKOICFb16Gtv2/YLt95OAyPJ4u34zNKrkLB1Mb4Drayag08krOM8bYVQVQPsq72F1z2KWVjKFqhc+R67P94ODTuTElH9bsg2HFPCICi6BGtm04MOL4bXKLdGjMVlenA9IEUAMBKXZlL95GT/t2Yrpp47iLLQIYelDyHYaZNfkQq2i9fF2vaZ4pXIU1HLm4y+hx7Cx+AY6hItfICUgoWcLnhyOgiE5UTjiBTQqXROtalRGyRds0c40U/w3/y3UvJ6CcKiQjOxoU3M4VnYug2BbmwS3LuCr737ArpgE6DVhKPXyUHxU20rd+7UkQOZDVao5bwerAgAiXVX7fYsjcwkF/Fi3kj/BVVo3EDiMp01Ij3mPIx7mG9cw24i6qp54YxpHWOSqsnkha06mRyvKAnjC3ll1D5asihMkAJRiaQGnpABoTyPFSODQM4Ob/1QILdBUTFfVNawqTJuDNWpoKZmVYl4L16AFPMExIZmVvxmIvEfpoKz1B65CVel+tJiliGfyH6VYWoCWchSY5G/WEY7/U8nYtuWrYNVdqCr1xJ6KWuUPrcLLX+/DUY7SPobh1YpDsP6tKgi34Cs87mwejbJHrsPA6leHVg3m44vWua2fno49jE4T5+FHpzuAXBjWajY+bhSM+/uXof4Pv+OOE/fIGdESG7t3wcultOkb2OOr2LxhFaZeu8Rgp7WSXVMCHWq9hZltSiPclA0+OY8F8yZhbLzg21rkRIv6E7GlvQxZTbiDLxeMQa8HhGzVaPzycvzURsDL1DZOLHgHda4lsv9PFdwR12a2RbR5Z3D1b4z8bDFWpXBIstKeCDAHoQj6Nx6Maa0LyvcnfAoufDEHzf85jccMBsoVFYKhQY7gEmhdszumv1ECoY4xPXaz5OP78NGXq7Es0QBoKmF6m34YWD+X6/Mq/S18Mu4DjE8xeVdVbewe/z4a5Er//oz5SZtUZ79AtRXbcd5hf8mJ5i92x9p36yKC8TVeiAiXwCqfgktfzkHzg//hIYwwfR3zR+RQ50fNF9/AjLZNUS6/2V+TL2LM6HFY4HC3qEMBXX60bTwKc17LY3ugiLmFNfM/xMCnUs2qUTisATaMHISXctgwxIU9eGvpSmwVLyladh7O9S9s5Qd+uAnIPilroCoZ2dvBKsUaElj1ZFHgj3Vr+gtcJe5DR9wVXVWzcUocpSiRV7KHA+WUZFa2eykCq9Kc2Vf7IJIAMBgcnkB4stv2+nuxHJuORqwK4fQGtvvjkQgVrzeP4y9IWJUy6TGo6sacjxpbsFaAQEqxtABBVUpm5audkbU6pWgTpchbwF2oKt1VQ22LDWiKpeUswDYuGIh0owPzMtNmRrQqfbIvglVPQFWpuj0mCZD4BPtXTUKrKw/EaNBcGNpmHqY3NIvYvH4Qk1Z9hjlxBAqBqGxvYu8HnVAuuw0HND7E2slTMS3uER6zyyi61Ih4s59QxKlpfuQ82Rthase+6FDagLsHlqHOD3/ioclvtFBbOa2vQoQmGvVKtsKYlk1RqZDJfmDsHWxftwiDL13Fo9R7BaG4LhqFgtWIS3mIkylJIjSmMa8kBr08BNPeMAnffXgW8z6ZjI8EHspKttAmWNOzD1qWMQMQcbew+dPR6POQMLQGzRt/jm9bR4i/4nBiYX/UuRLL/n91aGdcmdYGeUxvcf0vvL9wGdYZk1k0rVBCUDaiIPJCj3txd3GV15v8rSgmdZyMUXXN6o1LxLF109HhxMV0cDpMXQi1iBob43A78Smu8ykMGpJfBakK4c3KfbCsZxnWP9kvPOKP7ES3jeuxh12cCyPaTMTkhnlg62S9rfvGH/wKXbZ8i5/TXZQfH7wxAVOapNFC1qZSG5YKOPMV6qz8FidTfxeNlyNMndSAR/EPcJFLTLWdDnkxpPUMTGkkaA2wWFVx0LqzdRqa/nEK10zAtho5UDk0EpEaI2KSH+KUPikVVlMccIHwFvhmZGeUNw1BTryICePHYY4Ucs1qk8JJzZOtciZ1CuSLao31b3dDgxesWytp/1p03b4TO9Mt1iMx+M0lmN3IBh2/8DN6fbYcW8S12gtlZuHsAJmIYNNHsxWMZCX7nuHdV6SPSs7sd/VmsEpRqiSx5umAHn9bR3jWZ3w/mRV1QUkcx07YOjR0eNaAXn03WnGmGHkkOKOL5OAXCfNB4QyE0sbSGy1Vb1WjAaW3kMZ2B03rHZfxAJMAULiqbH3o9UbHwCrHIjFVMAhCWEoxswABVb0QquB2YQBIq4bGs5uzbr+Xt9yA5MiChLBV349cVXFQsV14z/iOt9SRp97DU1BVeh9ymxAa0Dz1gn50H7KJP+mtZhZUJRfwNbCaERMiCqpLO07sRsO4sAfdlq3GNnHSViS6C77p1xrlUiMDjTi3ehRa/Hcb9+nAsroyZncbirerhtp9KH/tAe7ExiHBAOjCIpE79jDGb12LFWLoX2RYYyxp3AjVCkWAT0yBQaVGRM48yFMgFCqkmIHVELxVvT+G1SuBbHRPE0gljU1arRaR0fmRM68mXTLzp9/PRv1fj+EqRSQiGGWiamNwk7ZoXzIb0+BS4TlO/bUHc//cjR0GSoMZhLwhr+L7sd1QXuJyMmCVnlsg3yAcHdUA2U3nD+6A1ZQn2LV8JnpduoHnBDqRG6+U6YgZTSqhYK5QaDkO+qQkXP5rHfr+fVCEiCoUzdES6/p3R618UrXweLxrFXrs/hn7WN1qUTSsFka82g5tXsyFyGBKgsCBS76N3bu2YeXl8/g3JR4xTBahGpYPGI4OpR2RBeARd+RHtN64CX+zR4djYOvpmNUwLzSu5LzhY7Bz9gi0uyuAZ9OSP18/HBzeBNE6MSbefKGRDqyq8Uq9Rfjm5TCkpAinvtiiymjEg1PfY8xve/FTchKMCEKVAm2x7O02KJ87bZajOr8fI9Yuw9JkmitokFdXCh2rvIpuVcujVA6tsB3Gx+Ha2X+x+a8d2Pj4Ae6xn+dEjwZjsbRtEfG0D2VxSQ9Ww7J3w/G3a4N/Fo8k8QPVGi2Cku7j8Nnd+Oj4SVxl/x6Bbv+bj5UtrO1gJOK3uUPQ5dZzPEtnKRWqvPg+vu9VB9FSoLS5MS/+hkGfL8VqsR2VKT8bx/raILj0e6kj8/kjXlkLVcmU3gpWMwqqSu6ngB9bw6aQzIqKr9mJoCoBVQKrQiiYQoHSRmKwJF4EVT0crJrqTMJ6Im0S4mv+Y3cy6YELtLQW9bGxi0kAGAEuoxzHA3bNylvQHFZv4O2DVUHbRsmmJ1dZtL9P9tFTYp3U3XP3qpU6JCmZlY+1Ofc+3MFfS/YhXUjfj5xWJABsVbunwSrzHZUawalg3kGnC6DLSBLAFf7gTSYSdsozbyKtgFWh9j2jt2rEwz2r0GbXrzjBDvnnRNtXZmHVa0KEpfHELvTfuBZfMACTG60rDsCqHhUQ6orTcs+wfdZ76MoiOYGyxUfiQL/qCJMLrDOag9XiWN57KrqVd/zBbDy/eQIzV8zDlFiiuUEol7MVVvTvgKoWJ/iNuP7NArx75AZuU3YubTmM7zwQHaqIixUrYBUoio/ajsWYhpFpTdIdsHrxJ7y2ZAP2s7vp0LjyOGztWgah5pKlnAEPdy7Da3sP4haCUCyqMsb3HIKWUtDhwwtYvHg6Jj9PQjxUCNU1wBeD+uN/L8jYj+fw5PfvMfqnrdiYTHWjQsUXR+DXQTUQbnfD2cNg9fERvDt1LtbJdnAVsHH4eLQt7AhYzYaxfVdiXFmZG/FGPP7xE7y07188QhCKR9bE5O6D0epF6VoOF1aNQJPTd/GUFqzqqljSYxB6VMoue3qcv3ISn32xCKMePmeR3xHBr2DnmL6oLkWtmoHVolWW4dzbVs7pPz+B9ydNwzKxOy1eZiZODyguaw3+yu94b/EirOaoxnLhtXADDsQ/RxwjMyUxq8dUDKlqpQJdAavSCTGB/HjTEOTku9h1aifv5/zl3ghWPa2ras0qvgY3nK9dd34hQH9fWmuxNTlBVSOpqirRqua1Tye4Ezyoq2q1XSnJrGw2POp3ND4U6KPoqtruRwk2p7BkXg6AVaaryhnFzWFfnry4M7jI/zadBIAHb09W1mmEyFWlWFqA2Ycls/Jtf1QkAKx7t6ehqvQkdrxUTGaltC0rbYuiD320aWU2VCUL+hJYzYhoVdO2JfiNm84TewPrF32CCY/usWP3wcEvY3OP3mhelsdf80eg682H7N/VQa/it+G9UD2Piy059jrWfjoGg55QVIsWDSuOxfZe5eQTkluA1WL4rOdk9KjshPgnBQv+vBgtd/yBQ8xKlbB60Gh0KmllnE94hFN/Hcf+5xFoUKYcKpaMgFp6nFWwqkWhkDfw68cdUUgK8Iy/hc0LXJACSEnEmc1T0ej4FVEyoRZ+Gj8cjcVISkurJ+LQpv24kzMfyrxQFGXLSrCOx5Of16LDj7tZFKlaVQTvNBuHhS1N4K/5zYwpOLH8A9Q9/0CMNaqOXZNGoqFsVi3TH3sQrHIpuLFtEV47cBjXABTN3QFjX1Th0dVfMfXBIyRCh1dqfoyvOxSFTisjoZIuYjUSo95aholVZXyVM+LZ7iVosPdvXIcG5fK3xcp32qKCFKV9/yQmzp+OuWJkdYUKs3G4j+1oTsPvK1Hrmz04yx4Xgf6tl2BBY1GawQysVq66EAd7poYWp39B7j4Wjx6MkeKz8xabgmtDy8h8hAHn181A62OnmGZwaEQnHGmuwuRvt+ArMQq1aKkZODcwlRanv4dLYFW8ha9KAmSxrqppBXgbWKW1VVqyKjfHEweGBwWu2jISYVXfWYsSOEwyckyeL+M9xwHn8pJLqLth8ghGz+uqWvtEJZmVFXYkTsQJrDLpKS9ecLHwQTEpp5G0QDMvZsVLWo7916Dq1Bu41EhemxqrHC8ccVeifi0NK+ymUkbcjDnGTe0sSKNmgFUplhZg9lFTBkKqCd8Z9NO+xFP5Tf3POzIKqpoCIJIEUJqWvO8IGxd0TNn3+h5hfpK5I7+vgNWMhKrp4ar7fsNd3Ivun63CdgYgQ1Ey8iUMqaXG2r2/4gjbHCmB/q+Pw8yX7UsAWO0h3QKr0Zjwv6HoW6socgTRkS6ZOQLHQRVhenydx4n5b6PuTVGpNLgzbs9qA1s5fdhd5WSPLcBqNpRAAi6zGJ1saFd7LFZ3LM6S0iHxLrZ8MhLvOKux+ug6vtkwH/2u3wNJuYbl7oejQ5qgiC0tWzlj8/H4c+kHeOUixVsC4eEtsL1Pd9QtZmfc/nc9qm3YgXPsV/kxqfs8jKphb6z3IFiNuYLPlyzAhPsPEA8tmtedhzVVknDt0Hq0/vc0k6IoHPU/rO7fC3Vlcoal11jVYHD/TZhZ2sxARg6xh3di3M4f8WXsU8RDh+Z15uCrdvlETVgez//6HiO2f4kv9DTXjMTI1rMxpbEdr7lzHB/Pm45pDGpmR9uaH2B5hzIIJzBvBlZL11yJ493kK5U79yPafr4eu9lr58Cr9adhW3sZss4/wdpxA/BuAl2nQuPGa7GjtQZnN85F+yPHcYW0kCM7YO+gDqggtxHiDlj12SmQPV/OvA/zNrDK8SomP5eZaEyBq7b8Tc3GIW+2Ea0baKhM4ngWsaqU9BZgtjFSJC/NETKv0CnB1PmhT58s8LzNyGd1FLXqqgC8519J9o4UjckZ6WR2Jj3Qhx5DdWigBHkEncU1s1WwKkRjcjCwDsr9hZIP2cmhVyWVLLJPRvoZQYJQncZno8ccMqQbF5F9QthJQu+ZoDr2OYoEgC07ZTRYpWeT/k+IxpcOODnmWZ66StJb9aWenyXQztAeWd66vgFWVYJcTSYU8hkp66nrj+Nwbs1H6HjqMi6b3USDYNQoNRjfvVUDkeGuPwFugVUgRJUT5SOikVcXhCCLhmLAk7iHqNpuMaZXl94xAbtm9Ee7h0LG9Ox5BuPa2HowS/Hk2AeZgdUSBfthceh2vH7pvpj0KgdGdFqMqXU0gPEJvps5BN2cBavnfsHbn6/AV+Ib5Ss6Egf7VEceKe+VY28KGJ5h7+KRaH1N0CktmLc39g9/BQXM5QTM73d2B9ovW48dwq8wtt3HGN/AHkj3HFjl/lyOSl/vY8miQlXFMP/9GeheBMC/a1Fl4y5cYO+lQ+vGS7C5lQyYNEteFaYphTZ5cyNCJ+h8c1wKHsXcw4XYe7jEpcCIHGhetjsWdK6LfKm5xQx4+Ps6NN++VwTMBTG/6xQMqGWnEh5dx7eLP0S3ZwRjo/BGxd6Y3/YlFCAea6Gx2hmHe9RHaIoBnIr0NvWIe3YX5y78gcWnj+MIJyQTyxbWDBvf6YtXS8iMCqe/R6sVG8UEX6Uxv99UDCgH4Np+9P10CTbxJMNTFN3/9xGWviZjK0+BVRa96gujlnDE2luKN4FVGqUMvDpToSrVgzdDQ6/wE17t1Taipi9A1Yxdl3tFXbjwEskcj0SSR8ikeWDqK1LfL4JDpY2lrziak6vVlFPHe9uWoqtqvbFRUzJyHAwUJm9SZMCqsOtD0ZjKro+8QanbZrqqmbCI16hVCNVSo3OhJw2An+hUKp+K6hWqMWOinP2hujML/rAlsUrFZAGUtiXvOZSFW8Miwr2/88kqqEqW8wWwmtlzaY8ks3p4BWtXTsfgh3Hpesy84Q0xv9sAtC7j5oaam2BVwGpahEEnIx9gRCxSULLRRhxsLUatptzD5jmj0fexkCKodKmxODSwkrz0gL3OPB1Y1aD962uxvvjv6LloOb4W53jFCvTDzr5NUCTyGbbPeA9dnASr3JFv0Hzj1/hDfJdCxUfjz7erINrZiNWUJ9i99EO8KYLVkkXew7736yOnveo7uxdvL1slgt3CGPfmJIxrZI+kewisJsXh6PpJaHLmFlII5Bfqiq+GvIp8FPH57AwmTp+KOSmCoYsUHIQ/+jVALnPWaQZW7VWpVlUCQxr2wtjmL6Zp2Br1uP/7CtT7/gDuCk/D4m4T0LsGZYGinSQrffOjW9i9bBTaiPrBJYoMwY9v1UfRaEuwSncNRRAkzm2EAQmghLVC0SII+YMKoVuL8Zj4skz2KcNz7F81B2+fvcASZpUpOhR7+tVDNFUVH4MfZgxD3wexiIEW0XkH4uzo+ggzf22PgFXxmKJPDOj2nN+et3j2794CVjNLV9Wa9RTwY92vhDAE7/Jb6W1p3UDdMSWsynRw6Nmm6PG7CRsVPBINFAyWOZvr5h9BvkOJuZX2JV+9TG/Vy+CkydIsAAAgAElEQVSqtBan/G8UraoUSwtQlCpFq5o3KwuwSrCQOiaKVFXwj6UhyTYUrUr/ZUahoYy0REOEbE1KkbFAkIY6be9PZqVAVdvum5lQld5EOPKuZnq9StOyrBtmHx/QW80KXVVTa3k7WM2iubRHklkl/bEBXbbvwh6jhHki0KPpLHzWMqf7Y6GbYDWbJh+qReVFfl0wgizWmwY8ib2Pqu3mYUwl8VUTbmDtJxMw6IkAVkuVHIN/BlX2AFgNwYi+azG1nBH3di5H6z378R+DvtHo0GwqVjSKxReLxqL3A4qU1aB548/xbevUkEicWNgfda4I0aTq0M64Mq0N8qgB4z9b8drmrenBas8qiLYhjSpbKWZgtVSR9/CrI2D1zB68vXx11oDVq3/g/SWLsZzlNYvG0FZTMaNJlDBo8Cm48PUSdP7rkBhFWgFL3x6DnpXMEnE5CVY1iELlyCoY1KIbOteIEJ5lAVaLYnG38XineoTAVE2OWaazvRlYLVBwCH55uz5esAJWrTem/OhUsQ0G1qqKmhWi5DnunT/Qa+4ibGGn28LQp80KLHpZl3rLmN3L0XX3L/iV/q5+CZv7D0Wb0qYSGQA8AlbpkV6+EehFuqqmde4tYJUiVbNaJEuBP7aGVhXAexcgo3UDcR+KVqWAMKWktwB1uwmUrZzLjFAw69aX9FbZ2ssnNr8y15NY5CqN516yGGXSGgRVyW+UZmXhDGQXgqoEns2LJVgVdVUVQJ3eVJJfGUkeIZOgqvQGFDQWrFP0Vq11c9QPUaZ394+fZmxHKhxTVnooOStnNlRl7yCeGgxWq30+EVpGeS7NfxhczagHeOC+KlVmKrFZvrA3g9WsnBAJkgBsGu16LSc/x5+rJ6LFxXvCEXd1U+wf3xc17CYxcuCRboHVaExsPgz9X3oBkSFWJsO0ogkx+XbjI3w1cxh6PRakAEJzvoubExohzIFXtbgkXcRqGIa+tRozSHIg7iqWzpqFybHPQKg0JOwN7Hs1D/b8vR4T79GBbsfBKn/8B7y5dhP2iA9nUgC9qyOPsxGr+qf4+bOxeOOKoLFapEB/HBjWGHnS2Ju8Bc7tRtfP12Ab+2shjHlzMj7KpIjV5F0zUXTXccSwZ+fD6A5TMLZqdmhDAD45Htf2bULPPYLeL5UGtT7Frs5mQqtmYJUiOTfWzZnuJBhpq8Xc+hdfHduHDXExIPXdMG1FLBkwDh2L0+EWAx4cWIXG35MkAZWCmNdlMgbUDBfmO9bA6uMb2L54FDo/FaQAWlXohU/a1kEh2o8wkwLQqitgco0K0CVfw/enjuAfzsCO/lPJFT0Ap0Y3QQ4zZmxaYcl7ZqP4jiN4ItQu5vWZi4HlKUyK6D6PhH9/xfivV+HzJJo5h6FZhQ+xrU9ZpLulx8Cq+GbeKgnAe8/C2bQOvQGsUrIq0lX1hqKAH+u1oErfcrO8uqipxxsJqiqhYHKVkWDgkewl8ggsapX+RwGr6aqK1r/U87FkVl6it6roqlrv2qjPMRiMMKZqOacft1LBqrCXIRz/lxJ/eccQl+X9NnsBSR7ByJJDZHIRAVCojrQ4lFqxsD4FQrBkX9RhUwflPfpVrMNkg4kCVW21miwBq+IL0QKPEsXRoK8USwtIeqv0F2+zUFZHq5JNFLBqaxHmLlzlcf2rj9Hw4Gk8oscEtcC+YT1QSy5ZkLON1y2wWhzLek1G94r26GA6fIFDs99Ck3ti9G1ID9yf3gIR1oYrisR5EIMniEB0XrOtDTOwOqD9CnxSX0BVhtM70G3FevzADm7mQMMcBRCF89j2lEiXA2D1YyFiFbdP4tP1yzD5wWNQjG1Q1Ns4MrQ5StjIm8TdTASfMxQa0xP7XAIOr1qA906fxBlKXhXxJnYP6IjKBe30Jqe+Qr1V3+IY+6poDH1jJmY0yQQpgKRY7F44FG/eYZmYWKERPBShyK6i45TJeGpyVJ7+HhzWBr+/3xnlTfM6pQOroRjVdw0mljXbW5VMcOsQRi6cj6Vs90CFOlXn4Oe3CrGLn+7fiiE/fotvWbRDOAa2mIs5zYSdhdTNZHPAeu8oxs+eiXmMNUSiTdXBWNKuEnLSSX4zsJq3wjJc6yNWanwc/lg7Fh0v3oOAwcPwvwrD8GXvyun2CFINE3MHP6yZhR5X7zIfEd5ejXCEIKdajWQuCc9gYMA4rdTA3smjUN808tnjYJU+3IZUgrN9hceu984tyqwFqxQRpYLei4CdAn5sOzy18ayeDUprhkQlWZVsZdFokWLkkch5TwJyBg9V3qsn6rFu3o0bSZIAWdUHsXZF2qFKsiqrtWgwcAyqWgtcMYlYFaAqaXB4+WEaN1zW9Z8STiXbZAFWFV6aBzRqIERJZmW1EkkygbIgC2sV70FAaQl1Mh3Ju+7wmfjLrISq0mdqRb1VZd/CsuKFyZDwn9CqvGOEyEpdVVMreStYzcpoVVP7uKe3yuPmN7PQ5M/juEM3DWqJfe+/hVr5PNBBuQlWl/cYj25VnIs3vb1pJOr8exOP2RBVE98MH4HmBa0EHt49jQ3fbsOSa3cQryqDSW+9h3YVxXHNDKz2b78C80WwSu3z2qapaH/4DAOZ6YsazRsvsy0FQGCVGG38I+xbNwsdL9xEPHvfetg9bjAayCSFZ8+4uANvLN2OW0G5UbVwNfR6tQ3qlxRg7/P9X6Lv9u+wgyMYWBLvt/wQU5rJ6HWmviyHq2s/ROXjN8VkXBXx1Yfj8Hp+e/XuvsYqd2I3Bm9chzV6xyOgVKoymNhqGEa+bEIL04HVSIzuuQwfVbby/k8uYOH8CRjDDK1F4yqT8H2PEsJJgYdnMGP+VHycJMwfXig6AoeH1ECYuBEoRK6mn+/EfDcBRfefE2FnBHq3+BSL/yfa2wyslqu6CP/2NNmpuHsOy1bOwvuP2ctQ2iq0rzsRq9sWhc7sBD/O/4hWn60Xk1bZqxvp74UxpdsMjKxJgrVi8ThY9cYkVt4JVakGshKsZlWyKnvemlVgw957ecffaaspa/2Z5jeU6ySzs9x7h/3tvYWK8Yo4gxGpQXX2fpJJf1fgqnVDs2RWKhXUFLmaRYE+1K5YtCo5joIsLCqLgCqBVVvrq1SwagDHdFW9ZTGWSW3c7mMkVRLqwLMMqpq8JelBBivJrGTrjTpskqIlwOpNqpkqRa3Y1kjiFX038x2VGkHkO97D5O32T5l1gWAfAa56A1j1FqjKMIguV2ZVg8PP8aZxXIgqdlUDm8fNb2ej6R/HcJu+3pvAaq/J6OZUxCrAn96LoRvWYlUKRa2Go37RbljZixJMiVWb2vfwuLZ+NGoevS5ATRTER51mYUwdkWzZBKsA7l3C6tWz8f6DGBFMSq7jAFgVNVZZSz+0GlW+2IOL7OdhaFt3Cta1KwSN+dHwlBgcWTcdr52+hniokENTCO93nomRNcULY85jytSJmCmoICB7RDv89kEHlLGi16o/uR8Tt6zCggThUHpUZBccGtsahaUMS1ZbggxYfXMe5jZyVDvCgCML30PjK89SkzdFanNBPkA6DhcMabGYUTn64PS4ZoiSeEM6sBqBMb1XYDwdkZcrt47i46WzMYOFfWpQv+IE7OhVWozhM+DwwoFodk2oS426Oj7vORBdK4QD4gkdkhSQCn/5X8xe9ykmxQgxpCpVNWwdNRotJChtBlarVF2Av3sWSPdW/Mnv0WHNRvyUurDKgQGvf4L5zdJHDN/aNAZVDl8WfRQIV+VCIQvZAMpGnYA7fJLoi2FoXLIfNveriygp4NsMrBarsBBn+nhg98RrJAGyFkLZGziyEqx6g66qpX2EzWMFrtrynKyFq6SnGi+TOMaer/v739nZSJJHMHAMPHtjkZJZCeOTsuBKHbvF+mJ6q+KYntn2oUhVBarKtxqWf0pvPwJcdeb6b6wqUyhS1TvbYJb2CwRWpUhVbzFPsJYiM5Vs5nKOQV00JRKhPskbJAEUCQAbzVeMjs/SBm7ycPIX2rgguKoUSwvQ0pA2LrJ8icggXdbqqppaRwGr9luL63DVW8FqNCa0Go+RjfJCnWAAJ+XWMu1PaJMmSIPUdOvsbxwubxiHhseu4hmLTcyJNyr1wqSmVVEit1qcg8XiwoEfMXrvD9gtTjo0Qc3xx7i3UVkCkfbAKoCEAxvR/fud2GUwfTnnwCrir2LBvNmY8uQpi34MURVE14bDsPB/BUSNTwB6A+79sRod9+wTNUdVKBLZDGsG9kadVCJpxKmlQ1DnwmNxmzEMLxV8E590aoEquYSRmjEwdTIenv4Xq3dvwdJHj/CQYcZiGNN6FMY2tqFBkIYVEXfkR7TeuAl/s3/TonWjiVj5WkmEcwZwItg19VhVkBaqUPFfYs5h4pRJmCMeya/2Ql+s71YbeeOTkMTMKEbrq7QIDU/ErnUT0ePOM/GbKuPLEWPwekHxXunAqhbtmq/E+oZB4JKFY+oq2qnS65H45CGuHP0OA//6E/+yn+rwaq2Z+LazdCPAcOgL9Nj6PbYzOYAglMpeF8ObtUGbsnkQEUJzdzU0WgMSbl/Glu+WYtKdB8x2FG3avPwQbO5dBaFSx+0AWKXvTDiwHi2//QkHxc/Jlq01dr3bDdWl17p5CvNWzML4GILfkWhRthPGvlwXZcKSkWxImy2r6einWoXb+2aj8bGLTLdWo6qIde9/hHZFxZubgdXIfCNxe3gNaBJJfMu8qKAO1gAh9vsdln0jyyUBvEeayprFsgasUqJkNQxZP6Ow6kiZDTUc8GgvuyTzk1lRVB+16gQCQAq0sPAH6nkTDBxSsjhZlT1HZZGZJidLlbaW3mLMPozzZM56lCWrorZlFOZiSklvAbKN3gGoSr9Snb2xnydhY28LF/eWSiWomiW6qjYMQM0sRCsm3MmcNuct1WH7PcQ1D3VIJAmQ1ZqZacemlV7KcvQXjhnwXua/5DsEVkkaQCmWFlCreOiYZnDWFSH6kYp3tCtvAqvePCGiOnP+eBOPG1tnoNFfJ/GAqpwiVoe95SGN1RtY++loDHpCyzQNapcbi519ysPkgHKakxv1uHdgBRr9cAC3xH8tGlYWDfLlh3y8shohwWHIl7soqtSoh1qFTdrLozNYuGIJpjx8jETxn3PoyqBl3mjkVCfi+rPz2BETC4kBqlAMQ5qOwIxWJmfwH53FJ/MmYzy7QQh6t1uFRQ3MQgW5JJxcMwmNT11LfQ61nKYvL8cPbSLEJ3M4vqAP6l4T9ERVIR1xZXpbmEq68ie24Y01X+JXSOd3QlAqrDhq58+HnEjEqRvH8Jc+yeQZ0RjWehamNTaTSXh0HeuWTcHgh/GpUbQR6nyonqsEqmQPAozJeJpwHT8/uMVkH4ThPBuqFeyJH4Y1QJT5MXTZLohH/JEd6LhxA/aJfw8NLoEWeYugsBU53OCQSJRt0BEdywCP925Aj5924DdyNW11zOoyDP2qacWFhtTfmPR+1w9i4solmBtPtRWNnvVGYHG7FwRUdGYLaqzchrPie+g0VTDwBcoeJZUUXLt3FscSEhDLJ4qapirkDiqDMZ3GY0BVk/rk9DixahReOXs3NTpUixCUyF4Vr0YLVFhlvI/frp/Had6Q6juh6nr4asRQNEtjtBYaq3IRq0L3moADi6ei1+XLggwHglGl8gz83Yu0X4GYHfPwvz2HcIL9f2WwqPcE9Kloo5Ie/YO+H8/FRnZ9KNo1nI31rfNCTZ954Rf0/XwZNqZS1Fzo/GIVyMes6pA9PC+a1H8FL5WSba1pJpYS2lhL8iXrQx78R5rg+MBcIivAKgcVjLw3bZHK1buQI8GbpMU86J1u30rIHkFwNfMiD6kXTjIKCZmych7qtvEy4AZkG1KwidMbvd5l2XzQJCo8swBiBpg9w25JUauZlcyKwKHRQFDVO9ZVGWZUF2+sJ11Vo7hRa+ceqpPX9/GkrZq1S2UXvzRDfybsiul5bxAAsPxQgoYUuaoks5J3ArIPRa5mVWetRKrabpze2nlL8CeYBjRl1iZbiVIyq6wwj5CczruKAlYdrw/n4SqPqxvGoNqxa0Km8qDXcWBEd1SPdvyZVq9MuIUNn3yIAU+EiM4Xi32II4OryoNVzoD7pBP6ww/4xYlHa1RF0KvZaHz6milQA3DjH4xbuQrL454jLUWSzDiPHKhXeQR29BL1NqVLnl7A/NkTMI6BVTXat96A9Y1lUrc/PYbBc5ZgQ0Jcaqb36nVX4PeOEljlcXhWdzS6K0a1at7Albldkc+skemPbkOH9Vuwx+6350D3+mOwrH0R+Xb64ARmLF2Eac/i7ArkqBGKUoV7Yke/l5FPel27zwcS/t2LUVtWY7Xe8QVC7uLTceO9nPhu+hSMenSHgcTgiM44PqwNCttSEUiKx/7PhqLFzTgG5/MHN8G28b1Bp/Tx3xqUXL1bhJIOvDg0yK1+ESPaj8GQ2lIIrcnvkp7h91UT8frl+2byDlbura6Jjf2Go10ZM79wKGJVvOfd/egyawm2SY9QVcPKXsPRrZIRv8zsh9fviVIIqiY4NmsAytjinElPsH/NNLx5/ib0yIYa+ZtiRo9uqE0SBed+RJvP12O3I2Zi1+jwev35+Lp9Hsd+kSWSAL4D5DIbrHqrrqo1Z8qqdYRjzp3VV0nSaxk/MxPAIUmLOK5/ndXWyaznE2amCF6Cqr5iHWE+KMStKm0svadIeqsaUXcpo+1jNIgSAJnlsD70HCPHQe/EfFJ19Oo+x2efPmQId1+VOii9V6iqWv8S0hIlvVUFAFnaiDpqgs6ZncyKOkNv0n90tx1kxO+9Faqmrh3ZUUUVgjWmB1UywhK+eU/WtpjeauZuyHlru/IWsOorG83OwtUnB7Zi+K+HcDYhBLXLv4EpXWoi0k6gmkMti0/G6S/XY/rJE7ipzYOmtd/B+BaFrOamTjr6J1b8thPbHz7DQyMPjUqDYLXGykFWFYK0ISgUXQlvNO2ADuVloKc+Dse+WoXRx/7BYc4IA0sHQidkCNEFo0zuJhjZrBXaVs8JtXm0pSEWf21ej7mnzuNpaD4M7zsWrUyjYiUD8ByeHdyNaTv24c+kBGhC8qBz5wkYZKL1mbBzDjr/fhPXjWEoUawXtg4oLQtFufNH8eWB/Vh/7gj2G43QQMVsZWAxS/nRpsTL6F6nKV6tbispFZ1TjMGZ/b9i09H92PjwLh6RBIv4vsK3B6FkjjoY9PKb6F47L7R2dVXNFiSXTuCLPT9h/c17uKM3snoKUmus1mtIUBSqNB2NTyrfxzdrv8K22BjEcRqUazoWH9ezEuZq+shLe9Hn64N4lAJkDyuLIV3bowZFiD77D2MXbsRvcc8Rx6ugVQchNN1kjRLGpiCJjosFF0SzF+uhe906qFbaxhl3gx5Pjh3Epj/2YPXNS7hqFkvHQ40C4VXRs0Zz9GxQCQXkEo1xF9F7+DhsFr8he8nFuD/IOqB8+ONStPv5NxxmwgrZUDp3Z+waUBr/bt+MpZfv4IY6P5pV7405b8or0ZqayvDffkza+ivOqoOQJ6owunXogfoEVm+cxsotX2Dzo4d4SE6g1iFcTR4mV3SICi2ITs174+3a2R1q6lmjC57lojkO2iZzk1fRgpMkAIxet0Vq21wZDTYcriyvvFDYRMjoAC1SGEkw0glb79tgz+pqIZUYkgDwVl1Vq5sWNI8wiepX2ll6SwksQ8PkdDKiCBIAAIFVpVhagLFAvRG8E8drFbBqxZMoUtXoJUdNbTm7TiMms1JahIUFqBvKimRWSrSqdWf0dqiaBldpIaxCcAYNZr7eXKW2JYOLMuTTvBWq0sd6A1j1FagqOQc1K4cXYRzAP09GSrIKQTmCoHIStNl0yBQO3LMkGLRBCMquJXJkuzxPRGKCAQamdWm70BGuoGzh0GW3MSGmb3sai+dPYxGTJGTwVamDkD0qApE5w6BJnyso/QOTORifJoMPCYY2NWOSzDvRqz5LRlJiClQhYQjOadJqWaYLDtyTRCQYdQiLCoLaln1TOBifPMe9x/EwUOIQqkW1GmFRuZE7OtjxuqHnxiYh7sFjPEnihGQJJDFCQC08G6JyZYPWiShVi6+OS0ZSbAr0DiwWdGFhCMmhFcSjY1KQEp8MLigUwaQ94Oha5nkyEuKN0IWFQhdl8qPn9B7JqUfz5TxGpVJDHRKKsOwaCsR0rCQZkfLoKZ7GJSGRzn5SUWkREhqKnLmjEBKpsSmGzV+8hZtJHHiVGpHFCyHKTLUh3UtQluA7d3D9YSKStBEomC8a2XOrgPgU6OMNMGqDhec5Ohg8S0ZyvB7qbGHQRZrAx9gUpMQlIZnp29ootKERHoIgO9+Y/g5ie2X6Eo5WqmNVIX+V70BVev/MilgVoKpKhKqZUQ/u1KHlbxXoY7NhMm2vjLIRDbmJnJBkm3V3nq1an74bmYSieJN9VNNRSmaVUb7j05XL80wOQIpc9fS30NxLgaryVqV1ld5gBOdkCLgCVs3sSSpi1IEbfCSYnqZvOq0aQUK6bqWYWYAW8JSQKLP0VlU+4jdZ4Si+AlUl21CLIkkAAqxKkVlksERxUuRARtlImER7cxVkNVj1NagqeZJTcDUAG6Ai7Zd1lc7alH12nnUvaPXJgjKtsBEl9smZAhK90BRyr8QkATIay/iOBIBkoswCq4KuKsXl+25R4I+1uss4SQDihUmckJApo2aavuqRxHxSjDwSiP74cMOSklkp7UveE0lvlWzjKftIkaqcUUlcb22qQMEDRgeCKMx/r4BVM4tQDIa36qpa6/hpgUqSAAoAkrcQ2YcSEjmfOMW5oVaJVLVtL18DqwzoQYUQjSK3Yavv0aUmk3KuvTh6taC/5L0zxqwEq74KVRnaUAntSynWLZBVOXcCuk4oqSLrbsRsmD5nDBO4qtB5s9oTkmZmXNSq70FVMlBmgFVCYgavT1Zlv7F7CmzYf5IvXuF5uErNlYBqMjshoRRTC5hqzrrAf7zOmBo6vaFsBFqtF61G4zmwypGmKoTTQkpJZwFiFWQXR048yZlOAasmVqFoVdIn8cXumyIyQ0hv1bdOIGVac6aAXorqdfj4qdNvRtNGpYOyZjZfhKrsW3hBb5XgqjLey9eulumtZszRLLZD6+VR4FkBViXk48tgVYGr9geZDONivsoM7ZvMvStSoap7t/GGX6cmBFEGrkysDt+cgGc0WKXuhiJV/SWPuwJXbTUpmrN5rh0wqEoQyNcnOxnQCxk4QXPW4Ce2EfI3CL6jtLH0DiPkb6GE5e5HrpK7EDikaFWlmFtAAM56AydusDtvIQWsijYjqEqdky/oqsoScjHhTohOAUDW7EN6q5TMyqb4mPNtSBgEvBz+uPhZHviZCjzvpECJB57q6VvoVCoEKcmsrJpVp+ZZMhvPFUFz0RcODWYFWGXM30/mRBSh4EnP8ZwPesedMgyuesfnecdbiKBZGKr8gTpLOoSCLADb9lIAq4mviZGrwgreQz7oOZjkoRdy+DYZB1aFtkSJqgis+lNRwI+t2nQPrkqBGJTHLskorM091Ur9wQclpZpEg+/qqlqrBwmuKu1L3kJMMkGEq876stSuGFg10hrCTxYRzhrCxvW0gWMwCBGrrhYFrIrTaCPPsey2vlyoQ5KSWfnyd2TUuzPNTA1JAlA9e3KSp0Sr2qozniUmyahazbz7SnqrfvApHjcarU1JEsCTrcqbE1aZGjArwKq/zYcUuGq7SSpw1eNdluUNfV4CwPyTBKjF+mTWmSojV5qFPA1WfVMCQLJHxoFVilSlsAM6z+V//qfAH+v9stDzuF7nBDgSRaiaCb2/Tz2CenYCzkl+Ko9A80EpctWnKiYTXpZgKEkCEFx1tii6qrYtRvahxLT0n+s9FxDwYJU6KEaofVIAwNJJyBlIEkCrJLOSbUGe1ltVdFXtd1TOdv7eej1rWxoNO/auFEsLsER6anem0mn3FJJV+cZGlwJW3W8NVN2KtpYCV933JNfv4AcHK6x8PA81Ha9UwKpV+7g1avG+D60zCqz6i66qtV5FAat2xiwX4aoEDvWcLwrzuT4GOfpLkkcg6Gz0tx12EwMQWE2Vs3HUMAFwHZMEoBPKot6qM30Q0w41Krqq1tyEklVRtKq7JaDBKoOqEDonf+q+CUqEMr1VhQDJNZA0vVX6qzs2UiJVbXVA/njMgI67ByvJrKxWO7Ut0lx1p1V5e7Iq84/PTLDqx/NoJZmVA7M5l5NZSXNFdxqmA+/nq5ewUxVu9Vre/+WpGxcKYDWpLDFM2eWGRbdyPnLI27wlo8CqnicxH//vdJyBG95W9xn9PkzQiSk7Oe4HKRyQRFDVnyc8LhqeZBESDII8gr8XrUm/7Iz/+LtdJHJBUauORK5K7UiBqtY9w8iRBIDruqqmdw54sGrgOQZV/a2LooQ7oYreqnwr4sEieoXoOscHe/ObKdGq1jspv50Qke+oVQiiAc111/HrcZ/AKv3navEVCQDp+xSw6mpNW/5OiVy1Y0vfD47znLN44k7SifDURaobHZcn3icD7yFsWNH/8n0Q6DkzmWQrc8ku/mFLz4NVCljRMG1V/y+UVMY//CBj6spxvVUWUccDCZwQ8BQI3uOMzWmYijMIyar8jVnI2YE8h1iGVBS4mmYlaisEVaVkVrb8iEkAcEKkagDweGeaFLuW7EPJqgRdVfd7nYAEq5LpCKpSsir/7KB4lmyHJdxx30+cdlRv/wGZRKdWMUjmSlGgqm2r+S1YFT+bwCr5j2ve44rH+c5vyCaUKM4VhS1fg6pUKwpY9ZxvSvBHaVk2bOosXPXMXNFzlexNd2JcLVAMRKBCBZUL2mzeVGUZ9i5CWJ0Tt2e9lRPXe++lngarHK+CQTjI670f7eE3U6CPdYMK47l9+Ex9cbyfH3F3xe2kEYoiVZMDTB6BBAGYBr9TfbMrVvat30hrbAKrUtSqNRvRiRyjUYGqcjXMdFUNPIyclGTb/TErQMEq7YqRrqq/QtU090SrgxYAACAASURBVGF6qwSA3PcV3+p1HHhbYqoExwTNTMcNJEBVKv6J5B0wnc1L/B2q0sfTQK+j/1wE8+7a2Nt/T2ahqFVmHgebiS9C1cwEq4Gy06xErdpv3Q4nswoUZmjfZJZXmAQruvJz3/uNmMxK6GidmvP43re68sbONhb7oMiVt8iK33gSrAq6qiQBEHhFgT+24KrtrXZBV5UD6YcqJb0FyCJ6jiQA6IRt4BVabxFgVdqXmV9QVDfZhv5TUxCdJcegdYPRQ0fc/dHz6Pg/yQCkcQvHWZA1ewQkWKWj/xRK70+6qtYqmMBGsAhX/bFRuPtNBFUJjgl8zH6DEq6gYU4Z/OVsHwhQVfpuGsyCKOpZ2bWQbYbO6K2qVL577CszIlYDBapKjqTAVfsjm0OnT51lRfYf6x9XpELVQDSQkszKuhOL2hB2x3T/gapkC0+B1f+z9+6xsyTXedjpx8z83vu6lKgVuSssGWmFpXdBKJYEErqmAUl2JMKK1gmQ63+YRAYFBHEQOk6ISIhlG6YAxoaIxH/EImLIToCsEidLU6BE6xURm5ByRCMLUrv26nUt7jKrhfa99/5eM/0IvlNdMz0z3TP97qruU8m1SP56uqu+OvX66pzvYDQpUnX/XnoYE8l2K4T8KU+uauLwMslyP17rycYO+XTuBiHLJIyx6P2gjmSSMbZtBWnPVf1XSVa1e7SESFbVgifvyIhVCNM6tKBxkKrapKBRMvMd8sS7LnOUwaO3iN6qhP/vnqTGRKpqJECqzvimcIzbnf1t1uTqrmsLWz1VlzYweWA/EDWeGBupuiRX4fE84gN6IZPBhUTe5DNGzrAIaKMmVRVAWnJD/ZdxhWzvNZFdkgA8poZFqjZFrAKaMHYoGpkEwKY9Cemzi1jNlgQIY6JzeNWJw8oWeBhP54uQFmPdCCaIKHJV7QhljG2PMWACclUt6epAGkFWA4NLyhYC4Cvm83bcK0dGrBItEl3V0dhZcriaeA5NPeUyLmUdAaUJmR/WjQGIiQpbRinZCKg1f3wTONsOPFehZSzGsYWAwofIc/JZHpu9VdHgNj1WR76XVtpaMq52nVTlUqesfYxOAiALIJVwhy+LhVhdB0hPupl75WGS0E14rCJRVRgPj3QuO72kiY0qvx3yb5jwidfHECergueYJKvaJlVjyCPEdLXUfxyydexvG1YsTR7uf3p8T2C/zPg4DiepEgmAfBuYL0LCsNL8TpPWMipiFVkGg1EIAGybCJYyEKsTSWaVOX5YE3JPWLcQq/lTzxi9VTUaOEr4rsuyAFKy5x54hGcduWwnVdskVsdOqi7HF0tCytjKm1u2eDHxVM25/Uuu/sZ3/5e7LHG0gBCrxZZtEEIDdUyoS6zCqw6kqgytlSmJV92u+0Clt4pcJ9dRLLqqGVBhLM0joosAKbalaATYMzPZD8oY27YLaK2CgGbdUPEFyxw40FWFBEBbZRTEKitixjEtRkqqpg+o8KyD96qUjAkpI5kV7GbFl7U3EG3ujzGTqmlydep65IvDRu7FxYR1VFdzzxBIVSFW25+5VAgYviPrVi65KvPOfkMUT9UNjNR+RkUxSUKrLQNiSYD0vDPcQVaHWMWqvpIA2D8Mx/KEcaSPURduas5ZRERaVzVtF3VX+jontTrfrvNdnmyWL0AeGOXJC4cwKakLC7acJIV0V9DUulBTiZHqVrXY79Ugd3AJuEkc1rhArXfGR7L46hZc2fw5SlKv3+sVcGJOhVa9Unt+OQpiFbdiwch0VfP6HZzqVJJZ5Q4LxsdF9kE1IBOlktYGoO0vrjfh2t769frjgHqA28L25murAYPWM8hVHll8jq+x2hqERNNSAJU3EgZh0nRVFLkqAysX1+E60zVmSjyulpI1YkurU3wiESXja93W1iQBLCRVcZHAZr6/7lWIVb1649CsdFWlbCIQxSCdt3FR01DJ/Q+H91ZnR1c0Q7m+4m9WmBviXe5yMZKcgThUBOKmjNhyqq5kUvXkOpCBpXKp8VOGAfvjZUepy67qPV65FUb/EHgEYUTzMCxUTz1kyln95qvr/LrkOC/Uqpw5BSrFEVEQxDRdG7N16p/+Vtm2KANe2nbFtlX7WXrwpOsNuQSf4AjVVhk8sQo4wzhiYlWKQgAh7zNfCKAse8D047kgV7HWg2AVu8kbN0KqriMDU3Fdhw5hQFIyEZgkeqtKs3hXsWfc7SJWy7YCmJQ9b43F1LBPtFPJuKwVqB7NOG/u7mrtdJiMrL4zcysfjWptXzW0zoEA317NxRKonG0+qofaWbPK9v5q/iv7y3TbnGVroqrmk/q8Gkf1by6qVqWL+T1YvFX6M8v9H9byJGlK6ZcM+AcgDOeBchwzznu1R9yxLsDZ6TJQEgAg5euM9h6b0vqnlVRL65+x6gMIcb8OAuUFKdis9V0UxUw6R1HEib6mA0y02JSxTt0JeS2Rq4YTq3WmWzVZYwKHBICU9aOKJle1Z+Y6PvXc1pvaHFfvs3ozLjDhZFY8adexweotqP/L6ivOvhav7oNlXGX108RxCd6Z6cIjquLN/9IG93VMptEs2ZZKJlWP5FuvsG7+jLWMVXXyrVT9pVKTt1q6j8Tdhgb9tfr27rE0md6/A9tyLQC9IR7P2XDCfsqhmX5P9fmw0sBp0HqLfJ+9xvhipymKrAm8qvfWvtmhCCab1oJoFPF63kaOvQ2Va6OUDQQw56hdDi7Zy68jthBqVYhVXp/1og5shAFKrAfEocP6mAEbj4yt9LDCmfwqiulKgUO4uJCTRN7UmyROFhNigBSpGlLEFiOgpK2Gk1UhCVzKk9d3XMI/KdsI4Pp16vlJEs9mEXK+8ge/uXv3W+swg81+vSmzztacPVw8HdbdLHC2vw1TErzrFP28OUHVI1abP1OWnUDrWM3qSDfz4DJeNaykfh2qsgjovcoJKYowaQ5CB4lmXgNttH0gbdXfIScC/voP+j8IVnpjBHLjyMOCX3Zcm2ks053EavE6M7cRK495JZUgRSPAvo8yhDINArDA8wf44EIHl4JiO1kb6Zj3PHLMWI2qmFyKhVTNnWjhbainHYwqTcwPjUSsSqym52en8l55WOscz8chsX6orOKrvtUezlirLkPltbqyH8xDsdzv5AwFzkcwkP1y1dGOi2OE/8MjUzY4GyiCVI0iQlKmTZcQ3/WWyb6qYj/U38Grd+JNGo+Ec379uS+2elxp9eV7epuzx3kuHU5cmbCHOjJaaVdMYYhDGNHJxBMvlxyMIZfgtydT0krPtv1SiIZLYNM6ynpDrZJcKCH3mevSIeRI+FG7iaCmiNX0IRXkqniuruyojvh922O+7/cvophw1uCk5ZD6YXJVDvXb/aIuvDCuVuTquCnoWDK5FyJV9UOOo9asoZEcdYnV5do1as9V5aQCT9UFiEPe14x7fkkPLuz7AkgAwKtuw99Kk6q46JGShYC6FBxzmQcRzaNiuqpjwwkSAIsgTDSY11sPq4GeqMxF2VbhOT5NgE+DFxfOr7VMrPZr4MqUZlOXfHYD6rc28nULEOCQSpA/KtRgmhDzYjpZx9SYDtir14J+7aCKQqpmg6wTLgTwqku8qYHVge8QvMIVbvaWxonVhCBjAsgSYM4vZ/Ta6wu6uLjK3Nz11bvHxzM6P7/u6/PyXUFAEDAYgaOjKe9f7jl16J6z1S1x2lM1XX2OXwK52uAhzAR4GiNWgc9o9VZj1lO9ChyWZcmWWTOht/upA85V50FMi2g7ilVfvkcStpy3iSZA0yT5048VVPsqvFSvw5DP5mPFIA+5ONFVhcdqZoFEFBIHu8hQYMmBopqZVPtV7NDE88lz3MZsa+DEqsIZA/Fg6pEHkS0pKeVCwWPdHGLC3LSKUFH+1vB4nngIIRS80niBJFOSAEoaYNwFBGHf6WLM7AGMImgjbUYvgI+H1yqyV9q84DdNrC57kRN9mZ+8AKTqiy/doQceeIBOTk7INehgffv2bXr/+9/f2IbJzBEmtRIEBIGqCLz99tt0cX6H7jkL6d4zn0mxXQJmvFoleqtDOeQ3RqxiD4T5f2DEcxHbwrnhKkSyqtFvhtfggu8u9n5IVnWNwbUjjBU7aJb9KQL4CJ8ZYzIrRLlBVxXE4VDm26ZMl73Ag4jPV/tGDbRWmTxs6uMDeg/YHXitNpXMahTEKvofbvQHM18IoAENhqabgklq/dJHhfa4Tszkqs83PlLWyVWEnhJNvVHupVccGDwUxDTWN9R8QwHvDXhyZNw0xzHrQR4u9VbtpFfbIlaBHicjMlxv9RvfdOnw8JjOzs6MGwEgVh977DHyPNEsMa5zpEKCQM8IhNDsCwJ644036OrybXro2332OtxH7Gi91aEc9JsiVlcbIgtuBBuzPXVpfB06BFkWJW0ku0ENL4hVaM5CAqCIpA8njBshMV/UHA26ty5a5crPwRbgqRrkeWNWfvMAfhgTJ6pip5UCCQiUTJQiV6VsI8B6qy44wvr4jIZYBYyQA4AswFA2Q9UGR1ayqmpvGtKvFKmqMw2ub4qwbQIBdDTZzvY+JAyqtgX4TFyEGoyTXHWEVM01HQypIElgmDfvwnaQzIq16yw8kLRJrAIOlc286uhs/3f/+vfn9PDDDxvlqapbDWL18ccfJ99H9k+DQWy/m+QLgoAgkEKAdR3Z4yeg+XxOL734b+ih9/p7SVX9CqxV3kBYjqaJVVymuiO6zEKiqutQJRCsnDh2oKNzAQmAOTK5FytKb9UtPA6LvXUgT/HxXWmFj2E/A09VkKr7LroG0rulmhGFMS3CbF3VvBdhzVLkquyFszDyHI/J1bpja1TEKo7tWm91nHa1ym9aagQP+mG1GdL/djUVXpkzXyalTYw0VQ98VNKU4ReQqZwsRkjVfFIVmSoL3qTOEs9VIVYz4NQJdwzdC/2r37umRx55xMhBD2L1iSeeYGJViiAgCAgCmwjgQh3E6vPPP0/f9Z1HpQCCd4vSXTV0ci7YmqaJVfagglzCQIjnXTCCMLxYcHxJQbTH8ZhS1Ce6O484aVWZogKbJQ1sLkE2AofwRYhkVVEhb8wytmX7szy3xsTJqnCBVbZgxZo0qCda9vsmP68uSz3ynXrJrEZGrIreqslG3U/dtK5qMU9eJNyZsqao3Rvp5rFWod5Tl8aTzAqi4M0DOYg3Yr0HqVpUbB44HiCiwNXUqj3jqy2PVW0IPDNhXBkqCSDE6iCGrDRCEBglAtpr9etf/3ppYhWAgVy1fT/YCrEKcAZOrmKfcwld1ch+cr3pwQ9a9SJA0qHy5A/qIuTq7h4Zst4qJCOuFkGiztu0Zdr9vpWualEf8O32Qg4Anqv2nLK66zP26gW56lZ3xhgdscobIVdJAngmx1d2Z0ej/lIUJeQPo7BvmlEhGAdIuINs5nufHx+0IH8mntmhy031inirbiO5zO5KxHpaiePKXsjxO623imRW+8fi3ld29kAXxCqmGsACPWPTihCrpvWI1EcQEATKIAA5gK997WuViFXWW+ULQQMn54IgNE2s6s9iXR9qMiulq0q0CIVU3TQzYDMPQayGlcK4V5qRLkeGVaNmCxq/pY9xAj2ecoaFDieBC4JC0W6Wdl2tagdI5AXZkZr9DnIVnqtSthFwEr3Vqnq0oyRWASP0VqcTlzdEUsaLAIjVst70ngtyFbcadm+mm+51vRkCLjPkihnq0ErC/4favLp2AQeFKiEqPC87RMeQ27DIF7htYjXdHzqZVd0+avL3Qqw2iaa8SxAQBLpGoA6xirransyqTWKV8cHCNaAoL1BZQUh0FcLZQsiJ9HiN44jC2KE7C4Qq1+92SAJU983reibp/ntDU9uArupCklVtG1KSXHsRBqU5iyyrVJ6ZOGvJSTYLH0SiTN1JJZmf0RKr2AqBWJ34uPURw+p+Oej/iyEmb77sK9//8MqE56qIQGf3I7RWobk6xCKeqvm9CkKVPVVrdDw8Vo99e5b7LolVeG/gYseko5wQqzWMXX4qCAgCvSNQl1hFA5B+ERybjZ6rbROrShLArkiUXUaJy+PLAD5j4lyxiRMkoM6DiBbsVddE9JrSWhVyNdsihyQJEIQRXbGXs5KWk7JCII5imi8UNk0VzF5T156zVlPtLvYeh5DMauqVlwQYMbGqwjemPshV3g1JGQUCalJaeapW63gs9RPPZc9VDskYBXbFGwk8IJfguc0tAsW/3uKT4q2aC67WVa3b47CdmefSIeQ2wCQaXjolVpVsndJbNQQaIVYNN1CpniAgCOxEoAliVSWxWunW2UQMtEWsatCHlMyK9R9DROUYsgAbNLaBzWUY0lUQNUyMKa/VuntLg6BqtCpDIFfhlHG5CKSPMyxjpauqlIebLJzMSsjVHEjh1euz5mqZ2X7UxCqQhN4qPFd9nFSljAKBKuH/WcDgAh7k4cwXEeh8fBLvOsuHF7xUlS9Ks4ua7QNupYXlsCZSU+jAXCAJMEnYQ5OvLrokVpf2Ar1VQ9xWmyRWF6/cpt/70ws6+pbvokfePak9PG7fvk1PPPEE+X75W+faH5cXCAKCgBUINEGs6h2CvmgXYjWj661mgBCN49A8IlogWVWpo7YVw6BWJUGMzaOYLoOosX1gukLKa9Xyg0QthHf/2OahBduBBADOEFLWEcAZC5qqQRi2Bo3oreZDi3l+4k6WCSqLrOujJ1axPCKJ1Wzq0dC0SlobhRa/GJMUiNWmXJRdJ6bDiUcT0erNtArgM4PnofX7IXhPIvBLyiYCGFPYD2FzFDfU0XgnhtTZBGqrZofb9UKsIlTKRahK//bYDLG6oBd+8afoM7/1zrJBZ3/+E/Sz/8GjVIdeFWK1f/uQGggCpiPQFLGqyVWXE8sYMDkXBL5tj9W1ajADpJCyrcxDouvEddKm/m0bZ5WsKqLLUCUDbqOot4re6i5sHce+EHqYyzwM+R/3sEXzZht2vvlO8BXzRdDepxI6xHdcwj8p2wiwZII3XZKr+zASYjVBCMmsDiAKad9an9HHzRGH+wzInr+rZbn5S5+YyY0jEPMiCZBpi0hmNdXzta3jCxIAIFZl0d/qY2yMgpY20z7rrZotsN4Psaq6wYRkVs0Qqy/QUz/5GfrSmnV9hD7x87fo0RqLTBVi9bWvPEVPP3cn+6vvuUkf/5E6NarRGKt++hp9+amn6cWHn6RbH7rRbM1f+AJ99hmimx//aC3b2Fsp/s7LRH32+atfpqc+9zzRB1rAcS8A43mgSWJV0T8uXwzaQhR0RawuKTfLiGf04wIER4iYJVs3sc2PZx2xBErsYhExRm1vkeE1LCoM+X1pk4OYSgIXsbeqDKvtPgWpGgRIAtfOZcXmF6G3KvG32WMLeqsT1y/EAQixmmAIwgTk6mzJADW/CHX3RiFWt7GGpyo1kk0vqx8Rlns05fQF3XWzRV/CnQUyvtsID4d8ibdqprWpjVEiPNuCPWLjfsB6q+b6rfZJrMI0+9ZbbYRYff1L9Omfeopur9nQI3TrZz9JH3mgumFVJla/8RA9eevDtE4JvkBf+Owz9PLpYxl/q15HI37ZOFlZnVhlYvutD+YT2I3VdaOOTGK+SR9kwnbX31rqsbXv4xuqDm9+8OP0UeHyWwJdvbZ5YnWlt2rDZWxXxCqwXp5OLGKAsMW5Zl1VRZtLUQhA/Im1MUOQzt2QP+CYWGmybQbX0k62SRIgwGUFiMNWxCMs7cCk2khWBdKZk2x3VJTeqjprSdlGYOL45HnQW92NjxCrKezgcch6q6aI14llN4ZAFEUJqdrWhBHTzHfo0Pcaq/OwXhRzoi/rFBNi+J50s2G0qb91MoowUhvrtg6P+I7SW1VyGyaKAvRJrPIhtWdydTzEKkZoQq726cXYxkTRGFmpK1edWN3bvMbququOLdZ/bwNXGL726g268a7CP5AHKyLQNLGq6DclB4BzhemlS2JVY8FrlwXkKuqJZFVBwm/sO1Sb3tdN1g/EKjRVr8Pm9PX31U97ycaO7MzzsLJBEgBnB4T/i67qdi8qXdWIidWuiwcnQ6dcsqau69jX97CSs97qnmRWQqxu9BA2QQcz6K2avxnKGI5ym7oFCvQfnURXtd3hCIs5miCLnF36Wu2iot7OmpkuPA9hohYQlUkVFZFnQX276MSNb+AiNewIGyhJrJJZmTU390ms6i7B2R1LVh9n+EaI1egFeuo/+wx9aZEysslH6BP//S16tIbsU7Meq6ibItyev0dJArzwK5+lZ765PjBOl2HbybMpVYHV30j9llLSAuyx+CI99OO36MPvUn9/9t6b9NA3nqHn8Y7EU/a15TdP6bHkWdJh6+mqpDxrtRfoTXpmWd9lXdZ+i3f+ENFvPK2+mSoP3tzhOZmErOufnH5A1ZulAO7/FyqkPqdum1PXpsfqOsYP0s2bRM+wFMD30+voi9x6ggR/lu67+RC9+MzzpB57MJEQ2OgbEOV/9vXEY3XjvWt/+yg9utFWolQ/aPtYq5P+Jnj5RF5g2ejU39Ieq3X6s4e1wPZPtkGsAhPsHjSx2tblYxPY90OsItLFbe1Stglc4BsJT9VFZGm4VTMgZJ2qeE8/j4muAnjVdb/34HwZogmZ28Mme67iRIXw/6BDb8yWhkKzr03c+TWpukoO3Oxn9r0NWqtIaGXWSWtfrbv5O9ZxSAJAGiCvCLGagQySWR3OfMsiPjT5I0Mh3aUqsY4iV7soIDeOJi4nROvmi120qv439H02vA4nbvebsNItSKLbpQ+zkUNIHG5TkUCpi4LwL9jOkQeB9W6+WbRdJhCrmGyW5GrRijf0XCPEKhHd/j/+S/r0r6WSV/3wJ+nv/eVHatWyTWL1yXufpaefoxW5iZomhBhIyPffBum6SZw9T6cJQVmEWH3mmyvSThOMmuBUWrCndPPH76Nnt3Q41z1rtW7skhxNyEFdF1VvpVtKTNym6g06mb+10dZlz2x78ervnb7vEaI/ur2hEbrb6zdNrG5/N/ktPUjf+Z6X6fd31nNbuoExfFtLOVSRAng//SHkIFIey8t+SCQENr1Ml+1h4nZdL3WtPppYbaI/a42a8f24LWJVk6ume672Qqxq3UCEnhq2pusRAC/Vq0idH2RHv5oXEKWE8O3zRUQI5+6r/xDP1L1Pny3zI5xZzNora+SQ6GwRduWWYUt/KZ0URNcuQkTY9ufQw9KYBHLVTPvpu0ddx2VyFf83qwixmtNDE99jWQCxq75NuPr3WYsnblsCYLN+MXusHk6QvEC2Ylm9B2IVigkmT9lwqjW5ftVHRb1fqsXeaS1ZVV7ttCTADEkGPWgZK28gE4oJxKqWBMA+uuu9dFPEKkWv0e989tP0j559h84++BP0yY9/L92o4a0K22idWN3SYlVkHmliNe2RuqGZWYhYTf2eCbr099aIuJWnqx4T6fdv/TaRNEA9Wb9zk1hdqzcRbXjTro+7VZtXWqAJafktIFZfXXrhZtVtcwxvEaubGCd1ZWJ1Zz2367WOQ3VidYkbKr+ljZrhmQrv4R8k+vWURzK3G2159j6l2dtkf5owMVpUhzaJVSZX2QPIjPUqq1v6IFZ1PUyVBIBkKCQA4FSnus7c/ut6qCF8+3wRUtAf97NsciQxZbndz37WNfdQTdsWvFRBrHaVkKnp+rf5Pk4EHISd6qrmtQfnq4mjeAwp2wjAY9VncnUbH+dXf/eLogGdYzWzqUcTD+51Ylb2IdBusqp9eEx9h2aeCgMT81mhxQSZQ4wNhpapxTVgw2giNqz9kyQP6KN+GEtMrrrQvjVjZJlArC77IiFWuyRXGyFWowW99v/9Eb3y9S/SP/ilF+jRv/TX6N95/N30vm+/wR7uVYtZxOp6K5olVnWo+wZSiWdlv8Tq7SQMP7tum31biljdkGFQ79Jevh0Rq+kG6BD+TY9WkMNZxGr6t0KsVh3mtX/XNrGKCsK7hYkOAw+qvRKrYBOwTzZIbxVVuuRkVWbsMWobeEMvUNr6RBcB9DHNSDnEDjSOCHblEmQ9SURl1Qdk6lWHWe4bMvtuXhMTLZhU5dRs3Xxzz1dEbzUfIDA7novcH/7WQ87nn/1ifDAR7jAbPoeODnwyaL03YrDZUAnW3+k1RiRmr9UpZzOXohHQ4Q2QSph6KqO5GUvIqo8cTpgkvZZltVj04a3Q1+EQ9oPF/tDzaNYle7hjCBtFrCbJrLrUW61FrF68RF9++p/QU//XS5SWV13BPaH3/sAt+tiTH6b3HpWfR5snVldh7CwFYLDHahqtfonVbY/VXT1Ziljd9Fhde3FHxGrKY/XGplexllHII1bFY7X8oG7hF10Qq6g269YJsbrWg8uQ12Vugv73XqyrGiaLaQv2ZusrEQE4j5GwihJd1f5378p+XAIH3n9tTOxZ5czS97yDbroKAklWlWUiMVEYxhREYa8SAFlVg94q/knZRgDuPay3ukESOv/rV385Pp66NDE8NLevToVGycHU1mRWfaHW73cVqdq35mzM3qoHvkMTT/SZNi0CfeR7Dk15M23OdkgkALLHLo8pggdHv2Nbfx06q4ce9Hqxm+73IGYasar1VnFp0UWpTKxevEBP/Z3P0JfeLFDL+z5Cn/ibt+jRkuRqs8TqumYnZemOltVYXep9JsmsNjVVC0sBrGt30kaof2litabGqtaa3aWxuhZOnzKB3RqrOunUDo3VJdndHrGap7HKxGpai1YnulpKATSosbpG6mfJMRQYV/III9AVsWpqMqs+PVa1CXI0Ew6oPRPP0FW9DsUDMmtqwKX6OwuQP+ZNHKK3urtP+nYQuw6gxwsvZwONp0dz5ouBmGiOcWUgNjhG4EJQyNVsI9F6q8zyJGuX84tf/eUYBzCQq76Q0pnITTyPplPRW+1x7in1aXjVKU3GjpiF3NopvdUDX5JZ5UGEOceUZFbM76qoNCkbCGgJAITy9H3zras2cRw68qG3qjqsr24zjVhNEotypEUXTr1VidU/JwLhDQAAIABJREFU+eWfpr/1S68VHms3/tLfok/96LcVfh4PViZWn9tINa+/mgrxxv+0nrFePXT6gSfp1oduwFeRvryRtX71Nzy5/vcHOd39s3Tfj9+iD78reXcRYhVJkzKyyC8TVaW9JqHlybXcIOKWme4RRv9DRL/xND2/AUH6fVudsPx98pf33KSb9Aw9e++TdOv+f0GffebltZ/seleaWN3G+JQeu/kQvfjMm/TBj38/vb6BL4HAzGtjBg7L/kO/cnIpvPej9GjSNy8+nPRlWkd1s61L6QHVxDWbSBGqd/CNR/5wA4vN5GbJ9zP6M922vUR5qVEiD3dFrKp1Crp1/XuQpXvdBGIV9VFa4f3FLrOuaoB69LWbMHMsgvAB/3OXyTEziTElCSB9l2dBPQ4rtpnrIDCQNux3vKnE2kpX1WTNWXApvuuSJ/NipsFAbxWeq2vEKp7kjMtTCKybOWn2Z/6KnkMiK98XcrW/ftj/ZfaqS25/+qNZNusZs8fqIQggYey2OhFjC4ms6ugo7reMAk8kyapkO72NFYYUPBWUvpZBCMVEU8+hIw/LfX8XKaYRq8se7EhvtSqxWmBU1n6kCrFa+6PyAkFAELAKgS6JVQADLxeT9oOmEKt9kqs4+XKIOztliJdRegCzNmYU0ZUJ2apyZhat/4reE2I8G6Q+yFXw8JeLBZ/NTXHKMGZxWuqq9qpbWAgOOLBMXPy/Bp0BC9W8/YdYbxXkqqf0VtljVX8WYcv414WXS/tNbfYLyOo5Y3K1b6PS/kjNts/utykTXumq9t1HaTSVvg0IIHiumpPL3JQeV1sg4MPJrPow7xjTomzFNi1CJRpz+KBhqJMCH39UMivlCdRHMZZY5RWeeFy1OSMKsdqH1ck3BQFBoCkEuiZWddigKcmsjCJWe0hmhU/OI6JF1OZK2ZS1dvseEGKLOKbzeWjWxXouDA5FvKMXJ7EsiLokV9EDVwvRVc0z1QAe4CFIVTtsVZGr4reaOa7Yq3fCnr1rxCqWFCTcmUFvVdaXLew44c7EI68r8bpu10+Lv6bc6aGr2p/fWj58mDJhMjMfCZskmdUWgUcqIdEMWrQ9eMwjWZWSAJBJb+1KICFUTb9LBZ167HsEaYA+itHEKgBxidq8DxRitQ+rk28KAoJAUwh0TayqOy84sax02ZpqS5X3GEmsdsQAYX+udFWTm8gqAA70N1oCChIAYRRZskdW+rhaGmCgXVOrWV0MLfTBIoxoHoCQr1Xdwf1YSwDMF4FVbRO91d3dhTV96k3XiVX8hDMuT1TGbinbCPieS1Mks5KJwijzCPnWx+xOgc0cwetZjCfTduBZh0udzoqE/+dCzQs/KW9V40usiPmTidJb7TpUxXRiFbpjmHLaug8UYtX4ESIVFAQEgR0I9EGsmkSumkSs6m7qSm8V0e3XARJzIkKnn6gXMwdnTEEc00WAbOUW7AM3QESN4bkqJRuBtslVeGJehWE/UYiGd3ocxUw4s3yFZYXl+xyPz1xSthGAzM+ax6p+BHqrIFclmdU2aPBqY3J1InqrJgwqDG2VrMqE2uyvA0hVjC1OXiCL/tZWCPh0danjsNK9kmqQskJALfaKVLVkWHHlpxvJrLrqU9OJVY1DW8mshFjtytLkO4KAINAGAn0Rq2gLXwcme5C+omZMJFaBDe9E2BGhnU1aBE/VCLqq7by/DVvt4p3Y+YFLvWZyzKZd4Do6Ksha+jbPZrAnbKPgTH6NhExWnSDaQGLziKvOVJAAgAe4rYXl+xzPEg/27lHOJFb5kIqkIAkB1H21zP4iNj8TX5GrXRSldYjh2M33umhTM9+ICXOTLaQq2owNNMhDeK7Kcr9uBcpHUmlmem77m7kOPtGMmffwFngotN8DzTYM8+SR79EBC6x3V2whVtvSWxVitTtbky8JAoJA8wj0SazyWoVkVrw/7HLlWuFoLLGqE2a2IJmA/Q3C/xGpLLfr6TGl9n7XIbxVIz5f9WSWtQc6R145rnV72doNL/gCvrJomFaA5/f1IqQgtkU6oiBYTTwWw/s7YmLV9oK1auZ0GWJqD2K5xComUmgeglyVso0AtJFmU4+gu9rpKV46Y4mASlbVR7ajep0AkhzkITRXxW91G0smV30VvtxWwT1Fi69vq9qtvjedrAo3zn0d8qo2kutPRCcTj3wHqay66WFriFU+wDefzEqI1aoWK78TBAQBExDok1hV03K/equmEqvaNpTnarMMEHIx4d9ScsAEQzSgDthHzaOYrsKILHZWXUMy7GgvaED3la4C9vlN5bbgJHBhyP94XrOVkS+NYrEfgK9YWCoBkNVCz3HJR+h7seaP5qlcYhUIgNg49EEAjQaPUg0FqQpy1W2TAeolTXopGPp5OIYEgPm6qnngYL1ReqtCrW5ihPty6LccQBSyhWRWkABQ8vZS0giwBIDjWKmnlW4H7lCPJy4hd2UXchs2Easc9+Cqtb2pzZAQqzKPCAKCgM0I9E2s9k2uGk+s4tIUC1dDRA0nq4qgq6qstot9gunjQ8cogUyFp6qNuqp5GOPKnRNamd4JPdSvKa9VDnFHsqowFJwz+hGkagB5BJtCbAvY40T0VrdQ2kms4mlwGyCAJpz5QqalNIKcIQ2eh1NoTRSwwAqPaC+yCj8d8E9iikIdOG5vM0FuHE9dEYHe6EJF8BFB63niNUcA8QZaPFVzBwxmd9YrtndIcc1hPlPIbUBSoq2JOYWRTcSqrnaTeqv/+vfn9PDDD5PbsEdRE2Z4+/ZteuKJJ8j35Xa4CTzlHYLA0BDAfgPE6h/+wQv03vf2O0/05blqA7HK+zdkOK15JQjiEBIAilRt6eBm4SBRCUsVqQqPVftiAfNBV3kDXIqku3NAims7iIGIB6nKUaSC8xJnHldwBIMHuMW6qnmjC109cb3OIgRtmFr3EqtoBCKWT2Zuq6G5NoCVVUec2ye+15neqq04NVVvPUkNY+6OWW/1mNlD3KnKapS2E/Q1vFa9BmVcHA4XF5w3cUbIDjZGPK4GAs8BIgpgP9zf7TXKNmJVhT4qr9Umgi2+8U2XDg+P6ezsrKlpvrH3CLHaGJTyIkFgkAhEUUSvvPIK3bnzOn37g/0Sq0z1JXqr6j+3t26lO9N0YlXXlR1N6mwI45guQ4fCZbBbN/jaMHBApV4GEWur2n65nod3JLFqO02x6t04zg3Icg9dVSkbCMTw5A3Zm3eoBdKYkAQQUQDVw4WIVWakPYeOp0JJZJKr5NDBzG+UABrqAKzbLqWrCt/pIRBkaEVMhyDm/e40Iev2QVe/BzbwTwA27DBfs4i3ajaA2ETjljlMQlS6OszV7M69P4fJHCKiwG1XEsBGYlUd2lVESp2zO2zn/GJGL770Dt24cYNOTk6M8lwFsfr444+zx+pQ7Hqv4csDgoAgsBcBdUkfM6n6zjtv0dlZRGenDd7i7q1B/gPQrlNzdAMbnwL1sIlYxYJVVW8VnqqLWCe8lfNs2jTmUcTeqloeoYDZWPdIHDsUOxJ7m9dxmG7KTjmc6Ayk6gC9MZswcHiqglRVXtPDLaK3uurbQsQqL/A4pE5cOuj/QtdAy4T4s0OH8OptwgXIwBb2XyXlTm9jsqr92MWJ3Ibc92RhhSE19ep51wmpmm+F2EhrUnW/rdrzBOYLJLE68B2a4DDWkpaabcTqWg+6CblasVv1Iezickavv7Ggi4srozaQx8czOj+/rtg6+ZkgIAgMGYHDwyk7RJyeEJ2dmXO46VoSwBZiVdtizAl3ypHOWlcV5JqUFQIgfLD/Ow9iCpIEoEPGhx0JWoxgshs7JK0td6EzDyJaaF1VGVrL7ueLu0h5qw5NVzXLxlkaM0lmZfcYqF/7wsSqJldPptBbrf/hIb7Bc106ZAaoTuuGpGxTB4eN38JTNdEqaTOst8Eal3hVrBLFIZs5247cpKfBg+cqJBOmFXMXCKmab4qs/ZOMrbIHlRIG3uujIFfhuQpJmzZGltXEKmdbVuRq2TJkz5ayWGw+j6ivRaJZV/ddJv8eGsaYl4e3JjeDOiQhi28HVRyOIn4qDMhmqmz0WzDnDDegch16xDAhQW4XeRasI1axcXHdguQqiEPoqrqD9sasOnBxrro7sGRV+7DAPDuWeWQfFpkkWUHP1aWu6sC9MatgGEcxLcKIIDUzloJdCyQBdMTFWNq92c5SxCqEV6DBcYqEO8V3i6PCVuutlrxMHRVGVRoLT9WVK/2wDh0qQCDmZE0HvtpMD6uFVXp8nVrFf9PJrEq9DZqhAwtxL9X+HQ+PgVTVzdfJrNrwCbedWAVGZZNZwXZWSmwyW6WHGQ6qC2ScbmqgGvwetZF2+OJLyjYCyEWNKKZi22VcHtdPzjPUfuD1aqiNy2kXq9aV9CCrApGVxGoJSYDLBWxH5qgs20D4v9JVHXao8nrbXT5PSjKr7NnCQc6PPSQG5uPLRUDRqOxm/+yqL8IWi3CQyar2IYAzlu+OW2+1HLGaIDr1HDqaOI0kvtjXSbb9HZTYFF69yvVQSgMIKF3VMXjyxpxsZ+YjUZxsAjdNR2k9U+LVu8ewkj2i+P7k4wQvjrFk8ATBMUNEAW4EcVBtMBxwCMQqMCmazApDSxwUssYViDGHwylXyVEaWAANf4XKCqt1sGXdWu8u+EYROyIoZPLxUeNK9o155o71akzUj8bBRVKQlveDthGrazbClzrZ4wpk4Twk/oekYFJWCERxxJ68d+Yhj6t9RNqQsNNOOpCUUDO0lK3z1h6vVZCqnOW+5bnJtp5hviKMWXN26LqqeX2jkll5BS+Ubevh/fWtRKzitQeeSwdMro5xq7MbWBjVdOqRXyW+cn+fjeQJRaSOh1RV3Yo1SpOrstxvHlFj4tDTAnqreloSDLOnCw6pHEGocrr1OFaBWIX3apM+4UMhVoFVkWRWIgGQPaaUB7iSABhbwdhCgtMVdSEzr7IBZQvLRHG5BJCWABib5RRr71hJVbYd/H/s9dzemLKVWGUvS9ZbzSZNoat6FbaHWzHrNfMpED93ApA/Ztavi1qJJMBulLOSWcFcFkFE82hs8QPFLBKh/8BnrKSqRsljz1X8v+MrlYlVgHU0cWnqixrUttk4HM4Nz1X8XylVEFCrfYhTPP/H8eAIk5n5IBCbJYCq9IJZv1HBSgg9ZWx2XOqIrmp+z6lkBSP1/iGiY9/jZFZNlUEQqwkY+/RWhVTNtxp4qcJbdQwSAJso8HybXAqqvzU3vpoap/2+R+mo42IwqygJACnZ2IxDVmNX77edzMpaYlXLPEHLZmNsQTsepKokq9q2LKzj50FI12HUuje0ybOa9lYd45pdtF82yVXoql4FQdGfj+Y5TaTOF+HoSVW9AxxrMqvKxCqAwyYRkgCSzCp77pjAO2ricXIQKWURUOH/Y90U+W681FttJ+VO2f4w63kobcBzNasgzBsBPlLWEdAL/1hJVUYjVl7Pp5iXG0oTNyRiFRDl6a0KqZo/o2BMMak68mkHFxY6AaPMv9sIABu1Nq0I1lXCKkFsEwEQHmMfUxoTeGXmEfN1LcdWYlW3exnKnpCriMa5Dh0CCSQSAGnrUEmAr0J48gqdqPUwYT+RXAbmTiOQiYAjC+ZiSADwWULuTtfwAiZBEI1SVzXPcFgmCpIADTqy1F3ruvh9LWIVFYTn2KEPD80uqmvXN9iofI+mk6XA1kYDxqAbWq3PxiYBsEGB8X+FAPQh5DZGpn9UyGKcmEO6t6WMHXLHHNu0A7wxe6ouD2AxPMccmrguHSPaogFPsSERqzo4AJIA6WALlaxKShYCOGwsEmkNQUjprSKqQMo2Ajicspbx8lTqsC6vlG0EmOyQeWcNmLb0Vq0nVpnoAfnjEHQzWVc14Q2blP2xfZwi5msRxXQX2RWlMALK4UBdszMqMh1nW4YT03UQUbCUAIAIawdGlN541vleyxtYOIItFkE3mHQAe5Of8CnHC6rJj7T4rrKUQm1iFXbO5Koks8rsVj7E+y5NQK5uFSFWszCBl6pKVjXuwsS8R3ToIzNsnRVleDjCOjCiZtBbTQ0tkQDI72s4KEgGT4UPS9l4Lie0qluGRKwuseCw5VV0pUzH2VaCeQheUaP2Ak9DEytCHuSqIuZl3Vq3nIRYTbBRETmC0eboElI1h9vQcRYNm0wmsVr2NJmucmq/Wuc1pddmx6GAXLoOsxIs1jlTwM+c08uVrtLG9Fj998otl39fthbaXLS3KmQSpKwjgDX8OoRuqEIrjVl5xPW7dX/Vw7vO5YD6cr3v8+VxiKScOEHUe1d1u6s76dWrtxoy+a1XF6ZSNhHAkLpaIPq4Kv7190iVP52MnbJMXW1iFd9lTUjP4WRWdU1/iGbpug7NJh55y2RWZbtpiKjkHFQRTsmneLEkNbZimvkq4Q7fyI/HFAq1FPvMAy/Zb+JQX+hX3T2kQ426++L2l1AHhJuyXrEY0BIg2Ar0Vjlj9541H7DlOZZNpw/s797k/XXhr+Pctq+NW40AuepmHVD3N3c4T2jDyO45JEeBBEDVLeNwcFpvCeuJIulOTYOvjWuNAYNerf39nA7G3KO8VnMA2jXhlDCaui3gapT43q5Hy7wH2IiEVsZaDi/eiKjptDHX12+uf6xMZzVkH3Vfw5dcIMf4AjlDDKp2m+qOprotbOL3yqNXNoLrWIJURYj7nIlV64dCE4ayfAdIqUUUsbeq57aZQq/Rarf4suyJhB2hkBi35p6nxYp3/mocOa+uYyXJMqLDZyPEKnoLnOGB79LM77zvrPggklgdzLzE81CIw7xOQ0Y9dbsgs5PCCBpRDh1PXBVCKLP2mumANPRxcQFyNVZYmVLgFVBnMVHC+vXaw5Qqaz9GW8kdTMGpz3oomQ01tvIK5iPGL6ccHdzY34TUXqzq+Y7toY45VPlwvPJchbdLnVLv532oJu8/SE9deMzX6ZQ6iJr7W/Q1NtP1+rx++0zbaekRBEIehzBcmOZZT73RVh+7pt9QZpRgHYcUUgMBBU03o9f3qQR5zV92XV2/0Wu7mvg4cLkKVPQAzltNk89N1NGMd2AfIVFwui+Y/AlCupSETJnmiXX8MogIZ3PMy5DRkpKNAByhsK5LUWvU9SKmOSbmhvJZ2IJrY8QqGgyCQ4Ut7z+QZAOUbIOr2mXlnWhdd/39SSvURtGhA5zECp2P65Iqiet1DS9HHKTrHqbh7lDIaSRW9uNzV1Q1AFuGXfl6lnWjx419PRRV31ceUtxEkHoqo2/d2ijEtluE+mFj5DkxHfoqIZH6cr3CLU9CP+q9qd9fowkg488mLvnas7ffKhnxda2rNUd401Jjq1rVzg4LEKvVXt3jr2IKYpX8A9Eo0MysN5/02JQWP70Me5ezxtrECx0/kY/INjzIGwIbjvRycVBVI0vG1wovXrcYG5wnWhzAFr1aeY61k8zLdmJVkWMxzZNJB+ct13VF+ijPvtkdPJl3Rj7AEP5/sQjrn3UtmkuKVhVRbkhyFoBUTQ7yjmio74QPHMbYcw7xWpVIAJSOlCtqnAY/1yixCgIlbEKJpupEnxAh5UmVmsTq7mhBRfQkBOOBh6QpSmRdyjoC8HqGZyaH5soxYwkOCM5FuFLH7MpyTPP2yRovrIsUqEuE0yk85iVUJQsnXFqcTNTljgwtlbAgiBxO5FC3DJFYBdmM5B9AB7Lzmlyti9UQf491a+JJCJjuW3hjQs6n/sganrVgvYLXocYGh7CZh2zvMi1n9TbIVXiujn273CapCtxtJlaBzVWIpEzbF+oggWQeyp5HEakzdr0NhLhfLAK+QJayjgAgQfg/MEoPIvCruGgXDfU8i1Feq2N2XA1Couu5ih7oiq8wafw2Rqzywk/xklgV4nBjkiKHtdiwgYb3GDbTUrYRwEHjZIpJSfABOppUFVvZRoBDDXhDrYLmMbZOZ57SuRHA1hGIiWa+Q0fJxcXY4cFGGjeqTWynh0asAhOMq7T4ARNAriKApGSsW64K7R77xIMzGEsAiJFsIcB75I0wbgwn34VOuGucPrgJXQhCFbp+CO0ea8FYUpcVzaxXWTjaTKzOcYjP8ZAHsYoi89F2r/MumcnV8Y0tJe8U00UQrDmtjHWO2Ww37wFBqsKhZ2PwxI46b/GFF/9wfPazz05wncOX7fseHODfcXEMCYAMueIBtja7SY0Qq7zwE0IHZYylYebENSDHkDgmtbjjcPoA9FZZ32+MQ2/H+IojmvkeHeEkz///WPFR+nQq47SyIykrBED6BGFMCOVOF3jWHU9BAI3XcrLsRCfROppouZZxWhMn8oqJcBhTPuD1R9aQiFUgguyvQYZ5QMVmukePdpxWpc6mWLJArhaSvhkgUCr8S0jVvK5FmHKcYRywHdjNgUgCbJPRSSL0ieeN0wMIHs68D2yXHLSVWEWo8kWAS8D8dRxez5IPN3/BcVyf90RjOopinwNP1esAMbZSNhHAOg6JBPY4zAMIex52Yqm/hx5iD0CCzQcJPSJ4OHpgEVMwcjKwEWIVhzAQqzWl6oY4tvhWLMzIUAltLXiujvkmPp8AIiZWZx6SfQ3SLPY2CsdT3PyESObVCP2z95PWPAA8+FYMh/it7CjQWnWTZF8jNZ4dPYmzO7xWOdnXCAeX8gB3KORkVM3Yx1CIVR5XIJ0zwuK0JMC+hDvWTCItVHTUequs/yi6qnlmtU8bM6232sys1IKB9/BKfabnsTXC/SCm4qYiK3Z1n43EKmzjHJ5Rew6e7MAiequ53Q9JgJjGJbehklWJrmqWUbCuagBd1d0OPTijgjxERIGsWZlsBvM7Y5L5UcmqlNTamAn32sQq36Y662GDPey/jPykPqjm5ZM+QWiuP9Kb+D09BiEAeB6qG7FxlTSpOq6WF2utJlXzPHk1eXgILePRWc9uDDEnQR/peIrEIOrZsRCs2gMcJEeTZQjEKuyCD/Egx3YR84ne6mSTlA8O6e5bC7q8vMq47GgS7XLvOjye0eX5dbkfydOCgCAwCgSODqfkekSnpw6dnUJN2pzStq5quqW2EatYr5CsKktXNbMHEf2WrFniobiJUJLzYyTya9AMPZ8HCSFvzng3oSaYc0A4s+ZswYECj3AlETW2k/r+HoMkgCZX9z9t8xMOLZA8ENEDDZ+vbESlFrHKC78Dj0wpWwgghIeTeeUX8BpIuAN9LZmS1nHCjQc0SuC5ygl3RoKQIjiQWEd5Y4pdrNsF1nuE/+8Tm8dihkRokAYQDLfnoGkytjhR3Bg8V3EB2FKo8hCIVeyFMK6K7IlAP2DNWuqtBof06p/coQceeIBOTk44G7Mp5fbt2/T+979/HDZuCuhSD0HAIgTefvttOj+/Q2enIZ2d+cbUHKQhLpG7KLYRq4hWQsKqMucCeNdBiaMgX9QF7EZ9w8ENw8B3yzhb3QGpmkQCGtUBBlTmUierKjPvQAebk1nJSSurC5UeLfAZ6szjEHs5z4VU1f1fjVhNMtwvEOYuY2l7LCWkKuamfUMJh9N7Jy5NJJnVBo5q0zR1HTqcqIl76Is+rEVrh2IDIHeAG2R7Qv5AW3XfuMIvQcyfYGyNOPHFrr3aQaJHO4b9EA6oKhy3iOWU2+HaTqyyriqSDpXABl7Phwmzev6aT0dHx3R2dlYOuA6eBrH62GOPkeeZ5Y3WQdPlE4KAILAHgTAMKQgCeuONN+jy8m369gf7J1b5cj1Zr7rqQHuIVZUE+GIeUVx64wLvMZf32M3vArrqqTa/o5JZDfmi/e4ioLnoqmYaEXRVIZEA55UytI5IAuwfkyBVhxp9C934y+uIydVylrMfN1ufqEyscrIquf3L7Hcs3LhMLbp4Q2/1ZAKh4yQkw1ZraqXeMR34jsqaW3oj1UqFWnspFih4YkYZGoetfdSCF+txhIUfocol+B/2WD2ZqozLQ94wVulGDCfIJeAfk/gDHV9Kpw5abFVQ2v8bm4lVnnNYAmB/O9NPYDxxNnPXpVdfCujhhx82ylNV1xXE6uOPP06+7w/Wvsv1nDwtCAgCQEAlMkSijYDm8zm9+OK/oYfe2z+x2pWuatoKbCFWgQ2SVVVZy3UCT/ZcRd6LwXqQVR/fDrlLwnpI+0Fs/eYhJAAWhc/l1VG075c4c54vwlJnq81Wwl44aXAZVtY+qCrXmJNZIUJwYBZ4NVeJpMucyyuDaMkPKxGrHI6LZFUygLa7GYfUkjeigBHeP8c+yMPhEhzVxgRk1YkOfJdmg9XMVDc9CE/ZF+JeDUP7f6V0VSOV3bVEwSIPUv54IqEqWbDB6RDJrKYDTWaldepwm1rSdApbmc3EKrx/kHG6JK/K2GBennkuvfnSgh555JHCeHX5IIjVJ554golVKYKAICAIbCIQRRETq88//zx913ce9QpQl7qqthGrWlf1mpPqVD98KjlIJQsgJQMB1lodjpMPX57EMd2dB61ELNluQ5hzLhah0pytuUnGeWtM0n1l+h7TDVSyEj+WMj819tlFQHTFQtcymaY7qTSxirEHUjXEnZ9cTawbfAFd1bwRgqXsCNnM/XFlZywyY2BhxGQNzzqEd9fZVBX5XvfPqBv4ALo/JcMwuq9r918EmQpStareGG5RQR5qz8zuW2D2F6FCcjrxyB9YtDRvqBHijnW/xS6wlVjFnLMvWdU+2LBuXbwcCrG6Dyj5uyAgCBiJgPZa/frXv94rscrJFXGGqHLLVRNZ0z1WWa6GdVWbWMuTsyt7rkrZRiCRXWNZALvxwZhiXdXFIglVtrs9Tdcecx/0iufYJDdQ4AWO85bH5LyEhm9COqRkVpCrubiOeXwNj5OpNxhKE6uKVJWyhUANUlW/CzcZIFYVAWT5itaCiUAr82gyvAyEWNyQqVJc6deNRm96rxH6VdPjEMT82dTjUAwp2wiAVL0HbqvKmcP6gjG1zHLf8m2qfcSq8t5Vuqr1u/pKiNX6IMobBAFBoDcEIAfwta99rTdidamrituuHhZg04mFKWYwAAAgAElEQVRVrFMXAfbI9Tcn2BugcJJFJlcbWAR7s9y2Pqz0VnWx1YkKUYDIcg/HDCnb5yuEcF8ummV0MH2tJAHqj9eh9RsQAZfhWCxFghnz4kqSVW3aplpLYipFrGL4zeOol4Xf6MGVeNBDAqBuQbKmE3hm8sCTSWkTT2QzP4YkgIrnqQu3Eb9fcIi7bO6yOgMedZytvKYnr87MeDZ1yZNkVmtQw/K03MbxxH5mlbXzWFML3grtD3HbiFVFqiov+SbgEWK1fRuTLwgCgkB7CPRNrIL3aTuyYhd6JhOrCFG+DIBPc1GSWm8V54jySbDas0Nj3szOhg45rstkto1HURypkIzpMkBGGCmbCMBZBRIAdc9Wmci6RJMUMS/oryOA8cQcj4WWyVHrCyQ6g0zjMDiYpuwzQs6KsASxivse1lUV7+6tPuAQnpK6qnkdCTNFwp3Ticu3PlLWEQAnBnyQ0Mp293PQP9hQ41ZVyjYCOGhAcL4pckyNLZdOZmo5kNG1sdgT0fHU5bFlc8GhSZOqXWyobSNWVbKq5vx0KhGriwu6uCaaHB3RxCVa3L1gbfLNwn+nBV1cLPAwHc3KWaZorJbDS54WBMaIQJ/Eal+6qul+NpVYxd7vCklL2ZMXNW5+b+K6zjJarAGH2EENH53MyjYnHzWmIjpfiK5qlkHCkecqiJgEaqsovVWRBMjGN+Z8OiBXbSrMdYVEV3NQiLYzMM0jj8u/d67DYh6rHFJJMUV22UDzqG28kW89yWFSlcmfhvBh7zGQq1MQQA29tHU0uvsA5qJDJLPiyGV78YniSG0YpawhwIjERJdBc6Sq/gAW++OJR4cDTdZUx5QwnyFz5T0HrhJYt+xiR4f4BZGj9Io7mhtsIlY58WQUV0pWlWdbVYjV137r0/TTv7igH/upv04feeA5euq/+Ef0O1sfeK/6O32Jfu5nP08v/blP0M//lUdLmbgQq6XgkocFgVEi0Bex2qeuqunEKvaB0H/Evzb3+Tr6jfed9h4nWhu3DjwPHXiuNucx3FplkxeD4ACpin2glHUEQKrCYQX/2k46tCJXpReyEIA0HRII21Lg7HR1nThY2lLpTuqpnOTO5xGfr/ZKAXDYINxbLZpUO8Ex+QgOqiBWmy4YbNBbRUIrKRsIxDGHc58g0zu701s0MyVN4XEVhExw2Ff7di2SN9QBEg+1Qzoj/OLeA9+628J2UVdvx+Z54rl0OnWsk0xQuqoObxiV5XQzsmwhVvVBtemjRnVi9XY5kxZitRxe8rQgIAgUQqAPYhWkKjhD5jcK1bK9h0z0WMUBFeGmao/c7lrO98iuS3rn0B7SNr4ZUgCu8lBrtxsaAQfE4QV0VeFaJ2ULAUirQSKhi0kHyax812OpMSlZCMR8DrXBcRV3FFeLmMKWL7pstBPMOZcL6DljWO0hVrHYY2oCsSplG4EmJQCy8IXXGBLK2OYu3oWtKM1MohMLvXoxmnCTGrVEHHaBf1vfYGyWXgrtfAXfwJg6m8Ez04KdYjsw5L4VCwM8wo8SLWNbwsDYGzM5iHUJmfnEqlq/55AdaUhXNY2vEKtdWpt8SxAQBJpGoA9ilXVVMR8bcLwyjVgFNpeh0gFvv6iPIJkVXzq26yDbfnNa+AIT265KbmpqwTjC3hWkIf51YjqmgpFTL5ytgE3XR0/fQ/StDKztblFRguAyTD6JKl1Vdb6Sso4AsEFyvIvFypN3p8cqk6pIBGJyj/fUy0wAtXBITTdHJ9y5Fwl3hADK6OmYDnyXDj1bEn0pXUOIhrMQf0+2a+pngQ3fiiH7aweVnPkunbCWcQcfs+gTwB43zEcT6K1CEcB8gHjhZ73iLixnvTNNJ1Z5zoljWrTkGVWVWP2fL36Ufui9BQfG2/8vPfXS99KnOpACeO0rT9HTz93JqdiDdPPjH6VyggQbr3r1y/TU516kh378Fn34XQXbX/IxbsM3HqInb32YbpT8rTmPv0ZffuppevHhJ+nWh+q04gX6wmefoZffc5M+/iO1es4caKQmjSLQNbFqgq5qGkCTiFUs4SBVEXbadWG9VaaAut9HdN3W8t9DMitzyVVELF1HEROHfewDy+PZ7S+wB7yGrioGWMfmjSOE50qqo7wexxkUUbgmJrPitSokuuYDhPlnwS5HFdYJYHO+UONKW3gusYo1DaQqUxwWHKw7BRPhOyCBOvioTmZ1z8S1guDoAJLlJ7QmJDzrpiCAjA84UNntF0jIlJBXXeJl+rfgnYAbMWwAuigYWyAP4Z1pQyhGF5ikv8FyJBOXpvgPBq+nHDkQrRIydV1V04lVzDnXDSar2rTDqsTqr7/7k3Truwta9etfok//6rvpk10Rq22SkkKsFuz0NLH6Gn3hs8/SfXvJaJCo68+98CufpWfvrUvOFqyyPGYlAl0Sq6aRqugwk4jVyyBmnTpVul7N4bnqdHK2s3GgrCQBuu+XfXghIeeF6KpmwoQ5Bw4rSOjFpZsj1uqszh7hjkQI7jBiEKueY57DFSerWsQcYdu2JMu+MW7W3+GsgjknSa6YkqzJJFaVrirIw45Hn1mo5U5QmJq6VG/BEgbPOg7N7WmzYXLXABNoQqoMhKaWhFTl20IZV+leAhrscYjsrx168mrPzNOZRzN4PZtqOj3WC5IJIFd9cx0V2DvhussJeaM/TCZW29JVTUPQCLH65pfpH/7cr9BL3/MT9Mlv+TX69Bdfou/92Cfpxv/5afoV+hH65F9e0P8gxGrhmUA8VjVUr9Frr96gGy15BhfuEHnQaAS6JFbh+AN+w6RdoAnEKp87k7W8h8ATxTclCTxx0x7DO8sxqZfMGEKO46mgbkMcrvRx6s58sSIOzYDKmFowqYrcAz2bM8hD5cQip61t4zBPbxXr1PUiJpEr3u4t1nJewEN+25oziVWQqoFRy74x8xN7HOIM3/X8hDXsvolLE7jTy5y0YRBqQoL3oamSCdiwIQEcSCDpvvXuYy/eaHXr09Vo12N4wlq9Hk3FbXUNehUO59CBh7FlZjIr1lUNcWnRn36TqcQqh6kkOn5tjqlREqvsdfo8rQsGpGQCXvgCffaZl1Owp/6mPVY/cErPP5c8c/rYKmx/67dEpx/Y5XGpPDuf15U5fYxuPvwiPQOv2x8k+vVd9dw0jIxvk66bbrMOqU+effDmx+mjjxIxmfvWQ/TY288v67Kq90Ydk+/q3/J/3cD09AM36aFvPJNIAaQ8VmkT+1N6bOnJmvJY3XoOH0lLOSTP3nyIXnxG92UDUg9tDjZ5dysIdEWsQjsUc7JpxQRiFRFLOKhGPe6QsU9Hgd4q79SFWF03VcWocqIvQGUCuYoqnS8ClbS0b+bQtIGNy4owYg1I7azaaxUR8u6AXJVTcMbA4pkPeqsmHEXZyxmkahvZ2Xs1wvofx5yDZFWcXDHe9uTdIlahGwpSVaQUMu4TGJvuSVVdExBAZxOPfNbikLKJALwOD3y405uFDggOrauKOptVu37tiLWKcdjAwt/1bUWq6Qh3h1c4xpaUdQSACMbV4cQsyQQsaNC36SbBRb5VmEisai3neQdjqg6x+u89fEGLaEJHR0QXFwuiyREduRd0cY3/eER0dUELmtDR5Ze7lQLI0VhVRGCWZmdCHNJjSzKTUmQowtGfeTshTzcJSkp+e4/SAH3t1dfoxrvSmqLb4e1pa+R3f3OTuH2e7pw+SO+68zK9uqYtmqrnpv5qUq90vYk22pqQqacfeIxOn3ue7qTaqLVpl2Rpinh9/+2NOlJCxD5HCSm6jal+nyJnNbH6QXrzc+t6qeq500T7VmO1/RxpnNFH3PbkmylSe62fZCEYDQJdEKtaB9xE7qdvYlWRY10lqypi1vEqmVWRx0f2DMuu4ZxlwFkLmqqXnJCpg82OZf2Mc+dlgLNV97qqmVDxRYWKLpWTVhZCSTKrXoeW0pieL2KW5uMLFOmtZWcxNmFMl1ivci5JV8RqrDRDFw50VaVsIgDj6kpXdRf6M9eh0yThjgm3hSZZCibqQ98hJCUyZ9JOSFUd724SYD3Xhckfncm9502RIg9dDnsXbnX7LhUyqxhbIFhNmHeUrqpKcNH3dto8YhXe8cozqgtsqhOrP0Hf9ks/TU/d/gh94me/jT7/U0/R7T/3CfrUt32efvoXb9NH/vNPqb/TLfrUXyX6R8ZIAShCjhJPTT1aluH37CW6kZwKJOOz9ylCL0NjlQk9SidX2vbwXPPuTA3R7d8mpOU3TplYneTVM5NY3U6qtf7+VL3SXraaKF3Tpl3hxMTqWvu0h6r+XhamWRqrijBdw57xfJM+yEnF1onV3D5KEavpZ4YhodDzwm7h59smVk3UVU13U9/EKnRVu1qvipgnPB+xz4HnajepVIvUyqBnmB9zyeHNcj+nLd4DxhGdz4PO8jIY1AN7qwIbBqka9O15kFFTjC2VrElKFgJ9J7OCwwqIVSO8nA0xEZ3QEJcVuATcJY+wJFYxT85JSNW8PsRB1RTC+cR36IgT7si0tNlfWOc5mZVnht4qe9VFSttGemvVW5pnvg4V8WxCge0cTFw6NoqYNwEZRdDBm/d44hA85/smV3FTiAQXPfPx3DmmEas4CM5DtV6pcL12bag6sfrX6IMvfZ6efeN99JGPntFzX3iWXvuOj9CP3fccff7Z1+h9N3+Mzp77PD1LH6Qf+55X6B8YRqymA/2XCINszCJW012wk1i9kYT1b4a3bxO5+pX7iNVXs7p/gxTlRzLlDZIfp71ek+dO9xK2G8TqNzMrsuaxuk6EFiRW114rxGq7o32Yb2+TWNVROXneLSYg2iexqhOAtL5QlQR6qbfqOBLBuYmd3lc4kExQZ6229xlbVYiJ3pnPVZZ7KVsIwJMXnnWd3K6Xxl95hJsWXVq6GS3+ABSG3/LePav6GE4X1zHFphBeLWJc5tUgVqG7fWcecqTkrq5ZEqtz6D9iBHY9O5ZpWU/P9qWrmtdcEEAnvkuHSLgj/bUFEzRK4F0H3dW+6Ey+3Ui86iREZduS2Ts+xK2PvgfqaXBvfBbkIYh5eD2DlZLxtQ4Q8DmdutTnvYXSqVPJ4EwoJhGrOgEILgK7Ku0Rq7foex9MWvH6l7qVAljzvNxEMttjdflUBnFKhT1WKcMbdvf39hGrmx6ruXaRVe+thxv0WF17t3isdjVe5TvbCLRJrJqqq5pGoQ9iVUcswVuVcw8YeZZBaC7Iw1URmbwVFuxz6CSyAB1OLLgwvggCAnkoJWM+gwTAIjTC8SCrf3Dqg+0sk1kl2r3Sl+mxFTM+8F7tqmBcXc5jCtnLucMPd9XAGt/RuqrXrKu6+0VMrEI3dGHmtUYNGJr5qWmkqm6V70AT0qGZZ1LYezOY139LzImIkMxKefX2MUmoZExCqmb3Jogx3Kaa4HG4WUMQ8idTl28Lzdzs1x8hdd4ALWPg0+k5KFnIlL5N/7qqafxMIVa1ZxSS5HXIq1J1YnWfFMDP063vTpA2kFh9OUO79MWHn6Rb/9bvcWKr3Rqr6yH3K3JUEavpdysNVaKdUgBpjdWldmi+xirX80NpHdeVx2qWxqr2JF3pmX4/vf7U00liKfUe9TetmUrEZPIzL3O9czVWlwR2hm7tUs+1XY1VkQKosxoM47dtEasqMaeKHDC59EGshnFMV6HS2De9YB/IXShcw1pXKTi6JVfhSYxkTEhYJWUbAVxSXAShFR6HOEMoSQAZWFm2DHwmSBbXURK9a9ZV7TGRkJEDWvFHSI53d16Ms3D+l6/+cgxvVbmF2+hRdjh0VCIvIzubCHqrIFcx8LplOQwFRFcr8TQEAXQ4UV6rXU/bSv9R7Ri7/rbJvQNEOJM7C6qbWVP018SDZ6bX6W2hmWis1wpdpuQ2XDrwOyaeYTeREgw3yXRMIVZBqOKQ2vU5tTqx+knal7wKshNcjCJWs8PmVZKlhKxMSMHV6NlMLpVHrD66FZK/IibT8gDpcbmpx/og3bxJ9Aw0XVmWQGe8V79Zq+fmpLNV7xShmyJKP/roOnGK/670SU/pQXqZXr6z+a1tzVjalCPYlCJ4z026Sc/Qs/emidVb9GGCpmq6TZuyCc/SfT+e9RzqlOqHhIAWYtWGlafdOrZBrJquq5pGtGtiFXs/yEBhPbdlh8yX7I5Ze492R8X+ty/5HsbGUy4sLR54+PIYBMciEKeVjO6BI8/VIqJFHJFjCamjyFVxEMsbbThvqYTl7Z564AgGb1Vb7Gb/7NTME2AAsUy9cxVxTpgi05vzj7/6hRiDUTyztjvBJF3VLBPhhDtMALkk09I2QpiQmFxloZIiw6H+QFQ6HLiFV7qqUjaIuZjoKlATlMkFiz3GFjwzlUJKN/ZjMibpurEcycSliaf+17bxgZdCGDksAWCa6fRLrCo0QKZqXdWubagKsfrOV/4hffqLL5Wr6vf8BH3q332k1G9u375NTzzxBPm+X+p38nB5BCTxU3nM5BdmINA0saoS61Bu1mAzWr2qRZfEqpKrIYIEgE4SZRoeeectJGvii0t7+OCOoE1k6SAL0GKBl/PdebB0WmnxU9a9GnMOPHnhtGJbwfHKd2E7MrA2+w6EKrRo25Rfgw/YxbVydureDc1sa0XOijtXUanICucXvvoFxQQJcbDWu5iaWBTbcFzYe8xT2cyF+tkeoNAngSSA0lttv4D2wc0PNoxS1hEAItcgVQ3zOMzrJwz9k4mXEPPSm2sIxBCfd+ieGeQ22idWTdNVTWPRN7GKyArIavSlNlaFWO1qNAmx2hXS2mP1IXry1odpQ2Sgu0rIlwSBCgg0TazaoKuahqkrYlXL1VxBVzXZI7d9KVvBHHJ+os6DS1mA5l48kDe1S67CGeMKuqr7MscMBM0yzVDOPDFrztp49MTpHOcJdUzv5qxeBt++nwW5CuLZbUESIIoduppHnO9EaNUNzgKas0FEF4uoFOGsiFUpSwQABiYmHFJtAQYOmUhmBe9MezYp3Rkd8hCBeFYi0O1O2osQ3pigOqSkEcBFBWdyD3D/Y0/BQn/PzOuMmLcHGVVTaBmfJORqG3XHBQV7uBimq5pua5/EqvL+wSG1v/VKiNU2LN++d4rHqn19JjVWCDRJrGKfg/nYVKmjrD7vilhV5FjM3rzWluQi2eYmtIc9zqDNJ7PCmfwqDOmSiUNBfq3/2DsepGpEEcvP2Xr6VOShcBjZoxO9Ci6jSR8xDKV5EBO0VcVTdR13MBVwklO6quXwEWJ1w4Y1qWqTM70acA6dTVTCHaYPDfe0bW9h334za2YyuZos+i19PIzgLi6Lfha82EhfL+wiVXU7MLbunXm8XZFhtd27kNqAlrHCp9lNndKpM09XtX9iVd0uY0PNyVFamtOKvFaI1SIoyTOCgCBgKgJNEatxRLSwjFRFn3RBrK50VU21guL1cl2XD9vsQtGCF1nxmpj4pDpn6T1J3T0hcMYe8GIRLL2cTWx1X3ViXdVAexz2VYvmvqvIVZEEyEIUybiXeQdq7vo5eiDAubxYQqbmetj8N6nICpWsKkmVU6rSQqym4AKYfNNcCkIzHmZy1XHo/hlED0Uzd7NX4Ep/AALIT0QhG+42LG7IGtcsrdRwJXt6HcbV5aK48HNP1cz+LDwBHaJDH3IbDmvdSFkhoDXSoPM89ZonVoNQEat9Eof7+rsvj1Wlqxr3vl4JsbrPQuTvgoAgYDICTRCrNiWr2uyLtolVloFCsqqw30vAJm0QocsW5d5qsuk736V2yA7FCbkKMqh6UV5j8FRdVGE4qn/Yil9qXdXrMBxO0iEHjlDtavVa0bk5lVR6q/WjYhFZcXWtEjNJWUcgjGK6u4j4fFVFZFOI1QRPTFAcrmyx3iyWr0PPpVP2zKyzmA1wmHGCNpVwx/eqDJU8TNTEBE9VTgI3QOjqNAnYYHIagicvEllhfMnQ2rYICKursdVcQEkUxXTNBzGzb6/7IFb1QdWES0AhVuvMkPJbQUAQ6BuBJohV5IyxRT++S2JVR52AWFXr1VB2yTE58Fzt23gN/b7jeOzRW2e/jDMVPFWRlEnKNgJw5kHeCnX2HMa4ih0ka4J03zDa07zdxuxEVyeZFe4o4KmKS4uh2E1TOIMDhFwNnMHUalXeDoVYTXoDBJBNuqp5RoR7ntOJyx52UjIIIJCr0+YmbZA+EH3GwiZlHQGljQkvhWFgA22bs6nSW5U1f9vaJ57D5GqdBV+/FaTqPLJDp65rYlXrqpqiUyfEqsz8goAgYDMCdYlV8D4gVm3d6bTpsYrt3yUnq7LZQrbrjmgdSALg3D2wpjXTUQj1qqGZCUwvFiHNw1DOVxk9opJVQVd1mNbncTKr8qRWM8Zr9lu0/GOVZFasq7qIaR6Y3cY+ascOKwEuc6KUlnN5GxRiNUlSZasEQJbxgQC6b+IRiA4pG2RfHNPMd+jI9xoRgYbLOLQ4pGyTqsCGvRSQTHUgAEFvFWHvIFelrBDQWzvWW/Vxm1odH/ZwCSHIb4cQf5fEKi5ysFaBdDalCLFqSk9IPQQBQaAKAnWIVZslADRWbRGr2PtdcsRSlV6x4DcJuRpV3+5Y0MiKVcS+31GSAOz3VRKjqzCiK9FVzQQf4+pqEQ4iEnCXdTUbXVrRjg39GXRo4bla9qilSVXxBdvuWDiBgVTFpUUVT1X9xnETq2xZDoX8b1i3PiB+7p1CE1I8V7PmxQMfsglaMqHkis8vVIQhdH9YPcLQybevajH5w14KwxpXwPPAd+nIdzhhnJR1BFiOZKLI1SpyJPACCSKHdVVtKV0Sq5wAxDDN2es/iejhhx9W3juGldu3b9MTTzxBvu8bVjOpjiAgCJiAAK85QUB/8Acv0EPv8Utt5lRUjh2RFbuwbotYvQwjlVwR3osDLey5ijCdZMsy4KZW6kGHXIqdcvtBOKuczwNOzillAwH2AFeas+rsOcyxhZ7HEQtOGlq3V2xhHQHgg3MocsgUKchZgSTSkdwEbQ0qXP6BVMV6XreMm1hNklU1gGPdfmjl90dJaK6402fBG9PxBAl3MCmVW5gwhSkCaCUBUO4NrXS3MS8dkq5qHqhHE0WuytjaRgjaSCBX4RledlwgpHIO4rDYPsEIm++KWDVJVzUNvPPWlI6Pjuns7MyI/khXQohV47pEKiQIGIVAFEX0yiuv0DvvvE7f/qBfyrMOpOEQ5B/bIFaBDbxVbVrLqxgmE6sJcchng7Kbniofteg3DAccfAo6+cBe7iwWFIRRQbrIIjAaqCo0VaGtOiRd1WxY2OWZxxYIxPKniQbAtuAVPpPP+yvKXs7zmMKhEl77Ich9Qmk5R+wM1kSmnFESq1gIUQDgEHRV86wFC9qJD71VIYA2MYINQIb2aOLx/y0zaWtSFd6YsodaIcubSiLWnB2Krmre2GLykMPeJZlVFkYYU7i44LFVMAaMPcBD7eVsz8jqglg1TVc13eez8Ije+dO79MADD9DJyYlRnqsgVh9//HH2WC1qhzX2Z/JTQUAQsAQB7OPwT5Gqb9Hh0YLOznzyWRdyfyNs11VNt7BpYhURS+cLlXZyLIXXF9Fbze1ux0Gir/2eq+fzkK6jMKVxOBYL2t9OOPPAW5VVssZSQBwmBOtYmlymnViqoPq4i1wF5QVSlSVZxjQp7wVSrVGXC5WwqinZwlESq8B6KMmq9tkNBhySWc0Kbhb3vW9of5+4xORYkbBuvU2Edij+SVlHgEnVSJFjY0jmBZs5njg09Vwh2DMGA7zBgY9WTNhFbGE4wXawcbSttE2sAhEcVCGPYCo6IFfndwK6urwy6kB0eDyjy/Nr20xK6isICAIdIHB4OCXXjenwiOjkRLn9QNfPXYafZleCE4CEwzmjNkmsYo06Z5264peqHXR1+5+AowW71hUNzG2/SiZ9gZ1X2HM1+9YCdjMPIroIglGcH8r2Dc5UyFQ+1rOnJLPKsxilBwonlkx1OsiHBWpsiTv9JmehnMBArDYZeTJKYhWbIiREM/WQWnbC3fc89FZBrk5FEzIDqphmHrx63QIi0IpQxb+x2M4+20r/XemqRoPL/roLAySIw9jCbWEZr+cyuNr87AxyJNNEISlvQx3HrMNma4KLtolVTaqOzEmBb+EP5dIid/hPPOLkBbm3OtjnxAhVltUqC0SlkW7z7Fqx7kjg6bmEubmAY2bFj9j9s4nnIaF5ZlHRA0RDylnaFLGq5Wrg/YMypigBHUTKCZv0yJIBtjaGeMbhgbUODM7kiAC8cz1npyeZmLanngskq8JmcKQF4wqmI24s2QbAeqssSbJuI7CZy7mSL5QVfx07XFbcuVaXgE2WcRGrbG8xJ6sam0f0AQiOgp6ZTRqYDe/CEn/gO/xvl0g2JiZ4jSltGykaAaU5S3SNMO6RHeLBa8AzE+Sq6K1ujwks9ri0QLK4zUOWlmRRxKGyIRtLe8RqzOsUxNTHKIuEORaXgTO5EMwdFiDH8gggED82JYHrcuxjXCGRg6VTTm2oeM/jOYRLd9nLrMMJm8BaPsGlzgY4HD1g8SVgnuE0QayqiKWYLphUHbdVMbk6bgi2TG3J9/Bl4LrnKs5Ud+cBJ2SSso0AdFXxb9RFOYOzLICsWtmW4DmQOFxNPBhOF/OIYklWtQaYki2M6e51xDk9MFk3OV2PilhlTaWB66rmTby4Izzk0FwhgLIwYgLIUwl3tjeFykMVNz9jCHEvu3gr8kcl87KVHCvb5vTzsJ0D3+Wx1eTkXKdOJv0WnocnU5fg3ZsumI+j2EkuK0yqcbm6tEWsal1VEM9jJYCwboE8nBQRPSzXbYN4GnMP8NmceLChhgfQyO65CvWplqwZOzZqz+OyZ7isWxmXgi7CK1fkKuwG44ojKgtZmj0PNUGsIoM7h1RyzplxWxS3PiE4hmYrTVg19FZ1MisOcQ9CusJNl5QtBPiyArfrYki8ULGmKOZlsZXty4vkUtB31Vn8aq6y3DdLG9oPPBidpnVV06iMilgdi+5UfKQAACAASURBVK5qntljA30EAghiHDxLy9SUxgqcKrK9b+qtYhCGy6Q69k8qTbcA3obIUjlGUhVYYiThFhXkoYRXZlkXblFdOpviUkdl+mTcWKdOHcRsLm0Rq/A2hPOP5fDU7lp1KagIICnbCAAXeM3r5ZyljjiyQtDKQgDEmO1zTlM9iz3PgYytXDg9xgbhlSovg82RFbtspi6xivF0FcZ8wY4ydmJ1iQHLAshEvG17KolVTC7Nw5DOF4GglDFA2eMwCCmSxXwNHWhgY16WkjWyVDIrzMULTiAotOomSuAr7szb05wdBbGqQ04DElFxcKo6mZVMStsIIDQOCXeUdJ2auBHejhAVmcbX8WIPDhbGjuQQn2RmvGfmFUqENraxx2HdkEyYrubgReQMQq+4eWJVEaoggEYe/JUMk5h8x6UDd5UIbWzjZ197ffbqVU+Jrmo+WuB92ANcuI4lSFOPVHJTuWpfMxx2PXCU1yqcD1lXdaB2U4dYZc+oMGYpKCFU1+ce5n5AIKbspjIflLyjlMRAze+2a+4OhbFDdxbmJ6vSHMK+dXjX39XYKH6K5LPVIqS5nD23YOUxgAvSEnjyS9hRAZJ1UQ0iX0dmFu/LLLvgX1d4xXJM7hickKs5v1qdHjY/o87uQKLaCOdf1Xb6qC/pgHm1SguUMwLgzxFSrzPQ0a2/8NUvVKlXzc92/HNspkGQdfxZUz8H3bqzidowStnYCDEBpDxXMew5HBc3htXmwEHDC0yuQKoK+5M6pDoEcrXCetm4rZjokw5v+dkEi7qSABgCwdE0sYp+wyFVhtX6kJi6RDNnW/ew8YGz54Umbpgw37DURpIEpA1MTGx3mXaqBCnDJcfKYJF+li+9EPaeeGZuvsekfm9qvSjTJr5k3yDH6tWj292BOj7vbvHdyzeyzQcN3VPdOEbOCodJZyFW12EEgaPyMiRMBP+5Wv9Xtbll35d8wZLArbqR3DPIgAkIeTiO7S/7LLjAG0q2f/8bO3jCcQnymBv5iDr4sNmfgOzI3eug0h5Zk+RV56pGkkBhq1YxmdRqJGTPIxhXb10g0Zm6MM0sQzEoTFIV23LgeymN+Wpzct4oGQWxyqRqmZ2U2XNK7drBhJAQ5GwKDyAhVzcBBT6HvsMedko3VIwny+iwKRpzlsosTGA7BxOXjkFy1EwMsrYXLznqWU8aJ8Iatlvf6rfvSXFZcTx1+ZhXtmq165PcVpeEcu1xPjxuvODeoxslXpko8Gf9IgEEd+mMT4m3juFR4K5EbOpFnhihk12yc7F/3PcTXAXCsy5/i7jvDbutSKVsrPeOFb3QwEZ26a1QrE4gDqHVW9ljbMCDjPM3FIOxVxSaqmKp9yTrBuxnqHn03r54vXK/8rzMXr249GpgXFeuiVk/xDoD3dAF3MekrCGgL4/hmCET8h7jYMkEGVcaJWjHX8wTT16Zb9aMB9G1d69VUiaUqesS5H4Epu0xhrPooe9x8tf6vrPr7y9GrOpdSJWxzbu1ajozS2WIKt9NdvA4kIhO3bZRLZM1ufsPqaU2oTlrhHK5rvampbt3RTvAV6FRwwTpvhkmYbOQFRbkqj5tKDMuX3/1i3rDdv22u9wOTWFX8bZ3h5s9Z83FhFT1NrtcM6x6GpCAkF+VioZbq9UV+zz1zcYO2knztfMLCN9Dv/skeqpHyo/hdDdkOfB86+m7CvdUkQ0yPA/hnblvqir80QE8CNwxpJDBs+4xtZ4FmAimahGkNTiZFd/p9DHnmIhNahYGNq7D/6SsEMC4YmJVdPczzYIv1ylmTT949g7ReuoQq3qHywllknln3ASrisSBjt815x4Y3opTd/6EF+/FhoTYuG1mN6Kx4yJxeZUjaN2uMur3KtGZGldSVgioxOxEl/OY3rmMlntkdqITDfVcU8Fl6cz3Gtfrdf7Ol35pz6yvfGcUsVTeu3Hp7pzSrCwzIDSpVkpXJjlAa8/M+w+GuBUqg2L2s7j56c7jsF8GrszWhq0FYYMR9Gjh4aLrXuYtWZhXsMM6n9QORhUI4SUHlVXlZDAeTRw68CU74xrxBnkEePJGRSi0+mPYpjdgK4Tlfx4pb/Bj3BZWGBKmtfndJYjVInXHfINxhSR6A4CnSJP3PoN9wCXLI/S7juytaB8PxDEtluSYIg+HSgDVhReBBMAHWuqjL4nTA8sjjB6MbQBgIZwELkU5T1x3qWU8JMjqEqtMrrIercewjJskixWpysRhnQ38kCxs1RbMNyDHQK6my7htZk9fw2uVI9CGaRNFW3UVRuytKhvjdcTAs80Doreuoi1OB1sdJKiUHc+2lWE4TT2XJROadEZwfvo3Pz/ooYqNNLJRI2mKlBUCWPCRNW7QnV+jw4NAZSs/8B068jS5WuOFg/ypw4nQ4GEno0vtebBZRKZ7KdsI4PCOCBWNDvRWecG33HiaJlaBj+diM4SDquXgNDQQoDkrkSfZYIL4Udm41cU3YlBArErYezZe8FLA2MLecOwFl8dCqmZZgdLFhPOBKisZDBzChmY7TRCrmlCdeP6ohxV0VS+DkBNzStkggAhZ7qPcPbKQq/kWA2IV//i0NSbCPpl6cVkBQn41J8voYgRi4v3fO1cRXWGTnFFwjsBlcnnXyIFjnPhpzDylt9oUuTp4YhVmgbPpjQMc4ncKkA3cglbNw3ofRJLJPa/DwxBZA1d/PWa9VQnNzcIL4XEnE4+JoLGfU/VN/GgmkoIN1Uv9dZI8RtsJpuOjiWe9d13TxKqG1UeyJoTxjHw3xJcVHI479hlmY8DxpjCm6whZp4GOxidWkgCJvlbBYTqax4ASVH4OB3CpU6fThFTdQWIs5Xw2PeRjgu8PLi6GdOfVFLGqzlsu+Z7yXB1b0bqqASQAxtb4Pe0FHtBUvd6RtFSI1T0gjtRzFcmqLhfQK96fTG80wy6R6gOfc+canryQHclvPYhD/JNd9DZGIFRx1kJC9ybwGQWxChhxSP3WQ2gpVE7KOIjxioGH8Ca59cnuTmixIpteejsNjzpIAsCGpGwjgEPG0QReHE1MSXYijMXtMsRtqvYbs7MdbdQaR4wgdjhcedNCcJMKz1WbQ3PbIlbRF5BMmLHHfBs9Y/47MZ6gp6XuuUYKwo5ughcHqJ500XEo7JmpvRQEujWMMJ4mCblq/ihovoZR4qkq5E8WtkrKZ9dFDmhDltsYyLhqiljlCx7HIc+FzA/wGQhABYYg2s7JqqLdBEeBVw3yEVyOglgtEtA1Jrsp29kxsu2MaOLG2eoiCFleQ8oKAZ3vAYmqQKzuc5DHTIxzlkiMZVsR+At4rjYRJTgaYhVQHvpEDxwMQ9ev6gSDDeN6Yp2qbxre75h0hjzCxqKF/4pD6skEG8YRrWgluhiakPAAGpIXR9Hm66Q6Mq5Si34qTRS2Q/MdeyKQh0e+Cq+08T61TWKVCSBXhS6PjVdc6aoWHYkjeY5v/XBAdWiBpMo7DMNzYuWZORJoyjSTtcfGqLeKfc6OxJRlMBzas5DRgIe82uXtGjUxS23YfCGY7rumiNX0OyeeR06FvBy22ZRKiqvCcUGsSrKq7R4EmXq+KB7GLcTqjlEAr1UW/Bn4ljCRlL2ch6xXXD7Pjm0zScn6wplnHjOpuqlXnPcmlXTa4YgdKdsIgFQ98D1e+eucRUdFrGLBu/fAZV3IMRJA0PxRN/FSthBISNW8Wx9gBs+xI19JS0hJIRCrsDh4rYIkGxM8oquaPRL0HIP/C1I13LEJhL2osdWsgHhXY7RNYhVt4LBuz2Et47EUzqocKZJjMG5hTXVejIQ6DuOj6J/dBBA865CwSco2AhhShy4uTMeDz2oPOJ42F7V9hHKraK7d2Gh/1qHorbZBrOpkVkMnyeIY3mIOXSwCSVaVMdAwmu6CVC159hy63RSdk7KfS5JZ1XuJ0b/ms5XWVeV9oNHV7bxyiKx96yIk5B8oU+CZOTQpmzLt3/Ws8up1acZJuatfXoyOWMUG+v4Dlw79cRFA2DByhtNyY7ApezX+PWFIe8XmMeiQzOpA9FYz+9NzXDpiPdpxrIAYShhTWNjgkClKESuzADbABJ5RRdZ9nbkS8/I+qsi0yaRtYhXtxbrFCXdGYGQcOcDEKkIqx+epu8++OQMsBtheFw7QP0oTEknixEthG1nMNph7Tsag88OkoSPJqnIGGMaKijopvn/Bkzik2r7laYNYVZeC0AhHgsrimO6b/0z7O+bji0XIeSukbCNwGWKPXE0eYch2U9tWEs/V2u8x9AXQVT2fhyJbuNE/2B/j31uXISerKpvHDDOxJlcHPC1XtmrWUPeQlFsngy3/qlERqxqeiUtMrsILaAyFCaBE/3EM7S3bxihUBNm+gidwCDtc0z3c/7t97x3S33HbA8/DMZxTmfwBqVp2ZRtSh2e0RY8IaKrmJKnMRADED2wHi5pNpQtiFXhgTB3iJnXgyxaktK6RXLEEwWGqvfz2K/83/c6f/A7dDd9mklOKINAXAnAlOPPvpR948PvoIw/+QF/VMPC7alxCVqNswZj2Kcm4bPG83BaxCjxBrEJzdXgFpIbSDYVnnczu6z2so7mQyb3A8SrXPIRc3TFyBkiu8j4JCZnmAQWYky2eV1uZ82Kid64iOp9XH1eAFPKGuBQUfLd7CZIJkDcEAV3FBXOUxCoWQ3hG3Xdgd9KUooMW2j+SrCobrTgCqYoboP3bIv0EJqSjidI+HJWKeCGDU8l2QJCBABrqmoiNIm7hQRwOtY2FunvjIT1GgAuI1bJCUNC4gVSLTYnQuiJWl3qrA3Y9hHczQtyLhONWsc+ufvPm9Rv0P/2rf0zf/NPX6ff+6FV6661rQmJEKYJAXwi4rkP33jujR9/3Lnrvt96g/+QD/zE9cHB/X9Ux6Lsx4TKnAq+6vCxhvVVO1mRQs0pUpU1ilT2kPOS2sOvCdB98ODPAIQMSAFK2EcB4euc6rE04C7G627rihFy1dOrZbpxDdDEP6QqTcrkAglEMw+tFTG9ehrxm1SkYVyBWB3ycqAMPR3odTVQSxrJlnMRqku/zZOrSPVOVNGWIBQs/znKiq5rTu3t0VXfZBEhV6K1a5lzXiZljIpp5w5Tb0NQIwv/1uBro9FHZVkCOgVStsu7r0MqTqfJwsQHbrohV4KH0VhGmUrl7jP2h0lWF7dhPQP53z/4cffX52/THf/yOsXhLxcaLwHd8xxl93wfeR//Nv/03xgtC0nJceEADvF5BMisVqWPDmrXZ1jaJVV7HHcjYQEN9OORqEIV0uYDXmP3rVT3b3/419n4Xi+JJdfZ9X8jV3QiBXLVz5tlu1zyM6O6i/oy8z6Zs/DskC187h+xIM3MOzhNTnpeHYj3N9SpfCLrgMVzm98ukgB0lsaqhhzGdTZHtfZjJrPigKiEq2SONSVWqvCliAihJZlXhQqO50W/om5BX73Di0WxgBJAOb0JSHdFTXxlfepmH/mMRXdU808V4QkTBIbIKG2rf6Wp1SaxqchWL/ZAudbBWIRQXpGozW8b+DAfh/09/7Yv02199qb9KyJcFgT0IfOjPvpf+ygd/dNSyAErPuYkZB3m6lQeQjY4abROrat1SequaaLV3gMYcfYAQd9FV3e5FjKarUEkkNFmEXN2B5gAkATgvQ4ws90Elp4wmbc3Ed0HC+c0LpavaZOGwdw+0YbPvbbKOfb2L13ROHOwKsVq0E3CEg+chvFaPJzYc4Yu2TIkbL6BTJ2NlCzT0dABtzCTSoDiq60+q2x54ruK6R4BeQyd2CGHdRxN7vTiy7AKEIUJUhFRdR0dvoeGpWodU1W/F2Dr2QcybPy93TazyIdUFPsPRW8UZDBIAzR7Fqs7s9X4Hb9Xf/O0X6I03ruq9SH4tCLSIwP33H9APfei7x+u1GsdKrqahgvMErgJxprBg2VprdRfEKj6ovVZtJslA/lwH4dJpxfwdSkMGXuA1GE7IOwDSucGhtfyyzXZTAL56j4BchVdCG8DXq1mhX8NikKwKTitS1hEAn3P3KqI7LK3R7Iyjk1nZcNbqwy5ArkJvFfljipZRe6xqkGBQ0FudFsetKL6dP4fwfyw+oquaDz3rqobNeEaBADqaODRlt1UR3NxEHXq0Z1PPWu0x3R5e6mOiy1QSuGaXt86nikY/yJ68Cana1LYI+N47Uxo3JmPdB7GK2QvrFmQBbPeYV3rFTYTjNmrSlV/2qX/5M/Srv/bHoqlaGUH5YRcIQHP1L/zwd9Df+/6/28XnjPtGGEUsAdDs6qLIVVy42zQvd0WsqvBKj9wSh1STDEcRhyFdSahyZrfggvSck1U1tQvc/oyQqzvOtgm5apOfTwwuOIrZYeVyETJ/IWWFAIbSdRDT6+ftyiNAEoD9CwX+DVYbUjZExxM/yRuzHyAhVhMID32i+w88626asyagMIrl1mfHzDxv0k0h0T08nSReCvvH3KjWDCWZ4LLchs0F20ROVpXycpauXvUolnzoYza1ndaa9RPPoVMf5Kq51tMPsYr9T6xuUr1mqYEukeZNY0KqNmU7XdY/61t/91/+Tfrn//yP+66GfF8Q2IvAX/yL30F///s/tfe5oT2gdFXV5Xqzs6eaxXwHHi72nFG7IlaBjc16q4gCBKnaJnFo61hDpBI8Vdv2OBTibbeFxI5LICttIVcxC8PL+XwRchJp6d91UhVOYG9edDCuiFgSwOSzVh9zoz6XIAIX8nRFklkJscqOaDGB9kFoJTxXbb4wwYYRC9tQDqmNDqTYoSAJ427yveB8kLTgZGKXl0KTGOx6F/A5nnisVWIwP7YTDpCG0CuWsnWZx0fT6xbDuEEeHhm84PdBrOpewCYI+EBv1baxpcMGQyRZtK72+TOBEKsyS9qCwPiIVaWN3oRczb49Dw5itiiMdUmsanLVd5MElZYcuKCnCgmAphLH2DJHFKkndsbQVAVB1sXZU8i33bNPjI1hFx1RxDh2PIMqYjxdLELCPlBKmlSNCUfOd65iTpLXRdHJce12g2oPKTiJzdz9EbhCrKb6ALpI98zgXWfbEVU1QpJV7ZrBoanqtLopOvAo0Vttb2Db+mbc8sBrFfpjthV4gEOMX5b97J67bvmgqoh5l0PfTaTm+yRWYZU4wOOm2bZkVpysqkVCvq95RojVvpCX75ZFYDzEqlq915NVtbsX4WgdS/RWuyZW0RfYE0IWwAaSDB6qV0FIC7lc35piVDSXCuXukhuzwW7KzseNPZ8ks9KRX429t8EXoW4gUxH+D0LekvuVBhHY/SqcO+9eQ3e223EF+T6bnaDa7CCs6TPPS6IE8/cPQqxu9ALI1XcdumxYNhW++UFIZZcrm0UAQVd1HrQ3eesQhpOp0ilxbInD6LAPPcels6ldoQbwboGuqgyrbEOBqkbDyhqZH8Ih7NRQYr5PYlXFWyBrpV1hPBhXnARuQJ6q2nCFWO1wUZFP1UJgPMSqggneUasr0vb3+PD8UReCZpc+iFUggj2h5ynPVZMLSNV5APEIKZsIIJoL3qp9nD2FXM23R5YEMFUy0yGOHLiah3QZJkrXpk+SXQ79mOhiHtHbV/0kIMeFIBw2pEu2Ox1nUTiy+Dt0woVY3cItZlL1Ww7N1vVLV5tvfqK4VW/MLueUpr/FXgoBJvKo9dtxOGSCAPJc2YJl9SNue458xwodFwRf4CYVXnWywKz3pg5MueomQoU/Dm/nIx8LmuoNU/qkX2J11S9Yt/gQbwowORM5iI2rgFjj0JxebG7VEWK1OSzlTe0iMB5iFWGV/UiOgDY03QOoL2KVydVEt87EYzwcJqCret1yQqZ2R3nzbwehCWwgqXERIPdAP+cdIVb39K3rGukUwl7OQUSXclmx1oHagQd5YN65hidv82O3yBt1bhTf8LNEkbY0/kwM6UeHZj5kQ1UU5SZMzk/95j/jVOaCn4J/qbc6cem+mR16qxGHVEZym5o1gkCqhkpXq6sCvdXjiSIPZVxtog5yTGUzN1kVQGv/IMRJygoBjQZvjBpMVlUUYxCHIFc9g9hDE4hV9AeCLKABBO9VU+cdpasKL+fhjishVouOZnmubwSGT6yqyxuEciuPuj5mxpgmSTKrvvs77/t9Eqs4nEJv1USSLIxVpnKQ8lLWEQAiIFUXPctkmWg35tiKQzHLAvQz8+XhAIcVkKrQLZb+S52vIKsWxvTOFUjnfucceGbaImXTx3ibuIhsB4+RQaz+17/xz5BATox7o2dAsN7Peqtmk6vYMOK2UNb97KGFSUptirrZUOsvHXgOHbBnZr+TYx8Tzq5v4mwDUgyamaZmM1faPyq8Sco6qaqtGeH/fXDOGMWHvsv/uhnR+y3ABGJV1xLRKZh7tFfv/tp394S6rCCa8yWgKb3XfPuFWG0eU3ljOwgMnliNVeB/sLzI6X7eUWItRDMXF4Lt9GPdt/ZJrKLuOJz6nl+3GY39ngUjsAdcBIl8RGOvHsyLLpGsypCzp5BzO8wqIVa7OgPvPP8tdVVByEcmVMmo8QjJQoT/XyzMkJ+D3ioiBU12guqrA7VXL8jVTWrV+U9/5ekYupAmeQD1BVT6u0ozk+hbjzyaIuOyQR5Sup4c4h6Jrmq2vcSESSoI+0uOeOxDBBq2Y4JFm1UHz3Xo2DczmRU8W+CpKpcV6zaDA6o6pKp/fRUcTkGsgkA0YWdmErGKPvFxqeOZtxniy4owpBhXuQOeFIVY7WtmkO+WRWDwxCqpaC4T1gmsnod8CDOv9E2sAhHPhfePCq80oVwGAZM/Aw6uqAwz5LHgrWrKHtkUm6kMaMs/hNeqCXMgLizO5yET8lJWCGCOQQ/duY44WZVJOfJArMJzVco2AuzViyjBpTxdIlP3H37un8b3HXp04CuXVikKARCrKAg9feAAWcDMQkbr28AbU6ao7b6JQDgjVLkncNgzE5qQE2SGNct2jKhNrDIPHkGP1pBph4nDGCHuK71iQ6pmRpclnrzznsaUBgGfx0KGiwuEY/RdTCNWYbOaXDVlScc+GpcVy3DcAQ8sIVb7HpHy/aIIDJ1YxXyDqC5TSAWf1CHVlHlZ24kJxKoiVz1y3f7J53kYEhJW9XV+KDp++3gOa/ldyCP0vA/cbLuQq7utwQRy9SIIWVvVMNPpYxitfxP744Do7cuQc3qYVLBVx3lrgkVrwPv2qpjDKXXme8xjaM9V52Of+99iEED3H/gcmivk6qa9x3yAv3fmEbQzTSk6WZVZQ9AQdJCpHISzAZHcsBl4103YdqS3lhaCGzpMSB7Cus3wrlP6jypZlZQVAhoNDKdFRGTAsOLKYbGHVEvf0RamEavABheokAOAHEnfBYdTeChAPmIMRYjVNnr5Y/Rrn/kb9Ofp/6H/6hN/lT7TxidG+M7hEqsq4sQ08gd7QD/RW+1/Zl4ZvCnEKg6m8FzlpCA9sM9wU4FDxuUiSAj5EU4KO5qMJfx8oZJVmbic92EzNllI7LjEAUMddx4+h8iBizkIeUQDmzT79d+DiKx98yLsXa84DwnRW91tI54DHmOV8N752Of+dx5iM5+YPAS5KrT0OohA5Gzq0Om0/4Q7ypPW4UlK+J8MY8dmOsK/jleOHeOOPTN9RXZIWUcAE/ZBQq72jQ0IVa0ZJV21Tqzyxsiwgypr3IBcTVzC+0rBaCKxqslVZK4Et9rXPnalq2rmQayNOWdIxOpn//bv0n/07nWU3vq9v0/v+rl/0gZ0y3d+4q9/hf7b7yL6rX/6Ifrh38D/LMRqG4APklhd01U1cSWPaZrorZpSO1OIVdh4n8ms4EvH5A/LR0jZROAyjI33OBTSbofdst5q97MOksDdRYi7uICvdY7mc964gCev0nU2tbBnpucoUr57EzIVFq4Xzp7KkcVVieI0sYo/IpP52czjEGYpmwRQTPdNPTqe9osNBh4IIBXeJCWNAHomDBWpahI6qJfKZo7/lIipSNctEcCEfeR7rEfbR4GtwLMF3qpq4cfWo99x3gcOu745j51UAhAzaoeewlKFcQVyvq8+M5VYBT64J4XcRl9LukpWFRvj5dyF5Q6CWP3B/5Fe/fe/j+6l2/QLP/lj9HENnP7fL9r1HN0mVrvoufF9Y5DE6lJXVR15TCvYnSKASZOrJtTPJGIVeEAOgD1XO+w/kBzXCFU2SeDQBONI6oC1/M4iNKhG2VURYnVfFzmkZAG6K3fm8MaUZFWbiGPOOZ8T3bkKrXCUw3kCUabdWk93dlrrS8DGRVJuN0WsxhF7tZzOPDqZevyfu1zUajWogx9jAIAcu3eWJE3pybI4WZVhxGEH8Bf6hEpWZRapqisOYgNhuTMksyrUmnE9NHFcOk48wrvGh7O/hjETh11/2+Re1pcTOlmVSZcVadxAzEMSQAuId42pqcSqphW8RI6k47306rKi6w7p+Xv2E6t/m37355+kR/PI04RcpRY9V4VY7caIB0esxrgcNUeuZlcvYt2aOGZEMplGrAK3LpNZ4Xy3CGO6CgKjnDK6mQX2fwVj6u4CUZKm7gK32yAEa36/4qQDcrXt807sxHS9iOkSesX7zWx0TwAbeKsaFGC7sw84fwP0VqETPrre2t9gYHLg+2mPVWX20IQEuQovF4FuBaT2foYeJMhVpZnZbcGFTxCJ8HMm6vDkBalq8OytvMfUpCR6q+u9yALZnksnPvS1uhtXWlfVVM2o7pDI/lJEjhUeh1jsT3vSWzWZWNW9CjmSmd/dio5xpZJVjW+ms51YVaTmKb3wlT9DfyYz4j8vLD/5348Sq9siZhVh+24Qsq8/SYsPPbKadF55miY/8zOrkH/9DjzBf7u9obFa5F34ceq5DfkC1c5X1z1yP/b59XoR0br0wep9P0s/yTip+qHu9pWhEauctFQF41nRGX5Crna558kCxkRiFauV9lxtszM5YimK6HIBgsPgA0SbIOx4N0QRLheRdZnchVjdYzBaFqCV46hycEJ07d3r0JbpuLMRhmkGa9Vr5yHBE9ymGPFHDgAAIABJREFUwhJsnko6bccq2y26kDdckwJQn485W/c9M4+gzyZlmwBCpvf/n713CbVt6/a72hhjvtZca+219z7n+1DEeImFGxBCIokhsaSFiKWgRBAEb80ULAVEQUiiCCkkwhWseEUxWvLeXHLRijGKljSFvCQgmILhgiT3+85j7332esznGEN+rY+x5mOMueZ4P3u/7HvOd/aY49F6a623/u+t/duH+YGotm4ZxTwcW9+Cqmmyxrh3e9OsoOsDk7qdGKfUOIN4x4XjiKtZ4VCSNDEO/I9BpwH5JmSR9gxOtTfaVbmtN8j+XAPMA656jS/2XQdWTempaWQFAN3EJp7yfwLGnsWM2RXujSv7DazG4OgZBcBVyZxnuabdJwIlXx7l/df/5QBGxvQCRwDldY7VrPfKAaxGoOoJoJx4t+g7kUePAdV4OocDrMbNqsyGvrkjpKuGcfEC3lTXLcfVhJZmop701+kisMqbAo55Lnut+qQD/dN6t9eGTHacSgCRbILu86pemjcLrr6l0YZ8nxitauvSJnBkOW/2tllVyhQEvsiXtS+rnnZ01cxMrz2Ksa776RRg1bwymZkPC9Nx2TqnwzQa3rpQS0/JXG1qbPYWVE2XdSiB7/QmKDIAkGhmpgVWkzNKMu+t8q1WvdQnn8XCv+awwsbTJ8KJ8302NIFrysFV9JzlxFUAsUkWoK4Dq7FoaVuwnMKhXpGwL9xmjLyqx6LoN7B6hQbgwpynlu4nKANiUDIJ2pomWYf/nhVY/QPnHLAicnqv7MCq/u5dkjs27X4XaRLqNa3K7z4UYJXkg75mx2tM6DraZLCt0VVgNQZXJy70dNULCL1Z+75s+5Y21pCicED6wt6zxzFyHXrTkPgbeIwjIZuuiueXqoHV1u9dlnPtAidTNaRBXiA/rSsWeu0vf/qAOFmjeq/c8IfU8LiLwCq2djMlc3XSWuOLGr63kluyGJMdBbBqGhLVNzSr7rWpTn3P6e2daTq0Z13oDz8m8eHCc+Rm0lup1/riZCe8o6y7xo472NVqD2dUrZ/Sy5tzgg0FAGU8fRMP3phDL4D5prKW+gKsooymc6VT25qOPcFXbI4B610bu2pc4wNWr1ADSAxWRsBqSqbneVl+ZmD16r2yA6uX9CkVWB1AtirfOwhgNRTlR+/bWnXQN9PMakrDppZcZpeBVeTkOlEzqwrBVUMDRTduv9fAYV3rIBm8gKocWPR9WHD1jRl0TCfzqgb7h/WebEzTt8eOI09PBvgulM+rmHak3wKaQmXTUBVcn/ToIrAKVEVmy93Uk7soM7OpjWpfBAjP6jeLeruZw/2zG2M9ZRYl6AGv6qXPwJ3eKgBU5ZKWRWh9uAZnbXyPaaJX/YD/EeDQjqQE/IhXta/S4ayLBozw1zUx+gSsIg8y5injqVo8ZLUor+rIGaTHB6xeBkyLZo9mBVaVr/VN7tS8wOpRqf+J84izaS/frwlfU/Uz+g2sGgJn06yqzwc5ZqU1zazqO/R6S3e6DqxWybdqqNXgfwxk4wfKdWjHqQSwqZUfaN+KIQwLrF6ZRdet5HABP7z1w1e+Yiv3U7lv96H8tApURkMZcw4EW6ay6Zos3wBWzatSsfyw8LSbOaeGdhgJaBjnhMoJ+fOFAYCqHqz/llc1XaqOgqomrb6vg4RMbbjj9vcb6pT9wvOUkqTKxFXDqxoqAGTHqQSMRPrDq/rW/FFRAJdxE+Bq34BVTipYt2YVnzRjUyZzrIbFsEfG2m9gNRvHatYszj4Bq+ZdI0U7arx1mk1rgdUumSLx35CWctarWQvbrK4DqyYyccTjQJD/K7HhMrQR8IbSOMbGgef2bKq5AMiGRT9XRme65PPqepfQ9aQsusphxcuOLGdrVyfzRFVFEMrXNaDzsDLliPbnEd/quCP/w4xfBVa5lOyxb28neqJqx5kEnFDuJ458WHiViob1Hidl/VO6WH0yowLWgbBUkFXppBW4GQDQ3UQ5xO1IRHiO3M3isu7y4mGpx66UAoDysvK3HNQdkA9c6vsBxER8AnyrNw0QrPcOWNXSylCbU1LGU8XQwwr8ca8zx6qQhEi/gVURAyTey0kTpxPRXGhU9VryH198ThGQPXu0iYzVE9A3wQd7+GALrFZjF9XfhQZ5QzrIMQvvzOVAsHppvXXHPgCrBlwVmXiTUjE/YPwKUJUNhB0JCUDlo5m8A4gDzz/OgqtvKLwDC39xxwOY+rLzTZZz8dsM0iKDgEZegTwSJA9wQN83p9rCbqp1djMBq5jbYgp4yILWj46bjequE8o3c0+W02rIEkxWXaDAoR1JCYQB2arDWfXJygSXt+Bqcq7JTwBc1W7mJY3BcP8MM2AsKhqsKLYkTEoPU8sKuujLVPw75QmnmVXNfKt9BFYRNdUonDSXbWbF4R9lg/Dy2tF/YFXk7QZWacBrnuZV18v3Y3BX5H//q39C/uT/ilYVBWkv0RScNdL6tf9Bdn/i96eAyecZvDZjtX0bN2X/mngQZTK2/07VvIGBiR2Zu06jfKt9AVaRMpt4r0Azq5gCYOMb8KfP1W7VaFvyLsR/JB4MNePQAqtXNMdxNI7LE8nFe4jVzjSB0/1EnhvUpcwduS/x8cs2VFDVH+JpRSRnU21BNUFHBN/ia2QCVtl6I6z7masgh6UEOJ0xHAknzN/eVJNdxyk8Bjgc6LA6DSc42u8NBcBQFklsiyZoM8DV6kQ1mDuRVUf2IeBq0QFeCK8NvKrF71L06d3+nWby9pxX9ZKEaQaC7sy0hLCe0VdgVcFVj0Od4nQbhlc1kL2Kti4J1zNvdd217xmrKpcog/P9UUk8/zkGVb8kuE0vZLEuY25Sfp09Y1UU6PxZBcCqiMlMfUzea8k7nXKn/oGT741BVa6Lf2+B1brsJvt9TXxsDnL6zK16+YtJ/IGupSmP2idgFal5rtmH5tsDhAqo0ljHgqpJ3QPzoVnVGHoP5NOb7J5pCFeGioxl9zx4YBJWoNawuWBJDaBZ1df1sHhV0/QcjWGvXkUSVN/tKCOwaj4TTtGPC08WNJXp+5fX8P5wI/1s6ZU6aSZgNOVNdiQkEPGUQAMwtIURzJBu5hPIY61xnU29o5sMALIi2KqWuPuhbHUzZikAzu0K+VChMtSgyADzLPj1gKt9BlbxNZwy6yY+p99Bb7ZaPRBpTt4bDHSJGwSwqnNzDCzGk3UMUJ5P4Nn1Z6BsLmA1zprlEb/4azL9C/9Q/sav/3vyL73SDeQAaSUGVw/vCzD8F+XPyF/61e/lv/kzf0r+nWMw+fWy6Fvlv5Lv/40/Ju8VhP2/5I//xr8uaVm3fVTnPjavMryqwwRUDzoUKj+4dlxuQLH6Bqwikonn5UryQWdWu/2gs8aKqgrWBDcmoOoY9p5D2z8WnfdLvwtz9NNBZ6AA0GzMJpxV1R9b0/2UyzkQbVa12Y/ErpTKxoCrYx65gFUJAz0p/Jnyrcbg1rgFeKw8mA7NiB7mbiFwlViR8qYBZ4sXtjW0zPehSOAWw1z6FQCaUgI2zO8rPPkhoE9oyron+cExdGaNUVnC4pMpiEt4dqGjTYeG7MlnymUMMF/9V/YaWNXSSsOjrlm9OcSjdkXkmOdHhZ1Af344HGC1PzK3b1pMAr0DVsNQecDHMjQDSOnX6h19BFZNMyuT5PMWUGYoAEJ5jsGfekXZy7sPmVf10oRYcPUNVYVvVTlXRS5tR8E7MK3H7V6Twaw8T+WJ3/myCmS1M3Iay2A/AU84/6x73eqqTHMBqzFN/GLiyMPCqy0DqKvCuvZesXw+zF3NPsy73ySrbqjcNtdkd+3vIX/eD4hX9dL3kjl2MzFghx3HEjDlyjFnZlbZoDKUKls+9bNFP/qfNKpiozr0/B90Z+66ssQvZ1WejNf1HVjlM2Pbysq3auyKDPCha05GJTi6zAKr+WVmf9GOBPoFrBoqn3Ft10Jdt6C0qXP0EVg16xYc4dcpAdbwP/r+QFMyymkGMSCg8xgTeiwYeAVcfSNaBu943vpaCWhHUgJP60CetuPslUOje7AMRs1LVydVLxeweviCUO5mntxrZuYYxfb2XJJx+GHhKgiUVTqAhoCq1kUlZctpD9mqY+BFQl84uDANd944LuykO6n/pSjnhhKADLtrg/WeRT/mjMpqi9fuO4S/x8/4UCRoJ/dxDNZ5fDINm6rUhSEAq2gAoOqN517t7BnbFRsyO5ISsMCq1Yq+SKBPwKpPQ9eBNau6riehEOrEGUDXry92RV+B1SzgKlQ1q70vcfOqYhIa5q8oAHzaDbupzlszZ4HVK3odZa7qVWfxHlzFNDqzYeCZDNl37kU+r3zN5B3jYH8FNkilYJV7rb7IshCwygLluY68m3taulxHeWVfBJj2ngCAAGOAqzFq/9b3WF7Vy9KhDMF08OyzRuR7dwAgwFU6w16sw8h3y8FcrQTZyrf6Npex8j9GzaoG8/EVfoiCqiGHFRXetAe3Ajy8m1BtwUlqNUv+UIBVDYY8Az5fkozhVY15wKuRXw/UJsMrGkMKQkf+4t/58/LX//rvZviNvcRKoF0J9AVYZZ0aczUXMeHUKd5k8JqW9RlY5ds8F75VKKOO1ySSVejIvVfdsavVqRawYj1HvKrX9GPIf2/B1WvgqnsCnpL+pVnOW9sE7lxyYGPEgJ+e97Lzx5O0kqZBuld3oySokRWaFAJWESIKBMABJQAbMTsOElDuEQnlburJ+xlZvZf5R5AjG9UxcXBk1RVAVU584t4oWX83hOs4uLjVhjsjQ74yTB4OGz7I2zfKuslS1WZVlk/9RKKxNm11o5pB2AO8hJPU93NPOXerCKqHAqwy1bBqYVtziP1SBhnOul5ZCoCEdFjLOaz4S3/3L1hgdYB+Y4if1AtgVelqyK0bLzSGv9VNak28dX0HVlnHPcdQAsRrOgkuq52vfSvGqznpXsskHog8730rm0hEVcSCQ1wjFO85amaFJ/663g222W3ROST+Q4c+vfiy3gUShtbrcM7VBJVN0Tmr63eFgVXzQqFm1pG5Csk6HrqqLKC6PrjJ+6JUd/DRzi93M9/6tlnVpTkBUA1GDDpjU7dkhANiWB99oiYc5dDIikOd48Mw/l1LlS1fcapZIR/AnzGXcRtg3tFGg1UY1pCAVQOuitxMk509aValhxVNLqJ9eZaCP+Yg5y//PQus9mXaxv6e3QdWyY4X5XIe894i7t8AuFpHM6u+A6u6bgGuwreqx4PEgL5sTLdbO84kQOLBM53KbUbPq2QssPq2mYSuq3R8L1tf+1ZYeZ3KC1N62Qby0xpQ1bqcWAJAgwvlwe6GTHRuSrxLlp+WBlbNJsyVdxHfqjW2g/KwaJHMez9z9c/5hFhe1TcMjY0qC383bLGVt4gBoOWEU/gxSyJd/GQekrWqhzrRQErrvW0Cd0lhj5tVtaLUHXoourOogG91aMAqU3TezArAkGZVUEjYcS4Bqioc2UfRtAVWrYb0RQLdBlZNtZKFxg7RDaAh8c6FgoLCajcEYNWsW3CEO1rptob/0SIcCZ1QeoRd8LpeFVaaIf4wI/pT9pDH7ObK7+lQ7yp2yVnMhLxvOFXRnbLDfHkWiCrtSTHtUrm3wDeUn4HDdxAjP63H2QTu2kyY5uMmUa7YtBtd0US7ErPGfGfR9be+J4vtlwRWzePZhN3OTOZqlodem4Sh/H2sADOX0lOy6w6OBM4fgNVqDHsoEou+I8o4tMIxPghgdT4Z2BxX9DmAq+9m8GuZG66PeFWLLtsVvVqnbqMLiohsRtSs6toEEEO/m8K3Wm7VGiKwiq5A9XMDuZ9jQFUDHFqrOtcrXcuDg1z+8t+zHKvXbM/+fTck0GVglU2U6eNufc5BW0LlEi3VNDhlZ/n5+YccCll2PkxGaRlgicy5S3snPg9g9Rp/fFV7ryo0tCoGWAWLriAHvO9YaaDeUnJk8kSX+2vCKav+xy9RgRJWcIurto+9Pe9CedweVdiWeHCJn76+q8niLz4ZBx9U9B6KapMqr++kiVCupcVMxMeByOfnvTb0ep2zvCKPRH1VUTtyQSXAKuKiKcj9zJPbmauIsG1odRwKYXAiP1+ahjvIh1R6O9Il4PsiNPSyw0gA0PBuakrAbDOrU61AJBPXZISjMwBAWTUn63Vv62EVYXVxTc/6DSz3ay3jzruiFX+3Pvxy4jiqO2U2qm0Aq1nnPX0OsussVLQEjuw1ks+M/0sBnWIR1IC0xJfoT8uQDhpu8/g2RfQVHi38zvHG2AKrRSRpf9OGBABW/8N//j/Jj10WNP2s2SLEPHOHtd3SiyU3quaQK6sss+jVd4/fZ7ms89dQ+U/5P/tR1vTXZabzb97cC7LqQplgx9EePcri/brdn6zlVkZGAqtdKL989jXWWUxNPFgG1ByiXNldQdViwdXD7ALjPK59eVyNizqiMmAVUZLh8mHh6T+7bnQltnMnPiHr1pBSbrJ/Ps497VD51olrJqfTMwQ//qZrcteGVddODDMJaFgXAcgvp8aqkCH6084oAKIcvWiZt04t3YgIwuFbzQvScLRR5n3MZ5XzdXEToCJS1aKIjBusSZR52I7OdPupYcbyr4Tjj0Dq3/fw8wIfiAMvMuvmUXAOFh/Hv337HQiMKK3UjPCUS4uu89mPPy5/JV/RmhuMXku7dbOJP/IDFlgtrpn2l81KAGD1P/jD/3HBh+b1X/l8FpUEN27J7MyCX9a9n5nDMOK+LNmYed9/CMAqaxXl/2Qc4pfnkyT9Wl65DPV6C64eZhbLAoz/ug3Utuw4lQDJKj++BMofSgyIX2a7dZBU3nVgqBI2Ue3ci5KgRp7Ewt5UOWdXcRb9ePSkImA1hhg4CTNdhS9xrcbG+JopUtDGmDQAyiLUk8eus6wbZekOM74E10IHcD8zClbm2cXlZ55a5tn50xtOJzn12RH1xv3EEagTimAdBVWpFz8z5aaHTLMi829A2ezZagnB6PE//7XIaXc5jTMgIs8+dc4xsEgCOCepExtMp+ozgRCcomRy2HGQwF7KN/L6lfdFgNXuzwLuxmQ4m47UNsklfc6oJID3EHCVYYHV7uu2fUMjgXLAav1SxO/ceHHEMZ6N2blkNW6Lmk7WUc3Vd2CV2HDtG1A1DlOpmpzTn6B+Ne3lE8jotT1RTKNbQFUaSdtxKgEywD+vAvm6OT7KjzAeN7Y1a2HHUoPoBAysTBXcEPRwswvly2ove398+lERsGrgGkAOeI0V8LyynJWDWUyqSul7NKS9Kps4uyYU+XDjafZhEiZq6IU6/Bg2qD9beJWT83f4k998NSwJTedElXXfBkKn4sLnkOEM6Ox6jlImeKQr2HD6TK9Y7B1ZTt1XPtq+2kRV700Yvasg83+owCqNzuISdxgByHq2B15J7VM6kghc5fD0P/17f0H+57/xu4ao3w4rgY5KgEz0f+VP/or8+3/4P+roGxpKMWLCxcgpAYgBif8M7Uj1o+/A6nYfKL/+scvFL6M7VFASJ9rY+TwkDMXz4uPA6nWqD3fEngBVtdFZH164wXfEZr6sA/1jikgPAJnalvb9IEK02RrH0xKGgVZ5zUlGGGnAvOOwYhXIWhudWWC1hNkCqhqOQwsYJsXIKSry4Z9kjf2TtxMFgManctdVbDlx5ePMAkBm2Yoax8R2NVJHnaY1yMaPQNU4D5uTwhvVHWtZpzIzCxwZ89AmjF086Mu2AlAVGQ8RWMXdKI/WkaJwAj8FYbUjIQHdaETg6n/x939d/re/+f/Ip09rKykrgc5K4OPHhfzLf/wPyL/7B/9sZ9+RF2MthxIAkGysI65Yqov6pM/AKofqqz3A8yk0xv8C8iFrlQOvscc8abYzZkoAbOlxF8jzzm+dUqiLfu1pE8intckCN+PU/0JvSNm7BaTPZ8+UvkOZAN/q2A50gkDk69qXpzW8quNEAyvLWGVx20bAYRedRJvvxHpveJEOp6aLiSPf3kyUq8SOgwTiQvX3M0/uCIjGG0vrYg8Yz58xnvq8ZRcsXLFdnW42QuXWWkzHt6Bl8SMuXM8TV2YjLpHDmnbKU5xFYtevGRqwCgTvp/C/amYmfKJjdspvqANigeXn737/f8r/+Pf/J/mbf+v/u6489gorgZYk8Mf/6D8tf+oP/qvyx37+L7b0BtkfC7h668G3Oq6NWkyBFCdlZJdYviv7Cqyyhr/s3ubGRGU4TLbLVrpOAPyMrWyZ0G+1D+TJ8qqmKsVmH8oPL74eWFzce0bgoakQTAdf83mhoV0NhRZ8tOPhemYv/rQxoGpQoodE3zWhAmAVrlORbRCVKvddIhW/P4pGB8/EJj4UeTd35f3Cswt+iswJgj7MPW34NVbsmdKvPF3uK1bdDt/OHFLs/XRwjFOym6krUwUPR4zMp86gOUklc5USubENzXLGJ1f44UMCVnW9Utmk64YFV99WHEwKjvD/8u//uvzt//sfyu/+7tcKNc3eykqgGgn8yq+8kz/yz/3+zmerHn8t6xbg6pjWdIDVncY5FZ0CXlCfvgKrq13Eq3rFLGwzq7cFxMHFmKq8DK+qf5SNWY1fHcJdSAL7gWZVuxTcIvGBZj9x6N0wvj3FW3POXlTB1ZGky6+2gVIAQAUwtkzdYz0oCawawyNTNe6mZ83qIF5CIdKiAVZT/JECqjHf6thODK8tQEhs5op8nHkyHyEApIcVZ5xR12Q2lr9XXtXAcI5dGtgWlAAGPLRe6dQrGb5VMlfHln1YFa/qsd4NCVg95lW9ZFsxOf9IYsVcblVLKx2yqD7Lb/6D/1b+0Xc/yj/4f7+XL182lnM1lyTtxVVLAN639+/n8qv/7M/kn/r5N/Jv/eqvyfv5x6ofU+v9KD1d0Ny01qd05+b7KGGlXlhVpI/AKvExWYfsQbPoQ8y3muXa7mhAc2/ijSCzLu4F83ltQNW67aq52avmScjjxxdfHjcmYS7LIB5knwUwn/EnWW47mGvYi2pz0yEHzFTX+qH8tPKFbGczxutpywGrYSibgDKMwdhAJR8Sd14HVIUb6S1ng7H9bOkJ1AB2JCWwnDjyQPbhiOp49LDCDwT/NJ4txHXtB1Cl5MQPnNeDnLd+Rdkymaue8kJagPVYVkjDNLMaD/cYy5RWD1S84A8FWCWQziSbMNQgUQ8tHEtTcu6DNKtXg2mRv/3d/yF/5xd/S579n7QJoR1WAm1JgFji1nuQP/JP/Au9KP+/JKelRzw47NjohOqoAYXpG7BKjPy4zc+NCTDvOePOprqkTqxb7gjA1S8bX5tVVUUF1YB5NvAIE8cBqH568bWpa/YRKqjKfgvskG3amLMVz+VG3EfGKv0/horyMOefnn1Z51Oc7CrWsysLAqvG6mL+x5qrVHomUsM2gkwgU9cSnrdOKsJQ+X/IXB1jZua1ycUR0en9HQDZUL3SkRCU/9E3tmVHcokiS5Vs1Ww+h5NUV5azuFnTCBQoh9JwVkFjB2gBhj6wJg4q/Bo+dAjAKu7GyOa6LpgOy4ZrFYAjy29qEHunb6kHFy4A67BLl30OugDk7XKV0EdDOxKVU143q8Pvw1BuPFf5evP8rNMGUeHLsYlfRnyrRj7DkxL7BjKAmjKrPgGryqsKN2a2IPBE89AU9lnEPhb8SRrl0CkByHD+uvEzZ2NW6LY6fyto5375FNMj5PWpHLaLTF436Xl/33nxlHxBQ5kwHeDBhTaBWwfyvLGHFbGSFAZWCRg3EfePNaFTm9NNPGXcWUwxKmO5nbnysBhXZmZG8ejm9H7qyh3ZdYMMow+SMIcVBpi341QChlc1C+/P4XdahuE5tpnVBWUiDiJrdch8qwpwRNyqdZhV34FVNqqsVWFOgMLyrb7tofXggmZfA2UJN4cVAKs2a/lcE0xtRUyRlQ8hDQOTAQR4yJmXja/PpWuyo27cCCAblIQMmAqo2uRhRV+AVWSz3gXae6DooNqCap0RFcHlEtVQwVVK/6EAMOuVHccSwNf84nEvK7/43lNpkFwDIOaNJccwGyZeBlwd1oq+2hoKABKebIWt0eRCwGoQmoWtyYW/L4b3Cqpey1Q9+yASf97NPW1oNTC7q2TqcEZkrUINMCy3dBAPC/52X32pciUT0OJNyJBTcOwKr+qlV8SeFlNXZpHu2EX/IKkYHFuSET7QLnE0Y9KGTDXF030GVg2oWpwby1BKxEUZQ/XMRZ2foUwAXKUF45Ckg0fWJnChARCHuyoXm3sOKlivyjTGhcFGMzOLvcLgfzV3XbWt4TTdieMcU5XT5OgDsIpEAMcAVstKB4CDJoNDpj0soz9DA1cxp0+rvfaDseNUAnidH19C+br2s1FBXRSg2Vmxj8C+WANtXHAsLCMfKAGGwrdKohMUAFTZ2nG0r/613/nt3J5mA/+jdVAJPUKQyqtaJKAOzUnPw8KTe2oI7UhIgBKeDzNPSyyHNsDhOawocRA/NJG8fk+WZlVvfTy/9zxHyAo3zZqGBHGUnXaz2ON71O8MTDSGV/VAAVDH5/UZWH0t4y6xwwSWnZNCZkeKBEKZwkfruoPJW2UjpnZFZYWd84QEgH2UWuMKC9RV0YWhgj80a7LWlS4tpUwYUDMr9g5t0ED1AVjF3zwDqpbMONT8eiqZoszVq3Y4wguIkwBXh0CXEPPxojt2nIOq2FQov3zcRxzwZVYaEw2wxYISYKg0LcV1CAq7UHmMF1AC1LEZKf5yhX75w6OvyWA2DjwVX86MVVPaZLvppesgDpwunmUy4hQ8XLi6UR2A3RUy1ks/whERSH8AIFOvNAxzjku/7EY1febxOZyMlRnxSertnAWtTPBQ5i26+1vMae5BCzAc2ahdRWXudUq+r8CqHzrKAR4qD2jxYcj5adY0PGC+uFQOv9QsBeVbHcaaDq+q8lyX0poqJNu9e8SZvPFyVWbzpFzGIgqsAh4OxzNXNW+mnBv5mGZWjDKerKr3yn8fPazQ/UNW/vj8z3jrF10HVuHWhx+btg4YAAAgAElEQVSzyoQeBYAGWJpblWaYmLnfXgcMHr35acOqZcexBDQDfB/I7z1V34DcdULNzDygIf30y3VpDBRsfW5mFfOqPm046KpLSv29by5g1fCqWkGeT3esV4YXqVzHSdwPzWQ+3ni66NtxKgHlhJw48jAbDnOd8qpqowI736ezbTYbKpsqnLeCP44ouFqi/HmoNknm4W1EmTCEb9xFvKp1f0sfgdUAULXSo6lQbcvQSVg/dq5zLOWAY5R1l4Ox69bmt+5vMlUBDUuec7X5EbU9WyuWlHO2WhPApOauI3NrVqlzBwf/IuKj7avvUf74wOhPG6PLwCoxIF3cSeipepCVqX653/hh1WJ5vV+fwdWYOgJQtUpAvjZhN3xj9p3fPwfyopm8VS8uhiccmihLCZA2saFWT0Jn07fBEgUdy+dnDiuq1pu+SeMcsQi1aj0zsIqTWu19BTqsKJOTr1l1kPeWSVGIbot8ATgAV7mdlfepvKk6fTf15K733cwdJVLf7E03PaM6drbj2Q7DQLlbqmIdMfvdULMy51PXLgoJNxaI57hKmdDnym4FOCIKgLj4q06r6huwqnzFyo1ZtVRicLXq+/Y72IrfXrMUFFztp3y0GVPU5b563en/HJOdE1NrVBAGvgqEzFUFD11TvmxHUgIc6tzQkKiHtmWanBkKsbZGV4FVNvFbP5B1jeWmx9lj1rySGthXvlX244CqZRqdtWWPdT8XX/N5RSZvzFdcz7rCgcXUoyFWPfevW0513T9Oo6KJHpVMfRokOn162itlja2jOZ25IAjlcRVkA1YJ7HZBoN3K7UhKQJs4KKFWddLBIb2bmWZWFd62uhds8U6EnwTSP1t4Mu21cBxZ7coShrc4ETU92nBoxZuNGh4ShnK/8MSzaQqpwqWsEnC1rwnzLFNQADS1Te0bsLoPizeressalT8q4q2zG9R0SbFesXb1aVWPGbToT0BJblN2VYPnr+2WMa9qnSEyunPzqjt2Fk4n02RHIR9GH7LC1a6i7G/ty1Cbdl6/cVeBVW1WFSUeXP+KYlfENFFzGw9eFGDfwFW2409bXzl57TiVgJZxbwP5/qX+6uOYf18refFwPQMR69edUBaT/lTfEv99efFlzQbLjhMJAKqut6E8bzIAq+Y0FQoAm6NwrkeqWpQqx7xIFYN8UAF8c+PKTZ/Tx2owvrjSDj7an829XgJAcZkKmQp2nC/8BwqAumRDDH0LnYQtXU4RcSjY1s20f+Cq2hVuucF1v0/AqmbU1XRUFzcVeeWtq3g9rMsXNHlfRMLBBZmHfQB/jGxCAVQ1HOAV17k3KfyanmUywA1NQp0D3ZkppyiwfIMOrs6Pquzehm9VKRN6sqYrHy+ZqvBctzydXQRWAZtXe7P/rHuoX/bg6rWL1iVZT3pStkwcQkOmJ5JW6ledulWz0vsjjpddKD+++JoJLrUzdxvcaKYYho0dkhhSqP1iONTpuucBOIRT9XFdB3VEpWre8M3M+r3diTyt8DnhWxmrxiOx6K8jjsOuT3zD0jSdX4P6AmonNGn0P7udKB9HvxLGm5mNu6kr72c9ywAiwzkqcTJSspZ1rC048Dr4tM41kkB6OaOZlZX/qWxMMASwCsDaJ/FwkAoI1OToC7Cq/JgaE9Wt76Hyg1O+bF1bUhNZxwFXkU8fwFWyMVmvCB7tPvUwnzHIrKBqE3vG0GyDaYRGwyY7UmzLcWSp5ZXdlw8bMBLqyna5r0IPugas1smreklepoGnEzXGrUKqw7oHaxX70K4PmlWRkdkEIN91WZy/32YfyqfVcSZvM6hC3MzKxg/pGhMnI3TVuoj9XraBfF35SnfUh7i1KdskDtztQ3leHZrAvcGxCl+UaapTA2d4U99c23NQNEDVujfxCnBMXPn2tj/p4rUJPeXGyOf9zFVO2maWiPJfB7ihTeAs6nAizHijipNqpolDKAvAw0kMHqJNXV3ayutd3jvAPXYzdTSTow9SwRe3UaHSB2DVZNU1k+cWUwKQpNCHjVheu6jiemxLm311uGw5Lk4GVCUWtL4xOfMxr2qTG0biHIBVslftSEqATSrgqlnNuyek2K4AVTlE7sLoGrAKOMbhetOZvOCGC7LHHAN420P3U+3E97gdzlxFZx63llc1zaew7/xx5Svo3DznqTlsJx40dsUbds83t+eLQ5m59Lbopkwo/f+6oudJN9ar9ubp9MladeKH8rI2vXJinb4IrJrT1GbKMLoipDzvEXcr1xyOmk/HyVx9v3Dlvqdl73nkWuRaxA8lgGbXFblBg79Bb1j87UY1KXSlHfGbbOJgbBdQfjqJF/qua1CDyiomGKLZV9fZSFjSti2t+X0AVjXjsCHvGGdgwctGZqbb0WCxSUtKe5Y2TXFMCXMXVy78sfIVN5KO2fZs5H9+3HSojb4cAPK32qzJjjQJTF1Xll537Yo9GKBqS0tWQmRdAlYNr2pTh+tJ7aE0dzGJASAbDx5LiLXd87qZ5ANmQTMmQHk7zgCgMJTP60B+WgdRolzTem18Hc2aTDjY9PO7rRE0auYQB0oA/E+XBmAqmaqrHTuIbr1bm3LCF3Lwt9oG8rI5bZOcAqwaAyCYRqA2T+EcoTZdyhslm4+agnyz9BTksKqdnJOF58iHmatZQF2Vj4LxeljRpjvo7rP3QaDAatMDvlXK3icgHZ3VnqalwvOMorLYk9mr4ung0PVKOQ7becGuA6v4HYDVNrJvCKJnBjm040wCiGSi8unmmk5bRcOraifvXHk1UwG+4pYCZA7blSdc4x3mpysQXVfM3BFiwoUbM/t1R4fZO+w7wKt6PFNdAVaRzcsuBn/a06WYb7U7WtOeLNKe7HVszcL7PW58eam50Vm3ZiH725Cl+nlFFnj239RxJTVT7LM4dLcjKQFCZa1k6oh8gkDk69pX4NDkY9p5i2cNYJVmVSqbs/ArFViFm2QbN2Sy2n8iARBq5NNGQI3BfXvjyYzSZTsvCQmQefgAQNZB4cR6g11ZlCG5TaVMZR8d5LSh2gTS2qxJj1PtHJk5MKsFEiGDYzExJXJdGrzhXjkg2/OJXQZWcTcAzm3CLlr23lVUvmVlxt2wXnWpmRWgodoVWXUty6eLj0c2ZEe1ukeNCqWgA7jR0tw2LbyLsyS6eb+B69ntyoYwasrZwb1VF4BVYmS6uHeFG5MKuK6W5rZtcYSBUAJ0JRxc7QJ57JDutD0/h+fTr0Lk+2dfs8DbPyQN1C9TUSCcDr7uMLojsXbfxDSzIl5u27rUH28CbVjFgZedq1dIVf9lszOgaloyWAJY9UPDbdMR6p92dfzo6THEwKLvA+NrD5CGl5UwVPDn441nu1emaAbT8W7qyv2ke93M9bACu7KnPmczZ3wNoGqbPgdL5sBiMYVv1Waunk4Siz3gquGj7dJoi1f1WAZdBVYNr2r7GYdojOeQqWALl9NsR7N6FWDthnzITYCP19LVpHs6bebVkca4DjGh51q+1QuLEpt4KBO6kAGkTS5ajnMurd1dAFYpNaX3QBcGaycxD9U6lskmOSOALiQhdMGu2Dt83vgRZU0XtKc778AB4C+fAs3kNXzFbcfvBkkhFDwcWrT9Tt2Zrxj6RjZUMrU59LBCeVXbfItuPtv3A3lah7KlFDANi/q13/nt6G8MX8DGN2UqXTDBLolUN6lB3MSh3Td7N3eFP33ofNqkpDQYch15P3XkNiKF7ILLBtywTeDSNYF0ejaphxOxJjXm9FkE0ACHlL23f7LbnhwuPRmTupmY09QuDNZ7wx3a7ugisNoVUDWeGXJmqbiwfKvpuqpNU5BP6xsfER8AyFZWpE5UTJNFiNwFHFwbxYnI3cQTr3VP2K4fTn862VFkrpLBevBGTb5pzKSqVTltnh6/8dFtA6vEx1AAtL2Wn4tIebBt6fJFzeHgoq2y7rix2Y/r/SttYZN23Ydn0azq64ZksK69renfwJ5CrZ6Ks6YT1bomkqP3UZoo16xdbQz05dOzfxE4bOOduvJMYq6nVaAZq5fWq9eMVXLpSBmPuX/amc6uiC75HoBjXQmKWOwfFp7cUbpsJyoxWXD6Pcw8WWjzgnaHHlZolrMtLz+fCdNRr2G+4jfUQYn5XQOszhSYt3N2Li6aEUG50fJhqmZ+A6p2IV7sGrBqSpUjCoDOdDY2RxX4ZscuWgkvZLJ6ReYtlleq3mg2Zhwwtr16trt2J9crc7AeN8btwj4wBhfwy0sF5u1ISoCmII7MAVf1L5vVa20CF0RN4DoaUrQJrBIbPwGqdg1VjRQJcIPD5Ga1ph92rJQATjugGOryuCEb02+12q2rMwWtBhQA+6CLmhsqrRjgYVsHXl2dt/i92uJbZe/w+Xkvm7101ie3N3ehvKwDWW3frrB9BVZ3QaC8qp07MmxPgq9PjkuVO5FJz1uF5hQVcHVJ6XIHZNS1VyCz7v0UyoR234zyf5P903xA3+6Xv/10QEzKVLQ5SscCajDV5SzmW7XWdTyTZB7ie5SPtiXRGF5VU+behdE1YFWbK3bU35ALPqMOrCXd6YK+XHoHRDKNNxsNC0jBn8imOppU1+rUvfKqdhQYY/Lmnsl6tqaVAq3S6V3LK5uXD3EOMWDX4pxjKbUFrOJryFTtStJKmpMBAAJcBQSytpV2bNE8uIobXu8D+WljQdU0nWXf+XtPftS3ortaqxzzhIP6it19z3aCj1D3WHrY3uApLuX/T692ZefkMPehbHehPK3hnH1bI5xf+2t/NeQauG1sQJ0U1muzqnYs682nKng49zrHe9gFUeEOyKx7D0DWwguhN2S37GgA0hEAqAUxJB4Z50KFdMbtqGy0DMMTuZ2x4rehPV2YqcvvYCgToAVoRzaAqheobVoRXJeA1ThTlc18k8FYHsGDq7ZV4pTnPdu41mT1Gr7VJkNa/DLVSuawoskntyHlfM98BZ05BFRu/Xy/b+pqXmvhAB7aGUyTueu4cuOZZnFNQGTaBO642W1TilDgOW0Aq8gGcAz6ua6POHvMNrNKnylijSb5Vjmo+LTad+ZwvUv6S+z3i6dA4CzuvmUZ/n0qBNkvm6W1owtsS5Mccz038fj1LpAvL9eBwybepWvP2AeBPL6kN6s6f1fn3/6d3wrpFmfBn/RphBhbmzh0MZoOAX8c+eZm0lr2WNeUn/eJFxMCaOgS3rXQzRx7WvuUN9lF4lhHQj3GcaMmDt1d9jVLwXNkOfO6qOKtv5PrBHJLRnjDfKtxpmqXNKcrwCphqWlWRRZ4N4FV3ouhTUHaweVbt51rLxBnKTTpefSwQikA0CK7Zh3PEfQIZCjESQpdDAXj93VDkRvP0cxnO44lYATCgc7CZTNfv4AAOPDHXeCPv6YLTQOrylUc8apee7eu/L3hW22vUqcrcrj0Hk2Bq+zHv6wB5LtABNWtWWHf+WXty6cVNUt9CLA0WlU6CZoHa0JAL967wXl36E/gyrTmNQtz+v5xfzUbs8Ev79SjvsI5mxHTcf7N3/6tsMtlGG1J1mxO481GW29x5bkRJ+TtzJP3c7vgp0mLE2ayVpcNAkCAB5zC2+yf5IyYZlWGc6xL4Fia7rCO3cxcLX23p6jnEgrEc1y5m7na4bOJoZuxjvCqHn9vV4BV08irfsCgirlWSgnLt3pRlBwKAgJ5Nc9nnI2putN1h1yF4uW8h/KAa/VJN8/Wzz+HOQRUpewdHbLjXAKGDgD+/TpzwlVvoqacfTCrpoFVYkAoANSueqSk2q3b8q1enLG6m1kBHD5tfeXkteNUAvh+eFW/e47pEfpjWbwp+wjsqw/+smnd00omr6ascN1ThfLlmSxn7Ko/etPEPLCWr9ahvGyz84A7f/q3ftPqccrs4MA5Ue28joWULTvyMHflnhowO04koLx1niPfzJrhW8WY4LchqLaGldj2qVzIAu+LbMgeu50DHsaLjV10zKwaskFcjvLR1iyWroKqSKILwGoQOhGvaj8WAG0U59AUBMCqZuXph0gSbwlABrhaR8Md438tr+pbqoGM/KjxkF7XIzWdReCqjQiTM4y/UXBVKRPqmVSy6jQDvCeBTpPAKjEgFACH3gP9cdBKEwWVjVcnLN8feSSPLUTcmhowsidf7QN53Fpe1eTOSmSzDxVUZf/Zq8Uq+hjTv4EOg3Gvn3p8c1+tizB5rs2+qpWLdrlfh/J1DajaT92pY07j6jpwQCgA8lT1W2D1wowgzD41cidQ/GbpafdTO04loNxjgKtzr3YAiGBx51tQNamDxp6wq75sNuJvYK2/m3uWYD3FsThhIPOpJ/A9V7zenzxt16FmVediaBtYjXlVe7KHN5Be5ATIUFC+VbtsnamVKclnXY8zD6sEgczRlnPEq2qjhmMJaCbvaxO4/slGM1wicNWaVnL+2JyySZ0r8lydhF55VckCyrMTa1nFmgJWlSJrH0TgT8sfXfDxcTMryxOeLkCTfVj9kQ5VgDSrshW2SbkDpv744mvGaj8oANJ0h5gnlPnEVdqdKuOdgqbesZ9Fzay86uqYlOd6F8jnl+zZmB0TSm2vow22A5GvL6YJXJ4NrgVWE9sZOJFM46E+jThV/Oe3hm+1ulCxT1K4/K6aeTgxzazYU9YBAqEzmz3NqrrJb9jmTMKtCuDco73GibjmE0cWU8DD6gPGNuel/LMD9TXKtwq4Wv6GJ3cwWWOmFLerHrlNYFXl0yMKgIR6hKFWFBwywitWoJ7fTpumkNlb8YJFrirl/2Q6d9Wu2pw65VXtsM+5JhvCVzh6AQ4BEO1ISoCMefho41yEKlYvbQIXUQD0SeZNAKvoJODYZo919XsoD7ZXffZYv6VyePuqwVUSVr5uA9UdO04lwDr1ZRXIZ8047P9wtZmVY/uTXJhKzZivKCucRKfPZDnvLWZxLm4ORp/gcoZ/LuewwOqRwBAfCLWeiPUtFg1FAdXl1NXM1b69fk69zX05c4t8yFolmK5aPnHQ2IMGp7llV+4HUWaUz4aj3/wtNzNH5pMmW8qUk3wzvzaLDpvT25mrHElVDjRmm39dq/IVrt6rTWDV8KoyqpX71Y+u8IK4vNKCq+lC1aYpFfOtUuJumlX1V28qVMGTKDA+rOhTxVJCFpHPRHfgWzXAfMcdaT0T+uZd2aDeKN9qNT4Um6JZVd8k3QSwyiZ+tTfNgIfgdQh1FjTGbUFvu/zIuHFmVXyrAByPu0A5eftmV3XPE/tOAOdPL774g2mUHCrdxsR17XynKpChTJiUPGznjOLrypcV3KE2Q/hE0viw1SaUl00xn2OB1SNxEki/8iL1dLUkQHx/4ynfak8/oda1CIf97Ry+1erA1ZhX1R6mJqeOzKggcAxfcc+HHlwAHtpmVikzSedKR5bT6rIPAVUBDslY7bIvawtYNaXKXZZMdoNn3cI3uxUD89nfoLtXKvDsmMYOyKnMyvXarMpygF+Y8NBk8nZXHXK/2UREm3faWouk6IzfMeBqGbsCtFb++LB/VEdIpW5gFbAZUHVoZdz4ZEu/dtklkRVehkMd4JBGVc87y6uaJuXnbSifVr5WSg4kFHw9ANQmcRreDiPGzb1wX4xQQl3L5x69LYrJhqrax3Ugz2uAw2L3qOp7unYfbT6+D+V5Ba9qMc5ZC6xGs6qbVLqVd22WC7wPe9OfLSeyqKE0t8DrdOonmEnMt1pF11zsDsyQEic7khLAMe32/cvguDSXgD83M5pZ2W3quYxYntlkQJlQFh/DmmJQtet21QawquuVrvlDCYqiZlaWxyZV3WNwlczVMgAQEc4ucAYR51TtF2JeVdYs3WwMwbSi4ivWraWWD9o4JbFuOTSyivlWi23kNc7pUbOqcxnUCawSI5Nt2MdmVdd8jFKwUU2AXx6Cv7j2wQX+noOLogMwnmZVQwPki8rj+Hfwqv7wQif34eyvjr8Pc5pOzDJsVmT+zRpZLCNCZXxPXnCVCIBMzK9rXzEve+R6rHWh0iIAOO/J6Ck4LLAanY+gYDjvMqdrBeeglp9hcD+7NZmZdpxKAMfyburIu6n3yq9VVEYKqipnlJXzuQwJqHd+vm56Reehqd/BFTufurKY0gjNznlykyrayApO2jLSYU0rQG3TlBqcPKcNYNXwY4KrlpFyK+K68FDDacAGdappmUP5rupkXAXf6i7qcm/htcRqpWBzTI8wJPWL+VaJCQEQLSVA0iaZ7zvNACqWubolKaOvBPI1Z6wC/GyDITdHCeVmUn9j3OpWkmbvRIxC5mreARBPsyrT5d6OYwngan548eVxM0xQVb81DMR1XZl6Blg1njm/Hg1Xc6BMIF7OUZ2szapCBVW3+yDaP1iZxjri+wZUNVzOxeUyemA15lWF92do7vt26sqHBdl11h0lACAoE2auNrQqij2zuLHo23U/uUllM4dv2lMfpzhJcSfVtYUx7lw512ZW9hT1/NiCTHC4x4o2s0JjdtpUpx8euWlg1fCqDseejvVHMzNdA7DakZSANk2BMiHnJkMpWcQdZNZYFXqCz1FuzAGrnRuGWq0zG9BaXMXcx/cA/LnN2ZCINUqb3faQV/VYdnVlrNKwdLWPSyqrnK1u3YtDdtPMqlvv1ZW3ycu3yt4KUHU9gEZnVc8BeysaVX3dkMmru6uqH9Gp+3nKtxq/0rC/NZ/gzf6I5LkpTZUziAZ9+enFl/WuHHCY7z37cHWoZf/wqq620PkUowB41dI//Vu/2Y/da01z88qrWtP927wtdvZu7sq7efnMzDa/o65nc9oDuFqkmZXlVb08K1pSGYRCUD3UoY0Lpo7MaF7guJEjHurX5vmuw2JP5qrho80+Yl7VPlGyNAmsDo8CIKkbWgJGiVPxCsLsCtezK5FNXAKWp0WlaVZlcxXTpts0qzIHpEPHHNGdO+XqtZmrabqQvZmVWeeUV7XnoCrfUQewSq/S532goPMYBvsJpWrJF/KMQTT6jXnA1a9bX1a7wCatpGgHvKo/ruJM3uErGykWgKuHw/bhf3Mep4B8iJevUW7ghr+uAm1WNRKXnFmMAKnrLbIxB6Vlx6gzVocMqsaKAa7xYeEJ2at2wT+YSxzqkcEBuDrPcdTMbylT2fu2q3KaA2KTqrIZeDzNYn8z82TKv1C5MvQPzrHa6GLv0cwqe0Z4n3hVj0XRFLAag6qGWnXYwSUWRfOCLKfwOdRyEJdqVq9mrmZDnnW9Cgmmh60zRSdX16torRq4WamIaGZ161m+1XN9iYtNTVavOcC45ICI/JTqqMe8qsffXzWwimyeAcYGADrn8SuaPUbTnTw/GtG1WZpZwatKNiZ+2Y5TCdAE+JdPvmz8MR2SQtFomncSEg6LAqsKDQ+jw/a3m1lps6oNPrmKZw7rHlsa5MGrWpFsRgusaqlySPrvsBQk8TWh2aB+uPFsM6sLUw0dwMPMkcmVXRU6wyU4pq0fRN3KbQj1KlbsCZ46fwR2FX20goczSwmQZlqOE6rvAVzNYiVkjO166I6bAFa1SZ6yI2aRZA+FePbKJjMTcD4beNj/L873BchnRomcYs+XZaSlysodmu/+Y7kadvSSdFq9ExUHgHCt8mcc3iTvFDlyS7XFG3yr2BWgKlmZQxhVAqtsqeiqTBn32Ib6ZY/sMWtZqTEh6/obnJAccP34srOZqinCw2//4imIqDW4YFw6hkkpJUBBHuyh+yJAZ3xP2qq+2QXy0yoYdBVpkfnFpthbPb4ElXI5jxJY1dKvgJOPvrD4FVGZo9+EoYIb7xeeyQKy40QCWh43cbWh1bWGRAde1RiRt/KMhYmToixuTCdiWrY8AVyNwQ2rD0YfjH1gT3Ezq7fcjoI/NGTqYbhYN7BqSpXHA6rGeoIlsVzlpZMYy/KmWb1RFkdayx3lj7cUABfVAdlgVyYDZixaQ2WF+d4bSpcdtmFDzy7IP7dk1kERZZLmj5XD7BmUAkC5I/Lfu4u/qApY1aoTGoAoh984xytViwVXUxXgEiUAfvjzZq9dua1HSoru08qXL2vDBTkYx5PLRYTqj6FfG3xCXC65mItjmiitZDpal1irPj3TrMpa1blYwSyeVjSrqrbCdpTA6hgoAM4VCDu7m7nyHr5VmwSUcFucMN9PXLmjIdEFp8Z6trHNqlKkY5wSZV8KAI3Mf7NJnU8c5VylrYwdBwnE4NjN1HT3TBua5QwI1FO9qRtY9UNHAedxjlDBQ9duUi9sUtOaWUX8j0dd7sepO5e/OuZVHa9dmZUKcFWXLTsSEqCsm6xek4vA/zNxzhD3D1UBqySpvuyG36zqmrkAzJPEYpetdEmdg6uaNbbz5XnLcZcdxxJAHvBi/vLFFz8Ys7M29VrghlQK6oHoUE62KlN5Ey/HfKsAh19eAlnvxlNFmkeUL5tAVpvqOWdHBayqw455kfJIfwjXhhBAO3I/8+Rhka00dwifnecbcEjKt5rCkYSD2sKrOoIujHlkZkzKlMRpE4eRRkUE0GStmuy6MQc/Se0BFuTg4nbmaabUaf6PAVUB5Ps66gRWlVd15PpERp2WOI0prTCHMVCyrODzq56Y8v84GzPHrUZxqdIjRADZmE2LtXoKT7hDZrhds9KUn1hwTlZvJJ4h8aoef28VwCprFQ2HoEiwI+rWbZtZpaqCRsmuq4c72BS0EV+2/mj3D2/ZC7yq//hxHzXJs4kb6A6UAIZi3q5b57rDWmUqmRx5WgfydY1dDU9OYDJlwhYyeMlWraPCdnTAKk5qtMt+aBrKvF9M5NamKaSuZQTS3849LWE+LpFTXtXAGKHd4J+KTkFnPxik886zQQBTvePQwrHBz5mGqC3Bl3k7Oz3UoTrFcIfacS4BwB+lR9DS3eEFRllnHP9CIL2Y2AaMl2RGZh0lYKiJ+mOlZdEuZ1nFPJrraIryCv6MWT56ChrKjetqMyvPsV742AiQBqsVfKtk9iIuDtfH0uU+j0Mw1VyBrG256avYDABkMlftSDtwN1RRJGR8XvuvDQStrA4SYHuwMcEAACAASURBVL/53QuZvETJDLu3MHBqKHMoAfgfZZetsuZZ9vlRclJZvT9+Da0UDB359OQrHdTbAHRZAZSbgyKInPnWEhznjsjzS3XNqhLg9p/+rd+sQC3KqkQzv2ejoUFRBXrUzBvX8xQFD5cTzVaw41QCZB6ygf/mCACC04aAcSyNY7LqhLaqCh3hsMImKRi34nmO3M0NgbjVl1NNQiI3E1dpE7QJHMBhuTU5q6r27joCRmjqYrsaM7AaTx40xtpxeeTrd5oyI5Ibz1UAWpvA4Zp7p/X1vzBreczlXP/T+vEEBw5+z5Wl169te1X6Ha/Tl8JhcLGlZoSbqpy0UfZdylb6lH1+EU015AiHKsDN3pZxJzbYr9ng6YsW864NVApGi2Xm3XAtF1tM9UjmGl5zSan0sNh8M5VuTzuT6Zx1mOOgMl8eP6nEBlg578u9AzIwfKmXB2v5aldUO7JKtI/X0WwI7tB9Cc7ZWPbpDZ+ySCUG+IqagqGXcYTD3uLadFwpauwZn/L8bN7KJIhd8D/R3xi2m4K+IF4Esgjs7Br1A2pLzQ6+lL5DE6+e6u1RZKwyaQFl3E3PXrO6kvlpKBXg4bdLL+KPyvzTUVxIIH0/dfUPgzIVm6manHotqYRz1m7iX4WDbSnfagzMH/mcUBeuKpyQuU+RdbDsBq6sA+Dg4nbqKgA9RoAj6+wrqKrCLhbslJ2nLv4+pgSAbuNcKgSSucbrDYoH1bmed3KxCaJNQJnzvfny6Cfnv2Xdmromi+PaQVfRDfXxZ+QV+bm8dGtddEeC7NQNZpeg0ZpIeEWcZ/EJ7/Yvw1BBwwmbsGvqqBnR5nOuXXrto9lMlh3l73Ddx5rsn1CmUQZrmls+aGF+f62/Lby5jLb2ZQRRxhai52pTmdOeKWWndhC/J5kH3tDXhMPEV8VJCWUmsIyo8uvrq+0fcKlcLxCDyYAqz7tQvqyDq02Dcz1gSBfTvJOy91cbLTZfQxIJ37LzA/nuca98znacRGW6PsMb+rwKZOZ5Ale43UYktQSb0r0oJlVmDUxRwNEAq1tWuIqF11eDZhMK/8bdzJMPN/Ug9n2VTfzeyOfD3JWJOnETNlexGe27XI7fn8DIdhpMzqhmZk49LX0/9Tlm9+SH5Zo7GNAkAldzKlR8hllGlzXDosQ+AK7nCVQkBXBmBaRyfvP55UWgtPiZZZ5tMlPMafJbQ+WjZe82iD6Vk5EbgPypBIuhEjHtVNMNEPTdD/+vpDYffs4tOeTi0OJqs69IZMVULJZ3ef2MYKGCMsjvA+dQJmir9/LvXvClu/ez0ByQ7vbXfWtRHDzx0WSt9WQKwiCU3S4Qei/eW/QwVX+Jk6lGQTx2GAmwzAOqPtKQqUzgMEiBhrLai/z44svOZ82yPM8Xp5lDC+04DYhoDUypI1528tPKZsif64zSQO1CeXzxJYwgr/mEhuU9WWwb9nUTx9HeKIeDi2pewPnX/vu2qQCyZxykfXJ8+nVRHFG5g5qgDaZPxOSGBIr5s1Yp3ygzoGPYY/UFx9U5z3DfazyYuCGagryfwbeavKGWsRROtzH325cRZDEsIfEhp0yyGQQXXYJIbmauLKY4pey/G8OVxNAAztrMawwfnOcbY0DHFbldGNuyAOKpAI1teTKzXC0ngokbCBZfOfIoan+uVbBLOQ6Nz+FAZzY1cHHToHGXpYY35sB04TkRAERMON6NanzAo3a1N5UnNrXlSIOVNSyUNQ2Z9gA/gIciS1LIbMyTMHWt9JqYeNCKR+QFgGMDj19g/fCxtjgim30on1eBvERlpOiL5aK9vHpiU7YxrklKeFz78t3zPkpQsJ7mWGv2fiiPz77wz3gAGs4pebd7rTQgRw8tFlMnwjGq0Sfnj/7n/13hvX/ZpIsYnKrzNI/MjXdLT+6XE7van6lVyEYM/pY6J6DLO6033o2Nqr8LZDFx5P2taWZ1GIVNplJpxG9U9G1Ofl+gayBdGR9uJkoiTiRdjUuqVESt3Axwg1PDvmTkNCak6GyL8h1czt3Ck2UErjb2Dj15ECfMixlZz9aq4imj4VA5LqqeTH6B16QgB45DstnZhM3IHoPL2HrlV2nGx1xTx1GADJB1zIftcQa9rlWvh4DW3xzHebsdmbwHDnkFD2euzEhfteNEApqM4DpyNzF8tGMeWz+Ur5tAG3o5BWLrIcsOzOfLKpCvZPJGH8p+C3ecRvMzZFnk+TZiwjFnHrJevWwD+eF5r82SozLSPCIc9LVUnTyvfNnskogAsQ4A4tVKpkFLKP3jWLegxqwyXnb+0H/2V4riMr2ZAkrjPt5NZbEY+3J/FDKSNQqoeo2MrTezXN2LYmj+zhd/b06aH5YT7fZuMzNPZYzjIBACXNWmMnYTr83xtDNuzAFYnVr2/k7ox3rvm27l8Na5Ivc3E816tsUEyenFtpANwfSYs3rDMBBfTPfgwQcrBaycJZysungpR0bYFgdeSkdiRwoARPYhWQrjBRLZqAIa4o/t2fqpkQD04G8224NdcQUZrICHDzPDzWYxszO5sUl1HVlS7jXSgd4oqKpNh+yIJWBonEL5ujbyUWzsTE2wKY13rNhSJYDvcSk1HeHRBQfHgKovSlhsNeRYQRR0XgeyWl+mR4B/n3hwxCHPRa9CHAiVTVWJLKMAVpEm3b9+/n4q3ogX/NcFjsyfKEvBrl8pEvAD2W0BVc3AEX1zZwGgS7rCBv5+4amNjXlADUGJ01EVxpjFcfrtbFQpV45R1ehvOSUEXOWfdiQ3qdOJq43QxggAvZYqQ61hQdUU8zCMl2SAa3PFsyvYhGkTPa0msPZ1EI+BO2YKAOkKP6rM1diuYl5VS61x5ncjDvHVFnqEJDSmZctU68wtJUDamk0UuIRuI6XJ4JDX+Jgv+icADq0EHPLX5v82xPG8DeXLhmZel4XDumULddLlq1nh2NWo0DFDcfTj816pNaxdJXVjTbOqtS9vsQuiO1PbzOqi49J4eeJqs7iywP0ogNWYcB/euo/vJuKO2WtT4k6X+4jbJv/yOPBfkMm7hfiZrutmM8opK6WVH28tAJQ2+9jX7dyTu/k5ZcLAdeXo81jsKU/Z+zaLJTHrEa9qsoOn8cxkZd7fAMxb8OdcdrggyOcByMY2YgAIUNWCP+mzD68qWYeXmgpRrXMzozR3fPpz2V6MvKhAuXEdU20xoo0qGeCkiq3oqKz/av3usa4gjZe1H3HOXgI4QllOXbmlCaMdCQkglXdTV/sUjGeYLvdP21D2UADYw6yTqd8GplnV6sre0wlDTdKwFYLploNcxlXFFMqPUbMqwwNux7EEtrtAnleB7DM0aKdVOVmrgIjWPSX1iKxerWQqCa6OAliNxQf48XDryf3tZJRcE8qp5YcKqtpTnxTnzAYenroLp6k0a3pYWt7Dc8mZTaqjwCod9sa0SVXgPTQnqtu4q/KoNhPXgxx8DfQIptlbcijAMfMUXLV7/BT50MlcOYDGVcajdqWZzjb1J81udn4oaz/UxlWXhmYpTI3+cERo2Q9PJeU4oXJCeiaSHsWATxVeVVtZkYxksCV4VeHGDN+s88eWRN7NXJlzIGjX/ITtgDnfTgxlwhgG5xSfV6eNY8bw3de+UXupiCM/PPt6mHOoBbz8S7wx4KEFV9NlxHJFgWDcovLaHPTz701gQ7OqT6u97q/sOEhA8ZxA5HHl63qedcC3CrhqGwcnJabVKNrMCgi6+BgVsIqYIO/9QFn3fHxEvmRh7mkcY099EhajzaoAVc9KlY8vxNBouAMANPKq91SPo40LFp4spuPq7KCgqn9ocFHcHQ/rl9gLmBib1DfMSj+aIHo5d+V24ZVa0IYlwcPXYFuAz2QgjmEQNMKkRcMqO5ISQCxsUrNgzhxWECiaxiDj0J/sOhNqEysyD5HMkA8F4wxwMpx3GJcdpxKIEg/o5p7FrnTdckKlBNAMIDsSEoBv9cYbPkCmDZlefI0D7Yp1ZlYi8mkdyBO8qhmFw36MZA3Ps2cWaW4Fb2PAVV21Bup5oFYL5PunvVJr2HG+XIXy9GKaVWVdr+I7sF4puMp/sNksJ4IFUp1PzJ+itjU6YBUJTieOfLyfymxE5ZWAqQocZl3ZRuTFMB8A1T27De1Omb5QsTEhs4Ws1duoEdpQl7Qi08/SR1bdu4VpZjWGAcDB4m/NKmW2yf6JQOcsugDwA1fvGMves8pnOTNZvYMGgCBfCR3ZBpeJ+LPIa7DXAKrC5ZwDdEZfqCYYc1fhi/oQhrpewbfqOMPNXA0DuHiPKisGuyEvZvnEdyt46nJ1pAqVq/d+Pp7MzDzSJQoEWF0MmG+VuNfwqmY76MojvyFcCz3Cp5UvZPTmGqEBDk1mph3nEiAONFm9w5ROEAbyi6975ZDPCxwOXVuY8Wd8zuZtXtVLcuD3E9dUwdlxJoHI79xMPMO3WsC8RgmsAp7dzF15uJvIZBJlcRQQXh8UkmCRL/RpcGHRn/QpI9sQ0DnjRhVg/uHGAEADVZtCqh2fKd5MXXm4mUQHYcOVEKXtZChcy8YsJMye/4hZRy6mpDL7xwBwfLidjCYzM7tkzMEyDUFu5mSED9uudqHNAE/TDcPlDDgW5ALXMUGCRHTHnMMPV3/y2FR8LXlmt56rh+5DlUzgB7LZi2QMc4qIsZe/gdMR+6ABCBzpRRQAUH45oQqulyKo7aXJPGTdup04Mh1gt3f0hmy6L2t4oIbqOYqpB1YFJ+bvPRl6hCJczkiUigJbIZg+BwZcNdm9hRxXsamt91fRhuF7mlXBdZ1j/1Dvi3Xj7kqRtRd5Kkk7gs7AKUr2KrY65GSNIjM3oZIpSmTJ+/txAquRlO5uPHk39E18KEJAbXlVLyxMcPhtOfUxnFlZB6WV728nMrGlKq8ii9c/HPbN1JO7xXC7mfOtcBzyx677p1aDHREMAf7kDYpMsyZXHuDBzmOQWQ2359chHygBhnrSrHZFZp01qlRNJQNcS79ybqPYq6A7AIfzKSVg1riOBYxE8TeAY1SADWuTEUoQOMrDRpxj8Z8z09KNaihruuuoWeS3DX5xN6WrMI3Qer7IVPj6AKv4qimHOp6jm/ihiMfEgCKfXshytgvWudqwhn8Pr2rc06PgxJvsuuHTSRQ1O9Yt0/i1oICLPri230EbEcr3TzvtXTGc76pGYKzhX599XbNKeZ2oOnehB4JD0Z1qZKx3CcVUMgGu5rztqIFVlOl+GTVNGahi0axKeVVLWWBOrerJ5QoAbX3xtdVg9oDvtaPwzJX3SxqhWdd/uknlFNV9bWbVE3XI9ZoxqGrX/TNQNdpIZeFVvSRwbWY19+Tdzbi4erMqIAcXywWlp8PqZh7zqhJM2+UqqQ0sUxuqK0qkHCJXmjDCr5U3WMyqn32+juwf3I7hzByChIy+kOGSuxS3zxOZ9d3h1vcDWRfgqTt5RGgywgFXqSrQMQT1ySrHa9eFok2+AFeHwhJFRc6XtS/bK13ur4lmiH/PEvVlE8jXVSBBBXag4OGAQPmq55w96IHnuQKBV/2COe639QP5vZ+2emhh48DznbXI16dAk1aqwnTYR8wntnFwmopiSXOPvjH5bGrUwCpWCxUA2VFsVId21GyaVdE5zrqnc6NRUHXnG87ZguJhE8ZpxsNt/hONHOtMby/lFFX5VmO6jd5+yeHFtROjNmSyXZUvLURwzpbdxHPoFdNtDEBtKv8EuLVo9DUUfi1csE/mmAVVU3UF2Wx90ZLKfCHe6e0Oh4KmAWP248TKVbiTNwTSh3p/4UWcmT1PP2St2vuB0LCqnOZ0crpKvRQFkEEghqdOY8AylmVeBd2hEdpYOObzTIDZpDqy7DnfKqqCvjxuAnnBKVegN3nk2PVrkQ+8qj9oJm81b4vuxOBqNXcc1l0OfKvV+LF2pGPon/7xT1tZkwxm7epsGuAAD5RbtSpQNdYWEqHmnmspAVIUH99zO/WirPBsljFuYNVk+2rH3A/3UwWAhmLLmv1D6ZetqUy1BCcIZUdQVGLh56d0rXx/M5HbuSXXSgOvJ56rnJmDAYCiZlU2SSGx5qvr1GZVgGMl7Cq+M4H0N/fTXAtatmVvGFdBB0D24RDKlimltLyq6XqJKW20k7sxqjLwj5aBc6BMQ5kp2WN23TqWOnETAqbZDlTGfeeug1efjDpTqlxGc4bhM8/nerOFVzVerKqQT6i6cwfdhjWthNIgEuTT52ZWgD80qvq6CRQIqkJrhmRdm0DkuyeaVVUQBB4JBjmT7WwbMF7QFqh+yOrt6WEga9SXl738+LKPPtBa1vFMU/r/5Wlfyd4qTYPIzDSUEnacxgmGx/hulj2RZfTAarxRWcxd+fhu2nuuCd0YsHciu4ValWrXtkFYHLxPu+1eM3nLZ+yEAnj4zf1EiaAdbm7HQQLKt+qasu6I06Wf4jHzCr8hoKqd5dNZRO19CRUAqjKenk0ceX87tc0LLhgNtjVlE9/TYBpLwguzCSMr046kBGhWpVzOFYqHW1GyrHyrvdWd+rSFdRzwh47vvdyo0vyNw2PiwLzduOsTa3fuTAb4jpLKqgFnw9V7M3G1YZOeY9i96sm8k78CJQC21bcRH3L9tLHNgM/nDj3nkOLTKpBnLVmqfn65o+VbvWw1LOVQkpg1q3r512Wv4BZPW1++e9xJYB3mmZhD8X0xvKo1JsqhMotJdvCwLl3o6n05tGC/lSVetsBqNIuUni7nnry/j7uZd3V6334vLVUOKHOvNl28n9JIvjVLzX4DqFrdF2mJ09SRj3cz8dwKd7/VvWJrdzKlp47cLyYmu661Nyn3YO3EqA2ZLP/jsST1HMExQDPlO3Ws+7dzT2g02MN9WDmly/BrzQCae6+lp30DgbAmgB9AVes5kxMONQKHFVWCqvFTCKTJeubwovwBYwZl7dElaCMAEOCq4fbrRzVTfLCOMVH+b8/W05TONKvSZl41OR0Sf5YTR24GVAVXpflCWXc7ieg2qrxxjfdCVTjgIlPV8qomBU3s99M6EEDnmsxKH8oeAqqNvu4lalRRvXX/mlkR4wTyi6874RC5T4Bw3XPJ/YMgkOdV1Fyx5geyVwdcVduyBnYqbXjCJ+5Rg8rLArLAaiQ6zJkAGr7VW7Lr+qpUBNQbv5aNWM023czt4X/cBZVPL5tUAKD3lm81dR4dMZQAhm+1f4PsnzXZmP179VrfGGAVMG+1D8SviR8T23p3EwHzfVSeWmfAlMbdzCLOzJ5lHwKokq1a50asZvHXdntAn/iwoi61x3Y5FDQb1bqeUpuIartxrJGapeCZjtR9OLQI9cTY0cwWk+Vs5/RcSZQegUPAmhdzMsfuqSiwPRgTdqrgmOvIXY/iQTCfx40vLztbsnQ+oazfT9tAs1XrOFw/fx4VBTPLtXFx/aOkO0tmXW0LaOYbs04F8v2TL8/gFtQvWXqiV+lxoL5a+/ICr2pmmRa8MMK0qbzV5qY2dDgRJIfWpIaRtaoNKt8QkAVWz3QQh/Ttw0wmE/MXfQimeU/NVKAcF/CniZWtoO22+TPlVd1ANl/PwA99vJ8oZ6/NrjuVMRs8bOvjLQBQ38jHQlmR3QKzhl1sziaWUlMa69QLjlFR8H45URDIjqQEAMYAV5FTXwacWsrH25cXbvg9X3aB+pw6h/KE06xp6urBslKM2oj6RORTN5TlpB9cxsSBgS/qj+vKxqxTH2u9N8oemswf1qz6sydCBQ8/xPz7/XHNtU5DfPM+8a0qcLgJFDyso3qgEYHX9RBHFGz+/BKYOLAhPZ84jqWIemNOzWEpC3p391skY3xe7eWz8qo2pDh12UGl99XFSrY7kcdn38SBTYknNJVMfarUqVT0V27mRfSGyOfSsMBqimRQqm/fw7fao02GgqqB7MnGtBujxKw6lHI3kMmLznxzN5U5J/FNOcImvUrBZxnwxJHl1JW7BeBqP4TDe1P2pUT8TezFCsq3rZ/piap28Kx/4JfvbzwtXbbjVAJIZDZ1e8OZCQBEsyp7BpiuyfRV3JJS14RhUa2jzaxMloLNXD2zLUdk7tJwJ97cdNH/GEVhA0aJu7WrM7vSJkOAqqFm8zZjVvCtGi7R+5mNB889nal2EbnTTXxzuEGR2IFDLkDVfX15GUVeq/3fOKxTIp9fTCZvU6Cq7iZC09+iJ1uJxucKHGCixbddXK9MMtjXtS+fXvzooKtxEXX4gaFS+TyvAv1n05tP3U94ru7TLZ6UjCXI6F1MONhJty0LrKaYFov9zdzT7EOnJ16bLFXLq5ruJ1H9/Xavmbx1LzJATIuJKx/vJrpZ7eaS1u56AmUCf/pQqvLKcdiuyDr3dPSa5R5QtcmO0/D0wrf61mlh54TV0AuxVNGMCIC1q54n5oCkmtI2q0pXDHgx4RzTJIVmECAFOF7BVbtqvU5MLH4qv2CImpL808EMIEMBYJorBoHmKdlxJAHsaLv3ZbeXxjN5UZnlzFHOVTuSEqA48G7aTb5Vy6v6tsayhn9e0XjIrFdNj5hSwiaxJCWv1Shk9XZyHxpq6f+PL75yyNtxKgEyeQFVN9s2rMq8ix4KeoCH3c14bkVv9JDW0QQfwNU0/n3nD/36XwFtsuNMAojk4W4itwtP4+iuovavFAAaUFsHlVDkUCRgk9pwa1yAw3cAQJZf62RKzGJvODPn04gku4Peh/fEnshWtUkKyQnCP8I5a0oqmxsxlzFZzzaYTsqdE1TDmdnN0mUtVaYJiKUASDUaMsDJjmqj3PS1mZXyR3U306U5b3P6JFdCBYBiv9OpmBBajbhZVbMuua3pyPhcw9+jHOnb9ugROPR6mDlKDWD3W6dTB+hNnEzmKnFFl7ajHBp/AeCwTUtP43gmLXTkyzqQx02gjV3bGgqudhI8bEsip88lJoTux4y2rcsoynYfyA/Pe3lW4LDtd+rGPPEWWktBDLgOZEUTuBbtivdBd+AyBmQ1/Ld2ro4tSZtZYVxnYnF+9S/+1+Hixm5Sz00LfSYGgm91rmU83VSoMAglAPzRRgVW8Y/nUbPq/FD21Ko0PkJ5WE7lbmFLVY5FH68TAD/3C0+77HVxEFATTFNS6QLOd9P8WxMdhPPIpw2/yGIPsLqMuetak0I3H0zmoWlm1T2lxf43fjPUEd2cnbffCi5nDivamLk4wwVKAK/DJYRtzKtZt0LNlKfhjm5ROxQTEv+RrdryPqyNqXnzmSbjO5TnNXzFUe15S2/pOaF8nJtEDTuSElh4jiw7BpABHCrVkTWskwnD07zsRD6vfaUCaHuQoqH4RhsLZ9sfn+H5rFsm8bBlAYVmjfruaSePa5pVdeCdMsivuUtCWW8CBVbrbq6Y9ZvQHWgBVHOsgZ2IDamAYUD9eDycf+bP/0a4vJ3KbGa7gKUpGum+H99NZaLNC7KqYkPXRc2q4Fa1I0UCQSj+FuLn5gEglg8c0sNyIjfz7p3Et60vLKhQJtwvDGVClwagKh2VdwSM3Xq11sXERpXyL7JVNVu+Jac4nbiaEW75VpMqEWdwLDrUzApdwebJbLEUAMk5Qzr4G7IO2x40QINygzJCO04lYLjHRPlWu9C9OAzMIcVmiz8miczO2ckGB15VMur8xuiKL5tMCE2UI/dRc9Mm+Sj7YMdo7u3EcNK2rcWG5iiUx43fGYCjS3O4C0S+f94LvYDbXrFIfGAAHLJ2ta07XZqn+F1YFjhoN2ft7UmIOPDTy16+ruMGgl2UVnvvZHhVoaxp26oOMuAAmUoLkqHsSEoAu6J3zHG87Py+P/cboes5cnc7UfCwRZvr5Jyh3rdzV2kBIMrW0Z5fepWRblR907DKnqamgAts4He+8qq2OQB+AFcpz+2A2rQpisSzkQeZdWQfdoVvFVtqost9pyYi48swXyT9wP/YslmpLcEl+rDsZmZmRpHWdhkBNOAz9tWFoXZFA0G7WKVOB2eja3arHRma9QyhqKUESA0uyKwz4kFA7a3sQRAYuhpbUnE2Tybre7frXibv7dSRm0kMcnTE4DvyGpyx39LMqkXGBD0ADES7ldtmVUnFYJX6/imQVcQD3rbqxN6Xfx7Aw7bfqnvPZ491yOptes0y+3B4VaEA2OoGoul36N6cHN4IKkeRxxdf16x2UYuknNAdgNWJ6W5qx5kESKK7hdowko0Cq1wznbqyvJ0o0bEdZxKIOCHvl54AQrc+yExgk0qJSnf2Yq2LJX4BZohGXk3zqqYKgKYXCgBNZNoNjKMz88SL4LBjcLUDlmVA1b3hgbTjVAJgYgRETfOqXpoHFjHKMN7fTtrENjqrJrFtTTvQNAVAFV5VO1I2qmHcBK4bMSuZdPhibIuDQXskeO4HQ82MupuImF5W7WRy6GHFnvUqaBXc7aJN0zGcUspXnrouBBeRoHiV+xklhNay0nSH7CgOLtpYtuIViqY6Cv7YJetkihAHzao0k7eDhs+BMpljHWRB6oS0WKpM49emHaKpAvy9rztNzGj++Z0Q/xsvEcrjs2/ofDrqc7ArpQTQs+Sm9afr8ydaabGMEllegVVee77w5ObG06DRjlMJoFQPd54slY+2XfkAqvoQ8duNalJNHZEwAlW74KCU8Jmup4uJgquO0w5/XpftWTkz554soCNpfMGPJWNODOGLsll1qWalGw1z0tydge5QUUCTQTuSEmDd0gaMLQVDcbMqbMouV+mg6sY3HOldG7wRPMbTloDDrsnj/H0o8LrxyJJqGlg1NCy+T/VA16XU0vuFofLUddXnABoCrgIi4pu7Z/0tzRuQSygyJ2Peax4gQ19oxvSytTzgaRqw3ov88nknfod5LIAvAA/b3aW3Zz/XnkzWqim+bQ5gZb36va9bpdfoqk++Jrd6/t54/tXa8Kp2XTbsJxZ0GrTGlVAH1nEaWemBaZyxqmZGdh3dum3H5YTQUH8E9u5uYsor21IsshQADju4EavH8eS8K7yqEQVA2wD4AbILlUYC8PB+0UGu3pwiruNyygweWi889gAAIABJREFUbtrjW8W+TVfl7pVh1CHvvPdELpw4d3HhJ0h8uJ0mCMTzfuMQr4/L45Yt0W0oX7EFVVNVK/Y5HFa0FU68pfO8HwcXVFxY7rqkpFgp5i4bDUczV5tKm9fDijCU7c5Qs9hxJgEaT24DXa/aC9SvWZYBD+/gZmsal++BwiASmlnxpynfGPOq/kRTHWtXJ1oS0yP88snXypOui4fCUpOZace5BExMaDhpTc1F3SOUT897+bzy7Xp1vlSJOSD9+gSXc9etyqymE5dKpib0pm69rP7+SOV25p0CqzwGKoAF4KrtuJxYWFAqsure301EyytbyFwN4NOyvKqpFsFJ937rS9hBB4XLnHqOfLidyGJqF/y0xR5OyPfLSSt8q1s/ECgObUB9NDNRbyoWfMCfrp7laKDoOfLxbmo3qRdiBcq6NSO8wTVL6Wr0T/UBzBDuCPBDtqr2gOvwB8G3Cke4Iefv8ps2K8S4GgXwhzIw5QmvWTzKrR+KNrfAL3cTkm92Hk4D9VBls3nlK655Qkp8Km9GVuZy1nxmZonXbuyngGMKrjYAkLFE4Y8Bf5RZo7Gv7MeDiP1+ePbluSeLeQwe2gaM6frFUsW6XvexBesV2d+/fCTLuasHXe3ZIAekPz36WrHUlzAZ25p5XueaTrc3i6dPxuecZKzGfz2ZOrIkewx2fjtOJIBDWs49eX8/aYwyQbtvMxQ4jLpx23lJzMuek+YOgqrHLwrA8fF+YkjE7Ry+SkCXXMd016Pbuxn1S0hLKpUCwPKqJtQxioM2USZvl9VVF/uJKx/uLN9q2jyZQ0HPcGY2AK6qXUUNq/oSMDap3/gcuMY6vly9igS94Y9pMli/X25yLso+y5FQbiaucqjXuVE1oGooe5/qATsHafNG0sGaGLnspDbx+zBULkhinmWb3Zqa+NaCzyAHAduqWzxU5Py0DoRYx46DBLAk1qivm1C+sL/qke832XX20OKSPitlgm616lvTd34g/+jLVpNW7DiWgPEzyqval/Xq6PV1PzFpj2Ks67qUCqzy0rOZK7c0BWngtLDrQjp/P+X1u/Hkge4FDQ0NqDeBzai7JG86lbNRDcJGgIOi064Nd6aufAMwX/QmA/0dSw0bd4BV7UhdcxCnG1VxOtHlvotTCkiw3gedaVaVRUZ3C1f5jBvADrO8TqeuAVC9ndd/0mx4VaHVEG0Cx/9uAsztlLDfeBmyFMxhRd0erhqJmEMvAmnAQ8MJ2Y83r+b7r92FVQSuTPi1aq2QU1DVUNZY+Cc5K9BjkalKaWXNocM1lcj492YWtaPwxJS9d5i6MuM3VX/ZzBG5nURNU6q/vQKH8Ko+bYN+qE0NMrh0SzT0ZRfK9y8krUjv9JNdhMnMtCNNAlD8TFzdeVUuICoqvn/aqm31xCFXLoOLdhWKrLe+PL3ELeB6pqEhVBLQIBm9sfH96UxfBFYJnmdzT5bacKcxfevNg3DW72+ncrOoP/VQN6pKAWDD6RMF0RpKR+gAu9v4/ekA4IiChw803LG2lbB5wFUoE+BdrXNgTboRs81fT8UcuRm4tJRPq0duhwX+/dLTwwu7biWth3XrZhZzZtbjfFivtpZXNdV1qc8BVI1Kv+qZgXq8JoE0PPPwhffpveuRxuGusXucuZQum8PBKjcapmLJVFbs9qJNFu0EnM1qAKhqeMD7ODhHppmV5YVMzp5Wo0Tgc9V+B1D1ZRfIY9QMuOr791EX43fWtcoP5ceXQP/ZywEA5DhaTWAL0dNnULN6K06gC4JAvqx8+fGF7orWqs4lv9sF8vW5/5yzMz1Mtnut8/m9CKxyIeTGi4WnnKt2JCVA6enHd/Ct1geualYdncpJb+np2lan7gCq7ung2ZeaykgYrGMf7+BbtU7pXD9Qc2zL8K3WVV4ZynYvvSDir9N+0u4NVzHnqH0qVT7+DgLFh9uJli7bkbZuOUoLYMq6qx6hbAOJ+LSqvnf/7wflCOBPnw4rjjfaVOuwZhkqmzr0p79zbLjHDC9klcAqqWKEN6xXgKt2nEkA2exMs6o+2hVfY3THkXezOCPczvKxBKhYptkXthXLq6yEiDPX+1AeN75mgttxKgEO1T+tAnne9X/jSSjI2mVHUgJKmVBhJQqYxdPWlx+e9lqVY8exBEyzqscXX7nA+z7MuuXqYbsdBwm8CayC5HmeK0uyx2oED3s7IZR1T1z59j0AUD3gKoDhjp1q/22w8mnGqPfbvQLPfRz4op+/m0U8N338gnreWRNyQsNlfF9DN3NMCcoIMscUj7fx1slEIg6yOHp2VnHyDfjld8v6y97rsYB678r8zmeerl2VYqtUDkTcqna5Ss4h9gS1hmYc9nC8ZmZqM6u4NNc6z3gqKdBn7z73XIl7v1YBsGoG+M5krFq7OjKcqOnbbh8oPUKf1yu+SnXHNeCqpQQ4dZDEg8gHygRoN6oYAPFfN1E2pjWsE5GSoPplE8jj2tDP9V0fLd/q2xaDfLQhdwWbofUukO+edpqYUcX9qrD1rtyDfefzCh5wJckahHyUb3XqGabeSjcUXZm1/O9xBVg1N/Qmjry7nwnYoR2nEiDr53ZBMyvKuqtZ8F8D9SCU/S7sXTZmYzqyDxR0rljsjb0+GyYyxz7eTsSzrAAJubPsvLuZaHOHKh22AhwAh43NdE8exOZFRFY+/I/932nAJ3oHMG/XrYQCsjclGDLBdPmAyPCqimwHoDd1WSvdcYcgHtZbuFYVXK1gI1aXvNu6r3YzhzKBaosSwUkIqSHdyslU1eaK1caXbcmnuueGYnhVDeg8hEFm5u2MrOdo0bJTfjKt2Na7iasga5kBzzWgKvyh9rTiVJIcED1qs6pABpBU9/pxUIlO4ninjPIM8LdE+1R6GbdT1LhCbQL84/NenpRX1Y5jCXBAYXhVhycbz3E0c7VqSom+alAmYFUD6akrt3fT3oJYdU4Q8vl4b/hWywTS50ZoeFWHZ4RVzIVDSeWOFimhZjf2cRjuNEcz68jMtNn0ZwFe6Cjg/HAz0TK5KmwrLv+CWN2OUwlgR/sw1PK4IQw2XwCrZD6XwDeGIIrUb6A0Dr7VsmU8pgmcAVWHoTnVT/lqF2qW/FDkgy+GbxXKFjuSEvCcULPrXE51Ii74vHLSw4rAUNbY5epsreJ/hqGsNjRXzCvZbl9PHPiAX64mgazbH5vz7TSzznXkblL8SAcfTEMdqnKIA4vfKefL9+Tyl30on1cmC7zvmaqxyIlt+RaAeeKeotBhT6Yw92vGuZPIxtNmVnmdj1mrPq328mVlm2yfT0BcdfK88gdzCHj+jQDzM8/utZBLJmBVL+QU/mYiixuT8mvHqQRwSN88TGU2rQAAguPQD8XfDSxirEhpXEpOt6ZL5RAGtgUn5C1NZaxxJaaUzfv9gmZW5YTD4kb5l1Zh2JGQAFkcazLkByQbuKMAVwEQ7UhKgIzVmylZvcVtC33ZBaYJnB1JCWzp5D6gOm6dZt2kwrcaN9wprj/D1JlQaEh067kSOqE4Bcq9FFQlG9Pa1amKRBQAZP+YJnDD0j1TtizyHr7VEn55mHZlvuqGJowFu71zyPWoujNkCeX/NiyJLefnl0AAV6O8j/w36vgvLLj6xgQ5JnM1H/8+uhLKT2saVu1lZ+3qTMCh8qlCATAEXtVL2mMOvdxD0+lhLcu5vFpmYFVjaTKA7qYytZvUVCHPpq58+zAVryQARHkToGpfifhzaWDOizl5DHaB7P3hFMaxKE1ohHY7kfk0Ks3NKZehX07Z8t2CDoR5T1IPkmETRndTu0891RY9zRdHVvv+d6lMswOaWEEpEZe9D91W8nyf4dZy5WZm7CpXVniUiUeTCzKd7UhKADwVXtWhiofsOg4tlGPejhMJKJexZ/7kAlZDKnFEtlsDqg4NOCyrJg4A0M5wpA/VrpS3biJyDzqvm6+yUhvW7xHH3cTVw4usosGm8Md0K6dk2Y5TCZBv8MOLr/QIQ8+QN+Bhdt0Zi65gFcgF+ZgqryzWRbOqQD4979Un23GQgFZzhSJPK1822+HLxugOfjmHYx6gwuQCVjXEc1159648eDhAWSpXz93Sk3fKmZnFISWlQLMqy6uarh1INFReVXMklgsE6LDCKdQXivKtvl8a3sNi2tPhjyzxamHIIh+Kcma+lnXnkxAlXxstqYzSXUq8z+B+SldlmuQNeLNBJ/OHWy/nSfzgZjr1gwiGyAo3DYmy2xV+Kwgd2fa1G1PN04urodx0qOBPDPhQmnszgx3SjoQElBKAjUYOuwo5OIZbdXjZmFVoCDHyaj1wjnTdg4fybu5FwHwVkhvQPUJT0n0/cbS8O8vAD3+KQNVB++Qswki55vM6kMft8Kg10sRBmKPgakFZDfVnMfSnWb2vGeFvG9g+COSXjzt5GQFwmGfeAVXZyVP+v9oOPA48EgyVTFPPVf881pETWDVigm91WQI8HKqwWazRJYBVANZc5ZXRyYZPd9MBAxxF515BVT+QPbUqQz34oevpzJOHpeVbTdMTHDXgKhlSeaBnQFXNqrMUAKnmp/QIA/c52qxp5sk7qGzGu95fdL+sVdgVAVHWwXoHqGrNKikxILH1XrRUeejqhj0BzE8nNL/Lrj9Z9azP16EHbDTghFTJZNhsQAO1Uf74oWtOzpllo8phxdZwY2bLpsr5jI5djro8zNioWl1ImxoKLZYT901wNd4uwKv6jF3ZBetUlI4I9Ahkq46GfS7aq0MVZS0r3ekRChpw7JKEOFgP5fsnmlXF1W5WmsfSXG18PQQcSnPFrMsjMc98EtGGjlAlCgGrCHex8JRvNRd4mHVWen4dzvrhbio3czKAMn5MSKMqA6ra09QUmSk9As572GTzcNtQ8n6PbWXVnYwq1vfLCJABfmj0Nc/YNAVbAjgEWB0qHl90Xk2zKsP/OPTSL2REkIht0czKjqQEyOCIG31dy1w1vKqUKlurOpekygZe1RGd5BDnAMwTUGcvIRy+FZqcU3hoRZYezazeWNSjw3V4rsfgj/POPusVvKqj4vALiXlE3kXNrIbSTCjv3F+63tBtHPhWL1nXah/I1xECHFnkDJj63bOhRxjbam75Vi9rCLZEzExVtxnn1hXK5xeaVfmyH8lBVxZ7MteEst+LPCKbEdIjxLoz8/JVwWWXb7evLAisQsbvyHI5kZntuJw6w/Ctvr+byDwjH63lVX3bwe+3vgRRA5Brm/5um9z1twOYBzy8zQPMX79t76+Igz5A1YebieFIunJyEWdjDpWIv+iksvBxSAEn0sCTVU9EhG29X041u86OUwloMOSZrPC37Ao7JJC2vKrpGgSeCq/qmHapys1Gs6YpulOsWdOQ7RHIYuE5stCNRvqXUpEDy9GI8PhcU0610prOk5mzFXLdvqMXm6gH8PBuSnllR1+zpdcCbMecbiaOyijNtLCnH1/2o8sayzolv3z2NWN1jIm8GvNQ9m6zWFLVJaZMYE2nHuV4rLZ7+e7J8hUnBWeS43568gfdrOqaf8G24FulmklpEUa0bhcEVo1I2YQBrtpmVukqRvbPw91E2MxfyqZH4diAWV7VdBliiz6g6ohOfdiEAR5+uJ0IjXfsOAOAtMwAcPUyAGQaFZgSd5v9c5BfvBEhiKaR144mcGNa8FjsPUc+3k9NmGjN68S4UAVsyzTRS29mFYOqY8tuyeKH8TVrDiuCcRZyTzxXFlMq3i0CdKwvwBbAPpQtY1rqciO/+xoDQslCnDMif5zFpmhWhT1RUml8zhidNly9jiyVBzuL1MZ1DeekNxNXzvNY8MdfVoGQsWrFdqoTWNPjRuTT2h91lSQrFQcWVAuOg2Akn2/A3yhH+KvjobTdkX/001arcsYZ6bwlw0AenyM6n5EHyewt5/CtojsjcsClgFUEpR2FlxOZWAAoYWn4otsbmllNj9Lpzy4DVN0GElj0J9VT0azKj7oqj8gu1QnRcOcjDXfo0JhvLRz01aZzpSPLmaeZveeDv1f+x73NqjuXjerRUbOqMa77yGAxc+VhObGb1BRPgXyWCy/qDHvqeSj9J1PVLldJwSETDnLIkh+rv8afsG7NyB6zCNCrksRFtmwwlp7JkIrlA7AKr+p2z7plgdXEeh6Emqk6Fl7VS8Eb+RnLKVnPMd3GoMO8fB8HZQJUNhNH4q0o/vh5F8pXyK7NMWG+ew74avz0ag8/ZiD+mEor0uKdyOVChWSXrHSlZ781ibZaLFE0q3oGt7ClgAmBreFyXsWcswN2Ihk/jYOLhVYyjcf/lgNWo0P32cyVG0pzLcF6QtXI6oUv845N/PlhO5tUSjDGVIub0RhVVIDOm72CzmMyylhEpuGOyVy1lSoHxYmzVjhlfreYmG7mR3rF33OSOrJq3EyWhZxiztkxg2Os8feLiSwt3Uaq3hBI3y5oonewLPRlHwajoo7IZFTmrEIPcrCtMQ/N+IkOBeEVZd22gMbR2uWEmrF6E3fNBVSlsmIPNcuYNSf92/WAdBvIjsV8RBuzS5qATd1NHZlpBpnVl6OTCxUHBzpwGfPvAIc/jTwbM01DOOSBV/X750CpoKweGSkBANlmVuk+BXuC6ge389M6kB+e96POck61q1DE9wP5+uxb2pFjAYXmIJlKOPXMb6xbpVo20JCOmPPKMy6umq/xV/6FVQ/H6YoY3aM0sKoAGOWDC0+WNxPrpFNmjXJumlkBkh0rFeXtcTamDZFOJcAit9vsR9/BE4ekfKs3prTSFlie6gny+XA71ey6eGz8QPb+qCgOr7oPpUiCHiECnUeO/6gsWLc+3E2VbiP/UnpV5L2/gE0GWeExnrEjcCwV+fReJIkPiEsHYy5nwDGrSwS4jiymNG2yK1aa1s88ES22oLniLuJVHaHimOLb5Ij/624XynY3vqY6b3nKOeDqzDHllbqQVeBXj2qg41gh613LNNTiWWV+f/6OeBtAZw4vPq992acFOsitAj8dqqC4V5kTESavqiz1bO/h+yKfV6E8gq7acSIB9Acam/iA8PgvlVve52A5m5yviRYwRlsbVnQ/pxL6HeORz1/JfHGonKGfnvdXDwGDMJAdilbQOWnlRsHfGpadAgdPhpXR/L8CPpWfKaZjN1epC7rjOxJcdTkFhX/0xAJTd81Ur/59bB/xhZUAq9yMzMzFzUTmrPp2JCRAVt23D9NDVm8gstuOm9vmkpoor+raZKoW8nAD0j8kAHj4s3tDt2Gt63xyHQXGPiynCgCR/cMp/FX/PSAdyfQpGrs7strb09RjeQEefoAH26aEp6rRfOrJfOJouSDxYjVbikwa25uL1Of4ZB6aV24jsOuasNCTqWeyFABZL47SClVNjFD+NfKDf4TKLlngysebhBiLvlPRY6L8XxBru2nWUWRcpMBCZQIygCztSDLiMVQj6E7anBWNEgm3i8wj5cD76zvmFPUwelNEdfjGS5A8iUO7PYfIxq7OPTIyM6BWucG7azf0Ug4/kkHZl4nrArJkdYeh+uZy711Odp38dRDK4zaUH14MdUTto5ql6/CaaWhwzo9gFbqkihwePz7vVW2qApdzvl63Lw9D8Vw41Es5hG5/Y9G3wx83ZFZFX7HK31UGrPJSAD+3t1PxLN9qYo60PG7mysd3U+WH3G0DCW3tV1KXiVboOM1paulgo0pTae9euOnJxJVv7w3v4RDG69QWDaxjMYSGF4lO5suZqwCHxrpvxLuKf5QMasyGoFhwrq8eZWrkzQ45nvtcn4DPCQDHim+Ch6B3ad8AJ+TNUWZmnu/UU+qgqCaYJ8WbyzKWXbj8JdLFS0uRNi6At44a1Asj/vpyPOGxXpaRQokyoOjbDLCQy7LE9aIMiTyKM/Br46wX0zzwjYU8/qvCa/1xtldB3Sm4Bh3vaPnGXJ+gmaqBxoLTJE24gkEmayfviGWQVxbnORfZn2tCtuqPMinrfjcj5rHHycezAS3C88YXsnntOJUA8c3TGuqIUG7mcbVFXlsYulRD3UfQ7EtXOyseXfJXu0A+vfhKk2BHLAGzrnHA9bTyZbv3dc0qnag9YAFP4KMtWo4+RLn4ZPIWO7TrqzgqBVaxNzZgt3eTt7MUzqRVLIA0N2FDiaEXWRvi4L8IghdvqPNgo8SHd5R1z13Z782paZlRlr/ssIks8haObpgMqFB0JEEegmm36DF20dfoye84ZU7iqrHuF7EA0yzDzF/+3yuvSB4DOJLzqc7k1aDDux4sP5T5zJXZEQCU9kXHT8r71GM1Ubm9gjDFFKjkz82sRZ1Mr70BegPX81sA2bV7DPXvyTrRqqWcI4YiyrjxA65URhuLrX+n+pz+8SYbKZS7iMvYxIunlhV7kLLr2eEN8vuiw2/LyDEvpGqeOp06spxPtGqnzJvnVL9OX84svGwD0zW43JR0+juLvtxmG8h6azapyzngYdE7Dfd3SjHmuQqu6mZ+9IN4W+R57ctmZ+3qXB1Yf563obxsjGw8T5TKJnY/Y+zTcMlkjG052vBr9MBq1HQSUHW1Dywn+JnS+EEgLxtf1pu4zZkj9Lc44Cejd8wnAmClImvVrlmm6iTYjQtU1X357/tzv1F52KsZLDlOfeLAu8iLOBHPjQm78gVf5SDBKLFFs9ayPZerqMAgcxWAwzw/22+PLff4F/l/be6kTjH6t9PWP9mcZJyxV+T9zzfBMbCn8nFFvrmf6IJvx0ECABzrzYWyuMhw8u49itjb8Zx0acMMnw/vA2cmAIcdSQmwgX+4nShBvx1GAhwMrGkg2CVl7sjksFFd7+jGLVrSfb/0ZDYFAbL6E08RMtJN6syT5cJkSFnpiAI/ZAAVPHfriAXU8xrwPr6sfW3IhK5AE0WjOKs3SXmzOV3ge2hQmTfAqWf6WrxrqKDqim7c9PJq8U0692hHVC7Pa8Ovr7tBJ1SaqMVsUiL5o3NfWtkLaRXlBJBs3JrEwfGXlS9PAPJRslZlQu75jYhvVltfXqDmO9owojGu69q4OW1+oyKamVsEWem5wpwBBMHOyYUFDuXrKwdWyWCkDGPcrvpUPczJjulsH/qBODQk0k7vVkrnhgTYDAD0YekdOrwNxdoKfEecGUnXYOzKjqQE9r7/2o0bgIPMzLEHi5f05N0S+eSrKBiqzmnQuCuedT1UucTfBTimTeB0t4FfBlydKI+UHacSQCQcmC7mUefTkQqI9TvwRZ62APJ2vUrEN5QqU2561ODCAByu2pcdSQloA8+ZJ4vXA8ERxs2hCFnOZI4pr6cdkQQMFIY9fV0H2ujsJPHEEbUrj4wNOxISAFNd0ulrpHtRYpuf1r52urdn6wf1iJPOtrtAnlf4nGSmHHgGGIZNSkh3LDQXhBZghKuVCiTcm2zVMQqgUmCVLFW65pXm8x7YAvha7hnEvKqOTGeOLBcWXE0DVnFED8uJ3C3c0YPPLFqUKW+2MZPhWN10ulPgIGfrExQdNhsA87c3tnwwTWJsUslaRUYjjaXNoi8iBI1wQNqRlABZdabc9OBvAA/JyrxT2+I31hcdS469O/IxWb3jHMR+8D+iP9aykjpApip+5xwbU4Bj5skckMOOhATgWX3/SpkwPhlhT4+rvVKI2XEsAVPF9XUVaOVJmtNx3FA5+Mmws+MIPIuSfagOJLN3TPEgHoQtw9PWgKrEgeOFwJJWweqNz3le73W9ujSUhtGCqxflM1pwdYS8qsdKUBmwqnyLNCrIQQEwpkVOuUhPoulQFouJLAo2TRm67IiB3i9pSDReAIgQGpsCVLVJCimLfxgqh9/5iSldqP//9s5tyXEkSc+OA8/MrKruGWlvpPeTbnWxFzK9hGSmkZ5wpe3Z6arK4hmHtc8DyEwSYCYBgiQOHmY13T1FnDw8PCL+cP9/Sitnmj1mANCx5VIZhb4eXCDuMMTGuGLRSJm7taIFmKu2lJuqwtrxZhQaicWM7Dri8vAAjvP+4gAPFfCcDpNvlTXgmsMK5VU13zj1FTION7v47FxOQuZyFhrfaskgw5tGgQNXh1Xp5fZUgKp7QFXDVY+8AwDoBVD1gzUyv0GfgDkrHXAG2UdrnXHgxtdgpnQywKNU/rGJZBuxDgRWtTkr9xGqTQBVdwdHsfZRMzGr89bBoxCKGxTRD7yqiFUNeHvVCLCaA0CAQBaa3p0I5v+KyFNJZhST2GwWynhkQf00NLnFkC+/LQJVpXZCXcNoOo+pMBhcdY4H0toJPIioTpycLYsDAGKTiqCVbUaK3kPZMpmr78W+huBjgD8MJ+NVLe9tFtGAqvCqnmujUNR3AOhpBrAeWwr7LOfDqkbJM8ABVj/biA0hzpx+I2vjl/UxT13RDqmEiDVlXL1DtNNH38z6bzYK5Gk8pANT1LgT2e3PA/JD9BP2B77ny3ofy69tLHH8+e5gPILP2A4Ey/xFuZ5DX8KBnLVzePz3VaxUULa7eo9ZOGtQ/o+44qVl/mRmvum2DDEifQCuIuruDQRcNVDV7YmuEa/KpZdYNPLHyTh9PsENZdjlABmZquc2GyhXzmYjPVG19j7Au3+fj315nvvuNHVABmJC2x+MV/VclwOqHj5Afxh7iIJQtozvWDu2AIc6ZHB8het5QOIFDlQ1/sey8cAchaCOZkZ9FG0zUZDfnkaZ7wwpMn8WSd7ErMiaH0rj8O/nJrpYyHModuE7GVeAqmTJf95SmYYIoQ1rvfO5Xd5+QdbqRLPr+h93ADd+bT7PGqtivz78loR4xtP3laMduawyKdUqJncg2H/fqdrPLAMnAxGz+rdVLKvXwwrzhdxXUklkd3DiiuyxLm0q2sn/WFJ9qckYWyNNDuuxr9H38Kpm4oGX+k4ff3cVsIpBOPlRUPWSNWMfLfjBN+kJzjte1XM/JSNzNg0yNfMeD7ya/Q/X6vOABIkcwEGZu42rMpdhE3+IXQbHudGi0BCiIGS4IIRmnJAFUwaUdU8CQdBqCJtUxtUuApC3yerUGZQeIUq0PM6lcHw8DzFsEgZtAAAgAElEQVSepmNPvixHg/CdqlMXsQeeZ/hW+zyj4yrEYUR1bFwVvUQF8naUKl++SeUuxGX4VvvsO1XHVP57eMK/jvt+YOo4Dn+Q5azzlXnCe38h5nxfR3Kg5PTC6Tz1EiGzbjaGb9VVwVk7tgCYM3yrvaXbSFNZ7VP5c3O+2m3IPgGYyiHgR0kr5+yjVaVgqxeOx6HZudd8q1q27kBV6/9rM1YpxzXwpxAf8mVQkVe1PJQQjMaqKDw0/qjPQytZ0CykKY9bkMXRc0oAJQ2PENYxXtUy7yCTl8n/UnoEFogodUMLYMvookWhTHieh8pJ2+dGTAb4cfyPff7Set/GeEKsKkkuHyXwYHNo4dTMbaN6annfT+VpHur81ddNPADHZg8gXw04rOelXbrKHYoyj5P9UzXkcHCxnAbKz2b4T7Hfx1AmjJ19+thY5/wE4ECQydqrBVzhticv21gPLKpxObtrKXdH22JIlTpVXIjqyXHQr7jjpamQ5byPRP74dZBDhXVOFdt19bdab5xVVrg1cr24Y+DqeQ9gpmI/SuZq79rAxapO+7NmxqqboCgbzMWqeugqtX3fZaoSqC7Pi9fsumkgE8Saaj+5fxe68O7I58lahRqgr5tUFYBL3GbMAYfmCe89GvtwknopqJpfC7CBoAxlYNZKNqmhJ9+eRr3mWwX3UeCw5oKxz36jXM5RopUn1WJOqptTKAFGxhNe4iKJBABA8K32EADCW/AbBTj6PEBqfhsHgL/W9bkxYbB5QgjNpq3SHpiFvixHvgQ9U3tnikI4hgMLG1jHXa8x55DKj02ke896Od2pjEa+TKkm6CPIUTNe5Zex66CKEnC1N83x8sm/vESuKsf2Vkddm6aJrLeJbCrwqp7zDV3qwLlqi4KCiTCN8q32KO54qScxXMV2tv7a37WAVc36jcsFmXoTiGt8SO5Xejr2Aa/quVtTmjuZUD6YLxd6NLHVsOfpkorSODghRz3NANJS5T3goc1IZe6ioGpcbxNPZuaXxUj4p7VjC3hwZo4C+cvTWHq2R9UPBYiHViMyEbiC6xNp9odESyrrtjAU+cszfKuGAJXZEMoEqH76VF6ZZ4Cvd3ZYUdbnxBwyVaH0uaYhKMNhsg2tohWZyZfjQOYhVDbXWLk913J4zAHgy9plOffksxozMGvjf6wiSa/JOPTcmETICh5+a0ULAI6NA9H1MuZKOz7A2Fv9uYnlRbOcrcdzC5BowOHC4RDLz1Uk9XZXp/sJl5lpy+1yPyOmj/2eUEQRGw5QgtqYem+BWsAqJe5KbExuvbVXC+TxOslJn2sE8DDjW0Ud1loxYHPK/G3hODP7dNqsoOrB8WrZxH/c7wyjJHFiVR/xqn40XlgXkvUMJ2SfAI5mYgQKu57Mp4hZwZnZzF3bcBfjVf24FwCcAX+uizmIggTyZWBCaJf7d6pUG1qN0pOxxTy1AZC3Q8CCG7BZJYt3V5FXtcyfcJcZNFGaXXe5xw3ll2T+AK5Ow35sVKkCfNlE4pg1UiEbyBqWSHXz/hO18kMTIslUW4hyYI9NzKrUxdiCTgKXXddlN2Rtsz4k8scKAkgbTe8toNRzcSo/V4fKlYAf7rfE00oLWx6UW8mJWfVgzoo8V+lm4+qooysCq2zAMgqATDjGpv3jgQMAdE1KtAJAoS+zWb8yXJqazlgMkcHxBXC1J+f5xqv6sXewUVXakevQH92YkqVAaS5ZmpYPcmx3xhbAKgBrH+K6ZmNmYlVXuk5T4atV92FBDbDKQel1Y8EtBp5nocxnvvieHQoebV5SKAE8WcxCndu7PrYcr2qclVS2yqUf/jKu6sSVVDYVc9iEzRGzCrvuObfpHiqYAFcBga6LY7d5v0vvygb11zbSCoIuf8el31vld3GaCtnxqx3gWDP9zLqbjEwETonP1o4tgEUAxzi06OykRTyOU/ljddBDQE9sbfK+l8Erfm7ymNPsCGC/ZZmr522KqsWoy6UosSfJ1UkZzfpcW+5WDVj1UjnsqxKGt+VTb/ceOQ8oqL3LVr1uklZwdeTLfBbo4twy7I77jsleBXfGpK3W5Vm6nT9UvTMLak7hLZ2+aDlK4wDHrgVV8zuzSQXggG+1Hj9X1d7tzu91o+H78pcv/eBbdWJViMDZceqpFwKOUXIax835p+enStWCMEifqgmashCiKcSeLtORMJK2h0T/2LAqegagGNmqVXnAP/MxfIYDZaourBUtAPjzBEDWSS5jd7gFcIjvWDu2AGtAsuNfNtdWVpRbVsfWJLh229bLblNOSAVXyVrtXuxhb/X3dSwbE4E78k8nVgVdTSJrDitulHKIy7DPshX4mdjje9JFWWXykuK92BqwrFvJM/nP/+P/XuzzqsYd2/xzakuX75NK/KqMe/0EhNjFZOLLBLGmK4Havs34OQD01yc2qd2nBGBB3STA0af+PkRx49yYjE7Emsges/bOAh4TZaplp789jTsLAPEN5CYA/jQNcPTBX1QAZJ9I1CCoil2w+jh0XMaUWForrhSYz9nEd1HMSlXuIw4BEyGDzI2y69c6ffETNvHwqnIQ2OTBAvGM+1GyDLhqLFFFj2EDj5jVE4c6uiDvjl/Sv9u9y8a8ptqtL+Po9DsQyPu5Yb66TbzBVQBXobOxVpyzNPYEWXZdd4aVrv1+bBP5sY1tnjrp1iRNdC5/WcNXnJUf38j5OeyqoON9o7do723hW+3Uatl4VT90Jh+M9FJglRPVnIi/Q7H1LqNJ+X9uwDPBAno+Bzzs1LC7i80dZYInvwOudmgR/d44mo15YFzd6rzwLl1xs4fEGa9q05lR7LvwHQAgJn2LZ8XF9HIayvMCReruWYcMVZcBTmS29moBuhJwLOPGhNbnFm069uVpEWTZdbd5xi3e+/b3BHDzBftMAVc7ZhrE39YKyNuoOvYVV21C5g/zeQ6ENu1PuAtiO4CrHV3yNG2So/uRzDsbBbKAbqMzBnJiVasth+s2rk7H1SEW+bVNVH/glg1qKMYWIp7WihZQrudRd0T0iMG/dokKVlFE2p14cHvvwzboVfzaxE4r58YN3+Eg2cSsSgytFcnu0KIT7HSAqrFIcoXY7Y3d7aG39xhOcXIZsAqwAceh7VJPp3333+mVvKrnPIG1IcDGAk5Ipbnp2E7s1i7upbKYBPJ13i0+WiY2Ghlju72BP2Vuouq4EeWmt1tQKwA0D41qo6QDiD1foNuYhp1TpMZvoAG4oevcOrLd7P7KqwrorMa5zXzCJhWe3uUsL829zXNuZqSb3djZHFotqEhUzOpmz2r2xmyKyKhTccVmb935u2GRrYI/Tlzxlo1NGBUFM1LIrCcKpg59T7NWHd8qrc0jLJUoSmWlWc43dpxbOmXD9+a8T0tNU2wDX/E95nIn4Elc9oPu82A33CVa88telNhDms+NzmQbe20OAAFVAeat5RZwc7dyOcOr+lphe3sLgV04cNXiXJm1EYgjQazNs5W+t4KqZCBbP572owLjzONUGH2WsYr9ONUg+6cD3X77CJE9Qd0qy2+HAFpHxA1mm1zMiszV1g+6u1nfPUhLET1PgdXlpFuKy0ksmv1j8ancaXaH+OaTMOMJzkNKczuT4HLHMYagw7dXzsw7PviKRwGoOkD+ipv09FJAn+0+liS59UziFJcBVhcIoenguvUzu9RpTjRlNg0yRep2vzvz7HqXyj62cVXWU/tMrOoOyT/6eDDD+SSUcdhuv3nU2yFm9XXS/kMdNqcvm1gBecPIj72F6ZuMQ2iyAGO8G+ytyvzT91NZTuEXsyrBMvswtibEnRYvmDmkAFSFl9fWHW+9qJW18BVvY9lAO3LnAA2wyirw1oePd/6sxh7H2Gr1UXuSgarWgcU+h02DQxySLC8BVjndsBKV8rGDARVUvfmkn8p8FmqZSovns8YCTNUbYZPfnwKZht2wj5Yq7xlXVb+037/XUzDP04McSlVuDcU4KjZPnudBlgHUb/vW+TrK474sQi2Ta3sjw8Vlt9x7ydh2y7h9+1ZFddhs3KcvodsAXCUz3Erxij6CfRYzx7d661hX10O1cgBxxf3tszHrvuMjr+OA9GVzcGvkOy7OyB57nlFtYbHutP/pBnjrAFdbG3c0GzNWvmITLT0BVT0OAB09QtM84J/HilQpbDj0cq2tkfnzL7nVLyahpweDbbQMe6t/rGN5QQROuanvs9a5la2bvK+KwO1j5QF/VOZozi1vS/RizyrXs9dScJVEzAhx9iY9sj/3UlBVqXxcVPwwY5UsVUpVrJVbILlbBofLzIQSIIQ/yjrkyAKcxAH8/LZwistttg8TWs6rat14sqBOUyWcB1S9XaFyCcAR+LKcdyN77BE+Q0Yv4Gp71cwBUz3NUDCxqnIPIebcv9w0VRErfAcQ0Tapx30DZYIKEilA9oiR/fkz4VX9tSPL+fPfDu0XbA7hqXM0WfcFVrWSyfc0u+6OeG5nupjxtIBvtY2cmRxWZLyqjK+WDv2H9fUhSeXnmnF1/1dwVXCObsMJMFrvvO8FwDkoE6ah5/j3W2Qe3u371oGqKrJtgTHrOkcBwBpwvY10f/Wo5igBXot9H/UarX2uzuueJ61CeTJQFWFFA8RLAHHlVT1mZjoLrCqoGpM6fq/8ltb6euHFVA8XYZQ7xyeADSgBuigoc8vezUG4+cSX51kumnLLJ9a7tyMNdxOcBaiiDYk5rtz0/oc5APPLWZvBw3o+18RVukmdBvIMH20LEaBcrRzfsVa0APP4DtqRB+yCAA/JWEUIjQ2ZbXaOtqlqD+wDJ23bGh6DcAzZmPePyG2zxvH7aPbPzvGqPmC60pdRAAhgfmJZWWXeQrz5kvOttghkoSIHCgAVgbOB9dp1FP6xr/qxdpyztxJXvCiywBM+DjSRxVrRAtCRTMJ2iVlBHfFDgUONjtZt72BVYs1qE6kA+aNn81zMKmNStH46sQBjK/RaBK1mYlWPWue02UGcWFWR7r4UWGXRyGLashTKuxSxqsfYJpXR2JfZxMDV0p7xRIHVp2k7FZcdwOEOK6wdW4BMXk5SAVcf0VT1dOIEdzzAw8e8xiM+/dNnshALyepVcBUAqD2LVuULN17Vs33IPEX51yM3qWQoAB6SuWrAaskm1RcFVkejdiym89CH36DGbaGw2Gf7Q5KVVH4aPm/6AyIxcXmsGeHWTi2AKMi3aSiIWj286UBK5PsKUZ17UIg9/IsrvQCRhoOcze7xa+TUS8T3fBXHZf5q05qnklFv+GMSfSaBUzV/xKFt/mkeVYCJyN9XseyswrbQ40maaGWFOwRsx2zOoRfbiJa8zg1HSb1bM2+RufrwBqgac+D18Ddp3QsoCxOHo2qb474qBVajKAc4WtCxLTHnazhKckVlTpvvbR/KzUTVhCdM+F1Qkbtj/9FHZPMiZrVoWRYH62iyxgCBDFw4dgoVyEscr+ojl7AsoCl7X0xNFaRs2I5H8NGOZDZuTxYHvKpbVO4fBMjfMbxVfhQmARgjQ4rMUUkf12+BL/I0D2RuY6u0H9U+i3YcmDKPUt5OBpC1ogVIOvi5jlqzKWT/9WWG71hvFSyQejJh3hoHwmb1sQ3gMFaua2Lzo9/msbYoPn0bJfJz/aiklZM1qe6aUxn5vh4K+g5dtZZZQAVa4DIOPBkTeB7ozLzLv/6KZHuwfIgyB11tIz1cb9sa2VUwmZhVWZ8xnJiv4Fx9WAMzZEzZMrDQBdorr7yqHwKrrqBaxaqY9dtxsPEwnzp9sJojzSgAHmwb5vjJNJBJR8Sa7t2JZG+QuTodPb701NFGiOwjNqsPdpx7d8QFzwNURVAH8KcN1uEUnrJ3FtMPXS1eYLt7/0QX0qEn357GKvDw6EaWMxkKWlJp7cgCjh4hyWLO4/uKBUUYevJ1CU84HFK2UX3rsGwTH8L17LJ6H9VjeQb4Cl5VG1aFMcUmHvGP+/MVfxzgiMdkrrYhMbONoXgx8pVvVTOlHtTIGHtpESD/IDMUHpt6Tsj1z1WcCSU/ro+KNnE84VBFWUJE0ToMp0ngizIm3LnbyFRlivrHhkNA5qs7v0BbBtCZ98A6VFb82kSt1B5glZOHY1tqlIwtEa20CO49sBTrysSqAFWtc4rAKqDqB7Z5l7HqSv+VT8sM+WrI96aAAqAd6H0qgSpXmijIubltOvY0i2OUJR8+aquK/zixKhtXZX31KlbVoqAzCn0teaf83dqxBbSse+TLt6fRQzepr8Ch8T8WN6ocpkYOdHalXy3ZcCgwL/Ltiey69nGKPnasU0zpyWTiKSXJIwAgPIWslvWe6gFbBJ76A0Nps4tVsbxtjXFOJcFsbOBqWd8wnpbjQGaIm2o4vGdMdId/PwEO7bSi0D2Y5Ps6kv2hbaPKIQwAqgCrSrfxQGC+jdbhnThjxzZk2GGeu80cqcjqEMs/1oiWttU6j3svklV+rg+t5khnbBGbmb/u5jeP65LKT+agFL7Vu+9EjVf1bF9p8Z8KlurRQOnvXoFVLceNHkfEX9nj7nRBPthVrKo1bMvurQCAplMAIDr3ngvFOxm/5mOwDgGJjQa0ACpe+aAFEYAq2S2P4eStacA7XZbzquabjbZ4MO/h1MxHto4+8QWWP9BtLKehgs+PGFeEYZSDychsER5/p1Hz+WNQmiZTIUnaMqLe3hlKgtmEsTW2sVXSlZ6XyGI20vhz794DSwU03LFotHZkAY05USKrLXzF7TNOXpq7mIRa+n5v32mfRYpvFPq+UgKM9UznfhbisIJM1bZlObehzxhLUI4wru7ZJ1W/3R0oe5mY1f18p+p7Pub3bk1I5qpmzN/JPNCH/ctPsjHv9MDHGLf2U3/8OjxMDLjKSzNb4T/QelkrWoAxNbqjmBWCTDEUANYdhc5QhhjwHKXyOb/OegVWHa+qufWpBXIKAOUnaZujcVI4corCjwA42u4tBGsUc7/M2aTed/IFgGI8IVZlp6lFT2EjCKdqWzM4mMwmqJnPQ5el0Lax/+DBx9gia/URfKsKHEaWpVDmAsxTbOAdPcJ9Y14Vl/y6DGQ6YSN297P4Kq/5gN+6TepiHuqB6b16EG+hVHnzQJX7Bxj74kdyQLreRELsafNai+wf+OVNzKq8a+GDXI59Gd+JM5PD4802Fqg17jeaL3brh/4QCgB0B76vnbhiu+2TVQmSEe67DLs2x4FHdCx0AJMQyoTbPh0KAJY3f6wina/k/vl8t/3AK+/O3hO6mvWuPTzgn30SPsPcpRjUjf3ns3dp298r36rvSXgPwxiv6ofd70eXcc4qsBoDcKD8ZT59ZNTcHgn8jy0FVlgfjkeBzKZWWlk2IsJA5Ms8VADonvGahdcWUDUbV20L1o9+HweqtndcYR8W0E+zUAHWe/rOo/vmkuezEAL4+R2+1TsqUnO+tT20F5C/xHa3+o2jHWkTr+r5L4Vl4+uSzMzH82Dfqj/q3JdNEbGGMbVQQaLbRx78BuCQTWpbD7rq2LKpazikgAKgKxzpyhM+9rNKpqas0I/7MJqmYaDg6q3FrHQNeEhktWlnlvMje1RjjorAxRntSLth1fxknSpBPUy+NXr4yM6p+WzGFrFncuP1IHR8P7aR/LnNxW5vP0fWNMmdL3Pl9KwBnbhiS0GLEqtoojNjihyW7rz23fpXx5bvy61RnvQgklA8YK1gAQ8sB/HxC9AA7z/99/+TdmXBeM++dmM7VUO2iqeuxAjwrU7IUtDyQZtkTk3EJvW3ZagKlvdqZKqycLRJomhxAFWA1S7YhrH1dUH2mGXWnfYkownQ+ben8V0UqYnDKlaltCz3GsndeU4uVkX2T/tbKqORn40tA1eL/ZXq2JrDt3pDcJVhBJi6MV7V0iFDBrjSI+zbIa542bhOVdh0rmrml10xpF+RGTUPEbO6rSCRCsdsc0GmIVn4829lDn/ZxLJrJa/q+fcH+2E/MXV8EtZOLODErLybHeqw7oMD/N/WkYlVndgeWFXH1SrKKpa6t0gOfN/4Vs9EFT1w9xF+vc36Po1EkshCWpkFoEcAC+Tk4hKMzfunf/6b6jHZ+uvYnISktCPgD28eBCKL+eguGS5dG3q5mvnviKbc+KQZ8Ics1d3B8XBYOxlXqSvjpkSuK41T+G9PY1NcLu2wVJ7nI3lSLuPbTPj5YwFVuwLI39u3yapzXM7dqjuZTTyl2wjs4OLIZdI0cTzhs1CmI6h+buNRuMtm71TuuxORb2OL4l1T2e4AnbuZcTgFmLdqi1JnQW0ZcHU+ahogc/E3ilJZ7SLlK/Y6cdB1rzElyqW43iay3nUx5qQCew0x2VXq3Cgw3687Gn8S89Y09Jo/EExFOUP/9VesHPuXAByNf1yLb0jCCtnx20N3Uw4ZTX7gS2KcAKWe5kkqYz8Q5fpsKvQo2CUS71vs3A98NTXzvprBvf/wz39LDVQtWVKnqSRdUsb1Us2qW85NcKf0xMFLZTEJNEOqqXhU9hz4VLc7gMMHRoIWP3p/iDtFUp53I5ljTzPjMi4DHyjh+W05UlGiW/GOcRIPsOqAQ2vvLcAhhXI5v4or3jLCNWt7xKyWs0DL3m8NzDf75re9W17Gx4HpfBreTMyKTFXAHxtWp/2JAJyjAIipPMlLFW/b7Y3e3Ql4Biq6Y61oAbJ/nsYNVzKxbyCrbhe/AvIGAL3ZnpG02afya9tlTY9UQUO0LWzOKo8sFAc2zb/P4fE/1pGsADm0atziWm595XLexbLadj/lkD2EylrYUr9su5XxrTYoyM2ctYc32lYJpdgRvKpxIl4FPQjNWDVzvp/4Qe9TSbXctBpK/Wg7amYmfKsAQI9+mZY9n570vVS+LQCAmk+nz32FssGouweGN+s17IOKpxPV6V5jPC3noZbmMvF3ib/oHtbWrN7lSCZaXtnsEzWrTlXuu+k7zVrj+G5YhDJlDnS6uTByoiAcWpiYVdk6OnV8q9OgUToS41X9eFQCpiIAAp1Pl5tmZk58Gd2RBqkr9mKaQszqeRI47roGJi7WBZtdotQaNl+dzlXucHS17QYP+Gd+rFWCk6ARv/nsWV37e8e3KjINfGkiYRu6mh+bRH7u2Fw1vMDsmnFP3hdQ1dGORJkAebfnLD4vpz/q5pr29g4Vep7w5+pGdTsUAIZZlJoSXlWBW7WiWKEBqyfm1KxoRHUcL3bnGmMNYBW+VV0r2iR01IdUnP7+NBIokprMrmPg7Q+iJZXWihboEq/quf5DSIaydwR3rBU3TbNRIF8QJGpQvEAFQF5V7s3qpxZQeoQIVLWrPukOL/EZ6CTgFbWNU9HPiTlkSDUlZoXLkFVHJri1YwtoxuEm6s1cDqi61Ow66+lTC2CTCeDquIlqlFR2iFVtYz1cN3O/WVv5H2MyVbFRT2KOl+qBxXwSGo1KaWhJZRoioufGgpNlrN4A1152sfxgXCW2p31vQcYVGjmrTaQ0WX1qgKsGrJb3aCN8q4CqgIZkZPbJcRr6FnhVRXlVq8ctA1ZPOgFuD7JVu7ssShUwXCxDVZGr7hINeWVLb8NENB358m0RCNkcTYCreEsUIXBhAaqs21V06BALcarr/ogqLADQyDghC11N3wL+wJlJBmsTDT7evYnAlZqSLA5Up90hYDP2bqLP6t5jOvbk2YTiSs0HZQKHpVAmXNvTbFZ+oXLf8WzMun720XV5xiEAWZ82dePQl6VStdzCat2+J7z7i1Eg8ywZoe7XRHEivzaxHnS5HYQZO7cl4+rnNpHtvj/Ck6mXqJAM+wmEGPswB9f1/XPXwQk5G/mOMqHmcECs6jtCZ9l8ZePqzdrEHMr/ma/62DhI1mQ3Q/4K3cuhIKvBunQkr6Cq2bY4dGAbYd9Z8yDHgNXMpG7wpk75qwctpHwQ3jpLUyjtTTI4nma+gqvXNIBaeLZ3OzgOr7lTP69lTLHRUP7HHjS+At46eCGbyh7rgVleP4H1M8DqEwDQdUNLsxMQjrFWtIDSI+wQ1bnSyK0xLgeCItNJIF+UB5v/Nvb3993j+6mqUWMj5ZirEVK5JOdV7UlIbtSDKamEAqBvibxsvgCAZuO+xItGu11FTb9M6vOtKnC4jjR7zMbVW9/k8lSrHWJVOa9qv3yQb2Q/YQKM5WOSM3YyV+tM5xz+wau6PphY1Xvr4nPEGeYqXQf2NOeQxCe26H2bj5uavRhboVcjgS4RSQ4GWJf2g4KqIpoJVrMNGlg92pdA4MvorbFZqWn7G1+WyngcyMwI1kvtzCb+yzxQjqS62Cqugs9AAdBV7tBbOqHjVaUE7IoIdcsXrHlvfAeuVSdewE36tVGoaZbXy8hWBVx1/GP17sa42phYVfm8n4pmqsY9w5zZHCgn5NQdXDRRTVDP+9p6leOjVb5VNqoVXzPnVV3v+wccVjRF6c/hVSXjkEzwPjbmKgAg41st9q5yQvqefJ2OpE6xBeX/HAJ2lULsVv5OTIeu5tcmcbQjOrSqRq5bvV0z983nrZnuJepnZjbzNu28CzFnHDhRoksbcfjPTSJkrMIj2je/udQOZb9TETgE8hBX7Ol8lX93PqbswKrcYyrzrQKqUv7fr235NcPp9VoNT9AjxNcd5BiwiiHJVM0Eq/oUvDUDaBpkgjIVZrRGXLTdN2Gahvvn6xzVXKdmXtVCBHqUgzVLod2fe/e3YzyRpQrvjxI/V7bu3V+50gPJBAfgQBikTzGjkhFKf+wUWydhIF/mYcaZefldNQ4jyGS8quesqxngxB1NWUz7l9VJXH6ah8JG1dqxBZjTEU1ZzsJKGfP5IeCvbWyVFSVORdxZbZJsvuqr16WamcmhV93D5L5aJv8uMuu+jKtUW6QqHqi8qkn/1jnX9jc2+bGOJRoAjx8ig9Ox20tYO5m3VCjOc4c6F5rn+zqWl0yY0+x5bAEqK6AA6Buvank/u6xV/MbA1aKF9FDQ83Ru/7SZWNWHJnrjVeVnF9jzzN0GDqw6OAzk3vGq9q/5vhOzGoXBFW7SPyj4AnoAABctSURBVLvkXzQZefI8y8DnCz8zp41gsQjA0U/PudAYZ36GWBWZqj0dVtrnCO4spqGKWbkQXD8QX2ft9l2NJVB5/7YcVQOAUlHuxx08ANYKFiAz3vE/9tvX2KR+gyc8xAT9A4/ru7ajTCBjdTlnTr/syIo4vDJe1VKzs1nbkv2zH0bMAeBYTgEPbeVS5hDLcSiL8DL+fdY5P1eIVZktj23JutgTwDFAIAeI9HvO4qATHmwOlS/BOOrPAd28EptMQu9j+jVNTE1lvRf5c3OQg1bl9NxvKnRnTj33sj4I+gNDaYqrZqeBBq4We135Vj1f/M8Su+MsW9Wmq6IRsQmZqsn18WbwwCqAar9TolPdhMHLhvCOtdPln8hi4ml23aV8qzr+FOBw/KrWTmyaZar2vUSFr2YhrRlAvolVnI4DOLXm40ABskuzOHJQ1RZPxagCowagqlLW9HyzkW/Cvj2PLvadocRhhSw81Kh9mUx8FVD5qKkg0yGRbV/UuBvuaDLAX9Y949X4wEb4AzQtrlKnYWP24HaMrS/jQCbBx/Zhjvq5OsiewNzzg66q3UqMWm0TWe0dxdoQDp75ZsqWZ2Nf91zWihYgYRUhvfPar6mWtv//l1hFS12zIJVbMk0TeUHISw8rhoWOvfGt9n/9Wyd2AK6O4Fs9Z57Ek4TqWsMsCubVCBOlIg2Aqhqx/umf/zas0UmG6luU6hmv6vnhiGoltAAI7tg09WYnfAFQbDHxNXOVhdFn9mEdzSl8NJy92MVxHntGscvgGML0pwDQKFBw1TapJQtpsqNmgTzPNPXww6Yq98arWmojsNShxRwWivOZO7hQOpE66hefOV2H/56MQygBONw511hDAxzCUzewfdhFPcs8td64Mu4hNdY4Od+qzVvFnh/5njyPQ+GfZQtC4tGaLOdtYhVLJQMHKp/v60jShjaqXRqbgIaTcSBwzVsrWgDMmcxVZq30JPiQ6PTHKnbrwGGF5A9dxa1/nFiVcqQP1DhKheR70jPZjkbCBNEG/GJUNqGDGSJWZaBqqa29XHQy/Rz/uaSzhgusZpyqQ9lsMNbGYzJXjV+rbGCwCFpOfVlOPi7jwV/IVI2MV7U0vlD+HyXD2sTDt0qWAiCHtZKFdEBZ90j5x84CQACHERyHtpo+tZFyOUfwFfdJXPGykcKh15cFXL3wbFkW0HurOdEUkeV8pKJWp9t4d8hFWWXSe4GLy7zp+Fcc5Gy2sY6tITY2qMuJbwDQmc6Hb3U5CgqVTIAcZIwhdDaU/cOl44OYBOjxZ0aP0Mw29dKnt+N3qZcqlygZ4awNLePyuF+cUJwDV/NsBKWLl1S+bxP5sWVcGSh9PNfHcjiIvGyiQc/lOppIfvK8TNCsHWO+LW+BfeBahXM1P/Hj/4sNVD3bRT5iVRSdOHmQRtoggVUsl6ioTiM27MxN2KRykgotgLWiBUahKCXA7EwGEO4Cpyqg6kAPDD90G/jGAH+GVqKCUdikPpE9Nr6U9XA4I5DMujDw5a/PYwWACsAh4ypKB8UZVaX3VawqizlD3Kj6fiq/PY9kjKqVtXcWcFUBk5Ev86wa5b15AA4BVe2woug0qExvd4ls95SdNLWc7p5zAgBBC3C+NLd739TUG+MV85Evi1Gm9q43TrVS6cfqoADHEOPxR/aNJZWfa8ZV4jh8eyiu+Jl/AaziO1CvceA+5PhyzlbYR8WsAFfdsFK6mj9WkYor2rg6tlySJvL9V6S6FUNvObhqYlYlnsDYgRLAdxnhGnsiqAvfl2oP3YPevl+nqCh19AkNrgMHBazmOGpKRt0AeOrKhg/ABpQATPrD3U6UBxa3SRX5fRFmGUDOQjlQSHBSXtWBAfKfheHcPihUDoFX9Zw9GFtVxZo+s21f/p7JfjYO5LcnODPfvgrfAfjhj42rYm9TosxhzrC5nFOZjH3NXA2CfNNls1fuLYkkCo7NtNrCU7BVBZkOieNi60sQaeg7NAP8EMvayrjVomTWAQBl2iANWbkft8EmZK3Os0OdOE1kpRyHNqpOe5hxtdqTyRuZ4KBm1jmBU5JZrBUt4PhWPT3U4bDi/71EMiA9potcgqNTsAp4VZmzLOo4s2nZu0/W6kVmHNyP9ODC9wWVe7JVzXHKXcBjHm8YVFX/HBLHqtovdWTqQ3a0MPRkPkNwx84F3w835Vv12Gh48tsSyoQMWBUHbOz2rszJ2rEFHDjmRHUGPc9lxPxfF5eLNQ3KlzyXEf40cwAQTYHDyAkWWDu2wBB5Vct9wPnGYhYoX29A6YW1VwvkoimLaeD4Vj0ncgawasOq6CiHKFWuOos52SaVQy84+G8qZnXpQUj75gGyfxYjXzeqyqu6s0Xg6aii1wCbf65jiznvjMNUxbgakphVvs/+dIqGLxNOSN+TPzex/NrHr5mq+frw0qhR5o+fPr/sB3BRAmbCaVoj9eja6HX8TIVVZbdPZLWNhr23KukrthBqr3fh+Cr7p4jCX1lxWfcFPE/HQu2W17Hnz8+0YsKDV70yGzuQfFj3ZWpf6A6jctyl7uMvui4r+3/T1LnC9mW+OShg1UBVdQGcNwdXX4PTRd44jB+xGELY4XnqNvBMsUxuZKxeETN6azxAVXhVzThubJE5hv/ki8PednzlD0v1MOfbciyzMZl1noI/BnAUDel4VRHIY6GnUbuytft2ARSrgPKUvd9l8dUxA5L5g20IQpRV2rgqdmAM5+wuFsBVa5kF0lSpbODAnr7jPWzCPnWB/bqEOsTK6se7Lss7+iBdDsqEscc6EEC+WKoMtcS17Zr1gvvuK1rKIadCSpXvw8wERx12MUHX933A7t0BdFTkYJ/TPlI/L9dHu7gz8wqFiy8480N8GGAp2/TUvJ27XskQPnVIh24ksahY1Ssm5Hapr8+vPC6uGgtUTnGDrKa6ohVew0Cd5VrO8ZiBYrkluSdVKdZOLMAaeYOQ1ytV7+cu95ERwYec89ZrV5F0ujggNcSTjiP2G7VGEiUCf2joB5V3D03MZ/WMeL+riCtUUYL3uAONOoO2/H0HkbHKYMFkjle13knU/br7Pk/Kxaxm07BBd7rPu9/jKWw0vi0DPW3e712pcgNr53u8+t2ewVjiz36gvKrnDM3YQsmc8uU8VFeZq+uclJe/Cyu1Gtl9mXRklXc+ff5H30BV5V+eJxKxkCfLueRB/F/NTXP1hsQ131/viW9Xwat6iNz63lpugVQpWhhb8K2W+4cnSU3eBAVXksRtLivb3S1vtb8qX+su8Tw/48Wq3uPEYUAsuIy5SVVAi+v5dq6rE38UkGlgbVXn2W/e4Wh7zt1DM3t9V3pao4uqd0rHrgBs3u/z1fIbQOIEifp7cPrqCx84BZ8fR3CFP3pWuo1TXTMeGHMcdM1CXwWJ0B3yBsitWtYzAGLwzf5SQaaSXzTlTtd0YPZaDdyisnOy1NzsYkXGAnh+rJVaIFBd3Ef0UDs7hLEU7RPZ4zvWChZIY5HDNlLu0MkolKDOPnAAdnUHyiRq1Ngnf2CfQQCruuXRE1UI1d2pgDU4SkRmM0RBju1x7Wa++pn3W2/kJ7i1++eKuedoQ01Wr+/Jb4tAOQ4/g+PzbUjt91Yg6bF+yTcoTcalzXO0GhWuuPTOnf4d9lBlRs3+qb4cUv6gTPmyjiHcgXv9XuHKGL7c+rfInl9+A8bSZOTKls9Xv6ACX+frHbhV9/PzMfCauVHjFa457dW+F08WU18n/EfHhBqff7NL8kiz3rlM3o9HVh3ncU94hM3dDEOr99650Q8HwEOREb6josuX3u8dmHzxNe+6OsvwuSbu6NfXeXb2Gvmzz94D4Jk1zzTQQy9rbxZAkHO1jYsCgrjFlRl1Xbez8hVvOehKHWfm6E3NvOvf1tj769jytFKHtc8jYmhj39LQjZhLoGQBVNWKLmtHFmBcUQnIITKzVBiG4tVd9PXctppVp1PWFYvyHtkoPqSy2xg9QmmXJiKHXSxptoFjLzkJ36gNe+QGjXwKyQjsR13ouXS9/PGjvf/43/7360ilEESBkgeNXTYXIOtXfV8h2SSDxGwdXeIJ7qQZ1P59AxioBLC931+9bnKq+7wmY1faDJ484wq/xfdOfV8pEzxfyLDLRUE++qqrN5VaFlR3SerG7RUm0E+rVD7qiTwtwk8Asup+0PUrFJhMUtlGZMh3/Wuaf3/G+SF2auZTFdxp/hldvyOlp2RmwveMgTw7DNQiVbJ/rHqg3Lspc6dUmZADcDjJxKy6Phaaev98fka4E67evmYfVrUX6x4nyHQFr1rVh3bk9zn4Q9US62LNcBn5TkTPJq6jXlRwzPfkaWKbeAzDPAWoyrjKZKc74vW3f02lOjogzEnGoWY76XgajTQ101qJBRy4OvQNhScJ65xNVBuj6LVzkcm7SwQagPct9H0ZBUahda7vAVbZc7k5/foNqff1v/6vI2C1j0CA56UymjguBdeuN1w/BmcqZCpcCwj2wxbHX6FTPdVvSarAISWotpA+thF+Ayk/4GoQ1gWE++c9ZDuacExZv7rFM5k/JHBQljufvAnu9M8TrvsiNvDPM8rem5nsr3ubR17tliiInLFJrZJU/8i3vuezicXbHTzgjiUR0HA6DQQQ0U4uinM7YwoxNGLQoBtK7ttYDyyuybTvow1Z0RBvdoyrd0EHcHU+cdUWtiYsjq0JBxfjIKMEGOL4gqtUFFRlXFlNVzE6sAYkW/V07+n7JLLYnHUunvp+Wovdqy/xGT5esjE/4sPuy7dW/g4Ksw+pRBxWlODvAKsjn3lriDH5Y2uSYAjOQ+xpAsnwnv7L/xzAEUiiJQYThB0MWH31MMp962amVh70Xbsg5WTMnfoQh5SHY+ibsJM+zBdFZEct5qGCz0NvBNP13pRxy/0AQNWXKBtX/AYACLGvEWrm1o4swGgCeP4yH3oGEMCGCBQABqoWBwnz0xoRBwVVaQ5cBVSdz0buQNkW0+8M52gXWEg/zUPHyzpE+6QcVDgKABeSB7AVqDDHsIlfU8Z9womD7yi4OrVNasGcmebPYhwo36pXmzW6Qke17KfEXkDVjR1WlPYMAmdkqnIIWNbgWg0AV62dsU+ucjUsA5H0d9glclAecJurTns/iVKJd8XDivx3zFujMFRw1VrRAuA7k5BKpuvtMxBg1RkxDEXCsRFkE5SUjP8dwGED7c0CBCDdpL6L3Sykx5kY0SA3YR84CBvT+SyQGRlAQ9ygZrbR8qYYMS/j0ypzF8YVG/nTBsChSu92cFGwDWug5SSQp1kuMji8wws2qm/gj81UbxZwYwleVTaq6SldhMdC2pP5PBwmcPiJqzC25mNHRzLERhbmz1/G/1ja96mn9AhkRpVt4VnmkJkJnY3yIw943XNurv8yDYUS1KE0PdbyRLZ7B6yq4Ju1o+mKI63t/vOMwzBkPTgc36niJoQad1g6LHAx2iGuGGsVqRUdH3sMYlUxCT2fCGOwPydzdUhxucrYcnyr7sD0mszVQQGrAIpkRvkYroq1e/ZbgDBA1T7SPlzbVWWgan5PsuvIAjIAqGhlLetGFCQrkbu2H7p2PUscMlvgVbVWbgFoR8oyDlko5uCqbVCLtoP7ZzkNZTHR1fSg3IvNKiWD0AAMaxtxSTc7XvD11mUpFBeCAD4i43Gggk2WtVoyb3mpZq0qZcKAGnH4ZRWpcIyNq2LHI1a1/4R2hLlqNnIilTZvFW0I3+rzxB3qDGPWSoXl348N4+ozccUBBZvsUx2vqhOr+mzvic+QtWrgatFPmOtJ9PH0PHAY0Ruxqj0VS3ZYceIQnrCpiveJxBfuPQPfl7HxrZYGYNXVAVwN0f6oP2sNDljFVijm+hqU6huuq9MiExol7sanVezBnFf1HD2CS6VnIW0lYGX+j6DDfBYOUnGZg0LHqzqMhU7V+BdzovpBHTfJqpMcAKp68wH8fhz68nUO3+pwACCgVARAtiicah8Pb77+yLXZYG22iDictws2JLtlNnUigwaunlrU8dE+L4ZFt/FrA/8jWc4DCJ4VP5EM8M32MjofMoDgWzUapHIAaDYKZDb2JRgAJQBrP0DV/QXAYUWX7MXPEas6VFgjk6wBLcA1AEcvDHfmI5yYVf/BVShZ9mSAWyXgsSdkFUqaqVox5pCxOgY8tDV1YXSpiF7gOfvUBFcHBqw6G6KsNx6kYq7LVLVDnzMzlYLOH+80GGgIX5iYVZkNEbPylG91SBlAuAyL6cgIIEsHFiJwAGSfNcYUfKsKAFk7soByQoa+/P40EseY0H+QESB+vbsM4BiWu7ixBPhDlvwli2M2YEt4sAcEzF/qE45vVWQBH22Ph1XOJUsGOMCqHQKeeAjrP0SH1nEl7QE2YXDwOzGrS71uGL/DHDMOTElG6OmcRTT2JJWXTSzrw3mOw2H0eBnA7ul42u2hR/h8Hfj+DnnWal2Ao682d7HcCcCCZ7j1YDXbdsU2OyhZDlYJWOwvT5IsU1XpESo0xpOCq2RDWStYgANTEn3I7q0zpQ8SWCUAsYmHb3UwCyEyxmOnGmytxAKpKHfLJRkcTGaAqzqpDcaBPvea3LOmY1+WC0rAPr+m67/gmylTNl7V8p5kPAH+XDKuuAPZYwBARrdRtCeTPdk/Xxlbtab77ow2QB/EP06FY7rzBbd8UzJ/Us04pF3mC6x5fFkuR4OIy1Wtz0b1aRboYrrP8xbCgT9W1YDDqrbs6u/hKF6to1oxB142OFddBpm1VwukDvxZjgMZNyAK0kbLpl4iu73Iz01khxWlWytPNpuoMqia38rA1fNe33e+VRWr4rCiInDYxjjR9DulcSoRYlU1bQNkqHyrPY3L19rbVaOwHqw+qQ8UWMXkZNf5Eo5z9KffKBAbVSfIZMDq6YBTXtXEAauXNhWzgq+3zykulxrj5Hcq7DD2ZTGvn0pf89F3vQxvIRMTUNWGVemKWjepFYaVghoOXDUAqMyZiTdfZoHM4a67q7ff72HMVbuD41W1VrQAVSdKj3AqVnWBsaYTXybTfsflC8xQ+AlzP4ftyxnVFmQe9m90kS1GNibVFdaOLcD8vds72pE6DW/hQJlKnR66Th2THF2DEjVCcSNdL/drbB2SRL6v6gOHVxu3rTdIyeNlXLnKirp7T2IxXKsArNaKFiDekHjYNxb6mIQVKFmqbCCG4iAkrGyTrMK2/jpZMzPDYdEgXeoizFLst6i4cHP65fFnwMCqK9sJR54EYf8m+zfncdliZKrWndgudcQu/s6BqqlQrlylcR0bMcDVPm7CqtiiHACC1y8TTbn2Zi29/pCkukm1eb+8gz7jVT3XrQ6YD1QMzVrRAhzq/LYcadb8ZdmK3bGi8qpGiWwPl2c5d+frrn9TAEDAH6c4fflC7/XJXirzaSijcQ4A9QvkuNbCeqgzI4ujX3ZhjlpvY9nUBA6vtWubr9cD0kMiGxWBq/+mcB5OR4Hys/UMO6xvlHdXTgJf5lkygm5UaxwMNfIiDd2EuQp/+b52vKrWihagsmJ3uJ7LWUuXr+A87HvfkFRH/HHtiiDWEkOxH9+R5WwVtqU98gqqXjNhZXem3H0ahi3p+Xa9hmoyhdX5aAcNrNKFBKOQyb5nC+k394RX1akHWzu2gBOryjLqapgnV5Abj/oMzNfzGkB8+FaXi5FTza13m9ZexXDaGa9qaf/Q1/DMX1PGTWLLfAbfqoGrZUYG+Pnr81iCnqVH4TObQ56l0LeocV04I6Zq9o9u4uvNOU7MyvFgK3jYM/+5zsIsCFKttuBQhwOMPjTnN6nyqurhej8+q7Gu4QBwRRl3A9gYY2o6MjGrQueo2znbkLlK6/qqkLH0a5fIahuJMl17NTYRjXlx+26EqOJ6e7jqsOL9V5G1qmXLNmcVOjvnd+6HmJUn23V0scp9+zz/tm+UHlKJ9s1xObsksUAmxrdavp/13IFpWME+/w67PqPMMQwDPAAAAABJRU5ErkJggg=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cxnSp>
        <p:nvCxnSpPr>
          <p:cNvPr id="13" name="12 Conector recto de flecha"/>
          <p:cNvCxnSpPr/>
          <p:nvPr/>
        </p:nvCxnSpPr>
        <p:spPr>
          <a:xfrm>
            <a:off x="4512351" y="1901952"/>
            <a:ext cx="0" cy="963168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61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82169"/>
            <a:ext cx="8386527" cy="40888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número de documento y fecha de expedición, posteriormente presione el botón «Continuar»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40607" y="2980182"/>
            <a:ext cx="2340865" cy="2420874"/>
          </a:xfrm>
          <a:prstGeom prst="roundRect">
            <a:avLst>
              <a:gd name="adj" fmla="val 4710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" name="AutoShape 2" descr="data:image/png;base64,iVBORw0KGgoAAAANSUhEUgAABVYAAAKaCAYAAADVtAJTAAAgAElEQVR4XuzdC3hU1aEv8P88E/KAGIgoVBEbrKRcg/LQKAoHOUaoxGqopCqoiAgH8eOiR6FeqMKtQI9SP8ADRUQFtUGN1tCCaOAQQaMUlHgx2JKKUAlgkFfIkMm87rfW3jOzZ7Ins5NMMgz8OR+nksx+/dZj7/2ftdc2jR8/3gf+CQhUV1efdxrZ2dnn3THzgClAAQpQgAIUoAAFKEABClCAAhSgAAUo0BYBE4PVUD4Gq22pTlyWAhSgAAUoQAEKUIACFKAABShAAQpQgALnhwCD1bByZrB6flR8HiUFKEABClCAAhSgAAUoQAEKUIACFKAABdoiwGCVwSo4FUBbmhCXpQAFKEABClCAAhSgAAUoQAEKUIACFDgfBRisMlhlsHo+tnweMwUoQAEKUIACFKAABShAAQpQgAIUoECbBBisMlhlsNqmJsSFKUABClCAAhSgAAUoQAEKUIACFKAABc5HAQarDFYZrJ6PLZ/HTAEKUIACFKAABShAAQpQgAIUoAAFKNAmAQarDFYZrLapCXFhClCAAhSgAAUoQAEKUIACFKAABShAgfNRgMEqg1UGq+djy+cxU4ACFKAABShAAQpQgAIUoAAFKEABCrRJgMEqg1UGq21qQlyYAhSgAAUoQAEKUIACFKAABShAAQpQ4HwUYLDKYJXB6vnY8nnMFKAABShAAQpQgAIUoAAFKEABClCAAm0SYLDKYJXBapuaEBemAAUoQAEKUIACFKAABShAAQpQgAIUOB8FGKwyWGWwej62fB4zBShAAQpQgAIUoAAFKEABClCAAhSgQJsEGKwyWGWw2qYmxIUpQAEKUIACFKAABShAAQpQgAIUoAAFzkcBBqsMVhmsno8tn8dMAQpQgAIUoAAFKEABClCAAhSgAAUo0CYBBqsMVhmstqkJcWEKUIACFKAABShAAQpQgAIUoAAFKECB81GAwSqDVQar52PL5zFTgAIUoAAFKEABClCAAhSgAAUSQCBv6nOYPDhL2dNDFVg4czmqUITZfxyJ7OS2HIALNVsWYdYrVW1ZSYct2+vqXODLSuw3vMUs5Fydhdovq1BreBl+sKUCDFbjEaxemYc8VKDiG+PFdcUNecAnFfiH8UUMfzI7O9vwZxPxgy3vfBLxKLnP0QTOqnrQOxe5qETlvmh7zd9HFLh6HOZOGoFeKUDNlvsw6xVaxUWAdTku7IY3GsfyOav6XMNgCfTB7jnIzaxF5R7eJrVbqcWx/bTbMZ0VK27NTX5rljkrDvYc3ImReHJZAfDnKVi48Rw8PB7SWSsQEqwe3YHljy1BhQhWV45Etq1tu137yUI8vsJYsJo7dgaKbsxBj3Rlo666GlRtLcaitZVt2wlDS4/Ak0uLYC+fiHlvG1oAwATMX5WDmhcfx5KdRpfh51oqwGA1TKy6utq44djF2DgBeDX/UfzJ+FIofGEjHkkpwb9NWmFwqUIsXv8Ikkr/DQ8vN7hICz4Wz2C1aN5rGIkyPD57TTt9g9KazqcFePwoMHE+Xsvei/tmroqpxsiZy3DT0SmYtTJ8teKC7ibUTpkF41s8u+rBiP9chqJOZZg4tySyWf6TWPZvtZjSVtdYrSempRthZd3zUPRAIYZekYUUi7hScaBmTzmKny9G6KVKFiYseA79a9fg+efLWvCNbUcchHYbRZi7aiSw+XHMeb0Dw49myzwXRXMexPWNZXh+QWmb7QzV5Y5mb7ftTcD81/pg730t6XvabWcMrTh+5dN8n5s1fBqe/FUPVL+2CMs/i33bEOePApRiyoINhpwS8kMPzMdr/Wqw5LEl2NHkAGLbzlvjM2HBaxh6sd6SNShPkDbUbPu5ugizH7gejZuex8L3jY8bao1lhy0jzh1398TelY9i0dbwrU7A/GVZ+HjKQrS9VbXmJr81y3SYXMw3pNd+RHiz491FWL459n1myw6AwWrLvPjpc0pA9JO/6onvtpSg+PVy7Ecv5N5WgHG/zEHtu3OwcH282+c5pZ1QB8NgNay4OiJYPdtqSNyC1e7jMHf2IGRY6rHr6VlYdeRsk2nd/kQOBFu3vrN+qYQIVs96xaY7GKtANFbraXfCXExYMA2DPDtQ+noJNuypRa8bx6HozqG47EgJ5izYoPnyRVzU34yTTz+O5THqN9qj3WbdOxdzB2QAzl2YM3NVO315pFMwzZR59r1z8Vjf77D8qVVhYXW7F/A5sIGzOVhtzRdO8SqSoZj2h0KkfDSv3W5AzotgtZniOxvauQiG+lTfp/PlaEvq3dlar7Mx7unHkPP9csxa2REjlFpi1obPymA1ByknK7Hq0UUoD1lVa4PV1i7XhuM4BxZt0n6652DoqCIU3ZiCqiWPY8mXsTjI1rYvBqux0Oc6ElNAXF+MbFiNR1+oCDkAcc0/v+93mPiU8WE/iSnAvY4kwGCVwWrc5liVoUOvHShuGIHRjuV4fJmx4fdne3Nuj4DmrD5mBqvtUzyxCkRjtZ72OcrAWuUFydW1cvRVyG1q90LMnjsU9a9rR9C09mYg8kHEvt1mYdy8ubhsRzHqbx4Nx4rHsXx3OyP6V58gZd5BGjHcDIPVGGK266rO92C1XXENrvzcDlYNIiTax8S545d2fHesF7JqluDxF7Vn49YGpK1dLtHwYru/kdpPwVMrMbKxGFP+qywGG2zttRSD1RjgcxUJKpAz9TnM6FqBWXNLQgdMdM/BwB712PGl/wmGLIyYNAOFg3sgRcwY0FCLqs1rsDAwXYDSN+7/exYGXpUF2w/luG/mZ5j8+2nI+mQK5r0fBJL3SD/bi1nyCV+99qdu67oeyhN/etsKf+Kq+whMfrQQAy9OgU0sU1eDiveXY/lHmicw1M/k/SRF2Rkxan79IizhqFzd2stgNcbB6q+XbMRtP6zAP66YhFsuT5NrP/1NCZ5+cBH832uIz9yPV5E/LTiBQN7UxXjsjgG4uBMAz2l899EKPD6vBIfkGn6NxRvvB1bl49G1/h2+GIWzn8Ok4ZchzR5c5pl5JS2ehzU+I1ZzZMfRZdMULHTMwOJfuuQ8KaHRai6KZo7DiCuylAbfcBLVW1/GvNf9F3rBDin3KvXR4br9KHt9CdYEHi1s2vnIAMXxKVxXjECvdAeq3lTmCMoaPhkz7hwYmC/FcbQK5a8vRHHgW2Fle5VbgIHDc5AlJsluqEXl+wuxSHYw4qZ7KHoE6lTo4265Y5/EuGE5yBJ9k8eBms9KsGhFWaBTVrafhx7pygoch3ag9A9LsCFGI/La7fxlIFiNbtt074xPBaBcGJ58ez96+f08DuzfvBxzAnUlrB7cPhvLbqjFkifEpOf+P0MxY3Eh8LY/wGvNCVH5llKWtb+OeFw4+c9yvPy7NYHAsOlNfxby7puG8UN7KSdEcXL72wnk9g2dCiC0DrlkHSlZvBxlgTpibD3tVhfasOKieSuRu38WZq1s+ghNyLfD/hE1/m05qlDsfzQx7CLBdbQKZdo2PHE+lnXbj71ZA5HbzYaarWI0VXPtVumDQqYm2B7abiMecr/JeG5yF2x6ZCEcjy3G6IblePzFsC+Pwi5Ymuyvvy4F+o02lPnVRXjy3qHI6aZcHDm+rwipO0q/WI4TvUYgp5sNkPW2DC+/6cBND4+UF15yuX1lWP50c3U5vP5H6uua62vbUJHadVGdYFXWqUqUY2DgXOU6WomS3y9S+m5RD6aKx2fnoTSwbyJ0n48+f58VmCKiTecH0QffGDzz4JC4OFf6Ir2AMffeuZg8XO1rHLWo/LIWfS5vaV8TrZybufD332So58HlKzTTeUTzNFi+TY872vlbahk4lwCIcjNS8NQy3HRsSeiXxTfOwOJfASXqKEBD50TZZtX2qNNmdafhCWvnsk95exWKQ66Jop0vw5CvnobnJmWE1WFxDTcDPXbOwpy1+o89Rg9WxVMKk9GnWjPqU2xrag9UvTgLqwZErteAsfNz5Os15Rhbfq5Wl9H0ybX/KEPJK8WoCJyHjdQ1gxW5oz8mg1Wg9MVa3DRdnY8v7Bo4ZCqAKG1BtMOivuoNuajDe4rV6Tn0vqRqeTBgpB1FK+OOJja6vYjtR/aRHwenOYkajij9muMTF3JEv+9Ur5maOW9EdzXQvzcJdqK3N6M2/BwF4irQfSSefKoQlzn24m/bPsCmv+i/RCrngfmYdlUtylaXoORLB3JGFWHCnb2wX8xzKvtV5f4j40A5iletQrn63g3/wLMpv/NfNYrpz+aiZ4U/bG3a/nImzseM/g6Ur12NNVv92+qDmtf897ThfW4OJvxuBgbB/5RgCobeOx5Fw7Ow95XgQBZxPTPS8imK16xB+b5eymeG2VA+cQ6K41oIZ+fGGayGlUtbpwIQoemkfk5898EKzF/4F9RdMwlPz78P9r/egAcWKxtrEqyKuVon98DOl+ZjyZs7kf6LGXhs6mjYP7gbDywW0WrTYHXAk2/gueHAltcWYUVgmUJcvHs+Cp74S4tqW1yCVXGzOSkF6+RNRh5mLP61JtBSdj9nynOY0Xu/vGDdsAdqh9QH+195FEs+CXZIqf8sQ4lo8I4cFN47GSOzD6IkMAeUfrBalF2PyvWrsOZd/9vxijD3jwNRu24NSkUH2T0HI8dOQGFWpfrtkLq9Vdcj43gVylauQcmeFAydMg0T+tZg+aPB4Fw3EMx/Eot/mYpda4uxbksVUm4ch/Fjrwc2z8G8d8VNSQFmLxsJfFKM1WK+lt5DMW5cEYaayzHx6bO864oarBqxbVplWxasFqKPqwafvv0yVokTyp2TMe02G8on+Dv+8HogQtSwUYTihuLmk4GwtbUnRBmkTM/G/ndXoXh9FdB3pJw3tM/3L+PRxcrXK01u+uV8PVmoUpeR9eNXI5DtCAYkuGEGFt+bgb+tLcYHW6pQK+rIfUUYVFeMR59XH9gzsp4W9Q4d9+EJC5Yh638ivAgh/EZCDUBC59kVFwnT0P9YGV5+twSVDrUN99ofHAUr6ur1Gdi/tRgvvyLmRQr+0atvedMXY3zG31C89gOUq1MTPHj3IJx4U2/+uVAr0X9NTlmnlI0ou7HBUEXt4TBhwQwMcpQrFyz+/c2uwRr/I5gxK/OReHJxAVK/LEbx+nJUpSj9y/Uowxz1G3d5A3yFC9Vlf8LyNyuA64ow7b4R6GF2oeYzxcvRtxATphYg6+uFgdDIUF0eOxS2T2dhzpuir2tdf9BxNbG5LekHq69dl4HaPWVY9XqJtJ08ZQJyaparj4n5Ry5rRh90n4D5T/dEhT9sjcn5QX/kkaHyiVVfE1LOOhf+D8zHjMHAjnVrULLefx4cgazqVXj0BbUPE220WU9jNUE3WI16/hb7HO1cYuBmRISoox1YrvniTuzPzSf9YauRNqDsS9aeEqxauyHQZofayjFrdrHyhWyTc+9IPLm0ED2/L0fJWk2fcpUDZU/NQbEM/owcY7ixEqJmfTYR895Vf9dvGp6bloGPH9Z+YRC6XPRgFcDVEzB/Uh/sXTELq77MxbTnp6HHbu2bmfXrtaHzc7TybvW5Oji3nkM9v+c6y4LlIl8SEv1a0VhN7uBP+YPVKQuxX7RXdQ5fZThD+MhTA21Bdzn/9XvofNUtDwYMtCMDZdzBwoY3F6n9DH1sMYrMpeqIVSNlINpQEfo4KrFB3rtovwjRa18GXHVGzEVtkwlcFoYLjR88jwR6YeivCnDz9Tno1cUGxw978emHq7AmMP9xHmb8oRCOl0OfVhOjXSfbStTrQ3GuuAxVs+ZgjXYQlZgqcW4fVD2s3sM2+YI+/PoqQo4yaT4mJH+AxxeL66uw61dxfzE+FWVh5/DcRxdjWnoZJqqhrhj0MrD2ZSxcXKEOBMtCzuAeqN+uHyafRxVA91AZrIaxxCJYDR+NKl5WNckSHKEaHqw+8ur/YEDl3XjgD8r4VPnngcUozfsOBZMW6QSrt+C50llIf+/f8LD2Tdg3PIvSZ7qiZMTDeK0FNTsewaoILH6NPwXmJ5EdTbIaQqj7Lj7zYManmPd0cSAA6XX1QKTW7ECV7ID0Hi8Sgdk4pG7x3wDoB6sjXZowKqJV+PpFB9gHexfNwqrAI71Nb7T1ApqiecvQZ0fosH7cORvLrt6LKbNFcFqEuSsHonblQizxjyxp8khBCwq1Iz8aNVjV25noj4a1LFgNfzupeHFKIbDOH9Q1rQfi4rTQE6yDoaOM2nBClCerDHy6YA6K1W8f0TsXA5NrsEO9oA2/6S+csxJ5Py4KHdF452ysHHwQE5t7eVXYI9+tXk9H1pcI24oWrIa+IE3nZkC43x4aZgA5mPb8ZNjefRSLxJcxoq72qtJ9WZ7RqQCMfU69yFmrbte/H3/WBLIRwtbJv5sA20ePY8mWCFCtKfO752JZ7x0Ifvst1l2I2ctysXeKcuEmRwWH9YviZ4X20JesZU16DnMzNwVGy4TXZXERlqMZiSmP4vYnsTi3Bo/OXROp9GP4UpT2rMwRgtXsvVg4c1Vw9Lt4qdDPgi/0Ux7hqsJE2dcrXxpOy/w4UB6xOT8YC1Z1+4hRT2LZTVFelBdW76KXs96F/4NI3TQx5PE2XD0NiydnBC/u1fNJc55GSlg/WI12/tYbhRV2LjF0M6I+/RBo/+KL05tQ+2Jz04GEnRPvnouVff2P/fmPuABPLs5FzaPzIFtS+LlXLNO/BotCnsTIQtHT8zHwyCL1yxADx6gDHPoYIiCu2aalB/sB3bO87surgk8J+ZfJnTgfk3vvRcn+HBResgNz/MGx/IBevTZ6fo5S3q04V8ubzBq/pXoE3Yswd+5A1Czxl6+xa0Uj9bjDP6MJVjdAGVGc8+1yPL5CRKthddRQW4h0rR7el7YiGNDF0dvH5q/HOtzY4AabBqvqaDHtiDJDZSDa0Ei4dL8QNjoVQPg1u07/Hi1EMtDeDNLwY+ezwNUFmDCoB8TDuvX7NmCN+th61vAiFGZntFjmRHUJitv6MjgxGGtUIUbe0AMHAy+vCn8aLrhrISP3I7wQsHDOMuR+O0c+1RQyUCNwXtTe907A/JWXobLZUaRhfe7E+VjZY0fTlyiHTyV29TjMfXAEeqW44Dheg+/+XomP3y/RPKHRYvJzegEGq2HFG4tg9bZD+bjnWc2Kf/MGNl78l8Cj/6HBaiEWr78PjYsL8PgHkepa+IjVWXij7DKUj3gYK0IWEZ+7DYfy78H8FlTbjg9WldGCrhWPY4k/oNQ8Nht422j3kZjxRCFyLwAcJ2tR830VKt5dgzJ/WKUbrCoBQfBt8hGmAtB527x49GXa6Fz0ygw+tgTtY8a622t6UdI0eFG+Lc7RrDZQPJpHNgOPZ3odqP3+O1R/9TFK3vV/Q9SCAu3ojxoIVqPbNt3plgWrNyF09CIQGtTp3EyKETeTbOqo6QLMXjoQ383zf2vYlhNiFkZOfxKFV2UBzpOyLKu2lwRO/vJWMeyN1bqhos48mbljZ6DoxpzAdBVSTVOHjK6no6uIke1FC1ZDHn3Tu9kOf6wtsFHNjXyTka/BPdOvb7koeqwIQ/uq8yOpH1emEGjmqMSItbDpTWSY1kUTRDwwHysvrwyEbZHWFosyD38cM7it4HQlesev9xi5CHO0ZRH6GRFCFcD1J3+grH9UrekPjNSh9v9MpKkANI9lip1o0naVEPu7p0X/Ikb/TUbKOn/IHqvzg7Fg1Wgf0Xy9M1LO4X3uBMz/Y0/seHgeSkIKKmy/9dpoK+YMjjQVQOgbzcPN9A1DzAzejIR8WSymnhn4HebIudGUP9HagHgbfYGr6csxQujCzr1yVGydmBczbMqREFMDx6jbkEQ4nIeD8kWj+iFY+GKGRqzKhZRRd0Mz96P06XkoCZn+SG9/W3t+Dl9XS8/VYvmb4RCPcYbNlx3arvS+ODYaYLV/L9bsFkKCVTGiWExpk43q5Y9j+Zdhx2WwLegPggjvS1sRDBhoR2LKiGjXY3EWj7h50X6GXhz6a1ddDaq2FmORf45GQ2XQXN3T/120/kn5wiMs2AmZCi2438EQKXHL4mytI+fjfoVczwbu0Qdi2h+mYWBmK0Q091DGlo48YjNr7FzMH1yLRXJqw+gDiPT7RnUvAtcNO1EkBohoB2botb9YBqs3n8ScJ5aHzB+b1Xcg8gbchIGDc9ALVTovNzSmd65/isFqWAknfrBaiB8fHINnvjdedTs8WBWhw8RcdGmyiy5Uvxs2mkV8pncuRgzMw4ABucjpVosNgUfa9DutVgWr/SZg/vRBwPYNKP6oFJUyvNUZsdrkmyWjwarRN5iLDjsPA24ciEF9ewG7NY9IGi/Sjv1ktGDVkG3TXZYj6HTeuth0BIuRG0W9UTqagCNLjB7W3vi28YQoD6cXcv9dnIgGIveKLNSW+R+FbmWwKh/zVx5BXPdRuTJqOyxwMBqadGwFMbY1w3OsytXplHkzoWlgD1oYrI78z2Uo7PEdyt9fp0y/oIbiwS9u9I9NjIaecFXTHg4N1SjxP3ZjJFiNUZnLwOXYHDy+Qn8uRCka8oWUclztEqy2sj8wVova+1OtDVYBMSJ+4P45mLOrSPOFjr8ux+L8EMNgNWq9i3Wwqjn+RA5WtTcjmumOumlGnsgaaqANnH3BqtIfyOkMvrpVTm3yJ80USHotz3iwqkwBkJtSi0/llADatUUIViOM8gku2ZJw0+i5Okqw+vEULFyvd+0Y4ZzV3t1Va9YfHqyKeWgnPYfJl1dh+UygSOveXKgXcmOuVxYxCFYNtKMgQeQybg1TRyxjqP0YKoMWBquGXHWC1aht0q+WeGXREeXNbRgTyBo+DhNuykGGzYXar0oCXzLk3j4NBWL+dmOrUT/lQM32Uix5P+SVuVHWIL5Y1Hn6Riwlnv651YXV8tyod98Zvurm7jXF1D43oXZtLfo3eQ+NzohxnSkVs341AxNSPsbC13boTwVwrw0bAlMnKvsWOhVAL+TekIETn2gf+1e3/e4ULPyoRdjnxYcZrIYVc8cHq4DuVAC/mIU/XleDh2eLh/rDR6yKqQAeg/0N7cusACTIVADijZYj6l8OTAPgLwI5p2pWhTosXQSMvYD9/sf+xaeyMPn3z6HXnvswS06B0PqpAJoEI3fPxWtXfRd44Yfcp+6T8dzTXbAp0OkYu1BvGlCISafno0/1IsxaGTaSxH/wvXORl3ECFYE3Caod9Cig5JGFiMW7P9utR4sWrBqybbp3WRPnY372XizSPmIrPiaC+XtTUR4Y+dTaYBUQ25jb7WOUpxagz5dTgvPHteGEKL7V64X9gcf+Zc2d9Bye61WF+57Sf6GMkcdz5XyfyRuCLyzwn8Q1j/AaWU+71YM2rlg+anp1bXA+VP/6uhdi9tyhqH9dO6+pTpnr3BA22aUWBavi4mk8bH8Nnfc1+lQABZj9xxGoXx0+ajNsnkLdqQCyUDh9AlK2LsSanUCsyjxiW9IAxSZYBXQfEb9xAmZfdRTzXiwFWtkftLF6xWjx1ger/i9Big/3x2iX9kVmsTo/GAtWjfQRRupd1HJu0ofqtye9qQBCR6frjQCOXpztNmJVznsc7WZEuV4RL5vI+p9ypP6yDyqnaEbqGmkDulMBDMWEp67C0d8tUV6EpjcVwFXfhZ0z9aYCiPaERwRfdST+hpo+uNmxPPTlXDqLGAqGAAydvhhFncuxoDoXM/vXyLlpg7e5evW6tTesoetqzbla+QIw7FpObyoAA1/CR6/FcfiE7nk0V46y77WnChicgsCob8NtwUiwqj8KutlgwEA7MlLGcVA2tElD7cdQGbQwWDXg2nTEavQ2mchlYajA+KHzRkDMJzzjBhuqNq5DydvifQ1ZyBk1GkWjhiJDM2e8mOZm2nU2VAbeuTEUt95+EzJ2zsMSGUo2P4hHzqfc24b6r8Nehqlzjyq+AJt21UnNy6sKMW50Lk782X8P05qXV+Vh2h8eRK996lzvR3oh91dFmJyfypdXRajtDFbDYOIRrF5892K8+lDoy6seeTgfXT/5De5ZuPMce3mVCB1uwoklTR+lgnihx+8uQ9VTyuPYRU+vxFCv+mKXfVnIGVaIcffmoFa8rS7w8qrrkbon+KIG+fKq3gdlGKlMKdD0ZK8bjIiLkwd6YO/aJVjy0X70unEciu4cipzkvcE3jrdgKoCRnhLM+6+y4GN/o57E3DE9UbO5RH05VS4KRhei75HVWLi2GrhhGhY/0At71c63tncuCsdOxsjU8qiPCsf9TBYtWDVkq3MUMlAbiax9avmKOjBKnCjykPp37Uje1gerEBOEz74eWajBhkdCX8LR6hPi2LlYeaNLPbntR1bfoSi8bxxyDge/TGhy06/30qmxI5B9WvPyKnGjfb0LZa8vR/Fn4mVuikWPk5rPGFlP3CtMpB0Q87lNwyCP/w2VtYF2eNnRDZjzuxLNYyl6Za4sf725MvjCu2G3YvRNGdg5d4ny5USUYDW83Yqb6KGuMqz+YzEqkIORt49DwQ09cKK5qQBun42VN51QHwUKPVYZcPaqUl+IJ25WpyH3tOblVWL9V51Aqb//ilWZizeYzi5Cz0NlKHlTebNn7m0FKOxXi9ULilEdsxGrQJbo6+4MfRFb0a+uR8aXSzDrlSrlRV5R+9qztZK2IViFmAKnCH3M9agUj9VqHiWWZm0+P4g2MRJ4ex4WauYLa6++Jmo5R3i5iZGXV0UNVm8sxLj0PVgjXg4Y4U+7BavqY+vR3qQro9V752LudVnAoQ2h8xsbaQOizT4d9vKqsYW4Pn0Xljylzufb6pdXtTJYhfhyaBoGptdjR7PzxSqFYigYEmHt3akol1MAZKFo3nwMPCymM/BHq/r1unXn57DzRqvP1QZeXnVOBatiSoBpeG5qLjJcezUvhzXy4iQ1PFjVB1XzZmGNdiqv10JfXtXiYMBIOzJQxmft2WbBa+hTHWXaIUP9UbRgNey8YcRVL9iJFiIlcFmcrXWE+xUvgSzk3T0OBddrpmZziYyQWbUAACAASURBVNGvJVi+okzzYtwsjJg0A4ViJK0NgMeBml0bsHxxqfqZKE9HirY4KQu7nhBT8GiPVe+LDHVb1/VAigVAQy2qNq/BQv+0IeEvrxKr6z4Ckx8txMCLU2ATy9TVoOL95Viuzlsrt3h1EZ68dyhyuqljgR21qPxgCRa9r339b7zK4ezbLoPVsyBYFbuQN3UxHrtjAC7uJBreaXz30Qo8Pq8Eyuuswkesip9djMLZz2HS8MuQJmZwVpd5Zl4J/tHCetaRUwHI+UcGhL9cwb/D4u3J89HH/+KT8AbvcmD/1tVY8pp/3lHRIV2Gmv0pyLkiS+lI6vaj7OU5WBN4lMxgsIqwDslxEtWf7UXK0B7YO2EWlHGGxkasIl+8ATwXXSwnsWPxo1gisnExvH7skxg3LAdZom/yuHDyn+X408o1gQmgQ34PwHG0EhuWLkJp4EK0hQXbUR+PNLdlYO4bI7YRdja8Q1dPXItWBENr/ZdbGJhjVd1k0bzXMLS+OHQkqPxda0+I4cu54DhQjtXLgmWt94h1YI5d/wnxawcu6/EdpgReXpWLopnjMOKKLHkCFHNtVX51AjlXhY5qjr6ejqoYrdhO9zwUPVCIof72LMp7TzmKny/WjGAS641wo6BzkbDjo+VY4r8AaG66AL12K+vfCOR0s8k26/ihEpUncpDrKVHfyBt+jOGjw8J+r77pc+8cdS5fdX/zfqJcsLiOVqHs9YUoDvRfMSzzsLbkOlaN8rXLsUZ9WV6sRqwG+rrhOchKVi8kPytBsM22oT9oRZWK7SJtCVaVEciTL9qFx2euCpm7Klbnh5FidIOYguLYDiz530sgHv6K2teIi+QvT6LP5Qdb3teIc1rEcm7mwl97k/FZ2I2IkakADEz70X7BqsGbEVnxijB31VDUrw0d9R44t/hvgHSvN/w3NGr/I64Jvq9AyeLlKPPfYOl9qRnezkWf8vYqFPtfihmh72x2jmtNI5JPX1xSqfsCwPC2pjdHpPIZdW5n+YVPAeyb52Deu+o0JWL05+9CX+SpV69bd34OP2+08lwddi1X+48y+WVeReDG1+C1Ymw7p9isrZknP3KnPocZ/Wo1gw2MtoUcTJg3A0MvtcG1bwMmPi1e4qfTl4Zfh0cNBoycS6KXcWzgYr8WQ19MiM1GDUeaC1aBpu3LiKvB/j0kRErcsoh96XKNFKDAuSjAYDWsVFs0YvUcqREdGazGlszIPJix3SLXRgEKUIACFDiXBJSR1NFfpHa2HLPyJcAczFoZec7gs2Vfz639CPvy+9w6OB4NBShAAQpQgAIUaLUAg1UGq2Cw2ur2wwUpQAEKUIACiSMwbBrm3wpUrC1F6Zdi2psJePDe64Hy4Mv1zu6DKcTs32djx/MLsSHk0bize6/Phb3rdfuTmHmrHRumhE6bcy4cG4+BAhSgAAUoQAEKtEWAwSqDVVx22WVtqUNxXPYh/P6lLGx56FnIF7HyDwUoQAEKUIACzQhk4d+n/CfuuranMueXy4GDn7+F/1r2UZPpCchIAUVgFH7z0j34edIJfP3W03j2LxwpzJpBAQpQgAIdL/Dzib/D9LyekJcvRz7BC795CV/j53jo2em4obv4aWv/uHCw4gU8tfLr1q7gvFzOarWel8cd6aAZrIbJcCoAtg8KUIACFKAABShAAQpQgAIUoAAFKHB2CIx4bDHGibnkxZ9jO7D8fy9BBUZgxuJxyFV/3No9PblzOR5dXNHaxbkcBcBglcFqAk8FwBZMAQpQgAIUoAAFKEABClCAAhSgAAUoQIH4CDBYZbDKYDU+bY9bpQAFKEABClCAAhSgAAUoQAEKUIACFEhgAQarDFYZrCZwA+auU4ACFKAABShAAQpQgAIUoAAFKEABCsRHgMEqg1UGq/Fpe9wqBShAAQpQgAIUoAAFKEABClCAAhSgQAILMFhlsMpgNYEbMHedAhSgAAUoQAEKUIACFKAABShAAQpQID4CDFYZrDJYjU/b41YpQAEKUIACFKAABShAAQpQgAIUoAAFEliAwSqDVQarCdyAuesUoAAFKEABClCAAhSgAAUoQAEKUIAC8RFgsMpglcFqfNoet0oBClCAAhSgAAUoQAEKUIACFKAABSiQwAIMVhmsMlhN4AbMXacABShAAQpQgAIUoAAFKEABClCAAhSIjwCDVQarDFbj0/a4VQpQgAIUoAAFKEABClCAAhSgAAUoQIEEFmCwymCVwWoCN2DuOgUoQAEKUIACFKAABShAAQpQgAIUoEB8BBisMlhlsBqftsetUoACFKAABShAAQpQgAIUoAAFKEABCiSwAINVBqsMVhO4AXPXKUABClCAAhSgAAUoQAEKUIACFKAABeIjwGCVwSqD1fi0PW6VAhSgAAUoQAEKUIACFKAABShAAQpQIIEFGKwyWGWwmsANmLtOAQpQgAIUoAAFKEABClCAAhSgAAUoEB8Bk8/n88Vn09wqBShAAQpQgAIUoAAFKEABClCAAhSgAAUoQIHEFGCwmpjlxr2mAAUoQAEKUIACFKAABShAAQpQgAIUoAAF4ijAYDWO+Nw0BShAAQpQgAIUoAAFKEABClCAAhSgAAUokJgCDFYTs9y41xSgAAUoQAEKUIACFKAABShAAQpQgAIUoEAcBRisxhGfm6YABShAAQpQgAIUoAAFKEABClCAAhSgAAUSU4DBamKWG/eaAhSgAAUoQAEKUIACFKAABShAAQpQgAIUiKMAg9U44nPTFKAABShAAQpQgAIUoAAFKEABClCAAhSgQGIKMFhNzHLjXlOAAhSgAAUoQAEKUIACFKAABShAAQpQgAJxFGCwGkd8bpoCFKAABShAAQpQgAIUoAAFKEABClCAAhRITAEGq4lZbtxrClCAAhSgAAUoQAEKUIACFKAABShAAQpQII4CDFbjiM9NU4ACFKAABShAAQpQgAIUoAAFKEABClCAAokpwGA1McuNe00BClCAAhSgAAUoQAEKUIACFKAABShAAQrEUYDBahzxuWkKUIACFKAABShAAQpQgAIUoAAFKEABClAgMQUYrCZmuXGvKUABClCAAhSgAAUoQAEKUIACFKAABShAgTgKMFiNIz43TQEKUIACFKAABShAAQpQgAIUoAAFKEABCiSmAIPVxCw37jUFKEABClCAAhSgAAUoQAEKUIACFKAABSgQRwEGq3HE56YpQAEKUIACFKAABShAAQpQgAIUoAAFKECBxBRgsJqY5ca9pgAFKEABClCAAhSgAAUoQAEKUIACFKAABeIowGA1jvjcNAUoQAEKUIACFKAABShAAQpQgAIUoAAFKJCYAgxWE7PcuNcUoAAFKEABClCAAhSgAAUoQAEKUIACFKBAHAUYrMYRn5umAAUoQAEKUIACFKAABShAAQpQgAIUoAAFElOAwWpilhv3mgIUoAAFKEABClCAAhSgAAUoQAEKUIACFIijAIPVOOJz0xSgAAUoQAEKUIACFKAABShAAQpQgAIUoEBiCjBYTcxy415TgAIUoAAFKEABClCAAhSgAAUoQAEKUIACcRRgsBpHfG6aAhSgAAUoQAEKUIACFKAABShAAQpQgAIUSEwBBquJWW7cawpQgAIUoAAFKEABClCAAhSgAAUoQAEKUCCOAgxW44jPTVOAAhSgAAUoQAEKUIACFKAABShAAQpQgAKJKcBgNTHLjXtNAQpQgAIUoAAFKEABClCAAhSgAAUoQAEKxFGAwWoc8blpClCAAhSgAAUoQAEKUIACFKAABShAAQpQIDEFGKwmZrlxrylAAQpQgAIUoAAFKEABClCAAhSgAAUoQIE4CjBYjSM+N00BClCAAhSgAAUoQAEKUIACFKAABShAAQokpgCD1cQsN+41BShAAQpQgAIUoAAFKEABClCAAhSgAAUoEEcBBqtxxOemKUABClCAAhSgAAUoQAEKUIACFKAABShAgcQUYLCamOXGvaYABShAAQpQgAIUoAAFKEABClCAAhSgAAXiKMBgNY743DQFKEABClCAAhSgAAUoQAEKUIACFKAABSiQmAIMVhOz3LjXFKAABShAAQpQgAIUoAAFKEABClCAAhSgQBwFGKzGEZ+bpgAFKEABClCAAhSgAAUoQAEKUIACFKAABRJTgMFqYpYb95oCFKAABShAAQpQgAIUoAAFKEABClCAAhSIowCD1Tjic9MUoAAFKEABClCAAhSgAAUoQAEKUIACFKBAYgowWNUtt1149oUnsNJImV76e3x7Z//onzxSigl/WootAIb1X41Vwy6KvkyifsJ7GBvfmYulx4Fbb/g9pvZLa/5IDpViwttLscULJGVMwof3jMEltkQ9+A7c70Ob8du/voovMATP/HoSrkntwG2366YO461V4zHzFIDOj+DzCQXIatftGVn5N1i3fCcuKLwHQ+K/M0Z2mJ+hAAUoQAEKUIACFKAABShAAQpQoJ0FGKwyWI19Ffv2VdxS+iaqxZqjBWP1u/Ds6iew0gl0znwE6+4twCXm2O/SubjG6g1FuOXvx+ShnVthPYPVc7G+8pgoQAEKUIACFKAABShAAQpQgALnmgCD1WjBatr9WHdXAS6JVPKWNHQ2MlLwvBqxWo01r07Hb08B+YNWYtkNkUbnnsbXW5Zi6Z7t+D7jEfz32OEMVTX1rHbLdFy7q0r+ZOKID/GbfmGV8Lt3cE/pClSgP14Y+3sUdD9XuqfzO1g9vus9/HlPFm4ZMwQ9OXL7XKnUPA4KUIACFKAABShAAQpQgAIUOAcFGKxGC1ajjbg0WinOp2DVqAk/16xA1GD1nPU7f4NVz/fb8M6nbuTdNgyXppyzBcwDowAFKEABClCAAhSgAAUoQAEKnBMCDFYZrJ4TFflcPAgGqwamkuiwguccq+1JfXTbG9iIfNwzpFt7bibB1n0U297YCNwSNq+vtw4Hv3fioku7wZJgR8TdpQAFKEABClCAAhSgAAUocK4JMFiNdbDqPY2vK1Zg6a7N2OhqBMyZyP/J/XisfyOeLdV7eVXzo/OihmunqlFatgIv1VTha3cjADuyM4dj4qD7cVffTP36Wrsdaza/gzVHdqHaC8Cchp9nDMFD109CQXaEF025DqOibCmWfrsLFeK4YEdWan881H8Sxg26FEnaLWlG5yLSy71qt2Plh6/irR+r1X3IRF7XW/HQTWMw7JKm+/DFu7dgzAGxkQK8M3UMnGVL8fw/d+ELcczC+LIZmDtyMLJa+uh0K/3ac9+1ZR5egNq5VJurG63yanZUtaaeijKY/giuCdu52l1vYulXpXj/2DGI904lWS/CsB5345ERt+LnnfWr4qnqD7D001fxllxGqbuPDClAw5b/aP7lVa2pw23qvTsmWD1YvhrrDl2JsUWDcUGb9jexFmawqldeEYLVI9uw+v3DyL1nDHKNTEOTWFWBe0sBClCAAhSgAAUoQAEKUCChBBisxjRYPY0v3p2IMQeUFwqF/DHbkeRthLPJi4baEKweKsWUt5diowhHm/yx45o+v8cbv8gJCT1rdy7APVs3Ky+W0llmWP+VWDUsbE7U+l14/vX/gxfPiEC16Z/s7jPxsnZ+1CjB6r8q5uLBz7dF3If8ASux7MbQfQgGhTkYllGNLSea7ktS15n4fNxwRMjwmu54K/w6Yt9jG6y2wKu1war3GLa88x+YUKNT74W6OQcLfvUC7ro4tAicu5didFmpTj2wI8ncCKeo1zpTcbSqDre5W+6IYPUgtqzegoMWD3oOG49hPdu80wmzgoQMVmu34Y0Pgfx7hqB9xtlGCFYTplS5oxSgAAUoQAEKUIACFKAABc59AQarumW8C8++8ARWRin/8DexO79YgP4fb5bhKZKG4Jmb7sftl9jxw99L8duKd1ChBqChy7UyWPVW4cU/TsfzYmPmbEzNm4HxP7sIOLYdq8sW4cXTInjMxGO/KMbUPuqBHNuM6a8vQKnYj6ThWHX7DIgMtfafpfjdhytQ6hLrGo43Hp6JvMAQ1GPYuGY8pvyorO+ufjMxdXA2upyuxvvlC/DbIyJMs6Pg2tV4IU8dIdtcsHroHUxYuwJbQowycfJfH+DFba/iLRneZmJq/mo81tceKIFgsKoc72N5M3DXzy5Cg1ju4xV4S6JfimcKV2JcxDeNaQq0NX4dvO/RRisbG7HaAq9WBqunKv4Prv18u6z32T1m4uVfDMcl1mP4+pNF+I+vtuNforr1mINddw0JhvzObfjtH+dijWwTwXqVfGw73tq8CM+fUoPz8GC1VXU4Fh15BwSr1Rvxyu6LMOayb1Fc2x8P/XvvWOx4QqyDwapeMTFYTYjKy52kAAUoQAEKUIACFKAABc5rAQarMQtWT2Pjmjsx5UexwhwsGBs2Qu/bVzG69E18HaMRq86dC9B36+amoabYfP02/PZlJbS6pM8LKP9FjnKUf38Vo7eIZYBbb1qNqX2DB/+vzf+BoV+Jcax2TM3/Cx7z/+7Amxj97qtyv7P7vIAP/esSi3oPYM3LE/HbegBdZ2KXf7RoxGC1ERVv3Yl7akRopmOkDc0yZ2DX+FsDo0+DwepF+E3Baky8PLjvQQtg4ogP8Zt+0dt0y/06ft9jE6y2wKuVweoXG8bjt3KahiF45qFJuMbs9z+Mt1aOx8zTItwtwDuPBqcPEGFs/8+3yw8Ou2o1Vg3XjFD2VmPlS/+BZ8/ojFhtTR2OXh0MfKK9g1UnKv/8Cg78bDJGX16J9948jH735aNPwFKzi+pIyesHOfFp+V7UeXpi2OTRuFJ7FHX7sG3TVuz5wQEPLEjvMQDD8q9Bz/CpMhwHsH1zBSprjsMjQm5LCrr3HYb8IZdC791Zjv3bsLF8D444PIDZgpQL++LGm4egd7oBQv9HjlRi3ebtOHhSrCMF3XOGYQC2YmuEOVbr9m1D2VZ1m5Z09Bw4DKOu7tmy+UWNeniPY/fGD1HxL9XDdgEuvfZm5PfTzmcqAs93sLtOc8w/GYbJt2lKIMJo1uYC5CO71qHsbwdR5wGQ0h39hg4Atm1tOscqRF3ciz7hZS52x3UQX2zchp1qeVpSuqHPdfkYdkVLCqgFZcmPUoACFKAABShAAQpQgAIUOM8FGKzqVgDNiNW0+7HurgLoDoJMSkPnwMhOzTLakDEQJpRiwp9iN8fqF6W3Ycy3IqAcjlVTZmJYyCSnjfjXnl34XgwhzMhG3mUR5lrVZjVbpuPaXVXyJ9pwsnbrdFy7U/z8Ijxz52qMuzQU7NR32/H1CTEk8VJc0/ciZURixGB1F55f/AReFAFOxiP4/P4CZIX5V5TcgnvEEMew49JOBbDg1y/gru6aBXcvxeVlpfIH4aOII7Xvlvt1/L7HJljNgWGvVgarkfvQyPOyBstzMJZN+L/ID5m/oflR3JG2F82rbX19OwerztAw9Zu/LMeeSx/AHVeFNGzlEERoV7oHnq4DkD/yGnQP/4jjG6xbWwF3/1EYldsdSZ467PukFBt/6IOxd2nnbj2O7W/9GQf7jEJ+v+5IsQGek/uwdf1GHMkei7GDwmZ5PbEda/98EH1GjsI1YqOuOuz7fCO2fNsNt4wfBkMzFzgq8d7rXwCD/PvmwIEv1mNr1XGgzx1NXl7l2LMOaz9zI3eUss1m9y9SARv2APZ99Ao+tQ1DwQ29kW4DnEd2Y9OH2+DM1SmL5qYCaGGw6tj1HlZ/CQz2H6fjAHZu2Cr71j4FYS+vihSseo9g29r3sP/ifIzK640LkjyoO7ATZZu+hvW6sRjdVy8qb1ur4NIUoAAFKEABClCAAhSgAAXOdwEGq7o1QBOS6szxqLvIj6WYsEYJTnVf2BQxtGrNVADa0bH6LxKKWLG9p1G9sxRr9nyAihOHlRdHhf3RBqtf//VOjN4rhhzqBHSRNhIpWD21GdNXLYCMQCO81CoYjoVuL7bBaiv84rDv0YJCY1MBdFCweuoAtmx/E2v/uQsVZ5SXV4X+0dbTYyh9tQjTRSCv+yKsKMFqC+twbDr59g1Wj3++Fu+cuAYP5avzdqjTAtz9y9zQF8MFgtV6DH5Af0SreAHWJt/NGB8ySetxbC9eB8eNBuZu/edGvLTzAhTdNRgh4xz3rMPy6t6YPFo7JPw4vtlSCQwYhisNDIoUIzbfqx8cPE61cA6UvYKtyaPDglUx5+wmYPh4DPuJphRFwFvqwBCDYa5xDzESdT0wYjyGaL+4ObAd62t7YtSAsOg4ZsGq2O57qL/2IeRna47TewCbVm9F0i+MBat1f1uLN76/EuPvyA0dbfz9Fqz+yINhD9yMsO/FYtM0uBYKUIACFKAABShAAQpQgALnsQCDVd3Cb0WwGi14OxuCVe9hvLV6ImaqL34Sb23P9j8a7DqGr93KvJbtFqyKeTWXzcWaRAxW47DvCROsHirFhLeXYosM6e3ISsrEheoj7D84D6NW/lwbrEYLtpsJVltRh2PTv7dnsCpCz3dwfNBDyP+purfevdj4yhe4oHAsBmeEHUGzL006joo//RnOGx8IDSPFQPKtq7El+Q6MHRQlAY20fuderH9zE45n9UPuVVfi8u7dkKIzoLY5793rlmNf9mSM1kxDIj6v+4j8sQq8UerEsPvDR8MewbY1W2D/5VgMjhrmtszj6Gdv4J1vrOjTdzD65XRHt/SUyFMOxCpY9e7GuhX7dB7tjzTHqv5UAGKU897ekzH65+ElILzKgFvDA9rYtAyuhQIUoAAFKEABClCAAhSgwPkswGA1VsEqNI+Kt3YqgLRJKJ84JmTagUjhWvOPsutX6eC8lmkYl/ffeOba4LyWkbYTbSoA3S0ZmQpAzwjA2TEVgN5RRSnfdtj3eAareVetxhvaeU8R6bF+TUhqG45ld81EfmB+h2amAghMZdGyqQBaU4dj08G3Y7B6UIwoBG4OCxD3ffQStnceg7HXhj2S32ywqjP/pwYgvd+Y0FGhrqPYXb4FX+w/Cod4eZ3/T3o/jNF7273rKPZ9sRu79u3D0VNOIL0nBtw0Ctf0tBhgjjAiNFKwKo6zZDe0U5lqdhD9Co0EhS30AFB3cDcqv/oG39YchcOTgm4/y0P+jX2QHj7fbayCVbGeD4AR44ZAO1AWaEmw2vyLrr75y2ocvtrAaGUDpciPUIACFKAABShAAQpQgAIUoEBQgMFqzILVsJdXhc8DGvHlVdrlms6XWr1hPG75+2G5l9qRpNqXL427sRjPDEgLHol44/2y6XjeBSRd/nvsKegvfxd8nH4IVj00B8NSg4sEX14V9gIozcurrvn5Srzz79qHSY+hdHURph8LmzO1tS+v0rx0CxFfXtWCR9ubaekt94vy8qp22PcOD1a1o64vnoM9Y4cEH0PXvlAqZPSpZnR395nY8+vhmkfXNS+vCnvkP+TlVf1XY9UwYy+valUdjkmP337B6sEtr2DdN2JCZJ0/KVdidPgj71GD1Y06LzzSW/lRVPzpPRzIuhHD8nqje6o6/LTZ9WvW43XiSOV6rP8iBUMiTEsQvtUWjVg1uh/Nlm/zgWO0qhGY0/XysS0LuFsyxypHrEYrBv6eAhSgAAUoQAEKUIACFKDAWSvAYDVasNrcy6vEspY0dFYDSufupbilrBTy3UtJQ/DMTffj9kvs+OHvpfhtxTuoUOczDX/B0r/KJmLobvladWT3mIH//rchuNB1AFt2LMWcb6sD81WGvPFehKd/nI7nRR5jzsbUvBkY/7OLkHS6Gu+XL8Bvj4i0MxOP/aIYU9VpG3W3g8P4uvJNPFu1DV+r+xeyHRzDxjXjMeVHMU1AJu7qNxNTB2eji/MwvqhYhCnfVsMJOwquXY0X8tSXZEUMVgEceBNj3n0VX4QYZcJ5bBte2rgUK88o25mavxqP9bUHSie2c6wCaIVfh++75qVc2T1m4uVbcwBXJi7pqrjEfI5VHMCalybit/Vi7ZkYN+j/4pH/dREajmxD6daleP6UMlVE6GP9+svgWBU+qFiKZ48chhIZhs0F7NyFZ1c+gZVylGSwXiUf2463Ni8KbitsjuPW1eFY9L/tFKzKR/4rkHSr3mhCMcfoejhv0EwRIAt+G974EMjXG1EKQMwpur3LGNzRP8rLiiKNlNy/Ca9sS8LosPUf3LkeB7NGYXDIRJ0tCy5bPMfqmu24oPAO5LbhvUuGPeq+wZadQO6wKxEyRljMLfvPPph825WhFSnaiNW/uptMYyBC9C3W8LlkYzfHavHhn+Oe0f1C51g9sg1vrHfiRs6xGouOgOugAAUoQAEKUIACFKAABSgQIsBgVbdCaEbhRaswIS9hOo0v3p2IMQdEqBn2JykT2c5jqNZ7c/2xzZj++gKU6rxIKjspE9VOZX2hgSeAkLktwzdox7B+/41lIy4NjiCs34VnVz+BlTqD45LMdji9SnA27sa/4JkBwVATzSwnPp/dYw7euWsIAi92by5YBfCvirl48PNt0qLpHzvyB6zEshs1IxhDRtvGZsSq3G5L/Tp638W8rn+cizWaeqEN5WMfrAJiJOm1n29Xw1Bt6WQiO+kYqmXdCQ1JxRcKo8tKdcrTjiRzI5xy/5uOxo68nGZb4S+Pa20djtaOo/6+fYJV51fv4ZWqnhhbNDg0zFP3p8lLrcTPo43kdHyDdW9VALmjcHO/7kiRb7f/BtvKdyP9ljHBOVvVUBc33IERV6bD4nXi+L6/YdPW3ThqazoVgPMf6/Hm58CgW25Gv+5JgH/E6q4UDLsvH73DH5XXMxX7trYC7v6jMCq3O5I8DhzZvRHrPz8Ce/g0BQAce9Zh7edA7q03I/eiFLmPR/6xDVu+TscthfpmTTZr1ANiBO86HLxkGPKv7Y10GxAYsZo9FmMHhU3J4KzEe699i16/vgPXNJnrVQnFj/+8AKOu7o4kOHGkahPKPj0A5IRNx+A/zs/cyB01Ctd0T4LHcQSVH67H9sN2nSkP9OdYhfcItq19D/svzseovN64IMkDx+FKbNxQ+XxG9AAAIABJREFUCet1YzG6bxvS6ajtgx+gAAUoQAEKUIACFKAABShwfgowWNUt99YGq2Jlp1H9yQo8v2szNroaAXMm8n9yPx7LvwhvvfQEVuoFq2KxH7fjxb8uxeoTyst+Otv6467+k/BI+gfov7lU7mWTYFX88FQ1SstW4KWaKuXlU+Y0/DxjCB66fhIKsjXTA/iPU/380u93odoLJFkvRf5PJ+Gp/ofx5Nql2ALgkuwXUH5bTqiM6zAqypZi6be7UCGOC3Zkp/XHXQMfwcT+oSEoogSrcsW127Hyw1fx1o/Vcj/Efl/TtQCP3DQGwy5put8xH7Ea5mHYr4P33fltKZ7dtAJr6pWyLRi0MjAyuD2CVXl4X63AnE8+wBbnaTkaOTtzOB65fhKyvroT98iB1WGjT2U1/ABLP30Vbx07hlPiBVap/fHQtTOQf2wuhu6qApCGx0a+i6k/C61Wzm8/wPPbgsvJbQ2ZhJ/suhNjxLbCg1VNnW9xHW5TH98ewaoDle+txrc/fQB3XBXhLVBqeHf5fXcg1/+RaMGqOM66fdi2aSv2/OCAxwtYUrqj79B8DOkVGq55Dm5H6aZKHHF4ALMFF/TIxeD/1YhP/6fpaEux2uNfb8Kmnd/iqPr5lMzLcc3wm9FPHaxuiPjYbqzfWIEDJ9VtXpKHa9Iqsd2UHzr/q7qyun3bULZ1T2AfUy7si2G3DMGlLckJDXrAcQDbN1egsua4dIPtAvTsl4ebr700dBSo3Dcn9m1+Bxv/UQd0ycXYX+eFhuNHtuO9jUFbud+9jmNrfZ7ucR7/ej3Wf3oAdR5lu5dedw0679quM61DhGBV7JLrIL7YuA071f23pHRDn+vyMeyKqG/5MlR0/BAFKEABClCAAhSgAAUoQAEKhAowWGWNoAAFKBBVoD2C1agb5QcoQAEKUIACFKAABShAAQpQgAIUOIsFGKyexYXDXaMABc4WAQarZ0tJcD8oQAEKUIACFKAABShAAQpQgAJniwCD1bOlJLgfFKDAWSzAYPUsLhzuGgUoQAEKUIACFKAABShAAQpQIC4CDFbjws6NUoACFKAABShAAQpQgAIUoAAFKEABClCAAokswGA1kUuP+04BClCAAhSgAAUoQAEKUIACFKAABShAAQrERYDBalzYuVEKUIACFKAABShAAQpQgAIUoAAFKEABClAgkQUYrCZy6XHfKUABClCAAhSgAAUoQAEKUIACFKAABShAgbgIMFiNCzs3SgEKUIACFKAABShAAQpQgAIUoAAFKEABCiSyAIPVRC497jsFKEABClCAAhSgAAUoQAEKUIACFKAABSgQFwEGq3Fh50YpQAEKUIACFKAABShAAQpQgAIUoAAFKECBRBZgsJrIpcd9pwAFKEABClCAAhSgAAUoQAEKUIACFKAABeIiwGA1LuzcKAUoQAEKUIACFKAABShAAQpQgAIUoAAFKJDIAgxWE7n0uO8UoAAFKEABClCAAhSgAAUoQAEKUIACFKBAXAQYrMaFnRulAAUoQAEKUIACFKAABShAAQpQgAIUoAAFElmAwWoilx73nQIUoAAFKEABClCAAhSgAAUoQAEKUIACFIiLAIPVuLBzoxSgAAUoQAEKUIACFKAABShAAQpQgAIUoEAiCzBYTeTS475TgAIUoAAFKEABClCAAhSgAAUoQAEKUIACcRFgsBoXdm6UAhSgAAUoQAEKUIACFKAABShAAQpQgAIUSGQBBquJXHrcdwpQgAIUoAAFKEABClCAAhSgAAUoQAEKUCAuAgxW48LOjVKAAhSgAAUoQAEKUIACFKAABShAAQpQgAKJLMBgNZFLj/tOAQpQgAIUoAAFKEABClCAAhSgAAUoQAEKxEWAwWpc2LlRClCAAhSgAAUoQAEKUIACFKAABShAAQpQIJEFGKwmculx3ylAAQpQgAIUoAAFKEABClCAAhSgAAUoQIG4CDBYjQs7N0oBClCAAhSgAAUoQAEKUIACFKAABShAAQoksgCD1UQuPe47BShAAQpQgAIUoAAFKEABClCAAhSgAAUoEBcBBqtxYedGKUABClCAAhSgAAUoQAEKUIACFKAABShAgUQWYLCayKXHfacABShAAQpQgAIUoAAFKEABClCAAhSgAAXiIsBgNS7s3CgFKEABClCAAhSgAAUoQAEKUIACFKAABSiQyAIMVhO59LjvFKAABShAAQpQgAIUoAAFKEABClCAAhSgQFwEGKzGhZ0bpQAFKEABClCAAhSgAAUoQAEKUIACFKAABRJZgMFqIpce950CFKAABShAAQpQgAIUoAAFKEABClCAAhSIiwCD1biwc6MUoAAFKEABClCAAhSgAAUoQAEKUIACFKBAIgswWE3k0uO+U4ACFKAABShAAQpQgAIUoAAFKEABClCAAnERYLAaF3ZulAIUoAAFKEABClCAAhSgAAUoQAEKUIACFEhkAQariVx63HcKUIACFKAABShAAQpQgAIUoAAFKEABClAgLgIMVuPCzo1SgAIUoAAFKEABClCAAhSgAAUoQAEKUIACiSzAYDWs9Ooa6+VPxv+0K7xeD5JsZtitAEwAfF6YTCZ4PT40es042eCFy2tCepIZnSxeJNtNsJmARrcPZ9yAxWKFGW6cavAhRXzGZobP48EZlw+NPjOSLT50spphM3thhg82mxVe+NDg8uDwKYgVoMcFyWg8U496F2BPSkJGJzMOHzuD040m+Exm2M0epKUAaTYzUm1W1DsacbLRhE6d7HLbxxweODxmWE0+2O0WwO2Fy+2FzWZD106A0+WCwwM0eExyv3w+IMVmQlZnC5LMHpgaAZvdApfHA4fLhHq30PHBInbPapIeHpcHHthw2uVCJ5sFne1mOFwunHYByRYLOieb0OByw+sFTCaFMq1TMrxeF9weL1wesV0zzGYTPF4PzCYLzPAgJckCq9mE0w1unDpjQnKyFV06+WDzie35pL1wSzYDndOS5XpOOtw4Wu+B2wekJZuRavEhxWaG1WZFXYMHR+vc8AHokmpDZqoZDU43Dp0GXF4fstLMsFk8MLnFEQI+saPycH2wmcW2AK8PcMKGM40e2CwmpCVb4XQ6cdqp7IPb1SjL2GQBkjxiUTOO1LlwptGH7hnJsJh9OHLSiQY30L1LJ6RZ3DjpcOF4owleE2C3+GA1meT20pOtcDeK/fXBA8DhFsdshtfrQ4oVyEi1w+Nx40eHB2fcys52TU9CstkDh8OF5JQkpFt9OHHGA4fTg26dxe/Uuubzod7twym3F40AkixmJJt8sIrSMVtQ1+CCx2eSZWK1eGG3mORnTpzxyTLJSgZSk61wNPrw/alGWRc9Hi/MJhMs8MFuNSEzxYI0mwV1Li9qT7vQIA5CrN5shtvtk9u1mHzobAXSkqyyfgBmHD/jxjGnOGoTUm1A12QfMlOt8DR64G70wWc34ZTLgtrTHmw5JVbasj81dT8A85/wF21gYZOo/D5lfaLcZIEE/og6Ktq/qAXi5yalkoj/kvstlhE/UJZR/kv5P6/XC6lutsJntcCclApX2oXwivqSkgxPcieYO3UCzFbY3XXwmFxw1B+HRbQnqxvW5EZYfY3wNbrgc52B5/BJNNaehjXdA9uFXeB2eVF/4AganMlosJ0B3G7Y7alo9LqRnmLHBRdeCLPbhPoz/0KSuyvMGZ1hNnlQf6wBjV47UtO7wWmyIsVrQaPZB7fbBpiSYDEp7UtpjYDVLI7RBYvKIvo3n9sLi8+juJjEUXvh9QkrHyzyZ2qDD2CJfktdgUnoqH/kf5hl/yNA5UfUn8lFBbu/Oaq/k12ySWzbXxCa8pKf98g2rKwruE2fxaful9J/BX5nFuUvCtMr27xX/LfYIa9PLWOvchpQfy53y6XWP3noovf2SiN4TDD7LGpH4kMPrziJqH88jfC6RecgaoU4Jyjt2yp+5nUpf0U9lB2Q3KKyH5o6J/8t/4bVffk5eehqfVTrqPy4+H+i3qrrFBVXUMifCTCn/IxJdHJepQzF/3pN4ph88Imfq2Ur6rQ4FTj9//YBHrGMVyziwxlRX+WeC0cT3F4zPF4TXF4XPF7A4xPHbJL9uMcjd1f2N7LuAHD7vPD4vPB6PLir4v+FHWT0f4655yEcOnRI9s3dumahc+dMmE12ZHTuAqvFCpPZDLNoi2alYlksFoieS/xb1AmLxRb4ndWk/Mz/O/Hf8q9Fqd+Bf6ufCX5OrFec1zTLm32Bdcm+w788xGeUfQnflln0Hup+hiyj1mlZh/3LiTqi1nfl50rnpP2MLGPNMuH/1upqPxdNPfBZyaL2g/76qNkHvfVYzBa4PY04eHA/vKKPsVjkX5/XJat554wuuCCzG6y2JFkXhUfg/OzvQvxtPPwX/n5D1sZgg1H6a+WP9r9D/23S/Z1sD7KvUJYVLV/Wd/lzpY9Q1qm2HbHPAA4dPIj01FQ0OOpx5OgRWKwWuBtd6JLeGRdddFHguP11RlwDhpeB/9+65aTpE/x1S9knpcz9f7XHra1b0co4+PtghxyyP7If0TOVHY3u6odeP9D4ZjWf/LbuFGxWO6yiHfvM8lwrKoW49kiyAPaQ04YPTo8XJ51uNLo9aPQCLtHPiL9eH8xuNzyiT/O4ZX+MRje+/24/amuPys97RJ9sEtfCVlitVtnuxf/K+wG17GWzE/VS9fb/r+grZV1Qz4/+uiY+L/Za9JJes7jsssBktiAlJRWdU9Nx8vgJNNSfCfEUq5DrldeiwbbtbxNiW/IzSsUMqdsWedWu1M3g6dCk1Fv1Gia8IPTqmlyHWXttpFlK1LMIK1MWUdqTf3/VmqJcL1jENaAXJ0+dwukzDvkrq8km+2ur2QKzSZxfXPK+wedLgsWiXJ+IGmcRZeEz40T9j3C5ncjIyECy1Yzqf+zGoZr9yOp6AeBuREp6BlJSeqFT52SkpHeFxdYJSZ06I8lkgdUkrpNPwOtxoZMlCTbRH5s98Jm9gDkFXiTDbPHACyfcJiuSzJ3gdftgtZjhMbnhM7lh8ojrPeXaQVxOKPc8JpitdlhMbnkd7YJdnuds4nhkvRDlpV6HBC4hlfs7f9sMXE9Je9H/qf4+s7zOktci4mdh9v7yE2c3/x9tf6LtDyL19U36H3Fg6p/mlvH/7toBP2tV+376Px+QbUzcq8r+UHO+Fh6ivXo84nrVHeijrXY7UjqlIiPjAnTrdiEyM7shLS0N6RdcgOSkFNm2kpJTYLElwWwWfatyblbag6ibyv/KKxefUzRotf9Vr5v8l7NKSwq2TXmeFa3Z38ZEf6vf3wX6R3ld5+8v9fpHcW3kQWODE2fOnEFDQwNcLhcaT9eh0eWS95rKlZNiIFqyct5RLmnleUlekwY65JBykH2Pem1nMokaotyrKNch/vOF/3iURUWLM6nXMHqF6q9P2msli9Umz2t2ux1JSUlITk5GUqdk2OzJMNtSYJLnOPE3KCr+rZRBoKapZdSAI4cO4B9/34tGpzPQw3vEvZF67+Z2e+RxCDuR4bhdTnkdKAzF9Zg4vk6dkpGelo6MLl3Q89JeuLjnJUhK7SzbnChDpVcXzUl4insaxdmk3hN63G64XW5x0SvtXW6XvG4ROyzKye1ulH1Ao7MRHpdXuQdU//q84nzigUcso54bNJciIdcb/r5e2otzTeDzat/hv64Kq2v+tie2I+AC21Y3JMrD6xZnQOUeI3BvoPwrcN4Iv14IPx/4/51/xz2tauPn6kIMVsNK1h+sjhPBqkcJVpPsogPyXzCY4fV44XSbcMrpg8sXDFaTbCJY9UHca5/xABazFRa4cdLpQ4rdjE5Wk2yoIcGqCP1MIoTwwipuJEyQweoPp0WXaUHPzCQ0nnHgtAw47bggxYwfTjTIYNVrMsFu9iI92YQ0uxkpNgvqzzTipNOETsl2mE1uHD/jQb07LFh1eeUFfbdUExpd7ibBaicrkJVuQZIIGRtNsNnN8kb3jMuMOnFFKsIWEf7ZRCxggujIXF4L6t1uGax2sZtR73bJfU4yW9ClkwlOcXHqEZ21kpGkdkqGz9sog9VGEQLICwMRGorwQqzX2yRYTUoSwaoHojjEhYnYFXFJ0cliQnpqEtwiWD3jwlGHV968pyaZkWLxIdVukcHqaacHtXUi4PWpwaoFTqcLNachl+2WbobV7IbZIy5qgp282SfCRHEB4xO5tBKsOt2wWc3onGKHs6FBhuciWPW4GmVnLs5NySInUYPVBpcSrFpNwOFTDTJ4794lGekWD07Wu3CsUeR4JiVYNYtyFcGqDS6nSwknAFlvnF7R5QOpFqBLinIhevyMVwbe4ri6pdmRbPHizBk3kjolId0WDFazuiQj2aQEOjY1qD3l8kJksjYRrJrVYNWkBqswyWMUgZrN4pPLHD/jk58VwaoIlR0uNVgV4Zu4QTGL05JXhs6ZnSxIs1tw2u3D0bpGeczCVZSzCPfFpYAImjvbgDS7FW63FyazFSf8wapP1GlvMFh1euBq9AFJIli1ti1YXfikejIJXh/Jm0+IGxNRGy3wBSqB+HnwRKbU4KbBqrzU0lxL+f9TXOuazDZ4zKJ9m+G12dDQuQvs6V3hSUqDOaUTbGk2ON31sDachLvhBGwmN8xWr7wYh+sUGo/+CJ/HgTNnGgGXCaniAjEjHe7kRrg8dniddbDYMtHgbIDvjFtk43B5G+XFRoopCS7XadTVHoG9cydkdMqUFyV1p8WFRhJSkrvAbk2D1WyHK6UT4E6G122RbVyEbiavGaInEzccJpMXZhEoibDRJyJ09dpGXpgqd3SBG0d/qKq9B5N3kxFuyvyBtLxwV77ECpz4Axd7mi885K+VCx7thb4MbsWFhvwrrivUK03/9aVyraj8ThNEqSmoGkb5y1s5Jn94HrhxkTcw6p2TkiCqxy6+CPHA5LVIN/UKBT28ovWI/l9cnLmV/xUO4qZI3X2TuKEXN/AeJ+B2Kl/QqGGm8iH/HbPqJ36nuWEKOZVpvm+Q9TokWA1+G6B8mSAS88jBqk9ZWG0vyv/Ki3afOP+JGxzlv0Wfq3yJIPopcQOq/Fx8yeUVwapP+eJMhBliGXG4MmCVf8X5TglWRaAqKWRgBdyx7csWX38V3j0RJ0+elH/T0zqjS5dusFpsyOgsbrCS5cWmCFZlSOK/ZRBf6InAVf61BkNWcUZSfy6ru/+/Zfk1H6yK/lB7kyHapfbf/gtmeYMnw9Xg+gKBbKAtaIJYk3L5Kz+vCS3Najir1Hv9YFXbVrSwkS6a/fsYrRC0wap/mZC+oJkViGMXNyaHDv8LbrczEDDKEMXrCwSr4maso4NVpV8PDWGjBauiHSidQjBYFW3tcE2NDFbPOE7jh6M/yPrnamwMBKvi36LcxY2P/NPiYDXYIwTCbfXEpBeChAZc0UpY+/tIwWqwb9eGe0o3Fdtg9eFZC9C1ayYuvOhC+b+ZXTNxQeYF6JqeirQkG1LEjbzNAnG6Ej1Jo8eHep84L3rhFjfeIlz1uOU1qCgvMXhAfFEtbsjFkIgfDh3Cof01cDY4ZZ8krsPkF802qywfGe6LPlh242oAI/osuT3lplyEP/7+UvmSQzHQnNmUU4RZfFFjkeeDzumd0SmpkwxWPY1yJIN6GlG+6PKvQKupBCLKDbTcL+2FiLq8OXBOCAbtgZVFOo9EqBIh3zlrPiN6JeX6SeeP+nN/PfQ3ERHUiH0WgYQIVRsbG2G2WWGzWmG32WE1WWSZiPOh+MLR43HJIN0srk2TrBDDLOqdDXA2uuX9hs1ihQg+nI56nDp5FB6XE3a7GYcP7Uf3rAuRknQhvL56eEWYLu5dPA3wukQY4oLJasbJY4dQf+x7ZGakIvvKHBw7ZUKXbn3QtftPkZySIa9hrVabvD8U9cF/nSLCIItVCaYsYvCA2F8RDlss8IggXpS9uwEmqx0ma7JMXYWX+FJJhq/q9YA/7BODFLT9eyBk9Xjl+kUZiHtR8XlZOzXfs4a3dX+wqtcHNAlO/al72Bdy/hJVrqdCv6wL/i74JZ//Z9cNvLIlHUvgsw/dfUsgWBXhqtVmg80u/oovU9Q2KNqhCOFUK2GuhGrKdY0IT8Vfi82K5E4pSE1LV64HMjLRpXMXpHXujNTUVKSmpSE5uZMMcUVI719OaVPKOVu9C5D3nEpvJuPwQNuUVyvqD0KucOWJWjMyQLZ/5RNKYKf9E9p2ZPmrP/K3aVeDE42uRjQ2OpXQsOGMvAdtlHXYLf8qAZxy3pJfdGi+BAzpitVwX72K0HzhEby2DFyfBkLm0D0OXjeI/s1//aK9lhFhbPDf8vxms8Jqs8OelCrDVntSMmxJdliEv/jiW3ypIK/jRV8WUIbX24AzjjqcrquHuNbxl71oi4FrUhk6u2SYWltbi/JNH+Lbf/5T/j49PR1dMrogo0sGxDcfory7ZXVHr8t/iksv7S2/vBXBu81mV8NpsQsypQ6eWLX9m7j2FeGlHHigXPuKMhF9iTiXiDLyOsU5RpSL+Jnov5S/ImAV+y2uicV5RPtFnFinvJYO+2LaXwcCX9YFGp5yrR38kkC5FhdGYv3yd+K62yPOSWLwmpJF+VcfHqwGz1lNm67edSKD1bA24dM7A7eqGzw3FvIHq/de3lVWfLsIVpPkuCIZuohQxe3ywOkGTjmVb73TRahp8coAVoxYdXtNcnShOGFa4JHBqgj3kqziusAjRyuKEasiROskw1iT/LZUnIBF6NDQ6MYPDjHKxyRHrLqdDtQ5lW9lxci9H+uCwaoNXqTJYNWCFKsZjoZGnJDBqk2GtWL032m3EgomiRGrYoSoCFb/P3tvHmtZdp33fWe+8333zTVX9aCeSLYoimSToiZKpEQNlhRDQSjJsiVFiAPbymA4kRgjgJMAiWMb+SP/BQIcwBYMR04U2xE8yJYpSxQsQuLUHLrZze6u8dWb37vzmYNvrb3vPffWe9XdZdlx6L5Esbreu8O55+yz99q/9a1veQ+CVcI/xm0Eq4SMdSq7BOgqWJ2mCsl4Q6rClovaMlj10Y2oWE0wELDqolt3kUhmRzPlXGIatQhOmYpagApfwhBZxBjtgsdboBlRteJiOElFsapgtUAkXIcKBGarqd500WqEEij3BazmoPirWXNRd/XcU2kwikvs9xP5zE7Dx1rTRZKW2BkBSZpjnYpVgtXSLJ38nIKKPIJFzZhTFRvDxyTWsdGuh5JRpHqZYLVIqcjKZB2tM3tdOqJYZVC/0a2L2m+3P8E4BbYJVn0Fq8cxRW6OAEyCzEjAaigZL9meCXAvRfXJf7cCAn1PzsNpUoqiOc8KrLUDgcljC1Z9Ba883s1uDSEzlBzXjipgqSZl6B76nkB6Uaw6LgaTTEFv6CPgAuQKasTRuJSs+3oFrN7lhXY8Abu8hhzzVNz26q4oUYeZI2N2LGBV8IGOB4fQtkCbilULVj0Pp5Mcx1OGKQ7qfoGNOtBrULHKDGAhitUBFauj4pEVq+X//MuyGM55oI1KVSlI9UMl1WujJzPJMcNXIe9GiS3BViXDKiIQCcxUmyLgiAFGGCBtd+F22vDaTUTNGvJsiOHRPsLkFK6fIIyY1IiRx1OkyVgSAM12D6WXIa+FiFZW4dWaKN0AzIyUQQ63u4lydITJndeRegHqUYD+ySmiVg/JdIQyydHhzTPMEZcFBsMTFMMpQjdCK+jCbTUF8BZxiHxSInRDMGZAGcB3Iw0ePFcVPvxyHDiM2WzcMxPLacZ/FnybRMgsXl+MMU3aYA6NlGLypM4z+pJJNm/A4MWqUKl5lBC3EujLRTJgVUWfVpFgL59RmtkgeHZgVrZjdW26KVbdsWbxdUzoBlk22kuqIFUL5XBKAjsFz/wZwSrvDwZQnF9gFBhUKVs1LtW/KAnSp0A2AZIYDrPKVFGZzLkErhyfdrmdKR4WpBSimJ0N4GpgbsatrmX24ukFYaJLgnh+p4pq1WqyLKC1kFWfRlWFBpR8CUECNyJT0aIqbBVoKmCV60gmINUCVwILfm2+XtSrAmEtWNUNySd+94/ednDxI//Bz8oYYWDNQH1tbRtRWEO72ZGkhGyUXCYHg9m4ch2FWgo055CVm9IF1WlFscoNg97mun7NX69jbhmsWogwUyTO4GhFTVh5L3nPitqw+lmcVuT3Zpt2lrpgWTVz1iZarqv5zOqJnoG5isJV57iznz+L8c39vRyAP/Qiyg2cY3fvLiaToW5wqaoQhVqBTqeL1bUNBBEVq1T32e3t/F1nn/fHqFit7qH4/nbD8ccBVvcPOTY9USF1W21cuHBhQbEq38yA1YfBj4VrZvZ/D4Pky9fhYdfpvN/NN7tzwLL8vm91a/GoitWLT38C9VYLzXYbrW4Ha5sb2NjewvaFbfR6XWysrWFtpY1mg+o0B1keM+Uj9yWhXY3qKUIaCho4Zk3FFDe9fPRPj3H7lVsYnPSRZplm13i/UYXOP1yTXFW52RWD93VuYIVVjNkKDq14s8JdxTT2fpYhSwjkeej1egjcEP3j49niasfdLEG2gKnnoLR6LNXzL/OEJOnOugst5n3wd7PqkgcGzXl38/x7LT+D85Sup6L9kmMRVToKjIZDHJ+cCFQVlWIYyN8+xSi8HLJcqXqMfxq1miRMx+M+Dg7uIwx8ATTwgb39fRwfH6EmcJZBfAbf9XF6ciTQOvDW4EU5XFYUEmp6Dfh+AfgBas0VxKN9vPzFfww3H2Bj/QaAdRROhFanjbW1dWxtXkZW1jGJp8hM4oQiGqn8CFQRTKASp7FW4eUZxnGMwAsRD48w7PfRWruMsF6Ta5KmGY4Oj3E66Mv15/okqr6wJmO0XqsjDAOBzKxarEWhVDcGfoAoDBTgUwQUhvKd7Jiq/s2qi+q/z5sDqvf7eXMO17Dl96o+d3nO+ND7n3nb6zdf8As/9TFR41qgbNdX3nP82Ry2ErQqEOU50aQHdzJ2vmYMookRxiYyp5v3ZWUKz6kiGIJlAAAgAElEQVSoWtsErl2s9HpoNttod9ZQr9cRRfwTzaCrqin1YasW9ITYDLv5XSXtrfGjfU3lJpRY14BaObA57LIkr3rPy8dIdY3Ou3rtmSCggjKWtYSQlVDR/slzVlGmUlkqanUjJlCFvz2WOdjTz5gfqy3c0hjBRhsPXtJ5rGGeZ2MKST4YsCqn3lHQahPYPhMSgZzfMIwEoNfrrdlaqK/Vz00yqlS1GliqjGxVnARDeiZl/Bm17p3bt/G//LX/EXfu3MHG5gZ6Kz1sbGzg8uXLiLMEk3iC8WgsVX/NRgsbVDmvrWH70gWsEL53u3L99Rjmex3VOZjKH5nTq1kNjfN1/mc5VqLXxyhbqXSVa5YmM8iqIFWfL4DWglV5n7nq2FbC2J/xc6RyYRb+c74h/8gwHo9lnBAyc1zI3txTMYEmfpdEMAtrw5IYxX6/yjZD7yMdB5/4iZ95pHv8m/VF7yhWl65sVbHKARoGDmoR9VpakM0JcgZWE4hqsh06ArNqkYJVbiBHCVWLHgKnEPDVDOZgNTal9wRW9ZDl/IwHWJ6v5fDTpBCwGmcFLvRqUsLSnxRwPB/rbR8no1hAK7mGV5ZoRQSrDpq+g3HCcidCVF9Ug8fTDMNUFaBU3zJAYZaWi1CvXiLNcgFetAKwYLXmAesdWgtArABY8k/90YRgNbUqrRKBrwscN9ZzxaqPFYLVLBVFryhWG66UUy2DVVoVUDlAsKrTvcmiVMAqy7yGkwT9sYMw8tFrEPjohn6aGbAauOg2AgE+LHs/GmeiGm5Fntgt0AqAgcgoLnAwSKXsv1P30Gs4cq12Ry4mSaJg1cngFabM0FUA4El5GTUM/J7AtHQxFSsAF+1mgHicoE+w2qyhyJkt1LKxuinb3x1k8plrnUiuyf3TWJSe250a2kGB/ijBUaKIiGOCsWDNddGqhUiZ8SKQc4A4KQxY1RJ5AnWuy7R+4HWh8mKDYNUHxpMUYa2GlsfzYcDqioJV5KnYDRDSjmgNId9PISd/ztWpPy5QsvyfpW+eKlwJhVWx6mA9mlsB3CdYdT0BJlo+TqVlKWCVqluqqw9G+p2lmMQlaKdyzRFYrVYAntgDcHNzOuEYJkymlUOBtXqJlYaHPCkFrBYBwaqLg3H5yGAVf/1X5go87mlsdtfuPEwZtt0ILBDEUvSrs1VFM8pmg2VKQfmTTEr2FNIyFVE4JdzQRdCIULbqcFdXkTZrCL0UyfHryE/uodFYQ1oMkOYjhAWQjRMkZYKw3oDntBGutJB4DialC4rtiqkLv1GHt76JoB4h2d3H9PgIre2LwMkATsOFEwU0Z8BkeBN+f4ww2gAaK8hPDzHd20M5TRD5deSdJsK8j0k/R5moEiAAS+7qyMtIlBZB1BDYSsjN+8SVOu5KHeFcijOrXpeNlJwu3Zg6QmWrwaSZhFkVIIGSgX6zudkGpZaEFqZKXoqX5vIf+3xzDHPGvbgRYKm+cBz7sbZsWeW2Nvw1TxC5sYC2OVSVkEThaqmZ8nkljvlwiUznx30h1w0QgYTr1OAEIRCGs3JyfmcqaGTzSFVLOoUzHQKJBaxa7qZQy9VNnERT89Kz6lImiQELwaoBvSQN+IMKWLXPRbpgA2ADeips9bvOr5koaQXGaqJNMKooUhkUlogJ0wWs6p+M6ubSQWKy8AJURZHKvzkP5zPgymSUwle9r77/ERSr3/sDP4neahf7e/tSAra1dRHtVheRXxNIR9WZzFem5Fw2DdDyc91AzMEqN6VnqUypeF1WYiwC1sWyftkgUvE9g7dzXYvdNMo3roBV/ptzUxV82v+2YLX6nOomVN9rcexbOLi8abafO7uFKqql6u+WYc1ZgfFMNHvOe5z1Gu4NXK/E/sEO+v1jKRu0YJXxSrvbEbAa1eqqihEF0SIl+jcJVquQ2ULV6v3wVqwAeG/v7uyoYnU0xP7RvlQOpUmKlYdYAVTP/1kAfOG+n5WXL57l8wDpm8Hvf5fB6oVnP4EgqsOPmvBqLTRaq2h1V1Ff7aDWrqHdbqJZiySGL/NEKr+mpwcY9U8xHQ0lNm/WWbFRw/paS8rHu922KF/bnTYazQb6h6foH59K6S0tUTRZqMm6mJUHtux/plwE/Eqpvs5jmniS+7iS5JLqGJss1GyBQIXV1TXZZ4wHA9nJz+d9yVCaed1aTeh1VnWarsOEhdWxOZtTbJn4LPEwT1aedU/KKrEgvZs/6/xxswiXqu9LHGSPi+CLD+6xTgcDDAZ95Gkqcbp9UGdiQRBLcBWIuwLF03SKV1/9Km6/8RLS5AT1yMFKp4W8DEQk0Wq00GmtoFlvS5VCvdbGnb0drG9uoN2+hgxTlF4gqlKvCJCXU6TgXoOCjhJ7N38PJ8dHeNe7P4p6fRPT6QSHR7dx7+7r8B0fFy5cxYVLj8EPWxhPJ6B/mOsW6E8TAVuZlOCWGE0nEiPUG3W4Tgt7917C9OQA7e2ncTgdYfeNHbz8+k2MRhOBHwp7FY64QaQgn0DEWE9QrcmqB54bQYdZjtVWBx96//vxPd/5XSKoOWsOl0JvWeOWErAVVepZa8CZoHUJrFafY9ef6jE8Klj9eYJVTxXIPAeybkpyS+E6z40ICSVmNJUgnq8QOqzNknN8HX8m348nz0R+M/WfSQ5TmMK4RNLoBLdRU9SsYkPTW8Xm5hZ6K6vorKyjTvVrsyFAUJehSuBr/jljUYxrFyre9OzoeTPWYwu/t3DVXLNKFZjEf5JwVJW9wDILn/l2Uvqv6mUBbFmGZDrGdDJCOp1iSrVrogCWlaYlE/dVhbJ175pn7mciAp1oOActKSPMxV6MNSoVDVJ+v1jZQxslBX063q1nF5XYomglYPUIywMRqIndi8BYAlUfXkh7CFUj2xhYYxv9OmQS/O/d3V387m//lsyr165dk8+Kohqu37guTIMiKJ6Lo4Mj7N3fw97uHk77pxhNB2IXsLG+hcuXr4pNz9raBnwCdl7zykPiEJn2dH5TFXv1GUrzZa9gqhhEcSqWBQpcOQ/RGoBAlN5YjkmWSDzN9cNUPlCtbxN2Mj+bcWA/jb/j9+GDogLOqzJ/eJ4kCeyYsevErILC7oGqmeQKeD0rmV6NBX/gx37qvCXk38ufvwNWly77TLH6xLpsdLmQ1yNCBp3MmaUmWE1yRxSZcVGi5avKkx6rhH4WrHJDHrol+ilEVUmFKic+C1ZZBk3FauSxTKQQBSRvSpbNE6zSl/NCl1nNVBSRVEBtdH1RZfZjbkRVzUJw2AohsG2alKL2IwwmLDuephgk3IjnqAUKB2TRdj2sNmjHyDJy9YSlCpfLSuRQXan2AgSrXLcKh96wPkb0uDQ1PD4Xd/osyneimpUeq3OwyvMTOo4oVgkW05R+iAro6lEkysa0yGdg1crTWT5PxSpLzQMBqylORqWC1SYrwbV8NM50weL379R94TuDaYHDMRWiDlqR8bGlT65YAShY5Ua/1fBBZg3Hx/0J/Sen2Gh5CFwGWhUrQilv57Xj4p6rFUDhiccqJ/tu3ZfybMLATjMSsFoSRDglagS0nNz7KZIKWKXHKr1JaQXQDegLm+BQQCLBfCFWABwTrShERrBqMnHTVEE+vzWVnJ2IATRwHBcYJqUAr/WOb8BqhrAeouWWc8XqSh0hl5MskXGW0leXHkUFy9t4znMBq/xfn8a7DC5oo+AVslkgSKb6lcenYNXDOAF26fngaDDvegQ3LKVzxA+YPrG0KTgYphiRSs/AqrECcEq0vBJtlnSZTcPJlCpvRxRlBKurNWBFFKsKVnO/RD/xcDj51wCrf+NTJsifZxoVkNnyHrMyampSQZQEFCbLW5VpmjnEJDFnmwdxPeIGghVgXESR0LoUUSsCqB5eXQEnj2R8jMn9N1AvYnitFRTpREp3htMUp+MY7XqENJugpPVCXMfBYR+1KEen1cD6Rhuti+8DemtId18GBj787hbK8gAuNxDeGMU0RRBtwC0PgHoL5bRAPh7D5+eMhigGfdaUIc1T9PdvodNZx2RcYHd3D2vdLTTDDorcQ7PZRZm5KKZMaBAKBgB9hiSlPc9+zjdPdhda2WyJZGexfH9hCpYF3tTey0bQvof971kIYWLZavbfgld9jhVzWmWQ/JAKo4KqpaUdowR3lSOZ1/4baK4Z60W4yu+sKgD+QkqX5EPVH01HkipMLxiPVZ45J1yBE9VQBjU5HqZUnJKbdGMRwMQMVavjIfJxH+5kBDdLFMyana4evwLAalA1/8fchqD6e1PFZ5RDVrFqFNisvxCLB3Mt5b/5DwUIM5g6swWQ2n/ZjGiQp/t+vmRK4CrYlL6qaolCO4BU/KoIWhXGqkqV70FfbKrFqWq176VWAN/3mS+97eDsO773x7C1tYnhcICjoyN0u6viuRa4kaiWagwyjY+YKlxEl/pQxWoVWspGgZuDsywCZnYBc7BqYWoVrNovtQxVNeitlM6ZcVndnOj4XhzDVWXt/L3nfqr82VlgVTcDS6WKZ5SDvtlFmN1TkiB5kMg8DOJxCFFsdXS0h8OjPVEIyfNLbjxytNptrG1sSjnn/xdgtXru3gysuvQKNjGSuifPN0BVsHpwfCAKtSxJxPt3a3tL4inZWEpZuNCC2bk8C4ZXx5AcY6Vicfl3512/h12Xf5fB6urjPyEKZi+swSNgrdfRaLYRtGoI6wHqzQiNRojId1FSzTVNMBnGiEdDjPrHmA6OMRmeIJlOMBkeIjRKMFZi1Rg7tVvYWFtHs9FAVA/lb6oWCV0JyqJWHVEtktJk+5D7XHypja2JrKuZzHOzazNTpi2tXdwv1GqikirZh0E8BBc9fvkeMrZ4z5JxGLgiCvylTXH1etuN8Xx90DlfX7MMAuavPM9L9fxxYWKlswablK1rRRT3UQQAg+EQw9FE1gpWp4n9kDG/EoCQKUjgz6OAe40Uw9EpXn/lK9i5fxc3HnsMvbV11OpNhFEdo6NjgGCBsTpBhZTlFmK9MR3voNNpw3d7YH6GCUCqlX1W/ZSMzzxJALpOjGy4Azeo48LVZ+EGPXhBW4pA8jLD4cEB9u69wYISbKxfxKUrV5E4jNVOMZ6UqDXqkmDk3iZgyT/FMvEIWd7E+Pg1FIN9vLxb4KWde8j7CYqQz9F7nspLSdaBjk86Pux8QBDDc8bKknro4cLqOr71Xc/hhW/9Nlzdvih2ZSrP0MdZULT6c1lPRMuwmOBbfs4D7/UQsHpW4uc7Pvjcmy0dZ/7+5z75/apeNmBVzoXsH3RPaj3JZZzIOJYmALNKKaso59cjpCNcs1YrTIqKd6uUnZtuCCam4t5S5njeuwZ6Me6iGKnT6WBz+5KoW1d7a6pqpKVAu4Mooncr31Ohn1SzGKsekQ6dsSba9UHZnE3WLyUMra+yTWzL5TLWERJfUuloqrhsYrZiTWIGgwRVTOKJktX4tcbjiXib044mE2inaknuB1Rpr2XulRlBLMDOelSrY/S7GpW0gah2HNnYSa7nTAWr11OqfAmOOV/SVk7gKWGq2jrQUo0DgInXIIwQsvLVtX74GntXT3OSMFlD8Rf36/NkjlrtzOdW+xom4fv9U+zt3cPNN97A7Tu3kcQZGo2GVBJcvnRVEnC0nGk2WzL/W+XsvP+GTXTpEv4AZF06eYSrtATgeReLAMb6nLtoVWJsAziXyHOML6tVnPJvQlmZL4wqlbETQTA/eH93VziFVEGEoXyng4MDOQL2CpJxbsYdf6bXfy6gmCUOK6KK5fmFz/n4n/jkI93j36wvegesLl1ZC1Z/+vENGcRUZQpYtb5/XLpYPl16GCSqmmz6bEIFRAGbD4lrDoZxJhMFq++pWGWTqmgJrFKtR19UNscKHC7CnEgIvErsTRzJnl7ohtIchmCVDXU2OwH6cYI+S6I5iRT0GHXRJOgKFDaeTCFKQ3q+UrHaj0lGc9QIStlIJNNmM2tNZkbnYJUwkqWYBJfrHfWORcwJjqW2pShWpzk3yKbxCsvDmTGi6rT0MZBmOx66NQ+TjEDXUbDaYPkwy2OWwSqVpep9JUouCQ658VbVowWro2mGk1Eh5fwrDapgteSU3qziseo7aNd9eY9BXOBoQruFAs1Am4rRUoCL6DApsN9naWGJdp3HSeWLj/tjF8PxBJttZkcLuDwJJlsvywM9T7kAM8OVl5gULiYpFas+VpoBJtNYjo9gVX1TKLsvUSNMKIH7p4nAhfV2KKB+t5+IspjNqzp+gf4kweHUkcCNYJVl9BxH9AljFt82r6L1QSrKL6Du5ujUA8lmEXaSbXKi3OhQsVpiPCVYraHp5vJ7KmzXOzVEBKs5xyb9xVS1KoCe6mOOQVGRuuhPMgEHPOfi/8vGVo4j6tdlxeruIBFvKvU04jVhiFqKJQStAKiuFLAas3DKqJwFrrgC13n/2OZVPPP9aS7NvFiGRouN1ajECsE5eVNCsEpFq4vDCR5dsfo3PiXXeGEzUmlIIoGLPmFm8K6E+4xsrcAu27xEg1RZkPxQAFuSEA7QyyOFVy8RdUNgW8uRj3fvY/fuLTm/a70VBIGWGrJJ2auv3UV3fQubW2vY2d/F/miIV27fw8XVDrbbdXQ7K7j8+OMY5z5arQ2Ug324eVPUsE7dQbB2DYOjW4ioaA3b8KImEvp3lr40aGOcURYTlIMj5KdHwP4xkukJ6t1VmUdG4wnczEM6yNFb68ItfIzvD+CmHBMRomaL2nKgGmiZIJffX9TPhkbOzrP8TEGcOVNGxmMDMUm7a+MpkwmWK+HOvebsi2VLWGmkIOfdlEfLHbxwqSyd4iERBqt9gLzGrAESXhvT/8Xf8OnGCsAct34fu4k03rzyIp5UKt51/KqyFLhYmiy3GwKtDTi1BuBF6tPF8n8O7nI6g/1iATAdIR+cwhmcwI0n0lRFIa5RnshJPGM8SmnS0kZb1FKqZFAPPOvcrEBZn6+ZbmlcZaCqHD0TRSqJMpl5G5Bpjab181KvVb16rBiwvm85qzzoDV04plmMKgVYMiueVISqzLxL8pKqV87vuhbxIz/6+28frH7gIz+Mzc11CcipWmDJ38WLl0WZzZIvKlHYDMNuBCXQlvnrzT1WZ5tHU9JWhaD2d/o+D4JV2/ihCjLPUsNWIWrVH6/6OqsmqwI3q0yaB79nQ04ZOkZFcpYawf7+rL/te9t7ennDeNaQXAqzHvgnrzMvwcnpAfb370sprM4RhAkZmu2WeKHVGy39udxfi28zO44/RiuAZbBl53beCNVyuqpilWB11rzKNn7jepdl2L+/i1azgfFwgMOTQ9mUsVRPwOrW1sy70yqny7cAVhcAioGr1TNjf/8AXLPz3hkb/je7XtXJ9eGQ7c3f6VGtAH7hv/xNjCYTnA6HGIzGmKSsDGJszrmExKiQUnLG4B4tSGSzOkGRxShSWuOMkMZDpPFYyjIJuHMCh3gq3ocs16RdlZhOyDrjwGclmClTb7UbAlpaLQWt7U4HnXYb7d6KNmqp12Xj70vpNoGLTZbMQYVtCMjVju8f1uto1htI2bSUk+gyMGUFADfYUv6bYjyeyHFaz1fOD6yvE6WjJF7UNka2zwZGiTehUXtp05i3D1bPh7jnK1b1Htf4lXCHpaoKA4zy39it0S6N51/UWJlWUTHBPxqc4Nbtb+D+zh00a3oerl65hs2NC/ARifCE34vpPFaNpWmiDXkyB/fv3cHNN/4QG1sX8cQTL8Cv0f4hMuvMEE6mdzDLg0kbG14EX0DHFKMpj5PQsy4ig7xg89kSx/v3cPP1V4AgwubVJ3DxxrcIqOPehD6NFNhIRSDt2U72cPd+jPj0G+hggi/dKdCnsKasIWVDWbke1WaajMkp5tC+E7zG9Aa/dOkSnrl6Ge95/DpuXL+ODmM7yT+xUo7nbTERc16Cy/68aiPzsDl/EdIueqxWXzdfd3Ry5us+8sK73nwSOOMZP/fTH1M7CCoWpUrHrKcCKXlPGsJagciLYHfuk699DuaxktwnBK1URdqqFbkGtPkwyS0+x6czru5ZuG/e3trGu9/3HsRM0oynILhjzMN9MMvYad/A6jI2yao3mwL8CbSCsDErw64e42IuxK4issrMbQaMxZo9RUxC69po48BZxv/M8ywqXXufm1fK+3MukbL0FGnGsnSqN9W7NRkPpVoyjqcK+8SiwDQ7PUPGrmuLET8srCuaHKw+ZJ9v4nSqbefrNkGrqQ4yjbH1XFXiMuOnyyaWhONsQsbrSk9Uz2d1grF2qlobGRsB7pVtYy7ZfYg/9nzumwFGEdg48v37/T5OTk5weKD2IsP+icQjhL71RgOd3grW19bQ7fXQoTK+XtfkSKXp2QKWrlTYz8MXay1mrE7Yp2WmKiYj0dJ+8QFP47lHq7E7kMZl9A5PklninGB1dX0dO3fvSPKI9gesEn315Zel7wDXI6uw1Q2AjjnpD3OeWGPJOqAai374oz/6SPf4N+uL3gGrS1d2DlbXpAs5QUc90qBfH+zizIHuiK/lJCtFXcjmVPSoJCQlWB0nhFcOIp+wj90tS9QCDXJY+i5l7FRu0mqATTQItdjl0uWmtMTBBBhMSvS6kcCl0Zi+iA622x4GcSal5ywvJsat8fMDvlcpkHI4oV2Qi1rNw3BMdavmgMNQt2gEnMwUrbfUFJ4l2lTR8g8BIMHeStNDj7SYRvL0jGLWNaOa1nQjNRlzLc1gsxJPOs8zq9xteJgmiZwfTpQEq25ZIE6pslVQ2aAJuUN/1UyOmRMcJ1mZPAxwa7CUnyX8SYpTglUqU2vqQyqb+JwTdiHAmGCO322SFDgcZaIIbdBj1SNwdhFGAUa0WOhzASnRqrvSXImP48TD0SBBr+1L6byWU6jOjZlywm5fohc2OKAVgF5fZoh77Rqm44k2KKtHCI2/EsWNLaqvCipW6evqYKMbSpn/Xj+W8vjNdoROWGIwTXEw0SYvhMZ0bOBmgGBZslSEFQ7tCnLxYeX5pndspx6Kcpc+umyexe+/3olQd+lFmoKdFyO3wMk4xzTOsbESwZdyBOrmClG/xiw3p1qI2XKP10BH+SgmZGFm0BMFKs905Ps4HWcyHlYbPhqhJ2VX9/upNl8Q7yOqqFXVSjDfCjyBhPujBMOEHVaJ4qhi00Y2fK96ADSNVxTBa3+S4zRRP1ZCVyqL6Q1KvkObjMwHBrGD03GJ3x5UytDf4ix9b7CH8q//N/LsarZO15Zq15+5H5o+2ULTCo3jzwtrDUCQrgELF7MkZIbRRxaXKKMxwgaTJ0DZDnEYZLjz0k3cv8uTf4Snr27DaQTYO8jx4sEEq3UXmA7xwvseRz8/xt//gzfw2tdzrG85eGKjxIWVNt7/3qfguWt4decNPHnhcdRzmmvUkNZKwE8RENTWuti58xKKdICmU0M26aP31AcQbTyGPOsD9BdLMqQ7XwWKEG7aRzEdw924inw4APbuiwaivnYJp4eHONw9wfRkjGIwwWprGxu9KwicGhAQjuUI2PmdNgVOHXDZgEkomaqZpeJHjC1mgeFckVo9p3NgafQ0RuU6o7Hm2lkFjNk6zsqeNexk91z7mLMW4zFlPFIZoMsm0frDmhdowDtHrhp5WDXzIvg1Ek8zPjgn+ygddo7WTSvfX5pXMYjzQ2Bli7JllD4b8eTip+pkY21Yxde5IVwmr8YnKIcHwOAImIxRMCFmToEA2wVj/wcHf9WiQpsXVD329LupItWMa2mqZb62KLeVbIoVgFE2VeGqBGImQKf+VMuW+DeTNSy1V69U8RbWYSAw1doD8OcM2TluqASSglnOR2IRQE9WhVcf/f2vvsU7e/60933w41hfX8NKr439g12MhhNc2L6ODr2NOW/3tJmVNIyhCYD5ew5WK+X/lYZV1mvLKiPEL2zmrcr5bw5rNa+w6LtKWx2JIpaAWRWkVkEp/5vlcbbEbWFTZprp2GPhc0QBIskxvQeWmdniBlmPfRmSPABKz/BflXdf6OI7P/eLm9vFS3de93Fu2ngNBoMT7OzeQlRjik+Pj5u+Rq2Oja0tNFrtuf2FURzbT5gDxLOHS9U6YPk7W2XGee9ln2//lnnemhFYhZNRfOi9UlGDmNJwNtHZvb+LTrOFweAUp0yaOEzUp1hd6WFzc1OSmToGdZOvGz8DXJZUaHoNFumydV+eQ+/5c+Z2JYvn5zwwOps7ze5/EdCeVw56tnJSD3NRiWXf/7s+9P63fX/zBfun9MbPMJ2mmMYZppMU40mMveEI/YGL036Kk8EpTk5GON4fY3ByjKOTPgbDPkbDPqaTY4zHuygxglMmKLhh5qZWFI8K51h9xPhH4JYajpt51Ki5jCLNliLLtWNDWl89P2knwIY5rVYTnU4TbXrCtvg3f6YJHqqeUIvE5oLlxYEfagOaTO2dtAJC7a+sn6Y0DkwzDIfDmVJJ1ifxUtXnav2ZiU0k4cWkrYdGi+rOUHYPnANVNXb2JRD/vspjPlaWr6UFaboqEHIyLuL6Kn/AaihVltGehcfNcywNfmmLIw18Swm/CKvSjFUlXAykCzCGo0OMRyN87gufxyTp48lLl1CPunDyKephiWZzFV69i4Be9TxXbFx15wtizRa1GjjN2ti/9zqubG+jvXoVUaMFr9WDiwl8rynNdHjvhX4k1Tilo36lnN8LJ4XjRnCdprqrF0Mc3XsFr3z1yyiyU2RuidbmdaxefhIImqqqQ4DBcIq7u/u4feeugJkyTnCtfhfX1xr4/L0Qu14PZUrgnooakps/fia5lfj85gnqQYjttVU89dgNPP/0U7hy8RK6jQYC0+iXajed6fVBdV91bluei6vrjH3d8ppgL7cKXazqbj5AZgZHRllr72xdcuaNfuz6993f8fwj3d+/8NMfk2SEqBiNDYCsh8YeQb/4fP2dmWBKLKeKR6taFQGQuVflHjEwVTvW08vXl8+wkFUaXklfDSMOIFhNU1y9eg0f+6GPSyTIpAAVreyxQQXoaDiWRBGbx94AACAASURBVMeEHqdseEc1Od/T9VGnujEMRfnIRlnSfDaqwQu72qxJLArmU6Q0DLXzpbnVZP2S08umtPbX9rpoLwAZAzMxAxvxMg6mn/wsPTsbLXLdbRNV81mi/pWO9Zq4SRLj1zqzEEgk8cTvzrGncYaudaye1Xhd1ad633PeUY9U7gUEjsteUcVRCk251hlQLNdTbVE0fllc/xTKarwm51b60vBvXse5/YO9pgI5jY2AOTI9RmuLsTQy52KOxQmRiSzawVD5TjB5sL8nXs4HhwcyL/m+K5UG6+vrYhnB6ij+OwzrIt6aBe7y4QrNbbPS6oXnz/OMST49x7IO0DZLmn/nyKQ5NuNkFTTYP1rtqdeB6xSV+UzU7ty5I9Wjq+tr4l99cHSoCleJK3XMyfUwsaJeO41h57OKjWMNI59dkzkU377y1CPd49+sL3oHrC5d2ZkVwJNryGPKx+mxSlCiGjZx9aTahv6UBKspGxs5aLD0HpmAVW6oZ2A1IKQinMrET5UPaYAk/qAQ2FpnVo5l2FxbuZEoCmkSdDoG2t0InaDEhLCwBC60fQFUhE9U/BFMEd6ymVE9VGg7mpTSE6VeDzAasYmUBlfMtvPmS2NaAbjYaHqSDZlkqv5kx3k2ISX8Ywn3atODm8XatsV15ZjZeMsqNTgZcpHjzTwtHUzY8IZgteVJRnoklUwEq+o1S7BKm00udoRyoeMizjl5FFJlze6fVF0yz0yVrgWr4yTFYFyI12un5sLzpZ00cgNWo8hDM/JlYid4OxylUqJer7lo+I7aMESelMuzO32Wl2jXXGmIxJ18P3VwMMjQaYZY8VWNKxo0qu5kYVS4SiDE8zQhRE4zyaSvduqYDsc4SUopH2OhYpxMUVBxmrNJU4l92g/AxdZKTVoYEe4Stm+0QwGrozjH/phKC4h1BME2G53xGqjUnwoM2g8YJUZZouYCnXok6owTqpKnuvpSldpwc6TTFGGDYLXEySjDZJpjq1fTkmOCP5RiT0C4SpsGBhpsYCXOdQ4wmqYy2UrDMzbwcuip62M40fOz1gwEaDMjv9tnJ3R6PJgkMs8b/WdDD63AFWXswTBBnwRXFBX0WiRET2VhptKbYJU3Fc/TkFYAiazAor5dqQOdkMI5F1OqxT0HQ4LVSYF/3n9UsPqXK3f+3K9Mod8skjGeaEu7DqnE0+cIzCCm5iLHbq2haH4lKKEnQ+om0oylWecXnaBfpnhtZ4iv3NrD0VEfnUYLz1zt4WgSI2oDv/GHd/HSnQLvvhzie56/jg8+cwNfufMG/td/+jJOjj1c3wjQ8sZ49sktfPzbnkPOhT4u8eSlbeRljLX1J7E/6mN45+t4/EPvRlb28Nnf+jRefPEVtGsRPvjeG7jyxBMIuhGyYQ6ndwORN0Z6cgd+uIZ0sA+fCv3ORWRZAL9/WxQZOaicbgkMuHfz65jujjHZi/HkhaewuXYVXiuUgKCg0tkJpHmTU2Ng6yOfEBqq8p0lenNvObt4G2MnAXn2ei5eV92snVFWY/y1JKiw5EClDUbMaa7TLA5lQEPVjDbH0vSJMb+b2UAsL/f2OG3wYhqZSIxUUafJTMm7hhM5/dFsMAtcKLh5dNRbtadgFb4q3JGPBayWKdUyoShpXKpYx0dA/z4wOEY5mUiwKxsF65MqXanP3hFrJ1j1nFLVnULZhceCNyxPvchMlb8yUDaBmkM1rfFQXYAzBnzKJt7RDtgEqzy3MZt1Sbk/lacEqyYZxufRGkPgKxWsJpAnWBXFq9oD8NNFxVoW+N7f/9rbjr/e98HvE0U31d6j8Qn2dg+xtnoZ6+sb8t16KxvalMBsuLixskF8Fa7qmJvDUQtEVaGhScKzfr8MSmfvafZPb6ZSrW52FfrqYxGyPdhESn5fKe9chmZVlUH1d8tqxrNg2wMQTyovH1TE2uc98B5VC+MHxiLBqo/heIC7995AGBmlisPk3RT1qIbNrS20Ol3ZJNrSybOggG2c/uCgsXP2g4Dv7YJV2wxF14BF/2FJllTUHXauyZMUu/fvo9Nsoz84ETUMpwwCvbXeqqhKCJFETWV83B4AIcsg9Zx/L8MVGTtLyqfqmHrYDbZ8jc9Tvur4VBjzwAz6bwCsnnXMoq6SjSvNtWhvpf6mBAicX+hFPxyWONhPcefWAd74xuv4O3/713D/9FWBeCzBlD9UuErjNEYki2vSfC6trlHz5i86Jo0VSsUDj/MrE1m2tJuqISqcaEvS7HXFYmBjfUMAO/38qIZt9+gHzTJmbdBDlZb4CkopZyHdweU720YpcDCRw1LMwvm04FrCmIyVSQRKLKmXxoWUgFR8Ks8cBPPvuHA/V2xIFu9zvfji8yofy9gRImygjdAXv/gFHB4eIgpYReYJXHICJhgV0jhsIOj4SPMpCipO0xj98Q4ajVVEQQ2vvv4iXN/FamOC9e134ZAeuCf7yKZA2Ohio7eF9vY23PEIf/Tpv4d0cIzHvuUKLnzrJ/Dyyy9iXRqdbeP0cB+tlTUE5UQskAJWgyQ5YqSYpkM48SmKpI+EXddpQZUxYTwGvZzKooOdgzvoH/Zx44mrcAnPN69h6/qzKLwmjg5Pcfv2fbxx6x529vclNubWazsc4YZ3G9u9Fl7cDbDjrCMumZTmdTV7QwFWhYyL91y/hve+5114z7PPYqXVQBlPUdKDkSvzcpd5Mw+IAvWMOeE8eGrXlLPmAgWrJgFr3lPBJuMOjZklTqjY4fDfAiSFY+re8Hu/871ve/3mC37xT318dq9YRbZ8vvTgsPBHk5S6DrtqzyPrtYpF7Ovs+v7Aes5130BU8VKfxZOVhJQBSdM0wZUrV/DRj32/3JPS2JifIWV62r1e/jAJQ2HRaITBYCDKbJaX09+Upea8X9X2IURTGmSxcVYbrWZblK5MyBAUMgnP7/PgQ+9JLSLSKiSdD9QL315rK5KR55gYRn5n4LeEbUsg/sF529oiaIM0gr0kniDmH6oqE/q2TsW2pExpGaWqS3vtVc5LQE1xlVZDEchKUtJAVT3mxfPNZItd+xbGoIlnDb3V5wh057UPZd5hHCFCLdpIBD58WgZQyEVVq4xNVSnPaecZkcJZi5iJv/Sc56IQtYrWo8N93L51Ezdv3pSkEasYbly/gWvXr+PSlStyXVmFI2OUPEE+/2yPa/Il671q40xtbFXoOTSrSzVPSQ5gn2vjUY75W6+/hnQ8wtaFbbRXugs9AUTBbb9ndc6YNbhdrOjUPZiuNdZGxl6bqLn+SPf4N+uL3gGrS1fWgtU//dSGwCnPWwarqlyk6nGUOpikzLRiBlZZfs/JimCVj5Bl2Qk7RuYGrDILbRsvUQXoos4MNzO6VAz67F5aiE/q8QhotQJ0IweTcYZRXgpYZTd3lkuzoz3vB8LZdkgvWLU8HBKseqWA1fGYYFVL7ININ7upKFYVrFItRFhFqEplIcvNGUgS6hE8EqyKWJNm/aJqVWN1PnhuFsFqIfBtpeXLpEu4ybJ+C1bZwCop1IydIJQtddjMRIybWUQrneVpK0CwWhiwGmCcJAJWCbkJRIXBseFVzq1/DoJVVayWEgQdjVLxglWwStUqG1950rzqcKjNq1o1eswqWKU68qCfod0K0QuYVeOGXoNSMY333JlilWB1WvoYp7S6V7AaD8c4ikvUGyGa0mRqKt3fOwUbguXYHWYoHQ/bvbqUvt8/mQhYXW9FosakAnl/rK3RqHpWsMrvyvJ3Knqp9PRAESkVX6LSdfj7UMDq6TTHgKpIo1htOJz0UylV4OcRrFKxutWri/qM55iZfIJVXm/+LSbxAo91+oxjblCo1mZZDJkp1QUuRvQOKAv06oFYTTBTtj+gPxUFCgyyVAVH6Mzjb4WejMn9YYw+xyvHjDSxYcCgilUGnY2AYFzh8nCqvsQCVoMSK1GJdsDAQe+33HMwmNIyoHxksIq/djZYnXejV2j2wEO6NC7+lIueLaniZieTjEkIpxbg3vFtFBjALTLsTvt47eQUt++e4mRUQ17P8MLjF/DMlRv47Rdfwigd4e5ghMMjQp4EP/PRx3B9Yxu7sYv/4Tc+j6PTKZolS8IifOe3X0THifBtlyNsbHZxctzHG4cn+NDzH0bkJhjt7+HC009K6fW//O1/iT/80mu4tLaC73jyutgq0Bs4C1twG7xfWJ56GXUEGOUDNLurcK4+i8BvofjKZ5HQe6lVR2NlFbnjYzo8xPGdm3jjc69jw7uMG9eeRthsCgwTG49UvYhdNv3zQnDg5nGsoNOAVRvUaBD41sGqBsb2/GsDA3kI+zSatBlg1Z/ZYFqxKPPntqxf7yXbzbUKIx4IMMUKgM81JVEGyLKpht1EW39VVayEkOyWUfVdLDRQZOfhsrMJJ6ozIydzjFskagVQTAEnECggKtHxMcrBLtA/QTlWKwB5j1nnbw3mlx8SYM0alTB4krDboOX5861nqgbpBmqbp83sAvheMt+bxll27PN8yDypXlyq8FK4yvdKuKIJGOUr6ZuqYIMzBf9bBDmiZuUfVYMJiJVGWKoNtg2svuczX37b8dcHPvwxUWNdvHQRQejg1q1biAJ2Xr8sgXej3pZmVmwIqeqVuV+tBR92g7KsYrXjaRmsViFYFZzaQFd+5hpVmSmPq37GIjStKIQqfqvV54gGbUlNKp810648qGg8D6xWT/BbgaoyxozVwYObsSUVZSVoP+sek00Yk1Kej/FkhDv3XuNtIkofbkQsWN3Y3ESzo9fsLLBqr8vDwOp59/ijglX7fvO/7fxgNyXWcoMCNAWr7WYL/f6JbLotWF1fXROwysoPBQLz7t7njQv7fR92c1Sb1TwqWK2+/zJoefCzz1ay6rGeQVwBPKpi9dzvbSqgqDCilZGeA03+EiWq+J7qT+D4sI//9Bd/Cf/iC6/DFVk9/e5S/cMOzWyxaZIodg7UwWdb1S8q+nh+pDRzti5VvA9lJlQQpOXdqoS1dgD8PmwYacE67QRqXfq70mZgBZ0u/3SlYzkVSVREUfHaaLJruUIDwoTc1VJmWd2MylZsAQgP2RhJvpc5jkz7LdhajLcz0c7gSeVFAlWoRstZ0aUNCz34GA7H+N//1t/FG2+8LolVXhffZRUd598QjVZD4JjnURnKSqkSqysNFDGbjgGrGy34Nap0GYdGaKT78FqPAfUOgiBDOR1hdHqE/ugAyWQf2QltkUZ46spFHBzsoHH1w3jmfR9DrRbh1ZdfxOHtr2J1awuuz1Ji+hNqgi90xVMLeeGj9Ai2fGRFH5P4FHkaoH+SYHfvDorhMXdsuPHEu7Fx9QbyaAXHYwdff/Uudnbv46Q/1EY78v1Ut3exPsD1WowbN57G124f45X9BJMgkDibnxm5Di5sbOBdTz+N97zrOTx38bIcU5Kw/DeTRncCpkyFjT3ti/O1JmaqD1l3GDsYMFR9nWEosxhpFiuZMT8vaZ7PZxIGmWZR8t5GFW01/FJ1mLE7fYzJdIKf/+kffzvDavbcP/cLP7IAVq09is/xXSkPr66v1kNVldKLCdHlNU7GrxA9VlipytyeSzlXS2s055NLVy7j+3/g45Lk4DWxVSFSqTKDfsYGylQcyIQjzYm4D1PgSpUjgeRJ/1jUiOwUL6DW9QXa1mqErF1RuBLIUWEeRjX4IRs68V6huvlBn9Dq+qYfm4uVG/msrHGGxlm1ZCmx6vxhv78VT0m8YvtKzAaOUFxJxNPSKTMK83gylms+HY9FWKWKy0TiPFZbcVSyklGjUdOoduHDTTpIeIOOKwXBMioVvhortvn8qpWSOiBt81GF7qJ2nnmWU5UcwOecWuN8SdhqEutnjM6H7QX0HuH/V9YzxrxJjOPjY9y6fRPfePVVaR5FK6p3P/eMVCcwacSqhJXeKtbW1hGEBK1n7DHl/q5Ul1WfchYItccv65o9rlLG1N7OPQxPj7G2sYHe6qok5uwwlQVQvOBNgtx4wVPoNtMW2WocUwEhsgfjIW9jJv7d27j6SPf4N+uL3gGrS1d2BlafXkcW5zIhRaF2QjcFBuqjWQDjzJWSc/FKDT1EDkvhtVMzPTj5oPJwnGo5dS3QBiiEsrQC4L0T+jRlN82rCJ08TzaX9FQ9GtEI3cFqI8R0nKGf5bjYDjBh46w4F99M3gC0E2hHVKzSn1XBKjtvE6xOJhmGqfqi0huK+fs5WKUqKEdMKwBpLEKwqmCRoHK16cPLVbFKYkamJlYApjGDNZsXGMouphOW+3hYaftSvkdFb55bsGrK/qtg1SnFY5XHIDoysQLgscwVq/UwwDhORaHL5klUrPoBoaqCVW7sa1axCmCaljgaZ2JLUIvUCqAROOK9Qih3OEpE1dusOeg1QoHGJ9MC+4MM7UaI1ZBHYtRVFbBKxSqBszQeoxVAmilY7TYQD0Y4jnmt2CzKQRJPBa51chdxUWBvkArOIdikJQTBKqHgRjsSaDikYnWiYNV6rNZ8wmdaNWRIpVbfl8ZkBKsMTGssta9RsZrjZJKJ3y/nvo12TawjkjiRkjO3zHE0SBEnObbZrUw2DIUEcWy8xj8JN7WOK+eXA4qwNEl1016r0YdIy/u5wRjz52DvJVd8g1mptjfU5gxUimgpKsEqG1d5aIe+qKAJVgf8HlwwRSmrQIqxAe8RglWnoApbG5ANWI3nemJx0Q0LtAhWM9pRlKpY/WMAq/PFs6o8UbI0C5Jm0GleGGHWmJl3GYuYqZZ26SNJxXndx0E6xcRJMYkn2Nm7g93RAW7tDzXR0Gvj5d0pblyu4fmLVzEep9g7PsTXdg4x9APcvBtja6OFn/rwOrLMQ6e5hl/97Vdx+yBBmk3Fv/bHv+sxfO3OHp5creGjH7iIe/cG+PzX+/jRDz6HCysuRlmG69vbuHewg3/0O3+IvcMxep0I260unrp+EVc6NYyKFDcHpzg6SFGrt7G1WmB7fQONTg/OhWuY7NyC3x+gub4BBDX4UUc62SflEJOjfSQ7IziHJVaCHpzEhVdvASsdsRCgXYoqV5lI8ZBNxurjKzyOc6NGC3PDdx0PCgA19FqM+OaqsHlWvgJWreqU72IEpnYjPwskZu9bBau2VbOWKT3sIeNFfKTmxzKDk9JVRCZKCaBYzs/GeJzweTwEq/KgQqC1BjcIUXo6LxO6c31gp8CSHsr8WgzaJycohvtwhkM4tNFg6ZRRGM3P3TyrbIM0BavmHNNzTcbwWUrsSkZaqDPXE0OCzRyvFWnawEDf15xc05xKPFaNckJtAPS6Me0kkFQSVApJxQKAEJUBvyhW9U8G3VRQBSiKVXMq9bUlHgWsftf3/TAmowSbW9vY2lrD7du3MJmkuLB9GY1GC74XSuMJKiNU1TJXgi0rVi0ktT+fA9S5YtVu4vS6LJb/6/JpSryNkmcZllWh7GxzVymDq/5+PkYXlR6zzz4HrJ4FYc8b78sB/5mw1WzWqu+xvKm3x1R9TnXTMntfaRLpYRqPcfvua3DZMJGqHQNWoyAEwWqruwLXdGIWf+IzNiZnQSL9zPNv8D8OsGo/w3Znt/OF/b4KVnfRajQFrI5GwwWwyjJCq1g9C6y+FeC93LzqzI3b0kV/K8+xL/n/A1ilD93OvQy5V+DiRaYLtUcCww8mfNVvUePz/bvH+MU/8+fxe1+/L17SjEGsYojzmSR/rbXDbN7XxBVj7Pk6pnPsvKnI3N9Rc2FaKqsMwFYSGCgrNRRaLmvhkfUVZDwkZa7i0RpKt2wCgaAWSbMmAlVCgnqtJpYCTLr6Xia+jvwdO1ur75+PULqYewJp/IBesb6Ut2o59dkNac4FDMv3nSkDlvtdoBT3IPxOAb70xZfw//zDf4R7+6cKB8Ey4wQl/d4ZK8qL1DOVMV+zFmFjNZLYnhZgnZqHjbUe+oNTTAcDbK+1sb3p4bW7KWImMJ1YSuYpSklzxpdTXN8Igek+2g0XtUYDjc4WLl56HzqtDoZHd7B//yZe2xvj3qQNeB14QQE/pBJS1cFB5GC16SKdDNA/GYmnfLsZIM1OcXi4J4IFL4pQoCv7u53jU+wfJxixUYLjwavRSkCr3KjGrTsZvmU9xXuvXccTz3wAL770Mj77pZeRtSME0RqevH4dT1y/hscuXcRqq43AYcOr8SyRqnOdJkm1JLySIK38t0DyisrU3tv0fa4mWWZToVnO7f29MBfI4m8SxxVLgMony7HMGuykKab050zUp5NgjeDtV/6zP/vwwOqc3/6lv/AfnqlYrYJVu6Y9mMicv+lZa5m9zxTYVb3VNV6SsyXjd57J5/e5ePEiPvqDPyj3XLWBkHyGsQGza8niequesOonrFUlWs6t5d70MqWiNZlMRZQUT3MRt7ABWyw+rpxvHIGDje663OeNZlMsBejjzE71kpQwTZ6MikFjNluVZW9OE3urzcM5iXljDyIym0ozI13P5yBOz7L132dCisecib2NfB9+rzgRhWtCr+JkKlWgrMplfxexv9CTbJLEes51lzm3TJp5SJu0sSapNc4SxSr3rvTipS/xzCtXE5SBxBFsNqoxnlULu1QEWwuGRxqhlZhC/pNwV+NlXs+dnXu4e/eOCrwaLdMEi17x2+LHTeXs2WD1/IOp2hk98NpZeKP7Il572g9NRn0ZK6xUEIsHNthmjLoATVUCLWN6ZnmnSRxtVm72EMY6bQ5V9Xuvbl15pDP4zfqid8Dq0pWdK1bXpEmVliqzDJoDVYojtQwCBKYuRrF6A9XZgd4pRE3JjfUMrAb0/WT5JqGrliwQrLKsnoOWilXC1QAKDunNyE0om1MdDUsEUYmNVg3TaYbTJMN200PCxlkCVnWzTAjXCmlH4IiXJ9WdBACNRiCvG6QssWewpSoINtPhxLvJ5lXifQpMWbbOsnCJNxfBKlWbAlbpccnjFm8UU9LE7qfMUBImTzJpZkOwmmcxRjnViiW6dU9K3MVPtdCFS6wAXJaEKlglVCSo5D1MxSo9BmkFIGBVrABYPuEK0KPv8hysZlKu3qz5MqcREh9WwGrDgzS3ikICaeBwGMsx1SMHvRpLBTwcTQocDDPxNGWjJAJEbcSiXpnqs6pNmQgE2bxqRI9Vx8Fat4GpAavsQNv2XEwIVtntnj1pAOwNMgGGWyt19Vg9nQo4ZzOrXlRKw63DCb1lHQRUrBJoeqrq5SRIhTPBKmGxmn4X0rCMYJXdAo+nbAylEGK9XUPTgtV2UzYKBKv0Qt0iWJUyNwtWFRRzkePixmZcAlZZYpbRUJ/nLRSwygCRE7GA1ZLl+R5qHsF8ib0hrQ40BlPLBFVxtyMqVgMB2QTaAzFBZ+Crfr4WrFJxTbDKrC7VbHOwSsWqi26YoxXQf0vHIMHqYMrnlfhnp49mBYC/+ikTpPI4CLXmTR4WJKmVtVNVfJbcmQCXP+NFtSXUtQh3pn18df+udIrNihQv3d/FGwcn6EY1PHl5EzsnJ9gfeXjh2iWM4oH4fDFwevVkjN/8WopGmeInX7iE91zr4h+/eBcvXL+I2wcF/sHn7or3zmojwPNPdHGYFnjx5h5+9APb+MjjV/F/fuZV/OCzT+LG9Q7uHe7jg0+/gC+/9AV8+aVXcGlzFUk6wit3h+ix6UavgT96+Z74Al9e6+BgdIzrVxv44LOPI4828PKXXkGUFnjy8avYfPwxBM1VinngEvazCZ7jw0sKlDsnSG8ewjlJ4Nc7cFa7KLIMZZKhmOYIHE/UaOxoq5utqs+nBrXzcyphupmRF6/r7GkVQDLzR5WNnGqtNdgw10ky3xWYYrO5EjiYCzvzsnr4OBKLCKt0krc072u6Mmvgwe9mSny8yChWNUC8UFCfrypshG24ARtXcZPP8tDMdPPlvemgzAo4bKIxPUU5OaF8XJqN6WM5ELab9Fm62iQG1COZE4Z9haiJ5Bj1J7MNmB3W0pTQJMu1zkw9VmUXYP7QT9hYCEjJs2k4JSWnpnSf34vfSGxM5GVa1s91TZxUBZ6qhyrvdyaHOP41iCNs5fPmjbC++/defNvx1w/+2J/E4cEAjXoH169fxungGAf7h1jprGO1ty7KEDYbqDWaRqmiXl9yho2H1/Jm7UFgyjVwbgVQhZ/nvZab//PAKT/bgsll0Fp9jT0ZVpj0ADCtdIY/63VnbTSXAcrsOUYMch7UqwJJe36qF+utQjt171B1KsFqCTYO1dI+AobQD7C5RbDaU7BqNvxvBlYXv9fZYHVZdWrHgEZCtlpuudyf43M+Z8zPw7zpiNZ+zF9HsLq3q2D19PRYlEus4KAVABWrBKtUFNrNnz2O6lhYvhEeuJaVa1/9Hm/2urdyg50JxB944b89xarMQ2eAgf3dI/zq//YFvPA9z+M7PtJBSDDg2loFMw8LDEixe+cYf/bn/yJ+/5Xb0gCICUGro9frZ+dM01hEZ04VG5iJVcJj2ciqCpX+oPPHfMxx9yCxtJljePwWzojPogGrFgww9nRRE5jCJi1sgFNrtFFr8k8Hzc4KVla60qWaiiiCVJa8oiDUmIgimqXHhFxShhyfSglrlsdodZr4wAvfjqAWyHx7ZhPEOTaefZ3Z6T5HhS4rK/s0RKHsJf75p38Pv/O7fyBJrcInjFJwzWMspWFjDs942kpTHmnMmmF7xUW3WeDapS7WV9q4vzfAINM52ssLNGoJ7uw6GOf0o6W9Fxvr6hWj5+5jV7vY8MfY3FrB1uPPw8/HWF+/jLrfwODgLm7t7+OLrx3gc2+kSEMPfk7pA5V9GVrNAA3mQWlndjqB55bodmnX5mFwOsagfwovSLB9cRX3bg9xOs6Recw9r6NotODQ083nu1EBy/2ji+v1GE92Y1zduoYr156TKr1XX3sVXq+Ox97zI2ix0RnBGddoKfktMVFhvtpHGACoQrbqWq8XyYyq+X/bxoQGYEl3dVs+b8Kfmai6miiuem4bdaEmAubjmDEa9yUUbyhETQSm8Tux2lKvh5YM8zP+u//6v3gr08sDwYOTggAAIABJREFUz/lv/6s/PUtSWjscWZup6jYBYXXtk+M0TdusYnWmKK1YJNh1qvo3nyc+rhXvc4mdRCapqkh+TzYF+tgP/7A0p7P37mweWgKQs4iNx8W4dhb62qZTIhE0UZ1tNqf7ThHP81ym9DlN5H4ej8YYx1MMR5OZ9ZjsucSOwENU72qSpd6UhrW1Gv2ba9JUixDRqthVIKYP1bU/+JjDYY17q+ubrIuS5J8tjib2tWXiNrWpJfMqRMkxGp7g5GjfJFeYBNFElIBtGZvzGExSVsZL11YQcY7kNVLfWrVfULiqKn+1dND3kNfSh9U2xpPyGrXq0ocqlZc63L7lcbq4Ftr7Ue8TsYox6wHn3iQeiQ0BmUUQ1SSu4bGeB7YfdhBKnhYfdjTpLVq5T+UHOZJ4LCpoC071cuh8txAfSTWmrklzcFr9PN0czOIldZORR2/z8ls+d/8+PPEdsLp0ledgdVWqM7VUuZQmVtLt2XQO53iaZBWwahSrZJcsAWEJOO9dNlpKctaup7LAMrBiKTphE3kZeRKbX7GRE5sWsZSesLMfqxVAEBTYZIMkNqxKcmw0XAGrfaNY5TQh6sYA0qyJ3ZSHY6oHczSboYBVNkqSkgABIo54rPKx0dJSVKpU6RUrkC1X8+hm6GGtFcDPY4FlLEWnGnSS2smQE7or2ScBq2zYNUllw0orgCKPRSnLMvBOnY29FsEq7Q/YqEkyV9LFlRkUVawug9VJkmEwyWQypWKVNoWcpMqMx09g7KBVC2Zg9WiSYzQlcHXR8vX8RFGASQYcjaj6K0Tdu1ILEEU+Dsc5DgYpGrQHCOkbS0WVAav0OxNzbF2OCMTVYzU1HqsNsQI4nhZiBdD2PLECSAinDVilx2pWOtisgFWCc17XblSIZ+7BSJtXcRywXCLyS1ENC5ygT5ij6mhJihmw2iJYzXOcxKlcP67ray0qVnPpWtlqN2VBY2MufuetXsP4hxUIqRYugGlBJYduUAhWVVFNsKo+vATSPB4uFgTJhLucvC1Y5RiegVVRoGpDNQWrVJxSFUHYnWDIzquiWFVLCU76HFu10NHmVQzOZmBVSzloBdANIU2sypyKVYgVQH9CpW+J33pUsPo/fWp+55su9RonWJJqlHuVgLIKVtXkXFcVqsCpKkFUE6Xq5+6+hvvlVMb2vf0j3Dqa4HQ8xnNPXYabTXFw0BcvsNVaHWk2xBOPd/DlW338q5fu4o27CR5bq+NT/9HzeGX3BH/7M7fx3c9tSxnpP3nxGMf9GJv0ZGsXeO7GY/g/Pv9FPLXawS987zP4h5/9KtYbPfzkx57Drbt38cz1C9i7s4tXbh5jPE1x+6iPm8MhLlFNUUR45XSKTzy/ibQ+QJEGeObqNdTWavj7v/sKDu8c4CPPPYvnr63ixrVNrD/zIcTje7Lxr289Jd81Gx7CG02R3j8G+gmC2EE2yeE1m0jKAuFpLHvUIua8oN7UnJeq/kZ6uu1mXD1Y9bEIOlWxYS+ZXewrz5Gkt/588XmlNIOYb8C5cbGdqqynq1GiWvB61spf8VGsxJPGt7ASpsp/sg21WgHo5zrSvIofq983gOfWBcKKYtWJAYebTJrSyeQDxGMgHgHJUP/N2c1sdHSMLgKMB8BYmah6djZMdVwrR56DVcudFQozoNIG2ApPjUrVXgvtoGIuj23eYoMwtQXh6xn8cS7T0n5tXiBzPJNmjsJjzof8nfWG4t/iW8mmdtyGiKqV8x7wKGD1xz/5SezvsuM3cP36FdoEY2dnB04ZYGtjG1HIzr1tKa9l+Ww1qK8C1HNL+uW66vibqSkqpYPV1/E5VrFqm1ctg1Mdt2c3KlrY7C08z473RV89HpnMwhXwVAVQbwZWF54r4PjsUNhuuGeAfun4q696GGDl661OiOv5nbuvI8nGshnhhitOJrI2UbHaXlkRyGQ3zMvjXieA+b3xZmB1ARhU53rzpe1sVAXI803HvIxu/j4GrJoGFfM1Ra0A9vb20KzVBazSe0/AapZjvbd6JlitXvvz4PbCea5ce/vzN4Pbb/b72ax7DshcHB3zc78MZP5tWQF87UsH+JVf/gf4k3/q+/EnfuSyJOPZ0amYeXwbMF+kuH/rCP/Jn/lL+Oxrt1TJk7NLvWw9pdEi58SZYtX4cssQs8koEaKp0pRjQBPh44XGInZNEsWqUVkvQh1+jCYZbSmznTMctyYNidjxOoiaqLe6aLQ6aLS6MnetrPSwutoztgB1KR1mMknBgiuKNsaB9BokzBycHmM4Osbf+7/+Lp545gaefO5xjCbTeYLzjFv9rPFx5n0ny3aJWlgTW7G/+Wu/js996SvwGi2d56nkZLm/NGxLJNkq5ztTteg0jsVbvOVN8d7HV/HYeohOfIJ3vfs6fudLb+DTXyiQuF1cuJTiic593Dxs4aRowiNECiMwBPPdDD48xMUE3XyCZ69voew8jXqnjqtXrqMZdfHaK1/GzeM7ONh5Bffu7eH4tIUUDWlyE2CMelDHyVDfr9NNRThztJ/i8HAfaXIsHvortRq+5al1vPj5m5gUEfxeE0W4Di+sofRdeS/xUqQFnOeIZdPV1QZ6q9t47pnnkUwLvHbry9jeXEN361vVEsiUr4uVhCwsKoRR2wrjoShsSNf1h80HqoJkV/dYoGe73ZmVRdu1RpWCtoJovkbN73cKdPRf4q+ZsWs8of1YVYnGykISqsYGiNd5tvYJ+3LwV/7if372AvImP/0rv/Lzs3WzClBp5WTTxQvrKOOjmW3OHAgJjD2nEZI9hBm8q8BV618v95LvCeCk//FHP/4DAjAtdLX7gOV7YuHfZo8x+5lhCd5sHjGJGwPmbIERP9c2aqJliHRtpzEbEzhpqv6t9HEldJ3Q+zQRhSv3HkzIEOQxzml1etJEj16unCNCHj9FXPliI025hQn2Z3YS80ZJsu4JjFOAKuNIqsmN/6e8xlilUSxF+wPTKIlcJEkGODrcEzsOxl/cd8YJ41SOZVWTqiqbvGEeC1UrhhbWNAO8dQxwVCigldhAGmQpKLfxwuw7LTRnOie4OWdsMvyViH7pZXPLFYW11ZhI1hI5XaZZqJ6lc+/hxdcuHoj1b7f38Py3uu4qqDYNwORzeG8aVYbE/rrX5/3LKuwZJOW1NaDbnqcHx7O1TeOcMfdZ5efWO+94rFav1DtgdekGqoLVguRJfFKBkNTTbFbEoBmEPI7ALoKk+gysMqAhWKWRsypdk5xqPAWrXMwIjyga5UY08Pj+rpSAM7sZ+HSzhCgaT0bqlbq1EiGJC5zGGdYbHliE3p+k0syIcxn9OGkX2mDn9JJgVYNCKihTQskZWNVMTsp6fgGrvuyTYzawompVupBqo6tm5GKtFSIoEi1fErBaCJxkNpIPHqtAt6JAXAKTKY9HwSqKWDq3ky93GmxUVUqjI6oy+aj5LmoexD9UNuRSHqEqJ4JjUayGHhoRFavLYJWebMIMjcWBBaulqG+PCVbjDCEtEghwWW4e+qLKPR7HArVrgSdek7XQw9E4l3L9euRhrablYoSL4rHquvo92S+j1OZV05yKVTZecrDebarH6jRHvRaiE7hq5k3FakrlFXAwYmc/PrcmoH3vJEE/KbBOT9c6fUtTaV5F4E61KscEj5mwWMGqWiWMCU/Fh6uUYK1FVUBR4CTO5LqQ9a22ItTdAuk0RqPdkIzosQGrm6tNbZDDcekU0kSNPaLEV9dVsCqKal4DWh3Qd5WN1cQ3NRfAzMZSPIqVGtXELPdVKwD1feJ41S0yy9VboS+Anirig1GMIWkLB6wAFUL0TNSwbIJVp/cLgzWozQWTAY7vSsKgy66vPssaHAHbqUu7AEgzsn92enbG9WEx273BHkCwOlsc5xtkfZ35hcAm/lszkrZL+iwzaNQDrkvv4hyx5+KV/iG+MTrEEYBBkuPmG4cYDlKkfooxUsTjGM9fu4L1Vo5xmeJyYxPdiy7+zqdfwUu3SrzrSiAdsX/pJz6EX/8Xf4hPf3GI91zlRqrATh/4yq0jeDkHY4oPPnsDrx7cxulpjA8/voFR5uPm/WP8hR96EoM4wStvnGB4MsTRNMHBKEXh1tGuR3hqu47JyQG+5eoq7p5OcP8wxgeeu4ood/DFmyP8zhu3cLET4b1XmpgGBS7UmvjZn/okIjZLGx4j6F1E6q/DjxI4+UiMnYs0BHb24dw9hdPqoqh34J6OkB4N4GalbBjLPJHMPQM6CxwVNCp81N3qshWAXl9tAKNSiwVwKuPOXG3j7D67rDM1qnpE6wsrYNUoklSmaUvlzTW3Q8AOpIpxY4W/qALUgnkpo9dyr5JWADOfRBcXy1CbqDCwyaQtHMqMajXe1BM4hKt2vPGmSqYCVZ0i1s0Cd3kGGJ034i3wka7wpSpW54GTWpwoEDA/N6fOfh9teFVRFM/K/yupaZt3kI0ev5GuBZzfpIrINEqQxlNGsSq/4+ZM1KmZlv9bGwBprkKQqhYBfD3/rWBWj+Ujn/nSw27nM3/3kz/zszg6HOLkZIzt7S1sbK5id3cHo8EY25uXxGM1ihpYXVuX0k9bDmgHE+dBDehN51mBo/OfifrD7H5mYNU2iDCNNGRIm+6ztrmGDonFbrdnQdZq4FxtXmV/Lp6JVjFpO9zafAGv/1LkvwxWq9DrLNA6O6lLitVqIP6w1z0M1tnvW4WVVrHKuOXezk1MpgPTqZl+7QpW1zfW0emtaRdxKd04506w90n1RtVZZGGsPHQjbAC2FlaYAjxbOmfmI3v9q99Dt0yL64l+Tok8NmC13sDJyTEmk7Hc0tzQbKytY3V11Xisqkem3KkVWP/WwCqxT8XiQweMsQNZ/P6z9zuPnEuUO99BVkH9+Tekmcsrqkw9hPPX6X89j1WjwJfD5Jzj4vNfuIMvfqWP7/nBZ3FxA4iocfBoOEK3T3qg0jdfx8Odb9zDn//FX8a/+sYdmYuZ/JNu9KI3ZDRi1KlmMy3XcnafUVKolVu+eNcpWJ3GA4ltmFgS/1Qz7hSsGoX7chJF1HHa9ElLbRUWcK9ABSS9QMOohWa7h1ZnBa1mB932Cnq9rkBVKlb5h56rkR/OvK4JUAhWqVzz3BpCKZVN8bd+7Vfx1PNPYOPSOmJRjGrctvjQ9faBKgmTc7ZzkUACe1Jy4M7NHfzG//2beOXuLsJmB4XvaW8Aaayn+yXWl7F/AL+r5wYCg3jve2WGtajAk1se8skeVjsNNOtj7J8G2DltSsVLrxHjydUTfO51B7v5OmK3Dj934ZVTFE4EN3eRhjl6UYYX3rUGd+UGwlYD77/xOJq1dezv72Cnfx9HL/0T3PnSZ3F/XIfj5BhkAU7TBjoXHoPfqiEtPYxGDvqnbBzJ9RTI2EAqmaBTDPDsUz1845UDnGQNZK063M4FRH5kvquOeVZ1bfa6+PZrDTx94zpqVBk32wjDNk5O76BFCNu4oolHCYWktaeMqZC5VhGdSIdUyT/zWbxSLO2Xh71oC5aM6qNLEDjvh2HKjk0Zt53TDAaaV2lUGiXSzk0Uk2mKNM2kLF33RWonJop9Mzw0OlaVoCgIqRwkKHYd/OVf+nNve/3mC/77T/3HGifaddd0vGdHkvkaOrfe4bmwNgn87IXnmASInfNsonO+nho7gEpZuib8dd7i/c2Ky42NdXzsh34EQcQmZjYu0vG/fKfo1sHMezKn2IQ25wX9ley2Z+uUzhVSeSVTkCnitxBTXk7bQNMg0FSSmglDEicC1BPC7wTDyRhDAtcxrQVUVczrx1ic/Tc4J3TXLwokFi/Xen1miyQ2CDzvFr4bkG9BnSTQK/7Quv0zalsCdzM2WJHFMexTYBb3BayKbQmFGezrwioBeW+zJ5BzzklBz5V6/JqhLo2f5qpTiSPEx1YbYlsls7UIIIeROE0UrhyT+u9F+7G3ClbNPmSuDdeIYnbtbMMuvUZ2nHGIyCcs9YmStdSskcs3h0YbD66XOs8u/WpmwaLsRI5H4nJ9F5/zC/vqmKZ49pglUcPeGbbSjPczOQPt+ORvrb4QOy8DyLm28fdy77N5uPytkP0DH/m+R7rHv1lf9A5YXbqyFqz+3FPryDNV57FEn/CTaioJoo0Kh55N0qmdXqmhj5qTSWk5ARQHZ5KwYRTbUlGMlAlkZQDD92CpNffPLDEn5OPbE3YRvnKFpWcmy8N5Y251WUKT4Xico133Efk+BqMpxuKdzY6T9BIlLNRyhlGcCsBsRiGQxziK2aW8EGUON2SczDibrTZUHh9nbGBF/1Sx6pdgsOYDvVYNNXpRFalMxrQQGBbM3GlZA7ua0jOU0I1QcMCm1q6HtaYnG3sqCsnhuo0AkaMl/1TE8pjZKKkZOYhT/kxLkSSMozVBLpovaerViEL5PmPzmSz5r4VUctJjld+DC4WHdo3d2Km0LKVL+mCaynnpRKoSpvKSG/Xj4VRgOBWshJqNkOerwJ0TbXTQa7pEHrLZEd4iYNV4Q0qTFSBJXQwSqu8KbHSamI4mOIoLKZsnBJxOYuSOhyYzvI6Hw6Fm5Vj6z2O6f5rgJC6kgdBmq4bJdIrDUYaYRv8ca24hvqNUcZIei8cqwXam34+LOK93txkiyUscT3Mp0ffKEl2CVdpWJDHqdZarAEcs1S8KgcAsMeb4owUFVanWY5XHF7KBFMeuZENzKdmI2InW4UKvYJXAmosY/VMJx6mYPRwxKFYvSQsSCIhboYsmlQiFi6PRFMOkQG7KL6SRTU77C5ZKeQJW2SRnSrA6zUSZyo6YLd9BJwIaouyhN3GBxHHFPmGclvinJ48GVou/+suzuHRhabWQzy6aRqFu1saZolUWLpP9c4KmqFTuTYb4Mhs7ORn2+hPsDwZoFBlWWiv4wt0+vnF3gI2OjyvbHi53A3TZ7Kx1FaP4GL/2ma/j/sDHt2/V8PjjNXzyhffh13/n8/ibf3CEpzZ7WGvqRu2V+wMMkwBFOsVzN3poRjn+6OYYFxo+Lqx20R/F+PbLHTx1oYWv3TnGV2/flXHJRntMXPaaPoowwv39UzSbEXoND5fWV6Vpx869+2BPpenEw8DNpVnYOHZwZaWJX/n578SVG88gPjmSUsKwtQGstOG7TZTjEzi1C8inR3CP95HdP4KbrcHtbaC8f4LidIhASnF0w0rVsprTmwwq/5IOedowbM5DGKxollTPtU7Ws1jVbKYtYLEjQYOaCiw1AalSDB2nmlkX3GfgoFETVT9AHdJ0nMhG1/qMVomkZB2sFBUlrU74/bwIpSnvtIrV/5e9N4+xLD+vw87d3r7U3lW9TE93z859EzeJkihSJiVQQGTAjuQo4iJSiixZmx1HFsnIhmFLIpP8kwhIIsCAAwlxgMTWFluQxEjczcUUZ4azT/fM9FZ71dvf3YPzfb/ffbdeV/WwW/5H0hTQqK6q9+67y2/5vvOd7xytXOdw+BoWp5hMhlM4rNpLlYiJvbaHKW8zQe5mklizC0JCNJGjMS2qJJAK3qyaXVYHVc/XXGMBVKs2cyFZIdiPAYJNwZDad8VcKDF02ZpoqLbmnikzSRmumk6kpiim8DQTu8Ro4xuglL9z1LjRGlSJiRW19dj2JsCrSSSNuQoBWcoIvOPz37jj+OtHfuxjGE+GuLHJQL6Ney9ewGh8iK0bN7HQWcLSwjJ8r4aVlQ002gtyTkzamUjYNsOCZWqSTWGuzLcLmuBY5GIkqdQELeexSm2F9r1WQscG9/PM1jLIai96dpxZwG1ZOPY1NpA/CdC0x9VkxTAnioTtVifp4obbesTc+24Hst3uHG5JIkrnoH/LsLOzhf7gAAEL0Z6yK3h/uwsLWF47Je6/CgyUjMBkvM9Yugrw35qy2MTipPMo//444NWCqErenuloWsYKJ17ZFK78eQRlaGhBzcv9/X3RYeOzZXJyHLCqz0nP6NbnO7u48rO93UQ5ybxK5M6P+ZLEb257vR1gXj7PO5mwdw+sWqkFJuX8f4zx0MdjT/Zw3yOL6DZzkBFGqFlqXkbWhK+kOSqNrDafvYKPfviT+MaL19RxPYuQcx228Lho2vNLjzF7DlpAk/WCiTtje65hcSKu8sJcFdkl3V+41whhtlgvDJBjWUxlBqJpDJC9gAwstsBSXzWoiRQAtaHb7UV0O2Sr8v8tNOtk4KvzNGN8gqVcXwXK9ZS5Vq9U0QyqqPgJfu8Pfgff/f53okpiQMJX3SrhINdq907zQO145OvtGqCmO2pAefmF6/iT/+/L6O3vk82AiMm46YISnW1JxJnX5AJWiu62AP++6C/K/UxSnKpPUQkibI8IpvI9FTGpWvBHeON9i7h0zwaevz7EUy/tIHRrgNOQ5y9AVaYO5MyZGq0KHnrVJax067hv4ywa1S5GwwOMMw8vfvP38NTXv4wkaKLppxgFp4SEkldO4+YYGIW+spyh+7JD0gmf6XSIZWcLrzvvY/sgw+ObPoKlFYDxNqpo1CpY6rZx4ewGHrxwHmdPrWG6dxVLLbZjM+Yja7CKrc1rIp1W6d5TMM2OrE/zgskywQyCavG6AviyMZIwQOR15XVeJYBK2vC2vV8MP2ctwNJ9KKZDiTwP7ovigSEy60cXg/JeONvHtDCgf9O58Y9/+ifuZDkoXvsvfuWjOm/NcSiMIbCaaemerXszSZ7y/lZeq8qFqtlePMeKFMajdnXqe/l/E/+5NE6Lsbi4iHf/4A+h0WqpbIiJ/SSa1YpIcf7l+1VeR4s9xMROs5sz64LT1p8y6Kqv0mPOWrjLnyFMXjMe7HcFzvTcyV4W46zxWMg/wj4mE8m04LPATIMs5vWNzgL8ahW1WkNMltg9ImsQDaGMydeR6xCTUzUhtWsfT4VzkKfsOmxJH+Bwfxu1oIJ6lYxVNcQuPydrlma7u+wYmj3X2fOZf446Bs3YE+MqBWIdlwZ1GpfL2DHGWEowKG1+9lnrjS6NWQOIS05xMhBb/ot9LpqJ6LGOtNgzdqFEmpG8knspa5eSxZJUixgypMz56JBQYFOUyWj2HKeiZ0td8Zh5BAsfzN9p/t1pY2N9Del0gr2Dfbz40ksiD8O5LeMiDgtgVfV+lWGsDPSjkgDlcy9PZrsH/Ow/+tW7muN/Xd/0CrA692TLwCrBUU4wgmECrFKs3gCrZNTwz5NIteAIrFIbKPBVJ1XAqYgtLr4k5wRpqaXKxYCTmYAU3894xAKrFdFo5caobDwCq0lCxioTiQyHE7I4HVmYhuMQ40RrGAR+G77qvNI0aDCNBFhtCDAX4SB0kcQZ/IDtKfy/0hsXGwxoPGGNEshigMUEmcEOGZOLzQpqHhMFA6zGiegcCdBHxmpA3SGK8lN7NAfxQwabNL1y80iugazebsNXYDVNEZKtxfZvn4xHMkyVqalVHhX0po4p6/8E7gisjsNENE25sFAHlexTWQgMsMqEtlOvSJsVgUZ2IA+nISq+J+AeMRsCq/yUg8FUQEhqUS3UyPr0MIpy3Owl0pa32KQJ2QxYZQVWzJtcNWfKMod4CPpk/To5VrsGWJ2moruzQGB1GimwSh2izBV9Ue67ZKhWfQ9bg1AMswisrjQp8xAaYFUDBDKXCZITGCcgT5CTwCqNsKiry6fG573YrguLeH+aiEQDGRHdZqAgZRKiXq0IWLE31Arz6kITIGNVTNU4BmkiRXkDla0geC5SFWQWW2A1YNuyPmMefxSxdZmSDARdCazSZC2SqmABrFKb1iWw6qFJBi+B1eEUIxYhqC0jurwWWKV5m4cGKSRJigmlAChzETOf8NA0wCrBYlbUyKqOHV8Mv0Zxhj86uFtg9ZeLmW+IjvpzsZOZIMYEMkVMa9hH9s2cT7GfYpql+FZvE9enI1zuDbF50INfbWK1GcBJa/j809uYRj08fLYrrJil1Tr29hI8eM8y9nYP8Pkn9rEzJVs6w/e8oYsfeffb8dt//HX8u6/t47UXN7CztymFmtivyr0hcL5Sz7CyUMWzWyE61RrOLNXRG2ZoOREurtbQCUIcZCku3xxhawKEWQVVj2zrCM2Kj3NdZZePyCjuhxhNU6y3fNzbDLA9nSB3ldEd5zk+8B3n8QNvv4hJVMGV3Ru4sH4RncYi3KU1CiXD7Q2BjfuR0/Dh+aeR3tiF07lP1jx3r49svy/Ou15G1pDoaqj+KeeaYXwq3llO8Gbg6FEgR9uNZC0lq6gc0RQ/KPCnBAQbEBnahyQTCk7O/tmsVwNaAUdKBxaejWmP11DH6LlaVoPVHhLGqgKroOOqYRNSCsAy2cDiUprAoSmBAVYJtObCBOFcE6hS9UsJrBLYKyr1tn1Hr43r0cnAKq9dmaVK4DDC9JacK/EjK9rm2oRfXwJoDVgrTFb9gwKrlr1rZXH0lundNExT1UvVoJ7/J1QhXHdhNVALXDVX5Z96b8s+oG1mlvFHCYG7A1b/3o//NwiTKba3dzCZpLj3wr0iGXPz+nX4ToDFhSXUq20sL59Cd2lNmT0CrJqmdJNcqUP7THu1nEyWQVCumwULRnOyY4FVxR9UF+w45uosgZjXYtX7X6w7jiN7ffnncjJ1HABmfzff6nUc0Do77owVVT6+Pc/jAuOi5e4OombOLU2McgFWDw534fuOxCxMAPlUugtdrJxaF704BZ1mGpvKrDya9BwHrM6DA/YUjwNR50+/nEgaSE8L7bY10q5jJXa7Tid9bvF0UgCrdA+mbp6A8FmGtZVVSdoJIlgztTsBVm/3PIrrkETt1sSQn3nc139uYPWke//d7/iOOxgp5Zfagg+jRXL5EuxuxXjy2W286TvOo1llQdgm07oWMfYUSFWWQgc3n7mCn/jgJ/DotRvK4LHAKtcpU4DTLglp4j8C5gvQYIonnM4yFtIMYTJSzcmE67mufMLul7VdxwIBRGFREYAy+plmhTWAvRLSKcHFohqNTshaJdDR7iwYYJVSAEvCWG03W4VJ1Yj688MhRtRXNZJjPH/mMIwpK36GR5/4Av6MaSq2AAAgAElEQVTLD/4w8hpzFS59M1CmzFK1zujluy57r+eq+Yxp/RWpH+QYjaeSe/DayPDj58aUWOA6XzChjFmh6HGygyGVDqnRZCT7QhZ5SA+uw3XHiPwVjCcRPLeJrc3LiA4u4/7TAR6++Ho4wSI++5WvY38cw2+uYBRSfikUbwxKorlI0W37eOfbX4eaE2Kp2sCIXgZkFHsNXLv6BL7+6LOoBS20/QR9dwUD5lWRi6SmUj0A42XqwWpHHXUJmVN180O86VyGFzeneGanDn91DdW6hzc88DAeeuAS7j13Fl2R4oqQRRH2N1/AYquBar0truQkoxwc7qiuZ2PV6DVbnf9itz06Lwr9CVM3LmmfFnNLUyndrXWRNI0+Zg+3QLkBWRUIm7X5l1v8teisX9JMb9qr1dhJC5CCvYsB0YzxqbGZPYcc/+Rnf/Ku5jeBVWmXFN1MnScqU2Q7R/RDhPUsxrvmXOdMH8tr40n7t+zJZE0atrDet1uB1U6ng+/5wQ+A3yVOtCxZvdMWBbMP0JyRCZBKd8E+L65Jsy8D4urDM5jt0fzG7jf2PeU11Wq+6vMqYYOG0amFEgV/hW1IAI/AXJJJSz69QUgKCmNKx3GOmsI97wlBV78qLNc6WfFVmuhVUBUzPRq+UYdD4ySek3S1GjmoPGKxKkE4pRTAFiqej1q1KQzS1Oih6huP7kMij8H90L6mhFvL2DOA+y3PlICqkULh63IxuNP4wMbxEt6r66phd2pMz+ehKZ+OJw2By7JvQiMvTJ1sTFCwOqUIoWxuro9iFkXmN/1lIoKlStaTAsZUJWP0vYqP8P9cC3m+LJJxraB2tnynWbXIzvliVsb9hBraBMp7B+yAmWDQ6wnASvbxe9/3/ahTLnAykZji0ccew/NXLps5IwmYdmSYNUH2KGOwKK3+5U4EM6mlU6pU6LXj8Mc+endyH3e1MPwVeNMrwOrcQ7LA6ocfXpFFR9qmySLUHFknG02eRJvSEaCLgUmVRkuuMaBi6wsnTkRdU9XJIZhJTQu2SHA+C/BKMxgRN/dACdeKl4vkADdwsvvE0CgmsKrCw71pKkxSVp7HkxAjFtjFO8dBk1IAdU+0ZIZhJC3rBCUdAqsMFMhoFN0fsmmVsbpQVwo9wUgBrKhvR6ORNBXd14VGgJqnbEVuXPz90AKrRjRbgFWwrZws2zlgNSSY46BDoyNW/BJW84kROqgHAaq+miRRa0V4mIqsChhJN3vLWB2HNGdSEexW3RdmpSxusnhzoSGDkt6v1ItVYHUcRvDJeJwHVodTASFZlVuoKrDKFvvNARczYKHJc6VBrG4MBFbJWBW2mhivuIhjB/15xqoFVqvQtgu4aLEtLM0FEGcQv9wMRPd1uxehF2Zo13wsNwKEcYKDUSKgIgPuAlglGJwSWCXAooEqtUl5mwisdhs1CZwPpglGZCSnZKwqsIokRIMLcUZglSxVMlZbAsjxOqk7S2A1zqmrSxahjiMJhAXM1fuq5lUMvFVUn2CmR8Zq1RVglYHwwSgW1oEUbbkfZQRWee8JrHqYZo4wVscEVs2GSOYyK5ucEwKs8pkmCcZpJgxiyjbw85sVoEOpAI9V11QqnIlDMDyT4/37uwRW89/4lSII4H8KcHUWEZY2VNPyVLCrSosGgWgvxGaS4anRDeylU3yLoGLKxMNF5CQYhR4uv9TDPWuUfvDQHwF5x8GNHQdnOz14KcdAgBuDFC/c7OND770H73v3W/C//snX8Qd/+hIe3jiF/ekQB4OhaHdRnzKgWL2botOsYirM9hzri00Mxh7CZIKVioONygD+YgPXBz6u7g8Atw4nSVDNY5xbW0NvGmI4GiDMMylc0FwiiCtYqIVo5zHOLFUQN3M8ez3GGzcq+NG3n8O50xfw6M0ruLh2EadbHTTvPQ23vYbR83+BPA7QePXbkTtd+NF1pIcJ3EoNTuQAhyNE2/vwDsfwIgKryvTMCZg7bLk0dav5HF80V2l4MQO3TkrQBWg179cQSgsGiiraFiJObm3rm/1NI0gqLDDplpCqpCcowQbXp8KcwCYpBCxtu5hqDmkjroOc5lQOtTuVwbFBnW3DHnVST1tOORenbC2kFi3PyTBaC3WDGDkpV6YtS09YW9Atk4LAqFzKvHGCEdCXPxaMU3PRBjBVhp9BQ+WsZy3/CiIbllehJyw0oKOta8YJW3cBLcppaz+fmW0NA2IyU+W6FNjgmq+6qlZTVTWf2YBrg1W29fL/b78LKYAf/dDfR5rGODw8xNbmDtbXT+PU+jK2d7YxGk6w1FlEq7GA7sIy1tY2pOmX+5Jt1ZU1wbBPy6zSMktCQFKjBcZ9t/y6skbYUWaFAogWWLVB6jy7dcaa0ZbSeUCMY4pmKvar/Pry746LQcvApwU07euOFjA05hFjuDl9zfmfy59zHHj3cn+358F7uru7jb39bdE1J7AqmoN5jk63i9X1DdFMs8DqkSDfTP4CAJ5bSyxgf9w9Ka8px60vdkzq0iBKc0XSpazEWbWizFgtH8sCq0yYLGNVQPssxerK2hywWmZOvTxj9dvJNex5zT+f2zFW5xvE7+bZlsfWced598CqgkfKYNPOsStXBuj1hnj1604jcGkMaBh8XPYFWNV1yuM65jq4/sTz+MiHPoEnbmyKVA33BmnjZwrLG2PlZQyIJWVt04Lq+xUjn8Tk3RiWMO5PpgKqRnFoGFsE+gja6voq7fACrGqL6qzQMmM1KRua+5nqDnp+AF90VutoNttoNbviNM0W3na7K67PqvvoY++QBjdjTKJQugGUteXCZVwmuooDHA6v42d+8ScQugQ9dW+7dY1hPjBzmS8/u4LHazwW5Hp4bHNfZX0wADLnKvUehZ1tJGJmWoCOFHsp7cX8xCNjLnfxzDc+A8eZ4ME3/6CApQS9vvXoV/GVP/sj3LPWxLmVNeRZBde2bsBrtfHGd74PoeNikpCsoR163FnCwTbi/g0Mtl6AN+xL3Li23BTdyd1JjHFwD4Y0Ge3vY+ptKAiceTiMx8inMZJojDSPpNuHbOQ0mkix+PxqGw+u0hOgg9/9/NN49VvfjDe8+c24tEB92xzT8VgcuaU45LkYHlxDMukL257sv1ZTwdXBsI9g4VJhhKTEm2PIAmXK4wmFm/l1vwzC2eMWeqgGxGGsnwi7WsHv8npKrNKCcbZV2+5T5e+z92gXYWoMjlkQ479PfVK7w+70619+/GOy9xBYlfFrgFXLPNTxasCgQlv1ZJmd8l5r90C7b+p3cmLt+3WPtnIvLJzwWii1QWCVhnFyPCEQazxYLu7NP8NZcfoo81fWpOJxl567eRbH7UtlIsjRz5k9w/J+Nb/+HolnzJkrYKZznaAg1wPKQND0bjxV8zuCr3GkRsgFCGf0pTn3692ugK21egNVsutrdQSVqsaVLjAd97F14xoqXDeDKsbTqRybX8zHabLFZ2tZk/YaZvGgMTg1cL/9vb2eo2Nb2bOyjgq5gEQe4wEgRX2Azbga8tr7LoGxYdPP9lwFP03cKx4BCoxaMHV+Ttm/a8u8YhS2rV6KEqZ7ojyHrL4sQ5h6s40Ll+7Dfffdh1q1KhgEYwaRU5NCrGGjM1gypIjRqI/xcIhrV1/C8889J699//vfJ7EU9aypDWwJAkGjbhDzmsEXIiRRVGgyR9OJjHVKidg5LAZ1wqJVktZMHkAZrj/0dz50p9P7r/XrXwFW5x6vBVY/8ogCqxzEBH+o1znDXMi4mQGrdJmvVFw0PGqJOKJLyQnN1nmPgJFpERLmowCrOnnJECWbkixVApRVl8fxZaGdB1a57B1OE9ElFWB1GgnTzAKrBNpovmQZq1EGqU6TbXpIEykyEE2rYiEFUFcgNEoJZBEs1pZOOjsS3CPTtC6gWiJBEYO0CV9nND9FK1zkUPReEFhlOEXTKwK6w6kBVhsEnfkaZVzyRtYDH7WADFMDrFoHRvoBs9qcE0QmY1U1Vsmm47VaxqoyhxX4VgCO107NVogUwCiM4HkO2hXvCGP1kFIABFarFSxWafpF7VIHm0MFW5baZNcSWFUwjc9LAwzlRBDIILAqUgBujrVuC5PhGHvTTLRYl+ouIjKG4aLB4DoD+lOJbrFENqzvYmsQ4zBM0a4qsMpxsj9OpC2fJ1sV8yqVArDAqkgBUOcIbD8Dqm4mLF2eJq93GMfwMpUHoK5TboBVPs+9oVL+lztNaT1mxEvGKlt8CNKplDADYwOsxolsnpRYsOZVfB5MCISx6npoV3iOylg9HCfIRIjXJOIGIG6xxT/wxIzsYBRiwvkkLEMgyhjgJyKBQWkHMlZpZjDNMgwJrJK1zOdKA4EKUKf4eUw2CFMYV9jQkzj/SwOrxfQ3iUCp3H9bYFU2dan2uYh8B48P9rCZ9fH8cAdXtw/RNJpBl0dTXNsDmpMaVtpAGiRInQa2RxN4uYNp2MNCo44HVz188YUIB4MEv/T+h/He73w1fuerj+I3/+/H0HLrso4EVYLhkRizZQgkcGjUq1io1nDYP0S7XkeeNxBihIZbwz1+D14zwOW9GL0JpS5qaDdrWKy56A9GGIxToFJTjeM0ljlHFdTA8XCp00ZQTXAjnkjR4ZGlAG9Za+Bvve11mDgj9A9TXNioY63bxsK9r4NTydB75luor51GZeU18FbayEY9uONYmCqErLz9EPnOAPH+GE6YwJfxDiTCiGZ75gwY1ediGasKrB7HmLMJnBA1ymwsiXhNq1aRcaiiGPXUbGCoBiWmdc6yiUx1VtrQtJfHaJppACaBmGVxkulDNrsNzixjlaw6Ma9SZiIZq3I+AoKq5rawx1m1jkMBvOU4li0rr1TGqhB8hbE6A9JsT79tZToOWLWBv23j15O31UGd83LeRgfQagjrR5faBi1vRYCBsn4kf+a9VHCUQITVSeXaIochM91qpgpAa4HVTFpVxaSKhUcWG2XJ1WBY7zOLL3cHrP74R38BYTzCdDLG9evbqFUbOHfPGZEH2NvfR7vewVJ3BY1GF6ur66iQoSRyXSY9snqphvmgjBZlPUhALGwJwz4Vfa85YNUUmmyr8CxBvRVYvR2oyvtgP2cWqhhgxrTvlse9/f/8d3naJmmfB1ZvD8oqy+9Ovl4OfLPnUj6mBWqZ4B0e7mF75+YRYJXjsdNtY3X9DPzKDFg98lm3AVZ1fp7c3XA7YHUeVDUz0zALOfKV7VIsM0f0mGefeSKwmmdYW10RYFVAP5EQMVqcJY3Vo/dt9ky+nfst4+iEy/+rDKxqZqyBB4vMjz9+iOXlCs6ea8qeRjsiXcDJnqTCqvQaFMDq1W89K4zVJ29sSceA6s5pC78k5WbJnAFeWj2W+e+RxWUMCi1bWQrVIahPqbp2eiybkNr1U0pw1vWaoKSv5AkFNgxriuuzFCA5JgJ5DR2lqzW2/DdQCWoIKhUBLxTAIPkhwyRSbTwL9ds9zHcIBHuYhD3U2xl+5hc+isPpSLUJj0gRzJR1qYZ67FeZRSbECGXhytptmGSFAQ/XHeYYGVlbkayfBFJk3MpeS70/dr8F2s4a9fGVz/wrJOkAr33XR6Uo12l0kYYH2LvxokgZLHbXpbvl5vZ1hE6OU/e8Bm6zA/aFVAPKfnFNzhEO9vCNL34G3VYFaeKKtmP/4AZqrouVe+/Hva/6HgyHVzHYuo7Vi28WQIJ5X+hECBAIMJKwY49SPGmOy889gZtXn8WaH2O4ewVve/t7MYqBvUEPK+cfQUoVXzKTjdkt78xkPMa1x7+AfLiDRUoGiAu6g97BDroLS1h+1XtmcUXpZhdrUsGcNn+U+KMc75RoqpKjqFmOZVOKLuIcGFRu+ZVlwRxP13pdeyTvMS39CvAfZatZAEnZ2WpmJexXthMbFh4B7t/61D+/k+2jeO2vfeIntahn9lspXhZM0nI+bvZDYSoebYc/Cpwebf0vr6fWmZ7PRd9jtTh1Xefz5DUS4CKwurS8rGPXPAt5kYkV7QXofTVg9XFgeambQRmmJSkA897b7UvF5xSfYQHe0u0251QuKlrpBz3lwlG1JIGg3E6bC5HoJexTMjDZfSTduAqax4l+J3GMHRjCck3t8whkfao3aqjX2Y7vYDIdo15ryrUe9vrY2t7GYDjAVAz0dJ3jdzIyORdtUVfNklSLX/JMc7+szqeNGUXfl2PWZ6elrp1iiirj30YA+nxZmOZxZa3m9YiGsLLpGdHOYrYZM1o7IOzDto/cSBIZpqy9+1ZXv9DVtgUuh+ufD3g1xRe4rge8VzxnX2LRxeUVKSQLo126ZrmgaIfx/JeOMNWr5rzr06Cw18dzzzyJ8WgkeX29pjkkgW+5r3JfCMzqGOV1k13LexBOp8q0NXPYAqkid+Sod8Lsd/r/D/7UL93VHP/r+qZXgNW5J3scsErSKUEzyxzhBCWwynYTsh/JKg3Yuu0ru5WAVBlYlUFM4EuCMa3aEoBkGzznfoXv4Xc3R7XiCWOVbf674xRhSMaqL+/tTel4maNZq2ESKrBKsJPvFfMqAquuh8EkFECPrvHKWPXExIoVYS46FCLnQrPSZNIWSCs4K71knRK0InBKYHWhWUGDbM2MTqkMmmjcpDp5No1gizzB4TRz0adrfeZguU3XcZpXEax10aKWqe8IwEKNTM5lXjNlDQjMWWBPHwWZTPxMBVabNSMFECZyrWVglYsI03QCxgRQGRPwWP0pMAhDuWd0plfw2peFqQBWKwGW6mRUQoHVAcEqGkoFwh4W0wEhi5kAowBWHcRWY9UAq9PhBHthKosfgdU4jAVMbHDjydWIjPePEgmUJ9geqsYqWZ8rjao4Oe5PqHcq0anc+xmwyjYdgiueMFtp+sR1nbIR1K5lW+1BCDHT4g3iM+N9I/uiaRir+wRWBTRuaOuxYawyCCecLMoOhoHM8xRmaES9YF/kBMhklZJ9ibHaMsAq5wGBVTEHcg3rgWA35Qoq1E515bp640iAVV4fPy5M6YieGI1hv9BYDfNc2vxpxiWutoGDTiUX3Viym1WuwpWxP41z/OH+ycnySYs2zauyT/3Ksd4nZa1KC9oVTEPZmDVBt7o53Op2EeFKMsTlySG+cvkZqdgvNtsIIx9X+lNs7Y+xHjRQqQcY+wEODiMBtRmILAQ5grqDWtXFc9eGSPwKfvQ77sWPfNdDuLK3hX/8r7+M3SG1b6lpm6HVqJDYi8EkFuZumidoUHOQwbOboO13kTpT+E4DF1qhzPVrY7YEViB+uUGGGpNLbpqi3evCCXyMQpoksaBBozAfSzUgr3J9auD6/giduo9Tboq3PXwGtUaGl17cwtvfeC8eXF3EuUsXUO+cQe/Gi3jp2hO4/4HXo/6at8H163AP9hGPBxqghx7SUQ6nP4WzN4Dbn2jA5qsmGj+7YJwW+J8yVpEfn+BJ0GchE8tWFfBeeJEzMEX+psAq2/NUXtS0exqmKw3zyCois0fmvnm3BNommiuCX+OQyhZKbb3TESEMVgZsfgUgsCpoHYFVyrkYj3GyqKjVRo2j6RgOrespDUDnasGCrRUCmeRabJFkvsRQlDFpDBG4n1jQZAbwkuVnA/symKpIwZEqPTc0OfdZomD/zu+WwWvorUcKDtalVMymBERVQFSLUKYtjL83T4PBOe+UmFcRRhUjO2tWxT1G75EAIAbzftvn79y86qM/+08wGO0hiUPsbB0gnMY4vX4Kft3Dzu4+fPhYWTyFaqWJpaVVdLuL0vk5Y6zMgC3qJ84naPPtZ5axWmbCyIibY9JwzNlW7yJxKTTdNFmeBzqPAqszVlFhYGIWuuPeK8+1dHx7Tpq3zY5VXiuPFihs9+BMs+/lguE7kQIoJ448Ls0Wer0DbG7dgOuqfJG0z2UZWu0W1gisUgjaAAcWXpShbosBBuQuOjOLE751r5j//JN+Ls8HSdKMCqeCrjO3XCktm+Bo/ljRZCxSAJaxGkWhjg/kBbDK0c/k6nhGWBlMeQVY5TJN/XcLrA4mCb7ylV08+MAC1k/VRIqLeptVSnA6jGHZ6URPGAcepVc8Fy8+9jQ+8uMfx9Nb21Lsor4qco0FydzShJ370kxTVOAISXjZzaOAE4tiduGKk1B1BguGjzH9kLVtxlCz3uZ8P5NdOyd1fMnMNRIw/EadVY4LtoEq44sgBGUx+Dth4nJNNXIPpjQl49TOf+lnc2muOsTZiyv42N//MPrjEVx2VpTXAmt2Jmd7q/aqnJmw+Uwh3RSc5D4ZkyBlVem94ZrPOLo/GclVkb3KNVD2FtdBQg3/nMk+maYxqkjxtc/8DqJ4Hw++/Ufg1haw0FrB+OAGwskOHC9ELWuiUmmiN9xHTkLDqUuIpchJ4kcsQAU3UydL0NvbxcLyEhA04Ds+RpM+28oQtBrIYhcvPvpn2H7pObzxe38YjVYTaewiYxJAgoen7DTu4wRsr734FK5fu4LlZg2VfILz51+F65s30Rsd4MwDbxFAh+uVtCCT+SeGZim2XnwW3VoFrc6SMMPGowF2tm/igQcon7R25NkLiC/jpGhdKS25do8+Ke6179F1yQIgZOKqLI/piiniGe3t4WfaPc1+GAEZ+yXsaaMTKYDLHJgqgKrosaruo+p5TtDvD/C5/+e3X27LOPbvv/7Jn9IBRsKHYaxKs74BeMv7DJ+7AFkGeDpuvy7vheU9sShilaQA9HcEsWbAqnhCBAG++wd+CCsrdEE3xTr7KI6pP2q8aENEmzXMLtfOOzMAZn8oiiuz52yPJWuIuQflol9ZfuGkG17ek2ScmThX7o10XhigzeCq6pumYLstTgpP2MSM5TUrCdUszbIch5QjGY3UjIvgXoMmeg0sLi3JWIvCSI22JhOj/Top2uUVZNX1Q/Iwe7289pLMEs+Dko2iCUwChxgJauu86sNWZJ2gVIHP9dIAlAodK/MyjiNh5BL0ZU4WRyGiiepkH2XPanHSnkv5O/eL4+MvkgM0NrYsfdF+lZyDbdCymAqJyLJWBUDldQQ+mo2msKSpo00N7WajbQppFcmPy3i9ZcJSb5zt/5//sz+TNaZa80W6gnOSGqsHh4fY3dtFrSIbo857Yyyo60Np9JjiXzHErfmdiR/tePqFX7674sldLQx/Bd70CrA695COAqtqwEG2KgHTAlgluEjDjbwErPpkPyqwSkBKnNWjBC7bW8j2TGj6o+xKYYjNAausDhIso6YhAwwCSwRWp9NMgFWyXdk+7iQp2o0aphGBVUoKKLBJYJVt8qxI9wmspgRgq3CzGPuRK8CqODUaYy1O9LWWVsrJhKQRUAGsxikqHrVRAzkuGau2hkVglGAaQwZ+CbDqMqBz0Q9VP2+1U4GbRmLAFeUe2lVqgpIJS41VrcgzbmnWvFuAVR6Vmo4Udq4FBliNUoymsSTtraqaVwnRiqwv6nn6HjoVBp3aTkpgtT9VYLVTJSitwCoXBzWvosYq2aJsQXcwSVwBVtm+ukzwk1XSY4DVQgogIWOV7Es1rwrHUzGvYpC93OCGEUvLepOM1ZRM40zaTAms1gIfm4NIQHJey2qjIpuLMFaFeQHQv4waqy1qrBopAJZMI2kzUxSUmrUEUQlCH0xzjGmEkyrYSmDVSWM0RSqArfrkITpYateRharrxuOLlqpx6NbASgEkslVpUMZ71GALAmNr4whopQAIrFIbmIHU4YQC6NworN6jhuOUcqAsgQKroejBCvrtkPlMYJWGWCoFYM2rItFYTTCOiEuxWOGgW+X9IBuDLFVW3z0DrGb4g727A1bzT39cN+y5t78csKqDXkEJy3rcbOe4vH8Tf3b1RVzdHWCh2QC8KjY3I/RGIbyc87KKiRdiQAbDlAYNmTAZ7un4SKoOrh7kYoLWarTw+ge6+HvvOId2eoh/+UfP4PHr3OzqyNOpMMiXOwvC/D6YDKR9HXkVHtmC1TFO1xeRRKlo57YrKfII6OUjIK4K0yvCEGniIOK9pwEdEwbR4tW+mJW2g81ermwNbwo3ddBLPFRQx1o9Rauao9X2UYkiPLCxiDc/cA8uXkhxevkcDqcp/vRzX8Qbz1/Ew9/1fcDihmhMJ72ByFSg2UA6jeCRHX5tH9m1PTjUXBZmvThcIKcsQME85To5A1bLwaQNko0QnsalJaMd7cg3mqEWhZGg28W0k4urq1uvUIdFk1dGTBO25kfyPef3ODUgK5MsfoJB+kpBpZyeDhpNhOUkPOR0LrfAKlxlrEqbO19F2QsaV42RUWcxCaWQxGtnYUqlZyV8FfBX8WBNPNWAy36eMnKPA1aZUM6C9RKwesQfgQFrSf/LlvRLJhcc5zTFMwcrxrwSIXi+2rpvZQDIaCCrP+VzFEMrbfkX8JShLNuxeCf4uGXtoRyJaXulnIBxkRU5AcXT8M4vPX7HodRP/+IncdDbRhJN0Tskw3qIhW4XyxvL2Ke+5TDE2tIpBH4drdYCVldPwav6GmDOJZrCPpoDPK32qh2T81IAujceNVqQYNqYWt2pFEAp4yrmBxsXZ4nvzMjpCDBqXnBcIjkPrJYTGHtci5nYv82DtMc9mOM+v5ivx7zBHpvfuZcPBoe4cfOazF/GUlKITlM0W00BViv1RqEPNlsTlFEjCZ9hzPH7recyl6iWzmceCJUZb4sOJsGziawF3jSxtMCqzktZy0rAtf0/Gavb29sCrFJjleZVkjzeAqyqs7YFO8r3bnY9R7P4k+55+XbPM1YLsPg2Gqv/OaUATprEd2texeIMNcntwr/XC/HZz97AW95yBq1mhskkx/7+ABsbbXS7VVOwOgqsXvnmUwKsPruzLcZEKhPDlYp16tTsi/xJ1DVnRQquB9RYtQw5goNCGWJuoFp6bP9XF2WCWjSfnOlHC2BhmIt8kmUQQdn/qutq2+Q4Hgi4yz/pPCNRgME510xRypN9h8eiMEHxVTbcol43u4WSEI+87j588KM/hsFoLBqu5bXAzvEjgIYiLjquZctTnWgx+rNMPcGBZ+z8IrAAACAASURBVOOSMgfMdfjFfEgY/yVWnxqimM4w5iUIhXG7UF/G83/xVTjOEBsPvwmHU8paNZGNdqUVn3tHu9oEnBq29zdlfzlz7iExY5UuIsbvzA1k8SIAXkWYxuzxkRptTPYvO+PyCdK9m3j+if+Eb33jy3jv3/kYWguLqFW6Iq3F7r8s17HAOIN51uDwJtJ0IuB2LdrH+vr92Oz1cNDfw9LaPUjzQAFje6No7OV5iJOJyppIvMBZRf1F+kBQTusoqF4ANsey7E3mZYqW5TnF+xnFU7mnakClXXiyV9HIeG4v0M8xxebS2LbPX4yHbGs0c17DYiuzU60+K82QBuMxDnp9YSIeHvYwHk4ltxlfvvPCKE9VGauuMIcE/ClJAZTHmcrVmG4TU3y2a+f8GloGw8p7uvxfugHLRdQZmYqFE14r7+W73v8BrK6uaieHBb+PA1fLCNW8VJN9FkdQLGNMVmzqR1fMWXFv1h1R7DPScTdXBLFzv2T0WAZiZVjnvLcG3zPzW4oBEmcaKSgLDsv2Zn0JbA5U7tYi6UqLSCy4DwY99Pt9mYtcz4g11BttrJ8+LYUkGmdxr7SsU5JAoph6pArci7kW2ZPmvsuzU4zXFGX0enUdUXkpBTA5VmfMfxbF+NzIgqUMR5V6pfUaPMqUyf6r4K3qoIZI4gjpZCTsen6+/cefCbjO30M9r5n+tsR5hiHOW7awwMJ9V86V4Cb/JvNGOhpUX1VICVYmRQyqjEmVdEix8Kas1mZ7Ae2FLhYWl9DtLKCz0EWr2YTn1SRWVt35HMl4hM/+6Wfw/HNPIctjdBcXBFwlSMv7+tLVq9jb3Zkxqq0Br3geWNm043fs+TyMr/rlf/rpk7b3v5G/fwVYnXvsFlj96COLYIs/kzsCowSiyCgquESJ6sNFCUSflK8hsOpRJ1UYq+rgrtT0FFmi1SGfiKKwecgiZRKgYCwnQ8WhARWp8Ax+MnF7H45pvh2gWaMcX4IwAjqtqrh+jkOyHB0Bp+qBg0YA1Ks++mMKUAO1GkFCglqJALWsMlc8tlSn0m6/0vQkkaE0gLJWlbHKlmu21VMKoFslt8fohGQZJpkybkW7SaoZxhAgzdAPHWEirbarqCCVFv5xShMmH+2Kq9WpRFuU6NHVoTFOpqYlpOtb6XaptBL0MaZUbK0XQ6MUaDd8tAUkpa6rkWpwPLQanjByxek+ynA4ipCRyRp4cg/IhCGw3B9O0Q8VwO7UAtEwSeMx9sbAMAVWOnVUU9V90aYxkfgxQSEDI5U0GAqw6mJtoYVwMMD+OEfqB1juukjGY2S5j3qkLe39MJTPXmrUhKm7PZqiN6YRmSeGQ6PxBAejVFjKXEArXoaqC7TrrH7HMhbYikOnv0msgSulABZaFQWLR7FcE79WWnU0KR6TpbKBUBdqZxLCzx0sdQjITxBkBEwJoGYCwBMMsZUrMTOT6l8Cn4xTtpoxyaN0RRrKmGOQ06lxTjAgd7A3mhoThyIPkHMhW5XSFTRGI/hKXFVbjVy9JhpiebwWT5ixiGNMKIMRJvIeFiEI7HcqHNu6AfP3NDcbTAgeAr9/l8AqPv1JsymXkhDKHcgztyDZrOObiYSMUTKjmQuwBYYbWJziqeUJPv/442IS5SNAq1PF7tDFTn+KXhjifLuKFw5inF1PcX0EhKMqDvtDCSzecfE8FhoO/v23nkOY+jjV9nDP+jLe/5rT2B5M8Vt//iiSqY+qr63KDJY5Z+kszeBjPJ0g4YKRJmgGFSx22wKEj4cj7IxiVPwAGSIxcmAlt+IF4sQ+YttOmojeERMIsmGqZL94CcbjUNgfkbRnq/5u4DjouLmMh4trbcSDbTxwbh1nF4DXXljC6uISNod7uHljF9XqKbzz9Q+jc+Ei/FYd0XSISm0Z2eI9wF4fyLaQeBtwd/bhPv8C8gEJ0cKnRSwuyA4CskSYhLguQhZGrC5queVfHh1RLwU01ATLcH3EFEt7uMg8kNiQi06jimylJiAzpP1SZToU8BeUGqA23XiI7HAAZzCBx+qIRnAFhiqAIpNFs05YJrOG91xwGto/xnNyMpxOKlAUnPsA2d8JnDhCHk2Q8zvbViXJVJBRAmaa8zkZXD5QCSg1mSYLicCj6qyqPqywn2SZVh1BscM2BlLKfuGPZPCYW1Q2tTKBlOiASaBvAnQm7HLjtGNBkiyrqWreLwUu7gfCVtJWUAFS5VBkUWsQzP2C/9i2qWmnMqzkeOa4bPsXbJesdjGN8uFXArzpD79wx8HZz/7ir2E43MdouC+B5ebmFgK/hlMbG3Id2ze30G4tYGlhSc574zSZ2AuSPGsXBgFuNQijaYwwCgyDp0jIjAarykvMGD/8vzwRw2RTlo2uM2WmK3/mayyoYn+234sA1rAhyuBHWT7ABvpFMmnaJcs3rUgozfMoJ5Vl0FSLvtyHVDeSXSaeo/qIonVq2HUCguaWxaefJOdn2OLl5EfuRwmgPPZhCkDGdSjAeDzES9eeR55HCGqkzqshBPUkT61viAaZ6PUKRUOZZaI8YcY/B5obePA43z1dF7KS4+/tAFR7bse9ZpbYGg3hAmjS4kKh92e2lPljMKna3tpCk9ItBwcCgnDesCC7cWodrVZLx5HRwrftqbcDTef/Zuw55kwAbz99bCJox2fxLGV8HjWFKY/BeWD+dud5uzO4W2BVdmkBqtgJk+GFmxl+7/eu433vOYNadYL//TefQt45jf/6g+t4YLUikjOeLJL0MXCRuimufO0ZfOhjv4IrWzuyB0k7iDEOFPBcWvl1L5FdxuCGYmaVVwvDNS6sZJ9p7KqAlibNBFSNC7MM0lm8YecgwUm2mtt5fGTczJnyzFiF3NOOPhsr6WCNqOzxizHt0Jg1xTQa4eG3vRnv+eEfQjjpoybP2DJvZ1C6DGlW+Y0uoIJPFtwIjDzNfNHJAK5GTbuchHvcv0r7t5Wv4SfGQYo0jPDYl/4EzaCBza3nUYGHpaVzeGH7Mt79vh9ALeigt3MVXhrBqzZF+5+dNzS3PXfpEQxCavuz42+mA27HtgAdZu8SEmTOlv9tIPGwu3cdz7+wi1e99hEEbo5ufQVU7+I+LWx5YdfqvjAa7om8DNl3yMdYWHsYV559AtPhdZy/8GohmJSBlfLcKq8tZXBGur3Ml31mer5aHL11jiuLsDxO7LNPY+r76nkTEOK6y1jRr3VFv5z5qbDrxJCRILAjuYHMCwLJYkJbldw2zsdyf4VxzFw4TpBFMYZpLMZovV4f+wc96QDZ3dnFcKymbRKCsajoB/I56XNfv+P9m28gY3W+M8SuUfNje35fldfNyfNYAEzv561Fz3nGLnPb8ppo97Dv/P4P4PTZjQJULcd+J12oxIRmj7Drq9WwL559+c2l4vaJxzwGXC/vUcWeXxpf5bX9dg+lPG+P7olH5QrKY9BJYsPST6T77PBwX1rRGWNLvEpfiLoWR5lUS+cru04N6KzsUx27FujsDwdCyOKzUXbtTAZD9O3NPJD5IkUbnRfyzzC0oziUVn92hgpoy64pGaPEPwLRphYzrqrqmEoRywuEeCReOWmi+qNktk4GmI4nYhQVhwRhE/FjSWh6mGt8pOeqQC2P9brXvwEPPvig+b3GQnwd8SHbVs9cQvSpeR00PTRFEQVotSDH105peMt4nzl4pyMAf3dpCcgqok+txIsM2zeu4z99+csCrB4Oe2g0W3j9m96IR179OiyvrmJndxf/4d/+X1Lotd0D9lmWeSPlMaLDyNzbEhOb1/Lf/bP/8a7m+F/XN70CrM492QJYfdWixFhM9lh5FWKTMZHQZJJaMo4wEtmSzNc0ArIWFVjl9lUAqw6rk7quzoBVGkqp8BWBUR6bYFqNH0R3+yQXHc7hOEen6QuwGhJcDHN02zVEcSx6lzR64hbJtnr+I5tTgVXKCgQiL0AHeyEV8jp8IIy5EBDoo5GfLwvXNFbgktBSFOcFsLpQU2CVE58Tb0TTIammmPYRA6xysRpE/Buw3Kqi6pB1mGKUOKJ/Shd5LlRkHLKyFHg5FmqBgG2huOhJQ0oh7MyfyQboNiqICawSpBQWLsFSKinxODwPMn1nwCqlBQisUtOThk/U+bTAKpPj/mgq+rXVio8WW93rBFYn2BvnGMTASreGmgmmJUmRFnkGHsoKYEWd/8hYJQRHYDUaDXEwyRG7HtbaPpLpGEnmoUaQN/UEWPV8F4v1Kiqeh53hVNh9bHPfWGwIsNqbZBiz/Z26ppSEcIGOtH1HMhYI4pJlOI0VZCGw2qWOARwcjBVY5f1bJbDqpaDLuF+rFcAqmYmLbQKrYwFWq4ExkLG6iFLpZ0uAgtNsp5pprHrCWqO+J9v0+TrKGIguKhzsj2mIZXSZ2Laj668YZFUJ5GeuPA+CuMoi4mcosMo224rjokZ3uCQWIHoYJ1IYIBg9A1bpEJ7JXOPxhlMWB3L87m4JGP02V2lKAeDT/73ZJEotsdbwyGzeViNsFtyqxmlA8EFMq4Cem+I/7P8FnnxhB72xj5XlLlrdCh5/dh9be1M0Wl000hDX+inu2QiwHbroHaToDYdoOTlef3ERqDTw54+9iIQmR+0OLp1v4lwrkPvyb778HKZODQFnYa76tmQ+MN3R6jBZ2qno05KpvLq4iEoQSDvtKNHWOJooEGsL6LBNQz3R+NGWNc59NbUje1wpghznBFg4z0UfXcA7gnMeLq7Q1TZHPh3ivW+7hMOdAbpeDYejARYXYlw8vYTLN8f4vtdfwr0XXo9Ks2KC+CGy7ll4aMLt95F2FuGSdfLiVeTXDuEMc6RsS8wr2pJNUMRqFUqwYNmn+pBtKiLJtVSMFTFUWMjy6QVzUcCUukKNGpxmDQ4p0KYlSFpfCkKnrkHC+5mGyAcjoD/ggqmooIC9ei+0GZiyAaZQpuV9c3IEamuGCautNadTAvJG04jzQPRkqLOq5lU0sxK9Urlmm8UTVDUMaWFlMJkNiAto0UeYOdTHZWcFF29N7iXpIEO20ElVtT1lGpFJKtxRCcBUY8uYWFkzK7kM/s4EqZROMKCCAgf8R33mHJGkaTOpMRZpxFnV3CNl9ukTYVtuwuTNeHhLU4AEv8peFQszAywF1ZoYtfGs3/S7n/s2Z/bsZf/gl34dYTTEwf6maCYeHhxKYXJt/ZQkmtub28I6WllaFYCC+pbLK9qSyWvXFm3V4nJ9MsXI7FBQwWpnafvWTNfNyj7o62wLrhr5WaBRtIaN1vmRVsY5Rmw5cZS7N5d8vxywasGQ2R3RvbVsRFVOnrSNTK7cgOhqkCaAqiwLyrwSNphtUzQFR5U2ytRcgcNV9SCKc7aJhE04jn2YJWB1Oh3jpavPI0kn8GnIwzGUpgZYPY1WZ6EAVqUWkDrIuEfK56qRG13L2fHgsEIs4GqJWXPMCZSBjuOSz3LCyr+LOZtJMkQjUu6JFmBOMhdhMra7vY1GtYaD/X2wZZzLhwVW2+22vr8AVhkXHgWjjrt3R8aG8a43i8SRNsrbTaIyuG4ZQGKaJADM8V/HAal3A67eLbAqO5UA67HU17YOgP/z3zyDU0uLWOhm+Nf/doT3fOAc/va7a+jWQ2Qp9yId4wLGuyme/9rT+PDHPo4XtvYEBJWgX5ilqZgqKmPRPN8SsKrADIFVY9gpxStjkmKKgMo6EsETw6oyDE27ylgdXd5nWehnSWuxlZSA1bI8hK7NpgRs1gYpKRqjxSJmkSVL11X+nR0vYRxi4fw9OP3Q/dLRFsgaph0RYiBFMgjnj5yXLRoZwNT8TEDC6lkWoJZIJJi2bflIXTP1O8e16ifa11uNWV4iPRrqQQVXr3wNu/tjrC01UHc9HExqiNDDww89hMHeADvXn5NuLVTbognPWhdNgO9/9RvgVFpSCJbbMRcW6o9qdCbaoamHvb2nkEwdpINd0b1vL3awtX0N9z/wWgSNrmF86vXweOTUTkYHmExHqAU1ZFEf9e4Z9PuHmE72sLZxv8TP6iyu65/oEprC2jxwLj+bqMXOsKPzx66hekHFGmUZsbY9WsgK5got643dgSElKVJhyKciF+HJesMuAI6JSlCBVwlkT7aBBqdT6uWYIkGQeBiPRxiNhsI83NvbQ29/H3vb+xgOhhj0BphMyDKWCnjB5mZsLGu9idLuFlj91K/+dDFe7H5Y/l6McRMDlvdE/k337JIJYGkPJeO7/Pr548o6bPY/u09bYPWd7/1BnD57xhTlbWSlccMsMj1hzbRyUKYQaTvmZLzMv+UIm3WWpxRjpcwJKb32CNhpr/mWg5ujfJvp0+yYpmB/zLnRJ4AsfZKBuAce9vaF4FGMTTgIag2sbZyWormE0gRWLQHAMDktsMrvAtbzNSVTt/mCnt2v5TUlGR47XxirskBMEJS5O7EKklLYUczfEThVcyq9J1wjKLXCfZh5Eov7XAOUQK5rOY9HeUdhs07Iah2LWaGYwRlwWGSv8ky69mrVmlkTbMu/5sH6eExsZrofGFey21YlH/R8rEmqHzAe0jiO41LWatfFYBTjTW95Ky7cdwnj0Rg3XnoJ29euYjodiZ/MytoqTp+7B52FRVmHw2mI/+O3/hdcuXJF1gddq2wcUx6IMy1jyQTL5rVG4oLv/dXf+M3bhRd/4/72CrA698gtsPoTjywKW5WTn0CEMFaNpp0MQtGUUbMkgj0MEgiUeV4mDFQmVmS8ss3Gd6kBouswgVUJ1DK63zGnVWCVbxFAjZOYwCpbyMMEg1EuLM1mnUQqBVbJWOViQ2CVLvHMs8lWJbBarwSiscpzInhIUyyyK8vAqjBWcxcL1VyMtoQJGJMNqC7xTKRYqKauIhmrARMHEyAME9L9SxupSfC5MLHDlwGSAKuIpeWewGojcNGtE8Al41KZpgRWF2sVaVmeB1a50BDUEWCVBk1RjIGcX6bsVzEEy4TBySCGwCoZmAQCCdry2g9HU2QOJQIC+GQF+9RL8jAYTcQcifeZjvX1ekXMY/YnGXpRjpVOFXXTssvPEOdW0d7jT3xmCkj2p9Q7zXFqsYVkMhLzqjT3sS7A6kSeSy3LxKG0H0Vybou1QMwOtgVYJcPQxfpiAxMCq9NMpB0Y0BKMrHmOAKvUfyFYzGshS3kqFXFXHOEXmqw4AweTBAMBVoGVdh1tT+lhFMFm+wIZqwRWl7p1CQr9jAA7K2RqViZN4GICpjIU1HSNklhYWpRQYODNCmSSpxhZYJVjjcxsAXYVWFU9WtVr4abG6yCQn+Qe9gehPD+J8QXEU3bHPLA6yYARNZqEsUqJgBzdiiuMbB2nJWA1B35352hbzLezghNYzT9FYJWnbYwizK5aOKMXGke2e00ZD8IO5FzIgGk9wNcPruEzN7+KUVjFJAywutxF7iX41vPbmEY1VGtdONMJ9kMPiy0Hh5GD3X2C5WOcbQWo1ieo1tt48oUBxjk1Ult41YMdtJBjtd7C55+7ghcPCHWS0UIwzZU5y/8zEeTP0mZHFrPvoUVXXQJS1KolIzmkoHyCeo26QzWptIbjUJgdDBqEYShtigpLcjwwOeBmrUkBq7b8HB+dal3N5IY9bKy0xaQum45w73IT+6MI8BJ85wOn8c2n9tCq1PFdrz2DR15zGsunLiHtXYXbXgRqZ+G7HcCPkTDQjyYgXTzYc5D1x3BGobp1ug5SMjUJ6HCdNAzMcjAtjEzbvuQquCO/M8Ue6jpRfy1ji1etAqfdIKUfWZVJpAbERTecsJP4QVy6fZFqwHiEvN9DPqHZFlt8FQxV8FPfTyaHQXMMg0SBSserSkVcHElBxipZUualCUFjzlHqrEYCfJMtlbBfwKEmtGEiGUa34MrSeurD9cha1ZYf+UewVsajgqtkUgsIllBJ17SWWR1ICeEIFNBl0LDsLOgp7EPV0bZIsxQQ5Z91mzUGfuS+sJLPtlIDNurbNPgU3DiJBHwlACU6hcIa5nVRV4pwq7bGcg3KaGQnjPBcgllqSzEY5HWSof22P/zytzOtj7zm5/7hr0tL7+7uTUThCGE0xeFBH+1OFyvLK+j1ehiPJlhaXEI1qCDwq1g/fV4MBCT5px45mUo6FBUgMAwJJTgzQC4nZxYwUOkf247LYzGJsFmTcGUKsEITv/mkep6NUyINmjVLP2v+q/y+W1hOJsE6jsViQUGOPaMyawBUDbRpbiPFF500JvvgXq+tovMghsI9WvCwAINNfo47b51LqmPIexrHIV586TlMw4EAq0xwKXNDQPzUxmm0u2ryJOcjyRmQRgRf9VykMML5wtvOuI3hQkkbzN63cgJa/r891/L38nuERWI0OPXcjS7wtwGs7hBYrVSFsVoGVk+vbwhjlV9lYFXKPHOMoyNr4NwgsIxVqzV4XBJ63GSywDlfz5iBP0tSacCwkybgSePsuNfP32P7mu9+x3fc8fzW+67se4lgXMZ8Ln7/96/gq0/2sdOPUcuX8IG/tYjvf1cX9aaLEDEaYEu0GTduime/+hQ+8rGP48rWgchNSAu5BVNVBboAVqVsV9S9OAe1u0w7VC1oqm2eOnZ0T5FjGObR/GSZAY1H28GPWxPsuqHz1Torzli09jPt/FOzE1t4pFRTLsasUzLLWh2EAfVZtdvFSswUAJNZo2goaY9xFNwyCrEm3pNzk/fo7dVtwayZEvO5UmCVdVOAA2MyI+sjDae68OIYyxs5UF/Dg+fWcc9SG9d2Etzcfg43btxAFJLdwpgxAOKJxGGvfvABkcfa7Y+QV5oFh1xaug2oq8+IcY3GniztVfwq+oeXMe5HuLDaRrW9il0CQeMe1k9fRO6zMMquBT1fruceYmH4Ml9o+Q4mvW2srJ8Xgke/30PQXkfu0WDM6KyK38bMiM7ej/KzVbkHs6TOaW1zrBxdLy0AM2s7thGQXWcFnjM4K/dOzmOZw5UAQb0p7c/Mmaqeh0fuv4SlTgu7h0Nc3jkQiQSGM/v9A+wNDnD92RvgerV98wb6h/siXUWwltcrsahMQMNwFsCF91d2TMMk1OtKn/nKXc3v/+Gf/UwB1tp5Yte+kwDW8v2aFQWModWR4iRZiToGy1+z/ZHA7Ex7Vuev7ofveO/7cfbcPZLQixmvdLa8PKiqn2OlHMxGavfTOaDyyEkZAN4sKvKtwElPAFePXtStrOfi77cFVq2Jnr5a1m9FF+0vjmz9ZKwSVBVgFQ56vX2MBqOiW0dMAyvsGjoDj7mHAVaL4xodUgEuzRo6mowl1uT9tb+z526B0/IeZIv6R15jOlvtcYlVEPy0PxNYpQwB5RKZ92qbPglUxshKDEw1rpMYXDABI4PCu0GmreBBaupFOQPOExrx8VhhOJRj83zJmLXnqzrMdiezAKYtypsrKAr0prtpnvVvxjS5H+//wA/h9W94E/Z2d7G7tYnJoC/rMU2wuotLqNXrqLdasn4eHOzjt//V/4atrS0pWJfjNDvHbve9GIOmc+iXPsF4+5UvewdeAVbnxkKhsfrwgua+FDCnpmWgLeGaaCnoQCo7zZkISnLTbFYUWCVQygFNYJUJZdXPxeBKGKu+AquSo6fcrgnEEpAic0/BUK71ZMP2wgS9UYZmjQZQNBWiPmOGdrMiyeo4VsCUR6FrOtulKSUwmkYCQFEjk60tg6m2+VvGqkoBuOhUFGDkYjQVNqkCq7xmvq9VcdGtkvWqQSODIzJHuTiIs6VUcikYrQL1w5hO89QSDZSxGucCFhIU69YI4FIjk22iKSq+gw4ZdOy8ZUuABbYE6FIQjQADdURZGRoQUEsyNKo+WuwBYhs2N7qM7FoPtYrqs/EzpPXcAKtkxRKfEfCajNXxVFiXNboV8n7VqsiSUHRK+2GKpVYNTY/BsbaEi4QAE2lhqahLNQFVAVazHOuLbcTTIfYmTLUqWOtUkU5HIq1QJxM48jGII2EZEkimvIEwVsNUnhkZq5MxW8YzjCK6iXoFsNptViXJFHan60srgwCrrgFWiaaTMTqJBSzmLVxpV9H2FQSq1JqywBNYrToeFrt1jCcjBJmHiq+gxrHAqowPtg2xqs3mdnWwZSJNsJzjv200VpnLEli1QTXZWTahpgyAaKPCw15/Kmxl5gNkXc6AVTKOyVilLm+CUZJjRKbvMcCqavQqA1YYq38JYBWf/tXSzDfVShM4yBwvNjzDFDDtysT3BJSCg6vxEH907Um8FO+J9EOaBkhoapvkGCdTDBMXURRgtbOIq3sjdJpV7PYn2Nkfwslj3LvWwfbwEPettbB5mOB6j600Di5sNHG+WZXx9cLwANe3I4SJL2wbgh+qe6UbtAVAuUbVKSNBxgkXH5rUkeE8mcg8CSqeMBRYUaaOp7Jxc5EGkFWI7TZwME2nYogBN5BxR704YTl4LhYrAaLMQ0QTCidDu1LH2TZZ0sDNfohuDXj1+RX8xZURkn6M+zZcvOlNG3jn296KFTJr8xTV5bNw0BZ2t9MO4FfbyHYHyA/H8LMA2d4AydZAWNVMBggKE9Qvwg+T2Ba/EB6OMjK1hdNEncxTuU5QCoEs6noFTquOrKnXpsGw0YRjwYwLshSQuDZ7ApgSEM8Hh8hGY3gTojem0sZqm2k3sm1MxTkUvaJGu1Xk2XJsSFe/uY6UzsEMHmNkEd2jIy3U+SzQ+QJkiaAAGcM+pBjDRNS25dpkXz4z1ZKPMlpYRY9EJ8qlWZYEfUILLbUNMimiOYsmRzrkNRXnnmCJt5nRcuXv1aVaoCRz27VFijpcGeUOjK4eTWHssRK2UWZcI1lRNGEY2TwJE0ne61iOxzUoz9iBoMw4MvvJqGHCr+yHBO/642/cccT28//o12XdHg4OcHCwLW3XFO733Ao2NtZFZ4rti81mA4tt6l95WN+4gM5CRwuoXgaPaxeNG00RiIUV65bKSwq8GgI6cweqe1g4C5NV7laM7AkLfpRssQYcyvi3SV05kVM8UFMmSRxtklwCKe3fjgNk7U0qdA9tbD7Hdi2Cv5IWmLTSRwAAIABJREFUGOeZgmiesDgYaNdYjGnWpKVe2vRMssPCjmiAioyhgq0CtNOsMWbrtLbEWRaEZaidBKxp0ia2TXJc/v+FF5/FYLgvWsjchwissl2P+mydhWVVkhSiuu7JWcwWOqMza7FeLxdg1ZWiuA7Dk86hYIOVRtp84lZ+zUmMVdNkeuznjMdj7O7siJzK4f6Bjm/RVPewsa5SAPxiDEDGrXArS5qBJ02CcmJ5OymA4wBae0xem+4lmcQM/F6h2zxNgObakeeTsPLfX+4zjruGvwywqu20LPwBO/spPvfZF3Dm/jX8x6cm+MbXGKsCb3htF3/7vS2srwNVvRoF5N0UT//HJ/CRj30SV/f60tIpxS4pOqmBFQtjwpgWR2oDYxmW0ey6zR5kQAc7xnR95Xt1Punvj4IVM0bnUYCnPE7tPl+eU5ZdbvdFy56WZ2OA/mIdMesKgWEKyUiM31nCtFLXhHpuzJefEfcdnZ9m75pnqukfzb5gFxx7hJIpovKybn380v0TwUtbqDsOHnhtF+21+/HQuTXcf3oNT18LcePGE/jiF76I6ZB7unY2MCtbW+jgYx/+IL76la/gj//4M0BrwTDATMHURAXFp8qzZOGOh2F3EXD+zEU8cP89uPjA6/C5L3wWo94erjy/ieE0luKeslVTJb4wHvZoFJmh5qagHSjrr5Q4C2pNDM0+JvJi7BjzfTHRYX6k7EktUInmqewB3De0e0jbj5UpbF8bUPPbsC4Ld3DGAvKPr9djynvMmiFEHl//KRCvZsoSC7HA51akAMUC+UOXLsCJUzxx+UV88cVncOPmAXau7uNGb4yR72Pc8MTTo5okqBBkmk4RsRtvOhIZqTymJrEkstIZp+Qbw9YVNpu2QSRPfumO92++wQKrZdbpUXB/tlfOxnrJ3GpOCkD2zGIvNLqtJxU2RZt2Bqzalm0+VwKr95w/X4z52Xp4ErhaAiNL3VRmYs3uzcuArMftXXIH5uZmeQ2W98yZV5Yfxkm46gy4nb2iAEBPYMe6BCUZ85GUA4gUwGg4NMUn5pqAF9Rw6jQNKCti8ms7YWV9FKR11h7P8ywDq5YxXN5vynuyAN8Sms/WKumWMQzy8jOU/1PmgmComLGpAdZMR9gaYsUFWErcgz40kiOYdVNMpjifA5W9sKucxIpyfMaM1D22Gq6RrF0Sd8t8sYU5o+1rGP8qmWfBVh0/fK4kxMy+ZmzSOHXx0MOP4FWveZ1IdGxv3kA0mWrXabWGVqeDSqWCRrOJSq2Ky5cv42tf/oKcF9cKLcDMtLbtZ9wyluwSb70IzM8f/blfuas5/tf1Ta8Aq3NP9hZgVXL1GbCq1VhNNAjiRamjwGpugFVfgVVOBCtUTlCWexCDOe5tBbCaSJ1b2KFcxAMnl1Z+BltZ5qIXJegNqcXpoNVgAuFiNEnEGZzAIhmrFlgliCVAYdXHJIwLYJUmVIOpgpxlYJU6ld2KMmQ5ya2BFfUa2eZPpiuBv4VqIKxDLgJcRIYEONl7wxCFC4kFVsUxnmAOsEQDJZcgHEGyXEyMaCJFAHdCxiuDdt+Rqm9CfaUSsCrBqBiDKRi60Koii2MMI0oGqC5pk4xVMUThQmwYxQRWPU/bU8n2HYUCGi7UqNRE6QEHHt3PJwQxE9QrVWmLqjdqAqz2pjkOpgkWGhW0A6sJR4kHXqeyggWIFDOWeWB1hN0JlSwrWG1X4ERTYefWyTBNPAyiUIHVKplRLnaGobBM6XS/sVTHZBwKsDoWxqpKF/B5ElgtpACoNSnAqgIZNTGvIiBB/VJlrHKRJFtYgNU8Q7XWklaF7UmImusLY3U8GcJPKW2hOohyTQY8kQBGWLkZYraI+b6AOr5hPpCxSmCcwE8rIEOS7fk5DsaRjA0JFg3IwnPh9VFnNYKHg2GIiUnYyeQrgFWP+p2uaKwSSKI51pDmWSJtRXkN1VitexwniTCBqcs7nGqCcLeM1aPAqrJLZNaKl4JxApXAUJMjYWaxesibFrgYuDk+f/lJPBv2MWn5uL65JQyWcBqgt5+g2cwxSKjV20AQ1LE3pomVJ7q2Nw/3wbaZ02sNbG6PcXElwMLyCl7Yy/H8jRs4vbiMt15cx42DbVw92EWW1bE7UkapbcW1wYWySgmk68bbojB7hUxn6jGPEYmekGr3kp1LKQMitGx1kRZAtqpkECkGeV8eIoxSDMaR3F/KaRAY9FOC5zW0AhfjOEK16qDpJlioNbFeryBKQ7Ra1EOcYrMXY38vwWrTx5mVOr73HWfxva9+CC+8tIn7HzmDPM7RaJ9HRjbawhl4jQ7CF5+E05+ikteQ7U4R706RRQS3SDtja7saP8l1W6kGES1QR2YxwRD2PIsTYhuKnP98tnwCbtWF16mT1o8kqGrLJANveer6vEUWwDLn+JwnylglsOoSWKU5hroWFo7RJIfbtnqJceXcCPpwXrkCSjN13YiV2SCBJAxQReaQCehkP6EAtiGiEttjzE9jt0ZQRdVT52d1KiUbVAEAuRsF+SGXADES7SfLajAmayWWLa9X2aQ8Fz2/gmlq9kOFarV9VEBkOW9l6sm9EsYsEzcyghUsEKYq/897IqRcgtRq/qEMK1eCWbkP0v1hRBtyAmqBsnWZvIqJFANRBXje8yffvOP46xf+299QY68kxObmdUw5TycjTKeROPqS/ci2bO4xa2tr0oq7vHIa3cUO0nSKyXQo/wajPqYDsr4J0hA4jARcFR1Sr4F6rSlu9QTFms0WWs2WaFt7flOMEgjk+hUFVskUoGTHvKaq/GxwlYLNcAKTxiZx88BqGex6OWB1HhgTtqIUGXxhbHAP6ix1pIX+xvY1PPXcU7h69SrCKEKtVkW71Ua708GZxdNiylCvN1Cp1MXBlozfaDCWLhMmKVa/i58x36pZfqjCipd0TPfbKy88g4PDbVRpnmhkQQhAkLG6sLSi8h4yLrWeIt0/RgqZUgTU6eX5C2OVdVhTFD+SVJ6QIOqQPwFIMgDZPGNVX2/2jbls1R7LSgEQWD3YPxDA7ThglaCqFiqNMMkc2/h2k0GZgroG2esog/XHvdeen7TvGsaqJHEGQD/uPccBqBb0OOn8TgK1/1LAqmGG8hYNhxlu3BjBrbXx1LMjdC41MBxHeO5p4MaLCX72Q22c7mpljstP6uZ46suP4SMf+wRuHoZqsiIxigVWWQ3T5JUxq6xnRzhaalpW7D3m+c9YqUYfr5ACOApSHAFMTWGpfO/kHss6aRiXZk0o38cjIIIFbxmTH8NQF4CPEmW5g6SziGm9Ix0OUggvp+ulQoytEx55psIUL4FFZUa10ltnL7evE4ajAlv2r7IOyTaSgWFJDQ4uXaphZe0CGm6Itg/sjysIahm+8ehT2DvMpEjKfZVx0GqjgY9+6L/CE998FL/3h/8vcgLFovuvsZDWxmft9FwDRC/UyyS2OHe2hovn70O1U4PrtrGzswU/j/HM41fQG0bIpAtGC+mS91GnXlIO7l++dOJN2e0jG5+n7fbpROedyZcK4LpoZT4KLusYMHIJIr9gZGgoWUDJJwOsck0WAMfzBYi1xTzuLQRMuNdwvlbrdcM012IfX8/jiywK2A0Qyz0YjQYYDPrY6vexsz/AaH8CtBfhvuF1WPy+d2H19a/GeWprj8bID3pItncw3LqJ4f4ekmEP09EIw8MewtEA2TRCnui+yM4bC2aJGECaYfrYnUv58B7+T//8H6iZlBn3cq8sRbxU7CmP9fK+WNZYtYxqu8ZZHfnjQFs7eK3GqgWe+Huy+d/67u/HxYuXtAvCxDa3Kyjp8WxnnZnP9kNOYqpKcfB42HNem1XWBzPWi4knlcTSejPX9fDy5zsDbM1GoocuWKv2x9lnkLHKeI8xqmqs7mE0JGNVJo8sGdSrXz999lhgVaeaAp527xIPiTkpgPI+Y4HV4nsJWLVAKkkyIl8lkoNWlmXOjE1IJCqNRkA0DmdaxSJNIG397OYg+YXmziQwsPOQYDL/xm6v2dwuih6Gkc9xxgIwxxLnq+ivGvapfWbFMzFse134j3Zkam1gVjxQ2RH1ieBtW1hYEiCYxlhcJ0hUqARV0WMdT8bYYszLosl4LBJiXCNkvpakFubPpwxe272oeI15/B/7+Y8f2SL+pv/wCrA6NwLKUgCcLHSX4/pGcNQnc4IN4ULhJoOPbe3KWOW6SbyTGquGbCAyAmx/rBFYJRYpjFVlZ7I4E9PQqgSsEswkWMUqgwKr1GJMUA9o2kQ2gYfhJBZglUECgVWClwyhax4BTAVWxwRWI2WskjGowCpBBx8Vj8AotVkdkQIgmMK1ckIzrChHTnCSoBYy0bfs0uCJLFsCOI6DUaIVWmFTCBBntP5o6JS40ra+1Kyg5hIozDAMczQqCqxyDpIVWwCrHps1XXGF5gKhi6kugIJfeWyfNoxVyh4kuUgBNFl9NSqHXFPYrkSgkAkYq9m819T05KOzwCqBXAVWCaLGqAVVZflSdzGNcBDm2B1FJWBV4AZtbzdSAARECKzGWSaMVT7f9aU24skQO5Mc/dQV3VNKCdDgqDYaI0KAQRRJkLRYZZuQi93RFAcTamJSY7WOCcHeKRnICqyyMk5gtV2vCKuN95TmVUxsCdRyF+X95WfxrvWmidxnjisCqy2PQWyGSrUhYOzWOETD87G0QD1XsgEJrCrwT4axNLuZAJSgqejQZLFUxqtkrIqLKZnFsQDjfA3lXXmefGyH09jos2qQaDdFBp4E1eO8BKzKX12Rf1ApAHWmF9M2GhEkbGFPxRSO84AsbAKrvB/Ur6EOMJl1IzKnc+Dfbd+dFAA+/U/NzJ9p7xWAnWE8CfvHaOdp+7eOCVR8fPNgE1/behFBs4UrOMTVa/sYThNMpw78lG3yPoZ0gvUa2O9PkQQ+JoMEzXod+5MDAXjOLFexVq3hhd0R7lvvYn/s4C+u76DrVvDwhXW0awleuraDzUmKQaJmYxosqg0q4xUGMWpOJLQx1Cs1YaayjYU+7GTLsVWO45ZrBoF6DcTE/kDWDl9a1tRRWKu3nH+MgliS4OgAWKDJyZZmEEFGHscngUC277WqWO8Cu4cTjEVb18f1bQ/rzQRrCzXcu1zBu95wBjcODnHf+imsrLVQr3Wx0l5ETlbUpdeShozkpefgjlP49UXEezEOX9rlw1Y9JkQFO04q2+ZL235lxAnNWAAiow8n7F6ux1y7yVxrBXBaVaSNrly7BKhkg2eGrWXah5kQ5OEYae8QWW+IPIyQcr6HNHJQcwYp/kiFnOOYi7s9J23RVL4TgVUaGbpYDcVrVU5VijRkqLJCLlq2yoRKZJ3VQ7l0UWWBRdbwKmrStqnAapLSlCJS12npJlDQUppik0zGVjLVp6y3xril87/GdEoCTNEQlIZDZVQRADDsVVWQVDMq6hjq35W1KtCEaAsaANtIBtgCDYeiGKiIpp0CGeJ8KjUAPbJKyZpEW07fQ+qQ6QlUhF3Ne0ETvSn+iz99+o7jtJ/7h7+mK42T4vBwB6PxISbTMfq9voCqy0sLoo03Hg3QbNSR5omwg3mt0+kEg8EQo8FQ2HsKpBO0VhaubdGUVJVrZFWZfWQGNBpNNFstrJw6I+Bjs9lFs91FtdpArdFEo7JgEmF1j7btbeVg2f7/OPDU3ojjQMoClDXtpRZgKCdR5QDa/p6vIxjJ9T5godHL8dKNF/C5L/05vvnVL+Lq889iNBqLRAM12TmoGJBXG200W00BkzudLu69cAkPPfQw7jv3MBa7S0Wrnf3Mk2QAdPZybmjPPrtELl95Gju7N4RdwRhF2PVBgLVTG1haXpXxoiwXlV8W0zOGKLoMaBsvt0oekhjsnFToPMg3nzzYPaw88MoglmWs2nMvgFWjcXkciDgajbAnjNWqaKyKOdgcY1WeWQGsqub5fDJz3M9FosPZLBXCW4HVEydRCbyzLBtlVdPcb5bEld9/p8DqcffXHu973vnWO57fZsU37pIaO5J4sHlzgi998SXsDIAP/N370XZzXN6K8a3rAR65H3jDuu5zwnQmsPqlx/Dhn/wEbuxPjaaEXcvZXUNQTtdVSbpFM7XEPIUaW2nyy0XQMJAY/MmXKWoZYLXMuLplHpvnNV9YUcO8UoxSJNVGy7roOrAu2DPzTV1HdB/Qs1FTWgKr2dIqpvWWtm/LFjEXRxUdZAYskMS7jJnOgFVZygvWqu4J8qmKShqcWXXpi7OxUksyX4RFAS+J8Kp7u9hYXQfCPaSjAfxKF1nNw6PP3MTmgSPAqRw/neD+06fwkR/5uxgd7uPpy1fw2HOX8fTVTZH+4YXLsykuUBsrBPvIqAHpYP2Uj9NrZ3FqrY1J6CFMQskFnvzWFez3R9LZQm4rZWvk1I0sCo8rRW7KubkE37XDRbThjR6vfb52HSjPF/1dGWQ/YfhbkFqe0VGQ7Qg8WwLG5TmYAolZOOTZMrZWhj+LwzznHE6tDrTayJtLwOlL8N/+Vqx871vx4Ksu4mwjgHeYA4MJnL0DYHcHo50tjPb3sL93II7vo8NDRMMR4skI4XAoYBQLhxITsQMqJ2nIweCrf3JX8/t//rWfv2XtE2DUtCWV7+1xe+ZxwOpsnzVj1IzJMsCq6+vsnpeZfCSqvPXd78GlS/frGDOxk2ACJwChdu7pM5vNMy3p63OVR308jqpz9xgAtvz6k4pW8zd+ft0+tnByzLmUj6850dGTlRiCoD2Z/hZYFSkAMlYVWGWs6xFYPXNO2OCKrRimqjnRMhjKXw3HlAIoaazOAcb23sz2F8aNJT1i8aJg1dXiLmqOJcaC9HshscEwS6WdP1bDwSTVNn4xbBN9Vu3G0Vha/ScsEMtcKzF6rSIfYEBYKx3BTi7eA40VNUZk/MSOZ42ODVhqpCd0kdJ13+4jxX7BBbz0VTwH+viIQ6yyYQneUgqNcgRVksjqNTn/w95BwVK1wK7dl3iOFmTVOVAyArMdeuWCndHG5Wt/6hfVDPqVL70DrwCrcyPBAqs/+aolAc6EdUrRZY8MFV0ipWpm2tWFsUqnexFfZwv9rLWf5jpMequ+Mh05IUV+lWwmAnQ0XeDvnBxBICqKwqxkNfL/Z+/NoyW5rjLfLyIyIufMO081l4YqjZYt2Zbk2caGBQ08Fv2YjA22AQ80ox8Y6IHVdOPu5jE0C0N3A83YPLfB2AYPwhjbz4NAkgfZsiTLmqca7q075JwRmRGRb317nxMZ91aVpCr44y2jq1W6VffmEBlx4px9fvvb3+bPO6MUnX4i/qD1qg83TbHdjwWoURnYj2IpH+fxlQoEq4S7PsJRLLCXG5RKUJAu64SchHNUQxLUiWLVZ7mfLxkili/ztRLeXMYcXUv4fflcAlRoP5BMMIxibR7BLCo3WcakvRdTVZhKk6ZKwcEg5vGlAmVmyr4suARnIjt3HWmARFWpwAUzUauEnn/oi+phplqUzApBJhtyERyzGZbN0PE80QGp5BPScXFzxVqAilXy7kaZXe0hqkuC1QEh5nCMYjEQFWSl7IsJficENroRKrUAc6JY1UlfGleJYpXnmWA1lddn8ypOjEsEq4M+tiIHj/QIslwcoU9rEsNn6QxcDEZjaWAyW+EG3MNmd4gtA1b30QpgOERrqI2+tHmVeqzWSiwZ5rXRa8ey2iG5mOsicBLMVLSrZ5tNzthMawJ5jzpV01QZ+oF0TCUwpv/vQrOGTp8NgnSsivrWKHAVGWpGmIsGr5Vk11jmKmB1IosLrx//zYpqHmPM97eKVSlJciW7x/uEY7HI94GLVk+tAIwNHhKq14w3Ea+PgtVYfEE5VnlvEPaVCgR4FqymiMR+w8FwRE9b4H0XC1Z/7ZfMmqVBbhbsCqRSBZ4NrsRDT0o3YjiFCR7sbeOe1rr4iG4hxT9sPYZBb4L1zgibOyNcvm8JZddBZ5Cob3ECBcb9AdYqZQxGHZwJE6w12KyqjPvPxDi60MTJnTYe2hxL8mBxpoKVZhWtdg+tcCTJkhYtF/xAIAInJ258ucHPSsEJR1ha5voCgLgxrNWoSqF6NZLrS19isQqQa69esdpIUkvjE5akZaBNg8BSoYgYEQoJ79ui/F66ejI4H4WSOFqdLWHQ7SMtlOT3nVaIei3F4aUSMAhw7FgRc80qvNDB/uUGCmmI45dejrmZGpzSHAr7r8ak18b4yUfEqiDw5tHr9LH+xCbGIy271s2fhtUCBg0Ylp9JlpfAx5TSSfMCHcMC7wsOCqUC/FIB7lIdbrHIH4o+VXJGBIGFEdwkQjoMEbd6iDoDjPpjjMME0ZBeqGMJxmTjYDqO8jgU8NhgToMigZRy9nRjPhfaEjmF4Lw+2gRQAbbYy1CNIwpj3jFqmcFSTEJGKrrZbEmSTmM2paB9gLiyyswkwZFR5DBRMxzo2pMVmJpNpsJT4/tHr1M5bj2rin1VXSr40wR4MvcbqKqSWrWVEQDEcrlUO8jTXkC4MM9lqqpTqpHESkAaWnFjR7WtNuNDIYDrFaVxCq0HtNEYQX+KcokWIWPEowG+5+MPXXC89uNvf6dRhk4Qhh10epsCVzs7ZzQBUS6Kt3Vre1tUCON4JH+0yQG9brVUk9+5HjMotRDUlm8yHlCvYyoYVH0sIIpQimVX5TJK5ap0kKaalX/m5w9gYXEJS0srmJ1fQrlckzhDFNRm+2xbo3Eupkppt9jEwImz/PhMQJf7uQWr2cnjesZybyqYCMtlzLhweV/7LryKjye2TuDW2z6DWz/xcTz+wMMojEYIGAOUSqJG5XihclfGeMET1QYTBDwqenhRwfqca1+IV77iNThy5DK5l/nxdD+kzWNkE2bgC8+dJmjNJosoo+DjiScexanTj8GnfY7xVCdYXVxaxuLSmiQttJxOx5Y0YDNleuJLKsa4VK8bf+bsRtjdTduemzw0zQ+2vEJRQY0qiXg/CGSXhWKaFLYqIbmftfzBNAwDBr2e+J8x8dRutZFyMyS2SL5YAdDrTFRZvK/UyBecjSVBkgNkJnI3G68crDIHblwxd90zT6lQMubPAoxMgtt6YMp1toDMbgDNNTwfXH0mN2t+Y37RYFXWPvUI97wieu0UX/7iY/j0LffAX5zBv/jOm1EpD9HtAZvbY7S7Lm56QQPzjQk8SYYVcM/ffwlv/JH/gofWfQTFCAnjKAn61QbHkeSTKlNTNqVydO5k8mfCuUw8SunxSosdSSFh4obwUAYmkfJWVheYdcbaZNhzZMu19RybctDMEsRUhZl7Q44j57tpIYQqZs2olCSd2axnTVGmY4THPuJNMb+MqKhgVYHwFKDqIqD/y889u+CKTlk6FHf9j16u5v1yD+CY5Pogj86YjMIDAjjGKkzjztUCsZ7yXHbG1l4QZM6DkP0Z1DpNPl8ywLWXHsXrv/P/kB4Hrd4At915Jz5951cRO2pfsfvLNBcTUE4P8hiHV6s4dvgg1qoOdjpDOMUA/VGML93zCDa7ERInUN9wCZIYM/E8a9dtTRpSfqKrPCtXeD/vMlbIk2gdHHq+7Ek13pkKMOxJ3+25LQ8Vla+ZY+Q1uInUBJe+lgp05DcC4hXEKb/V6hophzbg2GVAys/VbMKZW0a6/zLg+uejevMLse+Kg7hs1sciQ8whkLYHSDc2ge1NRNubGLR2cKY1QLfdRnfzDMLWNib9HlgGHkwm0hC4Xq2gUauhWamgXqvhT3/555/JlHDWY/7b//326c8yoKPxxW6GaQUdU2GHxu6a/OU6qj7n9v5ShbB+2SaT09/Za2RFIlwz7dgfhiFe8JJX4NJjx7PEsL3b9KDOTUc1TW2vcf4xuT4B+TNgEh5PdeL2ws2nArOZTHz6FzMYn+bSmHE5XQJUkGAG2a4n0xqCe/U0YY0i0OnsoNftGt9lbWzN/cuSgNWSihok+LEvp2u5jFezJ+P5tuAvW6N1gO85BI2vRT2efz2JtW1TJl1vLVhlLG39Vhm7iVKVIJXfY41rxIuVcfY4NopsfRwBqm3+K5DWKF21YaEm1PiaMkfLHsEkfb0CypWaJPep2JKPYf2os0SYTYraPaidjs+P7imi0T3q1GpGpBJG/Wut4yw81eq56VyjCUL1seXnzaCq2M5p3ChfRgSib6ZQnPH8z/2H37qoe/zr9UnPgtU9V9aC1bdePaceqpQUUEXBfSBLy9gpkDeACMTUCmBIRdiEcJM+qak0uuJAJFjlfc4mP6Igk/JTLfHi5EGvSGZtPCdFIGBVAYCC1UR8MztDVYTSn5EdPDcHCWbKVJ46AkwJQwXe+nwfoFr0pVSfYJXwtRr40gyI6lYGCb6UNWkDIAK4EuGdTBIeelSNmVCBqo8SPVbLvqgGrU/JgIqocSyl2ty1WGjJm4tl/1THzZSLqBVc9OKxQDJCzdmqL4FSSPUPSw8JVvne0iyLpec6IUoDHd68lM17VIAG8t6dkCrcBKWij3JAH0mhCTKRMMAp+6ouZcAwSiEgj8y5LipRLTKkqmgYRmgNtKSxRKBXIpZ10A+B9U6IoB5gMQdW6YmrDZk4iXCBTeUzEGTymJdmG1IOsxkB97YJ3lxcPVNGLRnC44YdVJrGCFxC4kBUP2c6A7mOhJv7Z6vig7kTKljltQ5cBZ8EyPyMLOdmVpwQrc8mVbQLcBKB3hybBKvdSIOlRtlHo5AKQGcwwePc6o9RD4ClZg073aHM8CzTl27c4p03gfgjmmBDJmHjvUK4bZtRcQPBccRNlyhWxQoAaAvtVRBK6MByOn5VS4E+xnHR6Q+k8RXhjTTyJVBnWZbLe4sJAH5WtQKg3QDvK0KFkk+vXwclVxWbVLqOJ45Ado65v9x4ijTveWZtNq/COcGqbG0ySJZ1G+I2XtSbVCpv4zOnH4NTLuFwcxFfaW/h1jNPCFx6bH2EdifBNZfMYhSO0OqwUUQkvkKbnYFc50tm51ArT/CFx9ZRrwW4fL6sSi0uxK6DT3y1g0oRODRfh++lePxMC76wbmSuAAAgAElEQVRTQLVYRScagkJElk3TT5BNxuhbysSMhWs8n0GB9heOqNBr5ZL8XrKxkwkiXhsGmiZQZaChcFXhXsxNoKNJEKovvMlYILFX9KUTLtWTET2cRT3MsrIEK+UiVueqeHxzB0MnQLMAHK75eLw7RM3n3ORjpuLhuQeWsNVtoV4Fjs4WMbO0hGsuP4L6JEWnNIfZ/UcwOnka4ydOIY7LCFbm0RukeOBLjwFOBSX6pZpsMPeGYgVicSATPARGLH9TUgzXiQVSUPnODQcrDsSqohnCr5bhVYrwyiyX0WZW9A8b94YYdyIkPcJUzgta/pOEPUzGZtNt7SHkuwHxJqDm3ovnXiCj7d4LYKavAaRueGywpRtN3qdUFktqQ6JvDQAJpagQ9IsOSuUARb8kvlTjkKX+kdy7VOdocKYbNwaC/cFAKhb45UzUr1VtAxTaJmzA5ei/Tf5I5tDEKAat5onvrw7ezNQLSsq63bNsnB3XOW5EdjehZ+pI5xEZz3QzJIRQhacASHps0cOQ//GcFysoFGsoeDXdpDqpGP/DiVEqJKj6CXwnxvfccvcFx1//6qf+kyYrCwxwe9jYfAzb26fRa2mn2lE0QhxRYU6PWwIULbtU/ztPIKKoCqSTrK7dXLe1vFL/0IuVQeh4pKVhkuQzTVn4WF4LKb00ajBR27gumo0m5hZWcPDwpTh2+VU4eORSNBtzAmaYAOH6J2PSbOg4fhVGamfu6TjavSmU672n5G/viZN1jBBSgLGPhOX9xQDj8gS33fYZ3PLh9+O+u+/CRH5el3uJFRtUQPAYbHk/IaCsp0O1SWB1DNdr/j4oVnHFFdfg277tO7Fv7ZB4zcsQzTWzslDI2iKoCkaVYYRkp0+fxJMnHoZXZGJE72e+x8LiMlZW9iGd8JxYyx6j75BmGLzP9H7OwKqr95W5I3ZvBnPKm3OpcOQWyO7b6VqjVhzGzkJsShQW6/qhHsxawpqVP6DX6QpYLRZ8tFstUdNzXqYafW1lBWULVk35L+0MaB+Tv67Z9RXl+fR4prDGql3OHgvnHRvmtRQc6xizyi6rBLLj3yq7dB82hTj2GJ9u/OVPvj3+iwWrVoWk+R8X/XaMhx88hbs+v4UnNzZx6NKDeNU3XoK5poNOL8GHP/wwZpfn8coXz6NaHANJAXd99k58/xt+G6/+lz+AY8dnEQ1StHd66PeG6PR6GA562N7qoteNpKy11++gNziDfn8bSdqWhqKlUoLBcIhiUAWcEZzEFwsmFKjydsHQJh5FAnNsKSrnatlHmP2AwsipOtieR9vIkPsOUUAZ/9TdaiJjV5TZVBjIloFw00SOJ98DhnzfmUWMvbIkF21Cx45z/a5XijHAub/0hrLAJQP/mhG0N01ujNqKjd2fU97DrIniKm0S+3xhrt0K+01zIDt/8HPFEdZmm3jz61+LQXsHd3zxTvTGMe566EnpAzC9Z6b0V84h5wfO0XGE+TKtwjyEI4owYricD1FAb+xiEKqTq501poo4/Wh7x36WUDHMb+9cIs/JQTcLPTVJmffXNfevVdzqlsZcDI2d5drzqklDS08tjyzddti00mSypoePgljXjaQSx2HZF8Hswhxw+Cic49cguOoqVI5fisV9czgw62PeSxGxoWi7g3RjB+mZbYRbmxi2O4h3NoBxhCBNpN/FfKWI+XoNzXJJKmw0/oqRMm6Kx/i3b3nDecbQU//4937jHSZeInifPtbGJfln2+sxreQwaW1jqULrK/tl5zZ9zjR5IEmtnO2AfRx/Zscg7+sbbnoZLrviuGlOqn6/ZsCfF6zu/qR5AGviwj1AViwynuasPWOwauD8RV0E+8nshGBgffZaucZarsBFKjxHsufodVrotdtamMQ4kknWwMf82j4ExbI0qbUl9jrn6L2u41f/bhsp5j9r9nfbS0ueYOy59oDVafLJgFdaYGUQVCu5LEBlQt16rDJus3+XhlwEq6Jgtc+f+rFq9Zn2A8hUqsY6Rm3kWJfLz689dxyPew5ttG0fvyuxa4aHPt7OQla8kb+KU4jKpJ9YmVkQbq5T9ln3xDm2QmEKzFWcIfsOY32XB9qMWRnz6ZqlWQtWxcq8iBT/5j//z3/M8Pq6e+6zYHXPJbVg9S1XzWal0hyTjO19elfagEgrb0UVSXjI0nXCMDagyoNV3jwEqzpgtbSIgzMDqwJAWeamYJUl64RvHNw9NlQasqTXQaMeoDCJsd1P0SizIZYritUOvTWpFhGw6ohK8JmA1Sh1pHt8WZSknCw8UZcS1HAzIaXsObCqPiVsPkUVnnpgMkChylabemmjKoLVJn3Y6MUYj0WByK0By4XpvzM0no+ElfWyKnNZfkzPTZkeTWJYfCE9B03aHhhP0+EoFi/IKVjVjAk3xbRhEP9JOAJW2/0QUUqwSgjNcw4pJRxEI1GzsmkVS9kJVvn6g8jBRieEX5uCVa5HBKvigWSMA88FVsNuBxuRi4dDekAVcKzmYZbOoiOqNF2xXqBH4mytKNd2o92XZldUYxKsRiGtAWJQ8SsgyNFrWS0qWBXobBSrhO2Er0VaAZTUu49Nt54OrDaLDhabNWyztAd8b+OraKC2liuoZyrBKkMFbnrzYJUBMEEtARw9Vgn3CWEIvRUQqfcVwSon32pZz7EFqwSmorATAKSZLskmS8mzL91paWXJpmyjWF+PyYJakR6rroytAbs3pi4iZjsnDv7yn1SxysUiv1k02VPxH6SiLsVDW0/g7u0NLM8vwAt83N8f4FOPfE1AzBMnIrGhOHxgVpSOm60Qvk8FSwkb22006jW0z/Swf7GKXhiiN4xx6WIZK6sL2N7so1SN8ckv99BzxpitFnDpXA39MMS9J7vwnQC1SlkaboQRX9eX+z8mEGKZtURiVBxrokA3ZNqcjSp4qvOGhFYCZniTUWWjHWm1HFyDk4CJDnq0TWIsVQIsLzTQG/QQhaoqZEOTcDTCIBxnzeNWqiWslX2c6PdwMgox6wPffN3l+If7z6DTH+FAvYpR0sJ1h5Yw6I9xamsD11+2BCdwcHRtHi8/pl1C3ZkV+KghOXUaO9zcFgIpG+qsj/GVex8VAF2gGpeN5TjOCFWl67Iu8HLv8HXMRCKgix6+BVWzy8Bj87mkI1CWiQrH9+CVqJx0EbP53pCNcBQ20z9tOKalSAqfqjzxV02kyZoKN7UdCOc+2wXeKhOsI6n6YRGsarQkANw03LK+k9p9u4hqUFDfRdPNV5PZrC+coFwtolGfkc1eFEYIhwNpbMcvqtzpsUaLlk63Kw0DUup+ZAzoTo8begGrzJ4nIy30Z/AqgZHMdKI+t8opKuRFBZj5qrIcS/VCelxspkaFfQHOpKBKLYicXuwP2JCK4JFBpUJVDWxdNhDhc4ISvHIVbtBAQTow8zymGDHLz87c8RBeGsp6+uOfvuuCA68f/clfhufGcN0Qw+EmTp54ABsbJ9Fvhxj2I4Qh1WTWUkONMajA1UYiulFSBYN6VYnyWWDqVPGYNadRjqZQkH4CIgLTQNyC1QwksuOTAAMqEgtoNGdxySWX45prb8All1yBmTk2ZnIw4gIr97Na6ORL/81tm+m17YbwrM2+OWv5n/Oy+omDmGrT8Qiz1QqGzhjv/du/xEff/360HnkUs1Uqun2EYmMxgawyBhRLtUmhgGq1Kj5d3PhwTIkVQkCfP3bRpmehh2uvuQ7f99rXiXdtGBrfw4kqVDkWrL9XtlES2M91v4QzZzbwxJMPyv6f6wBHIqs9qPZdWdkvHofShC+3YRAFhVT9meBfFjG1QMlL784FPc65cRMvYZsMsQoZkwAWCGw2a6wOMOBd9rCG5eTL6ngpeF+yeRV9ywlWeWszOUJrgNVlgtWyXDHb2IxgleXG9vrtgpZ7vNdkL2oqqeyWfC/kPB/0tLBOPoMAm+l75jsxW79HvQf+8WDVbqYvFqxqoxK1eSDHlETJcISv3X0GO20HDz+2hW/99mM4crgC14txZmuCrz0wwPOuqaFSpfKqgNs//kW89vW/i3f98c/hla8+LDYSNjchYZeulhgOOR/QDgR47NFTeOtb/i+UKit42Yuuw5/88V/i8JFlPPDQwxgnJRSdEq5//mEkcQtfvusLAmWpyEw9brynoNDOM/wM4ouc++L6Jj+zHcfF7l33EHt99yRRJ0ops9E1Y1aH/RTWSmWZk2LsOli98lqMvJLYSzEul3YFJvbT9ULV1lnjLblY+jOt6DEejrK+WcKhK4MMf7P5zgCiASfZR8wSFjn6l3tepoySyU8/wxRGOqIQZc+Ct/3ID+HxRx/GH/3hH2Lx8BGMUECXvqBGCiavbuCPhHZitcGaGiJUVieESDyuq5x7mMxkhWAg+xFC5XwjsN0XyPqvGg9XA0BsE177WHvPaQNI6/eqv83fj3KMU6NtfQBVllriqLGaqPD5M9mEiuKNCsAJm42yfEIaWXEtniI5PZ6JiDxknDCpSiFEMoGzuAiHVQWXXYPS0UtQPnwAjcUaZmouWKNU3e4COy00uj2sxSmWPBdzvo952ipxnuZ4YAf0HmOOjiQX+tFQfWxlX6gJ/J950w9c8PrNJ/zhb/1r49O+29v4fGA1P9bFb9+A0szWJLceTuGqDOzsepxtCaCw1V47JhKf98KX4PIrr5QO8RJCTOuCnuJz7k1QWLh68WDVvpldu86rWLXy3XMd3fkSsfl1Nfc8rQ6ZJvR2zVliI0al+Uh4CcEqlc1SSSZ9aYDUDzC/tiZg1aEVQA4u2vVA7g1WX+XAqv3d7rVbRTDZeWBkzb2Q6TfBx4o/qk04mfnNzpUCEq0lF9WpbNpsKpMy2CqewcYOgI8ZKTwVu4Bcsyv9tybR83BVIaW4QpuSf0+sBEfjsfRWsTEi4yhp/knPa5kbrFWFnI1sfFpBjIWbey+pruHWHs1kyHIx665YkD+XZN0Uaou/rYjIdH9uFe/LyyuYm5/LVN/yaXIxyNt/8bcv6h7/en3Ss2B1z5XNrACunFUrAGZZBPKxHDVjEUYJraXQBEF8LGFnkZBUfFbVO5RqwJJfyMo+ObBtaQFLmmMDVqVUlfCPm7uAih9CrAnaA97IQKPuw0eMnWEqsJBwsTccoZMpVifiQ0mwSgBF8MQQp8bylnMoVtkEqCFWAFpunqSeqCGpO5LwiIpV+luWVLGqWWVgSNUpS3QYY7HZCBdYA3WGMZtgJWgWA/FUJVjtjmPxQF2oB0gJxsSDR89PrcTJVsEqmYWZUXQCJsxwqcAMBC4SHFIpy4xomQ2+rP+lRL+uNDmSMnSqGalwHUSiLOW54nXhNMXNnwWrVOnQ/7NcJFilX62DM51QyiGXAr3mU7DK56t0XsBqOhHfWp6D5bkGht02NkIH97OBVQIcbwZYKozhjyKE7Aw/Jsj0M8VqHqzum6mIDwoVq7ze3NxL86oCy+1ldcnAKkFQl+SRzas8VQbzmljFKq84Fca0eCDQpBKuE42xIypnF/N1+n0OZUNYctXnUEo7RY2mkEFVrMywTcGqDU6pPKZKmhM3FasWrHYj28xMwWoyUs9VglV5jFGsEqwKdJHqOd1gSNBDz1iO+YQgng3OCFimVgC1AKh42vCKDbAIzmldwSv0F6dNx5ILmKFFsfrr/8HsyvjEnPrHxDtaumpKI6lS9xzsjHfwwOaTSNiQpuyjnyS4N4zwlZOnMQj7OPFEhLmFGczO1tBrh+gOQlSLBPZDUZnWy2U8caqNmXKA2EmkI+tCw0VztoJy6uOKS0u49b427nxoE5VqHfvmGuiFPZzYGGAcE1gwOQBRMhP+ecWyjPMRgxPzGXRBZnmdAtNKsYiZWgOjKERnMBBVrCzVJgCwagmeTd6TxSRG2ZlgZaaE1eU5bHV6xmbCR28YYsDFn2NEGYiU/c+WiliuFZAkQwzGIarVEhrFIu491cLR2QCztSru32jhW65ZkEZcn/7Ck7juyAocN0Gj7uEbju/HkYUq+vR9nl0TmB522hiNAwSNCoLKMh57bB1PPHoa7AcWj6jcoMpaTfJ146SKMemIK6pB7XSZpCEcl3CMXqVs7FBCmkZi8B7RNzWZYDRxEUoWmx1/eR9oEynqzWOHFgopPM4HNNGn8ojG89x4icpbm+goNCWQ5QaJ1h0arovfI1w0erxH1IeLfp5WxSn7J6NYrZYD9SSVEn1TUiTlOjS99xAU2QxJFeRWaeG6rBKI0RsM0e30MIgi9WkVuKRgVcaxbNzUiDLzhJUxrsko1lvKUUmpjxioarkgqy74G6XVWZAqulxRbvpwvUAU/VSsyt47ZSk2fe54/4wQiXUBgZoHJ/BRqFQR1JrwyjW4xZp2KjY+cdL0i0mXaIh42JUyz3d+7sKbV73tJ34W8biPTvs0Ns88ie0zG+KvGoUMim2oqsGu7mGpEJ12srdzE8eTrNlGNSpw2KhgqLjn5RX7CW6CDYxlkG08hORndjMgwCxVr2Ce85Cb0mgsybZKbQ4rqwdx/MorccnRy7G0tIp6cxbFoCSKT1EesNsuAS8bykkZ/1TNeC5olm3kc+xCgI2sZgn8ItfDDj7wkb/GLX/15xgN+6hVKrIZjiNTXs/PyyaTHPP2c9Ojz3zpplPnYFGE0x7ILyo0naS45prn4fu+9wdx+OgVaO10Mg9ufh5RzOYbUxiw6rlFtFo7eOyJ++U41f9Zwerc3AJWVg/AoXpdbjutHtq18UrUFkT9NLSM/lxecueDqfmfW7Cav476e2OpIeBL319AqliQ6A/sBsueq363j83NTQSeh/ZOSzucpykqBKsrq7vAqlxPJirFq1i/smssb3i2knAvWN31nKdQM4uPdgaGjQ1BTqWb/S6n6MqrK/PnKz8O94KjbNDs+ctFg1WRwFufQgftrQSnTmzjUx+7C6OkjO7AxXd+91W44vKGlpa69BeNQV0i14fJpIDbPv5FvP4Nf4Tf/r2fwTe8Zr/Mv5IQknJjoziWPgIaW0p1B4C/+ItPYXZlEQcX5/G52x/C8288iDe94Zfwope9Et/5XTfj+OFF3HfHF/Drv/ZOPLnVxX0ntjGilYDxUlW153QTzLhPAYCeHFGnK10wpbR27lV1qpnkc+NewaqMOwuK7DU1A5TjkhYyy4cO4LVv+VHUl9aQjNl4KDaVC+odKOW4BtJaMGHVTPJzxuwCY7m+WpihFRqiADPzomzO5d9Mlml5LT+flOCa56mViqbrtERXxSsWeOhNrv/OSnilrJ37LQ/f/s3fhNOnTuJvP/FxlJsNuUbDQSivrwDY/MmXyJpESMpkuSRjeJ5ZSaEVHUzWSlKRx8EjMxZEyhlUFaZDwzZ11AlW1tnc2FYIbipazJxvf60CUzNPKI82SjDbuM5FQnDKcgFuPglM+YcNEP0iJp5aGUG++5gUfN2c+mxsvEfryCRWyvmYTRUiTHoD8cb3FudROngQwZEjaB7ah6WDy7hkto7jlSJWABydJCh5Lqq0VBoPMez20eu0sdPuYTAYYjDsYxwRCLFag30dVJRBUC8KPlZ7jMb4929Xr9QL/fqjd/2bKVg1jTZlHpaY6GzvZwGpxl9cDGhyYJXiGzsfTqEqX2MKVfMJyvzcZcEqvzOZeO31N+HKa66Bw/MuR7I7KXLuz2kB4F4oOa1kyj9PWei5Aeb5wOZTnt+nqWQ567nngac65s8DVnlPG7BKxWq/2xawyr2TxBy8Jf0Ac2tr8AP2NtF7SK2i9lRgmPvJJqbPlwyVWNdE31renldxGsgpYi0LPBWmyr+tt6qMVyZZdsPSKTilFYBaQVGxyjFuFa1W1ap2ANa/VT9LluiiAMQkpBi/UWwXRlFmH8X7R5thEcyaPgwmuSlCPBOXSrWzVE9a2wrts6F1ltMxuGsNNtGDtd3LQ1e1KND5zJ4f+znseODP+VnZ8HV2dlb2XbKvkVjQrlkp3v6Lv3Oht/fX9eOfBat7Lu+5wCoHnqhK1aZFh6pJ3MSyKSdATWWhpxWAglWFrvQc5c+1K52mwK1fxbnBKq0AWOKtClCCVcLZRs1H0U3QCieoUplaLKAbjdGNdCLhsRGWEToS8hJwZmA1Zgm3+v9QDUlARY9VglVRrDLbkgOrKvOmNyzQKBWks7sosqhYpRWAgFUtJyRY5STKzT79V8NRimbRx0yxgH5KJWVsFKvqD0jFq5ZMOqgVtYw1D1a187X6hbIEskHKkhCsqr3BVLEqLagzFXC5oP6SDKxYBdvuR+LHyfdQsKoWCwSr/F1A5WvBM1YAEwxGngAwp+RhxQBfXmaxEeAGR7xGNEjiOehQLWjAatht43Q4wT3dVJp/HS052F92EIxChPSdjdmUrCCNsdQKgIpVws8U+2aq4l1KsNqVMn/XNK+i+ljL48WrV9RDU7BKxepctSTnic2rOqE2GaLCV8Aqm6B5BfHlbIV8rC+P32r3ZdNZlM2DdvIWNRknZhNoMrieglX6DOrES0gkYJXd5w1Y5RggZLaTLWM7Gthz4q3QF5IfgY8RxaRm5anEUf8ZhRQEqxy3DG67I8JTwmRX1LJU9VboH0xFYWqga4JMsfre9X8asCq3tGT77L2t95Udq4kzxsO9R9AaDDBfm8eOG6KXpPh/T62LtyrH1eb6ECtLiwjTMUas2aeH3niMU9st7FtbYZYGW62BjNv+KBIw+5zDS1hpFKSD5pUrPprz+/GBOx7CifYEjWIdMVXP0VitPGSfFWF1dgYzpQo6vb54gnUJrMUTTkG1FqQ60vWdjcfmGw3xB2r3e6JUk8SGFueIbyw3E0zo1CslLPicwzwUAg+taIRuSA/VMoYTqoVHGFChJmfJFQuHwgRoFgj5mZUO0AtHAvDL7hAPtMe44WAVURJhoxvjzd9wNT5z7ync8ZVNHF5YRt0n8Ixx5cosbjiyiFE6wvLKIazONDFon0GxMoOJ68Nxi0BtFl+9836cenwHaeIhGo/geLxAqilStKrjyfdYPszyegJWjlebddamgUNuCuNYlP0CpH1f/E0nKS0UqLTUeUk22aAXKhMCVKyOgNGQrWFRSHn+aM9hAkJ5rM6Rss2it6g0uNDjq3ezzJGW4Qs8tcEkNwQe3CIVwQGKRe3kq7s3TfxwjmBX+2gUyr8J8gjJ4oQglRtdblzV5kHKjaQCQBXlshGUTsb8mYWrChpU9cdAjc2j1AtKN5V6jXWzyOfmrQxs2zMCrIKAVZY2eR7XAQ/exMcojcSTkMfHhmm6eQbGpQqK9RkUG3MoVAlX63CDoqo4qUJmMpONFllWNRxg2GvjVz994V2F3/jD34vNzQ2cOX0a21tbCPuRbMZFW2xAo2ywrGchga5V1dqO7GZjllcgyPgyqlaFAK56e5tNt6iD+Hz61JrA3W4K+J3bOzkXpgEKj4Hji2ugeAuXKwIPDxw4hGPHr8ShQ0fQmF0QFZX4faVsOFmWJggy0nIbpky5Yucw6x9ngmtJnrDywZuI3QzTqO/56/fgb2/5INJeT/y0eR3oM8scgS/XVpX6PGar3FVVR4xikYkKqqV5zxhFG5tFsKIlVmuEMIxx1VXX4Yd+6G04dPgSdDuDbINrIXW2aZLxRwuPAL1eF488dh/GCecI2jNoM8OZ2Tmsrh6A6xdlbGcIIe+NLdY5quqSa21AZ76sd29Ufz7IuhesTo+V969Vqk7VaLye0rwjN4b4Xjxn9KDe2NgQsNptd+CIzznBagmrqysolUoZxJfNkayNU0hiN0yq3jt7c/t0YPW8O5mc8kQ3aPqeGZg3T9wNTZ8eJpwL9p/rGC4WrIqikuZVskP3MB462N4M8cBXTmOUevjq/S28+puP4opjdS1bFOsTenBrHM5nEay+4Q3/G7/z+z+OV776kJa+iwc11elMDjGhMRIloNjjMKkhu3kmjB1MIvWkp2XAf3vXh/HSV92Im593FLd9+rMoJBN88EPvwZfuux8PPN7BVi9C6hTkPlYbCYX+CnqmCRh73nUtt2vEtOxSYKE00bO/U6sVe80EU3Id2gNWmfiIoj4uveIY3vazP4dCtYHJKJL4SwrfzVDToTUFFPq69mc67uzwy89t2bU16k37gvIYeYJWyBgaZbIdU39QC0G5rlm4y9dQ9ZSqZWUFk/iUQDTB1saGrPe12SZCej/L59aKQIFANlmoigF5c4EIUryi1W1sWMX35nXkPMzhoYpcbU5pO4pLHGAaVsrPzL+z7xOKRDTplAFdY3MgaufsPEzvaR6hRs8aJ5jJUdYVJsEl8S1QVSscUND1Fh6b09AGwEBV/t1xERbZ6M+IAswxanyg45afNe11pGLtyPHLcOVlh3DZ6gL2L85htV5DjSN/PEASDrBt4A+VdbR/Yrw0DKlwHmFM0QgrZ6JQYCMbPjLxB45Lo2pUb1MPv/jTP31REGUXWDVjWs+tgqTdrFBhk0S/4re/G5hKTGTWcwtWBUmdB6zaA7bPsWsVP+tV170AVz/nOXBpj/OMwap9RRmR2fmwScm9c6VC1fOA1eylnub3+bN+oWD17AVSf6LB5FlfMt8IWI2lIkrBKhWrHbkWjJVVsepjbtUoVg1Y5Yvlk5Byrs18mLdS2rsm7fITNeXr9mf2/pPXzUQyFqraJI3C1Uy1mlOs7lKy0vLMQFeKw1RlmvNglXnANL2SGG0a28txiGJVYxValXF1ofJ5zIZXxi5K1wRj7WQeuzsBYMb3nvGajVPTD2Hvmn2uuMaONQo88ufJJtHEM980srIx7NzcHJrNhklSa9zJoSCNrpMEv/DLv3tR9/jX65OeBat7rmzeCiChotQqVsUKwG62dQkkaCM8FY9VbniMYtV31R+Uzx2niSioZPIwC7tsiunpxwSiNMqgFYBVrCoA5Ow1iF202DyF5fU1XxpUEayWvYl4qRKs0gOQQQKfUqJ35jMCq+rvmoHVnBXAyBj1M760YJXd3akM49eQ8JTl2BLLFjhdymaRxxsK0E3RDHw0SwX04wTdUZljnBIAACAASURBVCweq3M1AlxtTKRZmQnqpUCWJWsFoJsJsyEVWFwQ2wMGUN1hLI2ArGKVEzfnGLu5zcCqsQLoDOgDmYrqs8SNGYtX2Zk9GotNgKiEfAtWeQ09bLSHmPgO1ugHa7L/VoXDAHcXWA1j6Uq/Mt/EsLuDrhfgzu1YzPb3uSkupcI4GmBIL8wEYgUgTcc8Nq8aTMHqbE3gG8Eq4agoVmlRQCuAPFgViKPngeeIymg2quLmmmCVil7+vVkO0AioXlavNILVdjQRxXCzXMS2Aau+UAZuDjRQIfy0YJWeggzKuWH2qdgywSjHhFoBEKxqUzZubgn3bHJerADiWFRVHItUM0/o9ToMEY7ZHE1LmqgYlMLDDKyyLjJGZ8zxlYIJC4JheqxWPCpshUsKLGcwTIDP+O2irQCoWJWb0sCm3EbSLjYC7EwziGHSx4O9h9EoNuChiFZhiJ0kxl/d8xBao0SsJMb9CLPVJrZjZh9T8Zza7Iyw09vGwQNrqFBNEA+xeaaPpWqKL5/u4blXLKPulHH/qQ0cbrg4vFzHyQ6w0fHw2EYHW0M+toKYzauiCEGpIAHM2twSomiArU4Ho4kv8wwhH4EiL4Y0T3EcMEVDsMrAYKO1jcTn9XRRcDxpjubGIwSTBM1KUVVhnosw9dAJJxjK3kQ9kmNXlSeEd4QqTBxVSmUUMcbR+QoqaYzWyMGp3kgsLOb9CF6lgWQS4uqFWVx6SYJxcR533HkKj2+Psb4+wI2HZrA4Sw/lFC+9Yr/4anpeBXN+EbUSm68VUS7Ni7LVbTRx8vEWHvjqKbhpBb1hH6NkKF6LJITqL2S81YxQREqm+YeqGCooYlo1sKynpGpKBt+Er+UCPGlGUtXSfm7U+Z4CRjWbLm2ZxkMg6ov/JLtKc1ahmtM2/uKkLk2wJGLndonqF4Wjja54p0hMmkxonTHNautAZCMoNqNTn0nOT7yHCNu0U+lYlK7SQMU8Xu45ERbackRV+lMB4EniS5WR2tvH+s5ZFY9xCZBrrJuOscNSfgNWpYGVqjGsT2qmyjHAl+dd5g6eM+lnxuoFqjJ9xE5fSvpF7WqCQSYWR/U5lJrzKDYX4FYaKFTq8MpluD7VOZz76dPJhXGEcb+LYaeF3/i7j19w/PWN33g9zqxvotPuizKZ10uhiNp78JNxjZZuvrRf4HU2ZfxUqYrSKqfMtAGrLdPm+eL1oQ+0BvxGtel7opoe06/cBNk2SJV/Z7BD/Ujlyst1pgJVS7H5GHLxUqmMRrOJ/YcvxdVXX4sjh4+iXGrAo8I3naBUqWoixZQqTsGqKdM1Z22X+oaQz52gWPFx2x2fxZ/80e+ht70h3sn8PDa4ZidZrkUWHvJ8KPQvZl609vMJWHUJOmgtVEKcjNHp9GSAhdEYvf4QL3jB8/HDP/yvsLJ8FP1+Pwvc7cZVDpWNgiQ2oHfrAA8+fI8AWvVv1QRnc2YWa2uH4AWlPV3Gp7DHIbhWYiWB2lStevaO8HxA1W7i8h6r9mf6Xce1LcOW8UCVLht00qYjHiOKIvkZlR48b+0z21g/fVpiETb18Ir03k9Usbq6KmCVX1YlLR6re5RZTwcr82BUTukz2FDnfTuZGJF1z8R753v+tPnL+W/Np3tv+x6vePGNF3x/y9ItykcHgyG9fx18+Yt345aP/A0OLK3ixa+8GYPRASzv83DooFaCaRUS+wUACWvJnRi3fvQO/MgP/TX++x+8Ay955bxs6AVqyMZRE01WBSepu1RVbgK3RZ+o45WJh14/VOudiYfTj6+jOVfHe9/7AfzPP/hfiJICnlzfEqstCwvUcsECbDP1muSOzgtMXk6VVqouMsCF40+aTslo1P9M+WZiLCpU7Zq3AqCIYYArn3Mt3vJTPwUvqMCV6iTbVkob11pqqokYVeKbt8m9m33fPZdOuEtOTWgDQxNf2TGpfqoK5zPrDv1HliwS9ayhOPK5TZMXWet5zIw7R7GovdjboFytSLyW96Ge3rPGS1PWK+2PwZeW6no2ruFritWLK70gxHyE85EBXHpadO3UuSoHT1U6r5At80s1ChzzPKmGMIkw61MoDfYkCcu1n2X86vMtvQrYuDIoitUO51eP3qVMFktMbv4E/E57Md1XcI5k1aN51eklk2oVBwmrI40P+3gcolatgHu7OOqhPxpKfO24fM2SVO7QhoYAifZCZzZPYXNjA+12C2E/1EY+kgTjus8qBSayzXi2ghdzPX/2bW+7qPv7j3/732bJSV4f+6V2XedSrHI911jGlilnySh6wu8Bq/o7vXbnglj2HsxbAdBj9fKrnotrn/tceEXuv56pYjV/CvINm/Qeviiwmt2XzwCwnm8dOJ8y9XyPP4cVQLZWiAqUogULVtvodtqavKYwiAVdBKv71hAEZVWs2nt+D1y1at08WN0LDa24LbsvpYR9b1JD7aumyfE9HqvGCoDJZDauypf3Z39no1n6Bec8VqnInnqwWrWq8WG1ilgrnHDY0Fyr4Dg/0GqNMYL1a7XqV5khxD5D7btswi0/PjL4uiehrrYxdhzkEnVyq9iMmZ2l9LRnilqjrp1WJxhRhnAhXXPm5+dRq1WlgkIMvsS+USs5WLX2jl9610Xd41+vT3oWrO65sucFqyzDlRgj17xKiL0j5e1kpgRiVNgFAlYJwhQa2oXUglUuoLyJqEQcs6RX/D93g1UO5jBx0RqMpZScilXCw3ZIaDZBteSjH8ZapsvQznNEhZgHq7zRCC/7LME3j+PCSwUsFat1KgHL9Mij2s3DIEoRMZg06xLBar3oCYCkMlXgaQIpx5bGkiwFFUGIBmMEq2wqxKZKzSJN4An8CGGABXqsJokeh8kmE+ZI1oOeI7Kqq7eINNSZEDB7qJcIVuk3S7/DRBrhUMkpAbAtS3BclH3CZW6c1feWYJW2BexSWQyYL3MEEoaEmP1Q/s5zVSlqF/Fh7ApYTQvASkWb93A6YrCgCiQet05eBOmEmcxAL883MB52ECwt4/PrQ5w43cH+wMXRmgefpTLUvJ0DrO6EVASl2DdblSClNVS/XH4wOgDQpkDA6oRqJlV6EnhasErbBwGrE6AzUrUrA1qqYtmUzDav2hlEompebBRlLGy1elKaQbCqZcAaCBOs8nqqNcM4A6tUMfE8yKSbTEQ5ycmfHrq0iqCbEr0+rbeU+NyaMU8ILjYRXgH9KJKGOnwfji8uYnxfAjoCDsLviVhHcHyx0dJusFp0VXDAU8TrO+Q4Sv8xYPU/alC1B6zK2mQ2TtzWSnfHJEF73MWp0SnMF+ew2enDa/p4IonwkbsfxHZ/gO7Al7J/Z+yi5ziIRgmaQYAnd0KE6QDLi/MYbLfw/GuP4tHHt9F0E5zYHuHgsQI2nhyj1XNx3cEAVQd4cGMTfnkBncjD106cQsHl9WtiGNIqIZKOkuxnXyqXRIXqIEB/GGJkFKv8XIEfwAkKiMMR5iol+K6D0+0uYgNh6KHcKAaSjKF9xFyjin67jScGY4SyQeMGtCDnOiY0IPBLY2lIJl0jGfh7HmbKDq47uIj2yXWMHRcb4xgtJggS4LK1OhZmqnjtSw8hijfxR594AqszFdz5+BCPnIxw7ayLw4tlDEYxji+WcNnaHLbbLSzPL+LaI/tRlg3BDMZ+BBTYPb6KO297CNHQlTLm7Z0ziCeEYHZDliv7kzlEm1XoBkD73hNosuswn0KH0glL2en3ydIk0zk29cw4ZUlxQh9peg93kRKshl2ko0ik3qJjZ/dibthFRaEqTw2SjXpG1hcXjY5VrHIrbkqpbQMau1EwjWqomNKgR3dwUhwk3cJ1I5/ds+S//Cycq1ziEZO0YhlpYtR6vMdNEx2Bw7bZQPad54LKLM4BPCNMJpgSSPOZ1CtVIbuqj8RBTb1IJyxt4j1tIAPfl6WV3kBKahWqqm83X3tUX0J5fhmlmUV4VKxWFax6vouJgFUNjOMoRNjZwajbwa9+6JYLjr+uPb6E4ZCNpRhse/C48EljRKMU47xjwZstRzNNe3iOWJbF+56+3MzK88s2rbKBLtd4eVUmNAhpvamVgNghGKiR35CzHFjLaLX5oipvjNcVobgFCRxBtiutW8DM7DwuPXoMN974Elxx/BqUilUZF5xvJVErL2c9/HKqEgMjshOYpChVy3isdQK/97u/jYe/9AVJkAWFMoYEFNygs/TUmaDA12YFiZSDxfJzAkL6+fLvvV5PAu9iMRCYyrLPublZlCs+tjZbMgeWy1Xx3hvHIW6++eX4vu99MxYWFqWUlABRAnxrlmnuB/r3huEA9z9wN6I4lNeXdaLgotGcwdraQQSlqiSO5NxZFY1lHkalYmqoTbNEBStWK5YHqrq32705tf/WcavqPQu1+J12Oeq6ook5wg+qt9bXT+P2z92BJ598UlQp/Nq3tg/XXHstLj90BJtnNtXaqN2WZA7HWLlYwtpTgNW9G++nBpZ2Hjpb6Xq+m0gBoaqv5c8uxaret3u/ngqsPh1Q3Xu+LxassqleezvFpz71KLa2gU994hP4u7/9G4TtHrxKiCuv+yb83L97PW66aREV+v9Kx1Mq/ktifeV4KT77kX/AW978V/jv/89b8aIXH5T5lImdcZSgVKaSnhEcky+quFIff4I3lj77GBMsSW9RTfQyTo6dGIVJAeNBhLf/2Dvxp39+C9Iy7TEoUFAfagttFRbqGFOYq7A+22TTsonl1dJAz/jvSIginV/MddM5SMv1CUmNgnWvYlWS0yEuOX45/uVrvx80dfL4ugQBhjHZ97d8U5Sbdpjb4zTQd3rP5NStcpNNx5C1V7GJKPtvSQgJBCM85neN/TPAJfk9nlzrN6j3pyTCNPeHYaePIpX8oxgf/djf4MUvfjEWlpblcRZwZvCMVVcCqemlbXzYU9qU0ftWlbSxxAzseeHCEy9yA4l5zXNQVY7R+N1aAYYkVeV4NdGmX1M1rsJ6C+mNUtleeQNUbeNDqqPF8kWqIVg9RHDKeJjrmKsgtaC+3wFthASq0gNcsptZg+QM5nIfw4BPQvGi+Puf3tqSyoTAL6FWqWGuUkS1AAy6bWxuncFmawfr6+todVpiWVOqlFGt1cRHG4WSKorFnoZrbCTfOReqms+sbzJOJ/hHgVVTsi1qX7M2PhVYpcpcro9RrFpQT+sPOy4ysJ11YdexZcdevtrA/t0CLSbLLr3iWjzneTcYsKrJ0Av/sgpzTV+fzTFNBdQzeeHzwdFsGJ49f2cve6Fg1UwG50pIukaxSrsR7vv6nTZ6nY4kolgpwzCK1WHzq/vgF8taMmDXfrMG2/ssA6vGcuQsqGrvL8MAtGeAxkB5qwJJkJsElCpJpzYA1qJE1alqBSDCERN37bICMD8XGJqaJld7PFbzVgB5NTvHIlX1OhbZw4LK7xDjSEGsTVDbMWibo+eTYnZNzZrWmYqY7BLnhSV56Gpk/tnzc/E/93jSQ0E8Y00DRFoDis+bTvqS5E8SNJtNScRQBMMkB7kVV6lqvY56vY4f+ol//0xG6j+bxzwLVvdcagtWf/iqGS33YQmH6fPCDp8MnAQkyoaWmXIXbMjOzRcXPQIvqikJiziYRX3DDZdVAcgmmL/jANbO6PwKAukNLnCWqjE+l+C1E8ZiCVArBdLZXZoXpRPUqgzkxxhGiXRJl+ZaLPEuEbYl4t3GOatSKYvXTS8ei9KvQG8p8ahMxMezVi3ApdQ9dTAMJ+gzC8Fuz1TgEu4VqRqUolcxVmSJ9shYHzC4mRrwT8CGWGGUSlOq2VpZNk+EsPyEM5WStHkJR2P5XFQuzpWNUsqUsbKslGeWvmLsH8/GURU2DqHCY6il0wwkKlLia0puZaIgNOV5U693ThjtwVhKykuFAOUi4XEs4JXv3e4NpYGKKFZ9vpaqhze7I4Spi5WGL5sfXmdeR+7JbVdrTmx8bHtIBdkYhw/W0ax6GAZFPN6OcN/XQnl+PRmhPupjkBSkTJdq5pmqqn22+yO0IlXtrjSrcNnkK1Sf1dj1RG1aCVzUinocI8IhApaE1z8U+Fqm/2ypLGo++qh2hpzoXMzWAtRZ6snSZqpZWVofRVhpsmwzwJlWDwEVzhKwazZLFjPpOM1NtIUPHCuqEuJ+hGuCvr/QHDRLLqrSlI1jVCdgZoklgDYeYRzH2mjFxYiNy6KxeKxy/EcmEONGRXwxqRJLWPJurSa0Qze9c6lYZR8vNrxiQmAMF2xkxlvnfetne8093exNj9XJr79TNyUSU2lALWsJFYZUZ064OaLflY+0MMH2YBvb9Hz0fWwNWygHJdzR28I9W5vYXI/R641QrLFMvoR+35emELVKFae2zqBYb2BpfgHbT5yUe2BtbQ3tVg+ndzZx8MAikvEEW2e2cfzwKlZK2/ja6Q5aAyoWZrAxTNFutVEpFKSTOsuq5xsVlAsp+uEICZtaBSm2eiP0QvoSO+Lp7HHcl3xsDUKsBDH2L9bxhcd7GIw5fMYI4GKG5bSESJ5gQOmUPlXUaTmdNCIgjJUgORVlK43XmQhhA5kZ38XarIdOu4elSg1Uy5xojxC7wMuPN/GyKw/hplfdgPd98lbsnDqN46sH8ZsffQyPrm9ipRyIp1fRGaKAEa6/bBnzpTEWZ5dwfO2AjLtCUEOttIj+pI+g6OHeL5/EA187jWajIiVo44TXSJvLycZTyjh5HYVciVeeNDuQAI7Bf4qEQQ4DLP5HKFVqwPGrApVURaJlnhLw2sCTAcV4gMmgBTfqC1gVsKXuxLvhg9I2A11UxTHTs81AjK2A1fmb1xdIKx6ohGxWcah+f/JJ+HIyRG3JoL6r+Jpa6WrOA9V6wAnblFVLsXJmB5A9Vse8/N5TH1h2g9E5geeSqtvpZjELfOX8TB+r51oPj4dJpa9AA27oBBfq+U4aqwjm9yGYa6BQr8GvzMKtFoEyIV4gx8rAjZ7A0c42ou1N/PL7PvJ0t/RZv7/80KoEydZ3VxU2nMRiVZlaT1dTmq+bUE10cg6jYtSCSu3mzfVdkwk2yOcYkwYd8jOdR60KoGA2vrrX5lymm69hZErIRB1hAlhpzqQX2W7U7Xvw+NlARtR5tLapNXHdc67HS1/6Mhy49GpZW1Q5WzTe5QTdsSiIVaxgMJlRQHBTUKgE+OSnPoL3/K//gajXR+A3Ze6m8kuUT5xrcrYItmmXBuBUlVuVrlpvUMmqcbiC3SJ92ycJOp2ONLtjQ6+Qa1sc46Ybb8Qb3vhWLC/tR6vT1fEltbfWD1gQsTz2gQfuQ6e7KYkkQgfC8cZMHWurB1CuzAgMsmBVjtd83r2Q1A6O/M/zGw177Od6HG0Q5NKYChZ9HyEuWloriUEHJ0+fxN/93Udx2623ItrcEVWixnVF2bSwo+6Nr3oZrnvOdZibncXOzo7EWHy9SrmK5ZWpFYBVrPLuK+QaScndn22acgquXc0ppqX8e2+K8wFPXbH1K39/ix2JJM1tIw0L2VQVeK7z+Uxv1PxzX/mSm57p03Y9bjQJMdhM8BcfO4Uz3kE88pXP487bPoczmwN0t4ZYWfbxrnf9IG543hLKnq8xuaZXJGFGu5ZPffB2/MiPfgi//+534KUvqslnOnNijI+9/1a89BuuwcqxBWFljDoEdUx8Ub/TXkYsY+QFFYRyeklFZazzfzQY4c/e/QH8yq//Pta3uPBqk8NJUsY46cl7EfgkaQSPljdybc0GV0YzIzptAqiUbyTWNGrnojCclQxsCEibKOtxaq5kdn24UVdlISuOhrjpFS/H97zu+2X9IoRQJb2xGsj7knJTLaVp03FhmzCxckK9XvU+yMCjWfbyIDITeXJeMucmT5KMy3duDNq/qkXOJBnLsUu8Jk1EVdEliS7OP34RG+vr2NneRrfbkQQM76FGoyFzE4EgE2TjaCz3q573aSl51mwuB5ct8Jakj2l+xzJgPZdmTjZ+iDV5/aICTeJqA1n53c5RJiqW2D0P7vSxTMrxjypV5f4nbKWgRTyrCVK1eaJtopj/bv8uvzfAxb6HnTO0r4dWNHGep9czAQqVd+MoVNAzHsux85zxj1/insEXJT2taGi/xJiL55jKzZFYBeRKohmQC1wzTdbMZXzHW996Uff37/zXX9BqT1M1pHZGmkzmf5JQNkBexwbvRxO7mLVoeh6MTZYo7LSCMQ+u7HmygmP+zu5t5TVMMoGf+8Clx3D9C16MQlDWBqrc91wwXJ2CYnu/WnC8dz3ae/KUP1z4l03aPt0zNRKavodNtJ0Tz+bArCjm6bFKsErrsF5HPHl5uFwvCDhT18fCyj7x2Gf8w4pXEUhlcba+LwEov2wpuobUGmDaYhRbWWHnGp2fdU+X/SzXwGqXdcdEYarGVezxovGJ/GFsZjxVbTMrqyqlbaL1HbVl/JwXpMGVKDx3K2LleCi0M0lk2WMniVTtENLbmErHso65aVpqylema/c0+ZQfN3vXdrnWJlaw53ZvXMSwK/ObNRYneX9tjWf1nHMuFbYk4g0mVcgJ6NA2g1qzgTe+9V8/3bD6Z/X7Z8HqnsttweqPXD2rgZIBq1qeqapSreDQiZ0lSApW1eOTitWzwKo0djRG+Nl4Z1BEfyYNTBSsEojRI9CCVYjik2CVpf91X31X+aQ8WJXMs8AySIMTbmpGLJMxYJULHcEqy6iZOeJqP0rYqd5Box6IdyBLqqKRgz6Bl5TPqkK3Is2iuBDRY3OCKJ6Iio1ATTwEzUrEc0F7AZZoNyoFzNVKUhrFLu68wTOwGo2k2Q7LLmfLCkVGxtuEYFXKWFk2wALTAkvi+d4uBuEI/SQW37eqgaHZZOtwc2Oaiwk8cAWsUh1LsFoKPMnw+wXK8AlWQwWrtG6gItWDALut7hjDxMFKU8uTCb8JrLm5EZ2ZEZ2x2U27H6MQuHjutUewefpJ+HNVzF9Sw7137+DRu/tYqgPBcIBR4skETkjNc8DPS7BKiMoFcrVZg5fGAla3hwlidl6nIjmgYtWXRceC1TimYjSS1yi5LprlioLVcIQ2pcTwMCNglYpVVZMS4LKL++pMVSZ3C1YL4vE4LROwYJXj2BpdE6yKT6VwKUKHFH36H7oOmkVHADdfg++tfn9UbnlwDaSklxwBOMc4QT7VwvQ6IrTSUizdiEs2npv5NEY/ShAl6rHKQLPCMehDEhaECBxjYr/BjNkEeO+pi/NYnfzGfzLgiwuxUYLImq6lz4TmBd6RVMh6MdpRF4NxhH46Qmc8Qn/i4bM7p3Gi18Xjj7Ls1UFlhmPZxelTA/hBANct4szODg5cdgjNWg2DrTZOPX4K9VoNzWYdJ7fWMcfGVcUK2q0+5kouDi66iMMEj6z30U5UGbDZ60vnd3dCv+EYtQq9a6mki1CreeIf2Yt5T2vDWEJDbvoqjRJSNnpKB7j28D48cnoTj+2EBmClqNF2Ix0jod8YNwumM7ANMiW4MrCMXWJHVCdSp8nrTG87Sb6UFQolAxwtl7BUKSOedHHk8AJefvU8bnjRi/DQZIBPf+ijeM3NL8Adj3fwX/74doS9GLOei5VagFVmjEYDHNvXwGVLFVGQHFpYwL6lRTTKTZSSMraxg0ZzESce38Ltf38vAjY9IqxLtHRV4biqVCU4MBtPFZTZ0lZj1s6O4pOxgmM/gGfAKpsBSWkmA3SjjxCfOtk/svSwL2DVCXv6PlL2bkvsp2GnBZ0a/+rPZ/oGmkoTFeMXpzLQHKjTxxMGSw8racCgKsaM02brleb0Y7EVUJW1XCy7MeaUlVPS8opZH1otk5taAmijFgepKGLVO1u/tORS/UK0jEiFI/pKtkGWwibbJdlsfghjZTei72VfK5ldRXF+PwqzDRRqFfiVGbi1MtwKN43cnBKsEvIPMdjeRLi5iV96z19dcFB2cHU+S9gIKDXdYbmGMcEmP5OmjQqEed1VPaBWCqrA102YPRN5qKpJmWnATCDL59vSfIJVsVJhkkOafLkYjSJpMsavTIBjQLQE2MZD1V4bmY2swlxKRAMte3VcLC4u4YU3vQIvfvFLRc1KOM41nK/LTToVpNmmkmuqKfPnPNIZdvDHf/o/cPtnPoYSFU9+VTYFfG0Lou3GhMdOlSq/c1PJDYYFf7oBSmXjzT98jtobpKhUS/J6VLVSFcUxRh8+buRfdPMr8Na3/STK5ToGoXquihJQzNC08RTVHw88cD92WqfET5blZtyb1Jo1rK0eRLU2a1TQ0+2FHSTnA6vnG0S7IdDuTSsTvAK3jW+aBd3MMhaY+AwK+OKdn8cH//L9eOjuu+Ey4WRsITgedH3TJl1jZ4LLLrsMr371q7GyuioVKDxHtUodKysrApDtNZfrThi2B6zauTnfvMoCbf3dhYNVglMLGfLnQtWFU7Bqz59u4nZvs88HbZ/qxrXX6WLBKq2YWidDvPuWR3B6soz+9jrikN2WhwjcEibjM3jzm67HVZfVEFCxxpuDXs4ZWJ3gk3/9D3jzj30Yf/Dun8dLbq7IvMbp/cPv/gIeePAhvPZN34i1S+eELRckSZViImo4nScZWxPkWdG0VBaYzSflCPd/7SRe/4afwj1fO6GNh1IX+/ddjv0H5jAc0J7GR7fXRij2QWPTQIX3YoRoRP9srjUGrIpKkgrTGAU3QqFAUMgjNh3fbUNKU+Jsx4VMwwJWGT+GeM23/gt89/e/DiOpzTUQwpay28tqk2Ti1T0F+rq2UXAy9TydrgfmXjRhw94mN1IxkQESu8CqqlF/sbtUlf9mLKn1Jbx2am/DeLjqFkTpLSrJOEa/10W7zUSOj7u/cg+WV5Zx6OAhbO9s47777sPavjWs7N+n1XBW+WhFBaZkV9cxXRepkPRog+Sy+SwFAbrESjzAdVeUbwniUSQqziqrLqwnqhn0MlfYplRSmaCNqbT5TK4pDeMOSb4pSJUKBMbOOZjKv+8CqPnfmaadfD96Mts9mb0n5d62cYbroNfvixqVXzz2UrEoNgoEH3hjYQAAIABJREFUxJzrObY5Xw2i0DTV0Y7lYcRmi/RbHWpyPYqyLuq8BgLWKAKxCUNzHi4WrP7mr/ysAHHtQaiJfl4X07rKgNUpIOV+gXOCrPW23wDPo0lYWDAta1zWdX06j1nYbnNXuwB4DqzuO3oZbnjhS+AXaR3F/e0/PVh96oDn3GKSc4LP3As9E7Cacy3P4OozBavcQHDdphUAK+oG3Q563bbeui5FTQSrBSwsnx+sWigqEbeZzySuOkdnezuX6Jqld7UFq/nf7QKq1hd5omXuFoRyLRbVqliG7W5klQFX8Y9VlWm+eZX6rqrvvAWVU3/9VCqZbBx5LrBq/VVt7JgHq/kkjV7KaZLT+gPvXpf1X7IjfxqwKvM279ecV3TmbW3mC42bgZmZWWFL2vDKsK8UqM8oWH3DW37hqYfsP7PfPgtW91zwrHnV1XNyo7JDsXQRluYJUw8byUbKROIglCbA2pCJ5dGUwe9SrJqMp0002cx0ws0QoeyE4E3haKngieqMr5VXrBJuNgJHFGcs3alXA1GshiMWlmpGWsCsAavc6AlYLRPOAN04EigqRf3cuBKsEpA1isCYYJWfoYDuWH32OElTAVoNCgIFOVEyJBVfWD7WgNUsIOfGbFKQ8r96qYC5egn9QYieqBQdzFbLYA/FYRhJV3GC1ZmS+ZxUIjJbasEqMS59SQSsFsRMngrFPids15dj0uodzagwWGG5tFUkcPIhbCSkKxV8Aas0VQ980d0qWPXYGMkVAMkNG71Rd/pj9CJ2RC8KRD4LrEoHYBfDMZsP8VyMcXjfHDZPbWH5aANXv6BCvIa/fs9DcCceyhMHMa8Pyy99V30sHQtWedUmWJ2pw0v4viO0hqmUU9NKIlOsGisAq1glWN2lWPUSdIYjdOjD4HqYqfioeSmK9BSDi+1hjFE8lhJsZg032/1dilUbKJ8LrBLwC1g1wSZ9Qy1YbRQdVH0CKqA1YHDBoFFBO4Nhvi4BBoc+g1DCcwJTUX9JkGQVVXoDSkZvkkhzLCqixxMtNSZYrfr0qHVETUYrANoEiBKaHqunL06xmv7mf5ZrLBDZ+grLnkEhOg3YdZF3MXQIVEMM4xHaURseqvhCawf39jtyvHfdt45C4KA+U8ZOq4/eYIJqpY5el2NwgMPHDyGgNcZOF2dObcNLPFRoN1HyUGEfAreIXm+IeiFGI0gxF1Sx3QdOD8ZwxjFO99oYeyU0KkBFejDQw1IN1fct1dHtxdjshSiWyigXfQl86WlL3ys2r6JVyTWH18RT+db7TiLxygIWCas5j/D+6fYiyHxkDM3zmymO2Yo0vYsRcnPnF6UJXjNliVgBW8MYpckE+wLg+HIZNx9bwvP3HUW3EqHamMUHHv4Cbli4XjqO/7v3fgJfeXQHZc5EE1p1ANetLWFGkgkxFioxllcXcPXBQ6hXimhUG3D6MYLFOTheESee6ODOz98Pz6MfYYooGhlKxYnRjIWsq7HCdw2yTNmRIECdDwRZFgJ45QbgV7U5hJiu2SDNjFERYrAzaB9pfwdu2NcyGW6IzjP8rFWJnUtnBtMH2gBQN3KmY6jw8KyVuc7BcvAs0zRec0Y5ls9AJ65aetiv7HfGA45cU1i7LaE0Y93CnyxYY5WAQNCc951pgc3gywavUyA73XDrHKJA0r6/M7GeZub8mzLvZHYRwdx+eDNNuLUAxQq/V+GU6THH8sdA5ofRKMRgaxPh1jZ+6X+//4LDsqMHliWYtYpGG2hzTgrEMkYhYP5cSgAtmXg9D9zgcg7i/MXX4u9ZcimQOE0lecLvqtqZ2gVYOMnvqrbkOh/LWOVrSQmnKDk9eS43sFYZkZWWmk2CqmWoVB8LMFXlg6oG4vEEV111Lb7t278Dl11+lZhcSNAriixWy8Tq12W+5LiKPu6+/y787u/+V5x54lEppXU8JmMnGBuwagEyf8bnEJpSwWTVSVZ9wU02f2+bWlnFBY+1VArQnGlge3sb/d4QQVASv77xOEKvF+H7X/dGvP51b5J1gXEME3DKV7TKgeqqhx56EBubj4taShTAPlCrV8VjtVafM6ry6dB4Oh1PNjb3bDj4CvnzbseKblCmiTsFrFzP9fN5vofbP/85vOfP/gyPP/ggZoISSj4b+PUzAK0bLN3wFUusZuhheXUV3/4d34FDlxxBp9dFtVjB6sqqjBV7zgWOWL818xHz8DK/qcqD1ami/exbJq/Q2nUu9oDVXWdULFTy5c0Wsp29jbf32oVC1ou1AiCo6++M8dkvrmMzqaLBRqxM9LZ6SEIXjdoEL3rhIlbmqQIysn+qyy1Y9Sb4+AduxVt/4hb82ft/EjdcN6fN09wEUauAL39hHQ/c9RCOHlvGja85BqfA+IXJO9rPMBEFeNwb0H6K9wobs3O2nUgrKIGonc4It3/+Pnzik7fj0Ud38PGP3YE3vukH8JM/+0ptlkeRw3iAeMB4PkY0HEm1izQGGkbY6WgH6UGvL0rBbqcryYpHHrgLt9/2CUmsEawyQape36pMzKvfVGXJ2H8iFU+v+pZvxqu/5Vu02aFVeeV8MmznaLmfc6Xt2UadKfy892puqO3dzOdHoa3tyN9fhLRUD+aTIflxpP6M2kDRLxXRjUKcPnMGV64ekFL0YsFXUDlhc2EfX733q7jtttvxXd/9XVhcXJQqnC/f9WWxGzt6xTFNTMn8ouCB9z0FBPz3FDzpXMS4kKBSIKq8vsazAhCNJoGqPAIkijZEEFMgmNQv+Ry5Dt6iAM8Uq1rFoIkXreJiAkaU+eK36sJl0teoVEW1Kj6mLP0viGejeK4ab1YqUnmtdH2agnALWQmI+cXXYxzXarU08SZ7RwdBSavpuGbwHHHeoo89YZOFRByXXMOiKBRFH+d/WUM5x+UBzT8RWP21d75doC/XMI4BAd7aZlfWTjtvZ3tQG+fYKqBcubR2U9f10ypW89fJvoZU2Jn1wZ47+W7WQiYXVw4dxQtueimCUl39+E3t0oUFKU+tWL2w1zLjzSQuzvfcc4JVE1Pmx4x9/nSNkN9qKk3ixz3vkKvq4vooHquTBMNeF71ux1TSaBxFxeo8FavVhoBNl3PlrrjRKlP1etsyeYXjZ3/l4zcb6+9VrMq9nYeHxsrHqkU17tNxbuMwKvXzQHX6c703rL+qfLc9EIya1R6zrV5ipY0Fq3bOoWKVY8keA49R7nujjpYkjvnM+XVbGipmso/p+cg/Vj7vntOVn1/ts+zxEf7IvWW8YTWRZ/mWqs9pBRCU2Cybsa/GSyxmIFitNxv4wbf8/MUM2a/b5zwLVvdc2r1gVRWrhHdclExBh8lCcnMjvo8sjRdh5jnAqlBZswpLttOabtMPScvqOUgFrNJbU3xzVO6eB6sEczNFF/0xPexiASLRSMEqrQAYAFDn6QdsV6MeGLwB2EyCN2lnrGBVQkwGc2kicGSmWYKTA6u9WLt+8zkKVn1QmMHsLVEdoRY9PwlWWbI5VcWkiFIXUZSIN+j8TEUCQwJOJr1nqyWBmMx6WsVqs6iKHIJHC1ZFJ8RmNBasUvFDheKI/pIGrBZ9UQVrt3rNoIu60sBWqiI79KOMYikBKxVVsUqwmilWDVjlOSAwpxKPgJAl9aszXMyl2ES7EcvmVL1FGAANRim6YYponGB5voJ01MfsSg3HrvJw7IoVfPrjW7jryy1U4SEKI1lA6CHaZMkrIIrV7SG9uwhWa+JzRQDdomLV9TKwSoAspcuEaTwnpps8x1ORitVSmc776ErzKtEPY7bio1pQsEpF3RY9eg1Y5UDc6gxQoipaNrLalVjWSxMAWgU1xzIDRfEFM2CV4mOeU16jmbKLOseao+fNKlZlPIhiUr1TuWhyQR2L0tl4V8oeR72K7QbAglV+FvEeNmCVvsL1wBWwShW2eqyqYpWq1/dvPN12+uy5m1YA+K1fMaVs07I6WYvkdPDeYYfTiSibIzdGJx1iM+qg3W+h7Mzhb04+gtAt4Ew3xZ0PnEapyjIrH5vbHZQqTVGPsXEOy4QOHzuAEWLsbLfQ3w7hJmqvEdPqouSiUm6itd1GxY1RFmDqo1KpySZoMHbRifri68t7cP+Ch+ZME2e2+3ARozD2KaXHVncg3laLC7Ny3rtD+l4x2REjHXuolV3cePka7r7/BB7tjkQByzQDbTKoWuh2B6IEtipVC0kUqIl0BK5Dd9IA6WiIRW+M69YquGzGx7DTRWWhhAOzdcxXF6UhUacX4Mn2OtZbpzB2Qxw4eDU+d89J9Acd3NWO4UQp5otscufg8oU5BM4IadLFUs3BC665EleurWHQG2BmaUEC6WJtQWDwqSeGuP+r6xjFDPo148z7VJvsMEhT1Z5uflQ9JsoZm9UWA2luejUgTghWS3U4QU067tp7wYaqWoamXZjjMRWrbXgEq1IEpmp6hY3ZM+T1p5pXDUkbfZYIKrATz1QRme4umRNv0qwk2o5ro7I18FKOT/6n6ppMBSQbegOQxcpAFUXqR6ZfohtVCa/5Y+GobT84vVdyT9MsddaVV5NZVhkgd7C8da6cS4SqpnNY1pHdKKNmmghmD8BtzsKpuvDLVbi1Bpwig0puMH0xV+DmLmq3MNrZxi/++QcuOAA7fsmBTI1gN9EEgFTASHArQaR63aotj5rxczpkKRihKu9nKhlsUMyfcw3R5+h5ZcDNP5xL7Vpog2QCSWlkJb83SSeCXfo9FnyEwxDdbleUHKoS0gDXbujsh7Y9ahiga1A/UtUoK0iiGLNzS3jlq16Db/ymb0Wt0ZQ1mHNjHqpaWBHUyvibj/0V3v1nv49k0BdrIHpgM87hZtkG99l9b5JeFp7aY+PmgR6i9tzwWK26VSDtOMLS8oJ8llMn16XkWZs9xYjCMY4cuRw/8zP/GiurB9BuD6QaSJMfqljl6X300Udw8vTDKHjanCUouqhUKwJWG82FXWDVJisudKDkN2Z6W+1eT6wVgP05N45+UEA36uKWD30QH//QLeht7aBiVL28fSWpYhQ2vKaEExzPVNjxum21trF28ABe94YfRL3BZogulheXBLzaTZTAbfEBnoLx3cDy4q0A8skGeU0DVs8+d7Y73tnHMG08NFXG7H3+MwWsFwtWJ7RBSV2MUw9j401PH3jmOLptBxTfVauMUZk8Nd6TIrRXexMqTz/6vs/gx97+MfzJn/80brxBLTEEriaBjNevfOlR/O2ffgaH1vbh5f/n9Zjb1xCrrNBNEIQO+ie3BPwX9zWR8HoZSxR7juV+liS3g9EQeNdvvAdp4uOnf/47UChQMURve/XoPutLrAXyRbnTR3zwfZ/ET/7YL2C7u42UMYNpaqhVXFNVJp9hrQC4ToajEN/+Pd+Dl7zqVWrHZOZyndRsAtLYapikeLZ+2GoIxbG6puRLgc3ftXx0eg/Y5+crmGVO5mMEiiq0sfO0HTfaX4rJMYoYItRmZ+H4ATa2d3DJ3JI0gGN1ztLiAkZhiI1Tp9BqtcVqiQpwqYLCBOVSWeD0g488lKny9b0UEIjqN/c59H0N0DUWL2J9kYxx8sRjWF1ZlgSclN1Lw8aJJFoIXuGqLUr2+U1cbf9NZWqmTDONB6XnBv1U5XcK/qR/hQGrUyUrVaye9IdgA6u8gpWvKc/juczK4/UaEOjy99na4jhod9qaeBOvW520NHHEROFYFNPD0dCAJgO5Ep3HRK3HdY8JRQoc9jTryVsB8P0vVrH6q7/80yhJApLHqPcHgRH3I3xvrfTUagqNh9Tj1n5OmUszYfTZVgD5ddzGu1nvMaNQlfsnZwXANW9x/yHcePPLUawQrHIeVlOoC/v6/z9Ytfd3Bu2yIPc8ey7GT6IWHsNLxwJWqSTnHKMJ6lTECPPL++DvAavZe+3xMs+D1fy6lT/X2Rqe2S3q8VlwaGOZs60AtKyfe+A8ROW+SZtZaYOqfEOrZDy1vsgAK6snKbw4F1hlQ+CCJj0snOf7MTlGsMovCzSzeUEU5lPP373jdPc4s3HAdPxZsJpff/fGOXp+NP6V3xn1riSYzXWWH4vNQapgtci6xRSTWPcAHPWNmVnUZxp4/Q+/48KG/9f5o58Fq3su8F4rAKXzugiLpNsYqMvmTAzjLVjV2hkqVgk4WR7EBUuMgA1Y1YyP3ZRpwyhu5qQBBK0ABKx6ArREsZrQv3IsMJWNpGZKHga7wGqMiIbLDBoFSKYIitw4qlecdA4uKljdrVjVploMO2aaxcxjdRR7ELAq5uyOAN5K0VMVrlGsEmrxuOS4DVhVmb76X9IKgI2XFhplWaB5/ISwM9WSfLYwHCHiBOtQgatZGgWr9MPjmVMYIBlqKlaNxyr9OWlnQBPoinTM1g3MXrAqJZqOh244FhsFljqKxyoSCXx4LK1+KIC0TC8mNg4LXDmH7WEizcLWmtpogBlrZkp9KRFWwMmgiyCdClFCiqXZOobdHSzsa+KSoykuv3IWd98zxOf+vg1vMFLbBF5fgtUy1YGqWN2mGhEpVmbq8CcJumEkitU8WBX/V4JVaZ7DDBI9skIJaTOPVU9Vnl3jsTpTDUSZSNUzg3lVrCZYm63IudrqDOVzs2EJYYBknA1YteGyha2ZFYAtj0ocuZ58/FzFQ11KA+g3O7UCkABFlL0Eq9p8SxYuXmMmEYxyznrKaBBoMno5xWrMlkFUS3lpBlbHo0QapHEMhgSrkxTvW784sDr5rV8xd74JjIxHn3T9FUXaWO0gCoX/j703j7fkLKuFV+2p9nj2mXruTqcTkgAJYZI5CSEQZBIVRHEALjIPgggiOFz0iiKoKDNyVfCKKCCTudwAIghchqsgIMGEEJKQpNPzGfdcu6q+31rP+9auffqcTrr1+wey+TWd3mMN7/A861nPWliLe1iJ17E27gowvenEEP/ePSwNqq9ddwI3HRqgvRCg2zVQOKzWsdbpY9ijdlqAu198nsBRGnh1TpD1GClg7FFuoDDG/Ox29HsjpARtqxWsrA/RoCMsEwrRYGL0egMMR2PUKsA9z9+FaDDGkdvXUSylKJQq6A1Nt2d+tq25OWARRa1o1EYmwN/Fvc/eSVo6vn3wKAbS/jGtqVolxJAMhNg0KRVMuhZUH5yEQYyR9C+BSjzG7kYZ89UaWjTMKw4wqsSos7V3XMHtSytIowTRuIjlJMXdt1dwvDPEvu078NMPOAe//3++iSOrPRmgzYUB9s1Usb1WxvZ2iMXZInbNNXF2ewHt9iIWztqLaNBH1Imwur6EY4fHOHaU86rj1E0tYZBmahLLzZZjUkGUWrTseefbJAayRRNOl46M+OoMCpUWqCdi3cim+qag3PQRxMqI4y7S/ioK/Z5ALconlAgg5h5ZECr2p3+kmGPxwSeeWRDO43MgJZm01P2zyehAUqNDKTD0hiSWgbo2LR6D/w27Dhy/1hblkltDYbMat09ojWrrZQwcU1ZbmIQHnLSAAb1xwABsWv9T5+L0rPwRmDSssaXI2J+A8wQWHPjcrKIycxaCmVkEDaBUq6PQaCMIjXlUQAUx9cXjCKO1dYxXVvDrHzp9xur5B/Y4qR5rz2IS6lvaLfG3goqBYAamDp0UAIF0soGI8KnoGYZiW1rjCfdpYxrRlIn7uwXEzojJaWWFLP4VqWdnunUEUvmo1qsOHLXgXTpbbh/zgIRn2k70t+xeeoaTD+C5B0obVxrwZVx00b3xuMc+Hne/8L7sN5kGEfhMqYReMsYHPvRufPpTH0MwHKNSrGDEeUIGHnXiN7B880Afr4Nnq3r2qoL4zDTPwFW+h+AvNbnm5toCj6nBrJb+QhG9fldj9Kk/+zQ88ceegnFMBjHnh0PpWTQtBDh48Fbcctt3de68fmFYksTArl1nod3eJhfvKWDnDoJ1D9xkyYTfAabYatNgEZMPDzhwHNEwcDjs48Mffj8+cdXHEHf6aFRohhQjoNEj/zgJAEvoqA1ubBiutWQpBsUAa50OLrr4Xnj0Yx6Ds/adhcWFbeowyIMuBFaljryBrbPZv/11OJUUAE930+86BbBKHl+esTr5/B1LAfz/DazKNZ5JuwOP3IJt9yIgMMozZrzC+Wrzk9rPlGIhsErQ8hN//zm89JX/hL/78Ktx34vr2jsKxRiFcYBUhlQBovUCPvmez+PgfxzBI37hgTjnobtQHJdw9Jobcfia70nz/cLHPQzhYgMlFvekP+vW16y13uRW/ufbP4rOGvCyVz3emWBVCXciKFQzIlg+ojFlbFvDMzZyCvzvj3wOL37Rb2B9tIZRMkQUDwU4sZhiCfNk3PAQGEtwTlEW6pkvegEue9QjRXIwYJE65M6Y0BfffOu4g1A9OGF7ke1Bvihu25r14qpwpyKgFRTzBTfGU5PPOrIJP5rbKl3J0Z2x72yi/IKBZtXmDFpzs4h7I3Q7HayvrKC7toKwUkY9rEhmiWxfGt5VqzWtmV4G5tiJE7af54au3Sd3hf1emTG+nJZyYj4AS8eP4KN//3486pGXo1lroVpzWqTsoHMGWJkr/UmMVesEEbDqZQAcYChgVXuIyQBonRd7zYBUD6xOgNRpvdV8i7s4qN5Iyx2DxddWrZLWKskdy0tOVkb2iTouvo/XinsW97tBNGn19yQM06A0YJV7JiUAJm3PTmPcFQj9enOmwOofvjYPrLp75Lo519ZWNXZpnOOLewawOsk9d+4Z8ccb0jqpBLOdtIdfp6yomD1rhV6vlyudUMrZDDC3axcecskjUGu0f2CA1a3W6vyemUl2bKXxmgdW4xj97hq6XOw8sMqYOyhhYcdulBttW3toAukBW6uOZuvdJP5xZn6b1Z7yhZ0csJoHU/NrVyYvICDU5ACsC8VYqBsZq/7fGbhKEtoGxiqlANilw4KWlxbIz4mK5AatIM8xxNcYE9EUjsfm16esOCIMZDI28/cmyy/y98CxG7TsuoLuRIJkEs+cVDR2wKq/JsxxJiQUyztYcOf3UmO1HFZEAmDxUilXWtBa3Gg18YznvuoOoq8frpfvAlY33G8PrD77njSv4qA0gXdNiiLb7aeZKQRXh96EKjWNVaaRZLdyA9XEZWgn5l9+ZSCVmuxPa+uT2aKXApAIOVuekZlX0eV9tkZglR4sMVrNirVXU+sm4TdTE4hSAExQzVE4GacIK8aSJNsz01hNTWOVrfmUAmB1iW2o1AMlsCrKSMJKLNCoUmOVAKS1EkljlcAqA9ScVhGjKrpDD8c0jAIWWjUdH9vUeY7UFyVQSHBowM2ZDvahaXhGY4Iw3gzAQF2ZBxWp8VqxduZhhO44QqVY1vdQL0q6O46xyriBYKJFaUWBqp2BA1ar8vVGuUwgO8VKp6e20zywOk6L0gpd6gyxZ5YJIANhM5gKpcnHoo4lRmTc0kSMLTU7F2bRW11BY76Ce11UxNnnbscNNw3xlc8dRW04Qi+ZaKzOEFgNAiz3yFg1KYDdcy2UkthprI4xDiaMVR6fKYIZ48GbV3E0VguBzKsKpSQDVnm0840QM24sMYY8MWCbQ4Ld8w2NRTJWCXBTW5YRpthUOcYqEwmytPjwjFUzrzJNYN5PohHz9RKadIMeU+OVuoqmx+YZq/y8uWaz3Z4aq2ONDa9f6XVzTG/KxgFZhJICULu/tUUQWG2WA8k2jEZOCiAxKQCCfB8+cmYaq3jbH7lkwCVAbHHQfGdSRIAuMoC/EOD4YBlraQco0CwuwCdupqZuCeujIf7hC7di0AvRno/R6SZyqx5Si5XmZqNY2m4H7nYAS8N1oFJGOoyxdmRJ13ZI0DOJUA9boNhGOljFKCkjDeiwbU7TheJYrCWSSwgmc4NfbFWxZ3FWLO/jywNUKsaeXFvroMqFpFDGWi+iB5F0hAkOR/2hTMB2zdcF9t+62pGECX+XRlaMR3vpEJWg7Fy6cwujA584vfj7TFIpycHCA8GAQTLU+hGOEzT486UQo2EHF2xr47ZejHorwt12NvHAA2fjHhfsxMve8QUcXu2iXQywv13H9nYFDQxxDvUT50O02xXsnlnEju1nYW7XHiTdLm654XbceuttGI0qSOKq6a2pfmrsHAsOxmK7M4GNxbK0e6sGMrFOjZ1lyKOZKY0LJRR4/cMWkSfHvhSVxrEy+Tlr/U4oBTAgY7UnGQkCq0zAJ2BqDmSVkdsk+ZzrmUHahIVjTEnTgnVV4tiKHRPzKh6HaRrZ2DQ2lddT5XNk4Fvwz/njTo3n74zZ1GblMlfv/KxquDOV8sfO3xDrwgOuTkeR8yEOhgbOOjH7DMRRZ8OEda41wkG4Zg5hunK85jpLXnauTc2zEDQJrCYo12soNOYQVFnM4veZji9lVsadDsar6/j1j50+Y/Xc/Tt1m5kg8uHZgAo+BZ5Y2m9gBIHcMXps1Y9YFOUmbusj56AM3YQamHkJ9wYaQvZHQ9MEp04p9RNdkG8th1yvTCKA3+G/qxwa4Ml/s22T6yC/x9iqFhjb+22ucX1m4M/bwVZRPU/XZV7fAp+3RJ0B8KA/wr59+/DYJzwZl1x2pVr4yeoSc4vFvWqIwytL+F9/8zZ8/V+/hMKQ2qtlxBSP1PC0QicfebDUF754Xjw2tZM6Fq4P5H1SbomYsa/YCdJo1gVMHz50VMdIdh8Zev1BDzt37sV/+2/Px30ufgCGLOi6MUiGNLVpDx06iJu+f52167LzpFZGjcDqzn2Ynd0uYDX/sDlyeoU2n3TZuD2Zgedb7n2BaXa2jS9/5Uv4q3e8FUtHDonFob1MgIVp7kp/MpdEeWMz/gRBPxWTEzP3uvTyy/Gkn3wSdu3Zk4GqGbgtjdVJguXPdWMSPJX8nkJjNX+tPGBghZbNWv11NUw7WWZNkz/+Hm9MlTZLzvPP5e9N/vkzZqyyyErWXZFzmGw2W79B3cOUMR8fDJi5GhljSKxMMVi5rqW4+oP/jF9+1WfxAQGrnOuxMYXjsvZ+rs9RL1IB7YtX/zu+/I/fwD3vdQCPe/Il+OonrsaJ625FUK/8+korAAAgAElEQVTjAU9/AubO3a5YjsC5DcMJX84zUt/8xg8hLG3Hc3/pYdZREZOZyPU1D6z6whbXHNOq9ti655L+/fs+gV97xWuxHq2jG62bDJNzUM/vO76QJoiT1yiN8byXvwwPvfzhIjMwfrMc3WtuT+aPPrtRfsZH/a7457s1JvfWf366vV97R6btvWHWOmzTxkSu+4NkFukAxihwPSUVOSihyLZ1mUVZ4aFP8IZFYXkBcI+dgKUqFtFkleur84TgHiqTykyb0YHQ7tBp8Civd44F+lIUrEi2fOII/vydb8PTfu6n0QhrWk/VxcZExRkclnLzRGuj69jwe6EZFzuTGv/fU8CqAakCWrlHEUh02qvTwOoEXPWADPcl3yI/AWBcfC192okZDs3zbB9yDzfAvBQA/ybw4xmDfJfk4hywKj1waVIa628KyPovAlZf/z9+2Vj+PH8RMgxgF+nImQNyP7K1ybLrzJTKkP1s3Yqdsa4HWvPAqmaqI3fcGWB1dudOPPSSK1Br/mAAq6cqgJ0OsJoyv1OxK0KRGr3dNRlYMfDze158KmBVgccEWPWgo2KRnMbq1OqxBbDqY5ipgpArAgv8lNlUXmN10vp/ZzRWp1msBFQnGqseVNW8SBJ1OW0GrDLu8+fI4/UFFPNXyE/NfBHAYVFq67F1W+QLETxsrttau3F33qQbR11+Pq43trEF6fnnuG5SMrKdAavx2L2eBqjPtFBrNvDsF/zmyT/4Q/zMXcDqhpvvgdXnXzjnAu3pASnmKiuLxB5dBTaRaRO1To0JKMaq0+rjhu4njZGNGBw4V8OMzcCc3txl2aJNraBy0bR9OqMYvcjaZthOT3AqHkdo1kzfrUNGKJ2vSTkvsH2b2jum3cagglUGBp3dIQFOxphMwqztsJgSAK2oJZhswnFQQj+iU51ySEkFULOxXqHuqwHGBEFNA9PMPziZtVmlMSIUMWAiGaRYbBszpzegaVGCVlhGs0oN1kjvIRDUDKkpWxZzh/qpBAcoVc6vjQhOl1I0K2VtlgwCaX7EVJiaqdaqP6l683pJR0hAAnUlDVhlsEEDrmJgLGICh53uUEAgwUUGL/ws4gI64xjHOkNsa1fF1iXz0qQA3HrDNFyap8DayK7F9vkZjDrraC+muOCiIvaftQNLx0v4x6sPIRj0dJ5KrgsFac/yd5f71Ookk5CM1QbCgt3H5f5Y15C/TdZvI2RyYK2EcupGgFXqslByolBEuxqiXEywNqJ5FRnQARabVRlL8dgJxh7vkpUA7FlsaUwsd0YaJxVpA5ken5IRF5xIdkBaqKnGEsekadnyvhekBcvFe7bGNu6ygO1lslgJVmTaRDZnKtSAotZfnAo84PWSa6fnOjgtQAMTCAwlKiTw0vAeMl6t8U/ZpABonjWktiAC9IZjtfx95EieGXjnVnJKAcTv+CMjkvN/2kycyy0hIHpscaMqA+vxOo4P19EvsXAQ4YbblvBvJ1Zw1s4QX7v5ML75H+sI5hvo98cYjgZotprodRK1yRLoqzdq2LNvN9Z66xrD7fYseus9rCytqHVEoIxsh42lyO9gmxeDVm3QGYkrRikoIiLgWiqjVa3irH27sHL8GJa7PdRrIZCYuQBBIV4fsnY43qgFKLZKt4dKsYSL9ywiHq3h60fWME6rqICJAzAgsFpyxSAX35Dnw7R7yIvFNYPFIrEfiggJBCZjDGTwwvWA6xe1hcdYqJXxxPO34aM3LWF2oYiL91Vx6eMvQzos49Vv+JC05/bNt3DR9gWsLa9gkK7hIedtx/0PLGCIAfaF27DvwD1RPbAH0aHD+Mr/+apAGYLQvQGNFBKNg4Q3S+2XBnxtDKT8axmThrOCbaDpWPqJCdugK3UEBFbJKpQGn42/zA/KSQEEUU+M1WTYQ8E5ArN1XaNIoK0ZuHHumFPsJEltk9XtgkADOw0QNoYZx75muiXjZA9SMlkft4TQVN0oCSI+tXOjDlBg1dm1K3pbB34HNXjtWpgxkL6J8zoxTTWCcpK8UBu/gZ/lgLq1jvkacOxpImTgKdc+aSwp+eUkJZjIEcJ12bGRpOdHE0Kv9Wetlro3gsGrKFVrqDbrKDRbSOttpPV5BBWafxhTmutATPOWwQDj0Qi/etWH79zEzr3rvLP3ZlpxkgCoVEwXKqKepxVJuVwJdEyBQT+SJjjfG1ZpNmQAK/90B2SWp1qDQhYp4gS9/kigtuSBXCcL1xImttzHaHTnjZ74XQTgWISIBiNra69YkU2afw7EppQHnycQSWYMGeieAcF9nAm2BzSV8Oi3JsZK/B4VPpDisY95HJ717BdjPCpqvrDQMDc/h2/c8G9471++E9+79j9kzicgo8BkaAKu+cQ/C9KdXIxP4FXwca2lHoD1YKuub7GARr3htFJTzLRb0uU7duQ4SsWKWJ8ci5RGeeQVj8TLfvllGCYVSZlwpI5TgtEVHD12HN/93jcQRQMUOfdrNTQaTWzfvhMLi9un9AzzoN2dBVj9Z/h+rz9nz00KIgIjGBvFMWpzTcTjEd70+tfhq1/4ogE7DvRQq6MDGQwAsXXUmz9wn1QXU64ll9eOOpBPf9Yzcc755+ln2ZGjMSTgXDvvpizTSUFkssacKkHm1CCreiO4ecrvscAgh71Mikj5CTn9u5tkdHcwe8/UvMqv7Vkc6Irs1qkwRYTUERDcpKEUi1VWzCrg/e//J/zWb3wGH/6H38I97lkzMFaYjI8lgX4vQRxECCspbvjXQ3jTb74H+3ftQDk8iM9c9WU87ZXPxE+87KmoikFNEMCKLBZWOYDRgX5v/e2Po3nuNjz95x+C7123hE5Uw8X3raKkFm7uX5Yb2AGbIanWcUm78KgKAvv++j0fw3//nTdipb+O8biHYsr93swMTWvVFwq8vIjFcQQCn/vLL8WlV16J7mBogLNMDi1J93uGZ6Nqb8ntY0ZMnW6d1ye3qGdMz0uXtOfHg/vgVgUR7aH8bidToGNxT03/qB2Asf5z4LAX87dsbuo1fxhTx+iugw0D3rvIjKUKJSwfO4Y/f8eb8Iyffwoatab5WSg3IPjq9Es8kOpykzzAqW4gRyQQa5UbnvKnkmNdm7mVWt+5Tjj2qjFZjcXq2alcY/x6vPHvrAiSaycWsBNYOzyvw/LyknVLeEKBYg5r+/WgEQv3ZqhosYd0vWnyo25Ie1/GdsuBMRNwzPKAV73whae9f/MDv//bv4J6nQVXq3NyVpAR7NckfrcuqUND9foUY9fHOrl1S/GJzS/NTcZq2T2x+eWZqgawS4wiA2i5XzfnF3HJpY9Coz3vCtGMhexeTj2mmJ2nm6dMGOQnr+ubf9dWK6+N+s0nqBVzJ0c9Ma86XWkDyA9C0lvjkfLPQa/jzKusMCxd6kIBs9t2ImzO2nT0OkcZazWb3K6Qb2PypHNz61L+rKbmsWL2iTGTjV/7twc+vXkpAUVJQbnWf2NhG6M1r6Wq7s6xyQOQ1W2xmUkF+DiNBewpYFV5sDNndjJPGWOVLFd3TIrCnRyHUfAmY9SP1fzfW00o3Wt3sbL4Jrc450Fb5T9ZzuQMXl2crn2Ax8bCGwLMzc2BOs/ROFK3M/e5mMwddoIUivi1//7GM5rjP6gfugtY3XBnPbD6AppXZbp8Nn19RVUtGhnbiBtSQXqbdIsPyWp1bvLcRL0enaqQG4BVfitBN7q9k91BFlu5wLbxsgApJkPdUYIOKXzSKQ2tnToeoVENM2CVL/MhwIxB/QZgleREJldkrHInEvOSiSMZjk0Clw5YLZQwYpVSzvBk5xJYLaFGExyyAsgRI7CakLW5ObDajwgiJlhs13hyWKfLe5SiGRIMmgZWKTnKVn1S6bs0CyKwqoQ8wIiswUKMRlhhU7gm9GA0lhNrrcJAxIA8v7BS+q6khMSAgm4UYb0fCbQisErYgtdYrxFYLRS04BFYlaatgNUERzt9LM5U7TWyS3QvXXuxNk8DVldH1t6+Y66NqLuG3WeHOO/CglxJy8Vt+N8fuRFxZyAWL8cAQcpWaIyKlUFkwGqSYGd7GljVGCqR+RxkwKqATjIaaRQlYLUgjdXZDFiNsEJm6jgQm1HAqrZSB6ymwN6FFvqDgfRQqXUbMpl2Rie+bYBJOsFKJr0EHjywKqYdQYm0KGYt50G7VrLziVOsjsZTmn6Gb0+AVdYWWP0m40DAqnPddniuY2mdDKwS8K6WUtTLBjaT7UwZCYJL1LklSP7hw2fGWE3e+cf5gh9p4ALbxgkNX0ooSPJiiLWki6VxD90gwfpogGtuvA0HBwO0Z0N85TsHcXgpwbhWl54qA9davY5BL1U7moDVegPbdm1DlEToDfpKZNimtnZiVRqLav9UkG0MhG6nqzZkYlFq+XUgmtpleB/GgYEWCvhiSQd0h4TjGdxbgK9knm62I4jVStMDBokELkh7nikFqFbLWEm4LpCdSzMA6nJOWOD8OYKknDssLBDQJyuPwT31yshuCwsVGe/pKIUEUi2wgJkicM7ORZyLdRzpD7BaaoECc6/9tZ/Axz/3DfzdJ25AUCmgxnEyHuGsGvCws+dwnwv24fx921FqlNVqObvtLKRzsxgcOYbrv3wDVtfWUaREQoFs/UTGFAQjNdKVs9k66VvlyfTLDJU821PtoJXMSXlMJkfYQCFsIKHxBIG9gKUxtrPbdymxYKIsYHUNGHat8iRglLqzFgj55NSYEgb7+n2j3XXj1AE3FujydWvD51hOxQxlxc5JAfiAUmDqxGBDrvWuUl1UIun2GQeK8jdjGV45J2Nv1qPv47EySzH3dqWbWjSZcHD95PkrBdd7xELXqdqeYDGaN/cg+Gyceq/DaiuPsaw4Xjnu+PDJzDClMWGKQhii3J5Fsb2IoLGAtEjetEt62JpFo6PhEHEU4RVXX3Xa8dfd9u/JEsRJe7rXVOVQdZqnhYIC6l6PRhzUyquiSJa3Y45yLg1GkQpj9WoZtTDEWqcrwyW2tkvJN+Y+U0BYrhhbepyiR8kWqzYZ857MRq6hI9NszZJBL4Oi+wvU6zXNs16vJ7MariMCMsnodyxWHzBzzOjaukTcJ2DerfkBD3gonvH052J+cYd0V7k2fflbn8ff/fVf4vCtN6OUGjudRFgWW7XEeC1Yx6bSWu0Sa/6WB5t9SxtfM81Ytv8bw5ZABKVOCCQyeS+Vjena7w5UXDJH7AJGgxH27t2HF77whTjn3IszFpIHVk8sLeO667+GUdRHuRzK3KlWbWD79u1Y3LYDQck0STeCMqYjPHlsBdpoJLvW5mljD5eKunnGAjQzw5lts/jMpz+J97z9HVg/QW1NA5jVZqs5aK2Fnp0y+V27TzIgc1qIeWbwk5/607jysY8RiGFGLQRXXWJbuGMpgPy5ngpcFas9n2TlTFo2u0amGzid0ua/f7Pf8tqrpzNhzxRY/fiHPyUQulatCnQnK50ayuza4vXL9CwJSkkPM0DAAi4lXMSOD/DRq76I3/+9z+Oqq34L59+Dloom+2UOhlbQ4p7N+LleJROihIPfWsM7/vjP8eXPfg0rnSN40Pn3wFNf9Hz8yBPvgXqriKAyuWZZMU1PpXj9y9+PvQ+8CD/75Ivwfz97Ez7z+Vvwopdfim2zrkNChTYPilrhTd+hDc5AV3bC/MW7Pojfe/3b0E+oMzsExjSfpPEnwVL7LVunJwANY1ky83/xxS/GFY9/nBj6BG79+u7nQzYvNFbct206pzZ/fbOxNA1e3vn5uZmWa/44N/73qf99MiC18Vin5oe2sEi0cQKrK8dP4F1veyOe/nNPRrMxo3VPhUm3Zk4zVE8GRqaAVbe+qogVeKPHaf1VMvI9qJq1CTuplbzuqme4+33Fz8s8yEh9br9XeGCVxTsVO103Tx5Y5b7n26AtD7Z9wACkyX+fClj11/I/D6wa6JQHVv13bwRWuX7m1yXPUM2uiQdhPZroljiB2bkuG75fBRpJm02Yr7wmtfYcLr3sSjRnPbBqa8TUFDmpXX4rYHWL573kRoY75FfU0wVWt4JVT16l/1PAKoFCGZlF8oMY9Dvorq86U1mOGTNRbS/uRHVmbnNgdQNj1Y+vqSKVC1r93Ntsr7cONctb8+N3U2A1V0zwHULcizeCqnlgdeNrWwGrHBTUWLUCvsWcfC+7Vfqum0q5k9t3NIc5hl1st3GP3Wp/zwqkZrWwaecOf1/X0S2/Hli1a2RxFI/NFyx5DRl/87sJrFLPWOsCZRTUGUDCG/PKBK/5g3eczpb/A//eu4DVDbf4ZGA135riYDuJWbtWeDE3A7Hxhikd3QmsGmOVFUmOYQ7GKWBViyVfI8PENioGekzOJsAq2Ul0YU8FrnKQE1iVZmc0RK3KVlyI6UiMjg+CT2Q8sK2aAKkYq2ylL5LhN1IbvxzZ2RhPMxxqZTYJXJIlmCIulO1zMqYy2QOaLlXLJVRKDlh1WpkEV7kh22Zt5lBs36bJTjlIsEBgVaZM1HtMxDz1wCrfw1+vV1IBq2wh6CaRAgxW7qVbm/LfKVrVEBW6J0cR+mr/KBpj1W20PkQju1FaqFsAq2yO5QJH4KRLFiedMCnPUKLjfJFIRAasLrRCaaKyFYjXSK3wYncaD0KMVWlIJtg+18a4t4bzLprBPS4OcfzYEnbuuBs+/rHvoXO0q4WHixYB7zywSsYrQa4dDljtDscytKKsA4FVAvRkCjMY5v3gteH3rPQH4rVVCazWqmKsrkeO7ToGFls1mZwRGuJ2f4LnigC75siq7GO1P5axVbVIoMRVqTkeXaWdrFfplglYJZvSABJVqNOSzMgY5LTDokzKiLasyRWR7F6vI2PVQTpwszWKYDbZxtR6JdNRkJJYFTZuuXAzCeeNpxyD1RE4FwqolVMxVsmY7snYypiKGsv/CWA1fScrbC6MEHBG1haB+1gAEwW6o3SIXmGI41EPS4M+bl1bw/eXTgj3OtLp45obj2MUFLE0LGBtpY9SJUC9XkW/R3YtgdVUYEZjtolChdcVYsXVq1UMOz101juqAnp2HJPDTm+oQoOATgYpjuHO9kaHraJSDtEge73bMdYhuBYYUE/ZCl5fst7SoCzXabGRxTK1YIOMOwaLBHC4uXLOq/VMLfTWamVAYYJqEWjWqCEYoEPWsXSRSOaVmx+GHBvOQErVS64ZaYwds03sm+1he3kRt6+10KyN8cRLy/jCt4/i09/qiN3DWD8sRHjkPRfxhHufg/lWE61mDY1mEyMO8l4BK2sDULPg6PERji6dwEitdyWERIPUika2pLVqG2bp9ES9huoEDZwwOGPOJTIyx0jI4A9rKIYNxKWaQEG2m9l3On1VVW+pBNFHQmB11JM2lCVxZQPGM91UJsP8Y4xQP75nu2ZZpeTAaUhzlHMd0i+xkaEwEvPBpABMt1phkoBWK5Ww2OZZowSDOOM8kGSSAXasHtCcbiviBeL4YDbBuei+3++BTnDUEgxigh5YtZYhgagqLrEIQgoCQXkaEvjWICdFQKCYjFkZozgeidYXMmk5xsaIOd7qLZTmtqHQWETA1k4X9OlzYsaQMRPjV/7x6tMOxM7es8P0o3NJL/9tgCa7IUw3j8Oj1+tjOKAhlGnmcZ7wb76Xa2Y0jtGs19BqNmSS0iHz2xkRqWvDGSNy/aO2OZ29Dfg20w0WNrjGqYvEJWkerPS6r/44aRJAAJEaXGzX5DFXqOHJTolc26VBJwaoG7Dn2/eLqAjgLaDTW8eFF16Mp/zUz+HAgQsQhk184ov/gA++76+wevwoCknJYhQ5nTtmXM6dNgNwXXLCc/AJvf89ngfPgcCpT8QFJiNAo0Gd9REGw54Aa64pfYLljEtozBIYqH355ZfjaT//Qq2FfPBc+d+UNvn2df+K/qCja8DvqIY1LC5uw/adu1Es104aF75ot9mA0Rj2RYYcU86zPCagioFS/hw5cmuNOlbWlvGmP34Dvv6VL6ljgHGPf3iWmI5fTBcWhg1A98k9XzMpFdv4eM2YYN37/vfDc5//PMzPzztGNXX2KdRkpql+Dcn/Vv5c8ud0KmDVijgnP/LHPv2qkwfJPXlHv2Utzye7vJ9qAp8psDrbPl8AKgFumas5p3QyyzkXKR/BcVOu1FBmQY7zuz6DIlnhxQrCUohbjyzjppsX8OlPvRJ3u6Ci1nMPrCohd3NjNByjXPYltCLWjo1w9fu/gg++972IxgPc92FPwROfcB/c+0G7UJw10yR/HTwhg0PqNS9+L+732Ifgxx+3H0cPR/jkJ2/Co3/8AmwnRuMkGRKyJBUXcT89GVgd9UZ425v/Gn/ytvcgEek8QhoNMBoPMExGCJxDuxXOJi3+jCWH0Qg//9zn4gk/9WTJa4njp4DMAbG2qdnoV8Bxcku/DUi7o67ONiG4+qR+CwrrZkBmnjG3EdgUO3Wz78oYuROQ9lQgqb8Om68LWwBV+u2Yzr2STFpbXsI73/xH+Pmn/iRmWm2te1zrptaVDWZV/veyNcCzI3PAqkaVns8Dq6Ypq8+5YozWErFWWYS3QnyererXGv6mdRFOAEHJCqjb0jIk7i3UiiZAwjzOACwjVXiQyHdH+L1qwsSbsP88cJUHsKYM0YAzZqy+7ndejlqtIsYqu0J0Xq7YsxWwqq5Fl1P4dS2/vuWfM2q6MVa90WMm2ZADVr1sAD/La1JpzuDhl1+J1tw2Z3ZH8Kk8oQpmoGq+gDBdTJiMw63G3ibvd1IZCvD+ix4i1ZzMB3UF/81/xFjk7vgyjRK13zqWI4kejIPIWF07BbBqnUy2kLjvO01gNX+Efkx4IJXsUY1LtwYyVvLFz4y9qmKo/Zlq73fM1Lx5VR5Y3fQzzNdcp6EvRNwhsOrNgV1niuIryVr44tzWhc38uWf7siNKbLpmuuvshyf7x4z4Z3I/Ap0zxqphTh5YXVhYELDK91Cmy86PuJf5+bz6tW/9LxqRPxhfcxewuuE+bgRWvaGEf5ttTpsAqzG1VguoFNmSTwaYvW8jsGp6abaJngSsltiOmUgKgDgTE4xeZOCqB1aZno+GA8faJHPPtU6zMsLuZQ+sjiMBNCUFkQH6oxH61MaQFhDb1phMpVholuVCT4mBJDCqN3VECaySqRGWCW4RWDWAUQ63semMqtKpNhgDVqmfwuPlOZD1KakC6mJGBqxSCoDO7j06SQYlB6yWpf/Wo1mQGKsEm1MMCLQWUrRrVQNWc4xVgr0bgVXTWLVEVqzUcYROnzqtxrojI9EcnZlwjgR5kLnJxIXfx/bb7jgVY3W2Xtb1ZXhMcFfpkwABAzsIbq+N6HRPYHUG8XAN933IAi68eBbfue5mnLXvHHz204dw8PoT0kXlb7KFtOkZq8MIa7S33wxYTamxSrAXGWNVhAXHWF0dDAWskrE6lwNWV/oxRuPUgNVqQRVD3mtKG/DvnbM19HsEVmMBt/WSaSZpg3GBMselB1bZvsuxVFbgbveZ43t9mANWOeDowBvZgmxtsAY+8/0sFNi1o0REJM1dsgF9QO7ZCB5YlRRAP8HIyTnwfpKxWqOxWxBIt5RsJkpukC1MgOeDhwzgOp0HpQDSd/5J1hlmgQI3GY7BRMZL0hwsJ+gEfRwerOHEYIDvHF/BbavHsGNhFl+74RAOHhsirQS48dgAo2GMYjlQ6/+wj6wNuT7TxOy2eSU8DApHgyFKQRmjXl/mCwyUJRqeAq12Gykq6Pe6GhvS9jS1TPtbIKtpKtIdm2YQo2Ffn+W1J8jIOcsxz5b/sN7AOnUq47GYpmSrEFGlvhzbW6n5S6Butd9DSs1UJXITUIHgIcdilVIMpbr0lzuDPmrFijTGutFIkhuci7zn3GjlapvEqBUSnLNAeYISjvcCzJSHeMGT9qNRnMVbPnENhnEDvdUlPOCsGh5+z53YMTuLbbUWdjabAl2O9bvoHulidXmAzjpZb/MYUBepRH3nMSpkN4o5YeZr0mLL/3EAjbWgT05LAceYoIXps8asHFRqQFhHWqrJVE/JklrgvWiptTEVRn1prKbUWJUnJmNGMlZtPbcDMdda6fw5Rigvz3yPSsnG3CxJc9TmiAGrglgFRinQkUCSMZcy462MsSqOpDODmoDIVot2DDyCz/lg2fV7ifQkRqpLPvQ8NfZcUKtEzcADM2k08LWc9l3wy2TNDCIIsNJwiACq2B0C5Zmf2/mQMUvAl0VDrl4TmQIrSFLqJSmHCJrzCJqLKFbqGrs+kRbbwLkN//JnP30601vv3bN93lXf3X4tPW4PJKcosWhVZMFurGIH9T+p58YHGasE8RhIsx2fBYC5+QW9/9ix4wJdG42G9i2LB+yPgs4RWZvU+7Okl4APgfrM7En32AJ+vk5wNw+0MYDld6+srGB1ddXp8dncHTpNPI0Jp3mn3cW5OfO/1SIa0DGabNRIWqZ3P/9eeNovPAcXXHAv/M3H3o2rPvoBDNbWkFIfmEY7vpjkQAyfsPv5pN9yOqKeHcXjl27amICTMTf5HjF8aBI5ilRk0r4xIuOULELqqUcYDkcmuVCuCLjevXsPXvqS/y4nb81PE5RFvz/Af3znq1jvrAggI5ARVqqYn1/Art17NWbyoEY2/nOjZXMgZwIW6RxdMuI/bx+fJHwENhqtBj519cfxrre9BcVkJOayZ8P739AM5DhjfOQkHqiLq2vi7nXWhuiK7XxfuVrBs577bDzqiivR7fWU7xMs1CNXfNxqEpwaTM1/asLmyoOfW3/eCjz+9a0B2PxvTDP17szEfeRlD70zbzvpPWHz3KyP1TOaNB8yNyRCIjShY1xiHT8qCgUFVAIWckoYpgHasw/D5/7pNThwLjsu/ErqAU3uAUXEkelblypc22x9ZkfSZ9/9MRy+/mbc3rg3Lrn3ubj3febQvmCbAZp2UG7tNBmWVz3/r3H5zzwYj75iPyNQfPf6Y+iOirjPRfPuOnO/5/rB37e1wY3QjLHa7/Txx3/453jXX7wfCTfoNH1mJtMAACAASURBVAJi6mEOEbHzxoECtk44wJQFJnokREM8+elPw1Oe9jR1gHG99ol2HpjwFzuP4eTnUsaBc8wqv4VsmdCraDYNFk3euzVrbytg9eTfse+2+bw12Do9x92tIXi6yUPXhfEgW+hRRndtFW//09fjZ5/yE5idndV6xIK1kQTc/ptpqk7Pg2zuOGB1I+jn/+0BWANUrd1fxlI5cFXr8waZAPvcpIijNcetRyb9Y8djRbgUS0snJM8iEo32WjPjNWDV9ieSWfz18ntWnt22Gaiq++LyQvv5AGdqXvUH/+MVDlg1xqqOX/PCg02Oyep1bR0Jxt/KPFt14xq21fW3zh2TdUioxSwd38m9JLBarNVx+SN+FO2FHU4D33wHptn9kzj61IvbaQCr7osE9m82XvMViju7om7xGYvXNnswf7DYNb9v6N/OvIodtSSXDXtdB6za8Qq8KxQws7AD1das1uMsxnZzd0L0zel8us6tqYKdOrxOPr5sDfNjmvG/Y5Xn2aoZsOpizClQlSCrM6ny8gD+da6tm0kEnIqxStzBM1Z5Dp6xOhQpxOfXFjsZY9VicP/IX+et92q7X5vHMpPrlCdaKHfKciY7Ll0Xb5hLEpM6rApYWFhUTMz3szNC5+vAVd7XF7/am0Hf2YH3g/2+u4DVDff3VMCqOvuceHbWoqKkw3QkB7HTSFVbOjEQC9M4gD2bzwOrCrhkFMSNzKQACESVEDspANP9mmKs1kMZNgz6PVQJ/FFLcUSg05I6tgJb+3YJY4opC1gti6FIYHUQpVrYmBSzysBpON8oqe2cOqgEOwnCyMXdA6tMMsslVMs8PpqBEMhl1cL0Oe13yXajDlUZPf4mYgGrXDmNsRqjUSoKWCUY2RtFDlgFas5Yg27FstIRYzLAgFX7IMYM27sKNL0aGWM1oJnWJsAqkxHnbMnv6TIpHpChFKDOdmuQJTNhrApYJVIcpMZOTYroxgRWe2hS37RaMcMuMZAJIpgFDBcWkwJgAm0aq4jX8bArt+H8C+bwrW/ehL37duPrX13Htf9yRPeWgUBYJrBKY6IUK30HrCbTjFVqrFIKgL+blwIwJp61mqzRYIXAKun5bBstEryOsDIk8zDFtlYNbQKrCuwDHF0fKLHY3q5h0OtJi5VGUDUyVkXI823FlkB5YJUBpbR+HbDK+0xglRqrXGhbZKxKfzXA+thaCDYCqzK/8oxVD6yqDdlmz9bAqr1CYDUksFq2e9ChIZR4hk6DslDC392WE+C/k2u1Aat/6jZ2noGJChOISOORGNTUAkxKCZbHa7h9uIbl0RDfuPUIjg9WsTg3g69edxDDUUHj4PojHVWsiyWg3gglBWDi+mx5rmDvOWehM+qptZnarWkUyRCj3+upmMAH5129VkezvYju2pq0JcmgNcaqohLb1JwBAyUEeAJGKLa5oytKNhiZVKzEFsg5tzZ9BosjboiUaGCQTqZZAWg361o/jnd6ej/XIVuXIq0lLDpIjJ5gX4mFF7p42ljp8/i8yRNF64UyEVhN1Oa/jQz4eIi4GOAB587iFU9/CG65YQV/+el/xw3DAoYnjuORF7TwgAPbsaO6iPbsDPY2qwrMbzx8OypDYOn4AIMhAeudcornaXJjT9lu5EKJLI2SWLyFF6rCCow2oFKBn4vEYumCmnlVQmC70pAcQFKuCOjk+OS6oRnvWJdicRNY9Rqr1JVlQE9tSqevlekiyRzFQEvT5wIWulyLTGqhpAM2Iy2vtcrVvhzQ1MbWP98CSp1t7h8isTrQ0uuiEVLm/uFs17LRz7Z8teS7RDYfTDFg9qxJr1Nt7FqaFbo2ZGcKQvC4wO6LoKe5Ssaq138yUJjmX6Z7rVVfVW9LbAcitLJAl2ovsbWGfQomlhexEFcKJQOA2izSYjjFm1DypPuZ4qX/97N3cmZP3rZrcTYDAwX8uuRXEC/XpRI7TRL0BkMV/riHVYmayOjKWtvZjs9W9rlGDY2ZGSyvrqs1f25u3uYjtVPLRZTJ3KfSbETQkIE3pVRKYl0ShJURyGBgrFWa7lm1LdPbVBGKhbdmE2Ss8n38bYJuHtBkksviIh/+8+Z2bgG4B2qNkWtmiwW6mrMLYKWDBz3wMrz4RS/DRz71IXzi4x/BqNsVSE5t34ADUmC5JTOeBeXHj09C8oCrB1SzbhzHUvSyBQRWvaYo1xLOJ1MOpUwKZUW4Jwfo9QfYu2cPnvP8V+Occ86xfUFAAOWVxrj2+q9hafmYpAA8sMrrv3vvPpQqjU3HxUYpAP+mzUBWy2umzR4yprhkQ1IUWICKx3jXW9+Cf/r4x7BtfnaKjegTPn2PJpcxce0+TZho/C0vAeCTM42zfg8Pe/glePGLX4xKpSbweWMLq1aMO0ic7+h1sRPz+oKbyAJMX1CnG51jgN3xRJwGYvPXfqvjO1NgtdrYn3VXKBl1OpfWWqkZ5go6xvi3zo2KujQKaQ2VoIphmqIx80B85Z/fgP0HfFHMfdbFfOL3x9QMHMoJPklKOHa0i907Q6xe8y28+VXvwLcqF+NVL30aGsvX4bzH3QfFWmjlL9dZxf0gGcZ45Qvfhyc+61Jc8uD9SJIi1le6uPofj+Mnf2IfanUrVrE7yT8cXKfvEluPHgFrHbzud9+O//W3V2GsOR7JbFP7RCGRhFUGBKhg7HRWEav99AlP+Sk87TnPMVkxXqqMJXYyO3QzwFTzKKe/a/PKAzGTDr+NY4W7xFZzcNM56lt0NnyRX6c2G4sZCO1ePBXQuxmQPDXPFHONjdWIEgadLt7yxtfhp5/0eCwuLm7JWM3uXW6+5oFV/xv5QkV+vmfgqi/KSGTUxrdfg1mQ38hWFZg6xYSdFBX93PMKI8vLBFatq8oDqRPw1J6j7qStadPa9aaMNAG+8vfDA6v5e3OmwOrrf/dXJVklczp2VjDeVVF4Ett4KQA7vxwpwIGtBpLmTK02mIvlr5nui2JbYxCzE0evb5ACSEolXPHIx2Fu207HWPXAqnaTDcPyzNilVoSYfNbmoX33SSoDd7Qo5ws8m713k31l41lMfSwnDZQHOwPJAIxNGonseAGrq4rFPd+Yhq8zC9tRbTpg1Wus/pcDq9adJ1m0OwGsbsVY9fu4X08TB7hulALIQNuxAyczGQJ2DZtWv4/R+Fl2JDGX0l3V/HJFac5xZ8SW36s3W1Omb+UEWJ2WNdqwo+eMsdS1l2m8WmHcgFXnH0SGr8whi9KCVxekAPWcka2TFnvGS377jkbhD9XrdwGrG253HljVoPfBsnufLcSWINiiYm7x1I8cjI01SgMraTi5Nk8OYIJO9l2uPVQ7nDFHvRQA2x3I9vQaqwThemMDJ1lJpFlQMQzR73UE1BFYpaYpW+05IQjmUme0TL2zDFitCEjrEVilLqWOyZzqeTyzzZJAEIKfaWAJhE+GmVQQfCSwWquw5SqQI/GAwCrlGhV4OLCZi1ihrOMhsLrggFXKGNDNvEowrsrkOwXb3skMY5t3nYyemBqr1pZEKQAGwUOCRcE4A1YlBUCwiZ9zGqueIaIwmO2brtpDILETkbFqCV2jIkssAasMkTIpgBI36FggNYHVXgIcWe+hUS6iEZKST/afSSL4bU7AqmesRgm2zbXQqIzw6Cftx7adRXznmkNoz9dwy01FfPHqm1zQYsBqu15RwrjUGwjglMZqzryKUgDUMeUYIou4WbXjNo1Vjp8A66MoY6zOE1gtxDKvImOVgO9GYPXIOhN6AqtVtbyuDwiYBqipfdcAh2nzKmoExjKc4TiUfAJB85gawtRYjRywWkBdeIJp0/IzHONiabsF25tXkRVBKQAmyrw3yvpVWJhoUMpYLI6x2qMJmgHg/Gm2otfKbO0LZCJDppuAHLXAlvC+W84UWH2TA1YdwEsgMuG3MyiglmgZw2SAo8MTuLVzAjcvLeG6Y8uozjRxZGUJtx1ZQ73WxHduXcXRzgjFoAJKdFLfrd8l/GlmJWy923vBAWkuMpCtlUL01+gub4YoBvy5+VsqozEzB2okcgNnkBLHPD951ApkYoBNlimrh7zWBDCK0sskKGcGA7pnbKWmVmxKtq8xFeQ+zkII2/VrFTESq0mCXXOLWBsOcMuJJRlEkS3Gn+LYoIwIJR3GwwGqZKrWGuiPaZY2cICeoF0x1skESqkXJtA2QKWQoFoo4aFn78VDzm2j1Oziw//vIK6/vYe1cYTZagn33tHEo+9xABfu3ol6q4JSPMTx24+iP+xjd3seh491MeoXESQNmfY5GEkJj8BT5xnhA07lYr6FnkmRmJ4EnA3K5/8iaqjKvIpt7CWg0gLCJsYVCoaYLAbnqdgyxLXdPDEpgFWkw57Olyt4SQUPRa6uE8EkFKyV3lj+XD0Wepwf/HcgNrkCeM5q6R7x/bzWTGic5IgkW/jvifyF7ol0kQ0c5Z8hr7s7X807X+gmQGsb2DRgqZMigGoGgFw3CawWCgm92rSncNXhcbOdiysmzQjNjIvH72QXCKQXpNKEOOH15LuL2hPUaZFwrWeBjvPK7xU8IrbfU6ebwGoFQWMeaXUWiRjTvo3YKISemfKiz3/qtIOyHfMztic6kw8Gs7ZPmFEkb4a6OAaRrmO5WJFGOffsai3MwFAFle0GIpr0rXZQCquoVUJEoyGqZRoqsdXYNMDJvqSpgfYxx7DkPZRuF4siND0YEgCZrHsWqNK8ryymKmUAlAw4gNMH8EMCda5tzSeyTjHLgnPXwu9BZMYZBIg5xsYjBswB7ne/B6JfiHDN1/8F48HAFesofcGFwy6x/12foPPfno3hZQC0B0YETo1Rx+c9cC291XJZjA9OIHuNxdpY44vdLyoypwUVlvj+Bz3oQXjkE35BwbtPHwkcjJNUwOrRY4ck0+ClAGZm2th71n5Uqq2pceGv5UQaYyuG3ORc/e9taV41jhHONHD7wYN46x++Ad+/9hrMzTfVAaD12AHk/NuSKy4YFuvxGhlz1QxR/D2SNmOaig3NZGUUDWWE8yuveDnud7/7a5+cACET5tAdA6d3BL5O2mS3mlD+Nwx0MimAzX6X8cFmIJnpRZ7eMZ8psBo2zsqYeFnbsyRsvCOLxRk6fhWxFAUCRe6BVRTimvbImbmH4Cufex327TdWpz1yhSklkglGA1sfb7puGR/70Fcxu2sB59ZTfP5LX0OyeHdcfu/9qNzyZez80fvjnHuch7RInUaLc7jWDta7eOWL3odnvOwpuO9FbZljBqMCPvDR7+PBD5jHvrPrOtZoxDg7RbU+MdqRiZmKUgHWltbwmt96I97/kX9koIh4PEA6HkhiJaB5ropb3ojIijMGeDF2j3Dlj/0YnvmC5ysGt70xD+BMz5mNHXvZPVcx0T8sD/KPrcBMyRW5NSY//rYEPzcBVk8LmN3wW0aNOPmx8Tuz8S7wkPJQ3K+LGPX7eNMbXouf+snHSeeZ65H5aBizUWvvJgzzqWKGc6rnUfjPbPa3Z6x64E9FA0qXeWmRPMjqnttYjFHhd+qPFc242C8tLWE08sAq9wcHprj1XmuZ72jLAau6eq5Qne1DuU4heYhvGAtnqrEqYJVSAAV2R9h4MybfVsAqr6mtSxsB07wB1cbrnV237BeccSC3Ke7DynHt2nNNj4IAj3zU4zG/ncCqjRFjrPrdJJsJmwCtW62808+LyenWopPmR64Qkv/UqfaHzdidfgxO/XK+tX+LQ91yfjszJ5IepoBV16VrESXQmt+OWmvWDHvZReevnMgPds21bDpQX/PLzZfJ+mOM1fyx5EFe6WM75jXjUQ3bnHHVZv99KikAD7xuBqz6+EjA5B0AqzxGz1jN53/KoZSnedLYZBLl76uXizn51pwaWPXXSddxwkTJgFWPBeSBVV1D5vXFoiskkbE6MUbUPNLAKuJnX/ibd25g/5C86y5gdcONngCrC1b/kmmHS4SkyWLtnEpIXXumNFbjBP2ICRrbuA0I8m6DxlK1LcGSYN8iZCZSbH3n+2VgJaYgW7CtoWkwhtr9aRpVD5lckEnTR4Xt+cWCjDXY4k/GLPEUgiBkmvnqA5kzZJuSJToYkrFqwKoPttqNkkAQ6bfRzVQaGtYezgA1D6zS0Clia388ngCrOhUyVsm9KuizPPK5ZlWMsu4wFhDL5Lylaj+NPQhgFSUv0OD/8TklvmxhN8BvJNHBBDNVShkUlWzwc7zqNUkB5MjyDsSolAws4Hv4fes9Jnc0gWIbounYis1KADNJxMbju0MyjtICiHUeX+sLEGtVy5ICkCmWZAC8EzcEYK6PUgHG2+Yq2Lu3hCsevw+NRoqDtywJaO935/CJD/wHhgMLWgjeGrAaYLk3wrKAVTJW6wgLiQyITnTHAn3ofWCMVbamkUnJcWNgYpdjQcZCAeYbdZQLMdZzwCrNq2arRR07saTD60PpE+2YaWK915MRGu936MxtjHzgArACGaums8TxSCMIAmsMxDheyFjl7/P7mmWgLoZwQd9JZp21iboW5jgW0M1rzvtJ86oBqZFMMKfCDTNcKpdpYhZhuUcA146HjNdqya4FD4PzQG1LNHBI2LJ75sAq3vGWSYudLrBprIqtyOp4PMZa2sN3u0fwrYM3Y6Xbx4mYEyzE9d+/WUHBOCjjupv76EfGECxVCjKm6veHLokuSL908aw9KJQLWFtbR7PewKjTx6A7NMajpD1GxtAtlVGsGGOTx0OwhtfElh0PrNJ8LpJJWr1ex5hg6XiIApk4sZlVce0QLBeUTf+Ukh48rgFlAyxhLnCtKQE1zg/q+RWA1SHNu6z9ncUZ3s/hgGsNW4vZA0nQDGK9DF2iJ4xIxG8XzDo5Ac593ju2sT10/xwuO+9cfPH6m/Dp796mZLZZAnY1mnjgvgU8/O67sXOmjh1zM8BwgMO3346lzjJmGzMIw1ksnRhgvGKDJjOIci2bAfnLAv7csmrIqhthdnD2FNdxO/dI7DwWkBJExRLisCVwNSlztgViGcnESoEeP+NAlFEPKaUAhn0UKK9A2QXXFmpBhgF3vPZci82MiZ8GtvWZXBvQWlGiZhwf7iNiRGgdtfVNc12azq69nMcp1pQp6sZpwbXdAwOnucr5YMUfYwzZfRYdydlj2TzUtXItdTwuYoz8QzZtpRDJKLBC/WkWNhwQWXJGXMYK88mLk0lgtwbbYpMCePSU6mCC303rWSDL57jeEoTVefAexEBUCJHWZ5HW2kipmSvcwAqOLAj4a/Ssf/7kaYdjC+2GxoQ0UwkuOhF+AsNcv8i0lu64a9vneFczHxOoUkHFDd77FsHOagnrnZ6OuVAiaGimiHPtFuo1mlKNpbvKFne7xgWUwormkJyVxZowfTa2VpkOrt10FkKZNBKMJFDp2+oJLKp9LEkRjUbZ92hfdyZtAm3cQ63DLl7h91MWhGOSeqtiP9P5mxIiMzNYX1vCsN+XyZZGq1pdXWDu5rFv+Vfh2GmQ+XZ2Bt8GrNoxejCXh8LrzbWJnS0EU/m6me5FqBUDLNSraDWovz5CtzvAeRf9CC571I9jcc/Z+iyvP9d4fo5/X3fDN3H7oVvNlKgSolatozUzg737zka1MWOprEsUNOY3MbOy1cBVIjaMpAwcUExmibESOUo7cO0cB6jNtfCNb34V7/ijP0TSWUGzVUe5Qscvx+yiW7YrkPE5k9Yh4BWbrq6ALs6zMriFVOtV68BYWxdAyzlKo7KnsUX7qU9VTGgGclaI8Y//KmD15ITaZ1oTtqkls7a/5383S9DkmJ27+FlsbHJA/p7Y4Rtrf9IqmwfvApwpsFpu7puWAmDM7ZZ+JeiOLSpw1RtxaY3h+lxDISWoXcL27Q/Bl770J9i9w/ccuJVU32VggBzVo4KMo3q9Er7xb7fguzcfRLVDYsQqvvG1azFcX8XuWgePfNIj8OAnPAJo12w9EwKQoLsywMte+G68/Ld/Aeef33IgUBHXXLOE2w73ccVlO0Ri+LevL6OXBviRi2dRC3kQJgfEpJr77eqxVfzaK/8AH/3EP6MUkgk1QEIZgDG10ieFPTk3+44Hrr/jEdJiAZdccQWe80svRsqiIvcbx0DMTw27Q16v280f26VMeiil/Jd9YrooYfG3y45EHjDfLa4vHkRxe7SkafxYmAZ0tfe6Y7BhNh01+o/54/THbm+bfFceeNFv5V/Lf8kmbcVepIfrO/fxaBDhTW/4PfzEEx+FXbt2az0Ss9GtmRzjnps3AVOnFxxrybcf83NCbe5unk9JAUjCwrX3874SWBWbMmfM5uTPDIi1nCj7OwNxmY9yHnNdM1O2leUldQGmIhQQhDe2vQezTHvVa6m6q7zhuvq1UwCMM3r2C7LWAH3fmWusvv53X+kYqya145T/XaBnsZVxNCbrlplk2ugzBrtd7ZNAZvea9PFzUgIuErOCjbw11BeS/YbyoAS4/IpHY8fufQ7cc0WPjDWbjcbczd98nJ/McLV5p1jXz8GpqsX0+M6PLn9vJ2u0F+h288evwb7w5OJhX3k/mbg62Rfya/fWwCrZqmMRIBhTjgY9dNZWlVfZfChinAZozS+g3p63mCTHfp2AphN9ahF/cu+ZmudbwNb6Hu3HzmTNSXrZOJ/8UVzmiqECTnXs1lHE+CkPtPoCd+y6iOzfriVe/80cmZ+fdAgY05vmnmSam3mVDKKdeRX/VpHdSVSpq8eRw7J8ZooWwbPPFy3ze2o2Wk7iTOeWUbt8bjyRiJHlRpnOspNOcGuBYt1SSUVvFn/tFyfFC43ToICnPv+3phe6H/J/3QWsbhgAHlh93kXzk0TFbRqmpWeFFtOgc07NKcG21AGrBIQsQCPbUS240VhgnfFcbdKbxqoLzCl9KHDJgFWxxAiOEmCkxEA0Vps3jahm6gQGR2r3p/ZhNBqgPyagaYEI29oFZgkEsdbTaoWM1TEGo3SiD0UWZJqiWacUQFHJIkEvtpbSGMgHPARvCUDSmZ1Mn3hE4JXu7EzwjT3oYB9tzEww+JiphwII2Y4/ILsQiZ7jy0xoeW5MzFrsR06MdZsqrbfEMaJLMb+nZuc5HIwF6jHhoHwAZROsOmk3kPukgFVn5sLj6/SHYnjVwnKme0vdIrIuySzi87wLFScRQNxveb2PqFAwbVcaXjm9XGFdApsLAtEJrNKZfmE+xgMePI/7P3S7QOGl40tYOjZGvbEH//Deb2N9nULPvAdFtGvkvgZYGUQ40Td9yF2zNYQFsnhHON6JEUn/iyzbQgasSlyeV4ag1tDARW5U8826TKjWh0Ms97kxAAuNEPP1kqQACJIeXhuBXibbm02sdProxtS/pNyAN9+xhVGBUEDszIJp6XSWC6afKfOqGIMI6EYxKIRPYKxesrYFspIJnFBbL0vC1JIeCGDiPRsSkCc7m1eAlV9n4sFxxrEeVioK/FeosepAIhYJ6uUAocwDgCFNslziSpBDwOqtZ8ZYxdvfam08TIOdPhCDTGp4FiWtMcIt4yP4wuGbcfDYMhabTRyKYnz/0DKOLi2j1mzi+PoYty1FGA2de2ghQLVK50TqyRpzjRtwtd3EwvbtOHHiuHQFCTh317qmo5aYHh/HscwQKBUggyayAGPJB/jNy0TYXVtfALUOc9x3ux1Iy4/ts4OhWNqcWySIWEc121HKYswaoMOg14ods826Wra5yfM7hvFIjEvOpVa9qc/wS2gU0+33sE5dLhfQCqiU2ZWxO8UScBqSZPZU2UqFAs7dWcOBdg3XH1zFUX5fuY7hoIvzt9Xw6HvuxYV72tg7vx3bZmaB4RBLyydw7c03olVpYGd7Fw4dPoZojXO8jBIZUUqeyGJgKz75zZZ0mS9DLnnKZBRM8kIsHrWm27Xl+hgVy4gqDSRhE0kxROoCbnljClzgvXVmTVEPSW8NGPbUbinCNpmr1NPkHx2DAaiSEWEDoQNTd/bJ5J8Aq3yv2J8q0pkLKFm0xsaQOIVpUqUAxT8ogsHiWZQQyAQisWhTDEGXThY2DEI1Rqu5WYtJwePTfmX60sai5bFwryHISwkAA4TDwkhsVcqMkGnM/+ZYKqPvmK3uXluJECnX6CTQnsK1aUjAjS2paYIOagKmOK7stbFYqvQhHqfcrwoYFapIam2gNoOkVLZbJ9ZoybSCUyvS/cJn/+m0w7S5Vl37NOeUAmi5tXM9M1kM7g8DrqWxtRmquMNEthhIw5dAYD0MMddqoxcN1ZpP1iGvOUHDmXYb2xZmdP/X17vokQEqPUfT3OP+xECaBSfBNA4k9yAlT0jsZXaYVKyIwYdMs8iG5NhxoGU6NodmriU+MVAC7MAAY9MUtTZ6Zq7/2zN2jakEuafzGKi97NvcrMtgkszo2FQkMxDF2kU5jizJ54P/5v7rj9H+bcxbA/Rd6zXHVjJGtRBgtlbErtkmFtstYNSRJvslT3g6DtznRzEadbJj4BUTsBrHuOGmb+P7t9yEMDRN1iqB1VYbe/adhVqzbYF+zhBxs4Hir5WKJDn8Jp8gaidwurcZA5x3YVxCqVHCpz51FT7wF3+G7fUQzToLjpS2TDAcJRgWSuhTMoCrBSWCNOfsnrDDh+xdMpwRlzEupQhCdhJQ9l3QqapFBFYvefilePFLXoJarS4Ne4EhYoicjPpsDnZugg5NXZDNGau8j/aYgD7+306pccv558eN3YdpGYCNbKIpRpEDy/jcox5+yWnPb82V5t7sc1uBztnzXq7FozEpTXHY8RFi2+y9cfWX3oYDC0x+x+ilTISJi1YUR3E0x9S+T2h0N0AQsvgSIIgCxEPG4D18/cvfxqtf8UYcO3oYj73ndvzSS56Dsx//IJRaLfTjANUAWD7Ux8tf/m783h/9HHbsmUWRutQB0Fkd428/uoaHXRpi/64a3vxnB7Hr7Cp+5jFtdS1ZHwW3Ws7xMVaOrOGlL/0dXP3ZL6HEGI1F8jSyQqxrK/Vt0Vov1N3BOKOPmfk5XHTf++J5v/QSFXENHJse1SO9IQAAIABJREFUN3ouK1RSU9aAs2KBIK4r3CG04ILxhSv02P21eIqdIDzuAgtaEh6vIUh77n45jUYPgspE0R5bgTaTQuGp32cdGg5kyIxhbGxmQKD/LRc3ZLI5GwyxePwys0zJOk+QDFP86Rteh8c/7lLs2bPPNFb997puB38tN47HyRybZpVr/+f6mwMI/Twy9rfFyyz2++cFsDriTsZgVQxva+EE1LU13eKyiR4pT391ecVprBr4Y92HLp+VRAS7TYxUJNZyboywRLrxXvmCvfpv2PFmKLPWwF993vPOaH7/wWt/zSTvONcUW7n1xV0zk121tUvnydKDWyuza6XPTPRAs04MbyKm4vdk3cqvY5PrOF1w6kcpLrnscuw9m9I1EwmMCfg4RQvMxrz9xx1LA2TAqJU9N+0MyLOCdZxOK9w6KTJ43xXqqefuJnQG0roiif5yyISPlx1SMblpvvvJ8I+MHLbhrgaSAbA/zPejQR+dtTXluQZSM+4uoDk3j8b8gtrM2SwzAfqmiys8L8aQXvpos0E0/YkJy9Wzd3yhgH+bk72TVNtgNJVv7efvsUjlWao+ZlP85aScCLx6IFUmq+4488CtdSaRuMV4iqQ1G4fsfqJpZRYL8nlSzWRMZ3Hg1vtZLse+E7Nq4x48VWhywKoVVSaAs/9aX0BnTEdgVfJzDr9iPOzJecQKnv2KP7wTR/PD85a7gNUN99oDq8+5cDarLPpggm81jVWn2eK8o5VAxUAvMtYoQQ1qjnpgla7CBAGMVeI2AtderhbrsbXqEsRkC3ipyO9hSmmAKQEl6sCR1UJgtcd27AL1DwsYR0P0maTSZ4STmCwStaeYeYhYKiHZOfYd1kxLPQ3TD2zV+T2lDFhlcka9VX+cBMcIrNb4vZzzZMUl1HV1WhzajC1J5MJF0JGTr92oClilkzuTDi607Uaoqy2tzCTVRG1WLHnwwKrc7FN+/wZgdRg7puvmwCoXfJ67v8JMnLuDkaquHljl3sKklSxaAquSAMiAVYLYgYDVUQDM1muokHkmer6BGMaGMb2ttYiGYBG2b4vxmMefi7PuFgJxhM7qOg4f7GL7jrvjqvd9C4cPMZg0YHWGrf1BgOX+CCf6BlZOAavdGGMaeBFYLU8Yq7xWMs4iy2oQCfzmOFxo1gU6dkYjUJ+VnfbzjRALG4HVcoptzZZYlz0Cq2KDTnSTMu01tpnngFUC6RyH1tofiz1NEJXjf4bAb8U0F/nciHS6vDA/W9JZgXOePhzDxoS2hNvryzCpJGuLgCTZlytD07DlewishgRwHbDal9mCsQJYyPhPAavvfKsDVV0VnyzqaIRxcYxyoY4T3dtx7egGfOvQCYSYQWsmxLUnjuO6Gw9hGIcY0ZSpS0B7JE1Vzl+NQQXbBWuzcm1VxWoZ23btEpjBimerXsegP0QxICN0KGCVYyQMqwKAeG3CWk3BdK/TkblVUUCrv2cWn9VqVVRrdfS6Pd0fGvJwk+eGSDaFTLGyeMrAEW2gbmXjGlWrllENKxhyXI3HaNcbAoN6dODSg+tJWcfCAhHZ6lxCGADIEd0Fz/kAR5quhSJaNNAqBmjVyEAbohVU0W4u4tqjaxglEe5/txCXnb0NZ881ceE5BxAmNYz7XayureP7tx9BJS2hNA6wtLKOmVLTWtiZ9Jo0shkEUpuIoIZnKrgDcRZKE/amSxL4MsM+8uuZOERBBVHYQhK2MC6VBRLympFl6Rkcsirk9B/3kfRWkQw6ardk0YEAINd1HlNZ/8213uRDWHTgL1ESYfcgBS2zCKZSTdRIsV7X1FhNPuYVCOxMt5jaRelI94RMbgGSCf/wGA10FaAmSRqeG1nnKUbWU2XJba6FjmAqgVOCq6xpcb8p8zik2zySnnU1KKEcFMwMkAC5dg2VlSYBuitgeYk+/S4LAQnXdoITlKMxJjuPVUAmdZp5/RN2YgQYFkLE1TZQbSMWY5Vt6cYgIU+MwGoJCZ786dPXWJ1t1gSsMigU6EeWv9rQreA4IiimhcaKmmQQkjHOfW84Gmh8z7aaaFRDHKWzrQqXJoVDDePFhUXpKff6Haysr2tsMqkhC1QBNcGIzPHWWkR9kM95pkJqkeYkdow+wfZAMPdRgosCRh1rNA+sCkDJDEnMKZrjwDs58/gVl3gdLze4CKzyN/qDgaQLqHfq38v358FTD5oRfPagowdWrZUumjKu4rUUQ9VdU2mXx5EKlPOtOhZmalhsVjHXaiLqr6HaXsADrvxZzJ/zEAwoseHlD1Q0seP/3k3X4sabv4tqtYJqJVT7baPRwp69Z6PRnsslIKaDrodnZGyI7aaTismKJfBACay19fq2fZ1HtSz2yp+/48245gufwQU7Z7B/xxz2LDQFIFx742Ec7AzR5zpZDiWxoNbDoIhqGJr5HyWH4ghHj69q/Pd07bgWUBbDpEfWVtfx4Ic+CL/0kpei1Z5VVwANyILEQNr8I590bQQrT/VaXmN1+tJ4aQorkvuHMZ1PToZOBfT61/LXeuPx2y2asOAe/YjLzijj2hpY9ezGDUCyNkNb0yhdovOLa5ht3h1ved9r0EqWMRj1Ecxsx649ezDfbqBdB+YqLqbWfg4cPnQMC/OLqNfInLC50V0f4k1v+CDe+qZ3oz1ax+POOQfPfM0Lca8fv0ytGywurd7axctf/df43df/DPbsmxUQT2A1iWJ87POr+PY3juFnnnw3vPuvvoMrrtyNyx86q+JoyEqv9i9rEz1061E877m/gX/+yr+iIskqM0o0dir3LRZgLGYTmOi0xqNxDwfOPQ+79u/Hs17wAhUmuMd5Pe/snniGt5tLVj8NVOyNo7GMMSmbJZ6ewA8Wq1zCL4dpGtmK8q3ODhTKiJIiGkJR8ow7N+4yKZvNmaaTwWGF5Y2PKfBgi8JJfsxN/bfRae2wNoJe0ldlMc2A1TQK8Kev/3085kcfin379k+AVYHeHrz1bNRpsHorYNWvlRuBVQGA0sp2nY857VSBrOokm7SoT4oaHoCdXAh+F+MO/35jrC4jotyUA1SsXdqk0rwpsQdOsn3MdzVssa76jiAzXmPh1YpCZw6svgq1kCQanivHmAOJ8zqy/rxyOqg8vFMBqwKy3d5pXUV3DKz67+R5rfcjAav7D5zrWN8OSM0XKE4SQvXj9jSAVQfab9Qm1r7s49xc0c23xvN1AnnMBZgjCeMm8EejSXbw6AnuUY7OKzY5AxTrrNF88vtO9v0TYHYrsI7sU+5zLEpzvEXDAdZXVw1YVas718ECGrNzAlZZMGaxM38+GwsrGp9Ok36zTSKvp+73QisuWY6QB1a1zzt5AcVSyodszfQgqo+xBK7mitkT8yqvX+2AVV5XFk9zRe9pkNKA1VKxbPkEc+w4lTFpvshODISFVB8/bbUh0hzYj8X8ezbek81e2xgrmOGwMdXzBXv/XR5YZbHfA6scKr1OF7fccovOgQArR8Y7/vYzZ7SH/6B+6C5gdcOd9cDqs+9pBgV+E7YWE3ORNyMGR4l2Ts5MZmlexecFogpYtcoiJ5CAlxxj1bd+cJLRzZ2TisBqoRALjCCrje2K1PNkuz/1UblIthtFgWsM/uuVohirvTGrIMYtYLs+NyK/KTJooj4qwdJpYJUsnpOBVSbDBHOtmGzg2BSwmkAgGg2sxIZzgABbYtlGTPYUKzMEVpm490expArIRG3VzaCEWplbAatbMlbvAFj1jFU1otOJ2AGrZHnVZUTlgJhi0UDmHLCq1mk6NycFrKz3xbBtN2sIU7Iu7X6LdeSq9YSd10eUVxjhrP3Aj//kBWjOjqWdOBr0cdsta2i39+Mz//A93HwjjY08Y5XAaiEDVhkkEliljqgYq5QCgANWKwGaRBWTsRnUCJQviLEqYJWM1ZYxVk8JrK6PwK7FRTpNdwcCVul9XSlNBKizdr8csKrxWKbOKUEfMkWNsbo+HMs1u10roiUDJbbok+VMNrFNJgWFZGBqPFurGMeegFWLICdVyA3AKiUSaODD97BAIY3Vop0vz93YeP95YDV5+1sEbPm4IZWQP4GWIg6tr+LbnWuRNPqojUOUSjP41vFbcOPyKm47OMAgbmC525eR2NqAjCQDJPhdBASYENtGTbBZ3YSYXVzUtel3OloFkohM6YpkABjgMujgBsZkXW22bCWu0Air64BVa2sycNQKh2KtV+uIY2o/9RFWTc+QzuTlUijdTBY7eGy+IqtARIGki6tSFh4qYoCyTblG5mWlhH48Qn/I4yKTkG1oOdZHZgTkgnvngK4ARSx2Xo8iZoISwrKN43EwxI6wjkFaxpH1dczNbcfeeowH7i3jfuct4MCOfRh3YgQKzAq49dBRjDojlIYWQW5rzmDUHyKOqNVION/cSX3LPa+HtWz5ljEJRli6pGBq0k5Ijqs0VqmNTYOtcgtJtYURDcsohyHw1QdhNk8UrCZ9xL01pL11FYrsOKh17VvqCZYYE7hEDVPOMwKuQYp9w1gMUYLBoRKm1MafKD+GBQWFsiNgmJi9/S75IZQu4Z8Ag6SoAhD/8Di7DlhlFTwiAJca4EpWrmaKuhactRnZ8AJQWTBKxZSnDImBqwE5pgINq6ycOw1W7XdZg6NrDbBN0bFFDHBl0Kr2QR43YvTGESLOAYKqkllJMKCEDCq2p1GTvFBFXGsjDmeQBqEDVn3hMkY5HaOMBD/6qc+ddvzF/YfrFANVAZligJJZbGZfLEKNnM44i4J8jfrCMoxKxmjWa9JPJUiw3O9bAYHfwQ6IWhUzzRZG4yG6Q7bUW3FG116sejJ2CHQbSMeHT049+0Ja6JS0cSwFDyqqYMGCCKVBysZeFWLuvsOSBmM+2LsMzCRTSWzssQX5Yr9zvemb/If/DNkFBCd9guFNsnycoyTcsSYswDa5ojxjVWAKGU3jUQas+vMT07VIUD7AXC1EOyygVS5grhVq/6d+ObW7o1EX5ZkFXHjpk7BwzkMx3sBY9cyim265Htd/91q1hHpgtV5vYPfe/WjNLmZmLQYgOeatGy0+hvGDx5bNCaDnn+cc4/jlb/JeqjDkGMONxRDXfP3r+Jv/+S6s3/I93OfsbXjQhQewo0XGY4ivf+dW/MsNt2ElIYuR8kEmZaDiVrmMVq2MHbNNVIsJjq7EOLi2hltPrEhLWWUXSZgn6He7eOITfwzPeOYz2YphfkIs4ucYWflJkAc3/b3dLOGanjhbaax6YNWAx+yRMyjaOAHzbK7NJqdPziaAz+RdG8HXKy+/9LTnNz9Qae6e+tzmLJ+TwVW1VwcVXfs4CnFg74Px//7tz3DDjTcq9gvrDezfuxMHl3tAKcYFCy0x+7tJjJWVDm7/7iHMzS9i11mLqFTY1ZSgmIQ4cWgVv/4rr8enrvowrrz7hXjc4x+F+15xKb7w2a9ivGMX5uIy/uLqr+I9738F5lrGsBuzEJekOLGc4L0fPYpv37qAJO4iDXp47GN24BEXFzHbIGGAa4rJahy88Qh+8RdfiS9+/Zuo1tiSHykv8TIWUWSxjAGrrisHwGjUxf0f9CBUZ1p4+rOejfbCojoOfHt/Nh9yDfqKFcis5R5ahFj8d9+/H7MtAjReb3Oj5A7Py8YuwZaltT6u/e5tAmAzyngOIM2bxfl1SGM5azvNg1Fe23cLdvYpWOnuCk0XXjIGn4Fj08AO4weuKZRjoixIAX/y+t/Ho654IA4cODdbY11q6NirmwOrBiydPAeyOeuZgzlNVL8GWrw2Mabyz+efy+aUlwPwv+ViPYfDWgE6JbCz4gr6tjdF0rrk2k0RMUe80V7uJRk8YGvgq6Is/Yb/23GkxWwuqNhPOR0e65lqrJKxSlKMdXt6nU3H1s2uk5NS0sH4ln27zhNw1eLz/B5LgEsxne8Yyt2cPCi72dq62h3iYZdehrPPPV9dnqY3MM3qPdlh6jSBVbFI/UZmjMapubGRqino2djNmfSPztHutz89FgmseOiY0o58xXMgmUBeMMJcPcvXxw5+RlrXR35998clkFTyZfScILA6xPrqinIS+30zZ/WMVQ+sTj5/MmM9z1jduOfZfJ5+eCDVpBTsHnssRD1rOc34Owus5pmrPGaLsaaBVYGkXHMZKzn5gjxjlVJqXEMlBTCOxVj1YKxdSyPTUT7qVA8PrN6ZDXOzImf+c14KYDNg1ceM3qTUA6scN91OBwcPHsTKyop04nlr3/Y3n74zh/RD8567gNUNtzrPWPUi/H6Q+ZTdSwFwQGkiM6Fi0utYo+osp9Ov01qVYYzTx/HJslv6lXhGY1vQqGdKMITAKvUlCaap/Xs0Rn/AFuwiZptFDIbGYqiHBFaH6I6sNdQzVpm8TxKwzYFVvR4naNVLCJl80mxCQK4BvdbtyclO4yUnBSCJgdSAVbV1WzJjS6YFXwRXOVE9sEpAuM+TSCJprPK4e9JyTMUgaoYE4YwlK6U3pxloUgDUZS2jRikAAauEOyApALIZ820VxlgtCUTwwCqlAAisEjgic4T5YlCYAKs8L8IPTHDFokwLWO0O0B0nIOOpqvM3ZpoBq/bdNBVbG0GSAve5bwWPesw+tduXAgKrXRw9NECStvCNLyzhO9euahOTxmqNDKUCVvpjHO+Z2/eu2TpqJQKr1FiNMKL2LFnGFeSAVaoTUhqCILu1w3PRnOcxFlN0o0jmVbxvZKzO1ygFwFYemnFFCCsBFusNLHd66CUpqmq/923lPjiyfmB+N09W49EDq6psxeiOUqwT1C8WJDfQrFh7g0B7B6z64IUaiTTJ0rULeNxjc6H1zuaZbg7nibF7yL4msEoAyRirBYQEVtmej0Dnbi7oxsorlsp4363kAJ3e4/b1o0je/mZj4TmZA2nzFoATq8v4+q3fwVJtJG3efc0WTkTr+JdDN+PG433cfgvlEEJ0QG3VMfo9E8uUHp/Tv5JWapFzk5IXMYUU0ZqbldxBn/egRxZqKr1AbsTUZiTjTO2vrH7SyI3Vy3IZiUv02fLHa2ubsQNynblIoVDFOBkh5MUiaDSiviIBjIIYgywaeL0/XineP7/JWzGGusymvVVRWy1Zw2P0hpFpozF4VJJvEgJe88hgF84rzjtjrJseNcdnEXPlMmqFEtJyjLlCAeujGIcHBG8rWFxoYHcY4uHnzeHeB1qYb7aAQR/llMy0Bg6fOIHu8Q7CsWmLzVPbchiJ7sjQw9rqybQ0oygenZWunOGHIi5rgZQGnIAXg1W4VhIwE+MzILDaQFxpYlQKlRCOyVgVPGiYlgIfXse4h5TA6qCrwhmZ5XQLJmDKdaISxGKqssgUinnOecTngX1DAzNNZ5Ut43bcFi37oJWJswMs2R7pgFUmdgT7CEiSZDniccfWfr8amEQA5xaBVXGXnMmVCoEZ4Gy/XQ5iVMSiJagKVAn0OmC4wrZ/An4ZI8SA1CmfEh2wNgcL2HW/LXjXXJJByRhRPNJcNcCXgDC7EigLE2ruck8YFUOMq21ElTbiAotutgbJYCogsMrrmeBhnzwzYLVEWZxSSYUKsYfVnm9wpO27prElvXKOLxYVR0PUwypmZuo6R+oS98asb421llUrNHBjWyvQpU4pgWvu1WIM00mZgKOxun2ix2tjwb0zB+M+RfkBaqs6HVXfSq8czUkEmFyQ7cO+NV/f6pJKD6wa0MmuGQNA+fDMV2PDW0FGLFkXuHtNV74uh9qIkjX2OxuBVS8FoLXDjQ1LYMwxNs+E0OsyrgP2zDaxp11Hu1pCo0q5Fxtb2l+oJ1xt/X/sfWeYpGd15an0Va7q3NM9eUYz0iggCYGQBEIEY2NswIDN2kZEmzXJcY0JJmOCExgE2Disves1BkwwYIzBGBsBClhCo5wGTU7dPR0q59rnnPu+VV/39AAzu78wxSOmu7rCF95w77nnnoPNl/84Nl70VER6pkvNhy3/lvgdPX4A991/t1qe02SABoG0pQmsFsemh8fjtYWNk2jTyrVHDj7XDd1hPDdM5Lhu2VgmFa+DQCzFKPY9eCtuvfFbOPbdfYg1yrhk6wbsnCygWV5GrdZCpRvHQ3OUOOmgHw/MtZpFKjKcI0AhGcem8bzinAcOreDQYgmLTe7NslMx5ny7hXq1jp/9uefhRS99qUlsD7RNh6BSOFE6E2t0vWRq+NozmUqdzlj1oPr3kgIIg6urASkX3YbacsM79NoE+VyB1UR2ZlXL5PrAqkat+3oHvDgda3aBtJtx7N7xRNz+nY8iGm2jpZZRSs70cWy5jHg2iZEgKc36hXILS6dKWD6xgC2bZxDEWUwHRosj2nPbvTi+/vWb8cBt+/Cdf/sqrrjmUjzvCU/Ax//24/jp61+Me799Lz5y0wP44tffi6JaHRwmw+J5u497D9axbyGPkyt1LC420Ilk8KRdJTzu0mnFgxrTvTYOPnwM11//G9j7wD4kGD/T7tMViXkfWKhlm6pnrEryiM+3qnjq039Ca/EvvvglGJ/e4ExRh3IA/j569hvXGLkNUGao35ac15V7dmG2kB4CstQfJeDQ7bsuMK+7aoXD+ZUGvvmf96DWZ+HQyXe57huvY+ohkvA40hJqC+CQTRoGQkODagD0OKQl/Dnhc/Ibbpj56nXbh3qvti4YmMW1nQXmLqK9uIDV6669HOedt3sArIbXrDNJAXhphvAYXTV/3NoUBvX8Gqg/rWJpekme4ToZ3hdWf4flctbRM9QQLpVW3JpvRSAC7DRmTCSpC8zinjGf3fbjboRfV+1swsw8v6ZyNBYKeUmbsNuKjze8+tXh6f8D//yed/yOOqoCemEoxrPxZNfCS085fdPBvjj827CoYzII/hqpG2LAWLWOo7X3Rb+vQsLdNYxEUKo0cNXjn4DtO89HJAyEDeI4x2BddaZnCay68/EfYVr/Q3D1NEKskyvxBda5uQXMzc2hUi5hdHQMW7duRTabdkZbvHc0IbZY3+IMdojwGlsh2M86MrX92B2MYR/vrZl/Q2CV9CCg3aqjXFpBr8t8xKQABKyOjCLHoo7rJLI14XTTM80rr0O6zlwfLA9r/iZAMwSs+q6dMGPVCCoEQlczVsNt/2s1VvU5LsbywKoIK8zZnLFoeE4MgNUEEE/QsJJDyoDVFUoBOJarrU9W2GUceoaSkYv7hvcnPLzCMdgPOsGGGquesGNrgc15uyc8v1WMVco7Vio4deqUivYiAcVieNMf/e0P+rX/JV73I2B1zW0OM1atHcPYOOaO6eSzXeukX3g5L7hg1JVPGYtKxiaGR+i9BFl9i9lARJ2TjAkedSsFrFqCniTThmCNgFW6FxNY7QhYHc3HBaxyImVTcSWCVbZPD4BVq+jJaVxsJZMCqLd6MlsieMjJHQZWvRSAACunsWoi68KExDzMJAhmirw4AFYJc3pHbLMscpXtHvVUjbHaaFsSjU4L+WxSySnlAZhwyyQqyQQDaHZ4vFG1vhE6I7BKQITt82TcUqNTwCoZdmcAVmn6ZVuFtZ56YDUVJARaEzsisEoWLV2WKR3A16siSt3PfhSlagOldg+j2ZQASLHRCCgLsHDXFV2UmrzfHfzET87g0keTHRgg1m+h1ayjVo6iUovhoe/Ucdutx5VAp5IxFIKYWrpXGh3MV034moxV6ojSmGuBwGrfGKt8rpBOqLVCAAAZSTDW5ipgNW6GVsu8pm1KAQQYdcAqr/FcheylCMbTWSyVCaz2dF6esWpxqiUcxkA2J/RVjFXd5x5q7QhW6i2Nr7FsHLmEmas02321iPtgXMl2j0ZuEc0BLtWSs9A9PgNjlVqInRYW62wnNoBFUgDRPtIJbslR00R0BtYEZ1gF/LvD1DY8uweBVXzkBjlSEnaT8VYihkqjjgeP3IulfgO9RIA0505+BN8+vh8H6ks4cGwFJ48B5UYM3RTPu4loJyZDCN/Oz3GUSqaQTKXRajTQaNYRCeLI5LPIZLNo1upYWV4S+z2TygjoKJXIanYtihQ/J0NY4zIpMIxIQ4wgqRNM59zl/eGMYwIVjVHvjK83QFev63XELmERQGzCTnfY9uskTVjI4DrB4kmGshiU5CDDmw7lyZQYh1WeA0GhmJnMDdts1WCooogZydk66R2ZqVdZiCUQ70WRH+ljx8w07juygMOnSpjKTGNiLIvtY0lcs7WATcU+dmycQazdQ3mxjnaDLPwmIrUO0j2a1mQQ1CskjdDQWcAlwUEBhVE2oXsdMQMSybCxYe2CBM1dp1WlugGTJa6F1CiNoZVIo5PIohVLS+O4HTEjPgGrCu4YqBFYraNfW0a/VUeM0gtO1oJrhMBKSrFE4morJ2BJYJW3iWz5LU0GVdYax7ksYFXHKGqaM/dw7IJwS7M069gKygCQGqsEhF2BgW1pXRoCUJe4r5Z7KvvKgEuM1wiiPcek5ldRYibSGWhHp6SlShDYJD8E5jtAS3ubqK4sJJ2pim7FGcozGMWuY4sHNf16bRUPJLeg4zO5kHqHAKaTBYil0E4V0SGwSgaZWBIxa48ne7ZPdnIPj/rSuUkBEFj1bG1vEiVWAaUAWBiU0SIZ20nJ0tTq1BPuYSSfVaGn2WlKK5nrKoNgslppzMRAkvOLppPSVPVOyk4egUG3TkJAiNNE1hiNIS3NOANWBaAq0Cb7wQJrn5sZlm/PeZ1U/hsGMrWUOjZ6s0mJGANVyUjlf3Iwdu1sXBPMcZZspC4Cpz3LoJkBMhkUXgZgNfBlU94DtqvBqzDTMcQQikWQQg9bRvLYNJpBIRVHjkVVFepoUthBOh3DSquL9MbL8NinXY9k3FiwAmxDwOrcqWO4++69Ao7IWqVsQiZNxuoWjE5sABkcmlMhNupAfNYlCErQnG5kmMW6qmCuRIzjtoFEvItMJo79+x/G1z/2F4h2esglA7WljmfTiJQrWCnXcXz+FHKFEVQRxTHKsVCjmftTuyGTDl6zfCrAtukRTOSTOLnQxl0Hj2KuxjgmLi26RKKLIJNHKlPEM37qGXh3IZMqAAAgAElEQVTyU586MK7TyhAikK4HrPqEaggiuKQ4BECdC7Bqg9fAmPUea7/PJ2PrAUffb3c+VykAAqtaQtdhm53+nY65qtdzDjDZjaLdiGPblqtxyy3/E2MFUrU4VhIoL7aw/+gBAYoPPvwgdu3ZjXx2BAcfOYp0UMCRw0cwN38A22e2yVzz+OJJTG69CNsv3oyVQ2W85qW/jKsvvQivv/7ncfzh7yIeCfDwfAkf+ObD+MQX34bplGwXNW5lqEfJr2Yfx0tNoBjFwzc3sLBcxxXXjGJqJIlCYIwmjtmH7z6AX7j+N3D//n1OY7WDiIkV6rQ55z1jVYmy2wcJrD7/F38BRxcW8HO/+ALMbN7iDLEstxkAkKG5RKmCeDeqTo5WtItcMoarL9iF2SLNt6zwyD1nYWkZ9XYbsxPjyA7MmMg0iWKh3MbXb71bwOrwO8hmdUVEZ3dlQ9Yho4O5638f6svzVWFxjFVgbIhN58fA6cAq17QQe9a7rK9lrHLfVVs7z7CDeD8QsPr4ay7B7t0XrAJWPVD3/YDVtePV/z7QtA0xVgdzbJ3n1gKwYZDWyK8KHAfzY7hO2PUUY06Gjm59lzKckXkos8U9mqQAz/qzEaKjFenC4lUDeJm7KufUptXD6MgIFpcW1DLM59/4mtd8vyVg3b+/m8AqtbUDiwkG4LDfHwRUDfVTVV4Pga7DazLUmh1cUyaDTiLpTFIA/p6G1xd+fqlcx+OuvgY7dhFYdRWPwdB16+X/sxTAqqq74wjbl5AU4KfJoKDAP8XyqFSr+PKXv4zPfe5zuPvue2UQOT05ief8zLNw/QtfgKkNBDRpcueAWrX+MzHmPWWCz33Ys5AJSGv3RKdreZbJMrhHaI8xYLSn9n7ua4xkOgRWV2he5X0wDFilFMB6wKpG15rCiJlLWVyz9uELp+HnreBrxX5+1iCmcKQPM1lzsmgqPtnnh1mpYVkA3+nnn+OCtx5jlbEXza/WA1ZTScZw5iHA8UO8Z1kSCQ7IdAQKX2jX/HXX4fS9bX1g9UwTbDA+wkWCAXDqzavsOg2Yve4a+evEGHFiYgJx5ogRoFwqY3FxUddBhqvxOF7zphvOaY7/sL7pR8Dqmjt7JmCVLftW0aFrOBPUsC4LGXQRaayGgVWylQgkMgGjXmWYCSL4T5tYD+2WJdwBzasIrLpWup7aC6MCpepNMgXjGMkZsMr3k1HHth8PrHK1lRRACFjlJkhgkmAiGX9Uy1NVK8RYPQ1YFdvCzo9BHyUK0mQPkjXXgZJ7SgHQpMEEz32gY1py/OxcKin3eYJpNbZKdjso5FJK7Cp1YzMRvGXSxUW4qY2cvVnWNkBw7ayBVTrqOWCVrC6aZFFLj4xVXlevsUqGJeUV1gKr1F4ksMqEb0TAcF/gCAFCtU7STbzXUWtuuRXX+f/Ciy7C1u01dFoJRHs0qaij206hVInigf+s4Nabjgq4pYFYjsBqLIpSszcAVmdH1wFWQaCLxl3BacCqZ23y3oxTriBOE60OlgisUmM1Y8Aqmb8E7U9W2kilohhPZ7BYqqHeJ7A6lAJYD1g13Uyymxzg4oDVZi+OlXpT42KUjNVETMk/NYKlvemCKwU3BFYNq9HzZKwKWNX4s+TegAQCe2SsBmLuhIFVSQEQWCVjNRICVskoZGIUT5w7sPqhDwp84lgj6NaJ9HDoxBEsVecQGcnh1PIRbCimcKyRxSfv2I+Hlo7RxQHdJgHYKNoJmqs0UEin0ej00Ww0HJM0JnOVdCqlajG1SqM0fkslMTI6ij4B9MV5dFo9ZNIZgbDUqjHtNzIFaDBlOS01+8SkJaCYSJhua48sTNO55XimzqEPitjeyI1OcgDtphzLCUS0qB1LfdRm0/4uDUMzouBaQPiQhRO6dc+VKgI4swS1gzgalIAgGBWhC7ax59juz0DCgB1jqyvkk5aysZ15b4v9AEEyhUftKOJA4ygOHWygGEshnZlCoTCB8fgpXLExjku25XHV5VeiOtfFySNHUasuo9aqIdEBsr0U4vEUijwGslXJdKfxEuFRnkekZaZVLkw2dN//uhoUEHdVeqx2jQioNyMxNBJJdOMZNGMZSXHI3Z6Alys0iIVLxmq7iX5jBWjVJPtB8xHJP4j1adqpgfRJ42qrJ4Nd1ycSxUYnacA39EWd50GappUHMHxyoqTPtWhaXEvKJC8+11sCqwTi2roPzXag5JagKtc8HjvrWF0wmCV7jl0AZIGSjUhAviMWKBlYBqqaWRWlC6hzKu8uy8xsPkvjbU0w57KxwaVmIK62T2rumt4fC2naGKT/Sn1YFjA6aLaTBmhTbzUaoJUkY3UEXUpOcNEQW5OSBREkydPv93DeP33lrOMvdhwQWOWDQAONj7ie0ODFtF8twOZeycIb9+ZSrY5UIoFiLqsCQb1lRm00LRFzK+H0ymQyxrWNLATTi5ZJlWNHs9jhenMHTPZkwuYiD8kDmBwXpmNFtqYZffBhjszGxCHz1Lcx6v0J3iMrsvDYeNyc1w3piZsuazabHej/8dy90QDBYoKofPBzqPlcLBb1nhMnTth+77RN/QUfmNWsYYopkQoBEWGgLcr9Dj3sGMtj82gOeTJVE1FpNEbjcWSCBKhU8N1jJ7H98h/H45/5S2jVqquAVd2beByLyyex98471IqbSsZ1D1LJDDYSWJ2cMbY82xdDhjsiTbuHTywMWHXmoSFGhl5GGSUN5iaCVA+JeBOddglf+fIX0b33dlywbZtYgA3uF5S0Wazi4IkVdaxsmp1CJB3g4RPHUW7TPDSFDItgoB56S/qqW8ZzmCykEOmlcP+RE7jv0EnEEhnJDaFfQ3F2Gy678om46uqrdX2oZR1jC8w64IjWWScFEZ4UqwHv9aeLrfWrH2EAxgqsIfaWQCq3trv7HwZw1vuW7wesDkCu0Hh6+lOfdNbzW2N4HWDV5uVqTVq/N1gTlsl2cAfhmOq04ti55Qm48asfQaoYSGM7Wu1g8eBB7F8s4Vvf+BL+/aav4S3v/RMkahHc9p934sUvfz7ue+AgvrN/CRNBBvvu/hIOHjqB637qWShuGsNlO/fgWdf+OPZctgcfeMvv4vBX/gPRThxzDeC9Nz+E//OFN2OMxVPKfbk4iXtMvAZ8c+8i5kttPHSgh1KvgSvPT2H3tjQu3DGGSJ/FEeC+Ox7B83/+lfju0eMCVqWXr14Fi9vDib/OPQSsvvyVr8C9+/bhuf/t57Flx04DwxjXrrnPA8Yq8wluJbEYWvGeZJmu2n0eNhVziFA7GFEBq0fm59WttmV6mrZWKkgatNfHqVof37j9QTQo0j8Aba2FW79LgmktoGqvFJA0GCtDIx9j8J0+z72u4np/C0tgnglY9fPLDmwNsIoA73/vu3H1VRfjggv2nDOwqluyBuhwlMzB8+ExrLV1ja6oJ76EAVZ9rogzPu6xvNJA1dXgVNm1Ihsb2HJCsEgVDxAPUohTo98Gj9YE/+BnscjIOGotIMVvJfg/Uixgfn4O9VpFc/FcgdV3vf21Bqwm6e9h2uvuiIyF64DV8LWyPXQtkOrOJARQm0mmdWF5YHXt2iV+x5q1hL+vlGq48uqrsXPXBbpeusYWGg8LUf+PwKrkFtz5+fEymAdkgLpCiGcYqnMsMYaP/vlf4K1vfTvm5k4hmYwjk0nLz6HVaOGlL3sh3vXud2BiclRrX6/b0j1XcRIkaXVwz9334b77H9RevGF6Gnsu3I3Z2WmtO5TPsnsQkuYIz0NhCtaJydi802qYeVW36XqcHLBaHDFglTGOixFXFUeU89jYFfiobp/V892Px7DGqp+7tqbZ8uGvjz4npLEaZqz6cezBU5M5IlFpaErl/0bg2H4eSgF0WuwoM6PWMwOrjBWdeVWnpzb6IQhsa+AAWHUNw6uKJYPujxCj+AzXJLy++OJxeGyH11PuP/6Y/fH494SBVUoBkBTG6UBgdWFhQdeBsSaB1Ze/9o9Wrcf/1X/5EbC6ZgSEgVX/J81TP689kUe6dcYGkqocmXuOsEPGEoMZbkcEp9guSBaidFYJTEhUz7mwS5fNgn4y9JjoMSGnzh0XcSbPYn3SXAdxjGUiaPZMA4csEC5eYqKK/U6tONPF9DR0MlbZhseWfAJwZGKZLqq1t2ZpCiETLLJsYko6ae7EgycTix6/PO40kyFSajtcdGhERMaXI7ENgihrByYylE8nkU5QD7aFCoFVtoikAgEQPI5qx0y6RlIpMboa7ZaAAbLNGBw0CTBFIsiz9S9IoNVpS9NUZlTxQG3itoHavSG4waRQmp7M63t9adHWadaUSIgRw3fwXKj1SaCPCwKBYxq1MOhi6FFvtLHQ6iIXBMgR6HbfYTqrbXQ7SYECZBHnxnp4yasvRTRSQqxLXc2S7TndAEcONrDv9kXsva8mQJyt1mSh8jhrbWCpRkZXD5P5lJjH1J1drJGxSjAzIhYEr1eU46XTFnOCrf4EVglSUMd3LMMkziQJltu8rl1M5tKYIirba6Pe6+FkuYmRgMl2GvPVBlrtrgAV+i74IHdY9SR/lzqNtqkRUNY1dcEt2bSlalOYwUgmgZxrT69SV9Cxq/xmaKC8ayyJRSV3QZYwx6gY3vwOYa6m6UdnbG5kKzWOZWt1p0YiNVZTauG1ccdj4/gleMQ2nI8f8tXQH3wpF2OVwCorqWR0BnEsVhZwdOER6RoeqpwU2MLg9YtHyvj8nafQLpeRiiaR6kdRjZrTLqUQYqkkao0q2i1uqlb9JQiazWYQjcdQrdXksE4G38hYAa1oC812CyvzdbmdFvIFOQ23Gibu3usTYDB+AINEAge8ltbSbNo+Q0aCtcoYCZiBZwKxgM7GbC81w6FUKq1rSUCFmohDAMQVhozCJeOedCotTbRqo0YrDCVFYr3HAyQZQFJXmXOfSaEzR+KAkfwGgyAXDKY415NJjJCZF42g3u3hRKuJiWgMGzNxzMzuRK3bRDJoYvdoGldumsSjt82i22yiUuugW6mhsVhGr9ZAwFW218dEPCd9TOmm0u0+1Ba2ilVlNFAHXDrxUhf0OuVox+Q0dgVNNsg068QD1ASsxtGVdZJpWGqZRBfNfhMRtpS3yoi2qzLliPYTSFIpMcL5SK09slOpT2oak0pH5N4bxawbpqsCHMdgVfqpoMszQ53zslgARiGPsIjlNJ65CHoH3w61YrkWO6DYG/Fwr9ClcNVwHgwBS5lXOfCBRT/phTvzAuqcqpM5yvlvLWKuj/CMk0v7ogxLwolxD7EOi1AMiHmveOzGxG754+UxR5JoJwtoJQoyESNjlcfE/UD7jmMnT37+7IXxC/m0FdKcGYMZRFkQyXXEMxlUcXcGV5xL6VTSukXIDiZzR5uJmUBI7zT0YDIq47AugVXHthTzx+vS2X5DMJCgrtY5B4Z6Zrlv1aesCa+gZ5hyPHi2Ko0PyBqwooklNQJAaSJTq+k9PgHUdySMVcvX8338O7+HRlXcPzkOuI6wUDMyUhC7dbm0IoDWgmxLStiOrlY5jbfTgQz/nWFQVUF5oi8X9M2FLHbNTKIYWCGPXZPxIIFodhyHjxxFNJ7Hj/3Cb2F6w2ZUmpaEDxImBxKXqxV8546b0WyVlSQG8TTS6TQmp6cwuWGrY/CalI8BCH1EuQ5zXY+YURnnEGcjYR3NCW4eTneOr+E5s9AArKAQbyGdS2D51Encd/NNyC7sR5KdBi0WLnvoNDro1dpYWCqjXKtjZuOs2Hxzi6cErmfzObXzsbjUpFREp6Pimc6t30SzHUOt0laM1okBK50Ozr/2J3HhY56g8/IFR7sOLKCtZoufCUD9QYDVMHtlCLgMGV+nJ1+rGatnAk1XfbcHdlwS6e8JCywci1EWJLleqBrGwlgU1z3ucT/45h165Vpgdb1rsPo5blS2poXHLNe5iTzBA1U9lPBTnqfZImO9KTb7+NiYkm0y2JlMcj5JvIpAiwqjJr/B12ydmcLx4yeVH0yMTalbhNq95WaAy655Ej7+ydehxxShay3Kko5hkawDzJ+IYO8dB3Hbnd9FfnILNmxMYyTbx5Ov22QFxVgXe7/5AJ7/i6/E4aV5xBPcK2gCYzEbj6fXb5ym38fjI2P11972Btxx02346Wc/B1vOPx/q2dKi7wHMoYyGjUDWHdiFAY3zRCyBx16wGZvH0oj2bdbQnHa5XMFEMWe7TkRqx+j02QEBrNR6+Np39qHsZEkGXDzta0M5jsEaM2gLNnSE83NYIh2uRf71HqAd5mungzB6rcCutTqqZuJrW6V/jYuNWcRWwZt+FC0kYxl84H1/iEsu2YZLL75U43nwncPq7g8wlsOasaczrhXBuMLmWnBFv7uC9uB1IaCWQOF6D2MoDq9LpVQe7IF8lvrnQTKHfruPI999EN3Wsgg83C+iUWcASe8OAkhcXyUL5cWVrKMhnS1gz0WXYXZ2Axbm50G5Ae5B5wqsvvutr5NBJAFCmoIaG5XnZ4QI61TyfaSO9MScnDGXaeq4rqCIzTc3P/w+o8+TKZYLGfWesDarGU5r/DlmLD97pdTEhZc8Ghc+6jEqkCloYnGAOrwqfrvOJI0n+/n0x/B+GBBIzX07EF5LykVZPhDF4lIJjUYT6UwauWxaOUq/U0OPRf5+F416A8l8ESuLZfz0M5+LBx46jGJxDO1WDUGspz2X5rSVcgV//MH34AUveYHWHJIURAWLBbj/gYfxoQ//Kf7tX/8dx44cMfPFTBYXPeoivOhF1+O5z34mRkcLAPWc2Tq23hkxRmW3joyv+ujW66iUaNJkOQsf7ORIF8hYndL4EX1Kw9LABAOoFXRr9bF4xGJfu46r96TwYXiQ1S6n5VACC9Vx7P5TrEp2pgG2BrDyd4ujVzNU/e+UarH/uHcZEGuvJzuXz3tzMH6uz1VFgIlERGwLm3py7zCN1SFgzHjTx24GCrsigic5DIDV1WPJjy2zJF4ffA6vsf71itNcPGyyH8OYWHQnnpuTAmCn5fjEuOJfvp/HXlqidi5lBjk/k3jZb/3hD7Du/dd5yY+A1TX3+kzmVQNJyAGwatUuDjQ5SPfJ2rNIhJPJqmk0nLLFnwEHg6gwsKq2I0TEqiRYRLCQyTnBPrbj8rPDwCoT/vGMuUITAF0LrHKBJ+BGBqBE650hA02uaB5UpfmPbSXG8Oh2kZPbrgGrDLC4kVI7kq+jzhQDI9L/04kAQUAmIhNTMyIiAGZ6fm5BdFIATLRz6SQyiZiYthWzeUee4Gysj1q7g0qLzJAIislAiWyLQasHVhFVGyYnfj5IClglK6jaahqwGmOSaQuM8hUH7jB59UAr2ZoEdc8ErJIFzOSTDfYGhJOQSFZkG3P1jlr48kFUwKqvgBIYoJkPGVd0hty5J4PnXb8bteoiEmwE7tfQbraQiKZx/EgD9958Anffb9eVZmTZpJnuEBhfrHeUdE3mksgm49JY5XMCVtmemqBMQkIMQG5MfYHeNIqiVmlXAAQ1VrNxAqst6bbV2j0Bq9PZIbA6FwJW58LAqotGw1V8MRccy4DXlsCqBR8WjLYJrNYcsJpOiInETYnmZKzWrU3WJAzPrZt6o2S2thmokv1L4NvaWVTlJrgRmMnM9wNWtdg7kx5+7icOky9xdg9prN7wPgPn4jQt6+PY4lGUW4uo9Zqo13ooTqRwsFbDZ+48hlv2nUC3Y2Ml0k+gFzGt30I2j2iPWmgAW3EJxJBsSNMpmeFkkmIgNUpVBRvFkTxtiMQgbdephdZELptDi2ZqTVaDaUBjzFdebysUmC4vAVYDXQxEcTXyELDKdSaOGPU6mNQQgO1Drct8rwEpLQMefCTp4hmZtcTY5kyTN56lLWTWUmjBV5J6ulynegTELD81kIfmGX3EqUPGMdqPIROJYCIJNCNp6bJVWk3M9DPIZRO4YHoMT7/sOiy2ajjWWlCh6PwgjgumRpFOxdFeLqNdrqJbbaBfbyNOSRW21osXayZ4aqL08YW5an2PwNUG2SpgyDFvedxcC7ts4U0kUY9SY5WgasK0SrW+SSxCrEsCq9FWCdFOBbEu9fXi4AxVuz8NTKQNaoE9x77mg2uLnGkycF7LpPJUfxdk901jdS2IRaaSaT9yfLlqvJNl8JV4JjwK+hy7nI5pQ5djC0oNtAwdmxJg33nB5IPFBB7nUKJADNszBGzWbqVQ2JKJEBMwKhKSOURbi7XprxprgIFpH+1IAp2ggHaigA6Nu5QIOXdUrgssmAHIf/Zfz26C8z3qjnB6u46hqSKoM5XzAOVqYJV7Ehlg1qLb7tDkikmOY8CE7p/VI2wtU7HHAase8LY5yzll4KaNB66plhwaU5Xzy8AZjjPpFDrdLd0vp3caJLieGMDmEwElKbyyvh0rQSja5iT3NX4Xv5egKd9DUJXfFyTTqFUr+p1F2Fwmq7W3RvmNWk3AkbR5nb4rQVW/HoVvggd+/XOrQLkoC8NRTOdS2LlhAhO5JNIBPZkswaBW5Yljx3DhxVfg8c95JZLpPOodMzrxY5//8rVk1X5n782oNZaRzVA6JSWgksDq1Mw2Z9wljR8dipJnFt60itl941an+9Oj0RyTvqps3yy5CNDvsXjIRaGMXKyLdCaFamUF+++4A939d6nbgN0W0pVvcN4TmO5LOiKTz+nesTBsybtVdtV1wH1OOr42Z9lFIn1nttMmoijXmkiPb8TFT/opjG3e4cwTDTS368mk3MD8taCmFWJWr3vrPbd24oTB1cH1Co9rB6DbZ7nCyjoMu7XfPQCAQhp9vqjBa5/N5rC0UsK3b78NjxzYrzU5mUpKr/jDf/D7Zz2/FZ9kN6y6NsNjWh9cskRbZ+1AmRC7jyi3T/9dMjsEtYZSGH4Oaqxy/fRsPlsG3V5Dg08WU63bRMXjaAKdTgY/9ZxfwMf+7je1v7Bw1I1S8sRgf/7/0lwEN934AO564AhasQn81v+4HLFeB2lWw/qUAunjP/75Drz4pb+FudoJdc+5VpJBezxjCN8+67VEDbxp4Xfe+3Z866s34qk//nScf/nlktfxwKrCgVUBoWGO3WhMhQd20LFgQGB163gBVB8g2Erz1JVaGZMjI5bn6Hw4tyw4r7aBr972kDTW/R7hdU31nSFdv8FAEMiyBgi1Kp5r4w8NmUHH3JChtt64t/0wBKLainlGYFUu6SLPdAxYjWdww/v/GBfu2YzLHnXZ/zdgNTy/V80rx6r0fx+Mx+G0HKwBg7+FsJVVn+U03TWv+0ClUrH4TfsXC559pNIFlBZLuPv2W9Aoz6Pd7iGWSMqojQxWFv9UKE6YbJWPb2R4RH3+ZBYbN+7E1OQ4lpaWBKzyNW/6tV87p/n9rre+DulMUjqrEa7bgy5Rb59lnTUcU4Min98DHPPeA9EM0rQXDOIyx4D1sgJCaD2YZZ/J1/NyiqXpwGxes1qljsuveBw2bt2N+QWeZ1lv3bptGwqFogGJWhdcXOcLvCJU+UthUZXoCNprnQ+AGlkZsMawuFjCzbfcgn/6wj/j5ImTmNkwhUddcjGuueqxOG/XdrRqKzi1MKe9b2rDLL699y780stegfJKDYVMDhP5HDZtGMOWjdPqxFlaWsGGnVvx229+A4J0Ql2c7As6dGwOv/OGt+Izn/k8xnI5FNNJaSUz16Y8WiKVxhvf9Lv4pZe/HN1eA9Ho+mQWRW8EVrttdUh1mg1UyyX0aM6rk6XJdh/J3AgKE1O23FI2yoIpx563CxTpOYzCeWAYCMs/uOvqwuDhwHJFEUkZDIkJ2uOdDJiP0cxgyhtNmc6q4mf+K7k1+pWQRDV8zuut0lxYxQUvy0aAlYCrmLUOsB201RuonqZeu4vfOE4Zh5GxKs3WkA48iV7UvreY2saiLpsr2mjunqFwcqandcl0rdx19Z+rvMaTAVbLAKiYRfkF3q9WC+lMBlNTU5KvIoGGx27AqhERGGO++Nffe05z/If1TT8CVtfcWQ+s/tKeEQNCXRLkWasOg9Niy2o7B7tnrLYYSKnVlH6vtmkTAOT/mHR7d2ZjrBqYZ8CqVQY9sEqgMc22Q6vnSMOyRr20fhSTmZh0OAk0Eljttdtis7aEXZLZxu8yYJUTxDRWY2I7khXJihEDHg+sZqVhakY7ZKyaWZax4JhskGlLYJULM82MyB6TKYmAVZdUus2a4J93xCNgS8CQLfeVtlWlCKym4mRsGrBKggCBVX5Hq9sRYKnWVeppkrFK8yoPrNJMp0UJATIYqevhEym7gby2YgTb6qvzqNbPDKySsSrdPbKkJO8QEbDabHdwstpGPpVAjsCqCvDmpC4H1UhXwHaz08Y1T5nG458yhdJKCUmCM/06GrUG0okMVpaBvTcewG13tFYDq5G+tHiXmj10WwRWA+RSCRl6naq30XQsLTI1Ce4SP5bLtK5tBFUyKdpsG4hgLE9gNYJyvTkAVqcErNJUqi2TgrlyC6PJhNg+Jys1Je+mregCTBdY2CpuzF1f+aOshAIotzE1exGUaqaxWqQUAFvBnBGNB1bDraQeTNBmQu1esq4dy9kbCnG9l3ZhMtCGtlzroEUzN4IKYcaqcy7l1sLNWTqzsTg+eeTcgNXuDX+ke8r7XmvUMVeaR6VXw8n6MsaTBUTzaXxp/yF87a6jOHmK+nnU++2gWu2i3Oghmswgm0oh1m2gH8TUisuqMI8rk83ZbkZwfKSIfqeP5cUlMaSLxQLKFeoORbR5BfFA76XujljsbOZ2Bg8eUPX/EhgdAKsuwODm5jM6Mlx5TayAThaLrV80Z+NnkpFmgIj97gN2n5DH2VbL2RMjw8xMA/jxtVodTZoJOU1WAyygxIpzg8C0Pk1AVhTFWFyMaJpqVXstJUgbghRmEcGLn/BE7Nq+DffPH0GtXcdsNouJZAxjhQSCTgu9pTJa5SqiLHzI9M4SAZ2bglBTPl2dRLtEehXQ4MFKF8mGWrPkeurahaS3SgZALIVWLKEkkkZxZNvICRJ80OwAACAASURBVNmBgwK6GSB2Koi2V5TsMt0k3K7CmYJ2A60Nt3Y99S44J2N1eMy8yo61omXMR9sOeHXAut+aBiwIvdS1T3jCA7sdjFvsHKA9MOsNuyxEG7TRCUSxouCqCjePk4Up3VQuCgaam/7raobNYMt05lj2u0vwHVuAbCxj4lIewP41cyAXRBPgjATStu3JvIoKtQaCy+CL385rToD102cvBZDNBKvaB8ni1I6soNiYAjY3TAZA+lKOGSXJGxZK29beZYZPVhi1VMhYVGbWZvc1DKzydwNs40gmyfZOaJ0ZzDfXasZ13QMzzVZLhQ8ex/D9dmw9yRCtBgQUd0QMqCRjgO/xBlQqMIqtThkNSpZYIsACC4+fxiKdVlPH5l/DO0NgtVZvWJHMwTTG7vW6ZcMxHAbx1gPZWEDNJ2KYLmYwko4jm44hn81qvzh8fB61UgmPufIaXPO8VyFXHEedc8sxTm2IGLBardew985bsVKaR4ZsnVhKLInJ6UlMz+7Q/bPrOgRX1enjmS+SDDE5Deoip5IEACrodVfQaDbRbLLI59aWfl3rViLIKKk6cv8DaO+7HbEgkFYwDRo77Z5NDfpYtHsCXXkfmXDIFNAxfC2mI+OZ61dUxcW+CuJk7zDx7qPciWLyvMux67HXIUuZGHfOWkrVdWTa+4N1YN0C0jCA/X7AqjGvhmxNf9/CLDdL8N1nah1YXQw6E6Dqx7YgNfd+D6ySiUtzrk//w2fw+S98AbUWdWwDMzzsdrG0cGR4EmfxUyI7PZhTq6/RalbTYK9Thc27ZLvXEIDRwXt3b89c9MU4i5U5vsj09vOcbZHhIpi/9rw+HTLXVGDj7kBwMSb5mVY9gRe88Ffwlx/9ZcW6ccqIRKl5HRewxStdWWrgXz63Fw8cmMN9363g11/9dFxz1QiiEUqrkGwRx5c+++948Ut/B+XuitNW1YZmx6Ml1pjnfh55pn4i3sfbPvgH+Mrn/gVXPf5aXP74x6NHDRm53Q73oHBhT4zVaFxrMbXkWfx9zPkbsW1ixAoWABbrdX4jCukMOs0uciwqcx/h2O13Ue9G8dXbH8JSXerfxs4LA0yKryWEPDhmv0/Yc8N9Y7jXrBkoDldR8c4VVAZ7jduetP+E5EvsPIfAqr0s3OZswKpUZHttpBJZfOgD78OunRtwxeVXrAJWvS709xq+w+v6/Rmr+pyQ4dIQ5B/qXxrB0kC/weP7AKt+cpK9aExg65xkF1wymUOj0sDD996JVu0UWpRLS2ZQGJ1ANJ5CNE7Fc8Y4zCuHHQJ+3Y4HGUzPbMH09CQWFuZlisg588Zf/dWzmNXDl773nW9CNptCLp+WyR9zNeYoPrRSLBtin4upSs1Xx0xdtdaJjDA0AfOvUVw5kD9xDFgP4DofA+6bzC1tPY6qC2xqehZf/bcbBUaeODmHdDqFZz/7Z/Arr3gVcrmcsSUJLnasM9IXPwbrlIu/LG4b3jTvwj53ch4fvuHD+Nu//lssnzqFBLpi7sajKew8byte+epfxlOf9hQcPnZM+cPMxk247a578Kuv/nWB47u3bsIl5+/CxokRnL9jM8YLOfSiAU41WnjuS65HZiSLTrOGWJDDF77wFbzqNa/VnrdpvIDzt8xgspCRB0QkSOKWO+7G4657Ct71R+9XLBiNmJzQ2odNJ5Ot4g7cbjZQKa8gQr8EMXIZV0ekKZ4bndD6wPM3Ivma+MaZfXimqbXR+InsfwyV/ENdQorRHEPVCkrDwrd/3heoja3qAFSyTwmoyoTUAFYZU3Hfd4CrmVcxDghJAbAYTilDFaHt8/z3cJzRX0UmpY4swziPXQ6S1AjpmarTiK/zpb8QC16qsRzXkghb59qfqZbo8pz13sOuS37/4JqYO7cR+pxUH2NKdmiMT0woFqCR8NLSogNWe5K8S6WSeNGvvfuc5vgP65t+BKyuubPfC1jVS10+SjaMB1Y51sXIo9K72pjNlV2MVSZUfb6WzBS2RquZ1RYSAavRAbBKAFPtpHRrThhTjQ+2CBFUJCN2Ik3tP+omtpHPJKVJWm20BKxyQpIhS9aZr5Zx48ylE3KNlrapVAiMachAgzqtNGVoEXRh2wMNkmgS5UT1B8CqEsWoAiwDVmmkQlaIlxUg+kENFaPaEyzkZxNYLbds8ygwkYsD9U4XpQaFjyMYkf4p2/MJWDIJ58bopAAAmUaQvUuXcorjkymSXAdYZcDGzc8YrNaWTGC1RqOMRAKphANRqUnXMc3aIWOV2m+WjDGZPl5pyTQrG8QQmBWMo8ZyY2ii3Y0iluzg6T+zDTsuSKG8XEcmyTa+qgJLgmW9Xhr337If//KVsj6BFcAsWwJiEVSaPSw1qBnZxQSB1WRcYDaB1YaLc9lKScYqnbrVmk9gFaZP26ATXzSCcW5+iQiqtRYWKfXQ7mIySykAAqsElXtYqBJYpZNyGifKVZm2EFglIKthGGbzUbze1ba4uCZ5zYh+c2Mi66kLMXV5nQupmD7DM1a5GXmW1hC0M+1dPk+GM4FV6dzJgGoIEKllNWntRmcCVtlyQTMlhlJMVpWwxmL4h6Om23U2DzJWOzf8oVr1WWUslRbRjLQw1yjj8PJJ7JzdjMPtFv7ipjtxz0Pz0qEsjGVw3nQUnUYbNz9UQSKVQzYZQaMbAeXw2DpYrzdlipErZDXeyWSl02oun5fBz8rSkiQ1GEnUqjW13zPBJHuM7/fFkGGSxvFsUgBM5BjocsP3bEiecxhY9ckcA0wxCJ3kh60jjsWqoNMcQMPAmmqh0ah0hxk4MBCiGVwikRTIWm/VZTojMx8lKEAmkdSc7jTKYpwnM0mtZehTT3YSnfISxRyR6vYwk0/hZ3fswRPP341KroXllUWMI8BkgsxCguMtdFn5Jx2WixkFg6mzpGA4prZe43q5tgAfWzmg0N//YeK/mtmyygVYh+/ciVmEosxBNIUuEwfq90oKwFgE0mbkWGPbJivxHR5jScBqVPZVQ/aGlyZxSLCOVltGJDKQApBm6UAJ2reJeZQ0BGKEAyLpo62jLyfqt7uPA9DSBaBk2Xjw3NtPDzYwS6bsWrmklj9xryI7U0iUp8WwVTSUrZ1hotGIRACs/05OBBfU+u4J7XYKDCXshH4/hl4i54BVJ10glq88ap1uaw+RT/3b2UxvvTbnjBJ9vLlWCsAKDGzTH2qWSiOYRmTcC5xcjCR6BEgO2zM1txlsSyd8yECVFq8YzFEE0kO1tvzAyQAMjOUc0OkTPwbaYVDVM1V9karZaA20T7lGejAVzqxOYE7HNJTtnMxkwEsc8DklhDTkqjeciV0UCRY6k2ww5qyKoN5ooFqtap3mGkFAlWuOT1QG18CBlmGQbS3gJs3mIIaRbAIZMliDCKYmxpVsLZwq6W+7L3wULn3GS5Af34B6kwW7IWOV+wrPnwXku++9DXPzh5FKpxDE0mLhj09OYmbTTgHDApFcm6DYPyGGhyKafkvxGLqnEEMd8VgPQdzWyFK1hnKpikq1hHqjhCQSAnpHx8axfPgoTt3xde0znIFc46wlJopesyOAlaC2zAF94kcGGI3aKM9ErfpECtFYAvVmE/OlmiSGism4CtmVRBobLnsCtl94GfLZ3KCQz+ssQN0Bq2cCM9eC7Wtft96k8SCIB1nFpAnJeITXUa1fITB3vft92neyME4AMtTBQn22f/nil3DDBz4EFhC4hzeaDa0F1EkvVY6f9fzmG84MrNrHnXZ9Bgx7/nXIcLY4KCTzEWIKmu75sJDn1w0lng7UCYOqAl6d3AeXv16XzHMvDZHEr7zyN3HDH79AUjo8/26EgJGNLxYMe60I5g/2JZ/1xX+/B5FoFr/08t0yt2JewO/83N9/Fi9/5ZtRizRU6FefkQMMdSx9K876a8BbyPUhn0/inR96H774qc/jkssejWt+7MfQrrfVVeNZo/66+PeLnhFNSDORTqTc7x69m8BqVqBxtx/DyXIDla7dy3qphi2TaZnSWnzRVYfW1+7Yj/kyCwpu9wvJAHiJHiP4hQAWnZb/3bUf+9/diFmLJ5hp4+r9StdEF+N0xqrpmQ+Bzu8FrKaDHD7ywfdj65ZxXPmYK9cFVtd+9/oD+wyFSr/HhPaa8HwMxzZrayzDv63/2QIjXdGTx8h13jNWeXEYdqVSBbRqTey77y40qwv66niC8esYovEkoixCMmYOseX92Oe/fO3Uhk2YmBjHwsIcatWqgNU3nCOwesOf/L5yztExtqCzS8n2ZSM82ZWxzlDXdcN/XUfI2gLS2t/9nmiFq+Eo0vh0e7rJQHhpDOvWyucL6McC/OWf/0989jNfwMLCIhJJiwGKhRH88stejte9/vXI5nLGdpWPhMnuhe+ljxUlpuDGq2QHaPTZauN//9Vf4D1vfzta5TKefNVjcNHu85DLsO06wNe+dROSuTze/K53YXrTVtx73/1qz9730D786Yf+FEuLi7jq0RcLH1hZnsdoPo0Nk1M4fmIJVz/56XjhK34FjXYD5fKSCC2f/acv4y1veY9Moc/bOIndW6YxmU1i25atGJvcgENzS+ikCvjvv/ladWhEncb82rEtNIBFJZ1PV0zVZr0GdJsGtupaxBBLZpDIkHxihk7hx8C8KkIGv/k2SArAd0R5FrB702C+SXUhPPYdG5PAoQMw1wVVxTQlrkDw1BlQhcysrIPIpNX4M6UOJEknELajHF6mVZIIMG1WY6/aOmRxl8WYflwxTuP9ktHXoNPJCsneqNRiLmONMk/lQzHRGaip6+mn++t6xjXJ7RNhKQDGfCpMy+vG/AMErI6PKw5iLkbjqrIMmK14z86oF/3au85pD/9hfdOPgNU1d3Y9YNVQ/eEKwMWAYtoylnEutmTZyXCJRjOcRGKLsq3Ri2RbiyNjfk1/aZipXqOWCzJWpa8ac8CqS8b4rcQZPHg6njZNFCY/ZKzSMOR7A6tANk1gMuKAVSbAjrHW6yJDgWsBq56xGtHnMaGMR/sIJC8AJOX+ZlIFkgKg1iIXPY8RO002sbw61G5NCFw1YNVYL2SsZmik1elipd4WA7aYSg0Yqyyem84KWYk05QGyQaAFX8CqjEeAIBLTe+3h2jQdsBpmrNablA9oiW1rwOpQY5XAKltYqGdLIFrAqlr6ujheayMfxGU2RWDViErGWO1FqTEUR3Gyj5/8ma0YGYtJuyaXzqJD1/CO6arEoxnMPVLCJz5xApVaS+B1NhlDQGC11cMigdV2FxPZhIBvAas1Aqs0aiKj1IBVajXKbT0aE0OYrGMaRTG4oHlVlsBqvYWlFlnNBFZTmEzTaMgxVistjLO1I53EiVJVBQACqxl1UBvA4qtmhP29rqYHVi3xMuYWmbrlOpN8Mx0jsMqNryx2zhBY9QG9QFVJAbB10saMuaw6HVc3pdQyuwZYZWs6GatkEKXIJlZ7hr2f4D0LBGRnfuroOTJWP/AHiJKJ1GmhunIS/RRwsLSI+eoyJjbN4BvHj+FjX38Yc/MtTOX6GB0pYjLbwraZSXz1tuNYrHSRTUfQiCbFzuD5EVjlvWLrBKPYWJCSDmKP9zOTMeYvdTr7fWuTYvWWjvQELFsNBQ9DMXZjf8o4iBu0rqG1oXAd8Y0iBio4BjyfdRu4BSJOO21NMELWySDBdoY7YjUSlBGQPmzt5lsJAGc5ZjJZ1Fp1LFRKah8LonHk4wlsLATYNB6g3u5h/2JT4DgB65FMFOlUAZtzBTz3/Atx3Y7tWK4vodQpYxxRjHKjbtcRqVYQdcUcS+L66LctcRXJSBG0Z5MQjPQzn2vs6sB49XK+mg3gwVUGb4Ypcv0iyzeJSCwlIX+289JEjywdLUdij5Kl1jcwlRqr3YrWXUoB9NVO5eQIdFzufoTaaPlls61wM44lndbxM5QqWKsV5xNNW2WNkepbKI35Y4m7fYwDNX3iGfEFB9+uz2NzF86tZwNQ1a9vLkEXduRgbAMK1w9/DJsPJfBunFlA7NrFhC64FjgPug6S2Rj6ZKwm8gBlCDR+7Xo4FTf7/E989azjr7AUAOfIehqrXtPKt2eJPc/iZoxAJdebnoJJX0D1XbIDVoJnSjpdakvgrRgVUFc1FjXmd9IxEcSccKBsKNiXXmNo/fRzUyxapw8aTsoYyEqvUuuXY1O4YF5FGEqIhApmHqiVTnOjodayfD4vwLfVaqJWr6mjhSAxj496zGyF036gxOZ0xqo/3lVJ0aCVEsgkreNjLJNEPsE1HJiZnjC99GYPAbrYtH0XNl/7s0iOTAlo9Oft9w+Bi/0+7n9wL44cfURmZMk4gdUkRsdHsXHLLrGHfHKvYt0qcILyHD0k4x0kYpRaWUa/00SPrFMCgHGeb1ua141GHbVaGe1aS8Uy6or1yhUcvsX0fcnmp5QNH2QwsaTCBNIn3p71YsfOQiI13lsyNowmUgKu50/R8CGCiYkpTE3PIDY2gWBmO2Y2bcVYPmegk1u/jbHK5OZ0KQC75kNGYjhxMvbV+hN2kMC77/DJ2mA3OS3LHTJWPXCz9t/wuNS50wjMA+SOgUuDtD/5wAfxqU99GvEgwBWPuRKXXHQxquWq/vv0P/z1Wc9vviHImRTA2mMIGxutTiq9UeDgHcYNkj74kLfrI/2wU7sNLbdxOAYr4zxfABjEUCrExNBpG2u1L93sqKR2Wo0Av/E/fhfvfcfzTHKFcRAJF2T+UySoE0O92sc/feYW3Pqde7FYjmNqxyhe99s/g7037Uc+m8fjrp7GJ//m83j5K16HdlJWhQIx2C3hW2AJrPo5ZMl9RMDAzMw43vbBP8I/fuxT2Hbe+XjqT/8UumRrsJrkTjosBaBz4jlSjohruANWL981gx1TRR03r9uJUgOHlhqot0xTdffmHEbphG1lcHXY3Xj3YRxfbjhg1Y3fEEN1GIMamGIT2XeW+D3GgFG7p64ouAaYWQ9YtY8y5trw/R54p+FOCJAJMVq9FECfupL9NjLJPP7sQx/E7GweV195tfaUwdrjtTnXKVLoXoQ8NQcM3DWj3n/WYA0LMdYG4KHd2VVF8cHrQ+vC2gnl40U/H6oVylM5LVBKWXW7SGWKaDfa2P/gPeg02OpLFmsa+fwogiAlkEV3jkmqK8p6dh1jkxgLRbPbMTY2glMLC2jUa7rf5wqs/vM/fRpHjx6SPwTXaeZrjGmldb6qJuxZ+MZ/WQW0+v0gJM1kbNuQnMHqRcQBYMpcXDcL2YuMIUyP/cN/+lf4/Oc+j2wyoyIscxISDpjr8ta86lWvxu++5c3qXOOeqjm4ak0e3j/PDPQMc+55c3NzeNPrfhu3ffNruO4xl+O8mSlsnZ7AeCGP0dEiGrEkbr3rPmy+8FG48rqn4KGHv4u7774L373nXtx31x1oVJZx4QU70axXVUSl4fL46AT2HziOpz37eXju9S/EkWPHsbiwgFazgtv+cy/+5m/+D6ZHirjo/O1YWjiKQhDFRbvPR6E4iqPzKxjZvAOvev2bkMwVlUev9zA0w5+bxawELSPs6pOpqYl5MdaLBVkVoa0nKQRt+3XIAat+rNu4HcaGtr6tPgpb9123lVuvDdS29/o4xuuJCmgVA9UBpQ5gJahISQOBpCqgD4FVmljac/Y3snzZhUIg1Z6zHM0DqxyL1FP3BXweB70yyFjtuLjPOEYsTNj4cnSMQYebwHe3rgxM60KkDc1JT6xY/9as+yyBaOvIc91XTmuVxyxwmM9T1jGfx8T4uGPd9jA/P4/y8rKWADJWGYte/5p3nsU3//C/9EfA6pp7HAZWTXbFbUmuPVdTVG37TLgMWGXwQRYkgS9SwrmIWts/wVTGI6ZDaE7e1kpoagCrgVW9VpqmJgWgxIKbXrsvDU5qvhFYRSKlNjYaTzHBrzVNCoDHdjpjFcik4hIcJ8DHY1SLDs+j20EqiAkAJbBqrEgDYPkysjpkukX3aJliUCuUSSf1xqj1aa2QaodUec4xVp3+K6UAyAClxioT1Wwijlwyhkanh5VG22mspgQetnsG1MqIk803rFBGgSyNp6TR2UFDCxpkaBPQSEsnYUERb5MxVk1HS8xbAattsfBSvF/O4IpMW0oB8D4RWGXlnUkb2/0GwGrSXO/FWHXjgEEb30v/763nB3jST8wiFmWiXJdTMTWs2gJseURx9Etx/P3H5nHsxALSQVw6c2Tn1rvAUqMn0WsPrDbaPZyqkmVKYBVi9haTSV17sjVpXiWN1WYHTYFrEYxnUwasNtoCVglYT2TSmEwTDG2jCYAaq2MEVlPBKmA1zcBe/dzDNla2q/FkuZiKdRU3nUDqJGozicRRqhKA76OY4vWxgLwkJuVqYJVXQOZVDrShBEGjzXtK+QCnze1YeesDq/zuKNLxCJI6RgM6DHuPmKlMLIZPnyNjtU8pACZA3SY61UV0Em08vLyAWrOBzmwU//jAUXzpG8fQbcaweSKPfMoCp0dfch6OHW7gnn3H0Yl30FOwx2A/inqDV7yPIBUYayyWVGKdyGbQcrpDaSblUaBaqqDjJ620E1kZ7Tjnags1KCgiXU6x2wkuOzdytS/6YOF0YNUACs5kA1C50et+2MC04oVrf9IG6rUIuW6p5VkvsgRZTETeR2OK+2CDsgDFeBITmSQSQRdLzRbmGx2tg6lYHxOZADumJrFhwxZcs203HpstIIcG2t0G2o0+Emw969cRqayg26hZ4Ol0VsR+5DyQYZwzgBITyII1I6cN9fJ8crx6KXcJ2KAErsXC1gr11djPNAeIRD2waixNSprQsMM6C3j5zSwLbKduVxERsMoVhuxjqeXZ8Vjapk4Fza1QME1g1R48+BCwOjggM+47LVoUfuor9uGWSAes8vh1IsYU8KBCj62YvqXIs08HwalLVAXu+mDU2vt0ygQ3ZfIiJyvHYF19dfU6p93kW3598GvsILauumDYMY/8XqlrpzFJzYks+vGcAAjT5ZNJ+wBY1VX9+NmbV60FVo0JYPpbXsfUA6uqzFM/1+11HOt6nfZKmxPeUdbO2xyRfU+ifnf7ENdQGVax8BqNqU2KRna8tE0mOc6cwreWiQXhADoP0nlmhbEZTKPRP3y7mApe3LMcsBoGdtTO5TpJ+Hr/eXwPTfkoFTBaLGptn5s/Ib09xAKxVPl6Bv6UBeCaru6PswBWLV7qIhnEVbybzKcxkUkh0WthanwEkyM59Kif1qhjZvsuTF/zXERyY5BUpLu2ArocY5X7077v3otH9j+gy51MZCQFUBwtYtPWXSr2WD5l98iWCwOCuTdTmzKb7gpc5e88OjJYmDhJL7rX1vmyGNzuNdFv9bBUqWOxtAxUSig9eC9q5Ypkg7RGdynvRDMxqisbo1NxIK+RmI0ENuOKs8rNFhaWK9oDYjR5IFszP4ax7bsxvmmzWGC9WAozM7MoFoyxqg4RBwb47ht/74esNI7B9dh3fl1fH1j1oDs/zyf0AoecOZkfQ/5fC3xWMzvDx7DezwbGO91gavirLRZ4z7vfg6/961e1l3z0o3+On/u5n1URmon/9IbR0xeXH+CZZH5m/VdpYVqTdXsCwECJ1OaxnYPEutya7fYcp32nsegZZQP2mjNNdSCfrZsuHRbgY8ANQXHGKmpPjsbRrCfwxje/C2974zNsH2McQ8ap08NebgDfub2C//i3O/EPn/wSji+U8KLnX4Y/ft/LcPu39qHbzeIJT9mEv/rwJ/Cbr30zugF3G7JT1TfmCuTcR4YtppoPDljduXML3vqBP8An/+ZjmJzZiJ983vPoJqOYymv3rdVYlSY+u2YIjMTjOubLztuAndNjGv/cBU812jhe76LBFh1EkY/3MJWJoZiKSX6jG4nhG/ccw9ElahsPOLEWu4fMq/z89wVF/c7oRHIa3qjWFxSG6E64ocLrqA7GsJtLtkdS439tQcJpl/vxEgZWte8SGKNGZAfZVEHA6obpLK656pr/b8Dq6sLIMN+Unum6jPFzAVY9OG1rYK1iGtN2Q6LqQkokcyo6HXzoPtQr8wIweYtWlssqFAwlfUwr17Pt+K8Y0ROzeOyTfxKzszNYOHkS1VpF69nrX/OaH2A2n/6SI0f24Stf+RcrHDgWvzfJ9WukQFT7xTUK+bnnc3djt0qqRWadThtWwKrXUrXv9p9jhAaufbYWe71idv0dPnwY73rH7yGdSGJydFRzQKSTVhvxdFZ5Guf9m976VjzxyU8ODWUvv+XnqYs/e4z7LV70BWAyAt/25jdg39134CmPuwIbcylQ4m12cgIjxQIi2TwePn4KlXgal119HQ4dO4p77roLj9x/NxZOHEFteR7bZzdgpJDHSHEUp+ZOIZVIYmrjJoxt2Yodl16GucUVzJ1YQHXpFO65827cfsstKKTT2LptFidPHkG3WcPU6AjSQRr7Dx/Hc1/0MrzwN34b/UhikHOvvWM9Sp4M+E6cOwQs2+h1qsphtUcrpgqQSGbF5B9WdMK8YdN9DsuFGKgajqHXGVKDNd+DsC4iD8UWPhbS2HfdtQMpAJfndnsESNl9ONRclb+FA1gHbFXXeaQYjj4ofJ/Tb2W+7MFyYgsZkm1cfMPv5j1mXCHA1BUJGFOwaCzzcXYFk4QTIzZh/gPDQvvqsa0xGpYwWefSDNZ3nwPxS72hlyOPGGHAxqK/JolkgNHRUWRzWSMFdlo4fvw4FucXlJ/JUDQI8IJXv+Oc5vgP65t+BKyuubMeWH3pBdRYdVT+gZaaLdAEJjj4zS2diSAp030ZD/XIcnFVCjJWqUcTCMi0FobBQ8YXBmoQMJNbL0FVtvITyCSoJYZrX4F5vUWToB7ySbYZBgJC08lAGClNFPgaztEgQSkA05mRNieNkKgDRsFytiozAXAbBgGzdDwmxioXBrauxeIBSnyd3OnJUO2LwROQfcOKioBEyh44INl7qTCpIKuOAG+vJ2ZKPm1JXalB4JfATFTapQRkeSy9eBQj6YwYlPx+Vk0JGkbEUFSdldgXcwAAIABJREFUX238SbYud5tKgNhWxOvDNks5LvpA2TlK++5Whg/1RhulVkesIRppEbDmQsWWchp0xaI0nzEAnIwUNpoLWK239Xq26AesJAmEJKOV15TgVx9XXDOCy64sCvQma46M3l6PLQ9uo+zFELSBb3xjGd+8cRnpbEyGVPxGGhiRsdpqdTCejUssvNZsYaneUbs97xk7qXiteN1pMqZKF6JitjZ0kYGJQlqsWjFWG13Uul2ZYU0xm6S2VS+ChXIdYxmyplI4tlITozoZ7Qiw9NQ/c/e04FrAp6uQiaHs9IFsQ4pipU5glUZkZJOafnCZialLpsKMFplXqbU3KkdlVnUdtKWEzdym2fLJttS4qn3LdTpsM6ZxwCrZ0sR3enQuNcYXj5tSAESwzxVY7X3gfYgGfXRaFbGYWuk47l04gZOVU6hPJfGle47imzcdQyoRxcaxOLKxJObKbVxw8Qi2b9mGW7/5CA7PzaNBTb6OscAJKjY7fcRTaeQJXARZrKyUJNdB7cpkKo5mq4pcKisjCsoBtOoNS4qka8iWXGvBkArmgPXogkMGKqzx0uiHYI5jr3JDH+QFIdaY7o4YvgxymLSTQ+LaqJR8GiPUzOf6YnAx2ZVEhmOueiZLKk7GLJ2xacxBzciYwIhul0UYjk9rd4yjialUH3tmJ/HE3Zdi68bzMDuawlg/h4DgVd+YuiiXEakuod+qquKrlnq2hvd4fEMNtuGK6bVkQ0uoZ6L4gxwuri5MdqD0IOiwoFYsMFZqNau4yNOtmjpexlIwxoP9PEg+yBbtUpi/hn6rbtpQA+On4THZ+Oca66o97k+zxNwN0TWGq3sMC3cGlvj3D/6uaMwzbTxYOgRYw4VqBrKDuDYEHg+CV3+9woyDwc9kr4eSVdfyrPMf4DQ+uPVMYGf+sqqbw4PXPACvh2vgtCQBaM3n2AS6DjEavGXQH7ifO6DDMy65xv/92UsBFLIECodt+p61yaNiQYvzjW2N3lTAkpuh2dFgbSSe7pJ/FSicuYSSLf1sF8eDeooLpH0aQ5p7W8r0T32QzlNnwEyWKh8D+RSXoHl9Lp84WoDhjssZYvl2sabmvbveLrEUA4FtwyqiGFDvQYYgmUQ+n9XxkK3K72byW6mUNfZT1DTp9dGOWddKj50m1A5zQLJnAvnPC+tphxNdiuqweFRMB5gsZLGhmFOiVsykMDNWQKfBpCWKC57yLIxfeDV6bYLeFqtouA8Aq6hc5A8cfAQPPHin1lAWrGjmxfV109YdyOdGjXWuOWvrGGMNtvznUz0UMixoU4KGUgBsuzZZFb2u1TId12oNyyvUwDZQcHFpGbVaVXFPc6mEA3fdA9SrmvNNXttIoGI1YzRqK3OZ9sx5FWoiBLz7MiWtNanJXVchOt1rIb15D0bPu5RaFU6AIYbNGzejIGA1xKJyRU+TlvJGHkPDKhUmNDdNq1/nws4c6eomBIwTODamjBXpaVa2sLiIO+64Aw88+ACymSx2n78bu86/ABumN5hhBWdtq416reYYW84V27HELEaIIN41PXbTRfasT+rZujHnHIdHCiOolep45zvfgW9/+2ZkR0fwj5/5NJ70+McbU4YrggOTzzbJCgobDfsN4ahawgZSL65LYICxmjGftPLXPHjPhnuo/VEFSl/iCc0z+yMvv2kueoDWCpoGANo6z3tjGo68WK1OHm9/5zvwut98BmKuutztU/uYjKQoji338OVvzGG5EkO1dAqtUh2XntfHM5/1GDx033GkEgWcd0Eef/yHf4W3vOP30U9am6pVuKyYYEZpXWk6m2a0A3C6bVx25aV43dvfgk/+3SeQDDL4by95MeqUGeG5D2afdSsM1z/uZdRY7Spv4H+X7NiAPTPjYoPz/tX6fRxdLKPS6mNyYgTdRlNaxOOFLEbo0NWL4Jb7T+KBUhuFSF1xSLOfQIKkBhZBVHQ23wJqzVsMam3fhG4LNH2VbEdTshrMW6Jd0zBXqVWSLG7fDRUc/C3WPRGRxPIxgjxK43itOH/Yqhx6aE3VoHKMLumEd5HPZPBXH/0ztWQ/6dqrkKCMCtd2PyA8O3L4xaHIJAzyDEFOazcJFVT9Hhw2qlmjpeqg1zNOF4HHa4Y4u4B8gZ7/2vrgNFbZhUjpp1RButHHD+zD8qkjIgZ0GjV8++ZvSWuSn2EK9K7rUV9i63an3cfszj346Rf/CqanNmBu7gQq1RWtP69/1avPdmrr9X/9vz6CQ/sPYPfO7SrEikzh/QEGca5BRv4e21psOYefh9qfGU+vMbCy6+4kpgaF8SHjldk5z5t7BnPPXDaD+++9Dx//y7/EpplpMUinx0cxMVJENp1FtlhAMpPDwnIVhQ2b8PyXvRzdKDsqrHPPNjevv+niWYJziuU7A4ke5kM3/MF7cOuNX8OVj74c1ZUlpNDHzi1bUMxmcPjkKTTjAYqbtuHapz1dDNdbvnmT4tKxQga33/INRFp1TI+OYGZ6Coun2LpdwoUXX4rNu/dgesd5OLywiMVSBaWTx3D04H4cOfAIot0WxseKKBSyiETjKC3MYeuGWbQiAS594tPwlGc/TwXY00tWdmqMPVQcdvEd85JarYJOgyZmVtJQbhcNUCyMyRhtkL+v+VDm2GabO4wK3LI7AGN9DK4yvOYqu174mWYCK0oCyRmM24XosiBuRrAm7xI1eToXI3ngkl08XWqtSmfVJAI8mNpuOfCUz3f5GoKv1OdnoZaFV+vulCGWy2+TQYAc9/uB9w0NoFZQW1xELBFDs01Jl75k4bI0RG41UZ87gm5jCf14Av30KJLFCaQyWXWc+mJg+JK5Lec0cytddSfd5iehv6bEhLyJl4x8PbCq1JCYVhvZXF76qhZLk6/VwJEDB7Byak6FasoEEFj9xVe9/Zzm+A/rm34ErK65s2FglS3PPljyCYycLum865yfOX8ZXLBLjOY+3Lw5yAVORC1ZI9OLiaXpuQxbWcQEiXCyh4BVAaPUWqUsgAGrDOYbbWqT9sAu73SQVOtcKggEQtZqDemvEiA5DVhlG3JA3iXbyJvodPmdBhowWCBwRHYsdVOaNGMIklipNcVwJbtSemQEVUVnpyg98xNqrHaVwGhbci2OHliV9kYijkKaYGMfpXoLbPMn25VgIQHcar0pZljGaZmyVYk6k2QAqv2dWnIROiobw6bdMdMmfg4BaxrrkFhlfCJzO5FEoLufHlhdCQGrPPZonBXGHmota7NLsYrJYEHaQRCweqLRkasxmby8cmrmYtVf2qBdBCng2h/bgJ3np1Gp876SycukrCXnXy60kV4MyU4PBw7H8fnPHhDgnAnYQphAJ9LGqXpXm/VYOobRXEqs02Xqp3btnvNYpfHKtk6x9CIytuLx1aVjCUzkUwJ/w8AqGbBT6ZQBq/0oFqsNAatkzBxfrIlBkYq2BdwOQZ1QFOZcwOW95IBVu79scYig3GgrQKGGFtv0eQ3JzPFSAOFEQwLxrr2R91yu9C4I5aIuXS+1Cw6lABarNLgyJi2fp8kWGat8I6UOvAYsCxEcb+cKrHY/+H7EUhF0m1UF1t1cCntPHsLdxx5GYqaAr95xGLfduSyAffPGLGrtFpYrLWzbPo3HX/1oPHjXPtx6+31o9lMDxUyC413EkM4XkMnlFIKy0EKDuWpl2VqCWcQgJkxH9HYbtQqrlmQbOnakWmA8UGAgkyFbXDeY3JiWmbHmqPPJBGqtftMgL1LCIkM5tVAZsGrBJB+WlFubCdue6ZRmzEXJDTj9Kh8Q+hYqHoNYCgS6CaIQpGFBut/F9EgGs+konnjpHjxhx0XI5EaRjkVRjOSRRgvoVYF6Gf2VZfQpbM+WcaeLpoBIQZFrax84A1sSG2ZvDJftcHgRZnJ4RqsHNBXV2ujre2CVoZsBq5F4SuC4b6MdBC8eBFT7OnVf6+i32do0lCTQZ4ZASX2Tk9nwf5tthhgjqxhOw7k3ZK4Mz8mbfQz3DUv1B63Aw1tvz/kkchVjy3+eS/rXHOsgD3T70+qszJXT7cK5a+hbJx0Iug7rSHIOYmU5RvXAXGsYeCuojqWcDAO1XE2/0jOQrc21f07AajGXHICmXiPRWsuhAg9Z0SzmeFMBD6zarFi979PJ3bNWhmvm6kzAs3UJrBqIZaZS/HcgHeD0tDzTJwzIyOjItf4PmXR2Z7TPEXRTi//w2DqOweFfr7XAJdDUheWxmuEd9czjKBQKAlxU0Oqx4EhAk6Z2DcmspNXu2UO1w32opzmtVjnGOA50C5//mYBVdoGwS6SYTarrY6qQQbRH3fIAm8dH0e9GML71Yux+0jPQShXQqXENcUCWdwd2c4qt44cOH8Q9994uZ+hEEEMinlR72qYt21EYmRBYbwmdWoZom4FUooN8wK4YGvYZW4YdOrVqRdeDhkpkSxJgmJiYwMoKXXrbuk7UQNM8ivTBROrgXfdgcf8BfTbNI2l8THO0fCalrg7GSQSLmIwaK4ddPZwUMRV3Kw1zaY80KhjddQmyOy9CI06XbdM33Ty7EcVCUXIvQ0YVmfMRjVMfg/q1xNg2bi3jd8djSKaSWusPHj6IAwcP4LLLLgO1TXl+9Tr19Cq47867ceM3bsTevXvRJHAq/bY4Lrn8Ujz6iiswWhzB7Ows9uzZg3QyJXBVMhUdA2iVPDsmsSWJDszzbdCO3a19XZ1DfYwURnHy6Bx+753vwN333oXt5+/Cpz/1STxqzx4tJ4x/w+ZZZ5NopYqrGau8Vlp7Q2NIjEhvZqTL5hNT+yabt1x3qEvsARkHXakbbViWOn3/sfeufd4KZ75Ax73GwNd2K4WPfPRDeOmLr1VrPWNXA9YIrsRweLGFr992EtniBMYKcUQ6XVyyPY5CJoITx5aQQBozGzP4vTe/F7///j9DLzk003InYy2lBDxZTNW+b3Jk3XYT1zz1Wvzqa38bn/rkp4BOFC/4778sszrG2WFgVUDFYI+QbZCAYA+sXrh9GhfPTCjeJkmVUl+HTiziVKmFjTNT2DiaEFOba9qmkYwK599+eF6da1fumtZ977AooeSpj35AsgOwuFhDpVpFPE6hkL4KHNQn3LlpBuVKDQ8+cgSVGgEMV9iTTJa/jxYfRKlrvB5bmYUrkcP4XoKENpY1Oig7FnqsD6z2kM+k8dd/+edIxeN4ypOuQiIIrDC9zn4eZqG6I3Qs8/C4c1/q5ko4juD715sXw8LrmeCt4T4dPgYBq+7B57n26fxdfZ2UB0oBdFs9nDj0CJYXDiOqGLWBW2++CVNTE0inA+U3KoSSzaq0yzw9aMY2Or0RV177ExgdmcDCqZOoVkvas9746nNjrP7pR96Hg498F+fv3qkYUd4Bik1Dmuf+EuriEbRz0nCquAxhOYJ5Vi+wNdbvo8ZidXtqqGNCIJLY0iYVwWmay2TxwAMP4NP/62+V/49kk9i+aRZTY2PaA0bGx5EIUmh1gA279uC6Zz4HkSAj4zp1GDgTJbE4Cb5Rl1Ma5syHayhVSmjVqxgpFPHZj/8d7tl7uwqJ99y1F8VMFlMjRWSSKRw9fAzxQhEbz7sAT3vms5DK5HDTt76pwv/ll1yMG7/6JRw/+IgKmakgaes3dZ5TaTzuuidj03m7cWR+EfNLy+hWl1FeXsRD996LTr0mCaepqUmMjk5g6cQx7Ny6BcXJjchv3olrn/4MFQi9NbfWz4HfPLtljQxCUFJlpWgXjZoRVxhakuBBmS1E4sikC4gn0pbrOf+AoRRWX2Gg9D7dfbSx6vYb3uqokXKkgU25nRjle0iO4PU5gla1huLoKEanpxGPdrC0cMper4KKaaLqIx1r04OnjHfY0s9OFl43AaRionr2qplUGaOTRleu/d+BqYPYLqSdmkxEkM5knQGvtdkvLi6hXW+i1qwixVZWd2zpZBq9lRWMoIuNkznMLy5j775DiBcmsHP3BWirS9Rym6FPwpDMG47P/FoR1o0O71VeF16kKWe4ZbGFASm8JoyzxifGzeeC59Ru4fjRQ6iunJJsFhmriUSAn3/FW89m6/6hf+2PgNU1t3g1Y9UWXR+oacwpuiToZACoAA6yUDywKsaqAatkOkYJTEYJhJj4tk+QfQGRgSVxESYvnPRirHKzIhNOwKpprNbbfSU7dNvNMAFqt9VuJ1fzeksGV2SWkEVBpgUXJC4QXOCSQUKBU7VpjFWTuzcqeDJOwC8hUISGC/EgidIZgFUBYDFb8GQ21TGumi14ptGm9kkCq/EYChkyVvsC4wgO87hoCkW2YbnaFDs2k4wgnbRWzFqHwU8gw6Yo2XhsKSRzl2y5Hpm7dIw31omMlcTq48JMhI/PW7VS90tSAG2sNI2xSmZuIkZGLlm1ZJKQxRIVizbg+2hQ0SczuIP5BsFwyHwrkDkA2bu23hCYHp+K4anP2IKx6ThKKy0kk7aBd3tN6UqREUWxxjQNw8oFfO5z+3HsZE2auGLlRbrGWG13MZ6KYiSX0rGeqhGAtntOEJpsVILMBCc8sMrjo5QCA6LxfFI6rLV6G4vNDmqdLsYzBFaTSpzr/QiW622MEliNBzi2VBNTNB3rgP6ew0XWA3gWnIjBSPZzEFfyLVCV1TsBqx0lgNkggrRaaaKosu3BtdWtBVaVokgM24xQfHgn8ykFPmRgRgU6MuFdqnXEDBYrRhIOQNLBOZRLYMst2Ze8V1zsP33s3DRW+x/6EyBOPeCGKpq9fIB7Fo/hrkP3YGrHLD7+H3fhjvtrGAlS2LyxiBPlZSzX2igWx3DllTvRXGli7x0P41SpYQwosr/qDTnn5pgkxxOab/lcHjGaiJ2Y03WMkGlN0CVIieVMZhQNZQSfepa5F+MfJG0GbimRlSlNoFWLwKxlu2cAVn3OKIA0bs7USo6tddAYNQZIKPATU9QySdOJ9uufvYfPmXREX4UVnwhwPiYiMeTiUWydKOC88Rye89TrsCk/jn4kiXQ0hXw/hlj9BLqNKqLNEnrlMnUtzBQjFmoNJ4fcLY4CL4XlhduAHEV+sG6HqRlDYHWVu7VYVZ7tyc/jOmzJmViq1HWNphgZmvNlCHgcJCccb0zAqBfVJvDCRM6xe9bsIQJCvHWtZbwQY1UJfjixOj0pt+XUA5e8H/5n/z7P7HPPO/aVHefwtauTSz/rKKewxkU4fOyaz34tCBdbhsfjk0T7NwRe654NP8wwP5NukL6L4we7JvUBy6sfTck4zLfdObs7h+2695+DFMBoIT0ATcOgIBNxsa7ZFeDYpIME27HNlHz59v8etdMNWFTiHhKcHRRbQ2w2SQA4xrd/7QCAcoAP/+7BMs9Q5b7sL9964K1ni4bHpsz3XADviyC2pho47AFdaScnEmIXNFtNYyZ228ilAhTIYEUPpRrBP5hMT72ulsYYNcUZLzgpgDDgy58JmNipD5NZXaN+F7l0CsVMErF2wyRrAnY5BNg4nseWXY/Clsc9F+3cKFptJl6mWe8fgznHdSWZxNGjR3DnXd9Gt9+UpA2B1XQ6i01btqE4NukMw3hHu1rLY7Eqsinqurbxf9l7zzDJzupaeFU4Vady6Nw93ZN7kqQZ5YCEIgJhwQVjMJ+xLds4YWN/+LEfTPZ14l4TPuOAA0aAwGAjRLSxsJUBoZw1Go00ebqnc3dVV87fs/Z+36rTLQmQfO8fW/U8o1FPVzj1njfsvfbaawV9DUnqmMDJ9bbbom9GwJDXSrYP/x4eHlK5Bpp48rv5/QI4d0IOCiemcfC+B9AsllGpN5AvlEUPLZtOIBGParwi+yjPJAKsNCHh2ASwvLiCerUmbGBftYaB03dg+KyzsVANgL4eZJESWE0kk6qNa+aXaKwayWHvErXzxrqQk6VKvUSenQcOPIWvf+1rmJmZxjXXXIPx8XHMzszh6NFjmJ6awvL8ghjKcH6TvcwZJ7IYBPQN0z6ZSWNychLnX3ghzjv3XPT39asMUJ3Jssr7MPlsE0jmDmDMYuw1im6o6V7iOGbTfXjqsafw4Q//KU5MHcelV1+JL37h8xjO9inT7IdsRz8q+3KTI9o14ClsaWJojxADHJkY1WxZHlaPAVANadCuMX16dzX2qpTmguQ4MqROmxt416d0hHlMdRivyNpBAu95z3tw7TVniXGJdsJrFw6BS3alreSbiMXpvsyzpgWnzG6fGqanl0SrNzMUwedu+CfcfMudaDnm3pm9116LALbmPGAsyeSfLM3Xvuk1ePtvvgNfvfEm5FeK+JXf/i0UyxU4zE/WUBx/OLC6c2IAp48RWPUJI6zS7mB2pYr55QKSbhiTIwk5V+vtNmIOdWR9uP/QLBqVKi7aPSYxd6MTkBiUi59SA1IulK58oydPo9RiSdYZ11e95ccTR05helHNYAlEM4YRAoaYDRo9arMfde9ht+gnogY9ky4WSY0ppDV1WrP/PIex2kYiFsEXPnO9nMlXXX4R2CbL+87TbW1B1jt/7P97YpPnAX5/2Fx/fkD/+YHVLii8jldojX3s/kEdbXmuLBc1WiWwyhBn7qQCq7wfzPMeeeQhnHfumejvT8uewRymRUY0CSDMVyhpEeggGMtgw/jpSCYyAqxSs5p74fvf+Vs/aik/7++v/7u/wsGn9yOTTSAYUPCM+55XVd+ufxOMdoE4Ww6261IK6OZhwTorfWRfKxGLLO5erCUdH9RoDzqolit4/LHHMHN8Sop09BEZHxnC+PCIjAFbvsULot7B5tPPwI6zz0Gj7UeDUmmMmRs0qWTnZUNd5UWjkyztBiq1CurVisTy6XgCTz76MEqFPJoEsk6dQiYRE7xh+9YtCLaAXKkCfySBeF8/mv4AVksl8R3ZsWUzDu5/Eo8/+ABiLgk2TBRaUuRN9PXhjPPPQyieRK5UEm31SKCDZCyOJx56BIcPPoNYJCIkbhpxkbE6NJBF39gEtp91Hi644jIp0lm/mS5wx7xExolnhGqP84woV1ZRKOSE6czznc9hccONJJBI9wuwKZIpHhkTvWCN+/n+QvAwsl8K4vJcbSsjX2Q71NzWdWN4bP8BfO5zX8L89DQ6VRYOgdGJzfiVt78Nu/fsRi6fk4IT74Po9Ernp56BNkbjvdDuTAVTrXQA5YO4j5IgJPmwsFit2RU7oPSadRyMV4aZS06I0oUqtcTvy9iDjNVCuYZINIJatSIkJpddpOwALJQxHE9gJBtHqVrFgWNTODq3jG279iCRTctnWHkaK+nWM/ey/BFrJPHCS09zPu1ssNqwuu1pbkTgNRAKIZ3OiJSBbq1trCwuoFZelWsWYDUUwk//6svA6po4rfPc0tpL2gT/q7zIAqu/sMNKAeguazcTwQ1bBFZVL1MSD2nnJ6NQpQAEICWwSiCPB44cBUo91wNftdNs1YEbDDdevo7rna38LEwIsOrn4dZBpaGt0CHSr8NkljSUzRikwypNEvQ9BFg1ronWVY7mTRZY9TJWBTwLaNs+N0O+ZzDoihQA9U4pYUAwkoAogyHRwjTAqmWsCvNQsB2tKEpFqk3XXT+SpNd2IGBcTeQTIMAqX1MoVdHyO8i4AVASlFjhfB2YJ2bhD4pOYyoIEcHn5t9u0OCnhVpLW1EoS8ANl9ViMdoS5oOC03pA+kQTcw2wSrdpR4FVatYymY+wci5t0AFJIJk4LdQAxwdhgzp8X5EZIAjVQrXawq69CVx05Qhc10FupYxUOiyJR6tVU3MvcTT3I0r5hdUgfnDvKh59fEnaB3mMcMPKNXjQtpB1Wfl0BdBdpnFGm/VAMn4DSPDzpZVBtTWrnAd11aLl18zGw2IIRpB4pdZCmQzYqIOBSEjZOW0f8tUmMtGgAKuicSUAGA27LGuR77wWWBU8TmQlyA7qAatkMfNe8j4zYKapFK+2ItVXT6XYJDr2XckE5AFlzT/Ubd2CSmwHUykAEfWuSDO8AqsBPWzCplOKEghcK5w/wsH0B/HVU8Yk50VsQKcK88DffkIq0gImtpqoux08uXwSxxeOIrtjAz7/H/fhif1lOL4gBrIROVhWyjUsrdSwdXcGkxt34sn9h3D05Am0mmydD6JSJ9O7g2gsKsBqoVzC4NAw3LCLqSPHxZBJOvVEloK6OxFJ8ujQ2hBHbwWqvIRCDV4ssKrgPoFV/osYZMh+0msJlrvpbSezGSDb+TjHOXasKEvbsyaAkt4JgKe6bwryknHv0Sw2AKdXa5JPJDNOQIVWE4NuGGdtGccFO7fjon2noVZsIRCKYDCSRbS6iM7CM2hWKgigQQQDPlKwDfgrTX1MQG2reLfy1ANEvSBn73Z7gVX9LtrGJ7CfeZqtq5vWN/mORmtN2DmUVAmbdnTrMGtfagAvrjmya9t1A6z2tF6fM/XMnuRlMymw2gMoeyDV+us3wKphh3YF+SUZs6ZivSRNmsxMIcSCxWuvpweqmnRBh9zTSmef762A97ILIggWuH9uMreWGLsO9JZ7aEFVD0DcbdckqE19W7bLKwtF0yaDdAidpgl8+c4Xsbr1qQRW1Vld2QV8CFhFtpR0Q2gxR84Qj7kW9x1rOCGBswTZHufedcY/dk4q6KryOV6AxgvGrgdhvIG7t/1WY4S1n2n/zb6fsEXZ2mYYNXbdC+NRirQ97Wyv2yyd7amXyHONrbr96YR0l7BbYnp+EYUa5WgYw5h2OmkXM0wRD4Cs49kDELzAEosliVgUaTIxKiX0JyJy7seo7Rp3sGXvhZi4+G2okq3cWBYA0muI4QVw2UEzNz+HRx+7D9V60QOsRjE2sRmZ7KCy8SXmURA/ElyUgnE4yM4WjVta7BxgR084JGNLcJXjz7332LFjyGTSmJgYF1kAMleZCNVrVVR57JfKeOru+7F0/JR0CyzlCyjX60glE+hPJaQIKjxrc05xf/YHQiiVq1hZyiERjSGVSKCytIrsrlFsu/hC5OouZueqMogT4+NIxJNaoLMmK9xD2BVlWMjriz3s7OF9vfvuu3HvPfdgaW4ey7kVcWGy0KVBAAAgAElEQVRmuyjZsGR2kalKDd2o62qXgUkI+d0JWulaU3kKu6s0Wg3Rrt152h5c/MpX4vzzzxNNXgFUjZOxEoh6EhV2/lmQSjpLOh0MDgzhzlvuwsc/9lEsryziZ3/5OvztX38SUZp0iJRzj1X2Yhd5LLXBbmnKRpO8T5PtrgSGLpw1b60/eWIeYUB59kSTm/IZymlU+RzvPZBd23x/7zhIIm4MxLSG1W0CBloRDPRR+1A7zsho1m4SxiDGzZ5neZt6fewCqgkJgqAovWUl5nGoVc/iEM9sLZL09n9lMnfYGSKTUYt/6unQwk9f9zN46y9ch299/Vs4cXQK73rfe7BaLCEUcAxzzA7TCwCrfspl+TA51oe9430inVFDQGLsueUiyg0CqUFs7o8pSMACFbtR4MOjxxYwV2jhkt0jIu3EDjvG/aLSKgVdawxmO9YZCxlzVTLIfA4eOzyHQ9OLKsklBAzKZNWlg03nnx8taSHutcvaUEjkvtBEpVyXoofcVZ7lArCaaeRldZoWWtljKVXQ6SAei+BLn78BjWoFr77qkucFVtfP4V56rWe39/HSU2/v+b/2E18QWDXxlCU+EFjVLg31/GA7ejiaEfWe+amjyC9PSZ5E0+P777sHl154DlLpOGodFs58JB0qG7odVNZxoIVQIo3xzecgncpiYZEaq6sSF79Uxurb3/pmbNvOroQo2uB6UI8G7Uy0q1jjp2452Ejx2L1Y9lNhNps4S/ZXfYUtQprJo6u+G8IogCaFy1YLETeC+bk53H/PvaiX1f+DTEzmxRuGh0Xea2lpQfb5WDyJka1b8crXXoNoIinSPNVGXdrOmRuqXI8aJ3Ftl2gyVamgWauKvB+l7+753ncxc/IE+rN9MkdpiLeytCQygGfs3IFoMgVfOIJANI75QlG8RPqzKZy9bx/uvuu7+Mo//TPqlYoUj2NuBPVqHRdd9kpcevVVmFlYQLlaQ6VWFePdsaERPPbgI/iXb34LfamMSMo02enpo3FRBEObtuDn3vEOjG3bLNfYLSKYTVdTCFasKxJftagNGgyiUsxjbu4UmrW6/ExtdOZHoUgcw+ObgCCrLtp9qUQIq+kiQUd3Yiv2ovebZ71IDhBYlbyFTOsYlpdX8YEP/S/c+OWbRH5ocmIY0UgU80srOO+Cs/Cu3/tdpLMZYQbXGzXtFuDeaU2aTEs/gVeJ+wikiu+F3iMFUhkbrW33t8/jPeba4RpXNquVy+og7DJnC3dN0arVmpzJ4XgWswuLePChB7F9y0bs2boR08eexcyxk+iLpYXIMTExhkK1hiNzCxjbsl2M4WxsKMUoKxsne4uR4fGeTWYU19NP+M+kxVn5GAum6lliWLkdmkR3xOi0r09Zqxyf/PISKqVVZazGYnBCDn76V14GVr078cuM1XUnoRdYJcjpNZTQyWg1VlUL1QKrrbZf9DG9UgBSZaMumLQCqB6Tznll3cl2QjCypUxIgRWCbIYlqKS6pnyJlQJgwkMQkGwQaVtjIudQt7EpbdICrIqrsbY68GDgwqNO6fMBq7yWkI9ALa1oOrLxk7FK53dqeTj+AEK8Hr8P1FjkexJYZaLF3zeYcAmzh1UaiqKy7ViZsMpODckBVKxSO5WmTNSIVVmCYrmGWiCANA2tQiGUW34cyFdxotqRw5vBVzrsw6AbRH84gCgDcG54tQYY3hG4tWTVNsfBgAtGcqwLrK7WtA0yQvMtgtw0/DDAqlS6qLMn+reWsdrAYo1ALQFnBVbZXkL9SLqDUoPoklcPY9fepGi5FFZLSKUSqNeoWVQXYJsVSgKrMfhRXK7g2aNB3HbXKWHMsEWSbYIKrDaRcX3IEFitNbBcaXSBVd5HkQIQB3g9ZHiPa9Qq1U47ZKJhAX/L1SZWaNRF86oYgVW2fzSMSVZDwFa/AKtFATDiDtvrzUElwaSGJbKpGsMgfqqVArCM1WbLL4k3WSoEVqmxSli6TCMQw6q1FfEuuGDMG3jY0MBKlS2Nbpthyci4hCxjlW1xQo2RwgXHIezTQgSlMMg2bIpWo2qG3jS9Vh9rfWD7fD8LsPo3/5/MXx4iBPwbMeCJxWM4XpiGM5HCbfc+i6cezknLUzAeEKF6tnQ8eXABycE2zt53OlYLRTz48NOoVILqomiYKdTK8QWCqNaqiGaS6BsZwfTho6jlaN7gR1uYXmqCwkoyq9IEVvXx3CPQBoJCxpHii6PrW4IPrj0F3r2BuiSBFgiRRRFQXVTOJgFW+VptK9GwRhM8ssDVjU5Z79Qe5pygTEi3/dzca+5nBJJ4S+kuur2vH1eduQ+X7D0dg6kk2ojCDcUw4HPgn3kQnaXD2kZEIzleckPBDjZFUudN0iwWmKR4ZdhGwsZlErQ2Obb6ps9JTrrt6mpmYJmSCkp63oOFBQnouI840pLOAoDVC9TboIGefRtfS4FV6QWWai9ZZb33fC6zxNxRn2WsWjCiB0p477meCXpPlWFrix965qwFVu3MVmBVZo5J3NZ+z7XAqhcIlNdY4F3e3cotrDe/8erbeliq65lipiCjyZ0Brg1zqtvSzO8n4IdxzSaw6o9Ie5id51aiQrVl2y8JWKUUgE0ivWxTeUcW+Ti3TXGux/QyoLqcyS1hZUvgadaCZQnYFnjrJm3vu64Hw4IzhlRWD9Xui8LKEhdWtplp8C2vZyxhdGW7ra5mNxB2hefRBd+6QJK5/1Z6xSNlwOfaNm5hypCFQEZpKIDBdBxD2YQwVysdB489ewTzhTL8wYgUWNSVXrUOu8xYT9XHQ95dAwgSU4mRscrCYKuBoXRM2Ow8o6NxB9vPvwgje69BMxAVx+Aw19460MF+R+o5k2lCYLVQWpEuCjJWXTeKsfGNyPYNqn6eKUr7fC3EfbMgS4RdRWF2fYh7N9vzue8xydFOGtGW7QAzM6dw4sRJbN26RZKIQqGAaITaeG2U2cbY8eHgw4/j6QceRzzootJoYLWioGgmHpFzWuSbhJXDG8V2SG4PQRTLZTguNWGpndbGxjO2YGz3dtTg4tRcFavlDjZu3CwJ+fNJAfCYXg+q8hNoCrX/qacEpCQwzH2YYHBfJoNIKAQmb4wv+CAzKuySGe4HARWychVI1b1NCmzCCiLQotICVUpItBoIx1xM7tyJiy66COeecw6GhoZl3TRqJsGkXrHRV5f41uzT7CzhOslm+vDlL3wZ13/m0yhVCvj9D70ff/jBDyEkTCUePx6d/B/n8PY8J54d072vy9LWrVMKphJjmy4PrzSAfb25T70flX1ox1rWumVimSetL+x19yvjli6sCI5jU9+rp52peyEL9EzOBYYnS1QoyRoLIKTavL4Ou1d4/TyvCe5QgzUkuuqMscNhGgoRLGIrtu7X0vETCoFafiJJwX8zuQNJFSwmUOvwste8Eq981VW487Y78ORjB/Du//khrBbLAqz+OIxVEh6aHR+2jqRw1qZRufaZXA3TSwXMzOdE854FrdM294nEFcsCBCQpjXHg2DyOlVp4xY5hRIIdHDk5i1Qsgv6+jOisSmu2Pa7NeEsXHBnRYILvx3SugoPH51CsVKRbbmQgi9EBGgjpOBD0Zd5B6QPdUlX/2DZp1Jsd7H/6BE7N5iTs8bPA26H+on7g+nOT462s7rrEJJT++Mo/fQnFfB7XvPpSGVe+uZex6p3C3vfzms0957M8n23nn7e49FwA9sUDq14pAH7+WmAVqPs6cF2COcDCqeMorMyKZA58Du77/ndxyXn7EMlkUArGUQL1pXlYNdH2ce/2I44aYiEH45v3oC87IKaIBFYZ4773JWqs7h0bxKVXXoqzzz8TjU5DATHjO7L+PLRt5F4pFRvf2LNXYlqvjrU+Qe99l6XaixN55nEONWp1xKJR5FZyuPt730MpX0HUpc52CI1KCbFwRApIR44cwujQkGhS9o2P47Vv+3/kPCE7vdZqoF6jXqcC+Vabk+3gLGRVqcNN5qLfL/v3s089iXvvukv2yWQiKXljYZUM0AJ2btuK/tFhBOIxZEc3YDFfEc+SyW1bUC9X8bWv3ISTx47LuVmuFCUf70tnMbljJ17/xjfAibjIl4pYLZekM3Z0aAR33XoHvvNvN4vOJwuDZLHHYzSJTOKCy6/A6972NoTE7IL7vadY1SP4wteuSn7McaOGe7lSQH5lWWRlYm5U5VCIYURiCKeyKh9nQFWZ4574nLm+RKQCUprikdy/kMYifnN2+X2IxOK484678eu/8XtYmp/FluE+/PxPXYtz9p2Bcq2GO+5+ABdfcRleeeXlyBVWtcDeBU+VtSpFR/NZzN8VXNTPpga0mvYyJlQmK7uBJS7i7wi2ivSPie0kXtLYkf8Ydrk/h+XrEWfg2cz199hTz+Lb/3YbFpcLuPrKi/GW170GM8cPYvbwcUxu3C6AuB91LK0soh2JIpwdRMDVrkN9GDzJ6IzrPF+3iRpSzvPtSyIUYwql9veiV03IVa5fSWCJdFKBVeY7lDFYnBc2NccxlohLPPWWX/7Qizy9/2s//WVgdd39/WHAqkxaCR5p8CKe3UYKgMwRA6ySXm7Mq4LUWBXzKgVWuwmZYawKiMIkrs0KtIpoMzZzJFjqKCOVoA+1NZs+ZZK024gTOGupqHYwFBQTJIJuZLYS+JR2RGNaw3NDgFWfTwySvIxVbmbcKwmscjGRUUhB6WKlIS33/PwesEo2BeM/bQ1kgsbrssCqGpUQnFRqOZmbBFb5FUs1A6yijYTbA1Zbfj/ccAhBN4qT+QoO59tYhquicpKAtxBGW9znCcAmHCDqbwjImmKCRTaU0WckEM2gnrq4Ajp1fAI45wjEBqgH2pMC4PXTnANkxlJqQHSolM1HDZmlGkPflmqiys6v946bjhvr4Jqf3IihkRAaDWUMhQJR1Gt5AV7JNOXG3Gn5kfAHUFnOYT6fwbf/fQaVSgNhh18rIAxTAVYjfmRjrrBOl8sEVhmOcs74EA8HEGbbqKnA8x6zHb5h2HhkBAmwSimAeguVVht9orHK+dFAsdEBgeUusLpsgNWQAqs9VtRaxqokKkZjNSRJqFbrGk0/CnWVAoiH/HCNaUeZ7RMmMbZghsYsPb1EjhO/r1WI7AWX2lIaDofkwFopNQ2wquZtqrGqUhPVhpqIKbCqCeBNUy8NWG3/1UdE4zdAvU1fB+VgFU8sHcFUJ48lfwlHZit48tEV0Y9yk2EsLC4jm4hhbqWJaNona2awPwF27xw8sYhcvoCgPySV2VbLhyrnF/WV+5KY2LUDy3MLmH/mmJhD+URbTw9AMUky+qFacFE2hQn15a8e4KQQO5m6wjSw7fjomVetAVfNu1gzCGqsckNpN2oGrFfNZ/tZAqyRMeoBMQms8v6I/IRJftpikmQcqAWoaopW857RUVy8YydeccZepKJRBHxBpKJDSFVLaB79DwQrRQQiUcUkuekJ0E6w2EGQ7eCynJnwE/Ts6QgKM0iA1rXg6Fog0ysXYPFUD1DpCUeYLolusU2uCaz6wuiIFECPSa2Db9p6WMwgyGuAVQtCvBCwqr+3h0sPWLXBvjdx0gTcBkpm75NiAu+HMnltNVrBXm9rvnWb5esVtOw+uqDv8ydi3fGzF2rA0N4bGIDVpzpgKqHQC+hkBnfNY9YC34DqbOk6t4wiZZQRZOV3k2KOPwz4CPpYxirH3wKJ/zlgtQuSSICrRVIxvZOTyiesB+vCzvvR1VYVyRcFVqX5zBhmrAellRXtGS3R61YgTMENNYHzJsvSxipsiF6yoCAMC5YvBGA+1+Wd18Iz3vuQzxT5jp72IrVEGfgSTCtXKnLGsUsj5QYxnIlhNJNALBRE003j4WcP48j8knSt+FvKFuNa5+1bf70yXp6Pt99ZE1cg6gSRCjuIBXwYScXhdBqIuC5GtowhvWUC/ugQgpFBJNOjiARjwor2rokueMwCVbUiUgDLuXk53wmshsMuRscm0DcwrA7CBFapr+dvI96ZQSjMcilZmZqYqqRNr73Py2bm2Dz++BPyHhMTEzJWlE1gYVEM+zrAoYOHcP8t3wXKahJVafmwnFtFNOTDUCYlxpSUdmFsUaauar6ECJNJdiek4kgMZtCqNbH3nH0Y2jAgRezVsh/z+SBGRyeQSlKLUqUA7HfXtlfDyDISRzJ3CVimM/js9dfjy//8ZWTTafRls2JoupLLCSASj8XkOpOJhLBl2H5I2Rk1TVNDsgrZO3We3ZoQ8rN55vI7s/WV06tcqwi7MuAEMTw2ijP27cN555+H3bvZ8puQayEjia9h1469fs4dzj0ajf31n38S3/rm1xEI+fDnn/xr/NJ111GFR1uzDatzzUT+MX8IxdW8Sqm2vcRcC0wGKuw6fJtxNIVkdf22+y7nujpUd12apRjJlvweGGPvj3xHKTyrKRjXlwVv+DvqGvJnAcqNpqMYdAYdBHjO+LjnMVZwJH7nGiNQxW4Nn6+GYIgyV5wPTQQiTfgFvGILrRYx3ZArn8kiQyweRyqZlDmeiMcFYK3VdFAIMHKfzedX1GAlVEJqoA8P3Hs/7r37frznj/5Qurr4aXKzewfHGiND1VhtSUcHgdVNgwmcvW0DWGh/ZiqH5UoLxSqltRjzB7BvaxYZ0W/SceLdeHZqBQfmcrhq7ybpRptfLqFcKsBxo+jLxGXtMJ/hHiDJvej/atEwIBrJhEEDKDfEvwj7j5xCOuZgy+iAyAlJ0s+1YTTG108hThHG1vc/chBHplYkz1FQldIf3iKgeSWZr88BViP46o3/jNziAl77mstVSoZkEkMW8H7mejDUC6yuBVzXn5s/fPLra18YWJXz1hZnvWeTl40ra98yVtk14kOd50I0JQW1pZkTKOXmUS7XBMC/5+47cf65pyMwNIqV6BCKIZqS0T+ghhKLYn4HI80q+ho1KRKlU32qsfqfZKxevGkMNTTwmte/BpO7J0UXVnIKysbY0EQ638yZa4rL9rztniFdUzk9l9eAr4ZIYodK5p/ZB6RgxA5D2Q+DEm8/8djjePbRpzA02IeNExuQW16WbspXXHihSLIQF6g2Gti4ZzfOu+Iy1Mn6a2jLPwt7VrWL3YoEbGvluqzROs2bWfCqV7XDIR7GgccewT13fhcx7t/VGlZWVhCJuNiQySCUSSI9PobM2Dga7QDisTQSThh/85efxJOPP4GdOydlnSyuzMvn7t2zDycOHxXj3Te+5c0IpRJYKRaYAkvM+NV/vgknjh0Ts8pKtYqIG5cizq7T9+Dn3/Eb2LhjByrlItyQx9RV4mGP3nenLqAhc2krAVWvV3D8yFE8+uBDOPzsISTSGVx8+VU465JLVcZFjHUtacCYy7Ibj1quIiGn4CYfGt+wsER5EXV5ZtE5Ek/i+n/4LN73nj9BMhbGNZeeh8vP2oWBdEI0xB87PItte3bi4isuR65c1IJ7ix26NOJVfXaRY6hWtZOAn0+TKhsvWDaridv0mmwsYditYhyo8Zt0IUiMq+eQG6aWP4u7lP4JipxCuVTB8moZn/ncl3DoyCls2bgBv/5Lb0My1MKJ/QewYWAUk9uZN57E8vIs3L4+BDP9qLIQ2U0stBuiR8Z+bvebxKi2eK/RuDkqtdPaagj3sACp1ptCukobxJNJZLIZLV61mlhenENxdVXOIGqwMs5489s/+GOe2v89nvYysLruPnc1VndktL3I9HhJwCUnt1b2xZleQBEGqUy+/eLCblksbE2TSqwAqwzaVBvUJppKCrMJlQKrXASisUopAb81wFJXYrqNE1giqBuPstWb1TS2tjnKWK03RYuVEo5StWWgIYLIPql2cZclsCoaIR0NQvgI+YG4GwQ1eBiQB0MuirUGanUChgwelbFKgI+xKFt8GJSLZow4BvdcxcXJ02iM8PoJonIcSmSsslrTaSk71udDscLWDqDtRrCCIA4vlrCKMJrBGPztqmwYIpbPAJGswk4LlLSPB1pIhfwYdB2kQz7EOFbUQTUGQPz+HGVuxdV6C7m6akPSjErkLQNk1XaEIcp2Ov67tAmxXRCQSvhyjZtRExEJcBXwZsszq21jG4O44poNSKYV0CTw6OuEUa2skIIHl8xLAqttH6Ic5FoTuUIYt9yew9RMCQFjTpSrc7xbyEQD6ItHRM5huVQXlqno/wX9AqySUavgClBuUYdLDby4WaaiISSteVWtLb/vj4UwGCVI2UCxDhTrDQlARQpgqSRaE8JY1Z49c6h5gVWdkwqsMmkISoAp2kEtBcl5mFEzjyptfHJN2JraitDTINTfKSNGWU+s7AmwajRwbYWSyTLZFty0V8pkXpPApkkeQVWC/9RorbDYK+2e/DuAesDBt6fKL3qnJmO19VcfEaMkVYntYKlZwMnaDKbaJdx/6ggK7TCefTaPerGBseE+HDo2A4fC4v42hob6sTCTp+Q8TjttJ04srOL40RPyPZ2wi2KJQRJZyx04mTi2nHs6KsUiTh08jOYqdZSUJaRafDyEDeNCXFftHqGHoAYU/I+27SuwygTcmNBIIqEAlOJHzw3UJRhlgkfmvGmf0zZB62hsWo9lrmvEakExq+HTFhRF2ejK3NP7K/IbnRb64kkMJiM4Y8MGXHn2hRjLDiOAKgaTQ4jn5tCYuguhVgCtMHWGKYKuxkbiou0Pwc9kU75GU65Cv7MxppNPq2t7kLTckC3F11utWDsFvABkT9usa17SZYas9UDWeRBCRxx0bEFAQhCZolLZ5b1h6xxZb6SjGTOFNuejXmxPu09aGBn49VxNRzxSAN3AX4ew18JjNLi5tnWec0fSdeUzurBWO8/eZtv5oCNgpBW672vmgqECdWeGp924O8Gsw7fZE7pgvpxTFli119oL4Cywqudaz+xF75ynQGDYp922LgFCOE5kRIc1Wxa2J+eD3gdLJfL94+0veo3TOInrS6esSkBIwGzaH6VdPkBGtoJZ9jlSsOi0lV1vNKgkwDfgrAAocngzFDBOqYZNLEmbAXAtU9VbaBJWhJEVWJ94C0NAzk59b2Vk6+K377EGjLcBs5FN4fNFrkYKHaqZTPCRiRgLWgTRmEjw/ZJhB9loGKOZGAZTMYkXfJE4np5ZxKNHpkQaIyAJq857JltrgVW911Z/3guqSvLjA8JkMzh+ZEJB9EVdOO0WBoYHcfrl5yKciSK3WkQyswWR1CYEOzHywjx7nVlL8t3ZYdLEE08+hPmFU3JNTFLIABkZHcfA0JjsaRyqoJ9dQRVEO8tybtUa1JRvIpNJIhaNoU4du1pNwXS/T85ubZkP4MSJKRw9elgYmUwYXDcsckPs2qEEz8mT07j7ljuxcnIWsXAY5Y4fx0/NC6A6uWkUCScoMRLHnZJQ7Eqp1VtoUP5gbIiBEyqFIvadtRdjGwZFNzMQTGClFEY8OSAgJZNAkaIwzGN7Duu5qmx+ZeYGkEmm8I+f/zy+/rWvoz+bFR15giXLq3mJJah7liCbRMC/oAJxAUfAIC49zudisYTFxUUZX5k3hqHNJ0gxQc4lzZ05P4WZgw4i0Sgmd+3C5I4dOOOMM7Bl82ZkMhlZ7ey84Bzm66kb26w18ad//GHcddcd6B/M4tOf+yxee/XVCMjWIPYwIjvzUh6//Tsf1gKraHRaGQDGvFrUsqAn16IayikIapAYE59oPNJsE0Buolgto9X0I78yh2AuhyzjPpHIctCqVtGJRNGYGJO9OegPSEGYc4tnhZivcu0Fm8j6cvCtPiXeBwECeL4Awg4L9A5a/a9EIxhXlXNhh7E7h4QDtrLXZR5EAlFML53EN5bvQ3W5iur8MvzNOrKJNH72NW9BNpSCvxOU+0xZE+0CtfGCmlapLEgbC4vziMcTiMajoJzSYw8/ittvuQPv/cM/VOMlWesWWNWzzCbrGsPp+/A78EQaG0jhnG1jMo6zK2U0afFKMzMhBHQwmnTg+nn+qVkgSR2HTs7jwHwFl5+2AYkQOz18Emsv5Qqi+8tYsy+VQthxsLS0LDnVwECfxMGqB6+dA9ph4sehGZqOVjExnEGl1hQ/B6vL6I2A7ElFPUYSQe599BAOn1wRqSbKCID7jpyzvXhBNyLThWcYq/zkRDSKb3z1JsyemsLrXnsFXDLKmE/8CGDVC4a+VFBV9n67SCR+fn5AVt6/27XjeY7njOJzCFJyTyfwz3vRYCEkmhJviOXZadSKiyisFuELOrj3+7fjrHP2IDC2CbPJcVTCISQXF1DK5VFPZ1BNZTDcamCyVsPmTdtEn3NxaQGVCkGsAN73zpdmXnXDH70b/3Lzd7BSKeJNP/PTSCQTaNAbg6GwGQw9Im1bvxYWNXLTf7cmVUrWsSCsznU5v0xtxStIIgQH0RZXAE2oDm2aQLtYWFjAvbfeIXn6+OiIsJdb1RpOP+10xGNRmaMEUy+99rUY2bZN9mIxOxJQ1bSedzpCYiKQWi/XtXvAx3/TTgLmkGPD/WiUCvj8p6/HyvwCoqGwALw8J7YMjaKVcOD0Z5DMDiAWTqO4XMa/fePb+P6d35O1PjExikx/EvVWCY1WHdsmtmJ5ag7Tx2dw5lnnYHzXDsTHhzHYn8Xxg4fwr//6L3Lm81Gi70OL0hARnHHuOfiFd/wmxjdvQb1eRWF1RfZDmmhRnoByccIVFwCZ+x+ZjhrHEJt4+P57ceM/flFMj0aHR1Cp1FBqtnHpq16NK3/itdohSbNnSUe1a06PBgUQtVvGgq+Uoeh1OsjZEQgikkjhb/76b/GxP/kodk1uxuuvfAXmjz2NTCKKeCKFJw/N4s3X/RzOuOA8kARULldEliDsRjA3v4CZmRmJAwYG+mUf4n7E76iMVGWeKrGoKQSPnlQAf0dglSZWSrJSTVYFVW2sS8yDZxB/TzYwz2lKAcTiaXz7O7fhW9++DaFgCO9+129itC+OR+75PmLhKDZMTMDfKGJ+9jii/QMY2LIT7Q4NoJmxKsAt9UEpBvQKsGvPUi+VqbuByLV15VsVjAcAACAASURBVDF47SYGkK1P9j6N/Qhwk5Wa7ct2ge4lYawW5Dxl58zLwOpzo5eXgdV1Y2KB1eu2ZRThkphPo0vuzYZno8wJAhymesi8S8yXVJFZpjlBVTI3mSiKm6IwI3VT50LUaruaSRFY5ZloW9z5Ok5cJm8EK8kgpSM8nxONhKUtnu280agrmxWd4hnEcaGx/U0uW4BVVsoD0lLDlvEa38MEPPz4cLCDeFjbjLiZBIJhVPhZdQaOBC0VqNVqe0d0kbiIef1sS/eabggHQTRG2OZMV3u2JvFzWyJwz9ezbY6ANJ3s874Qlpt+TFXbWGkF0A5QO5Lj/NygQcE47euhRmPE10TaAfrCDpJOEP0hut13EEIT/hargHR/biLHbh9AmKT8HgSJuWkQjG4ZLVsmgpJsUWtMgFU+p4ZIiOq4WrVkS1Wt3cDZr0hh1xlxpFNJFEt1SVzI6isXVgVYDYUDaNWMiHe5gnRyAEun5vDw4x089EQFPtbd/cBqrYNSrYlUxEF/3EWzXsVKpYFSS83LRAqA+rKhgFb1yLLt0JCLALoCXJmEK8AqnV2Xqx2UaIYVD2MoHhRNudUqWxkbSEdpckYpALZ5BhENtBHptuoaCQAD+gvYJtOyJfecyaUXWC3XqaXrR9xhiz6BFL9Uu7XtwYyjeb2A48bRmnE52yhsAGsNHbR6TM1cZcbmy20JuH3UxguqFIALaj2Rta2tKPz6ZV8Qix0HD8+yvf7FPQRY/YuPwed3QGAs2OxgtVPGvG8eB8oF3Hn0BDpOFKeOL+HUTA6ZdArtZh2VdhBBh8CB6vHOrywg1RdFJj6Ak1NTAgQGQmEsLOS40mXdd5wgBic3IpiKYnVuHq3ZApqFClocf353ATppdmZCCs/U9zLkeK0M2sR4yrT3stpI0ITrSmMRw9SxBm7dSqUyZwScFTCVyQTbfHXcnme5mQHttUaKlg9fa0x2+BqOA2s2rs8vQCr3Brb5XbDzdFy45QykswGMui4is0dQWT2AUNuVRKTjJ0DK5RaUFhpJrIWZTWAiqMxRAdrYDqmJXhslLSaxykTmMw2k6LSgvdWaHMofAwAL+s7fc456Cge6+4quowYRuqNLmUD2atUtEiY+C2UsQhFgIvtNmLYt+BlgMZgk65vtmLyHync07+WX4F+DeX2MkkVkEiICwlrUUPzQJkzGh0rZulaH1OjFaiZhmLxGa1Vvutc1vPd5At7aGyuar+wuJdtDAX0BHe1Q2Ykghiod0RQjU1cSVZkfFlg1gLqtykn+2WN+yXo3iUoQNFgThTrZP8gWZAJLkwyOsSQrAtpSy9eRBI5rRRJ8MQCySU8H/r//9xe3wAGkYq6ceZzk0n5nEi1bmef4sMhGYNVbrddgXrVV7Z3xMmC8r9ch7rEseLZbVpsCOQroSOJkWstES90DgFqdVS9oav/fJozeNkX5HpKEaDyylilqgVXtsKAxAh9MJHi2C+st5EfWDWE4GcVgMiaGioxleG7NVXy447FnUGkp65Tnjq55ZZB49yM7nvbGWGaujCvjCkoQ+Trod10kHJpHOogOJdG3exQTG4eR6csinhgG/P2oNyJot8nsNXOZQYxhRzMx5zza/9SjmD7F4hVjCwJKDoaGxjA4ulHmNYE6x19DyFlBoF6C67qSGOdyK/Jd6HRMV+tioSD7pOiL8hoNq7JQqOLxxx8TMDKdTgmwqluFVPmwksvjvu/fi+MHDiHa8aHQbOPo/Kpog+/bMyEdNWz1py4mz8NgNI6Gz4+lUhljGzagxqQ0l8fZ5+1D/0BKkvpUegB+XwRNfwJ+JwEfi7SG5WjjIO/c071a1zi1+04ePYZP/c3f4eihwzrPjP4bgWJhtWYz0tm0vLQkGuF+x0EikVLX40ZL2I58brlQFEOPcrUq5mZSRLBt9NYcTUAt/XxJHumsTifsbAbjWzZjz2mn4exzz8G2jZslac3nVnHi+Em44Qg+9alPiQHOjl2T+MIXvoBz9+0z00aFgWwx78Uu8k9+4m+l24EJKvzUztXWzFajgkZDi/OcK5bRJrEGiwgBjdl4VlP6SsB110GwE0Dd10TQSePeW7+J0Ddvxt5KDYXmPNKVEZbqEdy6FfUPvguhBCV1vBqzxlm800bR18bezveAA5/AQtGPYH0ZzbaDmMvifgiz47+LcuZcIUy0fGE4PEtEcqctjFAWmxK+IA6XZvGB6a9g9dAUOseWFSwOhvG+1/8azhqYRLPJRN0xjK5eB1KvYOopgIlxTFvakQ8++RT+9V/+DR/4g/8JX0h1U7vAarcrwd6N57Lis9ksLpjcgIDR3uZYCgAr8YbJa0QpR83teCbMzM3jwRNlXHr6BqTDPOv12mqdFkrsLMtXUSzSSBTI53Nwww62bR1Hiv4AXZkqnts8QAI4PJ1Hrd3CxGASB6aWMDmWlVhYGswYHkurv55PEllJFwJw75PH8czxecmJaOAnrDIDrCqby0IUqrHJ80tAh05LTH6+/a1v4cjhZ/GG110le4cw3yXGWDtO6wHUHyYFsL7I9kLrwIYTP0pWoLtPrJHjsaC73ieCeiqRowBN09eGy3XUCmB59hSalTxyuSUg5OLB792JfXsn4Y5uxMn0RqzWi3DuuQ/5XB7BoSE0z9gLJxrGxfU6Nm3cjnQ6LaaABG+55t7/Wy8NWL3z+j/D088ew2e+dBPOfOWFuOTKV6JeoukWc1gjobMOWFVLvd5Dz0fKb3kAWI/kh8eUQ4FYxn0WTGPc11awM+ZmJWZ8+sDT2P/g/SLVl05E0arVxItkYmwD+jNZVBs1DG7aiNf/zFvRCpD939YORtP+Ly7zjIMMQ7VWInNYwUiesewo4Joe6ssi7br4/Gc/i4fvfwBhSuYlYsJOp9nx6O5tiPVl4LQdLJ9Ywd23/QBP7z+k8Wq7hUQyjrGJAQyPZhCO+JGMRjF7ZA7TR2cR6oRRDPoxE25i75Zt2JLqR7nFNv4mFvM55CtFtAJBpAYGse+CV+Dqa1+PweERYdPee98PcODp/RJ37jv9NJx95mmk1gCdGnxN+pdQyk0xkEq1hr//87/AyvQUztyzCxuGRpDJ9mFqZg73P/4E3nLdddh25l4xWPELGMv7aorf5pyzEkR2jYitqATNCmIG/CGEIlH80xf/GV/6zPXYOJTBRWeeJiQskcNpdxBPDGDPBedjbPcOVKRr0o9wNIq7bv0evvqVr+Lk8WMSG0xObsO11/4EtmzZjFKt0u0s4nko0lCUxjD/r1rlagooADw13I20kz0jbUHFAqsKBAdQLpcFWKUcTG61gv+47Qd49NHHcfUVl+P0XZMoLMygUS2jXCujWlwUPGfrrjMwvHkX2jUWnZh9BCWWJ1bCbgLZtUxB/sc5R2WvFnNS7bC24LWSOnqa+pyT8WQCmWzaSAF0sLAwL0Qh4lOJeEy6JH7yl97/43zsf5vnvAysrrvVFlj92cm0bJ7igkqmiemEpFMuD7hAkHo+GvRLi1nbJ63S3EiVVabVBAHyiBsIqKosF4nX7QEuYK0FVjsKrDIgJPM0KL73AqyyLZFt4Ix5YwRWJTlvIxaLCLW8C6ySXepQ+VKOV9OyxIAyYIBVsg5YXdbQhiYPZKwymRbGKisqzbYAq8p8JTjM78ok0SdGUnIQvwCwyk2Gi5ZD0wNWm6i0aJjB9nZHGAZsl3u25WCuUEO+HUDLiUqAR8CHm+f6JE42KwmQLBqkWnHUoGHFPh2ooj/hoo9M1rAPbqspRjnUBOX1ElglA1c08DpkszYIwQrwzdFgAC6berOF5YYP7UYdUQZqTOREuymAYLSJK169BdnhOtKZDIrFmjBjgv4gSnQcbFYRDLECR0azg0Yuj9HRjZg7MYVTs3HcfNuUVISZ6OWrLRCkVGCV5lc15Ais8ve8L2QShwMC7jLB5clcbEOAVQrKE1TzAqsrNUibfn8sjKEE21bo7kxgtWmAVQdTyyX4Aw6iwRaiXY3V9YGIAqtsT+M9t4xVAfHaPhSpseqjw7NfgVU/3V97wGq3FVBMC9YCq00zNxSM6AG6DMbJWGXAmKt2xIRL9HydICLUyfOzbaMthQUq4uYQwKlWByvtAKaWXhpjFR/7S7TCHXGsdapNtOM1TAcWcOupRZzMF5GvdjA/s4DFpRKW8hVMjqawWGyJcyplAYJhPxqtCqrVMtKpfhTYVhNwhG27tFwUZoq0UQz0ox11ER/sRyyVwsLR46gv5OCj2VmTLHbG7LqWubgJPHkT6G5ibRzrqQ8surA0SPF1xF3UMl7NK7ttnb2AXYNLAS5l/+FKWysf0GsvWROWyg/C0hO9MtVklRYpX0B13Qgmd9pwwwEMRJKioziciePsyS04d+tObA46cJcPodleloM82CSw6heAVfRya6Z9lAwpfwi+YAQwGrWyYarVJtCmG6kGYHTOZFJEdqskR2KqogxsAfrEYMEYJ5kATQIJgzsKG9SaJAlTToFVajXbpIz7uSS+wljlTWlJ+6qfRaMOCyfadkyTO0VHucmbNjU6O6wBVn0YbRinZm7gDRqXGEBO0You/0TGWoIeBcm9TBVtn7dgqkE3n5elLNWMtcAqAQWCSdQi4easDhCGvWVa9OsG4CcQKVQjvQaebwrk6T4kZ4/EtlI+NC21+jfZLzqXxLMZDdk32J2gQbO2qJpWfIFUWPRzxH2U7C0YuQr9AHPDPvlvLzogSxAwDHK+K1DKh2Wm2jlNYNU6A1sjDxleXrNpR30+YGttIqzXSFCVIK23XVj+na3SBpQU0NaAol7Wg32e/WwZa29LuMgRmPZ+Y+ogAKaJJaxunH09i5mi/0ctPTKTLEjc6WAgGkRfIoqRTAJpN6RdKaEgwm4Ay80gbn34GSwVqmKSwf1IgQzjHu+RVOjuCx4DIwsY8/6mwyEkOkB/VFmTq2xxHExh97mTGJ8YQrY/jbCbQgtJtNpRNOpuFyQWrWPzECddP3DgwOM4cfKoJNUM6EMhBwODwxge3yLtPX7uLZ0KAoFFOM2qAIl8TrFUFFMRMgvHN4zKa6UNVljJCrgTbFxeWsUzzxwUQ8HR0RF5vsyDel10yQvFMg4+8TSOPPW0uPZWGm2cWCwgEAnh/HN2IROJopgvolxe1Vb8dEZMGCnxM7FpHEvLy7JXT+7aImPNRKWvbxjhcAJNJNHo0MTNQUAYlSo7okRE00HQ7XbS+cb7wnb/Rx98GF+58Ubsf3K/3HPeg6irgDrB5b7+rCRCTOR45IcjEWGgFPJFuc5kMonhkVHU6nXkczl5ntUkFtZKl7Fj16/eGInHxNyCxb0GQm4Ig2Oj+B/Xvg6XXXoZ7rz9Ttx883cwODCI6elTmJ4+iQsuOh83fO4GbN04Ye6uFhNfKrD6ofd+CMFwDEPDGxCOxNTpmW211RyqtZLsW3Yd2fUvRR0aLrINP+wi7EaFxeuPZ8TEjR3iCESwsP8xDHzqK4jkHsGx0Tn03TeCeCOITiyO/F98CIGNKTmG7FjYNSudFP4gdrSuR+vpryBXd9Cp5IFOEOFwUDpxCqkzket7FypOGA3pUmFM6EgtUUypfPQUCGDOreC9T34e+cOn4JtmgUAJDW/e92q86ZyrwSYOarSrhNB6aSe9Nrt/yf3yq17koQPP4qs3fQPv++AH4CYS4vyuBQze2PUAoQWM9f0FTE+nccHOCZH/4fHK69Jx6FUJbVQpgBIgzNT7nl3EZaeNIS2mtpp/NMnU40Eb9IsE2dTsKmZn5lmFx8axYWwaSyMqeq02XiE7uYOTcwUsN9o4bTyDY7MrCIcdYeBTAETYprwgwQy0W8cyVu978gQOHptbA6x2jSxlHNcDq9rya4HVm7/9rzj0zEG88fWvkrHvyrvZ8bMz2xN36NjoWWof64HX7i88/7MecO3VaZ9rhPW87ysj3/1N9/4JSFTnmawSClyBDbTgxjPwtQNYmT2FRiWP1fwK2k4YD37vDuw9Yxvc0U04kZrA4lP7cYavjaq/LX4cU4EYBs7ejd2VErZO7Pg/Bqz+/bt/EWNjG/HFG7+Owwvz+OV3vgNh10GzQfmG5wNWGVcoe9s+usVJM0ftWdlbF8pu164QdsapQ7rcL553gQ5CbhSthoPb7/g+7rv/PqQcH4b6+xB2SKKpoj+VxsjgEKLsBgj4UEEQP3XdL2Lz9q0oFHOmS1KNq6RrzzABeQ412LlJxF8Y71UpnnNOjY2MItj24/P/8Gkc3L9fADzKBRA3GB8fFBOqWDSJAw88icfveQxLsytCdBLpGgKVMu1b6OtP4dLLL8RgJo37vnsfjj9zEm4whlokjP2lBQyHItiXGUP/hiHsPHcftlxwFqrSNUtd8Az6x8YQiSeUrdhs4oEH7sWtt9+Ko4eP4I1veAOuvfbVaNVW4UMdvjrXchONdlPOoBPHjuMjf/Kn2Dk2ivGhAUyMjGF4cBhONIp/vOkmbNu7F69561u0GELmDNctQf8mzeLW7l3dWSyFd91smAexMBh2wvj2v9yMf/zsZzEQD2MsFcX2iQ0oF8vS6RgfHUd24zj2nH+uyFbEU2nc99Aj+OD7/whHn3kWsWAbO7ZuRDIRQ9CN4LpffDv6R4fkXON4Mo+zxXEBxj36rCoLwBzEsDxNIdKrk0/Taik8m4I6ixqrq6sI+MM4duIU7nvoSRw5Pi2yiJlEHEk3iGCzgmppBf1Dg9i6ey+qLR/SmX5sGs1Kbl5vVBEIOcqUJUXFkjS6MgHPt6Os/TfJpwwJygtge88Sfr94KinmnnxrjufS/JyYftKvhgxqkqLe+Ivv+9Ef+N/oGS8Dq+tudlcKYHdWtOCsc2mTGj8+FVtm0m7BL2WGKvuo0DImdybYEAF5Q62mVqeYTRlGoLQZmkiEVWplrBJYJYzH1vSOtnGJVqomerUmaecEVtVsikkG2w+o50gpAMoFUFeJG74QvSRIUGYOq/KlagM1uhJaTSVqrAbZsk9WYltamRjYs/XNAqtkrRJcZRsZgWbXGIkzQSTQJa2NBqaV6rQJ8rzAKsHAck01YWNRtmiGsFKq4b5iB1XiDGIew0SmYdyBe7qB3sBQ03jVT1XZQT5Pg5aAryqJfxhN9IWDyIQDSDkBhFt1BNot0VIlaL0GWO0YsXsLrJJz2mxihQC5AVYJBhNYJuA7uMGPK66ZRCBURCbTj9VCWVyKqXm5uriARpMJKXVjIK2K1cUlbNi0HfPHj6FcH8KNXzuMVlV3QDqpVuptJCOOHAYWWC1Ln4u26hNYpc6rtEHRcMswVrvAatyVTZiVQTJWV6tN9McdDCVUKiJfbaNCYDVGdk4QJ5fKopXGg+QFgVXT8s3Nm61uTESlZZtzkGZcFdVOTIQJSvO7+FVr15N0KzjE1laViZCghawnIzDEec6qm9xPOQjaAtKxapardaRIILqrgSDCbNn0q5g2TeSLHQez9QAWOgFU/Q4WF5Ze9HZNxmrnzz+FTqAi34nEi2CmjlP+BfzdvU+g7YTQqjYxPZdDtdPG0sIS0uEw/OE4Vot+LORyCIQp0K4SEW4kgVx+VeZlkewwDgjNoiiX4QOGtk8KOzmZysAXDiC/uITAcgG1ChkaBEa5Jg2QJt/GtvWbLnOZ6kwoCBJpQGnHjhqCIj1hDKW0BcXq8NhMx7ZKsXggpRppgXthpmo3LPVGqAacta2q3FMccCdiq2OtWZEAZ9CJIxXpIDYaxtt3vwr7+jIIVY4rXibmc7pHCVzJKj11+Vh5ddiKH0HHiUnSS3CVlSlty1K9Zcpz0CmTOqedpo4d2aOCZkvFm8mUAr+SlFAiRHsk1fyq+4X5/U3piexdyQddkBDN4g0VV+rck0mOtaAnk3RC05SBoeayjyB/C65PNZqoB+djNUz+MPgzSZTBP0ebas4l10BgVYUNe9ckG1mPPmyDG+1gM6waA8p5J7wqY5jvJtIDPbDUUEJFQ43XRXZSh3+sBbtxwtYCSEeY25JQ8Cwim4UVeF6jGC6odIOAqrKO1UBOIFIB+Ex7h9EmbLMY0m6i1m6qzhi1uQ0L0hFtb5oZaQ7Eex90aJ0aVhMz7hfChldJhMBffudFr3ECqwK0GCMqvkG35V9azLVNkH+8RTwFVbU4KKCeJ1C198S+l02U5f7b9m0DZtiEuyeNop/P89cG5uuTQwE/zNr1gqVMpnRbMEC7Aa95lgnLxoCw3q4Bqxum16xxQDTiYjTqR18yjr5kBFEWh7m/hmhY0caqP45bH3wGJ+bziEfjys4guOYzJg5WRqHb3aAZrPca+HPAAWI8e1kgDARRbzWRK5eQyabwmlddgrPP2QNfgKl8AG4ki3oziEajTwo/ZDBb9pe9ByzoHnxmP44dPyxJjLZ0B9A/MIDh8W3ws6uD3TqowNeZR9TXEjaZAGZ+HwqFPJaXlxFxQxgaGpLvK5qjFRbGqtKeVypVcfjws/K7zZs3SxGZwAkTqWKJbLoy5k/N4/CTB1BeXBFm6eGTi0gMDuK8C04T1lJupYC5xVlQ+CmdzUobKJmvA0ODWFxeVG3YaBCuG8DY+ChGRzcg6ETQbMfR8cUFWPUFQ1IMCFJGiqGApbGvWwGMOZjs0TX64IED+NhHPoqpqSkBNdgKSuYtNf94jvIaSqUiauWK3KuBgQHRkKVT9dLSEpYLJYyNbkDUdZFbWUG1XJFCM//wYQsTHCuOG7+7TcQsm6dCCQAW+uNx7NixA6urBUxPTSOdTEmxeml5Aa97w+vxqb//FPpSSQOMqBiAGBq+hMf//pMPw++4GBzcgGA4omu1Q6bSorQhSxuvWRtWE1tAXNFpDEosRGDVjcQQiKURiDtgPSIUiKBwfAqJv/siop3bMH16GekjMfTdPQgUfVh55xtR+R+XULRTl6VpsxYD1HYLGSeA8cqHUD30ICqIoFaqSvHezw6oEEFFYG7w91GM7UPDV0EbYWHQ8n6327w+MmrbOOLk8ccPfgHVmTzap/II0hi13cTege1459VvQzoQ1zPZrEe9jrUPb/zMTh+et8cPHcOXvvhP+N13/z76R0ZQqdd/KLC6/j25traODkph1+6JWvtX7wXRGOwynn3kEqBUrqLcDOKSPaPIRBVYFWkjH+W3tJuNRyePweVCEwcPzVKACxtHaJziE5ID2uZ1gTam54s4VW7hzE1JIaZMzRfQn4wjEVIJAgEbeB4Ke45SVAwNfLh//0k8fXT2BYFV1ZnSPVNjWDqDa9dFKh7HLd/5dxx46km86Q2vlr1C93ni0c9lrK4FT3vA6g8DVdeDqd6x9zJWrS7s+nuz5r2fB1jlfODa5ToWYEX2W/bakbHaA1ab1VUUVnMSCz9w1x047bTNcEc340RyA0oPPYSrJzfCSccwMz2HO546hsErzse+YBCbR7fJHjQ3Nyes2P8MY/Xj73gT9p6+F4/vfwZ//8Ub8dZf/kVs27lVJF1svNs7i00sYYwb1xdEvZ0d9v/5WokxxC9ATZhJXJCchYVhJrkkuMTT+No3b8Ftt92F8U0TiHe0WypBHWt6gIRcDA0OwXUdOJEI7rr/CYTTffiT//WnmNg0jEatIPuS7QTgFKMvSqVcRq1U1vyIkhMC5DUQpg9Js4MnHnkU3/+P25ChTnqARboy6p0mJjaN4cyzzsfJZ6fx4O33orJYlNbxQlu7DnhPyZJt1Guo1orYvGVcihQzx04h2A4iHkkhH+zgkaVTCLeAvaEM/EEfRvZsx8984HcxfNpO+DrsHiUdTDtpFZfu4MSJ47jhhhvw4AMP4Vd+5Zfwute9Fo1qHs1mGWHG8wQa2y1EojF875Zb8eUvfFE01lcW5rB31x4xhWS3xczyCoa2bsGr3vxmMVDivGVBljrh8kme5MQbg8nZY+Ik6V6l5JAbwz0/+AH+7MP/G2PpODKOX8wy23V2wzk4WSljaOsm/Nrv/L+IxBIIBF28+73vxw033Iixvgz2To7hwjN3Y3RsDN+/7yG4yQx+8md+Ws4/be3X4qHsay1+R8oEaEzUjeUkRzHdHGu08oEIuyGkc0LjJb7Xwtw8Djx5AI/tP4ijJ+YRzwzC54SlCBwPBbFlMImxwTQ27ToD/tQIbv6P2zA3PYXX/MSVOG33Nuk6DbZqcl60Q4500nFePT9B5gUOV8NoJ1PZ5kzq98HvrfgSv7sCqxndGlstzM/PCuuWXUPJZFy+20/+wsvAqneUXwZW1805C6z+/La0VLYZgBFKYit7hQuGACmd3gJ+RAj+sLVPGD1AWSr8yrASqQBWwggiiYaSttR3FYMk2VHggyAT25+5mZAZyYDFC6wKY1WcBVugtnIsQpYkD8iGbFRs6ypRF5VttX5lZ1pglV+P78kgklIAZGpqm7JGMaFAG3GXjkoWWA2hxu9ab0rSJcCq0RilmQOF5yVQMcCq1aKzBh/SFtNlrBKMpcNsE4UqTY8CcCJRrDaAk0tFHAZBVgbv3MC5eZvE3YAeNmmzm6y8twFxVRRfx0ytjFSvkqG6024g1m5hMB7ChAtECIAYYJXfifeK40DgJMT2TdFtU10/fp+lhk8C0AiTwyClFPi2DezaF8WZ548gEGoinRpBvriKWDwilfHVpQU0GhURqmZAHwlFUZqbx/DGrVidnUK9mca/fmcac1M1mVf5Wh2VegfJSACDiUgXWC22NNkX7VvHh6jriCYlN7hyW6UALLCajoeRcp01wGo2FsRQgvpRBFrbYmiViXHG+nFyqSJ6KGSsxlTkTKDqNcGc9M2poZJlYWm7FFXw/ChUGnJ9ZKxaYJVzl/fGm2B7gVUBWj3AKj9VvZCMBpIHWF2qtjTQptOtn/INfmFVsb1kqQHMNX3ItUOo+8Jo+INYmp950SkZgdXKX/yNtOBxLVQ5N+I1LAXy+Mjtd4mB2St27MRjR+fxzNIM2vlllPJB9A1kMLtQwVK+gGSWLRAKGLvRqCQOZHvMLyxLkiKHMJ1+2aLqJpAdpch8B+0gNYdrcPJVNKoV+KQdjcF77TAJHQAAIABJREFUU6rR0hIjQUXPqEl+lvZtoUEqHtfm/YGwzbjfMCDzvk6BRT5RNcl6jFVrJ7EWWPWCS70BXctm1vVIEEkBJynqS+Wpjn6avfiCaNVroiU3NBTH757/epw5kgUaC3DYi8VAgPzvRkWkL8huleA+GAb4JxwFQgmAxilsDVe+pATRHBefMFTLaDfLQKuCNqVLKE1hAUHZXZVxbYNmBVVb6gBoEiR5BiUHZIwUWEUnjCa1xmjiR9kJ6i2zyamjrUkK7MrowxEWf1NAVp4BLJZRa0qCJ7J46GRs8ixzKzFK1FZhXtFpFTagMeQS0JcP87fobJqf5RIpN2D2OjMovTZ1eapp0bc3jq2QorGnbfoEUoWtyrli2uNV2kEdtVVL1jTl8i8yKKgxyr8pv8BDx4ydbelXYFXngwJiDBz5/o7M1Ya/jWqriSolZmiO4VcVTQLjIUrCiKqtBuxBhy25NC0MyRwnuEYtY/APd65P3Pyi13hSCnhG1sGjjyrzTVr29V54gVXLbu0xXHvAqpeB0AM9e0CGdbW2eyDb+bzAlJj7kM3haRdbk+B1tW17YKlNMNQMoSe1YgsrLJjaz5NiVUslAGxrV5sGENzHoV0ufZk0hqMBxNyQnm2Uc5G26ACccBtFfxK3PfIsjs2sICrAqurMcS5ZyQJ7zXYcvYxAG9S70vLWQcAhoKGtctKe7vNh964tuPKqi5DJRgRAjMYzCASjqNaHjaUYU1XhUXRZSRzHo8eewaHDB9FsarLOfS/b14eR8W1w3BDrnvC3y+i05sTgksBhLB7VfarTEiZmsZBHPBYXrT6+B8GFfD4vUjpkDJ48eUJAlMnJSXkNWa/cP+icvrySx+rSKuaOT2F1bgGlwipylQ7GJ7dj8/ZR1GgusqzAaiQYRCadFhA4mUojGotjYXEJ5VIZ9WYVg8NZTGwcx+TkdoTCERTL3FhiCLtJY2xEBiM7BHT/fv6Hgpscm2Q8gdtuvRWf/fT1UhyPRKKirUtJA+m2ajRRpZN6taIFymoN4Qg1akflvh49MS3ndyaVRjqVksSvXCxpwcjIW1BWgkDtSm5FIjCC1mRahcJh9Pf3I2fYrmz1zFF3kHO9XldWnz+AhaUFvP3Xfhkf/bM/QyIS+T8CrH78I38mesADA6MIRWIyTNzNSsUlVKtFWW9c59qmbs0ETYGL7cHUcKcOcSwmyb7fdeBSQsRxUZzJIfnpG+ALfQNLkyVk0zEkPz8EHAqidMFOFP74V+GvqCagYnFaJeJ4booXMTD/fhROnEItEEOpUkWIUmCOD/5wBJFqFQvZV2Ex+TbUnACanaAU/am7RcagWEM6bTzQOI5PPfR1YLWJGhmrXE/BNkacNH71kjdjT/8WSYCp/8p5TradNWWzsbOdOwJ6ErypNzBzYho3fO4LeMc7fwubJ7fL9b0gY1XiDS3U6lqy0jMWUNZ+D6NqqWevSKTxueb8EdPANmJhFxfvGUVfguJOyrKSERSj2ZqAWKvFKprtAJZXaljJlZBJRZFKdDA6lIZDAoYpNE4tFDFDYHUjQXofFvKUO2ljMBtDodpGrVrHYCaCkJjiMaTlOAMP7J/CU0dmVB6NBe02dUYtQGwZq/ZngkQaV7H4TWD19ltuxROPPYI3vfE1PcaqAHTr4mgPONSLy3oaOj8MXPWud+/z/u8Bqz0pAF87KIxVAqul0ipaAQf333U79uzehMjYFhxLjKH2+EN4xYYhhGNRzC8u4PvPnED04nNxkZvAlg1bkUqlulIAnI8vVQrglk+8VyRcnj58An/wsU/hoquvwGWvulhlPjyM1TVnkEcex7sGrNaqncc9AErzRyvnoMAqO02CcEMR9A/048TUHD760U8ily/i8isvw+r0YdEa5UkV9PmQicXlXAm6IQyQHTm6FX/1D5/FW976Frz3vb+DdrMkDENqODNmFaY/NVarFZRLNBTWnJTfaTVfwPT0FBYXl9AkYebUNEKNmuQqzI+ZKwyNjCKWGcb3v/cIZg5MYcCNIeL3o4QmSuUKImTiO2pwzc6nWr0ssgWhjh9hh9qoLpbRxiP5GckdzwgkMUgTolgEV/3adbjgp94If4iFKqtWq6A19xqybK//zGfwD5/6NP7of/4B3viTr0OrWUa5nEe4pecLC2nJdBo3fuYG7H/4UcQjDkr5ZWzdMCHg8fLqKhLZPmw57TRccs21EpNKzMXOGBItDPhv4x97HzlO1IEVIgBJEDJu9JyJ4vjRw/jLj30cxYVZJQ01OshmhyTfuOOhRxHOJvDBP/4DnH/+BSgXqvjVX/9t3H7bXdi3cytO3zKM4UwUQ8PDmFspYjZXwFt+/ufgRlj0XMdQpfyhBVVl/1CWMGN5a17lZX9yDCkzwHiQv+d3oNnjyZMn8cAP7kOVWMhcDpWOg4YviBOnZrBxZAhn79mO/kwcwVgap3I13P2D+wUHOOfqq3Dazgn0O02kqNPO8dYmPT3/fgRjdf2+owUklTEQ8oTs8wEDKKuGbCKdkmKJ7PPNJubmZ4Wxyq6eRCqhwOp1733RMfp/5Re8DKyuu7sWWH3bjn60qZ3Z9iHfaCvDkG0CIhjckbZ2JtUumQ0E3wiemmqnv9VByKfGUEFOWraMihmVimuL8hwBWbMIGEjRyIgJtbT/C8FIDZXEhIpVDsNYpRN9xA3AEWp+QzRWaZRQrjdEKsBqrJLnqK7SKilAJup6YJW/o/ETgVVWdpWxaoBVYZiqNIEAjwS5CKxKwd8DrHbdjf2qMWIdGqn/6jjy2dV6G6s8VAIhlOHHqUoHU8UmmiFXgRBLYxf3d7aacwx6CUUXWKWJEQ9BMhHs+LEKz0SO3avGacHt1DEacbApFUa0XYevVfcAqxoACbDK5F5YxKrFpcBqG4uNjrQoE6BmK76/04Qb9uOCy7IY2ehDLJ5ALD4g5hgujaLqLeQX59FuVYUVVKOrIhOmuXn0b9iETnEZhRLwyOMN3PfdOQTCIRQadVRqHSRcvwCrrUa9q7HKBJRgYizU01jlIJVaQK2hwA+B03Q8pMAq3YCrHeSrDWQjQQwmKO1AjVWgSmA1zplJYFWrTKx28Y8+egGhJgfSF6P6vMYlWN1RGQT7FSCnpEPIJwAJA9b1wKpBhbS1xgRALDjwkOpW7Szz0gA81BDigbRc5UFlJCwojk6zM38HuUYHJ+pB5Ij5OBFhdRBwYFvCi30QWF35q7+Aw6Q14KBCYNXXwkIoh08/+j2EKsDrzjsfD83O4geHj2F1bhmri2XVRSY7uVgSIDCZpjh8XeYqNVCrFTKA8sJkEKDTMeZUjTacSBzuhmEkx0dRL9VRzZXRKpXR4Z9aGe0WW4IayqxcU7HVIF+q6MJqcWWdqdYqW/hIkAwYcxk9JAWTE61nY3zEBilhVHAv4YoTaucaxurzV4h7wGqXASBmIcowYhClgkdtxP0ONqTSaLfryBWWsSHTh9+49JW4aHxA3LqFpdooS9IItmlWa7I38nL9ThSdUBS+MF20Y8LO5X0h01ILKQQ2GXc1gGYB7fqqgLM0n/CxwC3tMJy2DvwEELttjQoMknHZoWQCmb2tJgL8uc1qiWqA6oCHwK6EWqeNKl1z5Y9P9nwC4g0pLjBMU4MOzhcWzhx/C66YuYXFJJDtMdpmb80mNOpRxqrRh2Kyxn1TzLhU2oH3new002hgrsmMv5ifGH1VCcBNq72VNzAyp+ZFem84NwzwJkAvQVUZG/NkKaBYEVUZAD3bBGtmG0EDnQbZwFxwrIxry1PTBJNceyyHcQwCZO2Sp0fGnZ9MYy1WNNjexnHk35QFEO/HupjexdmqLIYcNDkgsBrh/6lhGRkcAdXrk+/95y8VWCXzVcEOCwrwm3bd161zuIGmLRNCgQTK55gzyDARbODqZcHZdcM9UQpRHqdw/o4glWU98GdqpVsWq7eYIcm7RwLA/ixr3wMMy7ULY90nrE27V6wpjnFURTajIfFJOuqiLxVDPOoiagq87Kxg61nECcl69gcaKATiuP2RQzgxn5M9TNv/tJhpkwmrpWrH1I6lvV6Oc1TOFGXF+/1tdSsPh0XHk+yZa19/FVKpEIrlIsKROJxwFLXmBn4joONoR42ku7KqpdXs+IlDOPjMU2KgIQ7rTgDpTB9GN26H47rSdUDTy3ZzBhF/VUwV4vGYFhfEFIMtnsrM4PyiTASvnYDrwsKitGDPz8/J/rljx6Rsa2JiFQ5jJV/Eqdk5lFfLaBYrmD9+EnOzp5DIjmF8x3YQ06tWqlhazGEptyiwcDqRlFggle1DuxPA4aPHsTg7i0Q6jrGxIfT1Z7Bt+xYkkimUqyy2RhCJDSDgJAFxqGeCY/bvdcmSggqq7cgNg/t/KpHE12+8CV//xjelxV/0DX1Af38fEmz3rtexsriiIBGNfBp0/FaDSDajc97ydfw9gRHKCDAJJiDLxJFjwTZPq5sYCrnyGr432SwEUI8ePSqJt+w/Rn6DgQPvVa64ivd+4P34vXe9Cy5lJmwxSBRJXgg8/uEn+yc+/nFhNWb7hhGJJbWw3mmjUl4WxirPYC+AogUJA2LI9/ZJvBuNxuCkEkiRueq6aMdCKM7lEfvyZxBN3ozVzArcTAixe5II3Z5GPf7/s/fecZKd5bngUydXDp27pycHjaSRhDIgLIQkBCYJEDImLNfG1zhz11zveu17Ha6v7V28xtkmmGDJJoggchBICDQKKIfR5NTd07m7qqsrnzphf8/7nVNdMxL4J7h/eWl+Yma6u9IJ3/e+z/uEYdT+9JfRHRzsrS39zfTFY4eROfmXWJtvoqM7qHXbsLoeEgaHDQ5S3QBNZwSzhV9CI3k+R3miKCPAQGBL5J1OiLtbh3HHo99Aogm05yvQGPpkA0lPw63nX49Xn3+NqpXpSc0+IVaqRMM22U1kQ1E7HWX3DBNbnl/Axz72L3jnu34BF112KWqNplIKRPVg/1En6ePcL7mGosCw2CU8Ps7xtanAbKWekOtUZxCrgav3jghbnvc1r/J4z6ISmMGtlRoH1GSwApVKFXPzVfGm3cagnYE0LAlzBeYqbcyt1XHRloKAYPSan1qqI2Ensd4M4Xdc7NmSQ86M7GtiYPXgGRw6uQBDgr02gFVVM0US8B5jlSBbBKz6HnKZDL53zz144rFHcMubXi3XvFiIPQ+wGq/HG3/++1YA/x7Y2hvA9nusn8Pu6x3ReLDe+7mqK4WZ2cdY5dpPUJj6gWTMWF2ch9+pyT1EsOcH934He8/bjMzmnTid3YT2kw/jsrFBCbFbXF7Eo8fnYL7sKrwsVcCOyW3/y4DVRz70J0iYCZyYW8L7P/hvGNm2HW++5TXQTZVl0g+SPh+g1E/06JeW9/+uCgVkQLSi59B3OZPLI18soVQYknXvjjvuxEc+8q8CQr7pza9HTmvh2OGDkrtAj1V6/meSGRRGRnDTzbdgbNse/Odf/y/I5nP4xEc/iN07t4gFAIHUVqOOdrshIX+U/rdazOZQEusnHn8aTz11ANVqDUFCw/adO7BjchRedRXd6qooMWgRR9a7M7oV656DQ48fxswTz8BoNcWSjoAtla4MWuP1ws/N1ynlM5IRQEaobTlYNw08XplDxe1gr5HBkGWjYKVw2Rtfi+t+9d1wigUFXjNHQMgeLOsYaBjirm/fg//xx3+C3/+938NrXnOj1Py1Whmmtyo/536Rz+Xx7S9+GU889AiGSnmxtkGnK3Y8yXQG86urKG2axBWveCUM24LLfol7Ps9rFJzUv+7E51o5+akMBK4tDIykVdz0yeO447ZPYGV+FloQYGF5FbpTwNGTZ3B0cQW5wQLecusb8bv/5+/Ab7h47//+Ozj09NO46pJ90Ls1OHqAgcFBHD05gwsuuxwvvvGVas/rurLv8VhIDRTZLcigOWJ0ik1ABKzy+3EtpO432rUYUk/xIHLgxIHjwtw8jh84hEq9jQcfPyh9r54pIDc0ivHRYUyMDmFucQlLi0vCoqYK8oJ9l2LzFS9FMhmgENYxFnaQIpitqcDf+P7+Ybtmr1aNVBxC6otqY9YHyvppYzgX1625QlasD8WVrUtgdV7UPrQeyuQyUkfd8lPG6lmH/afA6jlXYQys3nLesICBy26INQKX9AMkKyckQ4zeo8rLhxwnaQ41ICtMJsrfNKQkfV0F/KQTlFWHAuAJUCpSaBWKJItqD1hl70tGmEq4lQAMTRe5DAE/Bk+xASArksBbDKyyhm10XPFY4TNa9FiVcZP6t2KsmiLHb3W64uEkyeJREFTGJu1fAas082ciIBmwlNJYtBGQ9x4Bq2Q6Esjhgs33wwUlYpHGwKo0ngiQpGeVoaPTDVFzgUYInKl3Me+b6KQLSNBThjY2/IyUjAZdYRlJo943Id8oOFgckIHDwB/FLuX7ECAloQogtmXjSQ37SmkMBi2sd+n5EsjxEgCc4TlBiDZlFyEBTB4rFv8qzILPyXPebXWRtA0Jjwq8DorFFK571SBS+RqKpVFYdknkvoalSQJ8ZWFeCrV0xkG70VTA6tIKBiY2w/GbWC7XsLBUwuf+7RDslIW610WrQxmJhqGsI+eSHqt1psiSSRGFV5Fpq8KrArRCSkkJrFKmEvSAVUoOaQVQ63RRpLVAWo+sAEJhH8fA6plyE4ZlIaX5PxRYjb00JTxD2LyRwTXB/YDXmQIGzgJW/bMlrKrZj0yxY/LdOcAqsZt4I+CGSn8znr+1FqW4ioEsScaOiY7nYroRYjqRhkGpJOWlGsH0LlYWln909/U8PyWwuvYPH0A3sFR4Q0KD3dEwZS7hC7MPYycK2D08iWPdZRyu+JiZaWLpxNNYXG0hl7XQoalsguxKAz79amW6a2BhfhnNRlvkkJ7nincZNypeX2oirkMfGMLAebtg54toLC6jNb8Ir1KBRnk4fYEjYLS/+JONWsqOBHTdUY2E20HgsyHn/aKYRWpT30i4FahMGIUE9FTjpFYdiZ/rTcmf7wCq199oqmIpJUFk/hfbfjCIjuz5dsfD5kIWFw4MwPNDnKg3cMOIjl+46hIUBschuuCwC52FU9uNgDsfQdeHZueQSGYR6kmEhi0AsgRYCauQV6J6rxpN8rvrCFtrSHht5a9KKQzXCoZ/kLkj97FqMmk9INRo+rG6XXlNkbUzACFQEj7FWCUQZYotRBuBKBMaAdf8UFQItEahhJtngOx9Bv4xKI9rjcnzb1jIWhYyXO9MBQwKftlrVGNgVXlyy2sSHI8kOAnxZ+JzKwsU8YmNHitrn4RHbfiaqvXwuT7UAkRGjVSgKRmsvBEBVk1uBMoWIGqwOFdQQEt8BSQUM5jHjCA03x+Zq6BPJ9f6rhSZEsjA1PnQQyokuGrKdSkeuRrbZQ0t8RvTaQOIpu+jSaYcLQCsLt1skaFdioS2ebAcG6adgaY5yrNV3jP/qvZY/OXXXvA9LuFVbJr6QJ4YuIzBQAHcerYZipncAzg54JR9STGL4z0ofiy/r4pSJfHnEDT2WOWbFXZqVwE7EqQUsxz61Lr9YIQCJJSsPy5oY3CKP+u954jXqVibpqwvfK34sfy7hEdqGkqZFIbzKeQsHSkzAZP1gLAQ6b+pC2go71vWDx/riRTufvI45io1eT16XLPh45LUD6zyteNAMAIL8XuOj69P0JJJ6l4Xw8UcJjaPo+51RB66fWICb3vHm5DP2VhdWxYLCP7nhgRWLSRCG0GCe4Gym+BdxH1g5sxJHDp8AJ2Okk6SsZrPlzC+eTcsBjOJHV5HgNW03hLAT/zB5V4JRA6fTiXlsZSxtTttYV2SXTO/sIi1tZoAq2R6MryCDTePARPfq7UG5peWUV+rw2+0MHPsJJrNGkY27UBhZBjQWnKfVFarWC4vCdDCxpb+paXBUZTX6nj48SeFVbRz104k0zxvPsYmRjA2PiY+fobhwE4NwXGGAI1+s6y71L5xLmig1gTFxhbf8iDE9s1bcGZqGn/6J3+K09PTYnmwwuTuRg2jI6NyPAJfk++xIeRna7stAVwt3VJEwGgP6ZKlks2iVCwKEWC9VpNjFgP8vBZMJymfLwZtCWTzd+ZmZgX4FgBe1qLIpzkB/Nn7/2+86+3vgCVhRxHL/icAVv/mA3+FIDRQKA0jky2o4WMiRLOxImw7z++c3exwn4isXRQ5ICGBXgRWtXwRWSsJK5OGkdSwXq4geOJTGE18Aw2vLPVI1s7C+MQoMGui9mu3onHNJb17T/bWiA3/oolvIn3wNlTKQJfs10QbDqUPHGaTPKFxjU3iZPFNqNpvQKhXoOlpGWjrvAd4buwuvtF4Fl9++FtAA+gs1aA5BFZDaB0fN4y8CD93xauQdNJyrUhdFKvFzglSivcE2rEwVb2ytIKPffQTePOtb8WVL3kx1n8EsBori+Ln6F+j1PcUehCTRJSCt49CRUCTrFDTEjXfZbsHkM8QWKcllfLwFysguqiS7NDtwqQfg25IGOvRU2XMTy0i44TYs2MYhVxaBu/lVohqs4ULtw4KMGjpPlZaGo7Od1Crhwg9FzvGHUwWNbER4DCSK8ojh2Zx8MR8D1hVNinxuh8Npn8EsHrfvffi0Ucewlve9LM9xqocBwKUffLlHwWs9v9efFz/PVBV1taeFdCP77H6XGDVkJqA0AytALRAx9rSgjBWO50WOkjgB9/9DvbsmURuy25M5yeBA08h7zdlGOC3mpirdNG6+lJck8lj5+RWWRcYXkUrgJ+Esfrw3/6BMLen12p4/0c+DVgpvONtb0JhMAcvOtYx4NarYGJfdlXlKMsf9qORpUo/uzUqiGXfZ99bGhxGcXAY6XwOtp1COlOUsMP/+T//H3ztq98Rwszll+/D+371nXjkoQdx6vhR6ZF5W+fSWey74qV4w9vehanFFXzoo5/A2MQ43v2f3iVAmTq/DAbtoFGrYq28hLXqGlrumtSr933/QWFQtlu+AKtWrgg7k8HVl1+Eqy/Zi5TbhNWuw/FFU4VqZhB+aRPM0MHTd9+LA9+/Fyh3omwQG/lsRhjhrF14T+XTKRmCE1g1NAv1pImna8uYra5hh51BIQC2Zwex42dehhve92sobhpTg+3ICoDAHgOQKYh54oln8IEP/A1+5T3vwUtfeoUoZzmA6JSPyRrIAaatGaivVvDVz92JRrmMVq0qe+fO7duQKxXR9nxccd31KO3crey32JOI454iQ0gGTX/IWDwUYLCSeOPrMFi4NtuYOnwITz10PxrlediWIXZsS+sNnFmp48EnnsVaYKA0UsSmTcP48z/8A+zZeR7+4s//Ao/s/z7O2zaJnVsn0Kytyf5npTLYtnsvRvfs6cn8uR/G9R6HXqrGir+n6jwhSfRZAMT3Mz+TWEQwmJIXHM+H62KtsobH738IbR94+shpPHNyDkNbd+PKl18vthHPHjwIM1PAUD6D6WOHkExm8eJrb0I4tBM+ahg0Wtiid5HXWgj0JhJ+PIx97iAsXmPiuj+uJe+7b7/cp9u3b8e2bVuVbaTkX6h6L95PSCAq0GM1AlYXFud+Cqz+Ox3JT4HVcw5QDKxu3TQmTQUXXSnvo2RlFXu8IVPrRWtHLLBYh8pmhZN6AqNjeoC0aQqIlk4EsMKOJNvHk3o3SAhgxsKQNSdVQSx1JbWYARxceDxKpLlIMtRHk6Q4ygpIx+YFX2+7aNH4nlYAui2TLfoD+QkPecrwNAtVD1iiLIwsAt1EMdGCFjJ93pI/3W5HGFe+z5AiArAEETQK9lWjYRrCWGXfS1kA/UiJMXFNEWCHaYfC6lMOho5pIq1r4o15qpvAyZqPqq8hNExpzDU/ligr/02RtkkAiAKf+SfBDBWgovyAxFycXCg2Fj6bUAW2+gxt8LrY5Oi4cDSHrEYgpS2Jo2QDkxHJiTmPLVe4ZoceQyqlT3zmWOARwHa7qPghWm0C2DqSOpt/YGK7g5fdUAKzJUpDIyJfZeeTsh006jUszHMKnoBjWWjXa0g6NtzyCrL5QaTSecwtnEbKGMdH/+lZNHwddNZqtwis6hK6RTn1Wsuj6ktAJTKeMxLcpFKWyVD2fBc1NxCQnwedXlXFNAM6Wig3QzS8UGT/w9K4JVCpuQKa5FImfMoMVuswCQAZHmwy2hJkiDFwxlPp5gxRF4DKAEPaBNsQOTkBP94LBJE92YB4PMkqIJtZAlmiKlt5WgnsI1NX8cujX6VsRCp8TBpx8bbkxIz/zyafjNWuhFfRS5ielYZhox5amOmGKLNxNlTAiQrWUdfE8srKCwZdCKyW/+EfBVBw/QCuFiCn6Vgw2rj9+MMY15K4aHg7pmotzKYs3P3kD+DOLKG+5qJeryGbsZEt5GSowKA3M50C1d2Lc8sy4eUgIpEwRfpzbhGt6j0NyUIJej4vgKS/toaw3RCvUiaiK9kvpaDKv1IYH1CACZMkbScjgxIypr1OA3qCwIqy1FCkeTKzCOo8lwmkyE8b8kgF6JztadR/QHtM1d5z9aXNhyHSRgJ7hjNYXKdRfAI7BkuYHB5GoZmB3ZnBGy7ZhckdO6G5dXhwoZFd1lXG82GnrgK87AwSZhah6SBkcBUZybqBgDYGoeSAIrBCaN0W0FlH2K5JgcrzzwA7piiHpo2EANzRmqH8EsR7iIx1eqiEXRaeXeg1+rMq76hI5KQKJw4vYEohts4gtcBD2fNQ5wDJZcIog350JA1PEs+dUEOWwzNDR9LUkLdMZG3GqykrC1kzxSBew7hPZgiBTQbtRD5RwthUDGIOT3iP8dhortjDKi9TKW4VyKTCtRTLUxwYWITSC0u85PhRFMNTIHhhnUcfj3+3mIaoI6D3lFyfke8u739hwPDq4eAwjNi9ZPorVq3mteAiRM1LoE6fb6oKAhdG0IGjdYWhaIcE2B1Az8CHCTdJaqQNz6BtB+10AsXWTDThcF9xA9hybAIEBJYsRxKvuaiwcCYjip6T3Em0v/j0C77Hi9mUYlpG60Q/qBqDIDF6E4fOAAAgAElEQVSYyXWAx4MF9EaDpmSvCkxSaOjZkkN1cOX8RZLp+PfJnOMxjUHH+Pvq9TY8EePCVZ5b7COU6kPk930sVTnfXCUFwFCDNw5UJBUzCjrjoJdSMVoQFZMWiilb5P+WZciQlYCTYuwpxm4cACU1CvdFBFhxQ9x3eBpTiw2RQRoaryMO1jaaifgzCbCaUKnkcn9GQDOPBZUeXquB0cE8dm3fLLLz1VoN67V1qTVueeubMDI+jNXVRdlDUlYKXY3g8zj8RFrZi0ROECHXNt3E4vISnjnwGOqNssgcbYNsiSwmtm5FOlfiTEqGq123ilS4hMFiHrZlou02oWeSKDcaeGTlhNga7CmNY6szgEzChu0ksVRexcmTJ8SjdHx8HJOTE8Kw5zGyHUf20sXFZQGGG/UW3I4p9gVdr4lSkRI/D57rgz6jlfIq2o0aHMNBaXgExZERnD59BqePn8TmzUPCpOV5YG1Dr9ORUXq+6tDJRtQspHKbYNvD0EKGWHlRYrtSBcQAttoDlc88WXPCJEKIBx58EJ/+109ibXlFWKS0Q2DjRMCT4D5fm38yOCNmnsYWFTF4HwMvymaAHmp5eRyZqJT/xeAhmcxktuYLBdTqddnf+XprK/Q3VV6uAoCbpjyuNFjCP3zoH/HKV9wgyq34K16iXvANDuDv//HDEnqZSmaQJG04VMOyZnsd9fUKPJ/s2Q2mXizR6M02xKNYl2Ni54ow02k4KQeWk4NXX0N76g6Ugk+jU6ki6ZnQt1swD1kIPpqDftnrMfPuV6DDNUx3EQZtJLw00sk2biz+JeYOn0a72qYHBzpUN4DruwE7SCFhLsPyNKxr5+GZ5K/AZbBqYEE3M2ibGZhhFe2Uj08s78czTx2D22whWKnKEJjrNwdxA9kifutlt2CXOSxqD/oEd7jyRoqX52Pw8RxzHV5cWsG//PO/4Mbrb8ArX/daVNZrMtRTX2fXDFw/N776g9Q2vKmjwINoQEfw+rlKFykPtQR2bdsEy6D9D8NgHUrFMGRJhKHkLrQ7XWSSNlKShwCstXwcPzWLtfI6itkscrYh7LL5uoZURsPFuyaQ1APxT9VCDSttD+t+AmttoL7exsSAg4mcDlvqBA1PHpnFE4fnodsaNG6vQb03QFas440hGs0T4rRs3uOZVBKP/uAH+P5378att7wGtp2ElXTgul3xm1cDj43h5lmARmSn1b/mS08ZcfN/FLD6o0Da/teQs9d3us6qPcUSYeO9MSCI/yZhhjscl89UZkAAyPLiLPxOFa02138fD+2/D9s3FZDbcTGmcmMoVGdhzawgobnIaglMdTqobT8fF2fT2L1ZWQEsLy/LGsPP+N/f+1s/zu2N+//6vyK0kziwWMb7P3QbEr6GW3/+Fpx3wQ6px+I1Jt7b+z/vRt26MbDcALv6A9kowdTh+RomJrdhctsOCdK0LeV7vLpWxf79D8gworqwiMNPPY2rXno5XnzFFViem8Hs6RPIpG2Yjo5rXvMm5Me3o9noIJPJi5WMyuBQ95U69xzGBgLYMiwRbg2rlSoeeOQx5EpDKBaH8dWvfB2Hnn0GQ2NDMDMpvOzlP4PdW7cgpwHpIEC+NoNZV0OnMAo/mUPatHHXF+/EQ/d8H+PJLAa7GoYNW3pGN3RloEHLHyeTwkq5jJyTgW9bOFYr45lGGZs0C5s1BxOpPEb27MZrfve9mLzkgt71QoBc6hmLg/METh0/ho//87/i7W97Ky7Yt0fqUZc1fe0kPKo9u4Bj2ThzZgpf/MLnsT43J5L1LMHrXA5G0sbm83bhyle8HF3TlJrH4hCew3ySZqjeZa/Tp8SKzzVxCr4H9tlLM6fw4Le+ivWpk1g/M4+t2RFs2rcTs4kW1lsupqYX8fX9D6JjDiBfyiJhBPid3/5tXH/9DfjanV/B5267HVkTmBwdFDUcCSHZ4iAuuPRKZCcnZQAZg6g8g/2Aalzv8M845Equr3gIH6/DfK9JMlYjZjv76HYbRw8fxiOPPYWBwjCM0MDJEydhj21Gcu9VqLR9rFfXcf6FF6EydQDHHrhbhnrJ3AhSo+Mo7tiLdNrBzrSLEZ0aYLJ91Vf/ui9/jxRuoUyeeUgN1GpNfPNrd+F7+x+THj2dMfCK616Gqy+7TKyjTFrSxGK5MMDAQEkGqCw+250WlpcW4NLexraRzhZg2Q7e+M7f/rHu8f+oD/opsHrOmY2B1U1jIyq4IZZHxz042+RzJinxU6jgJlYQyj9V4AtJG+zK9MihTM7QkCWDxEqIFwiBSpHEcDUiyCD5J8opUNgkAqwqdiaLV9dlc6+al8DvCuuEfQgl2pSt8k4iqEpgTuSdLB4NylwtrLge5houWgEnvBZG7Q4GdR0FNmsmZeNd6AJmMMW3IxJ7m+CepJaeDazyczKUgn6YsgZK4rFikMrvIkSSRS8NmVtdPFNtYSEw0AE9twgGaOJfpHxR2cD2eXSGii2ijOEVQ1IWLZEV+Wi75JWxiKDbv0qpptQgbwCbCDbSesH3kWSwcUL5h/SA1ah+JMOXTI8NYFV5wHFxr/oBmh0ltczQMjDhYs9FeVxyZVZo/YMjZJkoLzs2Ns1aDfOzc3K+kpaJTqMuC79bWUEmU0QmP4DFpWmkrVF8/tMncGquDVcz0Gx6SNs6ClkHDbcrZvxrHptfFRzFILOsARQM+q0CQcdF2wtBIJ7gG4HVUspErdnCaovAaoBC0sBIxhR5S6XeFYu2fMqEBx3Tqw3ZHLN6F0lZZHn8iOWx6CTzSUMzYaEuBjZA0jDF7oLMPLIuXY+FL6XvobAALMp1hYkWt/5RqFi8I0Yhb8J4CsnwUvcT7wn6x1H6zO+RcSnAqu+BHqsE6OjttJ7QsRokUPd1dEMNgQAtit2nZM6aSCVe6BeB1dW/+3sYEj8EYdI5AdDKW7jj5KOoLC3j5kuuxaOnprDsBTi+Oi/FxPraurAq2IwxXTmVyaLhdqCnbdSqTdRr9NhlocBri6C/8gB67hdBZx53G042j4Rlw2u2RGYqMQK8niMWKm0Y4oJfDS+kQ4HhqGaKw42gw0Y22loFlIgtATaq7P6iUm3Aihmn/q7e4fOCwNFmvQHSng2sElz5uSsmcc2+YXzoa0/D8mxctes8XJgbwNraFEYcEy++/Boksm0Y9ToCMm7FR8lDQM8/L4DhZJGgBFZngFGSxrFi9SAraGzITqa83wa8BuDWBcwgyKgCikwBZCmhFehImhgVskTpf0j/NmGrKq9QrU2mq2J9CZNX/GI9WSfoX7zu03rCxYrbwUyzjcWOi9UuBzH0rzaE7Z2lB7JuIWd6wnpPmTryloGsbQrbnOYblnglM6QpgU1e5D9KNq5G2bsKUZHWik0fw7FCAsBki5KO78t1JHYOnHZzokPpdzQYkmApSvU76jMmCLIKEBsxliVESgFpQn0z6NsXhWuJVUFvQ+sRk+Uc83kjtiolVVLgeq7YI6zRy5uWANJAejCCNpJhF3Q3dKCA1VBLCUAUUPpkWHLPdjkoE8eGAB6asOjt7XqwZFjGPSqQPUrXCaqTXcsEGbKWeE51JP709hd6i6OQ4TFWwGoMoPY3YrEEStimkhzN4Y8ahDyXSbpRtMpzxMdVrrWNt9a7f3hsY6bMOeFYcrqjwMfeI/kcEZM4ZkJIKxYFoggrlq8rp5KBi8ojlreE1Ajc7yM7Iq4/aUoF5VRzT1OWQzGwKn8XywIGQJExpoBV7p91w8aBuTUcOD6LrhsgnXTk2pAhapSQ2w+skkku/+ZeHsnlBGgNPBQyjiTtDg7khB3KEMVGqwXbMfCzP/tKDA6VUG9U5XhLSFRgwQ8m4CMte5YIgniPEjA2LSyvruKZA4+iur4sQ2FTM5HOZjGxbSsy+ZKEOCTCDjQOi1szGCoVMTBQRKvTQL3bwezKCh5ZOIbqehWXTe7CvvHtyFoE0Ryx+jj47EEcOXIEk5OTGBwsIZ1KwbJMGGKwrmN1tYz5+Xk0623kcqNwu7okPg8OmHKM6enY6apwp2ajJh7ruWIJLZ+BH7OolauYGCtFQywV1jg6OoKRkWGR1NFqnlYcdmoQyfQoTEtJ25V3Pa+GjX1EQE/TFkCwUi7jqaeewgMPPIDpqWnQV9d3uwJmkjlG/1O+b74vnhseawKgsb8sn5nvRZrniLEdDxAor6Y6gr8vUsaIlclzRtsbASTJxg4CmAR4NQ31tTUBVOJ7gY+jj+323Tvw0Y99FJdf+iJlfRLdF8TgYuXWC73Jb7v9U1IjmvQNNHgNqaW/3amhVltDt9vsHbd4qKCq4mi/k3shAlazhQhYJXs+B79VQ2f6Sxjwb0dQrcBzE8hO5sSXOPyehuqTe7Dy6+8G0nl4bgu6znXRxEiyjquyf4XZg1PwyVJNJ9ESYFXty0ZIVn4XFrpo6yUcNW5B2bpUvsdj7en0SwxQSXr46Jl7cPzwSbjNNoLVNSToJSzAagBbt/G2i67HTXuuQld6AlvCF0UR8iNkoR2/i9XVNdz+8dtx5RVX4uZbb8VardYXIHa2UuVsYHXjZ/Fr9Ja/iEEd6eI3+CaqwlDM/kQHF+/bg+FSTq7mtWYT6402ObriC7yyqgJAg64r6xH3RtYLGnuIlbLsd2MDBWFJlttAKqvhEgKr4sfNWkET0sh8tY7leoB6syuM/bGshoE0q1gNTx2Zw+OHZqGZzMYgoMsgpI0QrhhYVdfvhtxXAaspPP7ow/jut+/Cz73ldeLPS1k2By+yZ6gJ9Vm1VG9PkM+zUWP1QM4IWI2v/R8GsJ4Nrir24/PVbBs+rGfXflJvR++N9zmBVSkNojBlj+cgMyDM//LinNgtNVu+AKsP7t+PyYkMCjsuxpncKMbbZYy3uJe78DptHKtUMDe0BVeNDGLvpu3I53NYXl5CmxYnPwGw+tX/8ctIFgbxtUeexsc/fxeSponX33wTrrz6RcrepW+vjteTfpZjfEpUjbsRkNdbe4S9LqNGmFYKA0PjGJ2YRCqTUXWl9O/sSwI0qnWcPnoU3/n6N3Dwscdw5RWX4aYbb8Dg6ABmF89IbXXx1ddAt7Owufbn8r3amj7jvLfV+SITk+rQNubn5rA4cxLLlTIOHDkmBIFCYUj6n+99926cPHUUoW5i89YteOPNr0NSSE4hBjqrWGwHCPJDcHUHg8UinnjoAXzjzi9jU64EZ62JTMdHmv0C9bAMaSarPUlbmyqShgMtncLxegXHGlWU/ADDmoGdg6NIDg3h1b/1Hlx0w3Vyj3J95d5Qp6emYwu7f/r0GXzkwx/DzW98HS67/MKofg3h1uYwv1xFteWhVm/ggbu/g6cffhAFzcN4sYCxgRIyqTScQhHXveH1sHJ5uCJ9Y3eqvJaFHRr3iX1LUa92o4KFnqztJu792pdRnjmJvZvHUZ2dw/Qjh5EfLuGCl10Bc6CESrODe+7Zj7ufOAIj6cBM2viFX/olvPY1r8XJ48fxsX/6IKaOHRZrEuYm2Kk07Ewer37dzdDyOQmpIpgag6jxOtEPqsbhVbHlUwysqvgCte4lHQMm+0KqvFjLLCzisYcfxup8BfUu1740SvkkUkOjmNIHsOBaaHd8bBkdRPXwD2CXT2Pb6BBqLQ9V34RX2oSBTZOYcALsHLCgU60rJX20DvVtpLEdjBDXxFpIx8EDh/Fvt9+BwcFhbN+5HfMcpAQeXnHdtdg8MS7ngrVjvL6wHuJwleA6sZfFhXlR2PKaHhgYlud883963wvdvv9D//5PgdVzTm8MrI6ODPVkLr1Gi0yDCPDYKCwUm4SXtVIbSOekilTxzQvh6Uy7V+wrmkmLN51GNiLB1hB5LYGiFSLFhlxss0I49GOSVHa1YdMKgMAqGatcowXA8Vzxq2JjQ4l2i5T0IIRD2Z+hSdhQEwmshRbWOx5W6e0UyqvLVLmkdTBuadicpGUBQbsuTDbFoYZaJwZWNxirmsFpcdQDPgdYjcAzSRDkcYJshGQULLe6OFZtYzUw4FETzM0qEaAtwLUKQRH2mR6FWFGiz88lafJRIIfg1ZQIcIrUESN6Ah0sMo2wi4IO5E0DuUSANKXDYpnARFwyW/sYq9H+2s9YJdPUZuAXQ1Y6XawHPhptbiomMqYGy3LxkusGsWm7hVQ6jeHRMWmCyCyi/1ur3sACp3KahqRtod0g48eU0COLm2xhAOXKEgxk8MSjLu7ZP4VA09EiGVa34JIt1HBR9kJ0DQu2RhsGMtsC6D6vCw1DhTTykooewudEz2PzaqKUtkX6sEJgtesjT49VhlWxQKp3BVDJJQ34oY7Tqw2Rj2YNDykC7hFnWrZfLUQ7NDHjGjhDn1NKdQ1DgNUsmyvLgJlQUhM2CXlblwAszXPFl1JJwgQOUEqwqNhUOBDDC3jeFCtbhasEcrwIjMvxty0JOlnrAg2X16yOJehYJ4tOsuelzN0AGcl4MDQszv94jNWVv/17waDU3agLO08rZvDt8nHc/dSDeOe+a3GqXsfR+SWs1Nfhug1Mz81gvdaG77EASCj2IQGKrIlqpY7ATwjjW6QxJHRF7I9zJ+UinSMzjzJrMrPTGdgEF7u0eqiJlyWpvOIwGjUYPWZlVCTy2qcvHxONeU58vwPf58BBnDIVg7GvGX/uLhazSvoZKarw7596xu+9F26hTm7v6ciSe/meLP7oF/fhX790BHc/3sJN+7bhtbsnceLMNJrdLl511bUwJiw4lXW5dskkZ5AV5XpsbTQ9hdDIAWYG0JMqpCv2cJMsNWlJhNXN0CoErqJmcOhk2UjoZDqS468JizNBoDEGVgmmilSH/rUMoFKFnErbjkL84s8USXrarot6p4UFNg3rLUw3W5itN2T2lbRsJPUQWR3I2g5SpitrOQdmZJ/nk5YAWyn4sBmOFwJ2QseWgO9TgYWBmVNsZPGCVcCqoAJ+XVkXENgUzyn68iUQOCkgmRLGEn0/BQiPfGMT9QZCgiKtVi9kinsM1xfV7BE/VlN+SvMTTFAnwNrfdcRnk6/JPYvniHYcik4jwAm9mituF+u+K35sfN8Wk3FpB8AhGqXL9IbUkgKs6kkyBGjpYEZWDeocerQooPdh24XGojVB/QGVFSqcjYx6m9JuBgeRwUrQ848/+oKLMFoB9LOB+huujWtaWWjEEkvxWetXo0SvGg8e4ucQ4El+LwJJz5ElyuBIV4yuc5s/FVAWPfacx3EvFPm/hK0oAFQqCoZhSpBkQgpe+gxyr8yaDFbU5N8ctArgykGtgLDRoJIJ88LMi0551CyR2aqS35UvLD9M27SxEpg4cnoBJ49PC/jKdF8Zorpuz9og9lllIIewX3VdmOf8rPy3o/nYs3M7tmwegU6mVIKJxi7ml5YwMJDHK677GQwNFMSfutN1hSGUCEwBVoNEFmRXJGS4p3xWNcPC2npVGKvlyoICVnULTiaDTVu3oDQwDEO34XXrCLx1mO4Ckklb/Nx4i63WqzJ8fHJ5GmvlMl688wJM5gfU4IUzB9PG6ZMzOHL0KLLZjIQ+ZdIpsQFQN4GOVqstAGGlXIXftdFqa5K4PClgm4ZmoyFWGWSf0l6AYF+gGZheWsH0qTNw6x3s2jIix6jrEeQ0MD4+ik2bJuCkVFCI7EZWGhbB1dywBDPxPoyvu9jr1HGSMGwbP3joIXz7W3fh0LPPYn2tKgBoNp0REJSsUTJVhVWaz2NhYaEnWyeTigArr7UaQTUJcbLl92OLByUFVCEuTIGPWWF8L/wdKldYS/BnHDIStCWQQq/4VlOFmLAupbXCwsIirrj6Snz0Yx/Bnp07Fcs6uql6ZcMLvsOBT37qs5EPPKWWBFbVoKPVqaNWLaPjNjYGjj1eYt8sJGKs8rMncwWYqYzYNJl2VoZxrelvouB9BKlWDevtDgojDuyMDm8tgeYTOczs/s+wxvbKeqkZXbRDHecVZrEn+CecPjwN00jKut0Eg2A16NyXOKhwLVhaGyz253EpTmhvR0c3oGue2KnkzBSmkm185Pg3sHBqHl0e13IVGgP56EXfosTaxNWje/DrN70NXs2HZdkCuirP7ucPMeEx5/22Vq3hU7d/Ctu2bce7fumXUDkLWFVAqHQhMakksk9Qp0jJ/HvVQ8S6VGtqzJDaOJkbzEEGc/mYnBhFLpOE67lisUEbAp6zTDaPWqMNw7Tgtjti38M6KEiYMO0kvK4Pn2Fo7IfoW20wNC2Fy/dslkGnWNxw+A4fy/U2jp2poNUFtk4MYixnyOCTkPMzR+bw2LPTMMlo8fmYlorK64GrG3uAsiCKBtsEVpNJPPXk4/jW17+GW295HYqlkgDa9GnuVy3En/4sMDRW0MQDhej15K4/R717Noiqnu2HAavnvtbzAavqtEXBXFHtHTNWFbBKK4ANxmplaQ5ht4ZWm9drgPv378f4eArFHZdgLjOEzZV55Cib5rC20cKTrRqWhrbh6nQG52/bgVwu27MC4Pn/w/e+98e4u4Ev/9mvYnndxW1fvxdPHJ9HUjfwsmsvxStvujayqVHe6f2D0B8GrJ7LxI6PKYF8evNnsiWksmTgk91YivYyQ/o9+kmvrZaxvLCAmVOncPSRJ3Ds2DFZb2/82Vdhy+6d+O5D9+Pql7wUV1x5NVISpKdIFf3rpjoIMcBNL+gmjh16Gg8/9pgECDKAj6q8dCaHankVX7rz8xKaWCqV8L+9+xewbed2rK2VUQqaqDLrIpkTAsrQUAntZh23/fPHMXf0JF40uQ3BShlpL4QhNni0L+TwWke93YQR6rBzORyrVzDdWEc28DFomZjMF8UH/+o3vg43/+avw85wAEL7glD2Bl4rPB6HDh/Hbf/yb3jNq16BrZtLqFWW0Wm2RFVyutLAOmzpj5ZPnEB99jS8yixMt44CSWWFHEZ2nY9Lr381hmkbkUmJkoyCKgbf8nixNxSrhxhP6VMLMYg149g4/tRTuOfLX8Bg2saOLWNiozZ96DQqJ05h79AEdl96CTBUxPzCMj7zhbvw+LFj8Ao5vPg1r8avv/e9CFptfOQfP4i7v/UtJK0QQ8Wi2MJc8ZKfwTXXvQLtgPWOKx6rvWulT+ofS+V7oaRdrle+ykoQJZoCOrksMWzcctQeSmb+swcO4IlHH0N73UVTz6Dt+xhMh9i8ZTOWzFEsaEXp5TtzU9imV/H6K3diz2bWAxpWq13cfWgGx8pNZI0Errt8L1K2yuyR2/wc0p8ykVNKUX4WWjpMn5rCvd/9HsaLIygNDUiw5EplBRddvA97ztsjdgAxsMrn5HA2l8/IOu26HZyZOyNqyaSTgmU6eGD/A/jQp+76se7x/6gP+imwes6ZjYFVMgn4tcEaURK+eBHnza/YK1HzI+1SNHtPbMj5pCkiG0pM9ygHVewRKYB8T6S0w5aOghkgrYWwaSFA9knoRozVmE2jpPcEVtksEFglMGEa9LdTPp+tri9TazLZyFCtdkNUuj5WO2SKhnCl2WbQiAp8MTxPGFfbcgbGDB96ty2BXX5AoPZsYJUFIT11HEPBRVwkFGNVKbOlYJS0dxX8wTKGVgAMyaj7Xay5BtzQQcNLoJHwUQtcrNSVxQCnLSLpj2SH4ulK3yU2lyIrUs2mMIVIpfe66PgsBnRh5tLUe1ADkgnFJONmkk5ZcJJMru3IdIVyXfssKwDFlhV/KgFWaROQEBP8dc9HrUW5EkFOYKAY4IbXDiJT0FEsDWFgaAgubSL8rjSfnWYTSwuL0EIGi9FjtS7BIFq9hk6rhVxpWKXUuiGa62O4/dNPkJCGWqBjpuGj7IoOF5ajIZlyMF5IoeAYwmwuV5s4eLqCRqBjb8FEjk0lARC/g1zKQIlpva02Vlq+SJYJrA6llTdepUGJko6sQymuhukovIpWAOmoIOZnZoPp6wbKgYEjdWCxa0iSN+tOgjRiS8HPpntwNA1ZQ8eAY2HA1pAUS4dGr2DgMRB2VOTkSe8pnmBeF2LjIM0yr5mEAFKKvaICbAicVlo6FjoBFkIN9YS6jkXeTTZZ5JlG8JLHndfH/NyPB6wu//XfSUXrhwoQEl/CTBLP+su4/cA9uDI9juHNW/HM7BkcPHJUjnvN76JW72BlrYnKWk0M15OZFNLFNFZXmITMABvFwKZUktYVGyDlhvRahjD8j40UPxfNawkgm2RnKOBMfHUVciNNRszo5kBCyY/JIGLYC32MCZy7CAg88l7p2ZX0S5v7F7ooWCL6Fo9/jJWeC6zGRYWEwGy0Uz0maZqM6kQXb75yXJqYz95XwYAR4A27R2AYKUytzuEVF12C8T27EZbLCNv0MiKLnCxSsp8JMJLpmEbCygswR7YqrxmJTON7iya/lLyAonROXsmUcyz4lP+blMOSCZRA4LoIuh1oDLgTFl1kCSAy70jW3cOGVQJ9zFhFxwXaLoJOG263ieV2G8cabUzVm5heK6NRp0zGhmNxaMQBlimMcwbgORrDDANk6MtsGCjoDPEJYIZUJpjYgQwMsTiwhLFKHz0YlPvyconYpgE9IsmqVTJrmmJpTN9OZiSUg+FTTJaWLwmV6gK1CsJmG+F6HYlGnUkFEqagDER6fbByBeCFRZkPm9PYf7XXmfHQ8viSvSvCc2ECi5djAHQCH2vdDirtJlq+K5cY1f7kZaRDX1ioFJQnDLKOHRiZrDCNCKzK24iYtqE0xh7QbstAoEPPMb+DVpfnNSHWKmxY7GQamuWI36b+5x97wfXXucBqXHTG13fMypPGRx0cYdXHrL2YIaEetzFw6NUDkhS98bbi2qBXI0j+3wZL6NxhRf/7kO24r2jvf+34/UmxyyGOMPQM+TOrezK8JJhHJrVkWdEOQJjQUYI31SMC0CpAdyNgK5ZqK5CWHo2M0VhPmKi2Axw9dFLk73YqI5LwmJnB9yne15aFZquumgWyKvusC0ZyNi668DwUi2nxXiP7p9HqoFarY/OmcVxy0YVIpW0BNdsEVsniljV4DH4iq5gVgRosyr2uGag16kOyQDQAACAASURBVAKsrqzOiRWAqdtwcmlMbt6CdDaPankN3c46BhgypDfg+y4mxsfEx7TZaaNWb+LRuROoliu4Zs9FyLFGokezlFc6zkwvYmp6SvYUhl7Rj5UBHHx9FQ6kC7B8ZmYOC/M1WFZBgNWhIQuWoQIpuJTIdsdb13LQCoFnj03h2NGTcDQL528Zl/WI3oWWbWDr1s2Y3DwprFgeR4ZdEViCkYSVGoDuZCVkL95HeOwdJyXA5pe++hV89UtfRmV1VY6/bZoSYJXJZNFqt3rhY5VKpRdGReYqry2eO74eAXWyTskw5WfjF8+zBFkIAG8IQykO+eLrimpCgjsIohvCzHJohUOwlaxY+hJHgRj8PT52dnYWr7/5Dfibv/0rbBob29hFIn/nH5ex+slPfUZAb167VgSsst7m2r2+XkG7XZPaIr7XnjNKlD1NgcpONgcrnYWTsmHYKRm6Nk/fi0L37+C4q2LTNDTK605Hw6cHvoHZ2ltRz14lmQBuUEeg2bhi9FGMrX4W0yeXkcplEFpJtIUcoMGkuou2AS2y5GnjFaIeFnHIfztWrD3QNK7bIbJ2Bk8lV3Hb0W+hdnpd7KnCah2JlAXNMtFdrwuwPphI4f+65Vcw5GfUWs2pigQ/bcj5+0EnKrI6vidS0Ds++Rlkszn8xm+/D+Xaep8VQLymKZWYOn7nIH9SFGy8RpyyENcKMQgYb0BqqMN9xFY2apHEnveVQBBU6Bi8v3i/qzqDKpDeEF4wFqUUJCObn8PzfUyMFXDV+ZuRUuWCvCdWDW1oOHJmDSvVFnJpGxduGxCbFJ7rQ8cX8PCTJ2AmlTIvETIsayPw8/msANSeQGA1hYPPPIUv3fkF3PLm1yHDJHUODyOQ1DLIin2uSkiOQ0yn7gNx4z1JRcM+VzHUfxyfD1g9+zhHRzsCWHrbejy862Os8nEE2FmLUxkn3FyCZpEVwNryvDBWO1TOwMf+/fsxNpHCwPaLsWgXMDI7BdtheG0CmYSJh+oVrA1uwzWFEnZt2SbDKVoBkOn4kwCrH/s/3omDJ87gs/c+inXPFm/2iy7Yite98ZXI5TI9H8jeADIKf4w/u5rdxIDThgduvMfLaWEPaaVQKA3Boseyk0a+WJS6jOtkOp2RtVy6UKoBvC7a5ap4SX//3vvw+JNP4zVvuBmHT52AYZv4xV98Fy644AJ5b3GNIcow6bPU/cS1kusivx568Hv41Kc/LYBqJldAvjQoNkhUi9z11a9h//e+j6HhYbz2jW/Eta96JZbWKjCba2i0OJxTjOmBwRJy+Szu+c69+OTHP4533fwmlI+dxOqRYyhqpgRU8rpmf+Wy5/UAK5fD4bUlrHRaSPmK2f2ivbvRqrUwuHMr3vH7/w35kTEhWfG+kSBDZoekk7j73v348p1fwr4dm7A6c1CUoiQZrHoG1s0stl5+DQYmtmL26FHMHnga3doMvNVZWK0qhmkBBBO57RdjcGwrLt67BxOjgzAZMh10pB/iGkGgXwbQ0YC4x1g1E9KLPnTXN3Hg/vswOVrCxMSwEIharo/hdojgoaNwOPgbLSFIJ9FddfH1Jx/Hd86chnPx+bj5nW/HkSeewcP3PyRe7c21VRkSlNdquOKl1+I9v/EbaLUqMgDlvbLhp6r6qbhWi/+M/fRlKB5ZAShQVQ20c2lLBjDsYzvNNu6/735MnTolaTHzTVr2NbBtwMHuyQk4QztxqhVica2CxtRR3HTRNly9exy5lCY2NYl2gLsPz+DLP3gWqUwOt77uRqSsiLB0DrCqBmOKGEFQnesra4XV5RXc973vwai7svcx46DldzE4MoRd5+0WnEf+iyx7aCvE4axOUlerjVNzU2h5LnL5PE6fmMK9d38P339m5gXX6P+RH/BTYPWcs9tjrI6ORKbs/IUNbyEJbok8P3mzxwnZEk4TLQKy0UYJd7Kse0K7Uim3gS/+lindQMnyUUqSeWLAohyUxbkUrOx/KYcnQ4VFvfKoFJ9Vka+EcBxDPFZNTrpJ1+/6qHshGjrlMDR+11DuULoZwk+k4IskUIcRSecDYYXQOL6LvNHFnkwSg+QicXEj07XjRlYAirEqUh5J9lThFzJV8n10IisANmw9YDXKH+eCTtZo0+1grUUmgS4BTMmRIjKjJdz7wCG5gdlYsKklcExQOOskUMxnpchs1DkpS2BseAjpbEaKfho/z62uo9zsiNR2wDSQDlyYfiBMsoGMiVSaoEUolHoufCzUWAxHCn406SEbAatcPwRYpcSAoGoXqLZcYcTZiQC7d1m45voiTMfA0MgmJLOUCbAcopQVYmpeWV6VTYHeMp2mAlb1dhPrTD8cGhWWbafZgWFM4t8+/QzmVnxUusBcCzAcG+NDaQymdKQcA5PDg8hoXQmIKrcTuPfgHJ6Yqgr4viWTQpHXWdBGJq2jaCfR6BBYDQRYLRJYTSlgtVxnGJmJjE2vHQ0zq2zoTPFYpUzEY4iFBJgl0NIcnGgDMwxKCBnkQwY2mW48jATC6H+jvHPp45XWoEJRDA0DNvO8Q5j03IMPixJRXg2SHquAVUrKyOThIs+LiS0ESws+N0EmM5lCxw8wXdOw6IdY1+hCbAhzSVwjyYAJKCFXFg1kcFGCeWah8oLXZ1oBzP3lB2CwmSdgEfC1aIehoZuy8LFT+1FbXMTl+y7D4dPTOH1mBiODw1hYrmF6dk6Y4estyj67IhtNFvM4c3oBXZfFVATeiQ2AQvBUcxOxLmM2CI+vTk/lBDSyMSj95hUv/onR8IMbI3sl2azJAOK6okBpAXDkzKlgOoa/KduBSN4vjG5VnsSMu40DdQ5I2tcMxADu8x1U9TmixkEsPzQpri8aTWIyZ8CiKX7DRjvs4HxHx3A6jVqig6tGBnDBlj0IbQ06Pc0MMi+BoN2URskw0oCeQpBwkCBjlReajGbIsuQ1SM9NFTIhVSGxUBYqlgOPgCNl5Iatfo+sU1qFEFwl+CgFjpL1qaZOeb2RsS+gqjBdaD/hQ2NYU9tFotlE2Gmi5rUw1WxhqtXGsWoF61VXgGzbBpivwQFYBqbyWNWZzxUI2MgAQ0rkCfUmKVnWbWxHBik7A51FupUSsIiBW2priWwLeJ/Re1iAYyKXFvS0g4CNPhlJlKHKeQ+Fqc8pfaKxhrDRQFipAdUqEmQA0eaEDMLoNMtjxItTxPGRzlo0uD2wXHoQDjHYoPO9ESAlY1Sc7EMJVat326i0lLSaYRfcF1IhkJS114NOCxfxnctAT7HodyJgVbHY5Z1z8yCrmGtBt4OaW8caPRG7HZVm66SQ5XOwaaBvLs/tX/yvAVbjRra/EROAKbYC4B7cz8aO0lOF5Rx99RhYMvRQlhrx8551z0TWHP2AqlQSmqbCDhi0aJrSmIt3F49J3yBX2orodZl8K/Y6UaAR93wOHktMCE8S2FN+hFwppW4QJrQKPopfM/7MwmilXD/yEOVaqsBgAy3TwKrUGAaWl9dx+vSs1AGKWa3eD2WRBHjJmuy4KjE+Dvfia7AW2TGWxwV7d8G0qeqgqyNxdP6eYrJu270dmq3Cwfg9aVBgwCOwiowAq1z3lV+3Cv0jEPDMgcexsDglXoqxCoJ1TbPVweLcHDaNFHDNSy7GUMmRRGuurVu2TGJ4aFgGpj+YP46luTm8ZPsFyCdpWUHwJhCVyokTU8JC0g0tYn6mhXmVL+ZkHSdDkGvE6VPTOH1yCW2XyqEQW7cUhR3Mpptsco3+xfTZtpJYqjZx+NQ02g0PnWoTW4bywsIjE6ZQyGDX7h0YI9CoqwFvOp2T/ZkgE1n8plUUaXhkzyjS43K5gi984Qv4+pe/IvsEGaG0LaitrwtIOjgwKKAGrzEyU2OGKRsjnj+ybgUMF5uliGHs8Hipc8nrMQbRyUbl56atAJ8vtmQSwC1iU6cyafGpFTsAsg2bLfldPk8ckrEwP4/3/Nqv4I/++A9RzOV6kmgB2/rGdS90I//kp+6QRwvQb5IRpPZcAqvVyipafcCq3Af9LNk4MwFUJCn2s5XOI5kyodkOEqGD5tRDGOj8v7CCWdQaFgqlJIJkU2wBCpqNsvFynPKug5HIwfVaSCV1XDn8FSRP78fCSgPZYgE+AflI/ss6g8CqxjrBD2EyVElPYKZ9OQ7rr4WvU+jrI+sksT85g88fvA/udFMSxRPNNo0LYaUcNFcq0BwTiY6PX37Zm3Ht5ktEkSTDOl6D4hf0XNYqVyq+Fw4Z7vzsncIM/d0//EOs1WtKTdcHyD4XtOuvGfpAwAhglVJHFglF2uh/fI+M0rM2iTem2MNaDe9kgBMp12StiYY1MtyLhl/KZ1h5VY8MpXH1eZNIc9gomDLvRKDS9nB6qYGVWgtht4UrLtiK6uoistkC5pdrePiJY9ApJZGhhStrkKyX53qs0queHFgBe3wBVo8cPojP33EH3vbzb8Hs7Iycm0suuUTYtKxRRU7Y99U7DrwG+liq8Xoaqyqe9zHRN88GVTcC4Z63RouA1eecv3M9Vmlt1APhE/A41KQVQKiBwKowVukdG4a4b//9GBq3MbbtIiwbOQwuzwDNhgSJcZr3+Jk5rGcn8ZKd27B7+66zgFWerz/4rR/PY/VP3/Wz0ud98/EDWG2x1tCxa+swXv/mmzA4PNADuOJ1KfYh39ir42Mld3+PDdl/3NipOJk8BgYIrKalvqJfLgdfXG8LxRKSDgcXCVmbxYKHyhrNQqPaxEf+8UPIZHMYndyEw0eP4PobX4Grr75CEYb6PNXjEEIOIJvNhjwPn//Q4Wfw4Q9/RHD3gaER8eRL5/MYHhzG8SNHcNvHPwa308GNr3o13vhzt6LWasMjSYchb6by9S0UCsjlczgzt4AP/v3f4w033gB3cRlPfOPbGLeSSOqmALpN35V+WyNjJpnEs+UFrLgtjNgGLrlgJy7dt1cGtHY+j9HLrsZ5F18GW0IB1cCGA396IN/x2Tvx/bvvxnjRwfrsUexiMFSxhLJvYzU0kd91EYa274Xb8bA8M43G2hm4c8exM6fBchI4Vm3h0htuQaUBnDx1Ehfv3Yl9e7YhYzJ0ri2WcGIJEtkExmxwWUeYO4MA3/7cZzD17FOYGCpiZGRA5jyNehvnZ4bgP3YcqZWaIiw4JnJ2FrPtNr547CC+W1lCvZBDpdqEljCQzaaQsjQMlgo4fmoas8sVvPd978P1116Jdrt1FmO1H2SNwfl4r4z/3ABWY2k+kElbsrbRt7dea+Lub92FhbkFVLnWZQehmWmszEwhFXi4ZN9FKIyNY25+Bna7hit2b0N9dVFCcYmTsL5ftXK4c//jEub29lvfgEKGYeJq+HVuvakYaZqEllcqVXRaLjrNBmZmptFaqiCVSgqpiQq9ZCaDPReej3yegYi06eMAQHnB0wpg6dQMpp45iORADs5ADnY6LcDq6eOncNvX73+h2/d/6N//KbB6zuntMVbHRjYYqn0J5vGGGE+jeoxV2fmjySMly1INq6qRzQgrBzbeBVPDkK0jbySQTlAixGaXfqMszlXKMBmbrBXotUpWAItYAnkKWNWl4UglFbBK4NU0dKy7Gpa7IZbdADU/Ic2RR3YBm0PVTkMPDRg+gdYQLq0GKLdjqqHvYszWsNn2MWh44rNT7XSFju8wKCtOVzQUQzSqj6QQZ2J212PSKQXlZKyqMBzCIpTNpk0LTdfHbKOLxYZimqbzaZiOhWmCYrLGk5nE0IE2isUC9m0ZxDDDJ5jY6iSRSafhdz0slpfRaLfQafk4ubSGk0urNP7EkGNKwrSTAIYzJoYy9D3zRJrX6FK6RjmE9kMZqwRWKXsnUMJzUO8aqHZaCHXlV/uSq4ew73INupnE0MiksAYI9lGuyXPhuR1UVsryWLLY3BatACyY3TbWV5cxNDKBeqMO323DMEZx13dW8eCzVZSbXaSzDi7ctQk7hrJI6Uxt7Eg4GTmm7XZDwpsOLzXx0KFFzLc8nFdIYozAUtBGKqVhIJkSNhC9SWOP1aEU5YiBeKwyYTVtaWLdOL1Kw2kDGcNHUrp4oh08dyaWXR0H6iFWQrKHeNEqhgCvYSUvj7y7Ik8mlVFPYDZEJiRbj97BQN4IkTMCOBqZrgRaeVv0AatRs08gk+wSEWRbFnzDRqXewVGPDA/FYmZZy+tJfH8FVCM7itcx08UNpG0bh6cXXvACTWB19q8+AD3Q4XF44WnwWQ8HAVL5Eh5qzeHBQ49h08QkjhFIraxLuM7x6WXMLc+LgXG2mEej0RY5hJFMY+7MItwWpVMEZ3i/q9AuFiT9QE4PMOFnEam0uvcpAadnYq8A61WHETOEgFvkuScQigD7njyH8hcjgB0x06QgIdCqniQGVvvwoZ7U72xFuAJO+9mr/QdXgbkbnTDXnlJGx76RtNhvdNZ8WE4KtSDEnnRSLCnIgnv1WAmTgyV0TQ1JkaLb0M0EglYNHllOBA71NDyxfaCjMykovA51MbMnaqTZClAUSRsvW9thcouAjmTrUGZPYEMqVLclbMgEmcAK01OBXvI/VWRLOrqaGohfqB92kfBCJNo+KK9HpyEN+lKnhelOG0eaLaxXugi7mmKs2opxzfRTrh0cwFihJ0MF8VaVAQOErZqxUtip58XHS+wAKBGleoAFr+QP0TaGHqv0jQ2QIIDqmAgZ7pF0kDAtkdXzOEiUooppV/9160jUGkC5CpQrQL2JBKWSXkd9NvEzjgpj0uQ9FwlO4oU5rqQG0lDzd5IFeS3xqzVTwpKVMDtJhvfQ7LZQc1syKKNXX9gNoXNt9VowyT6mPYCThpMtIJliII9i6JIVIsdcLkRd+cGSGdempK2G1XYNjS79iQ0Uk2nkyHjVyEJLQrNs4P0ffsH3uGKsqujD/oKzn8EVf1+sAORu2gBQN5qz2NDj7LcQwak9P8OzfhrJ7uOGgD+LC/EYMOD7iP1KhRHhK2uUmMkSs6D4ew7tHyKZLa9V/otDwIKdkEAVqlfImlRhgvxPrds99qwAWOqzWbQMMNkgqtcnsKrWJNqu+GjbVAnQ2qSNM7MrWFotox0xj/h88edQNgIMHOT+p4Bi/pzPffGOMezaMYlQZ2CPp6wk2rQ3CXHhhedjcPMomkFHvp8xVePH4AgVXkUrAC6ElA6rNZ/eiARWn3zqYRw/cRDtZluGlK1OE236mra7so5cdskevPiKC1Ao0CLFRrvTlM+5eXITBktDeLxyGssL83jptguQsVMiwaPHc7vewvFTp/H4448LqFgo5lEsFFAs5DEwVJIQRYI5/KzLS6s4euQMjhybwshoERdduE0GqnweHmHur7QqofpgrryOuXINe3ddiDPHp7E8dUQUJLR3KpZy2L59KyY3b1KW0hxSOXkYDBvTAmEO+Z6F7MReOT9eN0A6nRW/1L/6wF/jyDMHkM1l5biPjo8J65RBVQ5BwYh5KitdVKzxT3qu8vcJosaMqvh3YuZd7D3MP6niiIPL4nuld/8keL0aYgMgPquhCruiLJ5WAP2Dg3K5jN/7b7+P9/6X35SaMLITVky/n8Bj9TN3fC6S2rJpZciYYld1vRbWyitottZ7jFX5nM8BVhXAJ96zBIhTBTgpKiEc6EijOfMEcq33I5eYQ63mIpdOoau78HQXua6JVv48nHRvhecOykozkK3hRcXPwjtxEGsND9mBIrpcO2Vg05X1njWyTRCRIYBGKOe+1S5hf/h2dBJD8vN00sK3zRP42oEnoC000A08GB0PQdIQX+H1pRXxoqbn6FWlvfiNG97KsbYA2774rG6sRgJeRxs614VuGKLeaOJrX/wqFhcW8Ud/9ueotZQcXwGrqkF/PjZkv5z6rJ9H4KpI2nlOI2A3/p1es09yR88zWN3f8jNp4jnwi+sL5SUv+5aAtCQwqPAXye+k9Qg0jA6m8eLzJoWAQL91SmVZqc5WWmIFUKm3kUkaeOnFm7G6sAwnlcJqtYOHHz0MzSIrnnVGpwd4qjVXqRZkzeZ+LENXxSTmWkuw6zOf/iTe8pY3olpZk0HM1i2bBZwlmCaBrWcXWmptFHnw2YB3zIQTG4MfwVjtfz71941e89zHiS919HX2+2C9uOFtzPU0Blb5CH7CVHaQxkxYW1LAaqPrSjW2/777URo2MbFjH6p6HoXVaXSqaxgdLEo40lSlgdNNGy/ddx52n38RMn2M1Z8EWP3wf303js2cwZcefAQrDR/pwMC2iWG85k03YmScVn1nA/jKh7yfXa3Op9p/4/vg7FEOa51sYRCFPG0dUmJnwpBFMjPJ/ifgms3lhbxgOAwt1IWQYUXg6nplHcdPnkZlvSrEoJdcfRWGRwajwFFZdXoFuKy97RbKK6vCFKTEv+028KEPfgjPPP0stmzfKcHObuBhaGgUI4OD+MoXv4hvfuOruO7l1+Gtb3uH1DO00WBgMm8dx6HXdgqFfBHVWh1f/tKdeOmVlyPnB/jGx29DutaW0CjeH41OCyZVEex7TANPL8+ibgDbChns3TGBfMbC1slJ6MkUMDSJnRe8CLsuuAhWOiefwaA3bLuLL975Ddz97buQMrqonDmEnSMFjBcHRG3RTRWQ3rYXbmZIQphmzixgKGdjT9bAeFAmVQrfeepZhIUd2Hfl9Xj6yBEMZBz8zBUXYriQBLq05iAZive6spyK81ZkD+JxDwN85dO3Y/HUEUwODwgJi9fZmYMnMbDUxCbXwLZcEb7bQiPswEww8DeNFV3HZ44cwMMkPDkpVOskdrThGMDVV1yOtXoT37nvEYyMj+E33/MO7NixHR23I88de632g6vx3+NQK7EHiCyRlNGeOvXpNIF6R0IWmdPx9a98HadPnkKQtHH51S/DejPEt7+7H43yEi7ZMY692zZh28QEcmaIgUxapPke8x/oc9/xUdUtfO6e+1DrBHjHz9+CTCpO+XouuMosEl4X9967H1NTs0glk1J702osVygIviIeurTvoTp3dBTn79yMTeNjsg7y/Q8ODsiwee7AUTz81W9jZM9WjJ23HQZ9eo+ewOFnDuIL+58+u0D+//m/fgqsnnMBxMDq+GAJoUV4UKU4S/shWInw7FQ6b8R0kUkkKf4qokNtzopsJj2w7XeQN3Tk7ISwCQtcLGiMTMmUZJgYylovYhmRjcd21KLnqkiedQE5292uhKuwgU3ZpkwpXM1EM9Ax1wbKXUo2FQwmDNmIYaY2F+WoqQJ3KUNWBRCnb2zW9dBFSfOwi8xVgwPJdbTCAA5TsNnw8fPrmsheiV8Ii9bz0fY8aYpYtPF5uQDI8dFCpBheZRmotzycKHcx11KFlJMy4Ro6Gk0Phu8hm3bQTUAk7WPDOeweHxefWLJjt26eQDFfwNICQa1lCePiQrlabeCpU1NYWGtJ8uJYwsNEzsIwsQj6ULExCEPUXA+driceqvSaYaPF49dxPSkyCa4Ii4efjcCFH6DuGlhrt4TZlnNC3PS6EsYnNdjJAThkNaSzAlxSlqtrvgJWV6tS9fHcKQBVgx10UF1ewtjkdlQrDQE7Qs/AkcM6Pnf3NBbbIV68ZwznDeUxUCghadAbkdeSjTB0UV9fQ63t40wjxP7D0zi40sa2rIXNjiG2DdmkjmKafm9tlFsh1r0QJUfHSMqQ/JvlegcZR1kgtIIEpstNAS8YhpWUC1gVg3XPwsEmMNcx4NP/VsAbFSohxVkMFAgAoVLEYwBQvADpByt2AQSVAmHvUaKaM0IMmhB2a4K+mgR0eK1pCQlQCwgmcoBgW6h0Q0xXu5jVHMVUlYR7ls+8mnUpWHmvmH4Lm/MmXrRjQgy9//tn9r/gJZzA6vLf/B3sjoFKtwEGMK83XbRcFwbR7ayFw8sLOLC4gOOzSzgzvwjmUNB/jTe+biUk6Xp9vYMwYDp1GitLq6itNeSY0d9TcoDi+lcC5JhOEiiGJhPvyfwlMKjRJiGSI9M42GMQFdeZuCCLvBpZZIgvLgt3Nho8HiqoiU2tSOV6rFgV8KUQ1Y1Cc6PROfuQPT+jdcMHUgCVDUhSWRVErzWWt3Ht5hFkzQRmKmVMpjLCiKGn8o2X7f7/2HvPKDnO80z0qeqq7qrOYaYnz2AwgxwIkhCDKIqkZFJUTpYsWZZk+9pn13vts+Gu7d29e8/6x7W9lpPk7JUtU6KsLFkSlUiKhABmACQBkshxcu6cqqu7657n/apnBpB87iHv/aWjOWcIgJjBdFd99X3v+7xPQGm5gNFgEDdOjiIbpddZiIZqiihaq8Lr1JWfZCCGdkd5CpI94RJs4XvVTRhsxu2QeEcKM4/7MJl2lJqHWDQSoKSHKdFxLlJXhVURzBGfazZtDMJQLUmA64sNJ18Er6nItmmv0RTWKsHJTq2GtlMX8CbfbOAyw6wqLbRahthChA3uz1zvIdkT2TIHXDI8WrK+6enGPYev3bSjGA71QDfi8MjI5SftYVqO/CouZ2To6MozTCivrPZsk1R6P7iK4Vdqr6bXrEaP2nYTWrOlgNXVPLxcgV26mtR7vBbq/neZxtLgt+vw6D1Yr0FrOIq1z+tLDygrA40gCUOLCAITrBD7GDKiOzLcomKAwQuNekUANzJ1xOO13RTWlhU00JdOIxKlbJaMOUn/k7ODZ6cm/q1saj3U6WNbLWC1WYPLYY9lIGNGEPNCsOkDRsYqQ7teA7DKM6W79K8HU7sgYBcsEjBAzkXli67AZvWMKNuNLijsPzddn9R16ZUKd1Smq6oRWDf/lxpAgYu8hgJdyLPtvzwfTODzrIKgOAgkM5oghNp4BSjlEEq2ZUkClLdmIqRsAEIBhEP0QzVg04pC7HAY7KaL6oDnoJzK4nuui2yaAxnWFgZZpV4T1U4UFdpIEBgMBtHydMzOLePqzCLKZa4pFSjJ5rHL/OYZpxhkvG6+NVIggP1bRzAxPoCgRRBEQ7PdQd1pSJjl0PZxtEMBkPNcgoutoSSGwnFUXP47Q/ACMVFSiMUROCCuYXVtGZcvX8H5c2ckTIOKQQAAIABJREFUkZbrkHZASsmgznCGCt2wbxu2TQ4jGg6iN5uBZZsolwpS45AZWtNbwvTpT2akDqr67ErecyalP/vMUZRLVSQSMaRScaRTCV9mmRS1DwFJeq1evjKDM2fOYHhoAMPD/XJdxWOWoBnp7L70e26liEo7hJtvuQuFtSJ+9P0vy3majoSRiVvo6e9B7+gYErGwWIkwYIMs2HY1j+bsPLxqE/Gb74WRnhTmHVm+rtPCg//wRXzvu98UEJWNPr1OeR/og9ddf1ypXUaTAoso/TeF1cp1pp5jR74mbARVIJ2wsoJi28NBMP9OrlO1KmqT7vMiXvgEikRpEoJl22KnIWdfmzJjV2ouW4JVdQk++dRffQof+tD7RWElsyxeMz+4h+FFr+Xji1/9urwvM2TBMm2lGPGoxHFQLKyhXivJsyd7v5yZyh9UkR83Avz4fmwJr4oiaPO8CSMQsNBYfAV28S+RDJxBo96WZ4x2P2QlmnodgVgvFjs/j7nSPiEqbolexc7El5A7s4yOERArAIe2KbTDEFCA4GBASBNic8Hhm5gLGjhZfyOmvJtkD9LCKTwUuIynTz0Hb7EmwytRRlkBRIIWapWK7CEEJqNN4Hff+qsYSozJXunPyteZS+sMe3+f4SplsMxjP/ghzrxyBp/41J+j0mAd4+97Sg+xDvRdu3d2wQKfQbqO4ak/r/9R2KabQS+fcNJV74ivJZ/u7n3YAH8FKFT47CapjQ+G+cxVAq7MWujvSeDg7i2IhmixpvoaanQIntactgCwtCJLRBigVhVWb7Fcw4kTryhrGg6oRdXj+6r6IK6oD+X3LWGYS+AQLRrCYUxdvoJ/fvCz+MiH3idMLwHa6F3etRe61oLefzekIPBek/ARQKtBqw0OIYOoNmhbohi4UpNI/6ROHjmPfgJIe+2zsjEIl+8SMGrjY/37JbhGffD9cB/vMiplDO95iMbJWA2gsLKIdrMiewRrmCeOHEYsZWN8+244CMJeWUO9Oo9iG+hlxoMHnF4D3nDjAWzfc0DYbSury7K//H8BVh/6s/+CoydexiPPPo/pNe5HNkZ6+vHm++5G/3CPzKfJqGMfS6WGslDyQ6f8xbgeRibnkxqts0elJzctj+gFn+0flr2Rwb61el38qLk4ezJpZHqyiMUSEmjFfY4ha6zv5EmQEGFPAqGmZ6axspzDrp27sHffbj+kauM+SFhzu42p6WnkVleQTqcwODiAkBXGY4cexz999p/Q29OPnoEhrJXysEwLE1u2olIq4ZOf+nNsm5zAx3/5l9U5owGVSlnOwFg8DssOiwXd1ekrOH3qDG593a0Y6cvim//wj1h47gVsidPaQEOxWUPIsBA0LFS0Nl5enUdDdzE+2IMtA0mw4h4bGEA8mkAg0Y/E8BiyW7djbHInstk+IXpRTv7QQw/joW8/hEwyijPHn0BvWMeOLYPojcToUYhWqh/BiRtQCcZw7vxFRDod3JgNYcBbRtg28fDRswgP7cHOA7eh4qh8iFQ8iNH+JOJURbYaUi8JUEmTNJPSdMVGp7c6wzG//aXPYfHSWYwP9KGvN4N21cHUkRcRyzcwGe9BilY+UdqEadD5iNMuJxLH5WoFn3/lJI53PMzXa2g5dcRCBu68/XaMjo3j2z94BK+cOY87Xn8zPv7LH0EsHkFLMiyU+o17g5yFYhHAYKuWGiz7AeOsL1TNzT5D2brFIkEJhitWXVy5MoUXjx5DbmURE5OTGJrYjguzq3jh9AXMz85icrAXcbjYMdCL0WwC/amIBGKvreVlLUZTcVxdKeFrDx9GrtbAr3z8F5FKUBu3MbRRtihqqMr1/uILL+LI44dx68FbpY6ZmZ9DvlgSy8MAA2bdFhq1ktQPHDb392Rxxx13YM++nQjqHaTjYRkuLF6axrHvPSzD3637diM2kMXM/DxOn3gJX3jshddyhP/Ufs/PgNXrbm0XWN070i8Lz9WZrEvWDg2VO3IgCxPFn0xyDSvZkwGXcl4yy9TxpVgOrodMsIW0GUCYIJPhIUIAjuEW3ZGG799CoJIAiTQ8TBLVPQTl0FbSafp6kp0hgTmcuLQ6WKwqSXmVrX2A0oDNvoo/XiBtHK6qaWOxSQCIzVWwQ+aqiWGbflB1YcSSCUOA09QCwqgLBJUnKV+T02pLAU3GHY8zFeikvIx4iLHJDod01OsdzJaA1RbT7jV4QRNlelaWmwi5TQEhyJANhAzs3TaEnkgEgXYHUTuAeMRCMh7H0tKqSMVXCkUJg4kl4nhleh6np9dghYOItZvYmrYwEjMRaDUFqOZrKDmq0Kdcl1JTgjIGU3zdNkho4/tQScuaMmNvd1BoeqhIEJiBvmwH7//gIAKhFmKxITTdFpK9STjNBiLRsBSylFQVckV0XFful9OoiW+J3WmDRvAj49tQKjqoFNZg6gbm50x8/jtXsdS08YZdWUwmbMRjGVgEakTayYKcrIsc6i0Ni9UWnjp7CSfXWsgawGjEhOnUEbcCSEUZVOEg1/BQcj2xluiz6fmlYbnqCJhP76daR8d0viqMQZqI2xp9rSBA6mxNw5kqUGGwmKBMG4EZm6eFXbbSZo8iAdgpaZCEXX8yL35S9F3sCDO7J2wgobcR9lwBXtlSEF+RdSISQh2uGcJirYXL1TbK7QDa4q1K4J8nhCFm6AGuz4iHu/aO4cCWLFKhIH7xbx591ZszgdXCH/2+NE9siJh4vlp2cGp1HhcXZ1BotdAMBXF+ZhbnF9fgeB4yyRgyw1nkCgXxwSUomluroulo6Bnqx9rsPOoFTpEpRXSgSZCESuQWObXPSJD1ZnCvcGWKSsCJABWBEzJOPKcspEuVKq78PzkkoOxTAoi4p/DPvmyPU11lSUFglR9+Ae2D4BvP+waT4Xog9ceBVfVd4nu8Dh7J73zgUv0S0gMyADrQl8QHbt+Cl2au4tJcFTuyacwv0d8sBtsowm4FMJkdwORAFKO9w7B7LOUD66ggilarBs0wJYyL993lhNYkZ9uQVHkJJgmRuUcJtBpqqaR7U74PGoEFoX2te9J69Ox0WsKOlMZIHnxd5L9cqxw68fecgCtrEwJ+ZLk60OoOvGoZ7XpVEp+r7RamXBe5OgMETUQZ5kamNz0uEYSp00uVXsP0f/Nk/+awhxN8zTKhWxEMhegDFRe2KsFihqVR9kRQkuAqAXJpzvgMsVkI6vK9CBLokoh3AVYFImOIHQFSMuWcJgJkL+RyQKEs75kHS6etpJ0qJEtdFzkbGP7lVKFVqwCtGLh+2CAyBC3SA41BNbYNzbJp+ixggHgvCF2IzDnFNK1WK/JZr1XRapA56KLeqsI2NQz19iAbDiGgh+mWpwKAyLDia3FVOjYlqZWWgzxZsJ6LZqAjTXDKsBHzggh3dATJ6OX9/b2/fNXPeCzKYvNaadRPZmFt/NOb/VWvASR8j0BhgG5KkFZTUXUWCkxAb2mx8KGqpNvEKnuB7qcCVjf8ljlYUsCtz3RiA0gpucjKN3ix3B9EAC+2y2rw1XKVvQOLez4OVEtQvk1PLwYWBsl+pGezMOjVcCESsWSfYYFND/E2cR3wzDNQbzbQ1tri20aGfqFUxeWpBazlVKhRFywhU5FNN7enrqSc768LQI/392D3jjEkk0wRtmFFY3Dchjxn2ZEhzFVyqJPVafFZCiJrhKE1I7CsLYAZR1snQBZAIb+KM+dewpmzr2BxYVFYqQyL5ECbbFTuiV6HEvowhgZ7MDKUFl9X1gyJZAzpTEJUKLm1NQEJ+/r7ESbr0HXX5e28T9zLV1bW8OQTzwiwmkzEEIuHEY1Y0rj29w8gkUj639PCWi6Hy5cuiOSVQGX3fXel7wRPeF/nVwrQI/2Y2H0Tmo0WTj73FGYun0I8HECqNyVS/cHeFHqzadiJuDzqnVwOndUlGI2K3C+3fw/6brgfnsZBsYuIFccPvv0o/vqvPyU/t2sl0f3Z3TXfZYx2man8e9UcKu/AbngVQdNUNA47bMugn162kWh03W+Y15oBV12/xC5LR0ITWScYASQpeRdrD7KS1Qiu0XQRDloiPQzYFv7xgX/AW958t/Iz5ucmVmXXDvrVPuSf//LXEBIv3JQE0JA91mFhobVRKq4JOUA8q6Xm8NmRPrtynUUpPXcAVjSFYDSMoGXCDEbFhqS+chaRtb9DNHAcjuMJeM963tBsGEFHQOUK7sGZyv3QzCb2xp7HUPB7WDhTRiQRR8BiWCvVA3TT87MI/PA5etHzuZTE7oCOmfooXnLfhVbURgEWvum+gFOXzkNbdKBXm/AiQbQiIbGNahcrUotTv9ByG/jYjW/HXRO3ixoi4ulw/YDWzXsYr61irHZkoHDksR/h6DPH8Gd//ZdCjiDjursvcafp1iub78nGnsYbuOGx2h3gdffX65mEXQZo9+9lKOwDiT++R6veqfvfLsirXocCxqU2ob+nHcLoUJ8w6dh3Sf/V0dGgT7oMshTblOACByItAWa99cC27vMgtm2+9cBmZQFB+S7wyv2XvsuzU1N48IEH8Mu/9AHQBqPLCN78azd/o3sdhMnPc1TTcfToUTz51FMiK7/tloO49fZbRIVHogbPkI2hH8HYa4HV/3eQ9Vpg9Zqv3wSsispgM7BKdZjnIRJLy75bXF1Cq1lBy2kJA/+JJw4hnohgfHxcyBDtPL3clzHveBhOkvnv4VRex603HsDO3QeE3cZhGM8IvvfXGl713b/4HVy4PIvnXrmIZ146By9gYTA9iO27JrH/4D6EY0qlRNckr1WFGeA5qzxvu8zda9eiOgNlGMjBs2cgHM+gt39AgEl6RNN3e3p6CtVqDelUBrFEEvF4Cn0D/YjHkhISZ9n0LGWJTmVgC6VSCS+//DIOH34K1Uodv/tffhsjI8NSd3Z9KptNNZR+5ZVXUC4XZdA3ODiIVLIHM7NT+MQf/yFyhSpuv+MuUc/Rs5trhqzWBz//WTmzfvmjv+SzJ+nT7Q/FwmHBJXgOnbtwDrNz89i2bQcO7N+HuZdP4Quf+BMMGEEkIzEUGzVRxtkhG2ttB2dX5kVRMr5lAJNb+oSo0xOPIUwyQHQAB++5D514CoVqU9R7o6PDQl749re/hy9/+SvYumUMp194Fk5+AVsGMxhJJxGJRZD3TBTiI6hHe7GSy6E0P4t9fUHs7dXkzLuw3MTt938QiUw/KpUa5ldXZBA/MdiLhNZA0K3L4EQskziAYH3KsF+JCKBnbADf+/oXce6Fo9g2PIBMKoFAo4NLR06gs1xEv2kjzZDpdErUPqZ4zqvhi2uHcGh5Hg8tLWO+00EhV4DRaWPb+LhYetD27eXTp0Sp8+EPfwDvetf9qNaUl7zbJHVO7ZMSpC1h4sqbXKaEsj915D4TjOUHbZPIqL08u4JDTx3H7PyyWD7qJN94LsZ27QMiaUwtruL8uXPYvX0S4U4dK5fOYrQnhjsOUF1joF5tIJZMwdXbOHF+Gt//0TFRRPz8+9+N7RNDwmqlwkSJJFW9yXOednUvHD0uFj233XyrDABW83nphY6fuoBLV6YwOjSALYNZ5NdWMLu4jLnlMlI9abz3ve/E/l3jyKaiknlw8fQ5nHnqGawtrWDHDXsxvHM7SpUyXnjuGD7/6LFXe3z/VH/9z4DV625vF1i9fXQQ+WYTNbJJJQVYyU3Eb81PwNQDyg+rK1nRJZyHGe9q4kmfEHYfmU4VMWF9sijriC8d2STCfqNs1GSzT3RTzfApqyfQx68lICjglcipNQHIKpT7expyLaDQAppkbPnpxhsF0YZcRDVoP4G9xv/dYUPHTYuwaAtWp41EEMiYHtL0ctVa0Pk6AgGRhTBRmuCGAKtuS8BVDlnZSEi6pIAx/FkdSStWU/4O8o0Ayj6To6qHsEC7gqoDq+kIy6F/pBeOW8dwNoOY5kn6Z28qLgw1pvNSghdPZdCgVL9Uko1henVV2LD79x7Ak888j5hXw2gyKGxgXl8GWFQdvs62yHUlAdm/5k3XFaCaYAYnzl1glU1/rk3ZhAu3EcC+fQbe/t6sSCWNQI+AW/FMFPVmTaQinOCRlVErF+DUSoAE0LRhBiMIewbyKzMYm9jGnB5MX7mIeMRGoWDjga9P42IugLv2D2M0TrPyGNJkS4hfJlBvtVBpuKg3O8jXGjg7PY3D01VEW21sTZoINV3ELA/ZZAS1Wh1rDaDY7Aiw2m+bcDoQYDVp870RWCWjsAY7RGBVg+Ux2MrEimfgfLmN5QbBTVOYkuSLSgCZ39yrolEBAl32i9q8uwmqfilMmTYLWh4awtRSwEMINQwFNYzRk5VMFTLzKH9lKSkAXUtkWg1Pw5Wyh8V6B3laTBBIlCKanBYdNhrYnjHwpgMT2D7YK+zHD3zqO696gyaw+s3feDuKDUP8d/KU1rQYwNLCmYVVnJqZketl2gZgBQScoASvEwyiyiJjZAT5QhFTV+ZgBhOwxnrhzK+gubwi711cBSWAiphSN9COOCu990wB3Z1aU8BBAldq8qkGNJSD04NPJYFTLq4aGPrzsMhw6j7L0Cf5CFfYZ+RIGvD65JLb1LVMoH+Nsaqam2svo9rmNgGrZHCQje1H9NHIPGnRF9hApVrCjsEE7tvVg6n5HOYKDnqtGBpOB2awiUgwgJFUBiPRCPaMjSKaCksBrzmC6ghgQHsNUHpux+GZBloBA00JtjOU12+Ie6IK9hOwmkBUQA29VEGjyz5CRrA8bARJHeX/KAF4bGzIfiSSbkp5pIBV+tny57TJcnWg83sbNISuiwcsiyDHc7HgNFF0IBYrQRgIUzlvAnGd4JUimSqCIYFRTfmD8ucRLTEsDFi9gBEFyKyl/lOKsSYNmiUVlQBAgJNwAeLJWuWnoRiEzPyghQIHZ8KIpk7KgcewwXoDWjkPFFahlWs8DIRFrfpQtmr+3i80MXq5utCaNaBa5kRIsYNCQWhhG0j0CrCKsA2PoKpolIn2cELPB5fhIZ4w9JloS1ZbqVxEpczU7BoqjYoMbkZ6s9gSYnI72R08m9QBwVAGNMnM1VCj55feRj3goUm1B6XFBpAImojAQIhRWLoFjc/+b/3eq37GrwdWNze53TNSpJHrjN5r13v3ByqgdMNHdTOwKqFN/heuu0X60mbFYFJnsDxaPmOMvxcmQUftkaFQUNZ1V06mwqmUVL8LMCiyOtnaipUugIwwWQmstNB02nCdthB2hJzNJWMbiIUt0BIhbqlUbK5Rz/RgEpwhE9Fx0dQMlOsOmkED0XhUPANlcExwGAFMzSxhJV8TNgOHirweLOCFvdFRf74WhNbQG7Vxw/5tGOhLIBqLoG9wSOxkSqUient6cbWxhrVGBaFgEKtoIIUgthmTiES3wrBiKDfWcP78ebxy8oR4gdXInvQ9O4XJy1VN9gzVMi795kPYvm0MW0Z7YVma1EwEVRPJKGIRWxoggoMh20Imk1EBTNwnJKhNAYGULD5x5EmUSzWxAIgnyAIyYYcjyGaz0gTzg40KGZjz9Fds+UnAfiAUwUoJw6TXZaeDK9OriPWNY2zbPpGYLk7NYWXhKnKrswgE2ujNJJCN24j1JpVqqJBHrF5FytDEf9NFG3UjhoFb34nIyHa0ygXxQXzx+Rfx3//rf5M1w4Z6HbBinUdbo1BImjsuPwLRXeYP5crd54CvlSA87x2fZXntICNJeany3vDKEGzogj1dwEgxl8l6c0WJQWBVGOhVDmo6aDQdBLwAMskUVtbyyI6P4rOffwC37tuzLmL24/HkTHut4VVf//4PEE8kkYgnxc9vaX5Z2DesVwmsVitFH1gViEqtU3bn/ppdv24chIXjMOmzSh/TUBgB00IzdwWh5b9DVH8WblMNj1U4FL2o6XEYgG6O4kz9N1CGi9ePPIx4/hjmpmoCnHeEPKFqIvph0+pDLB/knFfAKllNXC4VN4LD+Q/ghYUQUvst/Ev5GGbOL0FbdRTTXV5XCM2UDayWlMTZNqA1HdyQ2Y7/7cDbEAnGEDFsuH40/PXPJvcMBs4y6PaZJ57CY488jj/9q7+AZwTQZh3bvS6+H+X1m64cIevy683AqmLhC+u/64u66ZuF/dnNpfAZ++s9ic+U9k0A5Lt+0gBM1TIbw+GWbkmQEEE1+jjz/Jdyk/6R3dmy75mtPDiVPRI/uL92pb38M0M/NwOrXdsP5cuuAvT47DBYcX5mBg8+8E/4+Ec/KMzMLqAqA3DhI/sKo83DNJ32QWE89cTT+NrXvqyUJjp9yz18+MMfxs23vg4uMx82BQDyQeaq7X5sviY/+fr4tdp1jNX171fIz/r17QKrrKMUdxqIROkXbQiw2nZphcQ+xsThHz2GTDyMHVuGoLl1zE0vIhMC6kZYyB21ahNn6wb2H7wZO3fcIOBZF1jltX+twOqhv/w/JET4xfPT+PqjTyBX7qAn1Y90NoUPf+wXhYHM/cW2dcSjLjSvCr2jfEdlAOnXrzIMYkkutnvK29xxWigWahjeMoktExOy35WKBfHVXJyfR7FUQiyRQjTOMyyGdKoHiWQasVhMQHFhuPq+2xxOPfvss3jooe+iWq3jE5/4hHh7KzsVtZ8S5Kf39YkTJwScHRsbk0Efcwl+8N1v4cEvPChBnePbduGmWw4qhmm+hP5sVlLkL144j7vuvFPCAhttV4BV7u0yEOt0xI5lZnkOx59/EcMjo9izcwe2pDN45ItfwpVnnkVPKIQGaz8BVkMSHr3cLKM32YO+vhT6+5KIhE2x32Of7BpZ3PGWt2Fsz37JSSUwTOZoKBzG9773CB78whexc8d2rC1OY+HKeazOX8WuoT5MjA1DsxM4Ol3CVENHkurTUAA3jCaR1Suo1qqoBdN4y/s/jkgoAqdSxsxKDvlKGf0JGxM9FtK0EGqzD2LmS1uYwhwSs/egLVwiHMYzh3+IH377GxjrU7aBRkfHsUeOIT81h75IElEC4AENUZIRCCJ0PDToI05bvOEBPLayjBJMrK3kUKvQ8zaA4YF+9KYTQnQ5NzUrlj3/5t/8Cm4+eDOaTl282JttqneYv6rY0bqmPMjLhTIqpbLUiiRV2OGgnBcEVsuNBr7+jYdw+uxlRCNRJJgVU69gaWUNZiKF0T03IpTI4OVXXkEo4GH35DBStoahWBjN3AqipomoHZWTcrGaQ8kBzk1xjVawf/c23HHLAVkX3SFq97zme6pXGnjx2AvS01MxRAWP03KR6slguVDDoSNP49Yb9+Pjv/BulPKrePK5o3j4yZNYLFRw6y034n3v+jmMDvVKT7I0t4xjjz+J+fl59A8NYu+NB2Tw/MjDD+Nrh46/6hr9p/kbfgasXnd3u8DqGwZ7UKWRdwdoEAARancbEY0BTkHoZJ35AU4yuWcYRYATKvW1BACF0dkCspoL2wdA2DiFfFkgWZVsdkLEFCj71zwBEsVbVaacZKyy8OLkW0O92cLZhoFqs4NShzYAQXREUkPwoOsl2HUSVA3dZp831QBtOvhF+kh6u+iUBBDg9Nb0XMT1DvpMIEOGbceV16kShQM+Y1VZFzR5eLBvFtq5YqyqEAGCmQEB8gh4lB0PFaYhBk1UNAtTLV3SpOOei6ih4a6fe5NM7lqNKgZTScSjYfEwdOp1aQBW1nJIpDKIRmLCFl0rF3DuylVs3TKJraOT+OZ3H0WgkRerBSnBJIiqhVqzI7J/ssj4euhNR9yCYRaUKHKXZNO2GVgttzQUG020Wibu+bkUDt6mIWQmUKzoGBjZgkKpjjrDODQD1VIFqVQMoSA9Emto1nPQxPTZRlQLYnVxBqNbt8I0wrh07rSEU7mtGL700BKOvFLBPbfswHDSRDQax0CUEjST2AiWCxVcmF1AhQVXW7GYnrqwikjbxa7+BNqVCkzPQU8ijFqtgZwDFBwVhtZHYLXtYaXW9IFVQwD5a4BVvQ1Xs3Ch5uFKg2mRyp+L9ashUi3FmNrsD6oK1A1ZV7cYVY02v1dZBAhgIShTUIpFo13EVjuArSETIT+JmTIrt62M4Aneh0MG2pqG2aqJmaqLZbcNR+TD/HdD6GgBAVZfNxzDTeO9iDHNMBTGf/7SqzfNJrD63f/4XlxdoxzShdMsYb7WQd2NwWHCMIPHIibKnbowQupkDzEsQmMxH0AsnhKG08LcEnQ9jNjNO1GfmkF1alrYhyIx15iOrJiS695uDAiIR6UIKqwWVGNKcJCAth82w/2h2WjAYwIzWcBcrwQVGHrDIYb4fakmYx18ZWNERpkwYDazTK8dpmxsdRtDl3/tcNvssyrgkrI9JLam9hW3jZgZQn8ijI7nYK3Wwev7wzjYH8bF1RpmSjVEzTAsDmgCJm7eMog9o1mkIj0CBsiAihJH8RwNwrOC8EyL1T10NvXc82iTILI/T8I6TCaCMsiHTZy/36gC2qcDMXyqSfSTwxoCrMoHlEMxsloVwzUAL8xmQg29hD3Da8lCqVUVsJHyejElZghUs4VWx0Wx3UC1paMmORYaoiatXYLi70bmns4LxM6TzFJ2e5qpgtvoO2iEMBDKCFuVlgUETNUwjv4vTfGEpe1AoF5XwKocNuJPAi1ooBPWJPhLZ5gUwVICpARVydorluGVVoHCGjRKDNtcSwQkld+gaki7Talvk9CswatXxQuSB44WDimmajKtgFUrhA5B1QAdkumFR4YsMVleJ+UF7jYcYdoUKhWsFfJYLZdRqJXFomYwncFggL7LYUTMkLgaELymYQIZZW1DQ8My4ITocUy5utp3dEND2KBvLdmqQei6Ld6B2kf+/auuweIx+5pGcr0Z9UNWuk1sl22oQJfrnx11flLR4Hek1zT+XUBRpb8q9YeyotjgWUmT1/1+31pAWXkwi4Y+soYA1XyuGXhIkJBXSgIc5CxVumm+DgKwfC2UPfIc43UVMKOtiQcnwSWyteoOB54tAW7oBce9Mh6JSNJwOKIjQIsjrYM6wyi8AGaXVjCyewLJZELCkdiwSbhZWekdAAAgAElEQVSVbmBmfgW5Yh0OBwvliuxB3aHL5gZf3r/PsI0aAezfN4mR4R7YVhCDw8MI2aYA8WwsFpwSZpslFHUX+XYd2XYQN0duQCI5Ka/lxZeexvlzZ1EtFaTRF0m6r+qRgR+9ja2QL+WnT2obw8M9OLBvG0xTBXgNDvUj25cW/1mb8sRWSyxzuLcTEKHVAJn/ArB4ngCrhx4/glKRrzGMRDKCaIT+oSFppskwIijL57ZULoucs16vCYApZ5xhqH2NygFdl7rgwuUF9G3Zi627Dohv3/L0DC3hUSqsYW32PEI6WSgxqf+sRhmpdgtDqSjiCVuAY/F/bXdgbr0B2970C9DcFgJmFDNTV/G7//l3sLy8IoAo70NXWUJZMRt2AuGFQkH+fj14aj3MUK1nvmaCILppoFQsCsCZjCfkfXBvWl5dRYuNrUWWM8EIR76PXq2FYlmsEXhjCDLwunYDTflasule0uBwZWYGEwf24m/+/u+wd9t2vy7ggFtHiGuM7eKm5+PVPOiPHzsudggEKuo1B8vzS/DcjgRIlos5lEt5AVYlY7r7Myjf9Vnj3QaUw0srEoERTsgzGLRsCbByCwsILv4vhHFEMR/bBM0JsFJN00ZQLLojWMLHcLm5DSPJJ7G19n1ZQ/FMwvf8VOw5SrTFH94f5HfZ5wK2ahpqbhx/c2QSp9cSmHzfNjyUfwHlM8tw81WlXGCOQDKmchhoeeA0EeZe3HBgZXvx6zfcj8nMOAKhyDqX9MeAVT+8iiDJ8WeP4lvf+LYAq0Gy3pSEyJ+wboCm3VpDbWsbtV/XZ6U7cBeAkvvnNZ4AG0BedxC/YU2zwdpfvzc/4ear/c+HVDdwVeW/vm4/QABbSYVVKGW3x1EBqtKfsUciA1WUIbRbUTZYaujQZbgqu5aNfVeBqvxgfRUOhbA8v4DP/tM/4GMf+aDsC/y3ZDTj/0wGIW5m6HafzUqzqYKIlpcw1pOSHm+RzLFgEB/9jd+SNSzDEN+iQgHVfl29yQ5gA9j+iRdLqRM2AagbX6WG/eo+Kcaqut//OrDqNNuS0fDE4UNIRUzsHR9As7iKSr6EvrCFSotkIRYGAVxtBTF8w35s33VQ9pSV1aX1fee1AqvP/dlvoRUI4cpqGf9y+CiOnrqEsJ0WC7f73vYO3HbHm7G0XESpvIKeLLM+6wjQA42Vz6YhgACrvixb8t0CBnK5Eh577AmEomnc97a3Y+eOHQiFDBTyecxOT2EttyZWAMlkGib3dQQE4EumMoizhg+FYATIXFWp8adOncKJEy9hZGQUb33rW2EykJnhzhycex05S6q1Gg4fPiL76dDgEPL5PA7/4Ps4+cIxUT+WXQ+9IxPYs2c3Uj29KkjUH40vLy7J7WMIYSIVW/fJZi8RMNXZM7U4i8NPHkG2txfbt4xh/8RWtEpFvPjoo9AKebkoVCCw5uiYuljyxC0VoMneX55f2j55wGozALunB/2jWyT0bdvkDkzu3CbS8R8+egh/9bd/ix07dyC3PIdWrYjLZ09hWzaJ7aMDiMYyuJwDirE+6D0ZYVqWZi5iKG4gFLFQ7Ji4920/j5gYTJcwtVJEw6Oat4PhaAejiaAEQvO8oc1ZF8zm7wN0v7YszF46j6888BnYegeTwwNSnz75+PNYujKHVCS5rkAjG9XhkLijwW3UYMUs3PzWt+CRc+cwvZxDvdFElYG1VN8FgHQsInVQSzNw6dJl7NwxiXvv/TmxByJ7WA+onpEjFJf2dTPzOPnSKSwsLKHJPdkOSS8wMJDF7t07MTQ8hMcPP4Mf/uBh6Rnece89uGH3NjSqRZw4N4tHnz4OJ5TAyI49yBXzGOxL4/633InJ8QGU5udw7NAhFBeX4FQbogKJbunHO9/3C8j2j+LYsWNYXZhB3OYQM6M87yXomKQcRWoqFyp47onn0GDtRTs1Q0epVEC2vxeRRC+OP38CtqHhrXffjnjUwuWpaXz32TN46cIV9A/04UMfeAcOHtgpI55SsYrZK/N+CHUbqWQaiWRS/N3//f/1+6/m6P6p/9qfAavX3eIusHrXQAoNPYh8q4O6hG12MJxMYE9fD5JhS7zzqG1rtzxUGzUpTAQMJPNK05CvlrGUK+AKw3XILCAQIGQkDTblfgI+EVjVxBdNWKBkrEr6t6b8VdmX82uYlulp4gP5RDWItqbDEaCWbYcnMlSl1FSMQpYhIg32izYW6VJkdcXC/mRUTfKUH6wE8PKQNZkqqsBVbnQjoQD6Ah3Q+ZIbs6XTm00xGF1S4cUiQcmMusCqKBW9NkISVkNPLQ3VRgdlsiHouaqHBVhNeE2ktDZSQQ033HQA4aiN+akrGBkaFFNlTonrtQayfX2Ynp2RTb2vr08YfQuri7g4PYOJ8e0IIogXnn9epOZhQ+p5SWMlwEdWDpMM+ZrpNUpgmMUtp7EEhskwI1hDAJubDguThhPAmuug4pq4+74hvP71QUStGBbXWrDjA/j+w8exttYSli+nz8mUjZFBJiEPIm630KytCus4aRjILy8jO9gP207g6sUL0D0HQSuDHz5dwxcfmcfO8X7ELSAciWIkHsHg4AhKrSYuTy8g2tsvIOvU5csiUb40t4rtA724ads4Zi5dxNLsPHqTETmAck2Vhqo8Vk0B9lfrLSRtlSAtjNVcHWFLMVaZmLzqBnGm3MKaR2CZqcwq8IhldbdR2wysdh+VLqDQLSq6ko1uUnC3tJMNvt3EcFjH1lgAsVaT0ApaasHAJcWAjFWN/oohNNwOLhZaWKx5Enrkkcktz40hDNxY0MM9uwYwlgojkUjDMG389oMPv+pNmsDqo3/0IZw8vYbFfAUjqTiqnomlig4zFIMWsVBpVFGulVBp17BaziGTSCAUiqBcJNCtvHY4nc7nSojdtA+N5RWUpmZUMI/Qxig9aQswRsk2m7VMtldsGfK5vBSnfmUrzEYyf8h+F2m/AISuasjE0lk1DXxWBeQUybuSr8uf2dQyDIOgq/iBqcZCrASuk0P7rc417I+fdAGvs/aS4QgbICopJYDCbcHwgGjIQkhrotek/URHrCcmYjaq1TLmaLjeMRHVk9jbH8XOrIlMNINMOIpEOIJEjPcwjBqvTywIO5mAYaWUZJ+eVGZA2KsEqnWy+AwFNPvQrgIOxZ+UjBLfV5XNP1mnbBwIejTJKFeMVQliIi0yTIBS+WdKQA6/l5LRdh0dTvVdQKOXXrMjjbqwkHUyV3WUHcDxWohQAhs0YZm+r7ZoMzVZs8L0pFexDKsUY3UwlKaZsAqt4nuiOJQBPfy5Tg2tBoHVimoM5TqzC1df22bSHNlRDJXins414lTRqVcRWF1FhwBCuaBsDzQLHd2SsA8mvZMx6hvKCUvS8xx03DrQpjS7DY2DL14P20YrFoVOf1WCNVyTsn54LpEhyw3fk2vSIdhcb6DabCFXq4s9y2KpJFIzOxREOhpDuOkgbNhIhWwkrIAEFJHrS8uZtqmjE7HQsgigk0nJFHRaQRDM47rlZaLMLyiSPf3dv/qqn/GfBKxKU6pGEqr58s/H7n7WTbPePFASYNVnn25mY3X91eU2iZ3EBgArLMhNwRri7eb/uSunjdCbMmiK5I/+tPw95YgETIW9KutSyc1Eti/1AMFVDjZZExhi0aPY2z7A2qEUlgCrh3qtLftTo05ZmrJT4V5KhlEkaiORjiLRk0JLJ4m4g9233IjlVTJFLyjgkV0GPOTyFSws5kUmXm+4WMsXpb5RwIQCEboATve6hTxg+7ZhjI/3iR1Qb28W8XRMQA2GOJBBMt0s4nhpTp7TSTOBLcYWLC238cyx5zG3eEHI1fTpbjU9RKIRZNJpMASJzFNJZubglH5nLlmVdYwMZXHwJnrb1UUpwHCogYFe9PakESJ72uRa4pDVkUFtiEE/7bY0I3w+Ll6exg8ffgylUhUWgWj6ikUt2JGwNHaU/ZO5SnCVfrHFQg6NRk0AZ9YjyvNaWUSxjJubmcPCcgW7bnojssNbUSwVsTy1gIZbE5C5xWC8K+egl5YxHg9hMBkRQDXEQZrXEp9ZKp64rznhDHa97VcQSg8gGAyjtLaG3/5Pv41Tp04LiMH10tPTIxLc2dlZeX9skgmuUg4o1hSU+4qdA4f/DNBS6eW8BnyPbMxdnjkCTikVD0FV3vfu17HO6ILIErjqy4n591IvBE1hZxJIz6azuHLxkgRrhnvTuOmuNyI7slXWFm2cyGbt7+1FbyqFN+4ce9XPN7/h6VdO+wMNXUI9VheX0HJ4LyDMnHJxTVRLwqwmaUAe/uukGb4VQJAWGVZSABOyVuk53S7nEFx4AIb7A2gaAfugNNZk7VuUyzJwtegC0YN4rv7rOHuhgvds+XP0R6ZhhPzgPtbVAqySTt5CSHw2VRgdBxe8XqxjjpzUcPSiBmvkzVg5uAXfv/oUqi/NoEP1ViIqct9QPIJGy4XV1jByPo/MYh2LMQ0zezJ4x/Zb8fbJOxAw6V+u3uNmJrncIz63dOBxmnj5hZP44ue/hD/+i08ilkoJG2u9rvP7hM3Dps2gapeBr/7fBlmDP0O8Wq8LFZL/f31B4fsQaixwNpFf1UvfGGRtAKs+qurfP51gOaXYavIuz54MX1Qj4wOq3X1YqQO6+7tKG1clEOstnvldQHUzsKqcqdXezVqLjNXc0iI+8w+fxkd/8QOSxu5HQG5c600rubvn89lYKxbwxX/8NO6a3IrxiA297aLSbuHY+Qt43Qc/ip7erJI++2nyMprbBJJefw2vv57dP+v/CrDKQVpXlcS9QQYFYvml+iTxWKUVAAyU1paFsUryCEMAnzjyOCJBDQd2jKOyugCz6UruRr5cEzJQLJrAomciPr4dk3tvk33o/w9g9ck/+k2xg6oGgnjsxBl8/ZFDMIw4Gk4bVjSB933gY4inBpAv5LBzZz86rRUEnLw62/3lsm7vw3qMljmSWxJEtc4Qpu/g+EvnkUinsXViK3bv3o1sXxbVSg2RiI3B/rSE4gVDtvSe9FeNxuPIZDiws2DbkfUzkKxFXkv2p0qCrcB6/sqPaNSWUL//+Qe/j2PPPSdnzOzMDIxmAffd/Uake3rx3SPPwYuk8LrX3Yae/j6MTE7I2ua+y8+F+UVZZzu3jAmwyn+fAy8OxrgWT50+hW9951vYuW0cN+/cjq19vZifvoKZc2dgMwDP93CXh8EIoNFmDU/ZvYZmS5dPxhLQh3i2UJCcEYJ57WYLExOT+PDHP4Z3vus9OPbs8/hPv/M7uOfee7A8Py2KmOLyMkK1AnZOsHePIteMQBvchRUOQe0YhpNJzF08DcdzMLxtB7ZP7EZ/IoGw2cbTJ06h0mijJ2ljOK5j+0Ac1XJJrh3rICoiQha9v1UtZOgBtOs1fOdrX8HUmVewb2IcHGg8+aOjuHLqMnoTWXmO6LUtQZKiMTPQdh2k+tO4851vw+GXT+Hpky8hGI2gUK1BN4OwgpZkeoTDtGgzBTAUqyDDQLa/B3t278Ibbr8R9ToHIIaElj3w2S9gYWlVVEC0LLP90EyqGSa2bsHE5DY88eRRrM5cxjvvvh2/9qH3IB7yhBRRQgp/99mv4LtPv4gtew7g1/7dr+OeO29DrZnHE08+hgB/fq2B1YUlzM/NI55MoWpruO/+d+LN99wv5IaZK+fxox9+H15L2UHIHKgbCsigwlIVx54+hkq5iL5MCmHLkmFzPB4TJvL8wiJom7Z3chSuU8OlqSm8MFfAyXNXkEgm8O6334u777xVyCJ2OIm9e1+HeDqFSoHWh9wfbESSSSQzfa/pDP9p/aafAavX3dkusHrHQArtgIESZdmeK8l1t+6cxNZkRHwi2bhyoyJrjg8emQLdwpXNUqnZRLHRwKmLlzC3UkZIwBH6NOmIoyMsBUl/95s7NUVUkks2DWSrCoNVSE9kIQVQaTTxVN6QoCfKpGXmyKJCeno1iSegKQ2OSLkVsKKsGjcke8JSZUFHNi5TL9n4cdLPokjknyqBW+s0kTF1DISAHr2JiE5LgOuBVU8xyuSl+AnnvkyQLFAyESmHrrhAhe9PB4oIYbYdQEzvIOU1EQUnPRZuu+P1yK8sCUAdj8ZBuf7aak5k2PlCARZDH1JJCbFZLRYwu7qCsfFtOP3yeawuziMZ1BEW6q4qXOm7VGky9KvlM1IVyMjGlLJGgsIEonn/ukFhBGnqjo7FloucZ2HH3lF85EM7UF5awuOHz6FYBy5fyaHm8N/nZhMUUDxkdDA2FMYbDo5gdMCEqdWQsTRUcmuIJOOIRXowffkqnHoe0UQGJ8/p+My3pmU6lk1nZEKZDLQRCdnyb84vrCDWm8VapYzlxUVhqBKUHskksGN4EOfPnsX8zAIyiagcsvmmhnzDXbcCqPvAairMQl5Dta1htlCXgJiUoaMGHZdqHuaaXE+cHAC6APvXslU3A6vrAIRftHeLUDIv1dpT7EDFlmN57CKtu9gds5E22pKyTnaIJjaQlDqxCW3JtSerL1dr40rJFY9bBhgxFIhKaq6rRqeDgUwEb9o9CrPdgOMyRTmEP//hy696byawmvvBn+LoiSk8d+Yy5taKaDYD6Jgaak5TEufpPcS1Um45WCsWsXXLqHScudUanDrfS0MKVSbsxke3QY9wSr8Cr1yHWykL4G7HIzCtIGquI6Bq0o5gbWEJy9OzUsASJBTGGdle9L0L2wJOkjHZaThiDSKp8V1/Nn8PUXJE31GVX8+CiYEiBGQoPboOWN18gdQ9vJax+mM9z6ZGaL0583uoLttHWHrcd0Tl3cTOdBRJ08RivYYeO4RhrY5qoI3Zio7VUgsZW8euvhRiDFpxgETERjaVRk+iD6meHgyNDyPZmwb0sGJ/kEDIyZJslASu/DAiPzhPFmy3+SBLmHJAAqr09eKvblvYq52mq+wCBKCndynZovT+VF6fnlNHx6mKP6ok1ouPLT27CCYSJFd9H4Ovmh0d5U5HgncolI3qGizNVSws7jsEe3gvOFwjC4AAtACGFgatlKgLxNeaXroerSdUiAmB1Q5B1UbVf27Upk1wlYxmBbLyjSuAhMVip1FBp15GgKBqjZYFjqyJjmmJjYLeJquKjFwGIinfMQmvIku104AGBzB8YNUOMl4WraiFAKXFFtmqvGYUqtIrmNeB7FqPHiVAo4E2k1XrbazV28hV61gol1B0m+KLGiaA3WgiqNFqI4hk2ESYEjOdYIODYCSEQFwxkwMBekrTNkCxeGU4I364QbF6EHnlmz/8qp/x64FV6atliKiGkAKEkv3ss/ClefYTXTf/XRdYXW/Q/MGGDDR8gE9YSxJMtcEwoj3MRvO74eHHf49SMQ75iB4ScCGTlCEhIv4knuqDWQQCFJjLOoEFvrLhIfhKgNXygzrEz12kzr7Hq/j5kfEI1JwWqpUGihUVvMSigaw3NifxdBypTBzbdm5DYrAH03PzwlIMUnpnGxLO2HQ7mJ9dQy5fkJCg1XwR5XLN91a9FjDhexPmJnQMDqUwsXVQGMzJRBLJnrgwYYOWhZgdRk1r40RpHtVyEQlHQzqUxalTK3j2+HHoAZ4JFq2EBbwj+2d8YqswMJeWlpQdAQcgTOHm4+M42DY5irve8DoEyIJdywswnEhEMDTYJ0wTNqCGydAl1l5BeZ1dxiJrgZdePosfHToirF9KtaMxendGEDADAgbyM5VKYmhoEFbYEnsCMlbZfBHA7N5rnn2NuotL56+irYex++Y3wowkUamWMX95Hu1ODUawg/6eOMzCEoJLFzCaDCNI71fWdexsKYGkv6pOU2NeYwPx/Xcjsv8NIoPU6h7++3/7bzh+/Ph6E08mE9/n/PycADICjpsqrIqffJ2UDnYbfgW2Ksae+PUFTcSiMfk6fh9rCmVtoCnPODKg/XUubDcqSAgukN0qSdWuMM959qQzGfT1D2L2yhQ6rIt1DQvLq2JTIh+sS0MmgvEo7FgU+XOvLfjimZd8YJUAf8tDbnEZTq0uGzZtAMgMJrDKT/GtFtCvm6C8saXwHDbtIAJWEnbQEgsgndLLShnm/OegN78t1g2aR5YaBxUdAUa4Tho5B8FEBN8p/wm+9P1hfHDyr/CxOx6D02QIKYdTQRWq4zbl2eU+R4UP6/MglW+ahkYzhAce6eD2vXUstG/FN/omcOz8MdSvLCHWk8JIVUdwoSTnyvntUeitDl53eAnZRQdnbszgxKSJffFB/PrB9yIZzMp5eT2oqgayPrDaaOLi2fP4X3/7afzBn/4xsoODAqyqD2Wzs/7hs/jX17f/F5vIo9eAqyL730Tc2LxxK8H5hk+q9CY+4aT7dZtrTKXK8Zm0vjfuxutqKmsZ/2wTr2mGw/q+1/5MeX3ww9dP+W53ENQ9D/hrS8D3a9mqmwdjsgd7HQElcisr+Myn/x4f/fAHkKC3cBfEWA/09K/iOmtWeXpSJvz0w9/HRDIEq1KA2WmjUK7Cs8IYfMt7EIvGBThScT2+H68P6l5zDa9jr15/MF4fXtX9e3pny931n2Fh6gqwqu5112OVwZ4EVjutGshYZb9w6NAjsIM6brxhH5qNOoJNV5REtEUJUX1BAkkHiGa3YGLHjdd4rPK9/95/+A+v+vzmNzz+938ga3G5WMazp8/imz84hHrFE2/basNBomcQO/fcgu079mL/DTtRK83CcKfWrQA232NuTtx2yCakN/fqaglHfvQUKhUHq7k8lpeXUak3JfR3x45J/PwH3o+R0T7ouoFoNIFILCHvyyJBopdDrChsiwpDMqeVvQABVbHMYQgu1VF+D85rbgRNrCwu4n/8n/8V3/zq19CXzWB0aAg3bE9jJJNFteHisRfP4MT0Mt705vtxYPcOYd7T7zrT0yNkoXPnzsmwdN/em+R6cq9m3c/rQRXBoYcfwec//xnccmAP7tq/BzuG+7A4P40TL59EtVyRvZn3mRZY9MiWWlRvoe3pqDP4uqUhV6xirVCSaxS0LSRicaRjCSwtLUs9/mv/7jcxtnUX/u3//m9x48EbkElEEDcDmLp4DkYxh+2Tg+jt7cVCQce8F0MtnhBv2q29/di/cxIRqjGsALKxNCxNhx0O4dDTR/HM0ecxPtKPHaMZjGZjcKolOZf4TKRSKfk6Wh5w4MBHgFL/l44+h2996Z8x3peRwNSTx07gwrOn0R/vF/DcbddgMmjYVdkUNGkMDySw64234vJqHifPXMLYxAQuTU/j6uychLUGDFvwlkKtJCzldDqDZrMhWQJcP+9/21twy+23YWFxFQ9+8ct47tgJRBMJ2OGo2EjwbIxF6D9OdWEb8UQCa7kC+mNB/Or73459E/2wlPwLHSOBk5fm8Ref/QoGdu7F5774OQz0JHDi3At45fRLOHPiJPriKQlEY6gag8mfOfEc9u87iPe97xeQiiagtV1Rwj77xBGx5JIajJUon2/2KgRml1aRz+XgOHWpLfp6eoVZW63XMTM7j+G+Ptx+8z7U6xUUq3V8/UdP4/z0nIClb7z9Fhw8sBdDW0Zwy+13IZbok2G8BHMJwxkyrDNUvPnPPvwr8DNg9bqlsO6x2p8UuUmFD6TuYTSbxMHRYURYJ/lBDZYVQSIaF/9DduBNtynei/lySSbLHdPE1dl5zC2UYImvKg3Qg0ixj9WZEE4gi2cHNwuVniuMQcr+GIiis0YKiHSBzSaBwCsNC0vVKgrtNpr03CMjif6CAmqR5UApFD3SFNOGYCm9QtiwiiBGpq9K/k9PP4egKhtZypbpTcBmVrw1Dfl7A00kDQ9DoQ4GQzx2mdirfp5YIXD6SYDAnzST2CSbX0eBmWTjEuQsO0yfp3xeR8EzMUeWZKuJARNIB3UUKlVs27kDYwO9YpweD9to1MgG6cgh4PD9thyECJ4GTRQrFeR4GoRiOPTEiwhqLQwnDPTaBgICPLGedVFpaag12agpbyuRUur0SFFsW/HcEY9V5WvLq1RtAvOuhlyoF5FMFu968xBOPPMULlwowaWXk8Z7ocGVBFzKCTuwDR3RYBu9cQ133t6LN9wyipReQbNeFAAwnR7A7NQc8qvzMiG9PGfhK4/MwPNSkhbKqVw/5atuC/3piIQ+MDSpycamVkNYNzC1uoDBVBwj2T6cOXVWAr16E2FhIBRcBaymyDCOmKg328g12mIFINLEFjBbaEgqY9zUMd/QcbneElsGsW4ge42FrhhVqZRrHtry2WUFiu6LD4wKZuPBzGsowGoXVCUU44/Gg5qL0XAA2yhx7dTg6i7IiTE8+sgyYMyX3jLR2IXIyRdaBOEJ1lMq6CFKwp+idmMgG8Xde7cgHGCiKht1A7/5wGsLr6o8+lXU2nWUWg7mF8pYulzBE2dP4+Xlsxjo7xFwYbVUlCaKrzKciBJ5hlOnf1sdK0srMgxgEWUGe2GPD4p3TUhTk1UJ1aC/sFND1VEgLBu/6tKKTBf5fAm2J9I0shwNGGQK8lmndx8T2xl6IfYclLPxGesyNH3WqCRUtqAbukjJ2LC1fdP0Hyu4NzNBNnmVdb9uAxjwmT3XfY1Ftjdlywz2apK9zkLVgNnRYZu0CmnjDWNj2DsSx4WlJUwtrWGrHUa7XUMwYCAZjUlPe2GpDF0LYygdw8RgBju3bsfI6E7EU2nQb0A1S5pI9hEKiv8nC3fuc8Ig2RT8w3W7zlZl88z9xSVjtaXScR2yi8jq5eBAAZ0EPDteSJiqBGA7NKavlaERKA9Y0MgKpeVB25W9koMvRaE0Za1XGbzG4Le2C6vZQiSo1AeUmwpcHQoIYEhwnuAgv88zghgMJdWlFvCQwCq/S4fO10n7AgFXC4rd5Fuz0EpAcAB/eKZQ9g48slwbFbSbdWi0L+D3EHS1w4D8XANei0xThq2QzasAcCmEOg7g1VmWQzNaQNCDR68+rr2YrX4NKmYsZWEiq+S1IthHX5uaA9QbaNcaqDXa4u2cdxws1R3xJOfQTmdKb5M+yi1EQjriYT2/nLgAACAASURBVLIzGfQXhm43EE9HEYkzWMiW9FvDJMOWYIAckuKFy2EBwWQ+ffod73nVBRvZf92QJ/EhlgaajWtbzluyTAly8FeRi/rsPLHvEHkzvXcVQEG1g9KZKuCoy8xUjan/0oSlusHeJKAkH91QMl+aSKkxQdSAr+iIRcLyeugXKIxiP5iqK39V7HMlbxdglYVzF1ylMM4HhwWv8H0kJXCF4Zdd5rQ8Ci003CbW8k3xNm87bZHSE4RiMnk4o5rGWDolljABO4hkb1wsc8qFGubml1CnLQ0CyOVLMvQUtpPvsy3ADeV0ZORBRzpO39MRJKIWEvEY4qmYyEqjsSiSkahczJnyGubXVtGu1ZGJ9WB5xcOTTz+P1dwiTD2IAINI4KHh1CVFmc8jG1cFNlOmy2tsiGxwZDiL+++7E+FwAGvLSwJeZ3qSiMUiiMfiSCZTkiws55rvjsHTnnUAPcpfOPEynnnqmBp2wJPhZjqVEG83nt9s7hh8xUFoMhmXe8FEcILVxUJRmLBcO2zKKsUaLpy/Cjvej9GdN0ILRcWXdWnuCtpNF2azhJizgrGwKw1XwCLgS3sVetTrqLdoT8NBiUQii3rBSY8jeuvbELFsdKou/ugP/xDnzp5dZ5+SQbV16zjGRoYwONAn/391ZVXAaDbgDGOhlVSlUkXDaQg7tSsHJnjN/9dstXDLLbfilz7yETz4uQdx/PnjKgFbvOIUw5X3jUA3xwhUUtnBkABWbqctdQCfNUpT3/LWt6HluDh86LCyK9DIoq6gXmYKutpbOZDv7rWv+gEHsA6sSpq6htzSMpyqWtO1WgmF3KokThNYlZveZaxeZyjO2pjAqhGiFUBI/G0D4Qg8AhdzX0G4/S+ou3VcygUwmvKQCrI2pxeyDr2iwbMb+OzCJ/HgYxO4oXMEn/y1f0ZAW0Pb1WGaPANbcr7QQsxxKTtlXW+JqonKtyMva5gtRvGh2/J45lILfxO7Fy9cPAWv4qIvnsAthxYRX6ohNxrDsdf3omi0sffoGrZddXD6zhG8nGmgt2ni1295H7b17/AtY3wuqZyX6veGFhD/dwJm05em8Fef+iT+x+//3xjbOomGo5h1qrrbIGF07VHUne/+/Wav1a5Y2f9/AgZeF7okdZ6yLlKXXilu/OWk5O8bf7z+J3Vf0TWBWVQDsY9hjya+y8orRF6jMFK7g2D5PddaR7y9hU0r2zLzMDoCQGwwV7vKgo3Xr1R9BNVpPU4LpzV8+u//Fh/5hfcimUptvA3fwqer+JJ9mz0IWXaiFdRw5ewrWDh9AoXZC+hLJVAvVTE0tg2Db3671G8cTJCZvB4A7A8B5Z50fQ9kLt7VXGzcMf/GXWMFsPmZosd1l6zN/bM7vNsAVpXHKoP3SrkVtN0aWs0OwmETjz/2MIIhHQduPIBWu4Ogp6EhmxNgsQYFbd48RBP92LJlNyLhMNbWloWBy73j9/7jawNWP/M3n0RPOoEzp89iZnEZz7/4EqYvz0tpInZLhoWe7Bbcedf9CIejGOqPwNKmhOXfDclTxmSeUlzRAEr3ELJsXLxwFc89exxRy5Y9lb1IvlwR1cbE9h248667YcdoBWOLtyp7UKotuOdZYVs8LclmtWxLQNau9Lq7/hjw2O3lVdCjgVqljC987p/w8EPfQkjzJNQoadWQosJAC+LEzCou5GqIRdMINSpIBFrYu3s3du3ahWgyiUtT0zhz/iJG9xzElq3jaomLo5WG+blZfOMLX8bUlfMY603htl3bsHtsCP39GTljl/NFSa8vlMtYWF2TQasMEUO2POJOG6i2XJQFQAwgEYpgbGQE9775XgHiTrx4Es+++DySA8MY330DvvqNryIat/H6W28WifvzTz2FlNbC/t3jGBwcwPPnl/HiQgWxbTuQTaQlEPYd974J97zpDkQjIVSKazj+1DGs5ApYLVSwsprD/j3bMdQbQzoRFLIDgVWeKQQ3GRgmwKpPICN7fHFmCp/+sz9DWGtj97YJEB1eePkK3IUKLATE758RBTFmq9hhrDarmGqsYdfdr4eeyuDixVns3L5TwigvXL6KktPCSrmOy7MLyDUqElrG/pf9J3kNJNOkgybe+e53Y61Ywuf++SugpR0HzgGPKmNF9iAblMutVK5KL111atg91o933Pk6zF0+g+0TY2Kd89LJl9C/dQ++feR5nJlfxt898Pd4y31vwPzKjPhpP3noMM68fAr33H0PDMvCD374CLLZDN70pvswPDQG12H/EUQqHseThx7FKydfUh7jokDm/sh6X4Vrnz51SsB1UYcxiI+9gk7MqoOhgUFGiaBcLSPTP4DzS4uYnl9GIGgjEYlIyNbo2Bje894PYt+BW2HF42pPlligNjwS0647U1/Lef7T9D0/A1avu5tdYPXugZQk6WmWhTWninjEwA2jIwjRH4/J7/Q5Yjo02SdBmmdHUSxWsFKpo1ivwRI2qoaZ2QUUyk2E2AxzOeoeUlzTLZf9vxQLIqlja95SB7o0cwRWCQYKw5LNuCaJhY1WAKvtAKZrbeQpNZBJgWQSCzgqzDV5slz02CYGI1EM9SaEKVJqsLEqolBTFH+WIZRV0E6Q03UWugxRYHPLJol8Ie7eZDImA8BA3MKoXlHBWv5J3mwRXGXdqg57/l5qJjJByVilPEzzUKbXqdNGSw9iSbOwABNms4GhQAsRHZgu1OHZEezaOoKdg1H0xW1UcgW0O2TW9AuYky+uwbIDSMUjqFTrOH5xFi9cXUG+Y6Cn3cSWuIGRuA5Lo9RFHfwE6epOE0GxAvAbU7mWTPgm0EvGHZtVgtnKv67qtrHkhrAYnkArnEK8vYD62hUBQvhJhmG5UhdguQsk85yPkCFi6MgkPHzwnTtwyyQ9T9bgOR4GRsawkstj+twlkYvMrRp4+mkeKgaSsRD6khFYEvSiwbYNZS0RT0kBSMC+UMjhlbl5pMIx9Pf04dTpM3CbFfSETQGf846OcqOJWNBAT4wyBhclx0PCUiA7GcNzhSZCkRB03cPLRQOMrmnrAdmACYa2wIAFAybvuTCZlQcqfXgSIb5Ogja6BFosr+RRcjpoMNyNALUUz0qOpdwd24h6bWT0toC9CdqEaeRdq4q6KVM7Wf0CqpCaTXbVpTItDDpwxUeQrGYPGZqf7x5HvVnFzbsm0J+0QclTtdbArz1w+FXvx2SsXv7qn+DKWl7sEc5fXcDFKzMS7BAmy2l0GFcX5yQVO2RFUK/W5QDp35IVVuj01UUszuVhh8JotpowzF6kb96G3MUrMDoBBDIpWGYMTnEFbr0o79mt19GoqDRfAVS7TYrCp31ZMlmVSgrOgp8FPcFU+Wpeq03SW4I+TM7kveMOYJhMzgz4jCRuLH5YxzVXZ3Nr9OOXrWsfsC5bXlfkeQh0WohHorJP1RoN9XONICwy9zskPHrij3RwNIObxkfRrDXw2PlLSHRa2JrNwDJMpIfGEBwZRtLIIsF9rlGU1PBwKgvdTkhDLoFe4i9qiP+Y8iXlAIkMCwV6CUBKP18CfmRhsoBnU0VGigRXsZlRbBfpq0RKHRJ/UwnD4vokna/RILUJKBeBRlWGPhpBUfl5BDUNlUpPVgLZZF4HNQJwZMc2HJg1B1aoLZYtZB7qTO7WO9DIGLLj0GyC8Sa8QBCDFtktSo7l+zuo5068ZhXb1q2tIEDlAJ8n3w6ApDW5+Wym2APSmoCs6g6ZuJ6EWgkQSvmSHYZGn1qyeIImNKYkV+rwyH5uuAjQT4PAKsiMJQDRBEwXsHVoFoFVS4DVDl+jgIrKxkWuOwFgerjW+ekKuMPApDLtAJptrLaA1bqLKs8Temk3Gmg1qwgHNSQiUURCKWieDS3aRLovLEnesUACkaCNjhkBaF+guwzqhcbJl3iV+w347e941c94MhmF23EUoOCZEs7SZgsoBB3uLQZCARXWIOCRxz2HjXZHWJJdMGmzzH2z6kPuCpt13y9VnmmfESWNvQCNykeXwRjKiIfgqA6LNUDMRCysQCkqKggSCJjq+7OKTYV/xqpQNEKI3H6VdcL/w957RslxnmeiT3V1rM7d0zM9eQYzyAAzBSUGiRKpZGVZwd61Lfs6rLMl696VrfWR19dhLcmSV/buWfn6yuHYEr22ZEu2GUQxR5AAQeQ0wGAwsXOq7qrqqrrneb9uAOTK9xzq5x4NDw5AYKZD9Vff977P+wQ+toQLyhBUMZGG6gIqNYaydAL4HJlZbh+mZWGlZomHNhnT9MwK+2RYdoWhzdcWTxnoeRoSuTRuue06mL262AkwtG/l0gbMnode30er0xEQXYL3fIK4vJZkSavXwYZm7/ZZFLJk00RhMBjIiIinKNmU3KtqjRbK5YZYDISCBDCyePrgCZw8fVz5KdNfd8CqHAYzXIvAyFAK/GwdAVRvvGkn4vEARlIGClQI5DMysJQk5zCT3NVAT3zsg9whgoqt07Nw+IVDeOzhZ8RHOBQm8zYgEleezVQdpLIpYQXRUZE/Xyjkkc7npfayehYs2gKQqaQHsbx0GUdOrWBy4TpML+4VdUy9UYe5dAgxu4W8b2LUADLpGIK03uAy9305szmsdT1NvHI5uGJoaLvXhT8yi8lb3wYYBVw4fRp//MXPw7Yska7S64yfw+TUFIpjOcRiIcSjhtw/BDcIRhNYZWM9ZJ/2Gd7pOGJFAcdDx+6h1mqJ3+Av/vwv4Euf/xIee+QhxGJhhGT9qvOH4DwHuZSvNxpNYRDztQ+Du7gY2RT+6I/8KOZm53Dy+Am0Wm0V8NFsSII2vW4J9tLmiTYKK6sXXvX9zR948sVjV4YcZIjXtsrCDCR47lg9VMobcBxl78K6Vs5SGWgNvwbqGspVw2Rpx6SBpe0M7RQEcL78EIr+n+Glio0/uTiOtxTr+MhUW5h6PGWDri5b6h+88Kt44MRe6P0ufvyW5/GB2/4Rhl2HpjO120KUWQpeFFa/K7Yy8WBG9sa1+hg+903gY3dexmvnYli+5OJLdQPfWo/Cz6QQ7/Wx7XwHO0+3sbYnh8O3FWFVmpg4VsIbj7RxajaEI/uTCPaAN83ehA/d9k6EkVYDBDk3CIErry8SGaxgAH0tidXlDXz+j/5vfPITv47919+CNtlM31Oyf5WVfi2b9Krk/+pHd5WhPwT+VPN9pZ4YDOPlcYa1xSC+bICDXgFvh8Do0Lv0lQtkGEY2fPzha79WIj/8s/w+VPQNQrS4n7DGkkwApfhXvP9BKOvV51ehozw2IpSQN1v4b1/+Y3zw/W+TYQsH5KJWGHga8qEEZPAgzC4WZ8E+eyEdF8+dweazB5F2baQzBjTbwYbZwbF+FHmG8IyPSjBqPJmSs16CEq+pweQaDAJkZZj7vaRG136GQ09c+cGBaQGHxgNfUPVwiqHseEA8npGhXatekeFt36a/cgiPP/Ywut0Wbrhuj/QOIamlVGgza6bhaDmcGMH47D7xcqxxYCap7ho++4nvD1j9+K/9NnbuGMWlc+cwmhnBxtoy/vWf70On0xafzVQiA9cNYGJmEQduuxM7dm5Dt3Ecnt1S9niDQAAvwEE7T09+TirQ76XDR3D48EtIxQyxeGBd1u52ZQ8oTIxjanYec4v0lmSDqAsjUTwlORCOUPGggoZ5tkQirF3UkFOs5mgtF2SfRUWesucRO4jyFv7ki5/HP3/j74Tckk0YyCbCGC1koUcMnNtqY2mjjkarhVDfxK17tuE1u3ZicbwouQzr9Tqef+k4HD2J6flZjM9Oc4YO3zKxuXIRlUoNhXxOzoz1y8vIpZKYmijK+bp06bIwL7kbNMw+NqotXN6swDVt8b0PRsOoOx3EkzEszszg+p0LGB8bRSaVlb2RRKbnXzyCC+tbcIK0+uqgMDGG8elJAfNe5LoOmHjN3l0YyRXw5OlLOLTZRD+VxVgyj4xhIBMP4dOf+CUkozr+8s+/gu88+ID0rqlEFsloAouLc7j5wHVY3DkLv6uUIDy/CoURGdhKcPKAkUn7A8vp4Z+/9jW88MijmJ6dxNxYARktivKpC/A3ahgLRZGNxhDzLXT9AKq+g029hz1vuR1VX8PzR17CWD6PkXRGBqzBZAYXynV8/dv/io22J9YPMoSXz5PetDqCjoPJqVmxdjv0wkHkM3FMjeUxkkgiGYlJP1OcmMBmrYmnDh/BWrkinqwH9m3HnTfsQqu8ij27d8t9c/CZx5Ean8eTxy7ggecO4T0fex8++3ufhhHnegzj5PGTuO9fHsDtt9+Bza0tPP3sk/jYj34E2+YX0aw3hdCXSSeEIHD+1Ak89tBj8LuO4DYkttkeA9DaWF66gM2NDanlqTJhjSLnv+dKmCgH6qvrG6g2mgiQzCJKIDW8jkVjcOweEjEDo4VxfOCHP4Z3vOfdCEXoW091NLGnoUXb93WM/2/5Qz8AVl/xsQ6B1R+aH8F1O3cgnx9BuV3H2voKdk9PIBCKoNrqoN7sIRKLy9Sp32shl4mjT+85PYr1UkkBS/E4ms0ukqk0nGYd5y+vgSbmE9kIdAKbxJbYSIkkmFKVAYNVEoAZPDFIwuYhxjAD10VbGiENNRvYcD1UOTH0VGiC5zsq7Mp3sG0si1u3z2PvVBHjiZDQ+ukp2uo6Mm2hT1jb1XF65TKOX7iMrXYPbjAqvqlMOySYS+ZLX+SkOkKeBcO38fqMj2goKDJtnsk9h0yFwdEqfaRiw7JRZXNiiJ+gD5MAp83mNYQtN4B1jxJXDUXNRj4SxEbTxnrLRjgSxDtu3Y69s+NwTVOA31giI01rx2yJP0gyHkWl1cbTp5dweKWKdjCKbLeHnaNh8fPkoSpJygF6Inoi76bcfAis0quRwRDcWFRjzGkTmxjFBmpZDkpeAlVjBlWCwfWLiIdFvy6HKifKBPX4u2V7iESUHx0ZCExWdDoWbt5bwMc/sIBUaBO9Zg/F2Vl0uj0sHTuFYrGIckPDsSNdVKohjI/kkYrRsNuW0K10Mo3SVlnJTvJ5SR9eXb2MU1slJGL0e0vjyEvHEA30UIzHZOOmFUCr5yAV0QVYNbs2mj0fGUOxTluUdNYchGIhYfGd6nhwQ2F0XQLLYQX28dDybMwXDMwUs7C7JmLhGHYubMNccRQpJnj7fbTMHi6tV/HU0fM4tVGFCeXjqK6lJzIngqgGpfx9GwZ8ZKNAJqrAa2GHyRoXQYEKTKNPKNOZ2xpWayY64kqgIab5AqS+5+43oFddR9qIYXZyUpiFa6UqfvGvv/OqN2YCq62T38DRpRU8/vQRNOuKgTo9WURP07FaqWB5bVVCHQhntJpdGRwUp/Oy5k8dX0KzaiFA0MxzEIglseOj96B++gJKz5xAMBaX0B0mPwYjBNfp9Wkpuw6RASqJ85XCdvAOBEgaJJALk2LoIirF/kA2NyiW2XQLC0MYEcofORo1pFHtM7CDMuMrUuGrjeT3ulgvl9+90g9tyLxjuimBtsGYXBEnBOwxdFpwhJAIhhHxbUxmohgxAji9VkU+HMDu6REx7y/OLiKdKqDf9dBuryIW0rAwvQMTc9ugs4iJJIhQyj3ApGJ6kvJzFp9SYWoogHH4Jew+SoIJknLvdCzxC1KG0YMfkWvKxyCAQTYqUSh2Pa4wL9FqMU0G6Jkq4IAM2VBEPJbIkhW/VHl+D32yrvw+en0L/XYbfquNcFix1YO+IwMothm831zK6yMR6AQ4onFMRMhuGYDdgyZPmP68Zzj1dWy4rZKoBPjyCAAK0CtTZ75PH+jRuoAev/TuDYi3LowoEI0B8ZgAq0MfV4SjEmoMshKZ1t3uQOt0oVk9wBPeLaDb8MMutBiB4DD8RFiY0x49tAOqKRZmL7s7Dv0oF+31ofV8+D0fXs8TFlzT8VF1gK2ejaplo+P0YXXbsLodsY5JJxJIxZJiE4A4kC8YGEnmkAnlEGdYViQBX48hQISexr28BwgsDy1Fbnnbq77HRzNpWHLGEk4lC4jwYkDctuR9cZhGdrHg3FR1UOGhGKqKfX/Vg/WVT35FJip5V740kGr4MQD7B+xN/hy9VBNGXBipDLKwOh1MjuYwmk/B71vKK00oOAPrADWVVE85EAjwTBLW08CGgGfz0AdbqVNeDqwqNSxbWuVHTCWM2bNg2jY2Wg7WOxZ6jo54IIyFsTwWZooot5q4eGFZgWCmg7mFKbzmjfvR92wZYhJwrjfaWNuoot600TItYT1yWMCGR3xI4wlphlincLC8a2EKxUIK8XhY/XsmiXg6oQKTAjrKlTq2Nqswu0qKns0t4tBL5/DEU48wZgchMH1dFfnXSnMVGKB44nyPfcdGNKJh+/YJhMIedi3swMTUpBDGo7xPuJZZEDgOemZHwAICrkFK/0JReFoILx49hUcffmYg86a1CgnzURkm0j8tk8tgbKwgNREH3pNT40hmU/IYTl952rt9W9gv3338WVSqHm688Q5k6a1XuQC3vYZoaxPJSAg5roloRBi0jFbi9WKjw8G6+GkPA0X53lwNFfr3FRew8Nq3o68bqKyt4ML5JfFYpTpibGISly6vYmNrC81aRfZEWgNMT01ianJCQGbWolqfAzEleebAlNdR7KsoQGA4FaWL2QzGRovYXN0Qn1JF2Fe1J++ZWqOGEydPCYmAbGae+QwUZbgXG9GLy8solyr4yEc+hj179wt4yiaRnxHZPXw+ArMEeLn2+esLf/QHr/r+5g8MgVUB86GjUa6i1Wio92VbCli1Tbi0ThnkDqgwv6vnoYQEMUiOll70OCawGg6KzFcCIdefRML+U3zltI/vYBcKoQp+KbeOW8ZokWAhonlYPWfgPz37KSy3sgiFEwjZNn7itu/iXXu+JTV5nOuX4TBUgZGxTM9fHpx+GP9yeB/ms0s4sNhBDzGsr/hYQhu/dWYM7fQoOmuXkXWCuO1QG7XpFJ6/awKpjQ7G1jrYfbYJrxjHuQUDbiiIHcFRvP2mNyDM5OrBMI4heGTwCRDKX6k8gqO7sFLq4b987vfw0z/9s3jD6++E2TXVlvMKf9RrwbthnaCGP9dexysn8hXfoiuPI3ut+m6l6VBDIvHuHpKIBzuegKTX1EXqyL86IH4ZkDjYF4ae1VdewTWvf/ga5Hd5c2pIKHYwQ+m/gJccBsmzXbk/BE8bDrkH9wtTte1uD1/4w/+Cu996m9TxQiYYqGh4Fsh91WcgLnsCZgrY6JU3cOlSGU8cPQ6rsonZcATZYFDOviWrjUfObAjjll7QU9NTeNe73yl2GgQu+LqHcvMrALEMlK7WQcPP7XudU8O/4/BLHSgqbGvIWOVjc1mwHDISGRVuUysLsYLp6HyNTz32CM6eOI5CJq2Uf8kYQtGQsLvZo5DRH6EaYWQSM3sOiCS+Ui2r8FbNx+/8yie+r/v7J3/uVzAzl4DZbGMsPy/g4t9/816cOnZCGIKTxSkE9QgcP4i77nknduxaQLt+CgGvixDHHhxWcjCnEWyKyIBFwosDATzz9DM4c/IMUkZCfI/JjuQ5t7hzB4pTU3Je3nTgjWLRZlrs9ViWBAWIGi2OyV7HARLPMf4Sq5lgSA07hajDAMiBXZcQAnxcWjqPT3/yV3HkmScxPzkGIxhENhMTgN5GAOsNByeXNyWoORGPYqKQwWTawP65KVy/eyfisTiWly/j1JkzYo83u20O8VgYUV0TQo84rbBvd100GzW1z4SC6HZsHDx4FEsXV+AGwmi7Pmo8v+EjGUlI30sVQW4kjUI2icmRHKanxkXtwOH/+PikgP1LFy+KZL5lOhK2nBkfw2q1IgSLjUurKMY8bJuaEDVnqR/EqZqJqqchY2TQrFbETvFTv/AzuO+bf4ev/fVXcdP+PZibHBe7GI4uSrWaALzv++D7sXtxTp6fNRMtblRIowstpIOaGGLmUcPAyrET+N3/89NIie1PERMjo5jPjMBeWUPn7AXkA0HMThZECXKxvAUzpWPn3XfgfLuDx54+iEJ2BCOZuAwZEYlLT/joc0fQCSSg+X3kEgbiRhSdlikkKt539FrP5TLoturYt3MbRlJRjncF0CaTmfkf/UAQzx89jkeeeg6NtoXbb74OH3r7m+D3WrL3UCVsdevQjTzuve9JfPPhJzG1exZ/9N8/h7nFGemNe50evv6392J2dh4XL13E4vYFvPa1t6LRbKFaqUtIWT6XkdqBVmCPfecJbK1sSghXr2uia7lYXV1Ho1bDvr37UN7awoljJ+T7qfKJpjKIGXG0TVOU1kJooZWR1CIMp+J7SUnLRBa62eFnMYo//PznMDs/NxhGqeDyH3y9/Ar8AFh9xYoYAqvvW8jj+h3bMTU2Ln6Ly2sXkEkYcpM3O9yUgtApbyRrrNtE0gija9M3IyabLkEpTuXb3T7GR0ZQq1Xw1Esn0PVcFFNRxCSYYmDgNzAsZ2E9nH7qBKiE+RFU3jCD6dem46NZJdNSl1Tlsuuj4+joEeShB6rmoZgI452vuxn7inkY/S6inLhE2LgqKWxfNjIWGS7W6P1zegnPnFrCWqOHQCihQm9ocCZzfsWqiqGPbEjD3lgfsZCa4PCLUngCq0pvSrBHycR5kHCSYjA6lRwpmypSWxi2JSeACrEQmkLrDkajOiw/iGUCal4A109ncGDvdqSYDuCp8CKaQtuWKRtgOKJjdbMMMxzH5S7w4DNHsD0MbC/EkNIsxAhssFggq5GqWYZXkTHAiZP4wDEgxIfNlFBhBVKaFRLglZPlNhmrXgr1yAhK9Ro0u4awrmRMPDg5KSLrgkwV7i70XGOTwQlpNBFCu8kQrT5++qM34I7rXTRKVUzMTAtz6MThIyiOFdHq+jhyqI61FTag25GIRbG2WQZ5zblsFq1mB72eJZM6bmyc0pba9PvsotpowzQ7mEgGMBk30OmaqDka2j0H6RgDgkIwTQstG8gYQWkcFLDaR4z+hnDR1KJoufRHZGol/WhY+OtIxjy8+cbtuOPm3chEQgLyhLSAHBp2qwlPvlQpbgAAIABJREFU5AMOOv0gDp3fwH3PvYQ1SwX1UOjPx455DhLwRTJEqXMy6Iv3azJMny8FWjj0PJLCVYGDNPvmta30dFRNBw0GsHDSHwRiehjvvftmGP0aHNvH3OxONHo2Tl5YxpcfO/Gq93QCq4ce+Qruv+9fkfcjuGXn9bjUbuKZkyextFFGs2vBox8aD51mF92WI+bp8TSLpiDOnLqAfo8Te12aFjLs5t97OwrZHE79y+NorFag+2LoJOETw2RZgd+HKfaDP/M9DxsAKdIIbA3YqiIsGTAUiK0NCzW+YQKrYtBOtiZlXh4lmmEp8BynB6dPH02mil5tIlVTo4Cj7/V17b+p16SaIGGNSfqrYtBy4kloh2AV/zoS1pGKBZEOhBFxPIzlQpjdlkc+PY0XV5Zw9vwlxBhWZvmYzYzh9Tftw+y2LBYXZjEaLiCMGDRK0iWsimCq2qeUfJ8dKA98XjvFjBb/Z4KnBLJ8+4qc3mdwlaTdunJtGH6kBWmvEAXIVh2EMXHoJRsE7992G16zDo2sPcG3KEOnHUpYGLMEWSlL5x5EL6EeGyXXgtVqwG42oLncX9UwJ+jRCkL5TLoBC47GQUYS4URaGKv0EZbQF95UkvqrGN6UhTN4KtCsCstUPE15JlBuR/aq60NzPGiU4vf68vdaIgYkYnCNJDQjhkAiDo/BQDwsCPLoYYRcDRrtEGh30GlBq7egtZsCsFAG5If4C7zBECCwGtOghTR4Opswhqc58Mmmlef34dt9aDYfU4dHYNXy0Se46gZQ7/vY5ECKygLbRqlTFz+wkB5CJkH5dwSG2DvoGM0nMJ4cQT6WRyKhAHU/xDUg3Sy4bIVExIaXNgi33POq7/F0KoCQRZuTANxcH6FcFLqWhG22YfdMCeEiPZZ7kTSAZHQFCHjwvB34RQm7nOeZSlC+FnRQTe5gMCpYsJKY8x4VpbkH8Z+MM5HeJrOZ+xvQrNZRyGfFm4yeV+LHRs/dgWfxtc8zBCQIrFJVwUeWPVPsIVTDrRgViiU6bPBp/UPmjKhjXV8YxFRXcF1kkzk8dGoZ55ZLmMhm8YY37sMdbz2ASs3BoYNHcOjZw1LQ79+/iMmZHCJGBJbDQQgBqwBabQtLFzexvlmXc58NO/dvhmfkszkJl+rZFsKaj92LM5ieJMvHwMjYiPiN0U6EvqVcGxubJZRLNbllU7lRzM7eiJNnlvEP//R1OFYbYS38MvjgZWw0jq7CYakxWFvNzhRx2203o+92YHV5b9HCoAQ4JjJhYCwTQzERRchnWFNYZP1U7PQRhKPH8NKaicOHT4rSRTlhcNgaQTxBxmZIwkempiakCU5nkhgrFBCPE5QNwA9EQHeUWrmEw88/i6Wz51FIprBvdgohq4WAW0cs7CIWiUvDzbRnbj92n3ZKrrDsh2ErDEOV0CqRIDOQ0sTFrRric7uw9w33CKPV0F2k4nk88uijePrZ50TOR0Yqm02eV2aboWWmLJKYWCLkUBjJ49Yb90lTyMceBrGJhQNlqr0edCpuYoawVJrVmgzpREg7OC+4xlhTlUollMtVYXAxmIxgOsFyfjHpulQqY3pmAfv3Xy+fregHCEhLHp8CIq6AUZ6Hn/+Fn37V9zd/gMDq8HHoo92q1tGs1ZW9gGOjWtmERcuUAbCqbDWupsYrcE8NccIhBaArYDUkQSb8cisHcf7i/4svrIbRymfh+1Hs7izh/xjdwnUpD+SAPfZsEf/9zG+iy5Ba3RCf7TAs/Mrtf4F3bj+GUseUeqivh0Cd2EgoAgc2zm9N4HwpgA+9dg19h4E3UVRbLSSSRXz1dAob/TFk3CayoQimG4CeNFCfSiJta8j0NcSsPqKpGHzdRxcu0ojAbproUI3Ac0XeGoe5KuSS1aqXGkd08Y242Azgc3/w+/johz+Mt9zzLrTb7e/5GVwbTnelkniF7PPl9cQAcKXX6gDkFCB24O05BAdl8Dl4nGE1ogBb9XVl2PsKj9fha5DB84AdL8D6gBk73D+vfYxXgsWi5hlYXPD7gmEV3DrMyODvfcdCn5JCn4QQS+S0fG1Wx8Tffe1reO3rbsLCwoLsr+LDPfBsVu6DOnTPR6+6hcbyCUS6NayWu/jO6bNgMua8EUeq7yERi+OCa+Lwpabs7fQap9z4jbe9Hnfd/SbZi8RjfHAe/f8Bq8PrMvws/pcaT1JtlMsC/zS0AZHrJR9GELF4WggEpgRhKkabEYng9LFjOHn0KPp2TwJzWF8OPyt+vzr7fMzuuh73fPgnEDUS2KpUYfd7otb6nU988vu6v5954n6srJ6BaTooVyzxB+VJ/OyTB0VhUMyPYnxsEp6vY2p2ATfctB+2tYqA30F4CKwSgJeh51DZwfO+j2eefg5L55ckfJXeuVRl1Bp1zM6TqbooQ5Z0YRzbFrcjVyjIXtzr9gQEzOSyyGZzAn4z6Ij759A6aKgU4xq4cpbzvtNcnDlyCJ/55K/B6zSwd/uCqCO1oCby/Fqzi9VyA4ePn5G6NZvJIBYKoNcqC1lmx9wM9u3ah8Vti3CckvK2FtsgV2zzqJhkn0slajBMW5OQXK9KrYoAIli6sIlHnnwerb4Ok7VOykA8lRTbpjSH2/0eJgtZxOCIB2ginRGVCQd0ZORy4ZDIQTLR6vq6+IgHjQSOnj2PYDiGXDKHvQuj2L5jJ144egrrHQdeqoDM5CyihvIC9cwWGhsr+MZf/T/YtzCFD77rHuyZnxJ/btPpY3Wrikeefh6pTB4f+ej7BExln0ulCPtgXlvanlFpxK6HZJwjDzyGL33mt0VpE6KNwGges5MT2D86htBaGcvPvYCg2cL42IxI1q10GIt334YXKyXc99DTUrPMTo3JWV5rd3Hq7GVc3KjhQr0DrdfGa2+4DttmZnDs+ClcXtuC5TnYtXsXRkey4kPM99HvNIRgQ3l/LpMXrIX9BhWkR4+fwsHDx/GGm/fjtltvQGNzHdVaVWzfiqMJhJNFfOOBZ/Gtx55GajKPT/32r+O6m/bKkDoVT+HB+x/CqVOnMTE1jre9/W0ol9dQqzZkyLB9xw4ZLNNbNaqHcPKlszjx4nGYjSbMbgt7dl8noHgqFceBW1+Dv7v3Xnz+c1+QMDL6BYcTGTS6DGluSwggsZFoSDGwSXYSuwDNl71Rne8aWk0Tv/bJT+CHP/KhweB/YMNybQLh93W3/+/1Qz8AVl/xeV4BVrfnMZrKYNe2BWn+KrWyeCwWcyqEwQWboRAsk0E1FgwjKgbQtWZHkH4eKGSIblXbSCYNnDpxEpudHpxwGDGH/ilBuAQGBoET4tLHRkVGYyq4h5uleKzy4GJR6/Vxtt6HaStfVuKOLJbabHgQQtdj3+pj18QI3nrDXszEg0gSnwjTZJusQqbBs8FTiXdup42272PN6uPoyia++9xL6FIyQTBBY2JgH2HfF4+SsQhQiGgwKPsLqudmQcP3yAaB5TNBEIfvaVDIEXyNMpRDDPoJrvbF9LzpAm2XzY+HtO4iTR/NYBRrTQfrPRf7doxj1/QYstGwNJLxZEYAOdNqoyMyWFdAt0iuiOLiftz/5EG0jh7EaMhD3LcFILWG0l0Cqz0VHEBgVXmpckLnw+qTsdofeNoq24VwUBcG1maggNWuL2Cu7nUQ1OhLElHyFrE5YLNA9qEiwfFw6PXCcEOUnKop4R03jeHTHy+isrmJselJmeweP3hEJQv3g3jpaAvnz/SRNjKy0TU7NrRoCPlMSppt+qG126T8M43WR6vr4vmjS7i82RQ7iflsEEUjJibUVZvesC4YVpWLK2C17WhIxwRGQtsF1ms2YkYUcYKYgRC2yLy2+pJ2zoKFPAfKKN98yx7snmbYUhjxsAGNa5KBGuE4zF5b7oVerw9Lj+LpY6fw7MUyei7LF+ULbLChcz2EXF/YfIVkCKkw/SRtVeTLVJVAAAtchTSGQ4qRVSfWZfvw9AgYwCUFoBfAbQd2yHvm606k8jh28ox44tx7dP1V78gEVv/iN/4d5rPjyBXHcHj5PM6vr+Ps6gpajg4jlUOr2xK/T7PjoNfiGtERTSgT9EsX1+DafP0MIHIQCGqYvXEXotkM1s5eRKfURJDX1OJMWL1HNuoymZUuYsjCUkD9sPBngUZQT5gyvjsw+FA/o0DOYTDYIHSAHpSULYuETbHwJCU0oElSNsHWoebuKtvkajDytfDqkIHy8tnjMBF3QJ0Tj8nBI8qfFUs5EQDuvn4XdNdCuVaVz3z/whzecudr0fMDeOj+h1Fd30Q2HsK+qXFcd9sHMDK/G75uoW+uixdqMGjAZdPNhjakUuKFNiZqRkl5GviMEVS92oD5ngmN02Z60lpdAbqVbpWPZUALG/BDBnwtLIMDaaTZDLDxc1y4nQ4cDgy6pqxPabgIHDMJlsMogl4c1IAWAgyu8mD2u7DbTVjNBtxOA7rmIsjEcx+IcF8moG7VYfdN6PTsM1IYNzIIRBPwxFpAhVuJhQv35IGHadRsIkBglfQRoVWqhE+/7yv/a4KqXBvRELRcGhq9nFJ56PTpNGLwCAgPwAICwQw54X0Lu4cArQ4qFfiVMjS7J8xUapopvffDGgLUbrN+1nn+kC7OoKOueL8SNSLTmgkKmqMDVgC+rcGzdfER7LlAo++jZLvYsB1UzR6Wuw00yZINhJBKxJGNhZEIErSKYjITx2y6gHyigFgqAS3KzygG8SDhwcKDbyBRFE9dSqBf5df0QgqxYgaZ+REkRsPwQzZc34HvBGHWe6hfaqC7ZcHvaAISO7xXByxxxZRSjagMFeiLKKnvCpRRHtKUPynekLCm5CZVwZEEZw2CnjINcJGIBkXREgz5sDsEObjf6UpGzxBJacoHXe8ANFX/p0BUWgqJ3Eqee/D3A2m2/F1Q2Q5I+Jd8D0HHoDTqws4Sj0FaD/ex0fVw+MIW2uUeDuzfhde98xboGR2nj6ygtFbB0cMnkE0a2Ld3G5gyxyYyEAzD7LSECW87moCqW6UGNkpNUVOQtcqApBEJemAQDG0RLOzbNYv5mVGkUzGMjBUkQZavhfI+KmYYglUu12XIOTnHJmAnLq6s4d6//0tUy2uIMMBKwhSvsuOGdigcSrMBIKjcalbwmgPX4013vg7rG5fw3PMnUd7cBLpdzOYSuG66gNl8HKPpqHjcR6Ihqbt6fRftjo21Zg/PrvXkfZHB6mv0ClXS30g0IGws7tP5fBZ79uzC/LY5RJJZeK6DvtXGxvoG1i+vwCpvINhpoBg2kErFBKDl3k/GJlk9cHvwfMpuA7AHgDfPN0r/HV9H17TEx5aANcFS1gCx7CgsPYKR2V2Y3LEHJtmrbg89uyNWAGSHbm1sYmurJDLleqstnvKubcOi9JNJ2GxGI2HcdPPNmJ+fv2ZYp4bFYsXD9Ub2M4f5oQg6HDiJx+PLgVUCSBKmKiGragixvHxJmKcjIyOSlM01vbKyinRmBJOTM7InkYEjftjXgGaypgM6fv1T359UeAisCjgWCMFstFDjHie2KS5q1U2YZkOYakJUlXP0ewOroWAEoVhEGl4JkuTvCGBj7QTuPf7nOBiMwmW2AP8zPdzorOLj001MRzX8+WOvw7fOvg9Bqpo02mGYcNwE5hIVfOpNf4fFwlEBmGkBYtFjuR+A7xp48twM9sxdwuyICbsfxsqKhl6DYO0kjPwcEMlLPRvmkRBhzeQhZLvilWrBRzfImVcfBq0jJOnNhUWLal/5S8vecEXWybPERS+QQmTn7Vh1YvjTz30Od7/5LXjnBz8s3opDNvNw31Og+1UQ/ArYOZSbX+OTOrxDZcUMB7fcq0RkonwuOSQbfsljDRir1wLtL2egqrOee4z4BcrzKkIKf1w85d0+XMk5YHAnA2PU79yH+It7zdBPmPcLrS8oISZDUVLHqYRrNuX76DPMABrxduTPubwXGe7DHAHWoSqPIRYM4q1vf6tYerGPGPoPS/CibgkDvm8BtbVN3P/1v5XzLjcyisdePIJCKoT5Qg7BvoNEKIqzpQ1canly/1MQwufKZJP46Mc+hHyhKHZlVwZ96oORa6D8C/7Xr5cNn64doA+AVb5GAciGiig5y8hSc5FI5URxY3c7AFVPVJ7FYjLA6vRMtNrK99Ik6aNjot1qotshyaMNs90RRdJb3vthARu3yltw+rasv9/9tV99lae3+vZH7v8LHH7xsNjFBGNh5ItjSKW3oWsH8cjD34XXtaD7Aayvbche8653vwuuW4XnVKAzoFPyS0hu4LXizcJryfuoj4PPvYBjx44jETWQMuLinUqFS7vLgN0gdu3bh537b0CKg7RcDql0FkYsDpu1KoP+6NudzYq/KpmqarCpPLy5HiQwdTiMZW/v9/HiU0/gC5/9T8gZYYxk00KKaDoONktV8Rjd2NjCyEgWN9x4K7ZNTiETCwlBomubwhQ9c/6yALzXL+aQNAzVr1I9GgypoaUeQrPVUiQfqgyYgeK6CEeTuLTWwJOHjopVIbMLjKSBmBFCfauKZCqORCSEyWwKyRCQZA6HwUCmmDxeqbQlypzxYhFz2+bkvjh/6px48LsBBkJHMD0xhX6/iantu7FeN3F+vQRbjyFTnJZ1sW/PXpw4fBB/82dfRmnpON584AbsmZvE7tlJJFIJ1BjSXDdx8sIqHn/qOXz0xz6KAwcOyLmSSMRlUCzDYvJVWBOEI/L7v3zlr/DE334D2XwaK14boUwCmUIWO6YncePUDPqlMlaePMTlDCOVBpvIvXffgWcuXMBf/89vY2pqGnt2b5M6rVKu0TELjbaNw2cvyLW47eYbsDg7h3Kpiq1SBd2gjmwujVg0hEZ1Ezvnp6A7FsKxsAQPb26U0On0xJd35251Xh964RAWZ6YwOzaKbqup9in2vnofQSOP+594CQ888wLGFqfw85/8Gezau4jRwqgMds+ePodv/uM38da778bi9kVsrl+Ea3FwHURxcgrJbBblRgO1rQ7u/dtv4viRk5ibmcTHf/zf4TW33irrtry1IZjVdx54EJ//3Oelp2KfSJvEFpmtDPyl0hmaeKZnGCoZCaLfox2IJXtQ32dgM4k1IUzNTOMP/+gL2L13j6o7ZVv6QXjVtZvcD4DVfwNYfe9inqJBFHM5XL9nF5pmE22zg0LKQJ7AKdlHvoa2pMP2hJpv+wHxOcklKS/Q0OUUpkLPlDbWLq0ilMojlsuhvbEEQzn9yYYlG7AUCpwODBmUlCaySWeSqGKmsIFZ72mothxhAUSCPCT7Ahh0/CAato140sAte3bixrkJ5ImRElYLxQceaJQqkDGgSeHQbnXQo2m3TRl+Dw8+cxgbTVMOo5BGBpaNoOchGwmhGA0gF6KELIAg/23AzqHMkE0AgSBKhWkCTpNpIR6R3Rni+wjAIqPSIbDKYGmGPg0k4JonAB593zY7DjLbFvDmOw9g9dxJkZKLxCIcFcDEcayBpJNsrhBiI+PY+9rb0QtEcfqx+3H62ccR7LQQYdAXgRMN6DieeKyyOVW+t4ptS9YuQWH1uhUjiKxMgq/Nvo5lfRzLNXrQmQj5XfGYjAV1RCO0DAgimYzBandksyc7hj55zE1oEf/QQmi1Otgzk8af/Mdd2FxdwehUEYlMCqcPHQNDz2rNHp47WMbqBpN100gl0uh0HURiUYzls3JYUwpBVqBhKBnLpVodh4+toFI1MWIAC7kgCkwotmxUu+4AWA0ja+gir+w4AaSiAeKSwgRerfSEwRLXA+hZHkptGw5zywYGVxrZLekkbt69TR2wRgzJeEr8cSLwsNlx0eq1xTNXQMNgAMubm3jo0GnkCqOw6bdYroAxQyGynDUNuaiOXDKCCP0nKXeWlA4VdS/FtrC1PQHDuTU3+z7aFj0OQ+LjxM+fMrXJqQnMb5tGUEJZgqhWKgLufvnxs6+6aCOw+o3/62fhRMJ44eIFHF+9JGwThlYZ8RzaPRuO7wjw3mnZqJdMsZYw0vSVsVHeqAkwLMxuCmoCkMM/ls2gVqkr5jaZDDa9fbk+XJn68e+YyD0MDLj2hatAHGURIN6qg2CcYUOh2KoqyVwxjigTU/eQOtr4pfxY2RTydwbWiDfngDFyNX5iIKV9BXNVmh3Zjl5RtA+kf6poV6z6ofcQi9do38O+8QLmihlsVtbQMLsIRePYs20M0UAUuVgSk5ksNi4vwTRrmJ2ewk03vx3js3v5w+h7bQTI8OU7Ectogn4haWJ9gk822ZPdK5LCl0U39FsCHNIc37d68v20TaEU3o+kEIilRGruBSIqOIoMM2HcUt7qwel1YZst2N0u0DdlasvAAr5+gixCM6TNhYRd+DKxNsk07LRht1roNjbhdDvQyVbimvcDEugVcLtw2V3RK9SIYTyWRSCRghfi8IUAugJsWczQdzfgeUjYHQQZRkZAVFi5DIAiY5XhUQQ2JYICfiqOwNgITRrhJ0ehxyLUPIvyTTF6VVghWa4Ej2kzELBN+JUS3NImdNuCFiK4S/9ryu9JWKGnLSskCjY5vDKF7QerA1hNBTqSActkI1uH77BBicBxw+j6Phr0WLVcbHVtVNo9nLMbqLbaAiLTYzUXjSCpB5AMRTGdMrAtOYJcqoBQhoFWCfjhGPyQKwwOAVcHn5Ws2Te++1Xf4+/77B1oBx20GUpm94VlbdPxpAJ01zuocBhU6kG3mWcalCVPexg23mzSh4wc+jwP2aAvAwXUqa2a3IFHtbCPORQNBgd+0hpSCQOxMD1cuwgFedYkBk2tClIZsq4EMB0AFUOmqgJWFUtV7u5rGbEDMa7yZ1bN3BX2njBWOSgMKvsA7kE6vbEd/MPRi1jf7EiY2vvf8ybMH1jAuYsXcPTZE9i4XBJG1q4dM0ikggIyZEdGYCQMGeAw5MlxfPGXL9XqOH22BJNN+MDigiwLSaUNR9G3TezZPo3t8+NIpuitmpK9S64xpWauK2dUrdqCEU9iav4A4okxlGpV/NO3/hbnzx1HmFYA3BAG25uA1hxqD4AT/huDieJGEG++6w3YsTiNjc3LuHBhHa1GG27bxEhYx86xJCYTOhhoFk8YYgUgg2yPXrE2Lm7V8dSlOuotRwYqnm/JYDykMRlZF0YT70UC1tsWt2HXvj2wEEStsgGnU0MyncFovgDUS9Drm8jSd1HXRBEj18ZlYrlixPE5CWKYtotO1xbf25bli2VR1+qj03PR6fUxOj6NW17zOhw48FYY6Tz0aEJYcWx0yHS2+pQUUq7bg8katGOiXq+hXC1hfWsd9Vr9iiw1GmN4Zg6ZkQLiRlz2bqpuuKfxbG03qzIM5zqiT+4w3EaW58CaZijJJijDHeZqmBWk5mWtQjZvKpNWQ4CAjqAeRjyRlIGiEAP6KimZZ9rQe5DP8dnP/tarvr/5A08cPqpS5ZnKrYdgtUxUSuVBeJGHemUT7U5dZK5DH9uByfLg+QaDSm45IcVWJdOLTXs4FJY94/LqEv7ryXtxWaNUvo+Q5cPthaHHXbzWX8O7DQt/9dR78FLt9QgG2+K1zWsUCkSlMV1Ml/DLd9+LxeIWAlYfAfYFehTlrRxKpoYbFjikNbB+JoRLJQ+BdgBIp7Ft+04ZjvhuUGo07kPDBHr2JeQy8DqGXBW0x7Wg2S7ciCIsSF9x5dzn9yqLmp5nwJ+/BbXwCP7si1/GDdfdgA/+2MfR7nZk/+BjKVkzw/vUoEbheVdBUdkbB7Yn17JSxbJDQlPUwEh+EUTg5y7MbHUPCGjJEEyRnDoCVnFt8O/5Z1oskC1KxjSD6wiIMsxNgNJB6JqAorTQGNxXBJ2lPpGB2FXEd7gnqpCfIcNfqaOEZMLan6fwwNpMWWrqArRxDxXAIaSuBesq3h/JREJAJwV4qppMbACkNtNkINKsVrF28hQCrTpgd3B0aRkbZlsGy5N5hr84CHtAw+khHDZw8ORFnOdghzZSXl9Cgd589z1i9TF8D3LdB+rG7wmsDo1qB6v75SArh7XqEFEBxqrG47qSfRRMik/KHmd3WgKw8rMkiz0YjYjiwZPvUwN1VYPSn9ZT0uIuh7URFKfmkIgEJQCL+QOUYP/nT3x/VgD/9D//BJcuncdWaQuj4yOYnJ1DqRQCEuMC8i6fPYtTR46hUWsglUjhbe94O/KZEDqtVWheW3FGabsltjgkQSirMt4X66sbOHjwBWG4R4K0l0vI0Jc+q2sb68iPjuF9H/0YRgpjYmGhPFazSCXTsiborUoyjIRakSE6CLvkuuKfOegZfsm10nyceP5Z/Lc/+M/SS1Gh1+x0cKlcxwqDITsmbr9lH374h96G2bk5TI1NIOi5kivCs7vluHjm8Al889v/iigc5NJplSnA2oP+5jx7w0HxPuVZw0wDqjkksKrTw9JGBeuVOlq2LT6giUgYU8VRUTasbq6LrcOehW0YYT0W9BHq6/Ka1jbW0Gq3MJLPYO/uXVjcvp3IJiqrm+qe5RlidpGMxUFf+82eByeSQixNcoqNStPCyMx23HjTzQhrLr7wO7+JtVOH8EN3HsBkPomxdBIxyswtS2wKGl0b3/zWP+PmO27H+9//ftkL6HetritDaOm9HkDYiMFpm/jWl/4HLn73KUyPjaHcN1GyTHSjAaQLOWzbNouFmRno5S6WLl6WLAInDIxuX8C5jRLue+BRAW6LYwUhXnFIMD8zh0wmh6cOvSA2ALRgSBPEpnd4MAgnlhAVD20WXnjhWVitptTX+VxWWKTLyyuSj8IB5s033YC4ERMLCH5WzOPhoIie7mQTZ/MprFQ6+Pr9T2C52sRP/My/xx1vuhWxRBgjo0Wpt8+fXcIDDzyIu976VkxPT6B68QysWgNREndcID87jczMNB56/Cj+4Pf/GGP5cfzmp38dH3j/O+FwCNJpY3Xlkpz/m+vr+L3f/T2sLK/I/sagLhLsmOHCM5JreqQwgmI+Ie+ZKrokz8SgDofY00YJK6tb2KyU8bF//2P4zd/+LLK5EUU6+EHGjjC2AAAgAElEQVR41ctqmB8Aq/8GsPqBhZzAFgQvX/+am+Wm2iqX5Oah2TWNodkIEYSpNNoSciKpda6HbCLKPhf1Theltily682VNXHcIaiYjzlIMAHbI7A68DQcMNroccrzj56gbKjoaUNglewYHrKUXbZafdS7HuygJtO4GNlJgRCqloVYLo433nILxuMxGDoPvR6C6QmRDpitFsL0+MowFMnFyvqGgGT1lgnTA545egKn17fEKzHG8CJJeWUgu4+MztetIRujwwkDHFRKMcOr2BAIGES2HQMtGGzD4S19g4Jk8OhwHPp8OhIQwsR6ZiaoqU0A6XhUmFrGyAje8uEPY++OeSydOILVc2cHQK2avGt9S1hhLAkyxXEUd+yBMTGDYDIPs34JZ596DIcfeBBhBsDwVRI89sh0teT1EuSlrJ2vh6+RwKoqVvl+CFQz5TaIhhvCxdAstnoerNoypgspUDgY6FtS5MVCIUxPjksRPZLJoFKpot7pYKNeRdUCmnYULdPEa66bwBd/dR5ry8vIj48gW8jh3EunBWDrdV0888wGzq8EEYqmMTczi65po9VqYiJfFAYQZZVkSwdDAfGXPb61hvWyi7XVCgoRF1MJH6MpA2bPRr3noWP1kTEUsEoPWAKrWSMoYHar72OtYsOgJ4/vYdP00KI3LgurvodYKIiR0REYMR0756ZkYkX2CR0eRlNxxOBis9ZGi/IoHuRhsnA0LK9dwuPPn8Bdb7kLtWpTkpUFaAhoSEU0FOIBRAmWMJlXCgwWoTSQdFXBQ8CQ4Re0YgjoqDoWTIusDBVqRQsIgt/VNmVvGVy3dxajWQMhtw/btPGpfzz4qpsyAqvvetcb0KGHUJ8s4ShsLYhRYwT5XApbtU14QR/BSBS1UgvVLRPhUAyROC0fLFTLNbl3Vbo0PT4ZIhSGURiRYB8/HIHfteH1OrB9SwGRIvUliHzVDkCByqoJUF5NBPAUO0OxtIYm4mRFcCo+lCn74lM39GkdRobJY7HAZwhNPCYDH/HpupJWPpAnfY/Ce9g8ieB44INL8JbPy7XI+4Zrn/c59ygyvZVZmiDkiOoRAeMDviUhLLT2WEzH8OG3vw3XX7cTl86dgta2RE51ZvkUcvkUbrvzHZjfc6v4/mo2WRKDRGEC1vSoIozL57R6CHYbaq2QsTFIQCeorNlN+L0uApT1M5WeAEFIg88wp3geWiwDxNJXvUcJ1NBDVUIXfNjOIHiGbNd+Tya7sVhCkuoF5eXeyudzTOXL7Hro9kzYNNZvttCoraBTq0Lr9pDygbQWQZw/47MJccWT2AsFMRbJwKXXJvfMiK+ATT0s7CNeWwaMJPttYSeFCaJK+IIDncAowWLx/GQCdRhaPgOMFQCmcyYK9DiR8DflOUt+GGGhPoPhhe2qgNUO/GoFXnlDgFUaUNJDVq4hPSjZFAYoQ+5DWMCuKT/DNRxwavAktZ4NdQBan0AkQS0DphtBF74MlCqWi3Knj2rTxFGzigr9a5lamkwiTz9yStwCYcwmophP5JFO5hDMGgiwKYgY4vfKiR3tCaQJFgsIHXjzB171PX7X527FxZN1tFo2ClMxKYw3X6qifrIFt91H0NNgEDwJB9BnQhjvHScIx6IXpJKuisSTZ+81NgBDIGFYSIpNgOdLgyrTe/GOBjIRDQkjIUEeZruCmck85meLOHJ0eRAeMpxmqcg/nk9Dtrg89zXJ3MpDeXAGDv5N7tfB6yKYOwRWlSxV2QNI6jj3Ffq+cQirBXD/S2tYXi1hIZ/HPe95PdJ7xvHco89j5cQmNlfLmJwcw/x8Ae1uRdYH7UUyuQSCAUqVCYx4kmxeqVVw4nQdjaYC8BS4pSSRRiINr9/D9rkx7N4xjXTaQCxBdikBIN6mZLV6qDfJ9qygMDqGuR13IqAn0LG6eOA738CLzz8F3ee9p4DVYQAI9yL+mTY5XO6W1cHM9CjuvPO1CId4b7Zgd/qo11uobVUR0zwsjsYxkQoin44gbkTkDFSMN74WD6uNLh4/X8dmpS2e8lqgr7zqucfTEYRAOW1KWBP5KuiDHuJZ2p/ks/jgx38J+295M5qlMpae/y4ap+6Dw4A3Ji1zz+t7aHd7sAU8tdA0GXDqoGNr6LEGZE3C8zQShx80MLOwC3e+5R3Yf91N8Jyoqqd4ERiUKEF6UpXJe+AAUIbr9BH2B+FU3DNdDwbDmMiOHwSkUvHEdcRGVQEjngCzKysv4sTRI8JAkzpIBnOCqsqAY8gSlp9R44Qr5xbPKtoQSBiVhL9EMDM9K+xVNm/iPa/pUsfRvko8j8moGgz82NT9yi99f4w2AqvD+5Dv0253USmVpKbjDkgrgHa7dhVYlWL7e4dXkYUbDJOxGoYejlyxmahureIPD/0NlkMmQrYGw4nANrfgxIKI9gOYLJWwvvFjcJwc+p6JgJOEHekiIjNNH47tYXt+A//xnn/GbHxdznYnNYZHj05iOnYGUcPDmaOaBNmm9Rg5Q9hoNhAbmcRN1+1CgjGDUV2Gbww2dDh0goYoSRhUgvVd8XrkOc9DggIgzeMZqT5fWvcMfYp1nw19FOb4PnSys/iLL/8ZZud24Cd+8ZdF+i4jVU8NPshMFHbiIEBm+PnyM+af6RXNeoB/Hv6ibx+beZ7XfAzXUezRK2xSGU4OANDBBsZrJEy0wX7LXoegNu03JAwozJCgoKwl/h2bfyoCBMwiSSLEPUp9D2sVMvhkL77ml9RWbEbEUUh5M6unV6oQBjcNma7Ki1R9dlS1CLuM3ydFgC/ennytZASq7xuwegdWbVGfvuwcCFt46sEHcd3iPM4uncMDjz+PgGFgPBrG9QvTiEV18bbUkhEspBN47Ph5fOfwGQkG4sY2O1HEj//kx8V6Y1ibDc8lfrYEaIav83sdjteCquoBhlYAyl5g+Fhk1J09ex5rG1visfq6A7diNJ+F02NwkC33AQFH7mEyshUgVh2XQiIeKC3EC5YWJ5aFrUtn0KuXxW/SDyfwxS9+6VWf3/yBhx/8B6yuH0OnU5b9pFztwHMLaIVGRSFnVmt47vEn0GuZsgYY8rN7cRL1ynlgAKzSYocDZ9ZjkgEBDk8dqcU3NjZx4ugxbK6ti592KpkUUkS1URO6wns/8lHMLy4KcEk1JtcO7U+SaUrTIyKPpnXK1eAqdf5x/dKP9QrYNPC1XT97Cn/y+7+N6saqfAaXS5s4sbyBWqOH11y/Gz/3I+/BTqps0imEqG5ihke7pfrwcBRdT8e3v/MwHn3hpACjvNeqtRpq7Y7kgvg89z1PZOHpaBSFFMNBo9is1XFhq4Rmr4t0No3RXA7T+Txuv/UAHNfC0y8exulz5zCWzyGXTWK1tI6Iq2PXju2isqw3quJfOj0xLjWK3esiKiHOPta2NmC5yipjLJVBVYuhiQiyhaLkrfQcqmmjuOut92BhZgKf+cQvoLV+BnfctBNBx0Q8FIERT6DZNqGHw0jnc3jhyIuIFafxoQ99SAgkPI94v0v5T7UlzzOez5aF7/zpV9F98Qym0yroudy3cMFsYLPfQ6iQxtyuRYQ0A8trm3CjEXhRDRbP47YD1/Jw/sw5lCsVOfdy6SRuuWE/ZiaLuLh8QfYv1m9Uo6VjEaTjMfTCCYxPT4jS6omnn8LZU6fhdC0JsLr1phtFJVgulTA7PSk+tX2ri0a1glq5gka9hrGxInQqiaAJWEky28NHl7D9puvxx//1c1i7fBLr65cxs7BdbJsOPvc8Tp08jTvverNky9gXzwG1NsaMpOAX/XQSmW1z+NOvfxf/et+j+NhHfhSf+Y1PIm4E0KhV0Ou0UauWURgZRSwSwZ/9j6/gwfsfEOsXYS/3XXTbHdi9HvLFAuYXFzA9mkDWiEqw6eRIAcXRUfHz3ao28N1Hn8bBI0fQsh185at/gRtufo2c7RwU/ODr6hX4AbD6bwCr79+eF09MHibxWBQLs7PiH5ni9IKBJgM5IAs6AkX0MWOaNM3yaVjPg75n91Gu1nDswiqimoeOp2Ot00cxpWM2xgE4wZHAQEo4aPRFBkxAd8CilEmJkhjwFLMcAoIeLNeH6fpo9zxJdo+Gg3IQ3njDXqEgJhJANsnEuAzqfWByfjsqa5eR1JlImUV+fh+OvHQQG+trwsKkr9bRU+dw5tyyMvj2PdmAeA1YqBDo4nYwG/eQZFLswPeVsjVOn3lzXW02B9NQTr8HqcVdMkd9gsOaBCux8BcvMU5NY0GMTk3gre9+F2Z37YLv6sikUmiV1nHq8HPoVjdg6OKciJ7I4nZgft/NcHSVYMfpnO10ALOBw49/B8/c/wBy0RgCwgrpo2dRkjKU9Klkej4zGTwq+45ANpsnxUYthTI4FrsOejSLjee/jT3zMUk7n0ok5bEisQjy2awAsWQlUK5f73ZwYW0LRy9V0QwF0KrbOLBzFJ//zPVYuXRJptw0m764dEFCIdLJOB558AyWLsWwtOFgbsc2TOQzsBtNpEJRGPG4sN3cAIO/HGyUS1jvdfD2u+/G33/tX1DeLCETDmEmm4Bnd9DoqRCZbDqKVMRDp0XD9QiMqALvmj0HpY4nQEe314fZcYnriLcKPYoI4t984wIMzcbcxDhMWgR0LWTjBmZG81J4lzodYUCZDBGLG4gmUriwehnnLmzg7XfcidNnlnDfU4fR13WMhDyMx3XoDKQZTLilIB0UhPSSU3Jf1qy+pHNzrTS6fB+OyHGYpBsLh9C0PKy0LHQ9DW+8aSd2TmRAl7KwpuNX7332Ve/nBFZ/+afvRLNKVnUC7Z6JaruNdG4avkv2RAflUhmdlgfb1sUTkBJpTmelYWAgxDDBm4ywPmBHAgjEYwgFgsiOFSQx2a80B+93KKlXICeviALKBhLMYfiBsDyUnHj4xYZJErcHhQVZ6yyN+fdkXVNOfm1yLJnXfG2UfhYKSZS36uK9RNaymFT4yi9JNRfDMKUBkETWNsFdyu7JevN1JHUgHWYoWxCxiIFMIgrfasp9fKnioNqy4Hg9dB3KjV1pAA0NSEeiKGZDmJ1naFsLkyNZ3HXDDcjoEZR6Gl66uIqpuVG89pZ9yGYn4fVZsKtQCQUE+wgwdKNnot8zEWq24dMXk1CgRvZYTxiVXqeOAL0/RUI/YKvQqzORgJ+dgpYswI0mhYlGFqunR6U5YKNET0IWN/KZ8jprBMgITLGpUz6ycpnYQXAo5HeFqd0zHfQ6HZidGjrNCqxyGeG2iawWRBxhRAJhWZsERm3XBHf5rB6HE43DDUdhRRhOFZCCPRxQv1gMh1wHhm0jQo5EXzFeg30Nfa0PGBEEMzl4qTS8RAKBuAGdvkdJyugj8AiUSrfDpsFFgN0Eg4XYsTsuNNMEquvw6yV1rXgNxFSW7FaVGg2RXBIQcpTvq92F125Bs6uKbU7GKhgyp6w8utDQpVTe09F1g2j5QVR6ngwSjzc3sUnvqbCOsZECJoJxjGkxjMBHXteQSyWQTOaQMHJy33gxAksEm4kZaRKgRRatfFZv+/CrvsenXj+D+GQAo7tSiCZD6NU8XD5aQvnZDZHyBqJB8RiTUAQB9JWKg6nlLgdz196DYnmrWnJhpQ5YTQJayL3M9TjwWKXNhAaMJMNIpxksEYLZ6uBNb74BizvjOHn+HC4tdVFa5bXmOu8jpMUQ0Gk10VfAyNA7cACeqnv6qnHHlX+nf7MEpigAeMhs4hom4DCU8sqa5mAxGsVTS6s4vVrGtFHE/n3ziC4kcPCZY1g+cRmGERJvVU0juKwYZ2TysYGUlHTmvYlc1pL97exKA/VaU1LvVXOpbDbisRR09DE9XcB1+xYxNppBLpeW/b7VsdDhwKlnobqyjo3VDYwWi9h747uF0W37wFNPPozHH3tIWGr0oRvuhsNrIOeIXC2mPfvS9O3ftxPJeAi23YJpMg23hFatJvfhXDaB2XQE+ZSObDqBSITeugSdVNo3X1fd8rFSaeDsRh2Xql00LQLRERm06gG2QayHXES9PqaTQVw/kcXkVB52IoW3/8ivYH7f7XC0IC6ceQFP/+VnJfzJsVzUak0JgyAwYenUKWliMUIGKlnxRjqDZCIl15ig28TUPA688S7kRmdQq7WFNaKCoxSgM/zi4GEY6jX05Vffw3qRe5AOtMjkt4VxF8um0Qyq84vedKybGFpB4CoWNlCpbOL0yZdw4fxxdDtVpJNRpZIapKQPz24uwyuMbgIGtFQSliHPRQ+VSgmJTBp79u5B3EjIWuH6JItHhQQpoHb4XviZ/tRP/tyrvr/5A48ffFE8yVkXCnPV6ou0tW/1JYSnXFlHp11Dt9cRFiHPTAWoc2BI+w117vF3slQJroaYmkxQb/D/7XoFX332b/BCdxl7c6/Hbn8Sze4yDpafQ4ND63NBBDbvQUzTxbaZxH9TjyHcrULXYrCjtBpJ49aZF/Azdz2B2ZCFg70bcPlYGbsnzmFz1UO3GkbSCMJyU1gqb+HCqo3RkTQ+/L7bVIiWsInVuX5FnSLrV4dD428ypHkvBGzxHNd4xnNAQP93/gxflMNzpY1eOA0zMQcvt4i/+uYDePbgi1hYmJcBMwceZqutWEwCjtrqMQZrb7ifSEp2mMMJTYau/DN/sU4RsInXLkhVV1IGPPw7fm/IIOFEAaP8d+69BEepEOF6Vmq6q+vj2j342vWiAP6rNdLLQESffvOq/yCQNiSvSsjgwBZlCOpfG4qnbARUgjuHZcPBwxBsvjZsVA3J1ZLla+awaSjXlz4pGkCp0cXxh+/H+2+awjOnVnDvo4eQDKdw/Y79SEQ1VKuXRCkyNVrEXDoKtpQPPvcijiy3xIs3ngjgp37256UPUK9T+erzuUmw4fWSe3nA4JdzgK9lEGwlQ/EACSQkx2iyT6pwGtXvMAOgXq3hwQcexLnzSzLUTukRFIpxvOmd78TMjltlICHDVk0NX13bQYBDf1q0MC2DxzVZrAzvC/rw7C5eeOgRbCwviyUSe9J01MDXnnj++7q///6b96HdquLMmWNSjxtGFrOzOxAZyWJtawuu7ePYkePoNEyMjhSQz2awfWEMuldG0G9Bo/5bsgioGlBqrmuBfrKluVecO3MOS0tLcEjuMeISuGckknjHhz6EyckptVajtNOjFD2IVCYja5o2AFz/V6wgOCQPMtBL3RPXrl8OrBvlLfzR7/8eHn7oQeklLq5exla9j2JSx0++9w686dbrMJLJoZgbQ7trI0imZlDH5bU1kWInkkm8ePQovvbgC1hvmLiwchl9Wjz5OsbG5xDNx+CTKFBrwGt0kOIQuzABExqOr16EEXZw+4H9WJwuYnZiHNlkmqwpbFUaeOq5Qzj44lFkRoromF1k4xpuO3AL9uzYidLGBvpk/YtXrC+EDRICqFRYWVtFbnREvE3D/TBMqkqSWaSTBZQabQTSKaxstbC4azcWF6bx51/8QxR0F6PxEM6ffUm8ShcW9uDi0kXUqlvYuW83/FAIjQ7wzvf8kNSA8XQcRjwiZzBZuazPuZ5DHQuP/vnX4JxexryRQYxO07oL07dxsd7BKdvDZT2C8xZ9WrPQaVkwOY21jRWsrV/C1OQ4isUpHD1+Bs1GE//hp/4DGhuX4fY2YLgMf+5jbWMDmtNDMplFKJ7H3J5diIQ0GZZ3WzVh4bOWyaZS2Ld7l9QV1fKWYtcS8+mawnJfXl/HoaMnMJofRRRRhDwNsaqFF2tlPL2+itfdcRs+/qH3oXr5NIxEFCPFIhzfw/rqqoRaz27bJoQWt7YFt9ZFyLIxvTANL5vB80tr+Np9B9FstvFbn/kNvOeH3gHX7qHZqmNra1P2WdZYrFfv//a38NWv/H/svXeUHOd17bururqrOueePJhBzgxgzpREkaJEilSyFa3gZ18t+S7b79lethyu73PQug6Sc5JlS7qKlkRTgWIScwIYwIAcBoOZweSZzqmquqve2ufrJiFd+w/yv+clSFgDAhjMdFfV951vn31++59w+uQJTI4MIpNIYOncPKKxGALRKGLZHJLBLjYMFZCNRRAJk0EcxmAqD598Zc/B9Oo6Hj14GO/9+C/iTbfeJo0p01SM9Z/+UO/AT4XV/0RYvWMyJw81k1JbbRdWMITNk2MYziYRZhozQeZtstfYsQz1khV9tNs1eaCCVgi6YeLM2Vkcm1tGLKChHQhh2fGRj2jYYDENutPjCPJgS8+SYnWyCKDIxEMFu5p9YZWbp91ld5tJx+wYaWi0XRktk3xcLYBbbnkLAr4LeC2kEkyMA2BZsGJJtOkuceswzTCqnglP91FaW5MNh6EIlaaLl4+eQrVSloOYLamvsvbKlCg/jsZ0sbQbPW4kzVUc6VFsP1Wk9sdMZKSGCy2DazyOeNuCS2i0VTCDOF49H2NbJ3DznbcjkskgmS/AJ5ifRVrQgNus4czxo+r71Hzkx8YxvHGbhBtVmg0MFvLCfK07NoKeC7dWxHOPPoaH738I4YAFk+FIHboKVVJxhJw/Wrm6nrABScGke42OEI6jR4IBnCEGILFP+Eu14/dj01AUl07k5NrTGMDrEY/E5PtnV79WJ/wZWCtVcXK5hsVWC6trDWwphPD5/3UVVleWETYtAZIvLy5hfX0dY+OjePG509i/fxmnZ3x4oSQmJoYQNQ3EwzEk4gk5tHAMo1Svo+042HzVpbj8kkuwuLiCRx59Bo/+6AmMMYHd9OA226g2ukglQohbOup1G75mIRpS48OVto/VZkdcGWCxTM4bBXGOlTFIzPVwwe4xbBhOYSiXRjSeVOnEjqsg6s0mbD+IeCwqzXtyV9gBnZqdRSKexsTkVtz74OM4OjUjgVMDMROxgBIOJE2+F14g40OiSvZi20Ww8ERYpWuLwmqNTQoZp4WI3eVWF7NVF21fw97NQ9gxnoOldxAPR/Cb33ljjtVf+aVbYTcMuC0N8yuLMKNRuB671ha6bgMrK+tYW2XyMUeJ+O0qUfT8HyqkjePRXXSYDJ9MKC5VPC7uPne10ptiVdxhPmf9or7/nvT/vf7789oB9jVnB7vjZPpQ65GRDZNBbq6kmPIa8ZDcL+L6LhUKsbQsRsyQjPQ4XV25sVh4i1GjP+LHw6ASE+XAy7WHuE0G1OkBhIMa4rEQPJujJw7yWQujeRZwHTSaJhyKToEOyrUGao22MAvpYLftDkodSm8etqei+MjN12L33gsxNL4HTquKhamzMNNJjOzYAiscg8c1rCfMyoGXKxpTrJsUVhswVtbRJWNU/qQLjwgAu4GA3Ra3Jwt+Jtj7Hu97T8bvURiHnhqBH81AC0e5+0uAlAqjkkkbcdBQEOb1UngT8irpWus3vNR4PZtgnU5T0q3tpoNWo4ZGrYR2qYLW+npPWA0irpk9sdQQzmTbrsPRushoEXSsKDqmhRaFHYpdvfAdEVcDBoKdBiKuB4uLTNeG12UYlwOdAU/CVE0CkTg8BhdYJnS+Hv6aDjNx4SoRmEIfP/pOW9JCeajWGjX46wvwK0URXQVFoOZjlXOHAgpddgK17cre5DcbcOsV2C0GDFE4UWulsMToPtMN2H5AggRaMFDTDKy0OzKlMVUvocTrE7Ewki1gOBBBzjcx4vpIaUA4HIIZSyNORELEgm/pPQxAAF5Ih8/gPMtCgMEJN9/5uuu1yz+5B/mRHFzYqBRr6FQ01BbaqB8vwq1yH3LExcn7nqGD6poHJAiAOADRMXsip4gU0oRQAivXKR5aKSQq+qlibSvBlS5RHZGAjkQ8iFwmhUa1jNGxCK6+bgs8PYLHHnoFC7M1cUIaDEUkdKiXSCVk1r6Q0XOq8rDOH+e7ZXmfioOZrrSeGNEXrPoiL/dfFtUy7sqDbjiCAzOrKK/XMJTJIZUModyx8dKZRXiNJjZuHEMmwymFtnDDJYiFzRY6NHmfgUgfutlccTycma+iWKzIf/O9E2ai3xV3P2OhNm0YwqX7diGTISLAQ6NeQ3GtKIdEOr/qK2sSOJTOZrHtsvfBTGXh6joOPPM4nn78IbSdlhKSzoNBvyqGgcFPdHJ7KHDsb2IUuUwcnW4LlUobHbsJu9WScA6GeW5ImMgnQ4hHTUmBpsbAfVyQCURzBA34DPawgeVaG1OrRUwvrWCxoqHpMFzKxVgqhL1jOWwezEqDSTM1tEwTyfELsOWiNyFZGMQz+x/C9//ur1Gt1CRpPkyUTjYn6dJmIqWcqWw4m3TlmbIOES/Dkdmx0W3YufMSROMZQQvR3cmDW/81S8Eu49p9d4haxVWTjGiTLgKOB6PrS4NPa7vw6WTitE/ERCcZVqF4aieCw/qTYieFMsEgGbI2nzl1CCdOvgzHafW4q2p/US61XigRUTS+Einp5JcgVn4nuoFW25F6hYFmxAOwaSshSr2nWEIIuZf2SoD//ku//rqfbxFWn31JHEziSOPm6HTEpdxpq+Zjo1nG+tqiILTU+DNf7mtuvb4gJ8IIR79Zg1DsoxuyJ6y26jV86amv4IXGGVw8fC02OQWsVk7hmYUDqMZN4EwHZvlOqdW4PLLetTmq6nfEtdYl2tEOINZu4a2XnsRF+wz8231NjONl7C50YZc5MZPBWqOB1bUWKpxE0SJSw93xtkuQS+dexR2IsNFRorCEylKwdloI9SZZiP6RvU2aIlzGydc14PoKe8N9jNNYyEwgNrId86UGTp6aktFhchpZu/RFZ+5Hsn6EFI5J3KPnYQJ4H/bF1f56xb8nq4awJnsudhH+VBNJoWpeW68o0HPdVTi0vgO05ybtB1v9BK6ovw52e93k/jV89WPfU31ecNb5f+c/ElX72AK5l6WGUPeLNHnZwvmJsDd1cO4z719DxcgaznsgpAnq69iTD+HmHXkcmV3BNx9+AZt27sX1F16JA8/ux9TqNHaNTaJ+bhUb8zoGsgkJPr7vlVNY7XgyVfauD34AhUK+1xBQzQhZCzgh8Krr9LzfF2dk72BPxzIDMZWWKv1KEYe5twQCaFTquKO2RzQAACAASURBVPs7d2F+bqHnsjQFQzQY0aFbFm5838cQHRlSTuje3qfWH5pueOZVdQIfYwb/sqG7MHMKx597Fh1xwDXFPDI5NIR//MEjb+j5/sVf/n0MFPIora8K2iSVyWB8YhNgAucWzgFdHYvzK6iVa8hnchgo5DBUiCLgryPo14SKL4afINFMrwmrgqIhiqKHluCzW6lUcObMtDCrmW0xPrERt733fcjl8vJMUFjl2s11gSIUG40UVvlReMzCmuS9oFAa5+M0+J7zFNYol/AHv/e7+OqXvyzPAicp624A24bj+Pl334zNI4PyfjKQKxVPCe7gyNEjKFbK8rWT6ZSEat3z6As4PDWDuZUVaWqNjW/A7osuR7m4jGQiLsi65556Gm6rjUBXg9PtSmjehbs2Y/vkAFJWEPl0WoRysnPDsYRMO75y5LjU8dyvzEAX4yPDGC4UsLK0IOPiRLCxOcapHpqKePaYmZkRMZ+M11w6Cz0chZnMIJTIoOJ00PaAlVITwxPj8LoOfvC1L+HK7ZPYNpKH06ogHDCwYXILaqUy6vUyBkaHsVKt4ZnDp3HTTW+RuiOVzcpr570n4ceStRYQ9Mu/fO5vcGr/y9g2Nops2MAmK4ZBz0DTMPFkrYy7p0+gpXko5LLIZ5LIZjI4dWYKpVodlhnG8MgkfD2E2+94J97+lnfirm98DWeO7UfB0oV7XKmUJRxMC1jIDE7g7R98P04dP4xz0yfQLK8IIpBr/srSopxVYzQcMYBYwr/ZDWFjOIijU6dhxOPYtm0XTh4+gWMvHkO04mLN8HCGjlIrjLfs2oFrL90LMx1BXfPhsjYJR0SYDVkhaQzF0RG3LUdp6vDx7LGTODy9hFMLZeRzeXz+H/8O42NDEkDXaFSFkctAXuHaN5uYPnUCzz3zFKZOnMBAPIzBbE5c5rx/HfKsdQ1jA1ns3rYF3XYL68U1ae4kzRjcRhMdzwUiURw8fhpDW3finR/4OSRzgzKt9NMfr70DPxVW/xNh9b2bB2TcoOF2kM4XsH3HZjn8hz0H8TAPK2SQtFBvsB/EaUxLiquW3YQR1KRr7/o6Xj58FLPrVUTI8AgEsd4hdxLYGCaH0pOFSvEAflxYlfR6ukw40seihkEZvo+2x04lBQbWgkEpvukKYEhMuebh0gt3Ytf2UdTLReQzA7IYcjyLIi8dHFGmb2sBrFRtWaxarSaq9ToqjRbMaBr3PfIk6nQm6r6MyfG1xUIaYsGAiJIxk25aurnYIVUeHjpWiACQooeFiLhR1XgkBWJFjlSOD7oObY/MNzXaMzA+gje/41YUxsdQbTnI5gvQoVI6OdLE/62tqc2uVCpieHwUkWRaYN7spmzaMCIiRIulQ9cWJy25gp/77F/j5ZdOIBmiAcpH1NAlXTFlaIhoniSJk4FLhwzdQsoo5SMaMnAovAulxIUoLk/BWn0WmwcS2DeRhWlpMubMWIN0IiXOBsKfmxxVDloiYE0t1XCmXEGp4mDjYBBf+MxVMiLHUwi79fVqDUuLi5jYtBErC1V8/67nMT2rodQ2kR8dE6ZMNh1GLBqTUVgWy3ang5179uDq229Do6G4hd/94Y9w7z33w7BbGAx3EWKh0HAlvCpmERfBw7GBqOnLBkFHzmrDlRH/aKCLMMcROKvIrjYF5o6HTC6BC3dvRiYRRTqTkfu5XKpIp5z3Z6PpIp1MIB6LoG3bWC4WcXZ+AQMDOdRcA/c89Awcu4VclMgISwm4dHD1uKAsULgZ9wvEHvX6VWGVwkS13RVhlQnudHkzlVQJqxRcgW2jKezeNIxwwJP384/uefF1r+d0rP7e//gEpk/NY321hpDFBE1IenwiHobbaqFUqmF1haEGGlweSujdpqPyvBEscbrw0Op7khhvFtJwyVGjKByJwF2p9MYeVWAX/x7FevmcV+H24l99rWjuhROoBoUKRlBjb12EQvRaq5A7juXy3qDTjvoYD8cKJ6Chw8KHYhvHw3l/ZLJo2T6KdSZHM+SC4ioPu+oAJAemkArbCXhkhCmESDQUkqTQTILupS7WSm0US3UMZ2IYy4cRD9Ml30E0HIWhGbDJ2Cw3sVq34bCsbdfg8pBt2xjJ5bB1dBTjk6O4bPdFaDcq0INNDG2cRDizFWDAVKdJlUHuS4rVukucQhNdu4XA4hKcmi12CwozHacOzW0h0hNEZfXxXXh0sZKraRnwB0cRyGyEHx+ARgcr+Swh8k3JW9XgSWJsX5YQX7Uq2sSJ2HOHiZmTIVBtCRLokvXWaqFRq6BaWUd3vYl2sYigOFZNxOlY0IlLYbOiLanUru4jr0fQDUfQCYbRMkPQ2HnndeXaw+Ycy69OFZGujrDjQ++QR9yCZnQQKOShZbNANA7IyDwXtYDgZ3x273mg5c9X9xIl5Osd5epFuwVUinBXZ4FGEwYDVjimqyvXlgjHxFm0VOCJYAg47lmtoFkto2HXpFCkA4giNEU38v8COrmuZAAaaGohrHsa5uttLFfrmGtX0OjY0rAYy+QxpIWR9YKYtANIUZiMmuJsiFpJCabwmMQe8NHlfUg0DFE78ZgSjK9/6+t+xu/4u7eiulbDwvFlVGersJdstIsuTE+JhSKm63ztNCMLuVauO513vMeEuddjRSoRSKWfynh9b+xfBUn12KcyCkkmuCHhZbx/gyEfg/mM7KWJhI+t2wsoFm2cOr4Ip00hi05ST41r97LK+jxVFQigBCmui+c3LeX3e64/1YRQwlL/91WgAMezgrIO8NfiYjUtnFypo1huYyDNwA7g8NklzK1VMbkhh0wmIQIoBUflgFJCCesZJQiG5JDJ94sjwtOLDLZYh83Eh16QHe8RsjW7nbYIq1dfQc6YgXJlHbVKWYJmrGhY0D+NpVV0Wi3hlW247L3IjE6iowdx8Pln8NhD90qTWtf6wV7/5y0g8zS+j3w+g5HhPKyQLonVZKpLc4FiX9dHzjLEsZqJGohYfE8MGfW3QmrSh0FiVoAMSjKH6XAKoOl2UWu2cGqpgdllBiJ52DKcw2ReNdZpimfYWiccxTNHZrDSMpAdGxeHiNH0kCerbGAQCY51msolz6kBcbaJ25BMX67fXYSTeQyNbcX4hp0wjDgch9MI5NByPFuhVvqCEi821wwRA3tCTt/NJ87WtoMuXaIBQxpjghAIBuDIGGVI1Yw9AU1N6/DG43OgIZvKShP1lVf244XnH4Ouq71K/i3TklqTz4mqBzqqzuuxNoV1ya/vG8JlJEeOdRv5i2QRclRQkBT9JkAPX0GR+Dd+7Y0xVh8/8KISxKXJHwC7fJXVEhwaHoRlR0f1iuBeKPwrkei14B4RKokNkJFz1sh0rJoIcPycwiqZfK02vvH01/H4wkHsGrkCk8EhrNVmsH/mOTiWAXOxDb34Xmkwkf1gdDlBElRTLr4BjxddW5Ogv4FcABMb65h/7i58/IYWSosm1ssGigzP6zJBnfcUcVCG5Bi87aaLsGPLzledlIoLrsRPOolVoIgKFvS63Pd9tBq28I19NvWYISD3XQgdNhSjWeRHJpGd2AY9moYn6w6NB3TcK16x3bYV07sndfKane8U7z+FvI59J+35TybvTbq/ZmbOivOVbL/x8TFJ9m606K5TwnZfeFX39Wtu7L4po/9vilAo4Vc//kOafD+BaFHCnwrK6n+d/sef/Lvn/znF1B8XVxlQq/ZFJbSqf1P+32uu9bEnEqTV47UTk8TajGvM0loRR59+GDfvGMHMehXfeewFdH0Tb33bOzA0OornDj6HveEchk6VcKR9HJECgzZDePjkGawRgeVquO1978LWbVtV0PCrrmWxLcvGo5Ad5yOjANv1etMKvRqAtaHYVIlvotCo/vzAM/vxo/sfhBWypMnlBzSENWBfPi1fq3Dl9Zi46kpZF6xQuOeU9YQb3XXYVCEWhs1fiLCvO22cPfEyzp08jG6LdZIjk5DD6TS+9ugbc6x+8Bd+W9jJ6ysMy20jP5BBJp8FwcJEO2iegZnpORnzTyWT2LJpE5LxAOz6HEythoDUKxSi6TFQwiqvc5/La9usz/gaaABRDOjl5RUcPXJMzqF3vv9DSKXSMpFpBHt4kGAIkfOEVTpXeR2417Km55lNDEXniau893i+YLPvdz/9W/jbv/5bBHrOS+4zF20awh1vugKG30W10hRn5VCuIJNG07MziMVj8jrWi0VEY1FB952ZX5Lpp07AwMDYpASjHn/pRVywdxcKhSzu/ve7UKvVxYFLF3o2FsZV+3bDaxSlHhwbHkYymsDp6VPiwL1g3z402y4efOwJpLJ5qWUq5aI0XYgmyGZTYiJiXWmxDnBdpOMp5NIZQUAcPnQEbTiIRRPwwmFkt2xBKJ3FymoJCwtrEgY2deYkHv/h93DhhmFcfeF2CQKvFznxQtOTgWjMlGb6zPI6HnzxGG695WYJ+RoeHkaUtSC53b0AUeYk0FD2j//0z7jn+w9g8+QE6KNOGDoyInSHcHzuHObKZWyYHMFFe7ZiOEeGcBdTMws4cXYRiytllOouBscm8Cd/9lls3bQXTz/2OO793leR0Ww5dzWITwyZsKIZXHjZtbj95z8Ot1VHq7qGJx+8B/d855uYGCzAsRtwHRvDgwNIJeLiFlV1MuumKE6dm0NhcgLvff8HBDE0c3oa9959H558+knEbAfX5Iex1YogmjLRTcew5HsohwJAWE1Ic55ZN4BCJIuqr+PpYydw6OxZMcOxZF1ZK+JXf/VX8Nuf/g1Z/2emT0ngaDKdQcPu4oH77xeecMQMIuB3sLq8hM76kuShpMIRpOJxdDlVEA5jYuMGZOJxzM/M4PDxYyLORkIWhnMFZIm7CwYwtbCEouPhTbe9B1fdcBOSyeTrrtH/K3/CT4XVn7i6dYeQeuD2zWlYsRguvvIqXHz5JbKxv3jwIBpLSwiT7RMypXhzm7bii/GA6zOBvSN2aY6eLhcrOH7qDEqNNmKGjkYwhLWOjrTRwaawBpNeQo75vcrFA2xxrCrmJx2rZK2ye0yTAhdX1+fYOw8yXekyc5xNxFUEsF5yRWx65+3Xo1YsIRlJIpXgCIMhHK96tSruUSsSRbnelvRJblgUB1dKFTQ7Oh56fL86RPY6tVZQQ4KBR4YGk91OHgTlQMkgK/5CF2G1w7HSHnyH3480a9jx5kJId0MAaHm+CKuOHoILA9mhDD700Y9gdOOkJO5pCCKVSMOMRWRMrdlmF+0EfnDvgyhXm6jXa7jisn14xx23Y/7cLKKWgT07NkP32BmjaOXK4ZxA8fsffAL/9M9fgscxFcLHdQ1xHUgYHnLhkIisHYoeHU+6LeI2YrESNPB8/Go48a2YO/EMBjsnsWs4hYs2ZJHgGDTHRp2udJFozScCgCE0DPDiIXlmpYVXZhdRrDm4el8O/+vXLpCDvEsRrKPSShfnFzE4PIyIFcH+J47jocfOodhM45LrrsPzzz2JlGUK0Nswo+gGDGzZswtvvvlm6OEUqtUKVstl/OXffwGzM/PQWk0EvJZsymHXRyFuImEBbQZr6Tp4/ZhoXrJ9rNVsREI6UjS48eAtXD9eSY5F8941sHfvDmHeZtNJuW+qtaakGCtyIyeSTcQiYQm9YNevVKthfHID7n/qRbx87CwKsQCyZm/MUkKqVBEtCa4yqq1EACnWe2YkfgcWXRE9x2qdBzgRVn1xXPYdq00fuOmai+UahnVfNr4//N6zr3t9Xqqv4dc//QmcPHoGzVpLCpeG3UQsmRbWTLPeRnG9IuPpxFXwtZMfzMOKSqLtHW5kbJ+uMZXyGBnMi4ucoUGRRALdUkM4Pcrp6oMMMjoe1chbT9SSP+PhVYl5yp2kHGp0CVLgUUUbn3dNOtR8vDjuycOkTXcdD7vCdSJLEWg2mvIex1IxtEoNxMwIYskYZpfnoQdMhMj2FIeZLkWjuPCIGwkAlk+Fy4GhdZBNJDGW52GbrLEaik1geb0BK+hj00gKKQqVHQ/RsIkE74twWBiki8UKvICJ8UwcToDJvF2cWyjh0MkZaWjccO1OvPu9/xcSVhid1gqsxCi0yDB0o4sAWWAc2eQaxzAquyWFoLe6jPpaDV67q3iCno0Am1wu2zAcUeJVciQogkn2HEH3BgYQyG9EJzkCcGw+bEIzKUZymoAOSXJFXxsppOP1/HFbFRChAjF84Usq16rdrIEjopVSEd2VKuxKBUE2HXRDxunCekhCElyH45RMCfZR0Exxq3ZCIbR5eGfxJ2njKqSLL1t3q4h4BizXh85RzE4TZi6MwOgokMxAM6MAQ2cYpiFj8jxUGWrhEvOpYrPKJCTvTbcFza6h26ihW1qHV16C4XaEl8l9h2Nt0tAjxqHTRaAbUlzTjo9uo45qaR2NegUNvy57AsdN3a4jjmAm0fPQw0OAZ5ioegEstj2cqztYa9godmtoM/AvGsFIMoc8uVudADZ7FrKWhSjdF3Q2WDERwQnP9in6EwcQj0JLJYBIDH4wBO2Sq1/3M37FL+zE+kwFxekqmis2ui3utXTXkG1H4UQJXORUcQ+QEcGem77PN1U9FIqbdFkppjjHWJX4SZ6hul9kFJ8YCU5n8O9QVGESubg3DUlZD1ucNKkr1xxCsIJR+RzuGbIe0AV0nlNV1kn52mJD/rHR6f4aqoQEBbw737UqAZO9EA1hDfa+d4pxS6U6jszQhWDK3n9mroiBgRTyIxlhM4u7tecAJAaA4iWZreJqJHeYsSsM9aOwOl/GGpN0yZOmc74ngAjWoNPG+HAWl1y8C0G9q0KEGOAQSyJfKGB9fhELJ05Cc2zZs8cvvR3jO/ahG4zg5IljeOCeb6NWW5cU2h8Ltz5vHJ5IFsPQMDxcENcqHTGvjvESsyTMew0JAxiOGUgGafQOSCgjR/wpxHLtoiuPYaNc47n08kvwPSQWyPUNWbcZNOV0AyK+UVglMqXF5ocZxcx6G0s1H+nBcSSzWaSTcVgWGXht+KwFQdYkf/a1UPV+su6jY3pi86XYuvNymNEwmgy26HhoN4kC4TqnRB5e3z7ugb/mnnC+SNUXCXm0pzulwfdV2GdBGGETLvcnKAFfGlMUdbnviHufTQMDiUgKtdIaHn/8XiwvT8mkgmWZsCIJHDlyHC+9/JK4V7K5jLjDKJZR0BCcRq+h7ttMXXfQ6XrCvOTdzgCNSrmKWlsFEKr7RD1TfC1/+bl/et3PNz/hsQMHlUOzL1hTDF8rw27SQ0/UUw2nTx3FuflZBENWz12mxtX73PNXnZWmJdeCgiqRJCKkcDLN7uIHB7+Hu47cj0JuKwYjAyi1lzGzMg2z08R4R8fc9O1w9AS0Duswvhc6fMMBtIigKByngq6uIT/QRHPxSQzUFvB/f8zA4owNR9MxkAnAinqIUMAKGHh6fx2VShBbtk5gMDssAglDaBiU23fasW9ALnyxq2OlxpR7FynTxHguh1zYQFi3JRDQjMUV7mFgA5JbL0UgHBMHq/JB8FooXADXfb4nrE+5D4pLkYJb3yV5Hq6oP13Txyn0Lx7/m0LVgw/8CM888wwajZo0obZs3Yo3v/nN2M3QN8cW00UfJ0HruO7/OBriVdGTd9V5+KjzbxJlkO4BjXpibf/PlRCshFH5VW/SSDml/0/RVTWxXxPd+Myp8XvWdurP+muboKt0or4qmJ+fR6lYkcAgNppooKCrLGyE0Ow4cItLeN/Vl+DU/BKeOjSFVtfHjm07cdNbb8J9P7of21a7eFdiEveeO4jVQR1tK4AXTs3CISrEAd75nndi67ZtUhuyYcf3jMF1PAcyPKvRaMnXLJXKMgZ82WWXC1aB0wRsWDz5xBOyB+UyWSQTUXG/cg9k4+Huu+7GwsysjPKzEUhhNR7UcUkqLuPBL7U6WBOkjIVUgo7BNAaGB+VnKJ6S7AN+X0RC0by6fOo4Xt7/KEorM/DaHUFR8USRNk08cGj6DT3fH/zEr8BudbG6tCrrJ9FlYxPDiKbi4vY/fuw05ueWMDk+KSnql1yyD8ODacydeQG6syZGGWkckfzUVZ7d84VVmlgorvbd3CqUL4jlxWUEgiYuu/ZGJJIpxQj26GehycGSsxmdlBQt+bGPA6DAyLq+b4bo4wDkqCMOTxe/8+lPC3OWzSY2e+yOg62DKVy1ezNiZhBuN4CFpWWEA0GM5gZkDRIWtuOgMDiAHdu2YX52GrNLy8hPbMaJ+VU4IU4tWYiFgti+bSvsdgtf/NcvYGF+QTi3tWIRE0N5XHPxLni1InTXxobhUVx4wUU4duww0tkMxic3YmpuDg889iTqtotkLIFqtSxIkOHhIYQjFhq8r3QdyXAEXdtBLGRhtDCMay+7BscOH8MPnv6RTMk6gQDsZAzju/ei1XQxP7sMIxzF1NkpnHzpBeweyePibaPIJWNylmZGSSoZRTKVQMPXcW69hicOzeE977kT+XwK+WwS+VxcAt+6Gp3zISnNdd3Ev3//Pvzzl76GsbEJFVwX9BGyDLSqVSxNT2P35Bb8zJ23YiBjQXMZykYtIoKjU/O47/ED8pH5Mu/6mQ/hIz/33+G5Ph578N/x0sM/RFDrIhlnsJaHaGYYV93wVuy67hrk2SwayeL0KwfxF5/5H2iXVjBUSKPVrMsZKGyZkr/LZ5T3lxWhKSKM5OgQtu+9QDJuBrIFdAImXnj0MRSfPQjr2BSSxYqEZTaCAZQSURzrtDDftoX/S2csvTh+yMBctYqj51YQZvgrLHhNV5r3n//CP2DPnl1oN2t45KEHsLa0iNENkzh6Ykq0KzbMKGDPzU4LN3dHIYPi8hIyloUrLt0nTngJuEzEkYon0K43ceCF5/HK4UNyXpwcGxd3MgVYIxaHG4xIvs3b73gPrrjm2jf0jP9X/aSfCqv/ibD6s5dP4rY734XdF12IgMlNzcXc9Bkcff5FGaOIkDEkSLuubEw8GFF64nB1022j6Xaw3mjh5aMzCJEVGfRQgYE1V0fG6GJLTJdxD3FMnSescjyLmzPH/yhg0nVAMZQHWRYLTpduTleKCnGDUqSio84ModLsoFTp4Ja3XQ/T8BHq+sgnEwgEw3Dpdm3b4kZlJ77tuBgfzApndHFtRb7fE2fmcOj4HFLhAMKmCs7hhh4O6eKu1QWiHVQjs3LYU5xIHk45Eqy4s8oF0D8MiGuCPCAjiDWy2To+Gq6Hpu3i45/8CG592y3i0iyursEyLMQicWExERFQb7l4ev9BfP6LX8F6qQrLtPCOd9yCd7/3Xfjql76EN994NfZdtBOtWlXGHeiq4gLDhffk6Vn82ef+DqvltozHsMQPeC6Mrot4KIACOSa6C73rIEARgkID2YqhCJ6PXgvXKuDcyWcxhLPYNxLBvom8iEccH2CRS6cGO20cno2lUlKs1OplnF5s4NDsPGrtNn7mHRvx8+/bJCI8/7xVb4rASri1FYljcvM4ZuYr+Id/eQ4nzgbw3z71cayuHMbUwVmEYzGY8RRGN2/Gm95xG0LRGGrFNrq6i8OnT+KPP/tXKFWb8JoMEXCEbRnudiVQI27qCHUcEb7C0sHXhRdDsZfXkqFS4UBX3Cy8b3kwaXfJYQ1g247tGB8ZQCSo0Ah0vQbCcRHOfbchnWge2tm5bHe7WCuX0QnE8cjTz8BpuxiIBRHVWIhwDE2NLEpqKhGY4kbsBTn1QohUef/jKAAKq7wWFFb5PVTaHubqHVx0zRX42Pveifvv+iZMjY7VEP7n3W9MWP3wx+7A6tIK+xNSJFoEg3scl/BQXG2guF5DPB6TZ43mCB5A7WajN/KoFg0ZI+fINMGI/HdG8ghGwvCqLZjxGJxSTbrh7LISmE+OGZ9X5ZDoPycqYII/+04L/lrGh/im9ecloZycPGxbQRNRi8EkOprNOmyOn8kooxKyOaLVareFC1tIDaJWqsHVHASjIXiuwIpFNGcRyfuY14Vp8BRQyGtKhDRM5LNIR2LiwHf8NqJBYL0nmvHAPVHIIIygjJwylD5mBRGhK5wsJE8JSpdPDKPSsaX43lAYRaPm4sjpWay0F7Dnymuw6bKbYcSy6BZX4LfqMEIReZ9lFSEbtE23JZPpbXjr66itVuA0lVufCc3kgEaZpcaVUUKEKKySxdqUrqrPZM38BnipQSBKYTUsrhA/SE5TQPh8TFyVUcZ+DoMcKNWhjUEWSqz0oUtKsQvXqaFVW0WluIbKehHdtSrcWgum00FSCyJJXiodHBqdQBRiuUL4yPlBdEIGvJCBLrEOpgVd2HIUYSnaMwfNQbDrI2R3gFYdHd1FbCIPc2wjEEkBQUuERp/fO58t4eby3uHNROeSIw4DNbPrwG/X4TfKcGs1dGsNWE4DBr9Qj5tIMYU8BL5tcPm6uafx5NVFq1ZDmeNEThMOE7E1BneRGUt4Ckd+6dTk2h6EiwCqHR9LbRfLbRdVsq25PrJhEo1gMJVFXreQRghbjCjyVhTxdAqBWBKBYBRkfni0y7C7H7OAGJmrFkCcA51kOy993fXX0O4M1uZKMFoBhMBngyiMjggKfFbCdP365IMr1xexN+LH4+uXVI7+dkbhsisCAZ0+HN9XjD1FYGdQlThY+04mOlaDnDChuMPANwcBje5ehZYIBdUILdcEiph9bqv6N3oYgN7X5tosAgH33p7T7yfdY/1791W3ak9I7Qe4iCNdDshqRJEDakePz+FMrYxavYWthRHEB5NYrddgUlDqNRll7I/3vSRjq4AWOlHZ6KEQzWDFucUyiuWaHJ7osuwLvuKG7tpIxULYs2MS8UgQIVMXRhzdIdwDDzz2BNy1dWRjFuq1EsYvvgnjuy6HH86L6/OH3/smFhbOSAhlf0y4LySLGCZrqINMNomhoYK4xCgmyCHY9WA7bWk4U8yMaD4GwhqiuivvO8f4GUrBJmOMIQ3EavDPjRAiPBHx2dVlxhWeoyHGWkrT0fYMcX+g04TLQ3Q4DhsBBOM5xPIbEIgk0SC/vN0SjAGxrvC0WgAAIABJREFUCfKY0qHN9ZwNk94YLw/hbOyQT5hKjiOTG0XTaaCje8ikc4hZacTjSYXm6O2hqsGmaixejz57tf9wCAamlxZfbtbEsStIAL4OXUM0aMnnyOopwqra1ygikidNN/b01DE8u/8RBPQWTDY8tBCOHTuNe354P86dm5cGYjRmIWpFBG2UyWWQyaQxUBhAYaCAQiou+yYPaWSAi7OPUzE0BchSqvYbNpz638uv/spvvu7nm5/w6P6D0HsoAGkgdIHqehnthnKsrq7N4W//5i8wdeaU3LOxWBRbt27BjTfeiGw2K4JYXxykoMqgNqIAuC/0A6zoQH302MP40nPfgh7LIBSIoNWpQ/NtjJUXcUE0ggdeuRV2N4eAV4MRTEAP0CnH/Zt7NJEUXaRzMeTSRZw9+AJCziI+/t4Qbt6zjnCwi0TaheYw+KeDlqPhmRdMHDsTwHqlgdoakEoFpXkQCtFtrZiOkWgWJxYrePrkHFZdNq47CHdtZEwd775pH7YPxVGjczkUFAeTnh5D8sLbRFTl+s9aQTUeFA5CxFIR7mzlnpem0WuXRTV8X3PKS9uHfO0e/5ffU7lcxnfv/i6ePfCcCLTqfqWLtiEC6cc//lFcd911gjuTZ1hCMhU/9PxnnP91vgD6H90cbHj3zxr9v9//e/+RW7W/jv5Hwmr/vKLc+HSKqwBDqpCSBSFIAMVs5Wu2W2088IP7cGZ6+rwGB4dGgpKJECAXneHEdg1XTm7E3Oo6zjLJOxBErOOiUBiBlwgj3nIwUXbgO8Cz+jraSROrqxUV3OmRAR5BKpWU/YIft23bionJcWkAnjl7Fo8+8hgqlbo4juk6/PCHP4pqvSbP5czMNH7w/e+Li47Tlb5v48ILL8Qtt94qbNUv/+sXRRzjpJEwwg1D3H6bmKgei+F0w8Oi48hoOPd3vh+hoI59l1yMgY2bxdgTjkZhxpMi3EbbTZx64Wns3/8EDE2Nwmt+B0PJGB54eeoNPd+XX/cW0OavHLI+IrEILHK0eZ4zLUxPzSEUjMjaQ7FqcmISGzYMC2PVrc7Dkk2ZZ2YHpm6p8MFemJpagxy4HVv2I55jpWzyFDM6k8tjYstupNIZuf4tp9fg0gIwe+P/fBbZVBJWMBuuIqqq1953sfL3ea+HzIjUk5/5zB/jD//gDwUjQFclo9E2FxJ400U7EDY0LC4uy7Xct/dC5JKcKG3LnsF6nq5ArrWV1SXMLSyiY0ax1jXhJ7NI5HKIRiKIxcKwm3V8/h//EaeOnpTslHqlimwqghsv2YOtI3kxSXFv2LZtO9aXl8RV2e50ML2whEcOHMTcWgm7JibF3clnNUwUle9JzgNNDBabgq6LsKYjpll49y13YsPgBB478SJOnz2N544cQlXXsfPSK1G3uzg5vQibtWbQwOL0aYTbFVyybQxWoCscXO7TDJXkVIQdjOLY3DqKdgJ7LroAO/bswOTEIKKGjViIuocKcmXgsu4bePzJ5/HXf/+vyA4NSwORhhOaRGbnTkPvtPCz73w7Ltgwina9LFgzIqgMi/dRCgdeOY6v//u9OL20im0XXIpP/85nEY1kcPrEQTx299dRWphCMhZGueVjYHInrr7+Fmzas1Oexy0bN2AgG8EPv/NV/O2f/5FMAnO6mCiABH+m4lJfVmo15PMjiBZyGNu5TepZNva2TGzE2IZNMrXrra/h9AMP4cBXvonkWg1Jy8SSpeFUOoZZtmVd6kEe1svLMLda2DC5EcX1No68MIPFM2sIuDquuOpi/NXf/ZWEk/FGfvn55/Hdb38Ljt3BzPw8ysUKgnoQkVgU07NnsbyyiPe+9UaUlxbRLK7jjttvk2BzhoeyVk6YMQwVhlCu1vDKsSPIxBMYHhzE17/zbRyZOoObbrsDsfwgDh87ib0XXYxf+a03NnXyhhaG/x980k+F1Z+4SH3H6tc/9z8wuWmjpIRakRA8pw2t42J26iyOHT6KRqUixbLW5egcu1Hia0PLbcu4RNVxsWHbTjx54HksnppFxAyg2NWw7geQDXnYHg3AZDI6f8o4iUpbpEDIIlSlBJMHqsloHt0k4nrzeLBhcjNH7jgyRPefh6AZED7Tet1HemAUm8bzGE1HkYmkoDN4ggduGR1lui8PQm3ENB7QNayWi+ImYGdjZm4NQ6kITK2LlkNeoa9YZOLQ4QgGxRQeClUEDkecKTDaHfVrcSTw0MNDGUHu3Nwoqro+FloeGloAtucjkUrir//8DyQMzG5RHGTYkodoIqH4dTqt/j7K1Ra++LVv4NHHnpLRuk9+6pNo1mv4589/Hn/w/35aFjg6IhjC5LotBAMsGkMol5v4zB//OU7PLkoSvSRacqDbU8EsSQOYtDQkdR+mZyvXZigKjwt76i2okBG5Oot8dwaXj3i4aIhQ8awUiNVaHRq5JYJhaCObycqGU25UcOxcHSeXFqEHHNz5lhze+bZtCIej6Dgd5Txok0/XQBdB6NEBPHlwFV+++xAW1h38/u/8Ki7eNYnF0+dw8OVXZAP4mQ99FIl8QcIvmpUKNNPHgWMv4wt3/7uMCWi+i6kXTqC1UEEQvD6Qe4cBQgXTxHCI7Egf9WYL5UZXxh+jIR2m0UGQqctsCOg+6h0fy5UuoskErrhkj4yKEtotYxrxLDQG//BAyeRfQ5cuLQPUyKt55PkZ2K0mCnEduYgJXRwPbg9EReFHHdIFBdBzDCimoJpypKTIgz9vlbrtoUJRLRAQVyqxEw3O2WfT+MQv/xJ2T47jvn/7BirLS+Ke/a1vPf26l9nF+iquuf4i6S4mmOrJYiHG12Njfb2N1aWWhPNwZNTp1OV59GCgbfP3lcghYjHDrBxHzQJ3fJjDOYQTcbSW1mGlk/BbNtqNprw2svI4PsNfs8HBe125d5Q7Sg42r7K81LPTDytQI9iqWcGiginLDCdJxEzpiJZatnwLsWhUxlr53ZKJxETqXCYt68pysQQrGoXFgzRFArsjGzaFc2IOfF4vepYNC0lTx2gujVjQQrvVFiehEdZQbHqotZmY7WM8l0DciIprj8ZVNjVikSCy0RDyMXI1U8hFg8Kadhwm0weRiMYRjAYEPeJ0DISzKQQzdC6OwwhbCNKFrEVEYPKZHN6sA80mAkykL1fRXquj2+b7T5cVx3wZ7sRALg062T8cTbMb6Nh1lSKSHwIKo+hmstBYyPJaBynWKWFShSPJnLW6hxRPoDd6qwRqEbd5oOow8ZjCO0ea51FeW0Z5rQR3rQm/5cByIcJqQicbmGOvHCHsikudFy3ns4VtIhAOqXQvCZyiS8oSByOddV7bR6DrCN4DrQaMuInIxmEY+VH4wQTnihQGgN87MSz8ybFTXrtOE55dl8aHMOK6LWhtvn908FKkdhCiG6nbhEcOLUUYaiwO4NuATle6H6C+Ds/uyPhPqVmB7XfQDVAE6aBlU1ilOEm3MxsyXGyC0lhowUOl66DcddH02RSLiGuHo7qZRAoDVhx5K4bNRhQ5I4RwOIZgJCGufD8WRDduIBCLQ49SUDXFuepzjJ0ogO0Xv+5nvDCRlTGzDEOCtADaTltEYU5u0C1IfjfdpdRQbY62M9G61+Tsu5T6CxTXJ+61ryZO9ziNSlRVTFVhrOpqr6bAx0kS4bbK5EdXXFkUJmUugM0/5uHJWDj3egrU6t4T8UIqiV70ch8JcF7gT19glDHm85AAfQai4AN6I3NyqOu9VotCvm6iXa+g1uVIpI58LoXDi/NYJhPUslTitjTEOBqveH501ihRxZA9no7KUqmElSJRSG00GkwP59h6D2mi6ZJgm4oZ2Do5gqGBNEaGCiLC0bm3f/+zOPbcK9gxMoDNowOC76haI8hMXAgjPSaH2Hvv+TaOHX0R1Df5PvbFE3EIS9CNLi6XkVHijqSzIsJ3s9mSiYN2uyUhn27HR1jzMJI0kY9wv+sIPzpqkR8dQIysX5Mj4DoiZJkZSkA3JEiNr1k1zrlmcq2TppgIuwqPIMPlFKwZIBQIw0MIjkf2MNANhdHViR0x4fsK+8Dvk7UC3crkGHPKxooyGCMNRwvBC0SQyQ5ieGAEMXLchW2r0BQKhawmPbhGErFCAb3/g9dGaknDQN1uScCHYEko5gaIuei5eHv4CIaZ8fN9NlTQhevUcejlAzhz+hVprFN0PXRkCt+9+z6UynXEU0k1Vhvw4bZU85TiBJus5PBGoxSCEoKYInNv1+7dmJyclKAT7k1shEr4oIxMqyYrf7z/Zz/yup/vvrCqGcwaUM+S4WnyzDeqLdkHV9cW8Md/9PuYmZ3u9Up0RCIm3v72W3HZZZeJ269vAKATmZgECqp0phkhS3FwfRNPn3kKX37+m2jJVFpQ9hk2dq/VVrFN1/C/D9+JWjkLw6/AM+Oy/xqaCd8LoavXiTrHhlEHtfIx1JqDsKsvYWLgavzCzS/ixi1HULdDEihoeI5gMh583MP+Q7YgVnZNTmBwoCCir3KKclrKxJmig3sOHMf8elUEfg4Dad0O3GYd+ybTuPPaXYI14BoV8tuww3mE990hGByeW9jZVTWIatBxzeAZQRyryuepgq+EaUgOf+dV1ioD/ogAymZzcg1Z11FM+v73v4/7fniv4rv26r0+05b/NhFSn/zUp7D3gr0q8JYNIwa0dnv4sN79cL5A+pM3Rr+x1Iud+zE0U2/37jVFe9zwV12tvf34PMdqX1Dtf1RimytnBDUJwPe752ZlldRrSnAi6J67vofVtTVxQavXqu5l3+B5woSje2jWisj4Jprw0NIdZDvApkQW6cFRGIODWC6vYuHoIRS8EGZgo+S74iBlacOJEouNRTCIOCpnvI0bJ3HtdVfLvfnwI4/jwBNP4crrbsDAwBCOHj2Gq66+Gg8+/COkk0ksLy+hWq4IssfvsnnYEGfiRz78YSydW8C3/+1bCGpcD9km7cIyQ4hBRy7Uled4tWrAyWXhhUJwAgaIOagVV7B54waMjI/BaTWRzKTRNYnA6yJHNMD6Kp566knh6wsHtutgLJ3E4yfm3tDz/fb3/BxcCb8LIBqJS93N0fiF1XMyGr5z+x4MDo4gmUiLqD89fRajwwPYPBZFynKkPpR5D81DgPVXDwOiAmgpshJfQuQSazyeH7km0YDkIpPNYXL7XqRTGRFNmRGiGLwsLVWTUomnij8uAqo0mhW6i3/Oj7KnBvnfKpfli1/+V3zqU7+EEB3xARMt18VlW8dx65UXYCjNbAbFxeWZhAIv2bIDAwPicOW9xtfTsdviSm4HogiNbEHDiMqElnCR2UALm/jC5/8JTz/1DJKJJFrNFpxmFbs2DIm4mgkHUVxbFdfvSG5AnTsMHWeW1/DNex9B3Qtg10AGg/mcBPtySonbTzaVVucHagHdDkzPx3h6GHfceBsGkgPQxvOoOE08vP8JPP/KITlLN7QgmtEswvlB2BqwMnsWZ1/aj5ThIG0B2UhQWNwU90vVBppaDA09joqeQyRdwMDYBlx62QXIWS70xjLi7RXoNE/wydACOLuwhi985VuAodi3wUAIdreDc/NnsGPDAK6/YDfOnDwijm66mi3ThNt15VmKJLK46wc/wsunzwKxHH7rdz6HN7/5NvzbN/4FbnkezvocyiuL0ON5jO+8DKncCCY3jsvUCoP5tm4cgmeX8Vd/9vs49tKzyCfjGOSEn2WiVqtiaWlBXKuTFFBTcQxsnkQwGlONgHgSiQxDvhIwI1Exrs08tR9H/v6rCJ5bRSUexfGRAkq5ArqeqlsYujV6SQHDqQimXzyE6VfOIuArRMVV112ND3/so4Kgi0RjaJdr+JvP/iVK68zQAUrFqty7nKjhtFzdbmIkFkan0UDQc7Bj2xbhp9ZaLZiBDuKhMKJmXBzajVYLMctCJpXEowf24/DMPK6+6VYJzH3uuWeFp/yFb//wDT3j/1U/6afC6n8irD5177fQcdpIJSMiIpL9JyMjHRcri0sirpZWVhEQl4AHx7bF1UcPY8N1EM8UcMV1N+D02bP43le/hlZHR9kLSkJfSrOxIxmEyUOrsHzoHlSjwAyRUp1RFTBDF4EphzXlqqKAKXZsfg4LfhbWXR9GSEez08FSuYO1lo/NG4dx5d5tGIzFhU3SbDZkrJm/JmeHB2S6DqKRMIrVMl45ehxnZhbErUNh1eg68jq47QorlUKvJE5S9KSoy0MH3zwetDqw6cagy4W/0xupZHHQNUIiqtLNxHFRsl7JT732hmvx27/8Mbi2jRYP/yzt2RW1wooLpunChaw2bHzj376Dx554SgqDD7z//Xj80cdwZmoKn/2zP8AQXbc2x644bt9EgAehYBDtto+/+It/wLMvHRZXlxQ+PSGP7zdH4QshHeNhH0mPskAQnWAUZXMQC/krsbiyjCgPyKVTuGEzsD0ewACZtLaLRqst4S98L9qtBlKJBOIRCwtrqzh+bg1lu4FwuI3rLojjbbdsRzAUgeYF4bZb0hFab+l49uU6Hn7+LKYrDs6tN1FIZvHrn/xv2LNlK145fBjf/cF9WCvVsXPXHrz//e/D1q2b5X6sd5v44YtP4v6jL8DKpOGXWjj8w6fRXCj10AyKuUSGHB22w5Egwgz7qVdhN8iN4dijgYi4e5UAwIOAiyAWq4Sp+7j04t24bNdmdBpFcVzJwY+ic6chaZYscBjGVW/bWC4X8cq5Bk6/chgjMR3pMF04HQRN8sWEXCibsoxhCbNKPXBCkdBUcIF0wyl2aT4anQ4aDot1XSDsPDRTbLnhznfhTXe8W0S2mWPHMXXoJTRWl/Bb33j8da/NFFYvvWILxsc2ikuzWmlgZLggToSZs+uo11oIWRY6XkcESjou2V3m9WNTgqOu7DTySNskCoLBVl0dicIAYtkMVuZmZNQ0LqydBnyuHR0PHnlovbTtfsiA4py+xsniYaf/Q/AiIrDyQSMQne8jD7Ic3/Olgyw8SPIK/a64gzZms4gYXIVUUXl6qSqbORPqGy1yWiNIJyxh7dKx1mywqSCPsRSeUgyaBmJWSASFIJ3zgSA8A6jWG4IeYEc2HYtKsiUD4ehIY5EasQLIR00Mxk3kE1FkkxFp3AjTkk5by5KRWzZB0GHARxe2W0WDa0w0g2R6BJHMGKKDBQS0EFCzFWeVrt9qDe76Otyyi4BuwdU5KttBoN2BQaIrGzk8WNpldDj+HjCBzAC0wjD8dEFEO4PCKvmmQbrwlGNV1Hx1JHpNYO3PHvNaCVvUhucWYbeZOL6GWnkZlfVVVIsV+AtNapownCAiuokoc1D0DoIBdtZ9xazVDIwYQZjJIIKREMcX4JNDqZEFFZbGAy9C09YQbHkIMcnbd6FnozDHBqElc/ApCBtmT1glJ1a5mtkU0boN+E4JXqMOn8EtXYWnADnVXbryO8KIhdNSzFW3xXlAEVuZLuA7HF3nT35eQA4W1UZVii82T1yNz2QTdbcu7lseCCydiekhSZIPhkPQgxQ4fLgSckVEioZyC1hwPJSCdMGEMRFNYMLMisuBjbNwIoowWZ9x8lTj7AxAo/BMMUm4sbw+AWhbX7+wOjDEcAbeq1F0O47i1FHsEm53D/sSCso9yX2Hjaem3XMq9ZAcr7pDyaXjYcog40sheig+kDEu+A0KrByP4simoX6P+6PipKrnirRLrssqII1iYb+hooRDHogEnSfuMXVHyufLbakaLa9iKnooAt6yysmq1g819t/7t/j1+d8M0jGC4sok2mh5tYTK+orw0TK5QZTdFg7Pzsr0AUPx+Brle+FrEncu1+pew1QEVgjfuVyuoFxz0WzZqDc5rUHBXr02suaIICpko7jk4p2YnBhGOp1A23Vw7NgpPPv4M4K72Ld9A0byCViWgYV6C4hvQnT4AujhJB555D48/+xjcj9RzaMwTTemwiIA8ZiF8fEBEfLIhqTgRCZ4s94UkZcuZDLzZL1mwFU6gclUCGGiFyg2BYhTUcnVdGKFuS+Sncr1j/cFJ3PEacQJGLUOs7FM0ZwBTbyOXDrUAa83KkxOJUMLGfpI9nDAQpucTQqrPHBLE92FKWsEnzvlaibuyTejyG+/AmN7b0RXV4dh1cCmsM1GUhcOhXSfE0OeuP0EudRD6yhkBI3+HXH+sEZZXFiE1nON8rl1e4FTNOGzRkom44gwmAMhxOMmFuancPCFx9GoFcUBzFmAQ4dO44knnkG93pTJJNaO3MO4X/NCcBqH7z2FbBH+2FyplhFLJvDhj34CN7zlZuFys2GzPDuDgOFibKygmlYdCmo+PvDBNyasPvLMcwrR0xvP5t3erNRRK9VFsLObVXz2Tz+DFw8pFiuneoh92Lt7Ny679DJk83lWRtI44LglnbvSeKEzlMF5ZA2HLCxOHcB9h76Igw0NbjglzagcKvjYQBXB2Q6+dfoWnKlvAfwSukFLHItklrsax0/5/DBwsgStVUNAT6LWPoNQ/Hpsyazg41c/jr0jPCC3pFlKB+7TL+h46mAHoZSFoUwWGwY2oevbyuHpMhg3jEePruCRQ2cVqoh1FJMYNSWsxwNt/NxN+7B3nGFwfHYceIEourtuQcCKytrFNUO4ndIgVuIpm20UnSTQsBfsSP6moII4iu64eOihh3Ho5ZdlhHnn7l245S1vRiqZwlKxhD/9089idX5R8WVlceJX8qX2oejjdBxcf8ONuPjii3H8xHGp/ThmvGnjRoyOjApCgl9fnNx0wvLze+zpVxESPedsj0yv6srehIlKeFArp6orFQNYifn8b9XYl7H/XjiVYAl4rmFtStwP3wN0UbfbwiKW/i05nL0wOToMydx/5MGHsL66JtNxyupI+o4HP6DWegn5cW0EWxxfVuFFZsdDSjMQjsQRyRUQTsawVl5DZbkEL0Suc0saFbzvuL/zmd80uRGX7N0rTWfuN4lUAku1Fp5+6QjmTp3GjW++BZfuuxRPPv4ULr30Mhw6eRyLy0tYXltCrVkVfjnreyLq4tEo9m7diXPHT2Hq0HHE6aJksGWAhgtTpnJMTjlls6iWbWy/7Crsvv56CaUkMunc3BReeGm/7PVd10E0EkVHalMHF8aiGNEDeOqll3FupSzNTN2zMZxJ4ump5dddo/MT/p/f/SxK5TV4dGNbCSwvrUqQ1fGpI4hEI/jQBz4sDS6emVk3c49PM1Sws4JslJNi6h6Q5jm1U56bBeVFLEs/qIx7B+8JGpaUyNpuM3ivgE3bLhQUgKDMegK9sK25YvbEU4padK6Sg8m9V85UbM5JHU1Hq/pJHAdvTuJUPvSBD2Bulm7bIBpNB5duG8ft11yIjMVaOizorDMzc3JbxSIRbJqcRDwRFa5sm5kDNH1EEyg5wEzZRs0PyPi+y4kkIyjP4/PPPYuXXnpJ7v02sVJ2G6bXxVuv3IfJQgbV4orsccP5vDRMianY/8IhnDw+h8mRCewZHxJW6Om5WSy3KhIAZTK4y6QrVEPENNCtNXH9nstx+1U3o7lShTaSRWJ8EE5Qx2qpguVyDSt0MjeB2UoHnhUVFun82ROYO/IC9MoC0pYnAdNRCStNw0+MwTbzCA+NIxwbxMp6BYlETKZrdbeIYawiHajD0toyddbWLHznh4/i8NGTyKUy0Htr+MLsaVyzZwtuunwPps+dw+zsEuLJDMqVKopryxgayKAwOIKTs8t48qXDKNvAz37wF/Frv/4/cfDFl1BZnkMyEsLy4jxC0QQyA2Po+joyuRRi0STazTby+ThGBsM4+spjuOsb/xtzU2eQSTDg2sHqygqi8Qiuvf56jIyPoOV2odOtGo8hFosgaOjIjw5ipDAGzbBkTU+YIUzd8yM89/mvSajhQ3YXz+k0w8UREUyNjlDIRdCtI+q3sSEbxyUXbcGmTYOCMKKhjEYoTrrMzyzgoft/JCiPkBWHZyYRiqfRaLdQadTh+l24q8vSuBjOZbBz6yZ03Sba7TpCsGHxmXd9aVqw9plfmJfwq0yhAMTzCCTz0EImysUVTE+dwF995Ttv6Bn/r/pJPxVW/xNh9aHvfQ1mUEM6FhY2is9wD4p3UpxqcOpNTJ88ibmp02hXSyJyNNp0eTaQKOQxsW0XhjZsQNNp4vHvfR8PPvkiGn5IRIWs4WJjRBNHnhJL1AgX/112nllsBgwFkKdTgoW/4ACgwSZ3i7oED80sbMnaYuESCqDedrFW87Fme8gVMrhiz1Zs4YKkBUX8ZFonFyOOP7IzwfHyWMzC4vIKnjrwApZWS8LZySUINPfQsNtSPPPAxlE4Fe6iRk955hW+JGuKbheibYqwyoO+8od2NA1lGJhtdFHleyc8H0OSrj/xCx/F+95+jThM2OHkxkQnDAt+doT4Xs8vrOOBhx/FgedfRKlckddM1+rZqWlsGBvCn3zm92TD4UGP45cMi9HpriPjxQ3g8//8ZTz4yNM9YVUdQqSw4vsNTQLFNlhdDAQ40GfAMRJYim/Damwr1tbWMJDPY/Xks7h2Qxd7UkCcmwkLOyOEWCwth4pyuYggC094KNVtzJdWocdaCJtFXLwxgevfcrkKFHJsGEYUU+c6+Mr3X8Yjz67BjYcxcfkOnDx1CjsGJ/DJn/0QIpqOR554Fnd9715UW11k81l8+jd+FVs2jiMRi2KlVcHXn74PJ9wiUpkc1l48g2P37Ydfc34sAIkbO+/JVCyKVFCDVyrCr1ckrZrjEGEKNzKK6Iowr4ciWG92sFhzkMrEcOdN10B3auIYjYRTsKw4XLcuThge3qJmRNIbM+NjyG3eg3/4kz9DsFZEzKQwwK4rr4d6ZtSQO93ZLHSU24cHSwqUwjcSYVUlZFcpXEsWCp18Hnyjg9vedwcuvv5GDGzcJeLs6uIiQm4bs8dewc/85l+87rWZwuoNN+7Flq07sbCyKu9HIhJDvdzA7OyyHPjMiCmHh2bbEe4RnVxug/eqK+N1LJYoQNRrFRG3eO9mB4eQHhrC0sIc7EpZXDoUosWl6yphVRWKDsH9AAAgAElEQVT5CgGi+I0ULdRhgIdyMgJ/cvRVxvYpFPKu1clYVeIVn2sJuOLzJ4xHA4OhELYO5+mRQDDo48x6E3OlNoJhNks42qMOVRRD4/GUsAPpwKYoJs53ikcGmzlKROKqw+9Rxmp74H8C0GPkANN5SN4gmzsaBbcuMjFT3M7ZeAQDMU3EGslOIB5A56hMTIVDURwJhgSpaTsN1Oh4cynGm+jEExjasAlDQ2OKScl/v+bDXZ6Gu1qH5rErTX6hBoO4Et1BiN9rx0PHrkgDokPnWCwBvVCAlsojEI3DiEag8z4LkbEakPVK2KQ9p6pC2wqsVLFK6cLggdZrodMpwXbKaLfW0aqto07+aK0OY6mJZqUDvx5CGGGQsBcIOMJnonObYhsdBBtjYQRjZIky8d6ET7FFo5uNLkbyFn20WkEEal0YDRehkIZgIYHAYA5aMg0EwyLGcpSIiy/daXSKatybnAq81rq4UzWbkwVBCcoRN5a4nF0RVAWRIAJrUxyxfrMFPmxeS3LmlGvfozPbBSc3Gg7Tvekgr6NFXiyRHWZQRgVz4QiSkbBMHFAslveTh1e6QYhN8HTUbBdzdhPTbAj5kGTRTdHtsKiyoIJkJoXU4AjMRBKIJeCHo9B5v1jENZD1S0dxANiy9/9j772jJDnL89GnQndVdQ6T487sziZpJa20CqtVDkigBNiAACOCCcY/2z8nbO7PNlwcwNgIfG1MNsk2JggMAgQIJKG8Shu0OcyGmZ08nVNVh+p7nvfrXgn7+J4r/clhDnvEjjQ93VX1fd/7Pu8TXvIad0Km+EMmomEZ3jEBl5+wzl/NHYmDiEAAIQYp6ZowVss1rq2O/UbnrBAws9mQJHkClOSDS+q1hAh1QE1N+Y6T7UgJvcj8xZf1Rf69nfQVOce7oVQCYCqWp4Cxsi5eCGWR78uQUdmFdEcAXZDhxYFVZz1WxTdTRUELC08zENQDCNJXNBnDkZkZLM8vSRMyMDqG+WwWJ5cWOqxZ7nOKDap8oJXnKgcEahKm2JHcA2kFUK625JoVK64kGKtgQu4vAQkBHB/pwTVXXYqh4TS8Rg0nTs1iz3MHkZmZw7reNDZP9iMRoXTSRKFaQsFPIj5+KWJD67DzmSfw6MP3yf4q3nW0rBGppho89fWnMNQfF/BCAEU+qzXlgU01SRcU5/CF95QA+njYQMIhmErQlB+JQKkuLBwyjcly5NCR/56DMdYUjkOAjX7Cig0k1gq8Lhx0i5VDZyal6KTCFud3/baOOu2i6VcsJHgFlgQCfCZaAsRzOMntviE/00bAiiG2aQcSm6+GafehXfWgcTDF38X6icBAvSk2VJLV3WEFdp8z9ZlVAB0Bn507n8Ls7BnEIhygh2AGIxI4p6ozXk9eK9pPW7IPL6+cwvLSaQFw6DXPTYTlQaFYFMbPajaP5eUVFAolLGdWpHbr3hN6TIr3q6ljamodtm67EOdfdDHi6QFkclXMz8xhdf4MptaPYO06phYXxa+eIPyv/frrX/L65g88+MRTajjWAZcFWC1XUM6V5froTQ+f/PjH8OjTjyk/a1+pr+gfSCuAcCwiqiyeA2vHJzCxbgr9AyPCxDeCBhzWAIaF9sw+LC19BvefKWNPfQhmwMG1kaO4ZaiF/F4DC49P4YfGuZgxQyKDpq94MEh1k4Mg9xuGqnE98dxunoRfzSISm0CjVsDm/mlcsXEa28YNTA240PwSdu0P4OCJEJo8GwINXLThcnjNojCRg6JP0PDD5xbw0N5ZxTqV5qHjx0wPXa2KN115EXacM4KyD4R5DupB1Ie3wYrElQxfIwOvKVJo1mpyznf2K7HT6IQlmVQxdKxyvva1r+Hhh34uz3yDljKGhgs2b8a73/VuFP0m/vIDfwW3UJZtgnsrX5teu+IH7wOhWORskCkZ7xw4s45KJuNiz3DdjTcI05HyY6mOOsOCrg2BnHmskVTpJICbVE4C6Hf87sWK7AUf1Rf7o7Lu73qpngVYWdNw0iCWSC0Z6B2aPYnnDh9A1VfWOiOpPgzEUypIMGig5Faw7+B+NOotyXMgqD0wMIRzztkCG1F5Lb6fuuvBIyu61ZKg3VAwIKF9vBZkxBOUdFsN8WN84slHcfzEYUyuHZezltLvZHIYk6PjiAUtVItFpFMJVNwKVqs5BCMh5LJZ2E4E52+5AEeOHMXw8CjGJ9aj5tVw9MRR0C5//5GDWM1lZM+yYIK0FaNaR7tcR3FpBeViQX4/eya3WhaFJJV5DEC1+3ux7oodaERi0jPWamUcPn0YBTRgE2ys1+kejXirgSsiUQRXsljy2pjOl1Ep1xAygaip4+BC/mWt73f+/l8jFA6gr68PfT3DKOfLyKwu4PDxA8LmHRkckj2KGR9k9vf0pJGwmSVyGo5RFRakYvgzrFV5CHcZ1ioAjt9vyrCC+3WL9V6rjprLwL0k1m24EOmeHlXD8txr0ISgw45nQK1N3+aQsoNgr26qwRzrdduxEbQ4NFcKFv43/CIj/Pf+1+/gq1/9qnhUN+o+RuI23nL7NRhLOuhJxNHydczOLcveyoGuW6siFg8jmY7LRLbh2zh8cgbPT89guexJcF7FI0DsytqQ98Gz3zRRKuaxtLwkgD0twSb6krjsvE1Ihy1wdhY1AgK+1apN1Gp1bBqZwvmjGzBkGNh3+CAe2vccDpVW4IaCqBNDaLcRizuiJBuNpfCuN7wNY5E+LB8/A2dyEAFK0UM2AkEHZiSEphXAQkPHA3tO4rG9h6DHwwiQcLIwg9k9j8NdPQHTzSEZshDuHYPRvwmxkS1IjK2BV9dQrOSxuLiAACxMjo9gNNlEsrWK3lYGERIYwnHsO7mAr379O3CbGqx4TM7cpVMn8Mrt5+G2a7ehwqF5rYE1k+sxNzePhdkZIcw1NROHZhbx/QcfQ67awKWXX4f3//nfwgzGUWUwLS0gqjUB8SV8mhYQIdplBXBq+jTiCQvjoxEsLezD3InjuOcb38TsqdOy3smovvb663DTK2+C164jk1Fe9LRzoBJo7dpJpEcHsTizhFy+AtOyMdLfj37LwaFvfx+H7nscP5xZwQO1JvRATM79RrOG/riJsYE++G4BEbOGKy/diMmxFEIhpUhRQYAm5s4sShBbueCi0gwgOX4OWnYYM7OzyOazqLgegm5VlFis20cH+7BmsEd8woO6J/sAQ8BtArNBC8vZjLBfx8bGYKWG4BoOrGgMsVgIhUwG7/2zv3xZa/yX9Yd+Baz+D8DqT77zZSlIk2FbADv6RRGOo+SLkgGLEkC/hcUzp3D88EHUax48V0O0J4p1526E2w6gShZI2MLqiRP4zvfux4GjZ8QXtd/RMUbikq4mbao6UH55DVp4sRhhSm1H8sVmTPxUuTG32qA7Fn9OmjuCkPTSEomWhTO5GrL1tkhAdly4CRM9KUkx5AbPBouTfB5Ebq2GZpDgVQur2SyeeGYvqqUS4o6JuB0U+WKp6sqUXNg6wvJR7BzxlpNiXyViEnSm9Rj/WzZhNNYnTb9KCbLnY7FuoE7glHK4NlMFgQ/933+OrZtHpDgXz2n6EzUVO0Sm6JqBY9Mz+MhH7xbAl5MeerEyZKXdaGLrBVvwgf/zhzACLCgDMMy2hMWwoWWR2Gwb+NY99+Jb/3mfYgF3AK4uuCpMnLaPHrONNY6PsOajEujBQuoirDRsuQ/heAqr089iayqPrX0G+sMhaTAoow6FIvI+3aYnjXQ0EkamUMfJpWlsuiCOVKKIjT0aLth+HZpuSZhX+4838dFPPoV90xU0zDYSE30499qt2H/oIC6a3Iy33/IaJIOUEdTxd//wKew9eBx//Md/hJtuuBrZ5TMiqT1VXcG3dj+ERm8Ujm5h1z0P4szThxHsyO27TUZXrkKZRSxoo1XIQitlEdMaiAQUqOw1W7CCuvJ+04PIVZs4U/MxODGMG3ZcCL+cQ0g3JFAskejBamFVbBfoc8P7W2hqOPfyK7H2vK341he/iGfu/xGIHTWbLhjJQ2kMGdJdMJvAIZtvtqKmyWZSeeLx0Apa9CeinQVQqLfgaiaaeguXXbENr7/rjYj2DMK06XfURqGQRyJkwzE0bLr0lS95byawevurr5MJYCHvYXJqGKtLWdRKDSwvrcBiyn3AEKllsVIT+aw0CpWqeBPTVzJIc35DQ6VMLzsVqBTpSWFgzSgKuTzyC8tyDXhwCVQi3nJKftRlU7wArHacFtko+2TG/+JHUpYACsQhEMD/mq/FKTtldC2tIeCcQ2ZVy8OanjQG4yEs5vLoiVuYL9Zwqqhkd5TFahoZ3Z5MOCkPJnvda9BOQAX0EByRIB7eOwLBbP5bZMCRBNmQvShEUMoKiN8r77NJ79BWXYKt4iEGxAQxnqCtaVhAVV4Hsl8dO4REOEa9OUzTR5ghALYjslwJm2iaKBZLcr37+nvlGnOw1A5GEfRsaFUdzWoVmnzmUOdCufDJUqsyEbuIer2GOruKeBpGXxKBNKW2ERgE7uilR9Yq2XhkO6m+XIHb7HgUnK8+twjcyfR34TdK0tw2Gzk03Bzq5Zx4WZm5Cmq5Flo5DWY1CLNOOT+ZqgTWACcMRBMWJuJR6PTf5WApQFA1gBbXLP8IAOOjWbXh5z1oZVdCdpyBJIz+NLQIgdWQeJCK9L4DrMoBQFl/NYd2JSNhXxobYQJLgunxQSLrpimyOAkCqzPQqoY2VQIVAqseWkySrpERR4a2Brfho9LyUPAaKLotFBpUFOgI2xGkEwn0p8JIxyw4Fq0VGKil5KTKSLkBiSlt6AADrFplLNeqOFFtImuGMBhaCwsM9KlioCeNnsERGJEIEImjHUoqYJU+uPTp7EjPsX7LS17jHBwQ+IxFowogJxNKPFUVyMUBBoEEkfEFGOLWQoWsj4byzz7LDuW5J/5yBN/o/8tmTLFNqSaR85DS/k4wFplqYg1AW5YXyfQ7eKkMSAUwlYGlAmhfAFb/O5hAyIOv/wKsqliqXUCh63soIKjsER2GO0FA04RlBmHQhsCxMLxuLSKjA+L13Wy0ML+0gmf37UemVIQtShQFqPK6yXs7y4bl9VAAi/IWb4oUkcAqk4SzxTKqVVdYyFzrfAbZCI4N9eHibecgmQyjWMzhyNFpHD1wChFDxzkT/RjptRG2+B4tAWtmi3WYvZvQP7Udh0+cxE8f/DZyCwvCfhKv484Aio3TQH8aU+uGJSCHMlDlJWvKUJoWPfL0dwCOrgVNzGgjGiSbNqzSccnQ1xnwZEqoHpk4HCjxTCRrn2A6B9HibUkwVhjBismrvFMV25jXS2WM8T2y9gqJtzJtVASg6gxrGgRvORzpsPBCNpsWE9miK81fbzIEKxRFOz6K9OZrEBregLZvQSf7nXeI9DlQqm0LWNAFh168OJQFRCdgp1TC7t3PYGl5XoY7fD5EYdTwxbuPf8gGWrNmEoeP7Jd9bqAvJY2hZL7wrNGojAoIOMymnQxJntnFko9sNif1G0GymZkZ+f72HVdI0MkDD/xUrt25555PTi6OHD2CyXUjuOstb5ZAylw2I2oYeo/fcuvtL3l98wceeGKnPOPdmodexrTeKWVLAqyafgNf+vSncN9DP4FGZjLZZKxLOuuHNTRBPN5U1q2Ta9fixptehTVrJ+UMoKejDgeVuRPQSx9Hzi3haydjolr6g4vyiFttVA8GkLzXxuP1cXwjuRl1LYUagVVT2SZYehQ+Waz6Kqz2ItqNZZiNVaBFFn0T1VoOnGyNhFq4YksAr7nBR6vawO49JpYrQKlWwSuvuQ1t1h8wYXAf03X8bO8yvv3gHmXNIF6lJE4o1nxbs/He19yG615xHZK9bLp70aQdV72Kw0ePyh5HBirDYmRQ0fG97e5X0lt09i4mWPN5f+yxx/CZT39apLSSLSEu5z5atSpuu/02vPK1t+P9f/x+VLNF8fPtWprwYST4zT/xcASFQkGCnvg67FsE5O2Eqb3zPe/G5TsuR7VWk+E1wUlKnGhj0SWlSi4j31/HdoTgqoR3dqyZuoOX7tp4sacqGagvBlS7/5+vxcExHaeqehs/ffYJHJg5iTRByzXrsHF8EjFa9vhtzM3NCNs23RPD+k3nIBRNIZMvodE2sO2Sy+DbTJFvKKudNus1Ew3XRTa3Kuo2+Wr5AtJRDcXnTAs08NRTT+DMwilMrV+HAgNqV1dx4YXnIrOyAr/OO89zuS7nesRy0J/ulWd3JZsTa5LTs3NyjaKBuLCtGRpJCW+1XpP7vCY9goHefiScCPS6j3KugJX5Rbn3rElpr8bU+vzqCgqrKzKoXmx7aMbD8MN25z750CzWsxoCBKS1pnhkXpLsw0SrjlOnTmPz1bcg4/n44Xf+E7FAE1G9ieczavj1Ur/+z0e+gmKpgMHBYaxZsxa1chknjh/E6FgPxkdHZH8POWH53M/u2iND37ZLwD4DW/dUgCfXBq0AqMZh3dyxrjhrA9Fi0j0VIexP1aCBdXU4ksDEui2IRmMI0qbKDMjAmfc2zKR28WRWlgD0e1V7CoNmlfyfwK/FoRw9bMUy0BP1BGvPv/vox/CBD3xQgqUabhsDCRtv+7VXYKIvAo7MpqdPIpcpwA6EZJ2QbxxLJtA72CdWgY/tncbB4yfF51uzHBRJTuKaZh1GfKDRgmM50pOy5qm5NayurKJcKuLCc8/BxrVjqGaWJW9kKpbCxMg4psbXYsOaKVgtHd6ZZXin50R5+cDJg/jevqeRYY1jK/VuwjIwZARxxyU7cO7oOrilOkJhkhhSiPYkpa/ktYok49AdG1aqF81wH/7uy/+Kn+7dj+ELdyCR7IFfWkWtMI9GdgGtah41P4i8Fkfv1FaMj42i3GCfXESGGQxVG1PDm5BIGki1s+jLTSPmZVGplbFYqeHHjz6F/adWYSeiAhQvnZrGtVs34lVXb0OrWpSzKxrj2myilM/JANBK9uDZg9P49k8fhtsOYnh8Pf7ig3djzdQWFDPLyGazstf09vbKnkV2crWYwdGTp8Fgz6m1o0jHgFPHn0PEMvCTH/0YDz3wgJBNLr9iBy64aKsMSKwIVbrsGw2xEEgmepCIp/DIs0/hZ/c/hFrZQzgclV5n/fgY1pkOGscW4Ww6D97EWhQKLuoeweE8UnETyWgY1VwG8yePAF4BtXIGGzePyrCQfSKfycxqrhN2GcDJ+SJqwSRml4sSjMbhFcMc9U4Ic24lI6SLydF+JKI2olYLEebJ6PSYV1gR9ysOIugPO7Z2CudcuA1lr45soSR7+5vf88cvdXn/Uv/3vwJW/8vt7Xqs/uib/4J0Ko6YExT/T4KdEvdDcCIUkoUmnlZ+G/v278Pi/CImxyYwMj4kko7Ts8uoeh7Wb5rCmZlpLC5k8Z3v3IdCNoeegI4R20CEjFVhntKflH55nEapUBwOoYXeTbCjC6xSXkIWAU3WiV6CjQCZBW2RIPI95usaVtwW1m1ch03jQzKVCDqOLDabcic2Px0vpUKD01IaY9exsJrDgX37EWPIBFkVmoYyU8zbZC90JMHCmlFSPPFOJSuLHq8+4DbJTuSRy8KHbFUT+VYb856PIjh970iO2g1pID7x9x9GTzwo8g0CVWyKCBKxgRPpBQycOj2Pv/7I32M5k1Ppr6pbktTwK6+4BH/4++8VhgbRkaDFgCAGhSjmCNMDf/7zx/DZL35dPt+LgdVuU8qftdo+RhwN/VYbJWsIi6lLMbe0jOTgkEguvNxJXD7awMZYExGCgPTKdBuwGbAlsnVXisCgE8FSpoRTC6cwNB7CWL+PyyYTMBIEn0zU9QH81Sd34qlDHvQgUzjrsNIhrLtsE07OzuK6i7bj7TfdgTAZyXoQ93z3PnzlP+7BRz/6t9iyaQoNtygygyfnj+D7R56GZxuINS08/m8/QG0uL8yk7uc6WxSbJnoY4EM/PbLrqnn0GA3EKf3hZIuBLm2mUrNo8FHTDPRPbcLr3vJGMeN+5AffR0w3hKEWcGyRGVRLeZGVu7qJyNAabL70CkTTSRx//nl85ytfRn5pXmTmZpNecorBo/IS+P870laJ55ZJggDllOLxGrJTXanrWK66cHVg05b1+O3feqf4vkbjvYBmSyO1srKCEP1RIyFsveT6l7xBL5ZX8ebfuAPziysirbKdAHKZLGpFD7lcRczjWaTUah4KpYqwRS3bQqNaFbYWwWJhK5k6vHpN5NfEy1h0Dq1dI4VNcSkDvamYCnxOPJcHE8F/8v5eCIcgKMnDUMYVHZbkC99TdiDSOHXsQQh48HvS+6poX7QN+rMxFIvvQ0eY4VM9PfB8A6FWEbFwAKezHuaqbFTqCFkhtNpBkQgRCKGnHP11uLBNioclZbkjeSa4KgzbQCd0qyngK4EJAq/S1HZ82ljE2QFfAtSSsTBiQVekyA4DQci08eqIReKIhyIwSeXRXQHrIqaNqG0gHFaFqq0FJVBgJZ8XJiHB30g0gKjVi4HkJBwzDq9YFqsGhjz4zRqalSp8Mg6bRbheBW7DgB9Ow+yLwk7HJB2Za1QPOjAYPCgeqx1gVZAIYgkt+PSaY69OA1K9CqCMdpv+z/x9FbRbBfiNPJpuAU2vAqOUR7NEFagGLa9DLwNG3RTf1wAD4MjajQUxFk1Ao4zUcGQowZ1SQIo2GWsqnb5dNlHP1eAXqrCYXj6QhN3fBy3M4CpLWQGQHUFgVbwveaPqaFeKaFfzEi5IyR5lx+LILRMuAoEEOuvw6QdMOwCX16oGvexC52CrUoPvKpYMGaqUleXrLrL1BooeUNOCiIYYQpXEQCqBdCyCUIh+r0yjpUUBDUOVJ63Gz8F9skxbgiJ0StdqdUy7Hg4TFAgy7CGMZDiGod6UBG3QBsKI9UCLJKDRS5AhXWSqEljls7Xp3Je8xjeP96FQKkMnW4rNbcMVwIhWJEololhNagAVlGffbdB7nIFjvwiKcpBAxrqwS8VLnT9H300CpDIzk+Ga/CErUcA2Bc6eBWg7gVgCrBKs7YRKvcBYVQFHv8jSUk6CAnB27Am6QGr3v+v+XSwJxDaEIVhdrwENDr2xCfRbFi6+cgdqYVN820qlKk6ePoPjJ0/BrTdhUsYvIK8a4HTZqvL+BChRexTrHQIz4mVa8wVkWs2XBGwlsCphbU0IYJdKRDDQn4Bj8TVbyGVLmDm5jKQTwKbJHgwmA0hFbERDcdlvFitlVAP9SI9ejpVSHT/86bcxOz2t2LqGf9YCxaekNhbB+RdsQDjsSC2mPjf3bBe5QkFCeAimU57b/TJlfzKVnJH3jA23DJE0OAKWstYiYZrAKuslgnEq6KfLMiaTk3uUYahQQqpCCI4qUFr5ktIvmg04Ge18lnh+iKWLgKFkQGtyRmi6j2QiCitgY/rMKor1JjaMpuGYbdTsJMKT29Azda2sGcOgMkAFkdFmQA5TCTZ7YQignglVk/IhJxPN8yqYPnEYi4tnEGS6E+0wWrSuqktwKcGJeCKOJr01xSaBz7EahipVlPICFzsGDnWo1hJZtN2xqeHBx5mOJ0BqwA4jm11FqZCXtcEzYd+efdh/aB92XLMdl1x8qQooDQTFc5zerK++47UveX3zB372+E4VkNkJVRLVkeuisFIQVRdBim985cu45/vfUR6EHOTK9eJ1ZC2vrC1YbxNQ4bW44qqrcOvtt0Fn+I5JP3oHxflFNDN3I2ZmcLioYyXv4eoNAWh6C62jbVj3mchnorjXGcXO2EXw/QAszUbd8mE4ITjeLFB5CsF2VoHsVFe1GgJwM5DQDvfAb9Tgey1ccX4G128wsXKqjcUS64sqLjh/O8Y27EAzmJRnNhKN4bs/eQz/8e3vw+WQ21RSZWEfAUhoLfzub7wdN975FnmmG24ATx0+iPsf+T6OHTsq15r73uDQEM477zxMTqxBmEnWQVr6dCyzOtJnntscLHz+s5/Hz+6/X0AjATY7RAqCV+Pjo/jg33wIzz3+BL76uX9BgUPaTiijVCgMtexLy5ndZTZzRiCgl98WCw7WPlPr1+Pt73yHpK27DU95UHM4wnsk76ezP5JA3xk+C1gmg5Qu018NHPj1Xz1UCQy8+HtdBiN/B3+iqWt45uA+7Ny/G3Wuf+hI0ie5xqEtCSA+KtWyvO9zJqakXmXoDwkD+UJZ1Iy6bUgfIuuSVkC6+nu1ptiEvBZSv5HowdpXQlw5ZOPewf+vhrsCOPtU5SgfbdZYwqwlgCwqM3VG8ZyU84pKP/ZidWV/wFDlnnQfrrvhFRgbGYPpcdDZsUWgn68w7ylPV3UnK5JiPoujBw/g9PGj6EmmcO1tt2LX0f344QM/El9lkou4rjiooyWVE2jjkqkprLHDyC1Mo+QDG6+8DZNr1mP/Aw8iWF3G+tEEfv+L33tZ6/vuL/wYx49Ni91MMhFHxKEdTxu33nQtRkcGlA1Jm0qfGn5w330oFXJiiWSZrvhEUjnZtWoRt3MhLigbCNbT8vcmh9F8Dg2xBSFrFRwMxtLoG1ojvp2GyPxJprAQiUQQjcTE85RAG59R2yHgyKGimOMKO5T7q+SMcM8WdiuVYCpr4l//9d/xR3/8PukFDMNG2PRx9baNuPicCVHzlHJ56G0DoWBYwojY/zAM+cwylaXPYu+ZPKLxBFK9fcI8pGqSln4EbUW10VC5LzyxxelKBm0mdmzfjpGxYVgBHfn5M6iurGKLHceN269EImCjniugkcmhQT/OpoucW0U2ADx+8hjuf34XGmFHBo+bE0lc1DeKEVjQ3Yb0yqMbN6JBglE8jlq9LrY1oURMzkL2JLTlOl2o4uPfuBfZyAjs3mHqb+GRIclnnzYmmomC25CwtH72zckoysijUMrCr1gYjA6gpyeO8ZiG1T0P4OTuxyW8N191kSnVMJutIBi2kUr1YOboMVx+7hRefeN22PWaDDmpzOvrH0CbADqHFKEYvvuzh7F/ZlGCJy0nhff/+UfRP7wWfoMAO4kwCkxkPcF7V23KarUAACAASURBVC+sYs/BwzjngvMx2BOHVs8gszqNgwf2YvrYMZTyRQlvvPTSS8TWZTW7KixXqkKEnNNoS5jhgf1H8dSuPaiUq9KP8VxgD0Y7iqimYdv4enzkM5+HPToOypjrLVcCw2WqRZC23cAjP/kBHvzxvZg/cwLnbBxHJOwIWzoaiyCby0nNMjI2idNLFTx5cAYLmapk5LCfisWTQhzi78+u0P4uh1AAiIWDSAaa6I/HMNw/gGQkKkNQ2ou4daobNFx6ycV4xU03wrBDODm3iIWVLO787T95WWv8l/WHfgWs/n8Aq309SfESoT+JAJ58+Os19KTTcJstzC4s46cPPYrn9h6QAv7cTVO4/hXXSBN09PBxkbdv3Xo+js8chh0M44lHn8ZP7n9QWH39VhApyrxAD7DWWas/JbkVuEIxUnUW+4YAmSx6m5Q+8DDnwQAIsMoFz0Q6MjNX3AZGNm3GLbfdilOH9qGZzykwtTOFpkxADhJKVfga9FrSTYSSvfjJ/ffDK2SQchgkpKNab8iEL0grAIJfIh1TjSHxXFoCiDNcW0ONF6gLrLbJRzKx4LWwWPfRNCPc4mU622pWcc76cdz94Q9xBiv+qFzo4h8uoQqcuDMY08bBw9P4u7v/EdkCjZdZdChglQDBa15zM9759jcLS8I0yDripI4sNsVUIcDw/P4D+PtPfBb5QuVsI332drPR4VtvtRA3NIxEAqhH12DO2YTs4ioGJ9dKwzkQa+P6LVFsShk49OTD0BsuIpxK0vZA01Cq11DjVMdt4+TMHPJuWSbVTCHe0mOhFa1jdNMonp8Fvvqjk6hoSszFa2fGgxg5bxIL+VVsP3cb3v3KV6PPtNAyA/j8V/4DP/jJg+Ipe/stN8IOaAjHwvj6Mw/i6cwpVBseEhUDj339PgQ9JdkW6W+HaSAsKMNELJEWUI+G53qtiF5LQ9rSEPJ1uGQK6LRapK+ViatvvgGXX3sDeoeGofl17HrwAWSPn5BiHgEVQkVmD4GK+MgYAr3DGFl/LgxbRzWbx56dO/HN//gmWs2aJEbSdsAgv7orteYAgA2A+NIpxbWEf+gBeAyYafnI+AZKZNJGQvid3347rrrsEpTLNSRTgzBMSxpWShPZwNIf7pLLb3jJezOB1df+2k3I5apI90dRqbpyfTg5LBY9RGKcHuqo1urCJCKz1rFtkUqRWcjrSnYf5Vychjc6z5cRNJEaHpD31uA1r1QQD4cFsVhZySrGD4tTAl4SHMF/RdN7xUBThT8BCjZ8IgJWwKUwNpQ0nV6l4uMkpbBiuBG8ZhABC++GRh9VA4M0RjcDWMnm0RsChhNhzORqOJ2rodYALDssIQVsFDiNlFAaepnytTt7jQgEJWCH/scEblsCgHAHED9JGZYQICVISEDCgK2TNaGhN86ClP6naijD1yI4JWwvWoIE2wiFDAELjEYLgwTs4rawBrgXsLg6vZzF8bkl1DUdO8ZHEYoEEY+EMTV2EaKBAZQpZ68wUbmKdrUK362h2SrCrZfgNQKoB2MwE7YAqyyQbYYl2Yr5qRF1kAFHx/CXflzMaA0AfpBm/kx0orVIDQbIFCkLowt+BfBL8L2SNMOo5oAqoJd0BEomjIoJzTURoJ90QINmadBtCyOhFGDFiL6rSpfAhc89mMF//NNEqwLUVspoFasI2wGkBmj63wvNiShgNWhJ+KBYAQjwqMHX64BXhV7n+2p19nNdgF0CnQpcVQMhMv0FWGUIW9VDu+JCJwO9UobvMljPg+e1JE16tVbGKhmrLRPNYBrpeBTjPQkpuOgxpQdsgMAqZfvCbBMukWKs0me1WYZfrMIsuNCq9P0uYV9+AcfrDVgpB2unhjDeM4yQnoDl9COYTMOIRhR4Y9oCPkPYHjq0LRe85DV+7dY1wqTMVzxRH/B16DvLZ7wrFeU/hekoKgld2CAq2EKBcV3JPaXhXTmsAFodywxaYEjIJHFlntUcOHIIKd9Xr9396jJWJbSoK/3vWAkIcCo/r4ADpYBV4ED3FbrAalfy331/CgBVbNPuvxOQj3UBJd2mJft/rdXEFTdcCy0VxvJKBpWqh2PHTuLMmQUB+bi/KD/XF96DOksUAHI2NbnTnHoE4mu+WAGs5ng+8+xmk89UcV5THZGQjWQijN5URMI7+WydPL0sZ+jG8TTG+kPojYaQCEVJxEbdaKOCKKzYOrhtB0888ziefnYXCkx5F5ROhTZxs6Gn+Zbz1iEej4mShYB4raI8sEVK3PFQZC1AMCiVSmFwYBCJeBxEfjMry8isLqNaKkiDqwt7jpiXLjWfY9OmxEQ0oDzmZfhNVTctApgALZYOHUCdgCLZwZYlDW4iwhCrlvja0+uVbCjWPyYtSwJkP1F6WUOxXEQ4ZKOvj/JP4NRsFsVyDalEFBEOY5vA2I1vwcjG7ahQXkg5OyxhXxKw7H51gSTeO2JMDEkTyWuTzESCBnUcP34YmaUZBaIw8KmlPNblomotsanh2aqecym0BExVtgFiAiXvUQgGVGho1DB1PDA7z4zYR5jKt5jD1xPHj6JaLotFRk9fD8YmxuVlKxXuo1wfJLd7eNtbf/Mlr28BVh97UixIuqn2lOETrM3Rs5IOsVoLP/z2PfjqN/9N9igKEpTBlkwr5MxjXat8NhkuWcfw0BDe+va3I9nXqwZU3OdyWTQWPw4L8zLEbHmc8TL8DNBOa7C+qyFXsHEcbTwUuxJHrAEE9RiaDA6l9UTuCbiFZzv1mSaqN9uKIppIwY4m0TLaiFtxCTU1vBym0k2MxGoIGy54IPX0T+Cq2/4Q7dgEDL0JK+jg+/d+G5/77D9gtVyGKc+bGr7QW/+SwRDuuuu9SG/cikQ0hkP7juAfvvIFLOdXlB9uva6smpoMoEpjYnxMhuEbNm7E+VsvkNRzstwoa6bKjODe3R+7G/t378bg8Agu3rYNx/YdxMz8GVk7gwP9+OBffRC27+OfPvy3OHDiGFypUWjhwXmgCTPuwC3WOhZGag3zS2zGaM2j6xJ49q73vBsDQ4OybrqPoUi2xe+Z8nOlPqBKTnzuTVOYn113VQmb7AwcXiz7l9O9IwX/r6zV7m6bKxZxz73fwzLVXQ69OlmIKAs1WVt8qkxV66CuPLGFbiOWaOqfHJTKGusMpIW5SgKOeM6KjfnZOl1UCGJtwM+mVDJdWyi+ut9U4LIarCswVs59MnT5mhKMyWGf8uCWAGWqIJs+4qEoXv2a12FoYFS8cRmMKbJ0sarh8FzVYgFDAbIE+j1mCNRqEoI2MjSIiQ3notqo4stf+xK+e+9/IujQwohzoTocv4GtPb3Ytn4KLRI1Wi7sgIPJq27G1HnbETUc1PPLaOQWcfmdb3pZ6/uP/vwfhTF6cnoap08cxvqJUUyMjuHWO27Hmok1AuCxPuXz8MQTT+D4sUMwUIBtNmTta75iOtNOpd2xjVDqOZ52aiiFNpUsJOUwjJM+1A04dhRDQxOwYymEwlFhGZLhpwjU9HJtYXl5WZQSosKj/UaziVqlimqpgnyhIFY5rC/IHOZzPTwyIBYpExPjWFyYx4c/8jd49OFHYNkheJUCUiEdt157CaZG+6VGC+g2HDssNSKDpYtuA7sPHMGufYfgR/vkNRm253pV2bd60ymUSxUJSCbIa1uOnME8p3gRmB/x7ne+GxvOP0fq+4meXjhuA8FDJxBvG3CXVtEql9B2XQSaPgr1Cg5PH0M4nsTg5CR2z5zEI0cPwLID2BRJYCgQQr/pYLB/EMFUGsFUUoZarPMJ2LXtIILxsJAYqGSrByzExybx6NE53PPsMWR1A8loEymniVC8D8FQXCy6sitzWJw/hSp7qf4x6GELK5kV5BaLmBgawPqRQYymw8jMHsKXv/QvODEzBycUEdUbw/oYtkXsoJzJY6wnjtfdeh2sckE84Xm/xb4hHEI0EcNCoYxv/OB+lLUAoukByTu47Y43Y3JqiwRdMSODe06R97NcEozHQVNs16yQA90rIRFqolxbxIMPPyDn5PXXXotDBw4gGo9KPyc+sF5FQHnu20ePTOOZp/di5vQ8auxdGNJs2wjbKqiuWvdQqpSQDkVx9z9/Etfc9Aq1z3AALB0Ka4A2Mosz+OZXPoMTR/ZKcG2I+5LfkoCzVCohwwY+k8Pj63B61cXOg/TRD4hiUBS9HK5KLQyUS2XxnTW1JiyzDadeQkjX0ZdKyx+qEUlwWV5ZRqvuYcO6CVx68YUYHh2D19Yxu7iCN/3Bn72sNf7L+kO/Alb/B2D1vm9+HgN9PSJRpT9mjSemzom4ShKlCfBipoBvfef72LX3AGwrjKuuvBTXXrsDISeEB3/2EEZHRnHZ9ksxd+aYNG/VWhOf/9KXsHBmEdGghZTFBGnKhWgtIPE0Io8RFl9bAalqsqhYqwQzmgwX6UhIlPSAYBcPTUpmNNQDYbz1d/8X+gYGsP/pJ5GdmYWjs0BqQWOSIZmBLaiwLZrFc+JrhQQgy1Uq2P34w8jNTIPtP31beDDRX4yeG5pIK5QUmcCqmOB3QKFqg4e9OmTabQP5tonZWgMZ1jmGOPvI5lBvVnDdVZfig+/7Q6G2s4l1bAcNhvsQm5U0Ttb0ARw6PI2PfeKTWM0XRb7J/4m/U62Kd7zjjbj9VTeInNk06JPXkgNWNb7UsRk4NTODv/7bf8LScvYssNptltkNmyxmaJKPIPpDQZi9GzDnxaDpNiKJmDD5xnqD+K07d2AqFcShXU9jz84nUcusIuGERP69XMiJMTVaQawWsmgZQH+qFw6ldodnoJst+ENp7FwqY66mCiOaxIvUrC+M2ESPSLS2bboAv/fqN2A4EMLM0hL+8sP/gHLNxWWXb8dvvu1NiIctFJsuPv3AdzBDebLXgHdkCUce2QNHsztGkS8wnhSTieFnlAWrwqnd8BDSfESDhkxzKX0qeR4G+3vw1rvehIsuv0Sm0kzJZjjIyuFjOPbE4zB5mDCxNmghqAfhxBOIjk+iErAxOrEejXYdLY9gSguf+szn8MSTTyJIxh594xgAJuxHMkjaCJMRpANhuXqA52uosBxqayi1+Hf25QYuvWwr3ve/3wsTLdQZDJUcEJiBhUI2syrewvyMV1x360vem2kFcMONV6FcoUwqDCscRLlQRK3YEDCdE2g+RqVKVaQj/L2SJunVxDeWbDWyDK0o2Y8G8ksrElLBUB8nmYBm6whFbHjFPAI+kEimsLREKRinoCzO+Jqd+AUmiXaBVZmmKysAJQ8mU0r5IvNesoHg5JRJjRIIRdmteKUxuTqgpCourQvIGIthrDcuRWBhaR4TyRBS8TCWSj5OZsoo0peK7CtLhckxPZsWJyr5m+v6hcaHjYSw2QR0NaSpoS8VdwK+Bu8XX4OLk0ywcAACxPntBpyAJbYBbNxFTk1QkyEwUliFoPtVRC0da4dHUfN88e1dLefV8MawMLuawUq1ig2JfmEXV6qzmOzrwY3bX4eoMwp3NYNWNYdWsYRmxUWjkUej7aHRDsLjECnE5zWCSDQOh+mbjo02iwt68wUNyWwS4J+f16yjbfloOU34Fv0N64y0U4MFo6aKcIaCtWtAswI0aUHQgOE1oVfbsGomAq4FzeUeqxgSPn3ygjaGQwmR7El/xSQwzUfTd+FRqsWivNFAJVuHl3OBsoeoHUC6N4lQPAUjHIFOAJMheCKT7wKr3L9ojloXSwDuz3LXZPgVgA/eEybS86Fro12nVN9Du+7CZ8gVPVarJbQrebRrJZjVurCoKvUaMtUSFt06ig0DrVAKfYk0RpO9SIWTYpUBXkcCjryOAcX4lYOlWUebjJ16GX7Jg1asw/Ba8GplzK3M477lZeSsKtZvHcWW8Q3oDfQjGuqH5kTVfRHQ24bG66Zz6GBCu2jbS17jt2wfQbWhYTFbQa5IgFyxuVhssqiUZlqJG9Sggs81ST2UhIrNRoepRzCN4E03WKrDeiK7KETPQzIlGVgl3qs8dghuEGhTgGT3vOkOSZSP6gtWAEq6zbXesdoRkKrT9AnjRD1HL/ZYlWZbfFoJyHZCq/g+COh27ACU/DaovHurNQmn2nbldsTG+0UBspLJYf/+I8iuZKH7urInoZdrhy31iwCrYqzyv+kmI5ORU3ObEoC3WiipIEIZjhJgkPGmMCHDTgCjgymE6VkZi+L0fAazx6cxlo5gw2gSg3EHyXAEsbABOxyCHY3DCEYA0xbm6eO79uPAsVnMrVZQ10Lwmpo0rfGohfO2rJXhWrFYAIFetb+2BWwjy6Qn3SNA2cjIiACr9NLmVst9rtloigdiZnVVFBCUtRdyOZQKBfEOZEvOz5EImfJs8P4I09gwELItqefkWaLHq5QburBXI46DkURE2PcSfMX7SpCEGA3BB8tGPJ6QPT2fL6JYKMO2dPSkIxI6cXomh5MnV4UlGImZSE1uwtab7kLd6ZMAoLDjCLNO4JUOW/XFwKp6pvneGXZIkIU2AhykmZg+8hxmz5xijBWCtAAS0EcFHwl7i7XQi30tZSBPH3Yy6hmYyiEfQWV+n8NkAj9kciumtMhiAwEcO3YMDz74IA7s2yug0J1vfB1uvumVaHnK6oZnnzBE26qevPMNv/GS1zd/4KePPSH3hgAp3zdDAgk25ZfzQj6g5dQjP/kxPvuVz8sAi6iXnLoEpRROLzYT/Cd3TtbQPckkXnfnGzC+bgo+GaDBsJwtrYW/QdRcETBH83xYCYM3FOaKDeOeJmq5OOZRw7zZgx9Gt6IQGoJv+qLGaGWeQqX8jLxXs8Xnp4lwNI62Hkad54luoVYrol5piv1Aw9MxweC3qQZ6gh4CoTi23fgnAAcO5QUkIzEUcyv42te+iMeffhLkePGZTEXCMvS/eft2XHTDazG47gIMDw3jL/6v9+E/H7gPXlsx8pkaTXYbAXje80JuFQ2GlgQC2HrxxXjdna9H/+AgKrSLsRy41RpOnjgh62XNmjXCLF06PYO55UWpUXPZHLbvuBTRVhv3fOZzePq5J7FIdYRuwWzRDiiItmOgUub5yXmf2n+7+xh/L58bAh53ve1tmFy3VsAZdaJQzafqrWI+jzIDI70GMsWC/Pu1U+vQ198vYIQAj9w7u772HVWCsFT51P0PHqvCNNQ0TJ86hR/8+MfQQxaqrqeGSp0nUwZz9Dhm6CvtnURarlQuJIZ4Xk32atpGKZ/uFwZzqp7j5+js692CqoMcKzsEhrt2f07tpTxHZDDDQY5kY5BNSR98tfeI4qLjO8vhj5xZ7RYzK/HqO16D88+9ANlMQQg+rTrJO4o9GQ1HJJCU14n7ET1wGUrKq8R7QbYjQ5OYJZFMJVCq5vG2d78d5XoZmtmGVS/iyokJXDTQL8oaM2ojpelImA60kTWYvOZW2Olxec5Qr2Ptur6Xtb7f9ua3Y93EWpQKyzhz4gA2TIwjYoZx7WvegjXnbBELKzJ1eQ0e+On9OHp4H2LRBgJ6Ewa9ttsqREzsnmgZ0WEyy9BNdiHlP0+gqdUiY5WWcS1EoglEY73wGD7H8YAdEmbf8eMnceToccwt5rC4sIhypSLPMAE09j6s19Wuwro4ILWuaVlyRtFqaKi/FyPDfeLtveu5nTh8YJ+oMBjeONgTw2XnbcCGkX40Snk0Gj6KVRflShmGbaPstfHUnkNg7HKT1jmajmQyIc9di3YPEb7HGkqVmvQu0jMYBiyHbMkQ8iuruO3W2/CnH/oALIfYQxj1E3OoPfIk9GINGvc4tyrDeJKGeG2WlunBWxYGbIjPgUWQsAqrWEVfOomB/n54pDCHorAiMQkLbNJmyK0jEAsjEAnJvtzgfQqFEe7rQzWUwr89vgv7szPoj1Zx8XAITiQB24kJ2Ok1CExnsdQ0UaqZAv4xcIrHxrqJQYwkwtC9ipzjjz63Fwdm5tE7PCq2UolwBD97+Od46JEnEEAQzUoJ1115Ca7fuh4zp07JoJMsZydCS7AAdh86gd2HT8JO9yHdNyQ5IhNrzsXr7rwLlhM5ixmw3iDTXs77YgFpkmf0NuqZBVh6CVaqjVMLZ+BV69i27UI8v3sPvLorv4dPGq3JrGAYbT+Ae771PezZvV8NtjwdTYN1F0QxE6ZFmEG1r44Gw7FG+vCpz3wKOy7dDhc+bOmGNRh+Ew/ffy8ef+AHsJm5UaMSoCRrTNZ3NCYAu9gYDI3j+FIZJ5arqDSIZdE3WgW0qXBSRdAp5LPwagWxQYobTXilEuoVV+rjJAOR4zFRdbJ3iIcsrBkfFi/fodExjE2sxV3v+4uXtcZ/WX/oV8Dq/wCs/vDrn8XQQJ8Es1DKUSPoQMac74unFFkRPD9zhRI+85kvolbx8IY3/BouuOhckVR+9nNfwvXXXYftOy7G0twJ6dvp2/Ljh36O/7z3h3BMBp0QbPJhE4wIagiRMSFG6sokmts0D0wBVjtSwxanS5TbdRgtnFpRnsiikIvuljvfiIuvux4ruSzKK0uoLK2gMLckJv1Mc2SIAb+qlZpIm8kGiw6Po29qkxTskYCBvT//KQ4++wyy+YIsTnrJSUKtTERFzCQGzGw2ZOrabsOlB6OE1BAwM5Bp6ZjxfAHM2AbooiEx0dI8/Podr8Tv/ObbUCpnpPgPO2GRWEu9wSKZjFpdx6HDJ/DRj/0/yBVLArSKzxrl1F4Vv/Xut6AnGcK6dRvQ1z8ioRDcNLpFGxvLpaUlfOBvPoG5OZVK2W2W5WAly4e7NdkKWgjRQACxoU2YyzeR6k0gX8jIoaU1Mnjv227CG151HUJGGMtn5nFs1y4cP7APbqWMfK2Kiudhy0WXIVup4uldOxFzNAyEIgjOVYCVVeyv2ThEI+xASwUocM6tt+H0RmH0h1CzdEyNTeJ3bn89NiR6sWfPXnzkY59Grd7A1ddejT/43fciFg1i55F9+MYzD8JNWjA8H8d+8gxKp1dg646Ys/MQe7E5O6+8TWmtyTAvshSIs/B+SvIKao06hob78XvvfQ92XLINK7kl2WhbtH+wTQRKFUw/+SRW505DD7YRNAIIGCGkxiaw0tLg9PZhcu0UGn5dDmCmLn7vvh/hU5/9vDQ5BM+6XzR3CPhNhLW2eKOOBphTqqPcaqPgGyjqAbi6JQEPfN7/7M/eh6svvwjLDFYJx+FE0yJDpDcOkxpDIo/UsePa217y3kxg9Yod21F2S0ike9HTa8shsrJYkoaMnkms/dmoswnnNWWICYNSGp6yv+D6I2AXDAWRXV5Es9qWxOZkby/awTYMx4DuuSjni9LcVMuuNO/yeqrS7jAruungiv3TYhiRFIAEW9i0GuIBSaaBBLS4ngwi+NnZJJGGw5kPZbBKKcIGWbFh+4f6halayRVQyhYwEHMQdQKYqzSxSLP6uisAAaVOtHnge5OKRVKDVQPKZ4pgu46maqg70n+SILl8CABIU2DQToBMjRasQFvYalSHhy1b/JnJGCADjKwAsmrCVhh6s4mxvgjWrumTBndhKSfA6kqZXqY+woEoanUf+WYLAQ5gKHcy8gg1PVy99Qbs2HYtNE9HLb8AP5+HX6nDbRAMJ2DZhku6DNNZo1HxMLLDDkzbghYKQ6PmN2CiJR5cLQWuBmpAuIFWpA5YBJ4bsDpp7brpquaoTRlOXTxLJfGpqsFotmHUmjCqgOEGgaZFAzrZx0C2WsDGkBUG0XexeWkyeIqqAw9eq4kKLUW8JrILZJI2odcaCJsa4rGwSL6sWAwGJ+SWLa8lwGrHS1EGQ2ILU1fBOSLbJeufQCGfM7JgGHIl6QtiCaD+dFLJXdJki2izqC6WoZGxWfeQrZQwT5lQU0M7kUJvrBfDsWHEnQR0x4HvmGgz8YbgKhmrvNlsTRoMivIQZEp82UW7VAWYquy5KGbzuD+/iMPFLOKjfdi8dgwTiTR6I73QrQR8JwmDCboBC4bpSOMvoOdl21/yGn/1FUOotwNYzrtYztLC44Xkaw4klMm/ApcEXCV7lNYQlHsReGsqD1YFYKp2Sf2dYLaSy/LZYBNiWabsqQSwefkJllL+3pXVn0VxRQmqJPt8TcVcVbJPxX5UQKm0fJ0mkM16F0SVlq0jexYgSZjtHdm++KJyzyVzVaWLQw9IkivXZ7KvD+dvvxQFwxNvrGMnTmP3c/vglVxhuwtA1WGnCvtV/F+VCqIjwpWah40+w/249zSaGvLFCgrlKgyTnogquZrAQjwWw+BgPyrlPNJxB+PDvRhbO4mDp87g6Yd2Ih3UceHGQUwNJzGQTCNmG4hGQujvT8HX6qqBs8Nw/SBOLRZwYqGGjGvhwPQCntmzFyHbwIYNIwJe05OZ21/IDqMn2YuJ9WvR10sfMwZM0ueOQyNP9jvWLPRHU1/KnohAulenLK4s4GqRHtnZnPipV8tFYX9QBteid50TEoYetIDI7dxaWdijashMdquOVDiIgd4Ixgbj6E86CHWC3WouA1PokUmP2AGkkj2YPnEap2dX0BdPYE1PVMLUZosV7Du1KL9jIm1j8OKbcM51b0G94cMJCPxxltWsQJkOu1nOW7LY1GcSb1Ra8rD5p9+/ruPIkX2YXzgF06RMVdULvk9fYWVToEB+db7Ry5b3mOcJIXdaBvE3MbWaLHgVqkgAmYxcDXNzZ7Dz8cfx/PPPy/NBYG50Yhy33XaLSFsnRqcQDnOQV0U4wmG4si147Wte95LXN3/g/kcfF9CpywyntJlrs7CSh+vVEQpoePrRR/HJz30SVQK5TIYVByIFrPD5ppqCa48KtFDAxOjwIHZcfRW2XLQNNb+NiB1DrlSHkfsHpLwDKMkAlWdyC1rYQDBjoPZvdbSWElgSq7AinrInsStyGYpGBLFgE25pJxqF5+UsIIssHonCazVkmGb4ivlacV2gHUE7QH9xWikFsG7UwmVrXBiBADZf9tsY3ngVsguHYLFhTqWxksngq//+JWhaHVNjQ1jTn0Y5k0Uw0Y/zbroTYxObxO76zW+8HYdnp2GazWRl1wAAIABJREFUtgrWsR1hIPMZqVQ4IKzDkDBRQ9jf5110Id75W+9GMpUCaGUgIT2OKLHI3qIHKBndhm0JQMx9LpfJAKUSnr73Xjzz2IM4ns2iQsVXvFdsNbJuGQVevA7YyX9KUG2H1U9Ar6e3B7/x1reid6BPhl8yJOCz2wF5po8cRSWbR9RysJhZlWesd6Afa9euRf/ggOx59AtlYKMMFVitCCNUAZpq3++Eh76Ivarsmdp4atdzePrZZ0Q5IcpBPvXCvFXWGmq4RQBU7fNsR/j8kSUvzLwmv69Y390vKQFURSVLU/bzzncERpXtXg3IX1BFiLO2YlmSDStqppaQFFRIF89/Wqe1pOaSea2o1TQwMW/duim8/tfvRKXC/AeyuJUlEKf6AYNp9RYsMyDheVbAkkDhlsx8lTUDgVvxENeAeDSGRCqBT37hU/jWd/8DAaeN69YM47yRfrRbFbR0egLXELdspGNx2OFB9G29Cpu3vwItDkmDGtaPvTxg9R//4o9UmGLbxWh/RF4/e6aIoYtvxvC5W+WaktjAj/3Iww/hyKF9cKyKMO/YP2u+UhUKGN5ByLt7pfSDYlXCHpAKTgO+TvsU2tn42LdvGs/sPyFp7bRh4ABRwG6uHT0k95u18wt9pY5wNNqppRsCXLOeIHhFMK/pkelahAmeM6s4sPsp+C0PGzdP4VU3vwLjg72YPrAbhltGo5hDzaujSgCMAF04jtMLWTx/cBpt0xF7PlqhCWjpVYXM0N+bEpstnm3EJFbJsm/7Qqjhvad9XTqVxj9/8QvoGezHoOlgYedupE6dgSF1WkVCX4NOUA2KmbsRDAhzfX52Tshcg1NrpX+0ah6C3L8Z/BmOAnYUWtBBpbCEZrYE1DwEHAfBsCMhaLSy0Xgdww6C/cN45MwZ/GjfwxjuBwbaNdl3JaSbXvuhEHJV2hvkkcm6YpEVioThWFFYjo7hmI1kmNYLQXiGg5yvocFMGK5Lz8euffvxjW/fC7faQst1YWoNvOPVV6M3lRI/dto4zi8vYXE1i5NzBSwVXJihGIbH1mBifB1KpQbe+OZ3SEYLbYW61iUEp/nsDPakhak/3J9GY+Ek5mafx8YrN6HmN5FfLSgLNUMXJSDJJgx5tINBxCJpsUH693//FpaXMsK2JyGsFaSyqA2fhBn2t7aFgBlEyLAxn13Cdddchb/7+7/HyNq18u+pkMwuz+IbX/oMKiuzsNm7NFw40bDUI6IININYZFZI0EbTCOHIXAErVQ0kvzXqnliJBGlxUqf0goNJGf1idWVe+rfeuCOq0rqnSEW8l0bQkiDRsNS2VHHXsLy4gHXrN+KCCy/Ah/7pX17WGf7L+kO/Alb/B2D1Z9/6AtLplGKnCVOMknNqf0zkCqtySMvBaFr46N2fxNz8Ml7/a7fjwovPx6OPPoWf/fQxvPWuN+Oii6dAc2BK5MLhCErlKu7++D8jR5kkg0tY4BBE1VqI6j7SgTbC3OAZEqOIl6IztJn0Rz8cTvt9H574x6jEWB4+DNjacMH5eMO73oN2MCgNzxM7d+Gyy66Emc9gZvoosvMzsAKc7OuS4tto6ggPDqFv8xbUWTiZlvzOpGNj7uRRHN2/HycP7kduYQ600GbjqLxfpXuU9yZ/9yklM+CKzx5ZdwbO1IEZWvpRDMxDW4JWdEllfe+73oKbb7wS9QobMoZEBDvMwBdNeTUDz+w6iE/806dFqq2O/U5wT8vFB9//v9GTiCKeTqMZCKA3kTjrH8bfw0ni6moWf/XRj+P4iRmZJvKeKdkYwVsWIwQ32jDYaGlBRGIplKsegq2yTJl4GJN1l0jE8bZ33IWbrrkGBj9rrYrZIwdxcNczWJg5JaD1eVdcg9mSi69++ZugJDwSNXDZxFpEah52HjqB09U6apQfs5gnq4cweNSCM9EHLcaN1MBbbr4DOzadj5999178y9e+jXKlhV+/4za8451vQtOo4e7v/TtKIR1OKoX6bBbP3fMAnCaDPxQAoAo6ylq6YCDlBQqAazaZVMuGTLFTeJ+SsRDe8667cP21O8SrhoW2xeRgwxaGakBrorq4gFO7nkNtdYWTAfRPboQWTeOJ3XvxqltuQiLmoFyhf1RTZBZHjh/Hn77/r+AJuKe86eR3crV05F/8+0azDk83kam34Jm28uClJKeSxSuuvxrv/9M/knueyawiFu+BYTFNnonNGo4dOUwUDINDg7j0ipduBUBg9fIdl6BMj7dQCOODKWiNEhYXSsKYZVFLMLFZV150XGlseKv0i2y0pDhlsR+0gwLW1coFlIuehLZR8miHaBHQRkALoJDJSWMSskPIknFRrigbj1/wxlMghsJa+YwKfNlpoNU6I9BNnyAW8fQg45pxvZpMRlmsk3RBKao0CQLQkh0NpBJxJGwHJuWxLn16WvA0DYWmjyr9uNhMM1CFB6nI79gxKBsJFgn8YpOh/KI6adIs9Am2MoxOwnjUXqSMQVpg/lCEBRpMhAKWGKALAzVIlm0djhVG03WRCttYO9ILQ2ug4pYlkZ7MgUKVLLhix4uU4Ify46VrVG8qJEEOCUPDzTuuwYYNN6JUWYGxcAytYg0VNs9NF2W/imLLFa9nKxwWe4do2JZQGjMYliGTT3aJDHsaAqw2IxUg6aEd8REI+ggF6rCEechik4MJgljKNxBkj7RaMCmxY2CVq8HwaDbIAB3q5QIqSEruq46hIDna6ouiwlabPlSeeLRR5sVkdXe5Bd+rw2CKsAEBwRn840Sj0CQoihNtnkFKHijPkFDXuLZUAa28uvl7JeoXvthItKG3yLRieJVir/L9izUA5YRN+r350AqL1OlCq1ZRKlWwUKmhSL/r1CBSkTTS4SSiNn2zInLGtC0bmgCrKsCJBg7CiOW1KRbQLrvQ8iVobkUagIV8AfuLHk5UyqhFQkgPJDAaDWEimkIy2Q/EepUHboCe4I5YRpBZb9780n2U77pxHcpeCyv5GpbyVZSr9MJTzEOeA2ye5F50hlFsrNmw8twgqMoBy1mvu85alb2s0xarn6UVj6bYmAGGPKr9jtebDH0WuWfdADqemIJ7d9QEBEbZwHKWwZNNgaJKYtoVLQsAK4ndSoHQlet3g6YEHhTWrAKYhD0oFiW6YsDRUzQC9E2OI9I3hnrLk0HFvsPTOLz/KNoeG3Y+5C/4OSugtwM8y/pXvqoCptY5UFZARbOloVhioJ+0NQLsR0JB+DxrmwyDIqMXWD81gi3nrEMkFce+w6fw8A+fRCoQwE1XrMHUeAQBzRZ/x5F0FAPplAxpl7N5scOIO0EEnQDMoI1qQ8fpuTxOzi6gXG+g3PBQqLQRjA1jaLIf/T196E+Ooh02YNLnulpFrlxDsFlTzKrUqKQuc7+eP31SQG0J0RFglEOJDnPXV6xWAoiFYhaZXAOVehCW04epDRsRjhp48smn8cADD8nAiSxV8V41PfjtCqA1EdabGE85WNObgK1r4usatkKot6solisSJDox3iehJKdmyzh0ehEh28fanhBxLpxYdXFqaRXjCUoXY7j+vX+C8XN2oJKrdDwaCRDxPrwQYiVD1bYKZCI7TfaHrqkE5aANX+wACpk5BE0O8NR9E2SCkm+eOQxEbBJUVWcDzxJZI9wf5RxQVgCOGRS/QT578/PzOHz4ME6cOIHn9+6WUJZNmzdjYHAIF27bJkoKvnqykwqvWK4K2OMZf9ttLy+86sePPKaefSmS1TrgZy4u51FzPTkjD+7Zg3/6x08gX8qizrAd1iS+rupWkV6rc5IHaK8TwsToMCbP3YwtV1wJF6Z4qzcpUJj/DuL1+1Gn9U9bQ8Q3EEi1EW7rWPpUC9pCBPMEaLUmEr6P3c4aPBrfilo0Aav4LNzsHkBvSkMbCIQkW6DZ4mCTkgkyi18IrusmiNPH8YZzTPQZTWy+6nW44Mq301gHi4f3YNePv4G506ehWy0MrelHPEXfWrLkwii2E9h8zc2YHFsnHnzv/+sPwmtxgMrzlfsgnxM1gO3ugQIfUvlCCwq/gdvf8Fq8+3d+W7y2CVbz3xHUk7qZl4tBs6wRuN9xP2jSwsfH4vQB7Pr+19Eq5ZGvV5B2UphfKOFIrYIsy3h5DWWHonzC6VncRtKwsHHjBtx852ugMeSxqYIdG60GFhazWF3JYGl+Ac1yAfRK5vv3+H4NC/3JNPoGB9E/MYqG2UK41oRn+PCMNgIN0W3Im6b9xYuJB92gqzp7Od/Hjx76GU6dnhHGqi4/94v+xcrS6ixkejZk9AWWtxps/7cv1nNKFnN2TaoBmvoiWPJi1vlZlQPJKKr0UX6qzRYSkahcfwmT4RlFwJff4e8lcKoFccsdr8HUhs2olGrqWhNg85XNE4f1Clx1EAlHOsYYyraG54AQZzprnjkDYScCx4li9969+PBf/iHWr4nhxvVr5TW9BlUCFWjNhvQvDr2pEz2Ib7wCl77yDbCjKQFxzj1n+L9fk/8f33n8Cx8UZSW9n9dvWo9QogePP7kP6Ylt2HLxVahwzTBE1TFw+MAzePKxB2D6tRf1QmIK0QkL/O/WKfIWhMPAvZK4d0tsfVhpPvrELuw6Mg8rkoJuWGpYHHAQiqUREDZj1zZHKcrEekQ3JdCT21qpWhUrFmWiQpaxhpGhXkyM9iIW0bG6eAqRcBD/L3vvHS1ZVaaNP5VO5Xxz6Htv59xNapLQ5CgKEhQlmJ0ZHXVUBrOjo9+MWcaEGFAUBUEySKbphoYmdc755li56tSpU6fObz3vPtW0rnH9PvjTz+vqBdK34jl77/d93iecduoqpFJx5DOTWP/0U9i3bRs64ykZ2JX1iigFqODYsX8Y2/YchicQgenyCkuVNmvxiIa+7g4Jc0yQMCA5LbZY9NAGbHB4BOVKTaw0aH3zPzf9BGdcdD6SuQry9z2JpF4Qli5VLVzLJF7x7JZQZtsNPy0orAaKtJVJxeScq2WKKniO5JZEFIGedniSYVQGx2CNz8DKF+AJ+WExkNZsiMTfw+/MH4IvHkXOpePBl59EvkFv9ooMMFiOVUxLmLmVqgV3OCykDapQRalXq0ndFoZf7MDmzpuFaMiPbC6PadbOLsA06mL799LLWzCTLwk4Tb/Ra89dhe5UCBMTk5jK5iUzxtIi2LR/TPzhyawOhWI4/rgTMTmVQVtHN+YtPR6pdDuSiTZV74gVm4lkVytq2QqqhQlMP3IPjPIhLL7urYi2dmJidBLjIyPo7u6SQcjw2Aimc1m5A1rjbVj7xHPY/Np25bNK6x1RBTaHm2pYwyE9Q4jDgRAi9EGtW/jCl7+MS972VpHkcw/Y+PxjuOc3P4a3XoXbzfA7F9LJNGpUonFvdLkxOJqDFkxhOGNivNgQlQ9xLBm+OD+yN8hwU3lPSyBpqYR01IdQiASHACLxlNR5Eq5r1aDBQJJBmDVDVFpU4Pb09eOm2+/6v1jR/+/8yj+A1b+61s3wqmfuv1VMiClfZcgLGZU8kGjKbhhVTGdm4AsEsGPPAdz8i9sEcL3yindg0dL5+OEPfwpDt/HB91+HRYt7UchlpfklwOLx+HHHXffimWfXS1HAzksAWtuC364j7gGCLiDmqjP7FR42zT42cBo0yn9Z4NKPjwVS3VKyZRsIJuO4/LprMHflMdKs60YdP/v5bZg9fzHeeu5q8W3Jjoxg9OAB5GZyAhqlenvQt2ghSrYb2aqBWDwB26ohGPBD83mg57LQp6fx0rPPYNtLL0njqLEpt1WCri25oCoow1WzxXuEP0wQJ7A6UndJWqYUsNxkLZW6+7F/ei/OOetkGOWKNAkE5JryGeUbKcY4eH7DRtz041skfEqAQ7dbwJ/2zjT+80ufR1d7C3KFLA6ODGPJnAEHxCDDiL5BXhSLeXz9mzdh2869KjHY8aWVBFHiVyIPUiwvsgK8ZCSb5Nvy9fgeGhLGwc2IUsIPvf96nHfWWTDKRfFznBwaxAtrnxWWS8/chQi0tOKmH/0MOb0kxVKrL4jTTzgGG7fvwYHRKQF5WPz4pXNuoB5yo3XJAMyQC42agVMWLMN1l1yO+395B+5/4hkUClW8/5p346rrL8MLu17CneufRMeSefCFIhh/dQ92/vkFhBoET4X+pMzRmdpMczZAvldS/p3yzfET5ESWEsYy3nf9e/Ced10uU1tuvPRfYWBXIMgBQEkYOJSzb17/HBKhIOYtXYpwqg133PsAegfm4OSTT4DmaaBIr0ZaVXi9yBWL+NKXv449B4bk+2xWnwo0VFIbbuJdXgumy40qGbIevwoNIlAFE//9ja/h5JOOQ6lUEJlmuqUTtpssNvreAVu3bMHkRAYrjz0Op591wRverQmsnnfJagwNT0tyZk97EgGvBzPTBRQqbI6pYGIz4aw1eteEgmoKSQk9w0j4ffsZWsY87RqyMyUY1Tpa2tKIJyMw5BDyQi9WUC6XEJdESgszTJoUBsXrUmN+AGG3CajJUBMF33BAwZbfx4I14BMpHvchsqbIWuU0Op+fUVIvNrvBiLw/kYk5smeylRhMEQloCLMBNU1UrToKloWKwUNYrRdpnh2mhwKUFEikbMDI+lAMOwHuJG1bBc0pYJUNugrY4j0T9KtwKzbpBC8YNiNWprQ74b5R9yDgMrCwvxMGPXMrBuoGGzMTDbdX7Bj4hwwqNqKyWsgOsWtIxRPQyLAoZ7Gkvx2XnPsBBCIDqAztAHLD0A1LiKQ5o4QZi0mjDXgCXmFKxaM+xEI+pDxheL0MXVKyeg5/TLcNPVWEu6UKb9SE39dA0G8iKPhkSNiTzaR0gc7YCZMVVrXATBhv1QU3vY7p1VWnFQDTv5uMbTe6/fSZZh3PJsoQAMSo11Cu1VCqVFAqV2DnXBIiFHZ5xGPRr7kQDPvgoSyPMnkyxojCyXVR4Ba9Ick4Y1tALzEp1DiQ4zcu2mXlWU2mgV23lW8cpe6UxjFAhwMQPoD2M8VJoFICmCZc1jFl1FCm/2iqH9FwArFABEEtDG8grPxVyVSTeHS+LIFmAqtVBdZWyrBLOpDPw6XnoetFjORy2Fmwsb9YQt7vQywdRVcshFnxFFqTLQgmU9ACMbh8Ubgpw7PccNVtJN558Rte49efO1cGB7mKiel8FTN5+m86LD2eXGTsOoWlsJlkPSoGKNcPk+UV41QNreTaSSCJI/ZzmKyUetP/mtYNPB9V0AjXlPLWUwClEo0290AJ23HA1aY3qtgIOAxWpwV3wqRUsMORtHdHqi8yWgcY5r5LYFWsACTk0YVyrob2liSWLU5LoNtMuYpcjR68UVT9QRwcz2JsdBr0pZRT22kU1VpT7HWy1xhwxD/iqylAnWLI8jthw8FBpAzWGg1EYyEkomE5r8nyJIueAaDz5s3CvLmzhNU8PJ7Hc89vhVYt4e2nDqA3HURmmkBeEQtmd2Cgr0OsMQr5MsKBAKJJMoM08ai36gaMahFeaGJzUK7WUCz5YCa64UnNhkFRtJDLTJStACyYSHsNhCLdiMTSqFRrGDy4FxteXIvBQ3uQSsXQ3z8LbW3twiL0BMjsUmegyzaEuRVL9qG1dTZcniDGpg5jy/YX8dqrr2Hbll2YmpyU1PigP4FYvBWxaAJtra2AuwyjPA53rYj2JBAPmIgGgkhqIQS8ZEV5MJ3VRXK7oCeOjq4UDubqeHn7YcRhIxbwwhUJQndZqEwVoE9VcfLFV2H2mRdCtz3S5CtljhPO4gCsBFoNyy0e2gyv4TUgM4b3Gv+9rBdhGUUkoz4EvQSlSNr3oCphiGpNCFNQjCCdfaZpn+EAqmQyR6gA0AKiCHr11VclMZ6gO4HA8clxOaeWLl2Kq69+F+bOm4vxsTHx86Y/7dE/TWDrisvf+YbXNx/wt4DV4lRelB28T0cOHcL3vvNNjE+Nik2T6K3oKcmEbnojNxrobGsRoM5Xt9DX3Y1ISxorTzsNibYu8WZlcnd97AFEjcdEuWMSTCzWEUy7JNxz4mYLjdEwxl0u1AjQeyzE4MYW33ysTZ8GvT4OK/s0Go0iIpGo7N9kQokCSywnGBD5uv3HERanpuGMRXEMhF3oWfYWnPSOT6G9YxY2PXQ/nvzVdxDVgGAqikBbAu5UHIHWNvjjzIVIQGvrRTQUw8YXnsdNP/kRqjVlP8J1rPY7da6robcUwuKZzj2KoEAgGsINX7gR849bIfcOhz4ETmkLJr9uKcY8ZaWsOQiY8p4sTY9jw313okE1mq+ORsnCyFAOh+sN8exWdhNqkMRhMtl8sYiGDrOBWX29OO2ad8IdSgj7s+6hItDAyOgE8rkcipkMpkeGUC3k0dLaBrf4Fgbk7IjFY0h1t8EX9cNXrQloISI5CYPlMM0Bf5lmTxDYsQvgZ2EXU65U8NDjfxYwyhMOirqDj28OwAXYdDAJBYI2QenXVVnN8+Hom1l+t5lF0fT3dYDl5u+RdNDEY5seq/w7sXsS72d60XvlrE7FEjCrVcxMz6hgvqaFgPzTxuwlS3H5le8S1RkJFn6fJjZM/Lwq4I9EFy9i4ZgMRhRb8/VQL2EUE2ih6iAdlTqTQTevvbIBP/3OV3DKsl4JHGTN4GW+BQFbjw1NY/BpXYJ3g7NPwllXfBj+cEqYbytWvDlgdd2PbxTlGK9DMBZGwxvEk2tewZwVp+GKaz6ICq3jqYoKejA5dgBPPfoALDN/5HwStYVzj5P8c+T7/gvwm7/jBDOKcqkBvz+CjZv3YfOBGbi0iAQzW0ZN7jWPFhaLBDXEVKQRDo5kGFutyqAg4I+I7JyMVDQqmDu7GyeuWo5lSxYImcXrqsFF1RPJKx438vkcatUKCpkMbr/1N8hOzIgFAgdDUs+5fXjhlS3Yuf8QAuG4sPGZL93T2YpZXW2Ihng+uqWHkbBPr1cFQRXK2LZrF8YnZmD7/CjlcvjXf/0k/vVTn4J/dAqTf3gYiQbl/6pvJ2tcFDtVQ7yEiTm4HXVKlUpC7uFeH1w1WodZYttUpb2f141URxsFMtCHx2FMZ+DxKSYkySVev4YGyRuBELyRMBoJDa+N7sR4NYOiUUC2VMa+w0NS387q60MymUaIgXYkgBRKGBodx/iksmGpW15MZzJIp6I4dsVi2Y9GZ2aQNwyxE5g7d6EMAjZv3Ya9e/dh1aoTcExvAkO7NmFmegpG3UY6lcTOwQlsOTCBhkeFkvEraGlpE5WLUavj7Vdcg5UrV0Hzx8TCkYN2soddFmQoEQ01sPEnP8DI/g1YeM0F6Jg/HzNTWWzdtBkLFswTG6S9B/ZhMjONmpDVEti4/lWkI0mx3mBOCL1jJXiT9wx9yalU9rjE1sWn+WUtjUzlcMW7r8WH//kj0oNWZqbx0B9/gWcf+SPCVP5FwxIcGwpFBDhl3WrYLkzlajDqGg5PlWGAaktT/r6pKpba9yi7Et6/HPYVCgXYtTLi0YiwVKPxJILhsAQ5C6lH8yAR8cNbryHi9yIaCmJWdw++9ovfvakz/O/1Qf8AVv/qyhYZAgJg7cO/RyDAot4rcjoJdvFqIovnFn14cEgazDvvuhcvb9ws5tbnnH0OfH4v/nj3Pejr7seHP3w9envTKOfzAphwGkyj5a3bd+Pmm29FjRpeFjsiMVEgqo+SLVjo9AERhsgwAc7HvdIjwCoPQlLMOT2gnJ3+fcxfP/HM03H6hRcinErJ4qJn6Y9/diu27jqAG7/waczp6UbE64VVqeHQ/sPIFyvI1MpoaW+DRwtIYRyJMumQMlW3TJnc9F6kGbZVw4N/uhtrn16PzlhIwreCLrq92KqR8bhkMkVwgu+vWndhqAZMWiSYSzY8O30BM2mt8ImPvh9nrj4RtbKaLkp4lVPoKN8vVkQanln7An7ys1+hWnMSMBt1CTs45ZQTcMMnPy6+s7pRwtDEGLo7OjA9PYNwMIS21g4pDHgAfeNbP8TGTduOsBp4hPCakpXBAoJFj4eTbYftIIASA70oBZIJvvIz4vsKhDR88uP/ivPOPgc1Q0c+m8F/ffXr4snG8K5oa0om54899aRMGlGh7E8Bx5WKKV41TGmlPwsLonrAhZ5jF6IaIDNSR2c4jo9d8wE88ss/4dFn18GsNfCxf/4QTr7wFNy59h5sGzuMOStXCNi07ZEXMLR2CyKesEoYpV0EbSEYh8ZCVz4nUwiVt5Aw7Rz2KH06ly+djW9/6xsIBbwo5nICYoUCUehVUxgyhw4Nymb8zFNP4pmnn8SypUvxn//1dWzfsQu/vu23+OIXPgdXw5Sgj1KlBo/P8Q7U/Pjvb34fDz/+NIIBTsRfT8dWMiyCOpys14SRQEkNT2QxPa9WsHTRHPzkRzdJKiUPAtputLR2waC3KWXdfjd27dyNNWuex9vffhnOvfCNs11Gi5N429XnYO+uMSSjUfR2tcAHn/gZzWSL4h0obB36zVICatWRSCYEfKY9QFNK6qWcI6AhGvYglymjUqwgnoyitT0lQThs4iwGAU1l4Nf8CARCmMlkpYmjR93RkrHmNiSMEEbuUpxBjyjbjVDIh2DIh2rFkNcn85j3FPeTfCGrpscCdqg/nO4KKGQrSWeTLZwIBtEei1M0joxekWvN21SxkpQcuuEUmUdX+uIvJmwLB4wSkLzpJ0XvMHGrko9A5iJTPpk8yk9Bhi+lMGRX0MbBTzadUUFnOi4+XpkCvX+Yd0S2tFdYEGwIJLhIwFyGNHCNuuRe83tj8AcbcNVLiIcMnHfcWVh+zPtQZprp5A7xg6OFRq5UwnQ9I77EJpFPVw3hAJCMBNASDSGsJZQ1AS0VbD9MTx1mu45Au4lI3BZmdMRnI6S54XcHoblC8v2oEA12n5Y0lV6TVgAuPj28NQ9cpgfsCO26AlabhX23FnZ0f2SrViRQiTKnCkPTqrpIn31lNwK2FzEPGeyUSdqwfQ24aF+gBaSgV+icCHUV85RAiHjAEmtVza1YENQL6rWlWZZELsCmFzMHG2SVEkylAoGSOTZSdbhLGaBagc3T2YQfAAAgAElEQVT3VDNQYOPiD8Id6xc5WkgLCWuDzFlJG6Jft8TOKvuaI/6q9ZoEFNl6DS564bGALmcxUshjd86FAwUdWZ8HoWQYrbEwOqMJpKNxkY/7Iwn4fBHYlPGRhFu30feRa99w/UXGKoto7svZkoGJDAccTOpV6gmeRdzfmyAG16SCTJVlTP0odn2TQXREcu2QkqSxQgN+rxvhgCZFJweSBEI5YOClIiChgFV5ZpUK77jzNWXXAoiKx6oj+xdZufJdFXbrETarel7xXhYqLD3zCKYypV6BqrQM4dk2M1YQf/gl8yLoaNGg1y1M0GZjxkTO5UPW1gRsaUgYJu0fTDVwI6jssFN5TogfLYFdeoPLa77ux8nXK4gVgC4y/uXLFiMU8OHQgX1y74WCEUQiQbS1JdHRmUSD/n+eCGruNOrjo5irTWJBVwIHDuZx8NAE5sxpwaLFnfAFVUgewT2GcjJ0zvZTggkUc3mUp4syOJAgvZoLU0Yd+sBxqCXa4C/pCAXc+MPhGaRa5uK9S+ZgfHoCTz33DLavfRqD+/aLpL2lvQsaveHCcaTbutE1axZaIi60JzVEk1UUa37s3JHCsae8DS2dQ7jrzv/Bkw88hZnRjKh6Zs+bg1hLKzK5Anpm9WJweAzZmSoCoTa0pOcjGoyhbkzBLA0i5isiFiqhI9RARyqNnq4UbLcPu3aNwdWooK83joXzF+DFreNY88p+LOtPobPFjaLbD9t0Q8970D93EVpXnQSXPyUBoGzI+dOsU5qD6WKF97xb9tvMdMaxDKEvbQGBkIV0MopULCj3KUPZyArPVHQZWKtgRBVqIx6SMlBTg1C5nqGQBLmwVtyw/gU88cQT2L9vn0jIKRWvlMsIRMK49NJLceEF5zmgQVb2f7KOOHhrnnlHlDMArrv2zYVX/fnZdUcYq01LDH4nlUxJEqA5VMyMj+P73/0WZvLTyJULYtHScOTVmtsW8sLcnh7kzRr0QgmpZFLS3f2JBJYfuwrHrDpB1Ez5/fcgVXsUHn9dBnFW2USoBYh7vZi6BagPBjApwCoVOG6ETR1RBLE1vBKPta5EozYNq/waAp4CLKss6hMO/wloM0xMBQ2qfeLoumBZTwjH9sbRNXshVl/9FbR0zsXE1i1Y85vvwW0VEZrbjejCAdQDIfj8ETX09QC67UU0EEZmdAw/+N73MTmZU2epA6wKYNMMqqPcnmcZ7T+E4GejZtUwf8EC3PBfX1GMdud9iR887wvxAFVy9AbrY9NSSeiGju0vvIBNmzdi/9gggrYHSV8I45kZZPh7jg0S97Qwh2uRCDpTMaSmM+iY1YHl774GpidG+hkMv43hsTKGhoYwOjSKOsEqQ0dhZlqCZZLpNmFH8/5jiF2yJYlYOiw1J/dz4f5z/5JgQh5mVCqQlKJAtiawT4R9bGwcjzz6MHTWUuEAGnpN3SdNYE4KJEft5ezlr18rR2PA3qUJnjqDOPXFOSG/R/3d696tapD119deDbrJBlbhwQyj1HNF2DV6vpNVTuM3uYryEs3T6/IPfghz581DPleCjzZg/J9jJk7gld8JAfFUIi3AHa1SCBjKPUcg0gFZZW9xbEUYcLbl1Zfw+J2/xIqeOMZmhqU2S0djiNBXOuAVtioXl+GLYf7p78D8E8+HT4uIj35/f/wNn998wAs//RyMmg1vOIKCaWLD5h1Yt34rzr30Knzyxi+iXFXBnz6PjXolg0cf/hOq+swR797/G2BV+ZkrSxhb6lj2fGFs2roXmw8V4IukJTCI6h6xleE5ZKnAyuaZznORZ6Wul2WPDPkjyExPo68niYvPPxVz5zC4qkeUSpnpSTTq9LlUvy9kAocxyEHI1o3b8R9f+T8wKxa621ugBYOS7bL/0KAMBnkvM19joK8X/d3tEgrpsesCtLL25rUU31mNlgE29h88iP2HxjCWzSPo03DZWy/FjZ//AkKjUyje9wx89bzs53wPomgk0cnvFxsDfi7W4mQN874ge196Z96boowJSP1M8L9S0eEOu+DTa6hlckIg8LLnoR8sQUJaFwWjUssi4cf+8jgOlyZgBVw4PDaJw2PjOP/8C7BgzgCKuRnUZqYEh3D5gijqNRwYHsW+g4exfyyHCVrwmBXM7ulGf28PcqWCnMWXXnk9Vq5cKZ9jy6ZN2L93H/oH+rBj3RPYt+l59R15vOIvv3ski6GcKWx2nl0EFTlITqdbsHjxIqTTnUi39GDlMadCC8YxNjGDXKGE0nQWkXgEy5cMYOSxB5Af34HOM5ehJIGhGkYGh4TtmUglkS/mMUXvUtuFylQOtWwRi/pmi/8v2aXVqi61ViwcRyQchlGpoFotSzaCXjcxVa7hwFge6a4BnHHuhejs7EG4NoZnH78P00N7JPeGKkVapzCAumqaYgtX0C1M5WuYyFQxni3B5QsJlsXXanozq7pS1Q9NMgEHaPydYmYGiXhM/IHZ86RbW6WnzGRySEbjaG1NwDbLCIDh3hHMn9WHL/7i929qjf+9PugfwOpfXdkmsLr+sT9JSmozYbLp90YPCjYvDz/2JMYmc9i4eRtmsjlhUw4MzEUmm8HQ8DBWLFuGD37gGqSSYeilIiyRYtOkPYhy1cT3fvAjHB4cFRqXzA6cg00mgbDQSlsABmQwH9tL70IGAFFG7kKt0WAoJW3vka3WMGfRQlx46aXo6utXi4FsOp8PP//l7bj34Sfw7ne/U3xcWhNxHDhwGL++7XbsOziIol7Exz72UQz09QkLghtCOBqUCTTTCimVZ1KkZRoCet3ys59hePchtIT8iLuBFEExORjqkkhel+Rcj/hQHa5BAqxsm0xRS2Q/LCI5Vfv4v7wPZ65eJcAqf8jAaxbvqpAhrqLh0Seexc9/9Vsn1Vl5uJpmFZdcfD4+eP01kl5Jre62vbvR2ZJELltAIBhEV2eXUNcJsvz3d36MTVu2H2mgCRKRMcLmUxG6CJgrUILvgcUlgW4pumyyMH3OlJ84qSHA+vuuvw6nnHEaZrIZPHTvfXhp7Ysoy3fmw6rTTsSe3XsxNTwFl8FCm3JivxSiklhKPxXUQQjU9AJtS/rQiHrh8tkIurw475TV2PjAi3j51Y1yT3zg4x9CYiCFtTvXI2NU0NE/gHS0Fa/e8zTGX9yNiBaBIYEQKvGQDAClVFaAqkj6HB+mZiPG5ui/vn4Djjt2hRxilIFwSlgpK7AzFI5h3XMvolAsQwsEcPPPbpbPesONN2D/nj1IJ2K4+p2Xw6gUBZyixJDNAQ/iQDiCX916O37681/DH6APEEEDlWTaZKvyfZlWTRpcgpTs17nJ65UyrrvmKnziY/+CYiEjTLxsNoeOzlnCjGLgguZz4fChIfzgBz/FOeddgM9+/o2bZhNYvfK6t2J0MIs6fcA6WxAJRVGrFJDNlgSAIaDJw4RsdV6xJA/KfAGVclUOMzIgtIAfgRCL0ooYkdNH1e1uoKurTbw8BTw3yGbNomaYiMdTYmtRIpvvKCuAo7cgxVQl4MO7U3kHBTmR9vtQLlZkashrzAKHLCBK6wv0QmaQgfgkqpADRZRg88QwF5+EhpDdmGICN5/LMFQSPQFkFtwiXaZUn6/7epq5em8CjzuSWWd9sntrgkQsTh02B5/H54BCKhVTpc6ymJSGwKqhI+5CPN2F0UkdZo1MOBY44rgv1NSGJPEqaTSPfz4+6Cc7kynDQfiCFQTDDSRCGro0H85Z/XGEE4uRmRiBXp5C0ciiVMwgX5tGxdJhusnaNlSwlsai0YLmiiDgc4ssiLbwpl2Fu8dAusdGOgFE/H7E/D6EOQxz++Hn52MgEJkjbu5rDPNzwWVpDhPUBa9FVgkBQcr2PHAxGcvxwu7WQo6/HENgKiLX4vdPNmDdqApIGzI90OBDgEFkKp5GeUcRwKMfnUoMFH9DApl2w0QNZdTZuHmJrdrwmBbcnHbVeeawaOL7DcANNpxBeTwfR7uUpievPFfdgIv3JeVEBBlqDegcnQUicId7EAxH5ExgSnaTOUvvZnmbwlaqwWYBztAR+pHbVaBqwkUwQ88gp2cxTt9WM4Qxw0KOgyy/FxHNixaCqsEYQvRVpaqDTAnaUYjPuI15n/rMG66/3nvBfPFKpSVJoWxiYrqMXNFQw0yR37qP7JECGDLgT6TJjvRZGm8V6NMEX6WBdVgwyhaAFj4KOA044GqYVhP0I3ek+1zHgj03k6rl+1fSzSYYxGGbPIanp/plxV6l3Y4UwEqypUBa9buKMaNAMGGsSiK7kkUTFNPLVRQzZSR8Xixb1IpA1Ea+Ukc2X8bBgo6Jmltkd2SbclhJYIQDL8q95b01mbdO+KDEczmsVgm9Y+CM5sfI6Lh4unW2t2PenD7UqmVMZbMC6IudiV1Hd3crenvb4dO8KNTccPt7EK9Z6Krtx4qBCLL5KqYnSmjvjCDR4kMo7IHtC8Ef6YTVcMMyy/DadXhtD0rFKrLFjFJIwAU9Wxa7h9Zlb0HLvJNRqMxgJJPBT17dhRltNk6KaJh56T4c3LcNtVwZc+bMxbKVxyPd2Qe94cdUgT7HLtR5r+pVRDwezOr3IdGWxLp1U3jm2QZaWquIRfIwSiPQ3BnAfQinnHoOLrr4asyZu0jOgZGJEdz/wD34+c9/Dqtoo7VjAP5gAsV8FZWSjnQyjNmdLgn2m90GLO9Lwqp6sW90QqSQac2Fcg14+RA9NoFFnRFUykWEUm1wJXrhjUSRGpgDnxWAWdcF9GiG8QhgIvccA0t4A1uKwdy8hpT58kkbEIWFDAbdXjVYIzPQGfALI1908Q6oKkNQAgpK9s+aYueOHVi3bh02vPiigLes3ajgoj3Nscceg0ve/nYsWbIIerkkHvUMS5XgRQ4ojxpWNIEk3uuXv+Ndb3h98wGPrFnrBHCoALfm4LiaqyCbzUu9Xcpm8d1v/TdGJoagWwYs+tyKDbUb7kYdMc2HRDiEyQqbyrr4xfJ75HCOYMAJJ5+Et771chgjzyJeeQgebwWuSAh6roR4OxBxeTFzqwfmAQ2TVGtxL25oiLpo5aV8btdGVmBt23HwmYcAfTv08ogAK2gwYNCx+HBYi7LXOL6cHJgnIw2sXtKOga4unHPZV9DWd4zUkHff+UN43QYWnHQcxqsFFTRrNuCqUTVCW6aw1F9GvoBf/PBnODw4It8/n5M/JBCI+Ycc/Aol4vUU+xJlQCtZEZ/+6mexdMVyCaCRsBNKz505kQDv3OtZU5PpTxsiEhoqOkbHx2Hays4s7vHhpefX44k1T0sOhATHut1IhYJIRyOY256Ee2gEnYvnY86ll8NoROEydVQ1C0OjJRzYf0AktjaDnMicFvaViWgkKp+TWQH0Ppzd24NEwg8r7EONahkZbCqJLRVEdk3ZWDT38OY/PQENu3btxpPPPIEG65WgAlYZetQcBhxh9v7VnapA8P9/YJUFEnuP5g/BTnW//iWw2jx/BOyQeSkHtw0ZUjZ0Q3pAxYJtesVyCMUcEBPdPT1476duEMIHX4/BVNzPBXTlc8h5qlQVkrVBFRBrGWGoM7hKDY1ZX5J9zgeSVNDd040tr76MDY/di4iRwc59u2B5PEh1dKIlnUTI40La70UsGoG/dRZSc1ZgxgAqegWlQhY/+P5/van1/di3P4VgNIWK7cb6TZuxcdcBTE4buOSKq/Dvn/8sKjVl3UIVQLU0hUcfuhvZ7JgauDWtUBzrHQlEcX6O3nuUkoTAKoFketrSYzaEVzfvwit7phFN9SCSaFN2F1wjLrIwleqPZ5v0trYleyD7ZI3M0FIFllHCu668ANe+6wLkcyPCRgyFQzB0XfoxkkYIWHq9vCebPZqGSDSF++55CP/zg5uhFxlZpGy2qDwgo5QMx7ZoFH293YhFGGfEkD63kIz4nJo/ICGtVGCyticRoKib2LXvkPjfL5y9CJ+68Ua0ZiuoPbQWHpfyEaWnKQNvU2laHyhCgNgjOOom5jvQl5fkFnrn0i6DIUv8nkNaEKZeRWZqWNisZJSz6InEYggw6JRWAHLm+GBTidUWx/7yJDYc2IZ8Q8fw2DhmzZmDM1afJntmZnwMPqMIH+0qkmlYbi+mckWMTkxjx+AE9o6MYXR6SkIhO9taRVl8zfvfj9PPukjKYyoEx0aGZdCXTqWw7uG7MLztJbTEw9ANE3rNwpZDM3hp12HxLQ8ESTpoYNnSxRgeGkRXVxcWzF+ErTv2IpXqxnGrTsesvvmiAp6ZmUI5n0FvZwKtLgPJGICED8MCBHNYqWHDhhexb/8+nHjqyQhEQsjlSziwfResXAlz2jrgos0CS2chQ3AYr4m6RwVwltFw1VE2a5gsmxgvWJgu1ZHJV9DZ1o3j5wXgaZThR11UfgS0U20taPgUszxTrGDnvkFkyxZGp0vI5kuyP8Tj8SM2KCprRtW36l5UuR4E2MUT2LFn5HZF31YyZQk+E+ciWSgUpF2BjZaIH7NSMfR1tONrt93/ptb43+uD/gGs/g1gdc0Df5BJI4szmdwwAVRYRJaATb/53V14/Ol1YiRNfzCRVrJAtxrifXjWmafh3VddhmDAg6pMAgyZBAnQ4NHwi1//Fs89/wrcpKM2fTYcaSIXWdCuopUHlqcOzU3vFze8nDZ6vKhYQMF2Y8YwULKAq6+9CieedBICTjAVC0YGQt3y69/j/keewtzZs/EvH/4Q+mb1YGxyEn+670Gsff4lnHTCcfjQhz+IbGYaeqWEdDKGQIg2APw8jmTH40aFi91u4ODBg/jxj34OS9cR87jREtAQd9nws8G3TSma2IDlasDBWgNlhizQN5Hee5JeSRzUg49+5HqcfaZirHJBszg/utgReZQWxAMPP4Ff33aHHBASoSE0IwPXXHUpLj7rLcIy1VIpbB8cRMDrBSerbAx4nbhp6OUKvvmdH2L7zj2vA6sOs4/NiEfYqi4Hz6GJuYignfeq0t/JtOBhyYmWTLBNxabpXzofK1edgLNPOw2P3vsQnnriGbh8bsw/dhn27tqD8lgGqLElVpJS/mFzYYuWlDxeFwxXHdH+FmgdMXjD9GRsoCPZgrFXD2P80LAY959z7aVwJT0Ynx5G3Wsj2dmFhDeJDXc8jsqeCZElkHFE0JKbnwQTNChlVwnyzUCKpjk+N9ETTjgBN333yzCqZejlghihE+QsV/j7HsSTbXj44cewbeduvOPyK3Dbb3+Lp558Et39s+D3AJ//93/DnP5e8fVl06XrdRWw5PWK2ftjj6/BV7/xTfEmYpOipO0KUFAsAXoEm2LSLXeMFJwKTPzS5z+Ds884DXVTl8aMni8MJ8vkS4hGw7BtEzMzOXz2s1+VQ3L7jt1veG8msHrJpeeLYf3UTB6ecABtrTHEfEBusoSZTFE8RumDI6ElXE9RlbpJwEJZeAC+oF8SNu1GWaw/DAFk6xiYMwt+JnmWsnJNaRFASwCvPyCFbCablybnf2eskoPA9c5mxyfrjnLwcNAvgwNhdsrwhOxPMlc1VEpFlCq68shyqSRZYZU40mZZW02wxvG9ldCWZoMk0jzVnCtZ1P8GrCpwSNh3jjcQD1lh4ClbVrmuqslyfLpYPFA6RHCIYVKVEoKaD709SWQKBsYzTN7lcMaAx2uLDxgLDRJ4GCpCIJbPzcKAknwNfsHxGp4agmEXIpofvloVpyw/DQPHvg/jegCF4hDK5Uno+gysRgY+TxWatwrNVZfBhd+jQTcJhFPqTN8xskCVL5UvXUZHZw3daSBOYDVIcNWLoMcHL5mj/CyUNHn4maTlgW2r9cYvwM1xCZmW1DAyzE/0lqo07vKRLar8vjgwMLlnWjWYEijF4DM3wmSWSuvD5laFkcnjhTV4lFexhGfRN9lAsVFAuVFF3UO2Gf1eG/DwDwETeii6PMJiYFiYn89vMe9MUGLnn3yNGux6DXaVrHoy1+qSvm66Q3AHEvBGWuAPR+EN0lOVNhheJRWWVCfuybQVMCWkCkZVmEGwyiKndOn8Zw4ls4TpWhUZd0AGbnlaPlD6RO/FUAxBfwRuW0naAz6/sC1DHjcCHg9aP/5vb3iNv+/CBTIYZSgbmS0zeUNCaIqVmmN/wWRzJQsVtrd4q6rhmpJ9Km8x/j0/pzTBTlBj880o/qZqjhmQFNa8CAdYmFJG10xLV02rXExnTTaZ33J7E0ClnNBNdqsKDlKAqwO2kgkhQIj6u7/441EAp4CqBMUcVqms94YLRsVGzO3FQG8IHp+Oom6J7cb+fAXDZUuYDRbVDRwqOjZ9QsxyUt4VC169NvctflqefWy8ufcUywYODY5Ar1TR0dkmgwrTKMGEF5WqKYGG/D4WLhzA7NndEmg3OZXD+GQOA4lWLOvwYlYL1TF+hDQGJrJxAyqGDX96EToWngnLn0Z+YjfyB15EYXAHSpmc7KO+UFQaAC7HXNmAcbCAgTlnYva178S+vI6b77gXjw6WEAz6MefwGkRNA8G2WTjp9NUIhaOYzhfh9odEOl8oVVEp1FHMmihM+qDnJ2DVdyCdqiCRXIZQMC5WF5YVxbZNNQwNZ9AzK4f3vm81VhwzR0m5bS+++71v4/FHH4bHYjBkSUj9/f0DOHX1mThmxel48plprHniNrRqo1g1O4ZVixdgeCyD/SNjYm1AG4XJQgn7pwroSSWxMOlDMBpHoHs2CuEwAqEwWkMxeNmI+ZvWD7QwcoB1XicZbnMfJqvqdbsIuactWjMBVashzSVBa4ZesqaUe9uRPquEcsWkJAOLe9bevXvx/HPP4bVXXkWGQUUuWtawyQoKs/Gss87CihUrEKXneIUBglRAReR9iGTZsZpRAwa1glhf8V6/+KJL3/D65gMefubZI8Bq019Y2GN5HZlsTtZKXdfx/W9/E9t2bUVHXyfyMxnJOeB74Hv3e9ww9ArEDZFsMH6HZGN6NfEZ5Lo67+LLcMr8JBpDv0UkWoQd1GCZOiIpjqrcyP1GQ+2gF5Osb2QQVkfY8oAkPouqHNvCptix2BBuQ6m2H7p+AG6b4Yc+OYMZrqMGNGpgIidtU8bstnHy/AiW9sSx+pLPYfYxZyNrFLBlcBNqtZIM5EwOs+SUUQBNgN7nHFD6PCLd/eOvbse2bbscpYzjNenUBrKvOa95JBBXhjU+FAsFXHD5xbj0incwsUu9Nyr3nGFSicnRIktWLH0qwFgvF0t58eBz25b8/6AWxMTQBO6/604UjZqoAQistkfD6E4mcOysNpi5IpIrViB8zAkwTB/cdRN1LzA9VRQw/+CBg0L4kMRzvh49yENRqdPITk0EAljY3YPWuIZGZxwVckctx/fdNiUk0jaVNPxodZwMsQIEQzbghZc3wCshOwFYZYOmmVL7HanTHEuYo2/W12s4FT56RJxwNIgnnvliovI3gdXmNW8Cq/yuRSXJx9HCRa9J8C2BbQnhknA5R8lH64ZgAJdedhlmH3MypifHEeDgiwo2j0/JtusNCa6hl3oTPG/aA/C8JwjFWpsgG+tLAlLJeEKG9e0dXdj46it49E9/QMylK+KJz49Fx58o/u97tm9FaWoMlmHAdGso0ye/TNssSuMJuCsCzRv9efA7n4XR8OGFLduxe3iEo3GMjJdw5tln49Of+RSrZLWWzSKM4iT27tqIcjn7F1YAzWGLMJf/N2BVfOm5f5NPWj9iBbBl236seXUfwsketHXMlqAv1gGkWnlsL3S9AkMvC8OQeRzspWjRwNcpFLJYuWwePvT+KxHyM1PAQpVMTjIiW1rQ0tYu9hokQJAYIQMwCdD0oSaB2CX84pbf4rl1L0tYFmvLCq9NqSD9c09LCqlkHEEqZNxU/0kMo9SnJC9V2KsCCEdjwuwWEpHbC7NSRjFTwidu+AwWuILA4y/A5bVR0XVZ66l0WgB1ZQes1jM9PclIJwjM/sJDWb9PgxYNS5gqJfLCdud6K+ZRyGdRmMmIOi3Z0gZ/OASTQLdHWfqQxeSKhzFYL+CZHa9isDQlPcWKFUuRikWkDqpVdATd7HvCCEVjYjfIcD+SUkZmipgoV7B+41ZMTOUlsOuMs1bj0/9+I/zBqJC8ZjLTyGWzSCZSwkDdtPYR7H35acQ0nok+6HUP7nhsPV7ZeVhqGb1awbw5s/HBD7xfbBDvuOMODPT3CU7z0sub0dbei8uveDd6evuxb89WxCJBDPR3oSMRRiTswfDkMLbs2iFna19vD7Zt24bbfncbzr/oAvT0zpLz5PCuvZg4cAhdSdrOqaBLKj5dJFHQMo+2eNUqKnpJZfrULYwVKoKlSE7ARBannXwqehIFUeSQ7e+BX7CRycwUwu196O4dQEU3sWnbHmzZdRCjU1mUyroonwiaq7Pl9f2vuX9wzTdZ/Kwl21tbZO8gsWhyakqA17a2NhlS5bIZuQ9baOHVnkRXKiLqw2/f8eQbXd5/17//D2D1bwCr6x66DVPTE3IzdnR2SAFKZikXhD8cwy2/uh2PPrFWAp/InhA/TvEFJPOlhuuvvxoXn3+mbL5Ml6OXJw8pMkmZ9vr4k2tw932PiJGxSDWarvCS6MyNso42VwMdWoPLRxoaJmfTzyRTrWOyaiNXbwjY9e+f+SRiCZqauxAg66uuS1DCT3/1Ozz8xDoBXy656EK88x2XiTw+ky3iJz/9GVafvhpnnrUaoxMjGBsfwUB/LwJ+TQpOFhQEiYSXQ3N3mfQC3//RL7Ft23ZhbgbqBnrDPqS8XKw0l+aO7EXGsHHIbKCCgJIjc7InRbsLmtuFf/rANTj37JNlyiX+sMHgkUKyeTkIrN5z/5/x29vvkjAWTgbDPhfmtoVxxqpl6IjS2NpCavZcadI9kTbxSmPxQtk1z1Ey+b713Zuwb/9h1SxLAI+j4aDXKS+FyMKaXmWqB2YzwM2EDBs2lcLIrbOYIXSipqRm2INlJx2Pt593Ppb3z8fvfvk7PLP+OZxw0dl46YUNKA5NwEOvNocF1LQU4HfJ24XvxfDUEelrQagnBQdTdLEAACAASURBVCuggOMQk/zGK5jYeQj9ixag7eTFyNsl8T60vBbae/rgygMv3vEEgjkyYL0iVycllk0QPZGIXXKT5h/VEPP1nMm2aeLKK6/Ex//pPSiX8/C6G9D8PvFUJO3N7aaMoQ1/uOtPeOSxJ/Bvn/wU7r7jj3ju2bXCkj5uxWL8xxdvEOCjDrK3NdSqljTFEqDi9eLV17bjk5/5rNznlLtxQ1ZEDGXUrfz6CKz6JASBTRcB6GQqgf/++lewaP4cCROhpynZtLQCyBaKCIeDYu49MTGDz3/hP7F77wHkcoU3vEETWD391FMRSUZRMIBCzUQ4XMf87jYYWRPDw+PCqmBTwPAEAdcpYbeAElPOGy74mdKuKU+yeCKAQraCcl6HZRlYsHCO+PYwZVFj+hGB7irZiXXxRJ6ezpLU978Dq3J/qYKZBQVBtVgyjFg0LB4+9I4TiZc0YUAkGhLJZS6XF/Yj1y79cIStLAWbur8FBOV9xyRVNlNUb0sVzwAJ5QEp+XLCsnTop6+3AY4JY7NzcBoFeW5HHiz3NBk6iqHMp5RgC2lG2FwrD87+nm7xW6KVSq1RR4PgutsHF6XwfH2XTz6PApqY1K6am5g3JCBNyN+AWdcEnKQVidfnwqyYieUXfAnT4aXIF4dR0bOw6yVEfXUkgwaiyMJvFBFoECQNwvTmkad/b4ZAG1AnAxQawlodPa06ZqUsJIMa4iEfEkGCum7YNEbm3uowNuU902POHVSNqTB4+YfTby/cBFVN7pmWrOsub0DJ9vid8a/sKsyGAYs2J3UP/LZfJH+y19GZzKa/KOAiC6np10DAwzJhNxgoQssEAxm9jkythGy9jAoB44oBTx0IuX2o81jS3IjGgmiJhxD3A1rNDZ8ZgNtFVijbNp4/Nblv61WGqFAuSYsXDbYvDi2UhhblP8NAkCm/BFZVgJYgLtTr89oyfppSNTb53CtrOdKE4KpWBGQ1YaBgN5B3u5GHGwUXgQs2ynX43Sy6A5L0yn0yFooiRtYMGQD04fvnj7zhNS7AKuWkTNc1LOTLtAQwUajURfHBfYk/TWY/9y2VEK9sVAi0Nhmryn/VAVcdUKgppRJpK089Mn08BFc9CNNjOMAhClmlaq+XYDExcFAsKhlSHHku6eHhI3jqsFTFw9kBUvncys/NSSQn8OHYARzNVhVGmQBZ9Ctm0F8A7XEbYR+/Bx25cgXZmg+HiwZm6l6YDYLrHDDyfHacXR1ApylP5PskAEYAg8/dtAngeZgrmZiczogctzWdFIDeZZsICRhMpmkNvd1t4pva1hIRb3GfVYNlFpAOR9AW9yMUIBjoFyYLverU2ggh0v8WeLpPEn85jdK46SHMDL6GqX2vIDtyQGx1/OEkgskwNJcH2XWbEYjH8JavfRWNzhPxvVt+jbtf24NI7wKcYO5GYXAvSqYLi5Yuw8I588SmwK4r65NSzY2hoheTgxkM7T2AWnEY/b1+XPq2t+AtbzkD23ZuxHPPPwe3O4q9B6p4cX0erUk/PvTh05FqqSMWDqOmm3js8Tvx7DP3AboXs/r6ceb55+KEUy+CbqXx5JrXcM/v16NS2oRYOAOfS0fMZ0Fj4IZRQ8GwEaLHncuGFk8g7NfQHfZiaUc72jpnw5o7F7F0AprXgleLqqFT02bHYR46cabKN9GR70vADVnOrBPq9K8myGQJcCasa/HaVIAegTky1Hi9yQLiNd9/4BCeXbMGr7zyCjJT03Iv8x6gE8jcuXNx3nnn4fjjj5cajoNceizznvf76XGrbJeag2WupyOoqvN3XDsXXXTJG17ffMBDT6/5C8Yq/xsbQ8r0aQsldjhWHT+66ftY/9JzWHHCCkm+nhibRCQcQ0dHJ0bGRjE8OgSt7pbamh7W4pnNfdoLGLaBcKIDH3vXJfBP3QO/NglPnOSIGkJxl2QOlH4fhElglcwzuwHdbYPukt6GD36XzpsejZa5WKcN4DWzgGJhOxr1Alw2WWW03rLUIM0JKWruS7wmViOMZe01HD8ngGPe9gm0LToJg4f3oEro0E0FF6+lBx4GrlUI8Bgy+PPxnAh6YNQsvPj4Ojz/4ovOALD5VUvkkQKhmn6eTpAZh6EEUQj8zJrfgw985MOIphLCdiWIqrk9omCjxzDvBVoCcDLDoBl+v6yXmdDNMBkGYcXCAWhVA48/+CCm8gUJ3mWIbXsohIHWFI7pTMATjiN2wskoJlLQKybsGoNRvChksti6daswSmk7whA7svKo2ojTIsQZGrdGIljZ049WejvMa0dBbA9YQ9FOjUGRPKdUD6CUXMreS/Z1nwdPPvUUtu3aLvkFvmgIJv3BGXB5lDensuFp1m2vDwia4Kpq4/66dlJWAEJwOKqu+mvGqqrRX7eCkPqPvqgEUw0G5hKoVuQEPpaglwJfLYQjISxctBCXvO1tyLmCKOazcp4QJKPyj7ZwRr6C8bFhTI5zaGQJkKZ8QOswa1WRIXP9MhSLx5NYz3mUpzZZwb2z+jEzMQKXkVXKy1AUuunC2DRtfkqA23TeF4kUVBbVJWkcHj/0cv5Nre8ffuoD2HVwBJv2HkQo3QJ/rAVjE0W0pNM4++xzpX4gaBT21+E289A8JPBI+uxf/Mg3/zeAVVUdsyZzyTrkkEPzRbBz92GsfWUXEGhBPMmhIBngATTI5vMGUa2UBUAlI7dWqwjT0Cix1rEkTOvCC07DNe+5BNXSOEyjLOqO6elpqcHnL1wkNSO/65rRkH7QT1wAHBKWZD/eu38Uv/zVHTh0eFiIQolIBLVKCQf27MXcWZ1IpxIyyGUXxkqGw1zWzrl8Hrl8UYD2eDIla5iqueVLF4lKcnRwDFddfTVmN7zo3D4syocqCVrlMhLJpOPRrnoDDlBYxzKAjOAjGQ8ERz0MuWbYNZndJJ1ZioEb4mDFqCI7OQG7WkNrSyt8/gDMgCagr+b1iz2BHQ1i3G3gT+ufxoHKDBYvHBALuLqoY1kfWEJY4f1LpUQgoAImy+UKRiemMJgp4NWdh7Bt7xA83gBOWLUKX/361xCNxiTMN5ubkV60va1TQMuZoa3Y9NT9cFULUttu33sYdz3zGsbzKtC5kM9j0fz5eP/73odzzj4bW7duwSOPPCDnw+DQKMyajSVLVqCnpx/+ag79S+YiV8qiUanSJAKmr4EdB/eJqqsllZS+e2hkCJF4VPbM6lQembFJNEplIQuEQxyGsgcjKG3D62dgqyZKxkKpgEaNA6m6qJHH82UMjU5i5fJjsHThQmTHX0NbSxzRcBh104OJqQxGJ8bQt+xUdPf2way7sHvvITz8xBrkmO8hHq4QxipryOZgScn/FXufeyHXftMapaU1KdeOg5apqQzy+bwoWtPpOAy9iKnxMbTHo+hsiSEZ8SGVCOOn9z7/ptb43+uD/gGs/g1gdcOjd2DrlucwMzmGU086B8FEGwxLl4aMHpQ/vuU2PPXsejn8m7JestC4yTVMHV/9jxuxdMlCVCoGCsXckWm0SC38fmzZsg0//cXt0KtNeYqa6ouHiXjhuBCsV9Ed9iDqNuFn0egNYr/pxUyhCMujoWzoeM97rsQVl12kfBIJXNKDDQ14fAHc/PNb8ecnn4FXCwnodsNnPoOB2QOywX/3u99FsrVFPENnJsaxY+smnHn2mSiXSogmVFpks7liqAFBFxpFr1nzHG79/Z2o2i7y6ZCwTfTEQohaOjx2A2bDgxHDxijj1SmBp5yMMBnZEU7gx3uuvhyXvf0i1Ep5+W/CupFUeFXoMDHb74/hjrsfxh/uvhdWrYjukAurl8/Dwp5WeMWI3hKZc7XRQMGooPukM9A9MA/ZiolUuguuhhsz45P49ne+j8GREVC2qpwgmdhMdg+bWPrVqYaV7CROfyjPpWm3nIAie6Kc2SXsMuFVOqAUN/q+4xZjwXFLcOW5F6F2uIQvff1rGFi+FIVqGVte2wi/zkKfbGdTTdlZLBGAUBcL5YaBxLx2BLrjqGvqdeh7RuNoy+tDKBGXg4aT33qjLtP0WLodxuE8tt+/DlGL3jVekXJK405ZRigkzQU3Rb6uUP7VMSn3LkNVrrvmClxz9VtRrxmIBuqYGdkpMvaW3uNh+2ISTnHrbXfitt/9EWedfTZeeOF5CQ9g2MO7rrwM17znCvGEpSUGZbsGg4caDcTlILFx4NAI/vmj/yYyi2ZDLj6wzWaPbGgGSTC4itN0IfKZ6J3Vg+9/6xtoSSdkilkulyU8LBZLQTeq4gtHXygW2J/7wpexY/d+TM8U3/DeLMDqW04VmV4tEIYdiaGSzSIdD2D+rA7s3rYdekkXT1SClZTJ0F/X7/GJB6tMhmGLXyj5hYEI71838pks9LKOjq5WtHW0ih8g0Vi74Ua1UhU/TRfpmG4XCvmKA3j/VYqsNFqSt6jAq7qBcDyMns4OTE1OITuTE0m2SrmlH5QHqWRE1h4DDQiUcn5cq6uSUQYaTbmaDGzUc8urig+kCp9qStadWAnSQtX3SmYSZWcS/Ob4uDp2BbyzuH4UW4XgomqiVfNigeofk9NyAjJ6Ca2JKDpSceyZyAqpUZoJ/kvTm0yAWDV9J+MiHKD8mfYcEJCNAWqUO9dsyqI88DWqmNEBq3gIb7vwWtQWfgRjVhHFso6glkdPJIe0p4BQ2YRWrcLTqAhQy4bWSx/KwhQ2HhxFzqwi4Aki7vahOxFEX9KDjqCJtqALMc0r9hN2wAUXlQn0sCQAwoGazy9hW8IUpKyH798ZLomOTxKQVQpyF1nO8r24YHvYaAksIg01LQW4J9j1kJJZyt4j0cuKnUIPV/p6NRg2Ral9lUi9SPYpi2YBlSnq4nXMSTdZ58zOsrw2dLeJqteEPxVEtCWMtCeApEmLGe5/EQHSXRzAmGUUG1546kFp5jRPFB5fGoFoEDFfCG5Gy8eisIPccxQTjonoBMtZCDMZ2MX9hinSZg1gOEu1BHe1omSIbjeqbjem3V6wzarQx5rgPkMYyRfzEpj0ir1M2q8h4vMLi56MW++HP/GG1/i7rrpA7A2sWhmlQgaFXEl85wqmhap407JPYOgb9yg4vsQKXG3+8F8luM2R8TebarnOlFU6PlVH2wN46V3p8SAdCiAW8QMNicIWL1ParKi9WJ03MmpyGnEWvwwSImuVZyZ9iqkcEQsgMpEFpFVhWLSyoVpDNWM86/0KKKfUjg6QBB0CfiRTYdTrJfF7K+erMvjMu4PIGVXMVA1ULNoKAQbZzbIgX2/9m98Ck8Sp0CHIywAPAif05BW2aK2IRDiIvq40upNhBBnaE/KhJRpAKMTUaQ7CNFlzytqECeweGahRgs6hHxtMNmsWLUs8YVR8GpJzL4QrNgc6vUS5HzbcUs8w+8g0Mji4+xUMbl4D78QWmI0gwq75MKsj8PXsxokX/hOKfZ/E7379G/z2uRcx55iTccMZpyDuyuGFLeuwYcMLKGSnsWThYixfeBL8WhTjU0PYum8fbMuHBXPnY+WK5Zg9QF/vMp569A7s3r0LfX19WLp0mVy7oaFRkQQuXnwiZvUtQbVRgMsP7N1Txp23/xkfunYFLnj7ZRieTOL3v9+AR/98K/TKAZx9/AA6u1No2DUcODSMgwdHsHLlcejt6camTRsxOHgQbekUEokIghzk1WtojUcxq78frV2d0IIhmBy6ETiDJrYwwi51HK6b4Kj49tPxgsMKWk/RAiKbl/qCIDhZOmz+uK+TRUXlBu973luU87a3tWJ0dBQPPfgg1qx5FmNjo/AHeW81hKnFpvDd77kOZ591BpKpGEqFgtQaVCswLEfJI2hN4ZWzTNYNVUgCHqk6RXxcpamz8Pa3veMNr28+gMBqc100mZcCrFZNZEenlb+014Pbb/0FHvnzfeif1494IowWgjQcEMGNV1/bhNHRCfh9AVERiABDTUOEyEDgwTRsXHTxW7AqPAa7sQv+Vo7hAvDHawjaXgzdZyK0KyFgARUXRbeJVN0lAwE7GoV5zZVILF+E8cEhPPnQE9izZ9dfMFOVZYZa402Arbn+KAxIBV04/fSTsOr8C6F7NYRpX1MzhMHFz02J7rTDLCIYwSFYLELrF8Bdb+C1V17C/fc+iFKRoJl6HRnAOLYA8pmFuapY9hzc8lryv0Vjflz/0Y+gc3avnNUkRrBmmxgdERYb/13gS95vUMw6DrR4AxKyZW0QDAcluPfFR+7HzMSUBCjGA0EkwmGkYjF0p5IItLZj3tnnYMrtxfBMTuTW/noN2U0bsXn9Joyngth5eAg+O4iwxoDDLFy+GKKWG7VyCYtXLMFZ/f1wmUVU5nUjZzPJvYGG24Kfcz8ObHhGOeAo37sKh7JQ9Tbw5z8/ipFDgxKuE4xFoRsVuV9FMeKE9omqwQFjeS40yRpOJeN4uzp+9zJMVh7magEoFYQ8l0jwFfqngkDVmcA1qAIyuR5pKVGHm+dGra7CJ0Utx+BdVTzxvKQXevesPrT29uEd77xKfJUpwecZ0ppukRrk0IEDeOKhB1AqFZWfpkOSER9rZ3UqRYZTBYpyT9IaYNKz17Jx8UmrUBk5hGhAw55aDZVaHYcPD8Pj4TBMWRE1e9Aj56R8bDfKpdybWt/nn3Yy5g/0YmRoDI1wGlYgimq5gnA4hs7ufqk349EgktEGgu4M/F6GtiqA8nUmsfMJnevePKuPvCFh+PNAVi610ilpfmzatgsbdkzC7U/IHhrU/MqD1KcJa5QDmEKxKGox26yiWmQAVR1+ytfDblxxxVk484yV8BHoVYwG6WdGRobR2zsLra2t8v+ZXM/3Slsv1tK1hlLu0Tpv6PAMvvedn+OVV17CJz7xfiQScXzuhi8hHY5jVnc3CmTlu2wkUymEud5dwMTUNMYmJpBMJpGOx+HX3OhIx9Hd1iZnfKlu4Pp3vRuhyRKKr+3CYncEFauGqUIewUhYPHN9LF1Z17POdfo2MuNZtDfI6ueZLj6uPrA+kH2ENT6H+q4GCplpVHI5pJMpRBmoGw6g7mLuALsPDdHONpRjHnzv7t9gqKFjxbLFMGsFBDUvIqGg1EB1y0A+X5JE+rZ0G/q62hEKeDA6OYO9w2PYPjSBzfuHRIHU1t6Kz3/+c1h91hmYGJ+S8y2RSMnwlANqozCBFx5/EKWpw5jKTOOx5zdi2/5pFMocVlC1RsunOj7+8Y/i9NWnyyBh++Zt2Lx5o9wme3ftQDwWRVdnO8LeOjo7u2FUTJR1Hf6ghqJeQtbQ0TGrD4mY8tdl/03fee4zQ7v3oZIvyfoemRhHMhZHV0sbUiRTMTi8pGO8WBSvepgN9LalxMc0R2B1alrIXEvmzYZZKiAQs9De3i577M69uzExXUQi2Ytjz7hUMn8Ms45XNm7GU2vXCajOUDQOwwLhmLJnYm0pPMA66g0G3Jli80JWO61feI97A24sWbIM8WgcL7/4ErK5rLDY41E/ls3txYnHrsD46DAOHjos/sbpaAg/e3D9m1rjf68P+gew+ldXtumx+tLjd6FanRbJTzzG9GoPGh41saVJ/I9u+RWeWfeiUNxFoi6HJgdmTG4M4itfuVEWolE1USgpYJVTFP6TReWhQ4fx45tvw+RM8fUCh8UnmTMMICEEYhlo0Sy0a0zsdKNaB/bqLG894m9CmdKnP/0xrDp2qSP/dQuwqkyaNfz0ll/jsaeehtcflsJ3zpw5+PwXvoDdu3bh5ptvhm4a+PIXvgivq4FnnnoC111/DbLZDGJxshVU6yzgKkECx1+N7/umn9yCsem8JFUG7ToSATfafRZ8DMGwIOEYYyQwEVzxkPlniQ+nKhgsXH7pxbj22qthFJngSGBVFXIEb5waBG53EH/44324+54/Ie5348zl8zC3NYYQlbjCHmZxQf9IL6azGVTdYcTbOxHt6Eb/ouWYLOoYn8rhV7fcirHxcTH9ViwjypCUx5MEgXiYEFuTAoBnq6Qquh3je/qg1inVoO+lk3zK6y8JqRa07iSOP+dUzO3tx6lzjsN/fuVrmJiZwfxjlmPL1q2wMiX4Cd5JmJBjfE8vTBZ0DQsG6gj1JRHsicPSbGhBLxLRmARBhVvS8tnoYVUpFyQBPhxLIZFuw+jG/Rh9djs8hmpXeCiwuOG1InOExRfp/apwVvI0Btgov8oG3nvdVXjnZecrKZ/WQDEzJJ5o0fQ8wBtDMBTCj27+JW67/U5EInFhYPPQZvrkv370I1h92onOfyM44xMAlY1aIh6VzXtodBr//NFPirWA8vJSIP3RMiyi1LS8EPNsATBqWLRoAb75jf9APMYiwZbDidO0WCwpRTH7DvrR0MPoi1/+Grbu2P2mgdUzV58Ku+FBxReEFYqjXi7B56pi5aK5qBQKGDp0WEnevF6Mj4+LtUbIH8D45DRzf1XEPcEVtxvxdESAhuwM/WqVLDbdlkKlWHD8yFwoF1QgUJ3M4kgYhTytDijhO6rIdkKk2KrIiIYWCQ1TGOcdbUnxoJ2amoHX7Zc1Q2kcrwuZnPzuCbTlSyVUDVsAExZ/qqZTzNEmc8hBVQVYVQW+YqxKoS/eXx7F0G9KmMm4cKb6SvpMlqtKO+c2oVjIygaEQLoAuuInrGwfOEzgyyTjMWGz5HWmryq2lMjc5T51JNN8TxSqe1wC0jAUQXJsoCEe0BAhzZx+wj4XWmMBCRw4cGgMPZ3z0XfeDRhJ0J+tjlZPCb3hMkL1CgKVAnz0s2JqPT2qbULPFip2Aa8d2I+dh7ICrHZpAfTFQpgb86EvaKMlAAS5mWoe2GQnk5kT0EjHAjS+NhmslDkRDVY+s9I8SaOs2Kos1bk2u8UKgIAk/0crgaavNrFrhkY414AGgJL65ZbhkOxJQnqx4SL7zNSFFdqgLysZ1fkiinoFhUrl/2PvvaPsOstz8WeffXY5vcyZqtGo92LJcpHBxgU7NsUYAyY4gUAuJcEkhJIEQklMEpL8Um5CEkIaScgKixBCxzhYxrZsyUW2Vaxm9dH0mTOnt33KPvu3nvfbZyw73HuX/WcWwxKWRppT9tnf973v8z4FlWZTQtMIYta0Jho0stc8TNdrmCgV0aBkMmVgNBVGfygiLIcW15njolbh3k2vxwSGzCT69QT67DTS0STseBR6NAo9HgNoNdJjOSkzZ7EOYLOstZriHwV6NjkM2miIFYAmCcsaGkFdvFWrAR112QMJmglPDp7myrVOWyb6KA1n6AGBT4JqH/jQy66/PvqJ/wWHgxmnIfcTC8NyuYSJqXkJIsjOLwrznAMvoeiwMfC9MXrMIQFVuTf9H4BVxfFUxhm94aqcZ3pAvE2TcabHMkCwKY9DYJMDMnUWyEmn1piAufR2o3RXl7UivGWmOFPlQj9RWgH5Un/1PcpvlS8yWSEcFvCxgnoHg4kwYkYAjUYJjUZVmvuQHRbbGMvS0XBd1JgC63pw6InWbKMq874XM6YIgCobAJ4ySsjKpidiW4iEQhhIGOL9HIvYCFnKwoP3lFI+KAsYGcjw+nJioBGYUGxgJuGSmeObkEidUKFcf3Ab+te+AQ0vJKAwg9a47kw76ttEUDXSRCE7jbNHHsXMsafhTeQRDk/CXptCePQ30T9wMw4+fwjfO3kSVmoQP3/ZVViTSKBt11B0zuH58wdw4vkTyBeyMAK0Uwhh7aZ1eM1110sq8PTUBJ47chAnTxyXeoMyuFWrVqkUbT/wgdYhy0bXiWKpqztodQJ48tECvvLlJ3Dda16HcFzH3kf2ot1+Dje8JoVdWzchkxmEprclJDEWz2B0+XosG12BWDSC2dlZkVGSwc3/5hezkhZt6F2EI2RLcT2QIa9qRDkzOWjh6+H+K8xUdaYKsEpvdc2UIVzQYMCpJgP+Qr4o2y3T6Xm/xOORpWBLWh6VSxUcfPYQHnxgD06fOS1sO6W2ccXKiuygN73pDoytGBbGfLXK4Es2p+pelbODwClD3HgjS/qw+EkoKxUB9F58n73+FQRQ8nP4ScCqgF3tLopzWTmPeH5/7xv/jq99/SvoHx7A2IplEnTE98LX8ewzh5HPEfgRfp388t1tZF0ymLHb8nDDDbuxu78CXTuKUJoqMh1GBAjnLIz/oI5IPoN8ty6+0AWtg0zAQNcKwr7lWtSv3IEa2ZzFGp7e/5Qovi5lDknN6YNBvTrxBWDVgwUPt7/pFuy6idYYITi1ClzH8QOMNORyOQEuaYUVj8XlKGczXMjnRTFXmMvi4FMHcGEyK4PvS4FV2X94Fgugp4BVsptl/QrTuYu3vOtuXL77ShmCcagyn51HfmHBt/tW3yPRgR6rwsKnxUqrLTU2B/1U6UWiUTz54P1YmJ1F2DSRCEXQn04jHokipAcwsm4d1u5+NRbaLmZyeXXtKeGfHUfp6SNYbDg4UW6gXGzJcLV/IIl8pYW0aWDt2DJcuWMXBkpVzDULWBwbQN1TPt3CBm530SKbWA5W2azlFBbmta5jrpTH9+67D1UGnoVthKMx8Sklq1tqFJ8hyutEj3W5Zv69vTSQVr4uwqSVs90PjBKA0gfqe77aivnKQYYKBeQwVnoTqcXU73t7PZnTVIA4lRoqpbKynRHbGvqiuwiYBlKZfoyt34g7334XsnPzwlLjc6aTKcxNTeL+738fi7NTL6gufgLI+CLWrU/5pJybZ0MiEsHbb70Zx558Am2vi74tl2FiZgYnjx1TrHeuaf8M7P35UnCz/goZq29+3c9gZKgPId3EVLaKQN8wum0PmXQfglZY1AbpZBSZuIeuMwUr2JY6sfdeLgVXX3h/LyYysPr4ScDqcydO4enjWejhFAIM/+Ewk8OYoCm5EmT+E1htOQTDHFQK82iLci+EeCyIj/zauyWMkcPdWCwplmCU/88vzCMSjqAv0ye1Dy28FLAakn1Wcg6obOk2YZlR3PfdvXj00b14+9tuR1+6D1//2nfxo/vvR386IyAZ7e7IWqYHKy36xOLE98MOWUGsX7MafbEQkmELlUodRiqBt9518dpZ0gAAIABJREFUFzYNLMP4E4eQOEbv5Q4WFufl+QmGcv8Qew967qoyRd2nrFOFEEzbhICQNviL55HcrwwodNuoFgvILS4gnk4hEovBYL6AYSNgR9EJWihqLiY7ZfzH3v9CIBXCxvWrkZ2dEH/25cNDUlssLsxLwHY4mhDg1LYNRCMGQoaNhXwJTxw7hyeOnkKh5iCdTuE973433v3e90poYSyeQCyeknUooWTdOk4+uQ8XTh7G7MIc/uO+PZiYrwghiDXi2OgI+jMp9GXS+MX3vh+pVBrNWg2P7duH06dOIZ/LCpjOQSeHyEP9w1InJOMJtLsdzGVnUOHAIqj67rAdFqUjWbwMQ1yYnkElWxC7jfMXL4qCuS+ewNgAFSgWphcLmC2VpWeL22Es74ujPx2FFYmKLV271UDXaSAasjC2pl8G7lR0dgIeKq0AYqkVWLFlt7B3FxYX8cij+2RgyFaCftf8bBiuziEn612D+IYMZHVlTwhPelGGaTGnpVIt4o1vuF3A6ft+wH2xIrVdMmLg9huvwWtvvA7nzp3H/qeekbOoLxHBP93/5Muu0f8n/8BPgdX/A7D65J7/hGEykZFsM6YPklLiS/7MMP7ib/4ejz3xjLCWVFPMo4WhJW1s3bQWv/XJj0iTwXq3Uiv5zAweyso4niy4L/7tV3D63OSSBEQku6TP+OxTRpNEvSZWhEyRfmUbLWQJkNEvpdNFOpXE7//eb2OwL66CtjzAovk2m8WAgb/5uy9jz8OPyiHEYoDg15vuuEOK8Ef27pUN+f3ve680bQ/+13347d/+NAqFHEIRS5gHPCQ5oSUjqRdcQbr6X3+JdgCnYQQp9W8jqLkYMDrIWExPbGH9FbswvHUbFqtlAexqVUc8Urix16t1XHXlZXjD626WCZ/AMWSR+Qc0Fz43K9uK4Gtf+ya+981vYtf6lbh20ypoDidYqhgyQ6YvQlbBXgulGurNJqxYEgOrNyDraNiz/1mcOT8hPjA98EicEcVDjuAV/fMUMKQmtMrXkMwO+hsRmOLmyAJR2mvK+Mkikmk8UDG7uOb2m2DFw9i5aise/96DeHzvE1i/aztq7SbmxicQ9SwBwHp+fiKN871am2jDGo0jvDyJdtBFkknpoZAAP4Mrxvwk0zZqlZI0pkxVHOhfhukDp3DxkecQYuhOW9k0sJbjfwkg8Dm4wfeafZGW66ZI2YO6h198zzvw1ttvgsmUb1NHyymi1ajDMFPQyHIxLXzyU/di3+NPw7RCSzLxkcEUPvvpT2DF2LBiH7EANCw0Gi0xDGfDQsBvfrEswCq9RMUc32/YewxoaR78dGsWFwTX3K6Da161G/d++hMI2QQJXJnosvhl6BMPd5dAfSCIaq2Oez/3eRw5ehKL+VfGWL3hhleh3dLQCsXRCNposahGA5vWLUfUtjA7OYV6uYKQZYlsitO/VDwtID4P/KARUswBzUM0bkux1KjVJOCqL8MU7H449JkiSwIGGlUHbc9DpVoVBgflJTzICGb1mCqqGCWrTYETlIWz0TaCGvr7IsKc5ESWdpYROyrXhgA9W8L+dAqZvjTKFUrci6g128L2E8jGZ6gQ2FhyHJHnUGztJWCV35LhBo0DesxTVlKKrUq2JfeunlePKkrZ4ftSKvFn9R+X97hGL1BK8Fzx26NErFypqzAFgrPC2FDek75tq7wmkUbRoylmwzZV8FWzayJqGuiL2LB0DzFLw9hIP1YPRnDy9AKOzuVw2c0fhbftVcLMWJlyMBpswmq2oDfmoNWKCLoMvAmIDQONj1pWFYcnjuCpZ+eBdgj9YQOrkjHsSEWxLmKi32RogIeAHRRmKiWDmmXAY2gfgT8yF2g6zPdKEJlNeEBJBOlxSjmc4ot7WGaqdFdeA0+LKt9Ov+HyOBhhkyQJy5TR83rQxoGfH8EIPgyZq23xMPWcJrxWSxquQKMl3l61BgHWGpodFXiQDeoCntW8DkpuB9l6HaW6g0rXQVtzYdP7T/dQ7rQwlW9gfpHBThquXrYcNy3fhI3JJAZTNuLJBOxwGoFQBFo0Co0yTDmjPCWv89UDclHbLWhkK/F1OkUJS/CcBrRWS7zJHENHUQuiEQyiEdBFBivAkKdYq/TZ7DNtpIKWBIZplIgTHHn/L7/sGuyvv3wvGvTerFMG34Ru6Kg5VSxMZzE/u4jxCxPIzi76QwSuAAWiXqojJNBIIKLnPXjpi5BGbQkg8sFv/x8QfIwGdRl4pOJhWKbybyUA1stwfiGs0WdEcT2Q9UXGWJDDBE3OfPEAF4sAgq6qgVEhQ/QgZoAeQ6QIrAZlnaUSJkb7bIS0ttggcAgYjoQQCVvyuDyreViQYK683Sn1Y/CkkgbLlZAaRQ1QPN7P9CL3Q3a4NqlcIVOeGKo8loBRvJ8J6nGYsxSZ7G8HPrjAvxdQgAwRoW0pP3Da7nTbqOkhDKx/E8JD29DodGFTwRHSxcOeUrmWBGnw+6a8dqdRRH7qJE7v24P89FMYGd2BZOZtMKx1oBl4oa3DcXXEjC4C3Ta6dR1GqIWRLUG0rBzOXngeZ06dwuTFixJgSN+67MIcKpWSAL0DA/0YSPeLJFEFeymbCA5KM0PLsXbdLnhdG/OLF/HcsQOYnipgeqqBMxca0Lsa1q2PYtuWBIb74zA0U5Q4bdeRuuKyHddg/fqd0ljzWgjETGCSFkFi49MQtovTrMgZQrsf1iLyfQ4wND9NmgNVCT9Rg2Zho8nvlaydnwmBLQ68GDyXWyyKFc3GjZtx4sQJ7N//GNL0SRsaknv0wFNP4/ixk2g21SDTpeWKYWLbtm248YabsHXbdqkxOg5fF0MBFcNK9nFCqLx3feBfVrd4iSsPY3rGq5rkBcYk19Htb7zzZa9v/sD3f/zwf2OsCrDa6aI8n1PnlRHE4w8/hL//27/EwPJBjK0YkzUVDtkimz9y8IiEQraFO6AGkPzF2ldA9A5ZrDq2bliN25KAZp9CZL2HMGXS1QCMYwbyR1wYbhx5z4Gr+z6gDNVZsw7GO26DEzal8V44N42D+w9gcnJKarSeFL3ng9+7CD15uzw/XISCGrbv2IqrbngNGhK+7sIKBBCNREV+T0AkFolK/cdhdKNaRzSVkPOJvoqdcg0nDx7Gw08eEkZTL+irF+TEs0j5M/vED7H9UJ9jt93Ea994G3Zf9yo8uf8xOPU6xtaslMDFFlUg4s+uod2khJd+zR5M2ncYhgz5GXwStEwYloWzx4/K/Z1KqjqXwARD78iEd9pdpEaXwzUsTM7Rgo0AcFAsgpxnn8Tk0SMIjI0BZA7qHqJWAtlcEUkzgG3bN2N0zUYsnj2Ps/UmSumUMOR4PikAATJwFMVI1xPFHuW//CJjK5tbxOkL52RAyfM9HkuIP2Mm0SfsN3o99mxhImGqPFxheZHQwPpLoeK9k8P3zveBVfE6JglG/I9V3SP2Ynxt3Es5vGL34SsSFDsW8pnKfeh5uHD6LI4ePrJUKynrMk8k3twbQ/EEXn3Tzdh93bXIZRelbmaPR2LP8cPP4YH7fohux1H1Vo9B6//+0j/72/8SuMv1zz2B6ovrd+3EhYsXEUz348rrfwbf/c63MX72hNSmwrbWWLOrYftLAc1Xyli96TXXwQgFsGvDRniuhYmqCy0YlXqX/qH9AyOIhg2YgQo8Zwq2AKtqeNMDdnt95Uvf5wuv0QdapYdXQ1SeNc+fPo/9R6ahh1LSP5O9btqmWFFwQElgNZ/PS8Cg1mmgXSuKpzjVF2vXjuJjH3svMhlbvOupLAiR2UhWYqkirEAO65gtQqsznisMjqb9guzhDI1uN9By2pgYzyG3uIhkPIxEPImZqSz+4i//WmoFg36h1ZqEDPNmGoiFkIgn5H3wfOaJTl/zdJQhcRHUWy7W7LgM2191DdatWI0Agyv3HUP15Fm05+bheC2kBgdg6qZ4M7Mn5j4l18UfyDBIldYEBJnZ17Ya9JVVBAnX42C9I4QSenMmBjMIpZJohGw0ggZmaw1MFEuYrBTQDAewWM4hGQmi06qjUS4Ik3LH1q3Yummz2H9MTs0opaJlIp6MYGxsBMsHBlBzOthz4Aj2PntM/NWTqTSuuuJKfPBXfg1r1q2DFQ7L2SfZCZ0OGmRMN+qo5bP4l3/7Cr59/49kEMq8DH5+A5k0br7xBszMTmP9hk1461vfgkjIxIXxSXz729/G9OQklg0Pimf0soE+ufbpRBKFQkFsZFasWo5uQMf0fFbAdmbdxPtSMkwSS49mA7WFAhrlKuazWcxkF2TNrxmlL72NqbksKqwPWWO5XfRHTAym4+jvH8T09LzCZCyGStsww4aA9bQDSGTSMFMjGBjbDs1OYmJqRixwjhw9jpPPPy9EAdZWPPupkuYdrnzNFf7RJlDuubJXUInCuoJrnnaS9NuNJhKYuDiBUm4R6WgYu7asx5WbV8I2dZw4fQ7TCwWxx4iGTPzbA0+8ojP8f+oP/RRYfckn22OsPv7gt6AHFOOSnj/CUNN9xqNh4X//1d/hiacPy0bb5abss17cVhO33nQ9PvjB96DZrImkttqo+AWgL7miv4rj4O++/DU8e1hNrwVs8oFVLjo+XIMyFreJUVNNTrPttjSlnHCyKFuzciX+8PO/K5INYXt2XdjEf8msQhB//Xf/hAcffhQ6GS2XHDacIhN44/T1zjvvxJnTp3Dh3Gn8yR9/XnxV9UAX0XBYChumorPIVhPVgCTQf/1r38KDD9Bf1haAzKWvmtvEcNREwgzgznfejW3XXSPhJGRakQLARUywktJ2Noi2RcsDvk/lb6oCQMh0MCQwiHK3PQ88iAOPPIbNI/0YCrHI4mtpyRRMWlSvi7BtCfiVr1dkstJyPdjxfqy54np87+En8dCTT/kNHEFcslUV0OcFuwhnLMRScRghW4DBerku3lCcijr1lkh06WIjihkxvVegLtUdBGdrXhOjV2zAqsu3IDszj/KpGYwfH0dmeBB9Y8M4e/oUrCp5EwEwVVGKTstCm8VYx0Wz24K5LIbk6gHUtSaGR4bQdOqwk3EMjI0qKr+8rpKEihmxPgRdHQsHz2P+wGmEdEoN1GSM7OVL5WTKBkAxo4TjTPl6h8mfGj7wvnfi9TdfCzsUE2CUh3i7WYel0y/YRKvr4UO/+jGcOT+lfO/kUPWw+4rt+PjHPoxIiOFgLNAZcmCi3mjK9aNUhVP+QtnBPb/6UczOZpcYqz3PKE7aFbBKRpahJO0MYOg08Po33IaPf/geKdb4+D1T7VgsIa+fU0DaB1SrNXzuc5/Hc8efl4ney/2iFcB111+FUtFBN5pBy4rDdWqwAvQFimEo0yeH4ezEBMKSgG0it5BDLBpHx2vj/MQsjGBIrBXYLIdDTE0mK7wjoF4obKE/kxYJeyGfQzyWRi5XQof7BBOHnaYwfXkt2DSrwBzFVlAWAJSXW4otR3sRyi3SlkiLFxbyqFWbiITjUtR3mjw41b7EhExOmeezOQkPoD+hPJ5IcZXM2edEvCihlvfHUiHq72MKYFUhOPIl/jwKWBWGgjQpyldLLAsIBCtV/9JeAb0lrEoy8WLxJKp1Rxoojfe/z05X7BEFbMlwQ1LPAySJKk9Vm36SQKfLSKcuMrGISE9oXcsByGUj/Vjbn8S/HzqKYOZ1GL7u51HSgdWZKpaTrVJ1EKxNQGsuwhCGJH1KA3B1A027hqNT+/HkU1NwG1FEQwGsTEZxZaYPW5MRDFh8LR1oBE8pA6OxoLBXDWhkoHJNMaFE5KN833zzktcthvV8j57Oz9zDiBkVz2GN0jqNzG5fCsjrQGCVADmTfxkixf1Phj28rgQxNcUWICuULGUOiijNIjjFhpFyHqciHlwMUiAYUm57EnbXIHM10IHLIA6qBxjWU28jW6qgWHdRrrnIVxuy1iJaFbtHxnDd0FaMMLQqAmjhCALRPoCAaiQMhMg+IJta7d18ywQy+B40huW1GF7VgtYoSuiBRrY7fYrRRT3goRCIwjGCaFApIPcA2fZttL2WSBv77RAyeghhjencNMAJAh/44Mtd4vjnf/u8YPq0ReB7a7QclCp5TE1MY2E2J17JM5Pz0ugoOb7PHu0lZbOZoFRZBmzq6S+VEfZYSD3xvAwY/HOc9zD3Dd7DibApbHIuDgIZ9CPzH02pDITR2QObZJwhFgPCUO35qr4IWCW4qnySyW4lsEqfa3qZW4EuxoaTGEwHoHssktkgmcIeDASUZ7qn01/XN/wQMMBv+ANquPjSL4b58L7p7U7CSOr9o4AKblsa3vjqBMoTle2FAhJ6DC0+Gx/J4UBIhlL+IIbAR6OAQGonlu+8C91UWKyDonYEUTushpKUpfqeZMKMp1Sbr9mOwqmVUJg4DS/XgVcvIxgcQCjdj0YzimLRk/VrBiy4RRu5ShbLtgcxsMFEV9dkiDE7cwGz0xOYn59C120Keyhk0fdXBQ/x8xGp+yVS7VA8hcGRNTSCwcTUGcwvXIBlGiIjdJy2rFfmPvHs8MBG3EGw05BaibK8XVfcgGRyFPWmSuRV9Z+/1fqfhDBuwKGsUNiFMUiGFO/ndof+9MofTflFuooZLTe9GnpSHcHvi28t/41GwIt+9hrC4Qimpqawf/8+HDtyDFPTE6iWK2g0GXahFDX8pNet24DXve5WbNu+FaapBiF8bipxCENwrxEvSD/cTGHrBHRZg/KsIEjH/YLvUV3LnoqF9wCv6Ztuf2VWAN978KEXLDLE5/oFdmB5Pi/nUcDQcezZZ/Cnf/T7SA2nsXrtWmE/8bx1Wy2cOn4SraqDapvXjyCqstygLZSijhsItlvYuGoIN1gxYPI4BnZ0EdpooXqig+4hA17DEl/rEjpoBpvire+aQQR370b09TdCN13UOy6ee/wQntl/QBpyeQ7//SuWb+886I031L3A04R7AlUwa7dsQDiVQDQcxfDAIGrVCgqLOSFMMESKIbkEVndccTlGV62QQbRTqcKrNjB95hy+/+A+yViQsDv/+UXVdAmwyuckuYGfkbDUOh0MjY7AsA2cff4EhkaHcMsbXwfXaQhjmcxUHvocAtCXV/INpGH3EItGxW7MDoeE9KCTYOC6MpgQZqwWkBTyvmRKBo7cgSrVmijcBoYyMqsLdIDiqcM4ct930DecQXj5MKIWbQSCMAJhhA0TdrIPgcwauAEbE5UCxuemoZsKWBK2J31/gybK+SoOHDiAiQsXhDBCljVftzCoTRVe1vK62HX5lbj99W9Cp6XsSpi6TV9XAvGxaEwsAuj/z3XXErWYH1rmKUWjrMtWW4AKvlfaJXBALt6ofniMIs+oPbKn1GNtIgO33gmhKbn/c4cO4dGHH5JelOtS9ENiSUarJw3pwUG87ed/AaF4VBhq5XJZrJJGh4bxxGP78fCeB6VH/H+CqnLISSV4yTHgIR7UJExvsVbHpmtvxPCy1fj6V/8VTiUragrWLkE9JCx5+vX3wMxez1gp51/2+c0fuPqKy+GZGtYOD2PH2m2YKjQxnXXks1q1bq08p8FA35gLvT0rijMJF73ECqDHzv5vALL/iuS1SvuuhlsMQuMw5tz4JB566ixgxhGJpqQmJcuddmyU+9N2iYAnQWO3UcK6FcOyHsfHJ/CGN96Cn7v7dhiGROIhnyOI30U6ncZiLofp6VlZG/T/rFTLGB4exOo1q0X9Ua9TcVYX/9vZ6XnkcmVZVxyksd9iyOehZ0/iyLOHkJ1bEDsARbHXkIma2LJ5k5zz9D+emrwomQuDA31iy9PoADuufQ0ue/WrkerLYCDTD3N6HvMP7MfsQ/tRLeaRGR0SXIBrWJSq9NtvtoRwFIqGBUgLmiR9cGjFgDQGVCuWOxcsg64XSgXk3Abia1ZAzyRRtE00jSAWaw3UpR8Jot6soVnMYU0mKgHKubkZ9KeS2LJhI1KxhGQwTE9Py/vgybh2zUoMDGYQNAOoNF38cN/TeFSA1RaSyRTGRkfx1rvuxu1vugM6PVlJzgiFZb9rVkvwmi1MX5zAH//5n+HQ8WOIhMKolEj6KmFkIIN7fun9SMSj+MY3voHbbrsVN732RjitLvY8+BC+8+1vYaQ/g5mJcaxasRxNp4FGtYq+dArLly8TNezk3BxKtbrYKdiRMCwGIwpbPwibZ2mtjUapgnyphHyZvaCLzatHEAqauHBxCmXHEUYp8Yy+aBhhy0S75aJcYnA4A1Y9NMlcDeqwqVJiaFkkjC1X34Dkso04dfYiLoyPwzRtnL9wEafPnJN9lJZL3HOoKGKGhUHrBtmvVL2hmOaA02YPX5ezO8qcl66LSDyOSqkI16ljw4oV2LJ6FAmzg067hfMTMyjUW4gnkkhEw/i3B37qsXrpJvdTYPUlW34PWN3/4H/6nmeUcvuHr8h2WaxZ+N9/8Td46tBx8TeT4kQOJE/SkX/h59+ON99xq0i4OclrM3XZ9+0XEIWsjVYL//zVb2H/488sWQH00od54HOi6XAh0C/NDzuqkQDuswM818XOyy7D5+79jFDoRRbmdRASmR2bRAN/8/f/jD0P74URUoxVPi+nEywIODUjaDYyvBwTE+NCQvqjP7gX/Sky4RzZeEzbQtNpoSaePZTNBwWkeeihR/EvX/4qupRdcKFyTuh2YHsONqwYwHs+8IvoX7VCkuK5ObNI44Gl8BmCQD7DgYw630y+d/Cpgq9DLqlALU6ugOce3Yfc+HkkohE54AhM0fOzf6Bfpsk0AQ8wwd1poOo4CGWGcPUb78SPnzmKr//7N2Sq3zN753tgaI4W6mL5zmXoX7EMmWWDEhZDGY3e0WB5CZw/cRpzZycR9lSgSrPpoOM6ItulebtiK3bRTgTxqp99Pc5ePAejEcCJRw8jZcawbfcOHDl1HJ3phiREu05LDmZS7etOQxVeZPuORNG/fhmaelsCyIrFAsY2rkN8ICP1TWVxEZViThgWRmIQ3UoLc0+dRudiQXJjuDMSUGYDQcCc11ESJ6URlDxplTLPgq+rIRY1cc8H34PrrrlcksJ1msu322h1mggFFYg4MTOHD97zETTabILIkKalYx2/+At34e6fvQsBJiRLmrYuMkqyMHntUyl6o5IZ1sGvfuQ3cOHC5JLHak/i1guHuRRY5b3sdpt4+9vvwvve8/MCSHKSxvfB9xMKRQQAJuOLX2SFfvZ3fldMunMi43t5XwRWb7ntWszNllA3E+iEkgh2XVhmS7xKhwb7MZSMIzs1jlatJl6GZFezWY6lLJwbn0K9rq4NvWEZ+MbURQKrBEp58CQTUfQPpDA3N4tkIoNysY5iuSb3a62u3heviRTewlr1GTLyfYZjMPFRFbosXpMJA+FwEIV8BfWaA5sMQo/sqSYSSXpP1WStUa7aaLVRdcgMVV5QwrQk8OnvUwocVY/dW39Lgxep+HlrK8BH/sh7R5ITFLyifhFE9JtAGZAI58qX9vZag4Zi4QW511ioNci0YjAT16OSsXI/6K39XkEu/pFkFVkBmdTSx4dDAd5zqXAIywdTCJkGFoslxMMW3vmqdTiXa2DvRB8yr/kFFAwdq+I1bIrZsBo16KUpBAjcECTh/4IeXDOCmtHE4XMH8OyBc+g6YaRsA8uiIWzPJHFZJoGxGNkxHAQQICWSy04nCE0Yq/QkCcINUaKr0tMJoHoafb4ImPGg4LVTwW0EVjXYIm/3dMrVekcGmZ++HJyyMjJOW3UBI8V7lXulS1q9ktUKCCia1R4crbxNwbXSpBSLIYJtQG+IR2VHc2VwFGDD2yFTxgLtr+edgoQZ8awJR/l2mgg3G0gYUcT1PuhdpuDa0KwouuEMPMOCRq9V05aCWkkhiRcqv1IBe+n7yvdAYLhZA9e1APQEptBBFR3MdYKoGwE0yYQQu5k2mu262NLw/hoOhbA8kkRStyX8hcoL/NKvvLwFDuAf/un3ENQol+caUGB/qVbCyVPP4+Azh1GvsdE1hAHO4pVrXD4T3/KmNzwgsNprZC8FVqVpfAkQ6Y9F5HGkEQsGkKDXKCXBthpGCQjmM7ZFws3gBwG/qI7h/stQIdrFaFJ/8PcCtpLJyr+nrEvO+ABsgrdUsxim+BvGbR0rhyNIJfhzPV9tHQGDjFeFb9IflzxoCcYSdqmSBkuIzkuuslqPHNj5ihKOCHvsd/nklG+2MK74e2GFKVuPrrDYuR78cEiG67RaaFKaRuatQRBSJS0XikXkG03suOEejO54LXLNBWG1EhQPcYAlz6vsBChbVPUW5W18n5RpxhELd9B2GpibnYSWrYh9itax0WrRCdhErWYjV3AQGehg2fokTZvhtGty3QIaWUiWgBGOUxafyIDWlvDSifETS/ZNck/0fML9xoQ+28I8I0jT6iqJLq+pF0MAeRm6e90QPK0kRG5e42gyjct33QDdTIodQm/fUwxG5XvYA93avKYELoWlrD4hnjEcqgho69dPKiRK7dGiDPHUvcXH5s8yoKSrNWGaBEBcjI+P4+LERQwMZBAPJ+TP+x/fh8ceexSnT59Eur8fd97xZtz82ptlcFgqL8oQxDDIpOfnzPuZ+6k/lBMbABotKqCO/uUcjstAz7+v9EAvkViFJvUYm3e86a0ve33zB77zwINLIKGA3kuqpwDKc3m0mh1hmU2cPoXPfurXKefC6IoVWLlqTK4VWZ/nTz6PUjYPz7R9ax4ODTXUmo7Yl0APwW42cP1t12BT3UZ730H0xUuIbDDhTgbgTlto6xqqXkN8PN1AG7anoRAKIfi6GxG5YhuKjQLmj5zB84dOYHJhXg1Lg8Gl4DwC3QJiXsom9Ac5BMrJSDesIEZXjmDNhjXIZIZw8thJHHz6afk58fD39yIO2H/uve9COBaFw/3cDqOWy+PQ40/h0Inz6PjPzevVC3ASQJp7jU864N8RKBcA1qMHs5L4tpsN7LxqJ66+4Vp0nLowVqkGKJeK8uxbtmxBKt0naz6fo2WRjsxAP5xWS1ihbalRCDKwXaxnAAAgAElEQVSqwFrFbKaNUUoYfAJUtlrC5GMt2+q0icHAcl088c0fwKu10H/lFUgPr0FYt2CSGBAKwopGEYoOIxpLoGO08Oie72M2NyH1STgQRLPbFubbj+9/CBfOnJEAUQHRe762JEoYBIs8OO0W3nj7nbjrHe/E9OSMvJ5oMoVYMi7s1qhND0h1zWWo4QOdVIUR9KQihu9Lwrz49wzjIXGAvuOEyYVdrlR2/OLjSOcoxA21XtUa78hMleDzMweexAP336/CdHu+qFTFgNkPLsZWr8Zd73y3EFmYm0BmpBBAOh7u+853MTc1BT340t39J9R+S0WJeg3cN0hkidP6qFXH0NhK7HjtLdA9HQ/c9wPkFmdFlUmmMm2RyL5Ve5U6J2SfDwYxPTX+itb3irFRRBIx8Ru/Zdc1GIovw/n5CpyIjS07L8f0DK36alg+FBJg1QpwmPiCx6rsq75tUe8FXHqGy3X3lSKiwOP6ZdCuEcDU7ALu33scjmci1TcogW1k6gcsW8Kb+KtYqCC/OItWbRGvumKzDL2efOoAfuVDv4QrrtwM160jlUiKsnNqZg7PPHMQFy5cwMzUrEjWOSAj63/5shHs3LkD1167G+vXr8bi/IIMvRgoxeKRfTjvP/qWj4yO4uLJafzT3/+jBESlYwl0222cP38eIbODbVs2IhWPChjH85Z7GX1dmR3i2TEU2l2s3noZVq7fiIGhYexatwr9dReH//27OPvIPsRMXcDLuG5hMJVBIhqH47RkMCeJhZ2OBIpqiRgqAeD0wiyminmkBjIYHVgOM2JJnbfoNjHXaWKqUhSZuxa00GqxFg0hE49Dq9eQDgJXb18Jywyi1aghYtmIELgOWuJxvDA7L/dTOhGX/Yxrsea5mC1Vha16doa2bEHBOzhAXrtmPV57880YXDaMoZERDI+o8KpmLivevD/aswd/8tdfQNNVgakcSJVLefQno7j7rXdgOJPGvn2PIp/PYWzNGqxYtQHRVD+++q9fxdzkBTjlIvrTCaxcuRyrV63EylWrJDfjmUOHcW5yUiwcaLeYSiWkz6NSiDhPP8kJzY6EP5arNdmDWTENpS2EDVsCourcB4wgQgROTVNA0fmFnPiqDw8PoVYpiq2TnUygP5kWtVDDbcNMDiNfpy2kgXS6D3Ykgvt+9ACeO35CzhkCy/Rr37xmFCv6U6ICEixA07FYKCC7mMfUwiIK1TpazNUIGpLzwjqUqgM+b9y2xKc3ZgURDxliHZktlMWjlp7tiZiNr+75qRXAT4HV/8s2v8RY3fMNBSTKZJvNsgIZuIjZpP7pX3wJzxw+IeE9pPJLC8yN3O3i4792D66+ejuqlZIqMNlI+ibVPcN4khC++vXv4seP7FsCWfwHUaboLpmgqiEKuC0pyF1h8bDhoKdWCzfeeAM+8uFfQb1REUYMS1gGZzDp19MMfOkf/wV7fvyY+Abxi69PZON+g0BJQ88An8/zqU9+DJdtXScMEFoB0LuNk926AHUd8asilfzEidP40z/7KzhNV5iEih2hw2xXsHPbarz/Q+8X1qXF5ptTLwnk4jRTeeqx2WXB1iPDKXaL/4sgrQa0xcjbw+z5CUydPINOoyFhLgyzIXctm82if3gZNm3fhqn5ObSKRdQrFUzPzmPlps3YevW1uO+Rx/Ct//w2KLWVQ5R4BPEOelIOJ9C3OQ09EUZkQHnBVIsV2JqJcHgI5w8ex9nHjyCJEGJ2SBiAzWZVGhpONPkZGN0uSloTu+/6GbTClBvpMMoaTjz0BDZv3oDpag4LJ+ZgEmRpthGzQlIwlmtVYRe00EFqwzCMwSjMBIE0xdLccs1VMKNhaVpq+RxKiwvC4jTSowhUOph/8hS82YqE2nAuT7YopUnKC00l/Elxp6AreVwplDQDfX1RfPTXfglbtqxBKsTpewCtroYmE191WkiaYh/xmd/5A1ghesopEI5s3U98/B78zM03wnNbPouGQWxhVCq8Nk1hZlE667Q1fORjn8Cp0+ckHZhfS0EJfgHZA1bFW5eSZr2Ld73r5/COt92hGMJQvq38YjNIeY7gjN0uisWyhFeNX5zG4isEVu94y8/g4sUFlL0Q3EifHFSRkAppY6Ey2p+E6bVRz+fQdtpSYNRqZaQHo8iXqjh/fkFSZ21Lg21YsCJhub8pj2FCqG3pWLdupXgquW0y0EKYW8j5zAwFiPaKaQWyqk2Jh7NKXFegkgImNUTC/B7B5qZMMgnuswmnh1rfYBIhM4x8tiDr1BWghMCoAvcCXKMcbnANij2YKup7n8kSWNoLViAII6CJatQJltOrrDccEp9QIZupwBOCKNzPuvQQXbIX4MutCbhLawneRy7ZLTIrJVSlGHI9wJ2fLfc9Ph7lywzJoMyLvr70Lesw4bfblcJvzVACqVgE8/kS8o0KNg+F8epNl+HBGR3TmV2Y6dSRibWwta+LIb2FaM2Byam71hY2KV93xfMwVS7gxOkc5qZKYN9hB4PiI7QiamF90sL6VBijMQtJKwiT7FeCqvRcZYFJIE434Ibovaqra657aJGxSnZBlzI+7nldkWwvC4YVWIkgPL2tglXEQ1ecj9Xm1GTh2hSpD4FKrcP9UnlbscCUayvxiIrpJ/cNpcWtNrpMg+bnxcUjTEf6PjroBNXrJnDWbmuot7ood5podJuIhQwMZvoQT6fhWQSK+ZmRRU7JHYHUKBCyAD1MFA1eW5A5tafzFwOP6EvK52WAFcFRpyHyUY3pwj4jkvd2J9BBPeAi67rIOg0UWpT/q3Og1Wmh7nJw1caAYWBDegBDoRgs+uQRrLnnoy+7MfvSP/yB+PTyvORWyLOca2Iht4hnnz2CUyfOwjCiyGULmJqYkRRsApnC6vaZb4qxKnfMi756Q5EX5zyrf7LEO9QAO6AhZpmIhcylJFhhKPnMdUKmPM34UxxmMrCBfyITW43EOFQhG4RALaX3BFdVaBVfbw9YpT0NhXsDcRNj/bTxYaK2kvIp0F8oqvLaekzbJW88BtMRCCbY39Oz+hKS3r/h92XvJWjn+83yWgqY4w9rOChRgKf8sPI289kQBBMoSaPffLOpfMDFDofNgQQmWFh+9R3YcPVt6EYyKOTr8Nr0QGvIuSaNkxESIJbNO/14JSiF3rMeG14bukUFBRuCMDp1+lkWoNUV+9uh71szhLalI97P5pj7LwEOte8qz0IV3kXPR8vWMDV5BhcunEKnXhEPORkA+coa/jvupQRHxM6DPsC0BfGacN0mGPZJoIXgrwD7/uCMoAjBrlA8je07rkM03i/DMw5pOTBR15ZTCv/CcUtoUnKs5MayP1KezevcpSevOu+5eVAJQyBEWNEtspsUkq7UEByqeqA9dS80jQyYfGERZ8+eRqWyIM1bKs0kYAdHj52QQRi955qNEpqNBgIM+vQ5LgQl6X3M90jpv8iWPdaWvEBsvAjMMdG8I2EmATKNdQOepVLcex6rPWugt77lZ1/2+uYPfPtHe+R99qTtPcYqP6tqtgin4YjnYWF2Bp/5rY9JqKgdiWHd+lUYGOhDkPvBxCQWpmbhyefH7dOQra3coLVUCx2eR56G0U1rka520Jiaha21ETU1hN0A1rTCWK4F8ByKsLv0JvVgdpqYHF2G/tuuRwltLJaqmD92HjPT06j4Nc2lQI9Y7/hA29L3/fOZ17zr0cZBQyYTw6q1Y9iy9XKcOX0ehw4eFMaqyHVZ27fbSCaTuOH1N4p6jcMZepk2ikU89+whPD+9KAz8HuDFe0XuH4Lv9FP0mbMquEq9pmBAKYW0blsIHK+97WYMrVshPooEVvnFPYryfgbohEMMT6V9WgPtButQFdqkrA8I/HHw7MKmj3Y4qnzsdV0sAwgg0R+SfYkEPMnfUZqtY/zUDMLxlehbvRElpwVLi8M0bGjBDkxLkwEMBVCRRBTFc2fw5LHH4KAFrU6SRgd77v8hzpw4ocglEvrJ/VGFRxFcY/3H86LutHD9zbfiPR/4IGamZ4RQEbBNxBIJFSjMWo9qo5YrYWfcB3nbi8+850InE9b3QBYGKtcjQVgOhHx1gqxlX6fD19Ib1kgJKEoQMsHpkdyGbZjY/+he7PnhD2HYykaMZBdu2mSssl68/OrduO7mW4WBT3CPj1dczGFuZhaNUhnPPXtQlDQ9tuz/jb2pNAw+sOpp6OgBjC4bQXFuGolkEgjFUa+WpMYlS1o88gkEi5+8Yn/y61IAs1Evv6L1PTiQQlC30YSLjelB3HXVTehG05i1LQysWI1SuYFapYDBZADhYB4Bry777aWMWXVJL6kzLxleyOsUxmrvdavPkHtatlDCf+09ioVCE4nUAGwziBDJLXZEAH2SH6rVBorZObjNPF591WZUSgUJpb733s+gfyAGp1mCU28iO1/Ew3sfl1wVWtwtzGelL6DaMBINicSbNWIiEcWGNauxZu1q8fxkYGCU1zxoIhxPix3V0ePH8W//+C+oFYvYNLZSQO9iNotysYDNG0Zx2ZZNcDuqV+ZHkUik0HQ6mJzOYrbewCMHj6LQ6mLVpi0waWvhtrCubwSpgIns+FlcOTCENd0ANtlhhOnbykwC1ieGjqauoUPlYMDAxVIOB86dxqGJ82jaBlZt3IBwJCqMeVok5AolVB1+cjoCwpodQDqVQalWRj47h0QA2L1pLdYNhVGrlNFiKCbrrbYrqtL+dFzWKfGFvoF+eIaBfKWCk+cncX5mEQu1NloBE6FwVCyySAThvRuKhIXksmLlSuzatQvXXHMNFo4ew9HjR3Hy/BnsffopdGHAKdUFYK3WSljWl8CqkTSuvmwr4iETZ86dRa7RFhshM5TA3PQsUmEba8dGkU6HZH3z9RZKRWSLFWGc0ts0RMuM665D2DLQadeRThJU19FxWmhWaliYXxDmPu+3UCCIZWsYCNjBwsyC4AtGxIYmtmBdCU0uOW3svOoq8Zw9e+o48tkFZMtUTqaQTGaE4WqE4khkRtHXP4B0XwaVRgPf/P73ceb8uJTqVEbHTA237N6JnWuWwey2RCnKroNkt2qriwtzOTzy1GFMLJbk8YwwQ5khdi2Mae7Qpx8d2LR2sSykojZa7Raq9aYMXeO2ga/vPfKK1vj/1B/6KWP1JZ/sEmP1gf9UwCrlIVwMvnxOgNWgjT/9whfxzBEe1PSuVGAljyNO1+799G9i9aplqFQrwibhtJngZA98lcO8q+Hr3/wB7n/gYdWQ+dO13hRVik8BNXhoc5NUAIeyCZfSHne97U7cfffPyuYg3mcssFlPi0TEwN/+w1fw4737RL7QO0xfzBBVvmjiH9Rp4T2/8A685U23ibxBfEUFMPVA1oRMWlVrIROWP/6TL4iHZq8YI7AacOu48YYr8K73/JxcN5MsGwmDIuuFh5ZKw6ZPpkjrfX9TFhwCLwgYyBrAhRcMimTw3KlzcEo1AR4ISkpIT8cVpuKy5ctFBtOhF16LjVtNfC4tOyKG2UeOH8N9D/wIM1NT6LQ6aHCCZ2kYXrsCieEErGQAWsRCbDADKx6VzYyXd36+isqFeeSOnke0qQsg6nTaqNXLEialEowD0F0XDbeD9a/ZhuT2MUzMLuDKnVfh6AOPo5EtwoiFMTc+D7fcgNWmgiWISCQGp1EXbx3CPNGVaXh9NuKDCRTpMxMJ4bJXXyPMYN4v1cIi8vNzMAIa0ivWI3dhDtP7jiMwXxdZvCIYapJq3WtUeveQ8l5ls6U8MiktXbasDx//6D1YuWIZkvSAkf5PF+8tMoDI3P3LL/4Dvvnt74lVgBR65Ly6bfz+5z6BV+++WmwDxH+3o9ik9HSiZUQsFhEfPPoR/8ZvfAYnT51ByFYhEYpt6jfovD/pl8oCVIpS/l7De9/3Hrz5DbeKzJUfBGXNrNQk3ThoKz8/r4tcroDf/ORnMDObxeLiy5cZkbF6x9tvwfRsEYtlDYHIgBRTmaGoSNezE5Po74tiOB2H3umgMK8sDSjxTyRDMo189pnjKBYdCRYhG40rI5mMC0OB7FEylLfuWoVqpYnpi3Poz2QwPbsok2NNpzSUCb0ECHpp3Iqd2BUPRFOBq/QYI4DBzCTLQLvZRLspBqFLa4XPF4tZGBnpQzFP/7yqrH1eWLLWNeq5DQ1akInyXQk9EomprEFKuH22vS/fVWDni5mk8rmJ5lsB9YpVIaMeX+bLppSLWX1XSeI5/qffJwdLBFbF80Gl2yrIRRXgl/w/n0d8yHTuG0DECiIVsRE2DObGw2m0EQkCm1dmsHIggUa1jKwTQL6UxY7RdYiMLMfexTb2zU4iGGgjaVaQtDQkgxYiBI6kyenKPlBzmsiX6qgWAgh2g7RkRJs+xjoQNjykGFoTNjAQs5EO6xhIuohHTYQjlqgU6F/H4KpSwoFLJp0JdIMsP3ohdSqUi7nSHFgMmTosMncRhOXpcHV+1srNlvYelDxaDTXh7jY78FoMBKFUWUOgHYDVDiBE77ugIUAPpdAEgx2nLgBC03UR0gxEiBoFNWhtD3U4qHVrcJjU2iXTHyjVNBRqNMJvY9fmYWxdswJROwO3ozxgQZYoG22iMPSFNS0J7iIbUKPUTxhHHnTHhVapChDMpFiN+3/DBZwaXL2JQNsTb1+GehFcdoMaGgENVcNDsVXHbL6IfKUBpxWQX/U2m/Q6BsMW1iXTGIukkAqEobtB4GO/+bLrry/9/ecFoJSBFFk1PcuZgIZyuYKTx09hcbGIi+MzOHHstCTPM3RKGKsCSKp7nMCe3NvShPksbz+FXZ3DPuNw6RWqO5pLhMuAA4J0PIJ4SNla8JIIM8Cwxbst0z+ElWPrxKrg8PFnMDNzHnGCDiLvJyhGz0Kux66wKw3xLzSFicd1YRL0D2qI2QYGk2H0RbmGCBb4rPRek9uTR0ogl+8pTtagH7hm+r6SlzL/ZOjhWyLwZ9Q+3pOv0gZCMVYVnipGRj5wpqiZlBPyjGi2umInRBYGvyf1AFGQRh2xdD9uuvu9GNl6M+qei1ypBq9twAhQYk42s6PYZV2Cq5aobMjc4YCXZzAl57RnIeOO64sASTBEtmpXUsGFyU/AX7PkHmSzwY2K667rEnDkn5oImLrI/wkeHTz4BE6fOoqBgRSG+wdedO+JzJdgFOsYgnESQkPQiKrjprB2OYDwdIkgEc8/ntMBDmY0ep55SGVGsXnrlTDtmAAuUufJvkFAVjTCvRsN7aYaaCmrH3VjKWabAsl7yhQ1aFNMVwnl8YNSZSDuqwJowUQlFD9DhqSQBTw/O43jJ/fB5vBStxGPJYV1WKvWsJCdhR7oCFNavLz5ONy/RUrIda1CDOWKil1QUPYmec+ehqCziIRXFAZMvu6i1g0glOoXn0THcdHh+zaCeOubX5kVwHd+tOdFHqu9wDRel3qhhHpVgfaNYh6f/q1fx0JhEQGDDLQEVo4tF/CRihSyqJOZfsQYtBI0xbe+2qhjcmYGMwtzCJCJrAdh+QQJkQvTo1prYWfXxN3BfuzvzsFiKJirCfAwvn0lzNFBkQsXCjUszhZQa9b9wcMLYXeqLlfM8Eu/lpjIJHZ4CsSOx2xs3roBO3dejlAkhqPPHcUDP/qx3yfw33Wwbu0a7Lh8K0rFvFjuGF0N9WIJF89ewHipJkA+BzEc1PA5hBlN/2ZKfDkw7GH6vfAln4zBc4n379vf8TYkB9MYv3ABC9kFxBNxbNu2BZZtYmFhHu2GIx6L7JlkoMBRIJn1pgnbDsl/uebIVA3Z9GBVclkO1Qh62wxb0wMIWxZioRhcAru03Akm0NRTcDtk0iomp6FZUlHy3jdosSOe6EFEXBeVdgmO68L2Avj+d/8D//qVv5E9lPcwwV7h2PtkD9677FXYfXAwPrZ2Az76m7+FcrWKerMhKpVoPCGDLgKdIdOWYTsBZwFW/V/yeD5wTTWAkpi7Mpwj+YZWJmoRv/D5c0CiQgNddLoO6k4JDaci+16jWRb7j7mZCibG52AYTSGUzF5YEMsyDnaCoRBueeMbsGHzdqmPqe7JZbPY++OH5PO96vIr8PCPHxKfRtUs+BN8/zWoe04x6JRUSfl3sx/juq+1HMQSEbiNukig6UXMg00F0/nnoigTFDFGhBJ+h9r7nUPizyv4etXOtbh4cR7UFehVB2/dfQN2XPEaTNJrf2yFkIcW5+YQt5oIB3MIajVhWr9ooOif0T3P5N61X3o5/rrr6X+olmQRyvrwgb3P4eJ0HqFYauleZZiSboZQrTXlTGo1KjC9Mq7esVas/86PX8SvfOgeTEyN4/jx5zAzPeurzJTtSa3WwNzcghBRuF9xKEClH72cGU4bjYQxMjKMzRtX4zU3Xov44DAOHj+Dcxfnkc2VcPzYCUxfOINk2EbI62KQQdOdpii8dm5di2TUxuLCLOLRsPhkcu5N5ZNlxjBVbOD7jx3AGTIh40msWLVabH6o0jSjUQQjJnYPjWK3mcR2x0G8q6wMyEx9YvIijhbmMdt0kHOaWCgWgJANzzJknQlOUqsvEbe4l0TDKnOjWK3K/ZRKplBrVFEuLghxZeuKYQwGXVTyBfT1JWGGIygWSnCbHRkiMZV+PpdH0zCw6DiYzeZQa7KGZVCUyjngoIg9EtclCRm8B2m7Q4XG8PCweINnuk1RC544fw4T2Tl0uhrchocWB67lPC5bP4q1Q2mMDqaxcvkIFrKLODW5CM1OoNzoYn56Ads2rsFAXxRBzxHAlEzjhtNC2WnjxJlzsjbWr16JseWj6JI0I/ZeXbF0KDdaMvBokaDWaoqSipYpBFJb9TrqNfa5al/uMqQZmoDS1XYHb3772yXz4/D+fcjPz6JcLymLFFpeBOl1G4YdTiplqGmi2ung0PNnsFhm3kJXWMum18S129fj+u3rEAl0JXScNYAsebKDPQM/eOQp7GcdHEpANzQZhg6lYhhKxBEKArViTrJFWLcSg6H9XL3hSF9KRut/7j/8Clb4/9wf+Smw+pLPtgesPrHnOzLNIpzIYCgelGK5JH5EFv7kC1/EwSMnVVK0b9BPgGioP4nPfeaTiEVtufF46BohUxUw9JnisuEksO3hG9/+IX74owf9RuyFqZpI8/wD6lKZrGrYlF6RflcfeP//wk03Xo9avUIelIARQVKAWO5rtAL4Fzzy6P6l8KreW12aJtJEXZojpsi2cdMNr8KHfum9aLfrAo7QOzOfL8okitNknv/07KAP0p//xRcxOzMnANCSlM118I533IE33n6Ln7Hqp2D7NaMKOPCBGz/ZsleUy/dlYwSaTCpuNGCZ6ho6jaZ4u9DPwydvyJRbMU5UgUjLhUCQQJVqhDlRJnuE8s+52XlcPHcRpy+cx8X8DDJrRtHyWuiUy2KtEO/vQ//oKKJ9SeimicnJGSycuojC81MIltsyXaeBNosjAqLqOfzE866H9MpBrLh1By5MTWD1pk3Qik0cf/RpZJID4jfTnC/CrJERaio5SbsrGz/R8KrZgr0ijdRQGjOzU8KMWLtti9ghMOm1sLiA7Mw0IpaFgVXrUJkp4iQT+KbJpDEk1IJFKhkjPXkTr6mwnv00ZgJslMUxSXD71rW454PvxdiyoSU5FvdXZQ8RxNxCCZ+99w/Fo4WJwtJQex0pdv/4jz6LLZs3Kj9FkbG74inXcppotR2YYQv1OlOcQ/j0p38PR557TppP2cGFORUQ4FUKME73fcmU67YEnPzwh+/Bzde/GkE2LQEP4+OnUSjnsX3bLgTImuN7AjA1PYtPfPLT4j+UXWTB+PK+CKy+6Y2vh6MDF+YKaBsx8RUaHMjIWTMzfg7RkI6+mI24aaBVayCXW0Q8mUQ6HcfGjevw7DNHcOr0ODyySQJAOBZBLBaWvSDQdVEtlbFm4wiSiTiOHz4pE9tsroxilQU5r6mfmC2p8dwXFINRhhcEHehNJ58hLRdcmMKSaMt9reS4bLaUvwiBu2WjCWlyJy/m0XZJ0eM1saGZKQlWChgOKdXwGNCgB9El24ODDqa4++FtUvL7/nwvLUCl/hRkSX2eIjsV9id3G7WnLe0vYuRBAI60EzIeyahRoCpxYxV7/2JItfez0rxzjwUQDgaRjtBPLQLHbRHDE3n1qqEI1g0nMBCNCJCxWO2g1Kph65bd+Paps3jmxBx02pDwjqfHJxuajocOvQ+bnCQolgK95Ag2kOTJa9ESIIkjKwIiytdQ8G2C+zrZbDZiIRXcw7+lD2TBy8HVu3CNLjyiOh454L6s3AefJUO11YFl0DqDU3AbXUO9TwqzjU4AGverAG0h6KXKQDdO1Mhk1WB2TTDXOx3uIsbk9Q4ZiRrq9PSrROC2PHhGAIMhsiO7iEQ0tIIh6gzRbDBttCv3RMfRUSkHUGYhZ5awdWsCr75iDNtXL8dgPIMw1wHl/yyn9a6wHnUjjGCL/rkdoFoHCKZqQfHdqhUqsOpdhLpk7IYQaFMI6aLtVYRJSD+oAEHeoAuXQSos4siC0DkpL8n0PVeuiKyoUKoi0A1gNNmHsUgSQ3oEKc2EQQXaZ37v5S1wAF/+5z/014liVl/6Rfl2sZjH1NQMTp26gMOHTqCYr6Ij94YaHCjwn6vRhcf15Dsw/LfGzD+TlfdoD1RV96+s8W4XUctEJmYhHQvBsE20YKCt2/CCBpKJPly25SqkB5bhqeeexIM//ha0hoOUFZbAKcvWEeaggXU0fcMCpqhSgkEPEbJhI7bIs/qTEcTInu42fTaoL8H37TyWWEp+gIsAvz0wxx8ac/9QQxN/LcvaVn7KlLOKHYfYFih/XQ7LeCaq/BYOYVVCvVgos1YgK5mhT7RI4drXbRhk+1hhNLsaqpUctl15Pd7w7k+h0a3JIJpyP5HKcnApPrNBeW6R2IsHXlcGrGzYJERDLBx8b80lVqcKf+n9HZtY/lLSZ8VS7RGXOOwkKKubGrLzUzh08EkU8vMSaBGPU7GhrsWlA2lhgcqRpp63B1D1mKW9lO/ezyg5Pq6fTqgAACAASURBVEHYJjwthNGxDVi5erPYJKvP4YVrfinTSz4z30//Uqm41DtBZSPD9yVesJcEQ6n3qM5/xVhVr5EDBoae8u/ptUablcXsPE4cewy2FQY8VpGUSLd8xqIKU1EsUx9Q9ZnzwhwWD25/bfkhPQSPDD0kShijNo0hPYdEJIlSw8PEqZMoOToSa7bCS/ejQ/C36+Gtd979stc3f+A7//XAS8KrFNjOwWytXBUPPQadMffgd+/9FM6Pn4dOMICAxOAAVq9ejbEVy5HpzyAe71PKK2EAq8+EINaJo0fxzNMH0KiziWSyckDqYmWF0kGf18UvG8vwvFVAXXcwUO2i2Ung7KYU9GgUhVIN09NktXmS4swwop/89d+BVfXv1GfJ3oLKlQ0b10n9YYdNUcsdPXICB589rtiQWgdXXrULq1ctR6mQQzGfg6XpKC4WUMwVUKUtGS3GyDTsesIulbXD+8cwl9LmSRRhc0/gjqzx3lruuC1s27IJ77j77QjH4jh2/JjYBDCss1ItCWuOdgE9GyHZR/16T9YjzxOGqOm0RgkjTIZrJCL+9GKBwrpEWI8K+IxE4wiEEtCsBLrBGLoaPzvWGgTwfKk5z1Na8/jSde6RHMjwmoWshIQ8/van7sGBp/bIUFT5YL9AZBEwlPWArGm1nqnU+sAHP4TM0DBK9RpCsZgE0vCzYB8YDYWFyEF5NAdvwlZlp8hwW98uRTofn43OPUuGdJ0W2v46Uh6zah+l4qfVzuPMxYMo1dlTKYYrgVvanBnaCFqOjXL1HEqLeUyfz6NTdaQ+CCcSuPXNb8Gq1esRCUVw7sRhPPrIXlw4w3DhIPr6+uW8pies+Mv7ysBej9Db24QNL+Flvr+u/D4gZBJaoPHeI8FHQvEuAYcvfTzBbX/C/d2oV1/R+v6H3/0wnn3uFH70+CHMz+VwxYaNuPXmu9BI92HNtq2ytibOnsdgMghLI/mkIn2gWr8v9KX8M4H4pfrUf40v7Lu+9+0lKi4CT3sePYjTZ+dgRdPim8msh0g4ATMcRq5I1SG98JsYSurYsrofQUNDuVbH5i1b8F8/2oO5uayoU7hPtzvKOilfyKNYKCuLlqAuSfcc6ND2jGrFRCIhdl7MELj8ip2IDi3H40dOIFdqiGd8bj4Lt1GRQLvC3CSGExEMp6KIh01ctWMz0rEo6gxr6nZECUQGI5ndETuOvpH1+NaP9+Pg+BTcoCHnhh2Lww5HyFoSoG4gEsXKaAq7dA1bQxa29fXhdCWHf3z2CZxtNFAgwC52PgaWL18uDNVcLifXOxoNi6qE5yDXJM8mhnS3CGZouij7SFxJxW2sWTEMNCsYCeuoLuSFuZsc6IdBy7dGB+GELYDwhek5nM3lMVepg5wSg2x2UQYqS0UqYbj3icKWZzkHUV1XrmVvCLl2IIGNm7bh9PkLOHn6uDA9OaCpM4fCKeOu19+AbauGUcjOoi8zICqiZ05OoG3FMbWosleSMRPJlI21fUkZynHgwfaGSoznTp4Wi6I1K1fIPcHPkkxR9uPEL6qs7TsNDKTiCHEQxAApes4u5sQjl0zoocEBUTEyTIvqoUbbRSMQwK1vuF0CrcZPHIcle0VTmKaSccGhVYADP1MxtW0bk6UKHnn2MKZyZXQDZHtQElbH1uX9uPVVO5GyA7BksOTr3nQD1baG7+99CvtPnkfHjiNsMPSwgqu2b8KWlcuQpEd/y8HCYh5nZ+dRrFRgxqLS97HGZS320KFjr2iN/0/9oZ8Cqy/5ZHvA6sPf/7rIU9ghcWOUg1sKd00Msv+/P/8rHDl2eglYlQXttnHt7ivwqx98n5hQE/Qiq5MbC72sbDbUrKYljAT42je+iz0P7V06qHoFMDeOHgukd/D1mgfFUqBhcxS//vGPYuO6NWh3mmBgBI8USq9E6o8gvvh3/4R9+w9At1mQKCuD3uOJnExsBZQ/Ig/NVaMj+J17PwlLGD4qlODM+QtIpTPi4WHRULnZRqlUw1/+1RexkCWo1WOwcQrt4iMf/WVcfvkWCalSh7Sfgun7Y7IYIWhK5onFQBhpAFQD1/Nv42ZEo3i+Lk60KX3hv2l1mJ4YE1aECr/QZVNVU0rSepTnEX1DKeFhAjLlOnwunSxBt4Xj55/HY4efwvNHj6F8YVGwIjKuDLJh+/uQ6e9HIKyjMl9AcXIB3WpTpZyGTClEa0xZ7bSWgoc4jbZSNja8/iqczc1Kkb5qYDnOHn4eZs1FTffQXCjDmSvD1gzxIzKlOFHBCtlOGfGNQ4imo5icncSV11+LWH9afNQS8TiKi1nMT08hFYsjEIkj6oVx/IdPoH0xLz4/DTLE2mQdqGvSs3roNQcBYb6SUUPw3ME1V+/A+37xnRge6ltqPuUgNAz52WcPn8Dv/cGfoVFvieE/gfSu1hW5yl/+yaexZvUqmbrVGg3MzmexbPlK8ZViMW6YBhrNFnL5Mr7whS/hyJFjL0gtyeTxwTc1OGgrs3tpHDzxJP3oxz6Ma6/eKcUmvaIOHNgnLN433/mz6HYVK5SStRPHT+FTn/1t1GptZLP0fnt5XwRWP/CBd+H8TA4z1TK8YBztTggmmRVkIeazsLQW4nYAEZNm4bpMnltND+lUFJs2r5XD5KkDB1EsVaXYt2wL8UQMnU4TiRiZq44Ustu2jWJyfFJAwY4XwMXJknjevtCwE2TlHxVgKf6bZA76KbFkoWjdljDSCbhJOJRvOq6CZ9S17+uzMTwygLNnZ9BodKARuDPi0HRlKRHQHElpR6OFgBWGZ4QAz4HXcRTK4JGtzF9qr1sCYnpgkQxsVIp3795SgST8xz3mAv+GL/AFf9aAbqshCH1VGT5GsFDQ1Z/QYPohPrLTSjiNjkQohHgkJLJ2Jp+HTBPxkIfhmIl1y4cwOqAjGUih0vz/2XvvKEnO8lz86a7qrq7O05PzbN7VapN2hVY5EmxkkmWZaGzAGK4xGPC14QLGxiYa2xj7ArYJBgMiGYRAgBJCWiGUVto4m8Pk3DlVdXX17zzvVzUzWvA9Z3V+f/kwx+sVMzsz3VX1fd/7Pu8TltDfux2fOXUWD/ziacQQQRBMErcF/KHkRsnWAZ3+jwoOFjaZCK+bKgBMvXkRTcsfec9s9wINmLohfpmUWhNEsiwNhRrjRSj/V6ESDBHShM1EphqBIBVAYufoe8rbqgS1ZNyRaUPAnI2k23BRbizJsEWGb55EUskKHTjBGsLRFjJBAyG7hUrAxWKzJkxVAY4DTYSbrrBCoyETQTOEGIFk7sNhHRGxggAs73XWyegLlhHNNNDRbyLVbiKZ0SSUjV6fAQLhDKcLRRCP6ai4dcQsB6laS/zqmjULmVYSezMbcXNmCAafJ40hLi00QrSlIdgbRpDMV84etSBcw4QbiQoo7LTqqNkFlKwsytW8yOqsCu1kQki2IsjARDKoi/dx+H0fvbgFDuCL//Ex70H15N4MYxGpv2L7UcrFELxcroDDR07gyKHjWJgriPSagJ2cj8LmUs+8D7M+e22sMI+ECSUdu/qcMHoooHKaoiRJxULobksi3p6RkBWSewVYD2rYuPZSrFu/E9lKEXf96Fs4d2IUIRcwwpqEgURCGiIRhrVoaI9FsWmgA33pMEzuT9GopLQaYTKuHAk/U8qAlUGHD4qtfu2r5ZG+RZCsazWRUWChJ11VzFP6BZJVRS9BMt0IJCg1hCgiKAWXS8ZBrS6hKpTYkrdZcxoypGvr7IMea5f6pVgso2hV8KLffg227/lNWJVFacTEL5I+siEGeVTldbDZ5DqgKsP3oeeAkyEitBVgM+eDK1JDiae4Al4EsPH8PC2LnnZN1KqW3M9kMiYsxGJpCWdOncDk5BjCYU0xMqSeU2CJrwRZ3vdWtBfLz+WKWoQvUV1D/8Ov3QK0UwkY2Lh5Nzq7h1GrN5TXIu0YVvkrrv5eFQiofAt9EIPvhyooKkVYm/rJzQrYVR5qfuq8Xw/wexlcSWDVD5Ak0JRbXMDZ40/I95E5SOcNy64Ko1SXoD3e35W6Qn43PccZpOfXMWT7+cCunkBat2HYBWiNRSRQQUQ3EI6kUMsX8Mh9jyHc24ehvXvk/RgVC9e9/l0Xvb75Df9194+X/RyVHQCl48pOhmnV+aWCNNt0b/nHT34UT+1/Ci4B4VYLe6/ei9tuv03Obe5nlWJJrId8YNWXi5PFfOjAIfz47h+hbqkQ21RbBnmmytv0pW/ht5tpuIkmzsQrGHR12AtBPGbYMDLtKJQVW4ogF88cKg1+1YdPEFg5d33AXa0tUZEEW9iwcR3Wrx8RH8RQKAIzksD99/0MY2NjSLclce0N12NpcVb2nEalLPUm1TEDQ0OoOpoMosfHJqCHw8JoE7VRnb7cCoQXUFUsABRzkcxm2piR6cy6l6zP22+/DZc/b68EnZWqJUnGrtcInnGvUj67/oDEZ4gIsErVERgqExEJL9nEoujT+bcGm/AkPaD1OCLhdrS39yIcS6AViqDJPAcBToJidcZhKK8Vn3OSEPzhBYH6UNgL2mwZEt71rre/BrMzJ2R4z/vqX2P/WWZ/QTUXfUlJ5iDP9oabbsa1N96EMpVYmYzq86S8cZHia2o2ZT8isCrXzgNWeY7zWeQZKvpCDp+8EDnJjuCe6gH37Fr8dU8yy0M/vxeaUUcwXIfjltBsqSRvrZVBs6GhVDqDkNDSI7DKNp7Zf1RkwC+97VVYt2EjfnzXD/DwvXdL70XputgzyfWISA/k91f+/i4DfRn6KBCV+4b6o1ifvLaF4pLsB3wO5ExcVRuuHjapL/z/C6ze9Q9/AcNM4+5HnsB37robG9euwd5rXwa9ewT9a0aQy1cwOzGBwa4odHcaWqsAbTm86r8HVp+9/mQEqoZHAsqr/pnn51MHz+Dpg6eEYW/EY0im2hCPp8X3cilfktrBCDhY25fC+qE0TDOEfJmDlBlMjE8hny+JdRfvge/rS6CxWq151zmIZIJgpCFgHPcfgqyxWAwNAq31KtK9/Wiaccwu5mX4xd6oVsgKo7AwN4Owa6Gvow1xI4SBjgRGBvuRiiofzMnpSck14BCjYblI967HI0dOY4Zsawbk8p6HdBi6eua1uCkBaBxcdsVCuNKM40ajDU/mJ/BAdQ6LU1lkl3IC9hNYvfHGG7F582bce++9GB+fRHd3p7wHAq0cSnEdtLe3C/7B2oAgc6NeRypqYN1QP1y7gCu3r0NpfgG53CL2XnU1hoeG4VRtnDx/FmfGJjB6fhIzPK/1KOLRlGAd/PCHmH4dQ1yBw1t+kI3PZ53KFpZh+flp9Pf0IpNKoOFUMDUzj2LZQblQQjoawFte93JsGemRYdQkfXsDYRyeyuLEVBazuYYw1EuFeSBgoS8SxPXXXCsDFgKMtIuZW8qLdRZzQMh0Fu/WUkkIeSrgtSnWAGv6unDFpZtRK+ZFoUQrOZ43HHiaJlEBWiZZkp3C17BkWTg1zQAzBkjZGOrtQX9/P2JRSvRbaFTLYjelc0imR9A0wpir1nFofBw5yxWVn22TTFLFuq44XnrDXnTGaBul1Ccxw4RmRDGdq+Cbd/8UB8dnoZGdzfBVrYWrdm/DtbsuRXcsDDtfQLVexmKtjLNT0zg1PoPFSt3rV0M4cGrsOZ3h/1O/6dfA6gV31gdW9/3kv1TRpgdloZBmLvIO+ksFdHzk7/8Jo8fPSqElYUycmoSDeP2rfxe33Hgt8sWsbKjzS1lJqu/t6VFhHiwMWnzgHXzpK3fg8f1Pqw1uVSiEsD+W04NXQA4FUqpwp3XrhvHud74DmXQKTQFeOE1lD+sVvNDw6c99Eb944mmEDLJNFfPAPwDVfyuJuAJryIIN4C/f9xdYt2YQtl0VMHVsYkJkhaUqU9/boCOE6Zk5fPaz/4ZSSaXIKQmag86OFN73/nejp5uSncYyQOD7R/F30hKBxZySG3teTsLAUd6B3DAJpqrmVBVC/pSUmwQn6wS1mLAuh6HHpuA0XM2NleyTjMhGnd4+BAgNNIJhNFrATHYJd99zF06PHkdrvq4KFwYJsGEEk3yjaAQbIiOkNSmBILaoyURcGKTiFdfgpqgkd5wy6WYIa2/agalATVjDXe1d0jAvHjqHQDIKK1tGeSoH09HRqjUkqZQFJQGbxVYZqU090GIhVOplXH791XAEsApIiiQZq3NT0+hIpzFfqmIg2YNT9+2HO12SaREnZZQCszC6EFiVZsObRPN2s/h94S3X4XWvvh1dnRlEKJn0gQBNl6br63f8F772je8qb0MP9ObvIHvns5/+K5G0c1KYzecxs7iEnr4BWCWVNEvflWPHT+KrX70D4+NT0HXFchagX2TvajDBIl1Yv8T2xXe3IZ5Cf/7n78KlW9Z5UiQXhfyC+Gu1ZbrRalEeH0DICOPRnz+GD334owwff86M1Te9/ZVif3B+soKFHNl0EZnC2aUSmrUyNKeMlKkhGg7CjISxMJ9FKVeDaeoi39m9e5cwtw8dPoJalQdVEKmOjMie49EIImGGoeWw9ZIBJBIBnDg+DtPM4OTpcbgug7goT/WWo6CT4q4oTQQLWwni4BNCf+UmXY5WWFYyjFBorOfT2USUrLXudszMshB2oNFXM0JfME1JuOn/Z1UQcFrQImm4bICcKlqu8jYi85YMiADNNC8onuUTovFSDZ6/jaxYAvjWAF5CH1eVTFQpW2e4E59TJY8RNor8rF8FrMovktesYNyAyFYMTteZi0CoVNPEIiATCaCvPYlkIoj+uI7u9iT6IymcXncJvh8tIV+nv2tNPKI5/KA0kTYKfPaCNjsOepjyD71B6aOt9kBhHEsacQu6Qw9HsllI5HWoagcl02Q/cJhBeXOrwZTNpsgwhaEr3qoB6MQ6PYafvIaSYtzJXtZUnm5kLylWMplSLpyqovrJWpEGUHlWyj2hL5MblRTcpmlDjwQx2NaLbtNEnGEajoN8oYLTlQrms2VUmAZNqbIEeAQRIbisU8lQFzZZAClZP2yWxWom0EI1VEewpfyVKAEWthrzhHXF0ON96NBNAWmFbR8s4pL1KfyfK2/C7mSH2GlIinokiBaDNujRzOGZUC3DgBFFgNRLCWBkoc10+BrsRkmsaOyajWq2gEahgkgjhEQwBlOLIvzev7zo+ovAqpyXGoEmNYAQ2TLPBrLagiTfFlGvk1VRxOjoCRx85hSmp+dEfq2cb1eC1fzTcjXwcSH7Rzw3Vy1UX4LN9RXRAkhFafnShUg0hXrTFVY1D9++7iFs2XQ5Iqk0fv7kPvx8308lKIFAirCdvCAoXoRUKICbd63FFeu7wOwn5e0pD6jHxFLDUrJLlxtoj3Uo7KhlZrkatPqrUM5ZWbNqffMMZQ0ibFMO1/yzViT+yhqI3r/q5ymvWGG2NlsSlEILoWpDeXiVaG2hhRHv6EYi1S7PVj6/hKHOfrz2dW+FObgGdTYiEuTCa67ODB8c9K85936GXilPVHqvKnYS6zMCq2xIqQghGM1774eo+HUTU+n52unzKg1qvYipyVNYXJyBa9ekwSWTU923gKxv3QNw/Adw+Z57cv3VOJn/NcVXXvH2W1b0tFjbtGHL1j2ImBk0ZA9Xe6H/rKxmg/FnuN599NmUbPwJJPPZUXJSNdj21Sp8PQRKfL/11QxMgiNs9ggGsY6lhxql6iePPCTXjQotu2kLCB6NUr3BoQ/BKzVU58/1wRiC5iKpJhNMGM+q1qCdQPn8k2jMH4VrlxDRWoiGDGiRmAz4s0tFYYpzqN7b2SEWLLve8JGLXt/8hu/88EcX3GP6XXNtB8XXLreYFw9nM6zjS1/4HO69/z6EojHUbQvDa0bwO6+6HSEjJPt3hHYOEvilgEUBkcTfnLslcOL4Sdx//wOYnZvDZXsvx1VXX4PRIycwdvggNs9V0dZqYDRTkwFKuBrDL3JLwsyuWqpGZV3ICvMC8vyq970iq/afHfW3AscUy9IVxuratUOImIasNbYJ83NLePLJ/QIkbN16CZayC3BqFWm4TdNA7/CweIIvzOeQyxYkLI4gAH8oMxaWvVa9cS+BCV5D9WxxLWly3lGVRFuHLZdsxItffCviiYTUrEdGD4tPIv2BxR/f6zVYL5NN5T//VHhwL6YdFmt8+t+q9RqCG9BhpjqQaOuFEctA15mEzkApFayniiUq09QfOcNYD4q/L1+jqjGVoJ/1dQhaK4zzJ0/iPX/2Rjj2vPjCc08TVpx3vpI1KkMF+ihzaCBesC3s2fM8vPC3XoJa00WiPS0+9dzvpBeIxmVdqF5AgdL05pR1zPM/SMsWFWClPFyZsM6hlAJWfYDS/zccvpZLVWEA79qzDeXKLGbnz2OhNCXBsFGjDbnFHFrNRQT5ut2Q1CuHnjqB3sGNeOXr3oCH9+3Dzx98EISnCRD7zFEJlKMyJ8IhiSo4/f1Q/hbyiwKNub7VnunnKjgoFPKo1VeA1dVn3q8GVtUzu3pfrFWfmxXAHX/7VgEFg9E0Hnzk56Ki27b3VuSQFsDdMGOSvdHXHkbQmUYkxHhntX9zULF6D2ZNtqIOWFl2SrWhekmJ4vMGDOwJpxeqeGjf08iXHUTTafEETrV1QjMiMggu5HLQXAub13ajr12RXM6OjQuoWqnU5Q9Z5fQ5pa0ZLYjY+0pvK4MgDYmEGgxyLye4ykEhzzLmutDGhf1AtC0tg9hq3ZJ1k5udlZ4g2HRglfPM5BM/1E39HVg72ItWo4wIPZnbOxBLpIWkxJ7ASPfj+/uewDwVTlpYfJCpxKTyUSoegz1QDMEwh5o17E234bU96/D9w/twOFBDhxZTKl5DRzyewK5du4S1+u1vfxv79v0cV199JRYXFzE+Pi7nM3tpeS/0Cqd6hbW26yIWCmH98CCs0hJ2bRpEOm5S3oJkjKoJZS9XcAN4+Mn9mMiVUG1xqOoiFo7DbtRQqyk2qthsNJSakmuf65g1QJz2bEZE1iWfXbL09YaF3Zesx67tGzC/uIDDo+dw/NgZ7N2xCa966U1IRojfmJhZKOPYmWnMWjqePDaBuaIKhLVqeW6haNObWDM8jImJSakVac0le1RAhy11Eq3bdCEPkDnLjxBxDaeGtmgIt+y9HJFAE7kcMzq4BzMvh3WPg3SK9UsYTauJkJEQ9umDTx6E1eIQLSzDGjNCi4UoMm1pJE0DJvEn1mNWEyRLlJpNzBVKqFBhRCUZzzS7jI4I8OLrLsdgJoZQwEHMYEhVHJFkGnNFC9+8+36cm8shlMhAqNFOHe3REDYNdmN9TwcCdQL/tAJgvkQYs4UCxqbnkC2UZJjx1Pm553SG/0/9pl8DqxfcWR9YfeCH35RNhwvEZRHvTUK4ObMv/5uP/z1OnZ0QXzoCrqSGDwx0421v+UMM9HSiWqvIBCybL8JqNJFMJpDLZtHR3o6wJAoW8Nl//w+cOjsmB+GzpV5KUre6mPcPRP9w3L17O/7XW/8IUfqCNWoKVBUJrTKtb7hBfPozn8f+A4ehS3iM+nj2wegxTZqqMHHsGt74B6/D82+6VtkBBHUsZLMolKvC1DSjMegI49y5cfznV78mk245xMSHtoZdu7bine98q4QkqOAL5QEq7bnfADhsplUBKwCbJymUzwnVXTUa7BWTiZQwEnmYRCNRCdMiFCwNlyd9J1NTGCEBTXyaqKDl1LqUm8Ps1CnY9TLauvuQ7h1BU4tg9NgJ3Pnd7yA7O8PgbFVoiLerkjnyIGAYRrlS9RpGJenJZNLL74FgqhjBM9GZTYoWQOfOYZQzukiEDPq2ZtpQOj0Ndr9VAqvTORhlFxHmu1Sq4gPL5MNiyEJyUy9gBhBLxjC0ca0YwXPC3NnRjiwZqzOzaEukMLOYx4buERy/5wkE5+sCVDKtnQekLQ3wioxNFUqelM9LsHacOm590fPx8pfdit6uDvHnk1skVZCOYqmGj3zsH/DMwVFVaAZcYUAZRhC7L9uJP/njNwlDig3U3OIinjpwSKZ/s9NZObwLhYIUD1NT09KMccNl302vLRboK/fW91xVwQc8uAYH+gRYXbduSGh+TICn3FUa3SCZ4yzQW8J2+P6dP8A//ctn4LoMMXtujNW9112Njds2wApqODWRg9WKwmmG4JRLcMpFRIINxBgC02ogGo+gmC+hnOUz4SAeiyCVTiDZ1oYC3+/4nGJcCzu4iXRbDD3dGcxMzKOjLY3tlw3hxImzqNeCkvRYLBAnU+wrWZO8CSJdonlYTKwF+EHZhxizSxCKB4IQdGDRrr5RFY8iDQ0q1gdBDB62LJbYAPDak9HcpI1AUVLptUhG5CStZhWgdFgKSyU7F/bjr/jwG2oFsCrY0zed9GXT8lqWQVUuRNMr0llwKAavMOIEBPpVwKrvNajAGiWvZjNGHE/lT/N1M0AiE6OJugrtCRlNrO9KYjhiYsOmvUjc/lo83etiCg3xBCM24fucsXCzBSyhnQcLPT90wZNBBxhKF4DGBoxluqTvcsDC+8D0ZQ7GlK82QemQhHapQEHpJthIeUA2AUsyhoSxQK9b7nW0OiFIJSb1/BoHDpRRcy8sKLkyVQ0sqlkwOfwZNho2h3EhWM0yIq6Nzacd3LDUjva+KGIe4LFUK+F0dgb7Z87g0c4WGt0pOFoL4bqFYMsR/16X7CMCqjyc+BpsCwH6pTY0OefEK5Vy7yZtCcjWAzRO1gm88ZqI/1oLRpX+VDW0DaXw/ptuwW2ZPhgMytJsNHQLem8vtEQ7XJ49ZGaapjQJDECUZ0fS0gm0E9hl4JUD1B3YtRyq2UVYeQuBmgEjmET7B//qouuvL335416TqPwp/Q82swq0CwojhMMgXvPp6VkcOnIaRw8fx6ykDZMxrTwpxT9OpP2y6LxzVJ1rAgL6dgCelF5WpZc4LXurBDa6ogqIp1IShkGjQJ3AKppIJTLYsmkXugaGcW56HPfe8wNMj51RKfASPMShh1r3LbuCKzd04YZL+pGM8Sz0mO5e06zAlZLd0QAAIABJREFUTd/31KPaeue+GkL6Pteen6cPpvpSb/EFVGCOWJZ45zJBHD9yTr1vtQfwmshZ3FReqhx+NhhawfPI9oCkFkHqIBLhENZ2tKGvPY1yrY61N/wmtt96O2q6hnq5hFrdkt/Hs4N+jKuBVb/OYEMlIVZsNMS7GSJHZFPKs5vhPVQG+TdG1QYe+Cese8Xo5OXKZudx7uwx5HMLEoop17KlGKoq8MlTfHvDW79++u/Ypf4z5tdoUlt4mzmvF5vn4TWbsXHLLtiNoIDP9CoTia56qp4FSMhnPMaqNP4e206BoIoV6Hup+l/jbeH181Pn/dRx+XdB3iP6XqvwQyNkYG56BkcO3I8wm+qQKVt6b98gNqzfgWaTdZa3T3uhOnwdAmZ5vq3eo65ASLLv63mMPfl9NLOnZGhDFneM8vsAfTYjYrVEYG9ubhodXW2iBLritZ+86PXNb/j2D+5+FkgkMnPaOpB8YDWwtJBFoNmSMJHv/dc38K3vfBsGZa+ejzdZq4MjQwKoc5/n/RfxxjL4pcAY3xf0yJHD2PfII0AYeMXtt6F/aCNq84uYOTyK/P5DONVYgJmkLD2K8WIBrRaTsFsyiCMIQm/+5cDWX3rHz7YCkLNUrjHzG9gfUKlWR/9ALzZtWodUOinvncqiYqmCU6dOY25uXoAZ7m307oubBoZHhhGJx5UPogPksnmVTC3rVbEtZS17YI/U6RJwqcBGGWcGNRne837GTANr1g5j5/Yd2LBxI7RwEIcOH5T7SZ0cT2zW0fzeKEEiz7eV76fhcu2aEoJEUJUABNdxQwuju28dOjrXo6Un0GjyJ7EO4e8mU1Vge/W/CVxwWCaSbw4kFcOdf3iW0iub3tqiCAmE8eQjj+CvP/DHiEYsea8W9yT6pJpxNAgUSOirpyDTNGX34Di45pqr8fzfehmyZfpAp8VXX/yKW0CCAV20tfKBVZ7Twnrk61P3jRZDMpCV/VXVsxx+yv4sHtesaThYk4JO/GpHR4/ixhtvkvfBM6lkzwnrkQDOyeNHUa8sSH/B/oa/Z+LsDHoG1mJozVocPHRA/G05JBDbHpEWkb3PYLKw9LL+XuTvT6oX9BQ6q+Tx6iihNRv3wpYC+OTfKqDI//hVwKoEcXof/pDouYZXvfUle7BucACdXT3ItGcwOT2P2Woc58omjERakuLrpYIwVmN6DsFWHhrlz7/CCkCumdeDrt6fVXCcp9DwgFXlO0zv/gYeeGg/skVbPEjjiRTSPLtDXNcNFLNZBJwatm2kr2YWp8+cwfTMPEqlijzX7J/5nHHtkpFJsJJnsz9o4D6eTqfkdVGdwb2aYCTPF6tKwgP7Ox2gf7ZhwuHzQuVGkf7RZQQ50KeXsdNAxAhj53A31o/0IB5mwVuTvisaTwvJp87A20wfHjp0EudyZVmLlF2xJmnwMQwptjatDlhzNwIhrIubuNaM454nf4axVg1x2kRFGIQLCSxev349LrvsMjzwwAPC3m1rS6FYLHqEI1VXCfmJNXpIFyYpexkCq4M9PVicmUJX0sQVe3YgE4+AfHbmj3Ao8sTYLB47fBR1jXZ3tAALS5/jDxOldgwEJMiT15S4R1QPwKC9iZdFQNyFa75gNRBxHTz/yl140Q2Xo1op4MSp8zIYu/p5O3HJul7osEXlW6oHMTZbQNf6Pfi3r/0QY/O0N2EI2RLCIQ3JCLHFMHK5ogCpPHNUwClfg6oJNQl05HkXQltbBgbxnmIOHakYLtu4AU61gFI5B1puc0+VgFLZs+gRrcl9qdkuetZtxrHxWex7Yr/0PkLxcqmaUPk3PG/j0RiSsQSSCeVnSzyqVKmhUrVE6Ws5JJQUYTTruOWqndgy3AvNpZqXdqltsAMa5oo1HD0zIQPwRLodNbuGhblpNOslGHCEmBGW0Tlfp7JsodqWzzV7FVaUdz1z6jmd4f9Tv+nXwOoFd9YHVv/rG5+X6cPi4jw2rFuPaMSQB17CJxzggx/+BM5PzMiDTJNvHvB7dm7DW978RiVBJw08EECuXJJCsoMg2dIiurt6JWmTk+/Pfu4/JCnc3/BXF+yqWV9hmfqbMQsIskP37NmJN7/pDYhFyaJUC0UknCDLIgDbCeCfPvPvOHjkuExo/e/3mwMp1F1K7FWaq6RlNmzceMPV+P3X3g6ORAl05oolZAsFxJJMObRRKdRx4sQp3PWDu4V16/mdS3DUb9/2Erzy9peh4VQR4WTD843kduO/N/+9qoLD9/DiBkODdzaxZIQpkIMbZqVck6KpVCypZPOWi2SSLF1u7kW0d3bK94a58YYIrtLLsYnFqVPIz58RSUTBBvo37UBTT+DRR36B+3/4Y0nfU+/bA7c8vzhJTPWALr4/22mIubg68MiS4b1eAZ/kdQZayGztRaMzjqXcPJKdabrcI1ixEdFNVIpVLJ2dRXOqiFDZkeIoYsZhNSwUwxYSG3uhxTR0D/Qiko6JOT8Loa6ubhRyWUn3jEVMZHNlbOrbgCM/+jm0RQJzmmzoZOPx0GajtcLOUdeQP4teTU6DDGIXL3nxi/Dyl96Kvu4eYRbxECCoQzPs/fsP4eOf/GcUSjUEA00EXRudbSY62mO47torcf1NvynPnkg6nKakIX7vrh/i4OHTUhyyK+NzK4wRgjRksvigdcORcCd+jQUEJ7cyPGi5Esq0adNavOc9/xuDg/1wG024jiv+gnxOjEhSJc4HmyLd+9zn/h1fveOb0IKR58xYXbd5LyKpOPo2daHkusgW4tL8uaVFOKUsUmYIumvBtsrCkiWzrZYvC9jFqSiLaMohmZ7ckAbFa42bdcRiIaxfP4CF6SXaXGLn7ksAzcb5c1NYmq8jn7eAkLe+xbiZbAmB8dDSKP9ig+BAIWCWAiK9Inm5aPQKWAH0BKQkE5Im8ix8CJiH4cok2IJm09uU9go5BI0YgibDipREhLoTMmGUZ/AyevRL5528Njnevd8niLnyjVKfI1tkFejE5kyPe4U72Zp19TrFI23lx68Ilr1iftnDS4EhBGDFc5VgY4isOJYXIUR1DYkIEItoqFsa4tEm2tqjSNQ1vOwV70DqtbdgAU3UbAcW37sAQCpxm2xpYXJw/xFmtmL+hjwQlTicQNe8NVKkszlWTTY/FONTsThrJIR4hF3fKVGGRRobaTKF1fekEl0eQVnJvyXZXMIzuAsqoFxxXnwEXcVJCBuHDST/blqI8VrQ8/jAWZS+8QBC5Zz4NkU1hhiFgLKD81EXp97ze0iQQQ0XFaeOMhqwCKxwz+f74U9v1mE1quL/5QbCMJp5aG5IGreWU1MSx5aGRqOAGq0lao4AEMWAjYkHHsXkVx5AptbC26+7Fq8eWI94hABtHq2Yg0jviAJWjTgRFwQZgkUGu678Z+VSyjNO1m9d1rxmEfgtCgujmi2huFBBo+Ji49/9y0XXXwRW1f6ngqj8c4fbvbJaUB7HZBqxkWU6/djkNA4fGMXJ42cxN70k4Kq606vj1tRLUefXqmGH9wrFKkjRVmXY6SegCw9b0wXsIGuTAA99Pfm6yJRYO7IZQ2s2wQ4AjzxyP55+4hFYtaqwScQ2hlYVmoG6XcH6zhhu2T6CgXb6A8si8UBf9YAqWZxndOo9U9LgePdT3rvvt8evr/LeE9K1eKUqEFYkwAQOuFXLe2PglWLyVlyGJjoih6vWVEos5dKtekt8vOgFS3/YuK4haUYwkDCxJR5GO33NU+0Yee0foXjpLhTtElpFdaaShcpzjGevaSqZpH+mcaEJ+49sNLLqPI9VAl+SvO3wexQg63+sBjbl3ohCQq07DhY5OMwuLWB6ehxLS3NwHctjxRG8Uddz+VqtAh981tnqn/+rfudqBipf35p1mzE4sgVBjSAmAV4FXijHs1XPll/7eR6r/u/jvxDAmd7/Yrfk+bd6wCtrIcUwVSolsnl9WTuBfDIMG/Q0N8IwQhHkF7M4c+YA0skMBgbWYG5uBvPz09h7xTWIRNtQJ7vJe98+s5H1mAK9FdAirC/ZX1vA7FHMjv4MwUYWEjhP4MoIoRWJCJPf5AC85aLcrEmdGgkEsfP3Pn7R65vf8K27fvhsxirZdvzD++a4yC7kBODnmvvZAz/B57/wb7KeyPIeHB7CwGA/enp7RInkr49feiGS50ObDw3VWhXHTx7BQn4Gm7ZuQnfvJsSZEh6NYfRnj+KxJx+Ta9sgC5Bno4S/ev6OjaY45qzQJVb/pl8Or+JXFXOWHusMPY2iXq9I433ppZvR19+rLBksB7lcXuTHp8+clZpZWPnBAIYGe7F9+zYsZXPCEiW7a2ZmDotU0dEKhkMzzytXfNY9BqgvYZehkthqEBAJiI8q+42tWzcjapjYsWMbBoaHMDE1jpMnj6Fh1wVAFGVRKCSsZMXiV//b1cgqJ0CVVGC1V+cn+i5BV886OM2IkFZ0htDpZJWzadcU69VjdbPXkvqSpY6uoZDPSYDWMkO70RJ1C2smQ4vgsYd/ho/+9TtgmhYaTVpoRJHu6EFvXz9yc7OYGDsLLaBeM9mFiWhc3sfm9etw++vfgKVqDclMG+Ip2js1hEFOKwAODAissj+Q/ZGA5ipglWE6MseRG8l9VIE83APqDVuGmMxG4P7ttKpYXMgJg+76a69XPtbiVe5C16IYPXYM6ZQpTLL8EplzKkjtq1/+MpJtKTiujekJKqJMIRtIQjrPNaGv087HUBog7wzwbR98pqYKSvZeqxdiKnVHCMIeFEUNJ9SipFsp3v5fwKq/Z/DeE8h6Lh9vetnV2DLYK1Zc7A+C4SgeP1XC4Vmge2AE7Z3tAs4lIw46EnWgmZUaWu1Jz7YC8IHVZytD5V8uq/b8oYcMqdDCwlIND+7bj0LFhR6NIdXWjmSqQ3w1uTaosgg2axjpS2Fy/BhOnzyHcsVGPBGXfYhAF/sG9kzFYt4jlihFBvdPyv6pSuRQkP0QP8d7yD2bIcwuQxtlww9Bo68vbZqoqKyVUMwX0JSeTooMube7hzuwaV0f2uIMZKWknCxp7oea5Kw8fXwcB6YW0ExkZLAepf80z03aipgGInpECACtYAhOKIauuI6hQAP7n34cZQ7jNAOlSlHOTAl8C4cxNDQk65u2SkUyRlb51PrnJq+V1GEMPSPxJBbDxpERlPIFjJ8fx+bNa3Hz1VcgQ5DXqqJs1fClHz+KxWoVLn2ZXSAdM6Uf4tCjq6MLsZgpgVGGroOe+QnTRJpWHwEdS8UKTk5MYJHKp1gCbjQivvVk9P7Ob16HjmQY1UoFDYdDt7AAjbRbsltBnJqYR6ZnDTIjz8PffPILmC+WUMiOAc0iQlTLRYm/QOodbnWisDUj6OpMoa0tjngsjrXDQxIi2NXVKUSk7GIOtYYlORu/eOCnODF6CPF4BLUSA1uJmytvWNbDvGa02lvI5XDb6/4AXcPr8fG//xRqkjVTQbHAUCpl00WLtWXyGrN8ZGAUk7opFk2o569WQT67CLuUxZ5tG7Fn60YEHQ7J6sjXg/L+crUGquzp7aawfQMhRZ7gHkKPbKtaxfzcgnjrhjRVUxMHo3qQoX9hLYh9J8efyxL/H/s9vwZWL7i1PrD69f/8jGwYh48exg3XXgvT4FRbyXNrVhMf/PDHMDY1L3J5SU11HNx0/TX4/de9SpifnPJR0s3JRtkqijdGPptFKpmSYeLkxDT+9fP/iWzOk0mw2WmqSa9vurzaG02YF568jQX1rl3b8Na3vFnCK0jRZhNHMJMBRfRHqjst/PP//XccGj0pwCqLI04Y1ManGFb0PVRptkq+Ql/LrVs24I//8A8QEcxBw1KhgKnZOXR0d2Exm4Nda+HQ4cO47z6mToqeVX4WF+rb/+QtuPGGq1Ct5qUYEghCAnkYAMYCkVMWP2GWU2JCMWxelfTXkuaIkx/FoJX0UErmKUfTKP9XgDWvBROGC8WCgK2cHvI9hk1DJnDJqIGFsaM4f/xxCQCpB00Mbb0CBSuI73/7h5g8cUakS44nd+JGwWKG0yOa6fM1i3SeyY+tALp6O0VyLywz8ZEji0Axcnm41Bo1tG3uR3SkAyfPn0Cyux1aIoIIJU4VTpg15MYXUDk9h+a0ujZMFueZSGA1tr4bWjyE/uF+BCQcRzXhvX29KBeLmJmcES9GJlGu6xrG4bsfhZHnoelK0iiLPDJsOc3zPeX85p7geSbThptuukGeS7JQX3DzzRjsG5TGkmEVZAHqIRNf/srX8ZWvfRcBnbKDJuKGi2uu2IZWg2brNm57zdvR1dklqbmkXkSicZw8fQ7/+/1/K2mXbIrJFCCjVwLfZANWzQEPmN+9/Xdw6datYuJfLpVlsksJsCo6bFy593LEY0mxyuDrj0bDElqGVlhMy4NaE3o4hI997O/ww7vvQShsYmkpd9GbMz1WR7ZdB7gVBI0kmnoawbYU9HQnkJ9FIzuFSMARLxoyGwnWiz9WpSZAi0xIxSuTABkZAWwyVUI2J7JB2Ni0YUianvm5PPqH12D95j5MTk3hxOiCFAQM8FHhTpQvKjBUWQBwfdCPlKFSNNvhtfY8WUW2pIJ0FLfTC6iRdk0x1/gz6FNGZmorFpbJtWa3hLXqNAsIxjLQzDQcq44WGRtkxAR9YJWMC7LQVphuqkhVoUzKO9VjLUjF57NWWXQ7ClhdTgcnxhtXjL8WbQ/YvPDnqibt2W2lKnB9Wq4CPdkfctDCa0Rf1CBcjdAuYc2wFNtJk8UhwdIECmjAYPlnO9i2aQtu/eAHkd6wFhU2PrIHqb2GbC0FYyhLFnreaWSi8r0J4MnPK6dJNkYKYFWeW7RLkCsesBQMwuAyCc5TnrDSjHgMtUCT7F8FmLJgz8Q7lRWtF/ot3+I1KYKN0QNZ2EnKm1JCg3zcmqCF7iKGJsx6CPlgC9O1c/jeP38cEz89iKgbRVqPYSCewbqwCfPKQTTe/lZsDrSjzW2hrgeQpdw/qMGQKxiAzSFIkOCwJ6sUzJtfU9JXBfMSyCIHuwVHnoEATIJ8LeBYdR53fvGfcO5LX8KfXX8zXrF1F0yjhZhTRFUvwwhloCUy0GJpBCMmJ0VAOKIUBWy2BaP3ACWGdXFvsovUjMGtVFAt5pGdnZfie+tHv3DRa/w/vvIJpWQgPu8xw+WWSYik6kXk6xykkU1B647cEs6cPIdjR87gyIHjKOaKwoyiKmEZRF31SlSCuz+YU1RP/5xmE8p9mWucewWvHffZmK7BjCaRoK2Oocnkn762vV1D2LB5G+IdnTh+/CDu/8n3kFtYlIELOCxtBtDSw6g3G0hqDm6+dC0u6TdFjaICGygpo9yO5zoZFM9mF3F/Uo29kvguD215W8UigGebAi4JBkl4mmc1Ij7BLgd0TTmjK/W6gArTNZ7HVG1wTejQwkwWZ/o3PWHDEvJCn3AmzWfSbUinUiLLdq0cUm1JXHnTa6EZPXCtJdSCjjShXJnhUFjuD5sJvlYONtlw1jhArFVlyEnmGwd8Ip+MmpI4rIbOykNxNeDJ/+1LL7mPK7Bd3dGwFpYm2A3YKBUWMTV1DotzUzKsZNCGDAz9PXCZReglYHug5upm0h9g+9d3dQ3Hx6AmGYI6UukuZDo7xGbGMBjGxWunAEvleeih9tw0+Lx61lDChguTP/Jsr0hhOVls4lWD5XvO+r6hZPkGQwFRydQ5LAyFkIjFxVuaiqloJCmhGoXiAvbtewD9/d1Yv2kHXEQlaNMHJAh6872F5cxQwUr+dSdzOHfwR7DnTiJiUPFiQOO5Sb9mMyb1KSEeOU81MuFsGEENO1//4Yte3/yGXwJW5SxVnDnu4QRWG3UbqbiJJx57BP/8z59SjFYtgO2XXoqRNWvQ3p4RxjPX+GqCgx8IZjPNnT51YmPkolhdwvTiGCanJtAeX4P+ngGEowk06g4OHDyEbCEnQ4EE61w4sIMMDaWHNlmEylbqV33Iub1KpbZCQFCqgVQqKb7QtC/ZunUDhkeGhJ3N7yEoR/CUNkw2g6nI+g5r2LFzuwyzswtZdLZ3Sg0+PTsjnn2s8ZoiW6f3dgvNBp8ddf4I61LeL4fuDfFCZUlAxiz7jO07tsqglnZIa9atQ76Uw8GDT2NhbkZ89slo4vUjY4u9ke91bMRTwlRlTS/Pp/QzOjrWXC8hVRyOSI8jwU4aGvWGfC+bfb4m5fnKIGAF+vHfTk9Po7OzUxEfWo7UXFxnZJc1LVeA1U994n9DC1bEt3DP3muwedsuAXRadh2njo1iYea8BEoSrE3FEypYFU286g1vhhXQ0NXfh0xHu9Qj9UoN7ak2CY3h9VTAqsp2YB9EAI9DDRIhHMsW8gf9eOk5yWvR29+HSDwmgD//Lc/Cpksl0wTOnjmGa665Fo5NKxcG3HC/I4HhPDZuWiuD01CAFmIkd7j427/6P0h1xNDZl8HM1BiK2TzqBdqdsCfgAAzo6urBxs2X4PFHHl4exKwGPf0+wR8aC+NVvLVdxFNxRIwYLIuSa9aJPDdXSCW/DKwqdZ+cs56Ug/fsuQKrb37J9TCaNezYsgGX7b4UdiCM+w5O43wxjkS6G6lMEvVSHqFWEWmzilCghEDAG9x6VgDL9dgFjNUV1qoCVkXN4aHLKr+jhXzRxv0PPomFvIVoOoN4sk0GgjBM1MsVySzgYD9pNHH44C8kAFPTlfydyfQkW3GPYzL8siZBiCc6EsmkrF/uvcWCYnlyj+bzLn6r/B7HFmuKOokmugEtlkSTQxZDQyGXFwBWrVO1d+wcSGDHlhEkDRfBZh1GMIS67YqHsRY28fTJSTwzuYCyZkAPm4iGwqgWSwhGQtKfJSNxWK6GMrGEZCf60yYC+Rkc2f8EqhULmc5OJKImanZFagb+fr7mvr4+GewQWJXwQG+Yoq6jsvOiopVcq43rhnH5zu0Y7uvFiROn8f0f/wz5Yh6veOG12LNxAxJmGLlqCZ/5zoPIiwrFwJruLqwb6EE8FSGlFaloHF2dnQJAMoCRKmBW2lQbEvReKNfw4BPP4OT4FAKsOSUwuoFMCHj+Vduwc9Og1JtCaCFrnjksegj5qo3j4zO48voXYKwcwyf/5WuwSeAqnEfLzglKwYEGLe7yRaoXdVyyZTNe8YqX45Zbrsb6dUMwDfJuJbUOpaUlTI6PY35mBlt27IAZS+I973w3Dj79FNrak2jWiVsQGKa/akDuO73BLbuGWDqJd7/3A9h9zQ048MwBwR5KuTzu/sk+7D/wDGbm51CpKOyIiggjaioffBmE09e5BTMRRzqekgwUq5TF5rWD2L1tC5x6BXatglNzeeSqFvRYHDUPQKUiLdWWQsmzZuKwqaO9B3XLwZmzJ5HPzyzXQ9y/hGzotrDEwubXH8tX4NfA6gUPgw+sfvHLn8LSwoL46mzfslWKfcoIuRGWq3V84EMfwexiUVgT5LQQFH3+jTfg1a9+ORyZ3DIxLoixqTHx5lszMqKkoI5ieBw4eATf+NadQtn2Gx2/KbvwwFrdKIjkpdnEtu1b8JY/eiNMekQx+VqmwqTbK4iC05h//dyXcPTYKWlsWUiz0BE4RtiglBE0xHe0ylAbEvYbNQx3ZvCKm65GqFFFS6e5tQFXN7HYaCJP4Nc1sP+ZA3jmwEFhjQhc0XLFd/JDH/pLrBnpk+AeBf2odM9lL0mP+cD3KwBp0DP0F2meZxvQaqFczwswHQ4R5CTQRGBLGWaTWemzOwiqktlIn6N6zQYDLdicdLS3wXaqmJw8DytfRHtvH8xMJ3KLBXznju+IbIrABTcRHkjhiFRpMtHn5hYyKIswpUnlIRgWbwMCKOrQYAPjN2vSdAUDSAx3InFpH06MnRKgrK23m2RmNEt1lGazCDV1LJwcR3i+DjMclXtOAVFJd5BY0wWtI4a2gQ7oDMehPRMCGBgclHTbpfl5kSzNL1rYlO7HmX1PQ68qKwIWviw0+bqVhFE1gmLq7zjYtmUD3vxHr8OOnRuFfTk3M4dyoYZosg0zSzmMrBlGggBro4V3/tnf4NCJs4iFXfTHWrh+5zr0pKPSeE7NLWDj9bdh195rULMommBDGEK9Wcd73/dBHD58ZLmZ4+9noSBedwy1cNm4aXjXn/4vbN66FS6YzqokXKubGfkemZh7YJ5XoEmzSnBNUz6yDz30EI4fPy7ymXvu2XfR27kAq5deAa2lg/ApwlEEhnugpdPA1ALc7AKCVl6GFGSOisepyMyWx/oCT1Gmw3vNhsulTw4LUgY06QH09FNeomN+voBgJIrOoUFUbQuLC1mRiguVVVhl9H4kRVKTQYYKlOLXGjItlMNLPWQC4op3g8f08EHOoEtmL+nXDHDj6woBXCdGBAGGwAVq0GpkCLcQaOtHMKzBrRbQqtdEWsefzXAhFgoMyhKmCJtmuRVqAKICp/ylvJIM61/8oHiz+qFUKgyBjCzf/kEhaaxXCT4rEFgYExdYAvh4gg8dL28efCUMkCCzNAjEQrqkofMZtOpl8XvTAwaySwXUdeDlf/oWXP67r0SNrF9eF5Hc8Y6SrabYoCr8SwnmFI9RxVWJTM8Drgk8qpeoprhyXbwuRNhiHramfqJinHoGDc9qojsSnQqIkN+50l77TY5876rPLz/UHHq0gqi3gBAn/k0DOdfCk/ZB/Pt73w/rew0JiQo5LmJ6DNGoi+5tYcT/7lV46cCt2OLoMGm0r9fAGCUmi/q4ts+wXakGVOPvvxP/Vao710SsSWDUkYTvGd3Ftx//Vzz+iU/gH677TVw9uFdCxvRWXuwGaDIbZMEYjUpD0IokAQm4Cj0LjBTZIuVxHCTYFaDWQKBShl3Jo1BYwMzcFHa8/ysXvcZ9xqq/v7DZlvNV3aRlAJTXn2ARwaNsLodypSjBSqOjpzB69AwqZQauqbRwn9WtZKcedOmxN1ffR143kf/67FVvDXNvI4MvGo0hkUzBjMdVsGSQIRZpbN20Ez1dI1iqZHHvQ3fj2JFnoDV45hDwF92HFOxkJPV2duLPCVetAAAgAElEQVTFW9ol1EoIg543L33B+ZyLY7jvi7os3WcAnnr+1R31WPPSCHhBawKiUvHCdHMHltNE1W6iXHdRb7RQaxIuaiIQDiIaSiIeM5BOmIhGImhLZZCMpRFNJ5FIxORzYT2KiGYibLgIh7nf8eysYWBkB9p6tqFqc+tzpCHl9eVZb9ctkXQyzZhbhQqGoVRfl0Eb/5vMTFr2+LUM3w8bWtY5vjxe9htvr/QfoJWGeuWM4dcIRMgwF0wUpsooh6WlBVRyY6hXbDRDjIIII9ikVJFec2GgyQGLYr1bgRqcoINonYzMhjTmHMo2HE38UKm2oKyZQDufNwWAqtdKRlk4HFVyfDaBQXrIeoMNGVYSnOJeFxHGH4EbMud8lqWy/FEhq3x/bHb5b3ie+rWKsHx11no1VBt1UcRw8MtAPj0Y9wLImuK7Xq0WceToYfR0d6K3rweOQwsSVcspeyD+3LrUQuEwixzWHQHkckuYefxbaBVnYAY5DKVuUlk/GaEYwoZikS0zkNkMOw52ve5vL3p98xu+9YO7lEek5yW//LO5IIIBlLJ5WEVLwLyF6XP4yAfeh5LrYH06jqsu241gXxdyjQZMy0bTu4arX4gEm8rA3VtLHDCJt76DI0eOYm4ui7Vrh2HG6c1roF53MXrslFKJCJsoIKw0WiQJkCbP17M/VkCuFfUWCRBia0Dlma3CWshYJTNqbm5OAmHWbxhBMhUTlpF4eDuuSJFnZ+YRDmrClhoe6RNgj3Jjgu12o4XZmQXxfqTiSNZRUwVTcYMRVqlvDeBZSVGu7/cfTLpmmbBrx3as27BWPCd7e/vkfR45cggnT40imYwKq9YPQmJoD30yxWIryvWZQITDoACveQxaYhh6tAexeFKFSXIQz73WC+nk9fMZ6CRXKDCfYS+GWKwtLOYk0yCWSmBybgZ1q4qhzi7EQyFJ6KZ39kc/9A6gMSn1Tf/6jbjs6msxOzOLM4ePID8zI+u1FXZhBOLSP2QCNXRlujG443JEkims37QR3b09wrQmkBqL0vubI0qgatVk2ETgjDUPAyTHx87j6OGDOHH0iBA4rHpVyCxt6Qz6+gaxZeulGNmwAbFUSqlxAkFMTk/j/JkzuPma62R4xHqMlgX5XB7TU1PYtHGDYrX5A1wN+Oxn/i/yhXls3bkeusnBVBHZySIW53Oo1Bw49Qa6+zZg87ar8PBPvo4QVQUMQuQzHCTbkUxgDkDUBFkLEhTWZSgmLOFQWJiIpVJdAoGV0RPrYCoe1JOsVDUr8nbpXT1etgRiBTSUCxdv18Wf/btXbMBQfw+uft5lGBoawEK1hSfOLGB00kbYzKCnpwuhYAOmVkZUKyNMlZCnMBJrPYb+0adXyrum9Mdcy6vVBmQMC2AcUEN1ntEERHnOsm/5xVOHcPjEJMxEJ8xEG9raaaGWQKFio1IuoD+joZafxKGnDwpYyR9Gv33uj1RvNB0O5D2Fk+dZzOvVlk4hmUxioVQUwhYBKhKieP24ni2PFSqUABluB9Gk7D2oWMQERGvVOjQyLlm/1yxsW9eGHev7kDbYK3FArwm4z3qB/exSPYD7D57FYjMEPcrBZA1WzRabPVoWEJCzGYSUSCDd1i5KzEohi6mjBxFxLIhHssGhCBUTyiqIrHQOcggI0ipQVHMe+YLrhZOYltVA2LHwe7e9CL/9GzfAqVUxO7uAxw4cxfce2o+FQk0k5zddth437N0p9+hfvvsQCvkSNg324Heefw3WdHcgqJuyHzIgmGQW6Qm51bsu6tWq2NzItWs2cX52CRPzOSyWqjg9V5L3lo5FcMXmYVy+aViwDlcLIB6PwghpMhw+P7WIejCK37jttfj2fQfwtTu+KX2ZZH3AhsY4KLsm+0CqvR2vfNUr8YdvehMG+rrhknzUtFAv5lAq5GUIHTaiqJHtOb+IqVmGtNI3F/jJj3+E8fPnJew86FjS77OXZBhoe1sc4YiOF774Vtz+mt9D1W2JSqBRKSAaCUGLpwXEHp+YwrlTZ3H08DEcPXIUJ86cl3BvcvyV/2xLSCYxw8BIbw82bFyLvv4+lGpVTC8sil0A2ceq51Yetb7HMvElXmeG8/lBl8lEQoZmc3MMGssvW9eRZCW2Skuzz+kM/5/6Tb8GVi+4sz6w+rFPv1/k55TX93V0oTvTiTR9LII6iuUa3vfXH8ZirrIMrPJBfv6N1+P2239LmA6Swh5UwCrZrpm2Nli1mhQV1bqNB376EO69/2Fhh/gfz2KSeJ9kEeEDZitsCBc7d16K17/+tbAqJWHbJFmY0DSdfh0Md2gCX/zSf+Lw4WMIm6ZIqBPJhPh9sEVj0qddr6FEU2KrLuENsYCLHevW4NLhHkTQgEZAke+jGUCOYQCWhf3n5nF+YgqWwyKTh7GyJhge6cDffOgDiBhsOhm2w8NEeVb5acz8vVzEBFWZHMhijwcgX5tixakJut2oCJARClN+DzRY+LqWNB5kViqMxDvcJcFbHfIEWVXYFT+jPBTJrOF94Huo5Cu44ytfxZlzZxFJmGiR7RYMyPWRSTgn0vU6StkyDDZ2AR3VEg2+Q4glYgLs8f2KD6KX1Kv69BbM/jZ0XDaC83MqiTHV0wk9FEDIAWbPTMJwQ8idmUZHPSQpjGJW7tgoaTaSI10wBzKIdaagRYIIB9V16h8YEMkHJ1WUbExMFbEp3YeJx0cRorJafjeZKmR9clqrQHO/wWDR8LY/+gO86DduQqtVhRkKoDi/iPOnTiNbqaFlRLDz8iuEDXT65Hm8410fhNOw0Z3QcMOujdjQk0JMZ+Gh46mDR9F3xQvxwpe8HOW6gzDTyTldder48Ec/gaf3P71cAPuFi0pTV9IJFtx//hd/iqGhQZm4E2C7sPHl6149RODX/TUhV1lkcQpcVc21g5e97FUXvTcrYPUqAc+aLKjCMQSGBhBMpoHJWTRzs0A1J2nsBBnJHKXHp7w2eY1s9leAVeH0eQUFgVV67orPnxsByb0OG+hoCi5TlgV8JW2JsjLlnaroSZLmhmCwBjj8mgJeWfMK5MemzAdWl5lTHpApGiaPpSXAKovikAxEAvW6ABmBellYZYHOAZkwutU8WlZNgYXyPays2SSTLUs2xWp/Rqle1P2SpaauwcqH8jgSqEYaHwLOLBR8/14voEWtUgmwWobv/p/AqmIuyx/+XPFSCyIcCCIW0dGeNJEIG6g16TPlIGWkRNJyfnEaz7v1Rbjpz94JPR4RNgKLU75kEvHkt3vzHt5PAU95lQX49OX/EvulXq/HWpOvi++rD6Oqok4aCB/E8fzp5PKsAmE74p2/8jldDfT8tw8yn7eAA5NMFVdH1q3hQO0U/u0THwE+X4MbriBQbQBhTq0JwJZQe9sW3Panf4FbY5vQyfFBQBNvV9EGXADg+rfAB3zV0+g3Tr4U3kG0FZZiO28DE8E6vv6zT+P4f3wen7z+ZdjTsQOJaAxNvUiEB2E4yk/ViCDI0KpwDGAqNJn6MgDwYFs2MLJIGmjZVQSsMqmKsCqUls1hbuE8tr374oHVr3z1k8v7oFxjD9gni9QfLvJ6cw/hXswzsFQpi/qD+8vszBKeeWYUJ0+eh2urhn91Ei3Xm/gUX8Bi9PcIcpvJ3vD3NFnHwg4mQKiClmKJFMJRU9YqG5R1w5uxZvgStIwQnjryOB588B7UC0WEJRhKca3FT9l1kYzHcMPWHsTIEGPbxc+LrY0XoEXXP4LoHngq7Fr+ny/bFk9x5cdKsMii+oG+i1ZTFDl1iw1mCw3KWMOasCrIcEzG00gnMpKO3N6uI8LAqHhMUr7J4hIGKNphFTkjouyviu6OPBKmjVDLQZODnkgvMuuuQiPaKYEuIdTh6nFZmK4ET+nildhkF+kNQlbXSCL39kIZfQDLtwLg5wni8I8fSLOiMPFtGvx9adUATxihynuXigE2Pfy+WnUBZ0ePojo2KmqWcCqNOleHrqEaCSNguQhZFuhUTVVAuOWg4rriC9/XP4JQKK5ALCpDGIrnMTwJfPIPXye9yPmeKcsWSybP21hAY595TLWUp7ARz1hv/xXpoM/08wB/AmT88P1V/ZBNXiuraaPCdUaPNQYGhSKImQl5DlinEVThdRsbO4fs0pz4acYSGVRqCnzjvsA6yLJqIo0OkXHteX43GhYmH/02CpMnEdFU4IZmqJ/LoRcbxtWgt39Pt7/6ry/6DOc3fPOu7yslFifYnt2HPBdcA6Egios5VHMqG6C4NIN/+vBfI2lqwoxiUOUCKRHhCAxRJKySOLOq8gAs/2+yEvkvyJLmtZqiN+2R4xI+MzgyKI1sNJbCseOnUcguCBGD15tSX5UEXvU875/9Vn1gdaXOUc8knwv+zXvH5yGRiAu7lsEw3DsGh3oF4KhUqsK6SqXSaiB0dBSRkIGtl24WmwmCOOqa06O7JYAGgVV68guIyudLyNsKWPU/+Lv99SO+oJQliyVRC8+74nJcccXzZL34w3Gy1R59dB8iJv2RyRoMqBC0GENfY/KaGWIYIIuZtUyrARsRxDs3Qjc7RflHwJJgGBt7vh5hvXJvlGEDiQIqWIzXJkJfygCwmC+ht7MXJ8fP4Y57f4CWY+OWK6/D1Tu2S411+ugJ/P2H/xwNaxIO+yPdQDwalz3fohUSecWtANqNmKy/dBgw60W87A/egt5tu3Hy7FlE43F0dneJpQ3vYyKeQEIzPYsYetUqv3z+fd/dd+Kpxx9DdnFRQB9KZw2uq3AYXZ3dwsDLFUpo6+zC3muuweDIsPSD0wvzmJqcwK5LLhVQw24RMFfn08LcHAb6+0UyzOeFLEiSZL77vTuxtDCLwTW9mJ4+j2TGRF9XStZDuVJGzW5AD7VhcHgbDv7iPgnULGtAnEBKi2xgDvX4vKnXz/vPBHQyDFm8FStNTE8toFBgqFJMjYxFtaTsUVQ/p4KbVS0vCJFHOhE/Bvl6IatYbhf78fW/ehsiYR0xk3ujhmLLwMnFOuarJmKpLk9FWEU6BhjBMgIOGdWKbs3nhKxnpX5iuBCJKASMbCwuLkkAEgdVne08y2IISv/Hdc8ANpJsOBzRMXpqHD9/4ihC0Q7Eku1oa6fySEehXEe5mMNITwT13AQOPX1IrCaE0s29VwYw7EeVKofPvBqAqb6FwGecg9UAFX4MWNaEFcyzWHpbYQ2T3aqUPQRWGRpEwF1AOMuRta9xiEFiUwu4ZvsghjvjCMMGw5zJdOV6pReryeFGsgv7RsdxfK4MRw+hWimKqoaDOO5rHFTEkkl09/UjFMtIn20V5jF58DHSNqV2o62W71/Od8bhJ68X+x8tzHuuGJNSIXvWPXYhh5e+4Fq88ZUvhVVawPjYWcwu5TCbLePRQ6cxNpOF3mzgN67aimv37sb41By+89BhuLaF6/dsxy2Xb0OSVlSsXl2GxlnqLJS4Bg76HFHg0SqAgcSkeBAGtRDC2fEp3P/MKbhBHVFDx9bBTjxvwyAMDqw0lqcMcVLBU/PEc+LteN71L8Ad9zyGBx/aJ5/PZhcQoOKuaYvCjTkfb3jj7+Pt7/oTmIEmqsUs6rWSrFsZnFrKS5cgPDM4vvqVr+GnDz0iz8x1192M4cFhPP7Y48LwD6MBx2LAFpkTYWzbugm7d1+Gqm1jen5R7Kk2b9qAK/bswq4dlyLT3SsWdOzJ6YlbqdmYmpzEgw//Al/+yn/izJlzsi+nokns3nUZNqxZi0Q8Ci0UQDafxbmJcRTrdelLOSjjM8bzheeMYDGGIWxVDgM5HPDXMPdcrhP+G4a91moK41IsDXpE/9oKYPX+9mtg9YLd3gdWX/nmW5GIJqC7AezZsUvA1bgZE2A1V6rg/X/1YWQLNeVnKM13AM+/+Ub89stfJE0igTzbdTExMylpnfFYVJKao2ZUUmm//s1v4dCR414bvxJyoIod1eivAKleQ+9Jz7gIdl+2A2960+8jnU4I+FOvESRReAW9QDhJePqZgwKCkjnR1taGRDwuhQoXUyFfwNTUGGbn51EqZNGslrFjZAi7N65Bq16SpHZOaxyLHlUxWG4T2UoZT0zM48joKTQpkRQpUUhCJ2665Qq8653vgG2zWPEYJvSiEVme8spcLXVigSJenTLJV0Wt37hyik5qvhmJL3vMsQBiod6iab0HdBAElaGYSLEJgikzdv4Rn6KWq4JiZGAZwPzsLL74pS+iWC1heNsIor0RNAiQMnkxkVZNblDD4XuewMzZCeh2AKGWJg1lRCZ8lBGq9yKpxN5/8xA0uhPovmIDZnILWMjlEe9oQzxhioQzNzkPt+KgMVNAp2WgabN5tVGxKqhoDuJDHcis6wOSIYSiDORRPqW9vT0i+bBqlkwEz56bx/pkLxYPnkHYVgwStttsoDlZ5jX1JYB8jbGoife8663YsWMrUlEDc2MnMfrUE7ALeczkcxjcuAWXXXcjIukufOGLX8PXvv5ddEZ1XLGxDzs3DCGhuyIXMaJJnDo/CX39Tlx7ywsZjyaTYDHYr1fxqX/8NPbv37/s6+bfaxYLlNG5VhNdfZ147/v/Au2dGfHyNY2YV4x5/DgftLrA1241o1UBxkqKzw8W3i98wa0XW6/BB1b52DUl7jyKwJq10JMdcMcm0MxOA9W85wGp/Krom8yV6bX6yh+YDZ2AkSoRXtiYglKpdMgATEA30WLYQawdbpAgiArsAdN4hZWknn1psDiECFYE2CQLXZh8HvPbFX2j/L9lsEZoZn5okhfg5pL9zQZdAkYiAA97hlTVq+Jzp3cOo0UT/WoBaJCxKjHS8j4ClJgy/IpyL6IAZMeJLH15yfkJPsoGRL1y5Tcq71l5QjHllxISMr5V0S1Cel/bugKseqFAzzqQliE91mUqaZrAMgsa8UGjd2NEl4TNdMxAezQFh5LLGqfeBkLROBaLWSQ2rcVV730XOgf6JLiDQLFcYwnCULCuYlQojE+sbr0gIrkPAsByD1ZBEcIS9liuq5mePtiqCeigmK4XfvArZKz+0ucvADhX2EvP/hm8ugG3CqMVhq2FUHCrmHJLuPuB7+DYn9yPYC2KajSLYKmOQDCBZiWAevc5dH73L/HHl7wcl6EJoxlBJeCIU64P5sr7WAWQE3zlh+/2qK6RApdpGWLy9wdaKDoazqGAL/zow5h/5B586srbcWlkI8x4FNAqsF0bUV5zno3ifR1GgKAqATOyjgg4eiwzYeBIB2kjQOm1+KwWYNXmUSouYmF+Hlvf9tmLXuNfu+Mfl/cXKR5pryF+tZ703ZPd8v0pcEAxV3i/SwLqVjA1NYeHfvYIDh8Yl+eOjDHfZ1KYVWx+lq+Rtxq8iQOfAzZTqyXpXAch756zgGWyLlmrHOzxd/d09GHThl2ItXVhtjCHH//kTpw7PuqxopWcnUDNQF8vBvr60NcRQX52BtnZaQSaSlZG/1OV1bTCaCSAqphEzAdTgZEiF5NBJNctUJfhDINfQoiYMSRTafmTSiYkqC+eTCARjyEaCyMa1YW9EApGAVDZEYFd4hDRQD1fw8GDiwhpNjZvcrD9EqAzHoBuOQg0qpihhG7NNei+5EbU6twbGnD0JvSlIFohAl0Sowsj5oGMDMSqK3CJ14xWMGQU0f7H96STe7GKacf36lvi+OCQlEar1ptfWy37p9LOYFW6OBts/vN6REfp9Bj0n92JvmeehqUZmO1vQyuVRJG+l+k4qmTwNAyEEUI1zKFYQIbYl19+HRKpLlSqjrCYyCT01QYCmkqAJ+sU2kCpzYe1DBk7SunDf2OJtNzfG3ymGFks/PAtAPymyB/Ciyqooa4Rfw9DRciq5MbWEG99F26DLCmqcxRTkbUYmbFkCbJhGhs7jYZdwdoNm2UYStDdNwklA1fsEhj4ST/BcAiVcgmz++9FbuIIwrTECWoIGS35+dx1dQ6NBUj2rFO8Vb3zNc+NsfqN798pIJIKI1MhqgKseozVSr6ISrak7KTsCu784ufQpdfR096NGfpVBnToEXoKajAl3EuddX7QkDovVPgdax2CJBzUN2xbGubDh46h4dTRP9gPI0ziQgoLi3mcP3NarCpUDUZv1Ppy6MqFz+F/B6zyWeeH+r1NsQLo7+8TpQ6vYX9/j0jf1X0Ny1rl58+cPiPW1Xv27ECNw1SRdqtAM1p+TU3OCgDL/kDAXLHnUWWEP6Tw9yzxLaX3tbef8ObzmWKuwabNm9Dd3S2vj6SRjq52jI6O4tTJ40gmFUipQujIWFVhcyRQ0NuRgDztkGCksfV5twBaQvYi9igEehiESksDDif4+wgaSx1CX0dDAf/hVgDVFjBfreDp0yfx08cfRa5WlsFV2AliY28PXv3S30JfPIP3/+lbMX7+Seh0H1Bpe8IeJlTOoVaj1UKyqaMzFcXlw92IRcO46jVvRqJ3GEcOH5KBFoFVDlboj0pyTMZMyj7EbINsjn7CTTy872Hc98PvirUMfQcZmpaIMcBLk32fg8doLCEWAnOLWbHXSXe0o2Q7iCY5gHGEZc3agwG2rA7bMxlhKxcLBWGR0lO2Tm9Jw8DSYkHk2fSEPX/2DAKBhuzPA0M9GBzuRsNlCFMK7R0bcPzgvTDNECwB4ZRyoy6Bt0HiRfJcy9nIgT6fDT4PiRgKBRv5XFVIFBozLITJ+WxF2YpzsDe0pZUSswJkPwVyi1MXfX7zG+78m7fJtSSTVo+EkGsE8cAzp+EYKWzetl1UEXaDNnj0jHbRtKoIyHpRdgXsISl5qJSrOHN6SiT5AgwVCsIkZIhaX3e3DDVJBKDVDPNKMqkEbKuOdHsKYzM5PPyLwzDj3Uiku5BuVx6rM9PzCLg1bF3bhigq+Ol9D4qnp9TRAoxS5UKgVJW9ioVO6zjuV0FhMXNdbOjrR7lew8zSIuqi8tMVu90jFBCA5fcLAYvvhxYjrK2thrwHqi3tSgkjPZ14wWXrYQRsCWUjqFqu2oiaESTYUxJQb+vG6FQJT52ZRbkZQKFcRsxUKg+CtDyCEuk00nzmMsPS9xhWHq2Z0yhPj6FYt1End5MDV9Y+3G/p0cyhDZ8bhqSK/zfrCF3ClWgv2Blt4QPv/hN0x3UszYyhUMyjaFnIVxt49JljOPb/sffmUXac9ZnwU3Xr1t2Xvr2rF7X2fbPlTZYxxhsmJjGECQRIIF8YhkxCViYwk5nJ5CRhvszMdzL5zmRhgLBnyGIwYAzBeJexLNmyJcvaWlK3Wr13332tqnurvvP83qrulic5Z+T/Pg59jiy5l9t1q97l9z6/Z7k4iwfedhve9857RK3y6OPP4vFjZ0X+f99tN2A4E0FUd0VmT7s5ytxV01qxpUVdJoSVhjQtxJrIMOGZUczOL+K7L15Ag7aCpo4N3UnctWszklzHGRwVZj5DVFQNGokJoRji2V4sFFvIF0qoVuqiNGTTkMBpsicntoj3PXAP1m8YRml5Buk4cYmQ5NHQ2o4gM/NouO8s54s4duw4qrUG5haXMDO3jNtuPYyBwWEc+eEPUS0sIBbRsFQsYNuu3bjn3rfhxaMv4OixlzG6YYOso2SLvuuhd2Lvrp1wXUcaOGY0Bt2IyDmP65KjxfGjI8/jj//w0ygsFnD/3fdj/+49Ej4+tzCHmblZLBXyaDNagUxkqwWnYV8Tmi5zJhwWYJX7CgF/oW4Jm9VvrqcT0jyh12urQa9oZUO3WHxzc/xNLQz/P/ihnwCrb3hIAbD667/9fmG033rwZuRSGbSbbWGsRmMxLFeq+L3f/yMUKzzIGsqnEBruvecuPPTO+2QRI+OCg3dqZhrZXAaZZBL1KpkCIZSKVXz281/AQr4gUI2wpcRrx/cHW+PrFRwagmKHRRaLi717duGTn/yELNS1WlUOeYFUnbUSJWVMg+QBlv5m9MbktftYCOq1ivhEsdO8ODeD+cmLaC/OI9Gx0KjV0WLh4XsgJZJx1FtN1O0m6u0Grl6dxyLDRWqWgKqcaD/7vvfi3vvuhsOwHWHDKNN9yncCkDjw4greywqzkUBlx/a9LF0purhg0tejw9YKJ7ypijSxsw8Z6r3wQMJCSfxYVQHKAxep+vweFpQC9UhIZgfjE5fwzce/A7M7ib6xXjgmvW9olWgKsBpJpsWrZOn4BE4+dwztfB090Swi4ZiwEMW7yPePCYBVvgfee7MngcFbt2G2vISlQgnRXBr9A71olqpoV5po5uvAcgNdNR1Ww5KuU82qoxV2ERlIY92ujWiEO4imYzDFE05Df08O5VJJigMWwxMX5zAa7Ubj4hxibYFIxAqAJzIekOnjpLr7il2VzaTxyU/8CnZs2gCntIRXnnsauiT9dVBp1FHzNOy/6z4MbNmLT3zq93Hp/EXsGcrhLXs2ojsZgUE2UTgCLxQT/5mhQ/eib2QUdctBnGmX9JnSgM9/9vP4zre/I4UCn30glRUGFaVToRA2b9mEj/7mx6FHwpKYGiZ70y8eRFbrd2pZNAdyr+DgyK8HDIogaVJYMCED997zjuteZgmsrt91SKTfLg950QT0DRugp3LoTEzAW54DWmW1WUshTs8qJvqqNFeBLUSSvwqsChApktJAukpgSYcXSkJL9MLI5tChp3HbVumODSZg03+NQJeckJXnqldVnQFxRlcAsgJxVQiCsAICIHYFWFXMYAGu+DdDEUyODwOeZUlIEawmvO4sQpkheMUa3FZRJIvCTGX1y7AFk2Ao0ea2PDeVLKtk8iuhBUFI1xrKqkoDJjDB2UZgJywMADJyFZilwGZ161bDmdR7u/ZDCfL5Kiyc+EeBXgaBd+n6G0jGTaRiNFpw0J3sQjYalSA++gRlE/St0qBtHMb2j30EXesG0KTtiLppyhPXB1YVu8lnrEponvIP5YcPYfts1lVjAvX0FXNrheUqEvMV4xMfCr/2fXUne1cg13+OpfrPAatthBB2bYTaIbQNAw3NQdXzcLZ6Hkf+7C9w6bNXEbUiCBltWIYGr+BgfvMsBv7m9/A7Ox7CXv67CYIAACAASURBVK2DqBtFkwymNUhqMJYDGFcxdn0AOfDa0zxpLrlaE1EvDIu+0O0wxt15/NV3/hOwdAZ/uf292Ij10CkDbTfQCtkI02BfQA+1B0kTQphhZEerdFsVbKfChNhMoGRMJxjv1NBpFdCqF4UtsP4X//N1z/Gv+oxVARSlK08/cR9c9wGpgNkfgHCqv6AOQOI12gGmp6fxnUeewutnzovPmIQC+T7bMjt8ZknwWsHvE2aprkuTM/iQcBNZI1SAGYEGygFjyYSAQpl0Dru334hUrh+2Drz0yvM4fvQZZKJxbNqwASMjIwJmZDIZWWsJuk1dHseFUydRWJiXPZSiVFH2Bo1ZmY9KCSL3m/7ZtAWKUp4fEQCISpBUslsO8JkMgdSkHFpjcVMChkI6Q1TIRKL3XxhOy0TbNtCo9aKZ76AyXUWjNI/R9R5cYxrTk5ex70AWN924DqlIAoW5JVTyRdCypOpGkNp/J3JjO0QCGdbCKNUcOFeKSPcPAPE4KlQIRHTEUwSfM9KgodWN7LlhSlWVBQAbicG+wGfIf/N7xE/UBxYDhluw1wRzL3hOQT0k0jlXAZ1rpeot7peRMJxiGVe/8ueIXHwGyb03ojVVxsi5OTSH+3Dqjr1o9a1DSAsLiy7EZqKn4caDh9Hbt0lYJWSG0XUzqOeCPY3XuxYYFvaQ2EwoJgl9oAOJP69Z2QiQgaQAyuB98O9g7+drBg3WYF8lQBVYdatuCucC1ywqiJSXrQrl1IVhSBVLu93ExfEzyGZzEvbTJMDtstYiW6ijAEg2Q/wAD1onTJ84gvrSeZhuE4ZG/zgNUZN7tQ6NYZkS6hJeAfF4//d/4M15rP6vR76p7KjYwPEtBoKxzo3YqjZQXS7LHhPRXTz38Ndg5icQzfRjLqShGWK4kgmX88HPL5Bx44e/BeNAQHCGbDKsiPVluy2MnjOvX5D6OZaIYHBwEGEykCNRnD9zXj3DTkd8NdcSCmT/+CcaasEY4NfF8oJ2D75vLr+f8n8Ge548eVLu3fqxEZHEsuZLsm6N0I4gjOXlZQHj9u3bjQsXzq3YZrBO5ntdWFhGrd6SulmxDZXlhNprlWIomCt8zVZDBeNm00ly0dC02hhYt07C/shuZqNn//79cn08jD/77DNip8IwHoKOBOulPhXlWUvqd2Gkuhp2HjyM93/kN2F3lBcr17XlpWVZn2iXQiIKm8T8vLo2Lg8JeU8JM4G8Z+Mbzz+NZ0++JP7RlETzHOBankh2B+MRfPTnPwS3VsEf/rt/jTDDO7kNsZYX4IsYK1mGLiKdELYPpPH+O2/B4P4DMHfcDKfp4MXnn8Hi4iIyuawElQZOnHNXpjEzMyPPmM+rUChgauKyWlvDYSQSUfR2ZcULnmnfET/khU0iMg4JQBXKFRQrFey/7XaEUwnUGjWMDY9Ko4IAplBsPOZ0FNHdlRPfWDYz6C2ZSKTx6skzmFvIo14uY2pqUionNtH27d+Je+6/E3a7iaZjwrbjOHn8GWRTEQxmszh19qwwBqWxZgPJWEr2Dq7zWpskjhpirAVTJqymAavlwYjwfKrGjevRli2Yx35QWTQi4CGfE5mazbolrDbuO5XCm7MC+Nyv/QvEEjG5l1kGVbVc/I+vfhOXF5dw8NYbcfDgAfQN9MB1LbQ7LZGkh3UCumr9Y/hkfrmEM6+fx7lTF2XccF3j/OGfRDKJjq2CmEh/5JglU7W3h37gSey/YQ+uzBbxw+deRjjajVzvOnT19KJUb4t1UDLiYeugib4U8Owzz+PCxIwEIEn4o9+wlPVZ6ntN5iil55ynDBXitWzu75N9+OrSIiZmZtHu0MdT2bhwF6eCQp2nhHsKl/M0loBDGz+bjS0LEdfGrXu2Y8e6FJxGHS3bQZ4WdC0HEUPHUF8WEZ0hS0lU3ChevDCHmYolxCiDia0ureQIitLX15D6LJLoQ29PBgPhNrandESbRcwuzGO52kShQCzAQr3TRs3toGOE4IVCYv9C9jdBXdvuQKMKybFwz2278Msf/BdAvYzK8jwa9OKu1lFtWnjt4gQ279yF9777p1FZmMHk1SU89vQxnDg3idsP7MDhfVvRZXrIUW0bpt6KxDDlXS8yddZYwrT3xIKQhCUvRF9aB7YPcB45PYvxmTk4XhvruxK4b992dOs8/jgSTMxnEovGEEtl4IXCaDhtxMIRxGMJAbQZ/Ec2rjSmzRAyvd2oWS0sFBbF5qe3O4vuXI88n2q5iHq1KsAybeKqtRrCJgPGbVwYv4SFpQJsR8Pw+k0IdUJ47olHUchfxS2HbsNvfOITeOnoUXzxi1/A+97/Aezbf0CUvWSKSm5Oqw4zpMGk1U8sJo0+CZ5mLR3JINXVg5eOvIDvPfqPGB4YxuzsPCauXsV8fhnzy3k5Expc08mQJdZkqz2KY5TzhfdT1VmB8lcRDcQ2Uta5kCgSkvEUXNuBXW/JukTg94cv/ui6a/Qf5x/4CbD6hqcbAKs/+PYXRLYRNkw47NTzWOyRNm+iWCWwqhirlLAIsKppeOCB+/DgA28DezaU0THJuVKrIJ5SEhf6nbgdTZiqf/e3D6PpFx3XsCc4PdcAq28sdlThA+zcvR3/7t9+SgY+J4OY8oPGyio1M9vVpcyMXRdj6zeIVYCwv5RqWAGxwv5riz9Js7iMh//6c7CXZ5VEJJlG/+aNCMeiAnSw0CewNNwVQyrTBavDwKQm5mbnZBMgG4+G3OJPQwmAD8AIs4Xs03hMpD5yMHA7KhEzELP7TD/KW9gdkVRtLootUv4p9QoJu4+SuqZtr3TbA+CFMkV2nPizdtsSCId+jGTliIzJdtCybZybuYRjl07DixHwcpBI6DDMKHFXROMpmPGkSLircyWcPnIClfF5JNsmvLaHcJSdPfoRKYYT3wcXdLUwuQh1RTF0aAdmSotYKpURTiUxsn4IpaVloN5GY6kCLNXRVQ+JFSV9dqvNKtpk6OTi2HBwO5bbVSRyGYTbjhSz9FshyG0YMSwuFbAwU0JPJ4r21YLIcklNWgusUnIWeNHxmWzbthW/+isfxmAqhgvHnoO9PCedP7LDeE/KTgexoTEM7LgRv/O7/x4DmTju3LsFg0kCV/TOYZKtAc+Ig+Le7K6bkejO0cwO8WgC1VoT2Z4efPfbj+LLX/ryNVIyOfShjfW9WewbGUBfbw/u+pl3QaPcnvYAK76DqpgPPgKGKv8/kDmK7QLHtaEOfwTX2D1k8fKzD733utdnBazeJodKlyyeaAyhDaNAMgH30iQ8SpdaNZ/lKFRqCTdy5UCqQD+p0AXINKCxqPN9SZUTJ79XwYZeOAUt0Y9QulvCLDy3BZ2e7k1Lmg/0fpJvFa9JHjiaQSy3SmdXYp4A6bsWWJVDUXBNBHrDvqRfh2aGJBDJtSyRSLHI0YYH0TFz0AoVeK0SQC9kn8UpwCpBo44hnrK0BKAVggJXV6XUohy8BlRV8mS+D2HHEGLUw3Ig8mR9C2TlgedJwFwNvhLAemthvuDfPmNVQE/lBcs1K2qGxV+VES7xaAT96STClH5aLZi6iVwsjuFDN2HwAx9AKB1Hk8C4rN+KeSrS/wAMlf9X6ngF86kP9W//e9d4/gZsVeUgTWXc6kFULa0KmHxjTAkZq34Mzpr87/+zocsREhHWqpKf22RQWR3MhCxMLp7E8a9/B4uPvA5riZ6YEegxD+c+NowHP/Qr+Gh8D/ol2EsXTyyHfUD/1669xv/tffnPje+GK7WLhgJWoaHmGjjjTOEvHv2PGA4t4i9zP4tsZARaIg693aA5iXruIsXjH9/4Wx4B5w0Ps8ouQv7NwwfBQAn0YBOgJSk/7WYJleIsun/u3/+f3ag13/WFL/znaxQfytJB2erwYy1oIoxVf2OU9ZMsGQLUfsFp2R6OPP8C/vF7z+DKlTnq1VUglexzgf3FtQoTYUURqKck0fe9FvY22ZQ82Mm400UOmMqkoZGNqYewdeNmrN+wHeF4Ai27DqtVRndXFj25biRpteB6KFerUrC3Ow4cq4n56Skszs+JxxhBpsBzUgXImHJw4x/uV/x9bMwKEMO92QzDEAkoD9Zk+4VFjSA2PmLpGkXbioBClFZVQ70I1AoemP3Qccqw2Lo0GYY0jeGeAjYNOBhel0M8koXnquYKw4EYtMD7QCtdspa1RFSSjtPRAUTdNBLJDhAbRKhrM7x4Pxq0aGByfMJEIq18RUW+KzJYdf1r16HAnicIHQok5wJO+o1GxaBSB1VZnX0ZXFBTKTCM3qe+RzRlt3YVHc+E02riO0/8KQaHDGTHbsPMDx7Hbd8/BrPg4Ox9t8M7eEACv0Sy7Npo2W1s3rwHW7YfFG867gnBuhOwEAOATRrNHh00LERjKtQykOeZYSqceIBWTS7ZM6jC8T1ag9cQEM+XTYu0VCezPyq1YQC6NgRQC7yCff0FJddhguZK4qu8a5VnKOuq5cU5zM1NY+PGMcTjKbQcBgrSyofMNaVIoFqA96xer2Hi1eOozp+GbhcRDRHE12EaBAu4PykmVuCFG8jI9/78H173/OYPfP0b31BsVfEjVaCO+lsXr3raiRTnilJPxiMaXnr0YXTmxlGNZrDA7cSk1NwUEFw8TX2LiYCFLqwrw2+yiGWIrUDXNpmiVVwavyyAGptVw8NDMOlNGY3CajgCxvHeCyjrKPB87cdagD8AW4PxzCAmPkslV1cZDAxo4jN47bXX5HMbNqyXMXXlyhUJxI0LEG7LQXzX7t3o7c1hcvKyJETzvVHRVMhXUC5XfZBGrYWBT3twBgmAeF4TryMdz6JZK6OvJyvjb3JmFl29/X5TA9i8eSP27NmNrq4cotEEjh17ES8cPSJML18XsuI6zvWFNZSMNTeMn/65D+Pw/Q+h2eogGomiWqmgUW/IOYEgKWv2VCa7AvaSuUrmK8d1wXLxrZeO4Oi5U8Jw1cWXlc0zFighGAzVrRTQncihJ5vDpQuvwJm9CMOzxF+RORg69yKPIBvhmg7u2b0Zhw7sQdeNt8PtGRHW9cyVS1jO54Uhx7WBzDzOL44FWrx157ql/vnmN76JKxMTQv6Ix6NCakjHo2K9w+ZUhNYYwjNgkC9DWKNyPpyemxdgdXDDCBbySzh0860SjMTzHD0gayRUTFzGju07VHOfwGbbEWn+K6+dw/HjJ4R8sTQ7LfWjq2u488478MBP3QO7Y6HaoL2ZiePHn0O4WsaQq+Opc6cxW68pb2QAfQPd0kRLpSJIJ6OgoptM2040gZMvX8LSYhGpXBSJVEgCl3LdBDtjMj7CpgraU0oOJppzzWTjoY7F+SLmZ4soLlx/wCzH37f+6F+LpJ7zItOdxXLdwZ9/9RGcvXIF3X1d2LhpFDt3b0U8EZUGBz1/U0mym5U+ampyGgtzi5idWUCtaPnB0CoIkHs8/5bnGKPlnAvLtgS87u5KY/v2LeJjPLdcxbMvnITVMdE7MIRkJoMWEogQ/NdbGM25yEQsXLxwGS+8/DoqdUv8WpkNwia+Os/yPSgAkI1Lrn+NelXmcUprY8u2bQJGXpy8IvkVUjvzLGtz7isWodJCsQ7T4PAsRO1b20arXsb2sT7s2TAMo1lSGS4dDUvVNuq2B7tRxZbRfuSYAezYMFLduJi3cW6uhJaEBKuztvgDk1HOuUmikhlHNptEn97BwYEUxmIsyyoStNZuQql6WhYKjTqKzYZYCpY7JiwXsNr0PK3DcGx0RUy8/2fuxs37d0swYrVSFgCb3q6NVhOOpuGetz8AAzZOHHsRC4U2TlxcxuXpadx7yx4c3DYMEx1pQMdjqhEmzXhRw4nET2qipmOjWG2KrQZBQ+6WtKshw7vpJnBxeh4Ly8vY2JfB/TfslCArYjQMRU4mY74axhQGKBmxVAjK75DQs7A0zPgwal4bQ2NjiHVlcGV2VgJneaCnvQjJc45loVgoCIuUFiK0BaQdCs9Hi4sLKPMabR35YgPrBscwM3EW2VQI9z74dmFMf/1LX8b27Vvxlre8Re5TLBoVpVQhXxD7CqpQuQaxdiS4yv1L6gUohS+92h95+Ft46pnnUa235BqXymVZb0Jk54taoIFWU5H8gnN2UBurOkrVRmo/DeyTlL+4WDRqLga6snjogfuwc8tmtFtNvP8Tv/em9vAf1x/6CbD6hicbAKt/+z//i0jiSOBi8m5HY6EaQzIaQbW2agVAyatIYXUdDz74AO67+zAMyjg6kGCoWqOKrp4cLl+6JN5H6XQO3/72Y3ji6edkwkqQSpAs7LNrgkJrbcEVFGYyATwXu/fsxG/95m+IiTsnFgc9vVVJv2dRQiBTbE4MA0PrxmRCMpxJDg1igk78xkO92cLC/BwSpoYnv/VNlKYmYNltmD09GN29C+FYXAEMNKFGG6aEZNG4XXnIUTLBTUC8TuRgouQg4ukW0L/kgMoublImNv2qRA5RbyIS5UKpDgxRMkMkJER17ZU0jcAqQ7covYRaNH3vIcqZRBLITY4+YR6jadrwRLbNjcdFR3OlU87u1cmpcZyYPIeOwY0VyGYTiCVSUsBFYnFEaPUQMWG1HJw/8gqWTk0gbUckAZXgBruHXGh47SyuJJ3XZyYgZWD0jj2YLS1gvliCkYxhZHQIlWIJoZaL4swywkUb2SrZdyHp+JXqVbgRwE2b2Hr7PkzXC0h1pxGihE/roCsZl6KRJtgzs0twGkC86sLxgVUVyqdSW1l0stB59dVXV/xHD9xwAO95zzuR9SxMvvQsciGVdsoNIuK4qLkuSnocBS2Kbz/6fbz91v0ilSCjlemHBKYJoLsMIMl2Y8Mtd6PGZxcx8dLxV/D4D5/Czv37MX35Co4fOyYFQHBYVffGxlhXFHdtH5Vk18Gd+zG67xYYcbIfVsHUYPzzXpIJoYLWOC6UbFc2UIJhItVVrCQyRvgMPvwLH73utTlgrNLr0wtHgVgcxuYhIBmHe2kCLo24mxUVYi8BoWRDMEKF3XoekAn4sbMblnFGMEkgNb/pIZuVHNz5+nEg2Q09PQiNRYFXg2tXobcI+tvK6J8AJtmrXDSCECyydAnOsIigD6ykmyv5urK74H8UsCr3j4n1LOZou0HmAIFVevs5lFhbCHlt6JvWw3ZT0JZK8OwSiI4I05QgkQCrZBxH4NLDiD7JDGGR+89TqP+8fMlscNOVnJxf9w9pElplqsRNzuU1FgCrlgCrj0y5mq4V1wecScXkV80gAj6+dJHzkLI600DcDCEVJ+tORyYRk3lca1lIGQZuefsDGPrwh9ChVIqHOVJmeD+l8RR4qapGUwCsSvKwz9BlyaECrHyAzOebyveusQQICe5MBrMfIOS/Y+UiGwDEQE+qz2fuQ4UVrGEurX7fGsNt/xYpGJpjgSCkjRAPd3oU0baHYshAqdPCVGMBF2eex/mTryDkZpHash0/2tbGnYnb8QteHwZlveYYUKEDa69rLXsqWK6VBUAQwiXOk3DRFI9XFuN1N4TTrQn8xff/I25NNfHfjHdCz4xIUJVLphpVCwIkEJxU3sAaJxMZMVANIbIKCIiI56cP4jIoUuOG22rI/POaNTSKRSTe8/HrnuN//defvgbMUCTZVY9HruHXNgiU4b8AM/KQOyK15f0Jx3Q4lovTr43j+SMv48zrk8gvF9Va4LN0AqAuACiEge4Xp9yXFXCr9kj6tgvY6kLYkNmuLDK9g+jt68VIfw/WDY0iluySAyPHNocLG2G8PxwPPPw4Ek5goy1BGWSGMXSOh/iwePuRuSXNAqkJaMmgfEl5uJe1VGoDn0FO71eXwL0J14mh3YyhVQ2jUXXRquholDqoN6twvBr0SBOxFL3YDCT6IognQkhEbSRQQrxTREqj1xmZlEqWTdBJHJjbyvPTbTVg5ZeUTUI0i3hyGMl4P9z6ZbT0Iazf8w5Ee7ZK84As6XmrgGgqLgcradb5fZiVe0u2xgpwHbCT1WE8YHAGzWnWCrxPfAbBHsPvk8Zd6FrQPQBhW/WazJiJiVN45LFP4/bbD2EseQNKj/0QkVOvI1+vonLbfqRvoGd3CO0wPbIh/oZduSEcvOmtMCIJOYCx3gs+CNKwqc3fQ589No8blIdScWKoa1HBEWwi8ppVUrVABlxrfDHBNfPX92AN3q9SkECk6Bz7rGtEJisJZ5yibA6oeaoYtKqZyfWe9ycaicvYuTJBBqaF0bExuGIBpSyLpZHkdWA1CCDyoOpgbnwc05eeh1dfQDISF49JHpqjrJ1CvM+Uwyr5aQCGHvjgp697fvMHAmA1eB+rwKoGnfVLy0JpriTSyWwqjPPPPIG5sydwxTNgGVGETY5RIGnG4JmKIRq8BhUxsoL7JAGOXbLUJOiu1UKz2cLVK9MS5MEx2dOTQyqdFM9g+skS4OTBWIBVgvuyFqrxufaZreyj/v7BrxG84n2SdHB6EnuehFHt3LkD58+fF1bq4GC/7AtXr06L3zLremUJZmHvgb1yLiDYJPPfiMj1zs4uoFgoC7lDjSRejyKFXEPu8K+TlhAj/aOoV4vwqGRr1FGo1YREodb2DnK5DPYf2I9dO/fAtl08+cQPMTF5SVl8sW7x2bC+qwJcrSPsUnoP//a//WNkhjZKaAvtFRbnF8QOoFGtCRAskuRU2rdCyCASiQnLj4DUX/3oCC5enZRnwhBOg6FDTtMH/NnY9RCi5ZJD8gGlyR1opWWkrArSVhlOZVkaUSQO0O5t40AOd24fRc/Gjdj81nej5uqw3YZ4t5M9ymaUgJq+PZLsoZROx+J47tnn8NUvf1mecTKTRCrBca9LM4G2VyRJxGmHwaaopRi8YhAZMtBotWAmM9h320FRG9xy40HYjZbsLfS0ZJ176dJF7Ni+Tc53si559IaM4sSp13H06DEUl5akuUYvTYItd99zLw6/5Q60PRuFMkN9DJw89RLyr76C0bKFV5tFzJk6tI6LTBzYc2grRkbXCVjK4DHJE+C5xgthZqounrzZbgNmjNYCNPVQoydgsnEcqERyHiq5f7Lxw4aCiQvn53HulUtvan4//me/i1K1JgBjJpvB1aUy/uY7T2Cu3BI7hGwuho0bRxBLEDUEevr6BHDknOF6Nz+7KJJ9ypahK5UDr5PzMtgzaC0jVixij+MgYhrIpGLYummDeFO2XANz+TqajoZkNifgVN1NotNqoTsJ7F4fR8QtI79UwNGT53B1Lo+OR09VU87e3OSplnEcsk8NpNMEVsNi3yChdo0i1o+OIJXM4PLktNisWbTbpCWMQ3UCvS8NyXIhWMuxU/c6iBoROddGTBe3H9iO7rCHWmFR5OcL5RamixZqAqxWsHvDEIbThhApIqkuLLsxvDq5iGpb3Q/abtC6hqSiht0S9YybZOBcBN0hYIvpYRh18UJnE06AXhG6kcWpi6VEw3Hw6lwDV2bnxKuVDNPhdBJD2RRu2jyGgXU9sMMeCo0SSpUqHKsNq9nA2OgQhkZHUSkuwmnZODtRwgtn59F0Wrj35h04sGUIbocetBFaHIulDJuX9PUm2apQLmN+eQmFah0LZUvmM+dALB4VAPHK5CX0dQ2i1Opgbn4RB7aO4VaeRzUGZkYRInkuEpb7zTlOdRUbH2SuSj3MsE826mil4nqwEhFs3rkd8XRKmkSFYh5NhkC1bLFNYd3XqFXFxqSnr19eK5XJiZUW1bzie2ukYTm0xaIfbgPtVh5nzr2OC+fHsW3TRhw+fLtkFHM9p9qYc43rN/cDu0N/XqVoIGFNlHX+Gi94kmbgpROv4e+/9SjOXZrE5MwMHE9DJJaURgIb3XaTwHZdNQAC33ba9pA4putotgILAFeAer4+6zVOb4LRmtNCXzqKD777QezZskGaOr/86b94U3P8x/WHfgKs/jPA6md/4+eQG9mAzPAmNBkagpB0KOltRS+N//AHf4xq3RawhJCLaeh417t/Cm+9/VboIgtmV6KExUIJG0b6cHV6RoIeotEkPv+FL+L0mXMwjbAKp6Efjfg7eQjrngxmZbqtwEtKZ8SsmQCDSRlBC3v37cWnPvVvxHepWCqIb5F0L/zDPCcfAcx0Ko10Kifm3/R3JeNWFeaeAMTcoGgnQG+d10+9grOnT2EpvyybyKYtm2VRV7gvmQ0s3tRCEyRBrsj5SUiQ1gkXLHqrumLAHrDx+D75+/n/LKy4IjSqdQFWeaihj1ulUkKpVAT9ChMp+twwAVDJ+vmHwKfrqfsSHGSlWOUhxC9c+Szka/w9fsow/dJqnoWnXj+OC7NXkSUD9PK0LKpcAOUAapC9o1JHk6EIZiavYnl6AaarI0bwnACT7y3E72fhKGwkQ7FXvaiGTYf34UpzCfOlPKIMrxgcRpNUn0YblSsLCBVtJFoh6LZKnqw3miBe0ki52Hr3Dbi8OIv+/kF47YbYAcQlCMxDLJbCxPgkkul+RJZbqF9aEO9WeqVI8mXHFoCJZuyTU1Oo078WHnbu3IW3vfUuhGpLiDbysvmy8HC9kAR6kTlFX6CnXz4lxvx33rAPEc8TUJ5sRQb+WK6GihfC5v03oH/nfmHMsah78okn8bnPf151sTqahL5EIwYGB/qlYChX63BaLeweG8be4UGEbAs9o5uw5633onvjVtgdsmf8Z+UfNjim2JkTIE3MyRXrJvD+4n3nveZY4Fhko+AdD/z0da/N4rG67XbFKI0koWUGEBobAPQGPB4ii0UlS/Z9UzncKM5UvndKDMausqZHhO2i27UVGIxzeAWgIjM3FAOyAwhlB5THKtM16zXoZFd0HEj7t0MQk+CqA80mEMWBFsi2iZL4yd8raauKG6mCJ8hwZ6lL0IH+wz6DRxgWGrRODbpVFfaBNrIVGtmApQW49DizyRDkUmXIwVKj7YMRhSYyEUusAoRRKwd6BQqJ76qc7VcZqARW/fgC+f1iR+AHnazyI9f6rAZcyQBcVxxPxW2lW6tiO6r+vP+HmDSXDY8MQNU8YpppPMEDgoFs/zXslAAAIABJREFUMoZExPaZdBqGxkZw8Nc/ht79W5B3bNg6I4DaiHXIBFHsMb6GCsRVUCOZJUGsloJ1A3CU91gBjSsBT/6lm5Ro0TaF7g7wUIWLmuwIirUapsoBOgbSAzB8sm4rCFiAhwg0cFXk3+QJrv7OVfZs4LmtBtmamBXKrjoaGlQtSAhHB2EvjAgMvNqcxj+Er2K7OYiPhoZBIwIGX4XdDqxQRyw8wmRReBpseklqAOMpgvetVnz1/sM+aVmCCTQD823gdesy/uqxX8P7k3347ci9MLvXw4tTJt+GLinJlLKp57XywXmk0+eRc1tiiBXrU8BqmWSKYU0GklWH16ihXa8g/FP/8rrn+Be/8Ccr6cRB+jqliqsd+GtfcuW+S/CFAhoU6EZASzU0yJ4pliuYnV3E0RdfxAvPv4ZK2YJpch9QHoCytXH88+f8wDmR/qv8eHgEl8na00PyvGmBMDI8hJsPHcbmHdsl+CWQgNIqQMLyXF9O7Cn2k2rG6pIQzPWXh3deJ9crbnwE8bjncaUyOMYD8wruW+GmWGXwkB7WYoAbg2OF0FkYRDMfQilfkcNCvemgjSqMRAXpPg3JrhByfXEkMkkYkSQS8S549hRC9Tzi1jISsORaxUPRplSUQWvKToGKn3qlgVq5CddWjCseYMlM02wXtUIZpVoIWx94N7bfej9CXkykwzxIdkIOlupFpAe6lIevgD7K9zIAqLgn8ICopJZJeW4KjFQN74DFGjxTHqwD/1EJwiHooQN1jw1HNombcExN/IHrsxWEjBa+8epfY/zSC/gV8wbseGkaMwtLONasYm59D3K33Yx4z6AC5sgw4krjNhEyYtiz/w70DmyExcaZrBmUw/N5KjCCHzzwEFBlgBprPLKI+VrStPX/5vWqxqXyQpU6ypchB+BdAI7xPqx9fwH7lb9LBQDxkBSEkLBmU0xqVVYplhU/KH0m88ZrWxgffw2ZriT6B8fQbHGs2ytNPtarHXq2OS1MTc6iMnsGrfkzSJiu1EEcD7ScIc5ASwAye0hgJRDE5uCNH1F+yNf78TffeOQa5rnMCzKS/Qasa7soLOYlNDYRCeP86RM49sw/wgnH0AlHEY5GxaOQ771et6A7LaxLp9GXzch91mMxlGtVzBWLiHX1CQDYbjTRaNZRLOcxPTMvWQVUYHV1ZcSblnWvZTsCako4JbvfQdiqb0XzT71P1Rz1FHucnsuUVAszkt7QDP9MoaenR/zvKA2PRXjwV2xwMpq4HsSTlJPXsXXzJqQzGczNzWE5XxKPXgmrEva2so0KxopYUfCsQeayqVLfOV64+zJk1aB0WtdRrZSkZpVd3CeCcJRQ6n7rvt0Y6OnC5YUFnLowjk6LIIIP3vuKBfHF5/7q2QJ0bt53CB/51U+i0WzDNCK4eJG+tCay6SzGxy+iN9eHrp5uWB4JFyroLRlNopNM4qtPfR+vz06Lz6Rnt5RtkjC5/dBN2VDU/VQ1heJ4sCnJ95dwLQzaZYw6RQyF20jGDQyk4zAGh5C++W3IbdiDltuUplCr2oRHogl9OLne+onnJkElnfM2js995vN44emnkcsmhalK4Ew82n02oLI+6IgiQRq8bC+ykS0+3XxNA4MbRjG0foOA1LVWhbs1PD0qtfyFCxewYwfDyPwsDrGYMDExNY3njxzFzNQVLMzNIKxr6B3qx60334Kbb75JlHiL+QosN4Szp45janwc4ZaDiekrUv+LHD5t4La7bkRvN8NVLbR1CxHDExswL0SF4TA6nSaS0WXxv2xJ3apUeqoJo+onBbKyflApBAKBaSlcPL+IV4+dud6pLd//Xz/8LmghT5okA6Pr8Nr4RZw8O45Iuh/LhbLsuTyrsFlGkg3PcNDDssaZsYhYyNAqg82PSCIJz6VNgS1+onwGJAgpiytlUSLvwXVkrvX39qLNIEtK+GMJYevz9Tkfndgw4rEI0lEHW4fC6Il1UFguolCx8eSRY1iqNGWPJFAZ0ulr30GlqsKXaeFARm+j2ZSznWVXZFz0dvegWCiKhN1MMM+DmII6j/IczPktnrH8MBgQ6cGxati9ZRQ7NwygVVyCVa/BMeMYX6xiaq6MTluDbbewd/MItg0k5RxAxqxtpnB8cgmz1Y6sX5zPMa7zJBNQ0k8yVTwjCsF42IW9OItOfgmZeFzsIqImz44aYlHaupEdHhIp/eVSB+NXJ4Xgs3HdANJOCzuTWfR6IVRbdQxsWw+kTeRbNcwvL8pasmnDGAZ6elEpFlEmw3KhjLOTc+jv68fu7RuRTUZFCVGqNVBvWFKzk8zAmqdarWB2MQ9H5PsdIYF193VjsL9PckqYG8NzzpZNw8gXq5iYnsXG4X6EygUM9vaip7dfajWqW9noEFWkMEAZEKZURYpUQ/9uflqDl+tGs2MjnmXIV7+An9VCUVQbisluoUTrjt5e9PX3S53SleuRcdfkmYsraziGXHcfKqUmnnjiezh39pREdRw+fBi7du5Qal42emn7SMVR2JTXZSBdtdqQ+8tVjfUA/80mfbPRxNWrs6hbHhzNxFe+/g84O34R+RLXf8r4GYbIBjfte5RnLIPAJXhMCEwCbsjw6jA8mfNbGKpB6JqqbeX/uQ65Ng7s2IJ7Dt+MlKnhI3/w/76pOf7j+kM/AVbf8GQDxur//NiD0GJZdI1uweCmHXB8tgQnF43r/+CP/m8UKqRTK6CPB4UP//x7sH//Pun4kT1JX9JCuSTFZa1aEyP7pYVlfOVLXxVfCp4t55cWYbcJJtCPlMClYonR2FxtXL6Xn2/MT28gFkW7d+/CJz/1b0R2QhZCf2+f8t9xVGI6N212f6UY70CKPh7Ugg/FfFVJieUKJRvTmF+Yg8MFgoUyuWt+MmnALAheN5ALrbBzhEVD77g2nEYZpcKSbGTZnj5Y/AKZOWEDqbg69ATAKic5u4RMOyVJKM/NoWVJQBgXddtSnlbs+vBwGI0nJdmCi0AAgkoHl9J8v1iU11cIqDAJSJvnBrxcL+HJky9iemke9mIF02cuwW3Y8j3y/nig8D01mRxO/1Ctw05zBOlYQnyTyOAUCMBPa5XDBz/PhcgExm7dhRmniPlyXvy2+voG4bEwaLRRvDwLncCqHYZusQhpo1FvktyDRhbYevcBjM9NY93gEDp2HUanLUUrNz16vVw6fxndvWMIL1RRvjCLEB8Q5UVGGHfccgMG+7uF+VJrMmFQddkzmS4MDQyhOn0R7YVJZHTl2aYZEblfYV1Hud5Ei//Pe1arImGEwNRDLuwEVttaGGbfOvRu2QI31iUbL8FOFvizs7NKkkk7Cbshh1MWJfPzCzh56hTOn3odm7pzOLBpFGg10bdhE+782fcju3ELioW8HBDokxcwyXgYzC8t+6nITKnmJuAo1liY80wdJgMmEp/b+977C9e9NguwuuOwYujE09DS/QgN98L1asDlC3Dpa0vgXA6YyleVUJn06n3mqgTyaARWdehkf/ofKirNJ2uTrUJ/3uwg9EyfvJLGA06rIc0XglA8tIpUn8AqDwcWbQR48KHkUkod33rgWssEdVpTQIpyDeVJlYWlpG3IIUCwHQK3dhVuIgtt3RagUQNK8/BoAyDSawWskrEKrhVGSh1FmALM6yJAJpYACsSVxsraMCpZn4J3zQONAlYFovQPIerWBAxI4bqv3C31DwWs+tCl3GlhDhHkEok+vXD90AnfezXk6TDDEaSibEZFhLEaTQCWE0a+7Ahrd9/bb8ddv/YRaIkYSp4F0xe1i52Hb7ki//YxBWHRrfFXDfimAvfKtfifke9XICiBSZ7jGBrUJKjquqi7bTTZIFM5PGAoVG+6X4A03tqGzyZk8RenHBw6ogR12FAQ+4EAClu9O+ouXZteLd/LR6WxH64gbB6IycAxWsDfYwLfDk9hf3gEH8Qo+uUxSESFFKh89ITfOLNMeuDpcudXnkjwHg0emITF6cGGgYUO8Gr9LD7z2Mfxod4N+K3QWxHuGoEXozzbgS7rpB+YJIdb5Y8r1x9iggjBfwWqirpBXtoHVm0fWLWb8BpVOI0azAf+r+ue41/60n9VU8EH1gKG6hulr2uVIPLeZe6tAqtcb/ghQJek/Uq0O5y2i9dOncf3H3sKF85fVWNBfGP9ItW32+Fex69RrcLn36EcWopTgqsKbM1ls7jt9kPYd+ONMKLUC5AtpAp62b/9RqZipxM4YpNVEyCVibgMYVB+xgxpo4xNlz+B/QGZrlR9EEyNs+npxOBUk6gsG1ietlFatlBpsgB3EIqWkehpoGc4jeyAga4eE4lkBkYsCS1kisRPs5toNxuIty7DdFuIuS2R3rY7OpptDVbDFm9GCS7k55ptSSSnR23HctFp2VSFC0BYLlXkfh968Odx2/0/A72nT9QcHMMdW0M0HMZirQSjK4p4OrFik6T7tjzB8wu8R/msxO7AVzzwQBKAjME+I6Bvuy3MQwFgO23EohFplLF74+mOgDlW2RLftvn2FF58+cs46PXgtqdnMPPqyziqA4t9OSRvvQGxDWPS2OI8Z9uDCifXa8FyXGzaegM2bt4Lh00ukUGrjkzQVOS/2RTnnhYwwIJEeILmik2r2IsBi1aAVD/UiO8/8FoNgOaAhSJ+/H4Nx58P/FsJLPPzgeQ9AHgD4Dmo7/g64hcZjaFYmMPC0jSGRzcikegRcJErEgEz3kfdJUBmoFWv48ql87h67hiSWg3diZAEhEodyyRyHtzpsUqpdttGPBrFTR99c8Dq1x7+5hrGjQ+0iyewmvee7Uk9YTUaiIUNTJw/hZNPfUdUKnVXR4tNpY4rEsyIHsKmoQFs6u9lJ0Bqzk07dsKIRvE3j3wT56YXEY1l0CYzqW2hbtVgWZRNKj86Yb7S1iOVQq3WkLpGqT3WhLYqKcA/uZYF9z54ditMaoa1iDyTwLSqgZSChwffthyqGQ7GphHXiobFuaisSvic2filP6Oy1CJDXo2zoJZXZwy1L5GNxjVD6mGPzD9byCAcK82GakbIdfo7NhV5HEXD3RmYegfJwUFMzC+gkq+sNAbEy9Xfz8X6pWODsO27P/SrOHjoHrQaDq5ensL4hXHs278XV6euClgwMrJR9hszZsqaGI3FRbn1xKlTePzMSbRdCx4JDQxYYd0kFgBKlbIqhlprv+AndPlNwqRhYZ1mYczQcG83waQ6QuvWI3vwfrRiaUTDUQHRms263G8C3jJvJaldNSRZOJhmDF/47Jfwo6efQi4dk/FMT1UGXHG+857Js6RnpvjNK9sJesoq9jYVN2m0DGDP4QPYM7oFrLraXCC9kPjUEljdunWrz6ZWpBiCLXOzS3jhhRcxMT4uwCrtOfbeuF8swMhuZhK6MFbbwLnTL6FaLuMth27HU4//UEK5eF3DG0exffc2VPIL6O5LIZImi62NsN4RKwJd2wTXqyMWnoPX4b7CPYgKQlV1Bq1xlnqiSJCGEZtanEYGzp+dw/lTk9e9f/MHPv3BhxAKE1hljeNicnYOHYZeRrswdXVONd9CIbHGaTRa0hZmsBIbVAL4ShAgFR2WfE2AbD+kj/ODLFCGAXFKBiGH0qwK67L+O5RL+4GO6jnFkUqlEevdqiz2hlLYOBBGbxzILxVRKDXx+oXLOHH6AjoMlEtloGuurHXcE3muplybditV+geLbY9aGyOU/3ueKPZCzKEg8B5kULAhsMbCiExLnh16cykc3L0FujCwlwQ8K7R1nJ5axPRiTfZ8rhHb1vdhYy6GmNvAodtuQt0z8aNz03j6xFk0HE8sAEisiZgxUT5yfNv0x05EYWptLF6+iOLUFOIM3mJTVvYcEhwgZ/WIwUA5E2W7JXVHIpFAKmkiadVxa7oX60JRlOtV1GCjfyvB1TBmCkvI5LqQSaWFgMPXyFeauDg1h6m5JfT29mPHjq0oFZZRqVVRqTexxCBCIyRsSwadDvb1S/O20fZgS2MojFiCgXcW+rrS6E5GkY1FsHlsHVzXwKWpKTlrZTouurJZDA6vF8xFlgQ/BJGMZAXQ0wqJSgNfvUUGeiyKTbfchImpK7h4ZUIavcNDg+jtyqFW4RhsyF5IMJ/e01QepGgJkE7J16Q5akah09vbMPHaq6/j9OlTGBruw/4De5DLdUkNxpA6zix+v4zZNv1xY0JYmrgyJXXmAL15TQW48vfNTk+jVrXQ0aO4MDGNJ4+8AIvWX23aXdBKSJ0fRTEs4epUS64quOR84e9Nyrt31eIqIDYpe0eFS5GN35eO4fDN+7B5dB1+44///E3N8R/XH/oJsPqGJxsAq//jlx6Q5Hs3nMDAxi0Y3bEbtkGZg45KtY4//PSfYClfUh0O5n+bYXzsFz6AbTt2sOcr1G+33ZIOT6negtOy5JAwdfkypicmkIzGpQtXtx189/GnMb1QVgw4ViuUVQniEZjJK8aMAgDVxw03HsDHPvZR8cESg2tJRlXfk05nMDA4IIszJxMBCHZOlBSJRSe74Q5KtYqkTS7Mz6JYzMuG2NvTLQv63MKidMxZ5AQF+VqGiPJ9UUUef6ftUr05j8L0OTQqy5IC3Te8FYncoBSvmVQSuUxWigthOfpyRW5w3T3dyC/n5aAldHUa0HMz8ZPAyVrl7sdFiV3I4BDF1wmkVVwMxTCafmp+oIgw+bml6kzdW8a3fvA9TExNwcqXgaol6ZjsbgojLJCA8mcIsPCQRC+ekIF4NCaLGRdxXkfgsSr3ViTvHXR0F+tu3Ip8qI6Z4pJIjnt7B2AwkbHlYeHcJIySg6RjImQruR39pJhK38pp2HzXPpyfvoKhdSNwrDpCji3G46zYGSYxfmYcPf1jiC43URmfhWcpL5xcLotP/s6vY8smHu5UoSOJpx3K1j0JkChNXMALjz6MpNaRQw29ncSDlodOV8fwjl3i93v+xHGkoqozz877wuIyouke7LvrXiSGhqUTJoA85axBui8bqBLy66JJMASueD5Nz8xgcXIKk6+8jH5TQzYWRrWjYXDvzbjzofcKoB0cSoJAKiny/edOQIJMkOAQwL8pCQoOgcG4e+/PffC612YBVncfVof0ZBeQ6Ic2RBP8CtxLZ4FyWVgQCiBSf9TxwAdWib+wA6hHRfKqWfkVIClApQJ4yo3EoWcHoKV7pfutMTWSgVIMDOF46lgK5KT5INmgDr2MyRIlsKrmPWNPFPi4hq0oT9pnjbpkz3KsKGsRjy1FnpXaHkJOCy49JLr6oPdsRKdSACoL8vtpPSBZUiLNpnyOSZo5ZXtJ4Fekdbw2dXhRoIAPlPlaVMX0I7AYHLd4jwghiUnRNc/G55mvMM4VaK1gWqXxpXSYAKs6EHEdImCj2B88XCpgSUJXRMZiIB0xkDJ5oGECNdAJRbFU7WCpVMPgUDce+k+/iw233IBypwpNQldoxaHAWgn780OnJFTItwhQQVTqI3h/BF3lmvyTxAroKJ0Zddjk0t3yOrA9Dy1drJRF/scfVVYA6mBWE/azB9MDYmQaEVglQ8hvmvG6hJ2ystoHHP1rx4BiwCm5egD1EprlKOFrFxzgm/ZFfDs6i5tD6/GL3igGNJ8pKcYuSpbKHcxwXNiiEw+4w6sAKxmrEgyCDhqejiVNw8uFk/jMP/4m/uX63fi4ezvM1DoFrNKyQZiTvneqcudWHX8ZZxEFrPKa/UJORjHfO7VG3BvI0LAawljtNOsw7v/F657jX/vqn4okMQAq5FAsh5NVj9VgP1t9zgQg1GUFX1N7pi+dZyiCbUnzil5/LPJnZ5bw9JMv4ugLr6JWZXNJ6aQ1TyXAB4oTYawKC189Q2Hw6ZpI2viZHZu34I4734K+kWF4NLljQU1GOZk1prL7WRl//vUJZ10YjZwbPrCgcc3nnFEyX7HkYfiYp6FcqKN6ejsqlRaqZLd4VZixFpJZwFxXRyrDBOk00hn6GMal0UgQienxzQYbTQ6SoRbCnUWE3TJiZD3ofG2gyRTipiPBhs1KG9VSFW6LOh8Tnm4imsyi2XBQXCzAarZRq7agh5PYtHsPDh6+A8P79sB0DVQ7NsKpmEymtqMh4RkoNsrwkiYS3SklOectJpDEBqykLTOoz39O0NCQ56OYfwIgrmGw8t8Bg5n3k/sKvd5oL5I0YrBD9MXWELI8dKoOiskyJiaeQO/Fc7jxeA2NV17DcdTxaiqF9N5d6Nm9Ax0zAr0NRESrqMk6oIXoEe+gt38j9u4/BIQicqC5Zsz5DVoJm/IDnQKLIY5b8S0kOBoOKzYMmZ8+k1oxd5UcV8m9VYBTAMixZgsOZhJC1FIKEd4PshxlzPvzj7WjOkip2jCw0BYbB8oIDVPSo6emLsKym9iyZQucji7AIg+ibIaTQaRLM6AjqcwXz5zC1dMvoj/uoCsdRdNqSj3DdVQFOFIaq4IJD3/sz657fvMHvvr39FjlHFOSRmmICJtbpXCTsldYXkazWpcmdf7qRcy88Bg6ugE3FEUknUEi0wWDrCCqBwjk0U7KcSjCgZlMIZ7MYGJ+CZ/7+iNYrDVU49Bfz7hmBfWnqgVVsBr9A4OGjFKTKhubgJX6T7/Zay3BVp4P97o1VhdBzc39VizyHAfpeBzJREzAGtovsaZTASQEBCkfD6IWPT9gVCl/+CFMPbHXIgCkWJ4EYZkdQdmqyeBI+R6VVxDYJXDSc/fmzMtFQkjEw4j0dGOhUkO1oBKllQWiAoMVmzskdX33ulH8+u/+PpptNntMnDr+igCNDgMom01s2roVdqstoVxZnhliEQFulqpV/MOzT2LBaQmbUJiqVPfJ2ufbDl3jphPs3srJSFQ3ci/VIk/yQDQewZZ2AzeOhbBrz250b72JyyVSbCKSWWhbQjqQswU3B3E4UzUE6zTW5o/8w7fxvW89giRrEB944jzjuUyNA7L02/IeqVKUhgSZ42QKxmKIJxkeBdxxaCdGd25FyYqK7JakCs5bAqvbtm1b2ctYm1GafOXKDF469jImx8dRzC9KIvnA8DBuvuUg9h7YJyBjtUEvyw7On30VxeUlvOO++zF+5iy+99h3hdyxZdcepLLdOPvyS9iwYR1GNq9DyPQQNpg/UEc8uhnF0lWE9HmEQzHJaxVbCxEdrpJ/CBbKmHOVVzRDUJsND1MTBSxcLbyp+f2pd78NXV1pRGIG8pUCWi69VnuwWHJw8fKU2AQ0LUfGKdcc23HEWiFg6ItftqgRaDXBbAZl78E6Mmi0yp4q9m6r80+a+iynJUSYIGtM9oxUKiPjsejERBGyZeMgdoylsGEgg/mZPJ559iiSZFxfuYrZpQLC0QS6ct0SLk35NfNaOBboda38rNvQSd3nZ33PbK4VJAPRWzNiMhDMZ9LyrMubK9em7Ae3bRjB7s3DaOWn4VSXYcS7MF21cGpyDvmqI78vEg1j83AfxrImsmEXt990I5xQFEfPTuJrj/wAZu8wzFhUBe9JcKJiHxuJCCKJOCJ6GGGrA7daQ9tuomnV0GrWlKWMKPp4/gvLeKS1GStqNiH0KJBqN3FXsgfrdBMtq4kSQ5OiPFxGkRnqxaadWzE1OYkrk9MImzE0rDZabQK9MZy9MC7kMa7ni8t5mNEkFvNlLCzz7OJg49AAHrzvXtQqFRw99jI8KgjFR1QX/9p1vTkMD3SjJ5tCLhGF22aYuIVZMmrtNkbHNiDb06tUwFTv0GueqlUBVrmqqZpX6mo+A/mEjtjIOuR6e9Cgf2ulJDY48VhUWOqCPXQ6qBJkrdfFF7unu1vqC66dYoFjsmHTRrGoAv54fqedCms1rsNcL+Ni20gWNhvTVHHmpWHHcXn85ROiXFg/Ogqr1cLy8pKAtulkBolUDt/49vfxvcefQanRhEn5v+eqULa2qhXUWZv4A/M9VjEc7l9BqBttKoK6V80PhSupwxDHB2AamvhSrx/oxq037sN/+ezX39Qc/3H9oZ8Aq294sgGw+ucffQi1ch2GGYOezGDzjTcj1t8nvnAsTP/kv/13LOWL0t0g44C+Ov/qlz6ETRs3cdsU4CI/MwnXrqNZ56Jky2bVqtVQqxTlAGkhhK7BEURzA/jS334HUwt5eLpirKijul+Q+J0rGfj+ZnbroVvwy7/8S1J0U0LDwoOdjVx3tzBN2eGlqT0tAIKCOyikKaFm0NH80pxI74VxSYmZ3VJpiuyQ09jc96Fjt44f9FjiR1DEr70+eptY1XnMjh9D1CC0HEZby2Bk217YroZENIIuGtH7BRqTOdnNU2b0MRSLZWE/cKGTgCJZpBSgxRlNWwMuXMrnSHl/BEWeLBhMPfWBVVGV+kWg46nDxMVLl/ClL38FpXwRMRZ7BHFlMeNrdcQPR3yq/MOFnLB52Ncp21Eptgr8UcBqAPhJij27oFobvbvH0Eh6uJqfh2cY6B8cQjhmIGx5mH39EvSig4wbQZjaW3io1+rokOnTZ2LDW3bj9OQljAyvh23VRbLNBEB65sRjSZx/7Rx6+tcjKlYA8+iIVNPD4MAAPvE7v4bhkUF1iJa1b9U/kMwDVEt48uG/RVRYiipYhmEH1VIJbS2E3OhGJHPdeO3oEWQiYSTTCfT09uDipUk4egw33Pt29G3dLsVLsMgSEJfDrBQplDaSJat8ZDqOJd3x/Ow0Lrx0DHqlgKxpoFR3kB7Zgne89xeBbGr18EGw3X+ecv2BXYRf+EsAmaQnq00/OMzwe++95x3XvTaLx+qe2+W6kSCwOgB9qBeeW0Xn4hmgXKDGVjyofJNVNRYEXFIpn2T96iEWWAY0e1GBjhLCtno57AjSBF7LDUFPdSuZO6X4TH5x69D5Owi02pZ4mHFz1dsqJE6jFYDsZQGwqoAq9RHINv3mywqw6vsn0z6EABILJIthcRa0vmHo6WG0i0tAfV7GAcEdxYGknJ3AqgGYvQK6SwBXuwHNaUAj65WskMAZNzD4WwEeec0+o9K3JeDFyzq45mPl1sgN9AFaNWJX4Dz5t2+qzs8S7BRmhABBWJGpAAAgAElEQVRF0jVQqlUJCAghrMeRiBqI6R1EzA6iyQgajo6F5Tp0LYZb3vcO3P2pj0kgXMVtCRhDIZXix5J14bNUedDy5f5kCgZXxcsU0HXt+/AZpcIaDIKt1sgjfV67gsKF0Qt0p3plfPBrnP4rgK0Pmwe2ARxAqzCpf5tWcrfewFqmtBuuH2ugrsUnH8n9TDk2ym0Dn/PO4++Ny3jI2IkPYD0GNEOgerIuaNIvQKIvY155GjLe1Zvm94Y8zvcOqq6O5ZCG4wvH8Jnv/xY+vv0W/IpzC8ICrDIIxlH3lj6bct3KjFEAS4I2PBSQ1hmMZD7MQC7LQaTMOAGrCY8+UK0GQvd+4Lrn+Ne+9qfKwiIAovwDVMCxUU2CVXCJ38dCWurHNYcs9T0+64wsX4LnrZZ4fQvwb5jClnnx6Ak8+eSPcPXqgjwEKi7kOa4JPgteX8aNv7OZtOzgvh1P4rbbbsGeW25GNJNWHnxcCygNjKvDoRz+hJClxpTYfwiLXEn/BTQmk00agDL4fLYVQT0PVyZmcOWEjlQuhGwf023DSGXjiCWTMncIplD6plNeazNkwUPboFe7h+LUOfRHHAxmKHR3RB2js4Xs6ahZHuotR4BEpt92bF0SY52ajU5bR6XmCNNZAF6rg0RPH0ZGt2LD6HYMD21EIpNDvU/4vBISFSGjw0zIz5otJhwXoGVj4j8uzTax+YHyqpV9m4ei1WR4ATcJjvmgI4HF4OuKsaGaEStgpD/OTTZteaA2DfHnJKAyXjwK89UjuPHEEtwXz+KEU8HZdALYsxt9u3ZBZzCpp8m1MFGahzCCkcRYCTSEI0nsu+F2JFJ9cOif7X8EDcqgqchLWAuGBgFbyvpG1XBkngTBV0Fjm++HXw+CNNcyH4M6hfUPxw/HbcBu5WFMxqOvhGJNGLAiA2aXNKjFrgKIRvgaHqaujCMa0zE8skW89NhYlHqM95uAim9P4zkOpi+ex9XzLyOhVdCV4DOiRYYNEiMJDLBe42+481/99+ue3/yBr/3dw6oh7r+HFXBV1htdGjzFfAH1ckXYxM3lWVx55hEZo5yDiVRSrKA4DsT3U6TqihlKtlurTXlxBL1DG/D4i6/gkaeeRztsynPk72Q4pPIrDvx5lY8i562A3r4/t9h8+cz1tcD6tXvj2h1GfSX43uDvoN5dYY1yubSa6M1lkUnF0WjUUGMojkuQgzWV2n8DH2s+78AWI5gf/H+uHayvlTWO2hC4BtIuQqfHIIOUuE/6wAFrc2U5Qr9wD91cnzQHI7t2otS0Mf46PXmDprDaA1dqtlAMd97/Ttx59ztQJoPd1XDu5Fm5rgsXzmHL9m2IMPwpm8PgwDBibEzHIjDjMTzz4vP4wQvPomPSaoOSHFc1h9kUCCzAVmqkNYWYv6Oq+B/uQTo6ZKoZESASg8HE9FAI6/qyOLhtBHfu2YZclCzDukoZZ4NO1ISq9NIl8EoTIJjemEeeeh7/60tfhKl1xMpNscjJIFZBwmxaMNSGcumEBCWxaUQLBk2YkV7YQEKL4G29cWx64HZMh3slOZxBVJzz58+fE8bqaugex2gY4xcu4fSrpzF16RLyi3NiokSl4P0/db8fiNSWMKR6w8HU1AWxDHjr4TuwPDuLx777qEh+t+7ej0S6BxdOnMC6wV5s3D4GMx4ScKfWqcLUenD+wnGEow0Yekwa3GRLygZDIoQfQss9rNNhLgP3SFUBOZaGQr6F5bmFNzW//+zjH0AiGcXC0hxqraaAqnbHw+XpIpaLVRQrNeRLFdTIIif73ObarhoG4uHsN5xEiUjVRigkc0KRM5SNgQpAVvYnBAuDfYFEGjIzJZTWD8VLJVPIZDJwwvT7jWJstA9b1qcw2BVHpWzju999XM5jZJ2ePH0GtqcjkemVa66Xl+TZ57q6hAWdXy6odZO7KIF7ni/9sCDF/PWQSCaE1BPYwqyQkjyOKyATC2PH2CCyZgeaVYUdTuPychkXFkuoWeRDtJFKJrB94zr89FtuYuoketIJJDLdeOLoSTz61PPoZAcRSSSghVXgbMti809HPBtFiHMDcfQm+pAJUy3K+0SSWAH1RglWs4JatYh6rYw2mZbROEyymUk+a9cwGtXxztw6pFq2WKo02w6WWxXUIx5uve8OpHoyuHjpMuYWC2i0XMwtLGH9yAj27t2N+cW82JqQ5Xtp8gp6+4cQDkexuLSEhBnCYDaFe+44JF63x469JEGYoURaqU7RRjIRQV93GplkTLIeWjUL8XQaM1cuo7qwjLHNWzFfWBZwkngJwVHWCTzrEyTlXkxgm/UdlbKhSETsEorEW2IR9A8MCO7CutlqtuS8JSkcDCyvVARcHRkZWcEoCNwyQJTM2EbDQq3WRCym9kS1P6v1SjVJFVtWml8esDA/v6K6KZTKAtjy+lSTRtkKRmIpzM4t4y8/+0UcO3FaSIHxVFrWIAL7rM0C9Y6yv+ACver5HqijeQ08ywer50rzlTWIHzBBlSbnC9c6hmHv3LIR33362Jua4z+uP/QTYPUNTzYAVj/9wXdIMUagj9Ihk9T0W28V9iWZA1/66t+gWmsouYFNf1Md73zwQQz09CAWAuxiAYXpK7AERG36HQiVOsgEa4sAi5lEzTYwtms/Xhq/gocf+4EsxizODeIicnhb9ZsUUM/vfN/51rcIsMruAyf4QP+AHOgUK4dMxm7lT8lJ6jNVhe3htCXJdHpmGgsLMyuda9LnOfm5uLML0pXtkkWGHywU6LUl0u16E5kMDeVVN48dV/Hb0ek/VcDUhZdQXJxBJJ7ByObdyPQMCYODBUQunVFJsrxCg4UH5QdRFQDgY0a8/Gq5KIu0YiXyfpkCskqnd4U5pyR06qBEP0rVcRRlMwsbAUk9MePmAvnikaN49FuPwmrSp0XKTZFQSkeZXXmRp6lDgpLIKTkVWaGSrsx7QTtRJnr6kqxATiUer14byU39CPUnMLk8BzdsiCl3yKSZrIP5MxNAvoUuxBDp8JCp5CBkRuhDcay/YxdOXjyP9aMbJBCs3agKW4A2Esl4GmdOnsHw6GaE5mqoXZyBXbdhtR309HTjd37749iylSEASsYqTGef3ccDerhj47UXjuC1559DxgxJEUnwqM1QL4QwuHUHtu3ejcce/juE223ZOJqtmhwqKpaHzTcfwoG33S2hZivdK2E2qLHJ8yJrbQKrDBBYmJ1Erbgs9/nSmXO4cvZ17BjbJHJIW4/gp9/zPiTG1svYC/zx+BxYDAULelDE06uLnxeZrb/5CMuo0ZBn98Db35zH6vq9t6twhWgGWmodQkMMg2jAvXQGXjEvXVEJkxLTRAXqBQcaYZwZlHTE4SIM3VlQTCGCEivvgKV+WOY4ugahp3tVYdJkuAk9niippadqS2QtlCQpYJXSaBZ+KqxL/Ud12leBVR+x8YtDnWFRBCNpX8ExK6pqES7DaFgyxrR1I9CjfXBLc/Bqi9B4YPBtDhTESXl2CIj1Qud8k8WiBc2qQ6dPcIdpp4q5J2FWcvLz/eO4vgRS7xVglQDhWsbqGv6lD6xee/Qh64hBO0qiLuCQ+KZ1ZKxynCroNuSHJCgfL+j0GPIQ1jpIxEPI5iIwwlGUKy7sVgQj+0bw4F/+B4yE08ijjrir7hHv0CpbVYGrAuIGaKIPqArk6/87OOyqxq1ab+j3FBQfgXRLvs8Pdwm+1pPqEXBYAagMbVLsY2kA+U20FbzZ92ddAWYV3eZ/swIQ+xJyBMhqesM+JtBxpw42sGrNKD7TeR0/jC7i7tAY3qUPYxci0DseyrpaO+MCyioGgqz5azoEAjbQJVTTUPQ0LGjAC1efxRe//wn87r678BHnJuipAXTitGmxYUgqqwK6Arm/gKpyYF/1yBaU0pcJk+oijFXRELZV86HVRNtqwLjv+lnpX/nK/6NyefyP4HmpA9UqqLraKKInnO8Pt7Y5IgCFAreUgoLsPiV/JjNbNTnoPQiMX7iKxx57FidfOStrI+2BfDvdldAlronSIBUAXXGzuawZroex0REcuvOtWL95IwwW4fIM6KW6Coj4S6C8K2GJiBSZth28BsUioV2Q2g/VeFb2mZqEkOiegXjERMTg+G9BY0BLpwmTQTth+vq1YHi2rB81rff/Y+89o+Q6zzPB54aqWzl37gbQyEQkCJIiRUoMkikq2rJlWbZsazyjkdOud+1d79jHu/tjd8/uzPGcneO1x5LHYyvZkijLli1ZlKhAUaSYARIkMhpohEbnylW34g17nve7t7tJeX6QP3XUEg+A7q7uWzd83/s+7xPQtHYikSsg0b6AbO86ol4fPSeKRo91zwCDoY9Oz0GvS69XrplDxWOTSziE3R7gxmIZnYGG8bEp7L3lIPYfvwNT4zsQqbvoLLeE8dI7Ngon5kHrDpDRUvC0GJzeUIL3yt06EmM5xLOqJiDQMxjy9ykWEhsi1jphIBJPKD8fAoShwiVksYaszhBkZWAlPbsjvB91U86no3Ww3LyJ6gtfwVtersF8+RJOry3iedJl7z6GybvvQiTJwEwFpPBCKhYhPZ+D20KjNJWpz8ewfftBCZ4I7z1hUYUgbzCAEVudYCAcvhfF/FOAXbhXbmVbbZXtb7UX4M+mJDP8OpVHrFtp/ST2RUy4JyjL4+Cxy2BQbTPh+kY2MgnYHCJQVppMEkBYx5X5c5iamhWPup6E8bAuUvdenzWrOxBQiuDD4rUreOXJR2E6dezcPo2kxbDH7gbDkGvx/b/15oDVv3nkK5v1SACuhiCI/AkP9UoVrWpdLJDcdg3nHvsShr2OSNfTcTJxLWGHGXEmQysAWg3wCMI4ok7TokmkRmfxN9/6Lk5duQaNLGgCenQBl3pxE3yReoj7erD2hdebz6P4T4az0det1/8twDUEx3+EtSpBdSYjWmEaHkZG85jaPoHz58+h1QxCyNRKLvuLgM5BDSNA8habCcV8V7kQwpzjs8OdRYaC9CTXZcggfvJShwRzG/ZGzlCA1UjEx8zBg8gUR3HymRNoMqAmsA5QYL8a1E3uPIAPfOhXxGeQntW9oYfzL1/ElcvzeNvb70UylcDE1AQmJqakvqAVB2vYqtvDlx/5Ai6fOw2MkMVaVMCqqJyCB+5HTm44vlRMK7m35fx70BlaGompP2NJ0ZAYRk/e35FDt+Ojt89gzHLQ6vZV3kCw/4qJEME4KlK8gTD7L525jL/+1CfBdFmqBXiCpGYNAohUjTwUxir/C9djMoEF1EmmZQ+/P27g9juOYGHPPiwPeW19AUMuXCCwumcjHJbXiyz9q/PXcf70OVy5cAGVlUUYvof82Dg+/NGPoDBaEtCO6gS73cfc1fMoryzhnfc9gKHdxqf/6r/KOrf7lkNIZUs4/9JJ7Ng+g8PHD8EgG432IzBEfXDu3POIpxnExWkR2WzKWkLAYbmn1XFGYwnpC8uVNfH2NFkjaxaqa8tvCj/589//GJqthgwLUrk8au0uVioNLK420OwM0B86wlZt2z3xNR6Ip7GLeDIuNngJenjTDo52DNIPKaCax6Z6S0XeoVJS2cL0pccIw/V4DngHURpNH2P2sARW86M7hYQwMZ7FzEQcI3kGJen43GcfwdToKKKGh0sXL6HVcxHLjYjHbbtZkfuVwOv42Ahu3rypbM90JrU7pEeqgYasE+xzlTorFiPYp4J8ebwSQij2Fz78QRfFdAz7t40gE9VQcyKYW6titcPnSkOn0UIqYWHnZBH3HN4Dr13FsFVDNJ5Ec2jg0vVlXKx3kMxmQWszerfS7JPXN5amv3IKcNmvpmE6lniG855OGC5iFte8DjS3hXZzHfXauvg5c+DB3r1pV7A7buIjU7MwOfAZ9NAc9LHYqKIwO4G3Pvx2VO0q1tYqWCy3cX2pgsXFJRzavwcTpYyElYnfbIxhdbTk4BAjg1QyI/Wl267jEOskHbh0+QrswQDJUkn2fbkX2efGWY/SbtCB4So1SdduoZTMoG9E8MMTJ2HbLRVkKV6xqmYSawhiMBpBT7Jgo3Ictxw6hKP3PyAhxRxKdNpt6aEZzEybxUgsKqD6Wnld8ATW87R8JJYi1oSBUpR7Jkn2RoTMc9bJDOJSKlZlV6TL7+f6yT63Wq7I/cm/W7EksrmM2vfEJjAhQxBPj+Lb3/s+/unr38YrZy7BsJKwaL3o0U6Pez3vc4WXhIxVruehRdeGGkHqSpLI1CO7dSgmgCyfJzaUQSZFzNCk97q6VH5Tz/iP64t+Aqy+7sqGwOrvfeB+TBSLIoklB8fIFnHf+35aioxqvYpHH/sOukwfNJii1oXdbuE973oYmZiJQb2Cfr0KbeAgaVkoN6rYuXMWzXoNS4sL4inCBTySSsF2NaRHptFydDz1wknZDJeWl+VBZFqfTP6YLBkkGnNawJv9ve99D371X/2yPID0KU3Gk0glU/J99NakcXb4Qdk/H3SyTAialisVYax22nXliSMP31CaE276jUZdLVBkSwTsIqYGEuRtNJoKTAum4XwfBEEKYwVhjjl2C5XyinhT5YrjMklkEZeMx4WxSgaOsnXkphGXBaPf5/tjCJQqSLts8sR/houHasQlFEgYQ8o0PWyawgdfzPkJcJLRSJCEi4Omod1ryYL89a98Dc/98FnxIOx7KtlVSheCROynIgoIENN9AgxsD+kdEzERs2Jqg5Wp7KbXVciI4UkbUMI4lUVqRwnX1pfhWSamduwUj6BhvYPy3AK8NRsFLYmEZkkBIMAqJXHb0ph+6368dOk8ZrfvEuZLr1kXA+5EOoVMKofTL5/BxOQORFc76C9UMGz3BTRm8/Q//0+/g1sO7JH7IsIpPBfEgBk8pAl6RBfm11OPfg3N69dhdGyRl9L3lqbf0wcO4a0PPICvf/kLsNcr0mwxjIoTdi2exOH73omxPXtAoYcU+EEDxsZe/iG1pA+728SgU8OlMyfQra4ilkjD1ZI4/cpp/PIvfwz54igGBNlTKZFGhuApz+mGp8sW/7lwsZdJIqVVgZ0FG0zeo7xeD7/rzQGrOw7fo6RpkRTM3DZgYhSuZ8NYuAC3XgvCm8iGoKdi+JY3PS41FuUGDd9N6IP1wINRTQI3EoBpDmWlYZQmgASTIXV4nSY0j891D363C43MLzLGCY7wtZz4E8GnHYCw51gchEjPlq4skPoqBjWvgwqv4nNDv0+5r/U+InYPDuVGkzOAngGaK9DaZWj9kOURsJJ41HzW4zloVkJS2+lfpvXaAq5qHpnOBHsD37gAgQtZea9lrCq5ncZU3g3IbwvkvBECFwBcBO3YdHCIoUyNpChhWct7N0pfX0lQYmOkixSPFFky6ZNWDH2ng7rdF68l1xzAtBIYDlICfKd3jOLd/9dv4+jsLlS9LtKuAYfgR3CdVHCVMmQPatuNxlEOhWuDmNirwlygrqD4lWI3uCQbQKswORRIGTZyvGtoBRCym3ThgIauChs/QFi/6j1uMlo3vnED7Nu0g5DjFpln+BGcI7JRtSGi4Ho+hOmbaPUMfNq9iGejNdwVHceHtGlsc00MNVeYMQy1CimqyuN1k21JkM3kwE8Dqr6GZc3Ds1cfxxcf+0P8b8ffhY8ObhOfYiduQvOGMDnoClK1xauK95W6mZXxg5gbK6Yqm2KfYBVDr9ggcwNiozHsw+t3hOFtPvyxN1x/fe6z/1Hu1fC6bAIu6myFLMANlls4uKAFRwC8bsqhAkZJUGgS+2XxTsY7f9qQbPPAqmZ5uYxHH/2OBFv1Ol2xCFIAuLqolJzL4C+we5BwBENdx5gVwZGDh3DHHXegND4KLaqC6Bhex31emGKBIQjvEddjAMZQhd5JOBKBca5ZrFjUUELCMAlAkqHJwQkHk3yWHbbNlPIrS4IoUoBJEG+AKHu8eBzeyK243CyIvPPAyBDNa8/D69UlIXm92RfxAyWfAxKMOwPxTyUkwweIz2a73cfKah2dHrB/31EcPno7tu27BXouDccewq10RHlRGB9DNeYKQCTnMZJE1DGgN9toe33Ypo/EWEb8yMnSUEPTwFIxGCaGcnjWP/RZk8I/qJn497BJ4fcRZFTe6Mp/jzc2JdMRUatE0UUPqzfP4PpLT+Btl84i/soazi+v4Gy3ieaBAxh9+B2IZjLCgorR6zViKtBUGuNwO1SMNbtjo1jahmPH7lMBVsHAItz7WIeI92LglapAKCUbVEyqzXonlPJJnUJWd/ARAqohoy18HffN8HuFFUM2rUi+dQWsDsjcVA2arDsbyfVB6JcekbrG0x2RFfo+mYkMhFlCrbwmipxkOrcB0vFGGfS78tyxDut2Okgn4lhbuIFnH38UZn8dB/dsh6UReG0IM4Z1yE/9j28uUfjzX/q7LQoaXaSa6jlXFgPkWTZqVTQqdfhDH/rAxivf/FsM7CbiER2ZpCWASTyRRK6QEA99LkvcT9lUs9nleyiXGzCzk6hHUvj2iZewtLqGXrsDLyA9CKjMmjF4PplmTzskgjmivCLrbUOjsHWcuLmshffFVoA1XLuUh2to5RXuQ5TVk1HrS/p7caKA295yGCvlVVw9sSgNvii/IgpElSGgDI42h4LhmqjYhp70NtLcuw7Spok909OoDhwsrq3A4T0jWxq9nZVlCqFY7tk5iwG7XcwePYKub+DquSuBFYBi+ot1j/hJa3jog7+MW269B3arJfJgWohdOXMa5185hbvuul1Z4Og6KpWKyH67rSoatQ46Y3lEElkM6zbM8SK4u4XAKpU5r1cgvGbDCHzFJa1eliflEyogEtnePMZkEW5Uk+AgZ6DjyOw0HrptFuPpCNIGB1+OrKMccknQjQSRcb/S0Kv38F/+7E9RXllAwlIBc1HpJyDWBurZCux0pNZVahmCquzZSvkReWbet3cnDo4UsDAzjit+XL6HYB+BVVoBkEkXWiqwVmvWWjj5/It45fnn0GW42LCHfYeO4oMf/jkkc2kwpLzR6KDZ6OLqwhzmL8/hpx9+WI7xW//8dcxduoC9B48ISeDsqVPYuXsWBw7dIrYZlmHA1uNAjxe9KWvv8mIDg3YdSa59via5IeJl7QMrq2vSL/C9nzv/qvgnx1NJ2SMbFVplvfGPTzx0GIlkArlSCZ4RxfzNNSwsl1Fp9ISB1wn2YIKQBOnZ8yRTKQE/2ReREU9QjWslbR1IBJIANgGw1OCN9z37T14nrsVkrfJrEpisGRKuzF6NvRJ99iOmgantR8Q3c2q6gGIOKGaYJp/EX3zqb+TZef9Db8fq4k3cXC7j1MUbqNlDsY0gC5F2G9tmppBOxiWjwlYYqewfBP5EWh/I09lvbuxjAfuWrMdQncBeemjXsH28gB2TIyj3fVxaWkfLZ4CXgX6zjSQDhQsJzJbSiGOATn0dTI9PjkxAT6Tx9Jkrck9rlgV6aZlWXK1/sbSEO8uAvB8RLoiPuPQwUYaldivw+xVMjiYxzp8d03H+7EXMr6whmcrA8obY5vTwMxPT4sPecoZY7diwDRd3vvNeJEtJVJoVNO0+rizW8MyJswJW3n54H3IJE4VcAulsTkKsabdRXluHP3SQyZTQbjYQ1zwc3LtTzs96uYL1el2ejySHnUHv2+t30Ol1ZHCYMOJi41Qq5XHvnffgh6+cwRce/bawnWMRDrqBCH1jpTfg0EoNDAiu89IQT3jwp96J42+5A5fn5rC2uCSgar/XRUwYr3GMTY5jdtdOGFZUPGXpdz29bUZsH2WQJbUvcQ4PrZaNiEUAOA7TtGDoyrKIEv143BIyGO/beq2ONtfKXg9t8UZPoFDMy74l6zrDb+NxVNttfPv7T+LcuTnMX1vBwsq6DD0FExmyD1P3e9hP8PdILHBAbAhJWRKWZUY2/N7DQa+AwgEhzZHgbPqvm4iZOoZdG+v15ht/wH+MX/ETYPV1FzcEVv/oQ+9GPBZVKeSJJKL5Edx+3/3QrSjqjRqef+GEmGSL16Skstm448gxGN4QlcUb8Ptd8R9iYNXAsDA1NYVapYLq2poCvRhexDTR8Qm0eg7W6y2cPT8nwF6PzAKRf9FeiHJjH7lcXh6MEydPiU/bB3/mZ/CrH/uVwOOTlP8MJicmZQEQizuCj1IocXNvC0hKMIqsUy4Gwn4YcnKnGkmFjSkfJQnR8lUirZJ66yJJ58SORStNlJUknxIiFc6RzMbhMvxClLyq6ONgQ77P9YRqn8ukVeMcJL5z4qmk3ZuWBwKaSlFLaaKSR4nHaoDm8fikLw+CAfh1Frb8nXwfkpIcJtxRKstGXzfx+b/6PC6duyTgVd/rCxgdj9Bo3kSfviMSEkFAsY+hO1TTKjOGiKarsCRDl+/j7w0Zq2HBy6WYKfcoJpDbN4n59SXGpWJ65y7x3OvXbNTnlzBYamDEzCBBMbLGrChbUk+jO7KYuHMPXr50Hju27xRpVrtclUCIVDaNQraIsy+fQdxMI2X7MGt9ON2++AlxYvW7v/vfYf+BPXKuJHQrAEZ4HsiwZtMoct5+B/OnX8X5EyfhtKqwNANDX8fo3j24553vwDPfexz15RUx3ue9MsLpayaLXceOIc6UTDluTlPVgh5KKRWLmH6dQ1TXFrA4fxpJo49Gx8XQLGJhqYwP/cJHEU0kpQAiUJMw6EtDf1oV/hBK/Hkz8O8E/sUTTu45xW4WBpauJnmhRPJdD705YJVWAGyEfCsNszANvViEy2u4egNebR0+AUUpwtT9tuFnys2RsmgzJkwWkdB31wNz+U15uzT+nAIn0jDz40AyJ8+E121DF4YZvVY70Hpd9XvknHLirsBbMhqlUQt8fqQZCGX7cqXVvwW8E0A1IkF6noRHBcCq34HZ7cKJJ4GZcUaCw6jVgU5V5NaK1Rqg5AoylPNhJNPw6LdK5KTbgt5rA75q5BUnXI5wA4gLj4ZFAy0A1FkQfvkWif+WhXbjpUFIk/ilkq3K5oO+xroUsgmmqMaY2m1iMkNJqi/MI8puuTanEjyuvisAACAASURBVDGUkpYwVRna1+g7WKg3cXmtjbmbbWiRLMZ37sAD/+7juO34QdTYMPqO2F8IoCXcOnUMijmogBEFoiovNXWeg2Y0YJKqqLvw7YegBF+vMnEV0hlcQ7lEPkqZ0Y0TIA05S1Q2nGHWRgAm85tCsHajIwvO6BZsVfGiA3ZZeL7DBo5fYxEn78034Woeoq6Gm4Me/t5fxMloHXcbk/gFbwqj8DGgBHboMYlLvW+R/gchJUHIFb0HHU1H1dOwpGt44uo/4Bvf+ff4D4cfxrv14zBSJXhRAndkLCpFQmi2ILJ2AVYVU1hksQFbVSMIy/ufPr4OLTFcKaDpb+zTi3rownzPG7cC+Nxn/3gDyBZQQRiMqsHfBFmDMjPEtgPpbkg6D4FVNlSKsR7arCiPQr5Mhn1UlygakuzNlWoN33rsGTz/7Ak0Ki0F4koCNGNbuEYrr0kW8uF9JOYAjoepkQLuOLwPe3dNIp6MQiPgRysPCXNT96O6uj4sAqQyGAx+bsB+leGOHLMCTck4DrlbhsHj5rlQ7BQB+3UGl1HYz8EOwLAyjlHW/RzOrXi4uVjGnpEktjHYZGjLQLkz8KTQV3519Oum/QPTgsn6I5A/QLXVg2XlcGD/bThy5A6kMkUZavQMJdylIogJnl7MRGSgw3SHTPkSn7W47UhzVo948FNklRnokQUloSMMWGQDyGZXAWmqVlEAOCV7ijGmQn2UxFJNx8hekmczYDBtNNieKwFj/UEfK61lzD/xNeROvojb5tdwtVvDmXIPtdEkxn76vdCntolHM4+fgLWyFFI3iLCIxauZwyJdWCYc8Nx55/2wkgVp7KmU4fUgqNiljJCJ4QHDVsAwCbXZZE9KOKAMINzAgz6Un6tQOKknw2EBa74QyGEzzuEp9wDXEQYXn+1Bt4dBh5YLBOsNxAmUBTd4eIfxyWDtMPBd+JwDGyY0I4YIA0xMTQKqur0BprdtC+5NKkoMuAOGZ3oY8ue5A1hy/k1hjp566luIdlYxkeHvY0AUbWo8vP8P//pNtVif++KXfwRYledbPPLVsKxNS6K1MryBi6g3wKnHvoB2ZUVYqtlMCplkDIlkCokkj5+DY1ZKirmp9gUy4hzMr9SQnZiBF8/gn77zNK7cXMXs7r3Yd+AQKrUaKutLqNtVNDM13D79Frx64iQa5boaBAZsScWEDd7qBpit/h3uMSFAKJ/bEqIXAu7h5wMDdgH3XG2I2QPbceT2g7ixdB21Sy0M+0MsL64EcLnasXmNOcCU0B+NwF5EZMiSZ+AJ71aGuknfxfHZaTz41tvwnVfn8cKpc/AsLm6sCTwZQPAep1d/OpUSrz3X6WHnwVugRSzJA+A9xvpdbDvo9z9kAEsCP/PRf4PS+CyqDBXrd9Ed9HH59HOYu3BGBkTi3cieROoeF1EGrvgW/EOHoPkWtK4Dr1SQZ0E1DmFY4CbdOtyRX0MO5p4udgyU2DN1hwOaiPQGQy0icnwBgPn8xhOyVkwmfewYSePY3j3Yv21UwBzKih3dE2scDq/ED9NM4ouf+xxOPP0U8lyrZF9WCdz0qA73EVEb8niDECv2RAwLSsbzIH73kXtvx0REx8pYCdd0+i6qsJlz584JsCq2DeyPZGhJ4A949cVTOPfis4h6DAKsYt9d9+DQ0cMwrQgGQ0/UBARWl1au4trVq7jj2DGkYzEsX7uM6toisqNTWG8Ncf70aezYMYN9+/cgRZakrqNNW7p2B5m0gc7AwdpaE2SoWfEI7C49JpsSvEh7pbn5eQF7uKWsNZYRszQkrDjqNRuXz1x9U8/3r9y/F4VSCWNT05hfWMHFq3zGHNgdKrx8AVbFXoXhyNGYMOoLpULgSa76Z0lBp09u0N8pAEkNCNT/VQCf8mUl4aYrf8r+ABPxBBc/gq8dAVX53KTSo8jli9h/YBbbt6eQz8WQzIzi83/9d+iUy/j4Rz6IyuoCBi4wv7iOC3PX0eqp8EGu71yLM5mUAF+15lAxwgUAVgxgWvJslSDxeEOCE1+bSiQCCxMDHpU9wy4mR4ro6HEskjDl0o7GgMM1Xvz9o9g7mUdGd+D12xJoZJCIlSvixnobXXpeRywJ5uxDQ7OnQYuUVIA2B020HoBirIoaxnPQtyvwBuso5S3xFqbn5urNKharFcQzaeQ1H3fE4/ipUgluz0a138XyoI3Jg3swuX8WVbsioKfdcXDmyiJOnJmTICv6wRaTxEtKEv7F/o8DQN6PUU2T+5kWejPjY5iemhRSW6PdRr3ZEBshBmRTXcvnpjtQlk0DnYGZtCvqS4bM8aO34xvPPo9/+uEL0r/Jyic1VNCPiH0K3zd7BKUyI7nqvvsfAHptNJt1jJUKiJH8xn6O+yzJSN2ekIb0mIVUIYe3PfCA1B+NWkX2FqpPlR88Q+l6cLy25N8QyOb9yxpRgaoKd2q3bbSa9KseolFvCLg6MzUBWlJw4CKDOw6PuY4bETz97At44snnsV5t49LVGyjX6oKHSE9CMDQI9VYWJZqs37L+05KOewKHkVGua2rtUv7QYUWg6AFCgEJE9njaA7Fuz6TiuLaw9Kae8R/XF/0EWH3dlQ2B1T/84MNKVhuJYO+xY8iOTyKaTQe+SWQ2DqU55M3HaVfX7iCfTAso0O+0xPtoSODE89C0e8KS4H0tKcGaJg/Hwto65q4tYN/+W9DudDA3fwUvvfSyklhHorj7rruwe/de3Fi4KYtJtVbF6dPnEIka+KVf+iX8/M//vDywnM6NjY6K9EpJdVVJwYKJx7a6tigPJYFg+qQK6BkYGPMBChd8BRqqDSmcZLBYVkCdamiKpRJ63S5spp4GcnBJLCSTLZh+bC0OxR/TdWXyyACr0MdGSfsVQKq8MxmUoaTmbM74efFYDZliAugR7A1YbgGbQ36XTI/V+2aDG8r7ha1BaZqv4c//3z/HysoKugMbrukiVUwhlkkI6MjXsBljU8RJf7tio1tvwyKQyH7fpR8rz5MCLkO208aUXBgxfWg05T40g7n1BRiUYNyyF8N+D8N6F+3ra2hfXcNkooiYqxhIvKYdrw9rNo/R47vwytwF8Vj1TaC+XIE37CNXzGC8OILzJ8/DrbsoGXGYtiPAKlNbKUP4rd/+dUkVDKdLIZuX758eVpQhEcinzy2n7pVyGe3rF3DmhZckIGDbkYPYf/txLF1dwMqNBUlbfObZZ3Hg8BHsPLAfQ4L1nNh6THjuyvtnAm4IbhIol2LW7WNg1zF/8SWsLc0hksggNbJD5NrHbrtb0uK5U0uoDMGtLeydkJkjn/N9rK2tbvwubpKU6REMj9AHiGzjgI30cz/7S294bQ49Vikp9eMpAT7NbBEO2Tnra/Dqa4BdERaY8jPku1MehgJ6UcptWvBpV2FGoXfqEk7AjWeTW6rBpzdxKgMtPQI9lRbQyOu0lYckN61BW4BLDJWkLZTOyx0u48EgOV3Yg6pxEDg1BPwC70oyVTmFZrEtM+6gkYPfhtHpwsuWoM2U4LUHMNf78HpVwGOKapj0EPwuodSl5FghXst9gAxbAVbV9FyYcBsfCupVbFUFU4YfQfhu8M9wUvqaZInNtODA7oBvmeEn/G6mTiaiUZFTc8ihGKvKA46AVCzKxlDHeFLDoZ0T2DVRxGg2CS0ax2qjj2dfuYrHL66jHkvigT/8Hdz+1jvRHvQx1GxENIuBvrC41shZDUzqA7G9gF8BMKmCs5TfmQKnNr9bwNhgPVLnRrXIQoqRe3uTnVRKjwT3ewDAvQZA9eQcClAX9t2hFCeQjIfM2X/pZldH9i98BPeMCkBTa/ryYIC/c5bwjLWGnzW34z2YRJYhGp4u7FUypaW4D+45DhHIVkp6PXR1AzVXx01dxzfm/go/fOov8Kf73oV7rNthJooCKtLGgh52wrTk2RJmpmIwh96gYTAhPRBpgyHs1GEP7rAjzxGbZoNBYz49rAzo7/rQG37GP/vZ/7ABoCrAZBNQVY+IOmfh/iLXL0gTV1/bZK5utUUI2YBqGLSZQL11z+P7rPdsnD97GU8+cQLnz18SVwtKvEI2shoiKGsfCY0hlcpXIX8Hp9M4vjuP6bG0DErJaFXHr87i1oCtTUZuEN4TDNXkvQVjgfCOFewsCFqT9yGBT8prjg0TGU7cJ6QZ9U1cr/VwbqmFsg2MJ2PYM56Bha6w+PpDH8O+8q1TQxE2F0rWWGsM4FlxjMzsxPbpfdg+sQfxVF48fXXDhxmPwicAKAFetEtQ9DfumW5/AK3aRtyy0I3rqEcG4rkYDuBCT1LuPyF4yn1b7Xlq6Mn9nH+GSodwv+bwNTyPZBOHrE+RjIpveh8du4Hl2nX0X3wapa8/jsbiMlYiOhZzaeTvugPFA3sFHBYATtbhzXvo9fcUv8yhcK/r4Najt2Fq9hi63Q76g44ArJlMDv2e8rcP7z3ur6ENAC2QZHkhwNnpyKAkZjC4RFmQsLGiBQvXDtY5MrCOGGIRxPMkafGBjymHsFQxcS216zXEoCNOsJSAQ7DWCPgsqe+KacihuXhLsvGHB8dgMCJtlgwJP52fvywzk507d8L3dLRaHWSyeUkpZnMbssDGxsawvFrGwG7h7A/+AbHOTcyMJGFEOJB28d7f/4s3/HzzBZ/7wiPqeobhGgFjNXw+OBTvtDtYX1lRdl1w8ep3/h6N5XmRw2ZSCRSShoCDZNcpr1rFFFYOUconnNJHplJ7dhd6NInP/+BlJPbejl/5td/C1PZJYUJ5todvzX8Np+wX8XbnbVi6dh2N9SrqlQrK5RU0m1UhHgwDFpFaEzdrWcWifG2ATnhvhSfnNeBqsIbJ7aFRAp7GgaO70aN6o9xHzEzg/KkLwtRVdbpqjKkg4/Azovko5NKokelItjxJBtGIhLLMWBG88+AM9u3I4qUVH9/54TlU3Ca0aEoN1Gn1wiZcgCYFR7DOp4RcGm/W9ANHiBUc2nGdjFLxYFnYuWe/YqCtV4ShRuBh2GvCk6RqJ7B4Uvcv3xuPc8hh8ewtcMk6JghQmpAANFUHbf147b/lfG39ssyE1fmQfZoAA0EJDshlceWiTJseDhE4JGZqYxS5RAJ7J9M4MD2C+/bvBPwWx1ownL4CWRHB5SuX8ZX/8pdw2hVoBgNidSXZhockAceI8r2lb7943dLmK2oim8oinSjCSuj42XsOI15ro7pnL9ZiWXgMZOr3cfr0aRw4cEDWBamT+Vy6QLNdxdrNKnrLF5F0h1gsVzF2570BAUaX/A8GV7U6rNkdYQEXswWxwOhVl7Bw4VVYuTHU3ASWby5gcrSEyfERyQKhvLgFC067LteAXtprlYoccy6ZQaVZFw/MsUJJGJYX5y+jNJZDtmTCyNAWq4d+o4tauYcXvnv+TT3fv/bwbZjZsQOZQgHPv3QaF64siUVML5DzEygLg/+y6Swy6RTMeARWjHtDTAA52n6ISpIzxI1wv63PnWKthgNL+i93ex10O11hrIfnnP2d6jnUHrJtaha3HTuIyZkENNNBOjuOx7/xBK6fPYPf+Ve/iHRcQ2mkgIgZQ7/joN5tYeB4aLZaaPVtLK818fRzr+D6Sp1m4aIyG/YGco9rsQRMKypgH4Ex2qAJCSTohzmkoId7IhmHGWGd5CNqmmg5EbgknnD9FqCPyhQXeUvH/sk0RuKasPUpC+e+kE2lYFo5NHtt2YcNd4h6f4CrdRO1QTawc+JQmH61irghAkWf7O0avGEZhXwU0YhSwyxcWxEg0Iv4yPsu/vWBwzhsGRLSvGI3YU2PYPTwbrS1IRp2A/3eAPXGAC+fn8ON1TKKuTzG8xkkDQ179++Rc02QkftTKhZDjPdz10azzYEuxPqBex/vQxJ7pkolZDNJRHiuaKNB2TvPK493AHRcAtcmMukRPHdjCXOrVSFSeXCCQEWFqHJNcjWG4vFZJUOfhB4NY6MjKLjAtt07kMsmEBn24do2dIs6WGDQG2KlWsNqvYFbjh7Bez/wAeSLOVTXV2WPoEI3ErEkzJAAK8F1Jc33BR/iM8eliVaN169fw82bS/J3Bq9xjc1mMiglTXTtHrod+qUrW7NIzEJxfFru+8cefxI/fOElLKyWsVIuy7CM1TzVuUOeNOa2aLp404LBhpGo4AMxLSL3kjwnUgeqYcPWvWejouQgSlSHxGw62LlrG06duvCmnvEf1xf9BFh93ZUNgdXf/chPY3R0HHo0it0HDyKZL6DN6VjQaIs8nBOLXh/Xrl1FuVxGLBHDnp27kCUAS/+qcCIWsptEvqc8WvlaAoj1Zlsx2cgcGgzx8qunUSerdDDE297+NkxOTkrBurCwgNOnz+DFF19CJpvCxz72Mbz//e9HPBEX2jinnwky0wLZGzeBarUsQOFw2BNJWgiICvOPDE/CxJyiiZdHV5iIZKWKL03g7SXeZRJepXhaZLOScs+fG0rQVCGqTMPDDwE5+b6E3k6JRhKZDMEl1bCqoKqAwBo0uSGQKhJLH3Ke+DOEGRnIKSXhNACOQ7CADZpIKYLCNExhla9T6tHu4ZN/8mdYZ4Ke1kdp1zhKuyeQ25GX6W+j1UYuX4IZZXruAM2r67h28SoGtQ76VRsWm/vAn4oFMc9B2KhL8UspyrAPPxNF9tA0rtVWJVVxz+FDYu7ttfqwb5RRubCAmeSIGNWzWe/aXbTdLuK7iigdm8XJC2exbWo7zEQE5YVVOP0uSmMFjBdGcPGVi2gvNDGRzMHq+ui1bfGeoZToN36TjLyjG9LBsICQRo+hDZ2OhDjQd0aSlEWKOsTl0+dkYm5k0zApnSFpLYCDzpw5g8mpGeRGRjDUAHvQQ9ZKSHHGY8/mchsAJ9mkZAwmE3HEYwba9VUsL1yRQDDdSiOdH8PMNlocKEYRGa4hsBqexw3JY1D8KJBY3Z8CYoiZN2WTKjyGEk4Cg7/4C7/2htdmAVaP3COFtWclA2A1L5Ntv1qGV1+H1qkKk1QJ5XmjEnRSMn8CAS4ZX/GEDF6MXgcun2mydjfaJbI/48JYRbYALZEScNTvkaXaU8y8fksmoODGKbWeer38uoCpKr6bgRR9K7Aagj8qEIi2H3wln+kAlBVcrwvN7kErTECbKsCtdqCXbfj9GjnW8vyrj01g1dcT0JNpaAxZIJPQrgO91gbo+6PAKkm2avDC/+R5UHzWLXDfa4HVjWGJAG9BaIfI9cL5qJoSK7heaX4d8T9ikUcwQJ0rVgCxqIeZ0Ry2FxLYlo3iyI4xHNk1g0Q0g6vrDr5y5Ro6734It77tIVQGNQX/ahEpvizdlyk4iw5hJQTXOg4gRTAROnhmeRxO8BakjRTPVcV4UPym4Cxu6eLC0L3wPRWz5IYGzCTiF2yyAq9aAVXlZ22agoYtYmhHsLGuvq6X3BqO9N9+EAJ/P0CYq9f7Lj6ln8dctI6f0w7g3VoRdJmzXN7XZAupe15ScT0GfRiIuX30aIPj6rihAX//6p/g9EtfwicPvA936EegxfLSWPv0bOUwjteJV0/+rkBDtW4HwXqURfM/CdTrwRkw6ZlSvKGcG0OLImLGocMC7n/fG37GCayGgOqG3H8LA0yuS/Bv9aea2G9+bhPoEIbtlu/dZNkr5uPr9yOxqyFob0bRsrv43nd/gO8/8TTWVurCihT7HIdDIlM1TfT75brn+eKrva0Qw/HdJRzbM4FMOi4J8wocDNnTATAcLBZhAEf4LAugGihOiLfJ0yINUcB05NpKv/BgXVX2Oj4cSQRWnq2ub2Kl6eJSpYd630ACPkaTOrIxTdY6BpVw2GjqUcRjKWE02T1HQjByxWnsP3IME9tneWkRQxxRMyF1Du/nWJJyxqgKPvEYcjIQAJ0gh9Xpw+t00M1ZsBMazCQHas7GEG/rvsvrICETgVWMEqpoknAceqzyPfPvUsdYyqtO7u2AxcphmiSXe4DdrWFteQHNYR3pfhuLX/1nXH/8SQzHi8jcfgwTt98Gl4M0Jwj23AKEhbWI+jNQ1QTSv1azg23bduD2u98tYGN/QMUQG62krHJkvIZ7XchYFYayeOpFYDc7pBQjGYuLTQMZQ3GHK6Aa0hDAYkgnl1Cp6wKrEsd30R8OYDBkg422Q+aPiYFtIxtPCDFAmH8Buzz0MA8ZdvzxBIG4PkmunOYr0JaD8lRSVC3nzp/F1OSU1GiPP/4k7rnv7ZibmxNfQPrOnXr5FI4cPYq5ixflGlyfO4/q1Zfw1n0j2D5REKD2Pb/3n9/w880XfPZvv/QaYJUgs7o/1Hnhe+11OlhbXpE6nev9+Se+jrWrZwVYTcQt5JOmAKvJdCzw6VXAtZJNKjmo49CP3kW3UoOeymAtM4pD7/0w/PiogAyFXBEv3ngB3zn7DTy4/yG8ZeweeT/9gQ2fYS/DNlaXr+Ezn/oULp0+t+GFvwHEB0OvTammOh1bhz7h94brlgQhBgAhU71jCROl8RwtgtWw1zNw6ewcfK7pVHzJ2haFTmaW5yAT83Hs0AG8cmEOtfYA8VhCauG+M8CubApvmclhesREtjiCp08t4/m5y1i2CeRT6s5am/9XzzNPtwC2BP2jZLcxulat+WQu80vsKzgQpeyaxxMOY0RFQLA+CIQVRl8g16a6iR7h9D4eWBm4vGcdE/74tmD/D5IXQ5A5WN+24q1bz5t4gwZjcvFwD7U1VhJgqrgki0fl/HHorhsWtGhCcgOi8JFPxvHz7ziOt04m4Q089FwFtmlUe2gOXvnqP+L8S8/AMU2sMFTJUeFEBJ3iQb/IuiFuRRFnboNpSP0+WZpEMpfF/cf2we53sZ4toEV2hU9fbFv8Ordv3y7gi4S80irHbmHuyjkMtAyi9g20luah5Saw++53otNuCcPRiFjigV1r2YjHNQHaMqk0EqaOdmUJc6dPwkjk0fZiYplRzKSRiCk1XSqbApIFuO2mKKxcmFivVsSqaTRfRN1uwe52kCdxgFYA5TVk8jnki2mYae6XNgbduvScj3359Jt6vv/dx94ttgNr1SZeOnsJy+t16JEkPIYM0jeSABWtX+LsO5T6kP6qFi0JPL7frrCgrUgEcYuXOCJgNf9HggZ7XDIgu30V7CM1mGkKaarVailwdcNmQoUgE+yjDd54aRy33XYIO/eMYHr7KCK0Cfnat1Gev4L/4/f/e0yOZGSI2LX7iBNc9Yawuz207Dq67hCNDvAPX/0OvvHky9Do85xMwCJbeujCHnD/DYtJ1hjBUF+Y+FSPWrJnMEyQ7EMGZ3NP7jHElhJyrtVkYru+DJQScHDLeAqTWQuDdk2YzKwZSFrI5gvoOUPxQ0/oOhp9DwvNCFYHOfiaGjLJAEOsoGTyLEDksFcGnBoKeQumobziV25W0ey2Mei3cTSbxSeO34FCt42VdhW9mIEddxxGK+Kh3u+g224LrrFcsfHKhctwNQNjpVEkTA3o2Thy5KDgDOxVEzFLhoq0Vex5LrpDR0KvllbWpIfjL4/HLBzcuROjxQK6raaAo6wPWGf0GMzd7wvLXtdpeVDCydUOqj1DPI8Jw7aba2JnEo/xmatLv0nQucHgzV4P2YQOw+1g/2gKMzu2I8UhJcMbaQcZMWWf7fS6qDRb8CJRTG7fhsnpSdx2/DZMTUyKApMDR1rs8ZmWuiRiolQqYXx8XO5hKoGvXbuGy5cvY3FxUYay3EdZJ0mOjOdiJGogZsWltiRQK8Cx66FBm4BYCqWJGXz10W/jiR8+B4dWJPRp0tRQh9/r+g5i9LrOFdC2G1hptBBJJGUoLvcZawEWhz9ih6X4OlyvaZGo7OmodOhjz95deO75l97UM/7j+qKfAKuvu7IhsPrIZz4ldHumzdOMmWmLlL4JnTrw2VSyaA/nz51Dl4FDzgA7duzA+PiE0O0pHZAimwkAwSREFcyKrSehKGyyAnN5PmzpdFqM269dvy5FuPKL4tSni0e+8mU898wJRCwDH//4x/G+974vmHQkJFyJGwGL2VqtCrvdVpIyy0KlsqZke5zYyFRf+RgNGSKgKriNpFxJrpPpC6eBrrxemiDx2OBiTbN8xUzj4hM2lSqNUdkGhMxJCfno9yQpdqw0gUKhIO+JU1guRCx8RSIZeKZyKiSMVEEg1KSbDaLI+QJJkbBWJdWRw2V1HHx9w1aLKRersPgUuaERw81rN/An/+k/oef1kZkpIr9rHHrGRKoUR75Q4lAPvT6nXzrW6DHqOqgslTGodNC8WUFqQB9NBfaEaBHfJ4uX8P2yGHTjGrIHZ7DQLguwuu+2W1GvrMFtdDFYaWHl9BVMxArIW2ryb9sd2MMO4ntHUDq6Ay+efRXT09ukqFm5tohBx8boRAlj+RLmXp1D80YdY/EMkkMDfbsjPi0stn7zN/8t7n7rnRvnYpPZoMAMFrPra2ty/DyVBKwZRpCOJyU5suPQR02D5ngoFcncdNCo1YWVSgB9IGwYDXmRIAzkXgntENS5Vub1IyNjwgBW0lQX3Z6NWqOJiclppLOU2gc+Uypj9jVgRdjMiawxkO2E95GkOIvkUd1vCjBWAP0D973nDa/NAqwevUeAX99KQsuOIpIrKGuMagVeowy9U1PAaljg/AiwSj/SuEz8TE6ayaAgUCRHoysGRDROjwzo+QJ8CXlzYVAS1O0x6Qt+vwm/Z9OkUUmjxbMrmKwHLEMBVoOfqmDGMAgiNFrX4etWIFinn2WIaHJxIeO0D6M0A20kB2e9Ab1qw3fqdG4OGKsht1QxLOmjhHgaRiKtWNrtmgJWNWUF8CPAKh/XQD4ZRiiFcUyhJG8TYlXNjArNCluckNm56V8bwI8BI0VROXWdEnMCxyqhWDGISZRPiNSUnnnJqI/xjIED20o4MDOK2ybH4aYTOL3/AHpH344bZgfRviEMnwilkLoPS9dgiZzbhR0AaBnTRMEwkddNxMiCC6xSVBMZ2AZIk0aJrLr9Nt+Ful4KjA8nasAIPVblG3n/KllmsPgqAJJFvYQOhczVLTzUTWLkoirAcQAAIABJREFUxr2u7out4PVrH4NN8Fr1jwK+CbNIHdONoYO/8S5jMdrC+7ALD/oFFDjbJiCnuXAExNPlmMiCiHkDdHQDFVfDoubi88/937h5+Zv45L7341YcBOJ5Ifz49MlkpSsMh4C/qzT0Sk4fAqxcU7hnDLrw+gT7B/DIciJ1kUxOMqgiCegcGtz10Bt+xkNgdSsgGu4L4Q/j1yRIKrAJUIcZgqvq+oSDR653Eq4XKCUUc1JdOLHQCQDWMBRG+TU6IsmkLO/M2Uv45jcfx8XTV+UJUMNCJdWnj5fc1awFXB+5mIn9kxncsXcct8xOwIwRwAwZbiELWNkqhO9JINeAjMUahf9x/xblR6CUUb7b6j2FjETlb60gf/q3c/8lc4yMq7Lt4Wqtj2oHSEVjiJPN7Ntg4rtYwpE2Rc9ix0C2OIFt+w+I/c2OXfsQT2fQpdSxTD80C6lIXOTYZIKRSSkscFJk+TuHDkzPgNUbitS2ZjmwswaS2ZSwOdnA84PnP9x31PlXAE3oJcq9UK6lGRUVDxvhkBEiQZ5UXQShD+pZUKE3ZOvY3TaWV6+hsbIEPWoiYmloLt7Ei1/6IsxiCZOHboFPyXgihbgZVUB3EJgUns+wCQ8BMgr0WTvVa00kkxk8+PAvSKMuDT0tAihvpEdhMFSXGivwQQv3cL7fZo2hOHFkYml4VBHARYrBQRJUqixhQvYxN3gOwkUZxNpKB7rDPhzfw0CnZDYKpzdAPGoiZtCLT/lGcp8LvcFlXSWrJaizpB4MPAB5jF1pUj0JiFlauonz589jeXkZ165dF/B2anoa169fl6CWGzduiO8hGcg3ri2IdcDF0y+goDXw4PE9GM8n8YE/+Ms3/HzzBZ/5my/+i4xV5frAIYUhic3rK6vid8wc0fnnv4eF8yelrrWsCArJCFLpDPJFet2p5Pew5hZGtEEwht6MHoatNto9B97oDGbvfhD+2EGkvCSefeUpfHPhn/Deuz+EO7a9FXbTVnscU5OjZAhX8cjnP4sffPdRDDhI3dwWAua8UqJsZTxvrlGqXlfrpxriyBiUwAGHII6HfIFBPTE4LlVpXeRGi6iuU6pL6yoG9rCOUbsFPeNHMxYeuOugBCJ9+ov/jEqbzGRDgAE/omEqYuDte7j25FHMppEuzWC5bePMpXVcXbqGgVdGvWUiaSVQSMWk+S83u5hfqaLGwLkIgV0OICmtJwtUWQfoAwUG80iYBUBgSNZLN2CaS4BWIJXXdTA3QcAz+lMy1DOahJsbg75jF7x6K/Rm2QhcVAWB2mvk54Qbc7BDh/WJqh9VwJ98Dx8j5gWQQELGMoNnhL1N0CYidZ7IyHQDh3em8L88eBwRqv/giDVCwojC9drQL1xG9fJJdDUdJ69cweXlNXSGXItpGUILI6psKJ2OIWFZSERJhrGwc9sOTEztxK7ZGVzqNlBxVW0cZoSStEPgRYYmMnTUYXaauHb9PK5XNRi1CzBba9DGd6O4+6jU4imqJ82ohIPVGi34fg8du400rakYCtZrobqyANNKo9EFauV1xQqMRQWsIwkmkh+TrAQGuVIV1ZQeciBDGbLfCAIXMzmxZmrYbeRGRuE4Puavn8PoaBL5Am0ROvjqZ599U8/3f/5fP4GXz1zA2cvX0OwMJeiJewptLrj+k6mXoRVBVPmPKwsV5WnO+oo7LEHsTCqJYtJELpcLiB0qKKhWraHc6KDdGaJpt5UlHPtO8bZVwUGi9CQRIvC9FvCWoWSOh4MH9+DXf+NXsGv3FBLJLJ781neQ8hzcfWQf7PoqHIaZGVHEdEt0Xq12C0O/j1anjXJjgBdOXMSXv/cyOu4QqWxW7glCBbTH6A0HohigAkSUGAxZI5GLzHsB1NTwjsou+rXyvXLP5ipOW58h+wcjKiAqug0cnMxgezGBQbuJXsCA5A1GFqQRt+D0OB1x0eT1qzIsLiXnQZiJQWg29wSxc+Ie0F6B7rdQzHP4TQKVh8a6jXKniZjTxU/v34d3TEzAq1fQTRkY2TuLQdLAereFLkHgdgftZg/zy3XMX7+JbK4gjFDD5deamJoYxe7duyTkm5Jz1kcsXliLZvJ51Js2FhYXUa01BA8ZKRYxms/K+eh12oKtkJnJZ75Hq6O+unc9zUR0dD+eutzAleUBcskSIoaGOP2VI0NoelesABGdQKowhYFDu4UWkn4dw8YirM5lzExNo8j7jhMFqq2cvliCNNo2FtfWMDO7E9t27RJ1yo7ZHdi+fVaIbwwi69gt8d/udDtIZTISMs5nfWlxEfNXFUGPA2gSl9LprChSSZgjtkOcSWvW5XOxKBUGtKFU61K720a52oQRzyCeK+Br33oMc9cXUK01hXHM7smlMMgdYnuhgA/c/wAi6OGxp57FtbUyjDjZs4qIJs5dgQI49F7dGFjKsFjZDZIUQELdrl078NzzJ9/UM/7j+qKfAKuvu7IhsPrVf/hSEISkNmkCngSoVNIlU+NUIjAXnZsLCyKx5w4/PTmDeCoVeI/SL0UBIPxQ4QKqmVP+nJpMZwlguVxIKYWXEAxLGmz6jCr2A4ujAb70yCN45ocvIpfP4rd/+7dw7733ivyfMmlOhG0uKJqSa3Nz5XQilUihWisLpbzZ5EOm3jA3IPr/8Bh4dGKETzlf0BATaJAFnXRzAR7I/KDsimxSNUGhp45MAcUCQDUpIdAaFoEu/cfgo9VQm8zU5DSy2YzIG/u9PvqBYTiLWPrL8hyIR2rAKlGFFn+yAmO2soPCIoyfswcd1SQTzJaEdvqtOpJs/+xzz+Efv/XPyE8WkRkvoOnZiKQiiGejsnjliiXYXYrddCyvraFfb6LTaKNbaaO1UIXV9pFwVRIsN2ReD56XUGLI4xDvtKiH1L5JrPQb0BIR7LvtKFr1KrrlJsyGg4VTFzFqpFFK5OS9kCXcHthI7htD8dbteOHVU5ia3o5sIYPlq4vothoYmyhhtDCCuVcvoXWtjolUHomhhj7ZrmwWIlF84hO/hvvuu3ej8H79YiUNX6B2CYt3l9fdcSXZU6ZzbPSDxk7qTJHX0etWNbBhejnPddjIhqByWAFyCMH/sXEkA5BMafpo7dy1R6ZqLLrEI0+K1nAoptiNYcPLQoJDAU4BQ8BdeUsFQFrgH+oytAU+3vHA+9/w2hwCq0z2hJWEnykgmisoGWylDL9egd59HbAaWgHwwD1dPOcUYzUKg88aN+MgnVYgMT5oZgI+E19LRfiUszpD6Aysoq9e3xFgVROPJAIMAVMwYFWIvF4K/014UrWLG8hp4PlIKSjZ8wT5TWl4lcSfjV0ffncIvTQLP5eCX2lAbxBYbYgfrmKshsyNkC0Zg2+loMezinnaqQE8TihGegisqudQMaJVOnroPKqe1VD2/Vr4L/xdWy0ItkKSAUggjdEGD1Q1hGTJBO89PCf8fBRReKRsGZawECLwkI1HMJWPYduogb3bxjAyswP9ow9h9dZ9WNeYgs4hEdmqBFZ1CeDg27GDNSypmchTKmWYYAwOl2/lm8iQIRWqpUq2oGEMWHBB66rWemF8Br6tUMBq0B9vSkAVX035u7IQ5L8CZlh4UyuwQ/1L+sEA2A17xteJHYNvDBbNANgU4JbyTKmWeL0kBxoXnQH+wb+Bit7FO82duBcZ5H2CqJ7YAkgYT3CNLW+ANkNFXGBJd/GX3/8jtJafwZ/veh8O4yD8RF6ABBgssnVoQYhe0NMGPyc4agJ5IvkfAAKqdgWsk9pZQtt08erTzQQ0MgzueOcbfsY/85l//xpp7cb5fI3HqtqLQ69oeWY2WK1qiCN7W+DdGX7fVqXG6xn34X41HLjCTOz2uyIDJVOi0bTxzJMv4qmnn0O5XFe+mgwx4UBQ7FEUa5X3wUTWwm2zI7hlxwi2T2cRo3wew020wKeFzaa1Rqhw5TFzPed6K6CpMFeVQkQBf0q2K76wG9/D/ZKsVkP5Y0ot4qHW9bHe19DxGRKXQqNSRrOxijiHZ66Ppt1CIT+On3ro/Th6+73IjIygR494hmUxACMSRatpw+sNUYokECHvi2u/BGip50klq/vw7B7M/hAtbYBewUIym5QhXctuSx3G6xJaBW3uP+FzoauGM6oA1XgyLX/n94Wy+hBMIXit7kJlQcTrz/3q5tJV8SG0GFSixyTwwo/psBeuY2lpWVnDG6b8fEqmuT9F2NgEwDx/pgLV1c+V6+BzX42IVxq3r3e+5xcFmOXvI2uFtSQ91Vhfcd/ja8JgktDOh0BovdqBP2RKsSXMJMuiaogeomo9YjvN4Q8Z5rJvRE0Z/lMyxTuECh4BVy0F7HDVIQsnHiWz11RDPsGkyKRWbBUB+QO2Ic+dhHoGNSxXjwZDQdMqnfjcubNYWlrA/PwVnHrlFUxPz8i9NTU1iZWVVfE+pBXUyvJNkRKfO38ONy6fx/HdY3jozv341f/z82/4+eYLPv35LyiCQmDxQFBZWQPIUygeuGQqra2swm625DlbOvM85k/9EFGLjHgD2aSFRDqN0QJltRG0mm2pbXnvUJVGJidpoL6hwe0N0Gl0MPAjSE/vRuneD+PKqxfwyNc/i5/79d/A0b3H0XEBRlpySBuNAJfOvoIvfe4zOPfyy+KHGkYPbig6QuuOAAxU6/ymFzQZ/zLED/IGwvpXDYUYTc+gM3r0MXCE/o2uBE/arSYcCfdR3sKs5SaKPrZPz+COQwexZ8eY2I998nPfwGpTgfAEB8ism45H8Z5ju3Bk3yhy2W2IJXxEY7xrknCcG8gVW7i+PAaDXHRTHWvfNXF+fglf/e7TuLDaEM8/w4hKxoTjDdEbdqG5rBPUGit73obNmFKvhcOqcMAgtSlZnzENGmW3DN+85SgwPgl9uaqUflJ3BQMGhThv1EwbkpnQcoq1Cu9pAV9Df2slFyFzmqnoPgFW1oV8rjlcYCMWT4gFhB9NYLRg4H948Dh2xiHMQ0r7TVeDZgzgXZyDdvUk3IiJa5UKLi4t49ryOroidNTEEiCbTgvgHzV0pBNJpNNJHNyzH7O7DiFdGsGLjSqq9hARg761im0fqgc3eyoPeq+FmwuXMbfYhbtyFmm3g3Y0D604KXtKJp0RSwLdtESC7ruSPoRkIilKSnfYhdPvCGBarrbhDBjiE5FAGsrMY1yXkgUMmjUJ0eV5sPt9UZZkYnEMfRe1ZgOTI7wPNPFxThSymL96Da+++KL0YeNToxgbK+KFp94c6PKnf/QJPPb4U7h0fQUO6zsrLuC/Q2CQiqMYg+dU/8t1ksMbk3UagalkXLxirUgUoyMjmCpkpM9WQ6y+/EcQa73Vhd13xC6h2emJbV+bakyxxmG4oRqCsadWNtQa4pGIsNzHJ4v48Ic/gAcfoP1CFItzFxEfdGHSbm5Ab+3A6sbRsdq0RYnKzI1sMYvF5QpOn5nHy9dbOHvlCjyTTMQYErR/gS9MQ0rd+wOCvQZ0AmkW++2oBAcRIOPzn00lJWyMNiNet4MBMQSGUJtR9OmVTgyh08D+sQxmRzNwuzZ6HGKzV/McWGYC0RQl6gkBMZuujovrQGeYkH1JlfmqF5TME37C6aHbXoWJDrIM7hJPdw3lclO8ZCeiOv71fW/B/mJSPHr1YgZ6Oo41u4qO76Btd9Fr0pbQxYXra6iUq2KNOD5SRJy2CMx2IJYyPQUrTmamBUPICCR6JRCJxtFud2VgKXYPLlUUA/HD5flNpeJI0SfZIWPXQU985D04fRs91kRjO7HUS2H+xhBrKy1RI/DeIaCox3Rs270PkcJheb8R3UVSbyONOtz2MnprF5CNJ5FPkxw1gNNvIsoBs+ei0+1hrVbD+MQkpmamRcGZy+eEmUuco1gqIpvLyDPPzBwrERcmK9XItCnk8817NJ1R92oipuxp7HYHa+vruHrlCjqrSxIuZUViwlzV6A1NklabDPI+lutNJHMjeP7UqxJoxbqiWq6h3qVtCa1bfBRiURyYmsZ9dx5A19XxlW99F6udvvLQdrmfql4jzD5RyhmFdylcSOEzYpPhONi1aydeOHHiTe3hP64v+gmw+rorGwKrf//3X5YiSLxIhflIs3DFqiJgxwk4gxAoQSByL5uf58rN1usPVSohGS4Bn0CKVgmGMpDJZGWxdiiJDrxTWGBTJs8HlA+YeGYFqaOcPLI4/+IjX8KLz51CsZjHH/zhH+DQwUNy85OlygeBkn4W+zRXlmOXsCVXgawEtlgICGDLnZ5pwYMtDFMFnComSwi4qNZHGjB5mDg0Uo0JFzQyFjj5l2IvCMt4vc9qkIWHuUvXMDd3TXzFCvkcbtm3B9GYhdWVVVlceL4y2YwkOpr0AWGxTK8TMRVXvm8CZG8tOgPEgZ8bsOkM0AcBiintpQzOMPDVbz+K5U4VjmXA8QZwul2kUgmkSsrDLlssyuZF2VJ/6GDl8g20W020ai30y2345R6SblQKOGHQBgEaIbtEPOq4CesDWLtGUfU7QCKCXUcPoW+30FypIjUwcOPkBRSQwEgyL2ANza6b/TYyByZROLoNz516CZNT21AYyWNpfgHteg2j40VMjo5j7pU5NOarmMkUYQ2AbttGL2gmP/axj+IdD96nisagQVINvkJkQoAylEJJgx2U+PzasM90aXXNxeqAoEZQjMoiGgSckQkUNpL8GRtes2QW835iQ89ACg4NOAwQ0NyTpEROYZ2hK82O3C6s7oKP8GcpFpcuAwAeC43JQz9X3sM8X6x/B5wSsiiwInjfez7yhtfm0AqAm5IWT8FL52GmssK0dZhgSmC1V38NY5VzbAKGUo57BjwazMeT8CMx6IN20JAyeEGdc5G4G3H48QzM8RKQsqTR0WwbjMkm4IlhW0mhKdVjSAitBujfGjAYZe0IroOcLQ4Y2DWGZMcQfGWCbJBk6mnkSTF9moWTDa3vwhjfCzeVUMBquw1/2JDk8BCADTmSctx+BF6UVgAZ9Uz3GtB7TQXqBMDq5nCDBxB4km0AvoqRugmsbsrb1YViY6WeoxAofY1T/5aruQmg8pNRheNuAPLqG4XHFzAyKY8xxIM1IoysRExDJh/DgVQau/Ydh/GRD6K/bwKNQU+C4VisEehXTGCVcsz1nlcgphtISGGlQBICfsL41ujLSiuNgLEqoWPhsWzxyFOZm/Iasj4JrPI16hoGSxX3Fb4zHjP9E6kI0HwMNE/4xPL+BHBV/6nfrRLkBcYWj8XwZtg8cWp4ErAZBZTefNYIzFOsCb8H1zNx0enjH/VruBpx8UFM4rCWxXZEYHLAxW+Tm4Jg6xAt3cC642FZd/Bn3/w9eI2X8Wfb34fD2iEgVVAscoP7VwCsBudo4wilOFaMdDakGgcwTGUfdGVoJWxQAR80aXANg6BGBNqdb5yx+ulP/z8bDLDwzIQARbiHqOd0E8TYCqxyfQmB1XAtDNf7rRYDoeR8KzNWDSrDIZMj7ASur0otYuLUmfN49NHHcfH8VbGkiAe+bfScFem15yMR0SVwYtd4Ckd3jWF0LA+DbGAORAj0kyy6xRZHMWZDn3HlV85jEI9zYa0qZiotAbgmi0wwTAPn38lwhYH+0BX/TFq7tAY+Gq6OtmOg2/VQKVMK6kiASc9uY8eew/jor/4b3H7322D3PHQkzIrSSsqfmW5LNrmBDov9no98JI0oTAx6XQFSYvGEMGq6/QGa6AKWAS0TQyyXFgCxQRkqi3pDBRaGMvmQYay82VXAQuiNSWYX3xsZqmxOWFeETGP+UmEl8r1SMRMAo/NX5nDq5NOIp0yMjZRgelGRPPoJE3ECo40Gqmur4h9HRmBEvEtV8NOmz6tiw4Yccgn29LgOqxqm2+njrre/H1NTM5JQTd85/izuYWxaQ8azSFGHw43j5OC80+oLu0f3IuLnyKALR+8rOwNy+MlcIoNWfIFZn7B+Un6+8u9IBI12Cy7ljAZ9Avk71P3B92CJd7WiOxPMkmRq8fVTiiyxWJIgVBWoyD/rfbJwU/L+eB2WlhfwjW98DZcuvYRCIStDLiqUGs2G/Mk1yNRMtFptnDl3HstLi2iu3sD9d92K/+8L337Dezhf8Nef+9vXAKvcA2XNpBes78EyTJHC0gqgWW/IWl6bP4vLLz1J3EzOUSoeQSyZxkQhhVQ6Ld6fNxYWJBQ0ny8iGY8jmSFUqgZfA5ve5Bpcw4K57TY4I7OwchMozU7BZF3txxDzBzI0+sETj+Grf/e3uH71srISIkBLVUDQqIZhRLzeYWDz5noUsBa3MFlDhj3vOT67HIAIuMi8BzWrlrWVTK0De3fh0C17YDK4xXHkOTg820YyXoSBnNxvF67ewJ9++lG0XRIqdEQSMfTJaErF8PCtO3H80DRi2TwskjnhwdLI8l1FJDJErVHibEzCCqUO1GNwNQvPvTqPzzz6FMoDB8lCSVjq7DcGZFqLpJkKND637EX4e2lNxePeDLGVsYc4ACmfX4+WUk4Pg9I0tAN3SC1gNhtSc3u0bwoCrwJqr9pgN6eYwb0V2A5xPxcFXMBf5YWVfU58NOCTWEJwNbCy8TggpIdznAPnhIAlb903iV86OC4SedlZ6ffI81AtQz/xLaxXKrCpYKL1xVoZ5YYtA6tkPIFiIS9ekdwH08kk8rkc9u3ag5mZvdCzebywVsdqvQff6Ipv8cZwb0stz3Np6YDdaeDcpVVk/Aa666vo6ARDc8q7mufMiCBiEdjWENEGAtypYGJal3H/Z3YE+5ChWBVEhVgT3Eiaj8ZQR0xzkSBD04XIjdkrlDIZSTxfLa9hemxC9iwVBBvDiROncP3CJQyHXaTyKcQTESxff3PBNn/6v/8mnj95FqfOzaNi92Uox4EF2c7ZXFYGClwDCYqlEwnkM2kU0pSNuyil4wI4ci0rlUYwOTIqzx2VlVx3aRPQbDXR7A3R7A5QbbbR7lOi38darY5Wp6fsVdiSe76sWyTC8MP0fKQzCdxx12342Q++H3fefhjRiI7q1Tn01lZgOLTJo5zfhdMnVjDAq9dXsbq0itGREsbHyDBPoFpr4+lXruPpl19CiyoQcWUxxFPccXX0BhyI0R/WQm5sHPmxcRgkXQkzlTJxE6V8Du6gj/lLlxDttmT95mNpxsiS1dChbU+nhdlCErsncuKjytBBrh+iLNQs+CIvT0it2XI1LLQtdDtkI6r3TpsPenkSqOfw3HM6sJsrMGAjlSAhh8+0iWqrg16nh+PTo/j4z9yHsdEYhq0hmr0e6nYT/WFPgrnJmGXZt7rWwNUbZQH1k9EYSvkMUknuRj7aPea42JiZ3Yax8ZKAwGR3dzp9lNdr8BwflmmJPQ7XP7vTgmNykKkjkY4L8C15HrQaggsxdaNSU/ewbJpIju3CXbc/hE7LwQ++/ywuXLwJz0hibPs+JPMTaPlFRNBAXK+hEOui31rB/KUzqC8tYzxXxMG9+4T01O3WYAw7SJlUaZJhr1jzvI4E2znw4h5O5SffOxU7sURcbDOKpYIa4MVUkLP8aUXl7/z+SrmG1ZUVGU7WqnWpPyLDLtJUzsQSiEZj0g/Snsdu1FFv2ai0eqh1B1hYr2C92cT2mSl4/T6u31jDWssG+8OsFUUuGsHbb53FocPH8cTzL+N7J16mR5PKyaCl3ZYMm7DGlcEd97jgg5+nLcfu3bvx4skX39Qe/uP6op8Aq6+7shvA6lf+TooVQgRk2EmBKgnJCvDsdNryb25SnHTzJqPsnSxMMQOOxcVKQKXAcaJD6f1ANn1+nsV2yB6UyehwgH6ni7W1FZm+zezaIcFCzSZlHD4ajRY++RefwsK1VezaNYs//o9/jJHSiDBRObFjYcKHUczgOfERFiUXsL6CPFgc675iHkg4FZfdEARS3i3ceGy7LaAIGxR+bLKlgmJEPJYUM5V+MyErRgEeBGADe4DghfT5EpNpx8TM1E6cPXsB9QaP2cT3v/99rK2tSyPBYpFAGieqY6N5SfybnZ3FxISyEODxsGgc0FqAAGfAFhZGDneAqJLzhpIqCY5g+JDn4pN/+9fopSPoR0ndd1G7fANOvQsryibMRTQRF383yuYYujDQKEnl76LfmwO33IHedhHVVApx2JBvSrdUQdtFD9HZEpp6H17C/P/Ze+8wS867TPStOqdOVZ0cO4fJowmSRpJtoWTZsmzLcpCNwWCTMReWBcx9Fniey8IS7mXZy14WvMsuwdhcDAYbR2E5yEmSZQXb8iiOJsfuno4n51PnVNV93t9X1d0a7y6M9j+u+3laM5qZ7j6nqr7v+/3e3xuw49pDGDFFcKWKrGvi4tETyPu2AKvi/doboOG0kD00jfx1c3jymaOYnJpFYSyP5XOLaFQrKE3kMT81q6wAzlcwGc/CGmoCrJKxygP6J378PbgrAFa3gwbSQIo8Xd3bTX9DaOj12uI5x7fDqT/BbLKDup0BEsk06JtK828+ywShLSbcM/5BWDlbTCkFhkYEtB+6jjBUKc0hG5YT93ZvgLGxMVgJS7HWxJBfJdKH12/TCkKaQwXEEYTgVDk00BbWjMNGgqwMZTvB1/jmN/3QVe/Nm+FVLMySaXjxDCLxpDwrbrUCNGv/Q2BV7Nv8KLyIJcAqKNEZNORrKaMOw2A47fS1OHwriehUEVrKxqjfA1od+J0+0GcqWge6S8ZqEPwmUlvuF8qXTNrmTWBVIXICrAotSfnICavVp4G+auzpcUmIRIKEHILDERhT+zGKWwKsau0m/GEdmgA/0hkFsGLgceozqCwJWBn1/Z0mNFoW+IohTNnPdwOrAvep/SJgyyqGeQCqhv4EtDpQO9O2n/lSEb3yctoCAkPOLm3nZd2FbNzNiCVOjgk4jhCjARgvixFDTLcRpXdhDCjaWZSmYzjynu9H6Y1vwtqopZiBJKkI+Bd4RxFIUJW0YrPxegaDBWFCaARCdWlc+Ulws0+GZchYlXAh9doFiKWXta/J1xTSJZFryaAqePdMHY1p9HGNIOZrSGgU57gZ4InTAAAgAElEQVTowQUt9flaWOzGCbqCqag6KIpiKEuUeAcB3yuA1a1rt5UEr5DcrdfFhs1yY3B1F52Ij+O+i8+Pzsp1uNMYx6uQQVa51wQgvy7AalOLYH3k4rI+xJ989hcR7Z7An8zei8ORa6El88LIUmbUyp5C4UyBLFMZ4wI+vVU9+CMfGlmqA4ZXkeHOwQJr4aF4RhKA1CMcGJjQb37jVa/xv/qr33+JtDYEVbcDodubVuWvuv3HbIVXSZpzAMCG3ycER8LrvX0vIxhFqSSLfytmy5nhOGSKdNDqt5HMFrGwWMXf/90n8dxTLyJj0WaAd5YgPOsLJne7GMvEcHC2gD25GPbsnUc8wQs0FLapAHEhA0vO463ASSX/DxirQQq1WAAwSdlj+rAaVjLEQpG9VNCDo0VFOkp/eO7J3ZEm0sB6z0V3oAs42GrWEPGHeOWRI/i3v/OHmJjficX1mgxcI64nCeFaVMOw10e704Vh2zA8Hc5qHdG+JyAWmYLiN63r0sAynVabsmHYbO6jssLL/Rbcbh9x+kWytgrkmGq/U0wugjPhfRDPxiDESiwlmcIbgKth0FVoBSBfx4bctsXL7AufvR+VxdM4dMMhjM3MIEW2Ps+5COu2GMx4TJrCpcsLaFYrcBgGQ1pHUFdtD8ria1CvbSTAqrK1iUrYxP5rb8f+/QdBNnOv1xerHJ5h/BoFJoXqpIE0V6rGYuOqoVZpCkPQ0OgxqEGLMdiEyb1DRM2oMHukvhwOkRE/yyg8Ds6pgDIMCRsdJtRzzOeHYZ0cVJI5yxArcchm8xyEior3rxR14b7BRHkOpj0ZfHomVVxpYQqr96/j3PnTuHTheWmA2xzgBTUgm8chhwvOEGY6D/q3L5w9hbX1dZw6v4jT5xaven3zCz704Y9srkuxhdoWXsVzmAAWrY7WVlaUx3xER+fyOZw9+oj4hBKAJkPKTKRRTJoiy7TtBJ5//jlcurgIhm6VSgVkUnHkqbLyVbhVvd+CbhmwYlPIv/Ie2NfdDne1hoHRR9Ttw+u38Ln778enPv4PSGeySOXysFIZmMIs4xBb7S2se+lZzxqemPBLhjMBW57gY1hvh8+HgGYa6yNHWPGs5YWYyjXlenj1/hn86Lt/AJl4BL7bFxYf97esfQqVGkW1UxjCxJnL63j/hz6DpsMwVV3sX6JWDJlRH6+/bgfe8rqbhLVtRdKIemTVDxBLbMDpU32TDvoDnnM6YoaFXneIcsPF5799Co+fPY0RrZCGZPqyZle1W4R+jFTVCAnFVAzvTQWfslzgWiDww/dEf0S9yxArD+1Dh6FNHIBe4/C+Hkya1Xkt3iRCDtiyAtj+UIk/JIfAnOgEwaCyp3PfDAeIQXiVRv/8IEfBZS1Eua3lQbM4bE5ifDqFX3lFCZO2jY4E/xCcisLv9TD68t9g4cJFWYszO+bRdn00yKqjmCMSRT6bQZrJ4Z4H26BiLo1SYQzjY3Pw0lk8c7mGy/U+huZAhtyhvUiYQSDgOndIZp9qLhYWN2DrA6RMS5iyOhRLWyS90RickY9KvYlSnqAJ6xNFnlF+cD6q1boMdsbztOpSyimx0oxEcHGjgZwVQ8Li/hTBRr0uyetzE+MinV9avozZyWkkLVt8OiudFo69eByNlTV0Wi3YmaT8vMsLF1/W+v6jX//fsLLRwsNPPoelMslCrD0JAieF+cd9lr69uVQKU2Ml7JydwVjWEmATgy50n4zMmCgkc+nxIFzNQ6fTQr1eQ7fXRo9nIs+4Vg/17gD1Th9L6xVUGw102Cv7GmIxE81mWwhAXI+ZGEHLAeZ2zOA3/92v4+abrsdw0MTy8efhNypwaakBDwPPRb/dx+rKOr509CS6zT4O7N2LWNTD5GRRSETPHLuELz3+ONbbXbEMYr3Js9uh37kfQzybxfiOHaK6ijAQUHppReTp9TrCzOVQ7RhDr6uryKZTyvYvogsjsktCS7eD6aSJPVME9ckupqe9K/sfwWP26NR6ZU0LraGLXnRSbAWIFTgcbFCRpkUx8Hz0+/SK7aLdWEPcHGEsn5a9g/eiOnAwqLfxlpuuw72vO4iGW8ag5mDQJu7hotdpS45Fb+Ch70Vw4dIazp1bQcIw5DMVp5rChTPso+UMxe9z155dGJssiULDisVQqdUxGLgYz4+BY0ZvMITDYEGOhZMMcopiEEjzbcMSxjLJVI2BI7W4E3Fx0Wthauc+/NyP/TR2ze5Cu6PhhRdX8a3nFvHkMwsot+j+MYmsWUMmsoqIX8azzz2FY8dPie9sOmIjY6Vx4NBBHDq0D2lDQ1prIeIy1I4YSkf1p9GIfJJ8xk/6wZJFzDOUHRBbaiqhS6WS2FSwlw9rifWNMk6fOoNarSbPIJUkVDDHtCESVFFIvaeoPp1+T0hY9WYXa7U2Lq2VUe876DAgM27i4J5d8FwT337uRazXqrANDUUynUcN3HHzzdLvfexLX0FPgHNDMJJQicX9ZvsAkGcNwWvuGSSysJen/eUzz33PY/Ul542/1SW/rM3vX9oXhcDqX//1B6XQUYbVygtUIIEgxS1karIA5QbEqTCnDWEhy+RCFhzCXgmYS9JWb7KVgvCTGB/OAfxRD8vnXkBkyBRGF5qdxeT8QRjZcZnwbKxX8IE/+yDW1srYf2A/3v9H/0mA0l63I5NHsgMVe0AVzyLHJrOUXjRRlXxIEDL8oJRalK/0eOPf8/8Dlk7IdpJjWOQ6KvmTgUMycZek56BhDkBWHnrK52uLJSmNKyVqERPf/OZTWFpcQaEwBmfgoFAoYOXyokxsFhcXsLFRDmwWCPr10Gw25KXygCewOjszgxl+zk5KwcuNiNdbiiMC0zx0NQVGSGkmUjamMLbxf/3JH6G4d1agmcF6HZeOHkd0SLdGFbCi2AQa+pQbacoQnNBfxDSFdaP7EZCwx0JIWGfb2KBS7AZWAD0MEZnKoZ0AvJSOa+jt6PRQW1pF3s7gzHdeQLFrYCxeUAy5bh81p4XUjbMYOzCHJ779HUxMz2ByxzTOHj+NQbmG4lhGfFfPPXcW9XNlTNEKwI+gKxNUys1iePePvAv3vvkeYRqFHnTS0BHMp69ukJob3hsp1gJwWgpqKXjVM8PnhBM2BcQq2YxqUm2ZXIbFfSjLFIlaIA8Q9muwPvg8kKGqLCNsuYd8dvj1fKZCY6ztTYMAUmJ/oUKu2BDz+9HUO2xiBWAVhodaj294/ZuvegsisLrz2juAZApePCkAKaUwlOd7jXWg31AyfTaqIwVAEtBTd57NJ/1004Cdh7gjOn343lD8yyRSRLz/uE4ScMkgmM4hktDgNxz49T50twu/25G0UgiTgwsxBDhfsj0ryE6eOSUeVEuYTX0QrsHfRy3FGJDK2YcWIdtuiEh/pMJW5uZFAhypNsVvaTTsQB8xqmn7h3qOhS0YodeYCoDRuLdR1uRxWKN2s60PAr1MNFUJ8Dqfj01rge9mUoZfp8BRuaOBQ+CVtzB8bwEuJ9SrALhVFMot8X0Q7GWbhvimCluVa9bV0RWQivuXDS0RxSve/Sbc/OPvwgZ3C2cgP51hQTTx59R9IEWtAkMJpgnDQfZE2Ymk6aC3PgsL/ioBIoEtgMhyQ19c2VgVw1TdKQ15WgEE8lr1t8qOwKAVrzRLGnJkDALoMtFUGmvlrWlrOmyf/47ssggMvr7NgySwyJAWBvLaxdLjJSDh1vVVgL2HiKuAFIYGNL0haqM+/h4r0qzdYkzgNj+NPAGxCKf+TDHuogsT646Pi9E+PvCX70U8W8UfjL0We6IHkKAnL/+tDPD4ptmMhfdKvd9NQzuR17M78KDRBoMyaJc/h+cHGZkMwOKFNhGJ0WP16n2U/+wvfneTUR8Wh7JnBMx8tSfy2VADSEkG5gCA4IIMKUI2q9Kc8M/COiBkjnGtOCPKwZzNM6vZqKPdbKHfVh7l9McaGx/HWGlc9rOu10erVZdzj/5Xn/rHL+Lo06dlYJHQDZgwMSQKGiVDuo89k+OYSxuYKKUxP52HbdIHkteIUmA1GmWQQDhgVENHRXkPwdVQ8k9JeJ8N24g+n0pqyP2XXuYjz1R2Np4Dh/JaPQLHBdo9F2YyI36n5Uodl9cauPX2e/Brv/pbAoSur6ygyybaNOHqivlqaJSTEhiHeMXR41GnBN33JbSF11HJfreuK5sO7us8+9mYhHWMBKjJsDhgzAf7Pt+bHjU2fVT592xMwiEdr3X4/dm8CBtEgioILHqIJSzUGxV84VOfwgtPPy32O5OTOcztnEdxfFZk/wSAlHCI9kzKbqm8sYrLiwvodxnopx5pqTnowWeTJZtSNlEEKALpPJ8XBmROz+/EkVfcCdcz4TtD9NoNldJrWFITiZWJoWwBeH34jAjz0oxj6Hhot7pweEZxrYwS8qxaJoFcDvyHAlyxVqOCSYLkOMQg+31En8Au0oWsvBdeY/GcpX+opLi7EojDwSVfuzDqAkdrTzMwohR9xBCbKOr9IYamg3yyEAS3eVI3UCFBVtfJ44+j16HiRH2EqhaCvMPRQIgCZE+urKxh8dICzp+7gC9/4+XJCP/irz8EQ4tJ8AZtcDRDg0crEp0sXgNRUu69ITbWV1BZq8JwgUF9Ccee/Bps3VFArADkPjJxA3E7iVxpHIaVxmNPPoVypYa5qTGkknEYcXoOGuhzrZATp+uo9gfYWGtibNcu3PfT/wb9QQTLZ5/E4pc/iqdOnMN614Gdzihf+z59iVkTUYaryADKE5I1rEpsDskWYW3D5yZcJ6FSKPS8k7Ae7t+i6BqKbz5rPZ4nv3HfK7Fjns8OE8IpcSVPXMPU7BJqNRsjdw6O76PcbuLTXz6Kp04sImab6HVYB+uIRYeYzyTxw2+6Ebum8khZOlLJCibmz2I4yGLtwkE4bgGu1oLvmlKTDGnr1W7DcXv41vkGPvnUOXiWLRY+Phm1g7awnuUkDawNZBAc+sYGDCnZv4iVEpqSM3kIzYnA8ZPADdfBo/y10RX22dbxEtYDityhfDu2eqFN1ZWAiUEIT8CyZN3EzkUGsmGtxdfJwbhhwzdVLSTIN++VmYadyOBt107i1VOGBJDGfBsDnbLvCLSNC1h58ik4rTWUSrZ42Tv6ECZVQDCQTGaQpIe9sMrVWZ22M8gUphEbn8Pz61UsNtvQeX6SfOEMEDG5F9Mn1xMGXuiFHD4nBKtU4BfPT6WM5HNDcHgw9LC6uoHZiZzqdiRglaAdLTgtLK8sI2aYmCgWN5lqtKLj2fjsyXPydYVcWkIoLy+voVmt4dDhwwLePvfMM9i/d5/U9p/7/Odp4IyNahWL504LsJvJ5OV5XFy4cGWB98/6/1uu3Y/ucIg+zyvPk2ENK6V8IS/kJLLCS+kE5ktZHNozi7nxMRk8d9t1ATd5jYURaNvI5meE8MF+rN1tobq2KiFfDJlkdd8b+WgNXHSGvjD9FpbXcLnWFkCc4OyoN1IJ7b6LeMKWMDNbG+Hdb38T3nzXrdD8Hpwu+wbW80MZBHb6LsrNAZ47fhYPP3sa0YglnqZWTINtRWGbNiZmxnH69Dl8++gLiMYzGGgxNIYjxHNF5MYmkC+OIUoPVJ7noiaMIRmPS19MD2L+HEWI6qB6+SJiQwd+o4lhow4rGYej+WIRGMMQ1+yYQsrwhcHIM5/XcsCedcTnzBVbtHTchjUaoOUP5HywoiYsIy7Pikd7Ng5fpX5w5JxhWBh/drlcERJXPBbB7pkJ7JgqImmQiMAag/XdCK1GE86AnbqBVtfF8ZMXsLRSlb9XNlWeAOWieo0YmJiagGHq2LFrFraUkyMYiSQsw0JtvYw6SVkOA+QiyGayEgSnRxkKRWIDwxx5throtwjmOnDMKNbcAXoacN+9b8Ubbn81sskkrHgKhp1Cb6Dh9NkFPP7ki/jqE4uIelWMZTxcunAcTz11FJ7PoMMECoWU9NorK00cOPwq3HHX3bCiHoaOj56bBtkcVDGm9TpMNCUw0Ij5MGMOYpERTOJKOusLDnC4zDnkdsR7lltX3LRgkSUeqIyUQZran9hTC2GKQGuQR9Jut9CsNVBp97FYbePkpSW4moZ43ITljnDtrmlcc+0efO7L38Cl5aa8h3zaQMbvYu++fWiPdHzukaPogbYzipymeiyqclQdJ0NiEtXohx2JSZ9F9q2njWBaOpYWVv5Za/r/L//oe4zVK+50CKz+2Z/9SQACbbFVxPCc0waClbGYgKks2lnYrK+vY4zmy+LzRGmXClZgEblR2ZCDm2CgJAzTH4Y2ATzU2azzASUj4twxuJ0KzIgnU4T8+C6M79gn08BzZy/iQx/4K9TrLYxPjON3f/e3kKVkjgE7ZMsFBQN/FRl84K+k2IUK5CALRiT1sm58KdRVyiCbDbGqDjw0wpAgxfoQ5hx7PYO+VLQdUGDPdkyezbBAq0GhFF5WphuysPv0p+7HP3z0k+KREkoWc5mkSK5YPAjgRqmrYciGHU7lmc5IFq2k4lH+EItIA0UbgvGJCUxPTQlIW5oYQyqTQjyZVNYIvA8RHRfOX8Af/ul/wdzhvZJ82VhcQ2+tLiAQiycWKkznZCNKjxmJbGGRx99FeRAPpNlIxhOwYwHrMgBWQ5BRgNWhgw4cRCey6KR0uKkIDhw4iP6wj+rCMsbTRZx66jmkGhom7YJ8f7c3QNVpIXPTHKau3SXAaq5YwuTOGVw4cQa9clUkoFMzc7jw/Fk0zpTFYzWpGwKsMryK4MgPv+cH8fZ33Cf39iX3Ru3GmwxT/h2vJxknnP4xXIWFfZjCGjIpLCtkVAfSsoAN2eko6whVGCvJKn+fzqQCpmYQRiAhKSFYwQ0+LqCCAlaDcILACiB8vXxeZM2E8GXgmyaS1s1AK9WIsDEMAdzXvubqZcIKWL0TSCTgJROAGVfeRf0hQBuNfhMgU/NKYDVIyNTJFIpnAEvifuANO8pflaxOSVRk08+DMwk3kQMIrNoa3GoPaJKh2oXW74g/jQT48GuF0fdSMFIBquHndmCVqE8IPpJ2SWCVJuaKhQCdRbYDvTeCH7MQmZ2TQkqvNoBeEy6ZsizEN/c+gWcCoIBsQ/qMBcbo/lA8j3R3C1gNn3sBRl82sKrel/rJV35sAavyugTTDBir8r4DXzS1WmVizvAq24wgZVlIxZOgzSAHJa2ugcbQhptJ4Ib33ovXvPONWBRrEcr41PNLJpOwP9lsGBHxLSSWS7kvgWIWUSwyxMswYLKqx9cXpqkAqAKsqsGZeFgKe1X5FvL1ppPFwCCBz7lKrhbsUIBV5clq8WeRVM/hQRjywck2wT5+Br6tQlbm9+XXSeiMkqlaDOQSsTBgbo9G3nZ5henPn+3Tb0mNCwjNEsg96XbxDXcVZWOEu7Vx3OylkdOiGAne2EUbJlY8H2f8Gj745z+HyfEBfi9/G3ZErxGZowCr5MyI16oKEdx6xAJ1hHh7Ecxhk0gwlV05ffIoMeO+MVChadxjYnFECazecvU+yn/657/zkqn7ph82z6cgpCxs7FUSdeiPqWTQBM9D/9UYnwmxplF+h/zg+cpGjwEYlUpZZFr0hu51lB/bgCE3AVsxEU+iVKLf3AQmpicQT5iiKuFu1+wO8KWvPYonHn8aXtdBOqZAXY+2CZ4PO2JgV8lCMRvHRCmJfNpCwgrCJANJq2KjBkNFWv6EJC75vQq4keGvWPqo55N+1/TE5lMqclAyTRn241BhQsarJlJEBnp4moZkOoPxyXm88uY78Krvew2MWBLtjZqcj3zoY3FLzlxRrHRc5S9qRuVTMyKSiMwH1o4ZQfq68mbndeV+QjkbrykbttBTUOosspICeXx4Vsh5QCCTXnIBiMDhXQis8u9DiX7ox8o6xjANYZrzDClXN/Dggw/gxDNPo5BIwiezxIpgbHwCs/O7Ja3XZ2AfgQqeSxFdgFVuDGQurSwvgiC6vKbAX5W1nkXf+RhPBe5LUbn2/JWJ3Jl0HkduuROaSU99F10yP11dmlOyatTQUQEnyoOfrCEPNgEqCZNSPuUcxI/6KrxIDb1lpKKGqqLUoXJJQyJpC1PQ9Rxhxpo2PWcJYDvio8gthICcN3IEsKWVA6WkPI/E359DWY/DBx0jYwDH55qwEImO4HRbYmfV7XVU3RSwiHWfbKjBZh0iwCDvV8Cw4trhvaIdwsULF7C4sIT/96P/+LL6rQ998IMq7d7gM2LA42C478j7jCZTGNGOx/NQXbmM5cVlGLqBUbeCpx7+IqK+khYTYOJg2ekzoEdDJGYjnkpjaXkNG5V6cAbI9gSHahvuUYGShEM4Xc4lB4fv+hFY6Rl0T38V6f5lXNhoYLXdlwZXtupAtSGjxIAFFD6bvNfKlzgcHiqCguxPQe3D50LJRW3pF6hqU0FoymtR1FyBpcDbXzGOvdNxFBNpyc90fQNWsosD+4+jXjPRrO5Gp5lBpdXGixfX8KVvnsNqRwVNMaQsOuxj1gZu3jOB+95axPzOEdLZZSQs7hVprC3MYHn5MDydrOwhhn1P7vmg05ZwoaOXanjwxRVAlHkOhn3F5KU38XZCRgiyigWaqP/UPqVsABQrj+8xoScwNDLo7tmFPu9powXN5WBYDevYR4VkD1o0qSA/xeLnbzdtrQJ4IkjkUeuGN0cue1BziOqHNk4R6ARWI/SrVAFcOoOtLIb9JHHb3iLeeqAI0+tBH0XFNofneRw6aueOoXXiKOLRrtiLDCnFl5rEFN9EAplyREotoYnPZSpVQHJ8DpeHwMlKA10J9RvK3qdUQLR2Ixiv7rXUJ+xfpCfl2UUSA6+dCuWTa6hF0en2sHR5DbvnJ6VWkIFmYClFy4OFxSV5lqbGS7JWpLaTYYOO4+cXMDuWRSpBmwcd9XobjWoVu3bulJ+1vLQkQc20fnnokYeRKRSxtrGB86eOC8icyxVlgL22svSy1veN1+xGpV6X68/1J4pMTSWpJ+KWKMSmCjnsmMhh99QYitkUYp6PQb8toCuH0uwFSRSxkwWxcOn1eT53xIO4327L2cfQYmYmDPWohI2tVKq4tLyKhfWmsFZZW0c8HeVKRXpxI2rBhodDc5O47/W3Y/dsEabJeo6BnDzHelID1Fp9VBp9nFtcwxPPncJgqIDRPtUrvQ5SiQxmJwrSE5Mlu1xtAYk0osk0kmPjiNpJRPjMcYDC/Wc0wpAWIM5A2K7pTEYGgCrkWodl6HDqNSweO4ZBrSL9CNccz1aG5s2O5TBVSAEyCOPZxJUygOd46FA8FIlhbnIM87kEWBFwP+TQz0ME/ZEUxwKwGomUPI+tZgvlShmNVkPY2KxzTIOBpy5iuoeUGUEiTpuGmHiAK99n1gZR1LpDnDx7ERvVppzVtAcsFvKCixAoXF6tIJ1No9mo4MYjhzBdymJ9bVH2XsOwEKFdkmmJwpXqPN5bLcKahlYHfRkosJZpt7sY9juIWBZaER99K4Kd+/bj7W96K3ZMTsrQS6zEoiTQ2YhZCeb94iuPPo9HvvYwli5ewulTx6UmLZbyiMeSylolbqM0MQ4zMwEjOQNHL8GLFjFEEhHdhEWrHmcV/dolmA7XmItcKoJc3EcmRn6wD4vqLPZXxE54XwWbUd7O3BdCGgv/TqlHR6pnFMIZVU5UNnlSj9RrHTQHQ5xdLuPCahlWMoGxUkGUZjfum8fEdB7f+NazOHl2GelUCvt3TmLXeAYzs3N46PHv4AuPPYcI7fBEScprovZDqXfFb3UoALBY+sggk/UwAVeeoz7qZUV++t6HugLfA1aveBJCYPVjH/uIukDbAMSwiFfgofIiZdHLQrXfp29nQtgGLHbka3VdJlTr5Q1hCKoEWPU9OUkRGRsTGJMp8ftrVVexunAG7qiHXHEKUzv2w4/aIim4ePYi/uqDfyMH5ezsDH7rd35TmFYECHjYKs9CNQ1WUr+BbMgiZQ3YS/RjkoR11hJRFm2qgCe7UGSuBBJEWq8mInyfNAeXUBxOuERWZqr3cIX3E+XZYS+/nbVKAIwphh//2Kdw/6cfEOPp0F6APjSb03mBOVSgRTjRpsWBkkwp1iU3c/4cFXDF10wJEj1JDJgJykMyyBcLmJqexOT0FKanp7Fw8QI+/ulPIDtRxMblFUQcyjOUdyfBD+5eZB3yfblDVZzyOqiiVsm1CHrxOpB9JOnawXR9U8LOa+4M0PEH0Isp9DJRuJkorjlwCAN3gPL5RcyUJnHqqRdgrvUxmSzJ93B7DiqDBrI3zWH2hn34xpPfgp1MYW7vDlw4dQ6d1Q0xSJ+ancPFY+fROrWBiWQO6SjZBV3U6gwVAn7wXd+Pd/3QDwQMEnWfpEAK/BxDsJvvmc0QAQGCH7z33JyVIbVivklgWdSQSSivP58LJbGkFD94XoImSvy8olGkmN4cFGXhGuFBJMFr0AVUZWMb5NkGjaq6z8JqDqwFhH0cMIpCye7mVD5gLHENsfEOGUx33H7XVe/lBFZ3HLoTfiIOJOOAFReGlT8Ywm814fdaAqwS9GSttMlYlevKEaMDJHLwE0VJ8fSHTRWg4AWSZjZFAbA6SmShzRbpCw630kGkzeCqFsDAnkC6KV5AnLAq6HnLhHPbOxMLgE1pZuC9KocfiwKCGgZ8rmkyVunxRnkgvVxTGUSmZuEyLKvegEa/1GH3CmA19OPke6WFARkbgWcg7w+N8sV+QYVivRRY5RRbhfL98xmrW29sC1gNfNH4V4p6G/yj/z6wumlRIkCeBisKZBMmcokYsgyJSNODCOj0o3hhKYLB/ARe9+vvwt5rr8VCpyGgRBhGoNJO6S4kLbM0BfS+FLlNwEajb6PsS9w7BUxRXRtZp/x6/hnXCL+I14dyfX7K9ybQGc9JiAwZEiH7Vi6z8FjUr9GIiN0k0VVIi2RF6FEkdB+mPBvq+wvjKbCB4DUnq89kMIUekbRwgr32FZYK26+4HAeBjQ2vNQs5vs6G62PBbeOL+irWoyO82Z/ATcggw7PBHfplElwAACAASURBVIkVwILv4nn3Mv7qP/9rHN5r4XdTt2La2CsBA4iw4VPNovgybn9+gxums0CnzFoYfcpzFQxeCNhczqgnoYtkCMWsJEw7Af3Wd171Gn//f/m3Cgy9IvhFJN7BfhPuPaG9CRkcBKQIqJMFoT6jIm0O9yHede4/DL5YubyMSrksfpk8K/jJoptAPBkSoYcp/5wgCr3VS/kCZuemMTU9IeoIPg+Ndhff+OYzeOirj0LvD+U5Vux0xWTOmkAhY4vMsZC2kUly8Ehfw9CDOQikEh91Ft88J9U5TvCHMn0BX6WJpK8eGY7Ko5X+e3y2mUxMb/h+n97W9AdVzFcCbwxf2Lf/IH72Z9+HAwevR7PdQafTRcI3odNv1GRTE4WhR4T1iI7Kqe8NOxhoI2TH8ojaMfTJauvRV9QUEDRkpfL6S2q948jQj/9P8E3CEwIfcdkWtrHbJKQnWAP8uhBYDdOzQ0UFf0ZoBUDJbyadRLvewB/98f+DLz/4OeyaHMeeuXnYmZysqYhuYMf8LuzYOYtsMSMNTzjcEcCWTbpti1ffwsJFCS6lN6EEpzAxmixThlkIU55BmkE6OlVEWgyv+L7XIpkqiA1Gp1GRhslKUG4cnNmSmE4ZfqDWJYuV9YiokVTgj/jj9wmqEWRVlg6iWvVUDUXWdzSqrJ/4z22b3ui6SF+pBKrVyiiX11GtlsX/t9cjk2ig7h3P9gCo4lHH5GE7FkfMjtJ5Wbz4vKgrjFupM3hiBOA475EkOAd7XsjM5FlNHzyCu7wfaljqC5B79sxZ/OF//eurXt/8gj//wIdhWRpGvQq65cvwW3XYHmAkx2HO7ISbL8gz31peweKlS3B9HaNBG1+6/xNot2oCFimvYa4bNeCjNZR4qAYE+017kIBMwH2ToL58SC1A6xkNycIkMskkcpEm7F4PF8oNrPccGc5zv9M1I9gTwzrakOclZJzyvJX6JxjcbJIWhIWs/jxcNyFjntc3ZLRuDdQ9JCNd7CylcGBqFtOTOnLJEXbsqmI8fwZ2gsnUFjqNCJrtIc4txPDRB2v45tkIzIwBz3cwbvn4vj1DzJjAXXdHsWsvbTNcuANL2Jp9J4qTx65Du1UQpRuZc0OHoUJtOIMonrvcxCPnqqAg2pXU7BFiGq0r1LBAseS3lD3cp6iG44fkO/D84F41cgWQjkcSGMUyqE2Mo08LNdZlDF4SoDAYCocLhmobDvWEABAEP25T0QmoKpRYfm9V90hdKl8TfJKxbZBuR1BVfT+NZxuf81gSmpXEobkS3v3KOWR0WhDQf1INDCN6At6ggtrRxzCsLiCdicLivUumETFMCQemNyRrDO7C3MNiURtpO41kZgxOuogXyg1UWNuJ/ZzyCZU+ThSIJDcof/Vw/1Q1B61nRlLBEKgRVn7MRrc3wKlT57Bn94yEZqn3rzot1m0XLl0Ucsv0xJiyVAh1SZ6GF06fx/xEHqmECTpIkiBD9rH6R+qcb/d60t+uV8qyN1K+3CivolarI5nOIm7GcPHMqZe1vm9/1RGsrK1LPgNDpAgmMbAnnaLHpAkromMyn8JkLoGpfAbZZBxx1sC8RvQENijDJhnIgB9LbBtUuOi22+i2O9KXy0DdNKGZFtqOI8nuiyvrWNjootp3JE+BYUEEVhvtBnSYSHpD3HxgN975htsxO5VDlNYsDNQduWIJ2Op0sFFto1zvQTfi+Pq3nsXSchVGKo1qoybMfTMWRylpiUoxWRrDqaUVeCTw5IvQyMzWjU1PdLHbiMWk32226kKQoW0dQ5BC79d4JoWo62Ll9EmsnT0Nw3cksI9hbJTvxw0IuEoWsTx9Lge3BPYMVAY+1rsD7N85g4MzeSToaey5aPL8d1wk0wUkufZ5H2i67AO1Rk36RGIZPM8jZPY6PEdoP+hLDU0iFJ0kkuwzSYjpDTBwgVq3j8W1DXQHSplx7eGD2LcvqCPh4/ljZ3D82Avibb5rehx33XYTWtV1bFRr4oGcy+aRy+bkOedriFlkf6pBU6VSQ7NN5QsVMA7SGRODiIaaO8D4rnm85jWvwU0HrkXStqWOIr4g9hf0t2WAWCIBRBM4fXYFH/+HB3H/Zx8U1XEyQY9iB/lMATNT04hnS+hpRdT6RbhGEa4ek7PYjmkYtJZx8eSTqK2fhzEoIxHXMVawMJY2sXOihB1TkzBGraCfUpNwtTRVj031QRg4KgO0ERUPZPYqsJPXjJ8kpVUqVVTrPXRGGk5cWka53UV+bAxHrj+MOEbYMZZCvbyCRquLC4vr0v/vmZ/CjYd3I5HI4rMPPoxHnzsntni0fBCbyDCwLFR1cU/hWSSBvIETnfyGwjID6ytrL2uN/0v9ou8Bq1fc2U2P1U9/XJ0fge+VsCSkKXNlI+HvwyKBTAsyV+WIlpAqNu2BF5gekWRgHqQK1FTyHn69BGPRXLtQkObYIFXKo6yjL/J5j+m0rgbTNvDM0efxNx/+e/FHuf766/Dbv/Pv4DhK4sXCmx88cEOZnZhTS9iUCluSIkTSSiWiUlYGmwiZhMoUU/Q3Ariqqj6QbQcLObwWIYMjLPzC6zOir6v41AWfwbSdAVL0rfq7j3wUD3z2i4gZ9G5locjXtOXXSKA0LCr5s0LGhsj8A9BP2ScFzKegbRfggyCJTFG4nYdefb6wipkMOaCUmawj11e+LNzEBAxRkiMFomrSXPB1UQ5JZi7lOJx2c3JMMkjMtOVwDxuJULpFRgqB7C6B1Vwc/ZyJUTaKg4cOo+8OsHLmInZOzOLs0ReByy1MJ0rCfvJomj5oCGN1/qZr8PXHnxRz8j0H9+Hi6fNoLq9icqaImZ27sPDiRVSfW8JkMotU1JTmvVpvSGHwjnfeh/e8e8trNGxAw2sXAq0hEKxYNmy8uXkroD3kDcrGTSZVSwWKSfJfAJpCs4LnLAhWCAtWSqsDwCJspoR1FngBcroqssZA+q2ArC3LiHBdKD85NRzgR/i6Q/aRMJsGLLLUJ3/W6+++epmwMFYP3wXPtoBUAiDLiCxzSpKb/xNgVXzwSCcbqrCeZBESCElgVdJkaKcRSLPF7D0ON5GHNluCHvXgVjuINgms1gXcpA8tZdDCcN0s8rdk8mp8EdaxSjYvjA/xWg03LjJN4vD5gIoPLgt8MgCHKiirUERkfBJuZwi/3QS6TWhkzPK1bpbR4ZqSXUQJ9UUqp2SSkoq+zeZAPSsBa50H8f8ysBr6ooUN60uBVdVZhJ6GirG6HVjlqrdMHaVMAlnLQMaMYCKXRSZtw0wmcWHZQ/ngLtz2sz+MRK6Amhv4/wnYFECkHBrxseSwgIWLyGRV+B8ZE/RGkrCYYO3IJaI0Jwy1CvxT6cHNJ8AiMEqGl+xJBFazAh5RQjqil1YQNEcmqgRc8b+6C4duUfKaNMZ1SYDWpM64EfW91J7uCwjEV0DBOL1aDUqINB1xCcNSDFa1iLY/RS897PgMCcFZksUpWoxiBB+XRm08EFlDQx/hTm0Sr/ItTMAUP7LzGOFb7in86X/8edx1wzR+y7oFY+YOKWx1TQGrbDLlOl1hmyIvh1ImGdrxmSfI6sGlb7aAbh10HaZuD2DELCTSWSQSaeivfs9V11//+U9+4yXehCGIyr1NQNDN5l41+dJbM5RQQuBUWjzBKBbeZMeo0CNfBm8E/+jNWS2XJcSSEzreG8q0CB4K69L1hEnCQl9kmRIIFJNE2WwujdnZacztnIWdSoj3lqPp+MrXvo7PffqrSOgxZOMM7uJZ5sLUDKSsKAppE9m4gaQVlSJfZxMZ1CgEqggKSSgR2egCVjBEjIwXFZpDdkNX0r/pzzaQ5qPVYw3hoEffawmE574VlcCeWEwXGf+hAzfiZ977C5if2yee6Or6kLkQkwGSmEsMR4iONDnT4DDQzodneBhGRnD0ETLjRcX4DbzfQ7AoBIlIHeGeLqGegUqBv9Lbm/eCfxcyiMU73nFAz9RQzcCmk79ng5dO0yNc+RPy31Kqyg8raUoy94f+4gP4D//h99BqVZGIaLj+4CHM7zuAVn+Ieq0u1z6Xz+LON7wOBw4eQK/blgG2sAZNG/FkColUQqTt506dxsryEuJsdOjTPuAQmGw3JozzeYri+IvHsLy0gNfefiuuvelOjM3uFZK20+/AcVXNQTYlB5lkI3IbD6yexXO42+1g0CM7tI0mvf86LXGVZnscvn+px2RTVLZPfG5Tcg9V8FeluoGzp09LsKnDRHAO5AkIkmVrGXJv6EdH9pqEwvD8ohUISTSajoRuw8/YGMFBsjFAg57WMvimOops5K1zm0hFWBurNG0GjdAegqogZS3EP6cPLO/3z/3yb171+uYXfPAD/w2dtSW0lhgacwljKRPFAuW0BYzGdiK2Yw90M47W6gYunD2P9nDIsSH+8eMfxerauoQY+QTTZMjDsRr3gWDAH+y1PJfFNlqOPOWzraolX6wvlG99TELOrtk1h1Z5Demoj+VmH2sMupJSh8Aqn1X1taGPHn+/XeofDnzCgZAAuAFzNQTR+FxLzR1cb9VvbFlwyfePJTHqtGBpPvbP2LjrJuDOm9aQSHVFttnvGBLMGU9G8OwLwEcfBB58MYaRIbMx7M6P8J57XMynPWSywPQOIJO14Iz6sM0JaBEb66sZXDwxi343Dl8nuN+D53YxGup4brGNR85uoM0AJ6kb1NUdOIpIEe7F2wkYPC8E7JMhc6iI48yN3oxDjOJ5YG4OLuslskTpSy/AqiTsBGddiIYTJQlCCTlYEwYqBxuBKieot6T/YG3jqJ9Hlj5ZelrMhEEiAMkWtDmiGjC0OiMFOF7A7t078NOv3o/xGNUlyvdU9R605vDh1su48Ngj0EdlzBdtxBmyY9jiS0gJeIz3McijIGiXSWRhmyloqQKWHOBSdwDLYrAXg8qAWq2JqElf9MDmR9jq6nXzHBVLG+53AjRTqUCQ1xC7sLNnzmP37nlZg8RCVO/JMjKCcxfOSyL75FgxsMlR7Gx+36dfOI3p8QwycRO9oYsIB/hkHnY6Uu3weSVIIz6dzKQYesJinSzmsLq2JgNDKhSOPvH4y1rft9/2SiwtLsHpO2oIwXtlxJBJpaSvS5lRjGVs5BMxlFIJpBNxAQ9JGmEtZ8XI6uP9oHUHiQLKI5kDL6WOYJ0ckEm4d9ODedBDvdlApdHBmeUOzqytozXSkUyk0Go0sLaxCjtGn00PN+6axlteczPmZvKIWqT1MXl+iO5ggEazg9VyA2cvLOOaQ9fj6LMM4TqHaCqLRr+Ly6vr8N0odM+BbpkYm9+J4s6diKYzICwsMvHAF502f/TDJsGBCo5UKike3QRv2VcxRJB7cF+LIp9KIuL0cP6FZ9AtrwmzlsMx7nD9bh1jmSTScUuCnUStqg2Fmd3V47hYq2NqLIvvu2YOWddFvd1GczRCn1CynUIilkC9WkXfaW+eqTIUoS0BQ6kCO0KuIa5zGY5S7eEOkTSjAq6SLVtrtiSxvjt0YTG0Op1GLp+RejsWjWJ6egrp7Dgq62U8/53v4MwLz+Ktr78DpbSFereLJsFZDuug6hOe81SvRDUqTGm1xGA7pdyxrATMdAKrrTpcK4rrbzqCe+66G7YWFQZ5NpdXKln6lMdi8iv/n0xdGEmMPBsf+8QX8bcf+QzOnFlANNbD1BQ9UfMYelkMo/PwrWnoJtXIjgzBe/VLePGpL2P54rPQvS6iBnEe2u/RHhIYz6Vw3aGDuOXIXvijgRDzfGIMWkRUKQy5Yng59zeubTlrODB3ieXogmvwvlNFw/OTVnnNgYZq28GJi5fR9TSxn3rD61+LiNPBdN7GhePHZBjMXq3RqMOIaDi0fxdajR6ePnYax5fWUO27QIQD72BfIf4hKgplS6Y8mMma15RFnJBTIjIYXtv4nhXA9k3ue8DqFVv+FrD6DwpQCqT7YUHAaYxidRJM2mKJshiVhRBIpRXopsAAHoji7/VdnkJbIIySeahpQNQIpT1BGp/u46lvHcUnPv4Z8Qx969vegl/+5V9CtboR+GpxyhFOtoMUa2GqeLJZKLBrKyxIVYnctVWRw9+TTaDYGcF03Kb8TCW7E6QViaswEAPmyBUCXm4c2z1Ww6aakx4rZuFv/+aj+MxnHpDAKJGyiP/sFpg6ZKEfBEIQ7CBYKa9bmKnq/+X32+7Xdk4U5Ry8vopNoL5OGnl+jbCQNNgM3iKjSJSqnEIamJmaELZwMm7Kpt+u11Fr1zH06XAXhcswnyDAJgRVxUMtsFbgayDDhNd/QGp/NoZhgdJjAweuv05A9aVTZ7Fzch4Lz5+Ge6mGyXhRNkgyVhujDjI3zWLupv34+mNPiuH83sP7cenMedQWlzE2U8DuvfuweHIRG9++gPFkBilO5X1fDijKA97ylnvw4z/xo5swXFi48meILDmQvoaAa/h+BAyQVGUV1kMQSRjQwnoeBv7CaiDABtHlZD4EPYP7EDb221m80iywYhEZpS8HJ4sbgnXSdNITqNveBGxZNMlhxiY9aMpesklR4syJMp9H+hH7NFFn8vQQr7vrnqsu2gis7rr+bnhmDGB6pMVoIB0eu8huC35fMVa/22OV64XAqgM/XYCeKKml5DSFLeDTmzBgBEiKZpTNaBHaZAnQR/CqHeiNjgCr2qgvASlSNfM9fxewGqBim08810vgXxmSOtUTDl1niBYZFqYKHHId9doJrI6XEClMKGCVvoCdBuB0oNGn8QohvuJDBisskJrLHiFJqGTyUGq25bEqa1isAP4XGasBwykE96Ub3YKUVVcbAKtb1gjqdQp45NMnNYJCJoGcbSBnGpjMZ5BLElhlU2Oge/0rMHPPvdBsH71gPbAHEXJM8JYkbCrwO2UDHrLy+TSLY2IAgoZ7kJreKkltQH5XzV4QYsXBjWKs+mIFIKuC9beEIKqmWTkZMTFb2Y84auUo6xX4iGsRFH0dKZHgqMAs1dare8XvqWBoxXwlwCqSv20bZbgXB4jAFhc4sCAQ/oqABxF4ZKa7Hi75PTyEdXR14BYtg+u1POIjYAlDPOE9i/f/+5/HO+44iN/QbkHGmodh64rxy+Y0olhsW/dQnRnytDJkRLyaPBWUQ4kTA4y6HfFGq3cb4qvH4IVsrohMKo/I3T911Wv8P/3xrwfeqer8CH++XL/QF3wbW17AksDzUylBFbDKfZHKEAkTov9ttytea2SsMkBQAvVGao9lKBFZBbTdYGGswiMdCX0iq0RCGiMG0qkExooFzMxRVTGJTCGLRDYpUusHPv8QHvriN0B3PpOScjaKPv2DPeQSFrIp+lsBphmR0AphBochdkHQjVqXHOBSuuyi5wzR7TEN2cFGR0nOKCkUn9bApzSZsEXKl0ynJOyDTzwl7Xv3HsRr77wXpeIUGtWWvH6eEbRHcC1DGFWMwvX7LrSBL3toxKXE2oUeZ1K0hsaghUyxIAF7m0PebfdAwp7gBn6TykOb+ztZOWxWxY5oG0ivzhcSzLYAVzn7PU+GgbxXPC840AtZgQRcTVPD1x78Ih792iNodlpYLS+j224iZSeQzI5hobyBZnUDutOX/eYHf/yn8brX3y02TfS9t8VTjkASCzXFLGWjsXJ5CcuLi6KmsYSVps46vs6kFcHypbPoNqq4+5q90DPjsCfn0dNjSBQngFhK/Ap9h8GnfZFB8n3XqlUBMCqVVZGuUsLKZ29App7UQdHAUiEq9aKSiZvCKCWgQiWUyfsTnOsMBuVWxHrQZkhYjECnqv9GAxWqJ9ZUUteqwQftCuiRaSbp6RdHgsEjlWVU+l3YYzuDuoJHmEqGV+DHUA0pA7/1UNXC/S30klM2PgT++Ryb+OGf+OWrXt/8gt//uTfCbXWgdbuora4hEjcwMTeDXHYcw0QRsblDiJemJVH51ImTwl6KWSY+/5lP4PylizSZFC9hMUSRJGQFInN/EN6qnDu8x6FBUYDfBVkJDJuht60xGsBIFXHgwDXI9csSOHJho46KM5KBvgw5ZZdXpIUwt4HPB69FOGQIB9gSyhMo2mg/sZ3lKQCgKI1Uv8HfS7hIsJ7EhkxjJgRrpR5S0RHuPOTjB17vYO98D+22B29oyjArndZx5qKPTz6s4YGnDQx8Hfoggr2FPn7i7SMcmrdhpfpIZ02ksvRsVUzsiM64RRsXThSwtljAyDWF0UVyBcGqF5ba+OrxZbGQYblI9jyZjhQrbIGmChiV2jS4+7LG5fprAhpwjbe7A3Q6I3ilSfjFEvR2F/A7EJeOoC4P710IRPDbEYRQ/sGBGifwYhdrADlHt85sDjuFZU1eiwSH6mJrQnapAOI8m4eO+Hz68Qy07Dh2HzmCf/WGI5gwdHRZPfJc43mhSSyNgFmts6dx7OufxVTGR6lAO6gkEsGnDB5lDdCKzIAdTyKdLHAEi6GZxPlKBS+8cBQr5RqufcUtmN9/CMvlspILB+9P3oOo54I4TNpayJ8pko1cA7G6UH7uYr0j90lVDazbTp89I4rJYj4rbEPVc1ElpOPUpWUUUjHErSg6/aEM6NhPieLB86WnJXGGV9iwYqKgW7i4gIN7d0odwTwQkn8e+tznXtb6vu6GQ+h3euh3aFmnzgVuGoV8AUnLQNY2MJayRKWUsW0kbBJpYrDIVI1qYvEU+qJzPasgKht2IgXdtNDpD0SNQW9oWrnRO5W+lOzlyPRdbQJPnjiFc2sVJOJpCQhaX1uVIefBHTO47YZrcP3+OZQKcSXndphHMEK710eZwOy5BZy/tIp3vPMH8eS3nsFXH/+2yK05cKBfudP3ZY0kSyXM7tuPzNg4HI12HLTWCMgWoT2DqAqV9zbrXZ6JHC46Q0fJ4Tkw1VRQEq9Na30F555/FtFBR+pGPsu0SCCbMpeIiwWVePUShDaYQZDFIsH7iIsje2aQiUbRY/ihZQkoTWUEA0f7nRYM3UU2X1DAOu3oIlHE4wn0Bl1Z/6w92CfxfGZtTZUK7WZyKQsp25TzrdXpwrRtzM1OY8+e3bDjtqgpqtUKarWqDIRvPPIKlNI5PPnIQ3A7VZQycamfCfLX2m3UWx0hPIjCYKj8h1Xvz2eVKiFbwuHO16oYwMX8vl2489bbcOuNN8pAgENxqogKhZKA0wQMTfEs597KMERPect6CTz09efwkY88gIsrdSHJDJwRPD2DvpuEkSKLPSWK5bjXwIVjj6J2+QSSJgfqfC20fYyogGzPR71SlbP+4FwBB/btRjppYdjvIsp1J1wDDkiUhY70CAp0kYqfZ3t4fhDf6ZIFPBqi5xu4sLSGCytleBETpbES3nj3a7G2dA4TGQuZaATdZlUCpsm8554TiXpo13qoNrqoOUOcXFxBhXZ1Ehiqwv7ULqms/ThU4YnHZ4d7lxGhLU0CppXGicVjL2uN/0v9ou8Bq/8zYDVg4UkQQwCK8iFjc9ATBoFKhxUZZNCYsdAxOT0J0tI31bth8x6kigiwRtZrhGESASArSeIBy1SqDYY8cMoLPPHYk/jkx+9HZ9DHffe9Db/6a7+CWrWMTru1KRvbbB7pdUaPLN9DqViUgjz0pFQTYTV9Z2OlmDQRMQPvy78bCfOFkoOQ9REyeOTQDQ72K4Ev2dC2Tc6VxUAA2kYNfOiDH8bnP/egMD7Chlsy7YLrSgnjlgyKIAKLRXXR+HN5nZV8NPAXDK63NOvyhnhMbA/PUUb2MvGhPDpKaa6mpN2ajr47lMbrV375lzCVS2FQL6O5fBnV5WXUy+tY7zt4cXkdKwwhEeaZYtsIa0WmnprILjdBX3eEIWWW6RgcAqtZA4dvOCIp0IvHz2DHxBxWTl7A8HwFY3ZeDju/P0LT6yJz4yxmjuzFo098UwGrh/bh4pkLqC1eRmk6j70HDmKJwOo3z2E8kUGS00wNqLfaGPQHuOdNr8fPvPen5PqFLNpNmVRQtYbMlpDpSSsBFdKi0pVjQQhGp92UZiwEIzgwULJ7DQYT7qPRIKxCTaxlWhg0suG9EvaqBGew0OSENaXAeSY301s4AKlCZlIYzCD3nwOBkIHAMjOQPIQNXwj4hmykm191+1XvzcJYve4uePTMTacAym747FCjQn/VQfN/EF6lgFVOJkFgNTUmQBKclhQOApRuyql0aAQ6c0VgnAWzC63WBcgydhrAqK/S0TmAESP5UIa1DbhUT3swwhBHUGWtGqxfJQEjWy4l7AqYilFMKRSlpjqD7SZL0LJFeG3K5/pAuw6NVgSE8LaBpAqiVUWK+r0aW7CpUMBq4J+8mWmvmtCXA6yqYkH9HGExb+otQ8bqPwWs8isDVjOviUzII0jbljBW83ELk5k4pnNJWFkLeVtHf+chTL39HUjnomgN2AOxcQuYleIJoN41n0EKB8SegR5oAoLSZUrBmWJVoqjzATDKfUFdK5ktc18N/k9eV1ATFdMluZZUKQSP+Uu+n7T3bIIIvLIp4mvzXPFNtWgrIInxhFPYkIUvN2AryaUIgGb5+2Bwtm1lbF3v4D1skoNV2J9cUX5/Pt9k7QO44HXwdb8s7JfbtGnMD3W0dBdPeN/G+//9L+JHXv8K/Jp7C5L2DGIWgVVX2UGwJvsuj1V1fXQpGFmkj1RwFYMUugOMOh30WlVsNCvojnowEwnk8iVk03lYb/6Fq17jv/9//xs1Yd/GpJPzMRgOht9wE/ANWBbhGRSCqyK/lkBD5Q/YbLWwsbGhUupdT1QOTEaVxoOKDxkOsmklfqwatE67g3anK9JnSif5L3KpNCbHxzA9NYHieAHZXBbZyQn0NA2f/fQDOProUdj0/ZL9ksF4Huyojlw6AcukLNOXZ4MFsLxm8dpTDLjOyEfbceVndx16Y8kNEZTDplzSjiObychnJp0SxhLlbxJGYaukbrJYJyZmsHvPQcTJuhdoSMeoP4ShqwCqvuHJ86INfbgDyn55TkcRYVgVpwpkb3gD9PwhssWS+KCF59N2sFsUCKPB5l4fgi9kwTBdmsMJTQrgpgAAIABJREFUYf0GYUhyztFTMpClhiBTGHgYBjjS054fPEP4b77x1S/gC5+5HzvndmB65w55Xe1OE51mG5qRwPnVRVw8dxyd9VXYdg6vvfcHMbtjB6bGctg1MwY7xv1X+XISOFehZkp5U95Yw8rKUgCeK2sQ9PuIuz0k3C4yBmu8EvqtKkb9OmLxGOKz+7DkpVDu9tHtMO1YsZ2pKuIZSBBU2fAoqyfWDJZFRqlqfFiLKMsmDgK4D6p4cwWoKMYLv45N5qa1TjDEUoNydX4HJpNbaqqATMB9wIhHoQ9dLDx2AkvPfBv5HWnMvvpmWPEZBVwFAyIF7ikvSO6HfB/84HWXfT5QezEMU233SgHG9/Cj7/3Vq17f/IL3/9j3oSoABQcFI5i0a8okkUnZMBJjiE1di/jMHrRGLk4cO4Fei56XcXz5c/fj5OlT8FlH0Y5FPJ1VzSOqHgFOFVAvtjiK9h+cWepMln2FDwLf3pB+vyauPbQHzkZZhpbn1+uoO2qoz3RyYl+01JKzNBgkhzWN2FIF52sIRPOZlbpI5LSqFg/XjAoL26q/ZL0EobX8PYc9rE1FkgUPHJPcdesAP/HWviSKEx/lKMOIxHD+ooG//XwfXz2mwcyYiLSHuGnnCD/0Ng+7ZmIw7SHiCb4GDr5NRHTW1HEZsPT7Bs6+WEBllZYLUbQ4aBo6uFBz8PCpFbQdyoRpd2ZhNOiLR23IvA1B4fDGS40v1i2sR1UOBRnNne4Qjf4I2vQcHCsOu9bCcFBTw+2A+CJvSsDxcEAYQrWhskbxSKS+UQ1EUO2oGoD3XmBv8UkPeiO55crKinunDHtYryWziBRncc0td+Dn33gDcu4Q3YgpHpKyzbJ+JVjKVPZhB9/89D9g1NvA/gO7YNKqJ5lGKpEKuC3KeohghWYmUMhNwdTIAtfRcvp4/PGH8Oh3nsGdb/sB3H7v29B2aJcylLVFH8nw+en3usrGQ/l2qTUfhDKKXVrMFmUjVQV8TzyX+FwPRh5OnDwh50Ahm1YDnsAmgD3vixcWMJFPIpmIiWSbr5REAO58ZNYpL8gggAw+KvUmKuUKJopZuaZkALsjB5/+iLLVu9qPA9deIwPnXqsjr42B0DxD8sUikqaBUsrCeMZGzo4hYZIJTDVHTOwHCKzSDz983tiPcNAYicQwgo5Ku4vFtXWsblRl+JmwTYwX8sLczWcZLhbB0I/h6YuX8NjTL8rQNG3b2LNjFr1aE4WchTtedS2mSinETTIn+8Ks5c+otdoCrH776RdQrrTxr3/hfXj+2An85d99ElWm0ycsOA6VOzqKe65BaWoKvhFDjxRLXYXZsUZQikIyMgMlXJDDIAFmQlBRMnZ+MKCLVhO8SzJgiwDLZ09h7fxpGBzEsIYkVqh5iDH0kINRxxGv9GI+DzNFa7M0YmYEXruOvtOQSp9BsBJmDNrdDeEOHSRpoSa2HbSboAWOGmRS+cABcrVWF7sgUc/I5h+VgSCtuTIZW/rwfqsr9VMhnxbLPg5zU+mkgNudXgcLlxZlz9w9vweTpRKWzp9AeeUSYrIfq5DXSruDWouYRUjAUv05P7gPMiuE3uZnujXkxgu48cgRvPOeNyEbt7GyvoZEMoa4bSGRyCCXI/kl2A+EmMBQRLK+OcRKw0Ua33jyefzeH38MldoAZrwIXzdhBBZArubCMkYY1C+ifOl5mNoAMYM5LxxgxmS9SW9BW4oRPb37KK+vii/u/Mw4Spmk+Jb7tD0UKS0HQ8p6TQHjaq1FowydVIQ91j9ikcEhmhbD8bMXUOk4krnBvJ9X33Gr1DPGqIsjO3ciG4+g0ab90AiaF4FOX+BhVIIxHUPDequHYy9ewuVyVXoynZ66gUKX9SZ/ajwaQS5Lr/8sirlpaEig2/bwia9/7GqX97/of/89YPWK2xsyVj/4oT8XuYaiXAfm+CI7px+HjxF94VjsRunhEpNCn+AJDy0aVIvUI5SsivyCvmcjKZbDAomyQ5lai0WAKqAoBxMPUVcFanDDjts2vvqVh/HAA19AfzDC97/jPrzvfb+AVruJdqsZTIGVpF8YiMo8UAqTeCIuxQH/nK9NBQ4FAxDV9stCZeFGE2QiNxLcEQQUsTSRYIBQDh4AnQKOhMXcppBcTaE3ZSks7lhIRnR8+K8/jPs/8yXZqCUwhZTyTUBFgclh86+gC7XJvfQj4GmFhdEmgBDAQNtZWoFkVmTW3NRkAs1CNWRM9uR6/eRP/iTuvOVmHH/0S4hWLyPN19frY7HewuOnL+BSz0Pfj8qBwg2O14kSOJH/0/dEGAOhKb+HYUpHr2jBy5nYf/gQBv0eLp4+h5nSBFqX1lA7eRkzVl6kumxE2xggf/0MJo/sxmPfekpYY7sO78PyhQWULy5ibGoMe689iJXzC1h+5DTG4mmk6HUEoNnqCLj/mtfegV/8hZ/fZC8o6r4CoXn4SRMQ3KtQetZq0nBchbLIvQ2+hkUqk4bDZFGR0dBbjl5vBCC3JdWGBxgPeGEdBdJLZYmhJMusZBkuJuzuwJ9WNQIK+FYprsrfRt1/FmSKNcO7Kg0GzeuFpRQkEDOoh4xqADceufmqN2gCq/PX3iOAaiSZgmabIrt1nTb0Tle8gDSnAwwp81VycB52vEZRl9djAD+ZQyQ7JUUmJJiF7FOCq5yqBy/JiAPZIqI5Nh4juI0K0KhLw617DPwgEBtOJjnrUPCc8jINwbFA+s7SXyaIypcrtFKQn8QYzEhS2E9yT7wuNL8PnzLl8TFEc2MYtRyg24HWa8Pv18WHNfRLVY2iYn5CGBdbHyErXLWbbFwUm0nqJbmfbBbVQb/JON2EgrdA4u0rWcC3YOIkQ2ahWCigMlzyEi53xSt5KVtVrXk/SoCYISUmbJHURZFNRZC0NVxTTOHQxBTSmTQu+y003nEvjhx4DezuCGvRISwmXLLBJ0hBSb2EOilgILBuV7dSWIHqz8N3Kj9bpPQvBaLVDeDXq6Yp/Cilx7beTVD8yT8Ng6jk92rH284wVXhv6OiqvsWVV0YJUrceie3fM1yjcndC/4Rt1/UlzFbu9Szag0CHnu6hOurja/oaRo6OfauTyEUtPGk8gg994H342Te9Av97/zYkjFkYZkTsIlx6O/KMFFuKrfcijCqCLmwSuO45aGER2e/D63bgdTro1qtYb1ZQY9KyZaKUTGMylYX+nt++4ln4p//3t//PX9oEJkLlg+wzQaCYAu/Uawou+qZtQ3gsbXq0MvFZfC81CaiqVqqKxc9BqICZKpFZPLpiMWH3K+9qFSLZarextr6OtbU1XF7tottmqrWLsUIeO+cmUCpmkS8VkCkWMTk3gWqngb/7yOdx5vlzKKRM2SvZsDNZl6wc+oQaUTZXTI4luwEKuB0weZ1yVFXAJ1IppFNp5LJZCXskmzObzyBuxZFKphVAF4So+bGoDHjIpKB1z/TcXsTTRcnWM2EgziGRQ6sBFzqZ/lTgGCOww3E7PiI0MFUVEDz6MQtbTcNQH8GJ+EiPFZRfMb8hh3Qi0VQbpfISU3UQ91rKNRPxeCDPVU0TPemE8cvukAMK/tuAYRyCMvyVTB6+76TJEKmYMDSmxkp46jvfwv0f/hgqy2uw0kkcvumI/Eqgbc++vZjbsVMsgBYuXsSJF49JLVQYm5Qk4NnpMYzNpXBm7RTSySQOFK+B5UbQITPZVwMF1jiNXh2XV89Dq9RRaK1B11lj9BDt9cV2YeRGkLWycCobwg7OjY9j2R2iUZxFHzEJ9YhFCFZH4cdSMKIdeK7yW1V11Ta2tYAbWyGj6ixVZ6pI2wPgVKlVeLvIvFS7hwxZBXBV1192P7GSGAmDign10YQFm1Lo5QpOfuVxPPbQo+Id/8YfeTuuP3KDyDiDrWlTEcMag3YYznAgoEuYKaBqEda/fDZ4lgZsQfEIHeLH3vsr//SC/u/8i//jzYfVMSjHpa+YPLGoNMR81u3SPIzJfdDyMzh26hya1bpIeh9++Ct49tmnEQlAX0V/3vKmV9cpHNypH6wuXXAaKgqR2j9Ejk4ZaQQHds/C9DQJXFmutVAXlp8KPWRKtTq4WW8rhY5Isl0q1bhXcD0rIFp53Kq9k4MKI5A0s57nOuH1lR4isDThOlKqMlU7EZgnyUF8lQWGiCGX9fHee+u4cT89xF1ohgdjZGNtbYQHvjHCpx/TMDILyOsVvOt1wF13Kl/VuBGDZRM8YzAnwSqIBQh0G6Y1RGtjDKefLWGjHMPiRhk9x0UincO59QqeXypjoBkwY8oh3Ol3pZciU5reyfS2dbes1DeJFfJcyxBFR2vgoxUrIJ5OoNdYh99ss5sJbnrgWhacbap6DE/HwK5K4/4xUtd7c5gY/LtgyMBnX2U7BFY/2yzNxBeWQNBgKMNG+qt6VhJH7roHP3nf65A3+AzTU1JJ6/VRBCPdE2BvUC3jzHPPYnLPNCbHC+gsr4giKsdQP4LtXLNSpDPslLLkEtLJnPSKVBpsuC6qrR5yE1NIFcfg6TGRwgt4tK3/IqhKBQUHfkPoQpLguJQgd1j3C8jFQQDXofSXXKdDCZDjfsEzQoYykslBqxcd5y6vyyAvblP1SCuAmAxtuqxftwU5CyOZZJVeXxLQmTrOvVlUbqMh/uYv/vJlre891+yEFY1IUj1Zj5VKnXJOsQJIWwZmiylM55NIEUy1LfHSTpmGqC/ZW8oAV9i6vDsM//HAbWtxeQ0nzy+gORjIfk71CGtE7uFklxOczWXSiCfTWO308Y+PPIHLq2XcfsONuGZqHOdPn8TBA3uwf988EnHFSB/0u+LTzAFrtdnCYrmDrz7+HQHJ3/evfh6jQRf/9W8/iieeP4N4vohMcRLpwhi0bEaeSwLlMjARb3wmrwf7fjiml/WsFKVhKpsMVAMPTAHAzLgKZNZ9pOK29Bnnjx1DmyBihASOLqbGihjL5WUQWN5YBfSEgJn0x73jdXcjX8jj6FPfQZeqPdpKxWJIJWyxUOHAiH0gFU2NdlsYjZlcQRieZKGyRiJZiUSujQ3l303gj/2x9JiegwRVN5m04CjtZgPuoAeb9UgijVwmg2KuIFYHbJ1oe0gbHHq1ZpIWKquXYTuKscuOy9Gj2Kg30O0rlaUWeINyUUUtC13fxaW1FcQnSxgrFXHnrbfitbfdgrXly2h1WmLnQUsaVvVkrYY+9LyWDPGj7YItJLmY6MEINH72oWP4j3/43zAc0ouV3rpqP9NGLXh9hmIP5V6323VQJcL9LmrGRb4vBxXxFfbLge1UZX0VnVYd0xMlzEyOo7KxhmGvC5NrjbaTAqbSfjCwsKJFIfcMl88ys2boABdDY+hjYWlJVAGsQ8fHx3DjjTdgYeEsuvUaSnEbrzy8H5mEgV6vLh7rnkf7HwK1BrRYFFY8hVanj6PHTqHebAopSpi2EV3yZSwzilTCQDadFCuIVCKHlctVnDhxDg+feOFlrfF/qV/0PWD1ijsbAqt/8Ae/pxaFSPgVwMMPaQZkg1OnNEFUFhpS+OoKHJTCyTTlIBN/KU58gsN6+4/b7iWpCmDlkcriiJtoCKzGYha++MUH8ZUvfw39/ghvffOb8DM/81MY0DA+YE1KYR2wAFSxpvxkZDrOiUmQnhs2u6oZUQwSboaZzP/H3nuHSXaWV+LnVs5d1TnHmZ6eqBmNwkgiSEgYIZFNtInO6dnFYffB2NgYBxabXWANGFh7bWzAIBCsSCbIgISEhMJocuyZnp7OuXLVrXDvPuf9vq+6piXZHu3vnx8PpaefaXVXVd/67hfe97znPSeJhYV5SQQJrPLvq6q4K5tp8+u2JuiK+aDYpxwfHmxMWOUwJwPAA3zxni/gn//5y/D7CKx64FiUQ9+ECK4AUdlGYAwQmgBXAzY12FdNQEEDlG1qGTQRsar0qMRYKvpV5RzIqhB1YF7/s69Fu5NFMDOL1lhCKPlzG2kcn13BkzMryLla0JmsMbZOsiJKF3kJYmvS8iD3klpDUQulrgjc1hC275xA1a7g4oUL6G/rgr24jpUT0+gNpuCrK6ZyATbarulH5zUjeOjRx8WFd2TfBBanprE2PYuuvl6M79uJxekZzNx/Gh3hOBI+uiE7yOZVe+BNt9yI3/vd326A3w3tVAFWVbvYJhtY6wBLlX+zNasB5jg1SYoY2vI1mxqrnOvKhdnoqZrXG7DWMGDYsmIeTHTb2zsVUCqJnGrLNWxlORDNzxg8aJ1ivt4kzPzeaMEyGOfrTavcjdfdctV7swJWX6IYnqEIEA7A8pE9WoanUIZTyKt2ebJKuRa5xqS905U2V8ex4URa4Ev2oU7GUoFMAAZxRBmoNaxZ4aEWWIkOeGItqNfLcHNrQD4Lj81W/YKWmLh6YFU+sCHScI1Kv3BMNIHk4RSAekkBuH3d8ERTqBdqcCkNUCoII9fjsuarGE1XAqsqYTaPTWBV6fJyZhhGsTLUItjbDKxugomGhcv3agZWFWwpmYgykJMWQJlNpuLTACybr+SZgFXHy3SH9nMBBAkmhfxIRD2IhQPYnkpgb08KfSMd8NpZnEx1Yv2VL8O++CjJdMK+cHyaBc8ARQBWBVCKGRX1QnUyLeL2YvRk9PbU9V4BjDZYowJfKCBa70ftcWVYpz/2ZhGpaWBMjtkMrJo19myT3Nw9g7Vr6eLG2v73FscV+DWBKmNCRr0ni+mIgzkHOGmtYGFtAbm0H4XHHsP3jn0A/+WNr8AvFa6FP9wLKwwEyGyn+L7XlXajLfZVgn+QhStC/WJCwvbxIly2dxZLEgAuZ1axUthAzbWRDAQxkEwh/isf+vc+xtN+T2DVFDBNUVDalaXtU4PhGkwxY2ykUsy/5j4Qy+NeKKy8ak00VpkE8fxUrH/15/l8k8gyOTLt0bzFdE5m8nHmwiwmz0xjbnoZNbuGoYEObNvWg1SK7NFW9PT1oW/bAE6ev4h/+NTnkF3OobM9LiCMaleti7QFgRwmFGzFpLad6/WKWUhbRxd6e3sksCaYSkYqDZVY6FVmV9qhXDzE6tI2J9fv8wngS03bocFtaGntQiZXpq0jwp4AaiVbWt99QbYGUlewjqjohDsopW14atT+8qNSsyXZ4BfFgcg+9sSDCCdj2mCFhhIlGSu254vEgpZQ4n3i2cwzjePITge6GnN/4O/IEmYLH88b8zqOsWGzUnKG542PDMYIr9WH7cMDOHXyND7w7vcg4Yti9zX74QuHpADQNdCHfQf2o6+vXwqQBPz4vjQSpDlXpVLGyswSstV1HM8dx7dmHoA/EMTP9N+CW3oPodXfjnI1j5rPhuUG4NgW/EELl556GPXTD2BwpBX5ag2F1TUUKjZqRQfVkhdPHj6F68a34fnXXoP1QB3z/jByUZ4lQXhpvGKFlOmYp6KkFkwxu+lfA7Qatq4ZM3Weqkczy1exeJW+vzH9Moumyr9VocyLOttpAsqYcOHEOTz0hfvw8GOPonvvOG5/46sxMr5NAHiu3+YWdd4H3lO2hhIIFE11acfWnQ5N5qqmoEr5HN7vt/7S71z1+uYLXjtBSY0ORKlfybiFrB6RJKBDNmua3UBqAP7uHZjL2JhfJFCUxI8eeQgPP/ygim10i3BDjcZciTaGbL6w5n1ZlWQIUpIhKJkuetuTCFIWwefHUjaLXJVgqjIfqguXTJ01hshg4iWRsairuJmt/4opCZn/qtunJmCpyJJZSgbJ6NKbGMkUyQ3rmdm3NNDorhb+jTv2ZfFzL7OQCNki1xJwvMhlfDh52cH//qqL03NebEvaeOsrgecdCiHZXoadF6xGuc2zkMj7zHF2EohFAtwdsDgTwonjHnzr/gvIlnzYvXc7ksk4Hjw6iaUsPSD8cKwgoS2iskqvmgA8ZUpYUKlUhfQg+yuZ6BUWSxUbPF3zoBDtQ8RTh706DZcsO61bLmepkZgx3g6Nf1noZxccOyiMVJoCW7fmDz5d8BeJAE1AMO/N/aBE3Wey+Am2tKREAz3VOYbXveFVuOWacTi2iuV4vnGvtJnbWC7yy8vCpOzbOSYEiPL6OpzcGoJ1OrGrLkJhmQsw6UU01oLW1nZhpcmciifF/IzzifJBLKAp7w4lc8AH5zBzGP597qunL0xJDseflypK31gx21XhhX+TXyZmL1MDmdI8YhKsCoTms88tb4hRVDjE1mgFrPI57LohOCSkfHacEC8iuzifR8ADKWps/t0q/v7jn3xO6/vVd70QO3fskPH//vd/gHS+iJrlR2s8gajPxXB3CmO9HSIBFWYrt4+gUUWBnJWijH0yGlUaxyRDcb7ZNcwub2A1kxdj6EQsIkAR1w/3exAkr1cR8vvR1d2FUKoV9z9+BCfOXsbeHeMIlAuYPPEUXvrSn8ENN1yjDGtdapaX1Hwu2Uhnizh5aRnfeuAJJJNtePub3oj2RAhfvP/7uOfbDyLZO4ChiX1AJKK0QnXnAIuFlGOQrlAtk2H2eTNvzZ7LXErWIuezlhn0BaKyRn1BZb4aCwaRXVnF5dOn4OTXELQqGOzpwbahbThy/CiyBWqRkg1PDdkoJnZNSIywtLokxRClBU0piAB8loNkPCx77dTlWcwtryLRkkSqrVPAYwWmrjRMJDkHqf0pAL7EStwHlT5nW1tKzohcLitdssQYxBPGtVTxN5lEazKIrq4u2d8JNM5MnYenVkPY4RiXEG1thRUOYz1XQCFflnGjnBp1Ssn3pW7t5fQqCqijY6APY0NDePGtL5RrWF6Yw9jYmBRceF2tqTa5b5VKDe3t7bJ22EFD3xXOdxaaqfXOsQ8m+vG/PvWP+Oxn7gXHm4XsfDmHeimjugD8BPZZNFYyRWTw2jUW0Ng5xM9PyoUisjjVOnp6OqkggrnZyzIPCfKLxFSxLAxgrlOOn3nfqhiOU49VSzJ6eI8iWMrkUWThSvYvYHh4CLt378aFi5OoV2xMnTmF/eOjOHRgN8J+SjisyzgKcZDM5xpxoJQUGDiepWJJ7gvvH4vpUnskrkUSkqU6dcOBKOp1L8rFKt7/mS89pzX+k/qinwKrW+6sAVY///l/uqI9hxNJqpfUwatyo7B0yxYnH3NFtkQrswIGsARXFbBIZ1ZjLqV1wCIR2UBMImaMF0ybnASjygpSjCaY7t977//BD3/4I6nw3/6iW/GOX3ybBHPKUEUFDCYBUVqkyoBDFpoGMkxVm6wPqW7XVfInWnLcCNjeKJQpxSRsiBhTs6mp9YhD1ty+pNyH65J4KeFnRUlgJZVjwLH65je/jr/723+Exworl2IP22ufDVjlZ9KiyU3NyVcLrJoggQmpSd4EWNVMU/51YVXW6rht1yBu2d6DBMWu/T5k8jksZEp4+OxlzGRLKEpioMZSmMVa/oHAqjHtYrJRjVio9cWBjhjGdmwXyv/UhYvoa+2As57H4tGL6AkkEaA+V91Fzi2jdW8/OvYN46FHH4PH9WJk7w7MX7yEjcvz6Bnow/a9O7E8M4dL3z7RAFY533IFOh8WcPD6A/iDd7+robulwDJtZqF19wxYsBmMmoTHIDvGGElrP+r5JPNKXKVZgdamO1u0CSWobCRQm0ZWqqgQQCrVqkjUQlXhumHAK43XKogj80Lja0qGTJsJ6OSNm79JutULNgPqQ89RCmD02heL26dLOYBwCB4/50gFbp5Mzzxga8aqsEo125bz3mGSb8MJJoSx6tDkIM/1Rq1UHsZkk6gWQASTFFCCFYvJa5BdBQoZWLYtBlJKA0xprMpKaDBWm1mrijvZUNI0dLqmcXKtEFxvGFYgqvSNCKrWCKwW4R8ZQJ1ar+W6AKueckk0ZC0CwIqnrHdAMla3MGGb9kbef2G3EXI3+ohXAKtmHjUDq+oNtvLODeAm/AnzeSTb33z20xmrDdixwSZSJl6KnS8MKZ8H4YBPJAGiQT8GkiGMtSXQ3dOC3a0J0ZD61zsmsO/mt2K05gMd6B2SbzTzXQykGqvciIuoWSoFMwFb1WdS5OrNtnwDZzQKPNJ7+MyM1SaifuMpBsBV730lJ3UrQ/WZkn3zp5qB1Wd6r62BzBWMVUMYFjBZzQeOK/e+Rbg4WZ/FD+e+hplfvBfTExv44G+/Bm9Y3I9AuAsIsZhiix6hE+A4KcaF4dcKDCFi/IIOqS8G03ZJtIBdakVlNrC6voiV7CLK5SxicDAQTyLxe/941fHXH7zn1/RNMvdLnYdMOJR2rsbzhVmpz08NXDUXDmWuG8kXLQnExIdnmylYGWDVFBzUuamSXvkK+AVo5sOu1zE7s4Qzpybx1JOnsb6ewdBgN8ZH+tFJcLUliaFto2gfascPH34cn//M1xF0yYAik42GQjyXXTHmIOOJcUQ82SrOwh3d3Wjr6BQwhgAjwVRpuRYgW+nFa5UK3SLO+MAVp+lyuY5YvBXDozuQaGlHLpNHtVJDMpqAU1XGWN4QC1DqbCdLw5uvw87ZcG2ahdAggyxIiAs2WeBlq4aSZSPellByPARkWLSr1+Xc4r+8TtP2bOIhJhMM+kVmJhRCKBxqnG1MMoycjYphFMCgWB1eBdb6g6JN292RQnppGR94/wewNrss869/eAgHb74ZXf19GBobk7OJcZDCEzQDUbfR8zOGw3S+LmIhv4ypwjSm1ieR3lhGe6gde9p3oj/RLWwPOGFYDjtZqsif/BHsiw+jvTOKdL6C7Noa1tIrKK4DF5Zy+N7j5/GSHYN49Q37UE9GUPBb2GjfhlqqC3WbKsse2Z+9gZi0XvO6TeHdtP/y/wW81AVzUzgV/WCdqHN8TEFZSTOxU2RTb9ic22QgET1j8hiLszhnYfpfH8UjX/kXnF6dwfAt1+JnXvMKSToJENW9lnTNmDPfxBRMQsmiJrCpmJxMIU3LukpieT2Mv2jEQtd3vubtv/LcpAB+bl+HxGoh6sYSSdV7Lj0N/KhLe3Mo1QMnNYI1tGBhvSDsq2PHn8J3v/ttxTiXY2fTTLOx0WhgdetebH5vgFUvuyV4LviGS+iLAAAgAElEQVSAnjYai5KZWcEyzVkcIbOp813k41U3mQFWTYFaijZesu7CEvNz3UbCQURCIQGLRLdQ6Mhq/Qp4alfE6EU6fLSMlhrbmhRbCH6xLVlAGx0v9UbqeNvr69i3LQ8/u47JlCsGkK7U8MBTXnz9+34cHC/jFS/woq/TQShSR7FqibYik3+erSzoUCqq6nhRLjPRBqo+P546FcU9X1rBwirfvxcvOjCBqalZhMIxrKyt4dLCKtLwi4EUi0DU7+V2VGb8Q1NZrzIHNHEex50Ehg3Xj1KkF1Ytj9rqZXjFdOeZT0QVN6rOKTFY4VzXmv3SUdjERDX3UV6jDbPMOdBMeOFe5PNawtKsMwaIRFD3BhHtGMWLb3seXnPni1At5dS1U3aEgHU8Ioa3UY9fALqCW4NNIgvnZ70M1CtwCaBp9h1Z9WytJwEmGqPxXkjyH+kcFAai8ibg/qnOdJWHNMg4wgJWcnXL62lcuHBRClxyTaIOQPkugrhs52a7utLqZBcfWXlcp9xXmwFXvvfk9ALaWpNilEhAn2OrugoUiYa3QWRLhCjjEV3ooFcVzBT5gUB5HZ/6yEev+vzmC77yqfejp6cbJ0+dxcc++b+xki3DCiYQDgUQD3gw2pvCzpFetETDWFldx8z8InJFJTXEzo7B7nZ0JhOI+Fl8U2siX65gaT2H9UIFFVdpkrJ1vlIqIbO+Kvtud2sLBvu70E+Jno5uXF7J4v4fHZazq6+jDbX1eeycGMfB664BXMYBFdQqNZSrddFX3ciW8PjJS7j/4SNoa+/B29/6Flx/7T6cX1nBez/0UVhsPe/pR9quwC+m2EpiT5lOakNnYajyzDZnktJ/EsKRZisTY+B5LHNDSDAhYapT75ZPiwRDosO+ND2NlUsXYFXyCLouIuEYSpyHQQshXxwJgpnRKCp2Scyf/NxLHVcXPv3w+xRRoas1JTIAly7P4uLMrOgCU2s1EIgIgEhsguAqHwT7Oae4FlkIUmeFwk8oZxOJhBHweRHU3SelYkFwFeq60uQ1GvDKeyRbUhjo64PPdbC+siQFs+0TO7CRpznYKjyWH4V8CZS2Y4gl3FJfCJlKCVV293R1iDTVHbfeht6uDizOzQh7lXkp2bDd3T1aUxzo6emVPalQyMPj13uJxl9IqOJajEVSWFhYw7ve/T4cP3FWtMxrTkWz4vnXVZxHMhzvj5DjSgVZCz6fkviirATXEqUbWltTwuDd2FAsUp7psRClU2hqVUVvX49INZFZzoK+EN7Y9SDAKo3NwwJ8LqVzqjtCp0mjo8MYHx/H1NQlKUxMnjuNVCyEW2/cj7aIHy1h3mMyXkkcYuTGXD0omrQBj7r3JARy72C+TlNWHSJJMV7OHNHnj4hG79vf9/HntMZ/Ul/0U2B1y501wOqX7v38FQluI1AkwMiKgZ8t1IqaXyyUBYQMhZXBTuOAF3kAdbib4JMHGjVYVdKjACKjmWES4c2AVVUZyV74zD99Fk8+8ZRUUl502634pV96uyRF3Hwl4RL9RR3Qbqnisp2Ij2bmjgFHVGXF6GGpw5ksWAWsKh0vbhaGGWKSTlM5k2q7DuSNdpQinqlKFQ90CoI/+OAD+PCHPga4QQFWqUnCSnFzoNp8K65grG5pft1acTbj1vxvM5Ao3TYit6AYRSowIBtZAYW8n9f2JXH7nhEko3F1bytlZAs2js2s4rGpBWzwHpIazzYDVvJCKqmR4Ea3sYvAfRCo9yeArpiwO2qVCi5OXkBPqg3+fBVzh8+j0xsXYJUVsTzKaN3Th3YNrDJQH9m3E7OTF5CeWUBPfx+279uJtbkFXPzWcbQFo0h4g9KeXygpBs81B/bij97zBw0Wj5guaMCSJ2wDCGuqRl8x7XULsowfx4ri9tJ6qF5L92VhGQgrWrXdNe6bblFUc0t9SRIn7BcyUipap4drQ7WoMplWwbHWhdM6osocgQmBCvwkqPX5xPyK941ahQzsGMxJOuTx4Pm33HrVe7OYV117G+oEeoNheKJRCTJ5/5xiGV4yCehwW8wq8McMjBgD8ePbcDwReFr6xPzKLXBMyNazBVyls4KYLwRa4Ebb4aFBFmy42XUgtw6XRiJSEeU4EVhVbuoN1KMhAyBIZxOwap6jQT2NDnk8EThsESGwSn3Omi2Vd2q/hkaHUKFpW0kBqwR1USYbt7QFWFUg4RUSA00jq67k32KsbgVWzbVfeXvUTxWq1ZhFDXRPoFY93FvBRWOG1DQGkhUroIeO9AEvEPb7EQtHEPH60R7zoLczit5kBBP9PfAUqzgx2Im2t/0W+qjTZBfABh2CPnTb9ZMpL6CbBlPN9wq7lUKQKQaprUuPmf5MBoBVvzFCqOrzN0sBmPUpz9uCOj8NVDXXshWd1sPaAHL/A+/TDBg21u+WHFWVZJTMAlskAyKRYCHj1rBQd3C8/AS+++534cz2Ffzti96COzL7YcW6YPmrwtyjLARlM8h0lBvTAFd18URl+QISiBwAi3nFAlDOwckvI59eQya9CLecRcguI0VDhj/+6lWv8d/9L29vsNo5RqawJuZkGkiV5FC3rDezlbYCrWJYqQtHhrnK/Uv2OSkqaVMJDWSRacVA2hQ2jdSFJOzCcqVWaxZTUzN44omTOH9uAclgALu2d6G9jayBLozv3Y5wawL3fe1+PPydB2XeBamjLEUYF+FwAAO9XWjv7EIi1SqgaigcgY96otRk1O1jZuB0F7kGEUQPQc4Qu1KW/b4t1Y2+wW2IpzpRLFaR28ggIYkZWX0eWKEAaLWsIxphNvsyDipl6q4p4NdsYZ5aXTTM7YALXyIIX9iHWkVJGvn8SjuS4BATLlNMZhLVGFsdx4iuIUEibdbD56hzSANGJgltYgvz80biMfR1pDC/OIM/fNe7MHfqEl5w863oGhlEe18Xdl2zH32DQ9JGmc8rRh01I1V8oCUipMjAorgS9fA5FoI8z5DHsruGmY1ZRP1hdFUcVKcvwwrE4O/sQb64CnfpMELFVTHzWcvlUcqWsDC7hsX5DB6dyWKlFsCw38FtXTHs2DOM1u5OrIZasN42CHhpRKKWjZ8SRCzSbZHfMexQE3eZGNLEqOZ8NvFOIxbSWVejgE9QlmNYqiLSloQ3HoU9s4zzX/0+fvjQQ1iPAtffeRtuv+sl8Fte0RakVr0b8os+cjMQLkAN9UD9IdFXN0UGMq1FgkPLn/A5IhlEQEakoly8+RfeedXrmy+4ayyJeCQkBTXRD+S4ES30epGMhsV9ubWjG/VoL+ZrCSwXXQHrLk6dx333fUWBQ9SmZTIs+oXNB54Bsf6NspZmfwubxwe0J6JoFxOWHNZo2OILibEdu5YkcBCyhOoEks407eHA72PRmKwPgsTRcEgAFoItfC6LDJwRXNd8DbutyPblmmMybMzeVCGbzFAVQ1XZaq+L1lLPKll4/rVFvPHlRXQECADXBSCt1y0cPu/B338ZeOEhC4d2OUgl6qhWvMICY5jkeqjJ6UE+72IjXcXlNRfzc0C17kfZdbGe82IpDTF4Goj58Y47boS/VEJHSwtW1tdx5vICLpZcrDFmFQkEdTxQj9Qj5mC6k6mpaM+9bMMNoBTpBspp1Ncuq2EUIsnm/bmiEKYJJWzPF31C7kvS3a7Z+rIR6pBOd8qoeMQYUSpAVq6Hc5YsM7I5y2XlwN7Sgn3XH8LAtTegv6MVu7cPo1ZRDHzmFNRV5BgQhKMGL0Fbm8ZGuiDG3IpAnEwFMsEoEUdpBykOEVyPSCeEdEtqWbZGLV0X7MTcSzPZJYaQs0gV0GLJFC5duoSZuVkl1cb9i+ucbeY6jzKSXWb9ci9WRREV75vizZkLl9Hd2QEaG5LEI2V1Y6YkhB59Bgqb1sXS4iKiApptAqsc7I/+1f94Tuv7c3/xW8KKTOdK+MEjT+D4uVksZcpS1KOR48RQJ4a6U3K2ZLJZiZP93qAUAVkroY5oxOdDyOdBgOaD0TAyhYKY/MyupGEFYxge24alpUWcO3MafZ0dGOxuw8TIIIYHe+F1qREcgO0G8YNHj+L81DQG+3uxu68V3T2d6OvrFMknI61QLFdQooTDRh7fe/gYHj0yie7BEbzrD38ft931Utz/48fw4U/+Hewa2d8+mRfMNRQjvSLdMIIpaNMimdcyNZXEh8ERZHYKO98HD7tIfApYDZDpzDlL2Tt2elCTmwz4ah0Xjx9HcX0eIcnr69i5fxw9w10orBdQzpdRzBZRLtjwh3g+0+tCyR8xh2dhgbJF7a1s10+ILMbJs2eFQR2LJ8UkiozoSkWd6cxJzdxSjEfDyuVnrUo8Sc1mSi70x2NIkthCiSDKnDhV0Q7lOqEGMDtpKE0TaYliZGwU1xzYh23j47j/Bz/Ak4ePIhlPwbFryOdycJ0qIt4AStUqFvIZdI0Oo3dwAOOjwxgZGkIukxb2LYvRc3Mz6OrullZ/5qMsaPO619c3pJAbDAdkbSbicUSjcek24hoLBSKIRFtw75e/gf/2gQ/JfVD0FO7rPrUuXa4T43/B+LkuezolF0S7t1oTXX7KZXHPoGRCPJFER0eH7O2cC9l0Rnx8gqEAto2OSQfS/d+9H4V8GsEA4xV1/2OJFpEEXE0r6QbuFVzHfX292LFjHKur61heWsbkhfNIJEK4Yd8E2oI+tEcjMhZFmniVSroQ7xUMob0tirb2VvleCHSUHajVJKL3MB6jzAgNGS0v/ASQfQG85t1/85zW+E/qi34KrG65s83AKoNC005lqv8E/MQzVOQAlLt9qVjW2pus0HEvMK3ziqrP/dG0bDUS2i1t7FsBS8Mm4MFEmvbf/e3f4+SJ06i5Nbz0Z16Mt7zt5+H1brZ5K03STbafAsbU4ScqWg3zLcU2Nb83B6mp0qqAmLIG2hlZqmHKzZcgLs06mgMZAySb6qkCiZUejAR31RoSLTEcP3oUf/5nH0A+T0FrHgzGZEWNyFY91asFVk2AYZJoeU89BioRMwCZcsvkpsQ2SWF0uC4mUn4cGulEa7wFgVAA3mpJnJTPLGbw/VNTWCcQSmBV5ADoxKvaluS9yADmSc6Km9+B098C9MQxOD4mAuFTFy6gM5FCvOrFpcdOosOKCbDKDTjvlpHc04Ou/aN4+MdPiBTA2P5duHzuPNan5wRY3bF/N9bnFzHzr2cQtwKIM9mlIyNNL4pF7N67E+9973sQCqpWfX5W2WBZBCCIvSUBNWOzFWiRsXNcqXDxQOWBQx2yTRmFLbmHYS4aEwv1xo2/xypxOr0hWjM8aOZm5zE/v6D0WeIRuNR4CUWRTLWJeHmEum7hEMKhsASxqn1RQ3GaaUwQQLWKQUD7F9/+M1e9N4sUwIFbYAXCQDgKkLUqzq8OUCrBx2pcvYxaPq00UxuQp27vBiuUIVjxXriJFlgVBiIKWBU5ANTh9XuAQAsQawUiUWGyOmSsZo3GKh1YCaqqth8FrJq/ZDRWzUdjwGt+rdazGReVgvMzBIR5S8BENMPIWCllERjuRY3JBaUAikWgQMA1L59PrToja3Kl8/HWQX1GYFXYf9RY3SyQGFa5+rf555qQK2/c9PMre9H/w8CqYTtT+0gkGnwugj4LkUAAEV8YoZAPyRjQHvehr70dI8kOJPxezFgepH7jnYjRhd3OI0a2mtdFlWYH1JAz7fzC2txsG+SuZrj/AmZqwNCIIKg7p+6h+lfLQeiBNMCqgoWb9KT/A4AosYJnS++f7a41A7TN329d883DL3uHouKqwgXbMSmH4LHFyCFTqWDJCuP+x/8WTyx/Eh8ZvxM3ZK5FPtWLMJUyRPtOAdCu7nLQtFUNpLvSRixabmIkRVGysrBVyaawSuuoFXOw8xvwlgvwZbLw58vAH3/hqtf4O3/7rdr4RyedbBMTN1TVoWFaZ03xUNg7fpWwm04NdptwL+VeK2eZXZHvlQN7SABapZOoEge+l3RsCItks2NEzlgtC+GCmmOUBmLyHEQuX8aJE6dx4vAx2KU1tLXH0ZboxcDAMIYnRlD1OPjiP34Zp0+dRZia0LQ60fpfQ/1s+e9GS2sKqfYOBCNh0RUVFigNFskulYSdpoGqaEptQ0l2NGuUhYmenn4MDGwXja0yTa+KFdRLFSS4P3Lc2F4fCsjcMIAA3ZqDJSbtBG+0iUXAOJXbAqxWA4AvEUa+SHO/GmJkqQRUImPafg1LigkZ7wnBU9F+1eA3GTj5Qr7RDtf8ewOW819zXlFnry0Vx+zsNP7yfe9DMZ0V7cJwIIaXvOqVuOaG6xCOhVGy1X0lW5Vgtbh0C2CjYigD4FbFiZcapLQ359Zegy/A17oIxryYf/g7WPn2lxDtjMI71g3LU0G9sgqrXEWpWMdaZgPp9QJWZqs4NXkRhxfL6JqYQM0uYadVxJvvvEkSvNViBrPRbripYZGrqJNyWypSoF7uoQFDBbwMBASYbo5vlMGkMuUT/UN9YFwRl7Fork3AeP8N+BmKRkXaaOWJ0zj85W/j0TPHkNy/HXf87MulPZTMUrtURlDkJDwos7VT6+/xungtvC7eV4J5wstpamUlyC8FeynYKgBTNNO1YdEb3vLrV72++YJdcS/ikSCS0SAiAS/8ZAvKGraEWcXCA5PVohvCYi2GghWBLxLD0vICvvCFf5a5K91kBPZMK4K5kibG6tZil4Q5OomlkYwUG7xALOhBV0sC+Vwe6yWy69iGTACzrIBbUYsycmGKWclx4lyL0HAmGEI0HJakmQw6Hvpsi2Xim+fZ7XqEzcV7SIYn77WRRJJWZIIglDcQXIRAm5KfNdqBDoJoDxTxq28qY6KngkyWsYcyWnr0tIu/uw9IRnzYM1xFIuFFqeyVFlu7aiFd8CDD8KHiSghRcqKoVMvCZOSmIB3tckL60Rt28esvvRmJagUBMgVrNayXqji+VsJ8Lo+VUlkAXYInNfFa8IlrucSrGrgTqQ+vF3NlC+VwBzzlDTgbs3K2WJbKr+Q+6BjfADm8ELtaxr69uwSwvHjhohwzMvjCujTEl80TlazO5p83ipViRAh4KjYqpSIGevvw1ne8HdfdcguKkSDcmg2LetKaVMDncv6Lo7ajumi4p5Gh7eVcIwgnpns0qNMEARoXazCE95SEDRkL5lxiWKY+p3QmsmguRr7K5d3MHwWsqnXY3tElZ+vpc+cEbOR7kKlp9n1Zh1pj1eyfRh7A5IimEHPy7BR6e7qE5c1Y1TCfRSfXMFZJPKCTfbWG2bk5tCXjsofzenju8Pz867/8789pff/x21+ixqkO+CMJeCIt+PFTp3DuwiV0pBLYNz6I1qhPGIFk7lH6xrErWE1nsZEvIpfNIuzzozURx3hvG8a2jyKdS+PIiVO4OLeCUDSFbRO7pIV68swZ9Hd34rp9u7F7+yicahkb6SUpAHG3O35uBo8+cRROtYqX3nIttm0fEcIQySPcDdhZapeqKNq26Cv/6MencXJyAWWvD7e//G707DmAR44exfzSGnzk0/N9CU4xduBeKfshgXbFIBQpAEOQ0p2VspfrzYfgvyoMkVFKvXMCrH6VixJoFTar+lnQF0RmaQmXzhyFZecRsKrYuWsAd959K9bnFnDm7BQWV7Lw+2JSGKPMA1v/ydLmnkIpoXgsjFg4hDbpqmnB6ckLyOWLiMRakE7npAMlFovKfsTvea3CdtTnjZEEULq/9H/hHHLRFg1ge2cnOoJeBEUqgMAD9UTrIrmRJlMyEsatd9+J4Z3bRW6BQOITTz2FI08dQzQUQWEjJ7JevGav68FyPovlagkjO8Zx6y3Pw9hgn8RuVbuErs5OTM9cFnxiZGQY0Yi65oWFBSlgMZ4i6Muclb/r7u7F7OwsNjY2hD0bikQRDMexuprDH7znT/Hwj36MaCwu+zpBUnXusVuDZ7DOBNyKsPyDQb8AuTQNJJktVyhq2UfFEB0cGhLZAQLUuXxO9n1eE8dieHhYcunl+TkprPOcIGjuDQaRyeSRK5LQozqlOL40BBsf34Z8Nif7wtTMNNZWV3HDgT1oj0Xgd2oIOIplXCrkEY2E0BKn8WMME6P9EqsxrhNtZW2QKvOCMa/lkflertDonPJNNbzjzz/9nNb4T+qLfgqsbrmzBli9557PyqTmpDRtFmSZchKxGsp2A4KPArJ5qVPiQ4kaF1JlVG5qFISmRquihJN2rQ5Fw1BtPsxNQCEAjw6+THBKGvYnPvEpTJ5ni0cVb3j9a/G6171ai1nrJmGtO2TecxOoVYxTOfQ1E1E5yKqNmV+S3GizIAFYKZ7t0y521JbUWoMmEDeBvjmIm0FZ9dmUOQIf/NzccC9NXcSf/en7MTOzKkCtkASamY9bGob/vwJWeQ3GGGuzBZlUei86OzqkilmzKxiLWbhhqA0ROhxGYvDXS8LmObe4gQfPzWPZFmcBxR8UIyylhcuDn1UrqVbxcPXXUOtrgdXXgqEd24TSf3FyEu2xFrR5wrjwyHF0IHoFsNqyuxu9B7fjkccPw626wlidOX8B65dm0N3fh4kDe5BeXMHig5MIVl3EPARWXeSLauPduXsH3ve+98qmbYBVMVQhIKB1fpUW4BagywCjVzCcmfSoKiqrUZzXwppu0lRrDmolsNXt5KbSreae2pRZdZOkz7Jw5OgxPPDAAxgcGBbW58z0ArK5slQ+qzUb/qAPLbGEmF0xsGZlkSAsD3K2IfLnbHOls6phL914/aGr3psJrA4ffJ5orFrBiEgCWOQu1ly4ZWqQFmHRuMouKkdfXTkWbWWCeKCuVBhutBdItsBDK3epNFfgEFhlgOD3wgongGgLHBqi1cpAbgNWJgvXLguwKYGU6NGyRdowOBUot/nV3AKvk4kGMKlkAoAQBUJZohfqjEgmwouqnYHV1QY3EoGHUgClCpxsXtiBNM9SCmwGWFVA4tZHA4iT9jMlBWD2gU2N1SYHCpXu6K8mRnrzWxumugQemyDA5us2QUpzPWoP0yxnDfzJqzUbn1M75PchFgyIcU0gSE0oBz3RGMLxFgwFW9HXFcIymRmvfivad4/I+qYNnACBohtHdorOmCWZ2YQtDWNVpWiK/cI5rZox1WNzBNVINo/nJmOVe88mO6rRwq8zqK1JvOzTzwKs8m94NTLKf7aSWp8JEHja/W26L0zAGq8REwWleeugDL8bx7pTwYzj4rFjX8Xpe76Ll/5sBK/17kbSMwIvzzppM6Y8TV2MNqRFVjvWm0HSx4ICI/j3yFSo2FKUku+p4WZTrqIEK1cQh3m8/feveo3/p//8livkawxLTKr9BBoFYFWtybI3egmmaWBcA1ObxU11jkm7pNYD5P5DoypVuNw0CDRsQo6DSfp5/jCh5kOcZr0hwKFwqx/RWAj0+VrfWMfR42cwNT0Nv8OEoxWDw8PoHujG9MwCvvmNb2NteR0R7lfUIq1UkAqH0EtN1qFBdPb0IN7SIoUV6oASWOX+yYSLG0Ljs4iTrA2yaxiXdPcMYWBwDF5fTLEXUUeB417zIE7NNk4+glYev4Di9bIjsiIE2zxCRnThC/oRCAfEDIVzqOSWFbvVy84UstqU9AvPI7LsmESY1n0DoDIZM6xHA7yaVm3GX/wdW+H4IHhqumPMfeXP+XwCaUvpafzym9+BucOnceiaGzDx/Btx+6tfjm1jO0QTmgmjKSgzoVVno5JvknhBg+RSvHRKCDpANBiXAlyOLZvVDKyaF/GWBGYe+hpyj30DPYMR1JMufJUCqmUP8oUCCjkHy+sZTE/NY/VyAVNrGWTLDsIjI/B3dSCWW8NbDu3GaH8nak4Ry/Ah074TdW9CjELKmt0je4to9yujSfNlJKTMuEnsJ9uvMqh5WnFFgyoyf+p1uQ8caxpOXfzaA3jsG9/F0fU5jN99K372Da9DdyKJbDaDqlNHSLPQ+J5k9sSj1FdTxXOOJZNTGTs5fRwBDvhzBZIroy1+qdhWL2e9Jt741t+46vXNF7ztlXfh+OEnkV1ZQSriRWuCwCSN1rwIhCMIJ1Io5HJI5/OIdQyhfXQnrHgn8oUcPve5fxJ2lbSHS7fXlkvYIgXwTHspY3kC8yQ+8OAI+1wMdfL981gvlGGzDCLGig68PmV+SV0/M1fNOUpgJOBXMlrUoOaZwM4LKeAECaC5KNt0gi+haNPAjUzVkE56ldyXAS54PyQGF3Yj/eaN8ooDx++Fp1zFK26u4EXXF1Gh7mbFg4gfeHTKh499uQK/2wW/mxHQR3YDyv9QMknOGYKGZGJx/ZPdpM5f0f3jZsCilOvDro4Ifu75+2DlsmjhurfLIilwZGYFGY8XC6UKijUHdrkihnEBH5lcuvAjgJwywSnV6zi7UYId7oBVWIaVXRLQh9GNgC8aVDVFMgExqw76+/rw+7//O1hbXZZOv8uX5mUtsOW+eU9v3HExCnoGwJVSabKm6igWsrjrlS/Df/6930W2UFTvRUkxmtoaYzg59FWrNu8JY0A+CGpSwoWgEnMNyQXZach9x2fBSyRcG3eKdIycSTQQDunAgg7d2oyLQDzjEi3vYHI4xtrM74JkPkciWFxewoWpaaXR6vdLHmI+u2EQmnXbTB7iGWceTx0/K8BqSywqbdb8bHKOacIO17HosjIirlRxeeYyejrb5e8rXU12B9bxPz/wwee0vj/wzjcrJq/HQqq1HZ1d/XjosSfw1W//ANFwENfvHUeU5mHVEiKxONKZnABeq7kc5hdXZE21RqPYPtSHG8ZHMDrSD7taxGp6A+WahZJtyd7Ae8F27MHeXgz1dCLi96GQyyJfysGuFISRPTmzisnzl4W5v2+8D51d/JzK64KMSu5ttVJNGIfz6Sym59I4N72KY1MXYSVj6Jq4CRAgLAw7X5T5QOYf2bbsmJT9kfm5FLxU7NA8V5vxAaO7rWRMVNGUBRXLz45AsgjDAqyyyComk9TvDfpx4dRRpBfmEKzaCFtlHDq4C4PtSZy4cBkbVcAXjotGadDyiOkyW8u2bF0AACAASURBVPODIeqg+8V4zudxhcHc292D2aVFLC6vidQHuz5onsacs3GmaPBeCoFk0TOnpOF3U3crvUmcehljbS0Yb08ioo3mqpRD4Th4fCg5wPPvuhsvfs2rMLuxggzv8doaZmZnMTs7j1I2j+NPHhGd4qHudtiUY/BZWKzkcfDa6/C6l9yNajknjNb2tlZZe0eOHcXOXTuF1cmYZH5eecsMDg4imUoKWYldLARVZ2ZmcOzYCbS3tSOVbEUgysJ5GH5/HPfd9x28+w/+BImWNgWmck3rM7q5eMHCjeqooDkai3/Ei0KoUK6gqvSk+fye3i7RlaVuMU1JKd/EMypOk80w93sH2dV1ZNJpATgZ31EbPpMviGkgCx4qx3c0sDqOQj6D1mQCwXAE9331qxgeHMRAX5fMPye7IkV6As7dba04eOAajI0OI0zJAgHE1Wcy53WpUkG2WEY6W0Imm8fyWhbL6+vYSGfxzR+fek5r/Cf1RT8FVrfc2WZglZOayYJx6OOkVZudcjY2FVAuFB7MXJDq0FHGUcK6YwXZYe6onDzDYWpXaLMr1TPfYBcYtqWIHFPIXTRWHOTzBXz045/A9KVZWYBvfMPr8YJbnydAR5BuzKKjo8wpRI9H3NxUsCXtAgx4xDFUJXc8vA3rSvQ1uHi0gzwPSh6IbJmSVF2y9U3mlnqtYupwIXNhqjYvpUGrYCFFjpfvXUcAv8uXL+ODf/URnD07Je3gdEltZlttZaw29DefprFqWolNR7puMd3C1lX5hapQi+Zsky6ThNIelYSFw0H4XQfDMQ8m2sJoYZu6zw8fdXNqVcxnS3hiZg2TqyVYITIbVZLDjZcVd2pdSaWIgRTvs7eKel8CnsEUhiaUxurFc+fRGo2jM5zA+YeOotONwifxtQcFt4L4zk4M3DCBR594ErVyHdv27xYpgLWLl9E9OICJa/civbSClYcvwl+qIUzXYJDJU5KNd+euHfiT9/6RuIEa4JeAr2jR6TEIBIJyzQ1NFYNwbJn/cl8120pVrtU4q/liuHhNpgFyv5V2mDFO4FNVe4rcBWmhoNYM2wsZ6G4bG0U85sf05UXUagwAgnKIB4I+JBMpJJMtkkTzSw6oWl0OlmiU7oqcf175LPFEHF+658tXvTcrYPUFcCUYCQL8ogJWzYXFCimZQtU8LIctW3RTNYATk1XVDl93gnDjXUAyRS1vEUV3q2SskrnqwMPrjETYlyrMFQqIU1+V5lXUPmWrPoFVArIsMGyC/ubjNCiqV3w+ASI1xMlxkPviZZuuDy6ZqcRJ6zQX4PrPw+2gxitZtQ48VRdOdgNufk20vpgwqNWjNV6faST1ZRBSpcaqos7qPUs0VpkUKK26pz82P4P6vXnSJlhsgAA1U55JCkCDXQKsNpRM5e+qliif0o5kG6TfiwR1mWJhBPwuwv46OqNBtCTD6I+nMNKVQs12sfSCu9H/vOtFY5UyHj4a7og8CeDTVV+1520aVQmjzbTS0QyCw6wNrZQEgOr2FGZJE0BtPnFHvFMB6DIMalyaPo1qvW+GjjUpVrFktTbplgEm5nXFHtp0D+Ran/GebAKwBozdKuJAipPMSJFrcBF0QWgVq/UKpq0cjj75GUz+/jnUXl7Dr9/Zg5cvXgsrGkY9Rt0mrhUyJoQyr1iAurdZvSuTdD0XNGuVJlZySJKpwUIQwRq7BlSq0iaKO1521Wv8N3/r53TnhDrDDIgapGt4A1DlOW0MqLiHm3WuTzHTMirghDKTlBZmzcaQdnsplG4WKc08NgkE91NhpJDVxPtb55olWMG6jooDpPUsEoTlC2NhaQNLsxexMb+MSDiB7t4eBOJRHH7yCH74g4fhsegcr9uIy2W0t7VhZHQEg8ND6OjpkbOLUkOMPWhAwdZt/m2ezWSOWQTDRL7Gh97+YXR2DcBxvag4ZFvU4fdayK6tIx6MIeKLStLosAjKbmZu8zZbBXjOe+H6HNXdQZkADw26qNFmox4mfulFzakJIBQMhSWmoGu0tDnrQh4TA46/kn1RDCd1VrAtVbWl0eVduO9Nbezy/HoNUQEGKQ9AeZmAaAGeOHEGf/Fn70Jto4SD+6+D5QvgZa98BXbdeBA11w+7yA9CoJwxgWKqcv8gkGGkb5gkmQJ3EDHUPUW4/joqpZoAZf5QGB5vBeXCMjKTPwLWTyMa9sKmbt96FuVyCaVyHum1MlbyNSxu5HHhxDRqVR9iHheXHBet+/fAW69il2Xj1mu3ob0jgXSxgMXECNzYIDw1G0V+LgLlYmiqdBDFxMznQzgUhG2XVQuv6OQrEMewzdiCLPNOzha1L/FeSpznuMJADnl8yEzN48w938GjZ09gPeXHC15+J1784hdLC3OukJd1zGSZa7RuK7O0YCwqwKl4DujivGmpUE70poggQuAKfNFkAVFIMXusBiTe+LbnBqz+/Sf+BgszlzF56gQmT55AeWMVLRELiWgYhbJKTslC27VzBwKxFFaqXuT87dKK/dnPfUbkOMQARlX5r9xjtOa3KZHJjqVjSDFEMvIGrop7CZN4nCq6U0kpJGQ5VmQvUhSFwJ2ujinnee6Jlu7+oquzXxWZ4IpuaoAmKT5lSsTrssuK3EF2UDaTEx1FxnPC/JL8Qo232AUwIVay+MogRX6hi5eUcahWsbezjLtvtRGNWqjl63CqHtx/CvjmExY8wSh8ThF1xg8OzToZG1XgWjQ94x7G8VJxpsiSyDFTFxkGukwTBN492IpX3zABe20NSb8Xcb8PC8tpnJpbgq+tA0vlKtYKnLt10UiXtn4aQzJ+4X5IXf6WFmTLNk6tV1AOpeDkFuHNrwrwwy4sj85hFBCpjflcF21t7bjr7pfiuuuvwbkzp3Ds8DGcPHlerXePK2MuwIU2CFIUAB1j6K4+09HnISLiUi7Fxqte/xrc+cqXwgrpNn1bzWkCWQQp1IHuEZDOsEvl3JMcThUgbLb/Us5Y4iZXtB/lTHQ8uvBQExBRQFRYwsZj7mkEweW5Hjp5+yRO4T5l1rxhrAcEcOeB58HU9AyKFRteGu1WyBRUbFVTDDGFD9M1YPJbA/RcmJoVwJFsNoKUvA4pvkmRRwHb8l7wwK7UMXVpCgM9nXKeScwsGrd1/Pc//29XfX7zBZ/+0B8hvbqM7NoqqmToW16UKw42ijWsrCyjKxlGS4QakLYw6C7PryDZOQTX48XhI0fR05ZCdyoupnLjna0YHuojt1QKQx4WLSItwvjkfaJpT5wFP7jIrK6gWCjAdsjIs1FyaphZWkcpX0EvpUUqG0LwaE0lhUHOPU3GtVxDsWxjKZNFW9sASjUfJpcXsF6r4MySiyIJKl6/5Ixk2RJHYPt/QxpJx7HS0aPZgrpfT8XGGnzn7BCrajnHlfwK56HjVX4ulC8gqcvjI7CqHOi5ptxqGfPnJ1FeXkGgnEdHPIiD+yZwfm4Oea6pUBAt8YQqbrPgyOJOMCz3sGIX0RKLiE4p1+vy6hoyuYIAmXa1JoAnCz/M98n0VNiA9mrxUSIjIOtFzVMVk1G2gPFTR8CLnd3taAnwDK7JuvDXHTDUiLR14PW/+MtwoiFslPISIywuLGBheRUrK6uYPH0O546fQTISwQiNeiMh5IIW8lYdN99wCHsHx+DWCAp7pYhImQziHfuvPSBrbn5+TubxwMCAdE0q/xyfsFOJWZw9e07MLaPhqMQh4Qj3KJLnIjh3bha/83vvwdw8AeaIMNEl99M65gaUrOnCI4l5lVJZ9JQ5toxZZH+xywKoM/+lJAxlHHiN0i3luggHQyIXQBZqb1uHELUou9HR0Yl82UYmV1R7mMYm+Lr+gX6MT+xAMbchGsTjEztx/PhJbGTSiMdioi/rI2mBJCDXQSQcQndnu5xDBPo5r8iwFZmrelVij3yxgBy7ZG12IkPOtzoPGo8XTxw//ZzW+E/qi34KrG65swZY/exn/6HRlmJYFeqpm2265gBUmqQ8yxSjQLW0qUqP+n+/HOZ8mLYoUyE1LD+pcBrNTxFah1R4uEg3NjL46499QqpwfssSdgoTJzpvHrpuP1pbYtL6xEOYVyedBJYXx0+ckEQlGlOuh7wW/n2y/0LhsLjymbYOSTxZMfdQCJ0t2tysVRLKazWMRzH/0FVZfj5ZmF4yuIzmkarMGFYs++fYQnbp0iw+8cl/wBNPPKUqaU0PA6o2wCWN0hig2QS1/H0z+1TgWx3UKGKUBgO2aIA+7f1FO82H9s5OxAM+RNwKhtvi6I74kQpTx6oCSwAqFzYczBTreGxyGXlWsFn1l3ZRpUXLQ5KbEK9LabbWUe2KwjPWjqGdY5JMTp89h4jPj8Gefpz4/uPoqUXhLSvn7CJqiO/swtChCTz+1GHkM0VMXHsNZs9fwOrkNHpGBwVozaytY+1HUwjkbATZSuI6oo3DgGLnrnH80R++G0Fx71QyB2J4JLqwui2PpAqdfEnS7ygmplTRNKtXAnOttcR5IkGnZsio1yqwSbF9DEtLMRmEEcD2Fmo5yXzxKiDfclBhAO26eOLxJ/Hxj34S42PD6Ex5cezkNDZyZEaomIEtEvybfjlgLWE3iVFYMIhEIopojPpTXu0q7RHJgO9851+vem8WYPWGO6TVjIEVg3Th3bLXqVQBymVYThGo0zG1qtv0eWVMnlQCVLeCQLIDbjIFVF14GHBWy3BrSv/VYktONAwrFIFFTVxWo8mGLWdglfKwpHqrACXpptPJ6JVt9VeuEoOUibkJTcmY5PD2BbzwBMJwCFpVyAKss2EYNeTh7RmCG2mBY1fhJbM2uw43t6gMrgyoKmeyKaL8+8NpgJFmdqNqIdesCp2oCODeoAKp4ovKBEwDvZ5D+k9uLa6o56rXiXuu5oQK6KHfi0xxHv4i6O7xIx4OoSURBGOWiN+DjlgUnYkQkmE/Rtvb0BaM4NSBmzB8x22oVwtw6n4EfGX46hZ455i4SY6kEF/1vRRi1HUw16paHpS9QFUK0HI3BBQl69jos5mxVWCphbZ4R2NUlEaa4hrLqDW9h0lbSZ70ueTmMDVXULrsg02eWJKrNzGtNrHrzULY1rspWKYZbxKtm+zLpHVJgwfN9zhAWRf4sW7XcN63in/5xodx/G/OYGx/HHveYOO3nFvQXx2D0xKGZcWEjWl5K6LLJwC4CJkqlq/APAJa6FFroLuOgH7SVllzlCyH3mN8193y70/KLc/49d98/RUsJAMAEbjgOW2YquZckxYqEr10CzrHwbxGieyovZD7G7sEmEiRsUpdRO5RRvpBNKbJHiKLSwOxZCmJOYU4R2s2k2YXmNZuAgR8H/VeEEfd9fV1KY6GqeMML+7/zgM4f3ZSnHmZKFAKxUtNw74e7NmzC8PbtnPzREDaSTUjV9hYqshqXJ+rdRep1k6MjO6A1x+RhJ+u03yw8zyztgbYDnpau1G3XbhVMhjYV0wXdOVyLgXZFDUrg1Keke4e6TpgkccrmmSmo8W09vPvM7kxY2nugWJeqq4I7u8GbJWE360JsGeAcXPGM8HnYRSPRCXxD4f9Ykj053/xp/CtlTE4NIqbbrsVb/qFdyDV2Y5CqSJAmzm3zDVI3EVARLcsGiasab33Wn5ULWXQwuSHbMhyKQN75jEUF87CrW0gEmQrp41iroB8tgS7VER+rYS52RWs1IAXvObNePLYJXznox/DQGcKq3YJmVQ7dt50CLXZabx4zwAO7hpAtpjHxXQFvt5dcKIdokdruYrNJDGmnOcqzuGcNCwm0ZHkWuZZInFeXZhxZLZJgivt44bRYsFHA55cCZd++CRO3f8wHlucxOD+Xbj91XdjbPt2uLbSx6d+H+e4YUMaZqDMpVpFAC3+rNGSLB1KSqvRrCNTYBBNbYmRjHGqlmaqO3j9W371qtc3X/DhD39U5hv3ZjuXxtknf4yjjzyIXK4In6+GXYOt2N3XgbZ4HDV/GOsIYyXUL+DU5++5R5hPjJVM8fmKi1BaSnL2m64KE58rfVQWWdVWpu6N0uKMEwwVp2V1Fpr4STHQIEY5ZEFyfVIz3iazz0+ZhKruflPammTWs92TIC0L1nIOeTwNQxgDRsqZwL1VYii1fxPqktOrKY5WazuAah3oj+Zx8448RruDCHmqWNoA/uWIg6dm6koD2fIJSMPiK4suz/TYLAOq35pzg6DeYEsIr7p+O6L1ChKU/bCAp46dRsGtI9nVg7Rdx0I6jwqBX46TQ4CecVhAxpudJ92pGNbzZfzwcgZ2NAm3tA5fIa3OWHE+V5rMNHzig/NVWF8dbXjhS25F51APlqamcfihx7C4moZDgzN9thk2mflcbN83a4f3UklQSf1FmHsskr/zXf8Vu/fsRKnIlmmCRmr+yjTRe7qKS/R46GKGkRRh/GdMsszZ2tDM1B1hvGtm31Z5o9LpZmuweGl41XxiXEygR8nLqXi8IOY9CsSngRCBwly5jHV2KHn9qNqUbVAAu/n8Zj2bn5nx4P9LIctxhbjB/zf5o8T+Ir2kTG1ELgdkf9YxdWESIwPdDW1x0xXwwb94bsDqf3rzSwTCFxC55og8TjSRxGOHj2BjdQUdqSgiIXaRVkE2XblcE2ZrNBZFemNdWJrUWva5LkYHeoXJzAJANruB1dUVxBNR9PeMIBJNwK7aqNUrKBcLKGYzoklbRQ2MLHNlG8tr6xLDj2/bBp+nihp1xdlqIrEpWeu8BhvraxkUsgWMDo8hEI0g2ppEzevF984s4YdPnsJCvgZQh5r5QqUEpguMX8VrgbOnUXRWSZFhrkrnkPGuqKl8ink6z06ZdwqAUBJHLBaTHctuAc5ljxf+YFhY8Lm1FcyfPQNvIYOYz0JHX7dIGXG/iZOZrIubzFvVzOY26IrkCs35ero7UCgWsby4jJJdRbFcxXqW7N4ySlVVfOa+w7hIFeaVgWFzl67qbGIspOLPYL2Kid4u7BnoRtxbh8+pSMdM3rLQt28vdt18M3LMJQI+VEslrK1vYD1XwKVLM0gvreOR7z+Mbf2DuOHQAXgSYRw+fwq79u7Gvp274KlTAEW1x/N6FhcX0d/fJySd5ZVVGTeyRNkZaTo/2BFDFitB2O7ubgHRub5YzIpGEljfWBFsx65Y+MsPfhLf+MZD8AaCSu5FDAq18bfUVSjtoIhdiUSLjE+R3ViWR6SdWPzm+maXg3TfsHNBCivs4iS4rTtj63WMjI7i0M7duHTpAmbmZ3Ht9TfisSMnML+8Ab+HHQD0+lFyIpQOuObgNShm03DKZbR1dEghcXpmBoViQRUDRT1IFfP4N5U8j7p/xG8Yx3JukEwkhSAhjrCgovYRE6vxuh89fPw5neE/qS/6KbC65c4aYPWLX/rnp91zU2k3h9mm8KHKkHnImkUkDEGjwymEKhPsGGaWYhGYh0nkNsFB1drBoGl5ZQ0f/eu/wdpaWg5XcXHlgvD78fNvegN2bB9FSzQii9rjC0pFjsnTZz77GVycmhJnXT54KHMR0AyIBz51PhQIp3QxudhZPSeoKq0FZGGJW6dmILCa7uXnUpRzv89CKOgTvcxIWLXT8T18Hh9YOWUSFY6EJACnrtx9X/02fvjQIwKsKjxUV9oNaGCgh2dJ8J8NWFVjtqmfZMZaBZd63LUli9pKVJWcFR/qcwWdOrqifoSqJWwf7EO9koPf8ksSuVEu4+xqHudXy8jZVWGFckORILdaEeCUyQvfkwmaAVa92wisbhO3xMtnziFgWRjpG8KZHx1BZzkEq6gSnRKFrXd0YOyWPXjy2FGkV9PYce01mJu8iNULl9E3NoSRvRPIb6QVY1WAVZUMEFgtlIrYMTGO9733j5BMxRsuyUrQS5ry5N5zwxUDFn5+GXwFuJpgS7XobbZlN1evGwBa03zdBLS5Iat2BjPHDGtGVdgtFEsqODt18jQ+8qG/xk03XI/RgSS+/+CTuDS7Kq2G4mxJR3EpKmxqCZlrNKwwUynn52FQMTMze9V7s5hX3fgyuMKq80obuDCwyNQrUgbABuoEVllJJGvOQGwOPDw4hcUVgtXaBbelDRAQqCaMVTq+SsBNncVIGE4gyGZZJXRGB/RiBhbNoyhW//8ArCrNMDJhACsUlHVPOJXAKq2ICfQ6vjoCAyOoB/yol6vwlAEnnYZVXAJcAqtqDZoAaKvM3LMN7NOAVW1rpYJMBmNqXzMxYhOFRr+lalcxj00hgS2sIXmTZmBVQ6tkzDeBtMIWkgTHJy6o8SiDRD/ikQAibCMLB9GRiGOgtQ1t4Tgu3HIAO2+/VeQYSi6NDcgIVVrLyhxD84KN9poGQI1hRo3yKZaLmmWhYtV1sucBcWvbIrvTlcIHEwJqtvpdC/FEuxZe4N+g8IQlRbIQ2UcCoCqDEI5ewPUgRFa8q55D4NWcFFuBVS0D94xn1TPePwmKRAJOgTFNwKoKgc2900AuLIRrOeS8CSxVvFj1zuOvP/QrSBQs/E5pHGfaLmPo7f145aWb4fO3wgnFUKP/sxsWZgv114R1If9acNlXrVlKwu01rGteEAsbnBdSGWzSGd5+01Wv8V/99dduAqMa5BBwjs6pugDXAE61SSPbdQ2Ad8XvNIjFM5KJJkFEJnMBX0Da0qNM3kQLU7VOEbzj+SvadSIfoJiGsr/wYzaScm2Upq/PAI1kqhFM5PPYBbOezogWNbXMvn7fN2AXyxKU8/3IRAoH/Nizdzf2X3s9fOGgnK8NXSzvJvjF7htqGhaLNuxyHZ2dvRgbmxAn6irvD+c/50StiuW5ZcRDMUQ8YVhVBT4SAFIsXXVO2GFXTAzISvWwDVHHOyW7LONkkj4WxvhZCARwTAgU8fPxYcBUaovx9+ZsNYU6smCZKJj7YkAPYemA4+9DOGnh81+4Fx/5wP9A0Cngnb/2HgyOjSDamsL43j1yvpBRxWKiaZFvgCcEI2jS0aRZaq5Bro8dCh7uDQ5CsSA21maQO/191DMXRVM4FvSLvluRWmalirxPKZPF9MKamJhU8hb6R/bhhte+CZ/+5Kdw7P5vob8tiQ1vAMHhEXS2t2NPbxx3HhxFdmUaj0+tIDZxCwKpHnhZ0Niij26ASoJzm23AyjxD9nEmtnWlHSqt58KmRENjl+YkudkVnPvaAzj648cxF6ziurtehFte9EIk29uQT2fg2HXRbyNoznvFL2NkYUAZf0AVJwRU1VrzJiZogEk6oTRxhZkDHFfTfsxC0mt//peven3zBR/60EekoM9YNREJYvnSBdz3xS8gPXMRfR1xtMZ9aAt60ZlMIdLSgno4iVV/F2rhKL503zexOL8gIGfNw64RBSCaOFxORjlT2Kmx2XbOnxuAlfuYmPmAYFVFtM0j4aBo0DXHVXIPRIdTFdQI0LMgwHVKkIL7jlkHop/Jz+T1iQyAsORFQoGMS/7caO4qk1BVvJYr1/rQHrCVVo7OJmBVkmDGCHUXPdE8rhvNoi3sIhnzoFQL4is/KuPkIhmYPJks0Wm1xIhzU8+0+SY9K7DqAiGrhpcdHMfujjCcYkmKGksLC6j7A4gkUqh4fFjJFVHWhQCfdJd7pfOG1xkN0tG9S3Rq//nxsyiGkvDVCsKycyo1pe8ZUNIB7M4TRr5uPabL+L6bDqBvfBjrl2dx7vHjKJAFT2arlscwYLcAGUIgUPE89yyuGxZgJJerVYQtvH3PTrzlF96BNrYSV4qS1wlkpLuNlKa2imJM3GxAda4jmT9kcOp8RNawLrqJxJZyDW10RShiTgiBgDpXmAeSYWZiNR6okVBE8jjurfzsBWpeB4Myt2ZnZxCORBGOx7G6kRWT1s3WXgWsmnjfXK8BlczvOC7MLwn8N38uvo7Md44BZXHE7wBeAdkuXpwUAFPAfS0Rwud/5K+em8bqz77oAIb6BxBh54U2yrl4eUa0JikdNNjbLoCfj/roAZ57lDwoyX7OtUPt4AC7i2wbO4d2IJKIwR8KIJ1Oq326UEAwEEKyrVXmHd3dySSlURk7ySo0YHbq2MgVkOE8LpQxMDCIFLtLpEikWILMxWzKnuXymLt8Wdih1HNlR10wQtaoH8VqC45cmMP/eehJTGfL8EQTwgoP1jk3eC5VxPRPgFR27bBwo9vmxfCM94wMUJnrSseXebrZS3n9JHPIOcnzn19+fvlh0ZwxGFakLqeOlelJZGan0dUSEwd4FnvYPcJ/uddwHZSLeQHqaKaXiIbQ1ZrEyEAP2ltbFBCYo+45QcIKltc2sLi2ivUSpd9slMoVBEJhMdsTSUAyNsVMU5G0lIyqYtOT7eqtVdEVC+CmnSMYSIQRAfdjP3IeC2OHDqF12yhKVCQKhZBPb8icnJqdw6kz59HV2oWYPyI52sSecZyYPIOnTh3DXXe9BL2traiX2SmsJBKUDnG5oVvNc4365qLNq7ERxnMEXwmqdnZ2ivwcOycZ05ENX6+5mF+YU1qpgSi+8rXv4uN/82nUHZq2kkxEBrKwsmSvFwKThLM8G2Kyt3I9mw5izl3mHZSXpGmVejL3EbWvsYjB66ekX6Ilirtufb5IA8gO7w/h2997EIurGVQqOezadw0OHrgeXe2d2Dm+XebMfV+5Vz4LiX2MJVlAEBIRiydy5imyHYtFvCaSDjyegJw/lMfitmZkITk/CbSqM8lIEqnz6dLlq8/Dn9Oh//+TF/0UWN1yowyweu+XlWFGM9hkvlcmB6ZFVb0BqwumKsLfmcqjQfYbVUANcErgphezqfobHUsVPGl2i9ePC5MX8T8//FEUc3lpnTHVQ57+b3rjG3HDjTcizKo3k6xoTFxJi6US/vHT/4Tjp0+pANipi+B5g2LONh4ChPqziOsg9XsIwJn/hNHIzUKDc8JqYZJFwX/SwG0E/RY6O1uRiqtgUFgqjkqYeTDzwCPIdPNNL8SRY6fx9W9+R1oUWOk0kp/PxFg149sM4ii4Q7PICK4IXV4BQ88GrKoAU30i83q5F5YXHW3taIlHkAgE0Bb1I7c0j4HuHsvFaQAAIABJREFUDpTTi+jt6JQK5apdw48nZ1ENpYTVw83SXBurlNKmxSRGXMOVsZndFYZvWycGJ0ZRLpbFiIpA12j/MC48fgptBR+sggqUbY+DyHg7tj1/L46ePoXVxVVs378XCxcvaWB1GCN7d6CQzmL5oUn4MtSFVFIPBFaz+RxGxobxF3/+Pqm6cePjpkwWCzdwbvDqoZIDMx483Mh4MqC5CZ5MsG4Mq9QaIONJabY1QFP9XnK/tZ6qKQqYwNUEvEqj2IfDTx7Ghz74YbzqFS/HwX0j+Nznv4ajpy6KnpdUNKUFRkkLSHKr9TfVeKsWYwO0ms+zsbF21VutMFave4W0yQiSwMCXc4jJj12SNkyLbI0qhcOr0lC3SYKmtqCDujcIb3svnGSrtMkyEHMrZZEOkFZIAhHUYPIFlJEPwdlyEQ51Vu0SrBo1r57OWN1q+GQ+XDPkqGA2raPGtSisWCZAXmktoqGCMGdZ/RwYQt3Hm12DU3SAjTys8jJcFJUEgW6BlBVCVsSz9Y83jfK/D6yqRE9d59Z+dNVm3fxQKYkpgGy5nc8ArMp7y5zgfFTFDM4NcjtZXGVbbjxOVocfEa8HMUoERILojLWgK9GCyJvfgr6DE6LNVaW2Jtl4bO+R96Txl2aiNJlayCfSoCv/dt0UGTQqzPbEkgVkLAcZt4YK6AxsgXZDZF1E462okNkg4wxEPV60wIsELCTgQdBV7V3cowSMpS6TrACC+Zuj+G8Bq40CyKbawNPWhrknIgIhDFKlsivn0TMAq2rnqKLgBLHqAKvuCt7/X1+KV3V14zdXbsDJwhJO/UYab4wcQO/0COpBC75oDvUag0ihUynwVNpttdGZyiPV77Q2eIM9beaLsF2FQgrseuFVr/Ff+43XXcGcM3uTtOU2vVszQ9WAkc3gngAtBFC0nqRhRskZQtA5FBINcYJ/LDhyWhDssCsKxGPLtGEWsrjCVmoDjm0tAJpEX5IPr1fARwb61OtcXFpBa1snnnryCB55+McIUf+aDrMVmiVVMTQ0hJtvuQVtXR2yrwlTRYNAKl7QOrFsP6wBR48cQ8Wu4+DBG7FzYhcSbZ2qW0UzXOlmnl7bgFV14XO8kkR6/OxqIctfSfzYupOF2ti8dhb5GLwbJpQ5U4zuI88Ujh+fQxDAxDHmsxoGhJEqknumXa0NUGEYpTzfCC6EgxbuufeLeN+f/iG6o0m86tbXoHtiDHe+/G509vViPZMToIvPt+2SsIOMvqtpi5UisQaszNQw4GDOziFgJRCJBVDNTmPp+L2wCgsIRagLqfQRy/kCysWiJEaU/slv5DGXLiCXq8HdsHH63CJGn/dC3Hjb7fj0+/8EE91J+Ftb8Y0jp7Dr5luRCntwx55uhEqLOD6fQ/Ka2+GNJBGCjYqjxtacpRwHGR8tL6FYwVwq2pSGIDfPa7+K27h3SDzJ86juYvnUBZz40ndxcfYySkMp3PHaV+K65x2SNk46EbMNPRqOy/okEE8tXcPqFmkhbd7G7hgDZnEdEDA3oKQBVlTssFmsZZFVdbQqJpasIRd43Zt/5arXN1/wV3/5VyIjRAAhT03EjXWU8zmcfeDr8JTIJPagJRxAMhqR9kdqrqatJEqJFL72vUcwdeGy3MOql/Y05DWpRyP2ZFu2rHId6zcVZERmQRsUkqWrTChVRxpZpoahvql7Z2pFivlNwILrmwmvJcCqaquXRJvrX5ukyr6sgUN+bwBusx8ZQoTpaZDx1mZIBFZNfGyAVeIcfS1FXDdWgL9WQcDrCmv0G0+4uLDBNnTGKuzMIFzG00rtI1sfzwasSrt4rYaJzhhefd0w6sUCCgRc0iyge+CPREXTvkivCgHo/Aj7AtIeX6kpia5ELIrR4UEUXC8+8q2HsOKGYdUKaPd7UCmWVbHAq9aBYVHx+kQDm5JMlGqjOUuQ5AjqlQZRrRCoUswxs7b5Gn4fDERkzLgvUcaDDLUDBw7ArpTEg+GmF7wAPQP9ojfM+I6mO2zjJYhp9jg1zszNlMyaFDc0cKvOEAWom3lhOgjE/IgFCF1cM+cLX9vS0iayWAS8qBGZzeXUGtPvr7oWWxsFKwFCiyUsr6wI+NQ/MoqFlTW4zPv4d/Se0czY3UqgMPqrnGck2bAjz+SpJq6viPmvVwgVlUpNdP0z2Rz+L3vvGSbXdV2Jrkq3cuqIbjS60Y2ciUxSDBIFMUmiwihrxpKebMvjqPH4eebZb5xGTrLosa0wDpJtaaSRREtUoGgFkgpMIgGCAIhAAA2gAXTOXTndune+tc85VYUWKD7Afn/8sfjxA9Bd4da5J+y99tprXbp0ERuGBmRMzH7Av9//x396Xev7LXfciO7ODunc9PksjE5MIJpqw/qhAUxcHAaVh7rScUQjQblnvJdkJZMRCVeBV7WyKnalYu2wvR7kKmVcHBslzRyDfQNytrMwGo2FZU+tN/xTlDRUuVrDQi6PfKWO+aU8CuUqNvV3oT2VQISddVo/nQDhzPQcSqUy1q5fg+7ebskD2DnAQjqluKpWHEfHF/HgEwRXK3DDCQQooyXdJDSKUhIVcu5RQoIO7LbqNGllvpszQM4v6l8T5ONa8BBUDUihiXsitc99gaDk4F4rJN1VkWAI1ewCZi8NI+LWEPWyBT0s0kDyftUyatUKksGAmEBSUzUespBOhDGwsgepeETmEoHCcqmKQqmMucVFTM3MYmSugLmFDBYyeVRdrxgrcT1yfpNlbYqZHHPukx5vQGlGe+pSONk+sAL7NqxGioXbegCT1QI23nYLujeshdeKoFwoo1TMCXD8gyefQqlEUygL2zZsxZYtWzC1MIXvPvpdpDvSuGXfHtRLBbgEVkNR6bygpAfXl2Up42kySNva0g0jTeo6T09PY2RkBD09PSIVSNMqjkssFkcqlcbszLx0EnHMmXOdPHMef/lXn8Dk7KzIkvEQ4PwTyT0ppjEIo/+AX6QCuS/4KefkDaBGOQj21DuUYGLLfwCxcBhJ6iSHowJ+8v7yPFnKZKQ4f/vN+9DR3YmJmVk8+vjTmJjJSn4+tGUN7nvzW1jjRSgUFbDz8ccfx/nz55vyHzzbmPg3OlGlzUUXfJSMo+ihs6Kou1NFV1tiDEWIEGKClkwxkl48x2dmpq5rjf9bfdErwOqyO2uA1Qe/9sAVUgDmaUpbSU00VnQEjKQequPKQdRamWkyCszk1PRp3V7F9h8TjPJ9TEuV0uggOMNAJ4AXnj+C//33/4CAMmCUyohUIEpl3PXG+3Dr7XeIHgbPEy7mJbInylV87etfw7Fjx5TGDoNs3e4nbqgCTDYF26VSpn/eek1mEZoAWVqnGKAIQEAw2Ub/QB9WptmSoCUY6Yink3RWVgg13XX3fThxahhfefAheKkJqRqqZVivF1g116yC4aszVuX9NbDavIcEVr1Ip6jnmUDYR8FuB+XMPFZ0dmB+4iI29vdLRTbjenFo+CL88TYJ0ESs3Fb3TYIjCtOLWyc3HQUyVrsjsNZ3C2O1VChibPgcPDUbQwNDAqwmsh4E6HHERNvrILy2DWtv244Xh4cxOT6FtTu2YvbyGGbOjqBv7SCGtm9EIZPF1OPD8GdK8Duqxa9arErS3TewEn/8xx9BZ2eHCqAEAFZtHNSVknESrK/ZN1xn24Y4WjZbTsyGqdo5dEVeJ3Lc5Hm9jXus25/kPQk8sKKqkyVTrVagnYKLCM+8eOo0PvrHH8Nb7ns9XrV/C/76b7+A46dHBNBROq0SpqLuKKDVAKv6IjW7WjHuTPKzsDB3zXszgdWBXQZYVdpYClMjsEpjqRo8NoFVGkxVNLBqGHyUA3Bhey342nvgtnXAtT3wsJpcq0jwzuIH9YO8FhXLfXCF8QS4xRLcQg7eWhmoFa8TWG0xueJ107wpGJeqNNMxBoYEbVGvwLWi8K/ohU0mXt2Fk6vDzRXgLc/BdfMKRNRyAArkeWkhgtZBvjqwaqQATOO0NOe3vOwqbFT9W/MKtRcsezSAVdM4r1irKhzQ4Kq8hMFoQOoI4aAX8biFKNn0IQYrfoQsL9oiEXTHU1j9lp/Bips3o+T3oOwUEXIISmuzF6Ojp+UADCCnPsGIEegeQN3uJ3uk60HZ4yIHB1nUBUQlsBoUH3cP4vF2AVu53m0Cqx4vUvChDX4kyVAVgFhBm4rRqYIcuScvA6y2Aqpm9F6KfazuuAJxZXV6lCKi4ocuB8HVuxGwpkHLDOqYdEfxp//p/UiP5PEfN96G+pKDpzxHsffuBF4d2yHsAac+h4ATU3syVQCEicvzgYUMAqy6MMnvR8COexXXiIfMFN5nFo5UMYZ/hre985rX+C//6rsbe4Q6H9RZZxirrYXOJvhz5ewzr2GSrsBQrXtF7UEyQ2hQqdlFbD9ksq0AQGpjKXaJYauZxMiYCRpgxLT3mXOWfxpg0gCNZLAygeHsKOZLeOx738fs9DzCFo2HbFTLFdFj3LNnN7Zt3670ljULlzOWYIXZ+6kJxzm2ML+E5w49LzN637792L59D5KpNkSicfkcv9+S9mSeE2prJntCtaN6WagRPWIalDFvsiWRJ1OV31M5dyvgQ8VGKhEXVpBtN6QUGgmhbiszOoHS6RImW4ttjGqHMoxVk+RHYhEsFhfx4ANfxhf/4q9x07qt+Nlf+zB6d+2Vdt10R4c4RbOAIGtKZDrUmWbuicxt0UHUpSrNqDFzQ+4l56FTRW7iIhbPfwfB8iUEQzFl6kUmXLWGWrEkUgC2TbNTMppdLBRqmLk0h6AviEvTizgzPIbVQ+vRFXaxtr8NyZ4VeOAHTyPvT6N/aB0G0j4k7UW4yR7E190o+t907XW8NLmoNswjTcGTybiJ04TRqHWvZT55vKh5WSByESELsOYIo3bk2aM49eRBzBULiG8bwk13vRZDQ0PSbUFWl+X1IxAOoua4KIknAMQEjeNjZCRE0zJAaSu2M6q1y3li5m1DFqDFbEvYcLJe1HnQChIQUHvbe372mtc3X/Cxj/6ZFBB49jH2YDsj99wfP/gPmDt/EulIGNGgT7R307GYGD5V/VGUY534/tGzeP7EWdVG72M8q/SOzV4h80LYROo7mkdjr2D8x1VBkEGDIbbqrRSgxBjeGgBZ5pqwK+siAcPvzXZZvgfjSVM64/pqdCdwDTWcppsdRkYuhGQOSd4bZpZKFkDYSBLrNWMlKR542R7sQ0cog60rM0iHArACNrIlF9877OJynqwyxaDieeCj3uE1AqscQY5mGBXcvWM1+tNRlPJF2LklOUOoT8zzj2cbQWSCgQR7WCiSIim8iMcS6O3pQc0K4a/++XG8MFMQQ8Quzs0KW75Lws5TEiLci5XWNTsJyjVFdODXV/rJDLy0XromiCwv/Ph9PHc8WLduDaLxqJzDPT0r0LeqF8n2NiTa27GUUwY4ZEJSyz0YUHNCFYeYB1Rlfpv9RLwtNCPfFIoYI0u3giE4sI2e5JoW80Mju6HATxfpVEqk29gBSaYlJVYajWMcR3boxOOIkAHt82Fhdkbu++T0NDZv3YGlQhl5yltJLK5yASFPaCZ8EyRRc9/sjXLNfsoQKIkFM+8VkE/JOEpnaYYlz5OlDEYvXxJNYxaxmmBsHX/2kT+6rvV9++4tstewGFqu2Ziez8CKxTDY3Ymoz0XCcrGyKymkIoLPLFakrAj8AY/oRlLyI58rYW5uASMTk4i1pVGu1zB8bhgLc4vYvnETbtm/Bx1tCVSlC0WZUkubOvN75nd1BzmCs/BjbHoJlydnsHPbEPr7ehH0s0OsBJeM4mwWC/NzWLWqF/2r+9U5QzPcugcOmZ3FBeRtF7aVxJnpLL5/+DSmslVUA2GJK9j9qDpbFDHDy2vgz6hPre9VYy8R82KFKVD2p1GI1EbZ/iAZqwEBIEXag/eSklleyg0FEKIZ2+w4ctNjSPpVo1C5XIVTrUmsTE3OLWtWYcv6NejqSCMAejaQcUmAUDZwmcNkp/Lcp7v93OICxhfLmJiZx8TsEibmM2Dm5LUog1aV/a5xna5iPBPbKFfr0vnqVPJYmYxgz8YhJJjblm10rh3A9jtugScRExA2O5eBx+9iYWkJx06chM8fEhbo2v412LV7Nx558jGcOnkct9/6KnSmksgtzAmpwWNRSog6wBXZOxhfsKjV1p6W8eBy5L9ZOKFZFVmqnR2dje4krnFhq9aV0VU2k4dlhWTVzizO4p+/9y2MjJ2Tjh5Gy3aNuTLjCuU/4WHXj8NONGUMVisUUcjk4C9VpMMuErJEv7YtkUAyHkU8HERISGkBxOJxYeoyV5d4lPtdIIBsqYLRiSnki+wW9WH1+n54Q1GE2zpwaWYBX/3WtwXsFkkIzX41566Je6j1qs47g8Eo60njl6GA4WZXMc9CysQYDKCpSe9gcYH7ziuPRpzgttImXhkXGGD1G9/4SsN0YvmwmICSQTSr+FyoRo+0UZVp0ZmShC4QaOh4SfsGGTA6IG0N2sxk5oRmAELtk8NPPYUfPfwwOkJhJOIxxOIxLGYyyBQr6BoYwuD6TZhbymAxu4TFhUXMzs0hHqcWyAKGh8/KJtDKVpTgTzOnjF6oqbCIELy0cGqBaR0IazKXMiLRNXxqkXJTvPW2W7Bjwyr5fjycpBWSCR+F4mlm4brYt+9mPHPoGL7+zW/D4yPQy+Cv2aYvC7wZUjYCzasxVqVh1Tg364V/LcCq+ay2dJu4ADKcsytl1MtFxGl8kFnAzjVrpOo5Xajg8PBFcXNkYM4Hk1m2YvDa+Hdei2gzSV+ug0pXGKGNPVi9ZT2K2TwuD5Ox6mDjug0YPngS4bkaglVW5VyRAggMJrHh1TdgeGQE46PjWHfDdgFWp89cQN+6QQxt24hSvoDx77+IQLYiepCsPBFYZTLb2d2BD3zgfejpVXo5ZKJyUxcTKh5aWufXHMaKpaUqlILjtAIqOihXARgTYtUuxU1U2LqaRarae1VgybGQQJmaa7otStq1BCBikKJYAmdOn8Uf/N4f4s1vvBd3vmYf/vLjf48jJ4ZFAF65iSv9FrYcyOtbrkuMRrQDvBHt57gvLFwfY3Vg95vE2EXMfxsmJjZcasQSOGflmuAk9XZF/0gDj2RHcg6wdTzdDU9nNxyONdt3BFjVTe68fjK7RG6A0UsdYPW0VISXAVwtf41SAGqXIFNE2+Cowgv19QIU4ScIpYHVOoHbMrwU5+/olkq9z3ZRJ2O1WICnNAvUVWuZek/FVpUD9yehzZ84Fa4OrKpXGykAdZ1yTDfhUskYCWIolpX68CuNmV4aWG0CqdI2d8V+oUFB14KnriRK4lG/MFYZpIRDBFYDiAWC6E21Y/3aLWi/dx8CGzegZOfgcSz4vGRvKw0hxRjQ99uwlFrmopFwMQxW9a3YNuyiSg1WYYOq+SuhlseDVLxTXGB57ygZYLlMPgHaJYTZ8m8WlB4T9XEKPmZQ+nJSAMvBVZpxXe2hQFT1OwnhNWOZe7TRyV7+uoBbRdkJ47LtwbjvOXzqlz6E0W/b2LOpF2m/hdpcGdW2i7hhTS+2JFcJyyYqyTOTG9USJQEmk3Q/nbgdLRMgX05pGXqZKHAvVcYupjLOveqGd33qmiOTX/k1mlc1HwYkNWNpQCm5d4bJw+BV9h3V3ifGUwwuNTPJPJd/CnNSJ/RMEshapW4XGZ1mzptESEBZtktznxOQT5lhCVCruy54FphFYaQCDLOKxdpgOIQy9a89ARw/dgrPPn1Q9Hc5Xiyi2lUbfX29eNWrbkKqo4MOlQKo8iHtXcJEVVJFBHICVkgMJ549dEiYUHs278Krbrkdnb19CIQi8nzFVlDaxjIbZQ9WoKqMS42tfwQTlbkOzwF+OYIfXD7SmqrlZvgcsm+NLEChUFCJoS4ym1ZoM2Ym+eE0ZsujuV98Dd8nMz+HL3/+c/jKNx7EbTfswttf907k6h50buvD9h07pUVRzDS594lbueoBEtZkS9eQfB6TVA0Emt+ZgrnHLWF+7BzKl5+CVZmhRbVIAFDrkUzFarmEelkl5dLOyRbSOlCoOKjla+hasQK268WpY2fQ09WLgb5OJGMWrEgEpy5N4oFvP4F4/wZJqIK1PLbseRUCHQOwmcw6ZXmtmQ+thXq1P6kHz0NKj/BRJwPf44VVY++kX+bU9PFhnPvRQZy5cA61VBhb7rgF2/bvEUCL0gE0Vgx6aZwRFU35bLEkumvcM0VHXuum897xPvDfInskTsgKHJK5que52Yta2XBy7YwTtN6vYXHzWt/67g9e8/rmCz76px9V8Yawn1RbOIHV8wcfw+HvfxsdIR9SsSDCEUu0T2NkZtGN2ZfEwZFpPHLsJBwWR0Qjv0kyUPGRRxVHOXc0cGkAd4mjCKjJvkbzIbWmlGEfUCtVrgBpzXiINp1mNHHspDVXmOU0DNEMXomvm2emAKsNzVRV3GbCzXVJR2hlEKMrb0b7X+vcGs1z831C/ghcn4PuWBHruzKI+ryIRBxkCw5++IIHowUWs9R5zO/mkxPi2hmr3JNqdgUDbRHsX9OLOGqolYoSH7E9mPOZ8yvGsznoFw8GsqxkfsGHUCSORCINbySGrx46ha8dPCV7DjUhBXhknBVQOrZqP4jL/GHLLofKor6j3wu7VBbd7qpdk70rpAEGs3+bYpMVCMq6XT04gPe//2dwYeQcDh58FolUClt33oBVqwexmMshl8lKVBPweBGLBxuse+4BDYIN9e01U5V7HqeItGzLelVtvnIWqamj7p0GfPlzw2RlbM78kvF1MpkS9hylHMiWKxYI7FA2xY/5+QUZAzLskokEzp05jUQyKeZCa9ZthC8YxWK2IMZjrWedWX/NPUR1/5nYTgBXstf0GWjmsPyb+YfE6goops8DuwKymQwCen9tLSje/5E/vK71feMNG4WxyTWYpYanw9jKi4TXgy2D/eiIBdCdCiEeotSWLedxMhhGMhGFTxzmqRHr4OzwCA6ePo32jjY5o9mJSE+Sro527N2xDW3JuLSYF/I5lCgFwH1clIk88t3KJCUEojh9aQovnL4AfyyKdRs3I93ZgUiQXVEuSguzaA95sXnNKjkfyDaVLniHnRxVZMoZVHhWVusoORbOji/h2JlRjHmU2ZjqmGfOVRP2KmUoWLAxbNVG/Mdond1yulAp8jmUpmh0UGmNVYKqQQKrOg6g1BpBZ3Z6eByUZkaRnx6D5WV7vNrjw34v1vatwNr+XuzeOChGZH6vkjlTt1XluczFuNeTzUzwv2LXkM3nsZSvYHYhh9GZJZwZm8JstgjXIrNb7VtG6og5BvNKBiQcY54BdqWIoBdYP9iP7nQKyVgMr3vTvYj1tCFnk6lahkND06AXE9PTeOGFE+jqWIHe7j709/Zj5ao+fPFrX0Q+m8E9d94p15xbXEQiERc9XI4XGen5fE4AVYKnLKJIgZhdBrWaSACwSEFDUDJLKanINZFKpcQzh2uNwCuBU5HW87rIVRZx/uIpjM6eRZ2Rv2vBrvhQq3hRKXmwOL+EymIBKzo6EGesnM2ilsvLrtoRjYvsSTQSRpheIn5VfCR4zTEi+5j+OCKFxO5D5no1Je5HczLmlT5JMpkz11D0eLDoePHl7/4Ah04OC9DKNSCEIV08VjKAygvCmDLr5j+NCWlyR4upujF2lGxGCCDNs4rbF9f60uIrwOoV+cYrwOqVe74BVh966EEdNFJHSbmzKW02BSjFY3EJrnjIcaIFqGei3XpNkmCqgZLcCFNHUTplkktg2tQZbMW3JSB1HVTr1LoK4OD3H8PRH/4A3ZEwOuIJWOEQxqdnaVGHssePE+dGMJcroawrkVw0dJJrMgdVK5m0rBMMNNUPxWlsASkZFDQdZg0QJ+/DWrI2IVELjISNGiyfD297+1tx4NYbJZhiO4NIInghGq6VckGuo7OrFw89/Ci++TClAKg7yQBSMSaXM1Zb26H/tYHVVjmBNIHVVErYOdVyEaU8HX0Lwki8YWgAhaUlZBwPLi/mJDEmO6mRrIqmHuRwMfeZCRxBwVJnEOGNvRjaugG5TA6XzpyRytn2Ldtw5pnj8E+WEKoqPUOaV6Evgk137MLI6ChGRy5jw56dmLk0iqnT57Fq3RAGtq6HXarg8qMnYOWq4s7MuVQpKDdM6ttFwpY2r1IHdChIc7I81qwdkCo3k/ilpYxU5pi0lioOcvm83BsGaRRil3lOVoFmJfP+CdNBWCqKlS0HuE6mJGn1sdWKz/HLGggG2eIW1dqDISQSEcQTSQl+52bn8dm//xze9MZ7cc9rb8LHP/VZHDlOYJW8DQKWBIH53VQ1tslY5UGmgjmVdGgtVkCq+Nf6EMbq3jerqjtdyrzK65ZuiAxmQF0pslbZUkbNVLeqOJLiws5AjzrHXrjpDni7euCSaUfwha+VIElpt3p9LlzxEaMRAMQUy83nATIunKszVn86Z1TNGUno+NCMdjeQEmCVTDK7ShmDEmCX4CWTtb1XBPglWar54KvkxWHXU8tLZVxJZDRBnesDVg1YtxxYVYzLBg9Vs8rV4dwI6a90tl9+MxuM1VZgtdm2rvSStXGHS+dRuqBy/kPYqhEmIAQarBBCniBWd/bgrZtXY3pnD2KvOQCEPahUqD+nWEN+18i8KMaX7N2SCKlBVwGsWgfi76EdfFv5nlJI47eSqapeR/MqA14LuKcBJwXiqi9tkyQls1umpCRxnJdXaHEvM6/iHGteV3PwqM96tQfDJlUaaAKrZo81BkbLX8c5n63VseT4cLl+Fn/1vrche6gbqwd70Bn2IlxcwmKhhp5EFOs2xNEf60ePxXOkDl/AAQv5AphS3KCqABiuebaCqq4jxVmnyQSTEngYyKuWS7aN7fqdv77WJY5f/OV3XsFYNUl46700ibWAQ8ZMYRnLlL+jKU3r+dxgY4okjhr/SCQkQXmYmm9+fnfFaDLsIOp8mkcTeKJki9LSojkHi3QquVLtf+a+yjzztU5DAAAgAElEQVT0e0S3nNWahbkc/vmh7yAzNw9qk7Ids0rHabeOfXt3Y8OWLbAYnwjYRPBBJV4Sb7DbhAUlzjK/TzQenzv8PM4dOYnt23bi3je9FauG1opGGoFIadkTMFjtu4q9x3Yxdm5U5Wzh9Sv9VBZVKeMSkHPGSADwuzCpMW38bLnj3/kzPvidBawT9q8yveBr+J5suZfWRiYcfj/4Wn7mX3/yk3j4c1/Abet348P/9bfRvnsNim4FCcRQjwVF20yKgbowQXYpi2gsIBiQvRFbNKBjBRibe0agJzN2AlPnvo+UlUeYbdMlmlX6UHNsMTqpFvKSxBEYq9VYMGDuQSOiCHzRKAJsn3M8SHf2wPH4xUTGqrsI+4Io21586eFHMJx10N63GlHLwi2vfh1qXguZfAYBn7oWYffQYEszl+Qc1BJIkpTrlkE5q8mKpJ4mWzYX8jj/g2dx9LEnJGkM7BzE3W95I9Zv3CwGFuq8dUDdEYKsBMRL9RqscARBHmeVCmgtaZjT8jna5EsVG1Q8zM8VVhu7t2jioduyZe/ULGATKxDYb7wHn/8vAVY/+jH1+WRRG6DBb2Fp9CweeeDziNbyaE8EEEtEEQtFpM2Sn+fxJHF6sYx/OnwEBccLP1vQRU+uabola1fHvBKJaODCFDtETw8uUomk6LCzc6hjRSe8QT/OHjsh79UEVLX+rS7SaYMB1dPl9SAQVAmz3IsGu16fMbrLyCSzsh9xTHVx0hQuVLHVGGbpuJpsW/2d+GfIF4Hrd9GbKmMgsYiAW0c0BuSLwHPngriY4/10JP6l3A0lYK4VWJXtnIapPktkibZ2BbF9RQLZXBEhtvz6RbAHIcuPdDyCWMgSCRWCBnTWJouNjPBILIlQPI2jU3l84huPYjGfEzNKtly7LoFSvo5xqSXxLPcLro9gLAbYDtxqDQWSJXi2MEamuZhmTMv5TGNeFgOoca73a4LjO27YhmQqIUWSXKmEHXv2YGBoDeYXMyjmC3Kv65UK2juSst9zWhTzdCtn/BsQuTZqn5J9yOIR9xCRb9AO6GZeGBBT9nZH52ASh6miG2U4KmVKE9B0you29nb0rxqQ7zk9PSXnC7Uhp6dnMDc3L8Brf38/zp46oToD6i56+1cj1bECC5mCaGEbxqrZc3kNrYCpYqM2C08EVluBVj5fAX06/6PklOOIcRTXvTB3y6prwZxj/PNPfvf3rvn85gt2bVmjyR9eMUaqeAPwR2KwymVs6O3Bmr42xHx1hHxkgWuwnozMIB3gLcnrShUXFy6OYXQxC7dWEz3yof5+bFi/Vq15AWRJUilIGzyB1VK1LOdbnUUt6oC6QNUTxsWZLJ55/gRm6kn0b9yEUEcnvJYP7TE/Yt4ahlIh9Kei8FYLYnxLYhEN2bKFIqrFIuqlHBySsWwgZ1t48eIUnp7MSQcnjeVk36wVUS4VlN6mdMhosFu8qbQ5VTAq+IFhgDbiP6VTJy3qNPVTOquqoMr9ymPFEApFEHJqmDt3Cp7SksxzkqDYbdmVimP3pjXYtWkdVncnECIph/JmAlKrmJsFPMnFGKkJq9qROK5CA7FcUSQTJhYLGJ6cw/DoFBYKRSHxEMQza46hEWNaVWgGPHUlnUiiWW9fL9LpBIZ6e/HWd74VRaeIklOWdRWLxmH7XQyPXMDwmfPYvmUH+nv6kU60IZfP4qHvfVNkkV5/z12y/mSdk61bU2ufhRcWgvv6+pBIxqQQFgqHZI+kBAD3Ea4jjnOeXb+UkEildMyRx4ULI1LYiEWTAkbX6hVUkMVifhwz2RG4gTo8dgT5LNv6u1Gr+PHsU4cQLxTR19WFQL0Gf7WKRMCPCIvlkZCsYxaZmDdSB5nxFQtnBFVpMC5GpCykaWknmSXS4UXCk6XMlCUEraJuRfDDY6fxwKNPIO+EUOY65b0yBtS6O0d1K6suHSWSqPcB6V5TfhOKc6ORGZOsqc29gRepvUHtEQvzr0gBtG5yr0gBLNvyDbD6rW99TTYDtvhxc+MBxweBIx4gDPDF0dPjk81GiX6rMqRyRlW6OorNqDUjtVaWObwkGLDrCEfCDVdQA7pyAjMZi4SCeOxbD+HE0z9GTzyBoGMj1dmBS5cuIxKJI9Xdi4ee/BHmykxIVaDAhWNAVIJlhgreODR1O6DRHZWkq0UKgJuwyqVUcNcIAgRgUK3fov6nA8E33vcG3HfPHahUFYOXgYQRQxd3eQJ9oTC+/MDX8a1vfxc+A6x6VAB4BWNSftJsvTKHv6nyymc3ND40SN3ojblS08sEEOYWt7qO8zOpu0VdUoKKhUJeWgEU64LmygpsNO2Lot/Etgwd2FriRkvav27HYuBE1kPdRinpQ3DrSqzesRELc/OYPDMiG+D2XTtw8fhZ2MOLSNj0bfeizKO73cL6A7txeWYCY2dHsGHvTkxdmsDk8Dms2tCH1Vs2iTvz+cdOIDCbR7DuEWYK9VsJhIoWiw4sW9kt6r6qCpVXA8FyP8mOMiCXHhyTbJqxlXtuAj7tqMiAuBXoNgd60CJg36x2N1tYg8K45oNzopjPScXv3e9+F/bu3oZ//OwXcPzUOTjSIqfcJw0LhtfTep9NgmDuqbmO6wZW979WDnwCcQ3tVo6VXZMADA4ByqrcT2mMEx1P1SIn+kdMboMp+DtWoR4PqnZZUpUYiUkV1gPHp4xDfMJYdeGWqnDp8FspwItFONJ6xBq8Ns9qeL//ZByq/DXNzdLrg0ki11cgDi+tdwnF1VxJJFArwI2l4Ut1qGDIQ/adD55qBcgtwK3mAKcAql4S/TUNaSJPpdlPDYOp5axSzeZsXKXougmioLRKNFdTOYKqAkRTG1kanTQedSWMrJ7TBATVvmD+v3psrhuPW55nwCS2hTKYI7MlJC2PMY8P24ZW42dv6YATbMf0a+6Dd12P6FFbdLL3UOJDM1YbCa66nqbAge6q06wTadOXapv61mafUletvgHvbkess/lNWto91Xvr76xd0gybRTiv2gHcfL4ZXWHLaiDW7KGtUGqDwbBs2Bq6SBo4EGhdv5AAvDA1zd4vuDCb+B3MOwEsVjy4lP8W/uLdfwj7vBcbhlaiLx5HrZjBfP4yogkPtq7qx4b2fqSDFqxADcGAi6DXguWj2ZAPdc5DKe4RWGVCpM4YdVaqNlkprAiRVenWbfnwX1z95v+Un/7HX3zXFUkh9w9JrOXsU2eIOTaaoKli6BgAq7nXNXUh+Tqj0SkrUrfk8WcMzJlsE8BREiwmETUJLFkbZJDoBEmDQQJYEVzUbf2m/U/OPhaz9H3h8gqGo3K/nnr6aRz+3iHEUknQs55tbh7bRW+6C/tuvgnpFV3S1u2lq6zNdaB09lh8kTNAn+28bp7Zjx/+MQ4/+QzW9A7hXe/5Gdyw92ZY3iBsyvroPZwggMhTGNCIzJdSSQDSBrOG7csC/JgAXCViHFMW6ti2zrOATrwmTuB7GODQAJsEZiX+8FsIxcjqCCFpRVHI5HH/Jz+GL/zTF3DvjbfiN372wzj27AwCHWG8+WfvQtXnh11pgqeNs19r4l6t3EA2l7huuxHUAjT+cxFAFXMLi1h65n4BzckoIThTJzOV7f6FEsrlijAVxbBMM5LVOUrWkAJa2Imh4p8QEm2d8PtCqJXKCNH8sljGE88+j8ePX8DgntuRd8NYO7ROmEIcB5rkBfxeGVvGUwRp+HPGIlwgqg25Ccbx30ENrNpLJZz6/LfxzDNPYTRaxdDNO/G2d74bK7q6MTc3p7tQ1D1iu3+5VJJ7RGCb94LxLrXdmJhSZkr0ITWwK/eoZsv3M2CLWRcSR+prkk4ucTVvmltecT80IPuO91yfedWf/MmfNMFQkQ5Ra5P7xxMPfgGFc0fQnQojEAmjLZlClIygoB+BmoM8IvjnU5dwYnRGmXiQ2SXOyNyXVIFDimV+xiEeRK0QYmFlKEct4bJdQziZQpDfoVqUboTu/rXwhdvx4jNPyvMMe11iciFSECshuKiNstTBKO8vUijME3ThmvqOjkgBqLPexOgGYDX7u4nbWuMi8bPSDOzWuC7g4Z7sw1Agh5vXxVEIVTFXnoVj+/HcRQcTuSRqxTJ8ri1yEAT0CZzwMzmupiWcn0WAVIohfmVIY65Riu8Uj+FeW7elsLB7+2Z47CqiMxNIRH2IhuuIhX1IxxOSF7h+jwJWyVoNRGH5IwiHY6BBXc1j4ZGjL+CJ4QuYypWxlM2rzjDNKBZNaNFRDQirrFopC1jUOg/lXnLf10UrwyhVkgE0r6R6igK2giELqRQBqCBC6QTufON90kVFEkKpWBRjP3KIOzpTiIWjomlarhRl36cOIrWHOU8WZtUaY0s2YyPuH9wXTV5mcis1dk2wwqwxBVrZykiIMjD1ujiU9/R2o1isoVSqoburHbMzU5gcH5fYedOmTRgdm8TU1Cg62jvQs2od0p19mM/RfEcVNEwuZ/IYzj3mq2bNSpHPEH6EFa3WPR/m5yYuN2el/FznkNwXTO5oiD1/8P/81jWf33zBts1rRDeUOxwNkQgkhYMc20m0RUJ42+sPoFKcR8Bnw1O1EaVJk+tFOORDMhaVvLpSd5T5VNlBtVRGOplEPByV+869m+ZUbM6gJwHb3Qm0cg7xXK+KJnoZDs9Ix8KlmRxODo/i2GQFm299FSK9K1FhZ4DjkT0jGgohnUgIO5i5DsHa7OIinGoFezauRKJegT01Ck+1JJ4s2UoVp0dnMZbNwg3H4dY8sEs2imJkVAYzJ2M0RD8Ufn92KvqDETXGel9o5EZs1RYWPLXQ/dIyLvsCz4VoDKFwAp5gAM7SPPIXh1ErzSOou258Th3b1w1i/+a1WNfXJSxg6Zpt6bZRe4w6z6UoTYKEMdiigaNdEzPNbL6A6cU8To/O48zoLBZ5tmhZDq5TKdbquMnobsv+hroUZClPs2fvNuzafYNEqTSwpLwawWTOx0NnTspn3L59r6wr2+eIPMDTzxxET3sb7jxwByamJtGWSMIu1WBbHoT8FqYnpuV6V60eEKJFMOgTXdNMJiPjRPmPgOUXAlKukBdNVRpc00flwrkLkrum2QUYJkibQ63ioMrOxqU5VJzLiHREEPCswMxUVWIQy2dj7OI5tBcqUtATw0kxqmWOIoLammTHApve56WrwyN5M/1yWDjiGuB9FSCd+aJ0DZEgQcBckfAsB1hCGJ956Ps4cXlCtISZV7OLw5wNZo82i/Gl8nkT95qzpnXxtp5DSkJJ4UCLS7PXtcb/rb7oFWB12Z01wOoj33lY2vt6V/bJxJmempSDKZlKS7JJ7YtioYDZuVmEgiHEEwkUKyUU8nmtvak0qJgYURxeBdmq4i/tb8JSoS6lI60ijcNL6zMJa8WxZYE9//RTOPXMQURpdMLExu9FqVzB4mIW/Ws34IkXjuH8zJy4gvNh2vsNWEpg9YrF0mLktLytXl7704BVWahN13aOzV133Yk3veGAJBEMtlrF4Q3bipWyLz/wIP75e4+J8yj1lMhM+klQVb5B4660AquNduyWKv7yhWkWfmsA3/j7sjZnml9Qw4hjQ6Yt/xc9MbouMkgPUNhetV3wvlEHx7Re8XcCmhNYFSMv1vYJrrooJ/0Ibe1D/44NEmBNnh0RKYAtN2zF+aMvwne5iGTdjyqlAGgmkvJh0137MLk0h5FTw8JYnb48ganhcxjYNIDBbZtQKzoYfuQFBBeL0uZXowN5qSIJjgl6WoMiE1ArwFOJVpufiWeSqzUl9eCY35lk7WrAKufy8nGVwLABxOnWJlXY0vqKCjhSjFcHmWwG733ve/Hqm3fhM//4eRw9fkaANraUEEgxLTE/DVg1BwXv23UDq/teJ4GBgKsaHBN5Bxp61SvSSg+bLo2KCaYqe4qlQ/0jaeuzkvCne+Ekw9LN5eGcJgbL9iWCZ8RTBYi1qB0AMGCrFhWw6mSk3UfeX/5jAHl1lqEciA1gVVPmBcnzSiXTDSREbUDqOhWCMVW4tRIQa9fAqkBmAiJ7qeeWz8CpZgE7KzuGR4BVgqO6itkATvX9fhlgVYCaBrCqdIYMM/xfD1j9CZEANe9Vs7z83cCYAprJHkJZE5or1BDyRDGQCmP/plV4/Q09sKoeXFxzA0J334OKtwIP2/aEfWomb9OsSnUpqM+XZwibVIOp+rKkm8FchYCh6mEA1i4BVtVrzB9qrzavMs/X4Kx5X/Me8lIC0Ro0MnO2Cbe32KzoT77KdKJOknonxciSevUyYJU/N9cuFXQA844XcxXg3OxX8an3/AkwERJgtT8Zh13KYjYzgkDIwYbeAWzsHEJ7hK3ENkIEVgmOeQmskgGigVWCVDrZJZtHFcMVQ5WgpMwiSgkA2PzhP1++zb/svz/0C+9o7HdmL1F7nGqbNUIjCscwc0slDMvPEMO4bk2GJbnUs6+VUUxgisAqA3T1PiopNddg3t+08kmQLNIDSuuMCbQkrBpMExaRdJBqNgEDbCuIy6Oj+PoXHpLXkdlAdgzZGhErjJ27d2Fo/XrFdLD4fOpkqu4CvpmKC7S+nwZ5K3YVx46fwDM/PgS/48fdr70b977hTejp60fNdlFllwvbrjVoygSFoQC/F4E/gqMNwxIBV9TvWIQW7WAxteHf1XibtnLGQnQk5oNMVGNsRVCOz2H7azyahCfowfjcRXzuH/4GD372S7hly37851/6DWx61V4Upb/Wh1giiapbFdZbK9jTAMhbtIpbJ5CS8aDZHIfHhSfohV1YxNjxb8G/8KICRMR8piagKls6y0XGCxqQ0EC1OLTrh+pQUpISTER5/jFOdD0BBHgw1GxkMzkcP3Mez52fhZNciZInhGQyjbtfd4cANNxTqeOrxlHdNwOOMHleDqxyLnEtT7xwBoe/+h2MXBxFoL8DO++5DTe+9jbEfVEZY/NgZwqZQrx3Bvzl78xnELxl3Kpcjk2rKgGamhiHqXblivxO6V02NYXF/IaJoL52A7IY1iDntQEE3vqOD7zser7aE/7oj/6ohZGp5C6kaBHw49LRZ3D0O19BZyyAeCKCVCyKGOcTr4umNE4AJ2YKeOLUCOZLnDOqOMzvIIwhDRiyKEoyBbcN6jAKaGEFpP3VJnOIxjpk2Ft+JLtWIZrqw5mDT8paEABVt82q61dyCGJaKeeuYvuyQCbSMdLtwmhIyRAo9VQNYrQMQGtx+0qATj3JAKtmz5FP5riwTRrATlTwmi0DOF8v44cj50QuanzRRjHQB5capsV5Ae7tujKHUeyyK0kMHCcl3WTkQpQpo9rrOO8dpNvacNfdB/DaO27DkecP4fg3v4K+dAhD7XHERGqbrHnVDSXAgRWCLxRFgAArwS8rAttKoegLYHh6Hl/6xkOYmJoRYEbJKnDZ+2EJKzQoIDAN6jiGDXDQdMwQBNB7D7+PKY5xjMQokiQKBlEeF7FYEKl0EgMb1uGGfftknRdLXO9liTS4D3R0tYkhz/z0tBA0+CDg3tu7AvOzc2JaJGtC2nYtkTvw6gEy897s/dwoDLO7FVjlOpM1Vq5Irsnf9a5cgY6OLjFzCrPNf2Ee42OXUasW0daeQjrdjVMnj6GzqwtdPUPo6l2N6YWFFjMddZMMO5WMOaM7bYAUUwig87d5niHKyPzS8ULreudNl39rPVaTi/DP3/3N/3Jd63vzxjVyvvHsYVcGwe9qxUalkMGq9gTees8Bmat1u4QY8zQWA8BCkRfRkIVoLI66x4dSpY6lUl3WL/XIHW0sSVCP753NZeDz1tHX24X2NBnotgB4lRplDqqoOC6yVWAyU8Xl6SVcqoYR7+2BlWxDOJIApSSW8llZC5SpoVSfT3eP5ZaWUMjlMTi0Hp3xILyFGZSmL6E0NYZqZgnjJQ+m5hdQrFLD3CudJwJ6GwKH1sQnSMq9i4V/6n4b6R1zr6RIQJNQ0WdTpqCm+OanDivXlRUCrACcxTkULp9HvZpBPBSVzqjOZAx7t67Dxv5udCcjsLhvGZkk0ZxV65/nhQHT2JnC56h5QhCW+xo7b2pYKJRxbmIBp0bGcW5yFmW2sFNb1U92rpJLkn2uxQya8zASCUub/pbNQzhw4DViQFexy9rk1EUml8PjRw+hWKzglm27RIvUH7VEJmlmZg4bVq9GilKJ+SwSsQScSg2hRFSMr2anp6Ubs6dvpXRQRmMhFAo5wSzIVOVnk2DFM5Ks87a2DtnHh4eHMTs1K3tGd7oLBbuEifEJ0YHlMGcuncfCxaPCqA+Hu1C3QygVygLc0pSKTFXJ8KQ7zSOMWEW8Y2FUExv4Ox2L+S2/MFUJ/qr9LSQxH8ea76E8bvQaFpCbxKkgnjs/jv/18A8xW6qiSsKVxJ8q5VA5ruzODY1Uvpc5P8wCbT1bzJm/fPE2invyBFVweQVYvXKUXgFWl80aA6y+8PxzMmHZ1qwANGqfKNMiatgUC0WhlpdFZ7WK9o52JNvTotNCd1VhMZAhImxBVTkiw1Uo7/W6Eq7XLR+iBUbdPbo6aqd2Hqp01CNF/9KZs5i+cAET585iTWcXpmdnEAyFMT0zD4SiWKxUcPzCJRSNS6XWWnopYLWxiIzFlKk2anarBJkmuX4JxmqjfbVu49Wvvh3vfvt9sqmywmqAVQFFdYLFCvTnv/gAHvv+j6T1QbZVtmFf9fH/P7DKsYmG6RYbF8BUDjPdtktRbqMdykq60c1lcEEZBdH9EV1RxXCQIIJjSR0Zdnwn/YhsW4VV29djbnoG08OXRGNz5/5dGD5yCs75DFJ1uscCpXoVtYQHW+7Zj4VSHqePHMeGPbsxw8rz2WEMbhnE4LbNKOdrGH7kGMILJQRq1HJ0UClVhbEq8Ah11jSjxAypMb9hECotARrEIXjpCAOzhR2oKf4mWZO5Q7BQMwNMkaAJQjQBCQVkadhbZc46nNW2ODrg5k9ZDX7Pe96Du++4EZ/+zGdx+OgpqawpYPXlGautFTMBanW18VoiN0oBDO69RzMNqUuqEx0mOII61wDqeInGqnJtFMRXWpbZykZtMw8cfwzeRDeceEizNAKS4DuUEGAyY/lEf9Vljzfx71oJnkoOqBbgrRc0sEqZAQUOmuaMq30XPkPASwH2FKgqbutsJfbH4GN2QEYG9XV5zbUikOyEP9GhmIEuOTUBkSvwFJfglnMCrJJ968PVgNUmSPATOqjLGKtqHol/fYvGqk58/tUYqy3X0zJARiW2CZWZFkyWOSjaXxLUqiuexp7BNmzr68Cetd0I5AsYrlnwvuODiKxfiXJxUcaUHQiNddFgoZqgRCfDDRC1lcnaBEhlrTRgXnWxnfGuxl5oll2rRqskvy3sVbO/KsBWg4H67/wk1ZBt+L1KTkDHTQr8bwFcW9e5oqfqDgXNejB7PeF3JcrRBFaNPuW842K2Cpwc+QL+7r33w8omsXGwG/2pBNxqAZMLI6h7SljbvRqbutehI05R/joiFhD2WQj5glK1504pjFUpRtWFRaTMjhRjXXSh9Z9is+UBNv7an13L8pbn/vyH3n4FsGoKR8qHRrNk9T1SwLmSGmk8TzO+hGFE8QRBYBVjQxJII+yvso+G7A7BwHgkikhUOfUq4LbZctkauBrmqiTa1KcWXVMFbNnaNMSArLxnXMf8OAbaBC4eeOBhnHnxPDrTSXhdrzjSkzkz2L8a+/fvR1tXl3S9sJ1eBcPNa5HP1AVDfje61uZtGydefBHHDx/Fwvg0tm/bjje9+W24+abb4YuEMJfLiKwAi43UGHW0bp8JwHndjJF4HbxQBaIp5q4CEdTcM+xWvs4YXBlDHr6GfyfYJ0lqNC6tmpNTE/jU330KDz74T9i3aSN+99d/C049hYxdwYF33Iaqw/Y9JtVNM5/GeacBjcYaWTabGItIU6Kbgz8QB+wixk8+BHvqCKIBJaHAIjjvCRNzMtSYVDGh5LhSx4xdILxXBkgVAEK3ypmxtmhcV2d/gk+YbrliBacujKIQaMe52SIuTswJOPyWN78RK3u7ZH3QnIPjIaCpBi7lDNTacGY+NUEaF88/+jge+8bD6NyyHgfecA8G+/th83ywFXNYxp0gJOWEKhV5XxYEDPtUEmgBuvwKkGkxT1F5u1dLHyi5ChPvmffmz1qv2QDCAmJpgkErsPqWt7//mtc3X/CRj3zkilZ3BawqjUEUl/C9L34ayM6iKxVBMmIhQRmkYJRYHk3BkalZeOrsKI6Mz4hMgxSh2U4esgQ049wlsM/bWClTH7EsiX4gFACNqtiOyTZO7leU6ggnupHqHMSFw0z82QKr1hvHR2IzYZ4rm0AZM+0cb3ZcJtpqqmrZLT2HlATZT1bJTIJr7r15jpFsMkUcA7AS1Oj1erDDU8WNG1exNoaHTxwDjd0ns4AvvQ4hnx8z0xfFnE3iMR2iC0CuW3c5H6xQFFu3bBWm/IXzF1Aql9Hb24tEIibjFE8m8aZ/9xbs2b8btkNjnjIuH30OtaV5BGngSTkkxo00/BWTQp8Y3QQiUYTiSYSicXiCFmxvENFEG46eeBH/4y8/gUwuK/IJFNvh+qJkiQCYYrDG/YfSTaZQpljH5mGIAUZP2TBWaXSkCBRqvw6G/Ojp6cb2G/cg3dUl65sMQ4mVvB5USgV0dKSFZJFdXEBXRydmZmeQbkvLDre0sCR5npE2IbAqOoc6V5D9lszChlyEAlZbpQp4b+W7iNxYRVirjHVZdOzq6sTg6jWIx9oxPzOP8YlRZDKz0nGzZmgLxsZHxFV85cB6xFLdWCB7sqp0f80cae1sE2Yi5d5awHPJbQiWsT1ZWK1a/1x0MVtAN13w4SgbYNWcBwZc/W+/8X9f1/oeXN0nubK0H+tcKxlPYs+2Ddg8sArRgIux0XNSgCXzkvJHJGcE/V4ESYoJRVBzvMjmy5iZzaNEXW/KUPgDSKXT6O5ZIR0ds3PTyGbnxPQ0HCbATgNddoE4KFPSoWpjtmRjqepF3vZiKdopDHPb9SAYiiKRaiyS5M4AACAASURBVEOBZtLlkgD84XhMtJy4TlhcsfxqDtPcKGR5EKgWkLl8AdPnh3F59BLK2aLoMtfJAud+we49LcchA0dpFysIf4DnAGVoaGCk5o/EjaYDhgZVYjynUTSvR0lRiJyO0uSkVIm7NI/i2EW49QJiwQiCXheb16wUYHVFMoRYUMlYid+AlizkeMg+oqWr5MykVILMBVXyF5kgMfBzkK9UMT6fwYnhC3hueByZYk2AVRYvZO5LDKb02s2D80Vk6awAXn37Prz2wGtEJoQxDUkP3H/oLfOdp36IXL6IDSv60Z5KI9nTjum5OaRjSWxeswYL87PwhYOYm19AIhqXs40gYmZxSTCWVf39QoSjLmmpWBBJDTLOc8LstqXQy/8LhaJ0Bk9PTYu5Hp8XDkQwl53H5ZFLKOZKMl88i3PInzmFsBiOs/PBUuQ0YXRyr9e5kMSZKsYU4pbcr0YQL78TAJ17WjgsGE8gGESIe2IkCp8/IGZqvEZKHdTJzGdMSJJCKIHPff27ePTQCVQ9CmPinqpSB1VEN7GtWZ/NmKF5D1rze7NXmJzbPKvxHB378t8Lr2isXrHHvQKsLtvyDbCaWVyUygVZBqxgM1ghuGrTddvjolavY2Z6Wm101QoK5QrSbe1IxBOYmhqXqj6ZDVxgpJPzYGRCwUMxm8sjlUxK9Vt0aWrKBZ3mSGTAcoHb9RoqNRrnAJeGh2E5Dp589BH0JhMo5Uvi2sq6xVLFxrlLY1gsl8FjWAGEqsXFAKutrqZmUbTqmpqFY2QDDLDaDNSajqRSdRdnQO0w6dSxf98+fOB975BWw1KxJExP854maQ2HYvj7f/xfeOKpZ+CVthsCGNcGrCrgoBkctAYCjeBJg8Q/sQm0tCObjYWsCwq+E1jlgaFaFlkdVcBp68YiiZK0x6sESirMWgBaJVEMygmsuiglfIjtGBDG6sz4JOYujsOp1XDjbTdh5MQwcscnkahSp84j4Hk16mDT3fuRrZfxwsHnsWn/XsyNTWH8xdMY2rZOGKu5xQIu/vAUrNk8LHZ6e11hzcjmzWCHJhTGbOUKHTktVq3NtiRA/v8gBWCAVRkrDcpKp3JTHLMZsOoxb70fcv81y4pMNYVLOKiUFbB674Eb8Xef/kc8+9wLgC8gSSoTFKMZZw6f1uTBBJ7mZ/8SYHVgx+u0bo0BBWlsQracknMQxqeIyFdE68iAWxLn8F9s6wvE4Ym0w6V4Ptcc23wbTCWlXSczwuZ7ElwtAeWsYqzaJdF0hUNgVWDYl3RlN7EHEzmFaaqWe9H7pSGDNwx/UDFZyZQAA3K7ALR1wR/vknXJpKAu2jkOPMUc3JJirLK1hE6PNHcwZ7ySAmiyVSV4ayGMqjnQkrAYYFWASAJRhrGq/q1SRfV8JmuEcs17NG2ZFHuyNdK6UgrgpwGrsjFoDV5dlBFxWyH3I2ZFsXF1AltXJLGhsw1bVqZFv3qKa2zvveh84xvg+DKSVPN6eX/lHVsSWl63XH+Tlyp/azJOW4DVxrdQrTIcgY5El9JCkk7qFiBUf47Mqwbjp6m7alr+heUqwS7vRXMPFLjKsF5bX98CrLYecWRV8zsY8FQ0IfWaNsCqsBP05zHJIEVlwa1j2nZx9IXP4LPv/wSi1S6sHUhiIJmEr17F5PxlFGtZ9HX0YHPPOvSkQtLyGQ15EfH6BVgV7F+DuQQJFatIGQepDnOluaj+rszv+Njwqx9ddkq//D9/7uffdsX9M/sJ17h5CGhszMm0XrQJQFtBT5dmRS1MVukm0YVWgiOyV+rWNjIt2RIYjmjGpW4HN59pmIcmyTUJNRMyJk/8HGHLVCryPxlAiiFPgyL1LnwOWVrPnTyHf/rfX0EsQOAoKtdUtssIW0HctG8/tu+8AWXKgugWacM6EhDTFFO1rh5b/vme/JzjJ0/g8MHnkJ1bQNgfwj2vfzM++AsfQjAWx8zCgrROE4jgWdn6UMl1vRHrqDOT55J6ntKgV8m6YWgZDUICqUxuOH68V0xsZH4EmMAW8bE//Qi++aUH0Rdfgd//7d/DrXceQDUagQhMWF4UCF6TFcaZ7ag9Z/njpYFVJd/CBRgOBzB29BEULj6MJE0/aSDFbpVKTYrGZI8pWSB+L8YCrm4fJ1tLgcjiFi965NrogTU5ngssdnksZWBSKCBXqmFkag7r9x3AYtmLrz/8HWGebN2+FQdec4uYJvoCQRkT/s+HOfsI1ijww6wj9W3JriX4dHlmEmsGBtEdiqNi28j4XQRs9XqCm0F/QIgB/HuELdTagdpIDijZAWUUZDRRLcZ13DvqdZFB4H0yAGorc7W13dnMdzNvTeHWJHV877e96/rMq/77H/y+Mq3SvgD8U7pOPD4xLTzy+Hfx4tOPoSvkQTpuIRVPIBqKIBDkHk/SsB/nMlU8dmoYkxm27rMnWMmQ+AMKXDCgEytZVojttV5pfyf4ZoXIZPbBIljBdeuGEEusxMzwRdG0NTGPAKviU6DiILIE+b3JvCQ4R7kH+oyVK7Yw7CjBJCZSZCVpXfuXAlbNHP+JIoJO3s2+x/GOeoPocW1sj7rYtqEDwUEvzswOI18L4elTNoYnfQgFgqhSI5JsNDLMtIyHtOxq47LVa4bw7971Htxy662iI/riiy/KXF+7Zo1IErE9tr2jW1qx8/mMMAipVe/zBFGr5FEr54WxLW37bNUVDWnKOIS0AWpA3MypBc1CHD0Fjj1/HJ/4+CexlMvAw3tTV870wXBYroukFdlTxazl6sCq2XNVrK/kCuRPDyTPU0YvLkMqDKxehV3790jrNAE6AcgpDunYKOQz6O3tEW1VrqNykflYCd0rVmB2ekZY5lyfIv9BvVWa/FAyRIOQ5owxny+FUN3V2Pon900pdrDIVlOyAAuLc+JlsWb1Guy8YT+yS0Ux28rlF5DJzqKzfaV06fD5K/s3oGvlIJYKBRSKTaa6nCWGhGM6JjTb3sQCJvaRM6iFsCFnXYtkldmPWhmr5j0MsPr//uffePkD+yrPWL9mQHUD0h/E70dbMokPfuD/wr7t63D84DOiWerz2rg0OioanBE5kyrSHm5xH4AXpaqD8el5zM/m0LtihRQde1asQGdHh8yZ0fFxLGbmUbPzgIemv9zHub/VUKzSiNBBoeZiMldBxrXgj6XgdPahmM2JoRJ1BNJd3bLn8EygrIqHBSkdzYpJWyyGQJxsU7L/uYfKsQbXrmDq1BGcPnQYxbl5eAMe2B4HFrkdhnFII08f9VLJUiXwr/Y3XaW/orDEM0zuLTMJancSlAuF4LUCytyWFArmKtlFlCZGAbeMoMePjngQt+zejK1DvQj7HAQDZEYqEFd8KFg41CxwIdBQT7wO1CiRSANLml/ZdeSzBVQrLCg58JIk5jgYm5zB8xemsZCriLQMF5dii+sYWLMqW/MJ/v7973s79uzZKecPfTAkb4WLQqmEp144jLn5JXQFoli7bi2ciA+HjxzBni03YH3/ALLZRThWAE8/9xw62zuRjkTR1dmFUkHhOWvXroXf4v2qiGEj5QeU3rsj65VnHzshJyamMD8/L7FIOpGWawh4ghidHsPpk6dQyleQTiURqxZQPndeOorZkUXPE+6XIgfDMeS+ohhmKoBXoIj2EOHEFwqBxEcEUq1oHJFkEolECuFYTEBWZiYsXiEUkVyOoL0ApnVbinsjcwX89z//n7g4nxUjOQXRqGL6cmC1ic1cWaxrPUOW7wNmeV6R/2tglb+bX5i+rjX+b/VFrwCry+6sAVYLZaVxw81XNlAAYRE6VvRvtvyPjFyUw1kdUlwsAamULS0tqhY4fShy4RqHXNLcqelHkJaMgHg8JpujtNJRdyWrqibiLi8CzMDZF0+jt70Nx488L7IAHck0SuUaxhcWkKlUUciXpT2AIJ0kMBpYlaBWV7/NYvqXAquyHSiZVc3QcLBt6xb80i+8X66bTF4C0WaRimYj2zOCYfwtgbSDhyVZeClgVV1nc8G3VloMsGpA438JsMpxikViAnCbhIVtRKwOUwrAJMuy7WnWrkmueU0NnT0DbAqrpS56TYW4F4mdgxjcuQljFy5ifnRKRN333LQXs5cmsXhkFPEa2a7U8amjFnWx+Z79KHjrOPbMc9h84z7Mjc1g9ORJrNuxHv1bNmBuagGTT55DYD4vBy+dxdneIAkLA/Wacug0QVATFFJoDkH8RsBzDcCqvMbICGgwvTWYN5/TCLCWrSczjqadulat4X3vex/ufu0+/N1nPounnz0ildQawWy6hWt3zKsBq63ghnnf62Wsrt5xQBifwiBRPaCip0aZCoKPTjkPt1oSJ1s5GAUcVCC1iGGQsRVKwsPqtU8yZwW7KWV2er9LMs2ARvRjmfhXanBKRVIQ4K0X4VByQIBVxYQl47M1wFBHrlkLbA+UnkFZH8JWpTMlAVkCupZK2uoVTg4Cq0Ug3SGM1XqN7cRs+aarM+ApZuEQWK0uqeSdny0gFr+fau+7dmBVBwhaY9VwOa8OrCp2kGkHahzay6Q6rgVYVcZmisspc5IyDwDiVggru6MY6omh0x/EjqFurGqPIM8AemoeZwZ2IfneDyJslVC3y/CKoEfLyOv2cWElNRiO6hlKGVc9NK9Ua4Q22aSGXUrzqtb2c7OvyDs14i79ySI1oB4Nw0RTLNHPNUCvYcaquK25b7YC4a0/N0zYZctU/imFOSMRoD9P2oUcHxacKiZcFwef+hS+9MG/Qcq/EkOrIliViCPo+DA1P45MdQEr0kms6x3AymQ7opE64iEP4nSiJWNVDZrMMjLm1d6umBEcX2ri8lrVEiLoqTjca3/1Y1e73J/6MzJWzRibJzYZQhws9VnsCBFmRgNgbeqf8nW8Rumg12NrQFWlgSeaKvL2BiAVxiWNCegWrM99w9rkntV6dslwaMBW2Ao+vi4oSaRizJDpVQUZVeos53UrsI6MqMUq8Om/+UfMjs2hI5WQmF2cmms1DPSuwo233aI0WOuOaqsn81GfZTRH4cMwp2h4RKYMgfSaFzh68jiOPXsYublFzC/lsHfPfvzmf/ktrFm/AQuLGdl3DFOxde83zEqCAAqArDQ6fXiUMFnjuAiztVptgIYE+AjScZyNNifHslgq4P6/vB9f+uJnsWvNGvzXX/h1tCfW4NCLw7j35+5F14pelHIeWJxP3gpsJmzXCKwyUYHPQSAUxPzwYUwffwDJQB1hFvxqRRUD0pW6WJYCumLmEiBm0l8X12F+N+7zdGov18hmZZeDV1jGAkySrW3XUKq5As7yHi3li6j4gth9xxvQsXIIf/+Zz2J6KY9EKo3X3nYz1g32IVcsCuOGyTnH28xDtgrKmq1WG2wUAWVsShlY8KYiqBfLKGWLsCIxMcMRMzyfDyErKPEr7xvfl3OL94t/yjwRIzLKHIi+jWIcy7pUsS7BFrZOy9bVoqnKfxsGsmHAmbVngHTzfAO+8vrf+d6fv+b1zRf8/u/9jgYWlAyAAap4PgajEWRnxvCjr3wevswk2pNRJNMxxIN0og8h4lfF3JwniGeGL+HJ8/PaBEsZOAmQQeAu5Fe6rCFlDsp1x2OYa9zjVW3wBEoZeRfKBDySmL80jvmZGYm5VPLLbhGOI/dSBRLIuaBZeGuHViPhcXHm0iVUXJqP+ZUwkDBEmwV+M0itye1ywNWAh617iwERQ/4atoWD2BWJoWdFBNagB2fnhjGddXB4BBieojY8GXsOHJrpiBQ/JQ38iuQBYO9NN+JXP/xhdPcpbXLeZwVKatM3sssCnOu6+8euKfMoembXXLgBD0q1orif22U6n7tSJ6akUdAfhOULyP8EJ7kfslXb73owfGYY99//55iemZMuHU+dLD5laicyJSzYMsaiL0Czf6oxR83YSVypgVWz9/pp9hsOy5omiETQh8Dq2o1rEI5HxcBGmJPUeyzkpNOIBjiM6XmHx8fGsHLVKhkj7hGUdqPjOKUQeN6yFVyZ6Knz2RQb5Kwjc1mf3WaNmNyCzD251y6l/1XHZKlcwPzcDLJLWezdezPWr92C8xfOYWZmAotLcwiHKPexIC3XW3fsR+fKQWQKBWSyiw3GqipoNs+01uJH617O6+Naby2E8XUEwg0BorFwdaGO12ne3/z5W//p169rfd93zwEUi3kBlKgNvG/3Ltx2y63Izoxi9OxJpGNRdHa1IZMv4PzZC6gUy5JDRIIBMamquQ6y+QrGJqeRTnVjzeAgkpGY7L+ZzBIWFxeRpfkiaoglgkim1B6by5awlMkLoEpW6lLFwaXFPPLeEEJtnQi1daOYySqAjMzRcAQhKyLMVClOMg4X7XrleB+Nx6SrLQA/woGwGBhW7CJCsRDSJFONXMDhxx7FzOWLiEZD0lWmunoYL1Av1ZL1wb/Le/rJ0Fa6to2CsZBrdGeMT8mhUCJIdLBFboQxFvVZffDkcyhNjqJeLyEZjqK/M4479m3DUE9K2tk5d6QLg8AccyFhSTJeo7kxu3NoWFbD3FIelyenMT41i3ypDNf1C/6RSEQRT1AL3ovZ+XlcmM1jqVAR+RSuIoKNoj/dws8woashLX3g/W/Hnr27RX6DgLPETR6gVK1gKr8k5lVWuY6bXnUTzs2M4dDh5/DG2w8gFY5IB3HRU8fpixdlLa5MtiEVT2JuegrJZAIbNq6TsaPMYjSqtdw97E4OCyGOhDoCq5QAoQa0YDfyvW1xmJ1amMbR54+gVq6ju7sL0Uoe5eHziIjhmS3KZIo8oe4/F38DO9AhusI5VPgoUS4ltwIhkSgIxhOIt7cjlW5DMBKBLxQSDdmLly5hcn5R5kFUTKjDMl/b2tL4wbMn8Ldf/CdUvEEBsKXnWHenMak2a7E1hzZ7QOt5shxbuSJmbinsyrmj9ya+zyvA6pVb3CvA6rIt3wCrn/z055DPU9eG7Aq/LEBKALSlUwJ+kl1KtiP1liSIpDg4qyt1B6lkQlrGWeGPReiKHmkAJNzoZmdn5TXlMllrrGQzCFE6nQzCZJ0pQj+KxRIuDA9jZVc7irkcnv3xM8jML2JsbBwXZ2ZgcxO0IcFInXqdBP20LtfyqkPrgapaktRDaSWxpU0ZXb0UY1UFa0yPVaAtbfCug4GBfvz6r31Ivi8Zq1ewPU3lzgrjf/7NZ3Dk6PGGedVyxmqzYnJ1YFVtBP96jNVgIIgEnZzFiZim7QwUyUxRSScfDSB6mTN0s9qsNk05hOw6Aq6LXBRI7h7C4M7NGBu5iOnzo6hVKti0YxNqmRJmn7ukpAAqNgqVEuwYsOONt6BsAc8/cxib9+3B/PgMLp88iQ03bMSqzeswcXkaU0+fQ2SpooFVV3RcyJiSNokWN+PWjZJBokBAAvbp7ySafc32VLPBtoKZUqHUhGLDWDVi163zSJgnNP/Q1fgrAn3dTqKABbaWeaSA8B9+5j/g9XfeLFIATz7zvDCYK5WauIC/HLBq7on5jtersTq444AGKthWqfQCeSCK2y7dy0RjlYYw1FxV2kGqFVjNQVaNPZE2eMTtXbX5GXBNAENWpAWwldqhcoGv1OEWqX9ag9ehFADbsyqS8Mrnyt9YiWzO/8Z4MimT1g4DrDLJ9kvw4vq97EBRiRsTa5t02hLcZBzeWBucGq+dCBY1e7zwlopwCa5W5iVxUukfv5MCjhvmVQ0Ujk6RzWtSY99khahrVP9LNV2+gWpGf2lgVVKMFjXlJqu1kQQ1mt353j+dsUqg2VwDWyoFwPEHsCLlR19nHFG/he5EAGt7OwFfSRhC4TxwfnAHIv/+fWizAqjbxUa7vqwJlfFo0E2BfKo13yRvYhfW8i/Dt2Ug2OTekolKYNWMYCvjVBWLlumztjBQzciq1ikC9E24uQmuqhFrnTcGZtaHSeP3L8Xa4xNqmmUuDCI9mgzGyXResIu47Nbx48f+Al/5uX9AZ2wAQyuDWJVMIFgPYWZpBovlGbQlLQx1d2NVuh/RsI1EyIOEFUDMFxIjE2OWJful1ozlHuKX9n+lua1AHN125vFg7a/cv+yUfvl/Go1Vs18Y4NSsJ/lTSw4okzA1fgZobJyN0jKv9i8DChn2hjogWjnWumNECokB0VozZkCapKDGtQUAl3NXjEVUcdaYYJG5IOw77hsaxFVFsyYhywnF8NA3v4MfPvoE4mE6bAcFwHCqNVh+C7v27cXQxvXSSsi2MiYIxuRQznLddi/vy/+pjShFQ2qneXHs9Em8eOo08osZLEzNY0VnD97z3vfh1XfeBW9AGSnx3hn2oQF1+P1EzoBMz6rq1FHsSrUjEFjlcwiqkSlCIJUFZz44XmZMxsbG8KV/+DS+/fVvYm3XKvziL/wyXv2WN6AeDWKpWEJXZ5vsu15fSO3NMr+UVEvr2d3YT15CY1UR/2uYnziJ8Re+iTZ3AREfr6MOW/QNiyiQlVauSmxAB+QaTY60IUyN+njsaKorA7JCVf2OBS0moTQAIXpEBg/bS3mvaVxYrFQxsGkr1u66CamuXhw59Dy++vBjCEYS6E7H8ZZ7D8CKhmScOWYEQY2BldmODfPMzCmvsB29os/PVWzF46hXHAQqLiq+ioCqwmwulxssWFMk4Nzj5xigVcUIBEvZutmUcFBFBKWZbgBUk4C1Jm6tzDyZby3sOHOPed3Xy1j9nf/2242ChrSSa0KB7NNkarl1HHr4q5g+eRDpeAiRZFS0n6P+GMJs9fexmOTDbLaGb5wdQ7FcFFaqFbYQioYQitCR2aeAQtmvlAMzdfvE5MrWEhAueUpslY8hFOxCOmahu6sbHZ3tso/lcnlp4y7lCsJULtL8irIdtRo6Ozpxy437MHbkCH506DkQgqv7aKrJ5JhxhZKmUYm42oNaH+Z35mdmDZoijonpZF+x63hVWwxbwxbaemKo99h4/vIw5nLAixMuxnIx5RPgrYOFFoKllImV++zUcde99+DnPvTzCEdpElVQ+tH6jJTTXEt/8bOpicn9ix1KtXIRdrUiZAABVcj8ol4z7wH3D5FWUv9LV4Yxd5HOII+YyJ47fx5/8Zcfx8zsnNLSdZXOpOhkMk7THXpGA93EJ81x051bcrY0wWpeK/MWkfsiwiv7iQfpVAKrBlZi9dBqaRvnPSsVc8gszTUMWRk3kUyRTtM5PIF8sYBgMCIyCLFkQq6N7uL8TpZoYDa1VM05oDqcmvfWECPUvqqez3zOFMTIVmUn5OTEJCYnp3HgwJ3o7x/EyKWLkldWitSIXEBvz0oMrNks5lXcd9jubvbE1vOrdU2a35s5xs9Uhr3qXBOwyENmdlOjuzEXTeFRn1WtOcJv/sqvvvyBfZVnfOr+P0bdsaWdfnJiDFMTY+hItyEecBD1ukjHI0ikk/CHIjjy3DFkl3KSNwe8LkJklgcCKFZtVNgN5wugRrPBCsF81XHCPZqt4em2JCIxtmVz3wbyZKdmisjIXu5gKlPEXNWFm+hAkLqbVaY8dcQSMdRDtDn0IORl8SsBKxoWEJQyLtz/OdeCVgiBaFSRW8SzSPVEMfdn5xSLPrPnzuDgww+jujgvTG3mXHzwujnPuU4Y66v9VXVLyubckqMy5uY89gctRW4SKR7mIXydkiwRQLOQRWlqHLVaEd3pFNauaMOdN+3AYFcKsSglYTxYyuVRLhWlHV5JGvhl7YosStXG3FIWZy5cxsT8EmrMOxhzB2OwyDyX80HFLgTFpzJ5ZApl0UGlBBTXKuV9JF+SHJFrjt27lKNQUkhvvu8AXv/6u1XPIwtdAbUf5UtFXJybwoVzI+hLdmDbju14/NhBLGWzuOfGW+ElicTjwVQ+g8lsBuV6HWtTHUglkpgcH0NnRzu2btssuI3F4hnBZn43MeerIV/IiaQIL4THNtcfSUt2VXmS+GwfZjJzOHjwEOxqHW3tbYg7FeDyZYQIHBv5HxErUbkUm+dE9kTPcUOCEGap4C0sIvGeEViNIZhIIpxMIhqPwwpH4An4hRGcLRQwPTqJIk2raehWYv6oula+/MgPcPLiBKpiOEdfEFvyRYK7xrTPnMFmT1Tdx4rC0RpHNH9/Zdee2hdau5cVbsXnz8+/Yl51xbnsLj+pr2sL/LfzIgOsbty6s0WXQk1Atu6wDYhBNYNNtu+ptEqBfawwsl0kGo3JZhGNRcXJcUXPCu1WyRaDsryEYCYZsO1taQFkpcTbaL9VFXF+ZqFYkDaSrvY2JVxct4Vyf+LUi/jWdx8hL07a0fzCvlMOtARHZUNt0VBdHphJWmtYUBpYMdUiHuStTbkS0MnzuUE0ARappNZttLe14Td//ZeRTieQzWRkbIzLHVvn+bCCYXz8k3+NE6fOiNOvSmO1tmWr0Mr/Ye/No+U6qyvxXfdW3apbc9WbJz3NlmVJtiRbso2NjTFTjCFgRofJDAmGhARCOglpenVndXfSnQ7pQBJCYhII4JAAIUACxuABPM+SNc960pvnmueq39rn+76q+56FASf9+yPLtdbzk+vVcIdvOGefffb2sL+kNVgfiJe5Z9pvDTis2GoXBl7awKi+tt7hzrYnth8ymeMxiwQDJRwqKhHkNVOtjAQOVVJrHBHV300gptiCxKXIDMwHG0juXIeRy7di4sw5zJ44h0algs2XXYxaoYqZR0+iq+mgxFZ+ugNHWtj48stgp1w8/uCjuGjXTklkz+0/gEt2X4L+LRtw/vh5LD5+Fk6hJlIArFyyLaJZUy1shq1qApoVG66u0Mv19ARx3gTfBOgiGyGVNE9V2giMq962dmbfAWK1uLl2B+X9kbuuXQPVOFQtCZVKEe9972247trL8cW/+3s89MiT8FmOksMgm00HbdJCrYNlkyR07ola3Pl4ocDq6KU3dlARZe2uNj8yKBjgyybPVv2aOIYacFQ1slNo3oad7EeTUgDSo6u4fgzs1DWyxNCCAYGYVGnt03q5BLCyTOCTTAsyPGQeeNvXVMAhDyUK2QEujbqm6B+pY25Z1E/SwGRTppvpMAAAIABJREFUKwYyII66sNy4CoybtJBXQRoDy1a5glY5o2QJoNhMRNKbsnao8/HOFeNKb1b6leCqeVYxaVUToy2asDJvPUDSCvhUO7SbFUVGCR2apTN3ZQLZ0Qz1rD/6SDX/R4EsPrYaBcStudv1o7fLRSik4N2UG0FvPI2Ir4ZIAvDl/Mjufi1i7/4FJHwlVBtK71Z0kORYKJ2nEVIalGjTKgXEUWNSGdZ17o76N1+nfdHVuG8xCehW7FbTDqTvaPvKMWiTxO65rf3Kiovnpgw4vCzVFg2etJGV5y60jTJUZbkD/kk8rvcF+a62EZdi3dG9lZCMyOOLkzrvfAvTTR8mfEu45xu/j7t/7W70xrqxZiSOgVgUkaYfc9kFzBbmEYs42DQ8LO708VANKaeFFAPGQBABi2UDNneqh5il8bx5z0QGQAE54p6qwWYWMTb++p+aU/uZf682r2q/UY8rA2grHWoNyZvxqvfFNmiombNmvTNBsgT9sj+YH1Vg4icyVqCOOjW8CVbRXZ0JohRO9BCWFju+V5gg7HhQLBS+LhyJqFa+YFASCjL9CcRwfWZCyICWCeW+w0fxla98E9V8GVE/YxJlwlMrV7Fl42bs3HO56KM6oZBK6KQVWbXj6VusirkspAk7URkycr9uWj6cGTuD/c88g8xiBrlsQbTGbnjZy/GWW96M9OBacVaW5IAAfIMu6iqBIEjCB8+NjE/uq7x+0k5fqSCdTsMNum2zKn/Uh3gwikaNjLYWzo2fxRfu+Czuu+du9Kai+J3bfwsj/RdjbG4KN7/ttege6MFygRInSkBEXIdlnvD7O7GAdw2j07qjiflktsJXgb8VgGPVsTj2OMYO34tgcxpJGmyQDUqH6FxZHICLZbKHqbnHLqaa/BAgZawgrZC1pjDeKnyOrLlmE6V6Fb4GtXFV+2yFIIHtoFrjLPAh2TeIjdsvgxtPS0KWTqVxxxf+HmfPT0kL445LtuDqqy6Va8ZYky2J1PznuGTcxQstjGq5rwrMblg2Qv4Q3JqNitvE2fwEGKVGKxb8kSiazPKqVcTCUcAmyFpGqZlBoBlEwI0q6RsfwRRqgwM+asxLHFZHrVEToyM+mg0+6zUpU4Uf0V+V9vXOamSMoPi8mm+KCcdj5jh8oRqrn/y935OEXIAy3dZNgFW6C4IhYR6effIhHLzve4gHfQjHQkhHQog6rjDaCHrKvWlZeHIyi/3TU2g4IYSoo+qyLdOGr0m9RQgLSIgElLKgYan81oQEGtzUG7ho+w68/FU3YcPIkAKt9f3hGFQyYtKOo2TFWLBtNSRX4Lz98R134AePPYWFlg8Ni/FcTUkT6T1h9cJnYnfvftF+Dbd63j9qThLAtFoI+HzoD/qwO+pi1LaQWtuLM805nJubRNO2cHjSh7NLYdhOAw6TdUIaARuhBsdaDd0Dvfj9//M/kEwlUSkUyFtstwerxZzEDLUXGY19gu9Kk5rrW0MYhBJ7cL1pKEaf7E9ax1dYoezuIbuOoADZ68EQIkEXJ48cxl/+zRcwNj2PAFttQSkABUpyjWkXzCTmVECgFyBo5xIa4DcxqgJWlY+CNGexc4C6mI6DgaFubN6yEfF4AtlMFpnlJSwvLYrOrkN5g2ZLXOa7e7rlHEm86RsYlPea7kPqTZMhLd+hdVTNfFUApyrSK0YqzeDKQj4oVyrI5anrW0FVpATqcn2rlJ0rlpDJZDFxbhI0ePrQhz6IZCKN8fEpnDz5DBKJJKLRNAaG1iGaSMNxQ5iYntYGVh3pEC8oz7XDFELMmBKSg85tOfaNg7uR8VGkNZ1HGoDmAl4PH7v9Qz/zvu194Wc/9fvSpcX7cezwQUyNjWG4rxejfWm0KkWkEzFp3a7U6jhy7ATmFhfl7SGyn7XespCVmg0UyuyQoNFeUwDCIPdYJ4h0KiWgeL1RQSafEy3Q6YU85pfyyFYrWMqXMJeviIal2zsAnxtBpVRHKBSEG43AH2bsbaNZqSMUiwsgRvKUMPurRGBVtMYcTVSVWIxkodNxBUyjFinluOJ2C8cefQQnnngUAfbiC6hKhqkyiJJ8usW9neCBkaKjbIgiYPEzLRrNcb12+F3KcE4MkwhiyvUgRmGjnllCfmYcvloZfckUtq4fwGuu2YXBdBz5fAmz88uYmJkXNq8USCwfhnrT6O9OgOzuSh2YWVzGmYlp5KrsurSQLZBZSoJMBXNzCzIuIi67HyzRqC1W6ihxzRQ9+iZCIXWOQhQwoLyexxz71165C2992y2IxVyRX+F+x3PPlPJ46sgBLC0sY+dF2xBJxfHg049gtH8Ye7ZsF/MpElpKaOLYxHkcP3sW24c3YO3wEBYmJrF2zQguvWxHW5JKwGIabtHTpq66NIQopSWeTEcIMRFZ5uotTE9O49FHHpX9P5VKoNsNwjc5DjufEwKL13CSsZXFmEjjBVzz2kxjxhlcFwKOkkBxHJFPoXGf41JrOoaAG4JPcCf+OHCsgHS+cP0q0AsmEMEzBw7jk5/5LBbzRZGuEDBXz1uuL51k0uQWOr9kaqPzA44jk4MShG8XV0wx1OQMmv3qxQ44ABcXZ1/QHP+P+qYXGaur7qwBVtevv0glXKvaN9SQ7TxWgA+rKvJ8FVumOLYNCCjsDV2hYTI50NeDZq2EUEDBA9J2QeFtccsMyKJ/5ZVXYc3oiKoCsYrid3Dk2En89ec/LwG/tBprcwNZkDWwKq0xkqR2nI69QKP5d3th09qhZhExZ9l+j9beM3Rx/p2LUSQcwcc/cjtGR0ewtLTQBlZl09XqzIGgiz/99J/hyPGTAqwqqOAnAKsenVSvFqxhwrXviWbdKqbgSjMmc+xyDQwjz1Pt53Nkb7DNJ0imD1v483l5GxkpEsho/TLvGDDBiEqyFUtCAg5xQvZJ0Fh0mkjvWoeRK7fh3MkzWDh+Hq16HVuu2I5KroSJB48iVSdjtYGgG0bBqWD02ksQG+nCg/f8COu3bcPS3BLGnz2EbZdvQ/fGUZw5eBqVZ6akndxfU1eiWCmjVWf7ngrkTHDkvW8mwGxT/NtJ/Uox6w6wqlo0+D5l0KLZa8bEykP/7wCrHTaX+RzvvDDAqCRn1RI+8IH345qrd+NLX/5HPPDQYyKhwY1N9DefB1j1aqwaAPmFAqvrdr5SMU0FDTcApg80kRcd0mad26206gslXIBHpQlpS9upDTs9iEakm1m9OCe3mtTq1cEmrVNtFVCRodpimZuaWdWKtPhRb5VjgpVv49Hu7Y1Rl112PrUOSbu+Ar1VRKLdhAW4DGlnYX55TemMMXGLx2EHI5IkM3kkrZVBKseMnFO1iGY5A1+tJEw3AhKEjdWjc+/VkawEOtVrjBNwGwVWyYzAEgRWVwKF8g6pzujXa3H31cCqtPWtWpdVs6Xhb3rW3zZTUxc5CHj7Awj5LaTJTmI7HSpybrFQGD2xJAbiEVihCqrLdSSveB1GPvxLaPqLol1GYFgAfG0QJf+Se2DB4jqriM2aHUfg1bA71frdbvfzUEN5RQisCjBLIJFDbhUYyjPyGwd5MecgGKxBDK1NaqQEFNCqv7flMdsyLFv53WGkm6smc5PHIJG6cp+Wn/atbaFBsEH73cvaATJUGphu2Ri35/C9L34CD3z8IQymejA4FEN/NAq3aWF2aRZT+XmE3QA2Dg9juKsP6XATXS6Q9gcRdRz4KfWhazPm/iqzKku0/PyWlrLRmqvqKjSx6aOfWTUafvr/ehmr3n3csPC8SaX30xSA3WmxM+PcsBpMUmzmiAJPGtI2xjVM1iUNftMgiBpeRjtU2vyphawfJilVwAvXD2Vqo8BVxVIygbcBpcx7+H1kQs/mcvjCl/4RJw+dRMJxEeCa4wZRzhWQDsdw1TUvQay/R+RJ2EkjRU+TyKzS51SHxWKNLcmPFA/QwtTMjDheE+QYO30Wk2Nj2H7xVtx66wcxvGUTMsUirEZTdHSF9cqEjgyUVhNVMT+xVBsrZVDQEqCQ16In3aMYIfU6YrEeabNt+GiGcwx//ad/iZNPHUXAKuKXP3Q7PvK7v4OFYgmLuQJ6e/vkGGni4X2sCPY9TJ729ZZ7yyJTXYAjshEjFnD+0GOYPnIX7OYSuqI2fNLGzzigivxiRlg7ZKtWay0BUcnYKRSrIsdUqpDBWket3kK1rnRwOYcszWgt2gIBgc3dlNmW1lqfhd6BNdi6ay+afsVIJRBPptvBw8fx9W98C9FYF7q7uvHqV+yVGIUJHoFV16WsFFs1CXR0GCdGp7/lb8HfspEKp3Bs/jSOLR5EKFBED40yfH5YgSSiVhTpSD/8wR74ak1UW3UknDAoLFQpUBKgiqZVRSRoo8Y8vqbkMsi8VfNXuUAbtos3JhJXe4+0RmfudeIIJqSMrRjf8jN+8U3v/ukT+gKv+L3f/URHK1MARMZiXA+b4jbPvXf22LN4+q5/RtiiKUkIyXBY1ijXr1pjeew8lumijfvOnsNCFXAoeWBRD7AFuxlAq6FeIzr60lWmjeB8jOHoddDAZbsvw+vf9EaMblgn0jpmLBrmtnT0CPBsS9JOAE3MbQmIVKs4d9f38a/3PIBT5SJqNIiDHw16EPwEG4LnA1aVVJcyMOH6wU6BWMCPPX1dCE5OYW3KRWprP876F1CozcANBbDviIUDZ/xoUIi3biEQtFAF1xhX4p53vu+deO1bXo9MZgn+el00aM31kFjRxMrSUaGuF5836ybvszFKa1BflcWWCqVCaiJ3ovIUJTdBkEFpTgdkvNfzBRx78jF8+657cXh8RrSQfZqxqlj2Kv9R25pSAPXGn6uHjolbzfMEPAmEEzDn+OW45E93XxIbN2+QeTc3O4f5uXksLi7KvVszMojh4REpgjFHGxoeku43upaTnUwgMhJmUddFQGsA8/uUlAylRUqiT0vWWb5I8JSmeDSpKiFPVnOxiFyebfgKcPUSJiiFQA3aRqWK/PI83nHrm3Hbe27DQw8+gvMTh9E3MIJEkoSeNQiFwkIcmVyY13INBKg6c9e7B5kx1QFYtUa0vr+yHwgYrIyuzP+b+F4KXDquMeOBf3uhwOof/NePtnOQ82fPIr84j3UDA1jTl0a9kkdSzA1dLGdzOH12DNMLi0JECPlplMmSt/IDoZksuwn8NLUKhRB2gwgFHLh+W9reOQdpUrWQy2F6IYeJ+QyW82UslwrIlCootWxYsS6EUt1oBYLCSiYrVAwn/UoehRqvzAm6evsQioTlOVmfNeOYBJhiPiMkC5F0sYOwAyFY4QiazOPKRQSbNYwdOSQ/BFdVJwU/QxerWmwXD2hZEVWskyKEMB75OuoS87M7TFZKHYlOvpYoo7FXNbuIwtw07GoJA+k09mzfjJdesQ2L0xM4Qem65RJypTrKJIPYfrhBPy5aO4hNw70IOarQlMlXML2cxfmZJUwtZECN9r17r8C585N44smnkEqmkUxFUCnn4fMHkS1VsJgtgDx85teUVWHnFglh0s2iNVw5nwlIb920Fu9+960YGOiBG3ZEdpExT6QrgYOnj6OYL2Hj8FrkaiVMz05h7/adSLsxFCslhBMx1P0+PPDUkzh25ixuuPwqRJ0AMnPzuOryyzEyMoIiQXapy6icXc0JRSYQNKHelGKaWdvkOvu53ldx9vgZPP3EUyJBMtzfhzjPZXoaIeq0GjM3MQvWgLcwepXgG38IpHJtcxzqQ0sbnBQGuV+JWVUoAjcSgxOJIBBWDGiOI2X2xUKwMGXgYz4XTuGLf/81/MXX/lnuV3veeRa9lWuhmtPy4JjQJBpj7MenO/hOBzdiOiv7+irpH1O8WnoRWF0Zi77IWF257Rpgdd26ze0/mCBJgirNBPW+awX45AHvTHBhACFxGxR3UFW56k66YlLA5L9Bo5yGAscIrLJ1hHpdDDK2btuOeDIhjBA+Ry2Oc+OT+Ms77kAmQ9FtBbgw2FbzRYEj/17AKj/LbMCSmWjAWRJCaiDZfnzo/e/Grl07RLdGSFl0UzYgHOn2gaACVk+cEtaGgjtXtj1fKLpeYbKl4Y5/H2AVoBQABeeZbOZzFCMvyOJGjRZzvmaRMe0z3uSNlR1udJJc1+m8ru4rgdXeyzdgzZU7cPr4ScwdGxOoaftLdqOYKeDcjw4h1fCjlCsJu68YqGDjjTvRv2UU9971Q6y9eAuWF5YxceAIduzZgeToEI4+cRjNw/NwGj7Y1KpiK0ClLMZKlKXgvWaQahZWc49MkPSzAKvC0BKNzRcGrP6kYFYCL0nmmVBVcPsHP4irrtyJO+/8Gu69/yE0WwxO6iuAVWVo0wnsDHvMLORGeuCFaqyu2/UKpR+3AkCkwZQGVtlKQcoOXS6FTW6A1YbSPGRrTXoAjVgvbDhoNito1spKqoL6qzIVG2rzZhWR40OYG/zMBnz1gjynGKuK7arcwxW4oa6lAVYJ7vGDtHkV/9022dYsT+W0oT6bAB0Z1oku2A5bewwcqIM0AX6asOoVNEoZtCp5BfAadyW1ejwvY1XN1dUJjG5ZlNGugWDD6PQUS1SRVB2vDgH11JdGcPXJq9qcFG+yA2KqN3jZq+qCKA1otiNZcCwgwBvAoMkGYq4fXdTlSoQRCAPl5TK2XLQHOz7yEeRGYqg3KcugcFTFPDbMKwVzKsaqliORr1ctvoK9GthXXJ/0Z+j4hUtmmsCqEXjR91i+x4MN+VcVfjqsL3VuigWr+MASAAlQZP5vJezcBl5XMGq1Lqw5Li0voEBexTQiy1jYSsagoqWq/7N1C+P2FP7pz38TT/2XpzHaN4j+Phdd0TD89RZmF+Ywm5tHKGRjdGAAIz2D6IlZ6Alb6Ar6ESOwyoCfIL8wI9X9JLjB7gyajPlFCkC3hplr42tiy8f+/EJbw/M+98Hb39qWJzFroQBAnVrFipZ882FiNqAZ/uZ9piXT7OPmeZtMBF1IMW3R7eKWaPXZYmZBPSyyVslkCrh2W4fSWyjSXHe5B8Is1XsJ2UpsFSPwxoSM94dxBPfderkMn+Pie3fdi3/957sRCdjCtqdxVoN6gcUydl5xObbtoolVVdrMQiGuVc/V3KJ5kcP2/rZBoRpXwXAEQyOjAqSUikUszC3g8Ucfxbatl+Dpg6exvn8Yb7v1VjTDDnL5AqIIoBVg8lRVbdrC/lYP7lE0eZFr1GiKXAFBZ7rtZhYKKPiyeOKZB/F//+CPUJnJYrCnD2+9+bXYc+WrcGZuHnteuRejmzcim2fhsybsjdUPb6y2+m+BpoUSzSUcJZcSchxMn3gYE/u/DaeVQyxkgZ8oLNNaA9l8DsVMTsAPAqjCutFgaq7URKFEsLgi7ZwEFCQ+JHPXx1iAuq9+FHx1tZYJaB5Cmdc5FsO6i7aid2AYlkUmsV/053js0VgCX/vGt3Dq9Hn09fVjw2gfrrjiciWbYlmip8ZknsUj1b5IvdeaANViktSgXqWNcmMJD+7/Pmr2Mvz+JuJ0FQ4Q6A4h2LTg+Fy4oSQSDk2N0oiE+lD3JyQxpAYggS3H8qNYLcp+ogpO1LwEAo6LWiO/wsXcjOV6VZ2HAU078UiHQUhQ1ujF8rUvGFj9xO8oJ2W6XVN3U7OzuPbVLQICDuZPHsJTBFZ9NYQjIcTcEMJkq/rYLky2K9mCDRQtF4+Oz+Do1BJgOajQWFIY+7J9KBaQ/DZ7s9qfnbCDm9/4BrzyNa8QcIOAmdpHFTPVAGIKhFa7BMG7arUs4BuvA9lzmWcP4K5vfg/PzE4jT6Yaze1FiuHCRmzesb26oCB7hBVQQLjVRNxv4eLBQVyRiCF/7jwSqQRGrr0c/VftwGxmGpNnD+Guf3kah04WYUdC0gUn97NVB0OHNcND+K3//LtiEke2lMsioDZoMV1EBmRXeboC4AyT38Slwp7VcZ2JleU12nleWa5oVp9ueaZM1Mzpkzj9+MOgSe+jx8+jYAqcPEaRuOoAABJ46X10dTxqrpO3ECBxpWbG8n0EfEUn23HQ05fGho3rBHA9d24cs7NzAorymJOphMw53m+y7ykVR21GakrzvQRqyVIl6YLdBmXKiFQoJVKWH35OGzAVJmKn7dY0hnFcG8kxBaCxxdoWJ3sp/JRKWJydwE2veTl+6dZbcedX/gHpNJm2oxhZfxGi8RRSiS4JXRfI5NN5nGgn69jNtAB79yIDmnKsm73C5BHqmirdZXOvDLDKgpoxWPTuMb/xKx/8ufdvvuG/f/LX5PpyD8wuzAsAOdCVQm/SBRplJGMRhINBZPNFTE7NY3puQYhGNIkieGV6r9j+HrAaCFP7lmbUSjRdrofocVYqYnI1nytgdimDHIHuegOZah3LhTIqVgBuuhdusgtOJCH7Mdd0m+323Isp61cgqKZMCu1QEOFoRPJK7n/sUJuZnESxWJC5T4kCP48j5CLa0ysSPvVyERG/H6loFE8+/BDmJicQZG4pjWSmI4bFHg5+ZXQkPwTjAtQaVh2u/BvvjFp3GxIjquKskm5x/D7U8xnUs4uI+n3oicexebQfu7asw9zMJPLFGjKFGuaLFTGm4hoWDTkY7klgw0AXEi7HXg15erzMLuHUuWnMLxeQ6urB9ddfi4WlDJ7Zf0CKEaLVXC+jq7cfY5Nz2H/0BCotSzTfqZnLOEZiatHNUsUYPjgHB3qTeP8HbsOWizdIHvbII49IC/zoRRtwZmYClVIVPbEUMuU80j1p7Ny0FZVcUXwyRKqEmtVnz8IKOtjcN4TDBw+iVWvg+muvQSKd0mAmNVC5njeE5KLMa1UuL0Z27EIOKc17FnEpa1AqVHDq6DE8u2+/gKPJGIuULpylBTj5fNuIVVZvbRRJ81eVrmignXurExSAvKGLdfwufg918APBMEICrNK4KiTznYxjxqbsSJFeEeaSPj9yNQt/8CefwQP7j0rXy/MDq51OSJnHAqzyQam3TiLS2U9U956AyzpWl+ujNZpNHMzfiwsvmlet2JNfBFZXrvkdYHWTB1iQrFMFzjKazHuUNlsbhJPsVFU9BPjRACQbADnJDHNSquTNBvp70vjwh34ZQ709qNIps200xY/gYspFpqZ0CyXQoaMrNwUb84sZ/PUdn8f4FN1HFYhpAon/V8CqbK56MnqrlTyX97z9LbjhhpcKY1U2Wq3vohJ/MnCC+PRn/gyHjp4U8yoly38hFpxegwxT2MNKNYGpARPaUgAvgLHKb+FCNTgwKAESxcxZiTZGUN5KrgkSzULSCcyoz6KMuqTipQOREoHV3RsweuV2nDx2ArNHzyJgWdh53ZXCJDp1z7NI1mwUsgWBS8rBKta89BKM7rwI93//Xoxs2oTFuUUBVrfv3YHkyBAOPbIPzcMLcH1++HXsSCFvJtJkEhGkEN0g3dLjDSpNhV7O6XkYqyrIVKxoWUwvyFhVAIy5Fm3A9gL6X2aW8LNUiyDb32r41Q9/GLt2bsU//dN38P2772NzjgQBwpjUjFVlXmOSGBV0muDde29eKLA6ustIARiGg0oIUDOtE9RbEHtODawaoxoNkNJgIT2AZrwfli8gRlRso2TbnQCrBL+ll5KRkQgHKSYpJ7W0xOWpoyHMUVPL7ACr5hJ32JKc8zSrkhI8WzVkqVFQo9Xk5sfjox4s22MltEIrOQiLRYwGASXqtrUUu1riGAKrVTQrBfkBE0kCbe0NdqUGr3eudsbWTwJWCQJz1esofV4oslYgtNnatQaaTpLa7eIa4GSA2AFWPWBie4xodqyBOOX6+GA1qQ9IaZIWXKeJVMTBYCICOxJEs1LF5UMj2PaW9yB37WXwOWz3Nyz6pmafEhAgqKoKKLw+oneqAVijrSvzQZ+LrAf6uNVE0RqrsiG0hOBsGLHttn7dht/ZWRRMzIfdokyA+j+dmncYrx30Vb3aHINuBTLblcJy+TnE+tVR84qZc+GfldGggrAbbEmV8eVDFk0slIHz/nF87f98FEf+11GMDA6gtyuIZDgoAevC0gIWc4vwOz4M9PZgtG8APREHvREbPRECqwqoMbU2k6CJQYwwR8hcpSSFklvpwAktbP34X1xo+Dzvc+//wC0qZPS09csaQnMjE+d6rp15HfcEo8FnAkyykrzrqUlweRNk3Wrr8Ha0RYUZrJNhJkhuyFXAKjUcgw6CBJo140Vax8hK0fpivAbKBKQlYCaLMexI4LWLJeNtQEvaCv1BnD47gS/+7Z1Ymp1HmG7a2q29UixhsH8A17/8BrjxqOiTkeFj1m6vTrgq9irzIdF7tSzRiUx29yDkRkTK6Pz4OVlDKuUqutLd+PRffRFTJ8/ixmuuw23vvQ2jWzZhqZCTv1MXUSRV9JgU6QKyx8VlWLna0uiC10S0Vltl3HP/Xfjy5/4OpbEShtIpvOP9r8WtH/p1LC9XMTE+hQ2bNsp5SEuxIF7ewsqKsPaCY4MFLkoVVH11uJaF7PhRnHjsqwi3phFl6zalDGR+02W8gmwug9xCGcViBYVyFflyHflSFfliGbkimasN0Z7kHBFglUur1pLlMfLsnbpPDLUCPgu5Zgvx7m70r1mDnoEhBEMRMOmS5IWJC4F4N4xzYxP4yp3/ICyrgb403va2t4rMFDX0e3q6EY1So5ZMX5VwCzhH/VzuMS0HpUYZDx64BzPzx5CM+eWc/fEIXBaQS3VYzQqCTgtuoIneQA12zUauGkYz2I9IuAeuP4pErAv+RkjYmj6HTHdq9zKxd8RciVJ9xrzMjCeJGWpKi04KzuxoqimgVWJe6fzg+xRT1YA1LxRY/e3/9HENNpHRwx9t0kLdzSY7kgKYP3UI+37wbbioIxpzEaF5FdlCNiQmIzBCBmqJBklLFTx2chIFMo9FtkDJanjjnY5JYkvMZ19980245e1vEpM1Al1M0A0TqiMZomImpXen1jd+rpihiI6pjebyMh79l3vw8MOPYx4NiNo3QdyfsMo9B0z1rGVk/zcoBUATG18dQ1EXN+68DOviAYlVpgtVrHvpSzG4a5f75KAUAAAgAElEQVQwsIvLc3jswUfw5S9+G+VaFlaQ73MREVZdFTe88kbc9IabsZzPyLrMJJxaior9rnWgVTWyrZVqYmbv+ksWmEhq6TZbs5/VqhVdBFOXWu2taoeilvPS+Dmcf/JBKWLcf+gsposswqvxJ3mILAOaiXUBYNWs3d5rxn+bdZwFS/5brX2quMf1OZVOIhgOYWpyWtqipauKTHl5jWLs6vYumYeq+K9avfmQHFBiaJ6QKozLHqQ7Fg0oTa18VfTTe7yOw9nB5SUUyFnybwJQW8gsLqJRLeCWN74aqWQSRw4fx5qhHvQPr0H/yCi6ugcQj3cp0z2aFerlUsXPHUkAc32810ldKzVHvbml7Dnk8eg40fxd5UAMb1cW7XjMt7/vfT/3/s03fPI//TKWFhZRKRaFzOD4WkhQHzgRQiRkKx1VtkQXq1jOlAXgm8sWZY0jqG2z96ZRR5CsXaeOcDCEkO1IHM51u0Jz6koNuWIZmVINyyUFJnI9Z949X66hUK2hGQgjmEjDH4kjnEjJ3sZCGOV1CIRJcaBWR5BjyB9AoVqBTY31cASZhUVMj08Ik5RmZqGwK/8m21UY7GTtM0duNEHZiL7uLnnf2eOnUFzMwGVHQ5kgfFk6qkrVIkrVXHvdV3roKuxTtRt6MShwVbV36zhSMw7j4SCq2SU0ixn0p+JIhF30p8LYvW0zCtkMJqcXMZ8ty/men5rG2TNjiLshDCTDuGhNHy69eB1GBruwuJzHkRNnMD41L9fbZwfQ1ZUSCaFKrSFzxLFb6O/vRldfHw4eP4Mf/Pgx5BvURKb2rJI7VPJ6nc4BHi+vZywcwHvf907s3LUdMzOT2L//WZl7A2uHMbE0h8xyDvFgWMzltm+/BEknjFKuKNrYjhvEQmYZMwsLcMMRJJ0Ajh07gWAghOtfeo345Ega1SIgXkB+OYPs8rKwjivlIkr5Akq1OkJRxRpN9w2ge2AATshFdjGDY4cO4+jhQxLLxSmFZfuxfOI4GktLcINBAY2psc/9SEw5LSUD4roRkX4hEYp7A6V1PCG7Yq2KRq4rhpNuNIYA4xIxj1a5uUi1iacHYAUjeObYWfzPP/kMzs9llA648QLwSKGYlK7z28tYVVOT5srmsXJvUas011iTM5jv8L7uRWB15RL3ohTAqiXfAKujo+vbCYh5iQSOmmljgsn223VAbgabqb7IoF0V/xtQ0gk5+OCvvB8b161Fo1aSKoQ0/bKVTCuFcW3khBE9IcuGYzGR80tl7vNf+CIOHj4qAtfC/9FCwgRWBQT+d5ICaAcJnKweYNWcI+UA3njTq/HGN94srTIMGkVwW5sXMRmjFMCnP/PnOHjkOPxtbdoL66J6r60XPL0QsGoCN9HA9ASX5r60AW2txdbWG5GNxoeenh4BJtmCU28opiorzOacjTmDN7GWxVDuiakWigefVCdFCiDQRM+u9VizZxtOHj2B6WNn4FgWLr/halRY8bpnPyKlJurlOtxACDmriJ4963HR1Zfhh9/7AUY3bMLc7DzG9x/C9qsuQ2p4EAce2ofWkXm4sGETj2sCFWq4AQi7ytnQsFe84KpJan5mxipBeuo+eYBV8xmyuKqyd3tumATJXJOfFEGJ5g91w3wN/PpHPoKLt6zD3Xffh3/+9nfRQkBVVwk6mYKEbsn1BntmA/YGey8YWN39cn0eyixOxlzTh5YAq6ppQ5WLa2iRtWoSLI5tFj0ItqUG0EoOKKCTAGyDjEcCnDSRktKnsD5Ec4yttfw3kwqCMY2KgKrUbzXfpaxX1LVVl1gzVeUZPzMJ+GzVuiTBk0byWMSWiiu1XAW81izY9FrFb5RKuh8tbuTGT4tfUC8D1TJQI0AvFJm2PMfq+aTA2tUPD7Cq2ZsKJCBy618BrKrA26SJkmm0QcJVW5I6f03nlPfotVUBqwaK1PpfHs6rd5lV0KcyuaB6PIHVcJAAZxAxJj+hsDjBXtWfxsW7rkL55lejSs1cuV1K21mSIM1QtaxaeyGX5FK30UOzLGWdF70odd/E6EGOgWxtMlZ75D3ywZpKoXjEKtnmX+p2Vb23fZadczVJqHyPukL6sil3bj1aPJdSz9H2dVZ/UsfegYPbIHH7c9V94gyg2Qjv+hKaWCq2cNo+jX/4n7+J8382ht7BHjEGi4QcMeHLLC8iU8jA8vvQ1Z3EaG83eqgxHg2gJ+xHnAGn5SpNTDkZBbqRqRpkpd5uwW9xfVDXRGnBKrrYtt/+3AXG3vM/9Z7bXt8GdExyqtYPdbFXJ9ly/bSLr/lbBzDtsIm8xR1qmsvxan3H9hqr5QBMAMrnqbNHvVRqVDJ4pn6qOLDr1n9TOODaK+2FZLXp9nm2n9HJmNeDGlzCJiQbimAbHXtbNr729W/hR/c/iu5oTIo3BDF5qmwFvHLPXly0bSsypYIkNMb5fcV+SeafrbS62V3S298n4KkdcIRVUSzkBFgl6Ldx0xYcP3EG//r178KOucgsL2Mo2YV33vpLeMmrbkAoGBbDJ3P9VGGNhSGxx0XIJWMjgKrsuUo+4ctf+jK+/o2vwSrVEG/48ebX3oJdu6/Aku3DK95wA1K93cjmuHySAVoVkMqw2p87EjqFl9V/Y4cAE59SfhKnHv4HWMtH4bpBWCLlo8YHu4doViO6iostZHMF5EpV5Mo1ZIq6dZdsHimg+8SQgyCoIrlY8DX8qNo1VEI0ZfMjmbeQbIVwxFfAlm3bsG7jJrQsMpDpOKhaj4UVQ51xJlaBIO695348/fQ+XHTRZtx002sE1HHDQWH3ilav3qONg7gymWkhFHRw9NxhPHjwR4i6lgDILb8PvoQryVOprJjh8YQfbP4f8BWlc2KqbiHToMZmCk4rCJetsqEgoqEY/KE+9ESGYZfJiKnCFyTTR4FBpiur3T7IWE+DqgJSaQCLoCrvswLDVOeWmUsvVGOVwKr5fKUxqAoU1AGstSxJbmePHcCBe78L16qJFADBFQKrlIox6yDHJBmqS9UgHjg+gfPsApOxwGPlCFq59wlrFS1s2b4Z73nfbeIAT/1GFgpYROnog+tFTG1bqsaqW+YNa5XmTgJW1RuYOzGGo/c/ioPnxzDepDQSO7t+MvnAO7a9c5ndGk3qq1o2aK2zbbgHr7tqD/q7klgoVnAqk8XuV98IKx5BsUDzSgv1ahNf/NxXcXDfE4hHfQISBQM+OEEWOG5D18gAKjTnZWGF5+pXnQZGGsXEZhIX6wPjkcv40DGdMqgiQ5UFgbrSlRZmq+rUkzFBWRhbAe+8+GSAV5aWMb3/YTTKZTxw5DxOzOVlIxPGHqUVWsr4V3IBvZd6wcD2/ugtQupxKUAGAYsmdR9DEsPzGDmGaU7Ec52ampK1Rsz3DHlG66zLXkmjMd2hp7uJ9dqncjeJI8T0txOhmD3J7OTq/9Uur16vaDiy32vJj/Y1FpUpC3PTUxgaSOO6a3djYXEBfiuIgYFedHf1ordvACPrNknrdZmGefJRHVO/DiCq2dgeYoSJ1YzWosmx1LmquNgURQwzVeUBiqW9elx+8L3v/bn3b77htz/ybszPzIo/RSIcUo71viZSiTCS8TBqlYKSVai2UKz4MDNfwOn5LMotP1zHj4S/jmalhAyZjAEgEgoj5roi9cGODxJpyBou1+rIUzebobsA501hwS6WaeLmhxWKirYqY8ZInAbWaSlSEhxlkZSFQRYLWKiRYioLXaEgMkvLYjIWi0bRv3aNaGcSVFXawhwbLFY1UCqRva7WSrLnB/r7YdXr2P/oI6gtZ4VVykKW7fgl7q/XuT+V2qksW+d5HqJ/LZ4LzA+MHIkac2Sshug9YPtQyS6hVcoiEQlKkX3TSB8u374ZsxMTOHV2AvH0AC5/ybV4at9+/Oj+HyMcDKAv7mJtXwLXXbULV+/dicXFDA4dPYHxyRlkc0Vk8wWUKWkAyi1EEI3F0NeTwtBQH2wniIMnzuCf7v4xshUfKg3lU8EYRugUmjRj9gueGIvst/7SW3HZzktw9uwpTExMiDlY3/AgprMLGDs3jrA/iDVrR3Hlnt1AsYbZmTlk8lns2LlDJAoJmnMWLczO4Nz5cXSnu3HVnivQFQtjaXYKc+fPI7+8LB0aQnjR3Ro0G5zPZjGfyWFsahbL5Tq6h0ZwyY6duP6l12JmcgJPPvkoLI7HgIW0G8WZ/QewNDmJaIjSKbyXjOMUGSjEdZjyZCEXYZqIOqpLJeCwmMP9XkmPMC4j05ds1XCUIH4coXBEYjliPCz6V2WOKdOzUKIbn/3SP+Lzd34dJXYoeZj67UxL84RWF09k3fEAU8aVx6w3Zg1Q72OXmUZfVm1HZp1dXnrRvGrFuvciY3Xlmm+A1eHh0RUsORmIHrq0ScQ0ZVU+xAwy+a3Zp9z0jeaUYrHqpJYbdauBt7/tzXjJVXtRymdlI2XQrPQ0CEQpV1mln6Lc66Rl1/KLpsmdX/0qHnjwUZmYUqnyAKv8XrP5GSF4b7AhR+gByHj8DGyMC6U5HxOwtTdiqZ4YBoLSUeImde2eXXjf+24TDSYGStxwGIBKh3KzhVA4ik//2Z/j2YNH4HdCWiXwuQJS5rq1r6fHaOWFAasKinlOoCXAKkS/TPTD6jQHUW0+5jp4K2leoNzcR8unGDfGvZkmLFycS/46endvxJort+HogcOYPX5OEtwrXn41aqUaTt67H7FiE3VqrNpB5Fo5pC4fxbaX7cEP/vVurNuwGTMEVp89iO17dyK9ZhCHHtyP+qEZhKghqcmTZKzyXsSjMfnNDd6wVk3CY8bp8wGrXvBV1Bt10iZmAoY9oJkBLxRYlXHUomwE8LGPfRTr1w7g4UeexFf+/msCrPL6M+lXrRHqnnnNq0wCZcaFaUd4wRqrV7xCNihhpUo4oCUQiCZJcqBYn2gRrFRtNcLmZBLUqqPBKnOiH0gNMOIRRg/BSR/BUgafZPoIQKfb8pk0iIsuE8yGYouSXSosI1YglSyBMWkSkXq5+GbL84v5FCvDFpM3BrLUYJM2Dlt0XAmQGiBY3pbarK4lsbwAgzaK97NooFpT+XofAVUBVhWbiAqb6rGyUPH8wKrWqdU1TToZK2BVsZa8SZ9aczrayl5OjtrM9bd7dFhls28zVtV1Mex/1Yrvqcx7lnPOT7vliLMye47CDpCKBOGGGIS4iEZs7OqP4KXr16PwqtdgYvs2VAla8N5pIxxRLNCkJflOModFp9QSFqnJe6UYZoBYamtLSqNasTj0U9GedrLFlnieBbVWRc9TG0jZnNiaCdtm7eggnNdJQFhFOG5Xj7WcljrrtlQB2/kZvK6s6KmzUomv9zMMmK9V6szdl2SVGotLrSbyRQsHG/tx53/7OBb/bhHJ/iT6YoptSoYiTQtL1NOygXg6gaGuMIbT3RiMh5EOthDxu3B8qj1MMSs4vpSpCj/D8QMBm4wgY9Sl2MEch5f+7h2eu/qz/fNd7765vX8b4FPGoW7TNcG8d3zKcx7WsVkXeWENgGCSS6WhphzTV+qudtzPyWIx65QE1m5IDB28STXXa67bFSJerZa4SSfSaQQjYQEyqKPdrFVlHAW49gsLTemm0VyK5jYBfwhP7j+EL/zdnQjVA5LgNS0N2DVaWL9mLa645mpYkSDKhbxo7jGIN/NSgRjcAwkosJV0CMlkWq0d0slYxez0NPL5PHI0yUr04c6//zqys0twaczl2JjLLCE3v4ArLtmOd7znvdh5xRVy7pSrYcskGYBMGoiqsyWb44UAWKGYx//+3/8Lj//wPvS4vXAc4JZ3vhq/8rGP4cjxDGbPjeOq6/YgGE8iV1XrpMMxIrWPlXIlnZHxXGBVwAEyBZsNhHwlnNn3XSyfuh/JAFm/ZA3x8hNUqaJSyaNE06rlChaWK1hcpqlJBRkyo9gmWmsp1qxoCqqZafuDsjZz3Xb8LurhBprdAYRydaROV1GsWTjmZLB+/SaMDK8RDTpet0AooJgmTQjYzHtCtg/B6ZmZGQGjGaMw9uNvSifQoIMxB81PTTGV19rIEv346XtxfukwElEHzUoTTTsMOxaWFsJSmXFkHeFYE0l/ERvsIupNC6eqLpbqYQSiEYT9TdTyFcClAWsIswtAX3AtLh3aBqtBHWauLR2ZHrM3y/zRun8GcDGsVh4nY1s+CFB548o3v/39P9ukXvWq3/zYb7TnkjL34A8LCi20bCaqAUwdegZHfnw3In5lmMLihqw3RnZQZLPofl5GDXE8Pr6AA5Nz2sCEIIXew2Xt7bScB4IOXvPGX8C1116LaqmIiOsKG17iV+6iunNIdtK2eZVaDzgWCSoIM5q6muUiqiUFzDZmF3HizFk8ceIUpifmpWvgZ3mY6yl7KNcl0eJjUt/A9Zdtxg07tsAJuNh3ehzh0VFs3L0D5ybG0azaiMXjcMI+LC0U8eD3foCpU/skFm65LWza+hLc9JZbUG0pLX+GB8v5LCgVrYzJV3YScbwaxr9sSV4WFY2rzP+zIESQWWuxspCkGNf8XC3rwCIHd6xKA8XTB1BYnMOjx8dx4PwcCJkoHWpVZJDPkr1RxW8XAlYNkG/WdWPiZ4BVxvKOreQ1+NmxeFTm2szcnCoKsaGJbH4NfvJetlvodUzj1/IkPB8+2C4skgzUJNZgrheEVow9dQ0791BJzChvro65Txt0JYjbbGFhZgY7d2zE4EBSYsmu7j4k011IRGJYMzCMZFcfWm5UWtlNN53RRzWEEYU1d2Q6DIiq9kWlH8qHaGbrc6KxmnndamBV9gxdRDf55wsFVn/1vbegmMsh7A8gHQkL2EavgnjERTQcRLmSk+JjoeZDoWbj6KkpHFsqAcEYaoUlrIlaGEzFMD01j5NzGWEhR6NBxLn/MY+ljwJBfikkNwSQZEEmU6jIT9kKosnxHKJJVRShREpYhK7jIMu274Bf9j/OYfG/9Su98EQkinwmh7m5OXT19WBgeAilegNVehtoeQcyhiV24zyQQoPhnaqx0NuVxOzpY3jmwfvh1MsI8PoTMPX5EQvT+ErFHUbTnPlLgJJwbKVn7q/BfLO3W0RmKT1G8kWlCFTy8PvqAvRtv2gUOzaOiPxAqdRAPN2PwcFhzC0s4dSZsyjlM4j4G9g41INrrrwcl126DQuLi5iYnMTychaFIveQBpaXC9LFQXyChm7JeBR+u4lKo4ET47P4x+/ei/kiyWlK9CPgWKgJiKrWjLbWMudCo4xffOPN2Lt3F8bOncb09AzisQSG149iMjOP/QcOIRWNY8eO7diyaSMKM4tYyuQxuziLtetHRYKJn1sulDAxO4PMchbDg4O4/uqrUZgdx7kjB2HVqnIvnSAL+yx8tKQzp1wqi1bycrGKseklPHboOA6emkS9ZeOm174cr77xBhw7dhDFakGKtN2xJCZOnsPU2Dgi4aAUMEluUUtGCzYJRaLSxk5FMdyR7MK21frBe0vgmwVz7k9uJCrAKuUfo8kEYvGknDvlpCKxuKzDwWgMhZaND/32f8HDzxxCo2m6qoz+t04JPJqoHfxK5QVeX0Tt39xeC7z7s2BRIjfZ6TA0e5L5zBeB1ZW79IuM1VVRy2rGqkm8VoKmGuLTSa8CA1QGbjZvSbw4ICUAVzRu2fM9FT0mLDfe+DK88eabUS1Rn0M5AbI9gE7jqj1at0YSdeKclE2Lu64f3/r2d/C9u++RYFJ9vw50WHX9NwCrXiDWbOxSWSYgpEFfBfwSoCBbo45LNq7HRz/2ERTyWQHJWLFTJyy2L7JYkLH69P6DIgWgWqpWMQFMhVbrBq4Gsk3F18gLGPF8tQhcmLFqmH/qs4zZjjo0tpFEYxERqhYumRawVviZCgLNAsN/e8FKNWwU1V9au8S4RjFWq4Em+q7YjNErd+DZp/dh7uR5WTw7wOo+xEs+1Ct1RINh5H1FBC/qwaWvuhr3330vBofXYnZuARMHDuLSq3YjNTKIQw88g+qBaQFWqR7EfZhC3RxPCZoU2bYk6Pwx4LAJhEzwK9fABD2azWzur3mNQC9tKQClscOEVCQCDE6jx7B6XrlPyvDTBQXTwqxkMjoTjHBPKOjHb/3Wx7FmuAdPPX0An//bL6EhzrNKY1WgFC2b8f8SWF2/50YlWq4oippS4oOvoZw2lW0LwVT+nSxT9ZsgqwCrBOvi3fAl+9HyszWzAdSrit1aI4DKwE1pnipwlZspN1gmV3VYdZpg0NBK6awqzSrDlNVzXFHr9AVkFZrgqi3mb/wtrEy9BlFqoFUti24q5RYEpU6TdS89s7KuNBhU8Ri1pg6LNK1aGS0KuZN9J7dRVXk1fbXNjOxIBHQ27A5r0tjOG+hOtb01EVSftYqxLxIJHu6pcbA0a5ispupgPO3/6h3qseoDn/Os+jslAAIgGM32OQJ4lrTDOg6BqiBiUT8u6UvgdRsGUb30cnx/xMVsNaP1t1T7De8zgWtKKlgB5WAvTCAGyGxnYquO1nXl3zhmRaMNIWGpUCetYfvgJtLaGRT8izo6agPy2ARpZACmWDrKpEr9l8cQkN88E5pl0ZSBkCmvuY1giyxpxfBUIK66eyJJoa+UFCkkYVWjgT/Cn2kPe2WoRd1BCbDY0qd51EyrsjWgXPZhX/1xfOmTH8fCPy0i0deNbhouWtSOK6KcKaHWKMPvkLGQwMBIC3vWjqI/kKSSGRyyFKwknADZi/y3Eh1gi5RU6/108yWwarUZq4JptJrY9Z//ZtUu/dP/913vuVnWLJOwqjZLBUxzezH7sSl6qiGlFX6N5qxu25T3aKaS2Ufan7si8dWjU75DmdwYWSDR6wo4iMfCwlLlGsdEQjTVyWh1XcRiUSAcwmIxh7mFRZw6dxYsng2NDEjC3xtJYP3AsG7HL0sswFZBxgNzSzn89R1fwNy5WTFpq3NNYQt6E+jv6sbV178U3cMDyBHQ1Fpeyq1dgZBk6ZBFOzg0JO7WTPR4Sar1ChYWZ8RcbG5uEf5AFNOzWXzlq99AMhpD0Ga3gdKFZ1IyOzODkN/FG255I970lrcg3d2FWrOhNGZDIbhBF3NzMwKKnh87g0996o9x6MAhDEe7EM4Gcf2ua/Gm996KwLoYei8egRsLophlM0AT/oByFLYCrrTFcwzJWrGq4G0KsOq30QNUK3o86ce5/Q9jat83EW5lESQbpFVF3deAHw7q9QqKhbzSfM00MZfNYzFTEHfo+VwJxVoT/lAUoWgCjhuWBJeFYicUQavpR6lcQbnVQCacBaLAmmezqI+XcNDfQjVSRyKaQMyNiczC6PpRWET4pKvJFiYvH9QVjEZjwnAplouSuCfiKbmGNGcSxrOjgA4yJQXI0Jq+hVoBjzzzABYLkwhQwoK5fNCG5SomeKMVRDjsh+PWkPYVsL5VQBk2TjV9WK5Hka/Yog3rb9VRdXyw3QBqaKC+VMFlfVuxaWgbSiWuSApcabdTaxNPzl4WC/jgvObaTlkLzj/KfvBc/H5HChI8T8Yqt77r9p8+oS/wiv/8yd/TAGZDQFUZyxaN8CwxTAk6Ns4/+yROPnwf4iGfAK0OTWFtrocEorVusbRs19BoRnFgoYDHzkyoMieLrErGUzneay8Dnnd3Xw9u/cA70N9FGa+SyHX4uYiJNKmSPpI4UlqjNYGgzXZU2zqPRWmZ0iOzhprNomwDiUgC+/cdwbe+8R0s5/KdEGDVNdDLt9oRdaumxOVs029aoEDUmt44XnvN5djYl0Ku2MDDh46h++KL4aTDUgRLxLsRCaWkxTgYdXHm2UN4/L7v4aJLdmHo4s0YHFkDuAHRCHV83D+DyJdKyC7Oo0EjXpvMYKXvKwUjHa94gUIDJnN/lBhaSwEQVOVFYtFFddyZKqbZudhNRFNDB/bCOObPncZjh89i39lplAnOkHUsZmDEjNRnmZjTFMDUtdHFWI9kiykG8DhpLiXjlcC8dgTn+ZAhXibjMZMTzWidQcg+znklHdyyr1FSQuU6ylZSdRhKkURLxXi1pk3Mba4R417zUH/TAL5HCsB762leTDBubnoSWzYMYs1QCol4DIlkGrFUl3Qt9MbTiKR64fQPomIHYLNZSutuck81uYwBVgUCkpxRzWnpMBNbAUXQMTGKjC8ttyAyGvrvCkxVobQ3V+Zx/8ptt72g+f2uW24ESZi9iaQYBNVLedRrZSSicZH5qDVKYjq1XG5iZrmCJ4+cRjbUBSscw/z5U7goYWPnpg2YnlvCM+PL0pHIHCTi+JFyAwiTrcxz9alYn3ehUGliLldGjqGyP4gm1+VYArHuHrjxuMRFjMByhYLk6dFYVGQDZNwb7et6S5i2kVgU3UMDKNWpCd5Q3Wac8xwvXE/09TbrqBQXtGQDtWAHkjEcfPTHOHPgKTlWCiXVGIs2SnLcIufvU/sB83IyRZlFlMm85D3jfRcdYksIK81aDWHGWzQnFF+FqrTK79yyDtdfsR2tUkG6X7Jkf07MtEku1DMf6I5h89oB7LhkC0ZHRzEzO4vFxQVh2nKOMJbw+yNi4ki2PI3CKpUSioUMCpUqxuez+Or37sdMri7aoNRqZvxcF/NSZVrH3FW6mIRAVsHLb7wOr3rVDZiYOoexs+cQjcSw+ZItGF+ewyOPP4E1fYO48qorEQ+FcPjpZzE5NYtEOoEGzRijMSTjcRSyeYwvLKJarmDTurXYsWEdFsdOIdKqIhEhQK0KhMJ6bzRQKhcEWC3mCsgUa5jOVnB+roCDpydxanwKxXIJb37DK7F+wxos5xdEPz8VSWBqfAaPPPio7Llh7SdAHWrueWGb4LEGUEn2EDIF9xfmXR7jZz2XyLYlOV50wzk+xUCMXT4u4vG4FN97h4axVG3hs1/+GuaK7KhUwLDKxY3kn+4+M3IeEix11kPTFSjxhzdPF9KD7ovTsZXpVm17YKyIuVpYXpp/QXP8P+qbXgRWV91ZA6yOjKxVAa8kvZ3gXRYoBpS6Ms8s1CReJmDwvt5YrpjN1Gw6/JK6M3oAACAASURBVFzSuXfu2IEPvO/dqJdLSmtRtHiYsGpGqQbDvJVLAV9tPx5++FF8/m//Dk4oqlwIteuomj+dqi1p5+ZcBCD0gIZe8NBsoAZY9V4a8z6TiPL4zebMRSmWiOMTv/NboqtC8EYxVpWYt2qZD+Ev/vJzePLp/cLuUAGPTow87U4dUE5XVWThMVVbFdp4maSGAexlAptEywuKGn3GFtu0NWDKRY8VIgmyxFVWtQJWK6o1if82TE8VHDLQWMn0ZfIgphHcKAmwNmqo200M7t2Kwb3bcOjxZzB/elJes+vGK4WZMPaj/UgW/aiWq8I2rtFNfiSOq978Ktz1w+9jZGQd5mYXMPnUs9j1sr2IDPfh2P3PoPzUhGIaEYJrKLMqPpiUi1skN1Sts2rA1RVMBo/uCsexd0y1gVUdhK4Gkr3grKlEm7mxYrx7FlzFFFYVWPm+Vl2qmB//2EfR35/CiROn8Zk//xwqFWqRGlax0uAz45X3wNwv1U6l5uK/mbG6+wYlKij3VbFIpPbRVKCHfK/q3dOgI2++kgWgCRVZtogkYCe70QgkBFj1tWoidyDagqKnynOWA1bmZmSLEoBlqz49sRjo0SRLtFHJhOXZMQkz2qTaDl6YknoEiz5TEC3LQYv9TZLQarmBUhF2rYhWsyqMHaSHJBFXOpAWaLrOBI7Vcr9fMRfrlSKa1aoWL+fxKofezj29EGNm5XOrK6FmU27S5oKAvIdAJnip0SZrZxPq8wgWPgfAveDOaxIv9R7zbgOnGmCF6qoCJpoWLa6blg/RYBOJoIVwNIR13f14xWgMIxs24kjoIoxNMVhvoNaoigZShetxrYU6SvDZVfiou6BbRMnu9QXZ8kyQW90z0UkUQ4GGmH3UbQITTLRpZNNA1W6h5HJ8BeAju4qGQ1Qr8DVQDDNJU6wrsm3lh2Oe7CO2nfkaqFQt5GINVPpKwpgtk4mg10fbp/S6OOfo/E2Qg4ANnVcJ4nIfCPpcBK2QgJuRZhSxVkxaL5la9iGAZNOB2/ArNiSTiHoL2WoD4VYGj534Dv76E/8X2SMlOFEX0bofFV8e9WoWVkkBF81WDctOAO+4dQDv7LsU2Tk/juWWMDa9CL8dRVeQAKpKHMnYCzoWwtS/DdAZXbmjU56fpgJGV3b3J//2546/fuldN7VBH7Pn8jvFodnjpt5eZ3TrqfkivkcZrXD9Us8+N0HvMLbMHFDrCN/De6z2SNFSFAY+WVBky/hFZoEtiWSuRSNRxNNRZBoVfOfAY3jm1EnYFWAms4R6LAi7i0F5ADcPbMdr1u+SdYktkD4rKPsHmTaFYgn/8q1/xSMPPgbHComsCY0cqGtNk6Zr9l6Fy3Zsx2wup1rPQoo5q9pzW/C7YfT09kiruQrQacxUEpaqSKPYPpw/P4N0agj3/PA+HD9+FNFQUrXDa9YZrw8BjmxmAaVyCXv27MHb3vJW7N27V/a/ufkZPPn4E+ghWzMZwac+9YeYOn5e2swnm7N480034Nfe82s4/PQ8Cr4qbnj9tXDiCQF9f65Hi7r0YkMlrY4s5HA8B8N+ZM/ux9jDd8Jfm4ETCisH92ZJOhB4m6vUU80VkcsRUMljcqGE+eUSJpeKKMOPvjUbkO5bI0kkgaAGDQBbvMeUDCijXCyjEipgIbWMvlkbQ08XMRau44S/jHQ4Ih0uAtq4rlxrShFRey8SjQgII0C7Ll6rTVAx83ht2apMcFVMzOo8M+7hLHhT3iAEAi7jU6fw5IH7UPPnEQhTC5Ct+S5sH2UeqBtdRzDuwB9vYkMzj8FWATNNC6ebcWRzIRQLbNEPwm7VULbJ/KTJZwO5QgX9oQhetu2lCPlGUKoVO+uquJ4brXmzN6v9VDpRWGgKOGJCw/nhOCGJU4xR0FtufWEajP/tj/9QHNidgB893d2S0FPJx1+pYmlhVroGJg7sw+ShZ5GKBsXpPmj5ZbxyXjMJZts8H2zLZVQ/mavix8ensFDVnWZifMh2c1M8ZMLrx8tedh12X7FD7gs7tMiG43EwNqe+iZjWSLFdGWQpiL/ZLk4TTBQZDx3rsK2eQJVA1o06ZuYXcN8/fxf7j51RrcOmnKgPg4muomyo9Uk6IESGB2jYLMLVMRTz45VXXIJL1o7K+Nh/Zg5js9O45Kq9SA0NIJJMCEBYK5dRyGXl/QSJyNLrHhpCtdVC0HGlmw6ULGKcH42K4Q/N7hgmsG3WaOfK2qe7dEzMpooAjjLU9ZATJFdisbkNyClgVYA6g9DpqMCyqnDyc8iPncGzRyfwxNlFZJtKp5HocLmh5ADYBSSxgAcUMOvySkaoNufSsaTZDwi0C0lCm6txjtJoajmbacec6ngVL3n1Q+Jpg1AovZvn7BlmH/HG3hrXVQXTVYW61TG67EFCoqgjtzyHiwdTWN8XRywSQjSeQHckhu6Yi56uHoTXX4J67whqDZoEdfJBsx96j8XE0+2QTJNVvHmAtK+LIZLuqPSAqmoOqVK7d7/l8b7vne/8uZZv8+KPvON1ooWcjrnC+iuSKe0EEI7ElNFztYpCpY75CvDkqQmcX8ghkhpEvllFuJzB3v4uxEMuDpyfxlTNQdMPFLJLCJaLWNOVQMSl+ROnKxnFLTANWSg1MVVsoNDkuqt8AqLJLqR6e+EL+KnaCrtpoVgsSiGSjGSTGwb8lOjxY2l5CQE3hFRPD1okPbGzUbddKykQBXApORRFTDHeByJ9p6UgCJZb1RKe+P5dKE1NijSHyLo0FJDvBbBlnLd8cKNRVghQY/zWXpcVKYbdMq4F5GdnhYVab9bEzGvX5rV4x+teiYjVQKFcwtTCIuamlpDLLiMccjDU14PB/h50dyWxfuNG9AwOI7e4iPGxMyjkMiiWC1Kkioe7EArRALMhMgulchHZXJZd+pjLl/G1ux/E8Yl5WNRhrZTlHBqM83QhgaAy555o0fsb2Lp1M97whpskFqFGaqtpYe81e3FiagwPPfIwdm66BC+77nq5jvnFLB58+HGJ73dcug00LONY5TpFgDToayFqtVBfWkDcbqE3ERMZKlmjtYwH9yQW/nhvM9ReLVQxu5jHufkiDp6dxvl5ug0UMNDfgxuufwl8liro9fQNIJOr4Stf+brc22DI1XqnPBc/nAb3dHYcsUjkk8IeO1hdGgC2n1O5ifFwUKQC5csh3YJS/FNyjxR6q9pBjC3kMJmroAxHEYFW6SFLEYTjbBWD36wpqzvaOrFvp1P1Qjm+dzKbolk2s/SC5vh/1De9CKyuurOrpQBMMsWXCaCjqwLPAVb5dw/opjZfAxx2Wjq8m06t0cCmjRvx6x/+oGgtciKJXqosrh22pPcQJXCT4NTBsWMn8Ud/8mkBWgj4CYiggwqjTcrvez5gtVON7LhxPh+wKlwqnZiaaqWcp8+H3/zYRzA81IsWWQlM+Bl8SOWeZlYO/uqvPo+n9x0Q3TYm/KwStifzKnjEe85eYFXapTUTSYBdLRXw8wKrkrMQWNWJDqn4PG9eXmqqqYCs0+qjWrs8jFedaBtg1WyI1M2sWQ0MXbUVvbsvxqHH92HxzJRsPDtvvBI0FBn70QGky47o5vEYqo0qrOEYrnnbTbj3gfvQ1zuIpcUszj+1DzuuuRzp9SM4et/TKDw+JsmVIkcrEJXHyed4HByrfM64sK4OoDoLpxrHJrAyv73B58qASkNW+l6uBla9oMKKwEwTEJRWFtlwDXSlEgKsptMRkTv44099GqVSTRJy9TmdFkM1ztS4VMDuvx+wunY3GavamEonA4pcqQsbDKBZyaYuqTDHGdCQWVpTv+l+HU7ATnShGYopbVQm8ARWBUQlHksWrmr1ZhDIDZLt4Qw8iLESUCUYy8/na7l+eNkLRk1TTCzEEIm0Q7puEFB14LNDaDEosQj4toAygVWymA2wOqxYrRLJ+aRKLpIBBIupASQsEQr8q6RJVdGp8+llgf3/AKzKAOSRdoDVn9wA6WWraqkR/ZRRJ5XjFz1RBqyK1SIAmab4pJIOesOKObCldw129DvYONyH0PpX4GSxC8W8D061jpLobpVg+8rwUw8LFZWAC6uZ40QZkkhRQLq6uDbR2IMLcUPaTUu819UG4sUQcgTS2Z4U0Aml4OYN8sEIcSPjlBR7ST5MsdC49tX8TTR8NVSLRWS755G+tIqtayJw+VmtDGrNuswfJttcEblOzfkVB6MmesBNNKwGmmRRtoIoB32oRZoIl5IojtuYy+fg9FpYF3MxVImhpxKDG0sB4YB8b7w4iEh2Ft/5yrfww2+eA1oRWBaZzi1k6f7e9CHi2nCtAHyhLLa+fgB/sPMXsXEygLn4FD576FkcOl7GSLgPYdRhBUKIRiMI2mXEAhV0hRw4fibxvHbUkgoIK4SgF+fRnv/6pZ87/nrne5QUgHcNVG1XipVkgkuVDK8snpr3SMK9qhvCvK/NNvK0ca78TDWCzR5pzFFcFuH8FsI8Nyk62vBFghjLLeLZyTPYf/4UMpmstPGWrSbqCbrE2lifGsDr1u3GttSQBOVMLEFgnv/W6+bTT+3DN7/xbRSzFWFUc0xIm2mrhU0bNuDaq69Gk+283OT0NeAYY5tZvKsLIdfV6yzdksuYX5iTcR6PJrCUWUSp0sDcYh7f/MbXUayW4LSUvm+7tVUtHKCkBd9PUKIr3YWLtlwka+Dk5JRICgwP9WHLpTtw4PGDqE+X4dT8uPKarfjlj92OoYsvQ80hK5WGDxEBfWXaevQRf9pgsAhmU/faasFmSx7tER0XxbnjOPzgP8CXOYFUOCS6ezTts1u2sDJrlRoa1ToK+TIymSIWl7OYXqhjbGYGFTuC9VuuQFffqLBaaNBRpUlHuSxjrFiisUhd5BumfOMIdYex6ck8mrkGjiRqKPtsxMNKgoF7tSl89vb2Ynh0DRJJuk0rwEISPd2ey+dMAVtaASMRZRrVZMsyQUvAZqFC+oZtHDr+FI6OPQE37kMwEkKtznXEJ4ypCkLoDhTQjIbRCAM7rGX0+woYqzs4XY2imAuhUiC4yzWNRSDuezyWAHKlOuKo4zWXX47BrlEUq0rXvV2Q1XZzRnaD7ujsQlF/19IqPiVnVeN106ZWHDtvetsLY7T98m/cjr7+fnR394gOHSt4NJOpT43h6JOPoprLY/rcWWSXFtAdiyEWceEnWKwLnYylA4LOtURvjoWPxYoPPz52HuezJcUOZnGkqQzC2O7K167fuAHXv+w6hCNsLY4is7So2jOD1NEjezmkWH8y/5XMg2IRKfY076fSRSRri0zlEPyOIyZjrh1Q+o/VKp594BHcfc9DKJQrKsplkVTiZm4SynxVTBJ1p5vsPxYN0xoY6Eniiq1rsXvTGsQCflSqLdx94Ci279mD9Vu3oCrxjU8MyWiQR03hRpWdZiFE4kk0AzweAvo2yvmc6A7nM8sCYAtIXq8Ke4rrWy6bRb5QUDqpjEl1DKrAOhbcHBWjahIDxyILzd74U+6JBuragJFshOzkqMDJzaIydR5Hzs7g8EwRC/migFjFehOZCu+fLQw8hUt1QE8zRs13tcert3gsfgkcm5x/CiFkfkXmfr6QB+WmTIyrfCtU8XL146cBq95j6BTpFA4s/88uJw+w6l3zOq9XzFCSMsqFZWwbSmNzfwLRoC3GOKlYBD3pLsQH1iC8fivqkRSqWlrL5Ibt/U2vN9490nu9VAHcFMLV2UosroMzby6rl34Vp+p7aa71u9/+9p+2ZF/w73/8iQ8jn1lEyAZK2SU0alX09XTLNeKYq5DlbQVxZHIRz5yeBCJJBNwEcoUsen0VvGTdEBYzORyYWkAtmESxWsTS/CzsYhFD6RiSiQiiLo3sfCLXkCvXMV+sY6nOgjj3tpbk1vFUGlbIFTM47pFMWwm+8d/MG5WsAhBywgJiVVo1pLpT0p2RXVhGrVgRs1QZl5K72tLhIWCqdASqygjZ37y+orUZDoshXjTkYO70SRx44AGEyJfttBm1r5nCGhT+wLXH74akUFjXBQB+X9ANCUiKSgmlhQU0ayXZq1jc3bZuEL/6zjchYlGDu4jlfFFiCEa1fT1puU6UK+vpSmF07ShC8YSsreNnz2JuZgZLmSXRIo7HexCOhEUShdfEgKuVpoXFUg3f+MFDOHxuBj4nJEU1Xt+GkX4i+YY5tsgRBRAKtDA03I/Xv/4XkO5NYXx8AjPTc7hs906cnpvAw488giu37cR1175U9NzjkRiePXAYZ86exs5dl6p1tlmTOR2oQ7Rlc7PTKC/OYagrhe54pFP0kHhKrck8LsYtuWIJhVIdMwt5nJnL4si5GUwsZGDZNQwP92PP7ktFQoD3rH9oBIVCE5/7qy8gky0gHI6puI57iuQCigEumt5C9FBFe/qlcMEioMpxwK4H7udhx4+ALpZRNky6LFis4xrFXNC2Uar7cHpmATPZMqogocJ0XnYKGyoP0kZmFzCXNkx97/w3810dZ0eexDtBVxdh+Dd6LLz46FyBF4HVVaPh3wqsqoGpq4OrgFXzVWbz4sI32NeHX/+12+ESGNNsNWlFlnbFldo78tlkwmjH0vnFZfyPP/wjCfLFOEEIDqoVxQt2MXjzVh5UVViBVV5gVQBQDVoapqYJBkzQsyKR8lRCytUK3v2uW3Hl3t3Skky9MAEFpDLdlPb/O+74Gzyz/yAstjJLNbcDn6zmnXlvy4WAVXPsRsP25wVWJYABk3nFICFjVc7Nx6RSGWoopl9HX0haaTwmPrxW0lZJtqhgXqI8hppVx+Cei5HcsQGHH9uHpbFpqW7ufPleCWLPP3AQXWUHpUJJkuIqTYQGo7j+1tfioScfQyrVg2y2gLOPPfn/sfcu0HVV573vf6+99vuhtyxZlh+ywQLEQ4CFg5PGpNi9mNyYnDhtzEjsEvcW5zS0cc6g9CR0xDkBRiknpTckrWnrcnEopsXcEecWU3BanBIT4gTEwzU2tmWwbEmW9dza77X3Wnd831xra2tbsrcwGGx/20NDlrSevzXnXHP+5zf/H67+rUWYsXAB3t75K4y+coQ7qHTlyn+XXugqWYQTCaNeaBk7glk93+LOklM+zySsFndynTLglAmnbDmdQOdn59jOs3NsBRxhlZaeN9TX4Jvf+BMEAuTpZ+LBhx7mJaZOlAGVCycq2BFWneN/sMLq7/BkBmcrYi9VEhvJ94gM1dXydWUrk+Os5/yKooEViaGOsOqPQquohumjlzSJbDRgUJl+6XVGS6vZb5UiYnNKpC1kyuaQE9vDlUQSFpbHPVbHy//4IIGvi9PhepSvq05RqzT4ofsArFQK7hyZ2mdhUR2rbFK/d5ZukShoOC9gO/qbE3TRfREHCxrZE0zwX55sqW2x7DlxsmE8SoMIUMSqylJaKBOFTvmp/srKCmEqSXWK5f+U/di2BigeiKhoHrWEjQakLIBSp8QCGmv8aAzTrLgHMwKVaKxy4YqZUcy58kbs15twckBHgKyo8hRpnYbuSyKYJ8uPHHfAjSwlF6JBmBs6RcBTB5GXdVEkFJUhGpC4kSM/UVoK6/MirNchkrCg01JiyrZMM9gUNeymdpjamTzyHqPgt6h6yipFFtky6VkT8dwQ6i5N4vpZM1GXnc2+eLwkl3yhOUqPp/24HJFATnnJc1YehivH10L/KOA266FISgPuk0PY33MQh0+8hxmWH3qwAj1pF3pjtEw1Cj+NaOiaPC6ErDH0nTiM7iMGfn0gi4PxMeTMUYRNum4THjdFAVei4dIgvnrrXKwcWoyx0DB2nXwL3/u3N1GVrcU19VE01EWQ1VxIZnOIuL2YEQogGKSkO+T5SBGsHhVhS5FeJD5awJIHtky7z0bCqjMQpO8FPz1KRlGyJLTQJtrRY4WIeV6iRoNoZetT+kXCTOnvCpmqKdqgaB+njabIFdKtgpYGSkpl6C7sHTqOf//1r9E/OgJvTYQCXNBYVYVQJIh+K4nGSDU+NeNSXBluREj3I+fVkHWb8FA4IS/jpyVlNCgDntvxPF779RvUTKm2nyJvNA3hgB/XX3895ixYwKIqJVyiwR29w+rrZqCxeTa/N2hg5Vh8JBIJZDO0jD+CQ13voGlWC/qHEth/6CD8YT9HxTnvP45K42WVykKDEjMlEwlOOjEwOMgRyN5wCDXz5uLT17UjdWA/frjpMfRn4rj1t6/BNz77dfzny8cRbK7A739zLUbzQCpvwEtCSSGybeJk4FSFgtphfldBQ8owEAnqyI71Y/+uHyN94g3UR2kSUueBMtm2kHyfJm/VVJpXq8RiSYyMpjA4MoZ3TyQxkjYw/8rFqG64FPGxDHKZGCc7Ir9F01ArWeLJJNJWDgNjJ3HccwxXmg2Y/2YS++pNHMsn4NUjiIb9qq9hR8jQe41+jlZVqmRhNTU8qKbmjEQyKjMUBaXESBXhWVlZwRYB9Kw5QQZZvJBDoJ0M6tV9v0DP6DuIVlJEshs5w8X3ZOSyMDhiPAN3NAAtkMdVrmFUahn0mFEcSHqQGPMjm84jk6T7yiKnk1BFUaABJE0LtZ48ll9zGeY01iNnXcb41fJiardVH5PujfogWSPNPzsiMvvs+3y8PS0rV0KWzvt+cfX7S26z8cHvMjMSMyj6n47lcQGjb+7GsddfBcXh9w0N492+fvh1P2bV1MLnU/YjVKfZFsWeVOG6AA1JS8eed09g7/FBJXTbhYzfLZrF0eX/x2dX8HuKtNxoRZQtPcjGIRgMcCJRmnwjv2Kn3SlEZOUpW7aa+KbBclVVJUcuE5NsPoexZAJWhp5zGkY6ieEjR/Gb1/bhxMAAxpJZpGnultoc3QuT7Abs9om8GmnpLfezYWLhjEpctvAStMyoRk3AjXAwjHd7+jEYrUT7jZ9AOpdlv0eqV9kUeQqm+D1B3ymCPRCMIFRVA28gxO+1FAmr2TT6e4+jYcYMFvBIiCW/XxJXndVS3H4kkyyuOuWCRYqxMT52KBzmdy77Q05YFTM+AeXsp9pg9WZ3Z9PwjPQic6Ib7/YN4sgI2c+QdYkXg/E0esbSLLCxxRCtEiqKFC30O4omZkoFA2Wdo5JHqT6Yig5vaGzEif4TnJCX3xGqZ1QQQUvbn3KFVWcM5exfGrHq9LdLg3qc7XM0xZvNwkwl0DqzCpfUhlDp0xEJhzCjMoqaqpkILrgM4ZaFyLu8yNjRjM57rli85f5ZUddqwt/YxkL1J/hZ2AzJO9zZzhlfKH60PF0dzLHCo+2+/Lu/O+33N+1w34bfR1U4iL7jRzHY14OWuXO4vMVGhkHvJkv3oTeWxq/ePoKTSQ2B6jqkqR+dTmBB2Icrm6pxpH8IRyj1gEvD4OAgYkND8OSyCOoaKiMB1EaC7MdJ4nPMMBHLWUhSn9pDFjskcgY5wpKs97zBENtDZNMGt3H+YEC9fw0S8GgVSBDZvImqqgpOatR9qAv9x3tQGamAvyrKAUU0uUCTKNzesFcueWurdydNlFEELLUJY6NjGI3FUFNTgYDmwpu7X0Ls2FGEOLcCm/OrMumMwXlCQE0S6/6AimrMW+wDS+MmsgaiPr6fxrNZWnuhrP3y2Qwum12PDV+9HQFXBhr1b/NgUTgYCHBix/jYKMZGh9DSMg8N9fXsa5tNk+1PPw+d6L108OBBpE3wCgzy/qYyRatWKAo1YwIjmTz+v5/vwVtdPXD7AuwjznYrHKWp+mc04UJ9Wfq/322hoiqMz9z8W2hvvxrDsVGcPDmAYCSC47FBdL7xOpZevxjtV1/DZYEsSg4e7sLB/fvRcf21nMg3E4+zaFkb8nNkrpEYgzuXRW1FhC3BaGUABbcRQ35n2cIqRe2PJdKIZwycGErgUO8g3uk+gf4xEk11LFrUjvraShZBdY8XDU2zEI+b+MEj/4DBoRFencsLHOxAJK+u8rColUxUlGhSnazJgtzm0DVS2831ivyxOQeDSvBHEaz0d+rD0fvey3qED3mXByMJsqzIs0e6BjVuc8pEoWwUCavFlZAncIss1Yr1Ih7LTmJxVVzenDbKOaYIqxObOBFWS5r8qZJXOQXPsQLgThlHi6lXLhVEEk2cj5pFmhixWvp2IWG1rroaf3LXf0dFKAia5Sehjfw4nSWsjoeVsy8Pj+0ZMloi9/Bf/xDv9fRyZ8URRrnBsqP86HfvV1gtfhFPJqzS350XK81YLV9+Mz6/8haYRoaXWJFPW85OVEAZER/d9PfssUpZb9XyB5XISxGcKKg4v1fXMLUVgCMQc0Uv8V50OgITnkWRFQCdlSJWncFMzqAIQ8egnjoHyvvSMah3BOliLtRRVMKqixtP6uSSkNG0+ApErpiDfa90InbsJHyBAK7+zCKk4kl07/4vVKc8/H+OPDWzyNZ68akv3oLOfW+gsmoG4skUDv/yN2hf2oGGS+dj73O/xPArh/il6/hAORGrThmhFzTda3HEaqmwWhCkTxOx6rysnWfucCzmMFXnzxEllHCtfMa4nFBjbebQ1EgTCV+Hz0/JJML4m7/5e7z62uvw+YN2Ebc9b2xfJ3oRfWjCKqkPJGqyvyjH+vHyaxbl+A1oi5K8Df2fvhucwdeiVCA+W1i1k45wVArbC6iZZY52I4GeIkLZFsDiyFTKhsuRsXw8imRVHQq2AyiK4nZelAqMEhBZpGSfVUqWQsIqtUHKFN1Kp+HOp9V1UnRIRRPPANPPxJ7ukyNbC82ULeRSxKztNes2JwqrE6+h0LoVNWV2O1fonY8vfzNd5D86UVjlGXqO+Bhv0cYPNl1hlcRs22vW9pkrXKFj0VLwFFIe1XQ9jREP5tRX8bLQypAffq+BeTUBLL7qWsSqLsGhniwyYxkkTJ39mnzeDM8u02w1RS1lMrRkkma5XUiZARWhweejZ073QOXJRIYmrqrrkInWwe2qRiQ9Au9ID6qzlJxGh89LS82pfaHBPj1HVfaVOE3RkipmU6c6Td6L+RTmNKRxTXMl6r0NgA/IU+QoTbTxpBivp5LlbwAAIABJREFUo+Dnq2yQ2SKfHVXJb1a5sGrQvH46GHKjvehLdOHkYB+qE15UuqtxyNLRldEBPYiQzw3dTzYdYdSa/TC1Yzhw4DCefa0bv4q9i/l1PrS4Q0iYSYymfEgkPNCjLjTXuHB1OIpDVgL7jx5HZaAKgWgY9d4w5ociqKkOIYMcunoGMTRqIuyNosrvRtif4/bY6/ZyJAV70MKFz35/+sLql9d+ttA5dKLoWNQqimaa8K4usjBx2j9ONsLCy0TbFGfFhpqwGreaKBZSuU2mKANbfFX2PSqizp0zkaHIccrGnk/iX996BUeP9SHv1lHt8aFmRg2qAj6svPx6xGp86I4PY75WiSrTy0nTqINOyWVo8ESdcJo4oWuKVlSiv38Qu3a9hH3/dQCaqcOg9Y0cRepCfX0dbli8BHUN9ZxogzzieLn/WBK+YBAzmxo5QRLdB4s9NHi3lyy/8frruPXWz6OxaQEy1DZ7NPb5TCVTPGAlocWJUCJvNxa5yHqCJwKJkRsVkQhqa6rRc/Ad/P29f4l9Rw7gU6uX4hv3/CHC/itw6O1BBMNuzJrdSEHeMNhVTrkNO+9c55kViw6n9KtcOfg5gSCtY6cIowEcfGUbEof/E1V+ssSgFRSUhdwL9c4nnzg1sKIs6SNjaQwOx3FicARdAynMnt+OhnlXYIyixJIJ+DUve1JSW+AyNfZVHcsmMZodw/FYD6rqPLjmbR9G02l0VsThM1wIRKoR8qtkfsSWE+V4vSpq0evBrNnNaGpqUhFQtkhKIl4kQjYzLsRiMY6koXJFUavcD3CWMOYNHqyl0yn88s1/R8I8gVDYh0w6h3xOlRedlpGSHYCuIRp1oz44hgWuFPy6heP5KP5rVEMqpsNMW0glc8iQQObOIZ/RYOo+ZNwZzIwEceOChWiorIQ33KasJJzlwBTZyn1eNeFLf/N6lM8+iyx2tI6yL1Lex46o+YXf+/3SR1jWz3/72I8wOjSqkjn6dPjJLy+eQP+rP4Nxoodfr2M5C0cHhjAyFIfHtNBQHWY7BbIcYSGOvafZ8JT96w2XB2/1jWLP4eO8JJ76+HT9LBCbOVx66SW4+rprEKPl4fkM15fGmTMQIkGVkrWllCcufRzrBocB8aFnXlER5Wsg78KxsRgS8TjisRivkLDIhsZIQ6dVBieHMNB3Ev1DI4glUzzQT1ISHFoOSjkYlCER33dlMISaaBR+nwcLmioxo7aWl1BXkMih6RjJuuCaNx953Y1EKsmZyEeHhtDTfZxtKOob6uH3url8k3dwuLIOtQ0z2WKEfodcGn3HjyEaDSMUiqi+iO2jSwwoclclxJtol0WAeWltLIbRgeGCfRUJBep9rESGgkDEuRxUIiv6Tu2vh+rd8YPIDR/HWDKNd/tjyuPc50N/PIOuoSTG8jSNSmLx+Ko9p49a/L04yKBgEVSIzLLzWljgOrbgkgU4eOgQt29Uh2jMooILCm7cE8ppucJqsWjh7MPtmR2xWny9xSfgfoZJ744MC0J+3Y2WmjAW1IYR1YFwMITGugrUNF6Cytar4a6bwf0jsm6n8YnTZk5oO1UGsgkrO5xzUkTbeF6J8bEttcYcdWyPMZ22mVcJ0SoK+/3hvA9Wf+ELZdXn0o3uWbcK1ZURDPX3cn2ojJL3dx7JuLJuGcvn8ebBo9jf3Q94K2C6vUjnDfawb62LorW5Hgd6enE85yaTbgz3DyIdG4NOs7X5HPyU0d3v5wmfjNuLFMjaSEOO+gicRFpHIBQFNA8njgrSxICXAmKUDQoJ+yQyUmmg9ti02/QgXDj89j6MDA6yF2ZtwwyehCNbPGrrqc9uZ37j1aTqeShvW5/Hg+GhYQwODaO6phahcBDhoB89hw7gwCu/RA29M8x04ZkV2LN/PkXXWzyWcvtU1CpZgpGASsJqwOdlK4DMyDDMbEoFBOQMzK2rwJ/c8buoD+lw5Q34fAGEAxFexk4TJT3HjyGXNzB/fguvvIyNjPL1DQ+PcBLGcCCErsNdSCOPigoSlZW3q2GoOkx+r2OGiedefh1vHj7GEas8TnTROi2VEIm25+RO9rvP73ahoiKEWc0zcfPNn0Yw6OcJmoyZx5GBPvT09uBzv70cNZVVPImXpGRhJ06iv6cHrfPmIkLRxZT4MRxGMOJVqxPZok3l8qBJJeqDZXklqnpnOcmflbCaxXAijROxlJrMOTGAuJHD5ZdditmzG9kCiNpaWvZf39iEwaEUfvQ3jyEWi8Pvj/A7nJ4rCcgUtKpeNM5oyg5rcimPbw4k0N3w+8h7XK1CUpE99koHWnXG+UBUzg9KWGpZJAxTYjCyl+Hwi4L6USySKu/kiVGszsSSow2Mj6/td7J9eqdNdtojvo2iHEHF9VWE1YmtlwirJa35ZBGrLJo6JsO2FcApwion/XGWTjiC6umFVeqcUEN1x1dWo7mpCT6viiBRnj/KxNmJgHFeqpQogioEDxI9Pjzx5D/j3198SS0lssVe7rzbpumlwqpTiZzIy9NFrDqNdkGMs+/PEdicQQJ9z+YNXHPllfjq798OjaPfVK4fdq6iAaUviEcf/Xt0vvFf0L00u0xth5pdVs3OqZFqKqaUWgUnJN2OsrM7Qk4EaaHD8D6FVVqKxYJklpZmkU+cmqllYZWj6CZGyxVHBCthlTKPq2slmSer5TBnydUIXdaMfS+/irHeIQRCQVx10yLEx+JKWE16kE2meQafhLGxsIn2//PTeHPfXlTVzEDKyKHrlV/j2s98AnXz5uCtHS9jdE+XGlBRYiBOXKE8y5wOYsGWwLYJUPcwvuTK6VTSd5ogKO14FpZ02h244oaVu8A29wniaVEkgFNGxxviicIqdWbmzm7C1//71+D15RGNVuPZZ1/Avzz9DJdfFaFAA55xW4oPy2N1bscyfom7aJKCIzadCAm1RI48BblUOkkRuDzT+n0Dbs5u64ZJEavRKlh+JVpxEeYkVVT+aaafxFNqFzIATTZQh4oGDVlK5kHLQEhMzahl+BztSomxnA6sKuvjH5V2iIRVi54DL9Xz8vJP2o4iWEDZSfOUvCrPHStEG3j5FCW24khb9nijSqnenFxi2ceHaqliQPsXT0iUJ6yqJX8q9GFyYVUNHJSPmlqqp9pUJw7EOY8TsXpqnXNIOEzs6DXqZNgd0/Faai8ftgd/nNSJmNmHqAu7MbOmGtWBECqjJs+OV/rcWHTp5Zh1STu6RlPoGxnhqEp6/D5K7EQRqBaZ+1Nn0Q0jRz6HLsRzXhVlSk+HkqJQSChFZZk5JC03knUzkQk3AvkodKsPwcH3MHOEJhUoYpYm49QyMm5TOdJVrVLgpApsYaASHZDnoUEeUcijLpxCTa3B/or0PB1BlzqMlNCHf2a7FUqQZfGghJYWUVST160h6PLCa/l46TN1jqlY11U2AGNVeCOWQFea/LgqUB/yIeQHQi4PZmAYRnYQhwcP4mdv/gaWGcb1s5oR0fMYGE3hN4fHsK93BDmK2vNkkB8y0NBkYs0n5uD6xhaYpAP7s/ChErl+QE8HkNA1vNZ7FG8eOUEWfgj5wJ6jNGj2umg5lErscs+WndMemFHEqhNB50w8cftldzILA5KSJVLFZV+VZiq2p0asqraQW7oicZW8JulLReOxoMu5I1RbwgNN8oizNKRhIuW2sKfnEHbtfRW64ULaMnF1oB7XXX8tXj9+CG2+GphVAfxi4DAu9dfixoZLgYSBNEUnU7nRdPjYj5cis5WgQYO/gZEYXnrpZRzYewhuy6PEZE35pF5x6RW4uv0aBCsiHH1NZYy8HjlazrL4/dLY2IiKaCUvSaYl1rQc9sWdz+OSuQvxqU/+NkLRKKBT26giZkmcddp8NSGVV/0P7o+4eHCVIR/HkVEcP7gPu158EQf3DeAziz6Fz978O4C/HnXtzbjiuvnI5N1IG3GeHPBYQc6K7szZOH0XpzBMJa5SLaH3sJfqVD6Og795DsOH/xNhVwx+L02EqMkPiuY08jQRmUQuYyJNAmk8g5F4Fn0Do+gfjCEdmYOFl1+HHLxI08R3Pod81k5mSC09RTmlEhjOjKA33oesK402VKH6kIFXK+IYyafQ4K+FO+TldrYg5tC12R9KRtE8ZzZ73CrrEo1FORJWyY+U7pvEqeHhYf4/iT5kpUGT6TxEc1kcMXm0+wh+s+8/YQWSIM/OdFJ5ges0oA5RUjk3MlT/vSZmBmKYn4/D0jUcd1XgnZiO5DBgjGVBrwzqH5J0n4nRK8aHnJcipytxVdNlqApHEKmeW6hfLLBSAiEapLKdlZszHNODUyIr+d3leDJA+ceO3zvt+99+d+206zft8Gf/638i4PLCFwqwXUrYoyHZ3Y2B138J3UixNQMJ9EnDQiyRRCqeQIiSiwT8KsO9vSqJ2wKvGxFaAaJ5cXA4hV8ePIoUJXCjyHmKJssbCIYCmDNnNkeSh0JB5LIpjk5raGjggTH1x1LJBJf1IIvfQfbgIzGVhFQSHYLBEEemDfSf4C/KOk9saJKP/BiD/hAvMaZoutGu99B7YB+S6TTIZpjKKvULU5ks0iTokF+434dwwIeqUAiVkTBbiHi9JiqiFRy0QUl+si4P3j42gDcHYkjncrxsn7yTx2JjMHh1mQ+1dVW4bGELKiuC/C7zhSsw79JWZLMupBNjQD6LoYET/Eale9e96t7o40wSsNe/HX1XHJXtlPlcKsPnpfbCpFV2tnWaaSpvZopu42g4jpxPc1RmOpOBlUjAnxlB1BVHPp1BbIzEhSwn7+sbM3B4OI2TSXpJK5s01Wqrz2RthNMPLrwfHLsyTtikJrgpGvfShQux/8B+jIyOFLxwVcAAt2ynlNn3J6yOL9ZyrIxKr7l4/MljHhKdSezXvbhsdgMua6pFcqify3Vz8ww0LbwWNfMvR97nVdP0puo3Ou9Bpx1V7yc1MV0Qtu1EPvxcbRuSQs+L+qucWNbOcG5PRhbEak42Mh617girv/f5z7+v+r1h7W1s40FJhha0zEV8NIbeE30YieeRhoYTsRgO955AkiYN4OW+Wp5WCbk8qA34MKsugp6RYWSDlTBTg0gNxZEZSyhxXDM5+i/Iy7W9yHipDfHDon61bRPn8vk5QlJz+znild6F5E+eTqa4XHF+DNtDmuo6LcOn+vHe/gMYHRjEvEsWIFxbiyStDuKVZdS3s6N6bcsXu0Ni2/VZGBw8yccPV1aipm4Ge7+SRpAdG8ZbL/0c5sgQ/DxJppAWRDRCb+cA8XgD8JMPre5BlvrbnNjKB79XhyubQmLgJMws2YuQ4ArUBFy4478txw1XLECGfVWDCPgDHIlP7xxKVEUCL7VfA4PDcGkeDI2M4MCBA/wOqqmq4nNf3d7Gfc7Y2BhH7Dse0tSrHcuZePHVfXjj8DFebcfe0i56UysLA+rv8viAgks0DT43UFkRRTgYwPy5s3D1VVfwhCgFnx0fOcn9i6WLbrDHFHlkyRqEyrOZR8jn4edK4qybxvWWspqj62Ex0aUmKOhnmlh1bHkcGz2ymIgnDU5YeXyEkl+NIGlZCFZUYMaMGbwqzaODI8QpNKVp1mwMjqTxt5sew8DAKAKBEKhNo/tWK0nsMZ3zzNST45AHXn1KK9I0dyFXCo3pNLLVYscmFbzn2FLR5B6NKbMZ5QdLNmB0PxRY4bR3kwmrxQFWhfaYReXxFa2F1TS2T7Qzznfqtwir5TdjIqyWz0q2FAJCQAgIASEgBISAEBACQkAICAEhIASEgBAQAkJACCiB2yoNAxAwQkAICAEhIASEgBAQAkJACAgBISAEhIAQEAJCQAgIASFwWgIirEoBEQJCQAgIASEgBISAEBACQkAICAEhIASEgBAQAkJACEyTgAir0wQmmwsBISAEhIAQEAJCQAgIASEgBISAEBACQkAICAEhIAREWJUyIASEgBAQAkJACAgBISAEhIAQEAJCQAgIASEgBISAEJgmARFWpwlMNhcCQkAICAEhIASEgBAQAkJACAgBISAEhIAQEAJCQAiIsCplQAgIASEgBISAEBACQkAICAEhIASEgBAQAkJACAgBITBNAiKsThOYbC4EhIAQEAJCQAgIASEgBISAEBACQkAICAEhIASEgBAQYVXKgBAQAkJACAgBISAEhIAQEAJCQAgIASEgBISAEBACQmCaBERYnSYw2VwICAEhIASEgBAQAkJACAgBISAEhIAQEAJCQAgIASEgwqqUASEgBISAEBACQkAICAEhIASEgBAQAkJACAgBISAEhMA0CYiwOk1gsrkQEAJCQAgIASEgBISAEBACQkAICAEhIASEgBAQAkJAhFUpA0JACAgBISAEhIAQEAJCQAgIASEgBISAEBACQkAICIFpEhBhdZrAZHMhIASEgBAQAkJACAgBISAEhIAQEAJCQAgIASEgBISACKtSBoSAEBACQkAICAEhIASEgBAQAkJACAgBISAEhIAQEALTJCDC6jSByeZCQAgIASEgBISAEBACQkAICAEhIASEgBAQAkJACAgBEValDAgBISAEhIAQEAJCQAgIASEgBISAEBACQkAICAEhIASmSUCE1WkCk82FgBAQAkJACAgBISAEhIAQEAJCQAgIASEgBISAEBACIqxKGRACQkAICAEhIASEgBAQAkJACAgBISAEhIAQEAJCQAhMk4AIq9MEJpsLASEgBISAEBACQkAICAEhIASEgBAQAkJACAgBISAERFiVMiAEhIAQEAJCQAgIASEgBISAEBACQkAICAEhIASEgBCYJgERVqcJTDYXAkJACAgBISAEhIAQEAJCQAgIASEgBISAEBACQkAIiLAqZUAICAEhIASEgBAQAkJACAgBISAEhIAQEAJCQAgIASEwTQIirE4TmGw+TQLDe7Dpr19A49p7sbJlGvt2bsKdm/qw8rsbsaJhGvt9VJv27cDG72xHw/pHsb79o7oIOa8QuHAJdP3kPmzpX45v/mEHoufoNj+Kc56jW5PTCIGPAYFe7PjORmxvWo9H/5BenKU/fwwuUS5BCAgBISAEhIAQEAJCQAicgYAIq1JEpk2g8+/uxKZXi3fzIDinDctuWYVl7bXwFP/p0Dbc/f1dmP/Vh7F+0YS/nP68IqxO+7nIDkLgQyEQ24+dT23Djje7kTQA+KJovu6LWH97B2qnUaXP7tpi2P3X38KWwWW493sr0Xx2Bytz74/inGVemmwmBD4SArbw2XeGk1/nCKVnukgRVs9ESP4uBD56Akl0v7QNj/90D7pj1AlQff4VX7gdyxaeq2nOj56CXIEQ+HgTkHr68X4+cnUXAwERVi+Gp/wB36MSVluw9A9uwnw+toGBzp3Y8WovAovX47t3tCN4tucUYfVsCcr+QuDsCST34JE/3Yy9gVYs+9wSzPYDGD2MF57bhW60Y/331qP9rCv72V+mHEEICIFzQcBA795OdKecc43itWe2obNqKdZ9RvUG+FPTio6WcgQXEVbPxVOTcwiB908gic6/+zY2vWqg8caVWHF5BXUCcHjnDux6D2hffz/WSyfg/eOVPYXAB0JA6ukHglEOIgTOkoAIq2cJ8GLcXQmr7Vj/6HoUr3qPvbIJ33msEy1rH8ZdN56l2iLC6sVYtOSeP2YEup6+Gw/+rAKr/uJeLKsqurjhnbjvz7Yhtfxe3P+FcxM/+jFDI5cjBITAWS/dF2FVCpEQ+DgTMF55BF9/rAvtf3A/1i8q7tfbdTe+FPd8fzWm4/T1cb5fuTYhcD4SkHp6Pj41ueYLkYAIqxfiU/2Q72kqYRWIYecDd2NbZiU2fncFGuk6Sr1HWTAdwLK116L3X3dg76ABeKJou+VrWHdry3ik62TCqjGAPU9uwtZfqyXJnnAzOr64HqsXF9kP2PutuGMpep/fhs4e2jCI5hvX4Ztfmo2up36AzS/b+9e0YcVX12HFgqLOYrILOzZvxo59AzBMwDPZNuQE99ImPPp0J3ozgKeqDSturcWeJ3aVeKwaGHhlKzY9vQfdcfs6Fq0+dQl1sgs7n9iC7Z299jlbsOTz67B6Ue2H/CTl8ELg9AT2PnYnHnmlHev+dj06tOJtY+h85mm8Vrsc6z5tC6ul9XNmO1Z9dR2WNjt+AZ3YdOcm9N2yDkv7d2Abl3daUrgE676xGrMPbcUPHt+t6oqvFm2/s25Cm8DtznGnbXEEmTW4p+k1bH5+Lwbsurjyj9ZjWeGcdM1JdD27ubDNqce2j9W4CusCu7Hl5V7Ufm4jNt7aiInntO8/th87Hv/xxDZi7VqsKF4SaQ5gz1Ob8fTLXaCVk9RWtd1yO9bcXNTGSeETAuc9gTN4og7uwZZHt2LPe0kYvHy4A6vvXIOOGufGyxNWYwd24PHHx/sLLTetxdc+34ao3Sb1PrsRG3/agFV/EMTux3ejt2a8D3KmfSF19bwvhXIDHxaBGHY9dDe2Di7DPX+x6hTx1Hj5EXz98aNYds9DWNUCOPVwYtCF/d6336mA/fNNa9DR9xNsfzuGdic3QVl94fL61clDO7Hln7arMYDmQW3LEqz86uqitufDYibHFQLnmsD06ilfXRn9WKc+r7l7Nl77x6Lx+m1/jPU3N4/b/pkx7C0eW89cgjWfr8COH3Wiw8mTYo/Nl365A30/3Y79saLgrAnX4kF0wVKsvXMV2ooWvQz8eis2P7MbXcP2WPqqFbj9y8vQUjzXU8Y90a2Xdaxz/QjlfBcMARFWL5hHee5uZGphFej96bex8dkGrPnBXVjim0pY7QTCzVh6y21obwK6X9mKba8MoPlzG3HvrSzHAqXCqtmLHQ9sxPa+Riz5vTVYsRA48NwWbH25Fw2n7EfHb8Wy25ahrXb8+NFoELnGJVh1SxtqBvbiuZ/sxH5zCe76/hq00QDN3I8tdz+M3cEOrLljJa70dOPZH2/Gru4GrPzOvYUkWsmXH8GGx/eidvEqrLyuEcHR/dhJx4rTsqjx5FW9z96HjT/tQ+ONq7HmFrrgHdjyz7vR27ASG7+1Ao08KOzFjvs2YvtwK5Z9eRWW1ybwi2c3Y3tnDh1/9JdYd9U5M7E8dwVIznT+EHh7Czb89W5g4UrceccytFZNUR6d+knl+EsrsbRhFLue3oKdBxuw+oF7sJSjXdWAqhNBtC5fhWWX1wDHd2PrM3swEI4iaM7EkttuQVvtIPY+tw07DwBL7noYa9rsJmEyYbUfiF6yDLfd3IoKpx5iYgTN/ic24OHdQXTcvg4rr/age8fj2PxiNxpu24h7b6H2Ztw30tPQhiUdrZjdcgOWXBY9VVhNdmLTn29Cp9aKZbdTfR3AC888iZ1v54qWRBrY+9if4pE99jkXAl3/8SS2TDjn+VME5EqFwNQETiOsDu/Cg9/air5LlmHNF5ej2fgVtv3tNnSaHbjrgXVoo/7BKRGvpx4v2bkJ397UieDiVfjKze3wvrsdm5/cg+SSDXj4y618aWoA2At4GtF2Ywda57bghhtboZ9xX6mrUrqFwNQE9mLz1x7BnvbyPJOnI6x2Aoi2tOOG6+Zj/iXL0D6nvL5wWf3qvh2477vbMWi3PbXxX+DZf9xe0vbIcxcCFwqB6dVTlNWPLXqvRskKbBlaK0ax/2eqb7707oexeoHix33sl5RVyKr2RiT7f4Xt1K83G8cTUPOYvhPQomi5+gZcu2A+Wm9uR7NzLcEOrLp9Odp9R7H9sS3Yk1yCDQ+tQasGGG9uxp/+aA+Ci9dg3a0Lgfd24snHd6GbxtL32kFcZd5TWce6UIqF3MdHQkCE1Y8E+/l90tMKqzzAwXhjOmnE6mEsvfuhQqNMEWW7H9mALfvasf5H69FOgmOJsKqWOfRh2T3388y48+l6+tt48D9qsfrBDVhKs1u8X+nxu7Dtzx7EThJcHliNFify7tebcOc/HC7MtmPvVtz9xFEs/8Y9WNZgn8Fe8ozb7se9t1AEaTe2fes+7Gxcg4fvWjIeYXtoK+5+aBfmO8JqZg8e+cZm9H3mHtz/xeIL3oZvP7gTtbc/hA2fjgK03R9vxmBhNl8JvNu+uxmdl63D/V9SA0f5CIGPisDAr7fghxQFZkdeLrzxJtz6mQ60FImszjKkYiEU5l5s+R+PoPM6RwBRwurhm+7BQ18arxPKboA6akVtgrkHm762GYdvvgcP2fVn0ohVrMDG76y0JykAFUEzON7+YC+2/tnjOPqZb+Ke5fakjRNZb67E/feuQK0j7pQci3iXRqx2P/Nt3PezBqz5/l1YUpgpt9uvdx1B124j5hYPRmPY9cj38CxuxT13LYXEon9UpVnO+8ESmFpYHXjxYTz4fA3WPmBPXNKJ927Bhkd2o+2PHsW6q1gSxY7vbMT2JqeulP5s16XwKjz0rWVwAlhiP7sPdz/tweqH7uH3vhJ0gBXf2YiVM507LGdfqasfbHmQo11YBOzJ0DKT0U1HWD3Qvg73r+8Y70OX0xcus1+t+iPF/QAAb2/Dxsc7sXDt/Vh92YX1lORuLnYC06un5fVjp3ivZnbjkT/eMj5mje3Cg3dvRd+Nd+HhtXYUBK0Te+lhbHhitERYPXCKpQhfywuBiXZj9rjb86WHcM9NUahtmifYD8Z+/gi+9xxw6913YWkN1DZn7Jvb253hWBd7aZL7PzsCIqyeHb+Lcu+zF1b7ioQPGyGLnEW/LxFW+ZxdkyxH6tmOb393B5odQXNSb9YpBn/2DFpxlOmpD7RkGVP/Dtz359vhNPiF7acQkJ0lUuPH7cX2P9+IHc1FA0mKWO1rRPstK7B8URua64PjSywuyhImN/2xI2DE0PX6L/Dirt3o7CKbDA8aP70ef3p7Gw+MuH6+vQQbHl6D4qmAPZvuxOYBR8AsXRKo7vJ0g7HOogHd5FYAJZE0ZXozl3WsU4RVux2pXYMf3rVkYh2d0H45UXA6Wj61HCs/tQTzm4LwTLBS+Ng9YbkgIfA+CJzBCqD0iKXvyTMJq/b2AXuAVTic/d7/LHzSAAAgAElEQVRvsQXaSduQsvaVuvo+HrrsctEQmJ5gMx1hta84mED1BNTqrdP1he3AiTP2q+2I1b76dqz47HJ0XNGM2qCs/rpoiu1Fd6PTqafl9mPLtPbgOnkAS77xMNYUT1iU9sVPNzYPr8ZDdy8tTJxSW8Dj5Ja78OgdbYWIVb1lKZZ/7pNY0tKMIK94cT7l35MTsTr1sS66wiM3/AETEGH1AwZ6MRzu7K0AJhFWudHtxrJv3Y9Vc0ojVg3seeTrLNAUvFsd0PbgCU4n7SyF1diBnXjymRewtzvGfqfOp9E5/ikDQ3uLkt9POmPudB4pQgdF90LelE9vxo5Xu9HLXqzkObsOa29pLXjIXQzlSu7xPCFgxLD/Jz/Awz/rRgsLHjp2/dUGbD0wxfXTch32XP6IhNXYfux8ahte2NuNWKboGgvXNbU4NFGAnSy6zT5e6SSNGcP+/3gS257fi24yWdU8aFy8Bl+/vQO1Mr47Twq6XOaZCZxOWCUvxG3Y/NwedPeRx+r4Z3wy8wwRq4e2YsNDu5Cc4kKc40wq6JS5L6SunvkxyxYXKYHpLTE+O2EVwBn6wtPpVxv9e7Dt8R3Y816vyslAuRDuKPFCv0ifqtz2hUZgOvW0/H5sWfV5qmCGsoTVLmz9Hw9iV3yK51EUWFE6NveQj+vXVqOjnjrU5d8Tnen0x7rQyobcz7kmIMLquSZ+AZzv7JNXfUwjVtlPshOzl6/BqmXzUROIIuiZPGK1Yu0PcdeNRQrJ+45YLSkQmQF0vbQVjzy9F0HJuH4B1Jbz+Ra6seuxF3C4pShBVeF2bHuNGjXTfJgiVruXYcPdy1FYietsqwUQDVNd+QiEVds3ubNJ+TzOrwkgGvSULPEvV1gtf1Z8wlM3kujeux2P/90udLetww//qEMi0s/naiHXXkRg6roTe/FB3P0vMdvbuAEV4SA8/Tuw8Tvbi5I8nkFYtd+rNV9+CGuvPhW8zu/oKSJrytxX6qoUaCEwFYHpJcUpS4iZoh9wyhVM1hcuN2K15GDGYBd2PfUItr0ZxLJ778cqO9+mPHchcGEQmE49Lb8fW1Z9fnMz7vzR3rOLWK1fg4e+cuVkL3jur0/8GEh278X2xzdh1/E2rPvru9DhK/+eznysC6NEyF18dAREWP3o2J+3Z55KWI29sgnfeawTLWsfxl032gaE0/FY7SpKJHVWHqulwm15VgBdT27Agz9fOMHHBcndeHjDFowWli19wB6rk3YUp7m88rwtSXLhH28CMex84G5siy/DPfetGvcmpou2/VN3L1yHR9d3QHkeYqJPEm0XiyEWjtqR1x+BsGpHrS0sSirHns5/tQFbRp1I2nKF1TJ9nBxBp2TypdSv9eP97OXqhEA5BKaqO0kVxV6oY/axSr3Iz2QF4Pg0XzPRvw0wEBs2EK1S/YxJB4Dl7Ct1tZyHLNtcxAQc//T2P7gf6xdNSMFd6B/c+8AqkFY58Nx9+PZPxr2PGdspfejJ+wFOfoSJy/xL2pcyPVYntQ6barXZRfxs5dYvHALTqafl+pGWJaxOUScn91g9Nahq7+Mb8Mjr7eNJpO1HYgzHYFRFEXT6CKUWXCUaQXn3NIUAW6aF2IVTWuROPkwCIqx+mHQv0GMrYbUNax5aiysxip4DR9HVuRM7Xu1FYPF6fPeO9nFD+kmF1U4gbGcPnwMceHYztrwygOZClu5Tk1ehNOv4HKDrpe3Y+sJ+1HxuI+691U5McxZWAOrFtBe1i1dhZVsFMHoYLz6/C10xoGAFQP3Elx/Bhsft7a5rRNDJRh4Hiv1aVfbSQbQuX42Vn2oB3tuF7U/txP6qldj4rRUq4Y4dUbdba8fKr96KT9YY2G/fV0Opr9wFWp7ktj7GBHp24L7vbUc31dfPLUFbbRSxeDf2/+t27O4PYOkfP6QSQZTWz4UeDOx5EU/9ZDcSizfggS+3wvNRRKzanb69tR1Y9bkrUYFRHP6PF7CLKvW0rQCo8ndi059vQqedwfSGcAK/+tmPse2VJNrX34/17TTwtKMH3mvG0rW3YxmzeAE/fmZiJvOP8VOXSxMCZRKYelJCJZxIonX5KiyZ7YHR/xp2PtfJSfDKtgLgKrcJ397UieDiVfjKzTeg1tiPXT99GjsP1GLVffdgWc1UXnDl7Ct1tcwHLZtdtASS6Py7b2NTp47Wm2/DsstrgHg33tq5A7veo7rsvPdoRe42fPu+nUguXIZVN7eiYvQofvHCdnT2F/ehpxBWy+wLl9Wv5tVnu6G3r8S6Wz+p2oyfbMXOgw1Y/cA9WFp10T5MufELlsA06mlZ/dgyPVYB7H9iAx5+CfyuX3ZJBZL9v8L2Z/ZgwGwsSV41yWrV0muxx8BP/2w/ar9wP+65uRa8+uWpbjTftAa3f6YVnsFf4YUnt2FPcgk2PLQGrTSWLvOeyjrWBVtG5MbOBQERVs8F5QvsHEpYLbopzYNocxtuumUVlrXXTlzmOqmw2oelX+7AwHM7sHfQ8RT9Gtbd2jIuyE4mkJL/0pObsPXX3cozKdyMji+ux+rFRec8C2GVItm6nt2Mzc/vxUCGPJlasPT2m5B8bDOcyDznrjlT+o93o5e3a8OKP7gWRx/aAkyIjCOPua3Y9PQedLN3ahDNi1ZjfanPYmw/djz+FHYesL2gws1ou+V2rLm5iMcFVobkds4jAqUepZoHtS1LsHLtKtvfyJliPrV+TizHH0HEKvW3Du3A5n8cb2tablqLm+KbsfnlhVj3t+vRoZUfscp3yvX1x9ixj5J4AZ6aNqxYW+LdZrdVT79q+7r6atGyeCXWfakDtZLE6jwq/HKppydwmtUV5gD2/LjofT2zHas+Pxu/+tF2xG7diPs/R5OhZ7ACsE8eO7ADjz9u12Gn/fnqanTUqA0mj6xRfzvTvuzr+OQmSF2Vsi4EpiDg+BA/t1f1ZbnP34HbvrIKS5qLo1iBCX1j6svediXwxA6MJ6uaQlgtvFvP1Bcur1/N9f7JnTjA/s4eBOe0YcXvrsGyBROvV565ELhgCEyjnpbTjy0rYpXgmTHsfeoH2PyyPTYn/9NPJLH5makTUk9gfkqfugVLPr8OqxfVOoMLNZZ+Zk8hZwGPQYr6AGX3zWG3H2c61gVTKORGzjUBEVbPNfGL/XwScn+xlwC5fyEgBISAEBACQkAICAEhIASEgBA4nwlQoueSgAFlD1ZiC3I+36NcuxAok4AIq2WCks0+IAIirH5AIOUwQkAICAEhIASEgBAQAkJACAgBISAEzjWBAex6aCOeNZdg+ec+iRuagB7H+qrjLvzlHW2SrPVcPxI530dKQITVjxT/RXhyEVYvwocutywEhIAQEAJCQAgIASEgBISAEBACFwwB2y5sx5vKCgC+WrT9zlew9pZWO3HtBXOnciNC4IwERFg9IyLZQAgIASEgBISAEBACQkAICAEhIASEgBAQAkJACAgBITCRgAirUiKEgBAQAkJACAgBISAEhIAQEAJCQAgIASEgBISAEBAC0yQgwuo0gcnmQkAICAEhIASEgBAQAkJACAgBISAEhIAQEAJCQAgIARFWpQwIASEgBISAEBACQkAICAEhIASEgBAQAkJACAgBISAEpklAhNVpApPNhYAQEAJCQAgIASEgBISAEBACQkAICAEhIASEgBAQAiKsShkQAkJACAgBISAEhIAQEAJCQAgIASEgBISAEBACQkAITJOACKvTBCabCwEhIASEgBAQAkJACAgBISAEhIAQEAJCQAgIASEgBERYlTIgBISAEBACQkAICAEhIASEgBAQAkJACAgBISAEhIAQmCYBEVanCUw2FwJCQAgIASEgBISAEBACQkAICAEhIASEgBAQAkJACIiwKmVACAgBISAEhIAQEAJCQAgIASEgBISAEBACQkAICAEhME0CIqxOE5hsLgSEgBAQAkJACAgBISAEhIAQEAJCQAgIASEgBISAEBBhVcqAEBACQkAICAEhIASEgBAQAkJACAgBISAEhIAQEAJCYJoERFidJjDZXAgIASEgBISAEBACQkAICAEhIASEgBAQAkJACAgBISDCqpQBISAEhIAQEAJCQAgIASEgBISAEBACQkAICAEhIASEwDQJiLA6TWCyuRAQAkJACAgBISAEhIAQEAJCQAgIASEgBISAEBACQkCEVSkDQkAICAEhIASEgBAQAkJACAgBISAEhIAQEAJCQAgIgWkSEGF1msBkcyEgBISAEBACQkAICAEhIASEgBAQAkJACAgBISAEhIAIq1IGhIAQEAJCQAgIASEgBISAEBACQkAICAEhIASEgBAQAtMkIMLqNIHJ5kJACAgBISAEhIAQEAJCQAgIASEgBISAEBACQkAICAERVqUMCAEhIASEgBAQAkJACAgBISAEhIAQEAJCQAgIASEgBKZJQITVaQKTzYWAEBACQkAICAEhIASEgBAQAkJACAgBISAEhIAQEAIirE5RBrY+/zw0DTBzFrwIYN6suQh4NOSMNGB5YJouuLQ8dF3Du0eOo7amAcHg5Acz3Bo8uSxyeQ1NzZX4z2d/jsf/3x0YcZnwu4GhY0dgmiaq6poRqZ6B2GgMDXVRLFl8A6695irUVkahufLI5wykcxZ03QNYJgALLpcLlkn/p5+gfrbo94DbrfFx6XcTP/Z+tAPtZ1nQNLUt/5+2P2Ufte2px5peJfqw9lf37EImk8Hw8DCy2SyqqqoQikagu90wszm4LAv0UPPEjm6R/rnUF+3vcKDv5Xwm3kt5+5RzXLjU83Q+Luc5lT7Gsg4GeH0+ZhEIBmDxc7XgmeL5lnnI972ZQ2n6t0J7TmSsnrn7fV1L11gMHt0LXXdDszQuC7Bc8Oou+NyAF4BWOLKFTN7EaCaHbC6PrAkYAHL0ZVrQcjnkTRO5fA5W3gKyORx79z2cPDnA2+dNg8ubx6tD13WuW/Sdyo8JS9Vb+tK0Qjl0yqNTJ8GFQNVProd8fepZmhqgud1waW4EgyFEQxGMDo8gnUiN3wGxslRd5yNx+zHeXjj1n7dRjUKhbaD/uKE4Wxa1J+NtAT+VicV1vNxOUcYsbYqnz9c4+cHULhPrqTqRqrdut87t12gshngqyX/RXR7obh265obmsmCZBkzTgGX54Ha7oMHiZ+ymZ2FpGEkMwshlUFlZCb+u4dA7e9Hb8x7qaqqAXBbBSCWCwTkIRP0IRmrg9gTgC0Thc7mhu/JIZkZg5g0E3D54XPRQ8rA0E9CCMOGH5s7DRAY5lw6fFuB3i+7WkHflYLlycOVdME2Ln41mAdSsUxnRdC/crhy8bhcMeGFaVH/VfXOx5caM/6MKBnFyadymq2dmwU3XQ//XqK23+Vsa/55249+VsHfaN7c6aKG8OOXGaTudn4u/T7Y9/51ubJJjFX5pl0nn3HTti69vLf6z/F8ICAEhIASEgBAQAkJACAgBIfCxIiDC6hSPwxFWkQcCegRzmmbDgzwPnC2TBvEWDxJdLgtH3+vDzMZZ8HhIajn1k3O54KV9TTcaGiPY8vf/hJ/87GVEGmqQjg3jwBu/QThSCU+oGo2z5yMaiSCTjiOZiKMqEkbbFa1ov+oKzJ07B9FQEEbOQC6Xs2UVGoFbLKyQuMMDcRZJ8wUhqlg8pPE3CRAkPGqaG14vSUjqUxBtTiO6fVjCaLm1opzz0zbJZBIjIyMwXWCe4UCIBVYSofMuem5aQTxyxGc3CbC2SF3O9ZwPwipdI5ULes6RSASBcAhejw79XAmrBbGnHKJn2OYDPNad//MvUFNTjfqGev5eXVONquoq1ERCCPs8CHq98HnccFMxgYls3kLCAgwSUKkMkbiazyGXN7nMGPk88vkc8vk8dGjo7+1F73s9yKQzLOSTnEnile7RQeWM6qhlKmGMBFUuS5YSSZVYSedQQqqql2oihT4swir5TNVbzQWX200HQjQSRcAXYGE1nx1vj/gYdD77AMUStVP+6Ttf1yQTCxo1J+ps9sSNI7Y5V1P+86U6OdmH7ocnPyb7OIKyXW65mhI+Fgo1pNNpFlW5XfPo8Og6vB4vdJebn4mVzwMWPSODhXRN16D7dOSRRyKTRiabg09zw+PWkc/lkEkmEBsdQN7IwOvV0Nf7HmbU1SPoq4dpJWCSmJ7Lw8inYRpp5HIGXLqG0aFeJIaOoboyhAWtl2Mo5kJF7SWomTEf/mAlafc8MWbm81weVBtC391w69R+a3BrGnJ0vSQOU7tOQjzdbC4Nl+6FS/ez6kq83JrbbvO5IPH+/A6wJ4z46PY7gZ9e3uTj0zMw8+p8XDodQb1o8qxUWHV+Lm73Sn93ur9x0SPlnnVgVQjOtD1tI8Jq+XVLthQCQkAICAEhIASEgBAQAkLg3BMQYXUK5k+98Lwa5FsaKoJVmN3QDCubZpGFolUpcosG9NlMFn19g5g7Zy4sazxCrPiwOYsivnLQ3QFUV3nxwH3/G28c6oEn6EV9dRhvv/4ahkbHMGv+FZg5Z746btbgiNl8Jo3Y2Aj8Hg+aZ83Ekuuvxvz581BXW6uClPI5GIbBUUyaW+d9SUigv9HA3RFLODrOiWy1TKRSKR7gk+BWLKY4kZ9TFcVyhM3TFeMPe39HJKKIQOIQi48hFouxQEGiUzAYZGGLhQs7ypUFhxLhppyqeD4Iq859cPnQNATDIVRWVbJw+KF/WCEsEso4EvrszmprkXwQjrR7n8eb2XoLAuEwQiS6V0RRU1+HuoYZaGhsQFVVBepqalBTGUEo6ON6lMtnYCHD9YpEO7/PB7/Xq8R6CgbUSMAm4U4JYrHRYXQfPIqxkRiMXA4chUwCl1tTXySAadSOsFTJ+3DdtSMRqTxSWabnxmXTjhRV0csUo2iLrBRtzeGrbp5cochkj+ZFbHiYI3Cdss312o5YddipJzEulBZfS7G4ysIcgZ9U85xaWFXR0ZN8pnxm4/dVuhdF5/I92HdP10L1mNrjRDyO4ZERFlWp3nu8Hv6u6y7SUpUmzSK1+gr6/SzwJZMxDAz08USDz+cDdKD/5EkMDw/Bz+IsL1mArukYHRni9sPjroHbl7fbWjdc7iB03QR0D/yhSmQSJ3HgjX+Dlh9DXe08ALUwXT6EoxHU1NRiRv0s5KwAUpk0cnYEslujiFkqWCoiOJvNIGNkuNyRWJ/MZOBxe5GJDyEeiyFcMwvegJ+fiWHkMDQ4jNGxGD//UDAEv98Pn9fPZTTgD8Dr9bDITJHrfp8XHr43D3xejxLw83n46D3g1hl7qeip29GuU7Xd5YikhW3siNWpBNXSc9DPIqyeXZspewsBISAEhIAQEAJCQAgIASHw4RIQYXUKvv/8wvM86KQFo3UVDZhZ04BcRi0xVWIHRf7oiMUSiMeTmN08C7mc+nupSEfHMKw0wr4KwEzgT//8e0jkAoiNDWLOzDq48lm803UUlfXNqJ7RyAILRVA5x9HdpAvkkUolkR7oRXPzLFx37TXouP56zJrZyNeSyaaVwGqa9jJjtQ/9TAIEXzf/TUXLUcSripQajxxyhNfTiZ8ftjB6puI+1fmLl/E7y6dZEHJTJJibxdXR0VF4PB5URitYSCEOxMzZ13l25d7j+SCsOqI5XSuJyRQdWVldhdrKirO2dTjTs7J1u/HNigQ1ipJzPrwM3/6cuuB/4lmcoEtVD0347OXOZV1L0UaNl98Cjy8A3ReC2x9GMFyNcEU1AtVR+CN+RCIhhPw+eD0kzmWRpbo3OoBEbBTpRBwel4lQwMciXW1NmJePV1REOPI1Eo0gGAoiNjiK2PAoslQvWVi1HTbIssJU9Zu/CpGLgF60VD9P4qplckQh6VEFSwgWGMctPqg9ImFV93hQXV3DbVZybIyFVeccXFZteEpgHOfPgqq9DJyi2J2/FbdjhSX6tljLRgRniHqeMjJ1yv2mfvq0HN25Hk1TAiAJgqNjYxgbiyFvGCwYOh9q8ti2gP6RbQsL4hqL4oaRxqFD+9D97n4Y2REEfC5URsPIWx5kjTzCwTCi4UqEAhFURqsQ8EdwrL8XtfV1iETmIIc0LLeH65Pb9CBvpWHAjXjKRMhnof+9X2BkeAhtV34GgUA90ukUBoe60XP8CHSXjsbG2WhsaoHuDSOZTgGuHDTNRCydRSadRo5WG7gsJNIpWFaeLTw0Vxj9PfuRHhlApKEVg+kETrzbiwNH3kMikeJ2TE2skRibh+bxKSHf5YLbtp7wsHhKgjRpyC64cnlUh6P4xKJFWPqp30LA7xmvk0XPiNjTs+Z6WiKKTyaQ0kF4+6JjTCWsFm/jWBcU2gV7/08sumy61Vu2FwJCQAgIASEgBISAEBACQkAInDMCIqxOgfpfXniBhUnN5UZT3WxUBqOwyF8VbpgcBkWDYS8GTo5w5GdtTSVyOfr7uLDqDDA104W0K4OaSB0P5v/X//6/EaqZh6yRRHfXQUSDPoQqa5G13IhEKxDwemFQmCsNTinqlIUQcHSpx8wgFhvF6Mgwqqsq0HHdtehYdB2amxrg9+octUVfFF7mLDUtFkqcsS4NYnkZqOOrWuTveD4Kqyy0FVkhOI+VhSnLxMDwkLJPoOXcmQwi4QgikSgLrMUMJveknbyQnBfCKktw5MurF5aWV9HS9woSVs9ZO6OWtxed7hQnTcfTs7AdxSKqvTh607JYyFL/V8Ig/a4uGH1fN1E9//Pw+Hxwe/1wk8AaCCAYisAT9sMb8CAQ8iEY9MKna7CMDIx0Fql4BplEHInYMNJjw0jFR5BNp5CKD8JLHqcAPB43/AEvwpEw6mpqEQoG4Qt4+TtFLZLoSkKZLxyAz+8DiV3Oh+okRSGaFF1uWRwBS3YDeV4ib2tati3AhOX6HAmswev3o6KiApZhIZvJFDxJC0IV+3aaHEVMkb7F9WWy5f/OfqdEsbNg6widSrSc7DOVl+rpJkdUeOkkH162ru6Ton1JSByLxxFPpDhqlfykSUCkSF4uOVQ+cmrShH7v8+jssRpPjOLIwf9Cb99xzGtpQVVNLfyBELy+ABJDw4BBfrh5XtqfMzLI5UykknGkk72Ikl+zVgV/gNiRP6obukZhpuSd6kbOIi/XDHLxXmieABpnXw7NUwW3J4K8C8hbOQwODKC/511kM0Bd7Uw0Nc9G1mVgNDmKZMqCPxjgemqYeXhoyb/mQjqTQC4fQnK4C+bYSRw4YWJ/bw/ysSxML22j8eQZvYfYVgKAYavwVKY4spdsC2gSycwi4HWjsboW17RdgcXXXIvZDTOh834Fv4dJRVHnfeZ8p1OwH7f9KY1cnTSStSRitVR8nSxi9caOy99XHZedhIAQEAJCQAgIASEgBISAEBAC54KACKtTUP7n55/niCev7sPsxnnwuTxAjpYCe1hYpWXBbpcPPT1DqK2tht+vw8yToHmqsOrJa0h5sqgN12P3z3fih09sRW1TK/x+H+KjQ4gPD3IElC8URUVFFPksJcgiUVXjIDPyaCQPPudn3e2C7rKQomXuo8OorqxE28K5uObKy9Da2opQKMTLSQ1DXY8zWKUBNiV3ymTSHLnp8YzbADjbnO9WAKX8ydOyu/c43nnnHRbmWhcuRENdPQZPDnJkVzgcZu9RYqMsFMpXG8+1sPp+1r2zvmKvl+dnq2mor69HOBT40NsX5QxqC6N2vVACngWaNyDd1ImeVJGVQN6VVxHhtAy++Mui5FAqApuFcJDwaOLyJlpuPf3Pum8+i0QqhdF4HGOJJFJGTvmnkhDPihFFd7vgpQg/i/w0ydc4BTOXgWkkYGUTMDJxGJkk8kYWuWwW+XQaRibN7QMt4XZZBidI4nBTuKB7x5ephyNBRKNRhMNKaI1Eo+wFHKmq5AkUXyAAr98HnZdue9g+QEUBFkWa8vJ8i4VXOr43EEAoEIRB0e5GngW3CYKpaXEZN0mszRlIJlN8nY7nK4lwOiWpYk9O2/tTSdtsd0ATMSRqUlQrfXGbxNc0Of+phNWpRdypI1apbLBAaIHbMPJQJqHQaRfZn5VKG90fCZ1UTnImewl7vG4kxkZwtPsw+nqPIeRXHGY3z0F9XSN0+HjCjO6J4oMpwRW1nSTTmjkX+nqO4b13f4O6GTOxYMFi6H6yf/Ahb7qQt+Jw5VR5zOSyHGkadPugsy1EGok0XSeJngHobvLNzXACwuGTPXjvyEHA40P97AWYOe9SjjilMu3zB5G3NBi5PJLpLEZG+nG8L4PM6GFEkcKbx0zENAsByw9DI0saunY7QtT2bNV0nZ8VcaBn7Pf50dTUhMtmz8JV8+di3ty5iAYDcJOdTC6nVjdQEreiFQyTtYXFkah2yrdTrAOmEljVu2iix2rx+2kygZbKyqc+ceX0K7jsIQSEgBAQAkJACAgBISAEhIAQOEcERFidUlj9N/ZSDfsjmD+zGZZBiWlMFjgsk+SSHIs/fX2jmNXUBMuV4CiuU4RVGkxSuJIOVIWD+KcnnsJPf/EGGmbNhmUZvDSVhA5KgkMJaCgCiMSBPGUX54EoKRrj0X60uJV+ogExRWnRviyippIsAjU1NuK6a69CW1sr6mqr4NZcyCaShSzgjndjJpvlyM1wKATdozJNu+wltqWZv4sRnUl4narc0mC71CLhXJRxXdfw9jv7kcxmkEglOTnNjYs6OHs7WTiQRQBFspLASkIXiVhKsDn1eovFZ4fDmYXYKZLxnPbmi5bJlyP0OknBp0j8o5bxKgsLt8eDuvo6XuY+1cc5jHNq52pK76T4Z2WnarGtp8qTRALVuMhFghEtcVa+oSYLV+zvyBHFyr+T9udETxytaQurtphKy+IN2pbqBsUk2h6kN7d1vK9idHIUyBo5pNMG0pkc0ikDyVQG/fEEYmMaRmM5jIyNYGQkgeGTSYyNDGNoJIaxeAyJeAzp1DCSyROwkIDLysI0cnAZ9J0iHpU4Z5kkrqp7puhTOy0VA6Il3hyRzpVc+avyl0fj6GKKpCY7gVA4gnA4hGg0hAh5wobpO/78T+IAACAASURBVP0uzBMoFPUKvw8+fwChUBAe3cvlmTLOU5uiMsTb9iW2nyaxI2/OeDxeKOvs28peqmpbksSd+E96NmyK4nazR6/X5yUjAOhuj50kafJHQM+5+DNeV0pLkmNHohKFkchJ2ZVIhOMv5KG7PMznZP9Jvm5iTFYsbo+XxUw3edPmwd7UBk+AmUAuD8o+Fk8MIplI4LXXO5HKxnBJUxMCvgq48mkEvBZCoWq4AxXw5OKIEytKXHXsdXhcgC8cxGgugpM9R9Dc0IBI9Wz4gmG4w1XQkILuDsHt0eFyazwJp8ELy6X8Snm1gcuAS/NBc4VU+jEzjqGegzi4by/M3ChymoVw/VxUz7oE8ITgoghYeDAWT+P4iZPoPnYcgwMnYWWymBM4jrk1QXT2eHHCXQXLIMHdgFvXWUSnc5L9Avv85rMIeLxoqKnGwpZ5uLp1IZpnNqEiGISHkxtSGVXJzRxdnCwWikXvyZbzF//OSYzlPOPSZf1UjDjIuKgNIztiPqcdWcvvS+ca7ARujmWGs9+nl1z9vuq47CQEhIAQEAJCQAgIASEgBISAEDgXBERYnYLyU8/vQD6noyZSjXkzyF81hTw4bAsui7z8aGllBkODKY4EylsjsKxxf8Liw2pQ2cWDuoUfProFvzk0iPrGGuSyaRYznWz0Bc/FQibwUy/OsTh0ItfUkn6KYCXBN6dEn2QMNVVRLF68CDd0XI/5s2aygDJCS11JhODoTAOJ2Bgvh9e9XhaFNd1NOV44wklFrE0cFL9fYbRYkCw95oddyMlX8dCRwxiOx5DN5+DTPbhy4eXQyWzQRfdrckbx4eFhFiTIK7Ouro7tFIiZE83HmcVtxdFhzqLAGZNevR9hdZzKmYXb8SiwSSMBHfHO8dj1elE7ox4hHz1zW+SYIuJQyWJOaiUq8erDCdxsYZMjJkmMc4RQ+j1tQQKoSZMRBnKUYC2Xg8G/U0IjLbPmJc8cYajEVCWo2hnK7eNz5KodzZojYdA2FHCSOv3eJ5d9YEWInzEnj9JZBMvklL8phY3T0u+4QWK8hYGTBo4dHcC7h49g6xP/hL7RQyziWbT0nJef55A3ye+YWgxHXLRpWnlbyCoWHW2v1UIyNbWc3WHKzM08J9NzlnbTBEAgEICfolSrKthioK62jqORa2rqeJIgUlXBvqs0cULLxKl+U3QjfSgjfNbIcplXky30dF1I8WWNC/GmlWMhWKf2gfyKaUk93ROJ9Ox7ak/+TPoUxu9xQjkuyjg2WdQ3+7zyaU2eQPL6PLByGt5443UMDg7C53Gz5YLP54fL42fedEiXi6I0dRj5NEyKODUyiCV7EQxWw+fx49CRt6DpGqqDKdQ2tGGQPHBHToIcXLzBCtRVzUCkoQFaMoFXd22DMTaMlkub0XjNLThw4C3UcqKzBowOnkS4sgYeKwUjb8CTt2Bl88jAQNqIw5UZhZmNIWtkkMlayOZcMKwk4PLBMqPoHTiG2GAM8xbMhkbief0czJh7OUx3CEODo+ju7sO7R3vQe/Ikx+F6daDBm8A8dzcaqsJ464QHva5aZCw/eU/wPdHH8dimcnHV3Dlov6oNV11+OSrDQViZNCc6JG9cy05G5Twy5xlwBGrJRM5k4mrxoy5dyu/8rTghYnEEq5vfU+P13ZlQcNpSbm85aFpNbFEd+O1PX/eB1XE5kBAQAkJACAgBISAEhIAQEAJC4IMmIMLqFESf+rcdME0PZlTVo6m6GtlkAi63VyWSgcpGnUqlkIzn0DhzBoxcDBanBz/14wZlqAayiTH81Q/+AX1pHdHqCA/+6WjF4pwTrceD0SKBtSBOFkQwiuZS51KDUPIZVF6CtDQ5PhZDNp2G3+vB4uvb0XH9tWie1QgPiacU0UZLld0q0QlHxdLAPJcvCImn81wsHZAXR3dOdv8frbDq5iQw+w++g9jYGObMno05TbM4YpXEOYoOpME9CakUvTo2NsZRq9XV1QgGgxz9R1804C9d4locvTsVr3ICTk9Xqc9WWHWEEbV8HuzDWVVbzRnBlX/pxLOzKGoLH040KZUtEhbJSZK+kwhH0dtOcjQSrNWSYxJOVUQqCXc5k8RU+2+5vIpY5ShKikx1FUTW4uzx6noLJcwu4ErqI79jjqq0ozspSnD5Fdd+sG0iRYq7XJxwyuPlFD+cXEjlq1dL0WlygoIxhwdj+Nr/9cd48fUj0HhGguqVob5MkoApYtWpp0o8VaG5Tqr6iRF99Hf2AS5U7KI6zi2Fimx1WPNzsu0ACALx4eX8uoftBPwV5O9KNgOViFbQVwVCoQh7hZIXK0W8BkMB+HxeLt8U+ZjXVH3gmFU7ypYnWUg8pMRIfF/2deTyLNQSm+l+JmszOFJeUxM7NPFBkz3UdlJk+f/z43/Gu+8e4eX+9Fx0zYLXq0NzexEMB3kiyO2myFANXq+F6sogzAwlHQOq68LQ/RSlS1GuPgSNk3CHW4AARajnYKUTSIwOIZYYQDZ1ErmRk9DyCSxsnomBgV4EZ9+Iy65bxtYthw68hcHufaieMQOa7uPrNQxVJ7xalhRr5E0dltsLl1tHzowhlRlF3vAgNpLFif5jMOPDFIOLeQuuRN3secj7KjGcdOGdQ8fRe6IPI7G4mnDj++NYc8wMjGGuP4N581rxdvcwDp7MIuXxgOuOmYdPc6Gxrg5tra24qu0KXDFzFl8TrWZguwfOgKjavOLHNbF9UVHTxR+eRMqrJ1wqonJ0ur1xcduo2kUluE9s+zn0mf9WqMO2Ky7bTdhtj5EzkElnkEqnkMlm8LU7fm+6xUu2FwJCQAgIASEgBISAEBACQkAInDMCIqxOgfqpf3uOZCg01TWhJhhANpmE20uJjnjVJX9GR+P/P3vvASVZepZpvteFz4z0mZXlvVP7biELomVGixG7iMUcgZBtCSExCBYkQMycZWf27O45mtmdQYAGDSCEDIjBSLSEXEst205tqn1Xl+sunzYy/LV73u///4gb0Zmt6upWizlz45w8lRlx7febqPv87/d+QOxggoWrolYqqXLwoHbsolC2cObkk/j//vAvEVenkMu7Ajj5ZD6seiSckvT/dcBqH0goSNN7oJVrkuo0Co5aFiJCwSCE36yhXCpi985tuO7qK7F/3x6MVMriRUg1IbcT1attKwWbsSC4hG5owN3TgdhhiHIpsPASTn1JmxAuMK261qzLwzr9VL1e5fO+dQMBK1+i7F1dFdDK/QigCFolukalqc9sIMTT3/slXeaGG11SrCRletDb1xxwoH3YxsU8CuUSYlpZGFWo6WfCPZRqlHDUpOMblakf+T3o2vM6jRMEMeGpKSqlr6NX3f6pt8ZrCpngrT1tXUeptmmz4UiKsPL4ZLqw8vQkVOVyhnlPKevYx6/ecnkeqxsFnCr0c2dDRHaM+c1FeOK9mSCMIX6dBKqWrbS7C2dW8PY3vRvffOw8wLR/QkeJRagL3EWwNUwVbKR/twQgqjR9vlTbKYUqX4xlb1uBV4kcR6kylUrU7MdYOUzMZ3w0/BcvVNsWH1vH8cT+gQCS81cuV4RXyEuxJgJV9vFioSCWAoV8Hq4TSkEtflYsFkQVy7GRK5cEztEGgL7FhJuEz6Lgt5QKdvi14bgYXm3QfUXuSdLElRcw/ayP3PcI/umzn8fZhZqCg+B85SOJWJwrocOKgG7pS7YjFhfTE3mJf60ZY7TgYHpyHGv1Gjr1OuYmRzA34+D4mQBd0EagKynzjmshiGxYcQc7pnNAZwEjJRuFUgml0VnMb74Oo5VRNJZPY+H8KRy/2MLZ9gjgjMLxYrg5Fs9S6mAvb2GibCNo17G22hQv7pGyhyCsYWnpIhxEcFg0D1W0AgfnVmpYWPHRpGWM5cAp0EpAHF5FjVu0QuybCnDN9h3Yc/CFuP+RR3HHkUcRjuTh5Sexd8cO7NmxHbs2z2OiMgLPYsGrlvpuEJcNzg927/e0KW56fhFInlLgm89s+n3LAoNu4R5NHfzKG5irxAtY2dakLQFSpa6UT7LY3qjCWh2/q4sv0h88EMU7x8LvvfdXnt0kmu2dRSCLQBaBLAJZBLIIZBHIIpBFIItAFoHvYwQysLpBcD/5+c/Dc0rYumkLKraLoNuG4+aVj6oVCOxZvNiQVNyRkQLCiL6cTz2YgK3ARnHUxt133Iu/+PjNKG/epPztQnpS9uFeWt2j9IXrwwoFy1JFbARMKCWgKIy4mwjvVFET+u2xWI3vt6Xo1aa5WRw+dBA3XHcNxsfGkHMddNtNAb2maE1aRfh0/e9SwN8PEqzy3JKS7ShIJ5XlBT4rP0H+qKI4g78TrNZqNbEJoHLV+K9KaDfwMl0vTs+HYlVKxqcg+/B1sEewP1HhmbiOqEgbfkOl4GuIJ/ev/Q4pgjQFpAS+ymcKnPYNEZWXqrwhEExhMcJO1QcV/FSqNVv8JpkGbPqLVEmPIgGpnuvJv2yHnMN0bg1Q+R6PJYCVdhcs4KaOY84zmb+8IlxptXE6XgsXlvGR/3IvXvQjV+GlLx9FjsGwObps2PD0qCStCnDh9Are+ZbfxLePPikFgOiNrAwTxAVW+ZSKfywBmRnRSnlqIJWo97TiXABTSGBoXv0xTg0pq9vLrqk0af7NvmzAqipkZEvFehsFUa86Xh5eroRCaQSFMn9GUR4dw9hYVawv6NdKkJqjijkO0Om0RblNRT4Vjx2qB7s18YUNoy4qo2W88EXXwyt4oPetyDbXeemr7X3SGwupQZEeS4LhYtZzyoG1t77ytW/i1m/cjnY7QOxyUUuBa15jEgWi/HW0p21EFXACFO0Qc2M2quUY2zdXMTU2gvMX66iHquiWE8UoFXycvmChFdGP1kcYOehQwQ6I5+6ubVVMuy3MzI5hdvdVcKMWpqa2oOiWUF88gycWFnDf8UXcfTJAkHPg0nsbVMOGqJQ9lHL0keiiWWvDsRNUq6703XqthfpaDY7nY25+AmefbKDWihA6gFeYQlyqwOICj8ujUQEL5D0bO4pd7K12sW12O7ZuPyxz2OPHH4czXsSuK38CFRY6sy24BPZxLBC+7eqhSiAvY9GWaUKN8tQXVY+Xql/UMFZjVzyQI94XF+q0Yl+x0n62RG/BoN8vpcFTVjLpNqbunQpan2piX/1IVkDEvhXr9lD2FMaf9X//7V//Pv4XKDt0FoEsAlkEsghkEcgikEUgi0AWgSwCWQSeXQQysLpB/D71uc8jXxjBtrltyLOwVBggthwklovEaknhlPNn11Adq6BQVN6kadhpAIiAj8BDbjTA5z57C774lbtR3b4ZfqfFEuhSbMRAPaOAlBTfjSptax/Gp56rX0ld1Hy6IriyCFCqWO5DtVmz2YDf7WKiVMR1V1+Bl7zoxdixdYuo7lqNNQFvLKR1KdDUhO/ptl0PrG4Etp5dd37q3n3lH1OFFUA1qdQEUnyZazHXqWBsLEpVViBfXFwUCEi4SshqFKxSJEanRf8grQCeDqxqzC79iWDVR4yl1VUstVee4hmr1KGElqbauyp8ZPoT9zf+sul/6dtIOEgAoyAM/TgJIulHrPYXcKqBKP/2mWaeJMh7OVFKqn25DY+m4A6PYyCPKBnliKliOxtqxC+/Fz18ZBG/8/7P4PW/9Cq87ie2oFqwwYpOsc0boT8q1ctMvw5w/ollvONNv4U7jj8hsIiwT41Ljl9CaAW5lGqPE4QCpWZNhB8Zz1T2Hx6DyveeX61WsAp8FUCmFOq99jCLMlLoSRW9MnOItI9dAAsScUHIy5dRrFRRqoyiVKmKNcDY2DgmJsa1LUBR+napOKqO79gol8qojJThea7cb722gkZzBX/7d3+NPQd3Yu/h3Wi2Oz0rkfWivt68sOHCRJygkCsgiG38+cc/jbuPPAinVEFIKE0lp0B1S6xOEnraMt6hUot2ul3YSYiK08E1uyewayqH0e4qXnDFDtx65CS+dm8M365i0+YAe0bP49RSBatxGU6piEIuD8cjzwzhwkE3bqMatXFoxyyS0QMojhaxbesOlPNVHD/6AE6tnMbiuaM4e/YiVmoVBCjBch14aKHoFbHaUMcbrQZSVGt5IcDS0gICf0X68FihgH37p3D/PafQjvNwx8uIc1NwcgUkri3HkgWEJELRsXDtljy2TZQwPjGHwwevgt+JcfyJBzA3M4nq7NWy8GGLat1SVhLypaPmNmVboTxNhX9rwLpeu5j3eAzOe/zh7/Th5lxp+pb0j17f68+BaRsB1d/VJXCe5HFEldppye98L93Ppbgdx4v2DOe1ilLdtvFv3/trlz+gsz2zCGQRyCKQRSCLQBaBLAJZBLIIZBHIIvB9jkAGVjcI8Cdu/jxGyuPYOrMFThjAlurlfDD1EFttgScXzrYwNT0GzyM4IQRKq0z7XpF25MHNd/GpT34Gd93/BEbmpxB02rBiR8CqSQFWD7Y6pXrd6zIpwurYaTWk/C2QUFdZTzkfsgRPL20dgOs6kuZtd9potxoo5fO48vBBvOTFLxTAShBLnzuTqj18KX1lbV+9aYpdbQRXBpRpWnH3TMDt5Y8DBRxod6D8KQkY+MCuClcNQ1X+bfz/+LmJGyuRU8FKeEXAyhRpvriNabcBJZi+YJOif7n3emn7Kd/Ep3iTSqka1Veke1KZHIc4v7SIVsQ+rMAe74k/plAXAacCc0oxKkWLBHgouNL7EQDniB+mUZBKyr6AF5XCLypVrV4V+KppC5WOVMCy6JpRYgoP2rChlWo2rZZTm66vlry0/sLjGZkeU/Ft3HPvadz34Bpe8dpDmJ8G8hGBdIhQ3D7pgWpBMtKR4PSxs3j329+P246dRhwEoqaUavSiNySE1erUXrq/bidBs5QUqr7G8ajSokN0unVtJaD9U7VGVoHVvgWCAay8Eoup2uJbSSDOwyrQGhKmEba6TP2voDwyjsroGCrlUVRHxjA+XhWoSsUqf+i5mndzMjdwHOTyeQGr+UIBjl1ATsBtgI99/CPYf9UeTG+eQlcUowbfp6OupY3D/qtDvpySpm6kkhFw+tQ5/P0/3IyjZy4gVx5FzLlK0XnlVyvp/zaigLEGHNtD1w8EZDtJiMl8jL2zDqL2RUyMllAutrBQ83CuVhaLgfFSF3snVnH3CQsXoil07SLcyIaTdBBbediRjSAXYTwf4kUvmIQ9thO5Sgk37NyNcmEKCwvncG7tPJYf+QJOH7kD51tFWFaEeuihFpQwumkX3EoBQeKg2bSwVmtLtgBfIQtI+W2MxnUc2j+OY0cXsRqWEFaKsEc3Ie/m9b2qRbqCY2NmvIrrt5dwYOcOFKgyLo8glxvBau00KoSwpa0QL2T2SC4IiY2GjRwFvXyfsaMLgM1eSWWtBab2yyuV2t/P7lc+ulSSmoUj2knIPGTsRrS6XTx/NexXVh790RtQCRwEYhcRBPSp5vcJv5voP6x8mI14lu3PluX+oriW7AI1T7Mf/957MiuAS5vPsq2yCGQRyCKQRSCLQBaBLAJZBLIIZBH4QUQgA6sbRP1jN38RW8ZnMFedFqVN4iSwmYYKVRxmZfUs1lZszG+ZVio1K0AiarbBl0A9O0a+G+JP/uyvcaJWh1f0YIX0SjTwwaRRMoVYPeIOqLpSqb+miEhaPSTPyHyolgdeFqNSFZXNSwHC4RR283kskMLvdlDIu9i9cyeuPLgPB3bvxOTkpHi28kG7V0iLD7v6wJYU61Kwi9XUzXUM4JWhaxn+7Pvd6Z9J2r65luECLuZ9gq9WqwVCVoJI+rUWCqxKru5dgVvlk2l+N/8aELbe9Xwvte+lxCh9jIHjaSAl/NGzETlA0+8IdFHKsz5YFa9TA1M1QFV+vcpGIddL7zdp/sp7kd6j//29lHVGkhBG8vcArYaL+x+uYc+hcVTLCRzhoKyiblTNKl3ckbR+B+ePnsDb3/JvcM+p06rieuwjYZq6NgLgQouKjDqGaRdlj9CH0fT35IvjkFXlRbkaBpJ6z/HMthLBrB7novxl++j2UB6WfVgm9azEwtUR5aJDf1WvIFYAY2MTGBkZR3WUalX+XkG5WEKpVJa+TBhOWEooKyjX8eDlCyjm8ih7eeTcEJ/5p0/gR/6nlyJfLaMbcqunwm0D4tKLDeYSub1Z0OB4YZ8jJT1+8gy+/NXbUFteBvI5SFE0sYyIxXJA/J9NITWCOhZUY/+Gi8DvKLgfRpgtdpDzfFxsEqZyn5wUqRpzm7h2zzh2b9uEY2caeOSJBXTtAmCVpP2J95LYlljTqqVUyeHA4d2YqhaxZ9MWlPJVNBsraMUOTt33GTzy3dsQemWU3QhNbxZ130KSm8e5FtDsukrlDAJ3ip0tJGzTTgOT1gVctd3FxZUYD5x34U1MAUUWRsyjVMhhojqCnVs2Yf/O7dgyO4PO0pOYqORg2zmUKyMolfK4cP60FFHMVbelFndSc7x8Jw1/Gam52rjM9BfI1IKdeOVKZ+oro+V9sbMwi3qplH+qYbUVgFGf8rtS1Kl+RwC9Klj3VPsUsziTVl/z/P3CVgoQ8/W+d73tv7/pJbviLAJZBLIIZBHIIpBFIItAFoEsAlkE/oeJQAZWN2jqv7r5y9gxswmT5THxGWSOMlWrfEguFHI4f+EM/E4ec3PjCqNYhCB9xU4abjo5C62FFfzRRz6FVcuFl3cQBVTsmOIe6kHW+KTykoYBnEBTSfnUqEZ7UpqUf6UCogpQKTONvYA6FiGaulEDNAhtwGIlhK4CJwguAsRBKOBoaryKgwf245qrrsSW+U1wbZUeH8esem488PppyaLmXef1XEDDZzMaLwesbnTN5qGfgIfqVQJWwiiq/liFne+bVNY0YDXXMGz5kL6vjc/5vaHl8L7pv1nJXfSEVqwKFFXKsD16OKq+JMWPNDg1Kb6qF6c8F79H1fdnoxl9Nm377Pbl+GOnpVqUWr4QixcCPHz0Iq574XaU8/SrVP6wBE1G6SxIVYauhXOPncDb3vT7OHL6rKSlJwaschwao2NdOEhpLdU4V+n/Oa0CplJP24FEMbphU3lO0npEIK2CifTCVbYCypNVLBd6cFW1gPLBVcWCRBBIBavNyvKeqFYLhRJGRsc0WKUVwIT03ZFypVekqtlJUG800KS/apggEmhrI+faKNOH1Y1x5KFv4eff9NNICg5CTiNJ3zs3bcJLxfPwS7idwyJ5BmxTdUrdY4Jmq4MgUffmS0E9W2xJxCYhVKnjhM7qX/pxhqC3qh+EaLabCDk/+Q6ilTOw7RZ8dwqttg/HLuPC+ePwV45j77yHg7uuhuWN4+t3fBfLrQBueQrNbgdB3JV5OYo5ZiJUR1y89MVXoWB1MZEvodmOEVBR7JRw+smH8N0jR1HwKhhxQ6zZU6i3umj5NsJCEUg4inwFViOqbXnMWOB7NVnFdVtjnDrfwWMLRbjTM8gXHVyz7yAO7NstWQPVkbJsG/s+ls+fxHilhHyRCzlFWEmEldUFpSYvTSv1p9L99py5zQJdL/49/wnjkdpffOvNkSn7VUnl12p3RemNwlVWGVSbxKrwlEnzT6f4K59hs5uyNpCCZFKATi3oiAi2V6BO2YmYQlfmu4rn+b1fe+ezG+rZ3lkEsghkEcgikEUgi0AWgSwCWQSyCGQR+D5GIAOrGwT3E5+7BXvnt2EkVxCvOQGrhCNxjFI5j1Mnn4DnVjE5WUZCtSrVm0NFXAxIGxkp4vEHH8aHP/rfYI3NwLYixCQS9GzV1cCVwqtfhKgPQNVDrHyilUO8ZCoJTeo23xfYwBRerVg1YNdcA1W15gFa1K18KCZAkBRvpaxTKiLJb2f1IjTqa5TR4dorD+PGV/wI9uzZDTemVx4LvoQCnAmAeLx8odxTzZlrNw/HzwYaPtu+/9yCVVayp2oZ4rPKmK+srGBtbU3A1PT0tChZxedwSKn7dIpVYRYbqD6fDkyb2DwdWI2ZLiz9xcL4KNO+2U5MC14/iV6p0zaIuj2ohN7o/M+2zZ6v/dWCg3R4sfk4caKOWq2BF1w1D8+OYBGOiREqh4SqVM9Ua4fjzLZw5qFjeOubfx8PnT2PJPLFh5RKR0LamGRVFIupYlNG8Svp/zl42reypzKPYwRhR8aUH3TlWLzGiICVY1KrB9neSlmsvHCZPs2XsbZQcJX+uPzchuN6cMVntYhyeQSVchWlUkU8VUdGqijRAiCfF6uHpdUOGs0W2n4XZJ8CwzgvxIkUxIqiOlYbZ/Du33gbujavz4LF2Az1X/4dJf0q8+k27el4tcJb7ofH1nGV+UMDZDI9ZggY5bdRRprxlKd/dERhrgMnX4CX2HjsnltgWW3sv/7HBZbSM/jBI3fijq99Adtmytg6NYMkzuH0hbNwKiO49qWvRdey0Q4TdAMbUchWjtCtX0Swdhb1CyfhNNbQ9GPMTJZRKo1gsR2g5W1DwwoQri2j42xSEDh2sBq0kHQChH4LUeLTulrUyJHfRs61sH16BPunQ4TJKP7xm4/iBT90Pa65/nrsHqO/bYJOq4Uo6MJ1aTtho7FyGmF7DZZD5W0OlbKCq/XGGryx3QNWMuvOd2mLmqEVsOHtB1Wsyj/VzGUm9oSpqtAaPYG5CKDgd3oec0SEbDySTT9VAN4sPg1mXSSIoxBRqL7LqHw16tf/+AcfeL6mhOw8WQSyCGQRyCKQRSCLQBaBLAJZBLIIZBF4xhHIwOoGIfubz9+KfVu3Iw8bfugjIVxIlLrKywHHHz+L8fFpVCo5JFYHSZzvgRRzSAM1pydGccuXvoK/+adbUZjajCRqI2FBLMftFfDYCKzyWAJOddEqgSu6gM2AMtGAV0lrVq8+VJW/hh7AJalZUnCl2jYrbGtQo1KVqVeKpdp5c20Vec/Fzh3b8ZIbrsOuXTsxMTYqkJH+gfxxXKaqauWc9o401/BMe+WlwMRLPeZzCVYZJwIgvvjwT4jKayV4X11dFV9Cwip6sPIzs136GoyaeKPrfzpIein7/VQdOwAAIABJREFUDO8vxXAsC57nYGp8AoU8K78nA8XRetzF+CiucyIRYBLKrAeAv7eo9lKb63neTqvGWUwrTPDAA6uYnMxhy9ayKFBZjkgos01QTodVItg+WH3ywaOiWH347AUkiapUL/8mkbbl0BauPcguEj2l2HOo/lT9h2pivtgOQdQF/SkJlUSxmhBiKV9Koxyk6k/S3vUPwalRERrFKkdvImpbQktP4Krn5mQBhMrVnFeAl8vBy+Xlh8tGrMre9rngoj07xbdThcC1CIIdtLs1FEdivPu9b8dqpwmHlgYDVgR9qxC6oa770vOMeHayL2qIymtnNXkZI0rQqlSMUYxOzIUcXz7joobETeSNMZLIhWt5CHwf8Ndwxy1/jjCq48offjsCK8FoqYqou4Kls6fEymC8Oiemo+cunkHXSjC77QrY5VF4YDE1D3FC398E3foS7vn2LahWcohCG/l8AWsrZ1GwbUzt2Isdh1+BRuNJ1C+cwfSu69WiShCha/nw4ImyP4wDuLYLSn+PP/4Qzj15FDNugMbiCbzoxa9GMwCW6jVMbT+EiC6+VCZzWlZJ9mi3Wjj9wLeQNBYwTssAXQCutrKA6tgEJg+/qjfXp2Pdm3N6yunel4L2KU4ZrPYU6fTW5Y8a5qKAZip/quCfgaoKsmpdrG5/9mulciX412pULsboYnjSx03RK31Mpc5WxaxE/cqiVvJ7LICb5/izD/7753leyE6XRSCLQBaBLAJZBLIIZBHIIpBFIItAFoFLj0AGVjeI1T9++Tbs2bIF8H2E9Drkw2ECgSFR3MbJY0uY37wJuTyVaR0kkVKuph8ezaFnxsr46F9+At+45yiK45tgxR3Ekorv9Ss2D1kBmKJIohZKXaPxWRwGhrKNAFdlCWAem9XvSgn7lCJZ2gZACWGVIo8vghUCDlE6SlEcIPQJe3yJwbYt81Ls6vD+fZidmhDoSuihlLBM01UA8nIB6eXut15TPpdgVXly9sG2aSPeK99vNpvyw/dpEcBiQAawDiu6nm6Ipu//UmLxtNs79Mm0xb5ifGwMOf6tSFb/EkSkqvqM6UfGOzd9nb3z6O3NZ5dyjZc+JT0/W5IR2wSayvwU9XaIO+5YxP59Y5ibLSDwmX5vI08LTouqbBabAmJCI1phODZO3f8o3vrLH8CjFy6Kspv+qkioWFXFeQQUMrJW31NUwJMUBMuJAlQWSbSylccPwq7yWI1Y7EcrYAVuUT1Iv0sVH5VUrUBVuo/JIoyahdTAFSU6fVZZeMoVuOp5eYGttiyGuEqJmygv0/58w+P0+7rDsmO2jU6ngS27pnDTr74Fa60mbMtVHpwGmom9hLHyXN8kwqIFiYZ3qu8YSxSlmidcVH6bFuKI/tAW1tpNOQfVq2a88f3QimElBNRUmgbII8Jdt3wCfrCM/S/+BdiFMYxVptBaOYtuewGW00UhLiOXK6PWWEbiOpiY3Y2AdgY24x8IuKUxqBWHqC0tYmxyAvBKcC0XzfYa0O3Aq5QQBzZOHfkaLj7xOK790Z9GqVJGFNiIPUrCCc/VnEtoTWB7+tQjOHP6BCbLBeSSNrZvP4wz58+h1lzB5n03wHY9ZSci/YX7KV/ZC6eOolrIoTI6IYs4rWYdCxfPYd++vUjKMxKX/iKatpyQAA+PJeWVqiww1p0t9T6c5wg11VxOJS4BJ/u0UhObQlaq6JRRoaa9qamQNy9RT+vFKAGoQzBVgKr4scYKTHe7aDbbWFuro9Vs47tf+LvnZ1LIzpJFIItAFoEsAlkEsghkEcgikEUgi0AWgcuIQAZWNwja5279LnbPz8NvNoW9RJKpb6PgeWi2lnHmiSZ27NgC26XytI04qCCxFVjtQQadXj9ZyuE//KcP4eEzNRSqc3CTroASwtqB9Hy+p/3sDLSTh1Wt8jEqreF0WGMVQIDGVFIDUM0Dt1K5akuB3kM1SYryMSRAUc/hSt1IWMFiVPLArNM5uQHhDJmrVLcOOhgvl3D1oQO44bprsWP7FgEeBKxGWXa5wO1y91sXFWwIETYeLRudX1LoCUq0YrgXX30oAi5+bgArVYcsEETIytiYVO3vNU6fK7AqyjEqbC0LxUoR42NVqeKtOmivpw7yl42Yy8A+3+sO/uV/HooKsw9Wl2pdfP3rZ3HDDZtRKcdotxMsL9exadMIqtW8eGQyZGmweuK+RwSsHl24KIWJaAUAhBJh8Z/UMJQYVBwrTb/hv/RYFWW4UqzKv3EiCkeBT2IrQF9RQq1QzRd6bpBC71q5qGweFIQU30tZQOHY7c8btApwCFcFsNKb1QUIiiUVn9CL2zoq/T69jJMuuGUT9AF+2MWhq/bgTW//JdSbLfFwTc9h5h4H7UBkpEinEBtP+o3SI1au0bzJy+nDOKrnWZyKLy70qHmobyKqxpKqLM85MkRXFLdjxUkcu/dOWFYDmw5eh9VOF6VCGXFzUVLxOY+P5MuAVcDF5fMIkxibtx6AH6rCgbwGKo/VnEsAnkc3CuAhom0oAqp/kSBI2oiWzuHYQ3fjwXtuw6t/9iZUxsZRyFXRDGO4nFcT1RcIWckZ66vnEEVtgdsFfxlzc3txvlbDytoSJma2IUo85aNtAsXCXo6DIGzD9ZSfrSieQTVnV3xvw1ipgtNgVYaqhvqDI1G1oRQbHJoXGU8/UEXtVAq++i4Ty5l8rncY075qjuKVKniefl8tsPHeVV+MoqSnSk2rU40/a6fTQb3VwkptDav8Wa2h1eig6ys/786pB//lTyjZFWYRyCKQRSCLQBaBLAJZBLIIZBHIIvA/bAQysLpB0995xyOoVCoCCSkTMxW48zkHTzyxiCgC5rdOyYOfKihF700+cmsvRl0dvlgqId9Zw/v+rw+hGdpSSb7LAi2ugzjwBWia9HLzsMuHz3TKuHjS2RqYplKxzfbyMJ5+X+Vt92wGyGbTD9JaR9dTv8nW+noVEDFP9io4aZCYToFvt9vKfxbAy66/Ci+87npcceig+Ai21mpSeCW2FZRmOq9J4e0XeSLY0So5nRpqYvFMR6SBkemYqGM8HSm89LNcCuzlvfD6CVh5jwQGCwsL8vfY2BjK5YqckO0r6kMN2tJgKl0AK311BpyZ9hj+bPhv2V6oGwsl2RgbGcHoSFmpAblxWrF66WF45lsOhz8NdIZsBcRHNHVdT4n5ek15mTYEAvgEVFE5HuPkuRif+cwZvPZVm1HIt/Gnf/QwktHNeOOb5rBvOofQTuBwWyobExuRHeHEXY/hzTf9Hk5cWEDMNpV2pXeyaFZ1Kr+yXZAxp6+V0DNJ8j1/YwGr4otKlasCWuKBTKUg4ZyMDaVYNS/TdwgnmWpuwNoAMGM+tn4Nqgq5oDP4mSq21S9ElR7zMoosB3krQsdv4uCLrserfvp16LbXUBCPWqO8VX6+sj0v1eNnVDTqOUQrHWF5PXX8IKjTwFU0kRo2a2joEASnUsnp6yrXCwuBFyHq+rj/O19G2Svh/IVjyMHBxMRWnLx4HDe+9sdQ8EZRW3gSTuTDyZfhOhSlRmh1Q2zdfQj1bgKXFgValWnOZeIqCmSZqwAnYcr/RSB0sLh0BsdOLuLwlYfg2QmqxSl0xA5XpbdD1OyEvwmajSV02i0US2UgaWFs5iBOHH0IncYZbN/5AkSRAu2qvfvzYnrQDbczi6gN9wnZP1Fe0MNjSOHQQa9k0/ZRQH9fdd2cu3gN9I52C1WiXDhU4LJdxA6FENiCy+8yjguCZKqNrTyixEKQtCS+ojhmEbQgROwHaESBFEar1dawvFLDwuIyFhcW0Wipom3K/NmG5XpyHiqXw6N3PPN5J9sji0AWgSwCWQSyCGQRyCKQRSCLQBaBLALPUwQysLpBoO+955gUdPGZ/q7rSvEh1XNtHD9+Dvl8CXPz4wI/VGokAQhVSoOFXKrVUVw88Rj+j//8UeTKY8gXCuiSHxEgiSKNSlClXDUqr7SyUakOVWVy9cA8WBBnIMVcfyZVolPFqtTTav9lwKrk/+rXoMpVAYT0A7v53QBfVeiK1b0jUTg1VhYxUi5j357deOF11+DQ/n1S2Vo8WKWyt4JFAlL0wcSkYKjoiUBiPqCvozR9OriZBo/mWtUxnj+wmo6xAUaqwNUqOp02iiUWDyohl8uJOphxUxXilZp1PbVfug2GY7Ve+xiYkgarrmurwlXlotpFqOL3Z4bZ6Bp7bdJvHGVdMdQve/e0zuU9h1xVVNo2SSdVpg5wYQX41F8/htmJcYxVY3z075t49U9uxetvLKBa7CKOchR1SrtRgRjbEY7d9SjectMHcPLCkipqRjAkytIIMQvUiWJRpU+nwaqgLYtg1dS7Y4q/2o5KVb6UWpUqSv5rvC/74zgNVqlENTYVah5RwaOCPT1uDVyV1Gydnm3GlBxZ1JKqRZSSVteapwIRQNEBukEXY9u3Yf7AXthxAE+K36lUfCkgRSWqwwrvLK5lihVpYKr/Zjq/8nFWfqqycKSrxasq8Tw/3yeUVQX1mCaf3r7nL0ubkthC0cvhyRN3YXG5hZmJEoq2g5V2AT5qOHjgAOpLdSyceRx5qpTzI7DpKW0x9R/Y+4JrYOUqkoou895QR1N/qkJnMhVHDpaWHkHYsRDVFxFZJYyMj+LCxdPYu+9KeKWqVnwq2wdR1SJEu7mCdqeJgldA7K+hWN2MtbVVdNpLmNm0V4psiW+p/g5RMJ0x6GcbpBeOJL1+CLb3h435HjI2C7p4oVHEGq9TWcjQdyi+qbEAUS6YcW6n2j4SuwiH3R6e50pb5bwcnJyHkGBd+h+hKhA5CToI4YUOWi1aozSkuN/S0hJqy8tYuriMRr2Beq2OdpsqY96j6gtqztIeu72ZwUL0+F3fn8kqO2oWgSwCWQSyCGQRyCKQRSCLQBaBLAJZBJ6DCGRgdYMgPvzQaXnAlar3AkEVACU4eeyxJzEzPYfx6ZKqAC9SNPWIaxJeDTAaHx/HbV/9Kv74U5/F9OZtUhSFZXEU1DSFQpQ3KV8GKhrQasCDFGnRgEbAh6IfAkMMzJWr4IOxBqvm1gh60opOVRZFqUj72/Rpgko5fmqlb3N96WvsK9sS+N0O/E4Hrg3Mz83i6itfgMP792Pr3Iw8oAdBFyGVS1Isi0VaNihuoy8qDVINbHi6Pr8ejP1BgFVzrSo2Cm51ui00m4QJDaUgHZtGsVCWdhFlm277jRSr6ft+igptnYrsabDq0UdyfBzFAlN6xSBVO3SuE83nELgOY+1+Mrg+r+5yugSOvrSUKjOFXZXqs4/kzZXndHyf6VyoUrQZBypWE6w2bXz2sydw58NrWFgLUEgm8JP/ahyv+eEqimUbXQQogfHjXAABq0fvfARvvekDOHFhBQl9V5lCbmCqJOVLYr5aENF2G9yd92HbBIVqCEuROD3mTF9QHpf6GOsoVtXwN2ByMB3cxML0E7OdWXwgVDXyWaOi5T7G11P219BbAVYCrwS0k+6EAcLKKLoe/VlJ0kJFh9NF9TRAdbR9QlqVasaEIHWBqLpKvOyjrWE10OW8K6fnZ7QwIGSlApvwVu9LFWXeq8IJAkxuSoDiDPZvncO2iRGcXghx7uLjOHv2LPyuJ8pkKfQVtGHHEV6wfx+CMMbiWhNJrtybu3lN6ty6iJ9YovA6HDF1yLl5rK0eR2vNx87pEeRHprFYW0arVcPc/C4kbkF5VCfqemmv4CAQhW8cdFFxLbRrFzE1tx1hHGFtrQZvZA6JwwJj2mfVsXvF8dRilLqmdNsquwf1Tn8eNipVtUDVf/WVw5JVId7d+ntAt52ML81Z+b2nshM8WDkPXrEMJ1cQ8Jt3HBzauxsToxUsrjZwfGFFLBJor7G8toKl+grOHD2LhYsXcPHcOaytLksRLsJa3q/0MxmAGuPLwgHjyzcVZO+vq1mIHrv9mQ7vbPssAlkEsghkEcgikEUgi0AWgSwCWQSyCDxvEcjA6gahfvzx8710SAGJEdO8bak8fezxs9i+YyeKFYLXCDZBqUIo6mFWg0PHtVGtVvGpj30K//j1u7B5+w4gYnp8XkPNfrpnWunHh17jo6rAKh+CB1ND0+rG9L59iKNgnQK06d9N1Zh++r/ZrvfQborurKMaNQ/raXgoMJDFcRylQAxDXyAr4fF4pYSDe/fghdddi717dqOQz8HvdBGG3QF1VhoCrad6XB+aprBBr/L6cIM+d4rVja4hDTrTAFtZAyjfVcdVhcVarQZqayughWG5NIIqC0p5HoIwVLYSVC8T+KV8XIfv6FLAquwjcMgSldnExLgUsFJtTc/K9QsLyefPcPrpgVGzn1ZfR1Rg6irjSlGpimTxpYr6mMUBdVbpbr20cVOMzcAkXeV+6Noq7tPD+Y1uRU4lXpOhcMGF5Qjf+PpJbN47g9sfaeOeu2IRoF5zZRWvf3UFc3NAXg7WB6uP3v4Q3nrTv8GTS2uIaYDJAlaiWFUFrBKm+EshK8ZBYyx10+pIQhK5iCG54z3VqWkjZQ2grACM+jo9JPuKzsG2TPfTNFQ184rxUzZtLVdmFPMEzfql+qC6Ts5tLmIEtGYenUAnV9SFjPoRHh4fBKDpuWX4c+kJ+oZ6fa7HDnUJLqNoX09iTXWn5cOJKihaFvZdWcXIzF4c2DqDvfMzePR0F2fPPoRvf+vb6DRY+YpGDZyjbMyMjeKmt7wJd95xB770pVuAyljPAsWsUwwIu6UtHZDLunAxNQls37wL+/Zuw659V+Eb3/o6mrUlnDh2Ho1OAC+f02rVSFSuecdCzolhJzEKdoQcQoQxxEfUK5TRiD3Br4V8XhZaaB9SKBQFplL5Kz65VATT81RU7vTLtcVeRT4jeBborLb18ixWptTA8p62KHFcVx9HbSf7MOWe/ty2K+flj6iIaTNBzwT+cBHMziGOEpTyHg7s3gkriPDQ8VP49qnHcPbcChaeXMbZWgtN10Wr5MAKI+TDEDlaWnS46NZC2GkiZgZDQE9iGnZHYhOQaKsL+V4xCz+60Fb4yG3PcEbKNs8ikEUgi0AWgSwCWQSyCGQRyCKQRSCLwPMXgQysbhBrglUWITJgIolCeeBcq9Vx/lwNu/fsguV2pGCKi7wCIFqBxm0JikrFvECtD37wT3D/k4uY2TwniiUWRFE8hWq5vqfeoMKIVboj/YCrCtwMp8hvpOhUFcmVKlSxC/V7H9Ao6GbSz7lN2gpA1GcatqTDY2CfuQ7jBcu4sPI506H5wwd1prszBn67hW6zIQ/LB/btwY0/+gocPnhQAGurttzzE0xDF+OzOnx/TzcshmGj2dYU/Hm2Q8qo/TY6zkbnF02kAFOFsSSt2bbQaLTQaChfQcL30dFRVTiMgC4lI0wD9DTwGm6Xdf/WCjcDVovFfM8UYiOs+nTmCYOGEimgpn81/UuqiceqCI6vi+AMpDBru4c09DNHS4+BtNJRPl9HmVv1+oV1nkkbG2gm6jkLaDRinD3bhF0YwSNHmxjdXUKj5ePxR4Gzp0K8580jmK+qvZhNHtkJHrntfrz1pt/HudWuqFVjAqIeWKWSU4FJppjLQskAsjZ2HQqsqmR71UfMv4NWAGlFuS4sp5WhBH7DL6U01XBSq0LVXDB4HPMe4a98llK3pxc7BPAhhp9YCEfH0SmOSsEupXzsvwbG7HrqZ12kq3efA54jQ20sqn5eExWOqhhX38NVAzg75loVCrCwe3cBUzM7UbK7GHGB5VYOXiHGPUcewdJqjNihPlktVE2XSnj7m38RD913BJ+5+XNICIo95VXbu6eerQvVopyuY9hOjNiPsXVLAbu270F+tADbHsHCwgW4SYDHHjiBWoOLZ7q1uahFcS4iuFQ6C3B3UfJsdFiULKJHiqPS7aO26gG0TNF2KGbxQbXbYEDV+NF2CWK/oNW/tCzwtKrXQFUCWccVEMv5QLygczmZpz0vJ99t+WJRPufvAnC5WGZbsLkoBFfGM2NA5X29voYLa2tYWK6judwGRsZhX3MVxl/5w5i++gXYbnmwmy0kKzWEFxfQuHAOjeUlhI0aOs0mGqs1dJt1xB0fSegj4sISf7jgEtOSIoEVqXHjP/itZzK0s22zCGQRyCKQRSCLQBaBLAJZBLIIZBHIIvC8RiADqxuE++jRcwJWlepHpc3zYXPx4hIajQi7d++EH9cko99FARGLhYhqMpZ0UaoTi4UC2s0G/s0f/L9oumWMTU0gCTsinWKCKCsnmwfo3gO9ebDXoKNX2EqKhygvTvNKg480NBkGq8ZjtVegKpUCao41CFaNgm4wOGloohRNg4VWeu8p7V2virl4sQahKJZYz2bXzp245uorcc2+3VLMi/fONFFVsXzQX/VSLAB4lYSXpjp6+qp/EGA1reYlOE1XbVefUSVmIYpD1Ot1UUbzxUIxIyOj4rXYUxAOwURu9xTFagrHDShdNVilsm10dAQlFq/SleWfkpbf61SCNNYdFYNgcHCTNLQX1XQci3+i8QTuKVJ7u2lIaVKZBeX30dFw317vvvneREH7xj7DaVOpJZXlheo/Ns6fa+M7334CC3XgJ39uL0bsBMcvBHjwjIdDe4Fr5hyJjBVbCqx+53685R2/j7PLVGdTscoFFR4zktR5ZQNhSfozf4x/phodVLdSmqevQRR7TIfuA1a2lfFYHRif+l7NeGNBrXR8DJymgtx4r5rPVVxVtXY5vq4Qr8AqAa9pFwWFTYtQMe9aELAaT0yjU6yo9G0J4xByH/JNVvNimov38b1SDpveKKsO6l5UA+nmoTJVq3zVRKcFvgrA0XvECX0c3lHFpuk5oLuEqFmHm6siLjg48tg5nF+xBJzK8aM29s7P4q2/8HNori7j0eMncP/jx/Hok+cRE1Ib9XvvBlVNNeX4Eog379ysi/mZLZidGUG766AbdmFFPh5+8ASW15qA7ck8HyPUvq0sfqbGtWQ2xCyAxu8MR4o7JQ7hq7KNMK+NlfvpbTbo+NJRVdW0QfQ9hGdTYFzaIT3/8jOCTtpcCKePkFDGzb7NcVcZQVKeAOZ3w33xD2HqR38I+w/vwpaSB2c1AeptWEsrwOICmgsX0FxewvLSCur1Gpqrq/AbTQTtJrqNBoJuB0kYyfloq2EnCTzbgmc7WL79C89wdGebZxHIIpBFIItAFoEsAlkEsghkEcgikEXg+YtABlY3iPWjj56W4hpMZ5Xn0ziQtMjTTy7BdQuY3zKNrl8XTzibD9BamWTxXwFaFip5DycfexC/+8GPYXbbDhSKRcSRr6pE8zGaIIMPshpMpGESFX9SgZopmnyeJ7AVmwGlLOPvyks1nVas0o0V5FJqHwF5GrDJ+xpMKM9H7duaVrNq8CLpmD2wYh7kVeqyeLqKT6Q6t+EP6jyqGr2cK1X0i+movM8wUOok2iRsmRrH/n37cOWhQ9i6eR45x0Xgd+H7HVXQi/gp8OUcjL28J5W71fGV8yCtB0IEURf5XB5MdSWj6gPZZ5rYfnmDb2PFrFEN9z0PFWRSyjiyNyrBCFgJl6kYq5RHRUmWBunS3rHuA/oSewBXUbPehfeuxSj8HAvFSgmFEtO3xVg0tbmOom53ieowzDWFboaBmTkjVxcUw1HQK3V9vej33tewTIonmRR3s0O63QbbwfiRyrv6vnjsyWLpshpM2WMkCGOC7zwatRj33X0KX//8g/Cmx/ATr38JSsU26g1gcTlArW7jxS8cxeRoAkcqrrt48Nv34i03/d84dsFDLt9F5EfKEoA4Laaak2BZKVNjFqWylGdqLke7B6oa6VHK+SJQ9g8EsnYHDopA0pWAxkkgoFv1aUK6fjubdG3VLKrdTOo+/1aLMjJY1HUYqxLjxayLYullEAVbNUqVXqFtANTRuVUEn9LryVl08wqsyoX1jT5VW2gomu5GaWAox9Ido89uzdyh57PUBrwWVqXvd7L+FRHAEWJztpio5ODxvu1A2iFIbGHOrU6MdkAEq5YGrKiFK/fswhtf/z8jbDex2mjhtnvuwdfveRihRSA6/NLFxQSUx3DCEDs2lbF/xzbMly2srLVh5XNo+iHuffAEFutdRFZOVPw8pwRS5niu0Cl1MqvdU73Kl0MlKz200wsaaRKtx6zq+rr99XhSi1sm6H0duukLaqzoOUh2pfLX7VluKOyqPlcg3tjHqEaS7yj2Cw2O7YAKXBtJtQprYhbxlr3AdTeg/JIfwuaD27B33MM0lxbaQFxrIb64CCwvoru8iNbqChZWW6jXaqgvLqCzuoyk2YAdBsglCSqei5FyCaOVCqqlEkYqFVSKBfzxB957WWM82ymLQBaBLAJZBLIIZBHIIpBFIItAFoEsAs9HBDKwukGU77//uKRpig+deJ5SqRPiySdqmJiYwNh4EX5ApaEqcGLUX47AET6suhjJO7jz1i/h3330izhw4IBWeKqHaaVW00BMUl5Tvpo8nzyAEyiqh+VecSvCFg3YBKy5SgVFyKkqiSsvVrOPnEfbDZjH7975Wb1cPzwPKA6fknTavzZjKzBwvakYGqAqqi+Fe3oP9io9ue8fa4U+H/Pl4Xnfzp244ZprsHvXThTzDrqdjhS7SgQkK89B+gSGUQI3rWxNIAWxOkFDFJ+uSx9AdUFKMfgvA6xuNJhZsMWodH3fR6fTReCHyOfzcj/8lzE1RY3McdbzujWfpeGb9ATPQa5cgJvzlNpMgL3xv2Qb6SIyl6COfbpJiddIn1iaSirkreD3wMuknFssBKfHTbr/pNtLDSz9qVI59u9NAaHZ8sjlzZO66JuoEC0bzVqI44+fw5G7lnD64iK2796KV752DyaqFtYaEW6++TjGZydx48smUc4HQOTiyDfvwS+++UN49c/8MvYfGEe3FaO20kCz0cZao4F2q4HlpToa9S6ajSYazTU0WgtoNpcRxTV0gwCFQoRWu418rgxYPqzIUwpmtwXXs5FzgNDvSl/m4o3MA0wt14XRBKxJu/WBuImRo310CfFlkUXm6hGUAAAgAElEQVT7pxqluVmASS+wGFWyaG1NpXZZxCABBNp8b2wagVMEPCrv+3pIA09Nk1GBuf5LUXjDA3sLODypKbjU85WVkSzXrvrSIPgXsCpzpXo/EgJNSKiU7735UKtQ5QhhF/PjVbzjjW9Aq7aCO+6+B40gxJFjp9Hy+/YJfbsCtRDCNHh6ethhF5NFC2MFBx2/iyAOYXsek/3RCGy0OuZa+4sqA2B5aKHC9HHJjBiya+iN6dS4kPjq7w8uzPVfKj49xa0U3NKf8jtAg3LqfKVtZaHK1s4j/LBgJk5D0uVvV6w9fCTdFqwOwaoLTE0AO3bBOnAFcocPo3RgD6Y3T2DruIdJJ0Z3yUJcW0N8cQXxwjI6S4to19YQrlwEgi5ycYSK62CylMfkSAXVYgGFnAvps/Qo9gNEtBGJI/z+u952eWM82yuLQBaBLAJZBLIIZBHIIpBFIItAFoEsAs9DBDKwukGQ7733cfXwSewk1aETUVKePbuG+flNyBepNKSakmndVBPSx5TPtJGokfhEW3IdfPbTn8RfffUB7N27dwB8rpfmKexCA0lRhVqWFD0StNDjsPThVMo1AaqeKo7E86fBkwEKBAxUvxpwmn5wty2lGEzDVaNyTYclnV7OOKwHCQZgjQDUDZBKqiiTR4sA3gsSdJp1gUV7du/Ey37oehzctw+VcgntRlNiQpDodzq9AmEErX1Im6DrN+B5eVXFmgnCOuX+cqwANlKfPpfjsRcvAqNedXdeN+B3lYKVoLJcLqNUKglYprI1DVR5jxKHodfA9RPCeS7cUg6u50lBJelnPYClYUxaDaePNxyH9LnTp6TykkCLYJh9k9dkxg7Tn5UyV0tatSoyNKBoAKABLPs0jMKVOrlXQ7wHV/n+9urYZTULRYCSBu8A5JhhN0Sn7ePRBxawUrNw7NQSXvdT+7FzRwm2E2JhKcGjR1u49ooKSmUqGF3c/pW78YY3/hf84UffjxtfvQMsam7YtBbxynW32xSmJuIUcOrkOfzKO/83FEpz+JGXXo2//Oh/w46dszh67DiCqIC8VcB1N+xAFK7iviPfFShLRWbs0H+yDwr7bUHIOuiYy1jLe+Ifq8YifTvVYs4g7FTKdgVszaKIzCvphR49L1FVGdgWNh26Er5TQNf3xReTsZQ5RENNUceK2lYX3mIL6fdUGr8G5lp5bgp39ZLWzTUbgDgMG3uiTQXvey8z70gf0+RWF3Drw0hLFKLj+RzeddPb8MTJ4/iLP/9zTO/YCR8u6vQF1X6mSlmr9JwC4NkPuagjCDVCGHQQOWOiNBb7hziC5+YQcEFOfHP7hcAGOqmoU/Xx9GITD9+3zVBb9xbITGGx9VTp5hpNHzDbsNgUq2bxbzF25r98T6g8V1ZgeTkkbk4Vp5JCVu7AQoi6ngSOT9uKGHEYIGn7QJTAmp6GtXMvkr1XoLBrN4o7tmJ0uoKxio08QpSX68DKKkbrDcyHMWYcGxOeh0lPZme47A+Bj26jjmZjTRYXmt228rHlOenpy3nRsvCbb3njZY3xbKcsAlkEsghkEcgikEUgi0AWgSwCWQSyCDwfEcjA6gZRJlglvAgJsyxbUrPpubq42MS2bVuQWB0FU2MNVplazGd5PrPSl5XPr1GC//rhD+Ou03Vs2bJFQKwpSKVA6KD6SuCRBqasIs7zu25PT6iqc6chqVasilIrUl5+/bTQvmpVKIl+AO8VqRG4ptSvBqgoQNv3+eun0/eDJKqqlA9gT9U2pMJNQ4l0iNNAmZ5+BhCRRTM2nXYbRTvG/OwcrnrBFTi4by8mqmNwWd1aFIupo+n7kutOop6Kr+cLmbrOZzKYng+w2odBg6BLQVZXbBM63a7EgzfNauHFYmkAKhr4Mny9A38TsnkOLFYJp/pZx68Py/tglccTJaQpnjUEx9dN7aZimLaVUSRQle0pKts4RqvbRSDexBwPqrhOT8G6jpek7qQ9qGRUiERbcpUiuesDJ97Dlmr1mTRtb9uERYMcJnYrXXVtKcK5M8u49UtH4EdFrLVs/MzPHcbBfaMqWdqmv2gI6hKlfRIXt33lbrzxzX+BD/3pb+FVr9mi7R04fjhIjFpa233w2pXYFJ/+9K0Yn5vGtulJ3Hn7Mdzwom1465v/AC/9kRvx+p99CQ7smMajd9yND37w3+P0Uh2PnFmGTysB7aWqmKFWAzMeWp3ZU4oasKrtRLgqk1anpr1l1ftaCSuJ7lo9rxd2eupXwvPIx+z2rXjDO38VIzPziAIWHgrFZ1pU1TIfanWsVlkb1Sg/k7klThAIjFUFzgjSBOz2fHnVFfDznk9vFCEIlYUKtzf7EfZFkZiaSP8jeGYfNX1RLkz7L6vPtc9tCORdBz/1Y6/F+XNn8cVbvoJidVSAb7vVkeMrAKx/RDWv59BYweJYrFgSJBEnUdo18N4i8SHllwCbm8YPyuZF7d/ztJWuoT5TPVsvcKV6soLgakKnIjltEyDD0mQlaO8GBdBtsZahujkiOKUqndCUwJQ/rofEyyNh8UT6zcq/HhLXU/CVheCGVetJAid2lNVN2EXSaHFFEc70JArbtiG3cyeq2zdjZtssdo+P4EApjzkAu5IIBcdG2Y7hBm2060001mpYqTXQarXRajcRdH35TpRFQA3mCerDMBBP7lCrVv/d+37rssZ4tlMWgSwCWQSyCGQRyCKQRSCLQBaBLAJZBJ6PCGRgdYMoG7Aa+L5AIcKilZVVtNsxtmzdBD9oaA6koJGk2QpYVVA151ior9bxnz/0J1hGSSq/S1XlmKDJpPorhaI8Jw+BDD60q5R3/Tn/SYCAhT1UiXnll8mHZw01CLAMSDDAMmDl7pSgLQ1We4pVSS9W0IoAwgDVfmpvXxWWVqwaOCfAl/hJ34NUqhbLAiIPps8qQmdABX9PV3/XGb4qDrwOPmwHvtz/eLWKHVu34PDBQ9ixdTOqxaIC3hFBk4aS4iOrVKrD1345g+jpwKphjunjqkI7z+zVg9ZDCsL0uQ1IVxYBHdiWK/2QP+n4PS1YZV8jtCZcs6m4U52BfYjKRoXtdfto6wZj4DBwj1wwSIHWNFyPxUJS+b+WikUUc3mEUYxas4GG35XxIYsNpoq9ZYkXpnmlPXoluVzgqfnXbKcTwVOKZ+5P5eFlvdg/qY+1uMDhIGhbWF7s4Oj95+HHDh56bBWv+bFdOLh/BJYUkSK8530o6Tj3Ilh985s/hT/6yK/hxldvF5UiEuI0qnSpWo8Q0e7CUaCcMVdepxZiwrKuUvrSMuCP//Bm/PArX4SXXLsLt339m3CjBJ/9p7/GvY88hqNPrGGp0UVsuQKvlQq774Gq+Fs/7byngO4VQ9KLJ/rvhLYmvc/6ReYEGGrINzwfuY6FbreJPQf3412//X645VEkflf6hCS+91SkaqJKr2mYxZ7+NaoWW29+Mf655oCyjRxALwpokKgkpH1/0N7YZ8q7hruSEi+LLkpBy10JVzlbs0DS0sWL8BwXlfEqOkw75zzC4lxazqwALwFoAtAGQIp+xWB/jxILdA1gwSoDlWVulssViXDv3D0YLGBZXY9ZxOr9myQIpPhZf540MFzUzr04pMYNPYJTrrh6ApWxE3Js88tDoCoVqy59ZWA7OcDJaRsADVVpCWDZ6HAs9YqZ6UU2AeGq3/Je48YaCq6FnQf24tDe7di7aQpbpiewaaSCCnt+0ELUaWG5S6/sAO1WF92ODz8I0e5Q4eyLjzYtTzrdDlqtFjqdtk77D8VDnO3ARRjaldDj/AO//q8va4hnO2URyCKQRSCLQBaBLAJZBLIIZBHIIpBF4PmIQAZWN4jyffceB/0vpSoyLORyBZw/twDL9jA7NyWFqwRoJcrjlNvKg7flwU4iFB0LJ0+exh99+C+Qm90iUInQUooWiR8qj6uqhg+45KX898RXNFXgR/wVmbKZgoh83Cd463Y78HKu+HKaQkfGl5OFXwzEWA+spiFZpAta9aHXIDU0fo3mcwP4CFcIMojpJM3cqL2Mh0EKGPTVkn1FGfcVMKyFWlFIgKysEVjwynMcbJ3fhBdedQUO7N+HibEq4iBAl4pO+gB6Oe1DexmU81JH2tNZHFzmaYd9L3kpaWCdvjRCCrY1X7QH4I9RBA4DWbNf7CQIkxidkMWSEvFZZVxNxXoFUftV5QVVa3VpH9SolNyi9mU112jOodRyFnKuh1K+AFo8MBytwEc79OUMbEdlCaD8XC3SqfTLFNqSDw3q7VtKqNGVeukU7Yl1rBAupTkV7LLQaicIQwv33f0APv+5f8bWmU142Y0vQcvfitnNDrZv4yIJrT50sbQYiJhLboX41hfuwE1v+wz+5M/eh5ffOCnrB+I4KqpzZQ0iKfnigsC5hDFQFh+y4CBI0hPVZaPZQbGQh5c4OP/EBVQnRvC3f/sP+K9/9lfoRi5OX1hCkES9xRkDnhWgV3c8vHDh2kaBTrBqlOgEVwRYJk1dF7wT4JcoAC/SUGUj0FOscr0jauHQVVfine99L5xcCTa9RXtlpQgkDQRV9+vQi7M3kehr7JVK6hc5S28zUDzNqDZTENZYTKj+qyBmr++nthf1rO4xSv2pejoBIWMf+SESP5TxZLk2iuWSANT+olUfVCuLFeUHIK0m8E9n14cRZM6kQpQ+uJy3pIBfpNW/Rq2aslAxxf1Etap6tvDinl+q7vemSJ8sgOj5tTeO9GIIxxMX4LTvtBT5sx04uTxs15VieA69S11XrEA8V//k+G9e3iPAJDin60x/icV44CrFbBTEAtGlUGDQEZuWkmcj7DbQ9NsIOSRsHrMAO+F8QesSH2v1OhYWz2Hx4kXUaqvoNDti/yLFGCW7w4FLqxJXe5WLWFjrc/V3yPt+9VcvZUhn22QRyCKQRSCLQBaBLAJZBLIIZBHIIpBF4AcSgQysbhB2glXxI9QPeZ5XwJnT51EqjWB8chR+UJeUYKbnqhRUDShsT4BD0bVx5MjD+NO//DRmdu+VB3g+MPLZ2SiWBEMSYvEazANzCpB4BKsp/iTqJmIwpv5KIRUq3oBuHKG2uoTaygoK+QImJqfkwVf59nEfBVa5vyifCAr0fUnibUpeJn6sQy6XBrwqgKEAjPFzNQgsDVZVyncKpGj7gDT4UVBapdU6DmF0X/VIuGNokVgESjGvCN1mHW4UYvvWrbjh6mtw5eGDGB8dlRRcFrVKFzpKF/F6zkbWcwhWezDbGgRYKTYkl50GpvlcUZSrjUZD+hPtKUZGKuIrm4bj6X2oVu1GvsCPxFWKUimIxqrkoqDT+lTt7UvlmkUwwwJU0t7K35Yq67xWSiuOqlqY/3r0USUiJMgRD0rVFFQHhtKftDpRGUvKtuKs+xSrhgShtmJVn7HPKiAVESpSTS2AUlUr5/UfnJq9rOZNEKC2HOPWW09iaRm49ZZb8OUv/jM6tQacUgeHrnot3v9v34gXv3gapVxOwBPQgZUUEMVMs47xzc99B+98xz/iTz7xK3jpy7YJUAtZjb4boVDMA06g/X4Za6qEVREm8d9MPAQES4y/wzFF3SzvP4SbuAhaXfzme/5PfOxvPo+4mFd2ConydDbQVsFCFVNTsKhXyIkelbbyPY0jjjPlwSxtJrYlxpNZKd9lbuCPLOToeS8FVtllwriD3Qf24Wfe8IvSfg6PyxR7lc2eshswWexGqW6aSJ3fLAz1ZghDzE06u74rUVTrayCAM39zf1u8e224fL+ncNbbCwNlcAcL2KnMAmXX0l5rIu/mEPohvvClf8bLXvYyTM2ovmQAp+rjCsrGAqlZ8MlT83UcwuGcKj6mjA1jGsuikkOoLgkMylt4eN6jXYCZj/UgUuMptXCRVuMqWG8gvVYqm5bXQFWKLDIujoKoLALluI4spLDvUP3vuLYCqa4nPsg5x5X3Xe7D+9CWHWoBpG/bQUDPS3DcPBqdDs4vLYELXzmvgEqpgolSHmUXaNVrWFxawOLqCi5cuICV2iq6oY9CqYhypYJ8jn6uBTV+I6q5Q1Gv8l/JuqDlQ6A8e1U/5VgH3vfud13WGM92yiKQRSCLQBaBLAJZBLIIZBHIIpBFIIvA8xGBDKxuEOX77zuhU26ZwkvllY0nn7iAmdlx5Ar0WNTKM/0vyQiL+PCZsEgYZCf4yle+hX/4+newadOWntLQKFcFMFAJZypXa6WngQ5EVVT+CVCgYiiJBVKBCqmCA68LxLkQLT+P8suvx2te/UIcvesenLr3EZx57CS6tbrsX66U4HB7x5PrYwVregK6fIi1tdrWVIumolZ7+qWVrQYMUNmklHaDFcPFR1CT1LTKrYdTNEBLAz8DztYLvxZADqT2K1Uk1WKxpI/aSYwts5tw9eHD2Ld7N+Y2jaOaK8GKIvhJhDCJBHyISo0n0b+ba+jrxPRDfEoprDSVT309nUXAetubPqJOn7ZTSKfBa9iV8jZU6uf+K31etgH/JlhlwRcqyPKe8l99aiErVbhmLVhDPerCdvOoFIooeBZCyxP1I9WSBH4qbVp5Q4r6jRBK1ICJFFCj8s21PAF1vHqBhEZZZnEBgJFOkPMc5KWAGNDqdtDwffj0TRSFKaEdwUkkcLLve2kKKEXwI70AIH6YAaI4FPASRvReDNU+EakVQUyMt73mdZc1T/pJB63FCJ/+0jksONtw4v67cM9td2JhsYX6Uhuzsx4+9IdvwvXXzqDoeHAJmgWzRbAiVlOPcetnb8dNv/pP+Mgn34cffmlF4rFwJsCX/v5b+OFXXYG5/VPCyizQg5Px8kSpa1n0Q2b6teSaSx8VEE0Yqvtqt+Xj45/8B/w//+EjuLAUgCsPKoW9iCBq6EUaF1HchWN7GnRrZapKeodNwwVZHGK8qBxWFgDGYzWK6B+t/InNPKSC2VdXsl2VshBo+G28+EdfgZ//pV8UrS0BGdtEVKBpT1L9exQoVaz5zMwpbFcFb9XCTw886rWRNIjsWaXQ21THJu0DOug+ml4j4nU7SKJArl0wJ31RpagXGSaVnTZyXh4XCQGXl1Gvr8miA8fR6OioLFwQCOY8D0GXliq6YKBYWuh5Qw/VNFw2wFssBVQVMMQhFZqqqBiLeplxVJHj51WBROJqs8DGffS8rHqFKkCVttNQ2xKm8kcpVaVwHMevx8URqkEJUglO1WfD/5r35H1t1WHOYeZ5xontxeNw3llcXEQonsoBgm4H7U5H5hJeD2PGH69QlDmjUChIQa9u4Mu8zRhzccgXqwBV7E76EFcIuXAY9rMrTN95/7sysHpZk1y2UxaBLAJZBLIIZBHIIpBFIItAFoEsAs9LBDKwukGYCVZFnRlHYgPQ6fg4d3YJc/NT8HLKz9O8lPpSlZOJHQueVuD87d/djDuPPYHRkTF5eDQPzZLSr55aNWzSnnJaEciPyNY8PihrkCZglemTQYxujvDWRWz7WOq6mPrp12DbK6/HWtjFPguYPXsRq4+dxp133IvHHn0ca0srcPN5jFUqGGUBJM9Bx46kCIkUaxdvQT74qwdoAtx0pra53rTSLA1QZf8hGDgc1jRk7H+WSo/VbxpVrNnGQBZzvh4QJZCJQthJgoLrYe+O7bjq4CHs3rUTY5NjsAi3O11ROlKl29tfoI8CwSbtuAdbNRCi2mu91zMBq4Mq3+cGrPL8SvWs/EoJNwg0CH0IGQViEIBS6UyIRAWiDVxYO4/VTgNuLo+cm4PH6u7sq1KoTEFSKkOl33l5OF4BDn1BJUhUMmpfT53ardqEhYMUEImSLihq82wPMxPTmKqOI2c5aAQ+Hj/3BI6fPKHaQGCfAqsdXcBIiuJwcUGnkVtMU++lrWvoJ4WMCFr7acKCOS3gd990eYVtwgRYPdvBJz9/AueTWTSXLyDs0BOyjZxdQOIv4B1vuw6H91aQE2U6aZzyUlZgNcFXP/MdvOM9N+PPPvk7ePlLSjKWOw3g5k9+F0cfP4Y3vPVfYX7PhNSccqXLxbKfqBF12jhBnty6ng+oZmVbsFTbY4+exRvf/F48+OgZVXgotrFl8z5s2TqBditAFHqoN2pi80A/y5AFf8IIvt9F1+8iiRsKojLGopKkwjSEa3fhugSFvGJd8V0XizIqTTNeBaILWE3Q9Dt4zU/+BH7uF38JPhWauj0UMk/VPVK3iJgq8pTqWsYEgSEhmrlnDdyNSN7EQqXI919MrOerN+/qc3AhSH1gEur1PuzXAq2VNyrz2Kli9aMYZdtFMV9QcD4M0WzUUautIZfz8MD9D2J2bhbbt23H8soyHnnkEcxvnsfcls3ih9tT/eqxKAWoDFTWQJp93UliAZU+fbXZVXnreiGC6lZRc/tdUXGWi0U4xhNVX76M354yXGU2EAyLfzVhqlbzileyQ0W5AqkctwJWUxCVvw8A1PRnUiBRzRe06+gVE0wp0mWxTeZ4C41mU9SofPHapaheuQQCYno/s+G5+MFFFYJT/nCO6nRpV0O/1bbEhGBVLewo5ap4z7KQWWgsKnSzJgkysLrBf1Kyt7MIZBHIIpBFIItAFoEsAlkEsghkEfgXEYEMrG7QDGmwWiyWsbS0gtWVJua3zMJ2BoGgAquKvSRUD0UBYj/Ah//847jYVT5yprgPt1VAS5n0CSjT6dYDykSW1OmlugqSkTRdJ0yw5gawIxeuHaERF3HFTW9A4fAsFkMLHRbNido4XMhhXxCiuNbEY197CF/79tdx/333Ad0Ak1MzmJydQ26igKDdRtIhZmPV8wgRC0Tzr0BVeU8rqAzY60EXra6Se1D1tAbSXg1USUPowXCvD1apklz3WIyT8gYQBS/pM1PPiadbK3UgCrF1y2Zce/WVuPaKqzA/OSWqR0Im403KdFjNwRXAEpg8CMmHoai55ksFqxsdL33vaZhr4tT7XNsDDJ/3KXDaFHixHNTrDYEUBCNUjNFrl4q5duzj4RP3Y7GxBNvxpDiMgxgBQbr2dBRIS8juOChXp1CpTqJQKAkkEZ/EtRWxH6BFA+GNVGsPA3TabXQ7TI/vCtSrlsdw9RXXYffWPSh4BTSiDu568G7cdfd3Ra0W+h0U8zaKBVdUhIyBAkTqTvl30VUKSQORBPxLZ1Bp3SoNXAEg/rzlde++rImUoK65EuCbd1/AYlTGaJHgEqitNhB1bIyWE7z0RdOYm9RWHZKrT8W2BqtOgq/8w7fwK//68/j43/86rr96QmCzbUforrq477sXcPTIMezaP4sXvWY/LJeWD4TIrqSU06LBiRRwCzh+zLhLpBSUQNS1NR+33/UIbvnq7Th5cgVf+dIdeMtbfxm//ts3CqimwtgPWghbOXS6IbptH10pdNZFp93FylqCTreLVqMpSsH6Wl3a8cTRI7j9tlsQJlTSUhUcKC9pvbCSdrNVKkv2mQSNbgev/PEfw6t//McRcPEoVbCup1jXwFvadh1PXrblgPdqqvWGx0S6YYlIzas3vtj/hywlzBwl8xY4vqXsGLxCHvVuB+cXFnBo01ZRPVNZrQrtJeIP/PBDD+O2227Hz/7cz2J6ehp+18d9R+6ThaZdB/crP1Zta2LmcVfP4crwQnVU4cdUeNIfmhBVjq8tMsTORUHoVmMNrfoaPNeGR0W0SzDZHwtJzwpBgdS+YpUgVVl1iIJdrDp4LwquioLVy/XUqaJaFR9Tpv4ruw7xXNXerFJYTlsCpOciMz8QEPPFY7PA1urqqlLO6vk4V1DF9Ph9wRhxHmq0mwL5lSo9ln7ZFbjakbmGkFUKsYkCPVXMKwOrlzWfZTtlEcgikEUgi0AWgSwCWQSyCGQRyCLwg4tABlY3iH3aCoCQ6cyZcwgDG5vmp6SaePplFKuigLKZwm+hvrCC//SRjyIuT8hDvFEamgfy4dMaUKT8KbXCkkWZpBq2SgslW/CSBD6ru/sEHjEW7QoOv+0XkN8/DrfgoQkbD9caWKx1MOm6uHrzGK61YkwFFpYeOIpvfPlruOueh3DuwjLyToT5uTmMj1VFfUgFEdOTqabqF7uRR+0eNDAP22nIJxBDK1aHIWoaxqYf2tV2fYCa/mwQrCpYoZkFiLksx4KUhmF2rAYjrsNK9D7WVpZhRxG2z83h2quvwvVXXS2Frug3yAd63qf4TQrXVmn1cgatykpfh2mjSwGq6W2ea7Dau6ZEQeAe7KaCUkv8qBxj+y0sLMh7TGUeGR3FxcYCvnXnLbiwck68FZmS7FjswaF4oqoUYlabjwScjE3MoDo+i0K+KKAtCAlWV0UZaTkJPI89Ui0OEKYSWudE5RyhWBjFgQNXYNv23fC8ImrNNTx+4lGcv3ABq6srWF5aQKWYw8T4KGZHyn0QJACJ96VgKZVxyjOStgS646sSWOpzgazKT/PG6y/PCiCBL/AyiB0EtoUcgVmUSBGees0CxXflMkEp/VAJc9V5WZTIipVi9Qt/9w285ze/hL/8m9/Ai66viiezwNUoJ8T0/ntP4osf+wa2z2/GK/7X6zCxeRSWa4laPNex0Dy7JGnS+c1VmTdc9ml9b6Y/il0ILPht4A//418jjjz8xu/8L3Bd2gJwLKhK9k95ibXAOgWiAHz2776KX3/P72K5vozYCmTxwYzytBcr3zNWAFza6fgd/NTP/zxe/spXokuwqv1vzc5qSGv1KrTvqJk5eqpOXeBryB7DjBmjnDbzRm8MpgSsMgbEC5VQVPk5p8cF91H1pTi+E/hRF5XxcVheDheXV7B7YgaNel1UvDPTU/A7HVw8dw6rqzXMz89jbm5OICTvpFgoCpx+/MQxgYZGtc9pQ3ycGePUwow6rwa6iVGYK0uCs2dOYdPcrPhBS9o9i8lZCQqFnIBX2LleM8r9a7Bqxj+Vqb3vCb2wwPHLcSMevLZK9adi1dFgta9kpYrVUT7I2mPVfKY8lB0VS+1Xa87J+dXcs8z9loXaWk2gqABZkma9DeNB5TQV022/rRWpKj5U1xv1KufhgDYAARXvCryaxca0FYDpA5li9QVTVhAAACAASURBVAf3H8TszFkEsghkEcgikEUgi0AWgSwCWQSyCHzvCGRgdYMYHWHxKqYuE3i4OZw4cQrl4hgmZ8YQxaoye1odJeCUnoO2JYVrTj7wKD78yU8jNz4vD9XrgdX0/iYVswf5pHgH668ogMSHbPG/pMclH8KRQxB1ETqTePnrfhrRSA6N0QK6kx5QsbFkAydbAXw4mHSbuKZSwf/P3ntHSXZV9/7fmyt3ztPdkzRBGkkzklAWCCGSBAJZFiIJGWyCEBhjeELYD4MjwSbJgIEHD/ww2AJMNBZggQIopxnNSDOaGU3qmekcK9/4W3ufe6puVVcLuddb+r0/bs2a1d1VN+57zql1Pue7v3uzpqDN9zF3chb7ntqPo/c8juNjxzAzN8dFTrLZNJJmAlRZmifDoaelhFjiHuoBkwWiomBVXn8zjGytWm1M95VHlts278NKWkobVwKolELNFcx9Vl75AUG3AG6piNLMHMrFPDKdWawZHMGGtetx+rbTMDI0iLRlsZqMiq+I1F7xkvBAAJqVrABW7lDPprZrtdfvUqzK9hXdV4JFCd0ItPB21BpME2NjY5iYmEBXZyd6e3uRzmZwYu4E7n/oDiyWZthvUSr5qBgVFb0iBRsXQwsC/puKs5mJFPt2ivxuagc2+3AmTLMGduR5qY9oDLDImiBAMp1FKtfO6li7Wub/pPgrFivI5xdhGTpymRQ6U6nasSRIp2P6YQOrt59I1fewL/BNh0D5vNMu+92jXIstuGo8K5aFalbQObI98KAoBEZpJ1J0kjJQVLen/k3eqgRWCVr+/Pt34303/wr/9oMPY8cZKYZ5quZBdRUEXJBKgZNX8Ytv3oMTT03ixW8+F+svHIDm6pjacwgTe56BAxWnXXERrO40dFKrsu8xaRrrvsW8ghAo+F9f+hEKS8D7b7kyLIKVINwJRU1Elj7qN0vLD+IV5s0L/wv8xw/vxntu+nPk7SXYfpXHETI5IIW8Tx7MZAIhU8EZrlK/V1Cxbbz1phvxwstfwqndAiyqrHatgdHQ0kHATy671Oi/Kp9dbVElvD72Ww1l//w46jYp3NbCImi1AnVS5hy6qtTboyznRQXvpP2CKAyVyOSQ7WiHV7JRLBSQX1hAcWkBlmkgZZnIZjKs9rUsE4lEkmElKS7pXqZnZ/k+o/bL4jmFEQ5l1bStsFERizekTiZIOzcziR99/zZc/pJLkUlmkUiGXqRmWDiKBan1hZ4oWBXjL0F0ATJ5MUkqt0PFqlCrimOxFQAtTOjSHqDuryq2if4tfmdgG/av2rOXhcOEvJxBKt0mWSSwepf6Du0TqmcpVgRWSeVeceqp/uTVTN7Y7KfqkGWFsK0gCwCpaOW40TP26m0pBqurGtrineIIxBGIIxBHII5AHIE4AnEE4gjEEXieIxCD1RUCLsGqSLnUcPDAIfT0DKKtIw3HrTZ4dvIE0CfABNiKwkDr8bt+i2//7BdIdA4xWOVJKBcBqSucoqosriYdfs6AQZQrEUq5sEqzzxNdn/0aoVjIV/Lo6N6Ea696g4BCnoJ84GI+o2KmA5jNeHDbNCRUFd2Giu7wmHO+hvEA6CvMAeOzKO45hGMPPoH9e57CUrmIRDaFru4uVj3SxJfSNqWVgYQuciJcm/STZ2vTq1lFVocQoWdf6O8qoUwU4LZSfRKvINBMRX4CSpcPoRGl8pJi1a6UEFBBp4UlTEyfRG6oB+3dA+zbl7ESWD8yjDO2bMGmjRvQ2d4O1xepq1HLA3GNUZhXv6lIfall99qssPtd/Xg1YJUAG0ERenF8QkUb+TNSaj6pVSlNl2wARkZGYJgmxudO4ODRJxCopTB1mCChUMwxzNcZ3fM9C9AqiuAQEKLtRKo+Fa6hZPBE+J4s3iP8XsW9CHhCL/LWpLZMCwOkqCNnVZusJaiPUIEb8oGVBYBqYssQxLENhASBMoqs466pEsMA8FbnbX3x7wp1y8+JiVE6u6YRUAR8RRfFpEiNHrBOnMEqAoqPJkAutVdWsGpsi3D79+7Cn9xyJ77LYNVg+EwLILonCsWRFYNTcqD7Ku69/Qnc/187cerp63DFNRfjkZ/fjtl9Y1BSKbzgLa9Cx4Ze6AR1yQtUGK7W4iAVqbd+5t9h6b14x3sv4vT2wCNlYhVAFKxyHrrYl/wGRF2ysKeIuH7/Oz/Hhz74N8g7eRSdPCsnVfa4JKjcqCQXTzYQSvbAwzs/8H5ceOmLYId+rsK1QzybaJ/lvk9AOKJMlV6sAhTL/aL+w3KhRSg9o+OFT0W4wjT7+gOlewx7LN+kSMPn6BGopGsiewxdhU1SZEWHRmnrXCyKnmqAMpFq8mpmO2GC4XVYSinq1O7Jv5hVqGERJ1LKsjI3VKdy+5eielrsoRR5agvcDwwGnvOzk/jal7+I69/4OqStJKyExXYmvEjGBa186JHCVRKsinupe6zK7xHZ71ixyn25DlH5b43gq7BjaASpBFbrcFWqVcX3jxhbmsGqzv60YvGJXvPz8zVrlVqwqeeEVgD0s+KIcVX6c5OtrgSrBFRpTJafy7bTCqzS8T90442r6uPxTnEE4gjEEYgjEEcgjkAcgTgCcQTiCMQReD4iEIPVFaL8xK5jQOCw/1216uPwkWNYu24UlimqmfPEV1ADMRGlmWcQwDEcdGXb8b1//iHueGIvMp3dCByCH1IVKbwM5UsCOfLq49+pSjspCP26akxWk6bPuaiQV2WoNltwcPqZF+PyF74UAaVyq4Clkg9egKLrouDZyMPBxJAFv1dDe0ZDW6DjqB/gznIZDhLIKj7O1IFtvgfn6DiOPfAoHvzVnXhiz9OoKAY2bVyLwaEO2L4PswAU2RvSg8Npxi50uk5Dg++RoklMzOVkmiAaw6iIZ2p04i7C1+xXyxnV4UsUu5GpvlxVnFPG66ngvD88VtsRXCxOT6A6cZIrVXefshltA8NwaBJP6adOlYtaDQ4MYPupp+KFO7ajr68P1WoJxWKRARId21HIb5OOKXxu6ZnwMxaku3bN7PcaFrFpbkatFbp1aNG8fbPCN9o+mn+X55Xv098ERMfGjrNqdWh4DYaHh6Hq1EaOI1+YgKYRWNJE6m6ojBR2mIK6kfZMUDhZVE0cvcY9+Rf5l0zPl4+pORW9Driiz7uOzVp3Om7/rbLamZbVvVije5+7ZXVglYicUFWGFI7ljWS5IYB9RAgp4hBQhAiC0QICFV9Scdttv8JH/vzX+MFPPoKtpyYFjOUQshEnjw/lkg9PcWCZAQ4+PI7P/89vYnSgD4Z1Ar/+6f24/ua34rXvfz0S5N/KBeSM2nXVYH0I/b7wsZ8hs6EHb3nTBXhm3xwKThJn7EhA5xRuuh96mmEA+TqF8pwWISiwpEkk2Petb/4Yf/GXn8FCOQ/XLUELyEsZwnOVvValRYeIEcN16mWBj3f8yftwyUtfimKlKoAz9f8GuMq9WjwiSoWveY+KtxmuRqCpGANat4cGuBqaWDdsGu64Yl+TFbLE0CyuJVI0q35WcVRhQxABukLyWh+Lovci320AwPV754gFjigspeqYn57G1/7p87jhTdcinczAtMwQVotFCEGCZV8UbTIKOBlqyoJVpFpltTot1uk1z2H2Wg0XTIJQvSqAq1CxSsBaK1bFylaxWFOzA5BwN2K3wYs5ivRkDjA/PycW26jIHAu9hTWI8F6mAmouF6higCoXWyibwyPFqkj9l1BVWgDIhTqWGTfFNrYCaN0/4nfjCMQRiCMQRyCOQByBOAJxBOIIxBH4fyMCMVhd4TkwWIUDQ6XCQGWcnJjEhlPWiWIoErRFvP1kIZdAd5FLZvDVf/w/2HVyCun2DvgE9MIJa135KU4soCxNrsOJNBUXCgsEyUtjsCoLXBG89G0EqoqFkodLXnQlzjn9LJ6w0rUZii7UseTlSCohBAxBpvUq5jM+3HYLWlcCFU3FfrWKYtVBJyyYmo5F2DhNNbF1toCZvfvw2N0PYu9DO3FyfgZd/X3obu9E1tBRVCmN2ofpEYT0UVY8WAEn6gulooSNlNoZAQQCotSBsSSoy0GLnFzXt61vU4cfNRhJMIyqaHsu5o6PYf7YYaRTGfRv3gI928H+fgwjqWhTVVSpJh/cvo42nLltG3accQb6u7qg0eSfgECoTuNJPz0j8rlk31mhWmulPI42o5VAj9ymFUT9b4HVqB9DiDsJaucLeSzl82hvb+cq3YapY7Z4DMXiNFRNgDdKN6bq8FyFJ3yJNij+Ftq81q/6NYYWBDUp5HIaGlUhP5ehrqbgbQFWW+0vt3/B5kufy+GXbfOzH/ySFwKSiQRSSVIQJlhJa1qGaMPSz5KgVOj7SgsIARWUIzVgoOBHP70Xf/e39+CnP/0INm1NsgJShESAVVKVEnwsVRykEgHg6jixewn/9Omv4f47H8VCYRLnbdqK19/0Lpxz1VakshoUsx6Aegy55+CTH7gNa87dhjdcsw2/vfMwfn3PMdz0gUvQ0y69d4Wyt97PQg9eYQ7L0NWzPXz9q9/D337yi1zYLPCrgFuFR+ptj2CpOJdQf9bTsjUl4MJFb3vPe3DZlVegVCU7FA0qC0nr55TnFtceHm0ZSJV9ePnnrfpOs3r1ufa1cOmrBchdDu/kMVcei5pRe1RpK/ZuUNkzcHRoZYbB6sLMLL76xc/gLW+8Bpl0jq07xFpcXfVNaufad0KTcrQBrIZjLI/zcryXnqs1sCrsAIT3auih2mQBID1WxYJd6F8c9umoLYCmi+sSilUBViuVCqiFe2SP0QRWaeGRxlhpoyChKf3teSLlX1oArARWo7GMweqqhrh4pzgCcQTiCMQRiCMQRyCOQByBOAJxBJ6nCMRgdYVAP7HrCPvkGZqOyYlZFEtlbDhlLftN1tWkYQXoMBWaJ8W6B91T8alPfQmzgQY9meRU02iaexSiifdp/h1Oqil9uskygNNWQ0sAdgEIPPbxKzkaXnP1mzHaPwzPpYRrmsSLKt4EyFRS1wYBDPrECVAJPIwHNvJpHbapotQeIJ9UoSc1zPoO9joFtKtJrDcsLmiTqVbRf3IeMw/twTO7nsKBZ55BqbSIZDqNnJmAYSXhJwyubh6oVP2a0qTrkKH5PqPwgT+rS1MbnkIjRG16QJFU5ZqKkasZcfSRn5lGfuI4Ojo6ke4bgKeSApBiJlKk6bxCXeXBJksHL0B3LofNa9dj26bNGF0zjLZMktV5pGCj9GeKpfQ0fC7A8LmA1QbAHN7i7wKu8nOZkisjI0SmkZzvsIJ3ImVhfO4AypU5rlbv+4znQ8Vq4/asPpRI7XfATbLGiL6E2rXx1er+atcbUfkuu+cQLsltG+NdvzDRXRScs+mFqxoq29s2MUClQj4GWROEldItBmEadM2ASW3cTMIwLai6CTOVg2aasDQTlm5hbHIeh4904Y5f3oyNm01OPZdgVShFqWNosKsuDCP0o4SGpWkbt9/2AL73L/8Cx61gx0XX4qpXbceZ5w1AaxdFk+TihIiPkFl+9D3/grNeeQFec8UopiYc/OIXh/Gy12xGbydFIlSLk0qS2wNZPiwHq3bJxhdv/RY++8VvwmdXCAeBU4HtVlD1bShhhXah2a2n+BNYrTo23vSOd+BVv38NSlUqeCXsHoTKMATyoVJXSESXp/TzwwofYyh0rQtcJZxcQcLaCnpG7TmawaYQubZYJmhS0EfHpeZ2F45mrY/D17scuPIt8rk9QCOXXp2L6n351n/Am15/NXLZNlhUHS1Uv9cWFZqKVclrqdltSMVqBKxyq+L3o4WthKesKARXV6QKW4C6FUBUrSoXjOiczQXi2FaArQBEWyQrgGq1zNYfBFbFeEoWIAKYSrBaU6HSN2mtSJXIaGgoWBV69PKzihZECwMQg9VVDXHxTnEE4gjEEYgjEEcgjkAcgTgCcQTiCDxPEYjB6gqB3rXzMBRVFOYZOzoBwzKxZrQfdrUSzRatpWuyYpUqPFsa5k/M4uOf+zK0zl5R2TlUJbWCchK4irIgIvVcTrSjxaFkEStXCaAHAaquB8Vowxvf+EfIJtKR9GGf7Qto0qsYpLQMuNgOiY3IboCqwju0v++hqHiY1T3MZVUsdVmoZgHVC2CoKg6VqxjTFFwQ6HiFomKxvIADExMInjyG3Q8/hqeeIj/WEjqzbRjq7AWSOp+Tr5lJRYgkQrDRDNAYvKlio+hnDKRCVesyaMHwsDFdVxzA54JWmmrCt6tApcTKQ0814cnccvYkjVgLSPpB6mNSFzouUokkVwnftnkjNm/ciIHeXp7o02fkP0mHEhBDkCH5fJpB+Ep9dyUo2xybVkA6GqdlYDXizUjbERQ2TQtmQsfxqafg2ItQyAM3ELCN/HibWWgNrIb2Da3uoVmxKrdpBVZrn0XJ1wqBaXj+EajbGBdhP9Acq7NPuXhVQ6WV2VAzH62BaY6OBGXU43S2TyBIKZqxUKyaisWwrBooaGu/CHf/6qNYt0HjAlChtk+AOE7B1+A5pPz0oZuAx/FQ4RUquPMbP8bE/iM4mT4TF5+5AWdu70Db5h4BKcVFhZ2ICmYpuOVd38Kl152Pl102ysXrDuyfRtHWsH1bZxgX0lqTXygBVaFcF7izrlgtF8r49N9/DV/9+m3wTWoLDuCRH2YVTuAicJ0wTZusBKRyleAggdUqrnnL9bj2+utRsV0uzhVdSOFuH02NjzDHhvcjVgFin8axomXba6l65V7Y+vmHxc1+lwI2PDP/4LEnagXQAsouh7vLvaXl0ELPn2wYVBgoLi3iS5/7JN5w7WtZUU5gVSjhQ5sROv+zKFa53Ydjj/zOaP5Z811loCoKUnFhqaZ0f7XJJkDsJ8Bs/ftItD9a1GNPWV6sEYrVublZVKsV/m7hMZ9gPI2hDFbFdwBZAciYNoJUAdulUjWqWG0Gq3JxIQarqxri4p3iCMQRiCMQRyCOQByBOAJxBOIIxBF4niIQg9UVAr1z50FRbd4JcOTwCfQN9qOtIwG7SumyTWnUIRzw1AAd6TQe+83D+MptP0Db4DCnlROck/CtFUSj96JgVaaHykk8++aFyMbXqDCKj0rFRVffOvz+71/Pto/FwiKqdgW9PT3sOUo+eqQS4uIrhgevAi6qo+s0sfWhG4DnK1AcoOB4mPFtzCcCTHXrUAcslAPgMHmvVjxcrKn4FUp43NNxnhXg7IoGjM3jt3ffjXvuugOHDx9CZ3s3BgcHkc1mubAJ+ZIy9oiAAwYOUU/SULFaU2wtAxlNhb54Wk8gognEkBUAi6l0fjaaRt5+ZFcg4JKYvPvExWrQVjgUCozCVgE6eRiqfO1epYTerm7sOPU0nHPGdgz19nFFeJvUyqE3p7wXfq5c9GalBPrW0Oi/C1Pl+ehnM1iV79H7VJCJYEo6nYbr2Rif3QvfL0JliK1zyj/dN6WpR48prQAYpa2gWJXQZRmVjezQSnUb7WLRZ91y2ybFan1focqTL7nvWRsvWtVQmUiPht6hAh5xTMMidOKA1CPZVFfYJBBg0kx48KAGSZhKAtUgQDp3Lh6461MYXSf2qO3LVgAiUgSbKqUqV4L3fR3TU0UM9ltY3LMbt97yT9htnoFb3nc90vP7cMoV26ElLfZ6ZRsNVj8G8Ksebn73d3DVH16Ci88fhe9ryC8Ucft/zeDq1w4jmaICSARVCZ6Ll0zrp2dNIwg92MJSAR//6y/h//zrT+FqBMEcqIED33fhqz5UXxQVov+kuJTgS4WHsmPjVdf+Pq5/+9thc0q3VKu2buOtgCmPaYIa805ijJPPtdGbN/pgCXi3UqxGt2n4nM/TOn1/JUV5DUKHB3025bn8rHmbWptmGwWy3CDYrqNSKOIfP/NxvO73rkR3d/eKitXm9i37qASr0b/luRqAaAhHVc0QljDkj0pZDE3K1Wa1Km/boIQNlasRKxfpQDI/T2CVChoGNZBah6fiPRpTowBVLphRm6n/Lp5pQywjHquyfcRgdVVDXLxTHIE4AnEE4gjEEYgjEEcgjkAcgTgCz1MEYrC6QqAlWK2UbFasnrJ5I1Td5YIckYomNQUdZ8SqAdoTKfz4W/+O/3x0JzoG1sDxqco4qX2o0rooANKs0BSpl0K5RIrVqFKVLk96rNLnLpkaEqipuDh123l42SuuhFN0cfiZfYABBqnd3V3obO9k7zuyGAhQhUJqTkVDfsnB3PwicpksDFNBIkkV2gGDUjkdBXO2i0m9jELWxFKvgR7VxUBCw6OaihMuqSHLbDUwoOrYblpIzxVwYOcu3PfLu3H4mUPsvUeKrEQiAV0V6aj1yXNTAaKIFUBriNEEK7n4dl1FJyGDgBdUAVxndZanuKL4FHR+XqKyPVV+pwJOVK1dbM8xJxSra0JxRV63usbVuSulMryKjfZsBtu2bsUZW0/DQE8nUglrmQduMzxu1aRa3d/vUqbW7k+CMul/2OyxGkIR9i4MfPYLJY/VfGERE3N7qYQSK5a5gbDXpigC1gBxZAX30Ge11T3UgW5j6v+zKVZbgaJnHdsiYLWVYjUaE/p8x4YLVzVUWumRmhKPnSQYYgp1uaD0wiqBryEQkNXnDkYq9gRULwlX0ZHruAAP3P1xDI8KVad4hSn4vJAgvEptWthQVRzeN48f//sjaB/owoZUgHvuexR+9xZceuYozGP3o//lZ2P91lMQaFRIi6tWcR+u5Iu4+abv4Ib3X4sd29r4USq2iu/+6CjOf0Enhtem+FodW4HrBEikBDCmFy9GiCpyWJpbwkc/8hnc9sP/AkwVnltB4FbgUQErXWGfYcbuXGDIrvlkwndR8Ry89NWvxltvfBePJeTZKxdQ+DxNiwuiGFT9Vfs8bGviE1roabFN01Ml+5NW51gRfrYAq/8tMNusvl1BGbsyWKXn7rJiVSE7iHIZn//U3+D3r74Cvb29PD4S8IyO9WTvslKf5wWpsGif3OZZlatq6LUdeq5SZUOZ7t9gDxDxZq0vnIjvnMbji8VBUgjPzc3BtiVYJfguFtAoFjLln9bVoun+tTj59eJ/8nuhBlp5TF7eFmKwuqohLt4pjkAcgTgCcQTiCMQRiCMQRyCOQByB5ykCMVhdIdC7dj4DXVexNF/G1NQctp66EbZbDH0Dl0+AuVSLpsBCgFs/91Ucmi+irasbFceGzj54BFtCsBpWX+c5pKxwT3YBIViVk9CGtMxwwumHXpmlsocXXfJyXHD++SgVHezdtxuJdALTk1PYseNM5LIZVq/5nrAocEld5PrQNWCpuAQHCZSrRViajpRuwEqYMBIGdM8BZY1XfQ2LrgdX91FK+xjvUFFNmVhIqij4HrIa0KdoyMJHUgU6Sh6WTkzi8O7d2L9rD44ePopSqQJDM5C0Elyshfz9WBWoEKClQlukiuPICZgVCsx8eCH0itoCSNsAxis1GCNiRKJg4WdJadAeSXhJKUuT+LCgEJ+HCZqAXrQ9ixRDuCMhmriegL11tQBwCCB4Psdz7dAQNoyOYP3oKDrb2xkckzKWr4d/Rm0ChN/ms+tYG20QJEhcGbiKVFzZLmQ70TXy5RQgjJBxKpNBti2L2flJTM3ug0pwhwp7s2Q39OyMqlIjCkJ+PisNPrV9GhcHogsNYZMOFx8EBq9Vqo8et+H8cq2C2kF9o2cDq3xMBqsXrGqoNDLDjVYAbNkhst/ZH5P+FgQrVKiLayNQpqtJqIEF29HR23sB7rvvsxjsk3fJSyyifZINAB/Dh+qoXDiqVNKx87FjOHDkBBIF8qNcxM5H96KaX8RgsoCX/N6Lcf6rXgy0Jdl2QFQ48lFcqOD97/4GPvCxN2PTpmwIbDXs2TOH4xNlXPbCPiQMHY89Po9SoOCcM9qRtOgiSDNP10ZtFVicXsSHbv4EfvTzu6BbOny/Ap9sAFxb2FzwAo/wDvV8gmaisrtHbUtTcfFll+Ht730PApWUsQqLQpcBS4FAxWe1xRABqykuWqDVAJooDyePwcsd4fWS0l94NnMcQAta4rjCv7Xm6lr3HZFb8MJJuG3t2FFiVztSw77imdW3i94Xt+ToZzU7g4Z1tlpbFL2IUuVJRQw4FQef/9Tf4rVXXY6BgUG26qB48yKPHMPkaCT9tpuU4yIlPxyxROMUvqeRBZe68pQsLML0fnquBFbJZiZamI2gqlSq0vt0RPmzBnHJc5j6uygQSDFYmJ9DlbISfC+0fyH1shirua3wfwlWo883jHuoUuX4hgtatdBKGxg+ntg+BqurGuLineIIxBGIIxBHII5AHIE4AnEE4gjEEXieIhCD1RUC/cTOQ1T/AzPTeVQrLjacMohiqcCAolUKM03lTU1FtbSEj3z8VijJDiTTKVR8FxalX4cp8FKxShNQqhjNvnnhhJ6UaTT55SlzNAUzUoTFD2z4mgXH0fHqV1yNU9ZtQNXzsO/AXuzdtxfrR9bhogvPYo+7ZDKBw0emsFQsoLunG0ePnMDouhHk2ix4HnnnAaWiDadUQTppob0tDdf14JA+T9FgBgp8L0AZHhYUDwUlwFSbBydtAGkDlqWAC0aHMNJSVSQcD5lCCf7UFA7s3oNdj+/G4X1HORW2ra0dmVxOFAuChqpClcVpAh76FNKkmr1QI/aSTSq4lunjjI88tkuQLCKqhpKPuHHfkKBJGBP1AlUD6IpK4kSh+GUwLdKiTUVHVy6HrRs34vStp6Gvr5u9BxVXVMFm5dYKvqIS1EjlZxTcRJ+3fP7Rpik+r4PV+j2Biy1RDF2XlKkmMm1tsDImJqePYWHxSE2p1tzURTyEkrHx1doLoC40rLdR2i+6END6HMs7mURfzedtDJ28DgmTIj/DPrV9w3mrGirNzJrafiu1qdr7fOOh1yRTR1okUOHaFnraz8Tt930R67rIh9VFKSArCuKiJjmy8lqBF2gwffBCg2KpUHWy4FDgVVU4dgmP3/8kPvzBz2B6agKvPLUX7/3jt2PtledBz2ZR9hQk1L2tEAAAIABJREFUFGB+vIwPfOAb+Nt/eCP6htqhBQo8BSgsuvjXHy3hokssjA4kcetXTmBgbQLXvaINmYQBRaBdBIrGkG9hcgnve99f4vY774NuqNAUStl24LhkB0BAuO6tyopDUl0GAWy7jFxnB7bt2IF3vvePoZmJUIne2Fa430nlZUCesqESXCWIK2BZAEu0OV4QIfoqLUKY0sIntSX1Z4cKcZFFRxJKUAqfl1BGyjEzWgBvJfWqeL9uC/BsKtcaHo+kqMuxexloZQQcKRAW7QsMtEnVazOU9KsBPvepj+PKKy7B0NCw8FgNvxMY4vPvje283seb1OXhBxKiSiVrVGFKi2r8N8FTGp+kApWVq6It1xSs7OtNz6D+3UZK6/rCHqlV64tGi/MLoceqsFghlTyrl9lnVcBVl4GpKAAYHV9o0Sw6ZtR/F0DdJ+/wcJFNVcnnGPjgO9+5qj4e7xRHII5AHIE4AnEE4gjEEYgjEEcgjkAcgecjAjFYXSHKu3cd5sn4+Mk5pJIZ9A+2oVQuPgtYBSvGTh4bw0f/4YvoGdnAk1HHD2BFvCEboBqrjcQFEFBkL9UmH0lRbymaPkngU4Nh5XDta16P9kwbHIJ+uo3AdZGwsrAMSm13oRsGjoyN46m9+/HCF76AU8H37h1jJVk6p8K0MujubEcyQZhTnJ95L892fbhsoijsCRTXh6Xr8Cs+xnUHJxMOllIqnDYLJF/t0QHHA8oqYCsBLN/FSKBgratg7vAU/uvue/DAffdhauwEkqkk2no6kct0s/cnAR/XrYTFdjyipKwSpRd5xUpIKgpHLX9gPKEnRZWoU16buMv96oCiSSYZyTtlP8wwxV5ldSfFQeWiVcR2NF2ACl3R4FZtFBcXYekGtm/fjvPOPgvrBwZ5f9upwHUdVhRymi+lkYeV0glwEERhMBS5Vn7+EZAu/47eqWwDZCkhPxcCMqFHJK9Mz3NgGEmkcznA9DB28jAce6rBO3F59EQKfLPqtFW3oFRlARsbrQBax5evsrVadZmPa/14dZeDRngrHupyn9Uz15+7qnFyZbAaylbDe6zDVXHf9Ix9UlyS8tlLoj2zBf/4nY8i68+jYpeh5HoxMDSEzrY02lJAh6mJonGcJg1MjE+jq7MbqSR5X4o2UsxX8flPfQ9f+Pw30GbnccX69XjrR2/E6a95EZDQ4QXA4lgRH/jwt/DXn7wOQ8Pt3M4JrPqOhx/fs4gnd07jums24hv//DQue+kgLr2wHcRILY2U3AS5NGiqgvGxKbzzHX+Oux54GKalQVNICSrVqQTChD8xexRzuxU/HbeEdRtOwcDoKP7wxhuRzLSJwnihAlxCx9CoQzwThpP02BQo5PXsuDA1HSVSM4bqburntIjDcSZARypIGgN9D6rnAqoBx9eQJguU8Jjil9AjmH1U6z6dYpNWmmthydD8aljceBZLggaoKo8v5LTispqtAthflRY8BFgNHAWf++Tf4RUvvxDDw6N1sBr2hdWAVTovW63IrIdwDOHFu3ABkMfMaFEqgqy0oBfuG/VV5dGTj1EPBHuxhn/z+MiK1Xk4jl1L9SewKhyGFXihcpUWmaSCVcRc9OfmJyPjKjyqxcIitzsqKki2La6LD91006r6eLxTHIE4AnEE4gjEEYgjEEcgjkAcgTgCcQSejwjEYHWFKBNYJchw8vgM+vuHkMoosG2Cf/XiMM27WrqGRx56FLd+43tYd+ppcJ0qfEWHGU78pcKotl+YxSknlxKsMiyjCS5B1RC6ydRXuiY7UNHeMYBrX3stkmYa8/lFTM4cRV9PNxTfQldXJ6ssVUODyxNUFWPHplCuFFAqu6hWFKxd14/9B/djdM0Qhtf0w9BUlCpVkEooqanQA8Cm9HJiHOTzGPpPUoo82ca6rs9K2VnTw1xCwWJOh5nRoFkKF8GhK7dVFUbgo1sB+gj+zVVxYPcuPPbAw3j6qX1QSw4r/1KpJAzLYi2TR4V2Qr9ZCbVY3ctpqiyPbQh7bWK+SrBaO0cUblLqdlgRmx0ECERIywKCvaykUlAuFlGtVJFKJLBp3Xqcse00rB8ZRto0KPGan53niWcp7A+ExyvdgSiLFAG9UlEW3l2zilKCVakyEzBJwAf6T1DV9xxYiTSy7e2o+iUcPb4fgb8YUabVz7fs+HxFrZWqHHs6R8RDNLp/87HkA3pWYFsjqKFKL+ppKmNQA75SycdXEsJ1AYFOX3vWqsZJMzPYsF/re2iCuyHYVRWT61l5joV1a87Hg499BQcPHUKFFlFSaYyu6ceJ+RJVi8PmrixMJUDR97CwUMDJA+Po6OzGwEg3TNODofrQfAuz44v4sz/9JH750x/gpVtOwxVXvgQ7LnshfnPnI3D7BtDhGfj67Y/gm7d9EB1ZAaxdxWNP1Nl5H//yoyk8OdYF3ysiUEp45Sv68OIzNLSnaXmAVIBUuMzHiUOTeNvbbsa9j+9CIkkp+Q4r1xkN+j4cGrNqYJUS9UXfs+0izj7vPCRyWbzlD/+IbU7Iw3mZR2rogiw6LI1hCtt++BqQsixsGR1Fe9YUTY39NsVYIbLCCQDTfYliforvY26pjL0HjocLLWHfjwBSsf/y9P3wyppgqgSwK7Tz0GJANoxmQMuxCKEqnzEKcNlLNzo20WhGkNABVRdUXBWf/eTf4fLLzsW6dRtE8arwyiUYXUmxKuw/6s11Wd8TXxINnqg1L+8obG0qUNUIVcn+IrQDkOcKLQpCDis8e4MAi4sLXOSPXtxmCIDTNwRbkqhcvIqoPtuw8FYS2Ar4Wu/D9YUykbQhFvdKxRIXieSxDsDN7373qvp4vFMcgTgCcQTiCMQRiCMQRyCOQByBOAJxBJ6PCMRgdYUo7951iFU5kxPzWDu6AV5QCIvACMVg84vmnIaq4D9+8gv89O5HMbRxHexqCQFMBiuySEm0ortIv6xzgZpqkfxWI357Qs0VKsAU8j8FRtdtwSsvfyUs1cKhY0dw4PATDE7OPesiDA72oFTxoJk6e2sSfBg7usi+oqmMhdmZPKePWwkDnlvF2tF+9sXbv/8wg7m2jgwDz672NFsbBi556Xlc2ImUsKCiVFBhuAECN2BF3TSlJes+llI+ChkFblqHlqA0VCHqoqglggCd9LPkYGliChO79+HJJ/bgyMEjWFpYhKaZSKQzyGREqrVUPNVTzRvZX1TJKxWrzcVPGhRpDXJXYQXQDFaZB5FMOISJpBAlNbFnO2Lir2nQTDP0oyRw6rHtAoGGhG5gTW8vTtuwAZvWrkNfVyc002C1IlVZJ7Da/PxlO5LXwfA9VClH21j0cxkboYxVoBNAdyuchptIZtHW0YFCdQGHx/ZCRbEGVpsLpy2DiQwOl6tX5XYSrFLKcKtra74XYTMg3l12LoLTtedBSrjm7eqpx8ICof45/S12VXDayJmrGieN9EDDNa0Eh+vq3BBcMQRUuS84VR2b1r8Qjz72FaiqA5vaiW9AVwKcXMhDT1toNy0QbprJ25ifXcLCxAxGhgdg6i57+Ha0tcOxHTi+jrvvvh/7HjmIx351B86+8Axcc/El+Ldv/Rte9eYb8ORDT+JL9+3Dz+7+BNpox5CDK6T2dgI8ebSMgzNZTC6WMTdXgaukcOkpSzjvzD6kTBGiwHdw9MBJvPnNf4Kd+w7CsGiUcVg1LphZwGOe5wnVKvcdUlvS+3YRL3nFy1Hxfbzxhj9AV18/qyKFKryuEufzhMei9kKmHwTsqoGDXMrCuVtPwWAuWQey5D9KXs7Udk1yo2aHWh4UCR5PL1bw24f3oBRQ4bXQd5NTz4UbazgwivuLgE2+IkE/62rSlkrWiJWF5LYtfFbrbhmNylcx3tA5GuGuwkCa1M2kWPWg+jqD1RddsgMbN26qgVXaWyrBnw2sSm/lVuMFn7lJtRpdxIsqVhveD0Gr7J+1759aXxMre6IIWt1DeGlpEY5D46EockaAXbcSMCzyBdYYrNICoHgm8kGEilVhj1tTu8qiV/TsqDXmclnk80soFQq8P+0VK1ZXNcTFO8URiCMQRyCOQByBOAJxBOIIxBGII/A8RSAGqysEes8TR1AuFzA3W8S6tRtRseehsnKxdRo0C/BcF//8ze9i/2QRic4sfKcCBBYMlfwvXYZyUYDDqsUQLhFMqE16Q24iL61B2agqWCrbOPucC3HJ+S+Coeg4PnEC99x7BxTfw9vedgP7p5LIc6FQxf79RzC6bgD5pTIy6TYuUEUqqsDXUCpWYVeLDDK7e9owMZHHwcMnYBkGhgZ62HOVVJnZdBqppMnWBr7nwgt9YXVKdSdVJqkZVYerXweuhrIHzBo+prI+SlTlKq3DMhUYSgDdD0CaXyq01KVoUAsllKcXcGDnHux65FEcfPpplMiPNZdDd3e3qJ7N29NEXUz0a4peWfWcgItKxXIox7gOS5+rFYBQlEbUnIJsCmsGAgqui77uHobD07MzKFYr0CwLumaINPsQjlDaqlutQvF89HR1Y2TNGpy343T+PZ1Kwa7acGxbIHOyBAhhTBRoPBtYlW2H2ppQF1LqvwGqCUYemKRKTKVyyHW0Yy4/iYOHnoBpuHyN1PaiCjWR7tuYWi/4TKNyNdpe61YAjfB1mfq1Fsu6FUArsFq3CogqaWX/ioLVmoQu9IKUSlIVW9dsW9VQSWBVAqUorHpW5SoDYlLkgf1JnYqOtSMX4IEH/jc6c6RGpuZnID9n4/CJIwwUnz7wNE7ZugnZdDuOHjqBpJnD8bHjmJo+gnUDa5HQFYzPTaJn9DSs2zaMxWN5vOetf4TzzzgVH77+DRg/8Ax0xcSB6SV8/rcHcNvPPoa+hAI3xIqUpq15AarVAONLVaBNxYH7K5hZKOPsCzvQ224hZwbQuXhegAO7j+ANb/4T7D18MPRYdaGwwlyAQWpTUrHKSnFFKFYJrL7ujW/AiZkZXPvGN2FgeCQsiCXaUSsrALIq0D0VvkrqdQ8ZS8MFW07BYBsV3wIXOHIAzMwvoOw4GOzuQrpWjMnjQnMzeQd3P7ibwWr9HKRmrUNV7kk1gCeepthWwk4BQ+X+0RG82QpgmUpVKlQjitEGlSxfB3u5NCpWyYeB09rpDl3ogclg9aILT8emTVsawCrZg4hrlsrsZkVt/V5a9bWap22TapW3bfGeHG+iP2VfEOJXHtFq/UMuYEmLgKWlJbjkfxsK+blQVaDCV1Q4XsCQ3As8RrE8BtfWw2hMlUW1pMcrjUth+/F9dLS3Y25+hr8D6H1qt7FidVVDXLxTHIE4AnEE4gjEEYgjEEcgjkAcgTgCz1MEYrC6QqCf2nMMS0vzWFq0sW7tBpSrc1xFPnQgXbYXTTKrhTy+8pVvo6h3wNbJCdVF4CcYrBKwkGCV1TkE5FilE4IAmn4SyJN+eBFAKFWYPBHWNBSqLl582ctx+pbt8KoOjKSBik2FtXxkkxlO2bYSOsYnS/j5L+7BZZedjbYOC0/vnYCmJ2ElFRiGBsvIoS1noVIpI53J4MjR4zhyfBanbhmBlUjgzt/ci/Ub1uK0TRuRNVWWyvqqCo8gJl0757QHcDUFhqtCJeCk+dA1FXACkJnirOLhcMLGYgYodZlQMjpSqooUgIUgQNJ10OMBa0wTSbuKI/sP4K6f34PHHn0czzzzDHK5HNatW4dsNstw1fWEcrQGAkL/WaKe7IcaiRttI20E5Pa1B8fsIuK5GMadAUcIk3RNY4+/NiuJV7/8lVg/Oox9Bw/ikV2P48jYGCqOg0wiDcs0RQEurr6ts+dtoVREuVJBjwqcse10nHPWWVi3ZgSWYaJcLsOm+wj5yXMFq3S9UvFKsaB7SyQsTjWuVsvQdRPpdAey7W0Ynz2Kpw8+hqQJbnfkVSvBPatc9SjAbFwsiMKb6O+kRhOvZgVp69RqxqqsLo2C0xAiMV5vVLIKZWrztnXAWt+ejiyOu2XNqasaKluBVb6zuslr5LgCnrP1AoN0g2Pu2jo2jFyMe+74EhJtJi8wqEUXc0eP4vDcEu79ze24875f4y8+8TkYJQWPPLwLN7z9dXhq31E8dnge3WYKB3ffjqPHJvCiK69C25pObN+wFVdd8jJs2b4Vt/7Fn2Psl3dBdXVMVYBP3L8f//LTj6Az8OBR2/RJJS+sOvQS8Nudc5hecrD/iI8lv4JzNyewaW0Sp67vhBLQwg7w1OOH8LrX34hnTowzWDU0WtIRixYUT+5jXIhNKA6jYPXtN74LTx48iN+77vUYWb9B9EP2EF5Bsaqr0CljXNNg6z6Smo/zN23EmrYMFJ3SwlUGq8enp9nPeaSvj8pasSWIQHsBZksBfvPo06hUQgVkqFINReXsydrKCkAqWeugtA5WuUBe5FUbTyJFAuXHNZj7HMAqjx3y2M1gFSY++4m/wwXnb8OWLVtXDVaXjWPijZpitbkN89gS8VjlolQhyF0GVsOCcOLe6zYjoqBZ/ZUnsBoudLGumMYFKjimm9DNBHTTkktGYcG9sCnRApxL34nkN+zxf1byewRhyWJFRXtbDtPTUyiXCmJBSFFixeqqRrh4pzgCcQTiCMQRiCMQRyCOQByBOAJxBJ6vCMRgdYVIP/XEUczOLPCktLM7B49S4InesfxGgMUoECMx69TRk/jit76PxMAA3KUiHMUHuW1CIw9Mn705pUKV58Oy+BAzVQFVRYprk/9m5BoVU4VbsXDVq6/G8JpBWKaKu+66C1u2DkPX29Df3wu7Kqpp64YD2/Exsehi4sQs1oy2sfp0754xDA51YWp8CX0DaaxZ04NSMcDU1BQ6OzuwsOTi+MlplEpLGBrsxdBAF5+Hi8vIdFnPh0ZwjhRJVLBEURlTlqsuyhUHmaSFdEqD5qpQHBdFz8WipmHG8rGYU2HnNOimgkAnT1bWvSITAG2KigE3QGlqhlWsjz/wMPbt24d8qYRkMoVsrg16MoG0p6KkeDA9HwUTMFy3NolnACaTVxt8E0X6f/OrDhjEZ1Rkip42PXsqCNaXzuDNV1+NtZ09cDUNxWIBY8cOYdehg3jy5DgK+TJ0lWwCwkrc7BEpwN9iuQinWkUulcLGkWGcvmUL1o+OIpdIsW+tS2nXFNcwa16qzCiu4rpCgM0puaLyPBX7EnBU5/fIX9Vxq7CSWaTSOaSySYxPH8DhsafgsC2kx+pby9AZepMSzOSq4eIeWdUWFsFRyQ6gZglQByKMWmrFqzhK/CGr2cKACoDaCoTWK47XIGsN4kQhbQtgG8JcyWYlqJXH2dS/eVVjZTNYbaVUbXxPqtXrXpbi/lV0Z/sYXtPCCKmmq1UbVbsK26lCN3R0dXYyQCLLiHQ6zbYRfgjJFxcX+frJc5O2GR3oxfj4JLef7s5eeGTD4frIV01sv/BS/Nt3PwSfHpknKrXrigIr8FF1gekJBTsfP4pHdj2DbM8I+oeSaE8HePGL1sAgHKx52PnbfXjdG2/E2Pw0dIPGMQ9K6NUrCnNR8TUB7aOqT1Ks/vHHPozH73sEr3rN1RjZvBkaWQGIQSzcVqZ7ixZB4wF5TOuk5FXp/AZesGUYw51JqAEZJABlP8BCvoDutgx0zmcn3BrADVTeb7Hk49ePHUQ+9PSUfJP7eASE1oFmEHZxofJkC5ZaC6nD1Zp6tWk4aFas0q7CEkEcr/FzoZBv3EacLPBdBseq6iHwbFhaCp//zN/j9NPX4sxtZ8I0Q38G2jYEnc+tITcW4Gq1aMHvcaG/ugK29l3Ffb6xX8vtGjIjot85TLHrgSos5Wvtg96teC4XQgycAMefeRqevYBKlexjqEsYApzSd6DvwSVfXVKy0ndGeEz6PJnOYetp2zE42I+Z6WmQ3QCNb/T6s/e857mFJt4qjkAcgTgCcQTiCMQRiCMQRyCOQByBOAL/P0QgBqsrBJ3A6sTEDDLZDNKZBDwq8lIrXFVXTMp0c0NVceDJ/fjnH/4nUn2DcIsluPBgagYXb6GXKHoUmdSGgJYmtFKpKoGt3FIeX05+A4OqjOdwzWuvQUdHO0OXxx57AI5Twfq1G3Datg1YXBLqWDomqVNnFh1MT+WRzgSolhVWqPb25nDk8DS2njYCXddw8sQcCoU8BgcHUXVsGKbB3nkzU5NsC0D2AATnhK+emBITUyC/T5qouzap+RQ4foBioYpisQTirgSSDFNDyjKJy6Ia+CjBQYWqS6d8VFIaKhkVgaWxik0lu4DAh6EoSPlAeqmK0vFxPLP7SRzY9zQOP3MICwsLyGgmzM4sMskkvIQOteKywo0hBZ3IFQW36t6IjDvYb7EGR5aBB+kpqCLg+1LhlMvYODCI6668EtlEAqriQ1MMaIqFgl3AyflJHD0+joNjxzE+NYliqcQerJqhhwRD5Mu6lSpDWgLO/T292Lh2FBvXrkV/Xz9Xa3cdlwxba6Cy9rxDmEmxp4B7ns2Qh6EqV+kmn0sCFg5MK8VgNZmxGKyOTx3ktudUbfbQ5UR/gnG6zpBVU4RFgEwXJugv/tWhaRTccK2iWvutq0ujACcstybaucgr5j0EEI2oV0OwGlWpSi/V+vHEORj+hhC3vpgh+syGng2rGjaNdH/tmPLYYc9c4XiiwJK0L2i4F5eUvFJ+LO65fg/Ch1e+6HdRyT3gCujiIkJuxU3Fhabr3PdIKEjbaKoB103hyqvfgO98+/0M/TUf8FQfRkBPi4wBVMxPKbjvnn14Yt9x2Fo3/vQDO6D5LpIkAw10aFqAu/7zcdzw1j/FVGkCKnm1Mv6sK+cJrMrrFSnvIVgMbNz8ib/EvXfcg5e87BXYvGMHiXZrYFVs16hcpvHBUzX2mCWlO6WBE1gd7cqB3AcIthZsG4ulPHra2xmsEtgnsCqBbdEB7nhkP/K2UDXy+BhJ+2f7jyZ/VVath8rWKHCVBd8aHnDEdiWqbo9uI9LZ63YJURXsSmBVFG+i9u4KsKqn8I+f/TRO3TqM7Wds/78GVqNtt2EhoAVY5W0jovDGftu45tRwLCoMKC1YAqBQKIhMAHq+gcfewolkDktzS9j96AOo5KfhOD40w+JCbaRg1XRDwF4jkpWhCmsAiqdppTE0tAG9PV2Yn59nsErXQOPTh2+6aVV9PN4pjkAcgTgCcQTiCMQRiCMQRyCOQByBOALPRwRisLpClJ/cdRTHx06ib2CAlV00gVRVoaCJFhKhSSFNMg1NwwO/eRC/uO8xqOkcPKfKykcq8+SGRYso1ZEmoxKeChYjinZECwtFFatRhRRtU/Qc9HatxWuueg0y6SSqZRcPPHgPnEoFl1xyATq7ulF1XK7UvPepMQwN98LzFfZTHV3fgdnpKtrbE5yOrmsm8sUZZDLteGLXAXR1dUE3TMxMz2BkZAClUhndnW1oy6YRSDjEle1J2UbKTg35UhX5QhHZZBLz8wvo7e/ldPhysQpTA0pVB8VSGRZZrRo60ukkVFJ2ahqqrgMHPpZ0H3MpoJjR4Sd0uEkVlkp+rIDLCjYfWcdHplhF+fg4Duzeiyceegi79+2F63lo6+nG2r5BTsGv+iK1VJNxFSEOi+yEyisC2pJlNcBVAVZ18kbUhR9upVDAeaduw1WXvQRJ6DAShH0IQigo2lUBvgIVM9UiTkxOYP+hgzhw9CjmC3mougbDSAjIHVYp8x1Ks/ZBRYc6cllsXL8Bp285FWuHh2EpKqrVqvCKlbBIluQmMK+o7E1LMIyKJ1F7VBW6U8I+HnTdQiqd5WucnDmAxcI4qxFtUkvapF4mFZlQ3ZEVAAF1QzcY+FPbFH6x0pdRwNAGwNRURKoGUSMxZHgjrQIawKq0BQghKWFv3q8OTQX4lZ+HvSD03KRt5WcqVUQLlbHrutauapw00n2833LFn1DdylctTZzNfQUkl8pc6gcCIIdgNYRP0gdYVIWn7QkqqjWVHz27usqz0TPYpQrydFyV9KACnJMq2S4beNP178TXvvJHcOj5BQoc1YUJncEWRa0wX8HPf7wT+45M4alnCnjfTa/Ahee3Q1VsIDB4Yej2H96JG956M/LeYuitSv2ZOwivRwDVmn2GuHZhp2HoAT5266fwyx//HOdfdAl2XHQRfNsHyPZD+oyG9ytjx4pVVYdGxyaltKLhnM1DWNvdzjYi9PlcuUxnRC6Zglv1kKE2SdSVq955KHsq7nh0P+bLpDwV11kXnYcKUvYNiChHRecJ3wsVnrX0/+WKdbZu5s09Xpypq6pDTSV/LuJUswbg49UVq2KYiahJQ7DKLrK+g4SRxhc+/xmcsqEfZ+84uwGsNirBWzfnBpgb2aSVYpU/bkr3l21ddFUxzom+HjlYJDStwKpMVyjkBVhlD1UFsAMflpVBpVDBgSd3wS7N8nhjWSnkOrqh6gmousGxpUJpvIATWrjIn7qZQt/ACPr6ejAzM418ngosUptRcEusWF3VGBfvFEcgjkAcgTgCcQTiCMQRiCMQRyCOwPMTgRisrhDnPTsP49ixkxgZGQFUUkOSaoc0kApPwKNejDTJJDj1Hz/5OXYdPA5XT3AFbvY/BKVA+kJhKIgLT85ZKRhWkyblYGO1eFEZXvCBMD2dFUgqJhbyOPfsi3H55S8R6eeqjtnZadjlMoZHBuC5Cheoml9axD13PY7h0UEsLZbgeA7O3L4FJ45PY2i4E5WKg+HBLkxOTyKb7cSJsUVU7CqshIWpiTlYuoXh4QF4ThmD/e3w6X50FY4rQBEn2CoKTk7O4OT4JLaftgkz82UsLC3xvZJSNWEYaEsnoHgKKtUKSpUlJFIJJJJJnmQbzE80Vk4GboClwMG85mI2pSGf1RC06UhpCqhIVpGUXyrQCQ39UGEsVjCxcx/uvee3eOTRx3Fk4jgGBgYwONAP0zTgEvQMhEJWKIaFZ6AEDFK9VldACjUXbULPkvYhBa5dKOHlF12Ey8+7AKZn4a4D09g3Po+LTx3C5sEkqpUCDE/EHLqGiudjfGYKT+7fh70H9mN2Mc+FscxEgmEyHVOYPfiBfr+6AAAgAElEQVSwyyXY5QrbAqwbHcFZp5+JzZtOYbWuLE5FwEd4ItbbAVXcJjWhphnsq8pwXlWgagbHPYCNidn9sL15aIEoDEMFZSqOiypVoHdc2G5V2AloGqdom4bBiwPRIlcyVnWfSQkd6+nw9JkEnfXYhsCSzh2pVi4+D5WrEbAqQWUUnlLF+WhKM+0nziOOzceBgtHO4VWNlCuD1cZ+FwWrBNPFKwqDibdK71kBtGqp1dSOQhWy7MvUz1m1GoLhqKUIp98rwhOXuaBHij1Simuoli2888b34x8//SZ4tNjgK/AUDxpVYedr8uDbCqaPBii4Pn525x4oahp/+PZNXNyK1ON0zh//6w/x9hs/gpJSYZ9YXiYIgaFQg9Y9jCVYJWuAbNbCX3/hM/jZ93+C07efhQsvvxxO2YHK6loJFJdbAQSqAZWgJC0EQMVZmwisphkae4GGyXwFBY9U1AbKSyWM9CSRpVUYbu+0UKLi148fxnSeMgZCNWvEBqC2RMIrJRG4yrcl/w4Vw/Lv8Ck26muFZUazFQDHgB/ecsUqK3pr9/7sYDVpZvClWz+L0ZEunHvOuS3BaisbguWNu9EKIPp5w/gWsReIjnFiUbDxqHWI2vrYPC5GFqeKxWJNsUrBcRQgkcjBLlVx8KknUC3O8Al0I4FMthOqbkHlInsa/NrCRH1BgRd6jAR6+9egu7sLMzNTKBWLDFbp9eH3vndVfTzeKY5AHIE4AnEE4gjEEYgjEEcgjkAcgTgCz0cEYrC6QpQfeWAfZmcXsGbNGgQKFRqi1EcBxqhQUc0PVRZP8gJ8+9vfw7HZIgI9AdJimjTp1jRWVXLxoHDyLye6DNkIkDWBVVYOhspCurzoxHhyrohXvOzVOO/cs+AHLtTAQCJB2/hw7YCFW7qps7ouXyghlUpgfHoWC4uLGBkdxeT4EvoH02wD0N+dw8BQG2zbxdycjarjIdeewsmxOaStDHzfhmUCPd05aFSZinOTTVZcimRbUutSRXIbswtlOI6H+cUlpDNphrCB52Lj2kEYSoBiyWXFGtkCsDWr54RAiAgIAThCacI7shT4KPouFkwP+ZyOcsaAllDZH9RVfOjwQEXYNyom5m0PY/N5LDy6C48/9DAO7d8P33OhpwzoSROGZtVSrhvBSd03sAb0qLBLBKxyCnDFxnVXXIFztmzFfN7H9x45iR8/MoUNHVnc8OI+7NhgwbFdqK4oLMYWApqKimMjX8hj35HDOHqcbAKmUbRtAaLYj5Osd4Wi0XdseLbLhaiGBgZw+qbNGBwYQGdbDkaoiiSISH6sougU2TGQslGoVilVnhgEQdZMJoNKNY/p+QOAmkfgCVpM2xMHIqhHauZCpcq/+/wsBcwzDAOmSipWShsXYDP6v45dBNiUrzqYEan+jWq3+rYNEJtcP3nbRlhKbaTBRzVcUCCoWlOzckzEuYbbB1c1TpoZYQXQfA/RwkaNoCtUrNb3qKlmfbFkwi8p+osWJhNvinYuFK9CiUcgVUDUumczwW3XEarVgK1HVF58sCsm/uQDf45P/NU1UFSh2vQUn1PnFRptXA3lYoD/+MEDePCxJzGX19G7vgMf+uBrsfO+w8imszjvgj5895s/wdvf9SE4loOAe6DH9hts78EwkspJ1RXeBOypAvzAQBc+dus/4Eff+T7WbtyMl7zqSnhVTyhWa4tAjUpf6tOkWFVpHAzB6o5TBrC+t42vm+I2sVTBsfkKyrbwVN00nEGHpbJ9AFkc2IGGe3aPYXyhEoJVurpGb9Na/Jh/hhfDdq1C4SruR4BR8UzDhYom8WorsMrjLytlo/vLBS8fARmJ1hpRxIM1VKwGZCETOEhZWXz5C7dicDCLC869gPuahOpSsUpjfquX9F8Wn7WGn7UsCKnCfhawGvVLld8vz3Zs8VTr91YsFBkos9qUijZ6HhKpNjgVB4ef3gO3ssBt27KSyGY7YJoJOFzsCvBJrR2q98WTCL8DjST6B9ehs7MdszMzqJRL4nmraly8qmWriN+MIxBHII5AHIE4AnEE4gjEEYgjEEfg/5UIxGB1hSfx27t2wrY9VkH6oGIzpGYSKd1UPIiACKdDhvIfp2Lj6//721iwVUrKhqt7SBDIUlBTrEZT/HlCGyoRCZJIkCUnus1gVV7m7EIFb3z99TjllLUMPCj9myp+K5oL+ORlR/BM+DcahvBDnc1TGriDhcUiqhVgeG07jh9bwHBfG3p6U5iYXMLYsRms37wWxdIiw0hSbS7MzaKnuwOZlMVqLt8lkCKKrpBKjf1Vw2zSo+N5TvH3Ah+Vqg1d4ykz+rqzbAlwfHwBnq/BShhoz1lIhMWwQkQGH1TsJSyGxB6JVOAEKAcB8hpQNFVUEgoKOQV+WkMiCDAcaNivODgUONikAMmiA//ENKb2HsSBPXtw6NBBLBZKMEyLlZykZJUFbQSIqBcgY8gXKlYZk9HzJSDu+viDa67BpoEhzBZ9OJUifrWvin+9fwov3pbDe17WDz1w4BB3DuGDSOUW6k5SFS4VSzgxNYXDJ07g6MlxzOfzbA9BBWzIT1NAC8D2HPZZTasaejq7sG54GJvWrcdATw9MTefK6SLduA5XqDgMA0dFFEDKZLMoFGcxM38QmlGG5wm3Xiqmw22Lf6cUawWO46Bq2wxsSVVNajJD1ZAge4AQrnJl7hCyEiiLQtQolGmGq+JkdYVws3+qqpg1KwCpWOUCbhGwygsM/F9AVeEpKy0FxLUM5RoB6XMdWK3sQOtNIzAuugFDR2lxIL0+ZbEuqa6VhbzYk1O0ZYopvSQUlipQ2VaERYSMEx1Y3h+p+4S/LMHzatnAn33kb/GxP7tCqK8DBWQboJLHLnwsVIDHHi3grl/twve+ezvGZ5bwltdtx6c/8zY8eu9BeF4aF1+2Bl//4m14///4CDyTroDUqeRdKqCZAKukhq5DNAlWN2wYwUc//yl895vfQc/AEF55zTWAK1ojp5S38FilXkxglWwvwAtLCrZv7MeGPtKdE1hVMFtxMF72UHHF6JjVffSmNLQlNGi+B0/R8Js9J3FivijiKM4kQGekeJU4P70RUa6SLp7GktDSoO4ZWwfA0Vp20kc1ev88LtDBuRhV3aJDAFoBeGsAPmIVQMA6CGjhxOaYphM5Bqv9fWlceP6F/9fAahT+yz7I70WU09F+Ggaooe3/TsVqSM6lerdUKNbvmXyoyRObFuIcH0f3P4VyYZoXA+gRLS7keaGAQKwolCa8cmVxNPrJiujuQbzgxa/E4OAAZibJq7pQU8/f/O53P9duHW8XRyCOQByBOAJxBOIIxBGIIxBHII5AHIHnPQIxWF0h5L/42YPIZNLo7G7nqutiQiom5OSdySm+9C8ATF3H8eMT+OZ3fgyXABjBVFaTCRBAQIH8LOWrBiLCNFxSLhLIlEIqVgLVlFYC0FCBI7taRVVtw9ve/Gb003VRdXgCc+QpSl6cDL7qN0R+diSCYjijqbCrNsNiqmqfzxdZE9bb18MekZNTS+jo7ETVrmBqcp5B3EBvB/p6ckSGa16RpHJTFA9+QLYAGo4dm0RbWw7lqgdFNWAmXaQsC9WKj4q9xJYC7R1ZnDw5jxMnxjE0PMSAijz4hvosJJNJhhNcc4qL1lBMfXgegQxRiZ1S3CmVnVKgl+CgTMA4oUNvS+CE6WLCpEJVKiqkcAp8DPg6hgol2ONzOPH4Ljzx8EPYeWAvqMZQT7YTuWQbfFPlgk+KS6I7DZqhcjEgx/NhkodDqNTrTqTwB9dch85MGrbrsbp0etHBZD5AV9bCmi6di+4Uyz50y0MyZaJaFeCLvBUJcFMaLFkxsFK0XMKRo0ex5/BBjC/Mcnq+aSWE7ywBdvJMJXU0PTjX51iuHRnGli1bsHnNGpi6Ac91+T89U3q2PgFi6EgmUshmTCwUxrCweJT9DEVBoaiSTlTjZujlU5x9VpPZjs3tg+6fbBDougnUWqYJXSMFK5cU4p8CEoo2yuCJVZOCsMu2zbCGVJfcqMO2yenvjHnY75Pgc60IFD1nsjNQSckqASv9LYp0CZ9aqaKlz4WlQF+2e1WDppkbEosCdVGjuDay0pSgMWR44gRkDUE8rzmBnLqdSN0XAEv+DKufh3FqgFssXG1Uvcs+X4sPjRwhZCbYartZ/OVf/xU+9P4roDFUVOBRoSuNvFFVnFzw8YvfTGGhoKG4NAt7qYwzNwZ49VXnYP9T40gYOWzcksWn//7r+Iu/+iQCy2UVM1946BPNak+6Lo0WNUJPUwqJ52D7uWfiQ3/5F/jut2+DZaZw3R/cgHLFFu016kkbPmuOGB1XIY9VD76i8f/T1/dj60AXNIWXqlAKApyYy6NgB+ihMa1Shev46Mql0U4VunwFD+ydxL4lBzmlDE3TUQ0MGFxELuBro7bAfs2k9KXCYGQzQD7G5N1qqTwmLBXJ85oK8nlQpYqb700U3eMFl0i6v2xUEiaSMpXHU88NfWdpcFcBr9rQ/njc5kZFCxUCJsL3kE2l8PWvfJkXqS695HwYllBsC5OC+gJE7WAhnJdtTy6+SLWpOE/Y4JobH9sXyIbY6KUq1acrdRqGx01NXJWLDaHiulQq1T1WqXAhFZ9KkK+4j/EjB7EwexyqZsGtlPDQ/ffCcyizIoBG3tA8xss2IyCr6wQY3LAVr7rhnejr7cfU1AQKxUWGz5QlcstN71pVH493iiMQRyCOQByBOAJxBOIIxBGIIxBHII7A8xGBGKyuEOWf/uhe9Pf3IJNJMsCMplpKsEpqs8D10ZbN4uGHd+J7P/k11KQFhyb8Chis0uSZCs1E06Nr6rXQ95O85AisSpga3VbOmelc5VIJ6Z61uOG665BLmXAJjOgqV9gOWZeYpjOwqhdhkdWu6bxsSSAEmZidL7G3XbFYxvTsIqxEmj1b5+YWGbAM9HWgrytT81DkSs8MgMmzU0Ggeti374iAs6qOUklAhnLBhmXp6O42kWS1q4HJyRlW0pJ69MjRY+jp6cX6NTlWbUarpst7J+BBnnzEOubm5pHO5mDpOnRFQwUuKp6Dqu5jMamgnNFRTBjIG0DBd2AGClKmhqriIReoGHQ1FPYdxH13/BcefuBBFMpFZHI5ZLJpGIbFKcjEQijGBLkpdp6qwLNtrO/rx5tefTWSrHb1cfCZI5hdLGJgaAQWx76CXDaHgycW4DgB2rIZdOQs5NI6PK8qACjDHpHWSgpiqpBtBy4OHz+GnfuexMmpaZRdVxQs0nROrxVg04RnV1EtlWFoOtaNDOG0LVuxbngEGSvBimVOJafUcMVEMpFGKhlgMX8MhdIE34dgInXvyejvDL9C9Ripxug/FT6r2C6rWRnoaxo/I7oWsmKoKUdDRSb/Tea3TYWgxLEFXG2tZg3hqCqLWIn4q6oVglXhqUr/yWeUfuoMWaNwVUN3un1V42SirVGxKtOwo2pFVkTKYkZc3KiuUJfgkClUQEXEhLo0qhqMpnA32CPwFYeJ0E2Gl6EhRt0mgVWPARw7gS995Qt46w2XcGo9+ZUKsObBDTSMzdm4+5FJpNu60ZnTobgeTl+nI5dSMHFyHgaSGBhK4W8+8gl88rNfhm/Vi2mJywmLmhHwZNsIoY6mBR0qxHfhSy7Be//HB/H9734fcFW86R1/hFK5Al2hpP0oiRO2HhIIUhk5AsESrJ66rg/bBrpB60C0AJW3PRybmMPsko2hgV4MdRiYWShwkbU17SkG+Q8dmEbB8XDuKX3cT10qvEZt2gsQmCqrxefmSigUi2yHQcB2bn4BCcvAhjUDbIny9KHjKJScmlKSFk5k5j0rKanteULd2vyi+3OZYxIoJUgoFJfcOnxhnSBfrcGqj2wqiW987atI6Douu/R8GKbJz89vUCxL5W/zNdCzqavUGywq2E5GbB9te3Vzivq1ic/rFigtO47wq2nwmmWwKp9oEKBSqdQ8VqmNk6kEWQF4to+JY4ewMDMGVSGf6woefOA+9PZ2I5k0oRK011NshcJewrQcpGhcjK2jbwjnXvJydLR3Y2Z2EsXiEqte6Ti3vPudq+rj8U5xBOIIxBGIIxBHII5AHIE4AnEE4gjEEXg+IhCD1RWi/MPv340NG9ZC02niKoqa1OAI+6z6DL9818VgXz/+9d/+HXc99CSS2QxDP/LZ5GlyAE6vjr7kcVjTFsIrqvjOm9cmsXISzFNmhjZUKXnLGefj6itfCZ3MCXwPvgoYpP7jSvcytV0UYopOtuXvUTUszW5VXUGl4qJSdfhnoVhmZRcdm7L1Byhtl5VaMk2fJvjk/wj4GqmygIW5MqamKugdyKJULMEydAaKVBipb6AN+UIZ5XIVuWwG+UIFrh+gXK5gqDvFqkgZ2xogoLsLU2xpSl8qF2E7wn6BADQBTUpXJ9hga0BF9VHQfOSTOvJJDXZCQ9VQMK/YOGnbMEwdI4qBEceHMjmLQ7ufwIHdT+LIgQOoVEowDB0JK4GEabFbJsEcAqtupYLzt52BK154GaclUwGzhUIJD+/eg1Kliu6OdvS35zA6MoJ9JxdxYmwJpF9dN9qJzjYFSYv8Vkl1J1SxIpVcqDupQBU904JTwfGpCRw6MYbj4+NYKhRYxRZQG1MVGDqp8zRUiyVMzU0goRk4d8fZeOmLLkXSMAUQ42MZyCTTUPQKlvJjsN15BsGyOTUDVQnbayA7VC2S0o9iTcXGyCaAvRH5OnRYhskqsqhNAAOpmsdoo2Kaa9U32AdE/FbD9Hmp0JQFsKjtsa8op8ALCwCC/ZpKRZzMUDFLfwt/2a5UblXjZCI3ED6JRiBFz0rA6DDVXHTKsDPVFblS1idS/ht9kBv6cBM4ZaGhEPA2eKuy8pesA8hzNlyQEX01VAYji1tuuQWveuVZCFzhl0vg8/9j783j5DrLO9/f2ZdaunqVWntLsmTkRfJuwMbgGLBZkgBeABNIhpAJCTC5k89NQkJIcjPDnZs7ZJlkJivE4ASzBgIBs3mVjGVZtixb1mbtUu9L7VVnP/fzPO85VdUttRNr5nr+OfX5NG511zl16jnv+zb1fX/P78egPo7Q9iKUqwFyeRpzwlJCa5Gq3MX4+DxkzUT/Cgv3feEBPPijRxFqAVtdpO3zKVBmYJu0uZOQkzaVSKX5tvfcjg//6kfxja9+HdVyAx/5xMfRIOAva68IrF66bhhXrCawKvEca0cxpsoOZhbqKJoGtowWWHHqRRFyGin/Jew5NgW/7eB121bDUKj1XAFlzCMO2GqA/Z5Z5B2zipscS+qNJlRNhU5K/1DGCycmMD5XZ/sBAtG09rLVhyrCxHgNSr1we2wFxL1kfXc3pIusDUiJypYMvWt28v15itUIhZyF+z//OVbj3/am10EzhBUGnWWpTUYvOE1ff5FS9RWM+AsD/WW8XFO1bccpOBn2SUBX+rej3W53xg3hdwLkBFaJMU+fFWCV7ocXhti37xlcf91VGBoq8d8nsq4ISREtUXghbcpICJQYaq4fa9ZegWKhn8Fqq1Xn9ZHmfAZWX8ENz56aVSCrQFaBrAJZBbIKZBXIKpBVIKvAq16BDKy+DFi99NJLELIiKW2FT9RBiUootQJYOTyMz/7pX+DweAW5QgGO5yZgVbTUktLyQmpUdhWUqc2/B00xTCExlmiPFx6M9G8ZtUYTt7317XjjjdezmpI+nJKHK4NVehJJqbhleXFraQfk9kCe7gd28XqKKjM8DQJqhye7ABe6IqOQNxnapqCTg264XVSFR7auER0To1L1kS8CDYI7tgXfc7kt3rJlHD8+AdO0oGsGH2uYNtdjsEDKWaHiTB90rZ4HNBotVioGYcTn4ZZ3UqrS+/Z9mLIKTZFgWlbygT2CKwNtKUZLllC3ZdRtBVVNQUWLEKgRAygp9LFCUrGyHaF15gxOvnQEB57Zj+NHjsG2bAyv6Efo+gysQ9/HO97wRtx4+XbEHgWYxYgVFaemp3H0+HEEroPXbBzD5rGNqLViVCoN1FsO388odLBy5QADOtKrkhWEqWt8T4k6pOo4AqgE4f04xHxlATPzczh+bhzTC/OoO20OxCKo6TQdTJ46jkq5gltvfgPef889MHQBpal6BCEL+QLCuIF64yzCmAJmwo56cJESM1GpLgb5CZhKWtfJtsDxfB7LZBNAgJUgCEFVguG9gJU2BZaOMYYwqWqVW/8TS4COsq4n6Iq9RAVwFmFWAqzS9wKuEETVoMpGxxaAxoaqaBgpDF7UopnrWyOOSxw+xG0RCt9UvSk422IIlWgDO+3bvGHB/DiZcz2mIULTKGBzL+ASGy5iEyTdVBBqZlJ2CosD4V1MIyd5hBaGB1eyP7FPE4QAFatKY0gdQBqwgjKOPISRS7FUDEVdj1cwyFoIxwd88kaN3Q5Y7QBFev/wEupLKk5xHI2jez70frz35z+Eb3/z2zhz8hx+7bd/i9cjXdHYC7b7WEaxKlPknIQtqwexfe0gNFWBCwVVN8D0QgMtn0CqirGhHEyWkBN0I+2phOdOzWK6HuLmbaMwZApLAixVKEhZmZ/S6sTWoQOkCV6HAXxJw/7j0zg2PoeQLRR06KQiDz3IZLuRwE2yGqHVLR2r6XJJK4+KAO2WxxYofFcjT/gWJzdoEQxl6CvuDdnIkOIzn7PwpS9+Ab7Txltvu/mCYHXpQO6ec7Fidem8fWUTYHnFakdtuxSsJlYAaWAjgdXUX5zBahzDsPvJVhYz506iunCO120/lLDnqSdxy2uvRV8pD5c28miuU7YiqaEjsrGhNTWEXihh7di1KPUNYHaOPFZrrN7PFKuv7O5mz84qkFUgq0BWgawCWQWyCmQVyCqQVeDVr0AGVpep+fe+sxsbN26AH1AadbeVmlVliTKUQIyp6eyx+p/+y3/FXCA8Q6mNuhP4Q4A0VY8mPpTpSxJCIgjHqr9elRqDVGpLJ+0WoUhKmY/hBhHef+/7sW3jBgRESEjcRlCU26NTsNoLcXrhjfCwTD+sL04kTwlTcmWJNybFKjHsSX0ICVQEBCY8KKqOw0dmEQYKPN9BLMnYvHkFPM+BYZA3ngzXcaHpGqrVFodnBX6AZruNgcFBbi9fPSySsXuhBNWi1nRw9swE8oV+aKqJVruFXN7k4KucZbDa0/c9BFEAkyCfpKAu+zAhwSAPhiCGE8VwJaBpxJgxgbk+Db6tcNsq3Y4chT1FPmyqe6WJnd9+DCf2PQNbdhkseVEAXVFw99vfiSs3XgK30RBtxFQDTcN8pQLPaWO4VISpmuzVGus+t7XWqhHm5mushnP9iD1oK5V55HMmBvoLME0ChKLpm+FnQDCMLAIkbn9tRiEmZ2fw0smTODc9yerYyakpzLx0HI7Txrvf9W7cc/fdXDeyg2DVs6yiWCzADypotCbJkIE9NNMG4t46c70jQhvd2ncgXzJG6TkE7igwy/VcOOTv6zjsXUlYhMa3YZhsEWBqZgJCu5YXS5Vy/G8ChknbOIcesaxaAFeh2KRTp89LAaOAjLJENgDCl5LtAQi2Kio2rth8UatmfmC1GHdJOBFPUSpLCsWScUkqyEWt152pkkxqPkyoD3vVv+xb2uOT2TlHp22bcR7tSojrJ28OthZJQr0SP8s0qIw2NMh3mFXPpBJlrxGyCYhA0nKG0LHDsJGgq6zQZgipvHVW+5K3qGGQtQZBbGrFTseNLKweKEiNfH5ZQU9rBWBqGnRDR6vVwBtvfwPe8Obb8OhDj+DA/kP4jd//NGqNFoPVf4sVQCyrCGIJm0b7cPWGVXztkxUX4/N1TM5UaBFDf9HC5WODGLBIUaowkIwiCYdOzeBUM8Trt66EpcY4cXYKfTkLQ4P9Yo1MA6Z6GDht1oiuARrDMsYrbRw5PY1Guw0viDA6PIBVw/1Q2DOalKMSb9SQ9YEYb90wOxqWXhDjxcNnMDFVEVYd8IHY7+TILRojBGhpXhN0DDxebwq2ia898CU0qlXc8dZbuK70Qr2K1d6BvFi1KuZc+lg6Hpdu2qWw/sIA9pWD1V4rADrnYrAKeFIM0yyBGPXsxGnUy1O83kPS8NSux3Hz9Ttg9fejqebRhAqDwDmpjSWTA77ycJHTNawduwyDA8OYmZ1isKqqwmP1k5nH6kWtcdlBWQWyCmQVyCqQVSCrQFaBrAJZBbIKvDoVyMDqMnXe+egBDA8PMjRM/Uq5/Z+VkwmwjCIUcwXMzczg//2TP4ebG2F1IUEVAk/MzaKIg6XSD7u9KrXlwCoJOMl7jyI+BFhV0HRDKKaNf/+RD2NFXw6B47HKj/iKQvFJnPPU9drrDdFJlUZpEnN6bawHSwAOsWMGDGRjQNYFnGNDr89RPsJfkoALp5ALVez4RFW03dYdtJ0KNmzYxOAvCgj4BFi9Ns/KtEo1QL3eQqFgY2aujL5SEa1WG+tW5LkuQp0oasRf5OsYAbWqi2rN4Xb4ICSVno/BvgIGSzk4pKxFyNYAJqOLCH5EsDUUreuKDjmS4AYO5ABoSRJmDQmVggqfIKsOBq/kw9qo+Di3+xBqz+1DePYgJF2BR1YIqoJbrrkO127ZBptad5OwG2JZhmmyUrHlNtmXlTr+G04TqqFB0Uy0Wz6cpoupSouhFYEegqYESEdWjGBoMA9LV2CrBMRCxKFIaOf7mUBLurNkE3Do9Ens3v8snnniCeQtCx/6wAfxlp+6DU6bbBuISVG4lIpczkYQVNByZ4BYtOsy3umBgx0Ik1gt0O8XAZ0k2koMXnFvaNzQZkGb1I+uyx6L1D6dhkrZWlfBmnqwpqBRwMauB2sHPvb8TLy+AKgCtCZq1kXHJRAx+ZmARhKuuuS1F7VS6nkRXtVJkU+BZxJgJC6FwsGSvn0OoUt8UdOfcelIoUn2BQTTkkAhopJ0rCJ8dTvhW8n3bAWh0j1TWPmbjn16HtlRMDymuUaqTQ7uknkOKJKBWDIASWefXlVXEcUhg6qY1wAXqq5AAXmTBlCsADLDK4GaS0AAACAASURBVMC0qMUfMHWTX1PXVeTyefQVi+wRXMjnGbC6NCkInPMmTIhqtYyQrAf0JvqGB/H07j3Y/cQe/Nb/9QesaKZX6/iO8J3oVaySiJE8VkOkYHXDSAHXbF6DIJRx9FwFC+0QDYfU4EDRVLBj0wD6DfbCYAhPSPGlc2Ucmq7gtu0bYCoxZhaaaDXr0Ewbg/157gggawEa27wJRPVThTetEgd8fXSlLR88X148MYFSTsPGVcMcbEWAn15H4dCn8x90m51Iwp59R3DiXBmKZiRQ1e14n/7rYNXCN776ZVTmZvG2298EwzRYjS3mXxfSi3G9ZE72hGotBq4XbulfbkKIY5cHq/zaXInF513qsdoFqzKv1V4MWHYfh9jNT55BszLDftv0d+TJJx7FDdddAWXFKpTtFWjoFEqmIApcNBUTsaxhNHAw6LtYv34Mpb5B4bGaKFYplC8Dqxe1xGUHZRXIKpBVIKtAVoGsAlkFsgpkFcgq8CpVIAOryxT6maePw7ZN+IGXKFbZFFG06cYRAkWCFEQYKBZxYP8B/NX9X4EysJJBpGjxl4ViLYqgarKALj0PBiYsVBMAhSBWCqPoOFIykXsgZ7FLKhpuiP7hVfiVj3wAOgFQT6RT0wdbJQmyYbFfqvzrJLD3tCn3tB6naj26JHo9gkakouz13iSDAvIhFB+4E+bF3oLU/htBIRNWCZidrqJep+vRYOcl+G6MSrmKK69ch/mFFqZnaxgdHYHn+azirDdqsG0LA3nRyp4+0vZS0uXpmspQ1adP7ZBBSdSaLsE2NFiGgbnKArw4hG2aMCQVmiHD0skSQUBgVmpG9MEf0Im1BhLcKIKDCAt6iKoBeLaOek7BmZqPAzv3ovX80+ivTyOSqeaA73rIqxrGRldjbN06rFk5iqG+fg6Oiqn9mtS8slCNEmxvtQNW60oIGJUYWg5NPxbWELKGlufjpZdOwrDzMDQFBdtAf8FGIadDlkJEpIAj70EGPDJ0RQd0A9PNOr776EPYd3A/BvMF/Mxb78CVr7kMUeBDePMSiNNZ0esGM3C8OSDyhFqPOVnS4t7jHZl6QwpnXvFgAMsGn+kPxNhhbB1RoBdYieZ5ngCsrouAr0GFrmmJRQBBv0RRmqqxRa+8mBkpPE1MgBe1yCfvpav+FLNJqF3FoUmnvqh9HOOaLbdc1FL5if/jMzy7CErzORk0k28ygTYBtxfZHaji3x2DVB5pAuYFURu+F6DhtBAGMqrlaaiVCgYUFT7VR9UQOg5iy4a/bjX7c7JXsKEjZ+e45q7rCUW0GmBAqkCqHYQbEOyjMaHA0EK2xgiH3gBfzYswNPK8pU0EWWdVeyh5kFUVlmJjfP4svrXwFJwFB87MAuTAw0ChhA/cfjcG9D7IscoBSjx+Er9XnuKSCK3izY44wuzcDPL5Auy8DScIsf/Z5/Dwjx7BJ//gD0TwEgfzpWBQqI+7zgBUI3Eeeg+0cqwe7sO1m1dzHafKLQTQ2VeWaqDLMVYVNZgyGTor7N9M/sHHzs7g0Ewbb7p8DQq6zK9LqtP5Sh2tZpM3bwb7+mCQknx+AWEc8aYYeTGLu0RK8+RaJBnHJptA6GDdyn603QBFW2OvVAbcPaOpMw2kGH4E7H7uGI6fLUMmf2fa6EHqtZrC0OToRLFKo5UUq3TWgm3jW9/4OqYmzuGdb7uVrVEInv9rYLUXhl4sVOVNvfR9pXP8ArNG/E24AHzlv13d7ofOxgoBaeoekARYpfV2YWocbmMO9VoDkqph966HcfW1l0FZvQFTxbVoGzqKc7NoVqrwSv1w+vqxMvSxxXUxtmEz+oolzM3Pot1uJEF1pFj96EXN8eygrAJZBbIKZBXIKpBVIKtAVoGsAlkFsgq8GhXIwOoyVX7xxdNC8ReKVtHOI1agRxGaegQjVDCYt/Gdb3wP39r9HAqDgwwiheJMSZKTYw6IIkqQqlYJWtAneEUGe1Zyw2qihmXVaNJyTgoqboeFglo7wKWX78CH73kHHEdAGHp0LAcEFemo/noveTG8upAma0kRErZ2Xgt0AtjSn1O7LH3kphpRavbsbA2aZsFpOwwURlcNwPGAmdkmVq7oQ7PhwvMasC0Ng0N9rGRLgV4KZ+jc5yYqrEY0LWqLJuBLEIq8Jcm/FNAMA7VaA81mC7puwHFc9BcNFIt57qhmOMgsQKgg0+tleEYt8GHIqeOOFKNhSjg+28JTe57A3OnnYccthpGsTuU0dvKrjFjN158rYNXwCLau34ANo6sx1NfHAV0EF91AJI4T5Gm3WtyGTyCO7A8My2QVbRDLDHKqjRaqVcbHcJ0GbFPG0GAfKw8VJUIuRyYMEmQWj0mYazXxg5/swunKHAZ1E3fcdDP7upKKlOA3tYmrug0oIWrOabhehZV4UejCT4OY+FwCnArQslgl1wtWO8LR7qDn7zisLVG/uj6FnZFS2YHnCfUq1SiFkTSuVYVCplQe4+kj4XiJl2p33HUVrknAV+LJ2vtzGiME/9OfUd2v3XrrRa2T//1P/xKRpCGXLwGyzlA1Cn2Efhs+WVvQxoYqlODCfkAoUCUleV+6AVU3oJBa0tSgxgo8KYCqlbD7x/8M/Z8fxPa2i3owg1J7lDSPUDdtgve7vwa9ICEKBKjitSCBx3QNDSnC9ngncOjPMNuQoHoLCCINOVNmFfbU2l9Hq/86nm+hZECjJnZq4ZcjbrWnTZiCpOJ4cwqfGv8aasfOIT61IGCxauC3f/rf4+rhLeylTPeK5m6aAi/WJ6H07F0zGB5TUJwb4MiBg/iX73wPn/q934ekC9/UDlhl/9Hex+J/0zkHBgZw45Y1UCQx92mMMIzl16QvFp+zmpMdKyRgcnoGe8+0cMsVa1AyyCZArGFuHKLpBahUHTQaDudJVasVmIaGzZvWos9WOXmezy1TQBXdTAXHx6twoxDrRoo4dG4eW1YPoGiobMfCoXzc6k+MUaj16WekzN994DSOnp7hOQ5WmJPtgngfooYUjSW+p/lP22Nk30DPKeby+O63v40Tx1/Cz77zNraMobWb51MHTCdn6tlsEmrz5a0ALrRGX2hCJM0ML3uu9DgBWMXfly7YTcBzTJsAbvJ3kbb9JARSBJPmUahgYWoCQbvK1ifQTezd+Sh2bN8Cc9V6nC2tR81rQHvyKVQrVagrViC4cjs028BNnocN6y9BqVTCzMwMry1pJ8Nvf+xXL2qOZwdlFcgqkFUgq0BWgawCWQWyCmQVyCqQVeDVqEAGVpep8pEj46zMEx9suy32BOvUOICjSTBjDUVDw1/+xefw3MQCCv39HRBLH5rTY2NSwSWKqPTDIv2bOopJ3ZeqB1NglKpJCY6RMo/UjtWWh5tuuRXvesvr0aIQlQTE0uUznGGxWBeapmDk5aFq6sC5uAhJjNDS3J6eD9pLE81FoAtBTbLWI5Upffgm2BNCw/RcA4VcrgNc+/py6O+zoalRp170ngmgEuiZmqkKRZ6ssFI1l8vx+YqFHEp9FkOfal20oxNkJrBazCnsMUo+pQLOCKXrIosBAiyc+i78L0nXSu/1xPF5PL7nMZxZOAyYFEojYIyATqK+9D2FOIV+wOrMFUPDuGT9Brxm8yVYM7wCfYaJIBRqTnoeHUNqxbbTZk/VMAhg6CZMw0YUSqi3XFbBERyenyvDtHIcAmaZBkr9NjQtQtEiMCnhxNQEHn7qKcx7TQxbObzjjW/CqhUrGazS9ctyBM3Mseduoz0OP2jw+w/DNlwvYMjDIWwcckRBbPS1+J53xiqrC+l3FxgbHDIlakrjzwsCBEESKMbnE63YAW8uAKpM3p0Wv3+6LwIQpaJPMT96H0IxmNgG9PgRk3+ozF8C+hGUonbkubk53PvTv3xR6+SnP/lpqEYOK1augWHleCOEAJjnVOC4TfYnTedqOgbIFoB8XUmxqJK/rGlzS7ec74epkWqadjoszL64H8N/8zVYlX04tWoag0+NIu+riHN5VP/s01DW94EFj6lKOLHDEF7GKraGn0N45GuouBridhWIKTBMhURq776rUBn8NbQ1g/18Sa1O3rPU4s6hVJICW1YwbbbxyQNfRPX4BKTxMgNp2ky4a8db8Z5r3wLKqKLNCjEWeu0izl9DeL7IpET3cOzQS/jG17+F3/7dT8EsFDj5neapeDNLW9oFBE/PT/UkcHbjpetgkoqf1sAkaC9xWRDjI7mjHOIHsDL1qZfm8MbLV6Nkke+mQKuBFLP3KVQZjbaPc1M1TE3OAH6I9atXYsPqEmz2aw2S8U7q5Bhnp+tY8CNcvrYfp6bKrDJf1Z+DykQ3UXCTaJZ3AWQOraO5+tSBMzhyanoRWBVmBbSmiHm1GKwGYg1JwOqD3/0XHDt6BO/66Tdz7Tt/I9L6dd63mBedDaGLAKtL51YKVlMAfKFJ03uM6JlIH2J8pOtgutnEEB4SW7KY+X5IkYLy1AT8dhW1ahmRZmDvzkew/crNMFdtwJm+dZg7+CKulCI4coR628M5JYfha7ZhW7uJTeu2ZmD1olaz7KCsAlkFsgpkFcgqkFUgq0BWgawCWQX+d1YgA6vLVP/o0QlWzaTqrfSDJcO6yGdVo6EaUD0ff/iZz6Jh9nPSc9rOvhSsclNzT8ANqT3JF5BhTUex1QURaaiOxL6NBA48/My77sTrr3kNg9Xu9SSt/gmgYDCRJpR3QGuadN19synwWKTGTX79cppW5m6c4E7t4cJDlj+Qx0K1yCE6iS0l/ZwUmm03hu+HaLfaHDYVBh5GVgxw+3uqVqOXJghBXqHU1u+4MaamFvj3YUDHB+jvL6CvqMJ1I7RaDnTT6qr9giZ7jHLQWALsSKF2PlgVPpl83XKEWNHwwuHTePSphzBVPQlZjyEHAiIQNExDvlhJTMeRipW8Rh2H09gH80WsGVmBbWMbsWHdOgwNDnGgDgHcwKeoLFKt+fA9X7TKKxo1oAuoq8hQNAuNpodaw8HUzAIMM49apQ5N93D51nXQ1BiHT5/Co3v3ohY4WD8whHfceiv68gXxHmh8yJTKTVCZPF9nuEWZQmFEOjxBeHENYUjfU1BW2EmE7x3+VH/y1RQ+iynYSb/vlPW8GUOp8FQXqpfrOgyLW60mSKynGxYKhVwnsCv1byQY1xk7PWOWw8FIMpiOxWQMUwATw1UKQQoCNOpNmKaJ97z1Qxe1fv6X//QZyJqJkZE1UA0B62kMO84ctyGT0rDr/St8OFnlS7CNlLiaymCVgLiSK0HJa6A8Il2xUD99DoW/+kfY8UMYv6KF0okcBp8YARoSyh97F9o/czOZdvJ1k8UC1YQ3FaIQ/ZqCte1Pwzm2F21YcJuO8FrWVSg6QUVgeuQ30cjtgC+1EcFg1SexuSii6yNFbYQTWhV/uPd+OJNVRBNVtuDwowDbhy/Bx95yL0pKXrynpL7iOhY/0t/xJgOpNj0fp4+dwpf+8QH8+m/8JoZGR9H2aBNhebC69JwExTetGmGVdQpcyRaZVbFRJNT6aXBYJFF3OZotB61Axc2XrUK/LcAqB41JIlSK5huJSGnaL9QDHDk2hRga1o8WMThI9iEqECXHKRHGZxqYaIW4akMRIWScm6ljqJhHgTxD2LJAgkpzWCx2tB+BUJKw58WzOHxyalmwKoyphcKU/ZIpoImUq1GIvnweP/r+D3Do4AG852ffyupu8TeCePT5HquLIOe/0WP15dSrvYrVdINj6b3518BqZ0PFSzb2yMKBLFNAitUuWA2cGuq1CkJNx97HHsHll4/BXDWGM8U1aD7zDN6yZT20Ug6T49N45OApjNx6A3aoKsZWbWawOj09zRtpmWL1opa27KCsAlkFsgpkFcgqkFUgq0BWgawCWQVe5QpkYHWZgh88eEYoApeqQAkigdq4JQYr5TPn8Jn/9pewVmxkoJWC1UXAMoGnKaziFmBJhkqAcglY7RIlbhAWH7w5Ql3G+953L7aMrWaVJj3SUKpUscrI8DyoSj/rQpNF15Xwq6UgVfw7dbRcCtR6U9KFOpQhL4FHTjjvBnUJlRyp8ASQolZi8qIkTVg+byUKL4Kc4l3TtdEHaj8k/0w9gVsE4Ki1Nkbgk2rVYHBHoJUCrjg5WpJQzGlsHUBKQzohAd5U+yZAR3JdiSUDPYdsBZxYwk/2vYifPPsYas4kNF3tqFUXww0BZDnIK21TJxjlB6wqJkVhqVDA2pWjWL9qDcPWwVI/TFXlawpIMZr43hJkDlyHwSBr3CjhXjdQazThOiFmp9tQFA+bN66EKsfYd/Qwnti/H63AweVjG3HHG26BodF1JvdGlmFYeXh+HW3nHFtPKIotADjDa5LpRnwdBFgp8AhUp8RRMhWOMujkK+qq8ITCTdyf7n/TH3QnD9clioSC1XFQr9cZfgdRzC31BJVJuaobmrC/IADfo0oVI06MuY6VQ4+/qixRHYUnar3egKYaGB+fxC++7xMXtWR+9o/+H8SSjuHhVdCtXDLiYzQb83CcBr8P8j8W41n4rrIkmK9ZRkQ1N0xYuRzsQhGyqcHMmZA0E43JCop/9wVI+rcwv6WJgVIOxS+uAI6paN54Kep/+EuQ21RrYVkhFOpiY2FDvoHhmd9B/cwEXCWHZtuBTpsWmgTZsGA5DmYH3oy54r1wNQVBrEJXyVNEYsUggcJYi/C0fxp/88w3gVoAlxSrmoxQjTCqlfBLN9+Fy4Y28pyi+cObBiGF7CX2JT3rSLpm0awlsDp5ZhxfuO9+fPRjH8fYlkv4+pYFq+TRzHOxu8EhNjpSoJyscTwOE39Tmgtcc7E7Q9CRgGvOMHHTZaswWBBzRqVz8NiU4Hou9+7T5kQQKVgouyhXmqyK7yvEWLWiBI0CxvhlIpybbWCSwOr6Ih8/W23DDyKMDORQdyK4joeRfgu6RBsNdLupzsDTL57DwROTDFalSEDTLiBOFaspMBYqcYbEUcBg9eEf/Rgv7N+H97zr9q5ild0+hBK799FVqwrw3gtDz1+XLjwFep/3/x9Y7VoBSJHKilUCq81mDaGiYc9jD+OybRtgrd6IU4XVcJ9/Bq9fswJGjoIMZ7Hr6BnYN12H15kFbFyzCX19fR0rgNTmJrMCuKglLjsoq0BWgawCWQWyCmQVyCqQVSCrQFaBV6kCGVhdptD79x/vwL5edSe3p0ohtFiGaedw4Mk9+OuvfxOllZsRRV0laQoU+CQ9YDUFiKxY5ZRwSeSF9DzOe70gRn+pH+9/310YKPUz9FmkfiU/QkGmOo8uYGU0cj4gZlZ7vkotPY2Auuf/PlWT9QJa9nsVVDd5fWFWyGpfspMlSRq5HcoExwi00JMF7BT1oJAsshKQsbBQZuuAoaFhBnR0Sgr5oQd5JxqaBM8PUC5XGeg4rsc+qwMlG6apI0p7rJN0eXFBKexIGWMCtaiF2Anw6JNP49mDT6IVzkPVTEis7Oy2wqffEwij+5YCb9EqnMDWOERIQUWQkDMsDBT7sHJkBFvXjmHlyiEU8zmBZUNSiwoAqWkqWx1QnUzLEvngsgzPI4AXwDJEvZ7Y/xz2vnQEXtDG667cgTdedwPbSERUxwCQNY3V0gvlE1ioHOCwNEUtQVWtRMEokuUFtxT3lGwCeu9vZ8xxc6+oGf9vJ0mcbmnaqN+9zcK3teu/yFg0ElYQbfpyHAG+yEJDpYArk6GSZWgiuC1RO3bHc9pOndQ5eSm6HRSORm3vlBR+6tRZfP/BH+K+v/zKRS2Vf/rZz7KqcWBwJaxckQPPCD63WwusWCX/1u4YT4Ll0o0Onm8SFE2Hbeeg9RXQR8pVAuU5HY3pKnJf+Tzs4oOo9Zdh9uvIPVmE/nAJXn4E9f/8S/CHhjo2GKlyl2q9ffQw8ic+i8pkC65iou470P0AkhpD0UzYfoSWuQLjpV9E09qGCB77vNIuAYEtavcPzRgPtQ/jq3sfhNQCnMkyZAp9MgArkHH3tp/CHdtu4s0HUgDz/EsAqLjt9O66aWF0T6ntPnADzE5O4fOf/wJ+7kO/gCuvuRr1ZgsKb2LwQrfoXoTdFKvOz3n9SALDEv+STp1Fd4CA18IaQCihyWOENihufM0KDBZJpS5D656ROv/RDoFy3eHxrUjg9WFissretGNrV2JkMAedgCiAibKDiUoDV64vsUKeNmlOzzQgGRZqrRih62Hr+iKKGktpu2D14DkcOjEFlYO9umCVLoWVqTyGUsUqbQ4lYDUMUMzn8djDD2PfM0/jznffwXOANhgYmy4Bq4uhqrAZSOdjd04mK1tHnd9dqy+0bnPnQ2ct7K5ty63xy3mssgVIolhVZFKsymwFYKWK1elJhG6d55AvqXjq0R/jNZeuQ37dZpwqrIHz3B5cMzoEy7YxPTuNvccmoN18A262S9i0diwDqxe1mmUHZRXIKpBVIKtAVoGsAlkFsgpkFcgq8L+zAhlYXab6+/a91PHAW6xaleHLIYwQ0KwcHv/Og/jmrp+gMLwRUuQK38DEgzKFRdQqqXDwjviiB33AT60ALgRWBQwUKi4Kulm7Zg3ed8/PQFPtRSqwjhqM09zTD89CSXoh9Sq/dqpqfVmwemHomsLQ3g/44nyiPZcVqvzaApZ22/LFzxieUPZLSIrAHp/NJGiKPrg32zHqjTa3k5PKsd1uoVgswrY12IaOar0O28ohDGP2V6WvgT4LhkkhRKTEFC/LnbwJ+BRAWGSyCOsCoaSdqzv40c6f4ODxvQiiCgwlB1/zGB6QgjC9ZwKuCugox4l9A0EFppCcD89BVuK1yX9UgLl8pGJ0xTA2rlmDbZdsxmj/IDRZgReF8OMIgefxxZJKz3Vc5GxSPQqFbhwprN59dO8zOHD2JIKgjTff+HrccOWVrMol2BX7MXRTh6pGODfxDCamn0TESrs+yEoBkHLQVPI6FZ6OQgVGgVdiEyB9dMYEk56ee5+0bPPz5LAzxDobA6RvJdFt4r3KauxkjPuhD8dz0Wq1+R75noDpBFgLOQGWWL2azAs6llLuhaI7USyS3QR5fEaAYRVg6DaazTb+5TsPQlUN/OdP/fFFrZ9/9sd/gihWURoYQb5Q4tcg9WGrOcdquyB0F52X51kKkclzl8aApjFYlfv6UdAt6PkcVEtGbaGMaN8DWCk9iGawwAFjBaMA9b6VwLiG+q/cjeZNOzobJPRCqWfyVau/j9zBL6K8APikfpUcmC7BRS4ENDmGFFg40f9uVI2fQayUISs5ugFQoENSFDiGjwebL+Lbe34ANAF3pg7ZJLAaQ3ZD3LbiKtxz3e2wzByPBVWleSM2H2idWvrgNn05hu/6KM/M4fOfuw/vufu9uP51r0XtZcBqkMy/dK1Ix0ZnoyKBp3yvO8OO1pFkg4aUoqQK1WjDJMY1WwbRl6dNFhU5VeWNCfLGpblDalrqMKANBrJqaPohjp5cwOTpaeTNGFs3jaBUFD7GC+0Y1VYbl28YYjCoKyHm2jKOTrqoN2LEgYdNq0ys7ZfZRoDGLG0NPX1oHAePT3bAqvBUTa0LhGL15cDqzkcfxd6nd+Oud7+to1jl902AsmfOvRxYvZCy9V9TsHJHQaqMXqJ+7b3Xi85zAY/VpVYApB6PKZQvsQKQIwWVmSlWrLpuGy4kPPXIj7F161oU12/Bmb61wIH96AtbvBkQtluYKPto33g1bsr3YfPaDbzOU3gVbcxkitWLWtqyg7IKZBXIKpBVIKtAVoGsAlkFsgpkFXiVK5CB1WUKvv+5E4tUnunTFHjwQF6ZKiwEuO+Br+PoZA2RrEOmFmuZ2leptdaHLotgKgJgBA+o/b8XdhLESDWei9plWeQq2oPpg3+r4ePG667H29/2RoSBAE8dIJbAUQEQLwBTGXqJZ3dfbbE9wNISiDOdD90upG5KjyWfzfQhntcFNMt98GfQeZ6hKwEeWXiytgma+ghCUo2pyNkGDF1FuVxn0CJUXwp7ixasrsK29/XoutJwsF5PT1J8hlBx8lwZP979QxwfP8DwSlVihEl4Va9qlc7pBzK34NMYCEMHsaTAjzVW1CmyUFqSlpHOTRBOlRW4FEhEMDmM0V8sYnRkJTZtHMPG4RGUbAqpUhEGIQddEZjRCDQmST7UBl31PPxg106cmZ1GHLVx1+3vwKXrxhj6UrI5PSgQC7GHsxM/RK16GK7noeW4qFZ1NCMdBvmclkocAkbeoJqhQJNCVkzzWEq9f1MOTiCJ7Bgi8UXen6RCVckGI/XApOqR2pQOJ0+GWOFgJ0qaJz9PUqOqCkFWcCt3u+2xgpXgKumFCazTKCHAQm395B9KIEWNSfNL/qY+DFLekn9orEBTC7Bzg/w+9uzZiz1PP421a9fh//zlT13UkvkX/+NvYOg6bCsPi6wAYuF32XJqaNTKCMJ2Zw5wjVJlYPpqDIAVtnMwiv3QcjmYtgndLCJoVOCc/ioGoi/DLVdhBRqUjTq0QzqizxWhXPPTOPvhW+FSAJ1CYWkOpCCHnOXgzf2fxcThU3CqDpCz4JI6HiG3/BuRDUmbhR7IqMmX4gXrl+FpCvRIh6Ll4Wh5aHEVjh3ivtldeGH/S/BabURzVUi6ikiVeRwOFvrxiZvvxCXaCGKdxqAOl2LmElVj7/rSO6dpg2h6Zg5f+Lsv4M0/dRve8s53oFyrQ2GLBLHC9D7CRYr3ZEMp2YTpzFFeN6SEpdJcPd9fl85Ja+olY2ugqxFkVYFqm+QDgmGdgLKEctOF4/rIWwZslWxWgEo7xLGT46gs1NBfKKBoqDCVCJMNGXZexvZLVsNSIvZPlWMZc06AWiih4gCNmoPVgyZWFxUY5DssyXjuyDj2HZ6EYsi0xwApanTaBMS8SPymeeQk/qqJFUDetrD3qafw+CMP4e47385zUrdMeJ4PRdWSzZ5elXg3vIq9XhcFjKUbRqkdwvJq1Veifu3dZ1u01vNGTffaXF6rYqgSeUWzaB52fhBSJGFhehyhW0XboY2rELt37cTGNSUUN23HVPfJYQAAIABJREFU6eIoStVx6GfnIMkeCrKE066L+sZt2F7IYcs6YQUwOzubdCvQ+iHhdz7+8Yua49lBWQWyCmQVyCqQVSCrQFaBrAJZBbIKZBV4NSqQgdVlqkxglR5LIYMU+wgVgz9Uot3A397/FYw3IqiagTj0WTFGjyD0BLgi1SYBjQSipucjyCrayhfDUFZ0sppVtF5LioZWw8Obb70VN990HQc5da6JGUQSTLXUC/YCytQUrPZ6rl7o7TNrS9rne9//y4HVVMna+YjP6r5eJVr3lZY/TwJ0OV1ctFtTazMFP3kBgUChim02Wqw8EzcohmXqGOgz+Z+p8i59Nc7+StRa/DvxJH5/fqTi8IkpPLr3xzgx8SJ7k1IIDsHY3vN0vqewlsiDFrWwfdtmBoGnz06g2nTRDqltmUChxkpY8gSlV4lUASVUgjcE0ijV3jAwUihh5eAwVo2u4P8WLJsVzDRmSE2rkCJSVnFuYQ4/3P0EpupV5DXgzjveiQ0jo9y+TKCL3gupOMOojvHJh9BsnkDgh2i0HMyXY5R9icFhX2kAuXyO1a3kI0vBawQ/U7VxagVAfrFkV+AHAYdvefTlefx96Abso0u/i1iRK+rte6RNk1kZaxoWbEv4qRI01lQNmq6B8ut9Asi+8CF2XKE0pp/RPdE08l81oMtkOUuAO2LrB1O3YJlF5O0BWPYAzFwOjz32OObn5/k+/eav/M5FrZNfvP8Bvn+aZjLYZTeLCHDcOur1Cny/JXwjknnUY3IhxhkrcxOwWiglYNWAZhQRtutwz/wzBsP7EVXLCDwJhbVFtrGIH5NRfW4r5n71w0CuD4FHfrohwljDCquBGwp/gvGDpxGSSjVnoc1glU1JocY0xn3o8OEoAziq3okF/Wr+GQHoQMnBkiOUrQCfO/cwjh0+Aa/lIJqvQCI1N4PVCIZi4P1X/hTeuvUG+J4ETTcQUCYXqc2TOXshuOqGPubnK7j/7+/H9dddj5+9+25U6nUOY0sm4yI/ksVgNVG1d7x0e7ZuaL7xYOLCLtlsEf+WJRfbr9iKkYEi35VKq4Va0yGNLizLxtx8jcdD5HuQI4qfihEpJmTNwPzcAmI/wOhgiVWSCw5gF2TsILAqR2LnKZbhxMBktYHZRoRGy8dIn43RgozBnIYIMvYfmcCzh8YhazFk8vuFsNPofnWDt2jbhryMRcBcgLxt49m9e/DIj36Ie+56J1ti0GZCGrCXTKbOGpauZfwDfj9d0NqBnMJQpTP+l9/AWmrrsRjgpifo+rAuPqdEIX8JWKX3Q2CVHrQxSM8kx3ErPwgq5cL0BCKvhlY7ZLD65K5dWLs6j9Km7ThXXIlVzgJWtcml3GOf6ZfKZUwMr8cNK4bwmjUb0ddXxOzsDK8N/PdRlvCpDKxe1BqXHZRVIKtAVoGsAlkFsgpkFcgqkFUgq8CrU4EMrC5T5xSspmAlfRq1fkayBsJm9fk5/N0/fAO1JJmbfPYIqtGHUAouIXhKtI0UVr2KVFJYpa3T550/ha2seiJFmwbHCXD3e34Wl2/bgsBPwaoghl3Ier7SS/yu+zwWwfYGWZ3f9StA0gW8VTvv/8IOAYs+4Hc8EtMm+SXHLAUAvdfEYJnBqoBX6YMAAnubkp9i22VA57mUeh+yarC/aCyCEmnoEoPVHiiRAgsqg+PL2HfwOJ7Y9wjOzL4EhRWSIjinF5h0LkJSuM21qLTxwbvfidGhfkzNzOHEmUkcODnJoToLlRZafsh+mBRKFcshdE0TqlWCYwxxEgUzBSBpKgbyfVgxOIQ1o6NYObICBcuEGgKGbuLomVP40dNPYrJZxYZSCe+54x0YzBXhBQFCQYzZY9bzZjE98zhcdwJBEKFab2N2vo2Jmg5dN5Ev9CFfLMK0CP5psHVdtOwnalVu8w1DBEEIz/XhOKJ9n/5Lrfye6yJ0Aoas5H1LFgYEPQj4uX4TgRcyqCUvyb6+HAo5GxYDVvJUtaDR6ymqaO+VJXhOwP6rdG6XYBhDSguGTlYBLEaErpJKuYThwVUY6F8NyypC1XQ8uftJTE5N8fGf/NjvXtRK+aUHvsbvX5E1hroR+RnEQNttoF5dgOs1F8+V5FU6QzlRrLJfbLEEzc7DsHVoRgGx56J95vsoBX8Lu11HzXFRWmHCyCsIKhJa+4o4u+Uj0Edfg9gPIas+nFjBpaVxbI3+EqcOn4GmmICdQwsBNLrOkHyVgcjTocsOoMWYxNU4Lt8Ll+oqB4hlHUXNxmnLwd8eexBTJyfhOy7ChSpk24CkqYja1GKt4caVW/Grb30/gnrI44egK6XBiTXiPBm5CJbzPVSqdTxw/wMYG9uID/3iL6K8CKzy6pF4pCZy9HQzQ6wsApymtUxU9mI9EPVf5ELRE8QnRSHWrl6JYt6CF3io1ptsQ0DH0NiuNx0eG57jAqEvQtok8h62eKMh9DwYKkXY+4hUA0NDNq7dug62ErEalsBqhBCzDQcvnSuj7QMbVg9htKjC1kiZKeGFIxN45sUz0EyqFR3TZo3uhcBqDNpQ6QGrloX9zz2LH3zvu7j7zneif2CAgXaj0ehYYVwIjPLPEurf2fxIYC6VkYZt72OpQjVd77r/XdyN0Pv7C4FVcduSYK7E4iZVrAqwSvryrmK1PDOBmEP0aLxGeGLXLqxaZaN/0w5M5IexrjyJoixz4FrcbOO5dh0zw2O4MZfHtrFNKBYLHSsAYR0h4Xc/fnEBdRe1MGQHZRXIKpBVIKtAVoGsAlkFsgpkFcgqkFXgFVYgA6vLFGw5sErkIYICU5Zw5vgx/MO3fghPLwBxwECOP2xyC3XA6lUKxUm9BRmmRgKG9npS8mdXTstOQ3ISu1SZWqZjyIqBn/+5e7Bm1QqEJC1bEjzFxzIw7YLW3sT1jv1Aci3p66Xp7+eVgBWr58MVet5y7aK9H/AXAQJCDxfwD+z9QN99ffoAL3xQGfRxAHsCWUkBxqpChdv/qe2WVKu+71GMEAz1/EAWug7W4PWA3RSC0PtrujF2P/sidu9/DFO1U6yspA/y/Do98KKj1ooV+I0yxgZV/Lt73gEdAkqVaw2cnp7F6NoNGJ+ex/Ezkzh28gwcL4AvCW9TtgmQFaiaiN2h4DB6LYbwBEkDAsQ6hgb6sW3dGFYPr8LK4WEcOHoEu/Y/iwW/je1r1+KdP/UWmIrG/pyhQknwMQxNR6N9EvMLexAGc1yXatXDzHwZp2d01BstuH4A07SRL+Rh5ywYhsqKsDSZnq6JzkngtN0mmNpKvFHb/G9qWZYDCSErWF320iV1LVkS+B55oEZs02BbOixbRT5vCuWqbcKyLOQtG7qhs4qV7p8sGfzeXd9Bo9VkRayiacjbeehkVaApbDXQVxjC2PrXYOWKdcjnBmDaFp7euwc7d+3EmrVr8cv3fuwVLnni6V96gEKvaCzp0BOwSnYHnt9CrVaG49QZrPbOSR6z6asRjIPMdhRmoQg9V4BpG1ANG1IItE49ipL/5zC9eVTaAYZXkn2IgmYow1BUjNffi0bhBiiSCi9qIJINXLdyL0bnv4YzJ2ZhF/OIdQtOJIC1FsQIyTagLUOVfBhGjEbcj0PhvZjTt0KWSTcYo2Dksd+axxeP/gD1UzVWe8fVBiRbh6xr8GsNqIaBIcnGJ+/8ZQyHeUo/4/ArEfzU3W1J1w2qAamp3TBAvd7CV7/0FRQKRXzsP/46Fuq1HiuATnGSugmf6PMeycYJ/VzEyKXKdlHv7qPrFR1T8hZD2iQ0igOwCG4SmFbg+1GyESNBV2QResXhV7SWie6AKAj4fQRhiNWjJdywbR1sNbF0JY9nhHAg48i5CuaqbRRzBi4fG4TM4VEyDh2bwp7njkOzKLxKhRRTWJZYd5azAhA/D3j8H3xhP/75m/+EO9/zTuQLBRFelawzukqq2GVa+lM59RJFPt0foffuqlnT2i0LaRObl8V1Fkd1A67Ev9Pn9CpWxZylDS3aJFL4bKFE1grCCqAyO8mKVdcjm5IQu3btwuhqG4Mbt2PaKGHF+GkYpgSd/KclDbsbZVSGxnBTaQCXrB9DoZBnKwDyWBWbkcCnP/EfLmqOZwdlFcgqkFUgq0BWgawCWQWyCmQVyCqQVeDVqEAGVpepci9Y5Q+diXoqjTAqmTp+smsXvvPYXkh2PxCQS6EElUKbgpChjKQqhAOZxnBAT4Ire0Fr77nTD7Pcss9t5TJqjQZWja7DBz9wF4p5UtZ11a+LLl3QyM6POjC187Nuorv4EaHFLozsPVd6na9oACb0sidEXkADhnddcNJ7zk4SOf+wp+26k6ydQhc6BymByc6UwKeor3gtgqwEOkR7ai8Q5bP2KuR6fAJJTbxQc7Frz3N46sBjqLpTbOfAQJdgiDjZ4oAnWUN9dhI3XDqKe97+RkyfPYl8YYC9Qyv1BVy67XLEsoa2F+LZ5w/AMG0cmyhjZn4B9VYboaRy26yiGSAkwQ3UDI8JsBIopt9KMGJgoFTCyqER1FoNTM7PwwkD3HzZZbjlta/ndm4CKvRFyJbSzivNg6jV9gNhHdSpW2+GKNdmcXbSwezcAsqVOsMhK2fDtEyYZg6U6s3wQhb+vxwSFTockhXRayTeqrQ5wONR0thrlZStIlAqYAA7ca6BaqXBalcC4QROCRJrugydbAcIPpo6TJ3UoSqHfOmakqhYZWE3EJJqVYapCbsCgqvU3j40sApXXH4dNqy7BAW7n2F7tVrGg99/kIOL/uNHfuMVDdP0yV964KtcfPKE1TUrUSlLDFar5Xm0e8AqHdMJWEo3QXhI0/vTYebz0HN9sGwNsmFCik20Tu/GoPtfoUfjqDd1lAYsRFaLbQFKsoEF9Y04GbwJqkTq4zZsS8H1I9+BdWoXpuaaKPSXELKHL23MRFAjhcGq7IWQwxgahSopEs461+Kw8g62J6ERUTAt7LLO4hsHd8I700JASteWA1BNbROtuTJkU4Pkhvilm9+DW9btQBgrwsJEIe9QAeqWqlYJt9K1EKT/5te+ycrQ3/q930OlUWeFOVmdpI/zoV3XBiCdo2Kypsr0BFjTS1No2wVC1aI09K8TlCdgPqvjI1I4awL2J4F4HX9kVp/zG+LxRaFwdK0rhnO48dK1yGnkM0BTXbS1l50Ap2aamKu3EfttXHfZBlTnp1EolDA5W8ceCjXUSUVKGxMe22bwOrPUY5U22kgDGwYMfwmsHjl8EN/46lfx/vfdhfHxs3xvduzYwWpaWtPYLLrn0akDjYElaxGvc0usABbVNjnPUgUrB2z1ANze10vB6nn3b6nHqu/x/BcQXkIgSQxWyaeWwCorVsk7No6xc9cTGF5lYHTsSsyqRQzNngVaTQ4Sg6bg2XMTqBXW4nWbx7Bl4yWLwKoIwYszsHpRK1x2UFaBrAJZBbIKZBXIKpBVIKtAVoGsAq9WBTKwukyll4LVFDZQ0AmpC1cUbPzTN7+Fx/efgJYfAAIHESVsJ2CVPxOqMoJYKHsYLSSCpDQFXXisLlZ0pR9qCcMquoLZuVns2HEt7rnzZ6FSYgrEh+8u+CBQwI3vLwNWhWo2fX3BJkQS/YUeKQrtVawtfk1x1IVUT+n5EiFX8uE/sSRY5sN++kGfW7Mp9Ig+yEcxKFWceAP5GwrP1cTRj1qikxcgz1lZolZ7ATiWgoRexeqi640lTM3VsGvPPjz14mNw4gqnjzNuvlBQDEPHEM3yBN5y/Tbc/fY3ol5egKrncezkKQ69It/EVtvBipWjGD83gS1bt8KXdJwdn8Lzh46gFUmYq7dQbTrwo5jBIXmv0pihL5LKEuSMuCtb2AZQTagWBETeesMNuPqKHQhcFxGlcUchdJnawGOUG8+j1ToEKW4i9CU4noqWN4t2M4LrBnDcUIRLsWpUtL8TWKV6E4wiNa0A7pEI3xJGu8JJIt1UCAkHE9BK7k/goV6r4eSpszhzegLT0zXUGj5c6saOhZqVfHEJhmsqtf9SCJUMhQLHyDuUVKlsEcBpXwngpbAtDZopwqxWjKzBddfehC2bL0d/cRh+6HPQ14mTJ3Do8CH8xkcvzmP1K1/9Oo8VWdbYcoHAGo0xP2ijsjCHVrvWUaxSVc4HqwIWUi2NfA6GXYJpq5BNEwpyaJ3dh2L7j1CUJlCveyjmbPiKh0DxUPQ1tPsuxQnvbgTeEAO4wUIdV/V/DcHxg6g0AxQG++GHdN+ppZy8mynCCjAIIgYhAjWGpgNtZwC74nvhSsP8+5yl40facXz3wD7IU034UQDVDRBZKnKFAmozc5A0mT1Hbxh4DT5223sRg8aDjpB9VrsrQqqip5+Q0tOPYzSaLXz3W/+C6alp/P5n/m/U26IdX4DVC2+giDMuA14TuMqKd5p3CdjtqCXTjSFar0ghyWsoKbW73tI0ztjSgn8lg07BSvdk3gi/Y3Y6YBgfQsbKoRxee+la5HWh9qdwKtoYGy+32Qqg3HCQt1S8fvs6zE/NwrRtzFdd7Nl7GLJOCxNJXd0O8BQbOiLsjWcRdzCEDFZpPaXwqmNHjuArX/4S7rrrXaiWK7xxtmH9OoazrJSnboclNiysmE48oXvXYHrPDHNZOb28YvV85epiK4BFEDsJLzv/fLSFI7ohUsVqClZTj1W7MAQFMiozAqw2fYp4lLFr5xMYGNGwetMVqCp9KM2fgVutYOVQP7zYw+lyE6daBl5/xaXYsu1KVtSnitUMrL5a/zcwe52sAlkFsgpkFcgqkFUgq0BWgawCWQX+ZyqQgdVlqpeC1aXqKUlS4YcN9rn8/Oe/jBem5gDDhBUoiGSCUpSongQtcStqzAq+tLk+bS1O28MZrSbwYNFrMc3QMbuwgNtvvxV33PYmRH7AClABELpItkeUmvw8MRbtog6GZqk9QCJYXbbdv6sxvbDf4r9lwPXyAQEd0qO63xMwIKvCSI6hBBE0WUJY0FE2KaUbGCRo6scIvQixF8CJAoSs7pRA2fEUIMPKTVKckXqToBMxFgqx4aZhei1KCJeI9DElZDBIkFRS8dLpSex8+gk8d2QPZINAjSK8FhOFVqp+TfV2PgGa1jxW5WS84bXX4dIN69Df14dnn9+PlSMFrjFbE8gqqtUGVq9eC9eXYBg6Tp0+iTVr13Ab8rFjx7Hv+DgaQYg2BUNR4rtVBNwQhiIjZreA1C5CWAUQwLvrDbdi3drVCHxPAGtSQksaZNRRbTwHxz8NShAnkRyBWfIJBUMzE7puQ9ctVuWqCgVKGZAlAqoyA00G791blNwvoR7ktmqqHIGqFOKQwjb0UKtVMTF+EpMTE5ibL6O8UMPCQou/ylUP9VYM1yX4rULXdChqEkYkOwxOqR1a1dTEZ1Jch0KhV7rGv+srlXD9Da/F9dfcgNHBUVb5latltiw4NzGJD9/9K/+W4Xjecx742jdYvagZJkzNgk9K0Jg2QlxUK/Not2ocOsTWH7GY1+QPKsSPCXQm9bGiwOLwqjx0S4Oq21AUE87UAVjVP0dJOQSnHcI2FISBxKpETW5DKQxjKroT47UrWKi4IX8Kl/Z9GQuHZhCpClsBuCEpA31GkjSmSJ/MAktWVJMNhQKEKva334DT8dXk/szq+e8oJ/CTF59CPNXieUXD3zUV5HQTrUZDBOlFEfIe8Jt3/Dus7lsPSdMEUO8B6b2qdxobNNfqjSYe+v6PcejAIfzRn/0JGo7L40KsR4vV6YvXtW5QX6+qPfVj7i4PBO57VavdVnc+H4e6JRtVfB8E7OsZuh2FqvhZ6t8qlKsEXMM4xMqhPly7bQPyhkKnZMsQ8goleNriTQhSVUvoy+moVpus6q3WW3juuQPEbhkUk2KbzQxofUsgLm/K8PcB+7wSbGWLBtvG6RMn8Y/3fwH3vvfdHNRGGwyk3hYhcInNbK8TQnLtId9rDQp7PHv8nkjV3XSabBXD95PqQOSYH+wEfkFIu3gi9K7LZAUgNqc6tUzrSt0QyYPeD4XXib9j5EsLBHGMfJEUqwoqs1MIvQbPT0NTsPPxx1DotzC2ZRtc6LBm59FuTqAaAsM5A40YODgP3HTVDmy5bAfy+Txm52bYCkDY5SDzWL2oFS47KKtAVoGsAlkFsgpkFcgqkFUgq0BWgVerAhlYXabSS8FqVyGqQFYdKIGEv/7rL+NMu41Y12D5OiSieklbqPCHE6hKKG/EIwWrBI0EsDsfrKaQy48VlGtVfOD978Zrr78KXpupYedci9r9WdWUorFEzZU8U06O6W3vXdrq2wtBlipW/6cGY08gzVI1KYFVsowNFUDzAoaKTsnAo0aIquTBimJskAxsihX0B4DsRPDckELQ0aIP+KQGDiPY5GmpqwIsJIoxgqRUKcIQDH0oRKzHYiCEiuePnsbOpx/BiydegJETZovk1xrEfJS4VwlcYIsAKNDdCoZyErexttsNDI2M8LnvuGYbxjZvgmFZOHj4GBwvRi5fgtOqwc6ZmJ2dxuaNGxmk0CmPHj0BK5/HfK2OQ2dmMFV3WFVKEJjAYmoXQZYHvu8zcPjgW25HqVRCEHiJ5QG18GuIwhnUm8/Diyb5+qOA2vg9+H7I4NAyc7CtPmiaAKsU2KSqZHsggExnfKat2dxm3FUAi/smlKppXQgo+YGLer2CuelzmJ+fQb1R4zCees1BeaGJiekaJmeaWFiowXNF63dMkEYmr14RTEPzgEAZfc9txVHAwEkmJa4qc/jVlTu249ZbbsGWTVsRBD4qlQrmFhbQbLbw8V/4rYsanv/wla/DsC30FftZtVor1xD5NL9C1KrzaDVriAKPDX8ZWDL9SvyNeyw3CMCZ+X7oeRu6ScA6z1YP7dnDyM3/FfLKXgbLhkaJ9TFUyYKqu9AsAw28CYcat0PSPFxeeAar9e9h8lAdub4iFJNsI3y2FaFtGWaXBPuoNjwuI66hpsg4216H5/2fRpC3UIGJb/nP4sXjRyFNuZCbHuKcjiBnQDUNhNUGFALyiBD4Dj541dtxy6bXQlJ05GIZPvtTdDdU0nVBKFYjNFttPP7Qo9jz5NP44//+53DYHzhRxLPtR9Lev0R5mS5bYiz1puaJ+967NvSC0lQB2lHy85gV47b3OsW45P8VYzQJzusODgFleX0mf0/LwLrVK6DS/Y0DnitRJMNxqC2flKdCbUozod12ECSBdnUK60q8hcXrCIApjkkgK8NV8oIV4JVuXs62cO70adx/3334+Q/cBTufW+Srnf5dSO1ROps6kgRNVlmJu2fPHux64gnohoYbr78WN7z2ejSdNofVEWpOz0H1JAua89Wq3WosVcZyLXvA6qLf94BVuj6yLOmAVUmA1VxhgMFqdW4agddA4AbQDRU7dz6CYl8OY2NjYl0qNwB3BhNujDUlG04Y48WyjBuu2oFLt+1ALpfD3PwMg9n0b+inP5GFV13UIpcdlFUgq0BWgawCWQWyCmQVyCqQVSCrwKtSgQysLlPmC1kB0FPDKMZAv4Vzx8/gb+/7J9RJ6aUb0HwZktIFqzKFwYiP/hzywx/okw/epHLj9msCBMu8Pv2OvDopKORXfvUXcMnYGrjNsMMklkLS3oAm1l/1Jmr3/JuvaJnUbwYFDGhJCfm/bvwtBaodSBJJCBQCHTE0P4Cmq6j3aXhBBapSjAXJRR+17UKFDqAUyciTv6QnIReQOpXgnodW5MFwNfhSjEASSJDhEwuthHciafyopkRf1FiCGwBPPX8EO/c+gpMTxzpgleBLkPi1cq0SKRnVzGnU0S838ZGfexdKwyN48fAhHDl6GgeOnsBQwcboyDA2blgDz2lj9cqV2LBuHfuONpp1zM3Poq+vD7NzcxgcHEFtYRKXb9kIWbVweq6Fh556AWfmFojCM1RM7SIYrHoeRkZG8KHb38bq5xRssAIPCnzvHFreIYTxHP+bFK4EdcgmQTct2HYBtlVksKqoBFZ1fo0UXNAxS1XTKdgRieCpgrD3+xCe76Jam8fMxFkGrK7nsGLXaXtoNBxW7S5UaqhUWnDaAYKQIJbwx41g8nukuZEGufEcIe9GUi6T0i8JIRoeHsaVV1yNK7ZdDdvKsUqvXK6AINcvvv/XL2qgfuPB76PYV0JfsQTPDTA9McOKcFmKGKw2G9UErDKiEvXhNDWxEdIZw+Qnaxehkc8qe8PaUDQT3sJJGDN/hby8G74XcSu9CIfSIck+2yDI2jocan8Udfh43dofoFh+GuOnW+gf7kekUIt6xEF4JEGmOpHaUicQnYBVar0ma9SGn8Nj5bvw7KSB/itNfLP+NM4enYY05/KaI/N1GfD6LWCuxipKWCokz8X2wS348I63IacXkFMt+Ek6Xe/GEMN3SYIXBnBdH0/ufAIP/fBhfPYv/hti8pH2F4PVC0I73mBJx1EvWBU2AjSWO76oPXdUqKQFuGQEK4nxwrYDdBCprXtW0Qu9tgjQ6m5IBbKJMPChkpA98oVKXSamztJVfggLBrIfoGtjXSb/nJTjNP+6Lf9ikyMFq6S2Fb8LOdiK72FIimUTE2fP4v77/h4f+rm7eaOkM45400b4Jac1Sv/LvsO6jSd2/gRf//pXEIekiI8ZZr7vfe/DNTdcB9/1O9cj5rEAq+nj5QBruubzWrdEsdo5PtlkSZ+brj8Ee4V2Gsjl+yFDZbAa+k14tKmja3js0YcwWLSxdcNqSH4b42emMGgAbdVG0VTQano43FZx5bXX4NKt22HbdgesputCBlYvaonLDsoqkFUgq0BWgawCWQWyCmQVyCqQVeBVqkAGVpcp9HJg1Q8jbFg1jF2PPoF/+NaPgHwRMqlPfUBSuy2s4gO5ADJa8n36YbwLVkVI1SK6SgCCPmRLMhotF1bBwic+8UvoL+TIxhXUrd776ADUhBsIZir+0fndvwpWU+iQKGzTTuf/RYPwQh/sBcCltnvyNyTfyACKoaJcVPAYtcLHQD6SoJJNgARY5IwQAw4p7SQJehyjGAH9gYxCDBRa5IFKKryQv6jdl96ss36qAAAgAElEQVQV2QOQ2o+CfmJSsSaBN812gCeePYCdex/FbHUCqkkBWERaKIyF3BYXiYO5Eu12Eyv0Nv7Dz9+JnG2yYnBuroZnDx2HPVzEAikpZ2cxPj6BUqkfW7ZswZZ1G9Bo1GDqClaNDqNercJ1XCw0pzE0UIAcqJDMEXzvsWcwUW5AMTQBtgk4qnS9AUIvwKaxMbz3tjezejVtlU4VpJ57Gn70EiLUBSQKqIU8QBQq0AwCq3lYZgGaakJOwCqpVjtgtccfM4UnqUqVAU8SwMaIi0GzSDr3/DbKlTnMTJ5Gq9WA77us8vM8H47jwmm7aLfb8Dy6CQJw08YEgSG6H6kVgPB4TYEZDXDRfk+FCOmeRhJy9gDWr78cwwNDsKwcByYFno/b3/TBixqlDz+9F6ZBFgkG2i0XMxPTiP0IshyhXl1AvVbmOpKhRGeXIepaAaRzm+CvmctBtftgGjqDbAqw8iuT0Kf+BjYeF8rHUIaqEGDVIUnkjUvjK4dpfBAnvEuwtrQLG1sPolZtoDjYl3h+0uYAfZG1CPmcghXPtB1D/JNhqySh5RfxPx7fjIPzfdj87kvwnfKzqB+agV9uQjI1wNSglwrsDS2R5YHrwQ5ihI4Lc2QYH9l+OzYPjkExch0t6XlgNQmv8rwAe3fvwT//07cZrOq2zfMtWXAWqVEF8OQFbYn3ceoL2uPfy5NUPLf30QWNIqgqBYed63uZHSAeq+kpe87L60DnpWhdEGOT5n8KOxmmJjYYhD1lUqBykJjEmyWksCbLlxipwlUoVtPNsxSq0nuhjQ7bMDAzMYkv/P3f4YP33o1CgaxDBFBN7QzYnztR3Kfvm+ZGw/Pwxb//PLyZaawf6oeqSJgqlwFdx8999OM8hknhSTYxHIbHoFqA1aVr74XAc/JEVkGnj8XPE3ORHqliVdzv5cGq65Fa/v9j702g5DrP88zn7rX13uhu7GisJAiSEAlSXESRNElRMiVZkrV4iWxZkeRknJkkXpLMmTnxmThKYkuW5UTxKsuS5ZFs2Va0WpRIcQOJhSBAkFiJxr51o/fa6+5zvv/W7S6AgO3BeGjnnFtHze6urqp766v//6H7/O/3vjbbn32avqLFltGleOVpanMVhgs5aoEuW0AQGZwObFbcegsbb9ymwOrU9CW1zmVg9bqWtuxJWQWyCmQVyCqQVSCrQFaBrAJZBbIKvMEVyMDqNQq+/+UTr1N2ysWmIITRkSV87at/xfd2vorT06cuOqXrU1LQ0wvjJIFaQI2uvENTVZMcLgWr6tq0Q1maXkwrsBZpzFWrrL9hHR//xM9iiHJLqWKvIA/t809tBdqXv5edu1y+X02lKsFFiyqy5JkKWFzBetMSJaq9qx+/3WV71Wpe62JesQsBq6IEkwCXosWlEhw3RLEoQT0ak3pAS4tZLl6hQEPa+8MYX1pQ9aQlWmJ9BgWyxhaDoU6XG6G1IqVAFAgivpyiWlMwRRRuhsFspcVTO/eyY9926r4EV4lkTvUJq3PqMIVtc4eYerXM1tF+fva9jzAxfo5CIU+t2eLSXJU3b70ZzXCYr7bY8eJL1F2f+UoFt9Gi2aixeuUId27byuplSzl/7hyeW6evlMdrRdTiIo/vfpUZCRnSQPLdVUK7yBGjgNgPedOWW3jHW+5RUDbx+kyDjSLc1nEiThEjfpcS+NVS4DOOHJx8UVkB5HJFTCMBq6ZhJ4FfbfVlZ/BQ+gEm4zgJ5JFbp5IuUbFKIJa0+V9iauIMrVZTqVXFV1KgiIAe35MWa1H6iZeqAOO2MlaAoCWqbVMpcBVYTeEqAr0kxKsdUKaZeF5IueKhmyVGhpawdHgIS7dxjAL33f2T17Vk7jh4OLFB0HQCN2R64hKB6ymGWq3MUy3PEIrHaRSgCZRXveWvl3ErL85iDivXi+M4SrWq5/KE1Vns8S9i+o+jaRGmJiFdHlEQkxOFuwaNsg+lbexufpyjYzXes+a3GCmexXTyyl9ZPoIErAZqHDjKZ1Owqmw4mGqTwLTyPPeKxovHNXIrH2Jq2xq+d/oF6q+eU5sWTk9JBeg53UVagU8u1Fh5bI6BiSYTXRrnbhrgnRvfzGPr78WwuhZCuq5stRfFrVjEuq7HgX2v8NU//TM+9V8/S1dfH57rLyqe22i2c63oVKyn/tDJfVfYALTh6pXrxevXj8SnV3kid4hfk6W0/Rml6tj2RlUyiNsbRwLLxa9UfheYKuNRAKiC+YkSViBqMuaTTZYkCKsN/NVrySaB2AckatHOr4XNiPZGhGyAiGJ19tIEX/j8H/Lhn/qAsvQQqLrg2Xvl/lr7/GVuzJTn+eof/SH3r1/LaDGPHvrUwoA9x8a444MfZnDJkJpzsrYlx5b30JFCdhXA2jlp0vrq1wCrkSb/frT/ZYniZKNAbRomYXbKY1WsADCpzEwqxWqzFZDLO2x/7imKtsbWTaPUpsexPJ+8rjNXbWBpMV2lHiZii+7RjazfcpeyAsjA6nUtadmTsgpkFcgqkFUgq0BWgawCWQWyCmQV+AeqQAZWr1F4AatXu0nIy/LuEr/927/Hy+emKfQMoIW+Spq2rASmKmDTCVY7bADSv6l21gWFUargaitN5SI7hPlalQcefoD3ve9h3FqIJmakV4DVKxWr7cvf11kBXPlekvN4PShKlKSXi2gVrkgB8NW5aqK8usbt2iopAYQJADAk2bvLZrwUcVSFSxnkRZkq3qgRCkQFukaZkHnx4dRMSu0QG0F3EzToxWIIk/5YozeEnIRZycu7EXorIGr6yh5Awq4uTs3z/R0vsXv/C4SGi6YHC4pVJQfs8MNVoCWK8JpzPLR1HR94x4PMlyvElsbBsaO4scm6oWEFEpcMDHL65Ak2rh/FcQyOnptj1+5dTM1MKRgxODiIadrcsn4tt910I5ppsfe1s/z1zpdpihbRkHOWhCJRQEvbd4g4TNx3193cdfNNCVhNaZLyOhCweoQoPkOMT6zEg9KeLNRaQF8CVh1HwKqDLlBVt5TPaqIAXPSrvBpsSeBSClm1xGdVBichzVaF6ZlLzE6eUWEzSi0ciGJV/F0FsEqAT5woU8UyQz4vTWCqiSbK2XZ4lQpya88ZCehRYFsLVQCXWBaEgcHMfIOZ+RpdxUT5W7K7WDmygW23vf+6ls6dr7bBqszTIGZ2YhK30VSlFRuAynwCVuVLVKkqoElA3BU2GmL5YeVtjFwveTuHlTfR8yXiWhXr4p+ge9/CMEK0WIC2R+BH5ATAmiatWRe7p8h3qp/mz763gg+u/xw/c+8PcT1RcVtoup3s2PieUilahqkUvAKDbVPguEbLc/jiDyLu3tJkPHwzXx9ex55je2ieukTXYB8r6zr2eAXdtji2sYQeRNzx7CWGJlyOvGmA/estbu5exse3vZdeewjsRVuITri6AFZbHsePHuMPfvcP+U+/+SmGli1TYDW5SX06SGd7Eyad/+lqc/lKsQhXVdt/h2LzsvGotrQWfVLlb6oroGMJu3zzSF6rraRte+MuvF7kESvfUjMBhNK+H7hKuSqfr97uCuj0O5XApvR3eZ10A00C3F4HVRcsD9qPiyMKuRyzU1N84Q9/nw//5Afo6etV41udcxosmFaxbTUh5ybvsVapsuP732Ndr0OuNo8VhcxX68S5AssefQ9dpW4C8YRtr8HKj3dBXb5YxSvVq6/7N+EaVgChmu/JvwHyXpVStx1eJfenHqtGG6xGQQNRrOZzJk8//QPyts6bbr1ZWaTYnk+g60rV7ohPsGkyF0FpaA3rNr3pMo/VVMWeWQFc1xKXPSmrQFaBrAJZBbIKZBXIKpBVIKtAVoE3qAIZWL1GoV/ed/xy1Wf7ojJXKlACfv1Tn+N0NaDU1UMc+IQCiZSFZ9L+L7AoVawqtWnSD9v2CGy3tHaAzc6LXpVAHkLd83j/B9/F/W+5lcpcgIlF3AFWOxVanR6ropBLoFmKO9oekVe8VzmOSoTvdCBsQ4FO5NoJLC73cl18wb8JrKaPuhKwqtZb8ejTYky5WO+2OVOImJacew2m4hYDmsmIaFLbsED0YxUiau0TdKKYAgYFEZxK2ZT/YKD8CuX99UgbufJmlYAs0ANUC/TYiXG+//wuXj68G2zxrg3b6kABe4sqTXkNAYvSft+sjnPnxmX82I/cT2/PgLp/90t76B0apLfHplptUCx0MT5+kZWrlmOaOiWnj1cPH6S7r08p5I6fPMuxE6cx9YANa1cxNLKM8dkGh05cwNdEudm2JJD3p9q+Y3KawcNveYDNa1cpaCk3UeAmPr0urdZhwuhc4naoRHeSRi5q3pxSrDpOQX1JWr1AVRUMpUt41WJrdfoZpa3QiVo1QWDy3tPf5T0nMDyg0ZxnanqcmamzBJ5AQwGroYImCrQKLJeAJdtUYFWosYBcgbqW47TVqmbyntvemclYS4CxBLXFsUkQGZQrAXPlGjotBvuKjK7YyPoVN7Nm7QPXtVQugFWVpq4xe2kSt56A1UajwvzsNGEo1gYyaNqWHVcBq6J2FLBqOmIF4GA5JkahSNxqoV/4GoXwf9D0m5yYNVjVF9NnR1i6oTZh9JpGnG/xpfHP8uUfruPW6Dk++7H/G0ObIfRlo6ag1IGa3yJn2spvWdifbeSUvYhpOzx3QON8ucRP3DXHzhMBv9P1CPuOHyKu+Qx393Dn0xN0X2owu6qLPfcsoWyGbHlxhg2nXQ7ft5IDAy2WeBYfv/N9bBjZpBTNCehrq9fbP5uaIVFaCpidPXGGz/32Z/nVT/5HVq9dT8tNxqQalx1hfJ3q9k6o2qmSFzuQZDwna6QaXx3BVwpoy/2i3FUvIots+2CKsy6uVMlPlx0pPaPLLApiTZSmiTWIrMlqGZY6K2GqbEikFq6JHYAoWSM1BhKFqcBfgaKRGt+pcjWZL53nL7+LqlXWzEI+x/z0DH/4+7/LT3/ovfT29S2+jUR+m1jGJiu3AsayiaFsH9A4dfQg44f3M39+jOG+HpqVOstXb2DZQ48pKwBZ+0SZLOclryJK/rRMqp6pQLj9HhYnTftRsr5eoXJNHxMJsl1QrCZgVVW6DdGDOPFYlU2RyuwUod8g8CIKBYunfvh9bEdn65u2Ko9lO9ZoiacFkJPwQmJqQUypZ4Q1azZTLBRUEJ5szKSK8n//r7Lwquta5LInZRXIKpBVIKtAVoGsAlkFsgpkFcgq8IZUIAOr1yizgNXk4rHdPtpOgu7tzTN7fpbP/N6fUjYMSk5ehYdoBRuj3RK6GDyUgCtRRKXwQK4pBYip318vGFX3q6AYPyS2c/wv//QnuGHdUuYqoVJpSixJeruyvX/hdy1SF+PXelx6v8DH5GGvB68pIFY1uLYYdeEY11Sl/g3DWA5txjoNzScXBbi9ecZycEFZciaKs25Np6sdOiXIwEdjUvw9dWn9N5Qi1TU0+q44TtsZVF24G7GG2Q7kysfQ24DD24/zzPPPMXZuP7GdKGd1aRGWNK02IJd2WsW4wwSOaH6VJQNFCo5OV6FAT7FEeW6SN9+xlc3rNyp2cfz4cZqtFl09PczPz7FqcJgjp8bYsGkjJcfBbXjsf21MpcK7YcjF6QrT8y71VkBoWipExxLVXBtQCdTpyRV45/0PM7JkCWEsXoo+hBa2XiRmCs9/lTiaWQQpaUiaaeLkunHsPI5dxDASFWSiWBWvz/b4TOFUR9t0Z/t2OnaTQJ+k0FHsUavPMD1zkbk5aaN3CcV6wfNwfR9XvreSZG/TkjZ4CeQSoGslSlWBraLIVWpVI1E66gKLE2gsHqpiYSGRRUFgMV/3qDaa+LUaN6wb5a6tb6V5yWXz3Y9e10L5wv6DiwFhsc7c5LRSBoqK23dbzExP4PvNpNVbxoYag4nHanJL1L5yzlJfO5/HzOXQLYt8Pq98NVvnf8hI/HlenfH476eX8vDIPD+xoqaUeqKyNkODyIVf3/uv+cHhmzCCJh/Z9hI/ft83KXjzaEaBIHbJ6WKLkcMNmvi6R9HspWBrXJwf5tPfgJ964Dx3rclz5mzIb88X+PZ4jri3m2IrYO2JOpteq3Fxcz8v3zeCO1Nh2cEp3vJKjaOrLV65uQuzBQ+uvo0P3PcYtsTF6cr9WLWTK/dRsdsIPFxTJ9C6uHBmgt/8rU/yy7/0K9x86zZqbnNhfbvyw1hQq3YA0ET9KxBy8dGL60cCL9Wa1BF4pdbQdCMg7fZXKLbtj9qpsl9wGVgMGes8rzSMLH39xfG9eEKXjX+BngneXVBsClSVoLW2mFutHwvq7kWXA0IBt4Bj2tQrVX73c/+V97/v7fT19an5kG6+yXuT9c1WdiuizlcOGphBhGUYnD5+jEu799ATevT0FtA8n4lGnYNBjoHhQYaWDrFi5UqKXd1KtS6he+m/Lwu1bW8SXU3NmtZn4bHtD6e9tZJsDMpaKLB4AawmCmU/gmKxV6mqq/MzxIFH4IXkchbbn3uaZrPK1ls2o+sxluEoKxbZkBCFsMxveW27NMjS1Vso5R3mZqYJxdpAoLJu8qv/+l9c1xzPnpRVIKtAVoGsAlkFsgpkFcgqkFUgq0BWgTeiAhlYvUaVUyuAtP0xhZb9PXle3XuIz3/lO4SlLnKOpSCK6ThobbCatjWn4Eo6y1MloGCANJQjvf7uPIX0OC3PpzSwhF/8hY/Q32VTqS+C1SuBqsI8nS3Kf0ewqjreX9/dvIiO/pb2/87zvh6wKs+XtndXC3C0iPkemyNWhK8L4tRwicijUVBwNyTSdBro0vBOTrWgwgw+ZS1iayxKu0WYnMIZ9RZjTUGQSI/IRRqlmZgjzx1k+67tnJ44hOYI4AjRNZGzti0alLpY+E+iYAt8n6FCi7c/dDeWY3Hm7Dhnz04wdvwYS5cOc8Oa9axauZxGtcySgV7WrF6J22owOzvP+UsXWDu6htiXd2Vw4vw51oyuor9/kMlyk+/teonTk3PYuoMjWlsV5GRKDhV+4LK8v5d33n8/XaUlKpQKTcKQLGwjTxSP4/uHEJOEK1t9xdfUdko4Th7bErAqgFO8VRfBqnwGScr6lQFDnSnuCehKwrLafsGxR7U+zczMONXKjPJXjcRbVUKrXI96w6XelHRw8XoVrG2BLiDVVMnqhtn2VVU+jYmgTtSHmibWAVY7Id1TXrMtV6faCJmemWHtkkHe9/YfI5hvUT4/wVs+9AvXtU6mYFXNVQzK07MqWEx+Dzw3AategzDylM2FgNUkXT69JWBV7so5BaxcLgGrtkk+V1BrQjT+AiXvd/jD12Ke5AaWWDP8b/3jbBvW8DxXjfkLxwv8+93/hjPVPiy7hOV5/Nx9T/HOzd8min2KAskNjUigtOersWdJOWObv355C6N9J3nz+jot8oyfizlJjV89NkytZ4j6xfP0+Sb37asxt7Kblx5aRvdEneGLdW4cqxCNFDm+rkBomWw0h3jHbfdih61ELSzzRYVu+YkNgnx1D2AO3cC5qRa/8en/zCc+8c+4954HaDTF+fjK8XJ5cFK6PiVWI1fbUWqrKttepqnKUq2hSh/dtklRT03U+Avjpr35kyLZ9DmJyjU51mXrk560tF+5YdSppE1/TpS0yS6YUq6LEjT1VFXwMrVUSaCrsgiQzbN2N4D8bugGedvGa7b4zKd+g7c9ch8jIyOJsrQNi2V9ksdpQYxlysabh4VHa3qCs2enef7AIdyZS6y2HfpMk2I+z0m3xjPHJpTi1nEsVqxcwTvf/Rj9AwNKOS7nLZsYC++rA6z+bWt3Z70i5S+SgG2ZCylYVV0ZsjaGUCj1Ypk6lblpZV/Scl11jjuee4axw4dY0tuDbejYXXmsnKXU3blcHjvn4Dg2pcHlrNr8ZmzbZmZ2WgURylog2PXX/tUvX9ccz56UVSCrQFaBrAJZBbIKZBXIKpBVIKtAVoE3ogIZWL1GlQWspp56ndByoCvPd77zJN98cgfFoaWJujEMMQ1LBd10qlXTi1NJe1Y4QEGc5GL/ahf8nfc3XJdVG9bzS//iJwga0PRidbF+rRDsy9r1JWzk76BYbVuJXmaL2FmO9DUvBxCXh6Kkj782WL2aY2vyrJAIK9IV8HQsjfPdOgdVG7uOJZ61Aq2k1VpUp0FES9c4L228mkFJKimqKk1TkFXsGRT/6HgDiZ5NVV7pfEV7KGDVvuhy8Ol9PP/iM4zPnsLO5ZRHoYBVaQtXbbnK31M+28QH0XNdtgzrfODdD9Hd3YMfGpw8Nc7xkyewCg6np2eZnBhndvIio6uWcde221i/dg1nz09haiHrVq0kaPnMVcpcnBpn1epRDCNPE4PvPL+T01NlHKcLQ1S4wiAFLZomodtk06plPHr3XQqOKmUcYltgYRk2YXyWMDiGrtWvSF4Hy7KxnW7VKmxbeWUFoAncFDuAy8KrOoB0Zxt2h1dkAmcWwWoQthRYnZubpFEv4/stpTKTcKNW02euXGdmvsr0TIW52SaeSIxFcW3oid+qllgRqHHQ9myUz8m0ZONBtNQSYBWimQZ+YKg69nc7/Nuf/xgrCss4deQI3VbE3T99fdBFwGo630QJXp2dpzI3n6jyfI/ZmUu4rdoCWFXt2R2p8Z2KVduS8CqnDVYtcraMSAhn9nDi9B/zmQs21YE+4jjHjfWTfHxoklu6I1pEPLd7hN879n/SDAJyRoHQNLFx+Vdv/RMe23CAqXqDkgQEGRY+AYOWg4/HicllnJjS+cBdFwl8G8/LMVutUuoa4YuvdTMRDNMbVuizHFaWwegqML+iix5PozfQyLsBue68shZpEtKDg1dpUCdRnxpKjCs2CaGqkzj7Rt1Lya1/C6crOp/+9f/CT37oQzz86Dup1WpXXUWvtn5euSl0+bqR9punbfXJ93RzK53vyWZQG5im877tDZ2us+ruKzxe05NULfxtT1+1JreVsWr9aI//zvX58nOME/uU9vFFeS3heOItLO9Xvge++A0HCk43PVdtNsjZuvUGf/Fnf8Zdd9/GunXrlP+w/HthmInXq0hUZd6LdUxrdpLymcM4zTkuTDd58rUxkcwzWijSHUSU8kVOhQ1ePltR6nbbtPD8Fm+57x4eetuDhGECQRe6I9prpQqGu4Yf9pUq9YUPtW2NokIaBXIHordO11v5MEzyxR50LaZRnUcLfDwV2OXw2sGDHDlwgMBr4bdctU4kcF3Gl8Bk+TctZvUNt/Loh36OXKHE5MwsXtCSGDu1DvzaL/2bq46v7M6sAlkFsgpkFcgqkFUgq0BWgawCWQWyCvxjqEAGVq/xKQhY7bzITlWo3bbJH//pn7N93zH6ly7HQ5SkYMeSMh1eBlbTl04BpoKuHW33qYo1vaBPjyHHbbkBt927jX/6Tx6lOuMTxAKjxHNvEdIuXNy24UP6e6L0WbxdTeEqf1VWAHK7Rq//3x9YvXqRRZEpnqeSKGXnDE50aYzpMYnhQaiAR6+EWKHRIKYlnnwippMwoTimLME+ukYPJj1tBZscqdPvVfkGRhqhWDlosUpFj07W2f/ULl7Y9zSV+jiWXUi8EEWxqpRp0v2cqKVEpWmqsBWP29f18MF3PcTJk8fJOUXqNY/JyQk23bCO7r5epmbm2PnSXppuSMOVtHCNZqPC+qVDPHDHHRTMPBcnLlJtzdLX04Vu2mA4HD16mkvzTS61fFqmQST+mbGJLr6WQcCtN2ziwTffpQBE8v6kRdvG0qVOJwmDkxiauxCok45bAatOrgfbziHwTxdf1bbH6rXAajoWO8fWInBZBKt+0KBam2a+PEWzUUtgUuApf9V6PWB6psbZ8XlOnJzi4tlxojDGNB1iPVYBXcpCtS2ZlnFmCGBSIVcR+ZyEbCUJbl4gY2OA0dWbuXX9eu69cR1zZy7hNaoUiwb3/fT1QZcUrMr7NHWLRrnK3MxMou4LQ+ZmL9FolJUVgBKqKviWALWkHotWAJbpKGsHUa3rto0j39GZuHiYrx36AnvMHKGpzB3QGhFv8i/w0ZUVVuY0vvDc3Xx77L2YtiiRxZ6hgR+WWFOa4d88+BesX3IA4Vg5PcZ1bJxAJw4LvHB8FZvXnGX1YAMvsDl3TqNVFli7nMLAGnAGKMaesg8OHF0pAC0vRLxSXWKaprR1BxQijZaooMMQ1wArziebCm0lZhrSRBTS0rtxNr2VC36e3/n0p3nbjzzMY+//ENVGfVGtueDNmngAp/C6cw1K1ajJ2rPoiirzdrFtXS0LC96reodaWL1We74ngWhtS4vLLEvESiAmCGQeplYs4g+a2nvIzwFhO3BN4L76PRSPYBnH7QA2CVuSQDbXxVc2Fy3lHyx/F1VyvVJRfqAtt0Wr1VR/U8Ftoa/mrlh5yHeBvNLSnzdNHnnHIwwPDyuwKnYYqgyyi2O4RJpF4MLcxUt8/8+/yvLeIv2DQzy3/xWWdFuMLunHDHxKVo6xqQnOViP82EDyw+RYvX1d/ORPfYCBJSP4YbAAVpODJKrbxL/g9bcrFe8Lj2iDVTlHOUaqWFVe4OJ67IeUuvuVfYTXrEPgKRuXXD6PZdvUW7JW1FVtGpU6rXqDWrVCs16j0ajRqNUZWb2eh9/zIQqFIpPTk/iB1w5XjPlPv/iL/xj+v1J2DlkFsgpkFcgqkFUgq0BWgawCWQWyCmQVuGoFMrB6jYGxa+chcrncglpKHiZtiqbr8t8+/0UOnp5mYHgZrhGoMBoBdqKITNuqU0iqLvrbF/ZKnaTay9O21muYrIoqKNJ49D1v4x0P3kZ1Rnw1HXTdQ4sTf9ZrwdLkIj3xJ0xv/7Bg9dozTwCw6ncXZVXe4Ggh5Ky0tSospSmFrqiWLBXgAnUJrSImrxnKo7IRR+Q1ne7LommS46VvX4JXEr/OJBDG9qF2ZJaXnnye3QefwQvK6FqiMBRFmGp1V+nk8goCZRMIIVYAD24b5dEH7+TcuVPKK3BqcloFvqxYuRTbKCqw8tprxxgaGqaQy1MuV3hq1076tQym6DgAACAASURBVIh7bthMf6GP+fIctcYEpt5SSuF8oUjk62hWkbpmMllvUPECydJSytxaqLH+xlu59dY7FOQTkKRa02ML0xCvzjHi8AxSkc72ZfnMlVJVKVZzWKaAVfFXlXFkKNXqAjhvg6krVcdXtkarRLW2Utj161SrU1SqM7RaLQK/he+7eL5PrR5wcbzM8VOznDh1idr8NAPdebq7CwqqagIZtVCp1QxRsBomtiUWAeIJq6EsDGxbwbOWB/2D63nkkQ/gBCaHnn0CozZPT6mEmXd4+8f+j+ta2p9/+UCSKh8L8LJwqw1mpqbb4UUR8zOT1OpzhKHf4bnbkXifglVNlMGJWtV0LHSlDrbVezp/4ST/7cjXOK9Jq3yA5caELRujGHJXfJF3F1y+vOPHeHXuHkyzhhYlIM7ScwQtj/U9U/zLt32N9SOT6G6Abms0jRzTk/1MNTS2rrtI6BUYP2ZxdipCr+nQ08PaDZtUYFgcmvg6mIaxkEAvmxZioSGw0QpRYE8gmOaFhI7UQ9rd06C9ZH1SPqCGQSsqEI9uY84e5POf/Rxbb9nK+3/2o9Sa9cRL10xsHpR3rp60uV+5Vim1YpS0zXeOV/V7JKFSifJTfQnsDEK16RGJf28QJNBSQKcvwNPHcz3V9i73y89isSBqUbGmaLlNBURdUY0KKE0hqUDRUILW2krTsB2YpeZ6unIs+g/L21BewGq8GmrMipWFGr/KuqMdFNj2z7ZMqYGu1NmGldRCYLtj2XSVSuQLoh6XdTzZTFA2AKplP/EjrszOcvHIUfTqPHh1Dpw8w0SjxpYVS1k+IKudjx1B2W9h2wX2HDnNiUvzGPkicRRwz5tv50fe9qhS4afQWdVdb28KXA2sXuFLczlkFYVvYlKtLFXaa6KMK/FHlu2+XL5Lbfx49aoCrPJZGjIWcg6+fJbqcfKOkzkn408AvqyrbrOFZjmMrFhDyTFVAJYnPq1iOG1Y/FoWXnVda1z2pKwCWQWyCmQVyCqQVSCrQFaBrAJZBd6YCmRg9Rp1/sIf/QWrV6+mv79/ARAIaG1MTPJbn/8iZ2dbDA4vxzVDyRihEICn/CETBVUnUEiVoaliNb1oTSFs+tj0fuXLZzl88Gffz+1bRqnPuMQCxAwXTflVpondVw9n6QSrfxOAfWMUq9ceyIYmTe2i4Y0wCxZHCxFToBSqdWBOk9TtkG4sSppOM8m9pz/UqGlQ0WMFswUgrGm3tnceTViBT5gEV0VJArjpasy8cpEXn9zO3uPbieMmWmwnQDUFq2ECUwUUpH6Kgefz4JZlvO3+bTg5i2bL5/CR1+jv70OljAva9HzmZmcZ7O+n1WyqgJoDBw/R1ayyvtSD5VtKoeW6E4RmA0fS5CVgqtSDme/C1HJKqRrELXxRxWkW05pNz+gWlqzaKMYJSeCNSjK3MPWIUDtCHJ5H4daO1n0ZW6kVgCWt6mIFoGCqwFVT+Zh2jqMrP6XOtuCrKVZdr0alOk21Jv6q0v4s7f4tWq5PtRZw9twMR09McG58ii7H54bRIQaHupUPo2HLuct41rEEPqXfBcwZuvIzFcuCMNbp7llKobiKVw5fwG1E1I4doBTMsXJkJV09Q7zvl37tulZKAasL7dyGhVdrMjM1pQCkwHyxAqjVOsCqCly6eniVWBuYtihWbQzbUSo9yzCZnbzAp/Z9hTNWA8vTKPgOXmMSP2+SC3SWT00xPvGz+H4/QdRA97vwnCaO6iKP8b2IDQMT/O+PfpfVxXEFo/zuYZ49sJyV+WPkChHHDmhI13mPIbMmz0SlTH5wObfdcoOyx2jmDIwYDD/CF28NNHJhTKBptIIQ23EUmJSdGOUFHck8SOBZ8jkkfqRG7BLEORpLt1DvW82XPvd5Vq/ZyM/9r/9SqZVTACuAU5SJSp3YaCRqzlaLZrOpvuRnt15XwFN+Tr/cVjLmQ1cAva+C0FL4qdSkUZJ436lolZ9NM1lv1Xg3DAW1LTsNSLMwBdiblrpPNhossVqQDTJdHmslINiSIDVLwX2BhQk8Tb7UJoTshomTRTtoSc2bdpiTBDelStfEizT57KSdX523PE78W+S+VPHc9nMRkKr+vWgHI+ZiC80S+wWXHU88wS3rRxk7eZwfbH8JvVBgac7m1nUryecMHENH63JY11PiuUMnePLlY/hmXm0ErV42wkf+6UcJ2gA1VVmr79LNkAZTdaaHdcyiKzdYlHQ4WSzUpo6CtJpGo15nbOwEFycmlcfq3W++g6GBPvyWfO6emgeyqdMKVFxYElqVlCJxaVAMO5lTsjaFrsvk2WO05qeV3Upsl4iNHL/9m79+XXM8e1JWgawCWQWyCmQVyCqQVSCrQFaBrAJZBd6ICmRg9RpV/q+f/QK2nefGzTcquCpqvGIhx5GDp/jCl/8UVy7iiz3YVgHDMPF8F8tMFHhpwE+qiBOAKRejSrHaDhNRV5Yqar6tPlUqseRnPwxxBvv4+Y+/n/X5ESpyOWuEmJJYfy2Rq1wwq+v/zgcshrcoUPg3jKhOAPt6Z4CFq+BrvsK1XlvpPq9xAS8X7J4eU5QU7B6HF82QaVGsRjp5SVuX9yMp1FFIaBjMxx7zxCzXVMQT80T0CE5qA4SkNVUu1BcDawSWethK4SXkyJ6LmXzuJE/vfoaj5/YkCuM05KYNJkWlKABCQli02MIX39XWBFrcoKu3l/Vr1rBiaAnN2SluvmEN3cUCfmwxcWkGLWhih03On77I0mXrOX9xL3Z5hoGcAQIU80W6dFu1utZadaWaKxQKlETJlpeQKRtDF7iahMJEmoblFMgXC4Sr7kDLF2hRJNAcbHMeJziMxkwCcBTUSWogEENgUc7pQcCqaTnomrx2AmcFGCWsZNEvsk1PFuBQConSD13a+eUziwlouWUq1TkFisVvNXClrdqj6TaZrjQ5c67CwdcuMDczxdrhAps3raZ/qF+BPKetalSt/211Y6pwDGMBYC6hr6tgGzfuYa7cx/GxC5x6bQw7qhBfuqRaqletGuZXfvNL17VObt+zH90yVd3UPHUD5idn1fsQ+Ds9M069NkezVVcqQoGPMrwElimVZxsuqXktUFUgnZPDFKjX/r02P8MXd3+Fvc0z3NR/DzfGy6k0z7Bn+kXKBZPguIl+6VGlwPYiUY9Cw8hjN2cxtDxeTiNq9XDHqr38/EPPs9py2dPayvmD09y47DiXLkQ0Z226CiZu2M3J6UlOXfAYGuzhQ++9LwnRChN7EpmCC2tDLNBUbCZkgpmyNYGme0SxKOJziKxYC321POlyUr6HQ42W3UOjtIaofz1f/sYP2L1nP+vWjRIpCwiPRrWmQKmn4KiXvEbapi/q8zasFLAp98tGlfwsXwI4ZR7kpHamSVdXF4ahqfvksVYhp/4mYFRtRjiOgqNOLq/UpAkEldC3RCl75aZVOpaVWrJjJbwMIsah2kiRm4RUpeJVWb9ESfw6he3CeiE2AqK2FaVtohxPVZ3qvoXgrcstC+ScgyBaaNcXL24rpzNVbnLo6e/zvttWsOvoOb727D667G5u3XgzpZzG7OxZZLdoxdAIa3pyWDY88eJ+XjlTVV68xZLOx/7ZL1AoFtvKYAmxMlVdlJe0YSh4LTVP/Y3VubT9VxP7E1E5+2rMiMJY1Lepx6r4QM/PzvHED57g+ImTKkWw23BYMlLkwcceY9XGO5TSW2w/IvH71mNCz0ePYnQjR4wnQlQMUbEGMboZE3lN9v7wGSbOnMHRNXK2SU+ugNZ0+ereA9c1x7MnZRXIKpBVIKtAVoGsAlkFsgpkFcgqkFXgjahABlavUeVf+aX/i3XrNjK6bpRly5YreODYJjuff4k/+9bjBNLOGXmYvgd2HqPQS07SzqXttg0z0ov7NBwlvfBvX7kreCdX7+pxCWNNgpLCkIE1K/jYR97NUNxHU5STRoDZVqte9ZTbYFWx2rZiNiUD6e//UGD1dQqo9hsQAZ0oSuX9z/VZHNBDpVIUQCpN+Xoc0IuBg4avoXxWw7a5ovitNrWAQfFglRbatlIsya8WYJSG20jkj6VUe2I9YE6GnHr6CM+/+CwnJvYrNZu0HCs1V5pIHgWJX27kE4UabhAy3BXy0JvWqPbjMxcucXFyjqnpWdasXsWKpUOMjCxhttakFPisNXW6fBPXN5kovwLNeQrS2W476KVecsUSRdtWYU+i4hPIIQBG4Jzj5BQQE8WmUocJ32m3WXvd/Thdg1jda7C6homtCoF2BC2eR49SoJ5ANAGrolhVYNV0lAL67wOsKkgSSZt1mUpllpbbUEBOgKS09TbcJjPzDU6cKXNk7AK1yjwblpW4YcNKegZ6cXI58uJBmnqqmqKeTaCY3HQjT0xd4niUR22o99MKhjl05BQvPLNThY/lDB937gIlPeZL333hutbJ7S/uR7MMsd9Nju0FzAlYbQUqMKfemGdmepxQWtMVKEvGTydQlQMrj0xp/RZYLLBP1JBtsNqsVfnSC3/K3vpJblt2H+u8IabKY+y8uJtKlwMnA5z59yr/WWHWlq7jintuHCi4HooPqmtQajV52x3HeNPtJl97vMEqXmHLUIg776Hl+pmu15mablJ2PSKtQFdO5z3v2MZg3+CC3YGChUEChZWVhK4TeE1spV42cL1AhaUpKwAZc+LPaZr4saZ8SWVulEML+tdQWn4DF+bqHBs7QRQEKjhJWr9T6GwbyWs6tozBtnq0wyYgsalI4Gr6JY+Tm6ElcFRZNCjwl8wN+ZySQLnk77IhYYgtRtvvtnMTIF3vrrbuyH1h26+1U5Wtnq+imS4PzrpSuZ1C0xSyprYFqapWWvHlnORcJTyvs3V+oZOhvUZLG30KgtXfZAzYGnOVFkee/yGP3riEQ2cn+fOn9rJu8y3cv/Vudr+4ixNTp7hp5Si181OsXaIzPNBNZOZ5/NUxpoKIXBzxvp/+KYaGlrQ3BBLYrMau+FMvqE477ldq1OQm41zGikwLWVUSS+QkKFDWlXq5xjf+6utcOHdRjSdbrDCCgJGCjp7L8eAHf47i8qWJElp5iqevqyNeuYahBpha22whrJHPxTNjHN3zIkGtjtdq0NNVZHTpUroNm0998/vXNcezJ2UVyCqQVSCrQFaBrAJZBbIKZBXIKpBV4I2oQAZWr1Hlf/dvP8nKlau58abNDPT1I23r0hr+nW/9gO9vf1GlbAvc8eYmaEUmheFRli1fp9pKxcsvafFMrihFdZkChAUPViVQFVqzCEJTpah40q3behMf+YlHMRsWkW4Q6wFGbF4zaCqFqEphtKBCXARB6jz+hhH1/5ditRN4XHl4QSnSRB87Bud6DA7jYoRm4lkI5OKYnEAWdWGvKU/VpqjRxC4gFvQmoWHgEWGrYLCkvVRBmPbBRI0n8i6lY5Vyn3c59MTL7Nj3DBdmXlPKN4Eicjzxc0xYd4wX+8ReU0FKCabZtLLAP3n0HhzbIrZynL80y8GDB+kpFTl//gKXyi0mZmYIpmf50O3ruXV4BL8RMeVNQFTDiD0MLHLFXnK9PTjFIrphKiAnh5TWaVH7Sbu3BEzZAhxV4JGcV9IWnS92EVs2vlEi1zdC98o+vJIELFUx2vYFolhV6kQBq7aDY0v7/f97sJp+bpd5LQp50aQlu0WjWaZancP1JEU+IAySRPRGs8nkbJ0TZ2Y5MnYRt15mw4puNq5bpgK+UrCaqhcFzFxmn6FbRFETTXOIybHhhnuxnRX84OntfPkLf06j3GLJSB+WN0vj0ln++rn917VOPrf7ZTTLVKo6pd71QspTc3gtUW3GNFtl5ucmlRJd00VZKJBoMbhHDqpa5EV1K8Bc2s0dJ7E5ELBq2/jNFn+246s8d3EfNy2/i1FrKdPVM+w6swcvZ+KMt9BnP4ArvsmiEgwNYs3CsMS2wiQSj0ltmsgzGB40WLO2xoU9X+ejDzSZG3eYmTeZbcX4oSSoA5ZHtWpiahHveORN3Lhh84KSUkZSEtAkmxex2jgQn9I4FC9TjcCNadZdAq9BHLjKJiAS/0/dJjAdtOIAS5aPMrBmE3qxj0iAmEBYAXCiPAw93JarXi/RTMsYTABpAusWlfSyBqabT50fnvjSVsoVzpw5reaCdAqsWrWS7u5u6s36gmI0Ba/JGF1UXC8EbS3M/WQuX5ZpJfNJKHZ7I6bTPkOB878DWO1Uroo9weVw1U/OU6wAlG9s8prqf2q/R1M2ETLuVZCW+lxkTonna0QhZzExPcvhHU/x6I3LOTNT4a+e3UsYO7ztHe9k6YoV7Nm3h1vygywdm+NQ6yiFoQKabfPUsZNMy0aTr/GuD76PjZs2qjouqpaVbFl9OLLutbfyFtS1rh8pewQFVtXmYFvlLB63sViuJH/fvXMXT37/CXJ2TtkbxIZGXoPbl/SpYw3dfT9r7rmbWDZB7HxbKRvhiYewFxLH4m3rypBXYF/3Wpx+7RXOHztI2GwReh45x2RZXx+rBpfwX/7ye9c1x7MnZRXIKpBVIKtAVoGsAlkFsgpkFcgqkFXgjahABlavUeVPfvK/sXT5Cm655RakRVPAauR7fOlPv8FL+1+ht8fCLU/RqszR8gLM3iH6V29V7dxKTdVW4am2VMGC7fbUTtXSYrJ1mwSqzJgYP47Y9sDdfOCxtxLUJOTHUj6eEpWiAp+uckuVdJ1gVdRn6f3ylH9sYFWCn1RKdZfNxaLOcUI8Uayq9tlQtYT2aCZWrNHQYhqinJO2aQm00sEWL9Y4Yp6AAXRMgRboKuxKFKyCcgKlcU2UbaYPwYka+57azc59zzBTO6PakcXPUSnRQlFRxRBGtKSl12+o3z2/yT03L+PRu7cyduw4A8NDSnFXmZnkrjfdwvzMLBdn6uzesY+xIwfpjWvcsGSYrjiPJtBTrA+1QLXV9vX1k+/NYRa7sKyCAquGlaj3AgW+khRxBWBMg9BzE4AlQTShSaGvC1eCeqKIvrUrKK4fIFKEWoCFgPQ2WJV2aQlSsrsxTWmvFm9VW3mz/l2sAK4KVpXSLyQIm9Tq89Tr8/hBKwGOQQIdBaxOzNY5fmaOY8cvELoVNq7oYe2aEbp7E7CaE1VnG6imgHVRZShtyxoSpN7ds4YbN72Vi1NVXnpxP7t37mP7rp04usWqkSXU5s7x3cefva518tnd+xKFpuTjSJCQH1Kdnsdt+ArCu16V42OHOX/hLJadU/PacZJ2dQFp6XxWykonhyGqVdvBcES96mA5Nrgh39n3Lb5+6PsMDW5kpDDMXOsSZyZP4QQNVgU65069G0/vVhYSZiwwWSc2PdAK2DLWvTKhrrFkuEFj/HmGqxf5xZ8zGT8jHrw6w/0GuWJEQQCWYbJjV41y2WLDxjWMDCyjWq0p799avZak23ueiAXxNJPZUGeyKin3Pr2Ow6rBQQbzJnndJbbzOKUuZW2QH15Nz8Y7MPIlpWBNxNEyzhK7ALXCRZF6ba0dAKXJOExVku2NnrRuSp3dtlNIPzz5XcDsEz94kp07d1KvV5Xf6YaNG3nooYfYsmWzCqGSeSzvQwFb8eOVYLo2tO0Engpnto9/5QBRexBt4NoJVtMxr1SrCojKwxIdZ7qWXnaMthVAClblvKR9PgnmShTwCyFdScmUQrU6X+bChQvMzZap1+vKi1aU62I3kDdtGoGHPzvBB+/dxtiFCV44cIJmGHPjps088rZHePzJ77NpKuR93aN87/w+pkZ0WjmDvWNn8Zw8hgc/9v4fY+OmTYl/sWWqmrmuHCNW4Vn1euJ5Ozc3T6VS484736xsFWq1mvKtfX67+E+HDPYP0NNdVOpXmf6y8fCNr3+Di2fOqlZ+CW4UsNpl6Wzr7aK/u5v9zYBpQ8e2cvR2D9DT18fwshH1ZXf1ks876rwkoFHEq5fGjvLKrmeYmzxD1ApwHBudkD7HYePy5Xzu8eeva45nT8oqkFUgq0BWgawCWQWyCmQVyCqQVSCrwBtRgQysXqPKv/cHX2Xz5i309vaqRGqhEa1qld//4l8yNnYMPZojqM8RSYK7laPQN0JhxRYF6lTwS4ffnyZt5W3vv8vaQSWluX18US4pbCVefYbOw+95lEfufBNN18URbaYWECtn0f/ZwKrAvrTJ9Ipi65pS8/oli9NWxDk9oKGZCpJabWWqoVp3oaFDOQ5xNcHUASUM+jAQrCea1ED+K4qqWFrFDQVdBfKIjaQlfpKif2xC9cA0u7fvZPe+p2gEM0o9ppRuEo7T9knUw4BmEKBFHp7AEr/Fu++/ibfespaxsTGWrh6lUq0SNBqIY6Dlh6wqDGGSY746w5PPf5O58fM4rkEYtwik7b1QVJYCPcUc61f20tvXh5MrkBN4ZTlKFRlGsYKrSS+/hChBo15DF79Zx6bVapDv6kcLLVqNJoXhPIO3rcTo61YgMgWrUmUBfbaTwzJLlylWdU38VQWuJpj9Wh6ri5Aped30JrDFDxoJWG3MJ16KAsjDZOzWmk3GZ6qMnZ7jxKmL6GGVjSv7WbtqmFJPtzonUeMKmE7tADrnhuQEiQdmEMHqVW9mxcib2PfqK7y8c7+SIh88cYRDew/R1dtHEFV4/NuPX9c6+cyufehtKwAFd0OozMzTqieK1anpc/z3z32WEyfH8IOIUqnIxo0bePDBBxkYGFBALIWDAlTFdkGsAMS3NQ2wEgXqM0ee4kt7/gK91I9tFGgGNbTYZeX8OLcWC/zg1R/FDQcxoiqm1Y1uRKpVPYrymEYDtxnSN1hisG+W0/v2YnvjfPQDNo/ePEPeCunu89E8Cf4JaHoaO/c6HDlpMFOuU52G3l6LZctkIyCxmZBzLhQHeG28zI5j55jyRT0akA9d+h2dH3/kdm5Y2kW15Sr1rShY9b6V9Gx9l4KqKgBO6ibwMAyS9nBpI1fgTjYBRFQv4HnxY1nY9GmvgUoHqSUKWvku5zQ/P883v/FNXty9RwFasQGQTaRmva4A6Uc/+hHe+ta34gV+YhXQDtVKhublxtOd8PNqgyNqWwGkCtfLx/flVgDJ85M17FpQVdkLhKGy9AhCL5kvbQsFVae2Z6u8V7fZ4gffeZyTp06p95i8JontgR5jBBqBERO7Ve4eXcu5qRlOz5XJGZayGRkaWk7Unaer6bFm3iP24EV9hlaPw9RUGTEv1SOTYneB3t4eNc/k+6ZNG1kzuoogijl5+jTPPP0s5XJNKY5lw+PDH/4IlVqVvt5ezpw5xXe+/W18z1V2C3HssnXrVt7+oz+qvFX/5I+/SOh6mJqJ+rfNNOk2ddbldHpKJY7XI8Y9j/lqHV+i4OIY29K5fdttDK9drzZn8sUiTlePArfFVoOxvTvYtWs7ppYEimlxwNKeEmsGB/mDH+6+rjmePSmrQFaBrAJZBbIKZBXIKpBVIKtAVoGsAm9EBTKweo0q79l7jFyuoGCBeKSW8g4nx8b4wlf/iqlqjYnxE8SVCWzfx+5ZypLRLZQGViaQoa1oU0o4ueyPw4V25wVfQbnaFrCatsqK7iuFDbbFj//M+7h97WqacYjly+uEIq1LWtWvcutUrHYgjeT4bcrxD6NYvXbwlShzc5pOrcfkkOVR1nScWPxQRa0qcLStLGt7rlaU16KmQlbEn1Z0TXKfhKn0C6QVu4a0DVnVPVJQU/LSpWG9UIep3WfZuXsnu/f+EHRp9U+irlK1qrTda6GHJ8BDoKGECukRb3vzOh7Ytgk7l1NhRQcPHqLHsTlz6BBW0+futdsEsVJtTjM5exTXn8fULcrNOpV6wEQdTkyV6S6arOvSGXQ0SqUC+XwBO5fHzhewLFEsikA1aScWiC6QSdp5BdiLZ6VmFzG0nEqx17pNBrauJb+0V7XqLoJVDcNKUtBtq4RpLFoB/H8Dq6LAkxbyBvWGBDtVFJQTf01p+5VxX2k0uDBV4djJWU6evUhOa3HT6CCrVw6RL5VwnPxCeFUnWE3HaRx5GGZewdUb1j9MzlnNzt3Pceb4Wdx5l5YfcezMaY4ef42hkX7+8stfvq51UsCqZupKfana+SON2myFeqWJbRkqvOqT//FXOXP2VJJgjk6h4PDYYz/KnXfeqdR+Um+1gdL2WBWgakiyvJ1TilUrdthx8gX+5KU/p2kKLLIgcHG0iPu0KTbpGl8++F6q8wOYcZnI6VL2IKbYIEQ2oV5DC2H1Co/q/BGqjRHcyn7WDN/LJx59mQc3HKLm2mh+iBl55Ip5nnguYtcBF183uWl0DSPDQwr6JutSiGM5nJz1+O7uo1yYqaDnuxTE1sIAv1Hj9tE+3nvfTcrWwBRVeNzCzS8hf/t70ET5LGuJbEKoNc5QMni1brXVsMnGjyTPy/2JBYqoJVOv1Uqlgu8HDAwMqvEiQFL+9u1vf5vH//p7ib9rG1Smnrby2l2lAv/8F36BW269RSm6ZQ0QqwFp64/EzqAdOpUOhk5YeuV9ySqxuGGQPlZ9zKJcV2C0DVhTtaqM8fS+djiVUrkrdWqiohWwKorVxC9V6p38XdCqvE+5NeoNvvv1bzE1Pa1U0Ml7batizRgncvD0iEZ1lv7YoUFEU/cYCGBd9wB9IyswR0a4ND/FxcMHGIpszuAyF/tKQSp2J7Gmkyvk1ecgGwIChdeuHeW+t96rxuZTTz/H7u0vcPdbH2B4eCmHDx/hnnvv5YmnnqSvp4dLlyaozJexbJM4lPlep2+gn5/58IeZOH+Rv/zaX2DJBo1S/YbkHJsSOoN2SLFYYKpi4g0OENk2nmEqm4Pq7CTr165m+aqVeM0GPf19hE5OrbuDYg0wM8ULLzyP6waJD2zosbKvh8Gcw9dfOX5dczx7UlaBrAJZBbIKZBXIKpBVIKtAVoGsAlkF3ogKZGD1GlXe+/IJpVzTYp1Aixgo5tixfRdf+ea3cImVYtGvl9WFbL53iIGR1eSc0kIidKrEku9GOyxGlIcKIKUKK2lVbadWGXKxH2lKYWkX83zsn32QlX19BGGMGUljJMS6jzTpGQAAIABJREFUgXEFQFiABskrLSR/JyxV1GSLeq7LdV2X+x6qR18D2ibHSP949QddG9peG6wKwLANjdkukz2WR12T4B4NI9YxRaUpMFQ18ktwFZSjAE/UmEqVqmPGGi0BLGj0yv3tsJXEkzV53yqoR1qVYyjMhRx/4QQ79m7n5X1PkrOToDFRYQqcSUBJElolBgK+as2HOKiztOizdGkvy5avZPnQcuq1GW5cNcT8qROcf+VVbh5ZiVPoxg086q1ZdDtCt3TVbh5FJmVf4+RMmdxgL2HgMnnqNHGjRYGQAcdgaKCHUn8feiFPFAaYQYwlYN42aXoufsslX3DImzl0R9Svom6N6N+wlO6Ny8DRlbJaATSxQlA2ADksq4hhSOu9oywlNAEiSrXahv4LfrzpSHq9+m8RTIlLgiTA16k3Zmm26qpeEtgjw0P40HytyYXJKoeOX+L8ufP0F+CG9SOsWj6UQGRHfF9NLM2WpCJ0M/EiVq31aqyGhL5OV2kpo6P3Mjsds3/vi1SnZ9E9qNRcdh0+xNiFM/QNDPLdr37putbJp3fuUcdWvpeiKMagUa5RnaspYOc2K3zmN/4zLx9IvFgl/EzA9i1btnDnHXcysGSJ8gcWpbFj55TqOJLgJVGG5sQaQCe2c4yf2M3jB77IvrqGn+8VQ2AGKfNzwxWsswF/cfztnKxtgHiO0MopxaJlG/haDs0XOOljO3NozSqG3kO1dRK763429E/y0Xuf45blpzHiptqIEAXujr06L+wLsHtzLO0fYPXwOsLYTRSefoSVy/PM4UmePnAaUW5GmqE8VhEleBjRZbT42Udu55ZVA/jymrFHZBQJb3o7Rq6oYL+sY8q3UzxYxRNYBb9FCiwKkJQ1R8CrzFOBruI7LXYEP/zhUxx45RU1RzZvuYm3P/wQvT29TMzO8alPfYapC+OJv6wMJqXmj4mDCAnD8gKP+x94kNtuu42jrx1V8HPZsqWsW7uWFctX4PqeOr4m9hmihFWbVouBgCkUTeZHsgYnKtQEpipVant1VuFTyn4juV++yxqRgtQ0nErZEog6V/xUvUB5kMrKUXNbBGLdEUHYctW8VDYfhPhhxNNP/JCZqWllz6GOLYJ5WX8MUanLmNTwfVdt2ITqfEOcIKJXM8kXuigMDpHvKTE9P0350hyRbdDwJQRPNiVkzdGVdcy60bVsu+UWLFHCGhrdvd1MVJvs2H+Ic2PHefCht3PH7Xfw/HMvcMcdd3Lg2FHGL01waXqCaqOCmbcV6A8J6CoWuWXjZs4fHePEgaN0OQVljaMZITnxGPYDHCNiaGCAyrzLDXfew5b7H6CqiT+4zvlzJ9i7f5daE0Pfo1goEsiCjcfWUpHlusEL+1/h/OS86jDQI5dl/T2s6O3ja3uPXtccz56UVSCrQFaBrAJZBbIKZBXIKpBVIKtAVoE3ogIZWL1GlV/ad1zcDjEig6YRsiRv8+3/8TjfeXa78lG07TwqPzw2VOK6wBUJcUnTl5X3YpqInV6yt5WjC3YA6qI5CRQxYwl60XFj6B0Z5Bd+/sfpsnPgi4LNIFCehQI6EuXTlbe0I1Z5HqrjJMBDbteCnp2BMn87WE2PePW2/usBq44f0yzqTJUMxgwBFNIiDPOqhT/GFo8/DHKYlOXyXkOFWXkBWAJktUjdbwUR6wVSXHFLQIkYBySt3rnJFgd2vMYLu57i6JHt5O2cUlwKHEx9EpVSVCVWJ36u9VaD4b48WzcMUStPMX5xikY9otqqs27tCD2Skn36LOutiJVLl9DXXUSEfK04JDAFumlKmWaYNq5m0NQMZj2PYxdmeO3sDJW6y7AWsMovM9ylMbR2JYVSF474+hqaCrkSG4PyXBnDjCjoNkauRJzrInID8oN5+m4dxegtJmBVfZDiz5pT3qBGG6xaymPVbINVSSMXF9q/2QpA/n55m7SmgqvEf1T8VVtuI4FTAlbFjiGMmC23uDBZ49Wxi0xevMDSXptNG5ezfGQwAau2zB3xZpTApzZUFbWxMhyOhJoT+RYD/RsYHLqJs2dmOfryy1w8cRw7MugbHObJ3Xt4+cQYrSDg6K7t17VOPrVjt2rbV/MjBau1OrW5mtrE0AOXz33m02x/8Xl0x8aIYmxTWp27lRVAsbukgLdA13WrRxldv4HhkRXJ5odtKAjuGg7x2QNcuvR7/OB8jf3eMkwrz4OlYzy2LGT+FYPxFzbwXWMLZ82CaoP2DA/bHiDW8thSVlvHF7/m0CcMThE1Zil1j+I3y2wePsFbbjjBttUGG0Zays9330GLwycLBOKna/ncvuke3KCiAL+NWGJofHfvOE+/ci5RnYocvw1AZSkKtAY/dd/t3HvTCmoRFEvdypvXW74Np9STtOFrorIM8ANXAXr59FJrCeUzqoKPZOMjWQ9lTH7lK1/h2aefUT/7caCg+tbNm/nExz9BJQr4D//+12iVa2ruyLopry3jyZZxG0Ghu6SUxTIe5+bmiAPx4szR19ej7Bl+5JGHldJRrAJk3nf6rqpzkPMWBan6o4DMZMwq0KrON9HaJhA1+er0RxVFeOcaseCrKmNWLDwk3MyyOHLuFHuPHqIRecoeYUX/ECM9/Qowy7iQdePA4YP4XkguX1RQe2RkGTfddDM5utRryfl4LRdXVNFhSCGfo2Bb6L5s+oDpWApKtkIfw4QdO7dz/ORR1q5bTdNr0Wy16OtbztqVq+m2HRqVCgP9vdRbdaYbc9ilAnOzs+TyJW69eSuvvXaM5ctXsnp0I023ybGTx4htOPjaYabnZjB1HQeTvKyjDY+45lG5NEWtImsSygu31ahhaxoj/QMErkdueAnr33IvfqkbPwhpNmscPXOUMr5awyWgSvyve0Kft5S6sKdmueTGnJivUa81KZjQZepsXjHKX+55+brmePakrAJZBbIKZBXIKpBVIKtAVoGsAlkFsgq8ERXIwOo1qrz35ZPKV1WPdAIT+iyNz//RV3nl9DiFrm7V/puq/pIwlSTEJbUCUL5ytq1ggHWlVLQDaAlYlWRyAasSuVTxPG64eTMf+/Bj6EIBgkgpDCUMRdrg9Wv4lbZtA5Mwmf9JwKqousycyURO51VHWmZNpe4VlaqoVU2Bw0qtGit/VXn/osZsxj5LkURqaInCN4SCgNkOY8cFICityFJZPyY+W+XgriM8+ey3uDR+hJxlqxbeFKCk3wUVeb6nlIvVyiy33ricn3rX/XQ7OvVawLGTF9m9fz9+5DE3OcXFk+eU+nRlb56tq4ZYO9JFMSdqPp+c+IpaSWJ8TnxWI015rc54LY5OlDk46VMJbEr1MkOVC6zsgU1rl1Hq78YUZacoTS2HuudTr05TkHZsp4BT6kfTdAIrpP/mUQrLBxP1bRRjio2C5WCo5xaVMs40/h7AqijwBKz6VWq1eVxPDBbaEFq1Q0fMlJucHa/y6th5ytNTrBwqsGnjCpYODZAXywNbPBQlMcpqh8JJ6JhIjRN1oxsHmHqJgSWbmZ63mLlU4+LJYxzd9yK4EaXuAXqHl/Hsnl0cGTvK4b0vXdc6+cMdu5Q35AJY1Uxa9QbV2aoCq2bk88e/+zv89dPfR7NNbFFvygxve9MKlBSIJzJpUbavXbeORx79UdasW6s2SwqlAmJCUb9wEr36GeZaVb5yqpum6/Ovb5+nx4lpHLbo+1aOF7zV/HnfZjytn6aAVbNHAUZH7yISFas+jRNPEPuTmP40hGIPEdBozkHUZEUh5C03W7z34Yiw4fPyfpPJOlSbdd7xwLuIBVTK3BJFp67z5CuT/NVT+9UxRNkZRQGGKEulBVvL8c/f+y5+5G0/Qt+SfgqFJQSmxbTX4OixY0oVKgrUnt7upP2+3Qaf+uRKXdKfjUhX/qnPP/88v/e7v0vOcdT6JFszgSghmw3e9e538Y73vZt/98v/jsZshShVL8vMlzFhmeqrp1iiXC6roCd5nThMjiNKUpnDH/v5T3DPvfeo8DTxhhU4KRLqWN5TW5Qqx1X+10rJL0BVfKtFzZl4xnZ6ri5A1TZklbVqQbHabv9PX0vUqLLp09BjnnhpB4fOnmJAoOWa9dywei3dZk6pWi9cOKvUtgOD3Wy88SYKXf3MzFfxY4Ntd95FlOvDFzAs5xgn3rN+q8Xs3DStZj0Z52Gk1LmyPsk40yyf3bt3cH78NBs2rqdcKSubgdtu28LM1BSRJ5+8Rsv3VFBbyckzPLBEjd2p2TkiXefMuQuqRl1Wj1Jb54sF6s0mDa+pPuc1AysYWTJMb76E/v+w9x7Qlp3lmeaz8z753BwrR+WMJUASGWwQRmCw7MYB201PO/T0co89didW97jbdLdtcMN4GhwAdztgExVBEhIox6qSVJJKpcrh5nTy2XnW9+9zqq5kFQ3VPRrPmn20irq3Ttrn2///H/bzv9/7+jHN1RqLM3Pq3AtgbzcbhF6btaVFNedtXWcu8QgrBeKC2ztPMZqTruiW2jgL0UKfNwyMsiXyOXbsOBfe+F6WvZg7vvZ1ylZISQ+5eONG/nLvy+c1x7MnZRXIKpBVIKtAVoGsAlkFsgpkFcgqkFXg9ahABlbPUeW9e45K46ZSrFoFB63d4g//zy9wshXj5IpnWl6V0qkHGPpqVXlJ+TkNYNEUWO17q8p9fT9U9Xj5T6wKY9F8Gqy0W7zt3W/jlve9Ca8ToscCAQQOyH+agjiveRPBX6+d/38crJ67ff9cg/J8FKu6+HWWbY7ZcEo+vZG27AtczWkpXJWbBFQJVpD3sBLoCBCRVOlewJVcqFf7yeDrEsLVkwU+kuB40D60wrOPP8ud3/4yfmcJQ5RTygqgp04TVCE/h2LLILA8oNutce1lW7jpxksJPY9ydZSlJYEXM4wNF/HbDY4cOs7t9z5JZ61OxTYZy9tsHCkxULCpFkwGBqu4rrTmC1QUv0tD+Vq2ux1mV9rsb1sciQ2MhRm2Npe4YCpHZWqEXF58Og1st0CSc2mtLCsbAdOyKZSGMN0CnaBDdec0Azs3Ekm4vSj5dBPHyqn2dN3KYwjE/D5gtT9e02p/HysAUebFHl2vrhSrfiBgVeCaiE1j/EDAapsjJ1fYd+A4nWad7VMVdu/ewOjQAK6dglXbMSRdS0E2USSKN6QElElbfcHMk8Q5cuXNPPr0cRy7wqmDzzF39CXCrocf6oxPbmJ60zQvvvQsv/PvP3le6+S9Dz+GYQpZTGGpgYnf7VJbrCGd8TYRX/7SF/nKbV8jscXvV1TjogLXlUJPkz+9lndRVwrQfvMNN/C+99+ELvPeNCjYOeozc4TLv0/ZXOZAXWdxzePGXRaaHhEdTHDuNFlbLnFrbgOPla8iji0c8dC1Y4x8npx3ElqPYycrytICyyCMAsIgBsvFLQwTBx1iL+LNly3z9l0mi8cS5ho6nt/m8suuY+OuNxHaA5haTLFU5hvffoi/+uptdJOQxNRVUrwp5wOoahG/9tGP8c5bfgbT0Ai6Fo8feIG7H7hNhfbJTYDfxOQkl156KVu3bKbgOgpmKq9QlW/VtyUx1Pn+48/9MffefffZYD+x1xDfhzhi06YNfOLf/RuefvgR/vzzf0ot8NBlrIr6X72ZTnl0CK/eVFBVQdtYVMaph6mEuolqesfOnXzsl36BfL5AN/AULFXqTzlH6nhSmKoaBHpLqPyrCovrdRT0A6rkbV+92RL1FKvr4Woaepd+1lDXePKF53hs/158x8JFZ8DOEXU8/HZHvV6rnQbRXbRlh3wApbiWwLq1WpNALEhcg8BPw69knZfgKPm93emmSltp8xezDAG7YRr8JbYBomw3TPk5NTlQwDnuqjkpa5zUUiwLxKM7ls2AnqI4MQyltJXxqst3jJ/aH8RBxPDQKG97x7vYOL0R09OliKktgvj5ihpZt5TSWWom63V9bYWDLzzP8UMHGR4Y5K03vY89B5/jju98C82QOidqXonNS5L45KyEN+zYwWa3wOrsYRox7L7+JrZu3sn+79yH3V5g54YqW8YG+PHf/eJ5zfHsSVkFsgpkFcgqkFUgq0BWgawCWQWyCmQVeD0qkIHVc1R579PHCDVfKUmL5RLzR4/ymT/9S+p6EVv85eTiVIWzpCAh9fc8G1wl8EH+yAW16HTkQr+v5HpFsIpcHBsJWiy+hVDzPH76536Kt1+1hU5bVJiiiOt5sa73Z33Vca+3Akjv+h+xAnh9wKqZxLRLFs+4EScU+NCxiKkmGjnNUGBV4IqA1WYibnwSWJUCVk9LyMvjEmjpMSVhOspQNm3p7d8kYT3SAoodk6X9Czz92BN8+94vY2ppgrmA1VSpJm3CKViNxNsS8YzsEAYt3ve2q3jDBeOcOH6MTdt2M7ewROi1KOVE9Rao0KkHHniU9lqDbr1Dtx3QbHsMjIxy+WBCqZCjmLcpFSSAysaWFvTApCuR3kSsdWKeq/scXvYpdyN2OcsMjlYYqubV2FF+qaUKBBHL9UXkAIv5AfKDo3S6HvnxKhOX7SIpO3R9H0czccxc2sJurgerAlDEDkCU1WmbtkKpr/BZ/X4eq6JK7dLu1pRaMgzl+CXkS+aAgNWIhZUmLx2ZY8+LxyAMuHDrELt3bWB4oIrr9BWrZs+uIIXMBha2IWpGHRbbzMyukh/ZwsuzbcYnNrPnoe+ideoEUcippTqDg2Ncd9UVLMwc4hf+6T87r3Xy3oceVVYE/VR7acOPgoBV8ayUDnwt4vavfoU//5v/puCjtGCLWlrdBO7pulKxpj6bofKNnJqc5Oc+9jEGRkdIDFFaurC6QjD3BzjMkBgRkQeaa5CzQDuu4XxDY7XmcoiE+8vX85Izjq2XCe0EM6fhrj5Ct/ZULyhLI9RNXKdEqTqIWxogMhIqToVms4XhrbJjKGS63KFgdCGyGB7bwg03/TpJeQuGHuLYOW679at8/nOfZqnZxCymQWGC7GxD5w0TeX72Z/8xQ7uvoFoq8+JzL/HpL/0JC2uLyjJDxpco9UUlKpYIWzZtJOeY7Nq9m8uuuBwnl6PT7Si1figQLY75/d/7ffbv3cvE1DTXXH01Lz/3AidmThH4ARPjY3zi//gEbhzzmX//SZ4/8jJdpQ62FAA1HROzklPzSlkMqPCsdIbLmirvI+tquVLhH/6jjzM+OYEvXq+pGwoCRMUGQca88kENApIowbItDNNUys++u6p8PjWeexstZ60AEgUz18PW/s/pSgur9TpfufWbLNRW0HIumlgDBKIETrsYxI8XU6xjxFZUehtkPEUYygs2/TtUmVkCQ43UiqSn/u3bxQgkPhOYpvwMZM2Sz9bbduv7asvqFaZwWSmSZQ0U2wcVpijfVXJ/lI79OEmhas8WIgpjKvkSH7j5w0yOb1DeuHE3fYwolUUNLzYi8t1mGSmQFdDvdTv4nY4KQZuenGDLrotpB22++Jdf4Bu3fh075yjFrHyn5uKAK4ZHuHrnDiLxaI26uFaOrTe8hx2XXkfJyOGvLRCszmF12lzzsV86rzmePSmrQFaBrAJZBbIKZBXIKpBVIKtAVoGsAq9HBTKwei6w+tQxQkMUqxoDA1X2PvQIX/jKnSSlYRUCJBfhctGaBlLF6UWsujBOL/rlYl8Uq8prtadYfS2wKr6AEmoil9q+H+MbBv/kn/4yF044dIUo9h1SlVpO3uC1taHrrQDSj/T6glVpJX6tW1qP1/ZlNfSEZtnmBSuhoSwPRdIkQCFgAJu8ptHSEpa0BC/RcTQoyqMEQBsxZpIwkDb2KhC63gqg/44CwyTyqtQ0OPnULI898j0efPBr5FwJuUlTySWgZb2vopASCWaJkxBdi7n53W/k6p1jtJtruKUqLxx8mXLeoVtfVW25AyPjvHToZZZPnGDh2AnK5QqLy3VGJqbZMV0lbDQw/A5V22RksEy+kCP2urRFWedYSp3bCkz21nReXm2zubPIVCXH1HAew4zUKS8US7hOhTVvlVZthZxZoDw+RRIbxCZMXrELZ8MwXhgoP0RTQKWbS60EDFuNWV39EWXi3wWr/XOX1vDsuVy/CSAwKQw7tDo1ul5NtQGrUB8FVhM8P2B2scbzB0+x5/njuLbG5bvH2bVzI4OVsgKrMicsy1AKSfEUtjSHvJYjXO2yfHyWxvEZjs/OUt2yE3t8M4ZdUnPPFh9c22WhI6rLQS7aOMXKyRf51d/53fNaJ+956BEVviSAVD6zqZkKNq0trOGHIa4JD3z7W3zuS3+MLx8wlFEiqlpdqSClQhKyI3/LCJJxMjwwwIdv+Uk2bd9BLApQu0BUbxDN/jtK5iId30fzYpyqSIsjzEUX4yshndUKM3SYMYe5o3QFtfwksRlTNF2i5cdpNZ9Ux2pGBnk3pFCqkOgFfDw03aHTqeO3QmU/EHg6W4YKXL0jYNj2sPIVrn7nb0J5O93mLAPFMvXVRf7yL/+Mh594lICAvOswWCxQtGzec911XPWODzKx/XKmJqf4V7/9G3z9O3fiJQG+75MvFLGc1FpC5k5tdYmg21R2F1dccw0fvuUjjE1M0Gq3wMnRbXc4euSI8gzdvHmzUpbOHz/B6YU5mp0uqyurXPemH6EUJXzlv3yeJ55+lDnfB93BjCAnAUo5g1ZT3GHFnSWd2Wq91bTUZsOyVPv6z/78z7N1+za6nqceI+dFVNBBHFNfW6O5UiPxApbrNXX/th3bGR0bo9FqpOBRAGWvzf8VPquygp3DY1Vtymgah48d4/ZvfQs979DuemrDrb9Sq46DJCaS9UTGfZxu/iREuG4Oz+soKwZdd1RN1UooG0TKhkB+ls+RAl9FZtV3TkqOUzsEWTP7z5MwMrANQwFmsbsQZbYo2cXD2DItBcXltUR5qqxDelYI4i0t1rMf+PGbueziy1lZrmFbNpEfKUAsMLVUKGIalqqT67hKce75qS2BnAvbtCjm82imrZT6jfYaP//xj9H0m2hmguPXuX7LFq4aH8NxDMySy6CmUzVzaNOb2fqW9+EObVLjDN+nEOmM7xo+rzmePSmrQFaBrAJZBbIKZBXIKpBVIKtAVoGsAq9HBTKweo4q73nqKLERKWw3PFDh7m/eyd/e/RDO4Li6yIykddPoefX1VECiLE0VrD3wIi2WAljXMcdXBEbJ1bWhctCVWq8rycrlAX7zt36ZcSvE91NP0bTXWmCtXPifo+l+nRXA3y+wmqpBX+smrckroli1I9a0NHm9rIm3KjjixacyoyXMKqEeJwo+FIxUhSZBKQ46rqjaBHwIfFj3TtL+myaAC1j1KK3pHH70BA88eDd79n6LnCNgqKdC64NVpQCLlQpVgmcEmgRei0t2THLljgkmx0dwCmWOHTvGxECBoh5iOyYLq6ssri1z8MWXeWbvASYnp+i0mlTLRarTk4wWS6weOUQ+8hirligX88TinxqGFB0TXI2i7VJL4JmVOvOHG4zpIVtHChSqFrGWjoJydZzETWgszyvlY2lsmrxbpNVuM3zBJqoXbEJcDGyppeFg5vIqeCgFq+YPBFaV7voMJE/BTv8m9fD9llKsSoCVeHPKA1T7cBTT9XxOL6yx/8BJ9jx/jFLB4soLp9i1c4NSPwqIUVBVFIQShmMXsEKD5qkV1g6dxl9o4NWWWO40KWzayNDOi5lfarJw/BSubtNKbI6stNmybQfNk8cIVk7zu//1v57XOnn3gw8r6NT3TJXWZoF2tUUJ5fLJWzpPPPgAn/38Z2lLq794N4hIsKdvFKWepUmbNXTDiLxlsmFqgjfdeAOXXHU1nTih6JZZbfgYq59m0HueRiCd/AamFaEVDOxlg85/84nmq8wj9gJ1Hne3sqd4rVLGl52QbuMxgtqzoNmYKjyrhBcFdILUpkSUry3ZgUmKJFYDS1SFocX2DQ7Xbu5iWBYXXvvLTO2+gZXZF3HimJHBIRaXl/nzv/gCmuazY+Mkm8eGaC6vYFfHuPTdt7BxywX4AfyDn3o/B04exjRdDMNUIFBmmrSQt1otCH0MPVbg1/c9Lr3qSn7pf/k4A4ODkMuTE8/OXE55htZrNeUBmnMlgM1RgFig4+ryMjQaPHHrrTz50H0cWlmh5YeMV0ZwHYuVbpOaFK/ndyp/C0ztnzsBesMjw3z0536OkfFRFXol41Za3QWuzi8scvilg7RW1ig5OeaWlxQkHhkfY9u2bYxNjKNbstESost4FtW6YHS1HqRAU9b7V9sAyO+iupUx8fiep3niqScxSkVlLyDPF2WvcnjtqUJVVKECuGlOm4w/3w8wbBtRimpa8Eqf6B7ATwTRRvJVIVtI6SqnMKra0xNLgHStU18zEhiGRiKEtBfIFSURlinAVUK6TDTdVAA3VIrYvgpWAz9m+/YdfOQnbqHV8lS7fxTIronUIsYybOVv65gWOcfFsRwseS15DdWtkShwK4pY+c6rlMpUB6t89k/+iL/9xl9h5RLetnmKS6fHSKIWkS6ewB0qjstQuYJbmGD0ihu48Lp3Edk2mq0RtTpccMGm85rj2ZOyCmQVyCqQVSCrQFaBrAJZBbIKZBXIKvB6VCADq+eo8uN7DuJGLlE+ZtA0+bPPfZnvHTxKZWhIARi5kJULe6VcFcCqfpagqZSiSsukUlWh4UqASo9Q9duulY+eqFSl9VMLiUOTFb/NxRddxW/82k2S2KSUVuJFmHrupd6AiQT9rLutf91zDZhzqUnPPj7VT8l7nO9NFKM/7E2zYuZKFsfFo08z8LUIR0FOjQImeR0k47shSkmB1z2wIJ6qjm7QVN2wCWOxrnz8VDiNgJF+Krj8rEn+l051ocPzD7/MN+/7GnMn92DjEiTB2eRvUYKdCaUJ8COdJPSpuh6bJyr4XV86e9EMk0a7zZbJITZNDjA4WGWtVkvz1r1FFk+fZG7BZ3GpTc51iA2NTVu20GzWKRgB3twM426JkWIeq2RiOjpF8V4V0Oo6+L7Oc6ebLB4/zEjBZtP0KLZr0g665FyLSqWigPBavYlu5xluUjgoAAAgAElEQVQYHFXKTwlY23D5DqzxKqEpPqCuApeGnlNATJe2XYEqCgaK2k/agtPbK2D/9zmJAmN8v0m7K/6q7VQlJ6FqosYT2NeNODHfYN+BE7x86CiDZZvLL5hg+6ZNlErDmLkY19JwkiK2O4ix0qZzbI7GydP43RadoEG91qAZ2+RGNjG1aRvzs7Osra2ii/pRy7HYzDExPMQzj9xNlBh84ba//WGHnXr8tx54SM1P5cXZU0DKXKovrCl7BbFseGHfPj7znz/FWmMFX8J2NEN5Ics8FM2hJsBbni6wMpdny4Yptl58IZe8+Xq6mDiuQ9iBcOZrVPy78bWYINEoim/zYEIh0Zn/owhttsiMAFotpBrH7M1t5sHKFXRKVZz6U3RX9oFAfFsUv3m63S5h1MUUKwOBfjIue+uOAEe5FQoF3nGRyagRcuENH+by6z+mLBfmDuxjz7e+zOnjx9GdiMnNY1QGSwpU2naBelLlwre8h60bt3Pft27lt37nE3iRhWEJjBNPUFFeSmhROt/lfRU+jCIFdf044P0/+UE+/qu/zJrfVWul3CdQTwnupVxh6ukq81na8hPZxIhi5g4/z57b/pqoscaa32IoN8jMbIOXOi1WRL2vXkPUwRqi9BdAaFkJA4bD7t27eM8tN6Plc2otTTSTIAqYnVthaXGZ+ZlZwmYNsR+R4/fkeA2HsYEhRicmGNuygcCMKHRCPCPGMxKsQNaddLdGgq5kfZc5cNY+RFhkpGpy1/33cuz4CaVY1dXzznYMpF6or1i1z2xY9M+b2ox7Lf9s8U1VT+59D0gPw7ruANl0ec3vFjE0VRsBafeEeLJWiyVVf1HZR6JgFeCrNu3Stc/SbN774zezY9eFtBqdtNZJrACs+j6Teiu4mqNYKPZ07alq1pLNEvFz7YUnmrZBIVcklyux95ln+Pf/9tfZubnMO3duU6/pBV0VyKWFAXnDIGfruNVhKrvfzI/86E/ilgaVH6xYJFxwweR5zfHsSVkFsgpkFcgqkFUgq0BWgawCWQWyCmQVeD0qkIHVc1T5yX0vY/gmRtHA6nT51Ke/wJFml2K5onz6+p6pypdPWGfPp7J//SyqVrngFMWrY55pCj2jaE2DUkStKte/kqxuUg+6vOMd7+IXb3kTrVUBACJrSi+QRQ2rXqXXIvrDDI7XBaz2FKOvPq5X+Mm+6k7L1jlaNDgqfqYqGT6hIlpGLcFSKTjCl2PWtIhuouHHMXaiMWhaSjcoarQcOnmVNJ7KhJXCrAdgldJM4FdkYJ1o8uxDz3HrfV+htnwQM5F4olSx2k83Vwo1BU98BWOjoMOl24f4wLvepOBDu9XlxOlZnnvxJRVu1WrWVQhTvd5holJmesSiVNA5cXqZ1VoLx9YxVShNDqdUYGSwyPKhI7jdhFHbYnAgT77sKP9VUd1qtgVugW5oc+LIYZZnZ9gwNcrgcFXZEkhAjaj/crk84h272uiQy5eoVodYazdxpgeYvmSHUsO6ThFDszDNwt8BqzKSBLL2bz84WA3xBKx21giEGIoNQCxgNVXz1Ztdjs032P/yaY6fnGGs5HD5rgm2bBwnX6xi2AJQXAp6BW2xw+qxEwSLKyStJp7v4cUB9XaLjpbDrE4wNDrF7OlTysvVyhXp6gXa1jBxs8GhJx/EcvJ87rav/jBT4cxjzwVWG4s1ul1Pzd3Tx47xB7/3H5hbnFHBYCo8Sjwl/UAypDDimInRYQXqrDBi09QUxeEhLr/+eqqjk8qbNegmhLO3UvK+jW4nBDJ/GyG5IY2ybjD/XyLimQJzmoZPiGZElNF51trJA0PX0wnniFbvI44bFIslNf8lxEnWj9QvU/w4e23iPYgmH1K8R99yQYUtBY3pS97MtR/8dcbGN7Lv9m9y75/9HiUbcoMl3NEq+mAFd2QUpzJA3qlij26glC+z99GH+cM/+ixdX1MQtB/0JjlGMs/S8D21m4Gl98K8kgi3lOc3/sX/zs6rLqPT6aiWcwGnlpGOuTjSFKgT64VQdivEjiOKaS7N8fg3vkzcXCa2QuJmxOmTaxwPY5a8QL1/2mKvKW9P23YoF23Gg5iNmzZw/Ud/Ej1fVerP0IDVmsfpmXlqa2s0VlZYOn2Sbr3G8MgouigvbZeRgWHKlTKDU6NYJQdLNlC0XtBSGCs1pgRMKfirrDDSv/vrWoiEUrW5/e67WFxZwyjkhFyqoCa1IdbbgOuD1fXWKOs3N/qbZ6/Ar4q2ilpdfcGkd/XAcv9xahXsbYilvDV9nNRH4LeoZh2xpYhiBstVgm6X5aVldT5EiZpujsjfCVsvupgPffgWtbYEfohj2cRBuvmkNiFECa+blAtlikUJcBSP6bPes0pRLOtpFFEZKpFzc5QrA+x56nH+r9/7BG+8ZAODRVf5upphiCnA1kiwbdGvh0S6TW7rtbztJz6OUxhUa6JYGlxw8fh5zfHsSVkFsgpkFcgqkFUgq0BWgawCWQWyCmQVeD0qkIHVc1T5sacP4iQ2Vkln7fgs/+kzX6SbK6tka7nA73v89RWr6oK5346pnFFTRav87dpnIVZ6bZyCELmYjRQoFSWWQSeBj/3sT/LuN++gtppGqsgF+Xol6Xor0+8HLdd/rNcDrBrfR+56zuPMmTzthDw5O0spn2egUmHMtKiI4lcEaqLik3CqRFSnqb2sK++jaczHPloYMqE5FC0DyadXtRXgesYGQDpoY/KhQfelVZ564EnuvP9vCfwlkcIq+4AzATUCS1QLsbT9egTy5kGLG67YxHvfdg21lRUGy2VWVtdYqbeYnJrA9wJOza3y2N5nWFheImyv0W22abY8cpZNteSQL1RVi+zgQInpDQN0Og0a9QYsrHBRdZhq3sAua+TzEtWFgqJ5u4CuWbx8+AjdbpvJiVEcW1RvqY+h6+ZxCyW6XkS97SmwKhE8TTdk13VXYBUKWKaLY7jQa+Fer1h9NVhVOOYcHrnrx5EKqfEbdLprBIEnzb8idFMeugLJluttTiy02PfSCRYWltgwWOKS7WNs3ix+ii45p0JJL9FZ7NB54TCa30YPunidJs1OBy+OaXserdjBHd6AU6iytDCjwJybL+M7A2gjG6kdP8Lc/r2qZf+zd9x+XuvkXd978IxitQ+/5IXaK03qjaYCfyvzc3zq9/8jy7Ul1lp1RL4Y99qrbT3BBbZPT1MLfDr1JoMDAyrd3alWufTKN3DFG65RLfy1w19j0P8WhiNuvyZRKyA/DBXTZPHzEJ5wWVBgNcIzdQpBhxI5nitczrdHLif2l4hae3CNOlHUotvpqhCyKEowZNOmB7ZffR4vmc5z5YYKk1t3c+NPfYLhie3MP/cs3/3SH6BHDfLbpyjt3kLo5rGcolJwigK3k5iU3AIrM7N8+g8+xcLCmgJ1AszSuawR9zeSpN0+jDCNVK0o88+PfHbu2sVv/O4nlJKxf1yy2aSsI5QHaNqOriw3ggjf84m9Ds8/+ij7ntnL4dkT5BKDASvP3MoyK/K43hora2rBsSgXi0wMlhlcWmF84ziX/vRHCYwyBB6ek3BqtsXJkyeZOTlD2G6p168vL1EqlxgYGlVeyGJhUKmUGRgeoDxUUEpktX6o9vsYSSX0RRIcRAqq9j1Q08A7Mdo1mJ2d485v3UFHQGbBJe746TjprUNqbvV+T590Vu3bd2JV3Q6v5W38arB61nVbQWb5/nl114KyQJHAwyhWYNJMNDprDRI/xBRAHoqntzqLvTUzxbEf+qV/yPYdO6itNbEsW3VbKBVt77tKaiLzYrA6lIbw2RLG56ZrhzymB1nlRcUMQb64JODs2aef4O4v/ymXTVeYXT6lvs+GSmWKtk3RFUsQAcchnlVm5w0fZOePvBvLLjJQyisIu2lr9bzmePakrAJZBbIKZBXIKpBVIKtAVoGsAlkFsgq8HhXIwOo5qvzEU4eUh2K+ZPHCk8/yh3/2VfJjEyroQy5k09CQXgu9IReyvdCqPnBQnqi68mO1Rd4mF57r36t3wRpIM6YKRkkwnDK//k9/los2DbBakwRseX7Pt7XfCvqqjKgfBK7+vw1WzzmQyya3z5zg3/3+Z/GWV5i+fAdj01NsnJxidHCIydFR1dIcWBYty8LXUw/WUQw8EpxEUx6ra7r8nHoQGv1U7x6UFnQw4OvM71vg0Qcf5r4Hv0ZEMw0jOhNUkyq2hBLKeUhEOxjqaGGT97/1Mt5w6UZeev4FlWq+tFLHMCxKeZucbWPkShx46TCDVfHo9JlfWuKJfS8xP9OgveYR6L7ylywVC4xPDpIfKNEOoDU3x0Vuni0Fg1wVilWbnISdKRBvYLtFsTxkcXEJXUsoF3NEsa9aqCUAxxb/ykKVekvawkHLOcRVm+3XXIxVLGBoDo6AMiuXej2uswJ4dXjVq4Hcuc6XKEe7PbAaht3U7VFZUUaqlsu1NgdOLPLok8+pNt7d26bZtXWC6QlRQuYZsCfonmyzfOgkldCDqIvfbdD1WnSjkLbv02p2aSUuY1svJIw1FuZn0OOYXEmUlRvJTWzk9HNPES0tEAUB//yL/+281sk7v/tA6vUqY6YXhCQ/d9farK7WsG2L5uoqv/8fP8np+ZN0Io+oGynYr1qe45CybVEt5FlodwgC8dsVL1uDji+KRY1rrruW973vQ3inv0elfTuG2UYr5umsNamMQVEzWf6CQXDEZgEIBKLFNiUtwFJJ8RYPFC/jgdGrsIJj0HmeTuu0SnwntpR/sITnKcV7b71R6nYBW3HMQDHmxovG2DI5yTtu/gSjm65AjIy/8uXPYOoeu669irlunZbnkwQxmi9WJiGuW8CRUKVanT/5zOc4fuK0Um3Ka8pNxtMZL16xI5D3EwWieNbKIqdrdLpd/tm/+S0uvuxSgii9TyXQ9xZB5VcaSDhcusap9PkoUmFXM3NzyqbDSqBiWDzx8CPc8937VMQfuqFA+2A+x1CpyPaxAfSTp5m4cCfbPvAhvLiEFnTo2hEnZ5ocOXyEudOnSSTISWwAgoAgCChJGJxboBP4ylpi64ZpqlWHqGDhxxpGIut86ofqRT6J3wu662+K9f42XJsDB17i3vvvITYt9FwKVhMzDbw6Y/3yGqM03cxIuxm+H1iV3TWx8OjfBHamr/tKsNqfx3KfbESJEY0RxiQCejsepgrRUp4DPaV+ukEoPrFT09P8/K//BrXVFbWbJ37I4hWrMLq8RpJgyH+6TiGfV2xYVO+iWJfBZ1vpXBIVsazZ8kSxjpianuLZp5/k8W9/naK3wouHDhAZBoPjEwwPDZA3NIYck3KpiDOykcFtl7HsQbvTpllfVV7Vn/v8Z85rjmdPyiqQVSCrQFaBrAJZBbIKZBXIKpBVIKvA61GBDKyeo8pPPX1EJc3ncjrfue0+/vyuhxjdsBGtlwIt0DRtTU3QJRhEQkkkYbzXjpsKKzUFWvow9tXKoiQOCRNdta5Hoc/QyGb++W/9NMOOSTPQ0IVjrPMyVDYA61RNcuj/Xwar7arBfZ0W+57eT3TkKPP1BZbnV2msNYmMBKPoUCqXGR4dZWR6msHRYcYHBiiVyrRKNkU7T0UzaEhraRSQNy1cab3tQW6xB5C23uEOHHr0NA89+F2efOq21C9T0rd7Sd+pergXViOwNRZ1GuSdmA+95xou3zlBbWUZzS3zwktHGBkeottYwdI1zFyJ0zOzTFdMvK5PqVrh5WOHibsd2ssrnFjpMDu3TFccI2wbqzBAEOYIwoAhM+aCosGmqkalCAMDJUzl15soeJrLFwnihHa7m6qfEzGaVPgEzbCx8yU006HZCfBNGN29ifFdm9BcV6kPxTPRsNxzgtU+iDkDbP47qlVRqXa9Bh1vjThKk8+l1ALcBEyfnl/h6RcO8dTe/YwPVrjkwm1s2TzJcLVMMVfCrJVZfXGJXLuBY3RoNxt43TaB36bjtWm3WzQ6AXpplMntl9Dq+syfPqF8IMtDI8SVjdjFKrMHnoROGytJ+Cd/9IXzWifvuP97Z8Cqqm3vj1frKFWybIiE3Q6f+k//gf0HnmN80wS15RUaTWnDh3wuh2PoeJ02anPE0JVKURc1pmnTDT10Q+dd772ZN+4cID75XymWGiQ5W1lMFAc1ZWOx9iUb/6jJgthQiKGFHlKIDETEF6lAt4h95St5vDBK0z9Mp3MEPREobcnegEqal2Ndr7rtK+JlHF23s8jF0xVuvOm32XrF21n16jx7Yp/yyhWVceB5PZ132tLtJrqyOIgtQyW8/82f/QX79x9QKs4zKk3l0ZuGnMmap8Bgb9tIAKppWjTqdd7zoffygZ/4oFJ1qqCpKFZwT9bMZqOhVKpiISDHL/PPD3wazRqG76Enkfo9Z+eYPznPN//2yzQ8sehI0+zHSgWmBqpcuXGUYK3BwGWXUbjiGrzAQg8D5Tm8tNjgxRde4OiRo8pyQDYBZD0WW91SvqQsMuRzVV2X3VPTjFRs4okKbdGORmnwnZ4EeFFIEqRdBv3NmH4tBKw+/vjjPPrk45huTilWo5YHlgQcii9vbyfsNebWWZW4qFtf2ZlwZm0Xj1WlHT03WF3/PdAfBxLgJRFxmh8psGrEiQLbKoSLRIWPpZuDEW7O5QM338zWK65jaWEO17KU565mWASibg1jAj8NcOvD8749gAD1dqtFs9lUFhWO4zA0OMhApaq+98bGJ9n79FN866t/RVnrEIny2XK44OofIVcqcfD552guzhJ5sgll04oMaq0mYdBF0zXEdiIJ+v0I5zXVsydlFcgqkFUgq0BWgawCWQWyCmQVyCqQVeD/0QpkYPVcYPWpIxiGhHv4/M0Xv8K3nz3C5KbNxL6HJgrAV4FVgUv9ZGa5r98ZL76CZ9WtZ3331MVwHBCI4sewiMIum7deyr/8zQ/ghhqtRMdWMCJVeQlQEHgRx+kF9g8CVPsf7X+mYvVcLePnE17VKhvcb8mnMtgQhdS9Jt22R6fWYqVVY27uNEunTrM8M8fy2hrdICJvuhSrA+SmxpicmmZqYgprZICRgYpKly7pBrYqUNqW3NFiRmsRzz54jO89eC/7n7ubrhZh9ltcz9gypFYACpgIWBUfSHzeePkGLt42yujwkAIxL7x4kG3btqCLetQ0ODqzRK3ZohQ3VaDUxMZNHD15jFatRlhrKYi7NLtCMVfELRaJc2WOLjRYqGlolsaEXueavMamikluwMUu5ZQqzBRoa+q4uYIK4un4EVbS7nk8Cni1CQSC2TnlTRjYOpuu2EVpegTNdTA1C9fKo+v2DwxWXw1aXz01fAmc8URhWiMWKwalDu55UCYwM7/EC4dOcPzkaTaNDbFlwyijo8PKE7bglll4yaN7tMGY4dPtLuB3BNZEak51Ow267Rq1MCbOD5EbnsYWv9lmDU1SzYtlosomHNOlfnI/ESG65/GPP/Wn57VA3n7fd1+hWJUXEfWetOkvLS2nIV9RyGf/8FM88sRDXHbNZYR+l/nZBYqFMuPjE5yeneHUzEnsUMc3ZYNEx4hQrdeiWPQSj0J1nF+95Sacxa/h2AsYFQvd8MlXNOwoofmXOQIBqzL2kpiOniDukkYsmwQdsCLi4e08aG9hT1CnUX+eOKyjJRaRbMroEXqSqkYVvJSm6jBM16e4wCVjPldvc7ni/f8roxdcy4njB+kKOpRguCBSY9iIIWh38LqeWousKCDJGXh+xGN3P8jDjz2moORZyb2KPFLvoTaSxM9T/kXXMExLtf8HYcjGndP84j/6OKXBqoLvAlFt3VD2FosLC0o5KpYA4tEqvtVS3zgOSbyYwAtVEFa54GJ3Pe6+7TYWa3W8KME2dcbyebaMDHLFRBWjUKF8zXU0qoN02gGJn6iQufrKKs8995xSlNbrLUzbxXZcSEIq+XJqxwKMFItcPr2ZEfF22DFGXdkeyIqmYUS+Og4xW+0D677PqlrvLYN7v/Md9h94HitfxCrlCZpy3tJgwzO3HlhN18903qyfbylYfVU7gnpA6sUt//Vvr1asrv8+6INVBT4FpnqRUqsqmwb5vbeJJOdOFKmFYp7dF+zmpve/nzUtR6O2KoeuVKeaaROEMV6tzdzsKRbm5pWNgEBz2QSRQK/A7+K123iep0KxZJzImLIN2QLUlCp4w8bNLM+fRvNWlRLcypfoBBqzSys0Wk3Qg95xGWi6hZ6EalMTwyHUHYKG6LmzW1aBrAJZBbIKZBXIKpBVIKtAVoGsAlkF/n5WIAOr5zgvjz/5EradJ2ku8MlPf4FTQY6JQk61tUorrLT+S7iUqNLURa9qET7rVZnaAeqpwsfUziid+mBStX5K+7mW0DJidM/grW+8nl/4xTdyT9fmORIucwx2W2m7uxtFOEaC0zLxvQ5G3iLX0YkTn64hbeiGAoO+nmCJp55qj9dw0NOEalErybFGMYGtYQQxhVAnMjXVgixtr6ImU4os8RkUBZ7YGAgoEgWbHhIYMVbsKN9XUXoJSBGfUvH+tKQd/Ry1XO812AfCArFOVBOOJiF53VIwec1IFVUToojToZYkrIR+6hcYhCwvznHy2BFOHT/B7PHjrC0sk/iB8vsrjIwyMT3N9JbNDE1MMDgxQaFUJK+ZTM13efrBl7jrgW9w/OVHVHu8AuGq9V/aqOXnfnusqC999UnEy9LrdlSb68DAAJWyiW2EXHrBDjZMjFAtFjh8+BCupVPUuzQIMTohtcVlZtZqnJqZox6EaCHqPIjya2R6G8fXuiw2Q2zNITZihp2AK7WALVUdczJPVfwLTUk8tzAtA0v9btGOTBUe1ek0FRySMJkwSNCLFbTKMKO7tzK0uYppOyq0yrQked1R41WgsITlyJjsWwGcATWvgD6K5rziTKZASRSFDbrdFgJYExlVirYJ5E+T0uv1Ossrq3hel0K+QDmfo1gqEhgW5cIwc88c5+RDzzPkW+iFRMFWxxJVXBOvXVOKt5XlVdqYuCOTDE1totvq4GgJgVsgHtqME/kEtePYklbuBXz0d86vTVjAal+l2ldeKrDaDVidWVKbJ5pp8Bdf+BPuvOsbbN6xmUq1wPDQMI7tqBo+vWcfMzPzOJZLEAepH7IQSwmz0gzlMxl4CT/23jfzhsIsSXwAZwRsXJyKTy4xOfmNgPyBKnO6p3yWG3rAYKhhS31LJYKPfpjqpRcwd+Ik995+DwcPHjgDUNO5lAK/PlTtw0J1XnQYzGnccMO1vOHdP0rHtClYhgLZrXZXbQQ5psXS4qKCnALTbDlvRfEaBT2M2fPUE3zz67fRbAg0S99HeXj2bAHUZ1bK1XQDSbw5BbTKv5XKDj/3K/+Iia0bSIIIWxSIYcT8zGl8z1M/K3yZiKeyRrvZVN69ajNJoKamkyvkyLkuj935TZbnF9HCiIqbo1ooKM/jqcEB3JExdrz9HSzqJqeW17A0Eyf0Wd23l2ce2cfcYI4Xj5/ESnIU7DKatYpmlSlFOn6ryYWXXcTbNm9GCxq0d0yxljhEvqx5EU4IfoJSmPfXbjn2NBwqomvG3HXXtzh97ARmsUCuXFLqa4W6e1YjCosaBmFv802+O9ZvtgloTb1dJWwq/T6RUKi+8l4WQ+lqUOuoasFP56ecDxVCpd4qwRCfW/luUmtbiB7ryldV1nypv4xvsVuQmwDtju8xtXETIxs28cGf/AgrSyuqBV/WxJGhYRUqduzIEe65/VaazQa+7/d8dmUTYn0gY4p9FStWGYIyOwICsSKJEt577Rtonz5GybU56Pu0/ZDjx09hGHa69qZs/QxY7m9QpmpojVZz9e/n/3vKjiqrQFaBrAJZBbIKZBXIKpBVIKtAVoGsAnLVkvww0sf/H5XsiadewrJc6rNH+eRn/wK/OE5FAmZETWOaZ5Lk1cWfggvpVWW/RTYtVQpWRS4kra6p/WAvNkSSmJVvXaKUQ2Fi8aH338QtN1/G9wKdGboUCbjAKrJmSLAN5BJo1poM6RZHXEkVt9muiUIO8h64sUY7iTClZVN8I4OYlsKqFpZob/WEnA9dU0CfhifRTupwxJs0Tfc2REAby0W8TiAKNOGncpeeEOoxtvLUS9FbOnRE15W+xn/vJrXpQ1a5yH++EnNEfTKTgmYiuE5eZZOo94COoeEliYIuJURBqhEI0NETPD9gcXWZmblZVmqrnDw5Q21+meZyTQEA8jlKo8Pc/IEPcHEywOPffZY7vvsVFk4/C4arLugTFcbzKqiaSFK5tLmnfe7iPyhqLKVSE+uAMKAgnoAFl2q5qMbBwECRC7fk2VHNU5TOavKqaN3GIi8vrnDk9Ayn5uept7sMTmxhsanTim0FtWJDw7JCpqI2F+ZCNk2VGBgs4zoCR+WsiDpVUwnd5AoK5jSbdZr1GmEYKD9EpzqEOTSpwOpwH6zqeQzLxDTECsDs+Yj+IGD1757H9WBVoG4QypkSQNMLYeuFJwmc69dKxr0E5yh7DNsl55bQ1gIe+uo9LB04xs4tO5ga26B8ZYPOCu3mivpMJ06cxtddxnZeiFEZIG1pjvANF2dkC0bQJWrNqhCz2A/58L/+g//esHvN+18LrCrYFcSszS0K1kMzTW7927/mr778JUYmRtm4aUoFHcm5EZD19FP7WFleU/NcxqsSdfY8TmUuaXpM7Ce85S3Xcu1IA0N7jtxgjIOBVYD8ssOx29sUVoZZidsYScKqFjKsW8SOifvON9O+5nJaouZca/Hkw4+zf//zZ1rS07UmVaue8fJc5+WcyOYKCTe9/51c9ba3Ejk5uq0GUbfbCzDSWF5eVuBSQobKpbKa26trq6yurOB1WqzOLbLn8Sc4enJR+ayuB6upX6dAQwF6KVhVHsACpTUN04j54M/8FFdee41SN8pGxvziPCsLC+n6Eab/Jqpl8VhVKv84Vj9Lu38+n8e0LArFIo/dexcLs7PkbZtKrsDI4CDlQpGcoTO5Ywfbr30TC0HEzPKKWsc0aeGfPUbtyWdY6nR5od6hvlwq1ogAACAASURBVOYr25aR0SorDZ9B22L7ximuufwqRmtN5rxVljaO0k5s5Yus1MBBjK/Wo576VAVbaQpEyxo7V1vh1jvuoCmBZ3mXfLGkfErFDkE+zxmbEbEoMcx0zRQw2vPn7p28dP1MxDogBfPyRwHKHqhXv8tjeopX5U0rft9xasmQwtb0ZzkudS5kMIYR3UaLRq2unirPkbVMaq7bFgPDI2zcuZubP/JhFufmabVFzawzWB1g7tRJ7rrtNpZmT521fuit8331bn/sqW+/HlSVny1Tp+sFVAoFPvLud7D/sUcJkpihiy7jxMwML+7fr74LFaTvfZf0f1//mnJ/qylzLLtlFcgqkFUgq0BWgawCWQWyCmQVyCqQVeDvZwUysHqO8/L4UwdxLZvD+/fx6S98ncr0DrROm1A8VXsBVmcuiuWSVkJk1oWVyH19oKUcCHst5+tb6QV5Crg0g5C27fIrv/TT3HjtVu7wAkxLZ9LQaCQBBS1VicoV6OpylzHb5BnTU8rEaSGheoIt7cPynl5IqZ3QzekKnpY0HUf8PaM0fEb8GwUGRsrDURJzUuWmHL/SqsrLKf2UtPemMlwBq6JKTaFR/6JfaeVSyCr//opkru8/2JX3rGHwbDGmJlzaAzOCrqMTGzCiQQA0iZVHqoQXFRONnEibtJ7LrNS6BxIkPKkpbdTNFu1Gi9VanVOL86w26lx/5Y8w3Szy8Hef4M77/5p2/SSRtE6r1thItaCKQktqciZhW+CqgFRRg/XOm9wvdgzyPL/bIYrSEBwBnVVb45bLNnDD7l0MVkroErQlXpxBh1rQZa7RYO/hQxxdWqRrVjm6FIBZwHVNYcrKczAXB+zS61w94jA0UVXhOpZlEEpbtrTCS4t1IacUgZ4XsrCwQL2+hmFp5KtjOCPTjOzayujWQSzXxdTzCiL9zwSrnr9Gt9shiDrqmFKYIvULz5zw/jjvAyUF4gwTU3co2QUac6s8+O37OPjwi1RzVS7evoPRogNejebaCiePz7PS8Zm8+FJyYxNotoV4Ecemi12ZJCdA1VtEk7bjIOKD/+L3zmtlve079/8dxaoCq2FMfX5ZtV/rlskj99/H5//Lf2Z0wxgbN23EMDTyOVe1zT+z5xlajbZMoVRzKBsHArl68CkKRcVqcPGurbynCpr7EoWdCXlpk27qWPstVp6JsKIyK0mXyOj5gCYJ7rYdWLe8h27epuH7LBw+zZ6Hn+DkyVNqs0apEtVGRQqn+rf1ilVRzOZMjUsvv5g3vOUGOip8PcLRdYqFomq/F1V0qVDsAfsmnWab4kBFqXWDdouw3uLFPfu4/7G9eEF4JuhLxn0fEsp6KGtdCvXk7xT6xYHH29/3Hq69/o089vCDdNttNm7bTOhJaFlXbeLIWhN4PlEQpiFIuoVtWeRyOXL5HKZjYzkOh55/Ts3VgWqFYi5HtVxhYmyMyPPpBjED0xuILIeTc/Po4lEsx+O16T79GCefewZ940awHdWiXnQqLC6vUbV1Lrn0Qqa37Wbp0BEOtT1qgwOEouyOREmbbob5yo9ZNscSlpaWqNdqqtyy6bK4vMTBo4dpdNpojkW5VGGgOshwZUgFOeUKBQXhpV6FvGzERKrrQYKdRJ2ffof0NeI9eNoDqzKOBKAKNBVuquwpZJ2WY9MEXsp2Wepz21fAykiQc6rGYZJw9OAhntv3TOohraB7+l/o+Ri2Ra5c4U1vewfXXv9mlheXaLVaKohscmKM5/c9y9133EncD6rr+xf05v3f2ZNV3wF90CuWFBFDeZcbr7qCo8ePYw6OcM2N7+Kb3/g6xw69gGWmG226ZvXGce/z9wZz39agUV85rzmePSmrQFaBrAJZBbIKZBXIKpBVIKtAVoGsAq9HBTKweo4qP/bUQfKmyaPfvZ8v3vYw05t3KOWMtMevb7tVV7w9xZioT/u3FB5aqapoHYRa/3bK01PaMnWNoFzht3/lI4xvHuMLjRqRnWNXLo+mR+QSnbyuYwhAPe0zWrFYymssJzCUMkK8RMPTwG4HOIHOi8VA/ftEYjFigIVGTtSmQUQp0Kg5UA0N8hIGIyk4ki0ukEzCSnrwNHVQ7F0s9y6YBSzLo9X/KvFqSlZNUU79ECNW6jOria+khrfcUoDKGCyhFR0FHPS8Q9uBlgi4dMjp4CTSRp0eT+o4mypl5RgEzCbiG6igbKJ8Uv0goBjqtJ5v8tDDj/Cd7/01obdCoLwT0/b2vhpTgSJlCyDBLgIzU5AiMOJMYE0UKGgmKkp5vMARSYOfsHV+7dId7JycJiladGOPdq2ObtpYRodI2viTmOdPnOLb+w7y4nJEoTyImzNUq79plJUqdcJY45JCwNbRItVqWfkRKmipSeq2RSJWDE4BQ7ep1essrUjLeoRbGcYd3sDwzi1MbB/GyYlPawFdQoM08Vj9YRSrPeXZOliXfv6Yrr+G53UIIwnROrtZ8Mqf+7D1bCK6pNsr6KablAplBSUf/Ov7eeieR7C7ETsnRtg0XCbptFmZWeXE0grm8AgbLrqY4elpDFsAtE2g5dBlbMRrwqOVfcNNv/HJH2LUnX3orffedwasqvmsVH+pWrA+v4JMWanf/qef4vc++TsMTAyydft2XNdScCvyfV56/kX8ZpdmECnILh6ryttU7U6k3slm4LN7yzhvcUpw8nlGL4/J7XZovhAS77VIOg5GCDVCPNPDiHQi28S89lqKP/ZWDDuiHUY8+8hennr4CVZXV8/4O6fq0VQdKrc+6OqvQgJWZfNjfGKU7RftIj9QoZgvMjE6RqvZYHVpmW63q0Kkup2OCiC6/Oormd6yiSgRpWOTpNnh9MuHue3eh+gKjOupIWX8KzsAgX49sCrHIOFQqfWEoRSp49OTWK7FoQMvMD49zjvf96NEAud9TylTRaEqrfUlSYW3HSI1LxNKxSIDI8O4+Rxtz8MIZKMjUmp0pcbUdAaHBhmqDihfTtlmaTTFpiJidHwY4bR6CGsv7eOZO77B0MQw+Q0TFB2xETCx9Dx5y8atDqEPbyPSXU40Vjk2dxrDNtJNI1F7hl01j+srTZ544glOHD2qWvpN3VDHLdBUksYkvMxPYq668hpu+rH3E/rS1m+qwD3xdZUxL5slsvnVajfVxo0voViyvqi5lHrQqvXHD/B9T31WsUuQjQXljao8thXFT3+XZa5vx6E2hvoRYqlyWtr9n927lwfuvw9LbC5kA6nfVSE2AprG4NgYP/EPfpZcuUi33VF2HrZlMD0+waMPPsz999yr2vrXQ9T1atVXTL4eWD37bwllU2N6cIClVpsL3vxWJqa28uW/+HOl5pegPllzTSNHFMrm3tmOjz5UlXG0trp4XnM8e1JWgawCWQWyCmQVyCqQVSCrQFaBrAJZBV6PCmRg9RxVFrCa02Ju/eo3uefZ04wPj1DrNNAkqVtX6PEVNwkcSpuBzwZUmaadKrd6ir5+K3z/MWYkTpUaoRFTGp/mX//KT9AYKfCV1hrisjjkOliiUu0EdPSYquvwY90At1TkuTji4eVlrhkaYqPt0NYjpWJy64GCcPM5nUIiwBVyJPhJpNr4W6KAjXQO2l1KfsyUXaKqmQpYmjHkPHB0MOXCXLhHIDYFAgBScKpHosqTa/veZ+15LIrC9Ye5ycW5qVv4QcjqaoPaWoNcIa/UeKvLNUpDg0SlPCteG18HN2ejuwZaTldqW8NM/xaIKkemoLZ4M2piFxARi+IuiRlsRZx4ZJEHn/gujz76FZKwQ2CA6feBRq+dXVSRPU9E+RwKnIY9pVoPrkp9RM0lHFq10wro8bqULY13bRvjqvFhBW5801GehI3aHLl8zMjwsIIqkWXz5Qef5LY9h9HcMvlqSSnzXPJohkbR6bDJ6HDFsEm1UsF2DBVgJX9yrkUkXqMij9QN0Awa7QZ+6GPlKhTGNjKwfROTO0ZwXBfdKCjFqqGLx+oPDlbXidJ6ish+u39Mp7uK57eJ4jRJXsZ7mvUlLczrcEo/EKz3T9I6Ly3LloAzUSVaDmPuCE/ev4cHbrsXbbXOZCFH0mpSX1xjdmUVrVLh8utvYGhySgUjGY5NgKmUdnFUw5JxF8NP/MtP/zDD7sxjv3H3vWcgYR+sqs0QXac+t4LvhdiuzYmDL/Gv/vn/pibF9KZNbN6yUaXai+rzyIsHqC2ukNiuskAQ4C8bBS2vS6T6rnO4Xocb33MdF7Rdgof2MFSuUdhlE53UiU47BIZGM+koH89ID3ATjdVcDvNH30Lh6ktZ66wy/8zLHNj7AicX5hXIkzmixp+qc6r+fgX46iuJowDLdrEck+nNk2zbtY3h4XFe3P8ie558Uj1PgLDR2xIRv+if/sWfIV8q0vU6VNw8reUV9j7yOHtfOKIU28ozWjYwRNEtJ1+AtJkqVvter0ZvvElgkiceyaLu9jpc8YYr+JG3vJmw21aKValZvSZrHVx00UUMDA4ppeXK8rICl8OjI3R9X6lCg1ZLbfoIR5Q5I8cu6thqZYDR0dEUVPq+CkoTCwE/DBAXFieKePSrt5O0fEauuZrBiW3kDQc7V8LMmTjFIrniBMVShdDyeeCe25hdPqE2M/K6iRcHdLwu37nrPo6+/DJuLp9C9L6vrWQsWaZS9HcDn/fddDMfvuWjnD45o45HgvZK1bJStxbdnPpc8nw53rAHOkVxL9DTJFX6qjAvuT9IwWoQiF2KbOSk8DT9rpHwMdH1v3IjQ36X54pDhMDnp554jLvvugvLNpUfePoE1DkXJe7GrVv58Ed/jm4cEvoejUYjtRIIE+74xjeZO3UKQ7xmXnV7dQdGap0iD0oXAvFg9TyfsuOA32Z842Yuf/s7MRKDu++4neWlWWxTU0rlRDeV+lYWkz64l3Emf5QX9/HD5zXHsydlFcgqkFUgq0BWgawCWQWyCmQVyCqQVeD1qEAGVs9R5Sf2HIFOnb/40l/zwppB0dTpxOK9afUs8s4GkEgYSR+s9oNdlKrKFLWghJykwSevVpYJeBDFmRd32XXRVfzmx2/ieMXi+TDEjRLVBj3X6bDoCzQ1GNRMfizxoVTgcS/ge8vLlEs2w26BjabJNDr2Wpeo4PCyFTBp2PgSJKOCqdIL3lwzomSYHHVjOlqXAc0hn6RhM4QhhXbEoqWxZmtsxGJUYK3YAooCLBC/U/EvRFkYqHZZpeoUwCIawrOqufU/r//cfbWvCu/S5Pmi9EpVoBJ0Iq2yopySYBPpxF+tN/GiSAU46aauAFsn8jHKYlJp4knwlgmBK0eWBrsoWwNRFZJQXW5x4HtL3Pf4XTyz73YMYnwtwg40QnlEzydWWmVfDVYVyOlBVQU0RE0mMDVIvVmRIDPxqQ18HD1mc9Vld3WAITdPFLbxm0sMlnWGh4coVyQYKMeyb3Df3mPcv/8EnpWnVKliOxamHVMxYTQOuLjUZGiwSr7g4Lo2hqkpz0JByH7gK5jqSIuxZtD1QjAd8iNTDO3YxOTOsVSxqsCqqJx/OI/Vc4FVlVjfXcH3Owqspha0oloUZe/Z9PP+5kFfCSznW4KzTMMhjhIMNScM8gWb9nzAvX9zD43js7jtLqunZlhYmKEbx2y84AIuufY63HKZONaU36zAewF4JALZAvxOl4/86/MLr/r6t+9R0Eb+9L0rVZiVptFcXFPBZY6bY3V2hn/5279OvdvCLZTYsXMLo6NDmEnMwomTLJyaJZFjkzmhW4Qx1Dst2p5PqGkqSG76gu0MNkM6p8QbNqBoa+QjnW1+ng2azrOs4cYCLBPs0OPk9BQj77mRGgFLtSbz+48wc/o0ja4ohc/e0rF7VkHfvye1Ko3VZkOcmOiWxvBwiS3bN3LRxVfy8sEj7N2zRylWlQe0JoAroFqt8pYfe6tSe8t6IV6mnbU1nn16LwdOL6V+tz3gJRsPAvCUP7PVD0ZLW9fTlnVdbZwEsvbFAX63xdvf8w7Gd2yiubaqwKrcTENX7f2FYoF8Lq+AnMz/oOOpnwW0ptYHAv4CwiDCtR3y+aIChxIKJZYBtuuQLxZxnVwa8KTuSzAsg2MvzZAvb2Zo625qXR9HK2NbLpoZYjsaOTMn4mIKlSJrh1/msf0P0sVHa4fIf/fcdScvv/CCUubK55ZWe+URK2NfAgqlLd/QaHd9bnzHu/n5j/9jZk7PqBA33bUpVSpq8ydn/d/svXmUZVd55bnvfO+b48UckZHzJGWmUkMihCQQNmAM2C6XwRhwu/HUlG3sGtwud9nV1WW7y+1e1e22a+GysQtM28VkRiEQg4QklJKQkJQi53keYp7e/O7ca3/nvcyQQFXV+Ye6/7hvrSBDEW+497vnnOD+zv72duAYFqIglrAzhlVx5og1SxrDoBLWNJU3K9ejWCmhI2769NT1rJnqJFD2Av01q+9zzdfR8iXRQrGyeWb/k3j061+H5ZqyLvrdADTWljBDpLjz9ffgjW99u3g90+KE77e6uITZ6Rl0anUcPvASF/rratkfaP/vDTq1xos5iwKrXNMNHesmJ7A6ew3lSgXwSmg3a+h2WqKSZscGH1HKLgla6ag3e6UittOuvxb/Xyj7jKwCWQWyCmQVyCqQVSCrQFaBrAJZBbIK3FQFMrD6KmV7/qUL6C7P4m8+9lksGWXxQQ2NhBij14bJcBqlAOKNIG9a++FVfTUTAZICq1T09VqN18BHAbIwkaQRNm/djnf86D741RKMUhF2yUHq2RIutZxEcGHB7IaY4M18zsI1PcHVKMIKImmD3Wg6GIOGUiPFopvimaiOsu6iYrlItRB+EqNgWtjd0NF0U1yyNYxpBhhwk4uBjgRVJai2Yyw7OuYtYCjR4QgQVonVuUBB1VU9RkWzUQZQSGgTmkIPASsCYgNw6EdKJR2PlQCSvfwMlCEMIITQdAnOoqrKYMt1qiGm3x4FotRmsaxBDDPWxU8wZIgUW4apIE1MUXARqFDl1SaEiWJ4o0W0gwCRbUEvukgKFiJLg3utgePfvYJHn/kqTp56ApZuKohBRap4KKp2//51FFgh6dtM3FZ+iLzOcmyJLzCDgInQNQ67MJIIYbcr7cFRmmAi52BT3sKYl2I4Z2CkYKFQZlq4A83UYbtl1Ns6Hjt8HgcuzqMWWagMlTBWNjFIJWS3g3VOFwMDZYGPnmdD0wihqYBUQWlBHIr3pEEFKPmubsGpjmJ4yyasu2UKXiEH3XBgUPGl8fWWBOcwF0fFlCkfzL7KtA++FRTt2Tv0WoYpT+Z4Zq273UWEDI8SBTavbR9Ms4TKGkD5RarUeP6MUJXt4QTl3BywDFsAq5430Jnp4OmvPI36tQXo7S6CWl1CsQzXxdDkJAbHJ2HlCqISJ4BjSjwhbhy1pJU86LTw/j/86E0tfA9+69GXeaxK4BLb2nUd7ZUa2s2ueGR2Vpfxr3/vdzC/sgjdsjEwWMbG9VPKaqLVgt/uoDI0jGKxCIt2BWGMZqeNK9PTmJ6fhR4kiAwTjqUUfFTs6lS9awHuSGy83xzGM8ksnAQoxBpC3cLF2zbCXjeKpcVFrKy0sDizgpbfftk4vaF+5/x8uVq8D6ZMbi6kOqiILBVd3Lp7B+644054+SKOHD6CR771mPSM873iNMK2rVtw+527UVtdhpbEsBiGt1rDpbMXcLHWoiAchmWJ6lLGRBwLbLTp6UvFYS/A6Hr4Et+X84Xt+1qK977vPaiMVnHxwgXML8yjVC5hz55dcFwb8/NzCDtdtBt1abEndCNANC0Ttm3DdT35l8sJlaqeSw9WhluZ4kNM6O26ORknOcdB0SvKvAhNC7FZhm8MII6ogFRKTkujA3UqdhsW0+ttKqpN5OMYjbCGbhzDTXV89Sufw9//3V/KJhDnIGFvf3xzXeDGgs3NAwLCMML6rTvwL37391BvNtH2O4BtolAqi56foNOzXYTdUICzgNXel3jm9sA1x7mCq1xr+BUh5Jxbs07JnOUaJT+LESVdtLs1dLoN+GEXHb8uSvLZ6QYuX5yFZflYWFjAzIV5pL5SvZqeh7f9xLuw49bbxEvbMlIsLSzgyccel+t795378MRjj2NlZUnJXF/h5dvDoD2Y2vPj5rGD72WiFXRRLOcRd9rwaf9Ajqrxs7krc+Nvp/h3y5rbn8prTWVSdDvNm5rj2YuyCmQVyCqQVSCrQFaBrAJZBbIKZBXIKvBaVCADq69S5QMvXcT0pVP467/9CpJyFVqYItITaUEWpVKvFXRtS6QETPUeon7rfUnLrKgpbwAQuZGkP6KuI6ASKwqkVZPwoFQpw60UUB4ooTpYwcDQEKpDIygWShgdLiOygY6dIrQ0gY5yz83AljDAcGCjVtBxGoGoTHMwUUt91LUEI4aNu1sGzngRpi1dQIOvx6gmGmItwngKbI4M1FwDJ6NAPFlNKq4SwNJTVBo+As/CBSNCVbORY3u3eASmyPsxQsNE3QgxDh0FzYQbqjqZkpKVwo0haiqGadX1CG6igrH4+kBPVYo1fQNNg0+8bi5AeMDbdfFflO5jBe6oXmPt2CJLONtpdwXoEkij4sKnR+t0B8cPncY3vv1FXJo+CJOALyIs7Io6dq3CktdIvFZ5/x8EkizeCTrS+m/CFQ9AQl22exP4Rt0AUbcDUtc0DhCmhniAjropdg472DrsoaJpcDwTOQY0mVQ5G7BMD4lm4ko9wVPHryKNQty5cQQl+GjUatL2T6WqZQGOzabdnl+pY4hyl96IBLkMGKLCLbVs2KVBDG/Ziqlbt8KruAqq6jYMjcDLFrAqFqIcc6A9AIGaoLDrUFm+6XnWynjtqc8kfCeJ0O3Oi/9sP+RLoHlfYdZLTb+haFPvK8CS2wc9pSqhC3/mOgVcO3oRB79zAH69Ddsw4BiE+wTINgzHgVssS8u2WBnweMU4g0DbR9gl1Gzi5//dx25qnXzwm4+8IrzKkPlnMIW83kSj1oRr2ogDH3/0B7+P8xfPw/BcgcWjoyPYvHkz1m+YwtDwEEqlQRlHouDs+S0TYh0/cgQvvvC8jEvXccUDuN3xe6nwEQbTBL9mTeKks4K20cVIM4EflXH2lgHohQJWay1cuzaL2Ofak0oY0Q9//CBYVc/jGkP4F8M0NezYuQ07d26Dm6MK2saRQ8fx0oFjSg2pRXjd3Xdh86Yp1FaWsLq8BEczsLq4gtWlFTQ1qk8T8Vnl+kd1qWwWcZxZyvJEBb7R11VZKtCPl4ccBRGiOMCeXbfgfe9/L3LFEo4eOyo2AYNDA2g0a6ivrohdAIP01NqoSXI9v6dC1BK/arazmwJQc1S45vMoFPLye/5c4uyovoeGfKEE3StDc8pIzCISjddObYpRJS/KW8uQ9ZYPAlMqT5OE3QU6PKeMNAjwv/z+b+D57z0q6nGejAT1cbNJoCoDrqj+VNCV67vjFfChX/8whsbGUWu34BWLcHM5uRYEpgUvhzgIEUaRbNqIWlUsNWIYUBtxnDEEq6wlwStfG0aBbC71/+5QUczrQDV3EC7jzKWXUGvPAppSuBLc+mEAS5tA0HVRb55DbXEZ184vI2p2gURHrlzG23/6Z7Bp83bkvTzOHT+I/d95EhfOnIZlmhgcHJZOBHrCUgm7Vkm61mdc/Z1TqmXx15XvdbTadfFj5thTdjj6DR/gvl1If0z3fGN/2PjutDOwelOLXPairAJZBbIKZBXIKpBVIKtAVoGsAlkFXpMKZGD1Vcp86OBFfP/FZ/GZLz4JY3AIRpSKnycDpKimWgtW+29BJtRX//Wh6tq3X5ve3QdSN36v2uAJ9ngDmkQmOt2WtH3TM5R6T9v2MFQpoFQdwPDkONZtWI/JqXUYYKt5MYeczZAroJ0HZiwg0uWdBGCukr10utjmGzifS3AZCeYiA5qtowodOUTY7gMbdQvHTA2P1GrQ9QQT5TK2QEdVA8q1LmoVBzWkKKds05WuUrGWpV/rqqNjTosxmKbI0bc1BopxAjsBLrohcqmFiUhHgWFbGuC1Y4GzoaYCtPREecEaKp8FiakjkjNXKlcCxoQ/6YEXUV/2WvWjgLaIGsJAeRFaHpOxExy92sDhE6fw4Ff/M1YbV5TqDCbiqPMyqNhPWee/VIdtGa1g4+gA4jTA9MIyrlxbQL3WgqbT35KgI0FMsNv1Bfbp9BrVTSRRBDtpY13ZwJbxCqZsHR6/rASua8CyTOi2hYrjQLfLmGnEOHvyJHJpgPVjY2i2ffhGDMclTCTIUenkAihtiGemaVviPUmtMlV7muXAyJcxsmUrNu7ZAXcgL4FPVKsKWKVilVRVYCoVh8p/tQ8BFSjtjWmhrT2lcQ/OESLHsY9usCxguQ9U+br+OKbS9JVjmm9FdaYcuyTF26Jmy9PGYE7HkWdfwJVTZ3vemJ6oEE3ZtNCRmibsXAGWgFWiJqqlQ3BE0AuSSeVJ5OO9//Zvbmqh/OLD37ju56jsANg6rqwAaDGwulQTdbOlA3/2f/4JXjzwIhKT6eUp7rnvHrznve+B4zriv9mqNyQEqg9W++3inmPj8MHD+MbDX0fXD8UbtzxQxSpT5QMfnpni3XEFSTHGuUILU4mJYEHHc04ApzqIWtPHar0lkIvKalpR/LAHgdYr26fVWsNrqgA6bQa2bd+CrVs3wrR1WJYLzy3i249+B5cuXUJloIQ3vvkBLC3OwiLIazXF/5LjbN369WhHBhYWl3D50hWYto3q4KAkyHe7gWo977WuKwsA1lF5A1OlK5sQ3DjSErz3ve/B6+6+Bx2/Ix7BV6ev9BSJKVzLVGFWQaD8W3ut4gJWTVdO3fFceLmCqIlNy4Zl8l8DAfGkZsAwC3DtQQwOjsPOF5FaLmLYMm9lTU64hqsuA8LVfjeBjIEkhWVz00WDnjoS3vXb//TnMTtzSkLLZNOldw34XjwuttZTGUxfUsd2we2gN//oW/DGH/lRNP0uitUqNEPZpPDcyjymOIYfBAJWpXY9sJqEymOUoVOyncLNI/qwyt8FejurNe6HMwAAIABJREFUcCoJguv9nt+HYRtPPvMIDKcL3aZ6voE4deS5RlpFHBpoNM7B4kCIXfjNAN8/cAzloXX4R+95P7Zs245vPPRV7H/kYcRhANc2KcgWNa549NKGRYLSboSk9ddgwm5l/aCgqgBWKo1NE7X6kngycxz0Nxf79euP1+sbMRlYval1LHtRVoGsAlkFsgpkFcgqkFUgq0BWgawC/99XIAOrr3INjhy8gEce+Qa++eRx2OUB8R+lOpStpJLY07vB7cMkUVj11Uy9G9C+qmctUH25R516H6ql2O7Jm+d+KEsaMcDEv/6e0kUJQ9re2YYeSiI1lYy6pJdbpRLKA4MYGaxiaLCKUrWMwcEqCpUi3KILrWzD1W2scxwsugZWGP5kxNB0A7GmfPkmWgmKroNLNnCKXqJxhJyhY4NhoeKHmIwtPOkQoSUo8nxFKJdiMNKwzU9xwklFRcnQLN5cE9AwzTuf6jjlRKJIHaSlAb0n4wgW3yBOUTcSDMESZSxVtm6oPAHEX5H+rrQDkKAXAkalSLvejivt65KrLSCg34JOs0t+3nPna3jpxGE8+JW/RZK2BNawxnHE4Jcbist+EA8hRhB18eNv2IM7t4+jXMwhMXM4fuocaktLCKMQK7UW5haWMT09IxC3vlJDFGnoBlT+mdDpaZuEGB4oYe+whUrOQU6PULQ1FPKWQF/PMqCbDlLDE5VqfXFZgKJp5wXmEqyaJiEQ1bEM7UmgWzpsx4FmGQhpU5AkcBl05LhILBdDm7dg25174A0V5Tr0FauabgswZD0Nw4NtlWEaxeudvRyTfUgKjfLnfjBSLP6KVIgGYQfdYEkUqzeUqmtUbPS67SWX95Pd+mCVbeKELozMoQfmynINF751AZ2VZehRF2EagfJcgThUA4shgAbToXdmToCkSmn3kSYh0tgHEno0+vjZP/jETa2iX/ja118WXiXwlopVBjN1A6wsroIeyJ5t4hMf/yge+fajsHJ5dAMfGzZtxM++/72wHEva7F2Ndh6Ez7GMz35yO31hOUVOnTyNb3/7MczOzeHOe16He++7H8ePnsKlI4ewc66NgTTE8WoH5bwFu53HsytL0Jwc2r5q9aZKPmZFXk2w2tN299eWG9YOCo4plWUiitXNm9fD9RxRf5Nbzs8t4YUXDiCX87Br161YWl5A1GkJ4PY8B+MbNsi1WZhfkeu2sroK03JE2dxqd1Wrf1+pS5MJUSwqtT4tRFhX2YAIu3BtC7fcuh3vetdPoFAsotVt4ujxI2g16mIrIdlKPSWj57pwLNpHKKuCiOp2XUM+X5TNBPrfOpwLuiXqb688hOLAOJx8Faap7CPof0orBBWoRAsG9cWrwvckGFUbZISYVNpyjMYwLQtGauPi6dP4V7/zK4iCebHRoAWIZbF2aiNC+VYriCigVbxgU+zbdzfe/pM/hU6coDhYgU4gT89sACVaW6QpglApSrnu0ppE1MUJVa8aLM4V8S6mhys7Etjqr8BqH1D2n0N7hmajLQrgO/btQbM1i9n5i1hoXEOj2UTOGcDK4grSeBG6rCMW4gA4/OIpjE9tx/t+4Zex/6mn8MwTT4B4moCYx6f+vpky9+hf+8oNQ+VHrECq+humgqbUJgrHXYRabRWd7g2wuhb+/3CwqtwGXrl/0Gk3bmqOZy/KKpBVIKtAVoGsAlkFsgpkFcgqkFUgq8BrUYEMrL5KlY8fPIe//9Rn8PzxBTjFgoQUxexmNKic63nCrfGceyVYfaU6de3H3AAg/fe5AQSltZsJ4ZIAvSZ9Wlp6AcO1BPhQXcXWUt5oMwGbafX8Wa8ZWW7GE9MUeMAwo1zZw0CugNHqCFyGxQwXMVweQLGQhzNQglXOoapZsHIGVq0UHUsXe4EgTmFrOnJ+hHWpiWecBB2iVV1DV1N+pOsCE7sSA087IXwtRZnoIiQkAEagoZwAl+wE+cREjjfOGkN6+N8aVvUUK0aCMn00Uw12nCCPFD4SdAi2YGAg1WETMMUpzK5S9NK3U8FAQapIQ+XvKUEvVGCGicCMZ06v4pnvP4lvP/pZUBBHtRghibxUu6Gy7AMLAbNxGz/7Y3fjji3DAgsS08PFq9MoWAoyGpYrytLpmRlUqwOYvjaLE6cv49q1OQEXjaaPMKQHJTDh+pikh2rBQcUBBoo2SkVPwqikbZbQkQAoTLFab0v7t+vocBhoZfEaK+Ua1YMGlYa0AiCEodpOPC9NOK4r3pzFyXXY8fo7URobAEwLpulAZ9Y4VWRiQ0FlXRGuU4VhjChrACHYvdAxEaQROIc9wMXRFCIIW+h0a+h25wT+/5fAan+jQcCMABcVVqWComy4Tg6PP/4EZh+ZxobRERQ8A+2og4AwBjpcg0CMGmA6ArgCsmTzgEcaURXahZEquBqHHXzgT/7hptbJz3/14etWAP2ALap4CQVjP8TSwrKEqeUcC1/+4mfxuS98Hk4urzxkDV1Uq1Mb18N1HYH/Eq4ldezDL6UU7fuCHj16BE89/TRdGfAz730PJtdvR2d+ETNHjmP1wGGcCRfgldiWnsPleg1p6iAIUvED1bnpQsC21nryZWf9ciuA/qYPYSXVrNy4oTfu5Lpx7NixBeVKSc690w5Qb7Rw5sxZzM3NwyOkN3UE7TYKnoMNGzfALRTEb5QLy8ryKurNFqI4hR8otaWsZbLhpNrYCX8J8SUUSzZCDAkCo2I17znYtHkDbr9tL7Zt3y7j+fCRQ5ibm1Z2F9R+i22BiZznwe75tsqoTDTxWWUIEqEqrS4sy0Zo2Bid2IKh4a1IzSLCmO/EccvPplJVtdbLf4vnLwO2aI9B64bweoCZrBmJLkFxvJa2ZuOFp5/GH/6bDyPn+nKuPkME6ZPqFRB22xJeZ3Gd5Dkb3DRwkUYR7r//PrztJ38ay802itUKvHweYRhJbYoM6NL0G2CV7f6iLObxKTWqzQArqvZ7GxVc22kdwLWW1gAyr2QR4wt08as9fvwYfuRHflTWPoLuRjCH1dUGpqfncPrkMXRbC2JBwL8R/Jwr52cwtm4z1m/ajEOHD4q/LTcJUv6RE/sBFZZHmwfbUYrV/rjqz3EBoD0P5v7v1J9EWiWoYDuet4KoNwLubrxe/f2TB2t43fzl5SGIWXjVTS1x2YuyCmQVyCqQVSCrQFaBrAJZBbIKZBV4jSqQgdVXKfTh54/hz/7ir3F+yYCX92BohJymqDvpqXcDXig/wD5YvXGDqSjIDwOsN1Sr6ia5789IlY+kQmu6pL3zXlZUXwahjSaeorZnSGutamFVKi6l7qRKMpWwFMKMhOCDvoGJBp836YkP+BF8+lXG/NwAvp2HA1PCjvLVEoYHBjA8UkGFateRYRSHB1HMF2Gx/dYyMWDomMkBoZEipIouAbpIMeRrGLA1nE5TTBsx9BhYDmOELvDW2IalJXjOCMBPK6QaKtBQ0IDBdop5m6o8Da6poUVoRQ/LiCrWVGwFCIZoO+AhQcnXYFypodX04bk5eC69IlNp03WpjCM0JaATRRnQ7nTx5NElfPOpL+L7B74lLbZaqnwL2ZLO0LC1Hqu8LoQSOd3HL/zjN2P3lmEsLddRb0VYWlnEaNWVwKRipYplBhy125icGEOj3sDpc1exNDcv4PDqtQW0feDqzALKroWibWC06KBsJhhwNAwUCBhd2JYlbbeEP7phodPpYmZ6FmGSoljIwXYYmqU8FgmdUi1WoFegoyOt/amuCVhN6UtaHcK2fXsxvGVS1J6GQbDa8z8UMEJVXQWeMwzNHOrxjD7cUJpoGW/Xxy0tKLrwA57rCjrtSzLubviyvlyxuhaY9PDKDW9VBleZNhwnh/379+PoPxzGumoVUxNjMB0DjdBHvdGAQ1sDpswTxNoODEOpCkVFF3UEporXauIjClv47/+Ph25qqfzcQ197uWKVYJBfHEBRguWFFYHZBIzfeeyb+NjH/0YguGEamNqwHuumJjE2PgYqK5Xi93ryzo3jkTwfDYZmoN1p4+Tpo1hYncGOXTswOr4DBTcPO5fH8e98F8+98BxC+vRSBaik7zwMAasIY5X/9kPP9AfDq/g0pZzlGmIin8+h223Bsg3s3r0TE5PjsuES+BFWVlZx7doMzp47L5s5EjKna1g/NY7bbtuDpeUVUYkymGlmZg6LS8sIaIPBTR4qMcUUWXkA8z37Lexco6g7FgVjqomPaj7nYteuncg5Hvbu3SNWJleuXcbp0ycQBl3ZHOJ5y2aQbQvk7r9vYtjI5wsoFEsKVvfW3OLErRgZ24Iodpl3J+PNNBMJfqLCX1SvvSA2BiqJIjnmsRuora5IgBY/j/M+ClPuRwhYdAwXz+3/Dv7kD/8ZPM9HGOuwnBwqQ2MYn5jEytwsrlw6D4MKbyrBTRvFXEHOY+fWLXjvB38ZS+2O2LYUyiVEYYgkSsUKgJslVKxyQ4zhVFSsrgWrDLki/JRHT7FOsMtj7NLjOYokwItq9ihtY3FhBSdPnMMDb3xAwDTrHlJRq+dw/OQJVMoeEIdYXVoVKxIGqX3y7/4OpYEyoiTA9JXLAtWThECXfyzUhhkM+tA6MHoBf7LB07N9UHYhqkugr1BXiVs9/3EL8Lx87+8WjbH5d/KG5PqHKVb7YHWt8prXv9Vcvak5nr0oq0BWgawCWQWyCmQVyCqQVSCrQFaBrAKvRQUysPoqVX72ie/h3//5X2E1HVKts1EHluFKgJUmPqgKiF73++xZAfTfrg9bXw2uKvDUS1BPVYjJDd/WRAXKUFYpUcl8JhPRUzipjZTWAVQ5EawRkrJllBA1AhJbQ2yosJDYBIxOCM024JjMNYnRtG1UdAdp1ELb8GF0U+ixhU6QoOlH0OhR2o0QuCYSz8Y4vTtHBzE0PoTRsRFMjaxDebCE4kABA5UcooqJkqZjQDNwyGL7P+RrKQZaRorNVJKmGi7amkDYq1qAiVTHDs2CEQEHTR9+mCBvebARYyzVMBHo6FgQX1ieeU48V1N4HaB1ZAHzc6sCjOjZSFXnunVjCNMO2q06yrkc8p4Hw3JEXffsqRU8+M2P4/K552GCITup+NbS+5Ngtf/o38yHYYixoolf/sCPY9NEGVevzqHtJ1hZXUAxZ2F5cQHjE1NYXFpCu92E51go5guo1RpYmp1GGgW4ePkqYli4OruM9Zt3wW/UUWCXcXMFhcTH5ACDdzxYjgHblCZ3UaJSLVZbrmG51kEu58DzVCgQlbf0NtWplpb+ekPS2XWL3psQRZnh5BHni5jauxMbdm+X0JwUBF03wCohtWUOwHNGkZql60BQnfuN9l/WRgX09AC8v4Jmax5+5+J/E1jtA1YqcXmdlBWAJR9RKJTQarXxzY88jNlzF7Fj4xaMTI6iE/moN+sQn0nbgkkPTfrQavS0pdqPqkmqVNtA6sPgDIi6+OCffu2m1skfAKs9KwDBz6kmYDXsBigXPDz/3NP4yEf+XHxpqXi8bfdubNy0Saw2ms2meGX2PSg5j7k5wutGK40w4IYMQWeCensJ04uXcPXaFQwWNmFybB3sXBFhN8LBQ4exXFtBEEQoGiZz3hHoDOvSkYSSTteLEvvB02WN14Ld/rFQJUhOVi6XEARdNJp17Nq1DRs2rkelUpHXEMoRnp44eRoBg6mYTG8b2Hv7bahUSlheWMbw4LAoJqdnZ7C0tAqNoV7Stm4gZrBZ6Pc2NehNKgxN6hEloXihUgBJxayhAbft3SVK4LvuugObtmzBamMFhw69hIW5GVi2CqFi/WybgVXqewGthbIoVemrKoFTVKIaJoY2PSAhVZy3ojymx6tmIOyG8tpCPi/HpDxfbbFA4FDkc6enpzE8PIxcLidrAUEzu/Bty0DsJwJW//zf/0sYeguxZmPfPfdj5547cPniZaRBF2dOHMfCzEXYniuwtlwoyjg1EOP9v/wh+JqBkckJVIcGZT3vtjoYLA/A1E2ppwKrkfioEqxyHae9Qd71EPkBGo26+PEyCI21GJ+cgFvIC/Dnc7khEyc65uav4Py5E7j//jciCjTE9M62fLQ6ES5euoTtOzaL+tfSbKTgfErw7/7g91EeymN4ooqZa5dQX15Ft6a8XKUTQgNGRsawfeet+N7T+2X96f+96/9NU5uGymqCD1G8ildzgkK5ANfJw/dj2RAUga0EWKnHD4JVFdjV/x0HO68Z51GjvnxTczx7UVaBrAJZBbIKZBXIKpBVIKtAVoGsAlkFXosKZGD1Var8rU9/FX/8ic/DKg/LjXCS8qZdqQfXitN4gy5wtQdJ5abTeHnQR/851Jz1Q5LEo47QJIkoDILfaYmXXRJTqUaMqNOSEhEDe5g4HacwEk0gKdVjol+jqi0OJc1cefIBjuOJAlSUhTpvcqnKVB6ADCYhpGCzrIRk9UJvCCB4HLz5p3KJ3n88U4bI8EvCVrq+gIxE8+Q98rkCBqv0cx0RcDM4OCQgplItolTxkC848AgHXRPswe9YJloW9Y9KJWrBFE/Vy7GPWapcDQvDqYnRGNL6fwwBVixgADbY/E5MOFhPUDu6gFaDsNYWL1BNb2Pz1jFcuLCK5aUlpKaLOGyh7KWojI/hwJmL+NRn/xJBsKT6/6kwk5ZjauuUlQAtFwh/GQkTRyk0o4PX7dmKzetHUMrnJShmZXYaY6MOrly9hG237MHs7AKa9SaWl+dx1513YXpmHs16QwD8zMxlNFa6WJzrYmpqHCtLi/BTE2cuz2O0kMPdk3kMO0wud2C7lP5SjUkFLb0XfTTaXblerute9+xU4F15ePJ6M7BH1KtUmFoWvHwBuuehMDKKqd23YnzHdsSmco3kdTYZYJWa0J0BGLlhRkj1PGn7gTwEqWyTVj6PHPPSRJ2GaHdnUGteQRjMrQEiN/xpVUvyjf++EfBjwDTY3q6CftQmhI5yuYzFsxG+8H99FOHMMnbuuRV2pSCBPhEiuJ4rMJbCTTXGI6SRDy1qI427SBMmlYUCsX/5zx+/qXXyc199SHlE0lOyp4xUvpEq5KuxvAq/7gvMW5i+gP/t3/xrNJIIWysF3HvnXdAnRrAShvD8ALEYL7/8IcFu0pat6kv9JtWJbI0+evQY5uaWsXnzBngFR+wOut0Ex0+cEXiswrQ0FItF1Go1BdK4ifLKz7juhcnPp1JQ+TVznvIaBoEvr6Bi1fNczM3NYXBwEFu3bUSpnJegt0iUkAnOnjuH2Zl52LqBkZFhbNg4IWCvUilLy30QppidWUCr1VU+z3xdrIKpeKF4ffubQ/xMsX4QWxN6mOrwu13xUL1j723Ysm0zcrkCxscn5DyPHj2M02eOo1TKiaq2H4Tkejm4bk5AqpOzYVlFuDZhO2ueh1HcADM3hnyhRNdUNVeiSNZBDh3WT1kSQMZhfxOM3rF+GGNhcQUjgyPIl4u4OjeDrt/G+uERFCwL3Y6P48dP4U/+6J8B4VW+Aya3bsed970RszOzOHfkKFZnZmR9Tu0EjlYQC4Gq1sFIdRRTe18Ht1TG1h3bMTo+Jv6oBKn5XB6e4cj62vY78KlkFTipiw3K5UsXcezIIZw6dlS8Z/1uW+bpQKWKiYkp3LJrNzZu24Z8uSwbaxyvV6encfHcObzl/jeJMjrh3x/LxurKKqavXcOO7dt6nQ09NakB/NVf/kes1uax6/atML0I3W4dy1frWJxfESAbdUOMTmzDzj33Yv83Pw2rE6BpGXA5hvWQUYqyXtKzlosMg/Ycx4Tr2kolbNloNltoNLqinOcVoZI2Tbjp19vEEcCq1M7XOwd6umzpxuh5uNZXZm9qjmcvyiqQVSCrQFaBrAJZBbIKZBXIKpBVIKvAa1GBDKy+SpX//j/83/joVx5DbmgUBlPKefeoKZ88hVHVo+89J9/z5pGtkJLCreBq/2ZePfuGMlCeL29DUMvgqgSmtD2rhG96W/J/2XppkkhEVEIBmkvvxaCXDs3fE7apf3lcBKsEJQJwhbcy9EbBjTiKYZmENoSwcjt/HXz01UZUTPFmX4Eh5XtIFRifT8AhKqtQ+fjxi+2tcnNsEgISsNjI5fLIFwooFmkvUMZgtYTy4ABKQyUUy0WUi0UUcnkUSw58Jms7QKgKK2pXL9FxVUvR1KjQVW5/VU1DeTnE7LFZBB3Wji3YAWwnwvqNIzh7cglhp4MIJrqdOoarHsyBCp46dAhfevBvEcc11U6usdaSly1QlbUQr1bxNAT8boSxaozRagFRIBgYrXaAsNXC+NigJNoTDDYbqxgmRM6ZmJgYx+Ur83BtG436Imori5i+PId2I8bQUAW1Rh21LnDgxGV40LBvQxU7h/MouoDnqCAuJIacvx/64mHJMdCHQjdCX3i87NClio/gimAV0EwdNlW6tovC0AiGNmzE+JYtGBwfRyIFZKI5g4UcWE4VmjMEDZ4ooPtJ5xyr130UeR3Zakzlahqg2ZlGo3UVUbjwXwWrfeWkvJ94bfY8UiUt3JDxQQuFy48v4+RzL2Lm7Bk4nomJ7etg5ggZLbFJEDVcT8LG8UgLAD1uK+Vqqnxgk8jH//CRJ29qnfyHh76ivF8ZvkNA1Qtc4maHZumoL66gvdKCl8ujvjSD//DHf4iSZ2Df9m2wiwUscHvCduFwjq9BnvyegFxgau9fAcMcbQyMihNcm57B0aMnUSx6mNo4Jdchly/jxMmzqC0vwLaUUrlarWJ1dVXqxf9+5eMGwFabO3yIR6etQp+o4uT1LRYLoq69fPmyjN+p9eOwbVOUw7ppolyuoF5v4vix43AtB7t274Sm9QKaetYk9HvlZgLBahD2FPbcmOj5bPK69R/87H6gk/iCcj0R+40Ud7/+dXj96+9WUXw9X9Z6vYbvfvcpuJ4lth58vePmkMsX4Ll5OWbNJHxzpP09TUMEcFEY3g7TG5ZNGQJLrlG0AeHiJapXKl2peta5YaI2JVgbV9fR1oDF1QbGh8dx+vIFfOaRrwqof+sb3oT79t4GBCHOHjuFP/3j30XoX0XEOWE6KOQK8H0fvt+WoKuIgXxOXmwRKjbgdev46V/6NYzvuQunz59HrlDA8OgIya5cx2KhiKJBYxOOFHrVBjL++O+jDz+IF7/3HJYXF2HqgGVocExD1pWR4VFR/67UGhgYHsE999+PqY0b0O4GmF6Yx7WrV3DHrbsFpgcpgTnzFiMszM1h3eQkbKrbU6V8pxr4S19+EEsLs5jaNI7p6YsoVT1MjJRlPjRbTXSCEKY1gKkNe3Do2UelG6JpAAWqWVOqgV2xp9A0dfy8/h7nA3cJkwT1Vozpawuo1TrKEkDMibk5pP6uKKWrCh5U45brnxrHtP/o/57jt1mbv6k5nr0oq0BWgawCWQWyCmQVyCqQVSCrQFaBrAKvRQUysPoqVf6j3/3f8fALx1EaGZNUesIpKm5UZPEP+qcKSFoDVl8GqnqAdW3bpNxMStANgaiyASA0aNRrKlRIgofo+UhlIoErw1jYzmqIPx9VizdUPrxtVSnptuX1bqqVHydJnPoMlTIt/oSEHWu8Mvk+cUIlKT0KTWltlkioJJH2Xb6OalZCCvHfk6RxwYHX4ZxF79UwUgqsmGpX1YacsreWvq6aLmnXnuuIkqxQLGBo3SSGygMYHRrCYGUAlYEBlMplVCo2opyF2GJmTgpfA0qErvNdXD4xD7/NllWmmvuoDLiYmBzCiRNzMAhMNRPtTgPjEwOoaRqe+O7TeOyJL7APH7okhMcKQifEtSqNW3l4KhBBn9Ofe/MWvOmN96LT7WK17eP7B4+gWVuGCROdToSZ+UUsrdZFCegwaMp10Ql8jI0MolRQnoTXLl6Fnjoo2V00uwGW2joOnLyKJEgwljdw94YKJksmSi5giepZtfXzOhOMK7/Yl6cVUWnM68gxYNqEq/RANEWhJhdPNzEwNoFSdQh2vojhiQlUt4zDrQwgEGGZA8cdgUGwqrlyfdeqDAXz99q4CeAJVpF20excQ715FWm88v8KrKqgILbF0wrAFtUgweq3H30CwVMdCehaWZzDxQunERgRpm7ZjOGBKlyOM3oyEnxzTyEkzO+KxyoVcikVxlStpiH+yV8+fVPr5Ge/8qBAJJVironKfK1itbVaR2u5Ia3nadDCg3/7UYyYXYwNjmKGfpUMW3PzMr49wkdeQ46uXtCQgE6KX2nbESmYz3kbBgFq9QaOHD6BMOpicmoSju2gWCpjYXEVF8+dlZAmvj6fozdqV0DeK8OD1LVSMPWGIl6BVZmnUOOZ44iK8snJCZw8eVLm/+TkmLS+1+t1uR6lckV+fu7sObBbe9++veh0m6KQ5kdQPRzFGq5dnRUAG4YKUtLXWew36bfaU9n2j1N8S8NYVKpKa5sI6B0cHsaOnTswOjoqx1cdGMDQyCCOHz+OM6dPolRSkJKfSbUqVds8Rsd1ECX0mQ7hdzuAU8Guu98KGEWZLwMDA+JdSmU9LQ28XE4+j9CY6kdZ+xz6r5qwUw3tFJhvt/DS2dN4/HvfxUqnCboX25GO7eNj+MA/+klMFKr4n//5r+PyxRdg0n2ASsueBy3XJc2yEKYpSrGJ4XIOr9swinzOxr0//yEUxzfg6JHD1GgKWM3l8+KPSsVt1StJcFa73cHyyrKomvc/tR+Pfu1LMp9tQ5fQtGKeAV4GLKqXc7QPKYqFwNziMiJNQ2VoEI0gQq5UkJ9TZc31OqKPNCAdBVyj6rWaqEjpKdvtct45WFqsoTo8LJ6wF8+fg6aFyOVtrFs/hqkNowi5YWeUMTi0DScPPQLPs+CnidSOq2g35Maajjgggw7lZ2kUih8wGzuMYh611QCrq21YtMawDGV5II0Wal1T47fvHCzJXQLFqXBVSmeg1Woi6NRuao5nL8oqkFUgq0BWgawCWQWyCmQVyCqQVSCrwGtRgQysvkqVf/UD/xxH5+soVAehUe3ElmZdwcm1wOs63BCFnkpOVtkzqr1xLfhQ6pwbr6f3H4Em70QDvwE9bWEc/xbMAAAgAElEQVTdOKOdYsyvBkjCGO0mE7U1mF4RuWJZwb92R0Anb0SlrZ5t1nEiEJYp5WwRTaIEYZSoABhd+TwSMLBVuB9CIh6uPZWbBGdZqm2WqlQBrWugTV8Jx/dVCk8FdcTHkUEptiMKPVG58u6eHe5iN9ADP2EsLc08/iChr2CE1GcYkAnD1GHaloTkEBJUqlUBrWMjoxgYHcHg2DA2lgcxpDmIQ7aIMtEb8P0OXI/nbODAsfOwJHxKQ7Oxgi3b12OmE+Dhx76OAwcegaH50oYqKjMef0rllTp/uYYJ6xUgjkN86KfuxK6dOwSWwXRx/MQRDOYJpKrwwwgnz17BlZklFIpVNNst8ak8dvoCgqAFPQ0lOEyLNbzuzn3QWtNoBMDVpQBHz80L/KTkdnvVxm2TZYzldZhIxDNVGIPA9pcrSfvXSFkZaGIDIFDVNhQol3wjejamGBwaRaFcRtcPkS8WMLprG6Z27YIzUEUCS8CqZVLlp+DFWrCqvmfgEpWcTB5nUFobzc5lNNvXkMaEbQpE95VmqnY3rAD6ilWlAFXBSlT6afTU1VV41be++S109y+KeplekkuLizh4/CiQd7Dvzt0YrJZ7QD9CEkc9D89AAVUC/7grylWGWP3GXz97U+vkZx78MgydbefKT1YU5qJcZV+zBr/RRmOxJkjQ0RM89cVPwV66ALc8ihlDQ4dhYbqNxLJgi98n30sXwMWW/74CVjYtUgUVgyCU8c/2/uPHToNKTS/vYHx8HJbjwHZcnDp+Ss3POBbV8CtDsV4J2/ut9v3nERwSnPG/CWT5fLb/T01N4tChQ3KcGzZOIYp88e6k5y2fzzVkcXFRYNzevbtx+vRJ1e4vbf/c9LExN7eIZqt7fWNFJb2ra7xWnd+Hu912F6YGVEoFJIjQ8SOMTUzIhgVbxqnIvf322+X4CHn3738SzVYdrVZLoCM3apRtBxD6XfCKiyI10XDrvvvxgV/95whi5cUq9hILi6JSpWK+1WhCMy35uTo2yM95Tnk7j6U0wJee+Q72H3pRugK48ZPSDsVPoQcdjOccfOj9H0TSrON//f3fgBWsyNTl2hYzSJB+1px4RgInNrBzrIQPPPB6jN9+B+xb7kbYCfG9Z57E/Pw8ytUKLHrNysYIMHPpKq5duybXmNdreXkZly+cl2PnVz7vYnigApcbKKYGh0pbQ0fQDZFyM4CvqdWxUq/j9jfcB6uYR7PdxMZ162EbCmDKFkyaYmVlBYMDVfGNDXwfYeAjny/h4KHjmJlbQqtWw+XLF6UrgH65e2+/FW99+wMIog46oY0gyOHQC0+iUnQwXqng8IkTmF1aUZs/AVDwimIJQZscLfIRdJrwbBtx0YbfMeF3U5gOvWDVuEnSQDaGJOjM6AWVuQypU2MoDBN0Wj46nUCFMCYpmqtLNzXHsxdlFcgqkFUgq0BWgawCWQWyCmQVyCqQVeC1qEAGVl+lyu982y+gbpdgei6sKITO1sde6z5BQv9x3TNVPOF6XnE9sNp/Th86kJz1rQEEkCSq3TsIm4jDVYwPWviNX303cg4TqzuIAl8AQye0cODIBXzv4CmUiyZ27dolysrVlRX4QQjfZ7u2jiDlnX+MTqcjykbRFmk6XFPZE4hyUNMF9EgrLmHC9bblGI5jK5UboWevvbn/e1HLMqxG2tR7KiMJXVGA1bAY4MIW4UiUbGSSAntEBUtAR+0WeSbBRCwqp5LpIUxj+EmoVLIEo3HKU5DYJambbcCiytXNoVocwNDgKIaGhjFYHRT/x6HBsgQ9FdOCtKEGsS4QZny0gpdOX8RnH/oMzpx/HroWApFq/4+lldxUUJs/IQymv2nQlXbkD/7EXSjlC2i0Omj7EbrtGjaMlRClAYrlASwtt1BfbWDDuvUo5DxpqT5x9jwoFKRtw8piAxfOn8eWLRtRm5tGN7Zx7Nw8Tl2YAQwXaRQhZ/jYO1nFjkG2k4ewHQsmPSKDQEASoQuPa63VhEk/VV6HnlpVXVOCVuVHyutqO44AJKr36JfrDI1iw747MXrrToRw4TpDsKwRFSbVe6xVkKWp0heKZyXfM6qj0VZgFUnnvwms9jcVeKyW2WvrT3k9CcFzaDWbeO4zT6A1v4oCLSQMC80gwOz8AgpFGwMDZXi2JV6qMe0Ywq6Mn0T8GpQnrpZGdCjGb37suZtaJz/7pS8ptar4kSqoo/7VYTom/FYLKzMrAnZyjoYXv/ZFxDNn0HDLmOOwttlqboufsXia9sCq6NklJZ7BS4Ya01Ekc1Sga0SlaAPnzpwXoJZqDF+bhE1vSteF3w4FxnEOC5QNVTDW2sfLFX83QvT4HAYxEVqpdnWldGVA0+bNG3HkyBH52aZNGwTyXbp0CeVSGTmP9iEBlpaWsGv3bgwPV3Hx4nl4Xk7OjV6Zy0t1CWhLEo4PquCV528f+suxrlFZ8zhKuQo6zRpGhioCxC9em8bA8Ki0xHP527p1M/bs2Y0BqpTdPJ5//nt49rmn0ai3rkf79W1XuEFEP2EJR0os/NR7fxH3v/2n0enGYh3RqNfRbrXFEoDrWjfgXK1cX2+pXKXylQrYZT/BV158Gs+dPCwKV118WUO1YZQaMLmBVl/GYL6KoUoV505/H+H0WZipDy3kutwFt0P4XIbhWYjx1t1bce8dezBw131IhqZgpzGuXTonIXdULdMCghtWtHHhWPAcR9Ywrjtf/tKXcenCBZkbuZyLSrmEUs4V5bupa3AMHRaVqCE3f2KYtosoTXF1ZlbA6vimKcwtLeDeu+9Bt9mSkLXE0MQD+sKF87hl5y0wxPIkRRKF0pr//SMn8cILL6G2uoqF6atccJDoGh544I14x7veiiCm13OCbtfGCy88BatRw2Si44mTRzHdanJHUFSqI2OD8HI2ikUHpYIL24IobWM3j0MHzmFhfgXFqot80ZDAtOqgh3zeU+PU5qaGWusIasMgRRhw46GF+dkVzE6voN0O4TeaNzXHsxdlFcgqkFUgq0BWgawCWQWyCmQVyCqQVeC1qEAGVl+lyvff+25YYxuQsrWWLbE6E5WVR+pahVYflPLGnwo4PhSAvfG4AVP7Kk+lJqKMihCk3VqFiTZet2cKH/y5tyEJGnDcEnQtkqAqMz+Kz33tu/jPn38U73nrZrzn3e+WG1GGTAV+KMquC1dX8eDXHkUUd7Bnzy3odDtottpodwI0fEtaipm4TdJJj0RRg61pyyS7yeVV+2wfrF4Hwn2/TxEn9sEq1bvKYkCAsq48HalSJMyV5wlYpXKR6eERiMZE1UulJAN5HFsAGZWYfF2a6gjoJWukMKjmFZhGMKXONZFwIZUWLQpaghKHwTwequUJDAyUUBgYxECpiGrewfFzszh89Hmsrp6HqcdATPCciEcg1WZ9lV8c0f8xgR+0UR0s4Xd+7g0oFkpYrnex1GhjdvYKtk4NYXlpEdWhccwt1LBUoxVAUYJ+VpeXEHY7KA948LwCksjEkaPHMD4xiObMHBq+jmdfOoXLV5ckp4o1YWL6+oKJO8eLGMyxFT1Bnq3KSSpWDgo2KKjWh9dWj68pla/y9qTPque6kpKuTHh7ITJsKTYt2LkRjNy2G9veeC9ipwDDGIRpDEobvLJzUNeuZ24hoWnE5vwoTU8Q+jXUmxfR7NDagMrn/7pitQ9WCeUM3ZV2cbZ288GxUCwU8OTDT+H0/ufhBYTnlqSdM5ytQThWyMGj12YcIiFUpZI4iRFL+BVtG6hdpHIxxm9+7OYUq32wKgrVl4FVDbqlI+r6WJ1ZFe/LStHCqScfw8yJl3ApNeGbLiyb4xoo2B5SqrUJ53twltdElJxUjif0tQzR9X2BapyH3BS5cukqVlZWZa0YGqqiWCqIitvUHAGcVG32YeV1ixE5/1csLirf6zpAJLyiKpVgttv15ecco7feegtOnTolqtTx8VEBq1euXEWpkBf1M+cyA5tuu+M2MNyJalq+Dz1yebzT03NYWa5JuJ54M4siUtlV9L/66md+Ju0+pkbXo9VYEYuSdruF5WYTiQB9zvUY1WoZt99xO3bdugdBkODxx76NCxfPydpECM/PkTZ+5aqARKONRwLLKuC3f++PUZ7cjCTRxV5hfnZO7ADajaaAYKre88VSzwqhLN7TEszn+/jod5/G2SsX5Zqk3Q64YRGFHRlXhLaayfUnAELOUx2GGUNbXUTRr6Pk1xDWF+EHXVGPmomGzWNVPLBzPYY2b8bWN/8MmomOIGnLBgrVo7QgEKiZsF68mrxgQNHL4an9T+GTf//3spFRKBdQzOdgGTocy5CwQSp+czaD51IEvlLwQlTVJtrdLuxCGXvfsI+Ow3j9XfsQtLuqm8FyRBl97txZ3LJzB0xDeXezS4IA/6XDx/Dcc89jZWEBs1cvQ09jOJ6Ht7z1bbj/TW+UTaTlWht+YOLQ4RexdPD7WF/zcbCzghlbhxYnKOeAPfdux9T6CYGlDB4jwOW6H6cGrl1uiSdvZdCE7bHrg+Y2avRwfVP+zj2/bi6MCVXjVKRzQ8HG6VOzOHviqszF7JFVIKtAVoGsAlkFsgpkFcgqkFUgq0BWgf+/ViADq69yZXbf8z5MbdwkUERydNaoO2+o25RySxRq4jEoKEDuffvtp6KwYqOlQBEVWNUHELpOsOqhvryIvN3AW960E+96y5uwsrCKUzOzGBmuYv3IoKiPPvapx/DMs8fwL37pR7DvnnskVInt9/S148330VPz+MhffBx33zGKD/78z6Lj02OxjbBLwzsTRy8s41Of/iq2Ttl44L59ovRaabQQNLuYq7dxeamDdpOttqvoBh10e6FVVsibXQuFgQEEnUDUgrFpw6Ray4zRiRpwNFellsdsGTYQxV1AjxBHqagR2THLFtCE0FRTdaJXoul4Ann5GsWZebPNeifibUkVq4oKY4s1W0NT2KaqOYEza+13mRCvIRZeqwK5+sn2mq78CukLq96nD4RUyztVV0nsy/H5kY40SlByI7zvx/ZhbHwCuUIeq6vLuHLpNPbs2qrMJGHg6PEzsOwcCqUKHM/B9PS0QBTP1eHkPLS7MS5fuIwtG9bDbyyh3rXw8KPfE/sAKpRp20Cwq8c+NlUd3DJZQsWMkdNS5F1HzoWBaYTPbMUOqZimIpLtssLmCVTpt0vow+ugi40D24ZpX2DZyktSeeq6GLrjNtz24+9ErBdgmwMwjCJ0TaV6K9Cj1KSiU2XAjMBLwnEffriARvsSWp1Z6D3rCKnzGsAuXrvXgauCf6oVnmDVgZnSY1FHzPdOdOSdMq5eWsATX3gInStzKNgWrLwHzbUQ+iEcy4RjiKZYgDfHCj2BxfNT5lhvgyNJ8Vsf++5Nra2f/tKDL2vXF7gsmyNq7tILd3l+CX6ng7xj4dTRl/D8k99CaHmILReW68J2LdkkaLV86GEXE6USRipl5Yfseag1G5hZWYE3MCIAMGp30O60sFJbwtVrs6it1gQYU6FLEEkgRgU6oSbnilgsiIWHpjYqfghU5ckLbOXmBwOEPE+1VIsyUlmAlEpFDA0NodFoSGu45xDUxWg2m/A8Kop1Geu0tdi+dYv4HM/MzGBxaRVBEKmwKrE3oCr1Roq7gH/x4eVapFLfCcsMuvmaLkwGquk6GvVV8RSVK9c7B85Itrrfs3c3xoYGcH5uDodPn0HcDUXZKxBe1gql9pSAsTQQ0Ll177341Q//T2h3Itimg7Nn6Utro1Kq4MyZsxiujmBgaBB+GolfL60OCm4BcaGATz7xTRybvoqYtQno28uNnYgGodC4ESRpcKqefXdYwkgj5toSI5/4GA9qWB+uYNKKUMiZGCvlYI5PonT3j6K6aQ+6VHZrKbqNDtIgUmFi9AruKXxt+nXriWwKfeyvP45nv/MdVCsFUaoyWIpOKvQSlo0lsT6IpVuA6waPiRtKnF8cHlFqYnzTekxu2CSQutmti0VGqrsC50+fOYNbbmEYWS9oUSwmbFy4fBXPPP0crl2+hLmZa7B0DcOTo7jn7tfj7rtfB16B+aU6/MTAicMv4PKZM7C6IS5cvYS4Z32RL5l4w4/cheHBMhLDR6T7cMwUJrsWjDyCYB3iuIOCu4ig66NLVbDA1L63M1dTpXRmJwSD45Qfig5DK+LsqXkcOXQOsZ+B1Zta5LIXZRXIKpBVIKtAVoGsAlkFsgpkFcgq8JpUIAOrr1Lm2x/4RUxMTFz3KXylUqyv0up7HPbBal9deKP9n/fC9IqjWvMVilUCMs1C0GnAM5fwU++4Ew+84S5cPHMZzx48hqGhQbz9zfej1vHxp3/1EK5MX8XvfOgf45Zde3Dw2HEsrdSwaf16TIyO4MnnTuBzn38Q7/6JO/GOH3sAQWjAsFNokYFC3sG3nz2Fv/yrT+LdP7kXP/2OtyAFw2A6sFIdHc3GJx/8Np7bfwDvfMd9GB2tYHpuBa12G37Dx/RCEzOrdbiOhthvokNb2EhHEHaRujaK3hDCxEfkhwJBTcdQsNJPJN07ijpKTCm95fTyY1N3Csuht6zfgy1K+UrvR9tw5faa4IZqLyZdx2LHYCLpAW6+H39PdZQK5Aqvh2zR84/1Jlyk/+IPavwUCCQwIVgNecOveYjbXRS9Lhy06G0ggTP0y3RMDTu2bcLEUA55x8PpsxewcdM2TExOwc3ncOrEcaRBB9VqAflCHmcuXEFtqYaxahWxFqHddfAPX34MMwvLCsKTiOiWpNoXjBBbRovYOJhHxdbgaRpci4CvFw5GeByE6IahtPcLtBSQT39CBVapFCOQ0RkWRehhskWdbbXKYmD0rttxxzvehdRi6ncRppWDDkcpfwWqmgLIZPOA+EvS0/h9iI4/j0brElrdeRg9oNoP/LruGfxqYFUUqzbs1OEUQKjFsE0PrlHAqQOncODJZxAt11HxXBi2iUBLpDWb7dGunoAKXQH5ApiIenr+vWJFG4vK77f+0zM3tVB+6otfvg5W+1YAhHcEq6ISDlMszS/Cb7fhWSYunDqMQ098FanlopXo6KYagjhBx/fh6Aa2TI5hy+gwzUClXXvLLbfCdF18+sEv4+TVebheGVE3kPHd8pvwfdpmKC9VUb4WCgJXm822tMqTmvU9cOUEOYj/C2C1vw71Fc4SPKdbMkf6c0GQvJjockMhEusJhyCPreZUzvtd+RlVvIRytDlg63/fc5eAcq1FhdogUupLU+TUyrqCUL7bDeDm8zI3O+1Wb4NKIXGeSpgC7AFYN1iGrccojI/jwuwc6kv166FqEpInsJ+KbhM09SS2/ZkPfhj77n0ruu0QV85fxpnTZ7D39ttw5fIVaTGfmtosym3bs2G6DlwvB9vJ4bHDh/Ho8UOIEh9pEMiXQFWxACBUVSBbPdbaL/QSuhTXRMH0MaH52GhqeNugAc9rwZjYgMq+t6PrleBarkDtTqcl9Sbw5oNzkqDZEg8Pbnp4+MR/+jt89ztPoFrykHNd2RxhwBU3n7ipJ2MgDAX0ymw11JrGvze27cB1S+iawJ7778Ce9dtkQyzSCIp5Dds4c+YMtm/f3tvsUGGDBLMz0wt49tnv4cKZMwJWqda97a7bsWPHdlE3Jzp9XNugSPbk0RfRqNXwpnvvwxOPfltCuXhc6zavx87dO1BfmsPgSBFOiT7DESw9ls1AXduCJG3Bs2aQxjoSnZsulmxwcf3ul5q8medKRS8tKci3Q9/EqRMzuHBuDkGrc1NzPHtRVoGsAlkFsgpkFcgqkFUgq0BWgawCWQVeiwpkYPVVqnzfOz8soIPtu2s9DtcC1v73ArN6itU+WO23/ysoYvQUUEppd923VBKeUkRBA0OVAO/9mfuwdf0wgpaPGDYoWpsaH8TZyyv4s49+HWauiX/1a78o3oEHjx7DxUtXsWn9RuzZvRuff+gxPLl/P379V34St+3egYNHzmC1XsMtO7ZjcnQYn37waTz01YfxG7/yTrz+9t1otCK4nglXN9GMDPzHT/wDlufm8Hu//U8wMpiT1lyCI8sy8PRL5/DJLzyEt7/lTmzfNIXVRhut5RpqjS4uLTVx8cI81o8x8d1Co+mj3enAjxI0uuSTjkp0p5JN1KxMrKb60oFpKyUcE8pZS/oGqqAchvawDZ5gR/k4JlTHEaxKG3EiUFTCZgimRFLcb5knrKJHbCwtzn2lsVyGvgduzxc2ZYGpntKpCjUQt5u4564NuOf2zajV21itt3Hi1Fl0Oy3xPvQDX7wbl5ZqqA6NoFIdhuN6aNVXMVywMbVuBNXBIZw8exFhN8Dk0BBKZRcLyzE++4VvYYVegUkEg2CZHoWGjjQOUbRSbJuoYmogB0+LUdTZzs8AqRSmYUkKe7PpI0kCGUcca4SqDKSRwBvHFMUqwSohDtWtHT+QkDOCppE9t2Lfu94Fa2BEzpOwU0AqVYD8l3CVQU6U1Wn04aUizpLP6/qLaLSvwveXld5XarfWDkC5YL5SsSrzQd7Tgg1HQFKiA55VQH2xjZe+8QxW5hclcMyi3YO0+scyPgj96FtpicJVwXOqOalY1c0eaOuhrw//9VM3tU5+8vP0WNWue6PK2JCwLfrWUl4ILC8uotNoibJy6cpZXHv264g5Ng0XTqmMfHkApm0LIHQI8tJIIFisAXahiFyhjAuzC/jYZx/EfLMt6wBb8EUcTC/bXms//7VtU/w//Q4D1Hqhatw8EJsMdc5KRfnDHjeC8tZu7PAz+mvX2nWJXqVyDPQ5zuVQyHtoNJpyvUMqaxlMFBMIUkmuWv/5vzw+Prgm8sFrTMWtgrjq+OSaGxa6YQxb16QFXTZS+sF2PW9pzmMTKaqOgXzOgjM0iLl6E43lurw/T5XrgMx9dgUwyChOMDixHv/0d/8tOpEF07Bx+IXvC2gMk0DsD7Zs346gG0koV6VcATwHpmljodHAF/Y/jrmwi6jbVkrViCpVrgE9T+l+QL1atHtfwmhFOU0rEgGuvY0NN+dgW9TGXRsN7NqzG4PbX0eeiaJGv+YI7cBHkCbityu+3NxPobqXGzpaDM/N48EvPIRvfOVBFFwDFucvg6pEcU6lrlLac+3jOdLaQ8K8GKbY81DOFRgeBbzx3lux/tbtWPVdsRuhMpi2E6dPn8aOHTuubyKkBOqmhUuXruHF5w/g4pkzWFmaRxwFGFu3Dne/fh9uu2OvBOE12oGo70+dOIiVxQW888fejjPHT+AbX39Y1thtu/agWBnEiQMvYtOmCUxtnZDNPMvUkVgt5NytWFm9AkOfhWV4oLhZbC0oQL7u00urF+WxSkGu2kRL0WmnuHxhGfXVEJ1G46bmePairAJZBbIKZBXIKpBVIKtAVoGsAlkFsgq8FhXIwOqrVPmt7/4duRml4osAoQ+O+nBuLajrJ6CvkTtd98VUytW+ZrLXwixt70qhSSVmp72MdWMufvG/exdGqy5MgWcm4tREuejg2RfP4i8+/i3s3FvG//jBXxBFXBDHaLU7cB0Ppm7hE596EBcunsXv/ObPY3RkEC8cPI4r07PYs2s7tm7Zjo/8zVdw9PiL+Je/9T6MVwfw4sGjaHVjvPneN2CxmeIjH/s0pkYK+PVf+jkE3Qbqja54YQ4MFvClb34PX3/kcfzeb38AU+PrEYQxDEI+3cbjL57Co4/vx2+97z6UK2UBq0HAlm0XX//O87g0fQ17d22nSA6NRl1UcUsNHwuLDOchoGO7O99Lh8/Qe9ORtvEoDMRrkC3E9BQkqCAopQNoX7zH2sVUtTKFmgpLgW9MMg9FlUfFap9HvfK6KWKjrBmC/4e99w6y5DzP/Z7O4eQzeXY272zexSIRIAKXAMEAkgApEmLWlSX5mpdUcJV0daWy/7Jd9h9W1b2yZZUYBZAgiEAiZ4IkACITWGAXm8PM5snp5M7tet+ve2Z2CVxT6yrU/aMPajAzZ07ofvvr72z/vud9nsglxgTVa+Fzn7ocu3cNY3aeQpscnDpzGpVqGTptUxBifqGOk6fOoKunjzYW9UYLJ0ZOQTNzMHRq2ZZxfnKGAUlvqYjerjym50PsPXAKjhew36RCMIqgCfunUjtsiM2r+7FpZRfU0IHitdlfV40DGNTqH0qQQgl+4PJ4pH2i+w2CcYbBakFWAOsKrFyOwU+z3WH/Xdu0UFqzClfc+nFU121A2yN6RApVIYAU2rEEVpKClaCrbLKSOox8uF6NVau+X0u8MX8XrKbAb/k5QucMefoSWFVjHZEcMYTUYgP7Xn8XM3tHBYjjgCyPgQollvOrRwGk0IMcB1Bo4CyCW6qZsN0g5R/5Tn7rO7+5pHnyngceZGWupJBCU3yJMUKMXoYcRZifnUOrVocmKejMjOH0i4/A8z0+b3OFPCzb5jHGvp/cqi7GnKKpcMj2QjXQs2ItnnvjHTzy/CsIyN4i8Pk9JW45F7YJwutXBNkhENCa3It57NIYIbCYtvy/x96KY3jhLV30Sb+nliU8HyXi19DtoKdaRqlgo91uotlqwI20JHArgbtJUB8FQvG+KYrwYU4S7SOG4XSchFKVNpoANfnhyuRdTEFKpDuVBSik40YbQPCP5rkum0C+j5XbtmKh4+H4waOsWEwDApePKSgWdn/yNuz+2KdRo8WnSMKRfYd5u44dO4LhzZtgUPhTuYqB/iFYhg3ZMqDbFl584xX84rXfINQVthOgN5EobIt9opfGmKjico27AKzUsk5fdDxCRUWkGgDPvSEsRcFgbxlXbVqJ3Ts2oWrGcNstXtyIZbJDIVsOIdGUOfBKYhBcyJfw8vOv4N4f3QVdCqHRY3mRjhTEpPYmH+gQvuvCMi3kLJsXnsgGhcYgnfuxpiInGbi5x8b6W6/HOa0Hni9xEJUAq0dZsUrHTZxHNEY1HD82ggN7D+DMyAhmp8Z5XjVyeXzyM5/E8KZNcPwAHTdCq+3jzJljbBnw0RtuxMzYGJ568gn+3Nq4fRdyxW4ce/ttDA70YN3mNdBtBbZtoRk2oH8OYT4AACAASURBVEvdOHrsTWhmG6ps8ZxG5zbXl9TOpBAmR5aArABkBKRqTYIVfVfC3KzDIY5+p35J53j2pKwCWQWyCmQVyCqQVSCrQFaBrAJZBbIKfBAVyMDq+1T501/+u8U2WlIcpan2DA6S8CR66qKajGGFuFC8wAaAL2aFoowuaqnNOf076Z9IhecHLWiKhyt2bUJPNYdizkKhYMPOlzHU34Mnn30BP3vsdVx3/Xr89X//p3CcNoM0uj41dBPT07P4p3+5C7Yl42++/cccIOJQynIgwbDo4ljCf/6nB+CHk/jbP/8ah6YQ/Juaq+GyrZtx/Fwd//zDn+Ij127E1z9/K9599xgOHB7Frh1bsHXbFnznRw9zqMzf//mXIMHGmfPj6O/NoVTuwYPPvY4jx/fj7/7kM7CplblNrdHkQVnB/33X/Wi0Z/A/fO2zKJhldJwWAinGyLk5/OT+p3HVznXo662iXl/AQquDRifCyKkJeIGLSqmARm2BFYx+qMAJySpWQxh0GHGQIisgVZ2qMYhSkmAlqi2pqVIV8fIgseVwlY4TtxrT4wljeQHysosvfuYK7Fw/jFqziXqzhWMnDmP9+tVoNmZQzufRrNUxMTmJVWvWoViucmr1kWOj6O5fwa3r5Aq67+AxSGEAU4rRCgIcH53F2FQHHqmT/UQtxwo+glcy+8Zu37gKG1f3MrCOySMx8KHELmTPgRZ6kIIABmk7AwrYidiH0dQVGJoOSRGKT/L8zOXzXBuCOqTwI6WbUa1g80eux/qrr4ZLqsmY2v/pvZdUeezdkIQFCdWqUA37fhNeUEcQthMf3PcGq8sVkYsKbvYsNaBJGoI4gk6KRwd47pFfQ5tqwbQs8R4BgW2fYTqBY4QBIq/NEFpV6NwRSma2QVATCMrOxRK+fYlg9Sf3/3wRqFL/f3oeL35HhIXZOTTmFiDHMsLmPA49ex98p82t6wVLR84yODhMsSwYhvC9FNacCu8HQXdJzyHfuxY/eeaX2DtyChLZVhDQg7AHIYS65EkrI/DIY1iYMS/WlPablJLvI1i92KYkndJYUcpWA6KtffH1Ikqbp0WKAKoSoae3ghWrB3D48CE06okHND9DAHvR3i/mNQbJpCqmMUgLTrQHDMtIfU3jTeFnEfTmfVRkVm2SrQAdr2TaQkwK88BnsKppMVZu24ZiVy/2vPoW6vXGonVAujBFJRlctxW33/FHUDQLfhjC8SMcfucoRk6M4saP3MChZwMrBjAwsIKhNSvlZQVzoYMH7v8pThzaD/SQirVLgFWqf6IK/d3iLjs3xApE4m8cQdZMQDPFdzPH57yiOLx/O7dfha9ftRJ9RoBGh2wtCILymZXMW7R4QfbOHkzTxrEDJ/Cv3/kXwG9ziBZtByn/CazS+cCLe77P5zF9sZMDqX0VWljRYecKUGIJH7UUXHX1Tpwd3oRxn45tzDY2R44cwcaNw/yaDKnJfkZRcXL0NA7vP4SRI0cwO3GebT4qff340te/gmpvN8hoo1530Gq6OH7yMGYmxnDL7pvgt5q484c/YC/sDVu2I1/qxuG392DN6pXYceV2DtWjMUDmL516gEOH3oBVoCAuBQgc8VlInQsEh3lMi+3UTZtV0jOzU/A8B6pqQpYMNOod+M7CB/Fvoew9sgpkFcgqkFUgq0BWgawCWQWyCmQVyCpwSRXIwOr7lO0zX/n7xZZXDgphVRkbhQqlG4PSpaAecWG+RD5S2CFgRvJ4SoVO3o+fS+ocKWKw57gduI7DreHU4h1K1PZsoq9UQtupY64OTidft3olcnkTlXIBxVKeE54dx8dDjz6FNUNl/NW//wY0AlHU0ixbsHMhTp6awj/853uxfoOJP/+TL3L6eqQYopXXb+OlN0dx90NP44+/8lHccv2VmBxvYa42j0rehJnrwT985x7YloT/9M0v4/TZCfz65Tew67L12Lx1F773o0eAuIZvff02nJucxPjkDLasG4ZplPG//fOd6OnW8cef2w0lJmsDD2o+j/3Hx/D9Ox/H3/77T2D9htWsWJUUCzO1ED+8+yFsXteD66+9CrPT0wxq55ouXnjtLQ6hqRZNNJpttNoeg4tm24NG3o+xz+2kVG5qJSX/QYJADKCT28VglVqlCdjJmgSn2URfDvjybZfDNgsoFMsMVg8ceBe7dm5BszHHrdDHT5zg1+zp60e1qw+TU/OYnZnDUG+VYZJh5Rm0UvAY+YTme4fwxNOv4o19J+BFlHbtcNp3FMaQ6CsOkTdVbNu0Gv29RfZYJHsBGkuGLmOwr4j+qomD+3+LaLQBTSYoyjIvbh02dZ0VcARMNLIEMA0eoz6PV+HnKlk2BrZvxfZbboJSLLP/IoEXsQiQwMDFIqUumGLMkz9uEDbZG5RFd+9hBUBFT6FdurAgVKUKVArJIkgrK+yX6867eOzex1F2ZFSrVZYN07ggEElA3HU6DMQit4XId7lNO91O9qclKwBWPUb/v8Dq3ff97AKPVYKrAnCSTyQjQdTm51CbXWC/VdlrYd/T98Br1WFpMoo5g4OfLDuHctVGwIFk1B6vQZUUhEGETruNmZka1NIgFrQ8fvHW2xibnILTbLNXMKs4CSRL1Oou4Cel2dcWFljNR4pFarUXbrvLQN9Fc9bF6tT0GIhFBgFWL1Dc096RelSNOf29a6CKK67ZgYmZSZx86zw6jiOU+pqAqFz3RLmankMpDBZqw4gBKqshwwAFVcXw0BDmvADnpyYQEBykqY6Uq+zZyk4LrPItGzKisIO1l+1EJ1Zw8tBIYgVAMF14uDKoh4RP/ME3sGXX9Wg1Gjxfkvh65MB+HN63F9dee9ViQNPs7CwmZybRacyhNt9Gu68CzS7BX2hB7e+CD30RrJJFyQX2CRd/HvCCA1kcCCsLobLWOBAwJksO2sZcF0Jdgp6zEHgydq4dwieuWIv+goYChbBFAUI/4NAnAr0KB5GRBYEEZ8HB9/6ff8LMxFnYBsHPCDpbmICtDfhYku0CnadUZ/adlRiq5nN5dFd6eNs+u3EdtvVUcXZlP0ZiSwT7uQ6OHj3KVgDkwZxaKhDYrM83sOeNN7HvjdfRoXAx38Gm7ZfhD770ReTKBfghUKu1Ua91cPLscYyeOI7PfepTvI3PPPE4jh87go3bdkJSTRzcuxfrNqzF1u1b2DbDUBS0ZAug4ESpjkgBxs/X4DUXkCsW+Zg2G03uNKBpaGJyihW5tO+HDr+LOPBg5XMcftdotBBRyFh2yyqQVSCrQFaBrAJZBbIKZBXIKpBVIKvAf6MVyMDq+xyYT3/577ltl25pyyIBF1JaLVeIXQjrknSTpNV2yWdV4NRUsSo6IQlgEVCJ4VEfOnvwparBGCHBUZJb+tTqTu2bOQSOg6bbYQ9KUjUSUOO2ZbINCGPYRoC1g70wNAVW3kLOLqFc1jE308Cvfr0H64fLuPXm61DI5SDrBvK6BctQ8NSvXsOrb+3FX37rK9i8bhXclgdFoeAoFeMTHfzjd36EHZcN48uf2Y2WS2FMLkxDgRca+MGd92HtqgK+cfsncPDYUczMzeOybTvgtA38r//ln/Cha9fhCx/fjX17jqDjNnHZtdfgV68ewEuvH8bf/dkNMMlzs15DT183To+7+Mn9j+Jzt+zAFbt2oeN0oGk65lsyvnPX3bjmyi245rJNnMLuBgEOnjiLV1/fgw9dsRWRbqDTarEv4JGTk5hb6LC3IvuBLkLEJEE9yZXnY0feiaTd63TQX1Fwyw1b0F3Ko1ypYm52FqdPjmLnto2oL0xxGM+hQ4fQN9CP/v5+OG6As2NT3HI/ONAPUzfR7HgYGT2Ngb4eSKGLQmUAP3v8eew9fBaqbiGicBZSZPohq09JxVUpmtixZQOKBYMcFKHppPg1IMkhtu1cixuu34nzYyN48YePw51roKibiH0fshLDMgkgJ+3xqkw0XbSPJ+COGoAV3YA9MIDNN+1GZc06xBRWxa3mCaxjRV3iUcvt6WIAE3wLAocV1UFEajOhMEuVb2l41eJ9SWs/ARGCquT1qpCxIrWqUxiYaWFubA4P3/sw+lBAV7UClQ1aCRiFcByyOugg8BxQm3rgdXihgT11eUFDtJmzAjNREF6qYvXH9z7wO2CVlZnsO0sgEWjWahxgFXkh9MjD3md/iubsBKtUS8U8ijkTdi4PO6cmr0X7KgAYQ0SEaLYCjE7MozSwEpFVxKPPvYKRc5NYu2EjNm3djtn5ecxOj2GhNYd6cR5XDV2Dd9/ag9rMArfWC//gxZB6MVslIVbpIk1qE3Ax3F6++HOx9yq9BsG9UPKxdutq7LxqG86Mncb8sQZ818f4+QmhYE7OIFLa8zzD9hkE9jSEdNxC0dJN+JeWiHJxiCvXDuHm667Ac++O4rd7DyEySIGrI/YjaOQvKhPQjdlqhLx0w8DBum1bIGkGjh86Dq/j8NghTTXNa3SuWJaNz3/9z9DdvxZz0zNw3Q46nosT+1/H8SMHgJDsCSi0KeKxT9pxnQLcYgPx9u2QKECtEyDqrorzjhYIIno4/S9ZTBClFpYXyz8XaFyzHQO12MuApkHRNFb9+pLG7fgMgFUNkWUzLBzMxVjTU8DlG4exeVUvLCmCHAQI5AgKL2wE8AIflprDvT/+Md565SVeyOJxTSOHHhu4i0CcIDu5YrCFDPUNWCZKpTJyVgWmDnzlhqswoMmY6OvGKbnEjyMVOM1XBFZ5kYkCFFWaEVQe3+++uReH3nwNehSgtjCHTddej+2X7YBqaPD8CG0nYLA6NnESp06exNWXX46CaWL81AnMTZ1HqXcFphs+Du/fjzVrVmLT5mHkTQO6LKMpGwibbRQLCtpegKmpOkyFOig0tDod1Op1VMtlaLKK46OjvEhB+WRTtXEOSbQNCwvzLZw+Mwa/7v43+s+nbLOyCmQVyCqQVSCrQFaBrAJZBbIKZBXIKkDdjcuvxrOKLFbg43f8rfiZWraJJqRt/wRX38Pv8HdVYxcqWBch1LKWXOot5aClNEwpUcBe/FoXKqpSJRdvnFAhcZgKtR/7cJyOaDFP/BtZ7cX+iASNaJsCEk1xq2neLsI0dMzOTKHTaeDD116NFQP9sHQZtqmh0t2N8+dmcP99P8ett+7GzTdfDdeVYCCAYeRwbqqB7//gu7jpI7tw6/VXcpq5H4Wwiznse2cW3/n+d/HFO67C7g/dgLNnJlHvLGDFmmE8+PiLODs1i7/8kxswOxHi6NEjuPq6nRg9E+CxZ5/CN7+8GyEszMxOore3C/NNGz+9/3589Q93o7/ajdgH8iUdr+8/jTd+uw/f+sYtHJKFgMJidPz4sZfw1oEzsPUcIJO+dMmiYbG2SS51JDlQ5Bwi34EmNTA0UOGaaJqBZqOOKHSxZdMaKJIPQ9Vx4sQIdu3cjmKxyBB5moKsKiWU8zloOm3zPBbm59BVLkLXKMWoirvufxKnJmrshSuRnywhKJ++KJ3cQV93CTu3DsM2ZQavErXT6gY0Q8JlH9qEq6/dCUVXsO/Xr+OVh59G2VOgk1+jLnFQDNknclK4qnCrPLeRk0+jrvHfDdWEmiuga9tWrP3QNVDyRQ7RWlRVE/pURdu4JAk3SdrGKPbheW34QYdbl6UkcEmMZRp9iQ9nCltjej61/1NbPHlJitAeSabvKizdwtzUHH52733ocYro7irD1IR6VpEk9tF1OvNcF2qDdjttYQtA1g6UMk5t5okfapoz9O1/efGSZq0f//R+0eKevF6qWOX8LgnQJBntZhvTExPcnq8jxLvPPYja+Ch0K4di3kY1pzAcJHWdCBQjdS6pROkQEP4iL2QJ9VYHUasDWc/h7hffgb3xKvzRn3wbK1YPwvFcRK0Iz4w+hr2tN/GR4EaMnTqN2vQcFmZnMTMzgXp9DqHnw3eD5HwXKkrBWJPQqCSYbfG+5fPMRfYkiyCW8KNELeAFbL1sA5ygjYUZF6Zq4/DeI6zUFYFUYgEioIWeWGZFfLVcwDwpHWMJpmZC1TW03Q5WGhpu2bYSm9aU8PZEjOdePoTZsA5Jz4sWdvIXJkUwjVUea+RLHHMLOc1bBGllL+AAMI+8WkMKBZMhGQbWDW/mwKeZ6Vn2+CQvUt+pIyKv5TDg+Yda1EltS9Wh7fTJ+mLtFoSkOg5CSN0DfI4t+V6nw2e5r2pi57J8ZAm59iKElckDleCynmPrDZ5UScVKYXB0QtI5ougo2zY2DhawdagHuzevA+IGadGhkF8yQVZoODFyAj//3vcRNGchKWSbIcPlgLAIOQKOmvC9lUKyAJGhyqRUV1HKl1Cwu2DYMr5w/Q5Y803MDW/ElFliRbznuti/fz+2bt3KVgD0WcGheSFQb85h6twcnPGjyIU+zs/Moe9DN7BvK39mqBoHVzXaHV5kIxVwV6nKFhjO3BjOHnkXRrkP86GN8XNnMdjbjcH+Hp5vyGO1QZ8SzQU+BuR/PTU7y9tczhUxW19As91CX7UbqiTj6OgJdPeVUepWoRRpQdGBW+tgfsbB+fEazh8cu6RzPHtSVoGsAlkFsgpkFcgqkFUgq0BWgawCWQU+iApkYPV9qpyCVVI00cX+ojKVDPOS2/J2/+Utskus+oKYafZTXQ5JKTSFYcL7gNX0fZY/J338cqWs2A4BaUWLLsFfSvYmUEGBMaK9mcAqQQcCsPQ6oWQgCiKYps4XxPUatSAH0EgBqSHxs9TQbrno7algxUAVpUIelWIOlVIV41N1/OblF7H7xivw4SuGRXK4ZaBcKeGZJ9/E0794Cn/x7Tuwa+NW9mEkRVKjBXz/X38Ku5zDv/vC9Wg2Ag6K6l01iBdeGsFv97+Fb3/1o1iouzhz9iT6e3owNhvhlddfxR2fvxnNWpuT01es6MbLbx/HfK2BL3/6Gpw8P4NqwYJhl/Hde5/GqYkGipbNrdTvBVYFl4oQKNSObwFeDbs2VbF93QpM1mpothycPj0Bx/Vg6wYC34UTeZicmMSqVUMM1EjBNztfQ19vLzYMDqJYKGJyahKFnI6uah66GmOubeCu+x7DdN3jFnHygmXAEUns70hgaM1gD7ZuXAMNPgMZUivTaxu2hBs/djW27tgASZWhBhIe+t6Pce7tQ+i2itBJner7oMwjnRR0qgi9ocfSl05qVlODKelQDQtSdw/WXfthVNesYZ1uCuHYo5b8MhNlJCnm6EYw1fPbrCKlIKvfD6ySBYD2O2CVWuS5oTsCfvi9HyA3I2P10AA02hKyGaDWdApG8uj9PIarZI1BAJgUoLxQwLBWwFVW1MYxLhWs/uie+y4Aq3GihGWfZOLhsgqn3cbU+AQ8h3yDYxx+4XFMnTzIYNW2DFRyKo+DXMFkmwgGq0lQE6fHx3S+SQjcEJ3Zecj5IqaKvdj+mS8htno5uK1a7sKbZ36L5w4+iZs3fwLX9F3PtXe9FuLIYY/byfFTuOs738Gx/YcWF1KWQ3FWIiZWAsvnjPezCGCFcKLS1C0Tpq2iu78MWQViVYccKTh28DjikJSTIuFNknTIMYXWBSiaMS7fvhX7jhzHfNODZdqshHQDD+tLeVyzsoyhHhWlrh68snccbxw/gfFWjFimVneyPuBsex5lVG4GtooOSVc5yI1GCg1Gn1vmwbCPguxc1+PtIWhPHqM0p8kKLSyIRYF0biPwTx6skiJBi2J4RhGhZUMKVMT9q1jNyh0CqfJ3ma3LxZ7MS/UULqk004pug+TLyAGqBom+yD9X1TmwS1YMSLqNwO9AR4xKzsIffuxKXDeYQ+RFcMg/mML1fBrbAfY9/AgOv/0qAlXFxEIdzYD0vzLvp2WYYl6HBMvQYakqdFVhK4DB7kHkyiV89PJNaLkdTJeqaMR0ICW0yCP62DGsXr0atm0Lz3A/AFoNHB85BE8qQm+dQWNsFFJ5ABs+fAvazQZ/XtBClefHmG+0YFkSnI6LYr4AW5XRnB3D8f17oNgVNCOTLTO6igXYps5+svlSHshVETbrkElJDBXTc7OgNZ/eShcWWg20Om1U8kU+/hMzUyhWyqh0FaAWaKGwBa+zAKfTQaPVwqtPjn4Q/xbK3iOrQFaBrAJZBbIKZBXIKpBVIKtAVoGsApdUgQys/lfAaupLKPxQRVAVXzkuu6XttimkWvoTtUwvKV3pfvF6STw0P5DUOcvBqrhvOSRJtyF9XYamF3lair+J12YImySpp2FaIomZLstFiFa6reTjSr8T1OL3ZEEWhb6E7EoQRBQCRepJHQ6lzHdchCGFR1Hjr4xcvsoKMcCFZikwTQu2rSOfz2F2usOK0+uv2YL1gyugKgEHcoWBhUefeAqbt6/CV2/dzcFFllWAbJi4867H0fBm8a2v3A5J0dFpN6ArGh579iWcOX8Wf/iFT8IPAnSaTdi2iWde2gM7Z+Pmq4bxwuvvYP3KIRiFbnz3vqcx35Zhahor7ZYDlCXFKrGVGB7752qI2+P48id2YveuzfCCJieHHzh0AuVKD6pdPWi3GjhyZhrHRk6jv68XrUYdtWYLp86cZfUipXq7XsAty7uvvxblooW8rePQyQbueehJdAKFx5AaB5wiTx6bFKATum3s3LwWG1b1c/o1HStiWaSztfMKPv0HN2H1un7GoPTaB17bg2fveQgFX0GO2uwDgukxgxZdlWHpKsNV2VAYrMqWBp10caoFT7fRs2Uz1l95JdRCntXFrEZM1I4C4ItwGfp5EayGHV4U4NbpxTH8fopVAVZZrcpAn74I9AhIZJs5PPbIoxh54QBW9fdCiyOGlhqltTNgFeCZAnsiAkE0vhhkUeu6CE9KA6aCKMJffPelS5r47vrJve+pWBWnQQxdVuB2HExPTPLY12Vg9I1f4ezhPdANA4ahoZrTkC8UUemyeLvo1Bb7S+pVDZqiIaK0cwqSazTRdAJEvSux9sM3I+7bhnyUw2v7XsLTZx/FZz58B65edR1a9RYvitDYpHCy1sIc7r/7R3jxl0/Bc5rJuSt2ObVyYNfN5Ly+0A6AbEuEdcCixyrNBAr5mkYMKSvVCp9LQeiwb2m5twtz07OIPFLHkk+nLyxJ6D2iAL1FAzddu40Dke689wnMNiNWEredDmJNwgpNwUeG+7FlbQVdpQIK3SsxTl7Fx6ZxcuwUvGgGCw0VOcNGNW9C13TM1DsYnZjDvOND0gjsSgzxuW1dEdYBsidgMG2JppKqkhaSQlZmcqAWz3FJq7wsw/MDHt+KRJYbEiI9h7DcB3nNekQLDTEn0Lhf3vPPKVOJbQsXOB1awthhseZso5DYBdCJqWqAbgAE1ikkisG/CsganbREq1nRumNdHv/p5iuhuQ7aFFDnR7AVHWHUhHzkBOZO7EFHkrFnZAQnxqfQJlV7THYaMnRqoyf7FtOEbRiwdZPh/rpVazCwYh3Wr12JY50aZsPUz1ts+8zMDCzLEgsntIBCitd2HadOH8bpOQnK/BGojSlI/RvQteEyDpLK5wpso0LhYLRwFccO2q0mCnaBA7YCp4G5ibNQjQJqHWB+Zpq3ixfoNBXFYgFapQ+duUkg8BFLGuqtFqLQQ8my2f+ZIHBXsQxdUVFrNVHu6UUQxBg9fQi9vTlUqmSLINTyT9yz95LO8exJWQWyCmQVyCqQVSCrQFaBrAJZBbIKZBX4ICqQgdX3qfItX/yPizCCfe2oZTjxebzYyzB9iQtdFZasAJZ7sorHLCWrp6FYKaBd9GWlQJtlQCSFBsl1/6LKdTFYi4Ow+FEJvE1a4NleQASepAE4QiBLylYCsRErlDjdm1RexGU5bCZixRcBC1KZqbJOfcOIZIKCZI9AKVERAyQ/8uF6FDQkI4w9VsnaVgFR7MLzPW7nVbWYLQZ0tYh6o4lqt46Vvf3I5VXkcyXkbAOvv7oXZk7CZz96HSSN2qwt2LqFnz74GF+033HbJ2DrFHoTotX0cNfPHsbmrcP4+FVbMdPoIGcaOH5qCv9y/y/gSDkYBBgTuL38GCwyE4IEikbd5rDjaXzt1ssw3FXAWG0OxXI3Q9ThTVtY3KZpCs6dn0Wr6WD71q2sqJybX8DRY8exYuUgyIlgenoe589PYdvmbVDkmIHrS3vP46lfvoRYMhBTS3vsIyR7CfJRpLRvOcLHbrwGa4b60KxNo9NssNeoF3golDR84aufRO9ABR5ZRhDsbnp49t7HcPKtQ+jWcxzqwypjBbBlGbamwjBVqIYK3dKh5SxQs72mGIBuQypVsP6Ky9G9bTOPQoJVQqmaeK6yP6VQQBP0JrARhBSiw7T3PcFqOoYJvrIFQGIFQD8TYKLxRW9CY5XC1mZmZvHzf/4JwmYLPXYOehwxRIxo7JBnJ20TK8WpdTlIxq4AidRCrpBEl/03Q/zF91+9pHnyzrt/KlSAqQJWEWFSIqMphiYp8F0XUxOTaNUbMBQZYwfewOjelzmES1MVlHIG7EIBvVULqqahUaeQr5BD1kzDZCUnyUBjOo8cD+1aG16soTC0Ad03fAkj7x7B/Y//CF/85n/AZRuvRDsEcuSe7DvQNeDYwX2478d34dA777Afaqq8TuPFGAwK2rdYA6FYT+AaQ16h6EznjxQOUhs9qM1e14RfahggIIW7ovKiQeC6i4stdBwHumKsHlqJq7dvw/CaPjTbbfzLj5/EZD3g+YL8Qt3Ix5Cl49OXr8fOTb0ol1bBtGPoJi/DIAjOoNzVwOnxPigwYaliW91QxeHRMTz8y1dwZLKGUCEwryNHKsvIh+N3IIV0zMWcSIeItokXBOhMkmh9geapJbBKqfMEjkNTguS7COUisOUyoH8Q8vgcLyYxtGebl8RXmOfBpJaLBrbiB7It4HHJ8JUWqVIbBmG7AZXUqhpYPs7ewjQXSoBlswVErNvorSr4H2++EussoBP63NqvhhIkxUN09Dikk3sQaipOzc7i6Ng4To1Po0P225DYEqBUKDDwJ6V6wc6hUMhh2/BmrF2/HYXuHrxZm8Ncy4emkG+tL0efkgAAIABJREFUUKF7HtkeJL7ItFhCfsVOA+fOnsDx8x2EEwdRCNto6hVIXYO8/EbKe7IkkFUDHgUChm3+yMrZOfZmDf0OArfNwHRmronA83gRi0K3KFyOuhakXBVefR4afa6QetZ12Tu5aFrw4xDz9RoGe2gcSGh3OrCrJYyePIV333yTz/H+Fb3o6+vCQH8PHv3ZM5d0jmdPyiqQVSCrQFaBrAJZBbIKZBXIKpBVIKvAB1GBDKy+T5Vv/sLfCBiReJimwGI5oOAL7iRx+71fJrUCSJKlk4v1VPW3XP23/HXTVv7loHbpZwHAFhVopDjlYBUBBwiiijRtAQzoP8FdFnGMeBwnaKVejXTxGwrlF8FVhKyQjOiiX6Xnh4gpwT6idvEIPgiUahzGQh6aHqWBs08mNb26glVw0nkAP1TgRQSlCd4IxR1BvijqoOWSGWUEKdYhKx0o5MVJwSzE4fSI/TdtzcbY7AxytomNK4dQzGsc8hIFCn71+m+xc9dmXLdlA2JdQcm28dbeI/j5s29Atssw+LUTFeYy+MRwKf0fKWObLQyUHfy72z+ELlXCxHwbplXAmbFJrFs/jNNnTqKnpwvjU1PcUrtyaICh6NzcHM6dH8fmzcMMqdudECdGTmP1mvX8vsVCDg8+9y7eeOcgZNUEyNsxchmsko+p67SRt03cfuvHMTTQA9dpwmnW0ZifRb1VQ1evhc996RPIFw14pComK0eoOLLnIJ6951EoTZ8DsygkifKBbElGXiflsALNVKDbBPhISadBkQig5eCrJipDQ+i/4VqUqxU+HoTgCbAKpTQ5ngo1qk9ep4HDwVXcPk32Be+hWBXjTYSxieAqYQUgvFUJ60pQZQKn1PItIV8q4sAbe/GLBx9DZ3wGXaaFomVCVYiMJecMbQ+rqdM2dzGOhf8jAVsx7v/yB69f0jz5rz++5wKwSu3bfD4rtI8RDEVlb1WyAqgv1DjBfn70IE68/Rv2tFUVGXlLg5krYKCaR75QYO/PM2fPwrZsVCpdyFkWckVCpRQXJMNrOQzuQsWAuuoKBD1rYZQH0L12BVQKyotNmASXAw8vvvgsHn7gHpw+eQIgtTABWgj4S+dpGkZEAUWpC8ASVE3A6kUKdeEDqzH89X0KUQvZn5S74rnFPWLPy60b12P7lmGoMqlaA+RyOexY20TO6oKCMrfCHzl5Bv9051NohtSWL0OzTbihj9V5E5/atQ5Xbh+CWarAIDEnIhgSqXwnoWk+5mvdJLQGIvJJpXFisi3J6++O4q6nXsKMFyBX7ebQMPJS9QKXxx5BVArsI5U8jSuVfIVZ+E2qf7H9rGzmYRQhCCNEpHAOHHjdQ5C2Xg3aGrVeY5AceS4vdvCYS4PcaIwmKt+lgUWKYGXRu1jESyVTKs1V9BspQhVhCUDHiuupGqxmlS0TsWEjZ1u4btMgvratn1vkeQ6KAI/qMDcD+a1nMD07ixbNE6aJ01MzmKm14IfktWpz2JtJlgNxxAGElXIZm9YPY+XKjZBLFfx2agGTCw5ipYM4EmF0S+emqA/V0pCBVruGQ8cmUYxr6ExPoi0TDC1z3VgVrmjQDALbEjTJ44UCqje9pu87vOBGQnKn47NVga6IcSBqF6Pmy7CkEJamgrLCaq0WfLeD7mIRbdfB5MwUhvoGGEATmI8NE2+9tRenjxyD73eQr+Rh2Ro2b1iP5391aar0S5oYsidlFcgqkFUgq0BWgawCWQWyCmQVyCqQVeDfWIEMrL5PwW76g7/mvywqky4KrEoVfhe34C7dL668xe8EbS4Os0pb95d8WFOvRAKrZBGQKgGXb2IUEUgRbalpcBX/wmBMPJLDq5LU90XbgCTtXWTdCG9XUhMK6wDxXLYlYC0lPZ1SpCk0hdrFCUCEUGUTUuwhYNWWCJmhbQkImpFHpmwhjDvcxh9JhF89yJFG7JQa2RFLLchkPxArgmXIBHBJ7aYhUusM5aLQQOxFCGSCKQHkQIGet9BszSP2YnhKCDnyoEs2OgwAXFQRABS2ZenodALMtADNzEEJW+zryTnayywQhNIttURQ0W7WMDyk4E++eCP67RwcI8T58SmcOz+NLVt3YmZ6CqZp4MTpCfT09qGQMxF6LqYmJ1FrNFnJB9dDxwlwbnwaw5s2cau4JEX414dew9GRM1A0ExLDLIeagBmo+E4H3dUKbvvsraiU8pDJF9frwK3PYnpuAn2DRdz6+RvJfpLhikJwVTHQmm/j0X99ACf2HEK1UuWamoiRg4RCAlZJsWrmdJjUnmyakGUNpmJBNfKIDAvmh3Ziw8aN7A3KAGZZ2zORNgFWyePTQRhTKnfAIP7fAlap/Zm9VWOJw6korZ3S4Om9ioUCjvz2Xfzipw9i7tR5VMibt5hnUEZAlW5kHUBjnOEbQ1UBVqmVnWFMHOOvfvjGv3HKEw//4Y9+kvgRE6gllaEYIwQZ6fwggBV6ASbHxzE/O8cqwdb5EZzY8wIruBVZgqUrMHJFdOcNVKtdsKwc3n13H06fOou+vj6G8aWCjWqpyEnw5MG64DQgk++tPojq1Z+CtfMGhBPzcDUHauggchp44pFH8OAD96NYKqNQqcIslGBQuJhHwXQCYhNQpUAhgvuCM19o6SDmhkRlmSgW6TEMzWgxxPPg8uvROZwokcMIH9k0hG989Q6UbAVx6EClNnxZQtk6itl5BREG4cPA8fNT+McfPoy6pzJQC6QYqqmjFDj4+M41+OzHrkRsyjCVItSIAs1c6LlpeA4tihSTKYsWC2TomolO28dMLcSTvz2KV04cQ6BbgE9KXwdhSOdNAEWhbSElc8jhcgR4SXFMi0E8D5GHBiQGx7RPDqkz2xRiFaG5bTuk/i2Q50lBvyDmY5qECMYSXOU5c8kKYPmgosUjnit5ZYPGphgrlAUYMVhlIs/hVRIp+xVhVxFqeYasMCNIZhGQ8uhbUcDfXNWDActCy2lClQ3Euoq400Hwix/jzMlT8AMPQ2tWoxnGqHkeKEOMrDWq5RKK5O0cRbA0HYVCET1dvejrXYWoWMY75+dxfsGBb7iQYlrIEjYzwtM5CTmkiScEPCnEmbPTsGQXBcNkpSzNlaTS5sUMVYcXxJhdqKOnSjML7TXZpiQQWo4xN7fACyh91S5+L6onlYqOyanpGqqmziGI5OcwvbDA892q/j7UW02cGzuPlQMrkDctOIGP2VYDBw4eQm18Eq1GAxbPhzKu3nUFHnnsoUs6x7MnZRXIKpBVIKtAVoGsAlkFsgpkFcgqkFXgg6hABlbfp8o33f5Xi2rUxTZpuvQm8pPcOPGcSYxQuZHSU3hB8pW28CVkLz7R2izgEN2XqKyotToSqtK0jT8hDsmFfszvF8YiDZzaLFNBnwCo4mJ5yVP1QiUr81GGKiK9nWnesrTwpQbi5UaDwkJAhNuI24XKWfFaF7fWL9ZEXmo7XdLILr7SBeFdBGPe6z0khhzpLWkNT5SSBHrT90+hAXstslqNAEQScJTA0/cK8OF9on2gY0HhOW4LpYKGjcMD6Okpoi+Xw/T0JMOcbVu2wLJ0+J6LI4ePY/uOLdB1Co2KcGpkFLoKDKzohx8pOH36HNqtNoZWrGZ/Smof/r8eeAnzC7OLATu8nQnoaDfr2LJxHT5x040cSkMqVoZerov52hjWbszhQ9duF0cu8lhgTPtsQMP+l/fgybsfhBnpsHSD76fE9bKpo2josBUCf6RC03gMaeQLmrMYzBJkNQq9GLhiB4pb1iLWdCgUYk6J9uS7yuMzEDYA5HsaU5t1qkpNx5Tw8uXxHXriHGC7DFXAVG5Hp/0RqtXlY0a0VEfQ9RxmJ+bx9itv4NDrb6I+MYGybMBSRDgPtdvT+UIEi7aNEI2kSlB1nU+vACH++s63lo2V3//H7971Q2gU6sXqWhWSJiFSKLGe3kuDGpK5p4/pqXHMTs5BCwF34RwOvPYrWLInQCzBNMQo2RpsK49KTx80s4iXX3sTM7PzWDXYi0LehmbnOZLJCWMEUBHKMuYcF9OTdfSuW4fP/elfw3EVjJ14DWd/cS/ePDyCqbYHq1hi0Ow6PsIgREBgnnx5k6AvXdd5/iHPSlaaJzYAaa1Fe7xoCaevdL6wTJMVxPQcArSUQO+HATQJ+J8/dzXWrKbxpDBAlRUdpL8cXHkO8/MWgnAVvDjGTLOOh36xB28ePgvdMtBpkaqWrD58rC7l8ZVbr8C6wSoKpoxCfhb9q0/Ad8uYPLkVXtiFUGogpkUUXmBw4Tab8MIO3hit4edvjiAyLUg07khR6zYX593U2iDtFEjnZlEXgq6pAjtiawLJU+DFeeDynbygINXaiD1PDJRF2bpYZmGVP817NI4TOwU+X2nsJ2RfQFYB9umLtf08fSc+t3TASL2qWYhZLU6qVQWgY2UUYeVKuH3HAD4yqCF2G9BjC64c8fGQpk9i/LU34TUm0dNjQYIPT/Zh6AXQ6M/nS8hbBYb6qkJzV4yiVUKpawX0vlV4d2oOZ+tNPr+pbcDzXPZa9si3mD6faE5iRe+SjzfNaxRmKD4nRCAcjRuCw64fYWJiGiv7KzwGSDlN+0kuMIpuYmx8DLpmoL+7W/yNzlGd5hcFe4+M8PO6KkXEsoLzY5Ooz81j2/btDG/3vfMONg1vRLVaxRNPPgkYOqbn5nB25BiD3VKpyuPxo9dfg7vvve/3P7GzR2YVyCqQVSCrQFaBrAJZBbIKZBXIKpBV4AOuQAZW36fgH73tLy+Ah4sgkU1Il/xKBVwVceopwCTFDl2kpkCSwJbwjBRK0kVPP/YEFA37Sxf67D+QqE4TJRoHVgnVEYOmZTehOF1SvaYK1VTV+l8Dq/zmizfxM+3D8mRscd9yALoEPX8Xrgr1a/qc9FnpFqdhXunfwyVGvfgc5h0JWBXvu+RHy89/DxibKn1TYJBaJVCv6nIl3wWFk4RimMAfKaN8zwFil9WfBCEZXskyyqUiNIIYkgTXaWDFYA/yOZOVoDOT0ygWyRqgj0HgqVOnWZW4ds1a6LqJhYUFfPeBl7ilnm4MLGiPKDgoDOG067hi5zZ85PpruNWcWuiF4WmEjjuLdZvy2LJtLYOGWCIYRM3QEXRFR318Ds/e+yjOHRhBTrMZtshhAJta1HUNtq7CMg0ohgJZlaFoGsy8DVU1OfFbNgrIDQ6gb/tW5FYMIFJIVUr6YTFuw8iH55Fa0CXXz0XricVjm4y7SwWrtI9+LHFIWOAFaM8t4MzxYzj8yhuYGxuHFSuwqLU6UayqqgSNYsUZ3mi8yEAQ6D/efWlg9Yc/+IFIu9cI4GqIPI99UA3LgJovICAYHEWYGz+PsbNj0GQNQXsWbz7/NNTYZYhMgCkIA3gOBfRIUHQLdqGIc2OTmJ5dYMsCGr30OC+M2a+SKkyPDUltyVYcHrbf/HWYxSG0j/0SRec8Tk7XMNF0ELIKlYZ8skiTqNBJdUo+rlR7Hkc+qTmXfFTT84A9apM5gyAshcuRCtjQdX6e51ErvlAheomlwOev6sPwChvduSJINBrGNG7a2LLpEBbmDdTn1qNVL2G20cTBU5N49vURTLRE0BT5AKu+g5UWcM2Gfnzutm6sXhugWB5DzqTjVcTkmSGMjW1HJFNImw/fiRB4LtxWEx03wJ7T83jm4Dhg26xU9R2h5FV1UoAnwVLJfMRwlXxHSGFN4yn1WSVRZhjwPubkHHythPaGdXDomNYakHhM88TLcJS9s8laQiFH0HQuF+A1VU/TchPfkXhZsxkAbQ+XXVhoEJAliEhgVSawqpiIkwAumZXjRShWHtcPd+O2Ld0wog7kQAUxfJrWbciYHzmAxuE9sNU2rLwKn1rx7Tx01eDgNwKZpJSl852+DNVGodCFfN8qnPeBI7M1tMnrmvybKVCNF9NiBvPpsaYpVKjAyZ+ZFqXCxKNWdErwZ5KkotXu4Nz5SaxfPQCFfY/JNoH+JrPlwZmz53gsDfb18LnCkJsXG2QcGj2Dlb0VFHIGQknGwkITtbk5rFu7lt9r7Nw59PcPoOM6+PULz6PU1Y3J6WmMHj3EkLlS6eaugBuuvRIPPvzoB/zPouztsgpkFcgqkFUgq0BWgawCWQWyCmQVyCrw+1cgA6vvU6vdt/35IjDlkJhFj84Ugwq4mqpWBcwTqp0U7FGrKrdQsn8jBfHQxSe1TCY2AKyGEu2lQskqQAqjxBQiJEpMBqSkUKWr6otu1La9XFV7MWCk9xSKzkThmqpdl73OUiiWCMlJ3+VCqCp8NFO4thysLr5/Anl5e5PXF2qw37VCoBCs5bdFEJ1YKIi/pWFcQlEmQMGFsPfieqRqNsHALwz2WVKwEgSgmlIvL+mxZIYx9PpB0upNx4kUfQQNSKhGWIx8DWRQK7gK3/FZvUot4SaF/rTaIIDV09vNXqzNZhMHj49zl3CqNBQdyEIp6Llt7L7uWlx1+TbEQQBV0RlqENCF7GDDlgKGVnXB93xADthSgZRnJGM0JA17fvUa3njiV9A8wOCWe/K6JX9QBTlDhBKRJYGqEVxVYNgWNPZK1KGYFnSriNyKVejZsQ1S1ebgMYsUdtTiHAuwSmnx6YJBCu0X658e68hj+MeKVVnj2vx/KVZVCWj7IRpeiI7roZTPoWhbaIxPYM9Lr+DAK7+F3CLNpMqghYC6pJD6Uvi10vlCYOl/emDf7z/bLXvkd773I5imhKAzi/bMecSNBVgRoOX7YAytRVjt4mPRGBvH2dOnEcYyAreJZx/5GZqNeYZFPilQA/LyFOesT63XiaKPMdyyACShLBcwWAxghVuySSmb7xpAKZ9HRanD6nRwcqaGqY4H9n1lb11NJNgnYJV8UlM/ZB6f1IK+TK26eM5S8FdyP4FYGpP0e6peTRWtS3NWhLzSxtqeArYMrsSKARmVfIA16+bQVz0OK2eg3TLRqimoN32MnNFx7zPzeP2EAqNEtiEe+swY127wMWQAN9+iYt2wBMsKEbomqzUdT8WRAzvRbHQJeO8H8L0OAq8Jz1Wx73wdL4zMoUMw0HcRBQF0KeRgrfS8Fi3uwnuXVKqkDKcbPYYJJY3fgCxHZNhKDoFewnx/HxxS9QYeJApe4vk0XeRKLAAo4E1RE8Wq8GpNF59S5aqQxNJrJ/MQzfD8nOSLPFA1jbxIEJPHKh0bhYIAFcR6HpKZx7ZVPfjq1atQksmCQOFxTXOCIucQubOY3/My/LkzKJZUmBT4li/yYoiqaDBUQ4x/ckaWAF0lf+Ii8qVeeMVu7J+pYZZAPIUSSgqvQ9HnBt3IYoA/ZwjqJ4rcdH6lOtPMllrQ6LqFdsfF0aMj2LB+iEOzeN95XpcQSQpOnj7FfsIr+nuFpUKyDEZq/f3HRrG6vyrAKinxaW4jH2F+kDh3m50OpmamMTU7w/PSsaPHUZuZwPz8AvLFMmxDx84tw3jssScu6RzPnpRVIKtAVoGsAlkFsgpkFcgqkFUgq0BWgQ+iAhlYfZ8q3/S5vxDXgAkIWVRLMdgTUkvxp2Up3ITlkrAdgmOLPp5yzG2ZnusQsYKmC/CUPibk9POQE5vZQ5FCWnSTAYjwDhSKQQ4AIq/LZLsWlZlSohZaBhEvVqy+F1ilHVgCjWkhIpEUn2DR9wKry+/jCiRhWvzz+1gBXAxW6bFCBXaxIpa2SdgJJFfhi161yxWr6d8vPj7p9vD39wCry7dXlEt4MlIYFz2BXo/azhf9bdl6gNEwglhBJNGx8hAFhCEokMlHHPqIA5kT1l2X2rUpKZ1UYXJi3SiOK90YCrFakGBkiE9/8mPYuG4Vq/a0BKxSK61pRRjeWkRXT44hbAwfKqmgybk2DoQi9uwUXvrZk5gdGYMpq9BkBSrBVQnsyUnel5apQ9cVVvwZ1AKuixAaydSQ04uI9QIq2zYht2EInuTDNCwYunEBWBVHiuhh6rGaKqwTmBJ6DKb/LWCV9qTlhWg6PgNKW1NRydsw8iYsWcWh1/fgmfsfRmt6HnmVFLmAH3kcrkTPJSUh7d//8vD+S5onf/C9f0Zr8hwa547DmTqN3oKB7q4SXKkLQe9a6Gs2QDZsNCamcfLEKJq+z269jz5wLyYmpzgJPiaYxhYghLOJkorjQypIuhHopnUQXj9IPI55vFM1eYGE6qnDUjVsXrcKjZlJFNUYY3UHkxR0RaLImMAq+R2L3UzVqvTz8lb/5VYYdO4zwE1avlOIRkCWF0CS0D1WaSb+q2kRVT2PoNWAKcXYNGTh5iuB3VdOIldowzBlOC0NUuDDzivYux+49xngmYM6Ag1sJ7G+GuBrnwqxuhihVAZWrAFKZRNe4MAy+iEpFqYmSjh1eCWcto2YAu78DqKwjcCXse9sEy+cmEaTg95orhPVdT3hLU3bf3EgE40Fhn3LFOq0+54fotPyEdhVYNUqhD6BzA5kP7ErIWV8WlgmkDyBJQtdotVfYQWqBI+OX2IXQMeVlf2kpvbEglhIwW4Ev3UDGvkWa6TUFJBWhAHGiEkCbHdh/fo1+NOPbEKfLrFqm2Z1XhyTNPaRDRdmcPLlFyAHM1jdbcE2LUSaBU3VYRkWdDqOHNgVw9BMlHJlWEYBUqEL5zzgdNuFaYoQORLJz8/XoRo6jzlueAjFAhtDd/4MEFA6YNAcIWDIq6HddnDi+CjWr18Ng715iSnT5xSxUQUjJ0dRyBcw0NudWNcIdTa97tv7j2FFXwkl20DHD6Go5M8do9Vq8eciHUNaePJj+kQjxXTEKtaB7gomyLu62Yala1g71I+fP/DgJZ3j2ZOyCmQVyCqQVSCrQFaBrAJZBbIKZBXIKvBBVCADq+9T5RSspr6EKYAMWZWaID9Kqk59VpmkUFO5CNhhfELenwRXggClUgldXVV0d3ehWimDfA51TWcVEoFUAm0L9RoH0tRqC5iYmWYFJF3sMhCRJG51lRNwecFmL7MCSO9PL5xToCoA5EWWAQlUEPuWgkzhsXqBScB7WAEsh6u/L1hlH9pl7bwpWE23eQmWivbVpMpL/p7L4BQDqoug0MXq1OVWAPT45X8Xv1MLsEBdJAcVPpWMrxK4LKA5HUN+Lz/x0ZUIyAhvXQp3klUmDSLAhcGaaLFl5XCsszIvVfSmCljHcZHPGfj8Zz6F/p4y+w6Swoz9PiUZ+YKCDVtKyBWS9mcQsJWgxiEncgeKBC2SsO+5l3HkN+8A7YDBqk7+i6RkI/AoydA0CaqmwrR0WLYFlcacqkO1TegUtCObULu7UNm0AepADzTbgGno7KvqkZKQ2qYJLtMYi5PwmsUjk9hCRJRoT8o92v7fT7FKdeoEMWoEEMMYRdNEwTKhmKTajVAwLEycPIOnf/4wzh4bhR6RSpdCz0RdFSlm6PW/P/ruJc2T/8c3P4mw0YLUbmN+YhKKraF/1RAq5T74uW7oq7bB7lmB+bkFHD18BJ2OB9008OTDP8Po6VNkMsmBRWTOQPCTBaki+YoQGS8OkBKaarbcvEN4cdL6CuE0H1rgQit0Y8uWzag4M5ifn8fJ6QXMUjCcRopVSo+n9xGt56SIJrhKUJXGUqpITWEjLcbQfEHj1jTI71LAyNSDlb6ngJV+ptdK4SoB/Yg8cWUJrttBQQ2we1uMOz7uYXh1B81mhMg3ELoOikUZx0/F+PnzEh5/W4Mby5BdBcNdDv748wG2rbZgFhwUywYKZfJspTGkQJFNKLBw8nAXJs92IQgNVoIHvsvWBPvPNfHLQ2MIRGc9AlL5Bz6CBNilc00KWJdEwUIRTOOQws1o9mi2XbRaAaKeAcTdPZCbbSBuQaLhmninpsdOnKtizqHFMWqPT5WePJey9UUSnra41AL2y6Vke5FHF4s2eUXmeZ2BOMFr34NHC2Z2CVK5D+t37cJ/+MQu9Gsy2mREQuFZClkSEEjW2EO4ceIYDrz4GAZLMXq6KmwhkEu+CCSTYpa+66oGy86jmO8CYMA38hidncX+/XswPjOPHVd9GKs3bcPYzAx/fqT7x+YSvICU2NOQrUWisubwRKoBW10QjI1Z5UpjPfBJ1S8Uq8dOHEcxX0B3tcwLQ6zKp8fJMo6eHkN3QYdlqmg5PiSa18h2gOeQGDp7uHr8iaSZOuYX6jhz6gy2Dq9FJEuYnJxhxfzq/h7c+YM7L+kcz56UVSCrQFaBrAJZBbIKZBXIKpBVIKtAVoEPogIZWH2fKn/09j+/ANylClACqwzPGJcs2QGwijVJFSdlFCnsqpUK+nt7sXH1apTKZeRy5HEpFHek/IlY+iNahuliPL3QJWjSaDYwPjmJ46OjGJuagusH4jHLkOeiWlNeUp6msHG5JcFS+/5yYCnAZIrtlkCpwJ3L0eqFCtWlMKnlEHf5tqTbsAhnL1CfJriUQCXbGS4h3OVgdcmPdcljVRRrSc26HLIwGEmUgvQO3E6fCisTmHuhdYEIr0r6fYWSS2wQ4iSUSSgKBSjjG4sSCeyRtQIdfQoAIu9T8h6kYyqgAh9XOqasUGV9YnJsBbwlqNHpdBiYfP62W1GwNAYTIHCq6gxkylUda4ZtaIYvQBgF2UQRTAo7i3y41PJvGJg5dgZ7nvgN5s9OQ4kjDn4iAGlyYBFBPAH5BFi1Wa1KATOqlWOfUnq/WNGh9Q2gtH0L8oM90FVS4FGbdifZv8TblsJtFlt+BajnYxb7wgf03wBWCVq1vABNRyi1y/kCcroGnXxmKeldDmEbJrz5Gp5/7EkceHUPlA6BefJ/FUCXFMH/8PilKVb/8Y+uxdzsAjyHQroCGLYJu5RHqWBBy/VCH9wBe2gDGkGIwwcOo9Mgz0sbv3jiERw5dhQxQ2lAoYClxMaD/UwTexAGnQTckoEgxl76Bcg0RiiNy48Z2O7YtgHe9AykyMfo1AIWvBCSQorCgFXPBNyp4gRCaTzQOEpDrFKoSt9TRSsHVlGYlK7z49NzhZXSiSI7ha0cxJQoGH3PY99YUmnS8S0ixs3Xufjj2xywxWZItqIhq6tHT2lCY/GeAAAgAElEQVS4+0kHvzwgwSgZUJo+rlwb4Mu3R1g3pMOwfNg5oeRWVQMK2WjENjRFg+NoOHGwC7MTZLmgotFswfc9nJz38PzRcTQ9B6omQ9VMBK7DHrWp8jYFxen8w8F+PPbofCTbDhkaWXO0fdScANKKVfBMG9Z8A747D0SkhiXPa2rrJ5xIcDwWCvdFg2mWr4qFFj6dxXyV+mvHNDfQf2RJQdibLBb47+JxQkNLnwkKA3CHAHG+DKV7JTZ/+EZ865OXoxL6aCsGVJo76KFRzCBWJ6sPv4XXH7ofQWcam7asgyEryOeLKOQKQgFNYBUxq10lI4euyiAMiRYlZDQ8B6+88mv85q13sPv2O3DDp29H06PFO7L38NBxyDtZjB+n0wYdc94v8mTlxS+hhqaFArIEcJw2Ivr8Ya/WgMe1G0Q4fOQwyrRgWC7ywhDP+zQrqioOnjyD/q488raOtkswVqEXpZkQYUA2BaJjQzwnxuxCHbMzs+jvLnNNSQEcBh4sFbjnrp98EP8Wyt4jq0BWgawCWQWyCmQVyCqQVSCrQFaBrAKXVIEMrL5P2W787Df5L6lXIgWc8O90ga8IdSLDCG7VJ6BBwUPiwrNaKmP71q1Ys2olSsUiTN1Au9NCvT6PiYnzOH/+LKZnJuE0WxwqUq50oVguwzBtlKvdGBhaia6eIRiSi9BxcXDkOPYf3ItGo8EX+wSCGJREEXxStLFHK/lQUlu7+BtbFEgyyGYgVqidmIJekot+AivMTcjrTkQiETEhWMBJ16kHLIPXNDFbtODKSgLTWCBGjxWp2NzZnKi6GLmRepP9HQWZELB1CcqKNuSLvVdFK3V6cb/0PNL00rYQJFxKp0/JKeFiVo1dZN2QYiwRQLNMNyiYyQXhNPRcdrHkC316xdQrN9HV0j5ChS8FiKIW1MBArIZw6aEh3Ue57xqndTu+izAiowDyYuT0IRFixIpW4bfaaTewaXgdPnXLzQxWSN3MajtS9SkKuvoUDK3NE2OEppu0h4ijOjnB8hgLQeplCX7Hwb5fvoGz7xxF1GzBknQYig7bUKGrBJiFNyJBDFKuUtiMaZAyVOPQJt0wEUs6PMNAedVq9G7dBq2ngk48zyn08GlchIgUH1JI4EUcSx5/qbcvw1ZSrBIsoXZmCsYhWEftw+piLS9QK8ch6p0QLTfgFvtSzoJtUVo9QWSx0EDjIGdacJpNvPzMr/DW079ELlb4nHFDag2X8F+eOnpJE9/ff2a7AFS81hALJahOfq4hcrkcrO5V0AY3QaoO4cDREdTnFpDPFfD8889h7963OQxscYJIFjYEZKZ7xVhMR5xwDEmMQRJSl9pdxBEdEwVb1q+EEUmo12YxNt/AAqv8yEuTYFvixUx4isC4pomWbApYU8gmgM4z8P10nOmUo1qT1y3ZjtD9BBrJQ9jz3WTuSGwvFJq/xFxGwDrwfT7/+dzkUaejUo7xZ59ewBWbyI4khKRF0AILk5MBHn8pwEMvSwiMLlTlWXzpY8DNu4Wvqq3pMC06juRTTN64gMpA2oJh+mhM9+LY3h5Mz+g4Oz2DjhciV6xgZGoW756bgSuRT7DB85LntEGhgLQYEHo+z7mL4Xd0biaLKjQ2eLsVGQ03RkPvgl3MoVObQlxvsj9yutDEC1qprUpy/ouDKkAzLbCQOpzrnaytCGiaqGPpkazkFPMcK0kXvbIl4QsrSXBcH+QuSv6qkZnHrps/hf/ucx9DVYsQBC6PFmqtlwMFgRzxwoY7N4Pj+/ZiYMMKDPR1oTU2DrQbqBgqVILtNJfSxpMliWqgXOlBMV/hRR0vCDEdhphrdFDpH0ShuxeRrEPRdDEfc8iU2EeCqjMzM5ienoYPGbqhsYKYIHcKsn2f4L5Y4KLPFw4+832cOnmS55ZKuSwUu7zaRB6+MkbOT6FSzMG2dJ4bFVVnFWzbcbgm9NlFr8WKZEmG03EgxyEK+RwrqAnOhoHPdhB3fz9TrF7SJJc9KatAVoGsAlkFsgpkFcgqkFUgq0BWgQ+kAhlYfZ8y33jbNy9QU6ZQiAAe/UzKH1KHEUshONVstGDrOnZs345rrr4ShZyNKPTRabVw5OgBvPLKb3DkyCHU6nN84UnqVVOXuW2VgAG1UDdabbikntNNXH3Fjbjxps9iaHUvLCVGY6GFhc4CQjeE67qsOvJ8jy9OO50W/CBEq9NhdRRd4NL99N31PDjczh0j8nyGsqJllb6Edyspg/g7hTQlba3UwsyqogTIUJlYKZe0tS/6ISQggQCtaAW9sN0/hXAMPqQlf0SuZ6KAZCCVBFmJFl/RspqSq8WQK4a4y8OrBHAVAGhJdZeq71L4vAi4lvkbcKD3YoCLeKdUjZkGDF1sHUBhN9S8qiqUfq6hEzXhRxosWcbK3kGUyyWolgnfjTA2fQKT56a43pRiL7izgFncxu21ccWuHdh9/XWISTHGrcm0D1RzGf0rdQyssMW+qWYS/lJLWrsTmwEOIFdw4s13ceDXL8ObmYMeyAwncwxQY04TF+pfap2XuD2cPBtlQ2F/Rk0zOWDHl1WoxQK6Nm5BYXgtQtOH47WgJMFdlOBOqtS0Rlwb8pulv6fUSSYorPIXHwNQSzqBVQH6UtUk/U6qyFonZDWbpUgokbeqaQKSKtrTl4W2maaJzkIdv7zv5zjy+h6UNBNeRLAnwv/5xKFLmijv2JxDb3cPg1sab1RzqiUpyk0NKHf3A5WV0Po34XzNxdgEgaIyXn3tZT6XGbb9v+y9d5RlV3ntO3c8OVSOXdU5J7VCKyeUJTIGG2OwjS84DMdrMB7vJj/z/GyME9cYG18emIzAYJCIygilljqp1S11qK7uqq6unE4+O74xv3V2d0kPjfFu/6G/9mE0XV11wt7fXmuV9m/Nb05JIiNMe80hUL37mser1NItsw2TKlShYz76O4tIeC4M08J0qYSyy/GgwocI0TnS+cyo1T8KQxOrCp+WD4ZcW6WUBHK5nPwReEWPXpmXIRqNxoXNl0jpKepWw5B1hesaySw5v8wtwn5dx207S3jvfRryySZCI4QdGCgvmzg6FuD/+V6IlycMrC828f63AtdfnUSxs4FmRcTH8h7cyOE6R2BuBHlRMlpIYWo8iZeO6PjRwyMo1U1s27EBxWIOPz18CtOlmsD/QEvAJRAVhbWJ0PUFHtZ9ziMXplw3NWZ4/JxjpmlgydNRzQwgrftozp2VeWZRJRmtLCv8s1euGZpG5avauBD1pISAXVxf+PJIXS+ev62AsIuBUOrnhPX1mrJzafgerEIbvFBDW/c6/MJ73obrdm1E0KzKcXOGpnQbTc0Xm4vKzAwyCRsDW9ahVq+jsbCAoDyPhN9E4NRaNhC0iiCYNJDJFtDe3gnTTKoxlStK+BnHE4PWPMmd4saRsjmI1vNUiuM/EAX9yyOjMgY4tutOXVmZ6Nys42YW5DP5J/L2bdTrCBn41wr5u9hxEGJiZhH5XBapJH19FVjla7kRR69wLh+NJjeguIliolqpwNYhmxoXP1dZqHzhM5+9pDkevyiuQFyBuAJxBeIKxBWIKxBXIK5AXIG4Am9EBWKw+jpVJlgVbiI/X9F+3lKi2XYCVPJISErTw0BvL6698ips2LAWjlPF9NQ4jhw+gGefexqnTx1FrliEZZnir5rNZUR9ypvLXC6L8fExAQiex5R5G7lMFpPnZxDYBey+8hbccdvtGOrvRiBGg+pmN/L/sxO2utEVeqX8HBmUJQ3oDCQhSKXCSVRHjvjWUbXGgBK37ouayvE9Ua2xndP3mvBCtq7yJtoRJZEoLcNQboR5gy5t77yZZspzq63YFeDaCtGKfCRb7bbiOSp0U1MBXa3mesNv9dmKulZ5IlxQjNKHUvw0V7bX8vQvmhSIurVFTSOb2SiQKgJZkR+uAoEXlavyshYEXqmkjKDJyu9dsDkgajISCAIHBtPgdQc97Wuwa/Mgeqk4thuAsQyvlsR0I4XTU7MYOXoY1RrVdgpKRkBMCx3ccN3V2LN7J5xKTakb6VNJwGkDaze0o7M3I2MihCktxbx+yqNT/aE6lIFUS2OjePaB/8Di6VEYzRBmaCBlWUiaVKAxKI0QW7WpJ1MJZFJp6KaFhGXDMCyVWE7lIqFXZxc6t2xFdrAXdVQBNMT7VdkbKDAuV/JVitUWqnotWBXFqkpsfy2kJhhbqhHe+shYOorZtGxQEGoR8nHcEpZFyvBCLoeZM2P47ue+iMb0Agw/lPH58e9emhXAe3d2IUHvWZs+kFSfqvNjyI8FX9qbk219CNrWYB4FTC5Ukcuk8OKRg3jooR/LMSr1otoweNWjBVZfe87Rc1TzcwgjVCpzsue+jiJyJpWZDmYqFdQCsVeVsDuKfpnWzskQgVXWRRTkVCJToZxKyTVmsFE6RXieFKjG9m+lpBXvCgVPmw5sUymJFUBUwJKbAPS95Bz1PHWtxa0kDNGf9vGBd/vYub4CK1AK9XrNxpLj4YmDBh58zMLlGxt4y40GBroDJNM+aq6G0CPQB1K2UuYS7ruBgUbDhJUCXNPCwWMZ3P+tWUzO8f37cetlmzE6eg7JVBaz8/M4MzmHJVgSIBXSJsJVVhwNbsD4oahx1YYMlZbKd5br4mJooZ7uh+ZV4M2NwQhU6NnPe6g5RaBKFbBSnnIjhbXhZhFhczTvotfLv1uBWRFUjZSz/JmMYUMTlabP+ZpOwzcSyHStxe23XI933HUr3HpZHTsdUgmsc2n4rouMbiFpWaiGHpq0OuD49BuA7yB0mvAdT9Twru9Iaz2DrTLZvGyUcM5xg0CU41QwE2TyIsg85Cqg1iIeI6E01aE87pmFJYyMnIbjtTbixB3AlDHE14lNBEE9vb4N2i1QRa9g9krgyvc+dXYSHR1FZNOc01S4G2pTrzVmxW6Am4A8Fk3H4sICEoaGdDot9eDvSrX+h/jXT336jfhvofgz4grEFYgrEFcgrkBcgbgCcQXiCsQViCtwSRWIwerrlO2G+37rwk8ipSG/oRvKH9UyE/AZZhSGGFq1CjfdcD162tuxsDiL5/c9hSd++hCmp8+hUMihs6sdqVRS/P8mJiawtLggrZS6zlbZFKqErMRnuoadO7YjkUrixOhJaEy1djQUetbhjjvfgquvuEJaweXGNvJulLtltsIqj0He4FKtpW5mVbu+rlkSsKPa/X1RjjEgZd+h/ShVKujo7EbDaSKbSmJpaQHZZAqe6yObTaOjowMBgYvTEAjEBHdRwjaaF1SxosAMCG154+1KqzpvxgltBO66jgAbx/XgMXiJ32eQCdt5Az5fQaLoj0ffyih5W0SB/EyVch6FxETI+yInUcAkChES+Eze1QIir7rMhFkKiSmguRK2iHq2BV8iiNtStoWSX50QlZathxheuwY7N+zEquJp5NMHoVlTsPwqgloHFhrrMFnfjJdOzeLYy8dEYcxHBIAsw8ddt9+KDWvXol6utKwMCOlMMDx809YBdPTk5bzZ6k31IBXQDIdRzci8rqaCkfUSXnjo+zj17NOwqk3onqa8VgWsKlDJ8cXzpd9lMsXgtJTANVpE6Calr0y5h1gCJPtXoXfzNujtNhy9KqU2Qio0W5CuNeaoaYwUqwIRxdeTkEaNRcKUnwdWWYOm62O55qLp+cjYBgqZNBJ2SsbmxUfL41JapTUUclm89MQzeOI734NeaUALAvzXbx64pIXvnnVF5BjgZeqwxDKBc4UnaqCYSaGnLYf2rl74mX6c9/KYqYUC606PnsR3v/sd1SYtnseEoxdD4dRFjiDWz4d4aqCSxyr1JMFqZz6DznQKpVIZ8/U6AjMpGylu02HxFbxt+QhHwDnyVM1msgJWCYkzqaTYSnAO8hipROSHWbYtc5HjkPOZoUf06BX/z0ZDxqX8mwFFnM8yN9Umhjgm1DXcsKeGX3xzDV02AbAvgNT3NRw4qePz3wZuulrD1VsDtOV9uI4BnTCfilWdnpw6KpUQi0suxuZDnJ+gy4SFRhhioWxgegniIbwqa+HXbtsLix7EhQJmFxbwytgkTtdDzNcbqIgFgqof/Uh1CQdrbci04CrLayYSWAxt1NO9QGMJ/vyYKuOKsMGVCmq5bLyaAvWbYhdAexfh0WIL0NocaDF0tVET2QJwmWkpWrne8Hi4mcEWeG5ANRpS20yhgJ1XXo1Ve67CYFc7tm1YDc+ptxSvBmxLlxqwU4AevIS2TQmrI0AP1brJzRWxNfbF2oWhXxxl9EpOp9KyUSLru0ZYHoXz8fdD5Ber7EaiB8+Dv5c4lrLFNpw5cwbjE+eUVQA3g6iwpy9vy9gi2qyLVLoE9RxDK0PS+JxXRsbQ292FbCYlimyuPmJL07IRIeDm82gDQEXv9NQUMkn7VWA12tD89Cf/7pLmePyiuAJxBeIKxBWIKxBXIK5AXIG4AnEF4gq8ERWIwerrVPn6e3/z/6Oyk5tvja3gFty6K6qhnTu24c7bboFhhjgzchwPPvgAXtj3NPLFHIaG+gU0TpybBFsur7jyClSrJezbtw+VSkVugD3fFQ9Wz3NgWwauv/ZauQHdd/AAauUauruKSCZzWKjouOWet+Nd99wn78k2TLlZbnFAcfqjusqnSoqwhwBVx/z8AspV2hbQ05Q3uAaSmRzsZBbnTh9HrVpFk+EkLQVTNp9HqbQs77N6aBBDQ8PyWmknj7KemLnj0jfxolKPN8qiZmTgDlVltCMIGFWi/EOVN58CqsqmgG3gdQVTfV/UhwSzBM71RlWeS49CuZH3VfuptKJGqqnWz/kZEkTTggMXW8gZFEV1rGpjjR7RlwJWVwDVlX6Yyt9TPXOlSi0MPfihCd33sWXTemzavBMdNjDc/mOcOfs0Dk/YMI2qAMAdq4F641acrW7D/gP7cXp09EK7Ms+jLZ/CfXffhp7OLjSqNQGSVG/R39HO6Ni4aQC5IkFJUlrrQ400SYVfSXs2oaXO5HFdfCNPH3wWh37yfQRzc9AaHhKajoRhIplQbdLi/6hRPci2cUvGnC2KVUPAKs/XsEx4VIkmM2hfvQFtG1bBz2nw6L7INuIorOoClXk1WGVLbwRVXw+sRnVtNH0sN1y4gY9cwkI+lZKgHI7hldBH5hyvBRVylgXb9fGtf/kc5k6eQVo38CdfeuaS1smtOQO5dALFTAJp24BFtaCl4Fg2k8aq/h50dXWhFiYx5WVR1dIw01lMz0ziG9/4mnhcCgQm2BOD4RWPFWD156lWBY2Lk4K4G1OMjGxCR08hj0q5goV6QwKJCF4dAnmCW2axteYor5kaB2x5N5FOJsQ3N5NKwTJ0OISpYYhisSjrRKVWk+P0RInqicIzGgcRfBVrE9obtCw9JNdJCWZl/nBDodOu4cO/1MDmPgfLJSZZqaClZ18O8bnvAsW0ie2rXeTzBuoNQwLZmq6GpaqO5RpQdUJUm0A9yMBxGzIeuYDx/BnpRuuI/lSI37r7WuRdB7ZHNaaHhbqLI/N1nC9XMFtvCNAlZPTYYk7rCMLE1voTteBT2TrR0NBIdUFvLCJYPCchU5rW8saNvFVb6m9lVWKg6Tawc8dWAZanR05LcJgKJlS+wq9VrdLi4NU2Aq0NHhJlvtJpwqnXsKp/AO//tV/FFdddh1o6gdBrQmPwncBGBeYJs7lmi/e1WIJQ5elKKJ1O4E11qOfA4wYV11+PClzlL8trmkgmVC10UzyAo+WNteHvCrF+EIWzCj+LICe/JiDt7OoRkPryiRNYLpXkPahepqethO6Jn7jaLFPt+voFe4AIrEabkEePj6K/r0dU3rTaiJTP4pMrFizMsqIPtyEbbucmJtBRzMnvSb4/Nwf5O4LHHIPVS1ri4hfFFYgrEFcgrkBcgbgCcQXiCsQViCvwBlUgBquvU+jr7/3tC2Bt5VMIJwnByktlXL77Mtx5282wTSYkH8bXvvoFHD9+HHv37kVHRztGR0dx+vRphIGOVDqB9evXSZvpiZOvoFxeljZtAkTeFPMGksCULZCpZBrNhouazzbsJDrasmBY+vSCjw998A9xzTXXqAAjV8V0K/Wqclfk+xAAZjJJTJyfwAsvPAcbywIYqQ40EmkYySJq9RBuaCKXNmEGDkC7AKoN7QycZlPayAlmiDyolGQIDuFnJl1EW6EoadABg2JavqF0OSWYoQ+ix+8RsNqWqApBFStbl9n66bfSrA2lqLr4UNYFcgMvAFeQqMCX6DMEtnoKsir7AvXvSEW18u+oPZUAR1qaW63NERiI4EDUmv+q9wjUcahaKoVuBGzrTQfbNq3HlZdTPZxDXpvEYMf9+Mz3l/DI2DqEiRLuuOajeMva57BcmUa5uR3nz5/H/oMHBF7wwWMb7GvHfXffgUySnqxUhLHZVxcFVypnYWh1H2zbhG4kBCiy95pt1AJxoLxvVduxjmqjipkzxzH69MOojp1GWKlD9zykTBtJSZE3YUm7L5V1KtTM1nVR0Rm2LYCQDp6EdJQYeoQ6hQIKG9Yjt3YVfJtWE40LSszomkmoFdV0Avc18Ur8/wtWqzUHyw1HtGxtmQRyKabFp5RKrmU3QLAkwMl1BQI7niftxU//8CG88MOHkPaBj33h6UtaKj/w1ntw5MB+lGZn0ZY20J4nmLSQtgzYqTRS+TZRki9VKsh2DaNz7RZouW5UqmV89atfEpWnqKEl8O01h/AaxerPg6uESz7tDAiXjBApM8RwN9+/goVqA00YyiqAMIwbG9Sat7yHWZeoRryuNq+vZUHnRkYIsYGgpUgyQYBGCw8mwddRa3J9oVI1qQKFxNuZx+G31Ob0mjVaKm+OCWX9K+PfMqA3XLzlWge3XlmDQ99NR0faAp4dNfHpbzuwwh5Y4TIcKqt5vLQtMeixKUl5ovan32bgGbBtbgSZcJn+rhOw6dBDE1u70njvDTuhlUsoECY3G2IpcGh8Fsu6gcm6g5pHxbwjKnnbTLVU0uo8OIYLhQLqvo/ji3U0U13QqjPQStPi7QnaarQ2TsROo+UvKxDTDTA4MIA//dM/wvzcDL78pa9g7Mx5FfLkO69aBy5c8chPuAVdo+/TOsOQueqjVi3hnrfeh9//4/+MUrWm3ovrlqt8ulVam7JyiVTJhqXGPqEm11CuvV5TteITdkr7vqnBIAlvKfklpMykRzFD5Bh4pwg+YW2kzhVP2Ja9A6+9ePTSFsb1kKDyOZ3G1Mw0RkbPKo9Wy4LXbF4498jDW7Xr075G+WHz/cWft/U4eOS4gNVCNiM+uzw3gmE5HqmVmtfc6Gs6LsbGx9DX3Smfz/eh5zGPi9c0BquXtMTFL4orEFcgrkBcgbgCcQXiCsQViCsQV+ANqkAMVl+n0NffSyuAlvoo+ruV+ry0VMbm9Ztw7523IZvW8dKR5/GNr38JlWoJ23fsRHtbJ2ZmZnDs6FHlQxoyqIPtti4834FlqYCiljGq3BgTGlFpykAqwimbKkXiCAuoux6K+QI68iamZnX81m//Z2zevFVMGMNW4I26Z1VKIM1UaqIDB55FszqLX7prE8hvqg0H1WaAU2NzOHBkBMdPn8Sbrt+DbesGEXgO6k0frpVFzc/h4UeehOcs4crLtiNlG6hRKeY2sVwK0TewBhs2bFI3yCHTxNUNs2/aOHduHAunXhGYGiZSsHgsto32oXVob2uDxhZ/8WwN0GhUsbQ8J+ozHrtFv0/LloAZBOp7BFCECGwFNywSV19UVZKYznNttb2qeG+lBOT36TsoqdJKEyiqTGmfZ2t9GGCxVEa1WhOWQXBBUODpIrhFs9YUwEfFrNgguMqHlmrZXKaI4YEOWMk0GpUEhvOjSCX+BZ/4QQYHa+ugmYu4Yff78N7hlzG3aGKx1iMBYvsPHMD0zLScD6H4+jX9uPOOW6Vll7CZisKQ4VAag5PyGBikeozn2gJdRJ9UCDK93qQKlco0wqQAs0tLmDl3CqUTz6MxNoJwuYKg7sAyNSQ1W6A428QtkzVTTb1G4MNKJmDZCamheLsSlLAFmeo2Jsz3DKBz6xZYXUmEVgNhyxNXzQpBfQI/BC9y7LXAqrID4FhU3rCRL6xq7VUK1KVKDcvVhnxWRyGHfDoNQ+OxqLbuSAEXQUmlmAWS+QzOHnsFP/nSV6GXa/ivX9x3SUvl5//5M5gcH8OpYy/h1NGX0FicQyGtIZ9JoUqbi8DHYG83tm7ZBDvbhlnXQNnqlFbsr3z1yyiVSyqMSawAXqtYXdEmvmLt4IFGFhXK91Ylx9NzWA9c9LYV4foeSk1aJHADgkpaUyliRZnYqrOuyeYHa8lgNM4pVofWDgLMTUuUfzwuWnZw/rh+gNJyGb6EKiXkvSSA60JIGBWEnlKlywWmRlIk+koxbOoIXRc7uhu49+YmMhkNXoWbJToePgb84AUNeiIDM6jBF1/SEIaf4DaCCsnTuE3CelmqIuJNKi6vYsMQiK1AiG1D7Xj7VZvRnJ9H0TKQs0xMzizh2MQ0zI4uTDdczFe5FrGNnO/BdVQTP1keZzJho61QQKnRxLEFB41kG4LyFIzKHEx6BVPtLWpOdf70thY/1TBER0cn7rn3blxx5S6ceOUYXjzwIo4ePSnKSl4D1lx8plmnlk2IihRTliui+qbvKMcvJ3LI8MAm3vbud+Cut94NLdlq02+qMDGDa1Kr/tz1IDCN1KWi3OZa2VL4N5sErFyflHqW7J4zUAu4nijrB1rJCESFhkwyDdPg/Is23dSaSV9hU9S9LffwVvAUz4G2IvJ9Q8fo2XHUnCYMy4bv8HeSUqtGwVWRMjjyVlWAtrWOeh5GRs+hWMgjQ7sNem3Qc1Za/wmzVa2UN7iOpuNj9MwoVvV1i00J10PlcavA6t//5V9f0hyPXxRXIK5AXIG4AnEF4grEFYgrEFcgrkBcgTeiAjFYfV2w+mF1w0wVYUCFjVL91GpV9HX34+33vQVtRQuHDz+Jb3zjywIN9t54C5oND+NnzqFer6JWWfk06nYAACAASURBVECjtgTeFLPVPwhdCY9iKArvjAnOTN5kthLpqTYS2CE+nypF26GKNWEL6Mvms8jbIZLZTXjv+z6MjkISGuGqbqv0eHlPD7B08ULd98yPsXE4iRt3rwetGsUzUAvx0sgEHnjkAKrLS/jge+7AlvV9AiADx0O6Yy3mmkV85CP/BetXufjtX/0FFLMWXNdAtVHBo88cRWiuQu/wBvFtJWyjaMrUA1T0JJ79wQO4+qmHsFu30AhslEwHD1FddcebsfOyK5Q9ABVX8HF+cgSVyjmYDA8KDTh1D6OzZZSXlrFudSdyyRycZh2+ZqHqJrFcXUQ+qUJXNDMBi36tRlrCmmAwQTzNvHkBiD2dQwIa+Fm2aQs0rTUbSPoQf9nT0+dRrTpIpBKo18vyXFuzUCim4ZWa6B8cQCKdguYFaDDQh2AJPpJhDn6whGpoImyksbXzSVSrX8af/2QAZ8M++GYKa61x/N4VHmrhO1F22fbs4qVjL+PkqZMqJd13sGfXFlx/3dUCkwjn6EfKy05Q2jfUie7eHrGLII4iuFZeph6y2ZwoTempyIvOtuC55QrOjZ3A0thBGDMTMOZK8Akt2d5OH1YGB1HFSAjNgCpNgQ3WUb1XS/Gom/DgK+9QzYZnJZEdHkT75g0w2vLwNVo3sDeaveG0dSDca4FVBlexBZlt5pGaVqcKlyFJCgiJYyfPMQgwVapI23vSsNHd0Slt7Dw2MeX8OQ/iIkIsI51AeXoGP/n8l+HNzOFjX3j2ktbJv//7f5R5RcDYLC/h+P7ncPiZn6JcrsE0PWwdase2gS505HLwrBQWkMJsclDg1Nfvvx9z8/NyngL5XxuI1KL7BOGR/2cE3JQ/KjcNFMDkpgIBEr04c4ShCUJPtdZESmmlmgaSyYSoILkBU61UBdgbli5t4Xxffp+gPmFbUk9C2kglzfekElCFgSkYqYCgAtZUlUrgUhTXF/28dW4MyHJ9YDBTwbWbKljbm0BSdzG9CPzwUICD4z5Mi8dnIqCZqd9QmwI/57HC3VgdQ+szCPWGCkm87coNyPgO8skkTA04+OLLqIY+ij19WGr6mFyqwCH4ZZ0Ctqhb0C1bNh6SlonetiwWKg08ObaMZqaIsL4As7okdhb8KDORUu3znEMtBTkhX19XB26682Z0D/dhevQsDvxsH6bmlhAw4Kx1jJHiPTottu/L3BRbFxW4JuMdQLNRF9X+H3zso9i2fQvqtZKsTbQ+UedNfK02EeR6t96UV4aAle/Fa8/OhCgkK7LSkN8hKtdPteZTi9tS30rLv8xDQ4IMuZHETgl+n966mVRGfs9EmxzcYJJQNMPE7Ows8oU8yo0GFkoVgLY3Tdo2KPgcnX+k9I2+F9Uj2hQhOI+8eyOFtZwL7UhMU9Yt8Y+GJht6oyOnsGZV7wUVtTy31cHwd38Vg9VLWuTiF8UViCsQVyCuQFyBuAJxBeIKxBWIK/CGVCAGq69T5uvu/Q3BqoRFkg6tWWg06kilM3jLPW/GxtWDOP7yfnz9/i9gYnISb3vne6AZGYxNnEe90US5tIDq8jQ0r4lGvYqFxTlUq0yADpCwbbiOugmP2jF5GBHsUoExSv3kBh6spC0KtFXDw+gqJHH0+BRuv+PduPGa6xD6dWi6LUo0CT1hSIgWoN6oYf++n+D6KwfR19GJw4ePoFJexOVX7IaR7MCn/vXbMK0Q77rvRnmPpdISOnJ5WKl2nJ728cUvfg3vuG8X7rjpGkyMnUW1qSORppoIWKrlkW7rluZ1/lvEWYaFSt3Fi//+b/jNl49iUPOQD9IYRx3fM1M4/663YvvOqwQyUrVkNZuozh3F8HA7PI1qTB0zkzN4+LkjmJ1fwvt/+U7kkwbm52fQv2YP9NRWfOp/fgLXbM2js7NLINHi/BwOj0yjUqrg9us3I5vrwPzyIsbPz2LNut3IFdoFSKSsJF44fhQvjo8IfKC/qB/6yMFEXwWwwypqgY6Gm0AlawJpoKujE0kGOdkJqV+S3oykPAHhAuBoJqwgwI7+h3H8+I/x54+tRzmZRlAzcfnqcXxobwEzpbeh5hGeBTh+8qSEWGkalYg+rt17GfZctltacDnGCFZVUFWIvuEOud7j586pEK+W6iydtNDX149CvihKO1Hl+r60q09PjaM0OYLamZeBmSmE1QbYjmxRoWgpxaqAVWkTVipS8egkUGm1jlO1KlDfUC3CTT6vWETbuvXoWrsOZldRPDeVCptqxSZTdESJHYGiV/lNrggOE6MKaXdWwGS65AkcTFkEq+1IJ9jSrawQfl7rPMEqEa6RslGfXcAjX/oqmlMz+MjnnrqkhfLv/u4f5LOo0s2nE5g5M4LvfvMbWBo/jYGuHNpzJjoSBrqLbUgXCvBTRcxZPfBSGXzruz/A1PlJgZyezo0CBRCjQB9+zTkhs3EFxBbg1lI0Sh2o8APHkyNK6nQqIQnpEcSKbCqUEpBqVZbdRy6dkc2Baq0mNgEqyV55V0pokXjrsk2bfsYtVbF4a7bay301bpTSXI5cYKt4Zrb8PlX7vjongW4M6/ND9GUquGJtCR2pEMWsjrqXwHeebuDoFBWYtowrbrRoQRNY4We68iK9LlgNgaTm4b7LN2JbVwpBrY5q3cH05CR8y0Y63wZHNzFbrqHRgpmmiOW5saL8gjMJG0O9PeJT+7Xnj6OWLML0qrAbFdk4En9PWmxIqJ+yVIhgYULTsPOayzCwcTUWxs7hxPNHUPUDeFS2eoThF2E3Xy/gE8pOgRBRPLO5ccRlwnNELbxh+xb8yq//mljDeE5NbDnErVg2mOiRq17PR6T6jD6H64+MHyo4VwTfUaFKmK5sU5SPAN+P15o1YFAi/Yr53lxfuBlIKwaZVyGQTqaRz+dlU4XnXq3W5WuOLXYc8HdcKpfD3GIJvm6Iaj8KklL+2Oq9ouOVMMWWojUKVLMtS8D/yvPiz9wgkBq4DjcZHalfveni9OlTWLuqX8F9KllbFiz8+1Of/NtLmuPxi+IKxBWIKxBXIK5AXIG4AnEF4grEFYgr8EZUIAarr1Pla+/5oLoRDZTSk0pC+nTecONNuOqyXWiUZvDNr30e+w8fwLU334ZiRw/On1+EkUwhU8hjaWEK9cUpzJ0/g5mZ8yiXS3CdpqRzExJlMhn5ZAlkct0LASjSmnvBL9Vns7UKG0qnsHPnTnhuHVMzs+jt24Jff//vQIMDU1chIzxYA5a0eE9NTuD4S4/hLffuQM7KY3pmBr5XQ2d3O+ZKOj712f/A6kEbv/SOO7FYXhTvv85cCoaRwqP7RvHYkwfw4V+7DTs2bMC+Z5/B+clldPb1YNv2XTg3BRjpPCwx66P2lO3+KYxPTmHxP76C94yM4rizDN3OY6EyDatnFRof/HVke4YRBLooa5vLC/CDMQyt6sK56UmcGR2FEWoYX/RQWpjAhz7wFliuhumpaVjFIQSZ9fjKVz+NX757O5KWheXSIqrlOn787HEeAv74A2/FiZFzyLYVsVxxUW2mkc4WRWlKOPrFH38PBxfGYeXS0JsezJqLzZMVvLfk4qbQw1LvBuh//If4+8d/iB8efgTZ3k4BFT16Cm+79hZ0ForSokq1aYAkAt1AKqhjx9D3cOTg0/irB/rhEArULNx3cxl37NmEc0s3SBo626JHz57FocOHxP82Yem47ZYbsGnjOvHSpbqMGE6pCTUMDHfC9TxRuPJ7/Jrjoq29gI0bN6K/tx/JZKrVkqyjUi9jYmICtcV5NCZPYe74AWC5DK/qI2VAwCpVjLSXsFtgleq0COQLOKNHJzcRODrFlzGAb+hoWgnYHb3oWbsB+a27YSaTcNjGTdsEqlV9jl0FXjj+VI68oEX1JyQk4ZhW3r9UZzabdSw2DTQbDQFhbYQ8li0emISd0WMlYOVQYxu3lbFRmZzF41+7H42pWfzx5352SevkX3/ir2HaCWl1rpRLqCwuoFEp4/gTD0KvLyKd0FFI2Shm0shls+K5uqQVUc+34YFHn8HoyJh43rqGAwNseVeP6JiZCk+wGqWpR8BZYBShUQs00yOY6l+WjYp1qkzZ1i3etS0PVL6vTG/+XxAKJKcXJdvSNQGrClpT8SsgNPLLbSnhIx9M2khEwVcRTCRQpWZaBWppImRVNgwKIq4Eq/z4gUINV6yrwmLYnhGKavT7L4QYWeSYMUU1GlCVCNpwKPXmax+vB1alXdzzsLk7i7dfsRp+rYpq3Ud9aQ5uoMNKZxAYFmoMbxJAZ4mPMDeUHI+gz0A+m8Ha1UOohgb+4Uc/w2xI1XkVnZYOp9ZQ3smGsgHgHgLBJR/iyUwFfsA2fQ92woJJewwzIZtgVMayFpGKlK/h1wk7LTWr1Wqy8ZbL5XDZZZeh6dSRyqRwzY03om/VoAQCaiHBbohk0lZ2KK+CqdxIUxYFBKkRuJW52ALq0biQNUHAqke5qtgQ8Hk8hwhyFgodKBYLonKulMsolctqXrfenyC1WGyXOigPYwvNWh0zs7MCRAfXrMXk7LxsmAX8nBboXKnYXdn+z/eO/Fc5zmhR4TSVL230PH7t+FTPGvA9hhV6gG5iuVTG2bNnsGnt8IXfidE84t+f/Iu/vKQ5Hr8orkBcgbgCcQXiCsQViCsQVyCuQFyBuAJvRAVisPo6Vb7m7l9vKXw0Cc6pVGoYHlqNu+64DT3tWfzggW/gh9//HgaH1+Gyq69D3WU7r42K42G5wpvoJsZOHsHIKy/CdRqiKqLqi0CEoIYKJyqJohvPqIU0gl303FNtlq6ooKhI6u3rQ7E9j7m5SWQzvfjl9/0u1q5fC69Wlw5qIhWqGKlmGx87g9LCCdx12yY4CxXxLu3ozKNSq+K5w2O4/4HncPOeXtx723XS6s5WWjg1pBMZ/Ou3H8dLp87hdz54F9b19aJRLcHzTdhpGxNzDSyWs0jm2xG4hEpUGYaAncapkeMwv/1v+M3JZSz6Hso2U82rODO0GrO/8svIFvtbYTg+GgvzsBPTGOjrweTsLA4f2o+B/gEcO7sI21vAe95yMwxHw+joGUws1TAy52KpMo73330dPDdEw63AgI3vPXEEhfY0+tpyePzxp9A10IObbr0TiUQ/Gk4AokJirM8++C2cNeoITA2icis1cOdEFX/a9JFdmkdlaDfSv/+7+L3HvoknJ47AKhYQNB0MJQp49013ot1KSW3F15QehwDSfg07190PZ+EAjpxhe6slaejr1+sI9VtwurQLblMTkDZ6dgwHDx1EELgo5NK4+443YaCvVxRlBELKBoB+kzp6BvLSwk3IwU+qNxqiEuW42bJlKwYGBiTgjMo1jpFGs4ZzE+cxv7iMvFbH+cNPY+7kK9DrDmwBdgYS9N9kyz+tAKjaNdkGT2lh5M3LFnP6TdKWgErtUABUg7rkZAaZjm6077gK+Z5+OFZSfDQp4GXEET0TFTgklFMZPCJOlSpRZxoKUA01ekG6otyer5akFrm0LS3w9NflBoG8wc+DcUL+DCSzKUweP4Wn//0/4C8s4Y8uEax+8hN/Dd00oZnKekPqoml45tufx9zIUbSlU8gkDGQzSbRlsxL45JgZNLJdePTQCRx46YRqozd4frbyIV2pWmVNRGX6alAsz6Mfsai9PYQtJaQXKNUvgZsEE7Xmf/S+Sl3JoDplq5BmejoYfsXXKXUp273VVwqSWjKuVPhatK4QevERwXqC9Ogh3rotf1u5eq1QMmmb1xl0ZqAzuYztA8toS1qwLQ+leoif7A8xVmHrOc9ZuRob9FX93wSr0WhJoYm7dq3GUFsG9UoNXnlJQr4sbiYQhuocq7rAwHQiiaSdFH9inksum0d/Xx9cO4lP/eCneHGmCl3z0Z1KSEgc4adm0R7DFnW4tMzrOur1Ohpus9WKrlrxlWWLGtcEq6rGhgr4akFR00hIrTdsWIdMLiObCH19vRhc1Y9CRzvyHR1YKpcFblJFnLDoc6pqrlrkffFupppY5qP4tJpyVbgeEHzy/SWsULypW96oom6n+l0ZCCi/5YshZITtbcUiOjs7xVN3aWkJZYGrravNOhqGgOA0FdCGgYXZGRlLk9PT2Lp9F5aqDVTqTstDWIUIRu35K32QozEaBf7JMZu0IVCgN1Jgq40jbuBoauzLWNGwsLSM8bGz4mnMTcyLMFZ5rP7t//1Xb8R/C8WfEVcgrkBcgbgCcQXiCsQViCsQVyCuQFyBS6pADFZfp2xX36XAqkE1KKGpYeGWW27Bnu0bcPb0S/j0P/2tKFiv2HsDPN1E/6oBpO0kzk/NiDfmmdPHceLYAbjNMtKprMDAnp4+dHdR2TqB5eUlucmW9OMwEHWP8l5kyrgKApKbV2nL1lCvKx+8zsFueM0aEJq4/a5fxB13vA3N8oI0SkNTatjQ1HDk6EuoLp3FvXfsROAzFCtAs15GR0cbfvDI0/jR4y/ivW+7Clfv3oRypaxasN06DDOBz3zlR2gECXz0996FsF5Do1aGZqRhJDWcn2rARQ+sVIGR1RIIQ1VtYCVw8NALWPPg/bh9oYSlUEcXW2gbLp7Ysgbzv/orKFrtCBwXgRFgcWYcqzsdeI6Dl0+cRmdXARvXrsNnv/Igtqzuxu237MTC1AzKlSXkuwfxjQeeQjob4u6rd2F6uoxETkch24Fv/eAZDA3ncfX2yzA5OYfJuSl0dA+is2szKjUfCVvH7PI8Pv/IA5hPBHDrNVipNBLVBt5/toIPOzoONamIy2Em24Z/Krg4N5yB5vkwnQDbB9bgzdfchLxHaO3Dp+2CXkfoG2gzJ7Bt7ddQ1MbFi5eg12FrPNI4ePatGKtsRuBRcerj1OlRvHjksMDE/t4u3HPn7Sjkchc8L3mtJfxG19HWaaNUKmFpmQnrCqgQNlDlvGvXLqwaXIVMOiOKWoIQr9nAuekpjM1MYbC9iOb4CI489iC8pWlYDoGXBstQgWgEiJIkb1qiuItaehUYVVCV4412AUQ4LtuMGZRFgLVqHdqG18Ho6IObSAlYpDconx+1kvN1asyy1VpBKcoxyYxs25LxWalWMDF7AoHfRCGXRDaZEB9cQ6MH8Ksn5AXlmgAuBVZffuZ5HPrxw7DqDfz+Z5+4pIXvE3/1CQkPErjaagsnWB3Z9wj2P/pDdCYMFHMJpFrgN8vztZJwjAL2jU7jocNHEbCeokBV/qQraymK1ZY1h1SgBSwjJSqtAgjJCOwIRxnaRZrm1ulbexHSXlDASnhXKF7ABH68hjx2qoJp+XDB21I5pkpNBKxe8Ewl3A5FSUiQT3sKUWC3/JxJw1U7t9tqTW8pl1tqyKSZRmgE6MnWsLF7GRlDRzodoFQN8PiLGsarhMEhmLPFczPErfV/X7HKceR6TQy3p7F3XT9ycGXOhq5S+3MucIMgm0oglVDewclkRlrZubGUTOeQz7dBT2fx788fw3f2HRPunG1ZJjhuE5qlfGz5h57FfHC+sVR2KgXN1OHVG9AIKj1XFLhJtsS3gqYiCxe+zrYSAkdXrxnGr/7q+3F69BT27XsO+WIR2y/bjVWr12CxXEZ5uSQQ1NJ0ZHMJOV7xQG3UlSWHacpaIXYOpikbKxwiiWSyBVOp/lbAvDV01LVrAV+Bry0lK2Fms9kQQFsoFNDV1SWbegsLC6hVKzIP+bP5+QWpQV9fHwr5PE4dfwX5QgEzc/NYt2EzjEQGi6WqBI9FY3il72808V77PdkU0NXxRKpnPlf+7au1gup1AcFUZ2s6SsvLsCjNjZ7X8pWmCvZTf/WJS5rj8YviCsQViCsQVyCuQFyBuAJxBeIKxBWIK/BGVCAGq69T5b13fFCpl+Smr4r169fjvvvejLRWwxe/8Gn89KlHsXnbbhTaejG/tIxcLoWO9gJsM4G5mXnse+ancJsl5NtScJoa+noHsWXzdjz77D6US0soFPJAoMKsqJbizTBvtqU1k5529ElMJi8EgFD4xiASk7DHtJDNZLBhy1V436/8ATRnQSCVoWckEEuzdYxNTOLw/idQyDto2kWxCDADF9mkhvGJaYxPV9HdU8CmoS7xA6SPZ9rQUPeAJ184isD1cNebtiNBAGGZCM0MzJSBsAbk2rbASGSBgN6QmkChhg4c/PHD2PTYA7izEaBk2Gj3G1h2HDxy85UovOeD0B0TOj8raGBsZgS7NxYxe34OR145ge3b1qOvpw+f+l/fwj037sHm9R2YmpiCYZlo6x7EP372W9izZw2u37kazz73MnLdGQz3rsLX/v0R3HbbduzdsQsvHTuBRD6H0M5iqZSCr2VgJQ0cHjmGbz73OIJCStS9qVwW1uICfvv0Mt5XN3HCXcYaM4UnzQD/rasdS8NZhL4HO9Cxd3gTbt9+JXQmcounqQnfrEPz0ujNH8DGwa8j5Vbhm4DFjlk9ROj24Nmxd2DGWcWodTiuh1eOn8DRl48KUFgzvAp33nartHRHwIJ/K5CvI5MLRK06PT2FucUFGRsEFN3dvdi7dy82bdyEYrGovDGpdHVDjE2PY2xhCkNdfejyfTzzwL9h8uR+2PWkQE2+Lz1W+YdQjv+WRPRWOrpSlVGaR3pDgEe/TEOgR2BCPHy1XAGZobUorN8Gq7MXIf1CBfzSCkCBQqGD4tmp5o7yVaXq20I+V5TWZI738clDcJwqChkLuUwSNpV/IdPDLwgwL8xMgYtCXAnOknj+ocdw4mdPIxOE+N3PPHpJ6+QnPvFJpbA12MKuVIgMM1oaP4GH7v8y0m4FnXkL2XwG2WQaWYZryfkU8MpiA9/cfxDVQIfJFnS+RwvURSBU7DFaYDX6XtRGzs/jz4v5AkLfRaVaRWdvF/SEiROHX7oQZhSNDdWir8CtSL5VhQVsWwkLoasClKIxpGkqUIvXOHqPC+DeoFEAwdZFT2faEvC68TUBbQlaYVbROfHvpJFGaIboLzYwnF+EFfrIZIFKDXjhVAJnyjy+QLxieaz6JVgBqKESIDRsWX+2dyewszePUrmGpOYrf2BoSNom2nJpZJM2LIvXzUIylYZuWEgks0hnC0jm2nBoqoJ//O7DWKyUkbZ0NF2qJAlK+ToLlmXLGqva6n0kslnACxA6tBJpiFe1Rv9Qhou1VKqskQSFtYKlbFNtjhGO79q9A4ViXjxzy/U6dl1xBYbXrhMlea1SlWvtN5vo6CyIUpSXs1apXAiPq5Ur4n1KBWu1WpXfB2LfIBsdCgSra9RSIAtYVeMiCoYj5KWPdbNBawKGTulo7+jA0KphOU+uKTzetrY2TE/PYG5uXsDr0NAQThx7Sc7T80P0D61GsbMXC8tVuD5V0QreR+PptcA0sjHhz+X4uAHQen5kBaCsAqjKJWTl74EAdap1bQWn3UbjwrlJIFcYyjH/zcf/r0ua4/GL4grEFYgrEFcgrkBcgbgCcQXiCsQViCvwRlQgBquvU+Vr7vowSNM81wfvK9929z3Ys3MT9j//MP7h7z+JRDqN9Rs2YG5hEfWmo1RHlilqxAMHn4dTr0vrNj0RQ60P73733Xj88R9ibGwC/b0DqFSXJCW63nCQbevCnfe+A5u37RAv12MvHsYLTz4iQK3Gm82QXqseXM9BAu3oXdMuuTDtuT78zoc+IsyJIVf6hRtZgjSJJ5LWXraFer4D322Cii16blLB2HQDsQZwAleSqqmoIlej0pCvK1XKUh1aEfDmmMcyPLRe7Ayi9s4ojCf0azh96iQmRkagOS6Smg6PLey2jTW792B49QYJ9YLFcBsNTz/zDOrlMfiaCa28gM7eTpxv1DH2yglsWN2NQkcvG6yRT9koNX0889wB7N2zGdu2DOLoiyPoHexCYGt47KH9uO2Wq7BpzQCqdcKIPBw3jVrNREiAkjHx2L6n8dih54BCCk23jmw+D3NiEn8w7uOOZgKvhFPYbPXha5km/rmzCaevH6HrIQsL91x+Pbb1r4ER8LhDMJMn6TTQ1/40VvU9gYyxTD4uMeBeoCGhMUgswHhpN45NvgmV0ITrBjh64EWcOjUCx/Zw+ZZNuO2GmwSG8NoFPoGJCcdtoK0thUxex9zcAmZnZjE1NSNtvPPz8/AMB3fecSeuv+5GdLR3wdLMVgAPcGZiBFNL0+jtHMCGvtV45bnH8dMffBX58jKTtqTNX6cNgs5jNCRNXnwcJQ3cVoq5QIUaCZQjNBUlqmpdJ8RjqFWQzKNteDP6tl8Ou2cAnp2C7qnUcNcP4RAeUQ3pefB8V4Xj1KrS4jswMChAh2D19NiL8Jpz6CwmkLZTSBopNe4EyBC+0JaAKmy2P+uidDMZsBM08Mz938X88dMwtBC/+y+Xplj9y7/8y4swVFet92LHoQV48ttfQfXUAfQU07DSKbQXisiYBsyECYtzBmn84NhZvDQ+A50Gv/SnNXRRNHuBanEmPaL/KdW8GTuJbCotta1SAe65SBWKsmnBQCMqvnuG1sNIdeDlZ38mzzMttptfVKLS39QPCBdbQVlCuFRbfMjwM1oICIBm8jp5G60AFFiN5moEVy+ogCNY21LUKtuAi4FVK1W4lmbDtgystcq4dkMO1aSDucYsAs/EC2cCnC8X4NYaMEIPLpWxlinjIFJjRi3hPB4CUraJUzG88ljYmi/Kb0JM3xMP58t3boXmOcjMnEc+YyCT8pFNGWjL5cVnmOp8AatUrVoZ2GYaqVQWtpWEq9l46NCLePLkaUyVG1gqVcTHVzysCSvpCSs+qhZSqTScZkOgaGSfEEFEetvS4iCy6uA4kU03blZotNpQGySJpI1iMSubB8m2PO5481tks6JcqaBeqyHwXAn86+wqIpvKiKcpbTwIWalOTyQtGScLs3MyFg2bCm4NKXqWtuD/ymuoatcCq63jU/YxarODYLVRZ4idj97eXvT196BWc1Gvu+jp7sDszBQmJyYkAGvLli0YPzeJqalxdHZ0om/VBrR1DWK+XJLzjjZ3VgJ6jj0qnCOoHylXpRiiilat/BFslW+3LC4i6qRv8gAAIABJREFUS4ELnuI8fteTjZXoHKLr8PH/47+8Ef8tFH9GXIG4AnEF4grEFYgrEFcgrkBcgbgCcQUuqQIxWH1dsPqf5CbPcXx0tnfhPW99G5Kmh69+5Z/w5E8fx9r162AlEjh3flJ8IQk9ErYNz21i6vy4ABDexBO23nbrL2Bq6gxeOnoQHe2dWF4uwXFqonIaWr0e7/7lD0C305iamUO93kR3Zwf2P/konn7ycZg2FXFUMebghxraCl1Yv64f42PjgJbHh377D9HV2Yam05B0crnZptJKFGkMnyGXUmn2/L7TpLJVlzCt85OTGB4exsT0JDo6O1BaXEQmmUIum5GbelEl8bUtYz5pDfcI6ZR3Y+TbKDBOV0oln2nxCOALYGKYloakTkRqCuzhzwmJH/z+Azh+5ijyTO3WPDQCB01fRy6dhNeso8mgIj2EGbqo+RqMRBppw4NJu4QgCc0MUWpWYYRZZBIudEuHYdIr08LVV92Egf5hUW5Z9AycmcYroyfRFDWecpVM+j7WLlaR85pwtAY69ByO2RpeMQK4lgnH85G1Eti77TIMtHcpuBDqMBwPfcUjGO57FGn9PNyaAztpIdTplwnoni7KvmWvG+cmr8Pp6lWoVMp47oXnMTUzCQd13HrNNbhmz+UK4gg80xEGVL010NffgXwhIa3J9OAtlcry9dzcHBbLc9i9ezcu27UHnV09AoTo48lwnXPT45hemEJv9yA2Da5DaWoUjz34dbijx6E7ATQ/FO9OAndbM5T6T2CNKWAqCrMi3Gr1HJOwy3VV118BO1gpIFtE+7qt6NuyC5neASTSWZVeHqr2XwEiYSBhbVRfE6Ty0d7eIVC+Xm/gzLkj8JwFdBRsAatMspfPkNZ0+q0moWl8L0fZY9DN12brdAWPfvEbqJ2dEpD4R5976pIWvr/4i7+4AFbZGs/gJUIfKqTPHnoWh370LXRlLeTyaRSzGWSpJifg0oBGYOGlmSqePDaK+bojileOdY5/ttpz7ivFqIlEwpa5yI0WnWuCbaFJ32TWy3HFi1S3TRS6VyFTHMTxfT8TlZ4AVHr5tpSoVJRyHaCyT2CpQFXahlDMq0PjBo54bipoSBUqvxbfzhWPlTYD0fyN4KYCYK1281bqewTDjEQKBQCXoYlbtg1jxG/g8dFTMEwNE4seatYgQnqY1uZl3HAjx9DtC5s00WdFkE2NF3oWRwBZHaSIckMGtbXjzrtuw5tuvREHDzyPI9/7FgbbkljbkUOWpeF5cdxapoxry07CSFKhnkEilZH11LOLqBkWTk7P4+vffUBsWqjW5jhVlr0mbFGFJgQCM1SNNYxAobJUkIW0tZ5ShawUq5w7ovYmWLWoKiWUD5HNJlBsK2B40wbsvuoqOI6LWr0pnQlypr4rAYK04pifnlabb4AA9/7+XszPzsFrOsoDltMtYYvdwcVNs5bNxoXrqjZBIiuACEqKNzctARpN1KpVmZf9A73o7OyGYdhIsc1/YR4T58bgOjW0dxTR1taDY0cPo6u7G919a9HdvxrTCwwZVC390di5uPmixmM056PfCcpS4uImTRSoJde+ZfURbeJEYFX+3fJjjQBt9PeffexPL2mOxy+KKxBXIK5AXIG4AnEF4grEFYgrEFcgrsAbUYEYrL5Ola+9+0MtxQ2we8cevPn2W3Hm1EH882c+iYWFOWzevAV1p4nxcxOqkZat1ZaJcmUZ1UpJtQFrGgYHhzDQO4yDh/Yjm6XXqidQky2vbd39+MBv/KYAu9n5JTRdX/4wFCioLuPg80/i1MkjSGXZ5pqAaWWwbdsV+MX7bsbjD38fP/rps3jfb30EN+y9ER4DsgSq8oQUZBF4QM86XamBUqkUZqam0WzUkUwlMHLqJIZWD4uiMJ3JoFlviJqVII+toTwnx3UutL1KSyc1VytaPCNQQjhIkKM+XSLMW5X1leJWgJ1KNao3l/Gd79yPcn0OKT0pqsRq00GzqSGXsRG6DjyCNvqV+h6qvoFUOo3Qq7InHQHhJW/ewxDpRBpBcxG+loLnN9BOIHPHfWgrdqLZrImnIeEjk74D1xUPSB4lFXOhZWCuvoCsZSIJCzAS0A0bBttSWwArnUqrGpI4hQYK9glsGHwQBesstJDPs+GFHsyAIV4EPp6kePP7CwvD2D/7q5gtL+LQk89gamFWlK1333E7Nm/eCN9ptupkwHUJFR2sXt2PTMYSj0Tfd9F0mqhWK5ibm0W9WhHl2aqhIfFwFG9QUT36Am0XSvMClId6h8T24fC+x3H+2YcRVCrQHU98ghmCZDI1nhBR2t+V3yKBk2ichSUFAkCiNv4oEcmT4mniu2q1daNvy2UY2r4bmYG1YIiPaRAiqnbykAnrrBv9gx2mg4cy/ghQG80GpmZPw3OXkElpYk/AuUI1cb0ZwDKzEqJmWjwURwG3UIeVSiDwmvj+P38OtbFxmScf+bd9l7ROfvzjH18BVgktCVap5LWA2hIe+trnEJZm0F1Mo5C2kU+nkWwdE61tl10bT50Yx8GJGQQaYV0gwVNULRKacfzT15L15HzjxgeT5q2kBQZVcfzSK5SqW55IKt+DYtcanN7/vCTMK/FpIHNPwBW9bilb5RYF4WArOT4UUwGyTBWAJhsHrcAsCaJaoUpdWaiVEEwBTTV3RTXagqqvUqyaNvp1Dbs0B1dvXoXzSeD7Lx0Gg90nS4DRtgFJw8TM9BlRdlMFGSoGrNrXWR++Pz1Skxls37ZdxvbpkdMSztbf3498Pit1yhUKeOs7344r9l4OL3Ak/G/s0Atwl+aRqJahM4CKUNm2YFGtSzBuJ2ClM0jmCkhmctASNjw9gUy+HYdeehl/9w//iGWuu6LkN0WRbydTCmBKy7kH13UuhENdgKqtohFc88F6RgFWAuLDAAmbfqm01aBq1URfXw92Xn0F2rq7Zd3j5oLGTSZdQ7NeRWdnm/jblhYX0N3ZhZnZGbS1t8k0W1pYko0rfgbnC8Eq52PoXfQrjTxeI8XqykCtSJ0s58J1rtkU1ery8jI0PUR3dxfWrF6HXLYD8zPzmDg/juXlWWiai3Vrt+HcxCjSqQwGhjciW+zBQqUsFjQrwXikQlXq00AA7sqNNhWkpb6vVK0t73DZWFOuv5EaVV7Xsg8gWJUR3Apci8Dqf//on1zSHI9fFFcgrkBcgbgCcQXiCsQViCsQVyCuQFyBN6ICMVh9nSpffedviHrLtFK480134vJta/Hoj76Jf/viZ9Hd0y3+dxNTkwJfxatSlJ0hSqVluUEnXEkkUujvH8S5M2ekbdWyEyiXlwU0NBwP9779F7Fx6065Cb32hhvw7L4X8OLRowIHLaeBo0eexQvPPSYJ2IadRaHYi3y+F7fv3YrREwew7+WT+KUPfwRXX34DfII4SiZfBUmUysjXAzRqDdSqTfT1dWN+dhpTU+fxzDNPSqAJb3zZjrph4yZs275dWuVrNRWqwvATFoJAgUiSKc4rPyMqX5SBQwApCIUtysLolMUA1bIe27k1DYsL45ieHsHOTavFixCNJs6OT+Opw0ewqiOHy7eth6NTwelgfmYRzx8ZkePYuXUYhhGg0XQwNVfGyOg4BnqK2LR6AG5oiHWBbqSxdfs1MMys4F0qZC1Th990pJ2W7b4EoAtLS8gWO1B3G8glEvAbjrT7FrN5eISChFiaUlBGsCIVlrB2+AH0Z/bDbITwrBCTCxrmFgmSTBRSOtqLPuyUBz9MolZN4PiBX4A/PofmuXmc1B3s02u48ebbsHlgLVyHSk5+jiU+rNA8rF4zgFRCpYUTTvLa1BtUri6jWS4hk80incuIepLnIf6Oji9WAY7XRE9PP7q6+gWOlBamcfLR76B8bhRmk2E8Bgw9AbMVMkQgQxgqnpErUskJ1/g/pX5W45oBPp60aitbCNe0kejsx6rNOzB01c0otndL7XVR7nHIME1czk4pBCXtXLWxU5HZcJcQ+FVooSst9I7vYGFpBkuLDbQX+9De1gXbJDj2FTyDBaomfaeGH372M5g7fkjUnh/78oFLWif//P/8sxaYVhBLqVYJxw3kUgkc/OmP8fLTj6A7qaEtZ6OYyyOTTMNKGKI8dD0Tp5YdPHLsJCaX2brPjQDOE64ZhPkKjPL6cT/BTppiv8D2d8I3O2nA0AzYCbO1SZBENj+AmZNnMDU1pcAqWmCV4Eo8UNX15nsShBPOcWzbJqeQB59wNaBKVamyCfUiOPraIkWbIyvn8ko1a+TnGfmsZvQE+kIPOzMhdmzqRGKNjuOzJ1Fxk3j6mIeTkwaSVkJ8c2FYcu4MI1JqdjWOCNhXr1uLd/7ie3H9DTeIj+jLL78siuT169aJVQXHcEdnD1LpFCqVZSQsHSHVr1oCbrMCt1Fh8VXbft2VzRWYtHFIioLbYCiblZAAKq5Ehg8cPnAE//g/P40lrr28Nr5Kpk+kUnJcTW6ySJCYUqeqx8UQsAj2CXBuQefICoCZY8lEUm0cSdggMLx6FfbsvQJagp6vaQXIDUr6PVQry+jv7xNv1YRpoVHjZkIdPb29mJ2ekY0HwlR6v4rfKkMNPVdtlLWAY2TVodTISpVMz9iVf9MKgGCSfq3czKMtwMLinASDrVu9Dpft3ovSUk3CtsqVBSyXZtHVMQBN8+T5A0Ob0D2wBkvVKqo1ZQkT1WElWOX3IoXvyvHDY2QAV6RmjV7L3x8XKtzqeuA1iBSr0XtEUJVj/X/8yccuaY7HL4orEFcgrkBcgbgCcQXiCsQViCsQVyCuwBtRgRisvk6Vr7vzP8EPmeDcjre/5W3ob0/g61/4W/zwx9/H5q3bRAE0NX1e3WzSBy+VkpbneqOmbnI1E/l8URSQ0xNnMTgwhFKlhIZTl1bMQr4Hv/Zbv498Rwd279iG8fPn8NOfPYVStSbqzKmzZ/DCzx5BZXFC2olDzYKdLmJgcBXmxkfgNGrYuOMqfOj3PgbaMbrNhhh9yo2pqNSYVi7aVZimhmqljoX5BeQyKfz4Jw/iySceRaO6KL6ZkjNNlZvvY+tll+Ht73oPFhZKkhTNxGjxfJTWXaKeiwno0c2yKFtpP0AYRCjnB9KmTbhENVhAF0nNp20iErqBmakTWLemgISZxP5jR7Bn6zaMnDqHbz38MG7buwNX79yEHz/xOLbv3IHA0fGN7zyKzRtX4xfefBPSpoem5+D5F8/gqWcOYc+uYezdtQOj4yNo7+rF9EwDRqIXgZZhDo2gYMIoKuWovFpcWkR7VxvOT5zHyOkRLFbLKCZT2LxlC9r7uuEuVpDqaIPJ4gUBPC0U6wSG2AzmjmLDmm/Dpl+i5uPUZIhXTprQjQw0s4ZswhGPxIRWRXslgY4lE5knN6Hb0ZHs6kSpsw0PdWhY3LAGiXSb1EZS3ZmhzkRw00dffycSFoGYauEWCwLfETBSLy2qFmixD6BSkXpFH6EXiiqN0CedyaO9ZxD5zl4k7STGnvo+zh99HlppAUGddgBsW6bFAv1ZV6rv+G+lOY7UZ1EauNBCje3d9PGEQCKfHoqWjVShHb27rsamXVeirW81PCOhxl/oKQR/QTGpgncuqNHYAq8zJdxHs+Gj0ijj3ORpzMzMo6d7CKv61yBNhSrDsZo+PBfiCezUKnjxR9/G5NEnYWkOPvaVg5e0Tv7Z//hvLcWqsgGIQBkhcCKTRmnmHJ741pdhLE+io5BBoS0rAD6VSCJtWtLqXNYSePbkWfxsZL4VgqUCnAxbWS4QoIova9IW/0wFryFKVU1XbfAcmxR2Vhvsby9g/uwE5mdmxDZAPJKZpC7Xm6pr5X/Luooq0POxfu1q5LUQx8+eRTM0EPBcxCu5ZQbQUqKuBGPR1ystAKK5HH1vJVhlbZKmix2pBPaks+jrTcNeo+HE3ElMlwLsHwVOTnHThGMrQGBQZUkeT0sDE03XkWO+8pqr8Xt/8AfoGexDrRXYp6CkahunfQjBJx07eK686BIeBV8U3aGloe7WRMntNRwZ97Tj1U0TCTMB27DkD+EkVdiO78EMNZw8fhJ/8zd/i+mZOWisq2+IZQPPi8+hjzAVtRqDoNQMuKC4fy2AjsBqVB96FnPtp48yNyQMQxOwun7zOqRyGQmZ47wBfNSrZQkKHBwclKAmXuGJc+cwsGqV1KheayCRTCKTy4gVAtfParkikFz8c6NgqNZmDy0QpCuhNY/5d2RTYNOfVRLKWEZXNjO4QTM/N4PSUglXXnktNq7fhpHTpzAzcx6LS3NIJTMolxfEM3b7rr3oGliD5WoVy6XFC4rVlSFpK48nGj8r4SrBKsFoZFXA5xCEy8bNBYCt1gixMJBwKxXCFv3N1/+3j3z0kuZ4/KK4AnEF4grEFYgrEFcgrkBcgbgCcQXiCrwRFYjB6utU+Ya7PoSmF6JvcC3e9da3A40ZfOGf/hyHX3oR6zcx6OOsqD2jG1i2lJbpZRf4ojai5142W8RyqYqkqdo6F0vz0K0QTiPE7p034aP//c/Q3d+NRq2Ep556EiNnRlFrOhL8QSDQKM1hcuQ4jh8/Cs2wEDBkBwmkcgwGcbFpw2X4nd/5qASgBExZlrbKllJUIBnhaoByaQm5TB7l5RL+9X99BmfPHIdGv1Kdf/iemnhLhroh9gZDazbjne98ryimqJRKJVOi5pQ055aScWXojNwUR1pWqrYkrb4VpMMbe81DaLgIPA2a62Nu6hVs3dSOb377R5icnsTQ0AA2btmDJ59+FjdfswXnRyfw3IuH0NPbgW2bduK5F17Gnss24e4bd0HzavDg48SZGn70yD5ce806TJ05g0MnTmL3niuwefMe6Bo9Z+k1SdRM/9sApmXBcx3MzEzj7MgIjrx4GJPT50RJmzL+X/beBEyq8kz/vuvUqX3r6n2h2aFBEASlRZGICyi4YBSNOIqjZCJZzMSZz3Emmgn5J3pN4jdx/mPmC2aGcXQSNSMZxYm44IILirig0GwCzdJ7d1UvtVedU1Xf9TznnKZB0B4mMkqeytWX0HSdOuf3vuftnPu9n/txIFxXgxkzZ2HcmPFcqqvqFJ+gQbMZDlwq7p5c8wyqgu/CUSjgYK+O1shEVITnobv7Fei5/UhnFBQO5lC+S8XkeBCj1BDCipezQfMhHxy+EAZ8IXw0bQT2lZaR9xNFhWIbjC7tdrWAkrAbDpW6kKtGbiKdB4vCOei5hCGoUq6hTk2iNCMDtahAy2rcwAiKCkcgjEDFKHgDYWjN29De9Ab0SBuKaVKaSc6hxkBUZ0+6OmUBG59FLy4jN51kdOUs4hrt2tnBTWIgi3vs7iTFR4FaPgIjp87AhMa58FWP4M+g7ElyABqRAuT0s4RVVlvZ0UwHLBQoAgCIJWNo6WpGd/QQqivqMKp2POcCR7t7EB9I858TmSTUIqAd3Ik9bz+LgpbED/6j6YTWyb/9wd2DJd1cSs5fhrCsuN0s5r37+9+ha/tmhANueEM+lHlV+FQ/PFTqbwdysKMnpmHtx61IZVLsSnV6nHD73HB7XVCddkMo5PvSyD0uZA2Hrq6TaEqOaJLGqVTeD7erEmG/E1WVVSivKGNxNh5P8CZOOp5EOplEippfZTIsQlWUV+C82Y1o3bIFr737HkiCy9tVjr2w851qjpUpXB0hZpmC3FBx1Sr3pv8OFVZJrHPrecwp9WOqx4nSGj/yNTo+OLQHkTiws72I1rifIybsJJbb7cY9ZzcEMmp+d8mihfiz274Bj4+aRCV5Hpuq4KCQZon6uZzO7uEsNb/LpKDnstBJ0Ke5Srmmqh0KjQFFYdDGBDVLy5uN9yiL1nTXk3vX6XBi7759+If/+yC6eyJG5EPRyGUlJy05ZGmzgq+ZOyexRMjnZG0EsHvd3FDiTRYrc5riBBzU/IrcyqZ71G5DuCSI+lF1GD12NErCYR6zdCqOgf4IXE5aSWj62FDQ8wiHSxAKBbmJoMvl5RgEfyjI55aIxXnOWFEZQwVKvqfIAT5kbC13qOEyNjZNSGTmpnDkXtWzyKbT6GjvQEdHFy6+eAFGjhyD/QcPoKenB9lUgoXV2po6jBp3GjevyhYK6Il08TkPLdHntcLMeR3qWB2MiaHIEE3jdc2YT8ZmHwurpvN28MY1eVIUAF3DUPGW3nvXd//8hO5xeZMQEAJCQAgIASEgBISAEBACQuBkEBBh9TiUz1mwnLucT540E4sXXYa+rm345f9difaOLlTX1uPQoYOcU0qOMyrDpofrjJYzyjG5SzQ51txIJlMoD1WwyzKVTsDhKCCRzOLSy76BKecshjPswaSGapR4bIhFWtC8dze2bt2JQtGBmafPQOu+D/Ev//RzuL0B5KmTu05CZZ7zCRcuugY3L7sN/f2U2UoiBrmv7CwysDWOH6gp46+A7s5DeOmF33OuKsVIxuJRdpfRg7chaBhygtF4CqirG43K2nosumwxAsESaBmNxdWirchCBD38WqXdhDBPmYrsUDWbnFhCHbuPNGSLOaiKA3oyjkRkP2ZMrcXB9l7kcwn0JgfQ3ptE8+59uHbRPARCYRxqPYBEMomOnjh27z2IBefPQOPU0chrRRQcNjS3p/Ffz72Gi79yGhyZLLoTSWRyQP3o0+HyViJDDje+MIVFbsr1pK7ce3bvxCvrX0CKcnDtNtjIXWtXkCvkWagaM34CJp9+GsbWjkfRRg/5Weh5N4L2dkyvfxKq/QB0RceO3R7UjP46ppx2Dp57/m5otjJgnw0lL29FTcSDKSUjEAz5UCxmWHPJ+7woej1wJ3U0jyrH+7OmIObxA0WV6+WpSVMgoMDnV6mG2+j0rpAjzcY5iZR/m82nOBOSGnSRI5HcuDTmmayGVDKBgpaDP+CD4vKhoPqhuvxwJPsR3/cucu17UUjrzI8sgSSssj+PBBqW4E23nimisvOYxntoOTm5EHleGdmp9F8qbVe8bjjLqjByxmxMnD0X3vJqkOHQzgNA2isJPSrfT9TMJ0+Com44/Gi+Ag7eKEhnU9Dyfew6dDu96Ghr5/Jot5NKtotIp2IIhcoR8Lmx+al/Q3p/E/726e0ntE7+4O67WZhiocyMQSCBlTNPXW52Hh54byOaXn0OQZcN3oAbpT43/E4PPOR2pOxIEo6LCt5rj+Gjzg7knW64KUfVQ+XcdtgKJOoDGrluKSOTcic13fyvIebl9Ryyeh4Np0/DRZdchnH1dbwxY8QpGPcSiajkkKUbjJhRYyISJn0+P/yqitf/5V+w/p33EaXmYQplspLgTg2XjmxcZYGyBFRLPDwCIG1GUDO1oo1dsxQr4LDZUO2y4Uy/B6PsCsKjK7G/0INDPe0o2BXsaLfhQJ8XdmceziJJ0nSP2uHOKzyu5TWV+D//770oCZcgm0ySb5GvbbBJFHGgRnlG+CavQ7SxYDQEy7MAqZk5o5RjSznLVCXAAif9O7u683wfce6pKf6TG9bn8mDvzh1Y9a//hoOdETgoCgBUNm+IkrQRNrhJRE5QU0C0RFVDZjUXR1NMJKHSygl1OqhZGZ0ruUqNqAe6R2vqyjFx0ngEgyHEBmIY6O9Df18v5+w6Kd6gUEQ4FEJ5RTlfYzAUQlVNLb+XMlkp5zqXybBDmj/DzF21xFWDH3Gwm45UnXOZqWoik80inqBc3yxyHCWgM19y7CdTaW6e2HaoHadNGodvfWsFSkKlaG3twN69WxAKlcDvL0VN3Rj4Q6Vwetxo6+w0G1gdKXpa3MhVyo0OzTWf2dF0NTfhaO5zHARtspmNsIwMYbMBoinQUpzC0OgAa17+xTe/dUL3uLxJCAgBISAEhIAQEAJCQAgIASFwMgiIsHocymcvWM4PftOmnoNLL7oI3W3v4hf/8CMuka8bMYqFj9GjR6KzswMffPABizT00EgvElbpvfTATa6d0lAV4mZOnYIsMrk8rr7+r7G9I4x93f0YN6Ea584Yh/mz6xFyJfDUU0/hUGcMDeMn48Cud/D0E4/A7fGj6FLgURRkNGqaZMctt67AeefNQypFZeAkYpCAY2aCkvhVKLCw6/WF8NabL+Cl9c+gsrQM0WgP0pk4O7+sFz0c00OtoZsVOf/Q5vDjiq9ei3PnzIPL6YaW0wyz4RDXFpfQDoq4BXYWUrk4vfjhn8SRIrnYSBQqIJvohZKNoHHmeOw92IL+nk6MGDUWu1p68OZrr+Jbf/JV9GfS2L19G6ZPn4kd+zvw0muv4ZbrrsCY6iCLcg6fGxvf34M33n4fl8+fCT3Si6LXC9gDcPproBW8KCpujgLgbt3FIro7O9HfG8EH729GR/shaBoJrYaoQmNED/rUfIzHzePGBecvxIxZZ6CopaHnfKgNbsOkyv+E29uLaKyInbu98IfnwukpoifyAWzqdChvpVD98rsYG6zA2Np6o6mOloFSyCPjcCHrsSOQyaGzNIj3LmpEb2k5kHewUARkUFPrg9MJ9PXHoeXJ6ukA9XkngSWdSoI6b4XDYZSXUv4oZWzmuZN5TzTCzatUpYDamkp4OSfWgTxU+OxAtn03Oj56G4VkHMgVkc9SebUpKhpePHbQkaPMEkNI+GFhz2xARM2RaFxJUDUEeEPcIvHN7XYgZ1fhqqnH5PMuwPgZs2H3BCkjwyh7t9l5HsZilBUbRyKRhJ4jIYbcfwqcLjdKQiXskM4XEuzI7evtQ1tLCwu+Pq8XOV2H027j/F9vZQ16d7yHtx77JX78nyeWsXr333zfEOFIVGUB0c7jRaX81DWLMlO7d2/FB88/Da+iw+dzo8TrhdfjgEdVWERjR3E+j86UHa8eOIRoDnAqduRp90Mpwl5woJg3fsbacCCXKm9i2FRolEGJPM448wwsXnI1Ro0bww7roYKVJVpxnq5ibJoYjc3I1WmHksvh0PMv4NmX38C+TAqaosIFFXkbCZDHXtw+TVglw7KtSI54yo11wGErIuBQ0VhVBld7B0aHPQifVo0DahRJrQsetwMf7lSwbb+KvIN2fRQ4XApy0GAzDppEAAAgAElEQVQvetiVfNPym3D5dYsxMNAHVdc5g9biweKy6VIklzv9zxLXOPtXpaZiCud1cg4n5auSezub4/uWMkSt7FN2X6sOOKmRldMBj8cLPZHE7vfewTPPv4IdrV2kGsNmOlaJqeHCpnlPDmsjAfRoZ+9QivxZphBI3yfBk4RwEszJ3U8xMPRVXlWC8RPHwefzoae7B5GeCFc40NiNrK/FiBH1UFU7u1XrRtQhGAhgIB5ndzIJkT7ahKFcbo6LMNZp4kL53SSe0vqcTmeRSJF4mmUxNZNO82YUNT+LJ6gMnyIADNHTelEUAmXQUuZ0oj+CG2+4Frf86S3Y+ObbaGnbgaqaes7yrq4ZCbfby5UW7dGIGddATaoowsIQ7AcjQyyB1HTGGvPX2Diwxpe+Z4jBRqMr6++WO9podGe4hK35YP3cHSu+eTL+v5B8hhAQAkJACAgBISAEhIAQEAJC4IQIiLB6XGH1Vn44PGvGXFw4dy7aD76Nf3xgJVKpHMoqKviBf9SoUWhpacHWrR8Z3bvJqVWgLtHuQQcPPYS6HW5kdA1Oh4sbzQzEElh68w/R1FWK9/ZFUcjk4bHruPm6M3HT1ZPx7w8/hLZoElMbJuPNV57Bpg3rEQyVIVfMw0UlyFoRgVAFvv3nf4mqqhGcz2koA+SAM8p4ySVHgieVDbe2teE/nngYDruGoq7zA77X5+JqbM5HzeX4yxAU6CG8ANXpRH90ABNPm4Gbbv06gsEwshlt8CGfy8HpAZqaVJnlndQ0XuEGR4aDlcvAySCZ08B5nbYC4vEo0ul2TD9jDLZ+1ARbtoiysnq837QHXZ0HcNPX5qM1GkMsGsH4UWPwzpbt2LpzF27+kyWoKqE8xhwcbg+ef/EtHGrvxIXnT0dfRycSeTsqKkfDH6pDIkVlsEZHdiO3L89CzI7tH2Hjxg30yI9EIgZ1iEBMIgeVq9JDfULTUFtWhUuvugJ1lTXIpuwYWfEWJlY/B4+SRGe3ih0HbEhl6dpz8Pj80HtGwP16CrXNrTh75ESUBUvYLUbOQoXFCCdSagHuXAa9Ph/eu+w8ROvqUdAMRcHpKmLixFrkC0ls37kHh1o7WVi1O93IZDTOUCWxpaK8HHW1dSywkohE19Hd24W+/iiCXgdG1lWz+011+Fmo8LmcKCSi+Ojl/0KseSfUHImxRSg0HGZep9FrzAbFdJiyQY/GNG+KqyR4kYNRsbGbjhp6UVwFjy85tKkxmcOJvkIRI6bOwNzLr0HV6AY+dzpOrL8ffb29iEaiiEQiLACpTg+LTn5fAGVl5fxnEp2y2SQ8HjciXd1IJhLw+/x8h5Lw6fd7odgLcPpK4bRRqf6v8c2/feiEFr67v//XLOqS8M55pma8Ac0NXVHhdjkR3bsd75OwatPg9bkR8LjhJbeqrQi3g4RpcgvmkVI82NTahV0dfYDiRDavGY2MuHmb0cTK+K9xrxg3qwKn14krrv4qFiycz65pEswo75PbVpnCtnHtRpk5b3mw8zDD4hutOS7VjoGt2/D8U89hS3cnEhTNQM3tKXqA3cCf/hoaBUA/ScKiQs5yEtWVAoKqgsm1tZgVCiBxqAWhcAj1c89C9TnT0D3QifYD2/H87z/A9r0p2H1uULIuC4FFHQUFGDmiDnfe8zewOyk7VYOHxEhyjSqGQHmEUMmXbjYyosxVFhLJ4Zw3xG8zUoLWGRZZ6WfMzvMUCkAv+r5xXBLMnehq3ovmzW9h78FWbPq4BUkSUtkRazcb7B3O/mWbtZn9eazYBOZjrnvWedM5kTOW3kdrKB2XXKcVVaUYN34MC66HDrWiu7uHRVE655JwiJsf0nhTo0Kfz4t4PA5Ny/J7Sagllyoxos2sTCbHDftoLacvOs6gYFqkXO2h52XMLprXVm6wtYHAf+cma+BIgN7uNly28CL8yQ034LHf/BalpeS0HYX6sQ3wB8MIh8r410E0mRh06NJaamQ8G4I4vSzhd9CByvEElpBqOJMPO4DpvYdzVC1hleIBeH/J2pAbIgZ/77YVnzWN5d+FgBAQAkJACAgBISAEhIAQEAL/awREWD2usLqchZczzzgPF5x3HjoObcKDD6xEOqPBFwigtbWVnVHsmtJy/KCsFYwsTBJWrYdMEj+8bjcyJC4WjQ7eyVQWX7vpbuyI+vHBgV4U3R4gpWHppWfi2zdOxe8eexiBqnrUVZTgvh/chdYD++D2+FCw2eFx2hBP5jDzrDm48eavw644zeYoppOoaJTpk6MwpxlC6EcfvoffrXkUfo+KBD3A5zS4vU5+eKd/JzcYXQe9OPvQVkCaylC9QXz79u9BdfpQXlFrPMCbAgYLD6aoSu+jvuXkrqLSeooMIMOlrhTZFUpF58U8NTFR0dbZjo2bX4bDR02XbFALgJ6z4VBHBF6fA7VVQeQdTu68ruTzaOuIgKrXqyrDcDspq5McsAraWvtQgI7qqgA//OeyOqqrR2HaGbOhOrzczIsiCMgxSJ23qTz6jdc2YM/H26HrGVBJMecPKgqLGSy+6kaznWQ6g4suvAhTzpwOF7zI5xSMqV2P0WWvwA8NHd0qPtxbJGMjvK4CBpJ26AfCCL2uYUwmg/PqJ7GTjZxkumKDg8qp83bk1CJsuTT6fH58sHgeovUjkM9RZX4e4RI3zpgxEYlUL2fNvrlxE3K6DWWVtfAHwvD5g+zsJNGF3MlUwuxwUjdwEqkAr9uJEZVlqKkoRcAfgJPmlJEayaX/uze/hh0vr0Wxvw+6Rp3RrUxJ06FHgjiJp5yPy8ZjYx6RuEoZlvx3Ej8MAUSnrNN8gf+u61kk83l4K6sxa/4laLxoEULVo9gx3BeJorO9A50dbcilUwgE/KiqqkRpeQ3fM+Sytpx2iTgJqR4W0Hp7qWFOAT6vj6+Z5Hq9mEcg4IJq98JTUg4k2nHWrEtOaPG866/+HzNjlZqP0RdxJKHVhlzBBrfTgci+7fhw/TPwQIc/4IGPmlc5qUES4CDxjiIx8kWkqUFSXxbv7G1HkjJxCyROkuBllO8fFuQsgbQIh1PFpVdchmuWLkEqnWShizY9aOKzeGfmvRqRn8bY0LiQuE3HJScr2S1pnhX6+7Hp9y/jrbc2I4I8UpwVerj7+tGAPiGmDmlw5aDNBYoCsJMrV0ed34OLZ5yBMUFqyOdAZzKHMV/5CmpnzkQ6qyPV34N33nwbv37kGWS0GBQXvc8Dn90FuyOHCxdcjMu+egX6EwPGPU25pCrNW3IyG65GPh+u6jfzUk3R1Po3o1GXEQtAjfH4+6bUrOUMJ6uR5WnKz7xhoEBxuNDXeggt773J7s4N2w+gM6XzhhLd5+ya5BvEOI9jCauWwDqUGf2Z1k3+MoVkcqnSmNDhXE4nwqUlcHnd6GjvRCwe57WF5gRtTFjZ16xwmgKlkYtaMHJTrSZV5nVRZjHd5JYzl53KpihtsxnXQSIsM6Hj2OjL2GAbWl3Af2eBWsFAL8WwJHHN1ZciXFKCnTs+xsi6ClSPGInq+lEoK69BMFjGDbWS9LvBrEIwfq8djgSw+AzlZDlWrSgL698M0dvYtBm8RnP86Vt5Gn9TULVcsSTefucb3zihe1zeJASEgBAQAkJACAgBISAEhIAQOBkERFg9rrBqOFanTTkbl1x0EaId77NjlfJMS8srsG/fPtOhZDzY8gOxAhYpyZlKD930UMgOJlWFzk/wKuw2DclMBldc/V302sbj7V090NwF2PM2XHXBdKy44TR07N+PulET8d4b6/CDO/8ShbwGh8sJu80Fp7OIdKaA625YjlmN54FMQ5SnSA+7xoO3aggNNqC7p4dL3De+vh6b3n6ZS8WzmSwLdIWiPigssvPLdB+xSmkrsuDlcnlQXz8WI8dMwKIrroZOIhupZYZSNFjOawhfRUPwIwcZZxAagl06lzGctHkdTtWLj/fuwbPPP428LcNZh3R+FKEQCAb52NlUCpqNflZFXid3m5NLkim6oEjOXBShFW0IeCtQzMehaxmQuJDPpDD5tGk4f958o0lKNgWbjfIsqQlODt1dXXj1pfWIRjqR01LcBIeEDhJEuPmMJSqTSJzXcfrU09EwfTpGVI7isvVxNc9jTNkb8KoaeiJ2bNlZgJ53IOCzIZHVkW0OwvtqGpOKdsypGscuVY1K9W1FeMxs3Dw188lm0FFZhu1XXoi+igp2rNL41laXYlbjFMQTvdjatA0ffdSEeEpDuKwGpVUjECqtgs3h4G7iPT1d2Lt3F2IDEVTXlBnNZupGYMKYkagIh+HzeJkbuUqp+zoxi3cfwttrH0P04x1QyEmrG+5Hoz8VlfyTIG4krZJySsI8/TOJHbopeGncAKcArQBk9QJSWQ3ZnIa0loO3NIivXLEY5156OcpHjoNWVNHXE0X7oRa0trSwE7OutgZjRo9CKbltnW709/dzMzHOkyS3n2pHWWk5SGClkmgam7KyMp7PVPocKAujuqYGLtUNxV8Cez6F8XXjT2idJGHVEsgMoUrlhlzU5V0rKnC5HOjevQ3bXlkHj6JxFIDX5WZh1a2SP5LEPbZ8s0O1L+fCGx+3oWUgYQjaLHixfHTE+bFrFUVMOn0i/nT5LdwBnrIvXQ4VLoeDM4zNG8wQs9iJznsdHP3A97bpWqXmTixW6Xn07DmIXRs2oanlIFoLGhSbk8dwOK+hoqFqpzJ9895ADlNHVODKcxpRXVaCaCqLfQMxnHnpxVCCPqSSGkcX0P3xyENPoOnDdxH02+Cy2+Fy2OB0hXHj129BWX0NshoJoEXO/XSptMFkOCot56flaLRSYbk0PE+N2szoCZ6D5FCltUrntcJwreosaLKr1aZw/jCLciyaKsj29aPzo7eQz2Twxs4W7OlJsHhNmzwcrVA0NgdYrDWFWWtTbCi7YwmrHFVgMzayuGEh/Tmf53nrD/r5Wjs6Ojgyg+4jY0IYX9b1Umk8cWDnptHvz3TF0uaGITrT3BxUNq2cV6scf/Dvh4/LjaLMsbfEVUtg5UgJm4Kezg7U1ZTi/LlnItobhaq4UFNTifKySlRW1aB+zARQC7RMrsCbKNY8Zie7mf1r5KQaQvdQYdVwoRqxKpY4br2PU7xNB6uVs0vnZji0j5yvFvMVt9LvYnkJASEgBISAEBACQkAICAEhIAS+mAREWD3OuJx10Z+yQNcwfgauvuIKxHq34cGfU/OqDtSOGIE9e/ZxKSeVY/ODJAmpRXI96pyxSg/X9LBPD4cOhbqI098pk09HMpNE45wlGDH5Ujz9cjN0Kncuarhq/iT8zZ9fhEhLHL3RHvzrP67Ey+v+C6HSMuiFNNx2LxLJPowcMwk33/It+PzlfI6qSiKnmV1H/cC5O7xRtk0lzb99/F/wzqZXYbfl2TVLogJ1LGd5yOoAP1h6aQgZqsOOvJZHOpXDpZdfjSuvvh7Rvn44uBO12cTIZNff14f93R1c+kvv5lLbog1jakcg4PdDL1BJvA6P04333nsPm95+FXYly+/O2+zIaAXu0q1QCTU1AFOp9NeDRLrAIrXP5+IO8OQPI+FpIEdCoAPloSJUqNBJsVSLmDx5OqadPgtZ+ndq5FUkwaXIx+7u6MSzv3+G81UV6JxvaAkc5FglMYIccYbIQc2CbLj48sU4Y8o0ZFMaRpevR0PlG9D0DNIasKcZ2N9qg8/ngD+go2uXD/ZX05iZVXB+5Tg4UUSqoEG32eBxkNtQYfdqMZvDvkkjseeSryDuDrBwltdyGDumDjNnTkEq1Yu+3m5EenoR6UuiqHrhDVbC6S1BkWIbsmnEY1F0tR1APNaF0rAX4bIqlJfWYGRtDcpLwvC4vezWI2EmTm5dPQ0VWex6703sev0lFHtaoWeUQeHKRqIGCT8ssoJzVal7N80NElWp7JjiJnIkjGXzSOs60rkC0jkdOXIkO4E5lyzEBV+9HqWjxkNxupGMxdFxqAVtrS2c/ziirg7l5eWc2Ujzk3Ig6f6hjFh229ls8Hrd8HoCnEeZTJG7lWICyji6gqbdmIYGBMtqodpt6O9PQs9kMGva9BNaWf/yL7436Oij+WF8UVOwIop2BwurHdu3YOfrL8JHEQ5uB9wuF5feO6nBk2LEE9AcorxeDUFsbo1iW3sPH5cE/SLVrHNIrZFfa4lptEmy8OpFmDt3Lrt4fR4PN1LjzQly5prNgFjOGmxeZWRl0piQ05x+jjZxMpkUcmlDmM1392LP/gN4d88+dLZFOI5jOC9LwOLzU8CNzZwUYaLkMe+Mibhw2iQ4HR582NwK76hRGH/mNBxqa0UhZ+cNEafXhr5oCm8+tx4d+z6EruVQ9BQx4bQ5uOy6a5ArFuByOcnWjv5EDC4jQeSIGAAW4NgxfDhj1lqbWJTTae0yG6qRU5pEZhJezcZX7BZlE70Z60CbOSQvZvNINW9DsrcHmz5uxbaWHmiwGdmt1OjPbJhE+17s77Y+w3RVWvwsB6UVBUDrxFBhldYQp13lsaPvB4J+JJMJdNHmltnwTeONIWOuD23+R2dKL2rux2uiuRZTTixHMuQLvFlllfZb84iLBoZEKtB7jXnGeyqDsQXGNZiN6mh9KxQR7erCjGnjUVtTgkJeR1l5FUpKyxDyBTCyZgRKyqpQ9PiRVRwcETI0H5Wu0RBM6bhmpvcQEdU4D/P3kBkVYDlRqXLAEluPFlYtUdkSYS3Wt91yy3CmsfyMEBACQkAICAEhIASEgBAQAkLgf4WACKvHwT77kj/jjtYjaibiuquXoJDdj1/94if4aOs2jBs/AZ1dnRgYiJtNPQpwOh3Iajl+0LTbDRckO3PoId7m5Lw/Kuks5tNQHDYEQ+Nw1S2345n1B9Ae83Am4gXnjcRN152FF57aCEVvw3NP/gp6Og2tSI1qdKhwYCAew7VfuxnnX7AI1EuKHrbJ9WS4Vsn1RJ3kDdelURYK/PY3q7DpndfgVI2mIkb+oFnyze6hw81IqAs4J61ymbEDWq6AK666Fl+5aCESaY3L2sn1ZBrpkEqn8OIrL+Oj3haoHhdrc1Ta7cwXsfC8C3DG+MmwUyfoYg7FvIZIVwuCPiDktcOmJRGJ5/Hu1r1oOXgAl188G+GgC8l4DIo7iB17O7Fr18dYcOEcNIyrRS6dQX88gbe27UBrSxeuu/J8zkDN63ZsbzkIRQ0hEKyBnjPKXclyqdPnksgZT+Cp/3wSrS0HoCrUpMtgQYKIkRFoZFuyeJNPwx+owuXXXouyUCk35BlV9gYaKl5C0ZZDJk8Nq4rYsc+OWCKP2ioFPS0eaG+mcUZXAReWjUVAcSCl5FCw2zmDlFyAOXIX2lXsPXca9pwzE6kCCWTgzvATJ4zC6ac3IJuJQdeSXIJL4mE8W0Q670KmoCKbzsBhV+CyF+CwZ+B3Az4P1TX7ULR7EPD6EfIF4XJ7oLqoeVcBmZyOfLofiqKjP9KJD154Gul9W5FLULd5o1s9CS1Uhs6OMdJXCyTUk8vYcN1SpASJQlmtgIxeRIpKwDMatEIRqtOFaTOn4PyFV6KqYTrUYDm3wurtakd3eysGYjGEwmGESkIs7lCWKLmmjQZFNPfAY0DCldfrQS6no6enh0ufKyor2MHXG42isroMlbX1cAdr2dWrZ3KkyuP82Y0ntHDe84O7TQEzz6Iq3wOUF0vCnuqCy6miZeu72PvWqwi6bSy0OlUHHHYb7EVqUmQ0VjIcpBryBT+2RZN4Z38bz7eCTtZAQ0Dkjvd0fDO7tryqAjf82Y2oLqtALpNGgcQ4l8o/X9SLLC4alelG+buhi1luR+OPdC5GlqmRYazZqXlSHiFfCB99uBNrf/dffK8MqfI/gpN1/1qH5rZRJPhRmX5BAXnQR1YGcfl5Z2F8VRjxVB5vbd+N8smT4Sz1cnV6KFgOnzuMdC4Fl9+D/Vu3Y/Orz6FhykzUTZ6I2vqRgMfBGaFOmwKPw4VEOo1YbwR5TeP4BYqDsBpUkXhIryOa45list0U6qwoABJVuYye5i79j+YuRy9YnMjKb4OqOGGPtiJyqBnv7DiADw90IlOkkngqk6dmYLRWGscyHJhmvrApbg4VnS2hb9DpzPPFKN13kDDPgnqBr8fjdSGTTfPvCPq9YK4uvCbTadJ0oPuLhWS2qhoxKyyucxM1G0fL8GeRWGqOnnUOg/m0Q8Rz499MAX9IFMDQgberTr7nezrbMWlcLUbWhREKBhAqKUUgXIZyfwCVwVL4wpVwVtcia3fArhvuYY5iIIevKWhbwion81KTQmpcyO5vEmLNKBEz89YSYHk+myK6JawaQvFh9kMdsPRncaye0BInbxICQkAICAEhIASEgBAQAkLgJBEQYfU4oGddvAIFJBEI1OLKK7+GERV5PPfb/w9PPf00Ro4eA72go7W1hYUnKgqmB2RqrETOPnowJnHV6LdOD7uGu4mzAthEprCoc/a8r2LaOYvx0lt70BHNcsfxaQ2VCHsS2PLSQ9i7dy93huYoAIcdifgAGqbOw8033wqv1288vLLoWuQMTPa7DXZfNtxtJBC98MzjWP/S8xwXYLcbbi3j50h8MJxN9KK/8x+L9ICsIJVKs5h18y23obJ6NDIZHS67grwpwCi6jq6eTjz+0jNoG+kmPykK8TSK6SyUlI6vnbcQ08c2IKfljJLhdAr5XBumT6mF1+GELZfCgY4+PPXih+iLtuF7t14Al6qiL5ZEQbHj1Xc7sHPvAdx63XxMGFmBZDqC6ICGZ1/fju6ubqy46QpUBJzIZPJojcTQE3OhqAZYoKDS6aJNQ44yL0mg0nW89MLzaNr6PlS7WXYLGwvig2Wy7LoCcsk0zjx3NubMu5iFarumIuDfhtNG/Bf8tn6k01QeD8QzdrR1FZDKUBmyDYV2Oyo2Amenw6hxVkArppBQbXDYbHAVCyxQdowbiX3z56K3shqFnG7UeBc1TJ48ASNH1kHXqfNQHgWdOn4n0NWfQn9aQSwDxAcicNkdqAr7URVWUR5yIOh2Iwcn0gWFO807VDe7qB0qOZlVaJR9Szmz2TT6BjpwYNu76N66BXpPF4uT3M2cHIBUYk1ONOpaz1mqNhZms5rO5f6aZgirfTnFuN5cFl63gsqRtZh5+XUYNW4C3IEAgqEw591Ge3rRG+mBXbWx69SYX4XBsmd2GJoRGiQ2kTOZzjceG0AiEWfBrSQcRk+0l4XXsooqhMqrWJjOUWREOsnZsQvmXnhCS+WP/v7vOG7A6VC5IRgJ35Tlq2Zz6It2wwEdbds+RPv2rQj7Xdzp3qWo7JKksXZQd3WyrbKrlNYAO9rjObz+cQeiOXIYKrBR0zLa+LDCP+nOV1VccMH5OHPWNLMDus6ZnHQedM9BpYxS47gkJlK5upEIYMR70IvERJrTlrORyuq5iRi5Z/M6uiJRvPr0Ony0ez+XoQ9KsmapO7kzDWc5lZkbReb0mVx+b3fwtdcFVCyYNQVTRo+C0+HGR/t7cLC7E1POORvhuhr4SkIsEFI0BW2E0PtzOQ0FRUF5XR1yvPZ4kE7EqIMcsyD3ejab4/WA1pl4PMGl/PQySvENh6/laKT5wBsfJF6aWaTGxgeJ2ZZT0uxObzb7YtaDblO6vhyciR4kDu7H1l1tePdAL2LkTOe4WzsyeSMOQNEN8ZMVzyEd73m1HuKitURV62do3ad/J6Gd828tYdXj4UZT/bEBoxHckAZOhqf/yBeLouRw5gMfLuvnU7IaBR7VPIvPzexPRpsZQ3/ueO8j6zdtXsT7ezC5NoyxVUEEfG74gyGU+wIoD3hQUVYB79gp0CvroeUVzsUd6h4eWvZv/b4ZejXG7xPj989QEZZ+vyjmeQ4VVY17yNzaGuJ8tZy5X1+27ITucXmTEBACQkAICAEhIASEgBAQAkLgZBAQYfU4lGct+DqK1IHeUYo5c+bjnLNG44PX12D1P/8SvqAfLrcLbe1thiCjk7tTZVcmCR5GSSMJIuTQMwTVw41EyI1m46Y3Rfgw7ayLMG32BSgobmjZGLpat2P7+2+iu3UXnC47Nz0h8S+dyiJcUoblK/4KNTU1MCL76Fgk3pBziz1BR2TdkXhFgs3HW9/BY4/9G5KZAdDpkFjIGXjUIZvdcWYncrNbM4mvJHikkmlcvPAKzL/kMsDmJvkFBTt9itGExwVgd/PHeOqtl9A9zodiVkORnIQAynIqrp19MUaW10LXsnDYncjEBuBU+nHaxCrYKCMRMSQ1O37z1AZkUr34s6+dh3Q6hWxcR1X9CPxufROa29rx9WsXoMytIqvHoSt+rHl+E9KpJJYtmc/5l1mtiCz8aO3OI5mzcal0kVxWILHEEHzojD/a8gHe2PAyd57n5jlmiSsxoBxXEs3IvVZfPxoLLr0I5RUjoOezUDQVqqsNU+vWoMzdYTBX7IingGgij4EB+owi7CSgtjow6rUQJmUD7O5N2zR4qJmR04NOfwh75s1Az+SJ0KlUnB2hOagOG8ZNGIfKynJoVCqbJ8EzjUwmjXgqi6RmQ1pXkEmnoEJBadCNylIHyoJOLtlOazYkKKu1qEC1u/jcPG43vG4X7E4H1KKCRDKB1s4D6Nq3A+m2Q8h37EW8fwBamvJWSXg2mlPRxgCLrIUitDyQ00lYzXPDs1ROQW9aZ/dqidPOzcYmTJ+CyRdeAbvbi0BJGAF/iBsFJeJJ9EWjcHucCIVCg8KMNd9obnLzHwfNQxtHZ5CQkkzEkUol4fP5uDR/IB7n94dKS1FWVcv3VzKZAjUtshV0XHrhwhNaJ7/xvW+iqroa5eUVUJ0OUA28w+mE3nEQu97bhFwigc6DBxDri6I8EEDA52FB3ipLJxGU3MPsclZoY0VFb9aG13e3oCVG8QZ2zt+kJmMkEFKOMP3s2PHjMO+C8+H1OeH3+zHQ18tl8uSI5W7wlNVJrj8WoknkNjY6KALDcgtmc9QVXmPB0e1xQ3U6YVMVeOwOdqrTv2994228+PJGJDNZIw2W3JnkmGeLK9ApUkQAACAASURBVOm3vA3CqipdC4m0JAw69TxqKkow67TROHPCSAQcKrK5Il7ctgunNzZi7GmTkCOHIW0k5HSkUyl2redzGlxuN3zBEhRo04Q3b+zIJOLIaxkkBvpZwHY6nMjpOQQpU7lQQDwWQyKZNHJSNQ1FbgaomU2MyCnsZC4Ol8sQonXadDBcvNaGkCVcDm2WxA5WkrvzWTjj3ch2tGDngS7s6EohmkjxupjSCxjI0vjZYaO4EnNNtSaUJfAOFSmHiqy8bnKeKG1ikLBpKIQkBgdDIb7nKEfYEiJJwDXWbMt/enjqfpawOvQcDrtoDR2Y/075yEcJsNbRh7pueeMok0Mm2Y+pdaWYWB2C32WHz+dHOOBDRWkZgjUj4R17GnRfGDkW4ym7+0jB2crHPdpdenhMjGxhbuBmvlhctrTjo6IDGCU7Vw+L0NZa8ac33HBC97i8SQgIASEgBISAEBACQkAICAEhcDIIiLB6HMpnLVjGmZ6ptIJxE6bjmisvRLxrO1b9099h796daJg0CdHeXvRG+2F3uvmBn9x5JArQF4mpg5l4phBpiKvcG9t0aCmcD5q3q3D5fFCKGrIDEbidNuTh5DxP1mXp0bbgxLVfuxGzZp/PwhU51KymS1x6OSSbj7MxTUcgueGysQgefmQVdux4Hw6nUQLvcwcGH2S5sQqMsmx60d/TyTQa58zFVVcvgapSVIEDCgk39iLnp+ZzOtyqHe9sew/PfPQmkiODFKDI5dR2txNjbUFc33gxAt4AcgWNs1lj0R6UBrMYNSLAzbrySh6ptA2//Lc1XJL6J1fNRVtHB9J9A5gwpQEP/cfLSBcKuPmqi+ChUnVbHlm48c+/WYsRddX46qXnAnoKRcWB/qQPbT1Unm6UzdqhomAjVx81uykg0tPD59C09UN8+NF70KhZkk2BPxBgjpT3Se6zyqoqfGXefFRVlyKfJTsvCZ2kPuUxrvJVeJQPkdejqKwwWCViHkQjGlrbdOQVBwLloxF/yYGzdicx003ilRt5ex4RtxO7zp+J+PQzuOs8uZAVcoTqGlS3EyNGjoTX74PGCmcW6WQcmVTcyMu1U2MlJ4o28iQCPrcdAS8Q8NjYTRZPFdCfzHJzMYfDxQ7D0pJS7vZNGbvkQu3p68XuvdvR3bofaioBd+9e4zMGksinNOgauVap2zx9kTtV51J/MhRmKV81l0c0XkBayyPgdSLoVOAPejC58UxUTDsPUJ2GSKk6DFciuVajEQT8Pni93kHHHotjZikx3Q8kntL4kBhF8zaVjPNYeH0+PhdyVpaWliIQDKGiugbpdAax/n6OT6Bs2isvv/aE1smVP/0RO2mpcZFNdfD5OWzAwNaNaP3wfThhR0dvHw50dsOtujGirBwuVxEqZ/CS887YlKAXicOUV5wqqth8oAtNbVF2qg4t34ZShN/nx6WXL+LGQqTlBkNBnoduj4tjELweL7tfiT8fl4Rns7SbBH9NN9YWigEIh0sG82pzeR3xVJI3NnK5DLRMCn37D+G9D3agKxJBPJVDhoQrO8UcOFGguAEqMSf+lCShUnl6gbZN0FBVgskNEzC2qhRlHjv8Xj8OtHcjGizBjHPPQUbPsWOYcnkpmoNiP/Rinv9LZfAebwC+cBmcHh/yxQLSJKzmMujuaEN1VRULeCTEUn4uiaskqBN7yoslkZbEVaPsvMCOz3g8zsf2+f1wcPwBNQA0yA4KlgWrkZXxPiPPk+RkwJ7LwNHfgWxXCw50RrG/P4dMtgCny4loIoP2eAaa4uIMaNqdsiIRhk4qSyyk7w0VVo2V2fgeu1VpwwU2FoKpyVpXdxfnA/O5GhL8oAh69KQdrrBqnYP1/qMdq3xOQwTWoZzozzoKLLwX0klMqg1jQrkPJS5y5PtQVRJEWbgW3vGT4R/bgLzNiayheA7yPuLYLLAfvpIj/o1jLGiT0RwLc8zymuFUt5yuHF9j/l4kYdX4/WNEIFjcb7zuuhO6x+VNQkAICAEhIASEgBAQAkJACAiBk0FAhNXjUJ5x0VIoUJHOFOHxVeLqxVdiXJ0P63//MH7z64dRXV3B4k9nVwThsgoE/AG0d7QhkTByDalpEosgZn6k9QTKTlYuvyeHkVEuWbDbuExcyRfhJpFHy7PYauSdkoNHwVfmLcSll1yJPHWXoUw/h9HJngRWq/u39UBqXRKJq93d3XDYKCczgbXP/BYtB5tZAKFmSj6/m7uxG12ZKWPTEHRcngBOmzIdF1wwnxua6Hkbd5m3HLIkrFLJLWUkvrjpNbze0gStyg+tIwrV7ULRrWKKvxpLZl0IKiym87MpOvoinaivc6CmygWbZoNddaGrM46HHv0Nzjt7OmZNHY3Onii7mkorg/jn376AujGjcc3884xO9nYb+hI5/PO//wfOnd2Ir5w1BXk9g6LThWivAz19eWgkLtpIwHCxSEmuPHJbDQzEuPlQIjaArq52dLS3sThEzshgMGQ2rlJRW1sLf1kVUEhDKVAubpbdwHbVi4AtAbfzDWRSryHg1OB1FlDQihgYsKMv7kFWHYW25Dhs29KCMZ0RnKu4EVZV9CpZNNd4MHbRIoQrx2AgFYNKogSVc9MIUyZjIICCYoPDpcJpLyKbSpgl1gW4nA54vB64A37Y4YQx4mn+OUPILCIWTyOdy7JwXxIKY8zocagsq4Lb6UIqk0ZLRxvefPt17P94O9SChkp7DB5FgT4Qgx5LQE9r0LIatHwBORLo9ILxpRWRyRpxAP3JAouIIR8Jq4C3NIyG2efAP3oq3B4fykrLeW6RsEriTX9/DMFAgIWmoXOTxWIWmShf8nBXdRJiyLFKDmN6D90o5AwnJ6TXT0JcCIlYP1KJBOf1ZtMp/Mmyb53QOvnLh/8JA70DUMjd7FLhtisoJpLofv8laF3t7OCN60UcivSivzcBR6GI6lI/i8SUp8lCHDdL4sBTuG12aDYHtnUOYPO+Ni6Jp3lH18qN7Ao6Jk6cgOlnnoEYlYfnsygpKUFNbRV8JKgWCoZbO2s0daPrp88i6c4SomktCYWC/P28riEejyGZSCARiyGd01AkZ7GWgUobCtT8rLMH3b39iKXSSGQ1pLgBGcVYcLAAKKyErrvE60NZMAi3y4HxdSWoKi9HacCDkMeNoqKiP2eDbcw45FU7kmlqOpbBQG8v2lva4PP7UFldCbfTjkwqCafHC39JBcqra5FMpfl70DPobGtFMOiHzxcwnPW8hjmYATl3KfqBULJLd7CUv8hNziindyDSZ25Ykdv2cKQKN/2yStULRjwCu19JKKYSfXJntu2B3teGeCqDA90xOBQVdpcL3YksmntTiOfpjiKxmMbzcJn+UKenJVBa37MqEA4326J1Os9rF60p4yeMx569exGNRjlDlddLMzvXcPwf+RqusPqJWADlsFh79PkO/QTLCZrVshxfQ5tiY8v8GF/uR1AF/F4faipCKKuZgJJJ02GvqIKtaEeeoqqLh0XOoSKz2YFskP/Qz6PsWWveGl3xjBdJp+w6NqMRLK40H7h5nLnxQv+1HKs3LFlyQve4vEkICAEhIASEgBAQAkJACAgBIXAyCIiwehzKZ158E5frUx5hKmvHzGlzMP/8s6D178bqX/0jdn28A1VVFZyZSPmQmVwOkWiUhRFDGDBEU3o5LFGSRQOrG7YhsJLEwaITOdyKJLZx4S5go/xTO4o2O2afcz4uuvAyeLxBzqKjslNyKnFpKeU+0nOr2aGZHu6tJiJUSn7w4AEoSgEVFWUY6O/Fxzt3YN/ej1nAUtQiu978fh+i0V54fW7U1tSgrKwS4ydOhtvlg+rwwOF0maXClBtphuEpNi7H/v2GF/Bh3yHoHhX53n4oTiccAS9mjZ+CC6c0wqHxozRdJVpaDyIcLqK8zIViloRVBa2HIlj/2gacfdYkjAiXIFMA8kU7Mrk4Xn9nF+pHj+KyZFtB4dzGvv4E3nz3A0ydNBGjqio46zZrVxBylyOPADv+nAp1uVdB/YOgUFftItwuDwao9F3LsvutveUQNyoiMYvGh8QqKjum/xapnJ4iD2g8bDolsXIptqOoweNIwqFsgWo7gEI2xu5SXS9BZ98I7G1VsG3fAPpjPVBUHSV6DAF4kVbyKBs3EpdeuhB+XwB6RmPXL7nHyOGbzGYQ6e9HT28vxo4bg5qqUi4xTsXjUJUCPC4FAb8b/lAQNpsTWk7nOAOKbPB4ArDbHEhlUkikkiw+VVRU47SGqSgLl8NucyOZTeFg2wG88eYrONi8GwoxKqZQ6nbBkYojG+lGLhaHlqH8S3KnGuX/3Kwql0cynUWWYh4UB5xOFX4HNR9zwV9Vi3HnfAXOSsrhdCHkDxjNlApFpDMZxOJxBPxB3lywHNQkqAx1pHETJZsNHq+PBRdyrNI9xF3WXS54KBLArrL4RvEU0e4OFHIZ6uzETbC++b0fnNA6+df/52/gsTnh8nmgqQX4HQpSLS2IfPg2VI1Eah25PJDSioglU0gnkvCpdng9bqPDPTsjjY2IotOOgOpEUXFiT18ab+85hDTdx5SRardzEzyvz4NRo0bCF/DC5/NCz6URDodQXV3N9zNtcFC8RTaT4Q0bj8fLTbWIA81JikPwesnFqyHS3cVf1HWeNkQo+7WoOuB1++D2eFAS8GCg+SA6du9AKpOBTlmo+SLSmo50NocMOeoVG/xuF/weF8I+H0oCfo6VcDoLCJE7uLQUbqcDOZsDO1sj2BqJIaPrXLZPm0dxmi+5DJxOF8orwpjcMBYlIS8Lpi5/CGMmTkIuZ0MmGQfyOfRGulhOpWtXnca10YvH2enkdYiiGNily65gsxmfmWGqU7xEIsFuZtp4sgRYarRGbl5d03hzKkfO10yGhf0MrcXJJNzZfgRtCeQzWcTiOmzFHAo2GzrjGvb1ZdCTop0TEmuHtvQ6HDVwtEBpiX58rmaUitGwKc+bJeTGndjQgF27d6F/oH8wC5dFUcPj+ok5e2LC6mAk7GA8yxHCp3lvWSzZCUyiM4n9qhOTR1Zjcl05Ur3dPK/r66tQ1zATZeNOQ97lBM9uym6mqIsh40Lf5moMGiczfsb6DPqdxONqN4RV60Uub45WoENyXI7xu3EwboF3G40qj8H8ZZPt9VdffUL3uLxJCAgBISAEhIAQEAJCQAgIASFwMgiIsHoyKMtnCAEhIASEgBAQAkJACAgBISAEhIAQEAJCQAgIASFwShEQYfWUGk65GCEgBISAEBACQkAICAEhIASEgBAQAkJACAgBISAETgYBEVZPBmX5DCEgBISAEBACQkAICAEhIASEgBAQAkJACAgBISAETikCIqyeUsMpFyMEhIAQEAJCQAgIASEgBISAEBACQkAICAEhIASEwMkgIMLqyaAsnyEEhIAQEAJCQAgIASEgBISAEBACQkAICAEhIASEwClFQITVU2o45WKEgBAQAkJACAgBISAEhIAQEAJCQAgIASEgBISAEDgZBERYPRmU5TOEgBAQAkJACAgBISAEhIAQEAJCQAgIASEgBISAEDilCIiwekoNp1yMEBACQkAICAEhIASEgBAQAkJACAgBISAEhIAQEAIng4AIqyeDsnyGEBACQkAICAEhIASEgBAQAkJACAgBISAEhIAQEAKnFAERVk+p4ZSLEQJCQAgIASEgBISAEBACQkAICAEhIASEgBAQAkLgZBAQYfVkUJbPEAJCQAgIASEgBISAEBACQkAICAEhIASEgBAQAkLglCIgwuopNZxyMUJACAgBISAEhIAQEAJCQAgIASEgBISAEBACQkAInAwCIqyeDMryGUJACAgBISAEhIAQEAJCQAgIASEgBISAEBACQkAInFIERFg9pYZTLkYICAEhIASEgBAQAkJACAgBISAEhIAQEAJCQAgIgZNBQITVk0FZPkMICAEhIASEgBAQAkJACAgBISAEhIAQEAJCQAgIgVOKgAirp9RwysUIASEgBISAEBACQkAICAEhIASEgBAQAkJACAgBIXAyCIiwejIoy2cIASEgBISAEBACQkAICAEhIASEgBAQAkJACAgBIXBKERBh9ZQaTrkYISAEhIAQEAJCQAgIASEgBISAEBACQkAICAEhIAROBgERVk8GZfkMISAEhIAQEAJCQAgIASEgBISAEBACQkAICAEhIAROKQIirJ5SwykXIwSEgBAQAkJACAgBISAEhIAQEAJCQAgIASEgBITAySAgwurJoCyfIQSEgBAQAkJACAgBISAEhIAQEAJCQAgIASEgBITAKUVAhNVTajjlYoSAEBACQkAICAEhIASEgBAQAkJACAgBISAEhIAQOBkERFg9GZTlM4SAEBACQkAICAEhIASEgBAQAkJACAgBISAEhIAQOKUIiLB6Sg2nXMwpS6BvM1b9w4uoufkeLB57yl6lXNgpSSCGzb/6OV6sXIZ7rvoyTt4v+/mfkpNKLkoICAEhIASEgBAQAkJACAgBIfCFICDC6hdiGIZ/Eh3PrsTKZzqOeoMD3uoGzLlmKZZMKx/+weQnP0Fgy69uw6r3PwNM9WKs/NEi1Az+WApNv74XD270YP73voslDcE/PNm9a3Dn32/AuFsfwIpZjj/88eWIQuBECGgRbH5yNdZuakYkC8DhRU3DfFx/8yJMGrwNmrHmzp9iw7jleGBFI758s/fLfv4nMrDyHiEgBISAEBACQkAICAEhIASEgBAYDgERVodD6Qv0M4aw6sG8r1+AcYPnNYB969dhw8EUxl5/P+664HMQ9r5ADD7PU4k1b8au6OFP2PfKamzom4El18xEyPq2px4zptYMCkSRTavwwNNpzP/uHZhX+3menRxbCHyBCBSaseaHP8X6vhrMuWoRJtENkonggxfXYkukHot/cA8Wyf3wBRowORUhIASEgBAQAkJACAgBISAEhIAQ+EMTEGH1D030cz6eIaxWY8VDKzDjiM+KYf19d2JNzxzc8cAyTPqcz+OP5fDsYG072qH6x3L1cp1C4PgEtLcexHceacac2x/AsqlDfq7QhEf/8kFsHL8cv/j2l9GhKqMuBISAEBACQkAICAEhIASEgBAQAkJgeAREWB0epy/MTx1fWAWMf1Ox+Mf3YFFlB9b9cCXW1izBcs9GPPpWB8qvXImVl1EBu4bIpsex6snNaEloXL5bP2spVtzQiPKhdbqxJjz+i9XYeDAFTXGgZvYyLAmvw4PvNw6Wwlvns+TrXmx8ZCM6yiwRMoXmZ1dj9QtNRomwqxxTL1mO5ZeNhdekab136bfL8c5jG9Dcpxk/99Xv4PbzdKxftQprd0SgFRzwjmrE0tuWobFsyFCkmrFu9Wqs458BHGVTsejW5Vg03voEAIUINj+xGk++1YwYXaq/HlMX3oBlFx8+j08b3E8VVqkM+rFVePzdFqTo2LUzsOTW5ZhXPxSihpbXVuORZ5oM1szhJty8cBKCCn2yOU51y3BX3QeDvBzhqVj87RWYbx2rcx1W/nAtqlc8hBWDivpnHZuOP7yxTu1dj0d/sxZb2jVAcaB87BwsvnXpkby/MHeBnMgXgUDkuZ/g7qfTWPTDe7H4KGdq86ur8erA2bj2qqkIDs7xFXjoGzR5rbVpKW6veAePvGrem2VTseQ7t2NOfj1W/XItmqJD1qabGlHO94u5zv2+Gktu9eKdJ8w1zFWDOTd9B8tmDY1CGd7cR6oZ63/9KNZu6TDXkbGY89XlWDp4LOsetc7fOI/Y7nV45JF1xnnSPXPaItx0RATCF2GU5ByEgBAQAkJACAgBISAEhIAQEAJC4PMkIMLq50n3czj2pwmrTY/cgQffasDyX65Ao2KKAZ2Ao3oq5jROwsixZ2PO5CA6nv0JVj7TiZpzl2LZwgZg9zo8+tuN6KDs0O8vQg0JGIVdePTOB7AxS2W+SzCzMoWO99dizaYIMCRjdDDz1VGDqec2YtLosTj73Elo//UdeGCjF403LMfi6Q60rHsEq19tQfVVK3HPQiOddPC9lY1YcuUc1PujaHpuDdbvBoJBDc7TFmPp7HqgbSMe/91mROqX4P7vzwcHHVjn523EslsW43RHC57999XY0FKNxT+8B4uqDVGx6eG/woObzfNoAJpfeQyPHnUenzZMxxVWCx1Yd99KrO2bhPnXL8a86gFsePJRrN9TjaX33YV5YUsEItZRTFqwFIvn1iC39UX8++82I9V4O352y1Q4LJGpGwhOmI+rLp6E0MAurH96PXZhHu76+6Xgdj/HEFaNcfy0YxPjYYx15zr85EdrEZ0wH8uuXYDyxJt49l/XYkuhEbfftxxTXZ/DRJZDfvkJ9G3AT7//OJrLG7H8m8vQWHu89NSjhcnDa1P57CVYPLsewUgTnuM5H0Qw68Skq5ZiTh3QsulxXnPqr70f91xsRJwcXjdmYPGCeRhbfnjdmLHiXqyYYWysDGvu0/33E/M+vnEJFpQn8eazq7F2i47Gb/8My6fRNX1SWE1tWYW7V22BOnk+brhmAcojL2LNY+uxqzADK368AuYpfPnHWK5ACAgBISAEhIAQEAJCQAgIASEgBD6VgAirX7IJckxhtaChY/Oj+MUjm5GasQI/+8aMw4IdFmHlDxcbYim9spvx4PdWo/PCu3DvtUM6dDevwd0/XY/yG+7HHecHEXv1p7jzic6jynxT2PjzO/DowOHSeON8gEU/XDnEtdaEx//6ERy68C9w1wKrxZMZVVBYjHvvWQTylRnvDWHZA3dgjmUyzW7Eg999FE0Ny/DAX8w57G595m6sfLYay/7xdswhoa/pcdz560NY8L27MJ9FVAB96/GTv14DXHUv7llIn9CCNd//CdaPHuo0i2HDgz/Gs7gMd90+j8/j017HE1a1TQ/iOw8fVQZtlkBvOfMOPHDjpOOyjr30E9z5pANL778L84KmaHPUOBll1lEs/tFKQyQ+Wlg9zjgecWzX8MbauJYhn0VAdq7Byke2oOHme7F08pfsJpHTPWkEUnvX4aGH1mJXzHClj50xBwsumY8ZR4isxxFWQ0fe48acb8KkGx/AHXMHfe1Y+4OVWFe5DL+4fQ7nGh9z3aC813t+ivUOc20a5jrH6+F3VyM66OY3Nm3W/Gg1tkxejnuvp1CVo8/fXFdqluGB2w+vUUhtxIN/+Sia596FB24YsraetNGQDxICQkAICAEhIASEgBAQAkJACAiBk01AhNWTTfx/+HmDbq1jHCc4eQm+++35MKrHj12+ii2rcNuqfZh/1/1YcsSzf4chYNQbIiQLijs/mdd6tND4aQ7ao09xeO/dglW3rULnUKFjUEzBYaHxmByPfq/lWFUxdu4CLJ47B+PqvHBYIvMwxuJ4wurx+GxedRtWR0zxeOtq3PZPuz7JWkshlgY8fjqXTxunzuMLq8M59kfDG2sSbcmx2lk5A4suX4DGKfUo9375ercPYzjlRz4PArSxs3sDNr70DjbuNmIxgpOX4i++O8/c0DmOsFp3ZGm9sTYNmfN8rtbGw9GbOZ/Mme7gzZd6I396mOscH58cq501mLFwERbMmor6Su9gYzoD11Hnb25ylN38C9x+7pH3Cd//HZLJ/HlMMzmmEBACQkAICAEhIASEgBAQAkLgi0hAhNUv4qh8yjkZQmYZlt1/M04f8nOqKwjvESXbxxbsjulOPIaA0Xmcpk3DE0cpgHAX1j+xBi82tSBGGavW6xMxAkcLJMMXVmO71+Ox372IppYYZyNar5oj3Gcx7HrlMax5oQktFLJqZsV+5+g82eMwP7awmsKGn9+Bx3cf503WNR5TKDr6PScorA7j2MMda07d7d6MNY+sw+aDHUZebHgqFt1yMxY1GOXX8hICwyJAIuvGVfjZr5uAuaZz+3gZq39oYdVcG5f/4+2YseUYLuxjrHPsp6es5CdXY937LejgzOkgpi5cfowcZFMIPrgGd9+3HvVH5B0bdHi9eH/GMZoLDoue/JAQEAJCQAgIASEgBISAEBACQkAIfMkIiLD6JRuw4TtE/2eO1aaHb8ODW0/QsWrmn26pMzI7x5V5EPQ6DNGh7bOcZ8MUVnc+ijv+YQtGLliGJfPHocwThNdx7PcODrGWQkvTWjzyqw1omTq8juWf6lhtmY877lyAo/r2AIoHQb8DOJ6r9Ig5d4LC6nCOPWzX3pE3gRZtxoYnHsSarV7Mv+deLKn/kt0kcrongUAMTU8/iXdgNaga+pEaNj74HTzabK0fX2TH6lGoshE0v/E4HnyyCd4F9+Dea2jyi2P1JEwo+QghIASEgBAQAkJACAgBISAEhMCXkoAIq1+yYfsfC6vDzB403I6dmH/XvUMiA46XsXqU63Tv47jj/g1oOMLRNcz3YnjCavNjd+CnrzUc6QxLbcQDdzyKAcuxepyS3eM2pDrGXDjezxpZpsCSv7sH881GVfz2WAwxfxBBihs4DuvUGw/gjl/njsxY/Sz33jAzVo849jAzVvkam+fjrr9bYjTKotcxmmV9yW4VOd3PmQA3y9s0Fsv+/vbDGcnGTYD1992JNelFWPnjxaj5XByrR2UzWxmrfrPB3TDXuWNHo3yWECwZq5/z1JLDCwEhIASEgBAQAkJACAgBISAEvjQERFj90gyVcaL/Y2F1sFu21U1+LHBwA9Y+sR67woux8vuLjFxE03W6EZMw/6r5mBRKoeP9tdyhG59Vzm+KGk3ljVhy5ekIYQD7XnkRG5pjn/3eYQqrhvDbBO4qPjUEDOzDqy9sAH3E4SiAGDbcfyceP1iPeTffgPkNDkQ2v4h//91mpOZYZcqfPgGOK8IWOrDuPrOb+PWLMY+P/SqeeHojkrPvwH03TjIb7fwEK58h1uSsrYf20VqsfmwzUo2342e3TD3cZOy/K6weMY7HO7bVGf0zxprdvxuhzliM5Zedh3JtFzY8/TjW76nG0vvuwryhwvGX7H6R0/0cCaS2YNUPVmFLtgZzrlqEmXVBIBHFro1PY/3Ok+pR5QAAEMNJREFUNCbdcB83wvtk3vMwXdrGiod1P1yJtTja6d4BVDZiyQ0LcLY/gheffBTrdwON3/4Zlk8zck87nrXuvaVYPPcz1jllBhbfehnOK9Ow6421ePzFXai+/n7cdcGxzh9IbVmFu1dtgXf2Etx08dnwJd7Bi4+twebUDKz48QrMsHpvfY745dBCQAgIASEgBISAEBACQkAICAEh8L9PQITV//0x+G+dwR9CWAU0RDY9jlVPbkYLZwp6UT9rKVYcnTsaa8Ljv1iNjQdT0Mxs0jnp1VgzpDnL8c6HuoWv/td1aIoamYVjL7gZFyRWY/VbDVj+yxVoVI4nEg/PsQqk0Pzsaqx+oQmRLGWCjsW8Gy5A6uHV2NiwHA+taDS4Un7iY6vw5Ptm1it1Lp+9GMuvb0T5MJpYfaq71Tz24+8aDXsc/npMXXgDll08Fod1FQ0tr63GI880Gaxd5Zh6yU3Hz2+0ZsPRGarHdJB+1rEZwLDGOrZ7HR55bD12d6agwQHvqKlYdN0yzB8vCtF/6wb9Y/vho/NJrblzDW1kWPm8n+UANaH9N5tXLfm6F+88Ya5hrhrMuek7WDarfMgIDG/uUx70ukeewPrdZr7wJ+7jYwvBfM88Yq5xigPlpy3CTTcvwiSJJf5juwvkeoWAEBACQkAICAEhIASEgBD4IyYgwuof8eB/5qVTQ6gjxEezxNexFPffOQ+iH3wmQfkBISAE/sAEhr+59P+3d7+hdZ7nHYB/GJ+FaEUhSAw7wf2grNgt6h8xpph6ZXGJXCKD1VEPFhNLLIJEpTFUK55LbYhCnLJgmAvuqDx2WuwWu1Ab4kE0YpVG/eCRuGyCIRYbWrNFJDbDJlgUQdAwQ7KOHMt26xA/mvLqOh/Fq/t57ut+P/14znPu8cLKESBAgAABAgQIECBAgACBRQKCVa/E7QWujOXlF15NNm5Jz5cezUN5N2/+/Mc58cb0TV+3xUeAAIGlFBCsLqW2tQgQIECAAAECBAgQIEDgdwkIVr0fdxSYOj+aYydHMjF7FUCSWkt7uvv60r3wFV94BAgQWFoBwerSeluNAAECBAgQIECAAAECBO4sIFj1dhAgQIAAAQIECBAgQIAAAQIECBAgQOBDCghWPySYxwkQIECAAAECBAgQIECAAAECBAgQICBY9Q4QIECAAAECBAgQIECAAAECBAgQIEDgQwoIVj8kmMcJECBAgAABAgQIECBAgAABAgQIECAgWPUOLGuB5fNDNRcz8vxQTj08kMPPdCxrM5sjQIAAAQIECBAgQIAAAQIECBAoLyBYLW+88la4NJKh508l24YytHXtR+pfsPqR+PwzAQIECBAgQIAAAQIECBAgQIBAIQHBaiHYFV1WsLqix695AgQIECBAgAABAgQIECBAgMBKEBCsroQpL3WPgtWlFrceAQIECBAgQIAAAQIECBAgQIDAEgsIVpcYfEUsd9fB6nQuvFpP/bWJXH4/yX2taf9Kf/q3tqVpHqpxFcCT32jNm8fGcuG9meS+ten4Wn/6/3xdah8AnTo/kiNHRjJxZSZZVUvrZ7qzs687G5obD41n+NnhXNrcm85Lr+TUW1PpGDicgdkrU6cvZKRez8h/Xs7MtaTW0p7up/vT/ccLO7ntHas3rVlrTtvmvnz9L9rTvOrGxi7/6njqJ89c33utKes+150dT3WlrVF6RbwUmiRAgAABAgQIECBAgAABAgQIVEtAsFqteS6Pbu4yWD33k8EcPNOUzh396fl8LZMjR1J/fTJrvjqUfU9cv5v1erB6MWnekK5tT6S99UomXnslo29Npb3vYHZ98Xo6OT0+nL3D41n96a7s+NqWtF4+nRPHRnPuWkcGXhxIx9xj14PV8STNbR159E8eySOf6krHunM5uvtgzjR1pveve/LZ2mRe/XE9Y5Nr0vP8vnSvmdvJLcFqY82mjduz8/GO/MF/nUr92NlMbxrMwac2zO1r5j/q+dt/OJumjb3p37o++e/RHDsylsk1PRna152PdgPt8hi3XRAgQIAAAQIECBAgQIAAAQIEVqKAYHUlTr10z3cVrE7k+LeP5O0v/032bGnEi1MZ/e7unLjWk5f2dad1IVhdne1/ty9dDzY2Pv/c+z0ZemE2nJzMie/sz+ja3hzctWnhtGumz+TQt47mwpf25OCOtoVg9XxHf14a6Lzx3MTx7P7J29nyzT3pmgtRk7w3mv3fPpF89aXse2JuJ4uC1fk1P7E9B77Tlcah2Kmf78/un9Xy5IE9eaw5mTy5N/tPr8vA4YHMHoyd/Uz98lBe/Jdk6+5deayl9DDUJ0CAAAECBAgQIECAAAECBAgQKCEgWC2hutJr3lWwenuk8X98NsPvNALTxonVNTcFk7P/2bgioP8HA+n8n5EMPX8qLX3fz64vfvBygOTs8LOpX2zUm78KYNtQhrb+vrOii59dFKzO93j/Xx3Ins0Ldw0k757K3hdG0vaNw+n/3I0Tq6vbHsuWbX+WTW3r0nTfSn9B9E+AAAECBAgQIECAAAECBAgQ+PgLCFY//jNcfh3cbbA6dS6jPz2R0xOTmZq9Y7Xxmf2a/NxJ1N8XrCY9Lwyl+/0T2fvd0axr3Jf6gVJzQe2/dcwHs3cOVqfOj+bYydOZmJyau2O18Vm7EMIuClZ/fTyDB8YyfQf9hbtbZ0+oLqpde2hTer/+ZDr/6OYQePkN0o4IECBAgAABAgQIECBAgAABAgTuJCBY9W7ce4G7CVavXb/XdPzhrvT+5ZY80nJ/mptq+X85sfrW0Qx+bzyf3NKb7V2PpOX+5jTV7u7EastTB9L3+VsJV8/VWPz3mUxPTuTUkeGMvdOe/u/tSqfTq/f+/VORAAECBAgQIECAAAECBAgQILAEAoLVJUBecUvcTbA6f+Jz/U2nTKdz5u8Hc/Tq4hOr8ydTG/ef5qPdsXpp0VUAF44N5uVfrr/5uoHpMzk4eDRX73Ri9dpEjn7rUMa/sCsH+9o/MOKZTL03k+YHZ38ta/6Ua2tvvr9rUxZy1vHhPDt86fpp24WeVtxbomECBAgQIECAAAECBAgQIECAwMdaQLD6sR7fMt38fLA68/hg9nzloUWbXJ37P9GU2szZHPpmPROtndm+7bN5IFfzm1+cztiFqeSWqwAuJs0b0rWtKxseuJpzv3glo2/9bzoGXspAx2yAmUyPD2fv8HiaNm7PzscfzR/+9s2cPnYiZ6c7MvDiQK4/dvurAGbeOJTnfjSR1o3b09P+QHL1N3n9tbHMbuWOVwHcZs3WmXMZ++efZfR8a7bv35OulmTq9Zez+6eTWbe5Nzu+vCG1K419bcrggd5sWLVMZ2hbBAgQIECAAAECBAgQIECAAAECv1NAsOoFufcC88HqxdtWXrtwUnP61yOp/3AkE1dmklpz2jb3ZfNv66n/6/rM/SjVqht3rPbu/mT+/Z9GMvHeTHLf2mza+Vx6/7T1phWmzo/kyJH5eqtqaf1Md3b2dWfDwm9L3emO1elceLWe+msTufx+UnuwLY/t2JzpH9VzZn1/Dg903jh9+vBADj/TsbDuLWu2bUrP00+ms6XxyEwuv3E8wyfPZnJqJpnd1y3P3PsRqEi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4P8AUTeUqaZKWwk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AutoShape 2" descr="data:image/png;base64,iVBORw0KGgoAAAANSUhEUgAABVYAAAKaCAYAAADVtAJTAAAgAElEQVR4Xuy92871ypIlZHt+/1q7dqslWoIGqdVXwB1IvA73iCu4RbwBN0j9Lq2W+iBuECpaat6ETe3aVRsVqlr/Z6OIcE572nmyneccbha11/o87fTIiMjMkZEjxr/7V//tMuACAkAACAABIAAEgAAQAAJPEBiHYXjPKulfLJfjz5+/dN88um8ZhsHrpu3VxtvpI6erTZT7PzB6Avbut+922r+PMPKf9B++z9RUX0h97/M1GvoQ32dq79P/2M+Ojo30bYijv/kxHs/yuIWfcwGjS99924bph4bGe32THzyXverSx7v60PdD1udYsdw9y/exF2zdF6fPRwaK67627mykMvLRy3WcjzsE6Gsx0zMu+Pbl+3GXf6D5TM2Y5QbjfEcwXwnxTZ7x8s533voNjZn+I6z+FSXh0lpbLgyIt/p/GMa/+V8eW8DNV+NnQAAIAAEgAASAABAAAs0gcGUefuVeD4Aurfd83+1735X13ZVnenw33+L5zNF33ed7H73b697xxEP7ftrnfbsP9eUJjPdpiONlGBgj13V6pmcHuJ7LRuzxLI9b3s/xuncY7P5zeIjnMzWsjNlgfJ/5vs9heL7PI8S9HcPVgfSwl8dNu1uM7TwYme/3nO6j5xja5PnM7MSqs52r3zjv8+maw9d6xTeTWRsa5PvMd3ODfNh5M9AHjuM9U0FtuTL4Wb811DeRn7VErIb4Hu9JgsMafQZml0H7ThpczzH/ffzb//WxBdx/O34JBIAAEAACQAAIAAEgUD8CV8gm7/mtutG+8FmWYZic8+71Wb7vtt53ICsePdP3xwYTef/c/hw/jNZ14WQhY/bN8Gr6MgzLFIBYPbzM693qe47Y6b/vGkbqmb4Ncbj4++WORb7X667Zuv27b+J++lyDL3t9z/owT1vnla0zHsgzl2UZJnfw8IvPDOQFYtUZY9aP8P0e7X0GX/Z85udtjh95PlP6x+Nmj1uEyJqGYQmxeXP4Wq9xxRZj9Js3vra5Wqi/MVut1DOm257hHSBd7hKgLe90/KekqJeRuT5oNYILvq99Ysi2eAZA45eF6COOsAHsN8QzQrXFbgrj8i9ArHp4C24BAkAACAABIAAEgAAQsCFwZY1z5V4f1K88zzdjyLo22f3xyrxf284rjdeA8f654zm+r+H7PLNVvJ45DcNIID29bsovnPrbsmi8ZRteICgmbxhmAxacNuqxIHa+bmeQznvXPrHed/ij7zNP3b1mFh7/+5Xn+dq6bz9SW0Jl4THsnn7jXOcfPsAXI+19lozV5XsYhvmCYwaKMZeIVVfsWO3KFyPr1960de27DUZ4uZ0eMcHZg4GIsktHQ2yNCvFNV5zc1RaXjTkBNmeG+/z0fc9l4zA8PcRznvTRPAzz3/kMLp7ohPgeDvYBsorNTR7/m//xPw9hSZ6g4DYgAASAABAAAkAACAABIOCLQKgJte/7dvcle3WaF3m/xfdGWkH43nsD/vNPQr1M3/BLn3OnKSQ18Mtr+OWf/n5YTORqWkA3iO98T5A+vfuQcA0OxhVdMqC7333ndyasvod/+PWfD/PXP7lIrvq3Qb35b+eJLfvnMg5/903/259+mIdp+PvhRyLP8G+XPwp37wxn49KCkr7tLib4XekILMs8fE2/H17/8f+wI1dLb/Wz9v2jr2n4lfaPh//uv4aXPcMSvwYCQAAIAAEgAASAABAAAkCgGgQyLH/olb9+DT/++T8elu8M76+mbypuaJHdqm/UuHwPv/3+vxyGH/90GAbKXC31KhLUUsFCu4BAZgTm4TX+fvj9f/Y/D8v8/2ZuS5rXk0oG76t9/ff/FaJVGszxFiAABIAAEAACQAAIAAEgAAQ6RID1PH/9Gn79Z//YLAfQIS745EwILD+Hv/+L/2L4/vGfDOMlOYBM7cVrgQAQKB6BZfkefkz/aPj9f/o/dUOsqk4BsVq8eaKBQAAIAAEgAASAABAAAkAACNSMAIjVmnuvwbaDWG2wU/FJQCAvAiBW8+KPtwMBIAAEgAAQAAJAAAgAASAABJpFAMRqs11b54eBWK2z39BqIFAwAiBWC+4cNA0IAAEgAASAABAAAkAACAABIFAzAiBWa+69BtsOYrXBTsUnAYG8CIBYzYs/3g4EgAAQAAJAAAgAASAABIAAEGgWARCrzXZtnR8GYrXOfkOrgUDBCIBYLbhz0DQgAASAABAAAkAACAABIAAEgEDNCIBYrbn3Gmw7iNUGOxWfBATyIgBiNS/+eDsQAAJAAAgAASAABIAAEAACQKBZBECsNtu1dX4YiNU6+w2tBgIFIwBiteDOQdOAABAAAkAACAABIAAEgAAQAAI1IwBitebea7DtIFYb7FR8EhDIiwCI1bz44+1AAAgAASAABIAAEAACQAAIAIFmEQCx2mzX1vlhIFbr7De0GggUjACI1YI7B00DAkAACAABIAAEgAAQAAJAAAjUjACI1Zp7r8G2g1htsFPxSUAgLwIgVvPij7cDASAABIAAEAACQAAIAAEgAASaRQDEarNdW+eHgVits9/QaiBQMAIgVgvuHDQNCAABIAAEgAAQAAJAAAgAASBQMwIgVmvuvQbbDmK1wU7FJwGBvAiAWM2LP94OBIAAEAACQAAIAAEgAASAABBoFgEQq812bZ0fBmK1zn5Dq4FAwQiAWC24c9A0IAAEgAAQAAJAAAgAASAABIBAzQiAWK259xpsO4jVBjsVnwQE8iLQNbH61//3v1zywp/z7fTpP9d/xpwNefzucRiHaZyGur/iMQyGB4zDMr6GYRiHcQyJ0DyMy3esRlf9XA4qC/3/aw4vy7AMr2EYvwLbTdVdy42nxeEwTMM4/ojyMcsyD8O40BuiPL/2h87Dz2qR4aiw/BiWcaq9G6K0f1kIFxqv4lzLMA9Bh8E4zczzVI5r9eHDzR7GYZ5lnoPrjACNJjMbfgx8FhquZL6zLJgvHOCX+UKtVyybqRWPz3aHXVOZManbhtro65BfUXVICAmE5lkLjeXLOND/jX3NyzL8pOVWgnfF/pYYz5/neSCMrvTE2DexSt0wD8PwW9UEEDnEOE4Dlqk6tyJ3eA3LSBjJ4iPYxSMDEavXnC7Y+wt+kEyjZZFR7zUNy/jFzU81eawFK+lWIpzjRB2itNNMK2pB/LOdRI7J2FXXJdHgNcyD+BWuIwLjsCwJyLGxPttJZitMjNWFD8Vjshsh5XEdEeCFKo9VAed/J5hXcpXtB31w6oNq54IgVm3WnHJuDHK1nbhSbTiI3AW8tcukapqxnHxqXuSdkgiFwWvfxZTkMxNAFy4QqwwWkWOUuUqT6fqMijJVkdmlt3oOTuMrGjHGmXXDPExVZ2ZeiBiXb13W7MbLP8z8A8pyjkccZv64x68X8ocyVmPHS8lcHXnQx6UQkLhDw1VlBBBljTGpiv7U8DKSIZ9kQk1bFyCAjBFlmXljR3ys/Lgzz9NKqlbQ2MRwqi063v6OPl7RcDUja9XSx3WRYyBVSyFVt7nPNZIjcbjB6zwQAKlqBolmHkJyphrLJY3leyaClf5XGkLXw0wKuUU4jCvkKohV7jra7v8exuE3zmys6ZpGcgM4wrHP5GQcET8pMqPI8X6iFzSOw1sV1UgCqAkbLcC+eMcwPnFYU7RZE5BpoyLiUeVPRNajuckmGZX1R0WZq5w1xqQqxiudlanNinQWuPCmBS4NAkoSoHBilUmq5TXMvNGFS4cAZaqmyv5R7+c5z7r5hTnEYUSvglURqaN05EZ9vpvLrusi5uvr19gtrsL9Y4Ogm3JwpiqxUWp+nJ6L+u0bGaumrmdJAKKgPabMIFbfKCq91Xo0M2lgQ66q3g0kO4EyVdMs4imDbOLMZ1x60oAo1lqCNklHyEI11+SxVCtaeCc1neYsTaJHylgtFZDM7apHEkBIVZk01hIHEnbuQuRPBnKMZ4keM8WEUJTwKo47HP/LxofiMWWrYrPCNA+kDPk0maoH+lA2lKG3qu2YOsixNGuHEuLd1TbknhfXYT9XUW3/fpCqpnFKZmE0nqfeBNwoMMlcJb1VXGcEKOaof1z4gFj9QIhMm/RWiSAreSlP5q+KVZXcTpf5xfo7HeOWxUaqCYAM9ESuIiqZho46JkOiq5rKbmJ5QOjnqmJVpI+ZarPi8xsUMQ+R9T0uUuSL/kvJcUcmi9BVNXklHePOQKqq5hROHoaOZdeeRxkKyseu/TLq3apYFRHy0FXVk3esq5rRr2iZOlMhNMzRdR2kNi/K3NZRfYa+0/VdCTZdx3oi6ihQ3cNBrJqJ1Zk31/PHG5YE4KOm+dtSkoGreONDroJYPfWcKmZVot6qTEFAqjrcjSbT0QsVGNqwkFZvCeGxpJC0teWtDVlU89TUnvR4v1bbKaqBeRvDsyHJVBW/Sn8hc9WEuSoTJxs7JV4bqYqJ2rl/EhWrshrGmpWJ7jGsela91YLwkWTIzIR8icFmbVOaYlVuAJQkQAlElLu1ee4ojyBLqW+YB/Mnby3JlsuznSfIhv3tTtgs7INvPg2k6hk41UdSrKqQuLMsAykCsCwBqUWBYP3oOCn2ZS/MDWL1YOtCIVDG6j+sfyloNr0W13qxxmFJ7boZaQP/bNNVTVBV2dB22YUnvd4y9+EDQ375cSqzt7yMcJGOUMcwMJjsulbp/mSMO2oCDVkAA/ejdIwLK2ZF/rSwBADGKx2pOnCWQp7Nis/2CLkqBa3QV3tsZEwXSZJSLiJVRQIAfaXzK9FVpSs/PihmZfeassixQsiNUgLNoR2ljQ1l2U6hnVZAs0CqmjuBSNXvZSxo3kULPpIEIAIRxOqx53wkAUCsGu2dJAEo+zD/xGxr4jJM44sOuBcQKstrAuWVjAl1VU0IQG/VZhuiU1LaRfqGZDs4/rCLNu9+UpXK8w/+ogIkmZnYXPqgf/hfRHO1DP8SOkrpqpbm8QW0J5euqvHTUczKbBUkCbD6VUaCVYpVSaYqNiv0vUWCTCIFVcoFSQDrjLCo+WBJdlOK/Uo7SiNVFTolridK6blS1OyLcvFSOmedqX/nlIGyYEF+temtgnM6QkVZq1TQStainxeIVYNhyQKeyNUSjldKeNwkAAqKDIU0RRWrYpwyZtzIkeVxGBbKeuayCbgOCPDydK2YWwQ4rMMGUvXYF0pXlQnnIrLqJKdOpDZEZxrXHgFBR8as3OQq0d9E/uTUOCzZOpQ2Zmk2DHLVaDWcuZpXb5WLW8ylZDmX518yMhCxWpJf8ZEPzt3HpUegDHIM2aom+8y5pvLxmTLsx6el/d0DUtUQ82imzpvrOmquDDuhjFXSXJWrpDE1Pz62zNXxr/7wr5apJJIjP167FtAk+reVBMppVLRQnobXSLmqOdtRVOe8GyMSAKqoThn4yPFBIlZLIObL6zemgLKPuGQ5pKv6A5mqGhPhzYqFCsCVc+QUkgB2X1bEc+4NQSJUiVjFZEzXXyXoqtrsaIYkgAEezlrNJbexjLIQQ7Eqbe+o7TaKOWURq2tzF8qlxWVCQMb2XDl2IFVtlgliFX57B4HsS7w7jU7wG4pydPy/lIQVY0wm8nctZsWRuagNywQd5XgFnU4WvdXPG8c//uFfL8PyE5qQRgAp81AKEuW7IAFgXwYS+UPEahmk6tZWOj5I9pPTdvJZre3NquROTnJVZTmXRByW0FvvrGsqVlXsUnDVg0TmqpYSl9zetJs6aknMRXVG6KrqfZlIVaJXSqdY8mZmlhAHjW3g1SJVe0/Tyq0arSpWlejFaT4vyFuEkitNAuD8aSMfHVxzlFIZUBCE4z8kfdahGrFAqtZMqqq2C4mHtVZ8T/V7A0hVPU48e1B1KypIlGMSeCVXy+NY/Gwx5l1SzGqWQl/ri5hYpT9MXLAJQUnfAUSs5sMHEgDWYZ8X8XSV6PRcuKCIo7kxQ8u9Z8s8SGUp3HvGk1+J3RApj4XqHkdZ4KyaswUP/LRbKEVl0H+ffqC2LYQASnmJN/8opCBTyi/3fBdrY5ZOqq4L1Ixaop5oZrlN5svpJBOgq+ruZtFVLZ0go1g8DtMiOvMYtw6jViYmhrwZMwi9j9Vmo+nJeXds6vWOTO5cPNySrVrOKUAfwKgvv0s4ZOrT2Az3ELFKmb07YvXfrGzq9yAkEMjVD5KBp0KEiSJXU/aa6Ai+WOMQ1xGBz4zDMvGRgZ6m/WkJjjLR0LdqOwKWqtVCHA7Tj1QvrOo9pOM3DF/FL/xEboM2VJRvYXmkDE0ITiGeU43pMnP4WiUAqjL5RI0tVVfV9PmQBNAho+IOb1pQDJrixh3oqtrdU0SXSNKH7ovbF6ECBWWuYj/QNh8MhbTrOTVscrm+Id7fayNWCQmQq/HswffJIFUNsa1CUlV9CR15/+YpD20KIm5uPSwbpawIsBr++Mc/KGKV/us3NCGNkYOWjWmLWbECB3RVzT2yFtUpf/An35LM1Tqm/b7D5/P70koCyNEvzhgbyycOn6N77Qk8KIy0lVOyBMDxmxRxiGJWZ2SEeBZJgPgbplSpfOaYjCh38jwqOlSl5iwkAcwTEM49ibYBpRan5FfQVTX1gpCqRWqqWodfkomSFKDy56/X5hEh7k5DjpWe4RwCyfvPqNku09jPfWxb/iVI1c/e3c+8Z54H1klKsrjYLDIGmONrVlsrsUrpCDtiVY6piCYksutOsPEEiHBJhw/tCqBclWkIosm0ZPLWMQEQchXFrEw7eeqcgdK9ijH1oGeL/iPHOqSMfIAsxOoX5cjHAD/aM2UHdTuGEe1FlT5YClrRuBXvosnizIQ8SNUzyrXoqhrsI1expnjmGuTJkrkqsSfGJVkQilSFX52XMrJIrY9UlS/hE4IgVk+uk4YUA6lqi1ktzI3T2FGMyJ/mmTFWWiBVTetbIiRpHihnyGr1L9ETpSKaaWy0treoYlY7YlV9Ag32IIDMHUoLVMpcjRGW1Fsl1fpV6c5GbGcQCYD6Mg7J6UQWAFHJZCOCUbyLssbGSTR5cX0iwBIATKzWuIjf9ETrbH88a2SfYvInUtyhidZIuqo12k083N+jOetp1bVZcYgMq/3Ex6rGNxBBxrIbgTfqKB7PMzLATTYxD69qSVX5JslaRdQ0kBHqWGXwkQukqivOho5lrvfF+jvI1VjInp8LUtUQxyTSDzPPA+u/WBjzm4o1ITnp2JvCX4z7jNX3MkAyVtfCIPWbQegvUNk/pLka50KxKhuuI2eq1qjxoTJcRBIgEskRxySTPJURiVrMihZiZDtYypw7lHZT69usOBFAoPdOXfteXHDmYfi4M6NYlTk+LrSNVjOpqj5t3fBC6DSsKANrZi7j8D3TQqyNxVjoCQTPoFjnrXaDBLlqs404xBh8yoR5a3PjOPYTOprV/zyQquY+5Fk3zwPpqn28ku+kjNVvTltt43tCeSCfDqSDn5vG6p5YXbNbWHMV1xEBAm+MVsxqHKZxRJ1K48j/GobKi3lJNXP4lqmLVcGvsEGbFmKQANBhLjkzL6pXXHWwl2EeOsZmv5KM+ZCD+kxHldmvcJ0ZbcpSaGkjB8WsjFa+ypGE2LiQE+KvarXYYkeCrVhVI6sTsp11Q7k1YiuULYQjyJCt2gup+mY0wPqFckPb8Bf9HTW+gM/RNUaqSj+QJABlrsq/Ydz6tE4NsbonWGmGBwJI79C0SP2N8RmCVEiT4isoVqVHW3Z7qOhQ/QtVRRySKiEuQ3+z1nOohZMccQ/jp+30mNihkKrkW+0MjpKZCUmAo63KhqkUs3p+QVfVjiFlgIeLYc/7K8wTwhLzYdpUyFM4nj7MXF3WhdjSQpZz+H5hhJvbyEEhK5elhCFW6944dmH09O/tzP/OSISxn6cIl/n7p3mH4K3NnEXNxap8rPXnTAQrrbUQW/d4WYhVug16qzbjYl2t4R987M/jnoVJVfp/uDQDI5PXRP7Uj48a5KflZ3vr7gDGG1YSgEhVyf5peeJ4FfY3qUr+1FRWHSFBZzFosXoVldbvF0CEWH0GjpTt+UJWndZkaLNiarSSu/gWLgMCrLFFGvk3EGJYSQIAuqom9Hgzp4E54Of3rYdEybUexuUbVlfFT8IQY/WvHWJ1Vutz4zD2Ewv9ep8LUtXcd1zkiRNX7kwGKrGJZRl+Ek3IzW34Oy92h4NYXRepy08M+Fpgld4qFbO6a1gqF3NiYhXXGQEpVlWnrqq1P3lUooxwLFR1OAWRBCDZiOYyXMJECS5WNdSuq2pegsOv9NgsRIytBNA9SxI93vYIjntonH7VjK6q2bck85kIREymjyQZH+u+QT7Tz1gCoJEiF4G86f0Y2cxR2qqhn17C85C56uqF+wRZ4wSHCzjH33uI4/dt5yG4jf4cpKq5Y1l0i8fx1udHIoz5/S3SADIdbP2b3Q7tR6xy5iokAQzLVKqRtv5zx6BocSKZqnd+7e7iuu+QJA5FqraIkPgWwpGOUH9azIqkI0gCoEW7ue/XmwQAkaotb+bI0VzxLdiAshg5+qUkAa5v6lAxpnmArqreA4l07iHjUBGr9+NQu7/cNDN9wo6Kx8sMXVUzlT+uGzmtx/GNXOVxC3OXD5O4R461PMd5HkV7srF79vMc4xafAGLVzAi1qatqIZKXZVfMqvUx2u3NHsQqPWQZluWbDuG4n9jlHZRq8Pe3iXqRAIAx6kyHqri3pf+oIRDhW9qooQ4uD7dGcBSr0vrTqqs6EjE2EgnU9uJN5Fqgt6q1Bc6UvyYLAF1V2wSnF1J1R9HfyMzsYorIumN+matSt2jiQme49AjMJK3R9Cbg5lOcW7nQmgsZ4UdruE6MIVPVOmJ1SNxftyFE5bMfAhMTAt8LzQPplG1PnA4Rq5Sl29M3m33Ak1iVByzLb2vVZYC3h1RVox5Yb9VXClpooxdV4+7KAf0CspRZGYdparEAyCcGPIGGJIDRMGQidDGzbvyBYlUaRIWjJr3Z9rPq2G54frPZz4iBf2cVsngfRr8NUyJVKVuV/i+uIwIjk2N9YaOKoYEA0u8MSv161575PPdGyF+LHkKq9kWQsZzEQoXQsNbSbgp6b7b3ZTdXPKtX2wKxarcSF4Ph7XpXjLGReymNQyQA+rro/NKwjMP3sgzzupzoNb5Qz18iVqWYFTQhT7s3b1WJ72FYfnNOpOX3NGkiWrU/J/QJOc3qqmrJLiX9DN/STqL5P7IAnY/prMf/e9C38YPj8y4hx/o6HK+IVWSuHrZ0xKWYeHaRq0QRoViVefdH+dUdn6z5N35ZmTV/4ZO2j0rLWMeP8ZBGC7H2N7nuYriRqrxcufuYKn9HttPXF/t3kx85hrWVCdGeSQ9eTfiuJfxNsps7AZ2+q/vRVTWZuuisErFKWPQsv3aRWF3zCKmaOS4dRbZqrYpmpu3ifVRIABgw7PMY98ITaTm6jOuMgOyKScg2XlysCgvVIz5Kx2/kQl49LjiEPOx5sDc7jehlmslVikikq4rNCj2G01pwqFcaxJ2V2et4JqdRKKP3c0x/66qiWJXRNAQ5la3apwWNnP6DjHD9fMa5wurTaDy+undiFeSqh5HoVudYmhqB++YTS73OATdYZtZbpX/vF4uLxKqAt9CxZRSzskQmkgRQ5OrRuCTR/ovJH1ynCRP7I8kj9IePLLYUuQrb0FKrb1mAs1/RImycfnQd0C2rVCbHpFhVrwPepicKgnVvKUoSQC+5IaQqNiv0voVj3GpWyHrGOLqsW44OnLm6C7t80ptJVRxV1vnVSkd3JwFwxmJmvVWMV/roq888hE9ZKWfE6Dc8yFz1X2ciU9UQg2jVTrqqXSas6DGhzNXvWdI1ehy7bhGrciyXji27jg/6O21bdxIuv60ZQGcSA8WqzL3NwYmJ1f7IHzXIS9YqfEu/4DJJAizDMv7SeJX7+1GSj/8vpK3an199UogoZmXesKBZ0Gfc4aPKpFfcLRlv8TkKRVQEDthsG+6dxxfzxhZlHW6+tcxUrKrnTS4r9TPMVFjx7Vc9j1nLSqzeH/tb/uWZGAOpClL1msWDXPXDC8SqgURkXVXEnc911ioJsBZL9rOwdu66SawSAEKuSoYdrjMChA1JJnzmzhOxAV1Vk70oCYC2K5W7vEUGetFbhW8Z6NX3KC97Ysv4RaXOOqvE6LIk0ZKiiAN5BIWVFGtCESvT7juNW2rMopJ6vUpHuH1roIxDZCnsgILeqplYpb+sGfNcNZhsB6P7ES/Jmafj/z3K1ZhjDopZGcarD7YH5AZIVY9x+3BLGmI1Z6x/cn5fhOnuYyT5ik9aMDzarL1Qm0NrOvZ+4zOmIFW1yAmL8bo1y3mvQG4UG16U7NKNmtfvD3norg+IVUWu/oQmpDGWE7GqyFUKMONA2aoP++z6yFHBL9iRiBzDhHrtLZUV/mhIqqDn7zVRySZIFHqtEgD3ntXyr2Td8aP7TNXPPt70RM3HVOQYS5cXZdZRdc/hB4hDowH0rqtqAkZms/V7z71ZGscT/qmxWhXr8Qqpeu8d1pi03Ef+aWtkDfTsKWsVh/UTnz2rrdgto9GVY5W0vrxvDQ/Re3dd5D6UfXW5ZBHx/nf17ZFbYAAqz1u3xpxnLweZ54cdjJ/3gIBIspBUlBRavM5x5vaDd2C42V2u9gs2Qq7i2hCgM7eTFLHqEJvnxCplrKrKp7CrAwI0uClyVUhV0Kp6I+GjykQ6X4/cDVsd+Za7EFrDABg/jaeNa7bCMoI4NAG1LF/iVz0aifWblZ6xgQAh83oE2n2N6CCELvnGnfavLxeCg7Lqblw8AX9OHN1690dzmVkIcx2x5GPcuI4IqIJDt4xv3HXXbecLRerecR63PZBfxDxS+cTcg3zxnuhyw3G6QzZMHz7kxnvxkzgIPJnPX8mS27/n+LsnbYiDSoanrkEH5GoG7Ct+5bKuxxWxWvGnRGz6MpCmqOil4yIEhFSVNUCPMechsaqM6HuVBbi2oxraBPPuUNLXnFZf6yTxe5hGdWiwfee7OrnnLNUOi1X52HlXHtQAACAASURBVD8f5b5DNsdcvbkazkTefeLB134k6+eoUyc7iLvEBVdr9X9/Mkje6a93K57FB46Bqu9HQscXzXsw1forKsYkEfm+ndb67fZ20x6zysaE7ZixenLOqE3L4Qn18sX6mLiOCMigxMQq/Snn+Fx454Bc3XfQmqmKk1xaq9XNj9+1ChCHzphJet29NUXhceNK826vq668pOJ7Jfn7c3OcMBPfwpxZ17VcrInyGTqPO7QuJ2L1YWZKxd4zDIGIVQrUK6ma0aiyHXvZkSK6JQUx9lyM6FAY5NNy6JchdupzL4bvLKrEFXEdEaBFGGmUENHh168qqLc8cWBKg4jPlYwv7Vt9+0pn7+EHZXUgA96lECBCdWbtUJ49Apg9AiNNDkmvmHCZveNObyDKSA1ydd/vEmnUogt+JdiocVtlca//1XM8782v3jEa+KxQbIR8r7bg+m7JAv+cH5c2J3R9Q4q/i96+hCRE5xSI1/sOPnnyVtUQawGxau9PwocyV3v2LkWqsmxEveb/uOUPidVtNzU8IfD42wp5gGiryiLsXMyqkEbmbwbLSczd7/aoAUx2BV/QnNVY5nbcVC3i/Ujn/EaevgU02E9UrAmZq+vkkKrcoyCTyRJVFq/YCy1Y14I76U236DfKJi6N69gQlLX6NHyTPELGjfUyDYZVxrTj+JMNuDK/NWCr3vqgIZINArYr06OwvvoEXvnONJ2z5+BXbgJIkn1wAQENAnyq4mwdpLrPc0LOzPzcKASOhAAlIoxd663y5voqk9VzfHlMrNIxbgz6prCiSFVFrM7DwuQqLi0CCxGrIMlk851I1fs6ja1aGGv9EOl8wgZ2Y+tzqu/eO7kqhLyqxo3jTJu9KN8h4YhjzKFJtKgl4dIhgKxVWmx9U5V7NhJYyoECsm6OggRyRJUHxbjqjlciyYK1lb4XVUaqCZ8tuw5Hc42rU0mvwwUE3ggwoerYHEXmqt1gZpZM6G8uRISqErzs3aUeEas0qGHgt5Cq667OttQgb/selgEFiYyoUbGmztdmHJwWIlY7B0JjJITNmfxRN2KiaB7QaMpE5Gqfl9BfRKoScdgrCjbroL+ZsKHdDGRm6mlVldvRa+yhnN2X5O2ywBg2LI524hrHQa7ax6Q+8YEEgM9MxeZbigBy+Z/Pe1q8h08zdTZsQSLCEWs5W5XmNJ/6qvtfUeaq1BjEWG/Y9umumJXIqxFv0WKkvP5NN4lVQU+OYWCRqoOddDF1tbglnZ6IVSxUtebKEfu7S1JRCYOPfFQZfnW0D5VxaMcGkd08DFDmYZ/Zh5uuKvxqsw+Vbal2ms2TaSJWZcKNyzSZ7nFWuemqwjI+7eIaMdYneegXS3ouZgVS8OBVazFXH1zgU+4NC0gC+MWgHu6SJEt/snSeRRoAa9WjddBceRzmuYc5Ea0K1PH/Hr7XLxLcJlYhAWAGWChVvZGtynXDMvyDXw91ede8Vs3tq3qlHB/4gq6qxuaFLlWV3G1OAWLVho5oQvZCrioqkHZTVTYmBv9PYpUyFGgy7ZpQU9Yqjr2bfEuN6z2Rq6yrynYDn9Jurl88cQIiyDxy9YPNNUK+t+WBSwJAh4cQQJAEMNnKCEmA3tzoOAWULfOLUj40uya9VZCrR/NR9QmGtZhV2+ZFaysuJo3rjcAtYhUSAHoLInciSpWIVfdFkgDQWzXi1FExK7VoWFZSte96emeLYHxGdYzb7Vk9kRs+aHzeI3Ube9BbFbtRpCqqlZ+nfzJiyT/uiREfElvJVRypO3qVQDh2IpkgUUTpFV+PQj38wierbo9DP+Thvd7vAx8Qqz7WccW3IAlgR7RHSQAfG+vlHtkul/nfNb9ai1mBVDOYSvvFrGbS1vdYO/TiS+o7LxKrMujrKjH2Bpzue2WZqpcA0C5ql5/DMEISwEyu/rwU6Gu1QVkwqGJVboKj1u+8227WbvEkf+QdkrUK8seEOCHafvYhfaFkqkJX9cMS1JjDkyI/UnX7PeUpzLwVf2USftf36/tdD34lWc6S947x6sNGeTPnfu2BPsjD+15NhfTaszkVM8SfEFfP9nEnU1U95Z24IEfCgO8B3paJVawB3LH2qgTAict4F2ti73K/sJs7hC+jpF4uurzKmLTx+UoCAAW2df15kViVQQkDv941KFeVsg19Qos6pCpZqyBX9YhKXkzrF6XRQ1fVbAH3Cw5BFsDkO5K12rZvSUYdSFXNMvVw/N9nxNo/hTJXe5GTuDP6tE2uSrEqkKo6v3pKjIFYtftbm/ioeYqsrdpagN+Jn5+/UX1+d+2p8ETmqrkvWiZXn1tgw0/gYlXPCFHiMvj/Q+bqccuC/11I1S0ruAVr4qSVhWrB4HpMrN4d2HqAnuhUPwmAw6SBw9pv7yy7HrC69I28yzxTEkhzl0wY6cOkWBU2LI4T6mFYHhfyArlqoqxpqKe8s9YuJR0xr37V2veF+J4nhDNFLCJWmVxtMTA/BHjNU3j4lDJ/rqq/4vjXuX9Eou75RKVN8jCcPbdXzOqTWA2HVN1P2vuBGmeejDfwK4c9UEYdpst1O82l1o/DEmC8IqNh4rCLYk2XAH7fTLFnboh4/mZdVWYt7gHS6K+oi6fxx+CZsUrH/iYsoozGcJdWVQ+kKnKUuYpRTQsxL+AbxIaOUAw/UKzK4FdyjNtHr9gWpRu0m4CDUouZq7RzPjMh/9R2AgJdxKNWUf0gWbwoZuXu0rYyV6GraupxdcQ4XLwBCWT3rjYkAUCoWmduu6P7TwhV9Q5IArh8SjIPcRbBPbK3cIeQquGIMXXcPeQzW8B5iz+U5amSqer8Mi5YxqRquLlOnUgYWj1+DdP05Ueskv8RsYpLh4CQqvdD1KoHOXwPA/+DS49AewV3OGtswYaFrr9FVzWUfgvIVXNUIbqkLcmN73em6v2o3GYUpg08tVnxfEItmasYs2x0WytyG0qvWDJVn9tOc/5FElmBPwrkqmXUWkm3wJAnfpwsskOQhokbnuR1e0mEEBjt/QlyC+cufEsukFViypzExnO9RGb9YfWGRWpDfVHo0TAXUmHfW3vmKmXd0to8/GwnLM5ZnsbJp7/woSVLxqrKtphQrMrSSyIA8DyIsE4JyFUL0nzWQOoXhji+kMXz5KU8qSPicPyRsRXlvpp3Ph9LABy/DzNFO7la/8YFT+zGr2FhYhXXGQEpOhSKGFOjHshVva2p/OAWTqKIrio213U9HUoCQPdskKsucnXL+qwv4oNYtdn8fp4fcs4Pn7J7Cq9P1szV+nwKLXYiwLqqzzmL83uExRC9VZWZGeM9zi8s9AbJ9yTJhDj4x/1sTr9ZJpaPwMbLAWsmVbfTxw5ilXZT6QdxO6zep4eiVRUClFFEGUDt6R6G6WMhV2u3R9Em+RFEjy0MrmU8RQ3GyxhCAkA7ZS/jQ4tsBQ2b36yyHnIRk/JTifgRUhUD1ifuISUAdD06izo/LgMCdUsCUJbzNzJVNevIZRinuBm8IIEcQYXllGq81DiLserYe0+LVbmsAZmrbmKV7gC56rKk+v7OhJ7sBEZrvJCH9HiKzNiMPc7FWarsPV+O1w8hO5hPLPHxf/TnHtdllCS5jVSV/rRqrKJYldk0KRWasw6DhSi1w0MR6XtYQK4aF6kjRW3eMqkjKH1+CFV9lUrltRJYIQP2R5DiLqVK7vGCNwru2HpvHsblu1q7/El6xfx58ewnlu3Hfa7oIkXFZT1NEPc76ny6jFR1bpZysSrOUgg306mzF/WtTjGGg1z1I4LqsStkqtr6Sh3Tj+VbR3+CLMCB+tltktZErqIfHRGQM1WF7ox7lFtlZmIubuoRWodKMas6OAxKWqH2xrWbekZw3jZYOahxfHHBqn1faohVJcQv2aq4dAgoWjW8Uwj6lDn2DaEbY1SiRWqFFalX4jCcdmg73ikDPvlTzGPc9Pw6CY4UPS0T0+/qaEklHSHkIa4zAjShToDNMg/YuDijz/Nnln+pL7eO9IprPLYWNwrIGEIT6lQXyFUXuarG9fBz8tB9LCeuym9n6O92PU/Z+DSlWXfCp1w9so5b9Q1bHh/W1y3chQn5nM9CcWn8ua4eFWJ1phyxoo/gEkk+DSQFJSdtce0RoDngOH2Squxqf/zDvzmETTmiAlLVZEBCqsbl7jnxeliGn7BiI7lKmXWVwUOp9KwdiuuIgNAOkskb72KGY/0n3ltqfbIQq5JdVwsJJL1JWc6xbafWXk1EqjI8Sge7VqzitXtTgqxnY+ebJ9NcuTQeMFU+OU/GIYggm7HsC6eUalSfp6zKXlCnxzB2pqrui+BT9n6WehDI8UnvDWHfSLqYcqUby7nmwTotTPnesMjFetp6jon1aGO94/lz37qqyFU9g3nQVd3foJUCgASA2SDl+L8kRMcNURSUiFitZyH23I2vPKG2YlYkASCkKibUn/1Mi3fRVY3rUfu3IrPOvkidWOu57EtIVdJVVbaTzn7KRkZaJ/O1tH5FNC75Fq4zAsxR8iy64Jn02mzyKyJW13OD6M4PBGgDKk8WDogguymWjU8eQr42580xP5aK5vXqy0fv47WgVfT34AXBESBSNf7xf32zmVpl38ozXgYHM/gD52EutJgVk6rEd4kOFC41N17hoOP/cmrpjM+OWF0P41JqKzIUtEbEIrVJmXuVtVr+QiyL1/Ei9We2RY7PN6uCTCNnqmJw0WFGxwzSYyMTaboQ7869IlmrZRNkdJRmgV9pXEqm0aJVHH8L8NQA6K06hoayyVUpY5eWkPcZS7Pfs56Fy0Wqqu8vmzzM3UtqXC9vMUjzDJB3Z/vIkal6bMXn0WXMCXX4jDOI59zR7er7RQIgwxzw0NCZzrznmIteBSz5/XLSgtcyBW3s8Ax1oZOA5Y2jybvo8EIWR5h+MZKq7HKbFIDswoNkMHVbelqVOpAzgIbfcttSue9fSGu1XOKZuTvarEihcVhuLxlbJse4cxHO5dpN/q6U/cpSJQGkdWI7EFTfW4uyaZXJm96SRFKUJtLwLx366yGw9B3j8ca3XzGJmCsuezQ0yy1lZByCWLV3fun4YI312X8gVrMEs0svfevfYki/hFvum0UCID85xuWsOE8jf1ty98kh+vG/KnK1jLZJsduaimslxW3VVbWtOz+kAFKJhicFIdDLpowL+IWP5UJv1czOlVfMapvcv5hYjV2HMZCZJ32MHONWWXVJX717GWaKZuTLI1fZr/hokyLky5g45rLe83tlOy61BMC+HTJ1FkmAknbhS+kjiTglFrOSo198/AuXFoFSSLHSycPc5rPJkZSwkM8nHZG7H668vwTfgl85egySAFdMOuu9aoZRhF/R6TfOyiwhHmftFsPLl2Fm1YT8+EACQN9FvLIap2Eaf3EmHYx//MO/5lpf0FU1Oxsx00Ss5r1+DkKw4tIisJRVzEoIBbIZkgDIHyxLs5o0xap8vxr6WrWQq5+6qrljsq99pbhvy1QlWY1V5CLFiy3vQDEreweUJQlAhKpsdmG8+ui3teZQCQvUfbtAAtm8S2k95xoj9hu24k+l2U/mweG96VYSLpAEcIxYiljNfGwZG7aOfiokU3Vr5SpPxeThOqDmDkAFvl/I1VwNW89SQQJA3wFcx1VJANj7iIlVSADYSFU6apo733DNcVl+Q3lGY1fJPksplwTHr6L1X/NhpTIOS1nAZxvJ8nXBpTeXk7lKxI9o8iJTVdeFKgOcNgPLsGqQqw76p4ieEr8qhZC/FJwS3FyGBIDW3/OtwhLg/uwVeYlntWmyjVMlEYjPkA3z6xIkAI5fsidW0V/nfoYkQBjbj/2UUiQAdP61EaulrP9i94b/86WIXr65uxQsRb/oemyczMWqjvePf/3//NsFA4hmAFmX7q+CtDEXJg5JEqCMJbN/uEh0J4u4kOZqvsCwTea/RP9xhALksffzFKty2SB8yoZQ7mJWIgFAxI/4Fa7TlHXFhUjn0i6Qq6YeUWXGco7pG6mab9wszWL37ck5n3Dhkpc8dLUu/98Zn1U+JldrSrafHJgci4aWiI8QHCjWZBy31sxVjBg5PMj+zqVgbXQ6Tk2XxGVlPbAi1aPbxk5qclV0Vb8XSSTEtSFAZko1cqbph/fp4/FPf/XvwCgYrEgEAEozs+9VEgDdpu223MWsaLxg4oe0VUGqnkjVZVr1SUrzKx7uMZ5YEMhJrkr+jyJVS7SdXKajFDsp5uTWK7bQh1K5ANcBge1QXD58aKOLytRBsmbfOeVmqR6dCOSqg2jg2JNnzCiRNMwdhEvMVIVP3bAK2utGxvwN4OL9hGV8MiYW+X2Z0KvblDBPbPZra+q7FPE8suZqmovr3DOpyuaDjNVP2InHGX+9lLAHYtVCqhItVp7LkxOQ1ir0VvVdl1cSYKHgNLwuOWGa4Jn3LVvRoR88qJbnVwqfZKNZ3g659fZ8kgAzZasulI2JbNXPrlM5j0oe4VbHJvgRslbdIKcnV6VYlSJVy43KbuxC31EPsUpfDnLV1v+UfRjaPuzvE0IV/mRDqWTSee9PyFw19yITq0l9K6Uf1/Uu4cPqiTuSFa7aXBfWKVpL2KQiV795bYXx6ry2mgaRALiWtAJi9eAh63SaEn9T+M7Nd4BctQOnFvHpjvLI0QZKxvz1Zp+2/TOy2GXwT6XPi4YcA+Mhv/jd37RIUbXlaRQqJsXFk6/xxdmqGPh1iJNf1YKNxGUsVM/9yMeNeKGRTspGSNVrE8YUPl/CO2SNmirKhflikKtmHAWbFFu6dRHyYSzP4ykU2w7zqRrmVpAEcPStKmblYQK4JSYC4yC6qnVdotSimPn62h8PbYmX86yUbOJhIyeWkKl67stxJVWvy6uBWD2hSVmqJAFQ7iVhiFyBslbTZ7mUi8yuZRysaZGaprUs40UER8H6NmmQ0L+F9Fvon3q2t6GxZepJEbtIE3d413YkQr7kiJzPs1SxqmpI5wUnLUz0OHN5/Mf4KUCce75MQ8l6bPm8ai1WmmjuEOo7QaxaiFV2q/h+pVpQA2kYyu58nqPbqK4BI/iUvXd5k5RJGR8rwD2xECi1WJXP9yJzVT8jlCFrHGZKW41EZPDmOp+yrWYF4WNSYe6ZXsPEa8/rE0EQq4cuIFK1TAmAs61skgAY1fSeRNs9QgDFnsQxwbFAAuDYD+qoxzJSVl1tF/zK1GMjbeokyK6bSVeVJhXr4F+bBcVrL8U1tVkR7y3hn7wWk0lAHoZve/wnSr5b7E0L8l4qBFfPscH4yH++IfZ8Idb3gAhyE0FxsCeflWKluDRrlV0hqBoxUpmrKdYSNdnPPt4QuQrrT997ND9WJ23Tv/35G/k0I095YD06NMnH5gi6p3TuUHgL4P7GnZaabInTWqzqXkIPiNWdJZdZrMoWuCgkqcxVkECa6dxKrMaTBJBMVRJ9hkaJdlBgmuCr0iETkgDm6BNfb5WOqMgx9xRHOJ9PEFM/QTLAK50UIXPVYS7xyFUUq9KPVEKa3JtIp/Z966wwYWZmSd/t2xaS2wgfNyEBYCIFFBlZI6Gqvmmr1r2ts2r+Hl9f8b5PSWdhGeoNWZAbmVStdA64A2DLWgXBquMxKGmVsldDXbJ6o811SACcMOViVaSrel0CQD0LxOqOqi5dAuBoADKGkYt8rwWtQrldS88RXb9YiQQyn/hqYkEWvtdV8KYs8FovzBTNPce1JKN0rIgNoFiVCVwhVeudhNJyQAgOXDoEaMtU8lDCXtBVNXsUCwDEmiiE7Ubr05C16gY7FkYt2I8bPf87lJ527bgci1nxyNtArPDvSfedkAVwYxTsDhEsXpMN611d7fGAJIBtbrLqrQaa83PSSkCiNphdZ38Q6aoSn/PshG3XxOqWB1Vfruqn/dEy7Cf0VvUrVBEAWjOkQk+GuFL5+KqYOIwTyYQSoIzD+jOAUmgexumFFE8VqibkJbupqiBTG5PGYPiMREjWTzgLsZq2WFOwPkjwIJmbqII7IV5IcwTaBnk2YQzRkjKfQVGHTp6U2bo7rYpFHt5pS3m/2U6jPOt0SADY+rYVYvVMAMU7BVeer1xr0ZiqlPm1ZrV1dyOZqh9+xZIANOdpYc0Y3txEEoCe+2ySIpmqJAEQvo21PlE4ZorpX7d1Vfff3jWxKkCIoir9v+cmm9Os5pVchbdoe4FTS78D7zITwXE/XTyntcR+NwXuLasu9ttiPx8+ZUOYaNBQupBCqq7EIYVk7KoeoF91kR5OrmJ7jOv5amooWavwLzNeYTYtlF+1cGzQZVt3/h56w/VOG0L/BsSqHVHB57nMTIu2E9oWW8JI6a229E0h+5vwmTCkh4T09Kw2i07S5i8dMH1GHEYFPuvDBZ/5AT5MqqJexdmfOAH8NUwTJR48J/a7J1Zrz1X9tBCSBKDMVVx6BESuOcRFwUk0ODAIHPGUQ6ytYRPGbkLYXonPIDmSp74ly1xVkAl+tfWzsr32/EplroJctXn188zVeXnx9kc0TZwSg5JXm9rWxgS56kOuehmK9iaQa3rsWsxUVV96lAWADXzagJIEoPQ6YHM/tph+ycVcG153boXinhNc4dHP/8R7xazkxNLMpCrWVqdeHKdhnH7IqaUAV9fE6kRVPJsyMjre9D0MYxzdwwD2lv8RLAlwb8DfJlTkfCQBsGU65/+wUloguqohdn1K+aIzwVVey/K3SFRR7xJkXBmUs5whAXDuS6WmrbDJ39uhWiBTPJEEUIvxUM9u4TlbPt39zFWRAMDJCgMF1Lw+OshVSyRgOZJ14+JS4bK2Cfm7sVPZmiLUWibWkLnq3rRA5updTzL8bpSCQy1fnJe5iKaoyBiDCNz3t9KivXL6iDNdmVQNQxy2Yn/Kl6bpl0fFqo54dEmsrlOilVZty2klWfy32wRHKw5j/I4HkgAyaaQCF2HSxVvDmuBZOIu31eDd+pTmiUUKNnfIVVnWUu4i/MrcA5TJ29ZYJVNmiakLkfKoZn7qfhnPaQPvXtYqJADsMa1l4ue4GHsS3Vv+7RNJgF7sx7f/eyNWfXHp8T7eKF1Ai4Xs+zYlAD4RUsSqWm/Dgo4WREkIo/zjaVx0YokznX1/4Pnc2m8jOCbKVA18+rhLYnWvq9reUlUWYCIJAC/SO/49SQAJ9FQxDun0OlzlGHerpKr6YkVwtBc5wgySord6BR0lHSG2c+WXYVpc7lPe+6nrZoX/RKrcb7K1DOSqvd+ukatCqlKGS9tHB+/Zel8Zh8hadVgJZa56GVJfduMFye6mliUAjljApxyj1bpRiqzVq16kv791CQCdf4FcNdsOuZe7ThylLLygq2qCkXVVfwRfd3ZIrJKKQvtHuCUD6OfAW4a4TgiItt/sJTm37cKL/mNb8hFhjEOotNZ0VU3YwKdsVnNFb1Wooq+VkAep+omryubsxa/IGPjQUpig1NhTxBr8sBG/Il3V1je67nWynDDsL96ADLItVP02TZGlesawp0xVEKwXYy5prV78CW4/zAQb11XV9beKKdtBJljRcX2wkatHbGSNSrVgvpuTvHweHZaRYhLVySEJgPBz5O6I1baKVVkmifwn0hMVTVFcGgSYWHVjIwGenJAIINCqp4llk8WqXB7jthvXE9r9u+TKufIrWStopM2K9rRDQ/XtlsXby6SS9ESuZWaGwrr056xTZadf0Xeo6q+S5YLriECv5BiIVRuxyktRq7OQ3UAL+gwRiFXEWBMCkAR4ahujHOPu7PosEqc+vj8cXCzPPI/DTLIbBxuhkex7oVowlF8H3PY4ErE6jb8G1VXdP78zYnUcXp1lcCyst+qX5dJZ3JbPXYtZ0f80LrY4VQj6jydCdd1KXMbwqfR12CLIVdugT5mrRJKZ/ErpqrYvH3HNmtXCnTIO+5RGIHIVY5ZxoboqEpv/TkrHtK0BCQAdRr2SqgoLkKuWeMySAJIb/nlBAsA2ivUkAWAjEEG6233LI4/l2mSp+bvljErPY5ZortIJU8xn9Oa+sCSALMfVuLVIwVIuWIXrPfdZ4ZmGH8M4EacT5+qIWO0lV/U4HSRvI71VLFS1LrQePbVuCPKuD/QftcQqZxz2XHEa5Kp5aDLrrW6kKiZLZ/xoKtlyETifyQzIVTtK+qzeT13V/UTbB/P27+l5gbrvXZCrZls/F7PaiFbYjz1G9IwPfMoxYqGY1eUBdstU7Tvj8FMWoG8stOsFJla3M4J0Ymle2pe8vOxQvNx8DdP4y3o6JY4tdUOsTp3qTMjuuyJXQQKdHJEhIdKZMusOpDSRriNpqsbb2bgcGAr6AWUa9k2qUmfApyxL1DVv7nNTh9xKJAB6zch0OTFNkLCRQ7kaWKzavEu2J/YXFSoQves4E0aX5Zb8955JH+2maMmdlbltprgDGzrPkfeY9IzP59Flics942GKOZS1itHJHeAkAREZhwoplg57T3dgQYdIzNgQmSqb67S+WiABcHSzcRymiUjVuH7VCbFKtCoF836dkRLDobdqG8yo2JcQQGoyRDtAIx9zx7VHQA1uIgGASxAAwaq3hE1vVeX9yKAPUvWMlyAEbHbIsFQLLh0Ccux0izucpfCeMPY71zH5FUiOw1JsW6XCwTQIHHVDAdLZfpRPwbc2bIQAwnzQ5C+87Qd4rOGETr1LPQ+M4zvPYvLw88h7mqhcQnyjYtuuixIyfi5bzYrn0ryySf/sOQ9JTFVz4bErkD46teVhe1ydQIj96a/+XdMhblyo6JAg0XOQksxVRa56WEZ3t6iITQWtJJgsHKCw66xd1HMl98eRriErazqMPuwnspRvthYa+Od3Bjjs57BURSGvg6URzTzP38j80RE/Kw1PXiWiGyrLGX51hKuEhdHDIBr85yB/XJBKhhRsx44T8DFtWGxx+ElEVkULXdYa6++P182no4BrSy9lH9LN86p+/ATN6yjthEBucwjXagdR3KHTOog9x94SkyFO56oN6HSzfWxh/d3V1/k8+uI9rvFaqtzTuhxrcxO0WrnCAgAAIABJREFU5FM/E+RqNE6s0pAg2aq9X9vgDL1Vsy3sdP1YAqBn7VAzSrKABzanQX9RpHzv0UZPxRP1I6Rq6ogcivS+M7vyn9DJRgX86mw9awbQFfhVl1NF1AfuyI+hVdGThzx4//unvGuvbwSRz7RtYdrour4ICdHgkM/w96GQb+3hWfXbRuxeCjF2yJbi/evJb++/9fOXZ3mRfWYm7GhDa1/ACrh8WhFjs45jSOq1rEQBjgGccSDdWfjVAR4m4b+kyv1CaSyp11ihxpn4z5nnYfh2J/8+akjDxKpKoydqFdeGAO2EfQ/DGNmySoH80lbhOoHl9ev+qHLqVXUpE2lO193NGOV/ooq73rg3TaRQ9kJEf2ZH4k8Jp/d5V/9RlqZFgHGxQ/xJoRGTaSO2UsThhl/d+Mm5EUEectFujhPns+3vuOPsnvHs4+L/2pXtEb8FZb6BFqhYpGrIH9JiW72KKy5n87B97Mk5/uli4F7zsEz7TtkqnXQEfOtAOL/HcLGnc6G4lD1W9ruwcXHoH5oDQnPWsPiUbNW3jCGdYGLuo4C5a4Fu9v1NerT+a7OrnzD+6a/+N8toLcfo7wzn7+MDd3680jf33qwgENBgWodJ43vv3O1wwqnlRvC2AV31hff9Qhzul623H/Xgh7nfb2k6a72k75cHYCb5KWfy7gd+RerfEpQKtKDibDuuFnUdg1vtNr1mGpZxWvWRntjOje+4/uVZfjFSxnOWN5f9Ui7RBALo1Envhfx6QPKJV5VtAc9bB2L1jCH0MQ1r1EVmgNMajMmvhFzFdUZgPQsHcJgkPBKpIFY3i9myVT/ntkRwPJYbaNQ1Fbnasx3JphZtANL6CjPks6lPXGCbfWgHjxSyQlqhKTSQJECsXJbxb//4vzc6JNJuquj6wRVlUvju6JX8AS5Hl9tX4/5ArNFh+8FnoajMB3g0gBFxiEuHAEWaF5NjdIHkMFnJMkyxRvpKDZNtBn6l7b3TQp6KplTaz6majdizIT1NGK+Odkf2IeczNpIMxKrbO0EAybwGGeAa6n2d05jOjsJ27P6FMWtlcXgu6I5F3dwhRyTXTFX9WD4vdO4CoOlsgvyKMldj4NMwsUoreMqsQxYQkxnrrg8Wqeawu+Yp7G7oRC7hzkjEkyXgI9CNw0zaNrg0CFC24bkSIyaL2qFeJkrIXBUCnnfg13/gWwYE9seZcDTXZSaIO+uIhQzwk6mojLppPC+1uBr1rnyOy876+ztij+rznrMLTQSG6+wok6s84oME0m329BdPZAbITCoyVfXdv9dVNRrIOHxDEsCIjuithpcEaJpYFbhmXqj2fsnmBvJ3zXZAOzu6XR/YjgkzWYj0jg8Rhy9kihlpn5c24xAEh21EmocJqYfDrE5W4PjXh7FIZpRs6Hxewv7AdOyzvd5jDyQATIPVMkxEOBs8aMtcDb8Qq399IsSqTme0/m9zxxNkqlowWjPrbChy4g8GLiNEfWb1kkFMw4CTFVq74OP/PEe2b0bwKn3B6RSTc1EhKyJYQ15NE6sCFA34M2ev0qSpt2tVQFrJjf6+36+/9xIAx19AEsA6IeLsuj5nRJJRh6MW5tmgaM4qCYCTZ+HYu5GOpkJWPUdrznLucLz2G69kXuOcUMO/rAtVf6zbuRME0LkvFRlImqocdy1xR8hVya3DpcOSiuNS6O4HH0gA6D1h0wD3J3VmYjj4xHc/9uMTR3raDFSCRiwdgRNLJ/OQhKbXR7Eqlw0tC6VA+fuh63kt/Z0lAeYxqN5qB8SqIle/uzQroQVR+dUUCGSC7Nr1AblqxI+DfJ/4QFfVNrzuNWfNk+SeJoxXJyNCrva3aYFiVS5LUTZh8qt1O7U/03EB9/H33mIPMlXNBJDMAu2kKq8kVp/6vmRpPd1MxGqfpFhPZLKPRUt8JYrU3x7kN+5NQ5/3t3RPT2OVkoRQNSvgVwdLXiiJ98fKW/hZOXsV9FYtG+0iCSDju3+8Mj2wE2J1I1d7OwwvdoKdCp0DyByZtDF9HClwrrhfPKzjrg71VplU5R3VOrooXSsVIFuxKte7e5o0urD4/DsVs5Kxq5dLkao8bHWU9eTTv6diVeZp4ntxiqRVM7I9xR1kqlo8bFmG18VxnGTZZhBARlA587DxGI5MVceodZOk6Cku+4z7+3v6kASglHeSELsYlK+CWdn928mKH8N4o6YHyFV7h/OYTofbAyy3OiJWCVTaTaXM1fYd9m0b0FW1LD/PRXUcrldZKE7Y3K7IVSnIhOOAGvuibJX38X//OIvJtNlX+8lcJb9CsarjQkr9uxDNvtk8233wLZCrIFb1NiCJFtdH8q2YVcI5VlWvWoZ5dmcAV/VJu8buN7mwAfjZi3cyVY92sBWzYnq+VjOJ0m5Frra3cSGsBemGqmzVKADW+lDWWPkapvHr9hdw4gJnruLSISDFrJ5j0xmxSmw0Eavtm5XUWJyQ9WPwESlUdTWTt88j795hhovEte5bKFZltwc/CQDdM0AAmZClzNXW/WqQyTSyFD6MYCsGs//PFxaarAeJy4ZA63EHEgD63qd+p7oLd9YDQqxNw88O4vK96NGuJMDx5ACI1TjEqv8m4j0LrfFXyvZaHbNYtnCahpFqmV2Y5tTYl9fbPA3TSBIAzy4Us7LjF6KYVXfEqpTNJQKIiu6067n0hVIxDtcRgWsSALpfY6lqtKrGydVl8D/i3pXnsUuspOpNcqzVyWIIO2g9axWkqpn82dzp/nwFvmX2wpaxoTngzXAcImwV/QxVIPAJPlz4ouF1xNMObPHoMiQAPKwiACsmR5dpva4yGe+Pfx4tru6W1sYtPmODzXWDHRJbRRIAYXwAxaxs80Glt3of6w6JVQKUgnXb0yGk0lscx1tX1fQMZK5aZyFNkqtyYBC6qqaeV9g8U7FubbIYcrbeKrnKB3EhAaA1FVnEqz/dn+jRnAfJdX2Rq8hUNfe3Ov7/xKPU02k2+I29dgPYEnf89aFDjphxnxWK5IjbysRPp74OlLL0dileT9AVwlsT4xH5dW3Ml9ciZ0peDd18sBoiVV+3dFVt5jcv65otso3W+Hgasyhz9e6cuVNilbhVlbVaY7eb24xMVXt/3pMAOD4TxKoLZfGvdi4hVUlQvZ1vCvslSgLgOUBtTBbDovum1ohoa+xw98xZdc/tJg7ieZ4anoiQxQt8y9yfrWEDYvXc1+xXdLaC9nICurYUs8KlQZwTWVTiYa1xfpNk2aym1m+JZaUsARnUq6Slgr2vtnisryv3ubVnhZNYEQmyqBO2AZKdy+2syy0bh2GZhmm6r6tqeiV51LzQqeaQI+HlDyz2B0/I1X6JVQ7YJAewVq8stnuvNEx0VXH2S4+ZTKlfVwC13Aty1Q6kktwIBHfmx8wqyxljkKYnSB4hrOxIayRHOPNdBnWENdwzczxJFkpEqtKFRepnH2yZqmEDDvzKMWrdTVHI4UKWd6JYlRkcip9ErIa8yK9oNYHEVcPcm7SeKz7Svd/owli19fG7T9/kTFjH2rJW67afkLHm+KzaiVXe8B1HzAHPHctZqiMXqwrrV+pVIFftnjnP4/BNFa0u4t83sbrqrd6pChozUN57NhFZ07CEnjHea0yBv1Jp7yEDFMhVa0fzRLr+PI63rio2zTXdLcW8rg48rgABAsiEkCw1WihmRWS8WjhhsWoiVpl2drmL/99RzMoxZNVPjYFUtZGqvIyPknsgi9T2y3f6B5v9ne1IkWCsMhGrAcepg5Ep8pBVg0KOh/eMuahf1T1XFhko0VeNZz9FdZhvY5ZxmCYqVhUXF9JbpZLucd/i+9Hl3KeW+9/fNK5fW/x3TaxKF0pmXc17ze+DEoGzxsox8ectCSMBoGsHyFVb70hWeL2LVSF/wmZjPrfmUp7Ahyp5tznG4F/3hDFuH43sVzVflK2KLIVjD8bP6pJY3EhiZhQHEGzqHLNw/F9vErEkAE7+y+QqnRyjq+4IHda5ZJ5Mi/j4MS5cyyEBYMdS/CrO/O/sW6qQFfxK1yszZ9ZVRlCiWJXBweLoqpq8GXqr5jgnkgAydvleIFbf5Op3lVOh9/Q/Ernha0jl3qfykWOSY/VnZcbrPzUZqm+hSoRq6CPu8XDO8OTxxepIMReQIFdN/VqrJIAoag1TKEmWDHYf8ZXhtVXNRFPEz6j+0TWSq8hUPZvdnhijLVL/pdE9E2b6cJUFuPeEln+1FbKqjgCqjbCKbEafEgCxvWr7GJo9LJQWjv449XB9c2UULTW56Th8BS9W5QoJpLdK6RrpvNnVonL+TvPBn1yh0g8dEKtr37FCUmVZQGvuCWeNRTnbVI5d327JWqrA2yFuv6iBI+/3v93+S9nVrot8lhJB8Ctzz4YrVuWyu/omjK4vCvF3yQCa3tl1fgN+iDc/e8YyzKwbVUt7n33t9V+rExAxNwKpVe0czb2Osd8vaos7IFb1xCrhItIpJAEQP+5woaYmRJD8/OTaXaKVyYWOEvTFtbaZ766praG+2faclJmqx3aI/czvYkcpvreWd1QzZpHv44StwaxewxRBXs1pwywJEDdRxtmGgm/4nodhTQp3thLE6h4iJlYpczX+5MvZMx43rFPFqiYoHp8V8JYYuqqm5kESwNpxCxGrtWStit3IEXdcZwT2mbzxMapmspjBVGgzkAmD4scs2e3lDQtIAJwsJf3x2LU/oAlgH7YqwQcSAPpuJL+iLYrUpQdEbxWSAMbZcuHFrNTJARCqZr9KJQGga8HMa/X4c88MU7rHryx5viznlVZSFeurc18v01qwKvbGusmvKQUqz7sfG36CB4jeqvtFIFY/MFKVzOsI2pyNieBksPKUpKpqAsjVFshVJlU5W9UdQPu7g/zqtcMmDUglTxbz2gBJAghlWfqlxisUKtD1lOq/NP60bXJtmoel20+u9pUee/bkD4igvZVs55VS246aCars1dTvr+F9JVczB7HqYUEXNAc9nnbpli0m+x/PvfSCim8uebxS2tMja6tWDHKUphPlTBIAeYlNroqy5G1DFHgDPJTsl8hV8TGzAYNYPYFNxwyoRlq5F+vM0L4PdFWNnRSvWJXLLkCu2slV0TIu9RIJgD1xWGpLc7QrbrEq1xeVPGF0tT3230eW2yibXJ1H2o3HbFpvC6mJ1V0r3pl1sa20zueXHncgAWDwqIVG8nx6jKK3OlQmgpTKR2WefKUgSKqW7d+D8eoTdUUolJAtCkkAu0dQMatS7Pedu891GeqSAUkSd1gaRZGq+efIpLcaX5E8CbLBXyLFrOwFYEGsamGnzNVyi1nxVBGkaoGkqmpSXXqiwSOP5YEl661CV9XQcRJwWBMpZzGv0gmOlH50etdKrOafkploQ0gA6JBJVazKxzbhX2aUSsVmmkpOAfCxujj35JIA0H0NHR3EjNDczyVVM1d+Dr8yzQVpMlhOzCk1LseJateeWlJGuBCr0zBivDrsVPD20jAxqUoFXQuZwfOYBXLV5HGktUrkqukCsWocP0jGt0xJAEgAWBZAPOjnFmBG1qptClAmuUrEDwYSfb+JPwmpmn/gx2Ta0EtFZq0uH35VSgbFtSVKzLtLOsqIglaucSumJVx9NjJVLQsbtdFUQIa8ylot+zzBVesLd39J4zkkABz9qjbZw3X/7Se9/akSHezbH3rzhyX5FX8CH//Pv364CWe8ny0TE6ulYSMyNlgTmzreVswKxKqJWKX/zpIA5UyHhK5TEgDx/LzWJ0tPlbLrA3LVakeFFbOSYlXl7MSX5YOrXnFBWfLFTRoL6TAuD1XQQuO9CYgJ9dtCPgtVZZQAONksiFWXG5cSd1CsSt9TJWWq7lvIxwddxtXt3/PHnc+YjKPKR1MsSQJA5yYLrydA2umxIf9assgCqGJVohtKyRndBjnth48L8Tk/iiNVVWNJqoXSC+Fb5+7jApWz/HO8xr/96/9jGTgo4dIisPzk/1xCPJDNQpA/Jktlbcwiekq1EH5ljCpM/pRBPqNYlS32K1K1rLhTCsFR3qhZTjErltZYCVVkqm6WIosc9e8lzCw+rRi+Zffq3PggU9XSP4uo65e4jwNJgHL9Cpmq7r4ZC5IA0BO/5c3GymhRvo0L8avXMEzlzXNy9g0tf5mufEsA5GyN/d3QWzXjY9JbHf/8p79clpn2UsvJzCzJxGQSzXXSslN2LExQ4oyxgA7LV6zK9vFlEIcFdM+pCSIHQFc+jCTiUaYqduT0NrLqqhY6oc5NcJToV9Im8a3cmasirSEXxq16iFUpKlOudeduWe64A2LVbAGqiF+p8Ybm8DOcy9CByzDPmTLr1oy+Uu0mf8yT2XrJ9FhJmqK5++vz/WvpqAxj+vuELXiLjy4RYvU1TNNXWaZiaA2Rq2UKY+aHbyNXN1kvIVZZTIGy6zJ4Xn5c3C1YeDrkvi/SHTMvlKFPYoJXaATKVi3xykcclojGqU3rxkWuti7DF46nGMFX8gjlTqdzkxy57Nb9XpEEyNNzoquK0xWH5c1KqJS/eAex6vKvXHEHEgDnnnkXHBpLKqtjtqBv1q4rSVvZZe2p/i5x53gsP9bb9z4Mv9KjLAkQ9SQe5IrLsWw09HPTkc9rsar1hC0kAA49uUoAlD8XlHbz6bOlhPTC0B4R5nl0GuWbBvZ1xcXEKgPHIxpUgIwwMzZ5FqooVmUz/vWociYKwc8tQa5accpErkICwNYrlG1Y/mYOJtLmPlTZW34xKtxdQqrmoXTDfUX4J+XSObv+JbLBLhPD67/u5RepYw/IH4NlrRtINZ02/V5EfRDXEYGNXE1BOuxjcor3VdXfPC+vh1RVPEY942xaa0g9XtE8cFLnEhHqdp09SrGqQk8CmqxS9FbLkoRL60Hmt3GBSvpnzb98E6sSlOY1c7WU5pbTDt5h5szVlNMhGdhQVMdi0MXpqhrDElapNndOnDH/LlaFxBFNr6iYU88gmnrSWM7IZI83LI7/lttIM7sFsVq+dfi1EJmrLpxSxh1IAJhj3ZSpOIvLPnR/V4WAcEbQ3J8Kozv4+v4GpKqNKFglGSpMNVQxWRVO8rWH1u9LOVZxnvNUz/ohWd9zpurXIMW86ruWVRKgvpbHb7FIAtCceRw+iFWQqzYCjyhOIZ5TLE+3HEfoqlqm05Xt+iBz1eph74JWcYMg9wLvGOLSI1C+BMCx3SknjbVZzZhszJJiVcj8+bSQVEdbw9vlurELTUgjtKniDkjVcxcoYozOVqSYk4f2LxSzsiOqji3TXSHHlH08Dvnc0PaR83kiAVAn+SO4EcGBrAnj2pky5oNvRq3HW6hYFU4saaEnXVUiVmu+ZpYEqDk2xEOfPODnz+VMrEpAIgIRZ8C08L/1VuMGbaHgsEg1u0ANEgC61ufT6o0XTgI9OYkkANnNC7qqxi7bF/Oqa7maiuQIZO3pHsOVsuOP56pYFRarZ2JV1hl1+ZPSAcBU0E0AxXRmSADo0aV4T8u7miQA9l8imnVLxuoNMa02zLNjaEKCWHX0zXuqUNt49eFdoDAs3RzDr+R1VPB2/SdMCGjoKSSNQKQq4VP3Z83Li8etyj8jSidwYTKlsfrxBt7NwEEVI+qMzfcq6h22b7blL4KTCVnJT6Apda1uDXLV7FvkAXHwEd9S2Zhh/baNp1HMeVWa/yM9AHLVbInxMldXvcCp1AKCub1Tjeq1jlfwK5cFxYo7yFQ9I6+wJv2+cawzW1V9Fc92uJgVLk1PRyXHsAF4QPy9g1aXrqrNc+b3aZ16x94YkeEtlxAka3U3v4G+/qm7mGgjtdnpVXkW+PZpNOrOC7JWTb6pJ1aht+qIZSv5sx5dlqqJYS51WLxWDY4wKNifsuYppHhVpHdAEsAGLG3qiC5k6Gsa5kq1bUIjcX4eHeMmYixcLIvfZvOiO8e7i39npMxVrhgKCQDNhFpiWCsL+FjkYfF+49PAd6V3n5v97kGmqh4nlanKiVF+UBZ9Fxe+gAK/sY9CZdchU9WxruLj/+2QqvK10Am3r7VCrLPW07sgVQ0DVt26qib7Ablq9iwjscohCcWsLDGJAjZlrarBKMzcDRIALhzXauWu24r/O8hV+4AfmlwdV1K1haVYaOOWDPBWiuSBADLYR3BiVSbUarOiFQIxlHeJhhlTq6EemfU58Cs3/CEwetfiXnXq4FcH3JdleLXhUu8PQ+aqm/R7qgmpfg9/Ms0PVvk5d5ir5g6mDaFlY920CNKZPFZNrUx1gkCiNH4nLlbV5mku6K3qTcVKrFJAgiSAlf4ZBiZXn190mFKiEiQAbDskw9BSgIpz5P25NRbwhKB6q1Llvu5DgzH7ROmqtnO0IwTBERPxnM8eOTMljEIS+xSqv1q6M64We3I7ipCZmfwbYr4wED6QADh3korpfK4ixKQ7ph3ceDZFiu/3kbUbD2j6J5J5+KQQIIhVvYG8MW24IA1nPQdOgmrJ3e5khQtnIcfcB85WbQmR598i8eZrmBo4CWhm5um0BdbWR3zsxKrSrIPeqtnLGBvKrnt2IVPVhV+txapc3wVy1Ry0QxyQE7uho8q4dAioTNX28AG5atmiYnL14UWbFfArB4iNEavr18K3LFNCSZO67VyQADATQNNIy/j72N7ulAQ/5DXAKguQ4HWVvUL6fCZB2ofyKshYPXT9250ezwiKtimMWZYxi2IqJ7P428CbqOaklXYkj4IZ8TIO4/TVjK6qZTUxUObqFdsJhnGhD3ISq9zuZRnmQJmZheLwqFkiCUDkqn9QOr6Ql7lYpBr6oVVSVS3A2lwoPHIq9eOHmzpSD30tdDYC588+aUsC4BRTcQTM4IJSLUVkbO5dyFS1LFKCFIS41y+pfoVFqh3pu/jsSR8QQEcCqD0JgPM6AMWsHJ7F5OoV30CmqmNU4Gnx3ZlAqhEnzHvmWRJZrthPmDeX/pTrWrRiNhOw1HbtqqvacBb4/rOht3pYWf/5T3/pxTYovdVrexqlB5OA7Vt+3hqa3id/mFTtY3C7gros/Vf9lis/rOpe6K1au+sGuSpBTY6oeAW4quwlRGMVqdp23LlLcIRAuPRniCTAPe9gPV5sBL67+Ghn7S/cri/ESveH0O27E3sgAaDphXWDrDVdVZO9vSUBQhtkE8/zlwQ4yga0H5OvdXAPEgBHRO7E5Guo1n234ONieVTWuBS75WRFXBsClLTQsK6qcdxapgBnt9swJL+M1fVbl/n70RGnNiAzT4fGhfC5dolOCRapZlTXbMPGSWfauABPYfGdi+SqZIBD+8XqV0SONe5X9P2YTNvGrKtZqzSRFjoWC9VPXFsrVmWfycjiCknhZpQEG/+NC0gAGLCkonsjnQfzx/LaLLy8u5dlHL47+l7/HtjijquYFYhVRwRfj34/OWnp329l3CkhuZ84chV1n7mySABQpqrUZACxekT51bauqsWo5gVrboLnErHKTgRy1WhWCxUEWUjK1/9S6fT+v+jnTlny90H+SK9Cb9XsXGon1WdStOqqMrnaj7/4f2m7uqomDHwmjP74NXTnmrXqdhPJYkCmqq3vVWxyo9mKBcGvfMgLd28jU9WM0Xq2wg1iQ3dIsR0pMYhLh4A7Yx4SAK7YRCN6P2PVHo2tWBPTIHCxHQJeYzpOLJ1thgl7Ipx/dJt0wKt0kKvXiVXagRdyFdcRAV56st6qD/lDSEJX1UiE8B/kqEE/FyQBrH3tkbWqyHgU1TEgSdvL76JDPfkWMlfNvrUMk0cWx3u8Qmr9G8onVarbGNdWwt3Dftr43utf4bNQBbGqW6dSpqpsrfd6fbMctutobo/ozANl9dJ1zFw9/jtOVhzs47087Wv+d1qvY8wyBg79mLXGoYnW5bjO9jQME5OqPY9Ywmv1XszqcsaqDGSSmYlLj4BIAhA+5oELmap261m6I1UVHiBXbQSQHOMxb1xwsarOBzYTfnKYUlVy73NS7UNy9DeuidaqvbYbJAB0duE6jtq+LUESwKePbXEHEgAmBN9lJ30gbvIeshsqi+uXqtEkBJaPEnIVxOq1fqcpdK+ZqnukMBe0rLRW0nnvW5JD/yL28JrB9XL38hqm6auXr7V+J8VlGbf6jDS3iFWQqy7foW1mylzVLsWYcCWjw06qHkfJOux5Vwzk6h1yVegh6BWbsXt1Tzr7ifO74nu7f58WWqzuqy5DAsDW25uuKt3V94IDC1X3QvV4BzJVQaq64guJ71PmKi79esqUeIj11YbXFpuJ6Fg10mFQPNeRjHCQzUdzUHNl+b9y0o1iEfzqgBQXqxIJAFwbAkysLn1m794mVoVc/YYQtNGTKKv3XHVZhXBUKjIBt5JjnS9SJSsTs2n93oReb3UZXyKvgUuDQH+6qqZtG5wAMzvISEX0jvNG6Gk5IgqO6qpKwiBX7aayxweZqmasUALjExs6WjljPqgxmHPGPIgfg19BAsCwnFDriVbXDne131fK+UCs1r+8CtvPvFUxUqZq2OdWjzOdJuDTozSaM2MY5JMexXeeqsfvp4fEKmVm0pH3MIAFQb2khzA2IpmgupIFAnBU2dhL/UoA6CCB3IbZnVXskTvIbqCratms4JhDUSj+oFJSCDa1BQSQafHFYhHvP5JP8XGeBJORGuxGtXHLVIU/ffQbZwDhcsWdvT/Btza0yK94pELdyYMJkW4drSbgXTrf0m1YHO/jmH27oOk+zj/ogzs/Va++81sFAj2DNWmxCaiPzb5znLvjPRVbWzvwxiO2n1z/8XYC6UZNl5VUFc5Cvft6G45zhA9SxHe6sOeHb/tC+IGF4jKuMwIUa6fpl2EMLY9w1/xYAkXMOHYC1iNilQkN6K3afepDb5V6tqcq99fCjUyp+0wd1yMlO6nQ8TOTQLJxMQ0zNisszgYJgDM4u4nutTB18+67s4Gbr3v4s2n55slHi3rFd4gsHREvXHNd/frQLDx+7q7W7fGQqLc8Vv1Smww3Ut+5dqAieHy/UvEhvvcf73ub6H1bvf+6ll+JAAAgAElEQVRL1Rhfwn0cOGv++QvvolXk79QcUDaPH6zkFbfzZL70pG/U4vbJN2h7SDaNsWFqXknMtOn1wHSKdIzHjZI1+cjV3J8Y9uOGFPoAIpwFm3kWfIDSuas4vRDOtQNmHF7T1/B6/dKlxTwmVkGuOnhVmkDw8UqRfkbwNg38yKizkavhRt3cw2LYmR0PZlTlHsO9wURIAoD+hA2LT4BU5oa/P/jfee4KX1ohnJ+fn3SFUJLRSjONvg2CWtSF9f8reD1eFuw4ja0/bwNypekV3UukmJAc+3WqrDny9X0pAMosp0abUW2O34dYoJqtNdz6IacNxrChbX4D+7GRqyCAPtHZiMNSxohy2kEZh0SqTqJFy3k+OeNGOcjoWvINYvUNyzSupCpp8lY533lma0GI1Y1ctTUmxmB64eOzkgtEroZQmXiC4RoQ2dCfXHd+vWrYGJov//nOc598Ry2/laMLG3F43wY2YiEH1jIwP9oUfg9c++Mcq/aY14PVdz/5/jv4K0YmzzGst/h8LSafqJ3hFqmJGpz0NZAhccFNlU9xHRGgwmdARYfA9B7/AJB1pYAFqhYejFdnWGROKeQYX7zU2goSIRJ9IkAzUGSubpiM4wvJTgYnkUzVLZOX/WrNWoVfaWLR6lu9Y0M+RZmq09hvAfJgxKpbv+8OIRHaRPNNaJlaxITR0qFS7AvXEQHJxsRiVWcZgotMFsNr57Rki4g9a2+u7D4WqVZqA9mFns4vQ1a+eYVnMxPctm6PAgo9KbYMw/QxiOfZZEtgCEFegQznlSck2QhU4tbalMgjyDHufQh+Z9chQ16LG1f+IAfrfLmliMMgAauxh+yx2c+V2WxYVBQDva7Le5cEYF1VIlWnry4zVZVNBCJW5egXLj0CavwCueGwEBRCOwAkZWRAApntRmFDxCoSyMw4IfYQNor8gSyCxVJkgwvDudd0ZssG7x0wZKraDOZ1cqi9FEnnDIcBOIxZGzCYA34aibKNaaKsqHPs5ZxVVJXRE9Kc5LOSq16jXHs3gVS1r6lUsSpd3EHmqoHnYf30YehXEoB0VX8Mr9eP7vnAAMQqSFXbsHOcMmOy6CJXv9sbxW99EUVpEEAu6NTAL8e/iFztneAwDPrIBmdg7lcFdlliC39fJVta+JTE34DMVRCrJhZDqtzbxqWdeG9iuy39dT3Pl+nbSeMQ1xkBOXhiLzhE+FFmJmaEegv6nktQfs9j3SZCPk9rynorYfOW1tA0TTLC16OCZTW9iNYouY0iGpOwEUpX1WY7CZuT9VUgViPCb8pD6Hmy6IZbin31fYFUtfW/bZH6jWm01XV6jz3I/LGYB8VdrEJvDz09a66OlKqB64RAvcWqyunMXscsjFU2G/Sr4i4kEGKTDklChbPrOoMHuqpmv1KEsyv2gFy1j4+9kaubrqoqQl7O/CFHSx4Sq9hNNXWaa6zCYG9BjsHrlVwlUhVZ4HeJVSI32HJAEGkh7DPuyLFb12QxxwBczjuXYaRFKPzmdpds6/deQJQMZ/iV2WREAsClSef6+22TbOKHihzrzc56+15fY6U53pVM3nnudS3hIH9WvXnKXO3lggSAuacJGyFW/S5IAoBclaX2OLxev7tkO34WVu9dD4hVkD9GatBjntwnwXHBUbrVWyUh/l4W5v72IIUK3OQYJAHcmPYYe7BItdkFJADcXuN3R29Zq8hU1dsFz47XiuV+lqPugiyAdV7dQXodJADMHkNc4BXyRz0J5KoZ03lYhh64Z5CqtpFoHOgo9xX1OWStukd28q2mE+aXYXi9fh1ery9kM+3M4QGximxV4wTQ7W98R48Ehyc0kuXRnSQASFXr0H+BcJ5Jb9Xf2Lq7s6fYA1LVQaqiWFVQ/++FXJVwjCh7NB5JOWA15xsXiFUbsboscxcZ0hizTFbgJwFw/DUkASxkNZ0PZMmEG+Gqmp9QlrN/NmY1nxWooYIN+Zb/A9UaAnqrdsxaJlen6Wt4Tb92MSb7e8Yw3CRWQao+JVXV73siOK4YptzbE7kKXdVQpKpsWgixiqPNlgl12zPp9xFcLFJto9WN1ZT6yYVJ+PXYX+8vepAEQKbq2T45Q3X9z/dijsdRp3rdIkjLe5gv37OdIPAW/hA6sXR/7QlytVdyVUlHYMKiswDSx7wiraHftEAxK/ssu72NC4rFX6/fraQqfGvf/zeI1fsDW+Gj9uPm3ViiCn3YPMHxAFrGpnWNJJCqxkHJUwJA/3vRW73rlw+stpqftht7lPYjBny9MSqvgHfEctaWM1dBrBpGnJVcfUqOgWK1bwgqaaBYvpvnuUQc5nlz+W99Rqqq7wO56iBX56W5+TIkAMx9rrB5Ml7tM1dx+Mk826as8Haucfj6+t0wjcgC125W/PlPf3mht6GranOMC0B+PKZdciNQGGlcb3UZXphQW0zl0aA/rMWsAplii49pL/4QnX7vyGCL/Xv+JmiqpujnVolVSACYrWe6LQGwfyZoVes8myfad2fbKTz/7jtArBq2K9bik/TXJ8yzZI21N9+5a2/n39HMaW6omBVIVZttbPIIj9ZYO8JwmZ/4Zzg7LvFJnOTTBLk6Dq/pl2F6/XgUjUvso+dtWqiU1xUpAJCqMUjV/U7q805t7wkqTJO2VquT6UuK4e11sfWLngz48mCSBCBytcWFWBhjaGOw32FBWWMTJnhm61iGkTTVAFEYB7I8pTVyFZmqsUlVRRrCOU1Iy3jVphbt8/lO9JCW+AWrYnHAVF5krdq7kHjVNrLroKtq7mmRR3girXF8tvgV9NdcPFHdviVFzr6+fk08DtTxOp6ZTF9XiFVIABgneoH6vDmCIxAu8pgW9VYhAWAzkXCLDEgCuFyxjdizZXqFsx0XcjX+nUq7tblNVWJvCLlacxbiRmQF5DdK7KrbbaLZ8d1yVbdf2vkPax+z9nIGGK9Mxhzn5AnIVdu2KxGr9WfXkXYo/ErXzyKrQdiExkeIVbKdzgcnw+ezsGHF4JBPfb2oWBX4wHMXj8NIReDIr/ykAJCtGptUVc+vfbIYN5y2Ra4ugwSn0INb3D5I9/TQuMxU0AqJQMYOrD/2QALA7p3rjDe0D6CYlRX2+otZkV5xurhf25sIGpIAwJUWgfrHK8Er9DwnbS/EfJsifmL4FmQBrGvaNWu1Vn4MpKrZL4VUjSc/95bbwGLr1Alqj71GcpXs5jX9yuRhjIgccyRJ8WzyqWFaOR03sQpS1dYpMQaeViaMcYy5FXJ14p0NXJ8ISBYHBSdVfCgcQrJbSFnC4Z7Z0pNaiDtYpLpGqxgjVkteEOdb6pYEALFqsoqJZEcwjsdxGsdTj+NVTQWtVFthO6ZOjkmqbu8kgoP7IosFl/1Smil8M0tWdju31snJCuiq2khVwid+Ji/51DzjFIdt86ImcpVO47xevwzT9KOWYJC2nbRZQdmq6+XIWAWp6lqmxuq9FkiOONiocwbVjPYaGECq6mxjWxjFK+JABAf01c2eWXPcwSLVFXEpoxdXHgTGao/HQVfVYDELZaqmIFZrlpGI6221jleQAbDbxUielWDDApIA9n6orZiVHG8XYRZcRwQ20jmBaw3LTJsW6AeTHfKmThVGSsWqvobp9QvkjnT9RTGHSdXN1i3EKkjVXKQqvbfWCWOaOFEzuQpdVZeNxCbIIAlg74H6Yg9lnNBCzGVZvf59Fb7q9fML+m6RBajFUJGpajMd6KqW41j1jVkpCPly+udaS+LoqpraAHLVstHOp7xqWY9u2qHX7K2Hu6VYlZp7xF5jKURnNp5a5jvp7YBLcheuuUrFqihblYpsoycPNkI7FJoMcBCrN3wp1S6DOByyFfRdVKMkAEhVl7ulGvC/2a0wTNgWG66+KuXv3IvoS0t3IFO1FFuVTdNa4g6IVW2CAh3/5yOnJVkV2lL6AlV8f1kJDvTXGQFxqByFUUCuusjVteJ7wWab4oh7wZ9vbZrCJtX6at+Y+btW1NK0m+U2Cr3Ibl4TSQBsx9wLbWryZlE6zzjRJuC5kJeBWEW2qq2XUrrBPM/Q8DKzP7Sfmtyh7r8wzfGm++3L+0sa9FPppNFYNmNlbOzwGhapqvEyWcQGlL4za4qPeeNPqrfXQqxCAkBvESNJAMhuTiqTwXs8EVAEWQ4CwdVE6Kq6EFLHuF33xfg7ilm51rwl661CV9XcewqbHDFRrSOWecQM3dBFUvsjJavkFz9FV5WKVX1hpqOD7KCrur9FQ6yCVHUNMH5mGe6umkiOcF/t+aSFk+k9b855G0hVF/qpB37ordp7pIa4k9pmXDZc3t9BrJbXJ5S59t4WKLB50jjsO+m7BhIABZrs2iRVkbpk28WYdbYfIZ3jF9VxWS4lsmCLVo8SIUMFiYq7xnGYoKtq6BaSACjBryAJYPObEiUBiFSdOCafMzKLiwEJGyRqXvYicAdiFaRqaaSqak8NJEdC2/58VfHk6upXJc/2s3Ve3iOVvFuI/ThD75d9/EvcCVlj+s6Drmq2kOb54lL1VpGpau5AijZQGvM08Ey3iV+Vt9kOQtUwUlEG+E7/MZPZ8GshCWBHnyQzy8qug66qbbQqgVR9cxizbChj48K8cVFK4qrSVQWpeu6rhTdyXtbMgwOxCmbaFKRyT9NArDqmW0upQi4gVXU9V9KxOCJWc/t3zsWE+d2CSimD/bGdWKjaRitYdJk+ddgTLFBvFcSq3nIm0lYtZnNUNr3KaU9Z3lbifBl9ZbIRIscKSeph4od8C+OnqbdIEqAUeET7EZvrur7KqatqWvPJiQI6ZI7riICkQuT3LSJTv16/Q6bqyURlS4CkEVzHuXbEKkjVUknV944PD2h0ZAZhad9XrLDII31p51SoWFUhE8bCxrGSiFUZ0ECu2kyknEJ66+CGGGjpLmSrFhburM0pSXMVpKq+q0RXtaR515b3IwRrTRYfv60yXint7fjvc70Bc/YzQtJHU5HFvEgSAJcZge+ZKKBcl5oD5j/ingsB13uJHCux4JBkhI8lHihwQZrk7zxzJ4ySvE3/kq+vv4C0hgYajjosq+HmSldiFeSPlVTIaOT7V2MX1bDoWf/zQsRqKVup3Cboqtpcp6TFBshVV5BTWRz5V/CQAHCMVsy0uPoTfy8FgVIkAUCq6mfTfPy/WOZSFXwsxZrLaEdZxGpeuaMyekRHrNKGAFVVLnOw4iPvRa0nyulJLv6akQBSBZmQaKSzCdJV/Sp2sw3kqt2Pcxazek2/Dq/XF7LAtW41DaOnZM345z/9n1iFWew8586BrlkgVx2Ti2L0VkGq1kKqqnaimJWpx8qRBCh1EVbGkqfgTFU1kJa5hs7effmKWUnHFMptZO8XylTltAMAlL0v7jYg75wZpKq538olVanNfCyXREVxnRCQzLpceqtEHEoJQVxnBJhUJWwKhof3LJAUbjRfCjup81ZJV3XiglUFG042hycJALuu6r5p45//9O8xchg6q1Rg8k4Us1m2/4uzk6s0qLnTxf0/qKU7y15oiKAEBhabxeWJP0oCBX1j6ptxkYrGMN8642WezFXyqzrxStFqFKtKgXK8d6ixKmdmG0h5Xf+WTaqqFqOYld030+utoliVrUdKlQA4tln8ith5TD50/alSJFKttcZhGkgCAGPVuTdEAoAywP1tFcRqZaTqfsCPNx2t/cmZt8NGSqUvlZbP3bdlE6uEDu8WXgiiuRFN/f5Ug/3nd4FYtfdzwdmqqQ204vel1luVMIex6mQyq27pVM0uxaa5WrH5B2966rFKvW+/CLuyIAsOQJEPFOm5WnABuWo2Ijm2rGpcxDc2JQEQ/031vUFhU4tf8cyDtHpBrmqNLZXeKmU3v16/K1KTtwgvJLkaLpLnf4FYrZRY5aAE/R+LpechV5ehjp14/xAR5s6SilW5vkgmi2UfpXF9Q+y/p4s9dF4IPmXvT5ypim3vqZ6fThIAEgC2Pl2pn2poVSHH/TMqUtlzKe9JN17JF9dEbqTuIyn+UZetglw1WwnNPkSPNq4lgVS1j1iqWFVNsUckATB2mXo2vt4qkao/hmn6pbKIHDfWyNMpmec1DBdJVR7/IQVw7qDI40NQi0g9YQza+NgPSy4JAAkAe5eWn62q2s/6UchaNXZnuriDTFW7TyFTNfYwkvr5aTI4IAFg6lfWVeV9tbrIn9R2WuP7Uo1bNZEbKfuxRlJVLbLfx5dTAlbJu4gbY3I10kX+VK/tRALl/dhxmMbXME51jlfsV3OdbY/ds0LvxfItKXL29fqluo2uFLjzDPCCruq+TSBWDz0Ub2iIYwqpJopxWh/7qaqqZ/xeXXgRRpl1sb+prucftc1qWnCAXHVQehEn0h+DFJzK0hHIVq0rIvq1Nja5OhJ7iOuEAIpVtW0UaebL9Wwgp+3tuk+eIGvVbi3xyFXoqpqR37CpaW21/x6OybxUx+LZ1M80yw89dlE25tfr13XDIu1IUP7b7pOq9G0gVisnVnlHIxHBUb4z6FqYQhIAmaom26hJAkBrPcs4YDPV7PnxYo8cD6p1spgmVoJUTYNzjreM67geerEBCQBbb6JYVQ5bT//O0ONW7fOcWD1ASxPZF1UZh7HelOa51M8qMzN0ZE7zBfHeIoVfKfsw7DuIAMI8UI/pXh6hdozmVW8VfqXvayoUF+oiu3lNv3JGJvDWoEq4PChADmJ1h2k4sw1l/v7PCT1R9H9zDXfGJlcnnj1CKcZsC7UO+rSLiuKVIFbLi3JrNj5mReV1TcAWhc/imLFItfQPlhkBjbfAR8WeJ9c6z4ndVS0d40bmqmU+SOTqvAzErYaYmkBX1bamogxw0iuWq/rYQ3IS0Fs1dng4SYBxeE0/hun1Qza8Ygf/2p5/o1jV8RNBrK6I1Eyqqk6NPWmszT8+2xuJXOXt+G1wqxuj8K2vfrCXKcvwHR6app4YOva0YTexurgtXVU6fo1TYHpbCU2sQgJAjzN0VWPFqnKfqwiyEGNNiGeUi9STlq1l4BqT85nnwGmZTyAu7Lc0O/lmguzpRRqQ9RU6e/rVPr8nOoyzDRvyK7WG4DlPCPPxAbKye0KQq6/pl2GafjRlO8G6kcX1n/sViNVVHDhYx2R+UGiCI/PnhH09p9KHnBBBAsDVQa0M/GI52Nsz9Xe4uAMJALtPtUWquuIH/h5OewykqtmaJs7caO3MSWvfEzYahBuzoKmq6xmRAahbV9U23wlnP2HtuoSnbeTqnRhEhRVVNibm3Lr+pKJDraytjt/HchszMimNsWcgOZJ7Xj6NX8Pr9cujY+733lz+rzhSPZQAUF/ZPbF60z6LtRIM9vquoeGZ+5oFgEL0+pqpinHf6AutDfwzyQKgv439HSr2tGY3QQcLJWAGOwwKa+kPe565SovV0r8yX/tIAuBYaDFfa0K8+Q6hEeK9dT1jy5Ii/7jjICBVrdsVtzCtw4YgCWDvJ9KEvC4LKXFromrcSGTQAqxI53vxqnzfEr+iZfqdeFz+94VoIek8X2Ix1k2u19cvwzSSb9EFfFVfUPHxcfqU1njST10Tq5cM8wnKiX+78OIbTqOHPZQkgOiq4jIQ2Y1iQ1mrrcaNZ7YsMef6RPrzra1OFp9hq34dMts+TIuCPgVckAXOZ76FbFXDOEULjhb06YI6Yl8PeyIJgPHKZCttFKtyeQLIVQe5SgWJXCB+/J02OJ4Vjrn0uupuFtK5h7hDahuc9V5dH8VtsPInVUTP723j8PX6daBMZ1waBN6kahhrA7HaqJWFyh5rE56n5CpIVZtdtD7o0zGMpVHi+L6/Cyv2NO60bjvP8L22RLn/LvyyRATuZq2CVDX3pkgA4OoZgSdjFsYrw4bFOyuqdcuS7DoiORBHzn3NkgAEkOfUhfyJiFVcOgS2TN4elh+8aTHDq0y+cEVv9TUJqYrx6ogmMfeUqfoKmijXLbHqGeerju9PJoxVf7hP429LAkBX1QVv68Gb54kjMleNA/7ltFXoqtp9igwOW/euuNPH369mrkICQGsXi5ScbH2s+vx2tUjtYfZ7LRpcz1oVcam+7MeNacu6qravRzErMzpEOrs1ISkmTasEgNvOeryD9DHHqS+iEeSqc2XAmzq2a9NVlUKCuHYIEJ0zfgUlVenpXRKrvUwrQaw6QshlcpXINNpRRXDaIyt2Jrj0Ag30Vm37qDy0eGevwp9cU53GJQBcn4+/fyCwzaNN49A2w+klHl8xEV5esOZYj+P4W23+CmRd3HuFXO3TdnzMoM1iVdYv54RMylztZWXpYwef9/iQqyIB0GNMduPJuqrDi5LrursWkpOA3qqx37lqjCH20Hmcr6+/QLEqLXq0u05ZvOGdqjtitbehD4O9bRy6KAnADoiBX49oP6Sq+n6QqzpLUBEWxOrzGTAr+D9/DJ7QHAIyrtsnhJAAMI1UhBzG8eacIsAHuefLYjfgf3RgS0aUYNOff0Fv1eyA6tiyiXtWBZkCuHBzj5CEFdLG7DdDnnKgsG+hN21eJWiLWZGu6u+kKFOH8dgVCJhQ5SJ54S8Qq+ExLe6J7slicU1O1yCO1h4ZYSBVrX3S406zSEeNKF5psQxX7OnRbvyDG4hVf6z6u9OcxYHj/yZroEzVCaxYf85y4YtlAf+5oaXGMSE5+iMN3fApXPrGBuTqdXIVpKrNu/opVmVDgddamA4bITrrrY7Da/oxvF6/uEN3j3coLedIY3lXxGqvuT8ucqNHv9q+2R2xRZaejjj1jZRxsdoxMDLWQ2/VPinSR14sUK2oIVsV4daKwFkSQPys43DstJipWwmAIzSQBDAZi22+jDHrEzXCSjDpUALAYEAgV23kquitvseucRwmFKsyAEabFeJXiDtiM6zeh0uLwJ5cJV3Vr69fuzw54DaPcRhflKkaj9DphljtlVTdGxkIVpvLmc8aLFLmAgtWDXwY8Kki7EqsxovT7rGi4DuM+j9ggExLMxSrKtieS2rapyQAMlVtfbPSPyV1X6a2iCY6Lj0CSjNeZa0q8hBznTOpKhs5RP6E16mr1T6FWKXWY9Wp60PC5vtdlwGEvN7ON1JVfAzxmj2K9VYZkVrDQ9R2q0QfkgBYxskhFhW1KWU+nE4sTa9hmeKOVyBWy+z+aK0CuWqCVp+5SqQqBjX9hFoN+MBHNG5mLC6MROFRHwk2o11yrBNGbMtHGwAbe/DnIgPEqrZ7KUuVcuqwOG3M+uN+jm6ujHFrw5xij2TTxV2kxu3lOE+Pl7VaAqH0fGNmZtKZtB8f2E4JUMQxnzWRB2vPI7zvQsnDqo35xAbuFsQiPaGMeyb2MYjK3P/gokxmwv6a0X5uEqX+cNHtDnmlGMO7IFZTm0JIIwj9LBCrNkQPZw2gq2o1vxQBKrT9x3oeJAHcyO516tx393oHhKRMPc/Tq4eD+d25dNnWOAouNOHv5LpUjIGJ1X4Lf5hN4i5BctfOwi2QuP/DPU7Px6+f+WlrVP+dzy9l8rR1lyDb+9fPfmdkUj/kwiJTF3i+No6NrFg/gvz+j4OIXtEyi913Yhktum61KLvd3Y2D7i8mMoslE9YJD9ZaW9wZd5Xcb9mNp/86mILbT4nRZp7XsjnSRsVrGEheg/0jxttuf3o3P2yeWH0S+lq1ApCrlp5lEZd1wYGdeMOCQxapGOyP8EwD7cQj5hj8i1NcnkbV/UT8ycPuZIUSgRWvd9+W8+SznsJb4u9X0lAEWaZnNvTwiObiU+jQguF7/nsD583yQxlIPFv2+7z7779KWsgCPhRufl9Xw11CONfQ0hxtVDazbly8myDZdjkuGiOK6S7eyGELygFF0e+k+MRzZGBz6ie2GjYZ8S+V+Vx0h2ZoHBGrIpkAKQCBn7xJZEew9twM8p0swP9DVbmnosovnCbI4LdsqX/+07+/P7vN1Ogrr236464A8XEv6ZTczVa4/dKgP3w6YbHaBWkk8aTIduW1rNzHr5ZlxuBmMg8f8u3WanadZD1Y1D232idPUHm9QUNBMw/jImiUqYB16mefLjRdBAGkM3Qexzn7Zz+ew4COBqQKUDYTLIJ8yDJMMBU7ku8sIAUUANPGIcCyJWQwAURFmQDK3lZk9kcxZyOc+b8tSNIwBaF5xnxQcRUTEaqTZGJ2dDjHOdLLHFCRqvuYMw0D4YXNHSeGoW8Y//w3/+HaStmHNAjdyv3zvNObiTxU2YcxG1Tns+fbziaO+zwv75rZhUbZFJi3wd98snK/W9Zv9i+KeeltsoYNi7u+92yhMA7fK2TPnhM6FpTyPI6pyzR8A56PLlEHBgHLgS58V+TeZ1+DADLFZZCrn8hMWJ26SVXlTpwNJDnzuM4I8IwC0DAwnFGXVS6iTAtVmarHlBWcJjD3F2+0P1dAKtMgPFvFxQMpU5UlAFwJT54Pbeg2Wc3R2HQ+RbFlrSI4p+zy68RqytY9fpciVx8/qKkHULBmAhE7qrt+lfAkRKn875fS/wFOH/avquQ25RT4mIgIcC7mh6/Rf8FQr4ecNr3uCBVE7MBsjya7oT33ZVyGsU2B1AfYnjPAVU47WA49rFjECy4j+dMDy2v7p4TMNl5tI9XE2XW4dAjIKa/eL5EAEGIV1xkB0xFuxGXDeLWeLP2mVKa1WFx/dkU+Jcfa4Vefva/8hops87iuM47xaxgga5jUbRonVglLkKt7iyJHxKJdPzEUW9lPqKVuJfRcTIO+WqQljVl4WXUIKKpQ7aiKUhwmSSbyR47HQRJglQCozt7jNlgym83k2EaZwcP0I/0We3qkF6Gretc/JQ+RK+9g9NKCyLGJw05/sUcOuGO9cDQMdVTZlW04QxLAGJiU3mpPa1ElAfDaFau6G7lb/J0tU/XI+bCEwgMJuRbxi/lNHRCrtEjtPZleTIgcUUjV/iY9bifSE/CsXILdHv0kGsLqbrPq/g61lUPRZyNWJRrlKQBSepeoPMQtd770Fsdp38Q6zjkrcMf5rqdPVQVsbBWaQa7qKVX5rxsx1iOxCo9r9gsAACAASURBVAmAJx5IxCokAUwI9kmsivzTxIV1sLY6Eatr8SUXMhtR9MQ/2/3t90Ij/l0Zrwpx4c1j8inKVnVZT4Xf97DJm7SRHRsiqBfGUaQUcH3SztucMBwyXRCrTCp2Tq6qw7gdhWVPLzlLABx/yFmrqMx4whOSAJ4m1u1tRwmA85Qbmatm42BKepVt6WkvjKQfqaiOjTjs1qX4w88SALqp4p5A7Bsv/der43M9YYNsVVdvf8oA6O9W5Koi6V3P7Ojv4zwsRDx3tn7nwjq9fbSHWas1gi+hA0kAO6g/aT741lb36ICqbxm5WBXrq1b9HWEbv3E41wpTQW81bD/YntYNsdozubrPgEpnWrW8SR3/t1POFNpR5dNCAqnChLV0O9oZGYH9Vo5pWiSZHjWU+4oMlvbx77hNk+mOZpaSD9ZjLqGPlbk2K7ZnQG/VhOe6mcrLtX6y5kGq+viX7z3Tmrnqe38v961jekfjFRM/KKpjNHBfUlU9AKct7Ous73cV+DZjitKSnVgbFCeWjr2sKsBc3b1iv1q1atu0nHK+qjNidTsMX04XxG/JJoTQ0WzHE1bfTGZegkE8W08AdbOD6mlUXd+mNij2BJCNWCWw1txEGveRUv+2nj2SvehikyVM63E3ZAB9BhIfCQD9JByakOeQrLyLrK3teZH6OipYhcuAwOXdvZWU72nH66LxsLU17VoiZ0RSYf1kEfobAaNz8+hxj6cJfJGdl2WgqgWtXuRL0/hjmKZ+Nj2v9KWsrFRp7Su/XAuWE7na0YayP0KXJwHmzaQ//81/6Gq25Uuk+XdG2XeiWJVpIq3UavwpC5lKQ5y+bIuP2zpMoN34Ck16fVgJN6y521jTHbIdOHJV2Ibn09wlNJVWxGpNfZSmrf7Zqvv2QLvO1js0D2hcM5M3PkmvLo2VdvWWhY5jNs8gXu/STiQBIAGgN42rEgDHp0ASwO5yUsxqjTwNxXW2m+E1TK+v1qe6l2OqMBbU2V+Xf/v5A+IwXqy7iisOAl1lrCoIeyFX1YI8junU/9Q7dqCI1YbGsvo7MuEXgFh1gb3fyoGXuNDy/bucOmhTdVSpGoJUtROAYgHXLxCrLlwlT7rNi7J/2vyyYF+l9gBv4USSAMgIP/UFZUdTsZ1bmAbr2agP4sI6THU0/JEPELwqAQBy1R9s2mTnOWFDm+2ytpoGSADo7UBSwCjbNEC8IVJ1vKbR6m+dtd/53Km6JFap2++QarWZi1qM19buFO190v90vAVy2ude4kGeFv9IjUlhwoW9Qwajkad79M+9xeajNW5hiIRsjtLLpEwFgvZ6PnDI1oR71vTucOSo6FClxQb1d4gsXhCsNrttUdV39akA67BwHt/Yk4g5pPkOFWzCpUGAKlK3Z4BMAIUgOFq0mYC6mJgV6A2E5wXrSSaSBqCr+nXXIsWqKAsc14bAe3NqoVlgqKhDTkrkauOndTIZUsfEqjqu2soSdW9BQm+0+GXP/cSvWJV9CQZJgOf9UNsTVF5dbe1O1d5Q+ZSiJNneUux5P7xHrIYygRT93iKt9bzH6QnS60H8gZPI3oqbYZrXzFPakwRAsSoP43yenCIvYWL13maiRyurv6WlzFWanYD8OZukOqp8V1dVb+SrsBQXxw0yClbvS/sPIE6VJAE4jFUKj5DEcjx9er1QZ+FgoSqpgrJVw15SzErIVVwhEeiWWOW5EDu0v8ZmSOBjPgu6qjZ0iVh93uest8qVQCsdzWIaYIPPbrwQZ4AeU1HnqT+EWukG+KQCH0EL1GUeh/kpzIV8m1ARc7B9+EI+K2AzQhGr4leouGzqGsmyp6IQLVzsVyhWZelKCqRKpDBAj/OjQK6akGTS7T1m1Tx4EamKef+xn8WT5LRa+DURtl3tK9pNbzVAJEv7CCKFSQKAMlUn0Q6tOTrEAE9SVliEMMLjSa7lxRIMuHRR7R7mXROrQq62ldsJXVV7eFiW72Dxg8nVNdhhN/UT1va0SJGxanacUNmq2xt4ok4bqki7P8HOMb72rNWVP3+9MzLvTWCCBfPCHvReqIbKVl2/b3MnTKR1Xb5lh9Rtj0Sq1v0FhTmkqzlqwGq9EJoLB+Pf5SRKzUYpmxWxCI7bwBb1w3jrIJCrxk2LZeHipiQTVWfW6jRMUyDt0KK84VljJMtfZGbinuIjrSkitTFjeNZj26+7J1ZbI1e/4RwG33guAaB7sJpmxZtQhHJ1PAcIxEAgPKkqrYQkgK23OD9Y6oNUe0l+FwggfQeGylQ1PR3Hlk3IiEXWSzxDAiBnSFR6qxUH5ojwvfnniO+I8WiQquZRaqV/oh/Vh96q2bLJr1gSoCZyddUvIAkAVQguhu/W+sxNEz/+XIQzYicUswplKyBW1SI+wPHwUJ1y9zkzkxHxnfBu+3L+LmZmMpGrYXWFciIV9t1KZL1e4pmm1KoYU1hs2nga75VHICJUbh0WqDo7UbTbc1GTPFbIh5u4Ciz6d98DW6Y/+VW8q5XMzPAIqVzhOos6gFQNbxHXnzihmJUFtBrJVdFVxWbUsVt5Y3fVP405Xqn3glx1k6vX41X6X/A8R+mqTi+RA8Bc8KMjFi6MGF+aSGG/jF+QBNC6wvW1KIjVN5BxMhrThCyiNmhKjXOzZ7zXhVJE4lzpraoJRpo+r+MtbQyY0P00+ZWUFoh78fwi/mvifkSkp5MkAJOrKVY1ob5hGYYXH1WGX50WqpzBmyaLF4tUm0HXWcxqQqA0dCplklKcTDWQELmqgnJNwTlUkDc9R2k91zNmCQEUQzs0Ntbxn8/nihJjwyMkilkZKaCfcwUkJfffi7MkER23rtxGJ9FVJW2HZEMW7ZGAXA0SNEGs7mCstZgVdFVtkziloxvEX4wPUXqr2HX7hKgNYjWu7dT59FDFqlxfT3n4SsnYdW9/f1eLjFqKWdEkkRITmFQlcrVmLYOA5rZRzLGkNfSNBbnqIoDqyFKTo8r0LamIw4DGn+pRyfdxpoGyjuIUHUkFWpz31JS1OkFX1WoEqdc8GLPsPkkSUd+FZ4Dy0X8iVkGrfnTmdpIotq7q2YaY/5qoX6C3apot+2awgFg9IBjzyHiMKYocCeV6jDEeX/kz02YhQxLAZi7JVzWV227ZzZc8yRR9muIdZWPt8ir6u5xYKP9a9+ExWh3nHesInroXt4k8NQhziK1btuNf29yqXHxQrKrA2MebRnVKSqRAswZydaJNXRxRPpkDz8p4gzRXTEx1riOFJ4R9Bydakd5q2McGeZok2kzDxJmRuWwnyKdEeYj0GY0ZOSUdp2GA3uqj/gWxqoGvHnJ1ozceWUFzP1ZDiiJW030gilkZ9noK30E1tBpkgxaYtFl1qgmgWM1xTBGrJU6mudWUoEq5x3UXho42kIhtx9VVNTV+m8xH+7zKH1z2Ih66qi7zWoUgXbdF+bsqZoWNCx285ZKrRAC9cFZGuz5ehnHKn4mNzFV7wPrJxawKkwWgeeDra6ANC1wbAiLjqDbi8mMzDq9hmbApeNdGQawakFuW77uYJvtdLVlKyQD5eBGRqnlKu/ABB+zGnbq9uEE+j2FW/tZUEgBHmECr2gxHnVrIE/HcJj2xBADOVZiRynvuBItUO+0sRUHLzLCBrqol/hQxbKCYlXXsKtKtqFgVJIi0ZPiyDBOTLvkvFGs298G8LANp8Jc0bPHxf0hrnNfGTKyqTNVCAiJJAoxl+Hn+SHOtBSBWjcSqKJeWekFX1U4z5CJVqVW0l/sCsartIJCrpUYUc7tkmFe5kCom5hv8t0O69WEZq8VbpqoUdmCaLl8XnT6TFaNKy56I1RmXn5snA1y3dSGrsIIM5zKW8X5QIvmMbNV4/R3qyXJcmipfh3piY88ZuQRSIR8lTPwrQTXuQj74UjNyFKuyr/SkKJ1IE5RiQ5cgjXYzrbVUGkS0l3g+WIqNkQQAEavoJ/3c61XY3ItI+RfIVU8b398GYtUCWqmSAGoZhnmaPjxJEbK86EASwB2NZLB134c78iMg2o95fUpQkIVPEYlI+bvl1ALupWXtrQJ8S2i6EimpUjqvDFJVoVGDnmjOnivJkpEB7rCEogYJSAK4/LaMjUCSq0FRHd3KSk0nSiPGSorJLhvP8XfSW82ZIibrvHEYJ5IAKGBSmqMTDO/cJABKI1VVg6eVXEW/XTEbEKuuuRkfJy+BUNhohbKWYlfMLfa9aYtVub5mGkcMJKYBhV2qMP0fV4d2/HdRcy7hQr6qrRcU/Z1HrfPcMilWRSMWJmb6fitvNAe5quspFXfEmnNfyFR1TdzXv+fvqq2hKGZl7bQS9FbVMeWSzCZ3rJGZuly0pinxgiSAuVeI2MzFYkiSExWb/zGMVHG+HCqlCDOe2bNoI6fgI/ckB8AZ/GX6fhEdeWjE+Oe/+b8KrR9XBlwSGEohFSQbaYZ9G9aotP9TSmadOlRJWk3osGOHbZIAOQtL7FtVVHpLGcGPW7HPjy/LjkGxmqg66bXco5ZI8UsvlWU5ed2L5xSr9JnkFpd1bS0qeLKfEbJ8GVIyt+GyMXCojBZw79WyuTTxHB6XBoGskgDkV3RUGTFPZ5sUeUpfx+SLy2V7s0gCEIuxinqlPCnI73oNE1eZx6UQeA8B/D8qwIYlASpoZyEmthKrsoDGZUIgXyGkD+oHpKrVREssOCZHYUGuHjsOWqs1RFud6EhJi0J1kKakNpXRr4qCoWNgOVhNJQGAZappmaoELcqwl1N85v+A3tP3DsWdPMWs2K+Q9lOm0zhapbL2lyWP7ZQP2irzk2U4R7Eqq33wRmCWjrlktshcNcPFxaxYKiqdHi2f2YSu6qlThFgVeZg6znPt9VYzLSouRYK8N++IVZCrtq7InblaQgZSXlO19s5Qgq6qqYWSp0BZJuVPTFL38b6gA+BJjb79feXoqpo3vLKwhmV1k7E1Kkshx5YpTRdBy9nstvxMXmQAmfqPlqd5LBy6qo7gW8sxBiZXESGNETLxVJkL61RAHKaceogriVxXDaSqwgYzDxu5mub8rRzKGYfp9cWNqcl+UvgYE6tLbcfrp2F4Zx4nDtApOiXgO97E6rpXaHz019d/FPC1dT4qJ3mX+1hnyT1W0vF/M7m6DS0YZDaUpO8w8JbnX+VpP1q3VmhDNQeDWF7HfbRofwQsVVNVtiqmXmfEXfOsVH3k/x7/Xvz586/9Hxvxzq+vfxLx6Z+PTrmI540u/+5IhkExL6olkYbbSdlKEilxaRBICItIayR8YW0dXiU26E+dmb1lAVbiM1r4oedPX9EeX5sLqfZuEgCVnlqgWNCAJMD39/8X1YQ+iFUhOPSrUxCr0g8LF7NKe5WjGpr2u33eJtaavk982na8R+37gli9gx5+kxKB/Aqd1762ljX1ta8Kc7cULkiz0ACpau6z+khV9S1+ttMfsUrbgnIeJfYlJwexcxQb52TP/yBXZeWFa0VgnIV0TkHo8RF35KpabS9FPwQ3fviTDlJFrHLaxBKrePC60kWxqlMXSKZqmjlDcJfiB65xuXIt6njEqszyD1IAqivOEzgQqxs2qtJdHMP9fCpIVRvKqlhVip54/g6ltwpi1UU+PMcaT3iCQF3Zqu/IjKxVbacrvdUUtEwZNdOf2H7M36bogRjt91uk9kesKqwpHcEPozu9A1L1Dmrl/4azJBciOOLZTvkoOFoYBZptGxbZqmf832oaVRKq+++JYjzVuxR9AB3Vj6G/r/RbWVe1CaTCfsTSykkFLmZVbw/HI1bFXgzEKrveh0WBWN3gSCUJAFLVHtREiruuS5GrOPyum9BtMt7xMxDjv6Euy9xifomVyn2xRK/qkUohCQBS1Yy9TEFrJVY3AtHmh/0SqyojPM5CAxIANqvjFCDf4aHA+1abeZOrcWyowA/3aJKSvoiDCUhVy3gluzkefVT6LS18QxyMFbnK5y5CkGRrFj7pFSN56LPPlOCd+FQjNjmJfm6NV0Zi9XMhAGL1aD7LWjApnlnVRxvGw+KMfr3oIHPVbCeo857Oh3Rvqk0CIC9adb09JrlK5E/8A9F14a1aW68EwBFv+4KgZ2JVZsvhPYCKVeEyIUDLd6XSXjNK0FvV9p6yfZYFCNy/IwQArIiGINoCd9n9x4U2nvstKe2XlLVK/4TpbtIqFu1QIL719DaCV6qrajBaToN6F7MqzbLt7clMrG7kKojVc0fFzFytlzZM42A1ZqvukRGVlfALsTTox32LKNdhaI6Lsu7pdUoAHL/kfZQtPYBFv1HtmscYW5Cteu76mTPpaAHfCjkGYtXl4CIJ8Gzs2n6NYlVmvGvPVNVsWqCYlaW7w55FmSrXCHTFoTt/fyMchmW704Rov6HsTLqCZGZGa2WeB88zpVPM97FZ5MTGRJqqD8e+PAjEfauYXlukqkKMtzYrJFezEqv7TAsQq3oiIobeKiQA7IGudlJVfZ0MQ88WYXGHhDxPB7GaA/c2SFWFXNhlWI7+CP9ORe+F7mnZHoqpMhkeixRP3GxQjeitxHr9d/Sesbou3R97whtdZKua3ZSzGFvZsNiWqVLYpJU4ESHKBoBGjirjOiLw/7P3HeByVVXb75lya3pIIYSa0HsooQlKE1CKVKWJUsQCggrYEdH/w469IiJVEUF6B0PvEIHQW3ovt987M+d/1t5z7sydOb2Xdb4n5iNzzi7vXru9e+13yZvcaUUmyGBNybUlyV/Ie2qug1kJj9ccwP1K1xBqN1lS2reqbZ+kXhApsVoDSgUTq0Zm468kAJOq2SBVmVy1Hob98jxkotYKa7+pNqv8+PcoEfBTEoAlAKxaMm3kTx0J1FB1JlYlIL54raaONLTqJw5/T+3JWZVY5YBW+gbhkZsg4pCdGQz6Wmp0VY3GEo/G43CIStLrJAfgfqVCEgB5UV1GuJ410xBJ+2EZHXJSMKvkWHxMiFWgUBibHNRCLqlfkgBMqlqRqulDSNNblUNwgkamEPoYE6IhgCxoAPdLqjBK6CWP1O6/PYAiR1HvrS7HLvZUNW6K9PYrvVU0E6v1myptLnc+p3OwKg+DW+I/Jb1VqgTLROk3pXtBSCZVDRGVO4/UeqvW19v5eJz4IcVGBYjDEOtC6bZs4wv5rjimyOV556qDWJolAJqrmyxyNRbEKhkIEav2uputPpm6l1TVu3Kd9xRSB+twharDfiorqJ2hM7E6snk5kFUY5l5J9bjOxGqzDdXoPi+hylJ/wcl15xspAeA6mQR8OHJFyMRq4/zl3FNFEhxpJuQ9mnXaB3TR9GQFTKya0oCONqOSjOWYBiaI2iTTPPbemHzuyHhiUuZwilEmz1W7Zxf0ntDX5J2rXutkboVMY0jVczkca3WfSyyIVSo+e6xaN6IXcjV9vpjWeNl/gyi2dG82aGpi5Sf7FsFv+oFAuklVPxBKcxpePFdZAsDKMtI9X8naM7FqZgU1jxUrW6lHkwNWmaKVdmJ1uPLsuWpqBw65MdZVbUZzhNRWpojV5rnL3gid/reETJTF0kWLK0PX/7lfGfUr7VDV4UCVdBNLiN5qrIjVzKxpXBu3O71VJlXNAU9LsCors9KIVT7/s0KKf/eOgB+Xwb2XIqwUeO7SR9oNuapFuc/YktGBqWaBVNXgqFkBe6wa9TF73ocKe6qa9DGysyz1qyr5w8GsDGzCrludDKzDc5UOAUQOZplFhi3CaLAlj1XT27NVr3rprZooaU0Hazjnrw7LYg9LuWTUxhJArsaOWOWOZEECCpES+wtAZ2877+xJ/yLNEgCNbcOSAEYbUyIBMzpJBdSBvVwCD6hIgSfL5Kp3clXTVeV1gM5Gtao5G7ghxy4DOTYzsWrUv6wkAao6xTzFxc6yIyvQsDshe64az1qCGTR9WFfV4qzCCsDIOkDwGcsr7zzo1iOteaMKtwujBbPKuqp61lkjVukgNcN2JSQB4o1BrIjV4Ie6dOTgRBKAdVWN2jz91//1ai7JVaYRdScucWAhJ6wMT1seB8lseap6BCszn9vxXOXr/1bmYP9A1Sql5P2uoFRaFYuRuVAYHzv4anprzUVjXVUbzZXZUzEiVq2IeRv4pfUVk4WgQE1s8PkZQZ5V/4NJRd5JGO6+RTArRcgCaNyzJF0V5FhXVRe2mvQP707FDp30VmMKRSyJ1cyucRzMz3bIVSZVjQHNkqdqIwqst6pvF5rOrhntLJcDvGAy7lmsq8rzV7N1aJSgmXWQBEBM10kOZuYgX80ysap5rEZvIfEkVrU5aSQ+TKpa9ccsSgDUYVK9dlvboUbfv6xaLPTfDSDJMalqSAAxqVoPDfcpPUMRh+0UzIp+rP4t+lQuJ/6bURuJmlwd80HOMCoxDmYVS2I19IkzkRma662yBIB5o2ZFV1UPBY0YlH4KPH0lsvvHrtCS9CGvw6w/TKya0+56FkJ2w35TZj2H+5X0WI1+YxFHYlXuTRt7kDrsDZT1MZnrb4HACK9VXhPW0KqOuw1XulkCwMSe5GkOd7kRCDAeuuQq6a1WSVXRpyhgFVvOCARqK794X3+PpNliqrfKxGok1uBXpsbkKnurGmGcTQmARjQ0UpWJVb/6YtbTYQmAegsYlrDLulk01F9PEkCewzNxaGw/jA1hUy6tqlpJtBR8XInVGrkqiQ0OVsWDr10EiNRQiVwdFvKz+2Wc3/Nx3KwnC4kAEtU2p4C0X70etHqphVeSymneEiavucbZptyWjTEx3pGT52r1ard1t3ISYsYgS69t4fR7P9zcmFTVb0wFqu2bA07bzW1fB0rl3uaPhdSFP4/StfYZW6kVCmObcvQ6IflThbin0kyuMqlq3GZZlgBoRIUlAcztpJl05hHJCDEZrIrxaSTHwpvK4z5PyfI1SgKwp6p+u1Fvqvlm2lpCJcMAPJSSiFVpQ0ysmsE4HIqRBx8P1patT7W1jiA4UuIzFgi/p+RqAYmshuXh/mf1ooWtefk8EBAMyqvd6Q4zz0R1U6cDstP3rcDwOz2r/Mxnqfpfy6qCim2CDFA89Ak3Z0dafm6+9YKStmgmiQR2gmpGkqTF4iggpkusejaEWgKeiFUfy5HqpOr1VplUNW/qLEsA6CHD5KqToYGJQ3202FtVDxcPa7/h5PxYCsehHHploH+zc7Hbe/mHqSYnnT3Sd+VI473mkVbC58w1YlUma6dnaOO1nXftFzZvEbyq5qkWTfuJ4JSxuI4bTf31W7K+VbhnNWKkoSNtx3t/0cavOFmA/R5uZEEaqWpn1vKaWzK/98M3L5k1Nyu1dljhvV+lDxuSAtB25U68D9OIhHmd8mK1zDakoSSCn8UUDyZWU9E/pdcqT2pWpCojZESu+jFc06K8FtzJXcfyZyHuz9meLItb/yh/auIGRS1nO9fV3KRf+ya6Onord5hfx+Goy4/e7QUzr3bi9fuk1j893mNerEf7ViNW5WGgE5vwt/1zhQk2qjNyFLbxgU+v1HRVk3ec4BMEFsnIlpF3LPiRCMiRhq7jMiL1CNQI51wVGybJrCyE+1UjQhoRz51rJDKSUCWN1dqTg+rDwY6VjSbxd7nu4UMdbcaSdyTj2acSQ6wKSkyIHFsN27WpMKrOo0UXd5+/k01DLaLecL4ebU270RFa+Q0z8liR4XRVkCM93R/wK0X32MTvS/8xcWi/gUDiU63UaixGB8llz6/VATiBtHVcE9XkEeJavujKpW3kK44IsujKG13OTK5q2GvEqvTbiG7MsUesRmExjcGqosMoito7yVMesbPnqoaZDMbEjz4lRnsH4csrfparWyY4jKyF3Vfqkam3E+5hNWT0SFXt17zsYwxXUxfLqXSjIOtjjyY8F18DSQyxWiZ3cR/FX9O0hCBcytXpPh9fW4sccrEhY3x02oEJZ0PjrI45tPHI+nRm3oGpY2WPUjbGhLCwOgSMfEiMpAC1LarMnsMJmjUDE6v1xKqMGTxSgTZsI44nsVr1w2xa3/CCx5wAYnJVoc06L250zUSOvnW6qnVvkbsGP/oIMLmqMYM8fzdbiJyryFNVf4XMkgBm4wp5rWb5GCyuuqr1bRZ7YlVsT6kDqrxJ1etshE0ZFYERDeE5Rf7hRx8BwobhqWHD2wqTntJwkEOkvPB85scAAcamBkyZrcQAAbkdrbcV63so2QaTN2diI1ZaVUdlRDfWxJVY1T80jg6nuPdZ7V5NXHXawsBPuznAy5qRaGu9RjtO19OddSsSFUa7xiEP3rGzJqZzUlX7gslVoz5MgbQomFUWmYw466omhljVrv8Tccg3BvWHKPLkpT+14Qggr1X2zDReWjC5KrFhUtU+qaq9meMrcyag8SZeTlTsr2FkJPJgQs+zmclV880wk6vq0CpfAut4JR3iSKwqlmGSeWzWa/es661q65k4iDd57Zd+fq8d/klC1bjvMLlqjHq2V0EsAaBvGWYSAI1fsN6qIbkq/egzRa5q0j1JuF8ba49VGpjLakVoq/LTjIBGqjbCQ90tr2mtM3BNCGievVmGRi4VuWMZ2oDJoMPkqlnPyfoGnnVVjReDZtqYHHyRiVWTw1AKNlRaFYspO27EqjWpqsGW9bHZaKufTb1VGXcgFl0qdoWQcjWkZ2gNEJOr5s2XPc/VbHoTWndiucaj27X2d555qNZd0DrrFL4hg1llh1xNggSAZmaxJlbLLAFgOBzQ4FQi0tngDfLKZL1Vs41adr16mVS1mGUtTnJYb9XOKiVrqyH2VLWyimYJgPovpBerRNH+stsqz3T9np1FdH27aXbDxKqeNTcGrOJDL6d9PouSAGIksUEaOsUyLe8LHUOb+HAwK/NWz5bnqjZHZ239a9Xz5fqOnMGcre5YEsAM2azorSaJVKX2ii2xyqSqcXci3qdU1VU17XRMrpqO9lmUBGBS1Rupqn3NXqtWC6msLSw5WJWRRQzr+FmZTPV3DmZlRY5lp2/VqGT2WK1ZhbY1JY86Z9tUmUZ27MfmkCNekyN4urHRzEWQhumuqpOmH/GuE1JVmRukUwAAIABJREFU+5DJVZP96vC87rpJEvRhPkFlDbOoFHzcbThXOnDnK7hGrSXJ1fTO60nRVa1vn1gSqyIgk/Aac7NoDHOwCD8vQkR4qtp0p9f0VnkNpd9WWSNXWVfVpM861BxhctWKAAp/fIwmR/ZWNcPd3FNV/0t5fZDnf310suG5OrKWTKw2Eqs2Hep0TIhXg3r9StNbFVe7FUB1uB6IZu5xluvwIRebgC5w2tVau96q9YkwuWpui+mXBGAJgGYLkL2C2p54HfcP660aYSekDUVYzzQO6gpkGOBk1S2WxGqJ3MVTuKhxP6jUviRsKg7c6ckcOZiVMfJSRykJcsjerYdJVf9IVS0lJlet7DJZE6JVbfQXjnwIaLzooxFWXgNz8rAkgBVa6SZX6z1VNSRYCkBDQvYON+RPLQXql/w0EmOEifRapVHLExMQS3DlejeWRYu8UJquqtjGuwSJ9VaNm1E4A6XW9rRgVamtoMv+6cVTtSFLJUeznstypPuztOqtVkBtnrwnVsQqAcjBqoyNiAhVQTo7tDPyysyaZ6YTiGgNVR/D0cm3SXmXJQD8J1VFigoJiDuljZJiNX6UM+0LIQ5WZWQl2gUlt1bEkgBWyKVz1mr0VGVitZ5Qlf+/S95n2KBog5r2kdmq9xj9LmhrlbT93KYQz+80UpWq5XQPEc8a+VcqJ8GqTKjDKiGf7kMv+6gPoX/xIixatBorVvegZyiHjlFjMWn6FEzbcCJaCvZTiveb0meQn2YEaA1Hso7+PHSTgA68UjYw+wOOmNHTFMwqabqq9c0YG2I1XxgrPDHpDz86A5QKDJkEq7LCjMlVc4QEOZbS8ZpJVYve4XHM4WBWVqNPSjtWVZXPqvZZ/H34yqmnystDRF4RGIGYzg08E6umlJ9rb7rmVNM6LnsadMTHVZ/g1Iw99aSqVj/vKKUnBXmV1r2naj0SLAkAYHARHv/DLbjjjSWY994KrKzTAegcNx17770bDv3Y3thpk46EG5E2W/FYqteQZfL793UBR+RqMr0YgzZ0aYlErSbfFpOoqxo7YpX6XT4/Vnir8qNPqpKuqhd0xJla1XOVMdZHIK1evSwBYGLxPs36LAlgNaokf7IfWUPWVTVrcTe6qkbpVVJDb1j1ETe/p4tc1ZMA0FDJthRAVQHU52GUPVeN+xxhk5aDHeHJ5LPtuBmt4viN5uflF7Eqiet0jcuO2m1oPu657M/4xRMr0Gf4oYKJm+yMUz5/Mo7cvs1R8vF6me+r6beH6oOuqlFLVyUBeDxrAkj6TifbJpNOqlKjBOaxKgLAKVC61j5jeV5BhKGSGx2v8TImpZHyCORObwmjZYmZXLWEKHWSCUyqBk+qajkwuWrVv9KyEmJS1bilpTSG3w+Tq2aIpmMTL6/jauuc5rEi68RqEDdqpPpxWsZlf0cdYYmqgkrC4WFS1dguvASrsrK2rJKrXXdcjhN++wZ6rACCgnGzz8JNF+8YyJrBMnvPLySbwPJcfbOtla8SAHoZcTArI/hrkgD0RrImL0mqJq/cjW0RFLEqA8DZIFbpvUqlglxhbJD9PLFpkzTCkA+kao38kWowQSzSEwtyXcE18jkNdZFd0DshnxYsmurhY7+q71+8UTWe8tNhS2LWSkdVfK6FPxIAzYViYtWqoYKgs63y9Pf3Wg30NwPZJVYpUJW/WI9MLdDEgyx4oGmL5YFSkwUINLOAEudgVcbA+qOrat5wWSRXV9/5O5z5m5exnKBRKyiXK3USfwpy+TzydD0QQGGLE3HH5fugJSD7Dy5ZDlZlhK1YHbuIBeOsrSR9mPRDL2d1tv+2otIN5bz9D2LyZpJ1VeshDIJYFcH/qkS5qceq1gFLlTJaiuNj0rTxKQax02XQpORvmVhv1RzPNJCrctnis+H4a4bRphYAqapVKB/sLjha3Dzkng7vKCZVjUzA7Bq3B7MZ/pSDWZmhmGyvVTvSEdkjVmvzdzhTChOsej0sqXqrYkQIx3D8GN5DS2P4AEcJXo8wi3qrlRevw2cvuh8vdQ1gkAg2IgQqJQxWFOTzORQURdhloaUD2x3zdVx97ozQ2t6/jJhY1cdSBqsKa+epJpA89M8GrXgMop6Tc+CeBgkArUX8JlbFGkRE05RrNENiVb6oolQhXxSVidWGPkKTUSkAUlU0StVjNc/raMORKeleveypajLpBEiqiv6lBHMdOqwJOfh8kjrwMKlqTqoG367suZo+clVex7V+skmsEgkR/Da1quBqsyWs2yptb8iR356dxqHu0hszcTdBQ4FObk9zYiMUxu2iLHmtlpe8grtuuAV/uPElzBuwak4F07f/MD532lE4br/1kRz/OpYAGNmytfmJnMDCvcslVUUF58RPEwJErIYxxnmFPk2kKmHhN7FaGTZwC2KVXMUpIBORq/Swx2rNNP3UVTXbCHMwK/PhIKnkKpOq0ZGqWs4yEBrP9sYtkURsyl7XD6n93o7HoffKS59nJlfTQ646kY7IHrFaicDjMInjsveRxSyFelo7EeSquAbKwaqM9z5VEYAQvXmzQK4OvXgjLvnFA7jtlVXodtAllbaNcfpF5+Arh2+EooPvonmVSdVm3OUISYSq37dr7bWxAlVJjmemvTr591Y+9sGspK6qds3dv5pHl5KfxGq9BIChx6q2SClXKiirtbMNJlZrRkCu9IRN0H4KtIQmr9UQ1xfRWbrLnJPm1csSABYNHbC3an3uLAlg1emStImXUz8/zQgMe0eFCE7ws2OIlfE9q+TIAjgh5LNDrFb9RyMbHiPL2Pee4GeCSZEEED5KVW1YP+uf9LRorKFZPBeCBIAeVqkmV1c/h0tO+BH+vsqdleRapuKMy/4fLth3lLsEQvmKSVV9mFVJjIUoAdBUDiUv8mdfFr0WUpCX95RD6SVOM0mLrmp9vf0iVhslALQ8mqQANG9MClhFEgDaw8SqRCIoXVUjY2e9VfNhIGl6q+ytatKeIZKqVAqWBLCaYuM50TeXmiUAjFpy5HItvPZkvVWrvhV/Dw4npKpYG5Vc7tqtoHL4e64wweEXTl+nbaokx6J5Iss4muo6yDXu5Crrqpo3prgaG13Hqnplpa1/lfHq//s6zrzlfSxxfQ9cwUazj8Yvf3wCtut00CFDe1Vb6aSt7fwAMFxdVcMSE7nqR3VSmIYUBIgfuZo2CQDNdPwgVmueqs1jThOxWlZVkLdqPalKhWFiNXxSVTMCIleT5pkZ5tgnPQDiP2QzqRofUlUrCa3h7WoIhmnT8ckr7gtVJlXNbMUpOean3TG5aoZm/BbR9aV1IgGgfZclYjVK8qfWTnEfm/0cTeylJfcttNKSGp2alJm9r4N9i5aoSjXaerA5JTN1LZBL1H1L2E6anu5n8b1jfoyrV3qtVAEHXfxH/O7w0V4TCuB79lZtBrUqARC6rqpR87IkgJnhx00SIK2kKrWBV2LVyFN1mFfoWvuM6H3ypBcoV8ogfdXGh4lVCM1ZkgGI4mFy1Rx10qyKM3HJEgAWvSZkb9URJAIHs7JonLhu4LVZK6JBOYqJwEGecTgwkC3E7aPfbPEkV2ulctbv00+sRi0BMNKKaOPjrIUcDB4Jf1VsCimgRBwO3KvDn1ijsgSArmVJ54h4EJqyueJRFu/dsIwVD/wNn//2PXh+yDq1Ykceh+21AdZfsQR3vTiI9xs+2fSYi3H317dFvM4HmFTVb1kpARCNrqqRrVEgK561jNCJC7kq3VXiuT61HsWs3/BKrMpgVcZ2POyxSkCWDEhVKmbWiVXhyatGu0UUeqviCrO14WTxDRmQKH4Pk6rxJVW1kklinh9jAiiO2LCuqlGruPE4DKKFmVi1QjV+G3hZImo5Z2VLP7EqcYnX+otnLaMeRpufuESjztV5q/Ix08gWk3NVtBIAjTaUHr3V1Xj8Rz/AmTfOR7/FVDR1WieO2mcrHH/otuhY9BL+c8Nc/Pp/6ohAVxt9+LO46pJDMD02cgBMqho1K7EVRKrGb7xhctVw3S4CG0Zv02nUVa3H3AuxqtK6QiRmg1jVglUZdcIsE6tCV1WtiNOfKB9a0OeZWDVsAo10jttWI86etFHas9y/x2faZ3LVzBri1quYVI07qVpfPg5mZdW34tG/vHg5p59YjRupqm2a+VCwuXcRrUB9Koeox57h4IHx6OKRL/kaaVVtzIlaAqC+XLWNc8IbrfQurjvr6/jOXON19vqjFKw/cxrOOnpXzN5iwyoM3Vh3z4345JU9WFwHzPhtDsXlPzgZ+2xUjHw/XHUzim3Qn+g6mmzrUny2Vg1QyHFZFC/h3SuINqb5Qo6J0YCTdlJV9I1yr6umk7qq1g4Hyrq1z6gVuuJeMVdEyyqxKj15oydVNSugJhWemdH0OVfGGOZH4qwnRtgwqWrS+jEiVcUcz5IAFl01Lh2LSdUkkari/IQlASz6lvViLeh51K0EgFaudBKr2u40vjruLAlg3DPElUYhCRB07zFOnw5s+dFHIOpgVWbtkgpJgMG3cc3Z38TFOsRqqwJsv/N0nHnULth9mFCtQ0T9H67+/iO4al4Fa0gmkH5q3QVXXXMe9tm0dVg+MDrbjt6zL7q6m1suSRbGllcVRa+Sqzw06jakGBcjmLSyQKp6IVatJAC0xlTWrnlaJeLQ6pJ7VonVIZXc6eM1RBGxGjcCMU4TTFwkAZhUTQ6pOnxwwZIAJo0Wh1UQ66qajbVePA6DHsOj9hwLun7e0o/OQ0Hb5tR6t7t+nmZiNf7cmLs282az8f9aBK9SlKpeXPjlFeMxN40BeRAfXVUjy0i8JIABsXrwAZvjtEN2xNYbTrXoFCuw/KFH8Jc7FuL2BUBvyy646lpJrNKjrcai6FncsfRRJ74i6tu19uyByVUjnKLwWk1zsKpGnN14rEpSVVstm1u4smr1k6od4jCLxGqpqqtqb5AI7y0xHBG5ygs2Q9CjJleZVE0eqVojV2nJxp1LrwVpIR0tNuytarYYi7vVMrlqtk6IhlyVuXq3nLQSq/EnVaVNseeqcd+Sm8ZwHyZVjfGW8ghyzImTBID+mieacdkXa20gVidO6sCpn9oXp+61mQMN7T6U5z+DP/9iLv64Ig7Eqna7w/uc5QvGsUlEusdFFWDbFQwK7ZSjv63jquwBfxQ2uVrOUDs4IlZVCuRFj307VVasesKWO2bWiFXSVR1Sw16K2e+pTK5anBhUJQGimHplnra6lf0GT8ubMfP+NoKV9VatCKAoDFLGquSnGQGv17jDwpQlAayQDn8TX1suepst00esxk9T1cp62ItLHyE57oR33C1oQ2/dybqpE/uGpiEoKxB3YlWu5sMfl31p3tK7uPasr+O7c1VMm9SKE087DCftsoGLpAfQdefVOP6u3fGj35+JfTaRHqvaTie83U59O3AHq2/I+AarsjI3DmZluA8dPoAK1tazIgGg4eyEWJW6qs7GfyZWdSyarg+Rt2rct/AsCWA+YGvks9Ww7vfv4S3f/S55COklhFilcTTvgxdXCIhGmEWwk/3IijGpatbQcZYAaCw3k6tWXdbZIs4qNXO7qf/VW39OF7FaDV/jDRIvTePy28QV2GU9nX2mET9hkKscrMq4beTIJo9ykkCo1pOHtWBJzmwv0rfVJbjjKxfg3EdLOO+io/Hpnaa4L073s7j//mnY4JPHYPb04oh0wpEE0OZFHuP0GrGsWgk6um/6YL8UO3UM37QONrPEpS49V+17SzqtYJYkADRs7BKrNVJVzFi2oWVitQEqEaxKrYA8VpPwaJIA9ps8CbXyr4xha9EyqWrSdkkhVatV4GBWVv0wrFGHSVWjlvDrGrdVS/v9u3moTL9zS2J6wS2kNTT8tp10EKu1hV9SPQ6jl2uJb38Lw3OVJQCa2792VJRLFKFaX5NkBrMawAf/uRL/en4dPnvKHt7omfKbePGBCVjvk0dhmwnNa7/gyVWWANAfWaUTWFI4C/06VMlVZ/xVfCcan0smqdUg9lsKyoGk6zMAPidnl1iVfcr5WpyJ1boGkxFEpbdqUh6xYCHvuiD6XFJAsChnWOQqSwCkh1TVasKSAFaDQBgDD+uqGrWCX9e4rVrZ79+ZWLVCNHivVb8X6ukgVmW7KEpy1oDGG1UrG8ve76JVSTMtINacJQCMrVFiE/y4FqRVO70SGmRZ7KStDnWh651ngHzBzuvW76g5KJNmo3NcUZduCI5crSc3wlhzWkMRjzcSqKtqCBx7rprZVF6GLPfR7GRQx6SvdNwAYodYdSMBoJWFidW6ViF2mrxVk2Zo2pV3DmZl3MWCDmbFpKrF8Jagw4rGmjC5ata2fk70evkwqWqEvt8eh24WKF6+YXLVCr3gSAi/SVWqSTqI1STqqpqNEFY2lr3fqyIPUjdNAUj6y/OjUjBZmR4/zQhoEgBJuv6v1441SYkgRlD/LafSuww9i17zd0/bvgM6NhgHI6rWfwk9lgBotgxpidIZLE0RPVhvNSxyNWu6qvW4WhGrqkqEs/vJnInVKto0OJVJAsD/uS2UFDWvVfemEEoxI8tEI5+DKACTquklVbWaMbkaBbnKpKoxZUL+P/LSb9Kf5B1lhom4/+RqLR63v/VINrFapUxSxo3R5iD5I4S/dqoREjR20ubSD1pC3hxjpPVaSiNVJY+dfIw0Yj4Jc2+lbyV6F73i7zXxtu3RMX28IbEqPL18a2YmVfVHP2mF5VSRqlpN8z7aj/9zR5QpSr1V72vCLOqq2iVWhde9GMDcD2JMrFZPfMpIjq6qUccmr0yWBDAe9oKSBMimM73N6cUPbxCbWQX9Wp43TiYQu5+EjBeOST3mCtoS61V//MY9+LI35sCeq1aHFv61cW256F+aWunTQKymb4j3v53DHyGCydFPvVXhrcqPLgJEBCRdAqB5zqJ/8bb5DsNc1NIgBpa/jsGe1T5l1wFlzDbomNyBvEGKYslPnuCec2RS1RhCVZDl6V0hM7lqyPOoNJ461/3U0pOkqjZ+ee6kiUzAyGNVkqrex/bME6uEIUXToz9peJhcNW9Fv8lV9la16DUp6VdiqFW0eLZpGCmCqIOfm0v2VjVqIbnd8BPrIGzBWZrstWqFl/uFdH3KQV5gTTaxWkmtx6F2pS1dI4ZVf7H+vbbiz8Ht+DM8FjO4uoBL73iNWLVukyS9kZRgVpWBtehb9CrK5SGP8BaAtplonTQZLa3W/lze9VY5WFVzg0mrS36wKitTVKB6IA+tUk/67zKUlfNJh0lV2fJ6xKofnqqaXWWbWBUnPjJYVTpoVdms5LXKeqvGQ6dfeqtMqmaHVNVqypIAVksS55N9c4pMqmaJVNXq6pbcsLLIdPzuzTsqDDI+mcSqJqeRXmJV2r8f43I6elJjLWqbTef142BVxphJeQRJjrkhAZy3RvhfJCWYlVpRMbRmPvpXvecOpMImaJm8IVraFFCT2h1N3HtUMqmq31CSq0iXrqqRSbLequE+QGh6Ow9mlWVd1XosdYlVj7qq9elnmlhNuq6qWafL0+Rnd/ZzN9Um+iuvkglMqmaPVGVy1U6X9zroiGWjnYwy904Y5FiUoLIkgBX67slV6akarCZvconVrKyVvI7NVvaZzN/dSgJI4lBShmlyzPCrFYVXVQY2IUkhV6ldBxY+jYG+fodNPAr5qbPQOcrhZ9XXna/mWALAGGm6XZul8YYlAYxpZ00t3968nnVdVTNiVehCDx8X2cPTbDTMLLFKC6ESBatK6YqITEOQq+7mwtR/5UUSgEnV7JKqoubkEZ5aHww/ur6bUUcbiJ0vw/0ocdzTqFFqbrCNe+1Glo89V83ay7kkQFiEfFKJ1QxwP1WDSku4O//Hs2Fy1ebZg6JWg1Wlfzh2BTaRqmKplIHOJX0IjRRHXcEX2EcDy+ZhYN1yZ+krG6Kw4aboaHH2mfa22GM76ifOPfHclSxJX6U5WJVVOzC5aoSQ3WBWTKqORLDeY7VGqjoapEyNNrPEKl3/r6RMAmBkS6uga8tePTOthrwk/+5WEoCDVZm0uq+aqioq/d1YvbILfTEztHjprSrIFYroaG9Fa76AlrY25CPv+E4nKfZUNTZxTdvX8Q4lZr3GXnEkyZHSE097EJi85dxrVbuM6zlriwSSSaymXQKgsdGcjstBW0180pdXbEXoestHeIDbeM8yoVS+oEWuzgaxSk2YFL3VvoUvoLdrLYoFuwd0FZQHN0Bh5uYY7ZJYFfiQR5it/sISAPpDgpoBXVWzZU+eV4QG8OTFIZZx55I7K+frxlROTdVKacSqn7qq9XhlkljVglVlYevGeqvmw4NTcpW9VcMiVYH+t+fgp3c+h+d62YvRziRXyLdiypjxmDltA+y8+VbYfbOpGNViazVrJ3mX79jNn3VVjQAOMuCQy0YN+DO5ieDHDAHrjfHIpbTdfuge9eQQq9WVX2a5seBtwb0VRfeltAotYrJxOVhX1QKblAarsrLMeEsC5KHkx6PctQD9Cx7FkFK04U1MbOhEFNbfDsXOsWjJdUFV3c/M1sGsaFyyntes2iGNv9NBM0kAZPehyTrH5KquAciDLCMda9ZVbQZtmFgdlgDwd02UOWKVvFTTFqzKbLAVUxUHszKdj+ySq0yqWkzrvnqrlvDOA9fim8+uwEB2VxPeap4bgwP32R8n7zoTEzx4G3grhJ0Ji0lVI4yzJAHQiAFLAljN7OZ9q7ZFtdMHvfVy+jppxGoGbikbNGo49uDdosJPwUpvlUlVK8LZeIMffmuGn2N8ydVW5Fo3QE7tRvmNW1B5fB66d5sJ1XAQrAArXseorkORP2Rv5MjDtbQQ5XLJNajmxKq20uGxqRngrOmqGpmY9My05/ns2kwT+aGRJACTqvrNScRqUN6qlGOmiFXifYSuaiK7jvtC01RFnqvZ3UiYYyemdBveKywBYICjr4RqLY+ul/6DC+55C0szfVLrvt/LLwvYZPrW+OT++2GvaW1eE3PxvdVCmSUAzElVK/xcNElCPuFgVlYNZXy9KwpCPjnEKs33PKnwXXb9/qVtuBo38HKdmN3x2Ho0ygn5sSw/mtdz3PqWUhmPfMd42TSLbwJ+/i+UxoxC3747YmhiY1SqNci98zbaXh5A644XQvnYTPld7wKUc4OevAaNyVWWADAajbIVrMps9KiR70yuNuMkydXacTrrqhrbUqnUi7KJl6/XOSxTxOoQ6aqSknYG537NazWDVbfVR6yCWTGpagJjQMQqKr1Y8t5ivLO0B72ZioRpy2RHvKSU+7B8zSosXrsa81cuxwf9pREHSOPGb4LjDjwEh89wGdrVeZHqvjAadbRlNpMcesskvhQnI3WyMIBZ52u2EukzpvWp8Gb8+BOrVdojPEg8jZpBf6xFwWU4RiKt9Rx1eJMqFZ9ZV9XYIqVcjcLEc8z0VpV1a5B7820oHfsBO0+uNuAq4K/fAv63BuXxrRicPh6l9TpQKapQ+npQWLAGxWWDKEw5BMpJpwITqiPEyoeAB7uhzp6JyuRW1wRrs94qB6sy6ll0ayetAbbdzW9SLoKJVX30JLUqx+KyeIVndz2kBkvSY1WLXuHOFo2/ygyxSqc+5K2a5YfI1chj2sS4AYROiY4nC0sAGJ2lVoftoIhVcb00j4GBfMb1hRx0mlIXVi5dgFfmPY3b3l6MJaUaadk2dgZOP+wQfHTjdgcJ+vWq3gTPEgBG6GZPV9XYzlgSwKwPNnuthi0BoJWOiVW/xsow0+GNlxHamiyA3J7auNIUZrPFKC95kMOkan2TRB3MSukfgDLvaeQeeQ7AlsAxpwIzRteK2PUCcMXlwPuDBgzNFOAz3we2H1P7ffUjwP/7PTBqJrDNLlD32BKVCS1Q886McaTXqp+eqm4O6OvHPzffa3X3cxyV5aCDL4oHw08jAiQHEKDbgRvI/Wp+L3lr0vFCi9Y5Pm6yjqNtmtVDNpOCoZIWDtuvhhuJRCaI1azpqhoZuzjrYb1V07GgUW+VSVUTuEKY9JlYdTt1qRhY+AT+dt9jeKKnVD29BPLjd8EvP/sRbFR0m67b7xoXsNahDNzmlPTvorjGHXfMmFy1R65W/cYiac4kEKsZv6lsYBfBbC4iMUIfM633XBUIMUwj0B2epxQZOoWfkQiErbcq2mP1CiivvQLlqaeBpWtkgTbaHzj6U8DGDbeV3rwduPUWYEFPAyswBTjuq8CeG478d0Gs/g7QZFbz6wHbzIZ64B6oTJZEjl1ypqZl7JwA0rczuzkHY6Ve7ocYlVx49gZT3ESnSphUKlqQwUaEqBd4R81pCiNHv7DHQnmjQut/ctwhWRZnfcvzdt5rtZ2CrmvFVonQASDZz1CgM1bqiVWCuVTJnq6q0chJts96q+bzSr0sAEsAmGDleSS2nt/NiFU5fZjvd8Qk7MtUa13WWL5RWYIHb74W1ywZxJAoYBHb7fBxfP+wGShEVmCNVPU6E2sVsJpMI6uoq4zZW1UfNiZXzcxJRoatPeH3iUpptUkwFOuu4F32VI4rucJE3cyYVLVuA29vSHrNjeX5MRPUtpfeajHy66onppXxDFfaj5q4LT8xMSR15q0Mdr+utXOOJQB0mixMYlVZuRC5Of+F8vzrQKkhwNTkXYBDTgZ2ntpcyoX3AP+6GZjfLaKuA5OBY88HZm/Q/O6aR4Af1hGr2hvKKGDmXlAP3huV6QVb/Z+ut0tJAN5hGfd2xqYRG7GfUwGSdeSnGQFVVURwdhrDC7nQvWcS0yTlcj/yuXxgB4KpJlaHg1VRH7S7WkiMabgvqCBXcwyJEYKaZy9PayY2FtLEZkSs5ocG0bFoCQr9JZOdnAK0jsHQpInoG4Vhr033PSeZX5ZXvoi//PsuPKrd+lIm44tnnIyPTtS8DLwuUtxQgfVnrF5x9Vp+L/nX/Eu9pKJ9S5d4+DEZmY3m8ZDGI/O2iW6RIbmUqu1EVIzK0KpIFxUqbSgUBbnCBJ0dR0SgJKAzpwOZgBbMrMuiAAAgAElEQVT5wySl1Thfn7+XMdx9a0hSmzbV7tNwaq6ypkQ+O/OOcppP0t6XuASLiVIuQVm0AMrTj0F55W2gb8AYpg9/Fzhya/3fK6uBp28HVm8M7LM3MNrgbv+8XwB/etogD7oKOQ7Ycheos3aAus1EVAyqr5FjYspW5JV3fvQRIKKM4alhQ6QqEYfZFnU0shUIyTxyQJBOR3lBHvLTjMBAqRvFXBF5JRh8lGUrn7C1CmgpViMKxq6VjM+pqfORDAA/zQjQerE+wIX30/7oJkdPZW8yD/kP5NWr6dHShs3qEbWn01evqtpuYRRFrHoCuvRYEBtTq4pWf88r4SzfjYjVluUvY9w/b4XS3W9S4gLQuTkq+x2C7u3HQ1NVsVnFFL1WwYrnr8PFT8zHOlGrAnbc7TBc8JGZGGW3wX1AQ9t6ktwGP/oIyO07A8T24QwBMeRHbDaxlwIQc2TEIDlr1lDeZkRMYB6xlpJaovyMREAjVzl4lcRFw0Oud4Kxl9z7c5G79VFgzSqg18bKdsYZwJcO0DfdrreAh28CFk4HjjoCmFqnxVr/xXM/AK55xcL8c0BxDDBtC2D3fVCZNXGYBNP2abRHqt9RyQCV/BghwORqtV8JUlV6rKrer7ekzuDKFXIeGj7qEvXLKyQJEAx5mGQAiVilQ/iiUkQugMWz8t7SR22Nae2tOl4AcUDWjPQSeqLBTGxxqLr7MlCkwfqLlX5gZMuMzFaw7qvj+5eyLsXqiasf6PhexIgTJB/FQgjAGBGrrQsewbhr77OBQhHY6zT07LUhurM8v/QvwkN3XIO/LpGxIvOjt8YlnzkU20UQx0pwQCHYjg3jiOUrNY6MQYplA8WsUAGsC13VkIlVV7BF9hGPLhbQ60xSQUURjswIfMi4tvKvC5uX4Qk+aAkAZfXLyP/qesDMp6CxXcceAlz86ZHnSuW1wLzHgf/NBV58ERhUgB0OAGZuD+y+O9DakMij3wdummffYjq3Ag4/BuUdOzSXD/m3zlaRyVVzWO27vNhvniS9STZD3phEHHplGpJUb7tlrQhSVf/J5woNMlF2U03ve0Ss0kM6tAWBj7+3C5R3ljxiy0474kqs2lgbMbk6EiSiVO14Yaa3W1lNYoSP9FgtsGRCE1ia5yHxlNKrN7gtmiGxuvBpjLvh9pqQvlmT7nU6evbYGN2ZlpxRseqpP+G8Z1dVFybjcdYZn8Fh+nKEvnZ9Pdk36THPjxEC7BvFtmELAepHMelIsSdWCVD2Wh02q5iYjS0zD/0lg07FxGpzS8jLUtVVIQWyisuAFLrRaNfag+1ZuYf/hNw97zurXeuuwHe+CnRWP+t+HbjlKuD5d/WltCbNAo74NLDd5OoHg8CdlwD3veMgXwWYcSIqZ2wzHOeAvA31HnnXLljcHBQ8dq/WvMJjV7RQClSqemPaIqtCKVF8MqE+Jf7oyMAQDS2coHIUUYP7l9ZqGrFK/01yAISPn7cLUk+sEnAi0nuGJ/v6IYA6GssjGA+KjedhmiQAD0n6mBVI0y7AOYaJVf/AVRfei+/c8hzkkryII085B5+Z5l/6TlNictUcMTfKtU7bIN7va0c48S5llKWLk7RhIohVrbG8SvZE2ei+5B2uFqcvRQ48EW3bbnVawcdeRk0hEcwmuRq0pyohq/SvQu5ff4fyynJnvaF1B+CLXwM2LALrngL+ci2waLl54IFR6wN7fxE4ZAYwsAS4+afAUwud5VvYGeq3jkGpjcgfkkozPwisMPljiG9WiWfhqcq6qs12QZIIkJ68VoQzzVgFobfKTAYBWU+s0n8TsVoQkgn+4JMJYlWy0uwiRd2PSFWrTuhs5kzP203IVPf1dOVdkPPpqaovNSF4iPyh4Sgo3UwmVn1pKpFIecGD+NF/noK8zFXAXgecggt3jVY7Oyi78Q+16FJivdU6oiO6ZohtznGRANAAShaxKmiK2LZt0AXLbs1tIGvDCSPY42QbZYzpK3INTcRqkMft8au8RigHXTJl8Vzkr/0PsNKJDgA1yYbAyRcAo98Enr4bePZNazaGKrP+3sCR+wNtQ8B9VwBOCV1lA+BTn0Zpu05xVdmKWGVJAGMLyqLXqgxALoNVMW/RaBsKyhX7gbzydOE9R+Myz/6NxKokngu+BbPKDLFKpiQkATJsUyN1VYNeAiQvfSPKmUyGJAGytVS0336ES1DBrJhYtd8OVm+WFjyIn/7nKcjwAwXs9qET8K29plh95vp3q0W0Rm3Y2Me6LkPSP2RyNektGEz540aqUi0TRaxSgTMqC5DhJbB1Z7Q5Gclrg4ykHqBSFUCulrNyUzAMb1XCM/fSv5G74TlrO256YzSw00HA0AvAK+86+75lKrDXTsAjd5t7uOqm2gnMOg6lYzc31IBs/IzJVfPmyYrnKg0jJAEgpAudWWyq36ZZh/AgXVW7hDMhSHMWXXsnXdGsP43EqhhbSW9VKfiCT2aIVTnJZzeYlfRU5eHJaEAxx0bTKeGltO5CWtB0SiBevUys+jcFVhY9jB/f/MQwsfqRw8/Cl7dp8y8Dlyll/LzLErXskassAWBqFFY3les/DtHpN3HEqiBXs0WOyfjb2aqz5QCrYWKTVK1Pjz1X9dEV5GqO7jOl39Y0IjD4uqrI3/RzKM+usjbpOL3RuisqF30CQw6WmiwJYNyAWSFWhyrk4ayikv4hxHFvVVVFyCM4ZXRojMoJcjXboOoRq9QIeSWHWrAv9xhliliVrLQSm2APjnuTyw+YVLU6AbQ3PNE5DwezasZS26pp5KpLM9X9jIlV/9Asv38Hvnn7XCwSSbbiuE9/ESdN9S99LykxuWqOnlgI2RumvDQDfxt3BLRLN3bXfEysWk3+mSEa7ZpM3LtAYOVzsdlkYtWAWK3+s5QESLflkduF5hEWmG0SisveQv7qa4AVQ0FmE0DaE4HTv4KBGfaTJmJeddEf7eeQ7DfTTq6SbihJANDDy94GW1UVlFQZqsrNIzxXc/lMHHoZ4WNErNL7pLXqNdhX5ojV7EkCsK6q2eDj9MyH9VaN0aS+JfVW3Q34eikzsepm6tT/ZuXjv8V5L6yr/jgBZ51xGg6b6F/6YhFUXQW5MQFpN7yMMmqR6uVKfxuMU0sUAq4lAEJwVEykx+rwzs2/OSuuBpX+GnpA3s2EpdkOOWu43OR6KHEiPtWuyKdREqCmeRlGz1KRe/pO5O59FugZTETb1wo5CfjoKRjab6K4umz3IXzdkkd280jye2nFhvYQQxysqsk0td1RuSqP4OXAKuvBrMyIVU0yQZKr7p7MEasEk5AEoIVQGPOhu3bx7SvWVTWG0impKmxHuIvLP/w0IyCCWfnYtZhY9cnKhpZgzm1X48+LSyLBsVNm4bsnfhgzWvxJ3wuhqpVAXHnnfmXYIDVJgBBYMn/MglPxEQHXpKpWhoDNJrHEKuGTckkAHlZNOqIPkw57rurjK/VW6ZZg+nT9wtJVHV4fLX4V+SuvA7oSdvic3wT41GkY3Kbo+Nic9VbNFxBpI1dlsCqS8k2Yjfu4zjNLinRVKQicHw9pipLmahYfM2JV8jwymBVh5ObQNJPEqgAuA+RqRaXhiZfUBks+6V3nAh4RrImDWTXBqsFJQxF59vrxMLHqC4pY88ot+Pmjr+NdwasWsc8Bx+PLu05B0Y/kPXqq1heByVXzBsme3qpPBprwZDyTqoI8dDff2YUu0cRqislVn6Ziu2aQvPd8IVblyMzPSARII7FGrKYHn7BJVQ3V3FuPI3fD3UCPPr1CHqFRUNi0rNT178pvBBx+DEq7r+eKENK8gplmMxpZpGp2Gh6qB3ljllJTI39bRZLO/i3i5O3tbAazsiJWqeXoBmVRKbo6FMwssSrJVRlwJ42PEH0WFy9SWkGPjebGW7U+S9ZbNW4AMWBXPVc9NhMcEatKBzChDVjZIO6/1+no2WNjdPvFInqtVMjfV1bOxT/uvgt3rSFdHqDYujm+e/bh2N5BMAGrIlf3T1av2fqdyVVzmFgSwJYZpeYlX0hVDQ3/1uVN+CaeWE0pucorQIOhwAdCdThlwW7IqHKMdzPekvypzlx+4h7BKB8VqapVNffGHOSufwDol7ePxLAFYIBCqCs5tIXshFZSyxgo5VAsKhhxAaplI2D/I1Had6orUrW+adlz1czQFddOQhF0H8MsSVeVJAD40UFA6KoSp0M9wb8ZJqt6q3aIVWoFCmZVzBVF/3IiZ5NtYrVKriZ8ntcdh8rCW1W6NPPTiIBXWlWmp0kCMMLNFiYkE0QEQm/WZ5tYVcYD2+yNoZ3HonD7P6GsqRP4zzKxWl6Mh269Adcu6seA2PuNwof3OQJf3mtqrEcGr3bjzeri/7WQsuEnEwgwseqsmXOFCc4+GLGDT0+/Sk9N3Den4ZcBLfrlepuRb15xV//F5dXKACzAVZJRk6paoXPvPI7cVfcCg3KdW64Mobe7gnxnKzpCJlaHykMY6CtBzbeivT0nPVdbpwEfPg6l/SZ7JlUpOdZbNTfXpN9MrQhSldqZidXGlqbZhM5MNHkEvzmdLOqt2iVWqS0KSgGFHA2q9uf1TBOrgmfQgu3Yx8zVhBzeRxysymoK8mvoFuQhSUr4qCkanp0EmxNhLCQTyCvcQ1bGxOqTGHf9XQAdc6IVmHkEeg/fHr0tQKFrEcZc/2fkVtN1qRyw12cy6LFaxtDSF3D9fQ/jgbVD1aABCiZu/CFcdtyumOTT4tsPbVUj8+BgVuYdh8lVDwNLQj71lVTV6hyQ12oqPFa1XbyDRXRcTSk1S9ogAA6IWJV7CiZXDYnVKjZOvH+CaH43aXoKVtXbhXVru9E3BBRGj8P4jgq6lq5Df72Hc66Alo4xGDfenvC9suY95K/5B7BwHQZ612KgK4f8eqPR6dPazi5GRKz2d/VAHWpD66R2tI6aCRzyCZRmjdUlVdXeLqxd0Y0B5NA2ZgxaKz1Y2z00wiMsV2xB+/jx6GytjWJMrlrtbJM54lO71hOHdu0uK+9VVAXlgD15s6a36oRY1YjnvGI/mFXmiVWxEBLkWDIHpcbBhYJV+e0unp4BzP/zME1vVbOedFiRfy2ukatucTEkVuc/hHHXPST8YrHV8eg9dGv0tGA46mjr0mcx7ub7gHWdwF5Homd2RqQA1EF0L3kTT859Cne9uxTL6qS4Jm+6Ly49YhdMaXPbGv7Zhd2U2HOVyVW7tpK29wIhVQMEKTXEqiBXkzNG6jVpsksfoJFqC/4As2Bi1RjcenIyaeSqdh3dkcdY/we45zd/x69ueR1LCwUUyQkjX0BrXsXgYAVKIV8LhFspoW8oj7ETp2LPgw7EKSfsi80nmLslKANdyD10G3pufhiVvjyUSePR3qLo650GZPND5UH0r14LdaAAZftj0XnaR1BeTxleiw9n2zsP11/yB/zk0VVobS2IG235QgF5tYTBioJioXZUXKmUUSqVMdiyAT5+4lH49BG7YOPxeXER2i/HmIDgiDTZpHmusq6qBVleDeYVhlFRICsiWLPwOCFW5WEp0JJvsX1oysRq1YoSr7dKbvSK9FblRx8B/2lVmQ91umJ1POINTTP2Qo/WzcGFug6vvvAm3ljWjR5VlTpC1WejrsU49NUPgPVm4rWNJ+LJAuRV9+pDZ/5Te5fjkHfXYnDsFMzdYDSeT2vjkNeDOoSunjWYv3wZFvb2Y63w5NUeBZtssS/OP3gWNu5MFghkNskqcbijb3K9VgNymwwX/uByk3KNiXrSRaxqM3uimmB4PZK8UodU4rA6lao40mQLqfaxyEbTW00SsaoRVo7k1fpewRXf/jN++99FWOsY+Tw22GwbHHLccTj32K0wymQuoJ/Kb9yD/j89AmWwhNbO/EitU8d5O/tgqNSHvp4OKFsei5Yv7UQyr83kZ9cbuO4bl+GSp7qdE6O5Fqw3Zgw+9Okv43snbwkKDZA0AtEZou7frh1cuE8jzC9pmyIDMunYTJgFiWFeBAt5qoZn6yoKuWIm5COdEqtkHkQ6k96qnYM1Jlbr6YcEB7Oi7sekqvHoGBSpquXIwazMZ6YC6a063KsOzLsD59/2GhbrnBXsXang5JKK94p5/FIB+nWypwXY/qqKrSvA03kFj8Rw8gy6SErLBBwwazaOm72Vr56qfgarssKAyVVzhJIVzErrzAljDa2M1Offk+g4kD5i1eGE5bMNuEmOe5UFamERqywJYNgQFFhXBvpKRjArdxIAJbz5+2/hE1e8iz43Hbn6TUvbOGyzzyn462UfwliTdKiMldXLUHnkBRTnPYXCmno3Aw8FsPpUmYzKtjuif8udkdtlrMEh+Bo8eNHX8PkH1zknVUfk34b9zv4ufn/6TBEclx99BMIj4ry1QFnohtItQ3YG05DURGRIc7YkNGfDe4gjySHnWE80vBL6l5MbYpVyJ73VfI587c3HHyZW69oquXqrrKtq1uWCJlW1vAuK1FzlpxkBgoXIVfv7mjLeve9KfO35tc1XishDGMA4AMttgE2SU3U34m18kfxXRrW0YdzEGTj2Q7vjQ5uOJ8EEX58wiVUqOEsCGDefXIzxwOOrgUeYWNIkADSoUkWsapXSor1HaA9OsuZRoBGt6tY0ok7FsgBG5I/277nYe/a6CVg18NTfceI5t+PFipPea/TuBJz8g0txySGTbCWWW/welMcehfL2UqBrHVAu2frO9ku5dqBzErDhFlB3nYXyjLGoFI1JoN7nrsfZ596MJwdt52D8YutUHPXlr+NHx00L0ZPPh3KHnETcyVXaPxBxqAVkChme2GdHxOqIS4chlpgOLYg8TPNdQbfEqtRbLQjvVbM9FxOrDQabRHKVPFW1/+MNdvMIFA6xKhfwReH1TFYU5llTiKOu66zIY1UVwazsbv763nwIlz30FtYMkW6wD49Uvxf/kz7FDBWVSh7jx0/EFtM2wHabboJtpk1AqxvJHLLhYkFzKPEBeH+SYHLVGEe6VqnwkOOPoUWYyvDBk91BMsKyNmadSmJVTBfJaIxklDIig7V/outzAWm9wy3TCGp1GSa8VuMsCeCGVAW6MOcb5+Ez93X5ZkttE/bCNbefh53txbUS+SqlPuRemgvlpZeB+UuAoRJQKQOqUzeDPEBES64ATNoG2Hk7VLbcBJXJRRvkz2rcfc43cMGTq0ZIdXkCpn1n/Pn2r2PfMaS3yn3LCMu4YqPpqmqkKi9bay2oVANVOe2hnvpT08e0T5fkYVoft8SqGFehoCjIVWN3JSZWGyyHrqnkcrnEeEixBIB51w+HVK0bGEE6JdVr72kdlTzUy2swK8dZ967Dgnlv45HHXsdzH6zDklU9WN5fQS6X5vM4xyiN+IDGQLXYhulb7Y7vnb8bNmyt/Ry2p2p9wQR5yAcWho0bb89VlgCw0ysjXct6bKLUEqsJIFeZXjCmFyI/IRQ335lgNW6heEoCuCNVAXXx47j0rMtx1WI7I77ddwr48Ocuw+9P3wgtLvgOpVKBsmI5lPmLobz3FvD+UmCgR3q0jjg4qnoftE4FxrYA7ZOBzWdAnT4N6vSJUDvlCoyub6t2DpyW34lTPvY3POUne6a0Y/ePfhF/+f7uaFV4RWjYr6h9YjgxkARASbiC8aMhoDVTpUqsRhmAXKq6Ss/MtB4KeiFWqc2IdCZZADGr6xzaMrGqQ6yKDbxC4MVwVKorr/BSFd6q/DQjEB0urLdqbo+kUELeh0H2LnXVfDz870fx18eWYs1QCX2lCga5ozgaKHJjN8TnTj8IJ8ye6LuUgKOC1L3MeqvmyMVXe4yDVZm2nDYeBjkoWnU6j02UbmKVwIuyccwbL74lszK6EH6Peh3PxKppI8tlWbw8V7UyObfOChbe+Fuc/+tH8Fyv86+Nv1AwaaPtcOnvv4ODprhPV4wTdP2rVAGRrSiVAWK66tfG1F+KRaFrpuZzEIs/pfaKoF5t6T+qWH3Pb3HSt+fgLfdF1v+yuDV+f+cl2J/0wPi43aJ/xWd2oOvt9Id1VUc2mbzjqqBUkXePo1xraMwJ6a3a0RP1u2uHkZ5XYpXKmFfyklzVI1bfXvyIamfd0dE6IYz6xioPoZdpB5xISs26qmawR0erylLRWoTWJPGZ0iIxUt1MCROSBHBx8G6jEkNY9sh/8ZdbX8ODH/TCD1knG5mm8pX1t9sL3z93T2w1NjcsnRCH4ZDJVXNzi2cwq2gXi3HvoJF6qvoETqqJVQ0jO15aPuFpNxleY5ggFYcJq1q8oFY8du0kru+JYFbCmcVvJXj3NaYwLu6ebjz0lXNwxpwed5+bftWKT1z8R/z08I4A0raXpHTmseklWlmK+y+7HN+9+W2ssJe8g7fG4uQfXIbvfHSi+Cau194dVCiwV4VncQwmCVoBDgkOP+rdeWBQu06YmqdUkWcecXqk52r69Fb9IFYJGyJX9chn5Y0Fc9QCRd2xeLJIrBIk+ZgK+1VUTaHEuu2s2jZtv8dl2KZuFbRnZlLbjjzraOnqb/caxMIHHsTPrpkrvAWGD+FbOjFz2mRsvuEUTB+TF17e/BgjUCmXoUycij1nb4otp1KYMOmhEJc9aqzPu2JgWPGSBGBC1cokIoqrY1wsl02WDWJVgy0e6654lMLKwiP6PS4TllZ99lw1NQSVTpfEOiNaq3YrASAr9z7+cOQF+MnCIGxewVYf+yr+cfHuGOWW93VZLG1PZZtUpXx6X8SPT7kMf/kgGLpo/X0+hxt/fgAmC29am2Svy/on/bOoiWcOVmVsQRQbgTRVZaycaMc+vVLStXciENP0+EGsEh6CeFYKglwlXkGbu5RXPnhYbS3kheag2ZNVYjWOkgAVVSjcROouHt9OFhdaVR4SFnJ0yYmfRgTIekkSgLzC/ZlKSlj+yAP4/h9fwktDtc1v57iNcdzx++KgbadjfNir0SQ3e66E9vYy6HAgTqRqPa0R8f4r1q0bL3I11lBFWzga//wZAP2rh0ut1dQTqyPO4+LRaPEohX+m519Kvi0s/CuSSIm1Vo0AlZ6r+UiJVW+kKoDup/CtI36GG9bVarnpNhth69FlfPD6Ury8pjT8Q37CaMxozaPU148Fa/pt3a5q3+gj+OMfzsbexCaG+Gi7KtKAtL0eXHY3PvPxv+KxunGzOGETfHXXCv7z2GJ80DeEHsG55rHrJuMwMFhCd98g1vUOYuWAjfA9o/bC3287D3uMkkAwuWpuEFGSduSNSa5g7NIyso2EBICqYEhwOnJ2iNtDZSJyNU3BrPwiVqmtpN6qEDisEauvvv9flbzGCoWcKbmaVWJVLIVipLeqooIKj06GY0/chm4RrInJVcP20shVz5PJ6w/ijEuexRvV9ZhSGI09DjoU5x+1BUYVPKeevQRyJbS1SWI1dsRPtTVYEsDcLJlcjXm3jXHfcnNum3piVTMnsf6KfgMUfQli2r/iOmFp85awHW69RuupOYtEE8zKM6lKFVr8EC485fe4aY1WOwV7Hv8J/OLo9VF5/13c/8gbuH/uUsxbm8PGG8/EGZ/dGTN7l+J/ryzAk/OW4LX5a7Fo3QDWDZZFTIDmrd5UXPSXn+CsneoiiobQDUXAKqf7znevwUePvxXv1pVvw1M+h1s/VsTQ/Pdxz4Ov4I7nF+GDSic22303fOcTU1FZshLzXp2PZ99Yjtfmr8K7qwbQW6pgSOhyNj4b4pJbfoZPbaARq3JcdlrMEOCLRRZREatSV1X2bm6bBlNQFZQEqRrv+UBce8/Rbj3e5bTb0fwkVjVytZgrDuOjzPtgjrB1Sa7KoE16T5aJVUmuyoA7UT9SAiAGBYkaCJ3840aqakXkYFbGxkKWTLIAQs/Y7dO/AP/+2X/w67k94kpFS/sEHH7Sp/DZPcdzT3GLaZVYLcbc3ZrJVfMGFgEYeTXrthcE+l3sJAAaa+vQczUzxKqGU4R6q16my0CNOg6Jx5xYlRCx56qeqdSmqvCDWflCrOJd/OzAi/C7YWJ1NL548adwxtYtI6tbKaF3+QAwphVtrXRjVOvRKiq9vVj6wVI8MeclXPfIQrw9fAOLkhiPz/3ip7jwQ6ND6WmuJAC0kq17Cpd84me4dth7dxTOuORUfHHLhkVlaRDdfSpaW4so0oJzGAoVlb4eLPlgIf770Cu4es4iLB6xlpmEC/7xW5y5WQ0K+TOTq0bGETZ3QN7N8oBA5sxL0VrLEB5SVzUZt4/TpLfqN7FKrUpyCcWc9OIaJlbJ8MmzrpCnCa25W2adWCVEaJMa5ZpNSgDwo78giy8y1J1IoUST2+BN0cgWFPh4CGbVfc+1OOavC9FXXVRtc+An8b0TZoSuQ5WqnpkQYlWOy6lC3vfK0MEFP/FCIPakKsHFxKq50UTkucq92aRZolygOxxiOJiVPmDDnqsKzVzhWLs/pCrVZyX+eeLn8Y03qnUbvTEuvuijOGpmA7Fqx1Yqg1j5xGP4yh9fwdzhKKyT8ZU//ARf3LXdTgqe36kPVmVbAkDLdfBtXHveD/H9Z7qrU8lEfOXS43HKZip6Vg0KT1QbF/5Favl8Dv1z5+C8v76FdzTXVWVT/N+tP8IxU0dWkyUBrKatsPpULSBTXJ2ePHcQDwmQrIb05CWLDadNPBS3urtORzCrIIhVzauXNFdHEKt0zkPEal7HfYyJVXmQJjyAIugDTKoaL8LIoOM+cEvyUP7hp3EhJHVoC3Rw4fTwrm8Z7vzRNbhsXlW7qmUTfPOHJ2OfCSlGuTyIAdXoqpgcnuj0rC3f4p50rNNYTQKSTK4atxJLAsTLghNBqmqQOSBXs+exSiCFN6GHl1O8+ovt0iSIVK1ZTsyvhNgG378XpdYqpUfYSKsPMqCVf6QqlbQfL/zfBTjhpqWCNBw7Y0f8+Ny9sPsUl8Ff1HWYc8U9uPT+pVhByY+ahV9fdSEO2zgcuyEO032s17V48U+/xvl/ngsRyys3Dd/7v8OwbXkQo8cU0U7yg8KNUUVpbReefWsQY0/cRXIAACAASURBVDdoweCStVjVMhqbTiiirYXIdRVqRcXQYDdee/Bh/PDRdQJbZb198Pcbz8XsqsZqvQXKa+c8Yhr1yqCxEdIRFWCIXcF0m0AL5uXfqBleSmkIZhUEsSrndAVCEkCTApDNIrtbvpAT3qv1DxOrEg2ht0oohThmE2lIxGqomYbXTz3nFHdSVaugJA/jq1npuSFcJqBxqRq56iSZobkP4oIfP4vnxXWpTnz4mOPw1cOmCw/hVD6Vfszr78GLagVLVRW9OpVsgYIJSg6bFDqxf2ubOxgSRqwK8jDEMdkdqNF9xeRqdNg35pwoYlUuC6uLH3MMM0esanCEJAnAw5uJ/SV08JeeStyy9S0rhxu6P0yL5WD1Vv0lVWUtuh+/Hud/+2Y83JXDuG33xN8u3BkbunBY1TCpvP0UzvzOM3ixAmy4z+n4+2UfxXSXyzons6Cmq+rU16E+j6Hnr8WpX/gPniMmdNTW+MPFO+K1hW04ZY9RI4P6DnbhgfvWYspOo9HzykIsm7YxDtm6E0VtIV8uYcn/3secZW/jz397AysrBWx/8On47aUHYIoBx8yeq+atTUGTghp6SFe1VNVVdWJzmXhXYCMlAJLiqTq81KmWOZ8rSB4soU9QxCrBQYeADcQqHR6p4sqyCGZVhxsTqzULCjWYlaqiLGS7k2vEQfa9pJCqGgaa3qrogEECk9C0SRLAPimqYulNV+GT/1wmrxQVN8PFP/kUZo9OMbKldbiuvx8P2dAr2jTXjgvbR6PoBo6EEatyQuM+ZdbtWW812kFxmPtx0x+jLbqt3LNLrIYzm6fUbGzZluVLCSVWpeUwuarXvkHrrWp6nL6vGsrv42+nXIgfva1g7A774tqLtsMkSwM2eWHgHXznzLtwzxCw85mX47qz1g987zAsAeCFVaUqDb6KXx5/KX67sIzc9Nm44dwNcPt7Y3H+vp0jK6z24ZkHVkHZqA3lZeswfpdNsUWj2sGS+bh1RS9evPIR3LmwgKO+/zNceuh4Q+DYa9XK6ILRoqUgZ0SqNgcbsypPNn4vC13VZD/CATNXSBwxrKEeJLEq5vSRHqu1xhbkqri3rAoGlonVkR2BSOcgr6doubEEgPEAlDRSVdt+EblKHuG8UWpuWzFggwLF2VnRVfDqzy/H2U9VZQA6ZuGvvz4MDZJLyZ7BGks/tBbXDgwIYtXqma604esdY9DmxtASSKyK/kWnhXz9yNA0qv4/VqbDvweAQOI8VRsxsBiSM0usEk4Beq26Gb4DMN94JplgQnUEoMJ7LGn+S+GZhEr+UT63dRDeqhoiK/72VRz75wVYNn1P/OeHszDFE1SL8YNTbsaciRvivF/+BJ+c4Skxy499I1VFToN49Zc/xbdu+h8wa29cfMwk/PspFSceNAnrt+aFNJpaKqN/4RL87aFuTNpmFJTFa7DBwdtjz8b4XPPfxG8Xqhi473k8MX9DfP3Gb2BfC8mvWiR6HkX1Gt5vr1XtijuF2OanGQGSR5DYJNseaYzIIYdCjtygkleXyIhVIlRFMKuC3IoxsTqyk5ApBa23WkEFFTV57uLhDKgkj5DM67+CPGS9VVMzKdraZJQw96e/wpeekcRq5zaH4cqvzoKO5FI4JhlGLkNrcc3AAB62kdcGVWK13c28l1BilWAR4zIv7EzIVTcGYcPg+BVDBBJPqgry0HwNnWliNUBylXurycDiM9kW7RBGxCq3ti4BRMhUZQH8aKMgSVVRvjUv46pv/RK/7d0OV5IUQNFLqRfgWyfehsWHfg6//9aHMcmDrICdUnjTVdXJoXce/njmj/Hw+K1x5im7YNrylXh9QS9WD1bElWi6Jau2tmKjaeOxy9adKKztweLVg1izbgArusooQ0FbRxFtORVjp/Xhrn+8A6x3ML787b0tA9Rq+rBqqsYJO61o/x2/9FZpeUDemEQcMq2qQ6qqqAar0m4p2G+juL0pWlglacM8ciIqd7LmrUiJVWrMQkFBPsceq3qGHSS5SpMNEatJM9iwBoCkD91kO5rearKGpOBbmCZlOgcjWQBzbEqY+7Nf40tPC4FVTNv7GPz6s1sjnHipweOgmwMTq5bAi4uV3KmMSb5aSBBLLPkFfxBIBbGqQWFAsGaeWA2IXOWhTJ9q0/Q3/emh8UhFGak8GY9CxaAUkqjxx2u1RiQF27P65vwRX76nhFM/tg12mGxf4KoJ7vIi/OILj2GjX/0Kp21rtSZ231gyPrn0vveXGFOx7Mbf4IoX12DGgR/CxzYCBlf3Y3X3EPorQK6QR9vodkwaU4dReQhrVw2gq1cSq8WWAsZNbEdH75u49DrgiM+fir1m2meYWW/V3C68kquaHi9pqw7bkXtTTN2XRPBLbNL3UKBkCmiVpCdCYlXCRBsCIldHtaU5zLZ7kwhCb1VexUg6degeU6sv04IMB7Myb2kpCWB2tFDCSz/+Jc4RyvjAuJ2OwF/O2QEdVgaU5N+ZWLXVeqy3ag6TP5IANqMa2Wqx9L6UsDWn64ZgYlVzlPeHsPEnFdfNGeMPtatKKURIHFokOSxIcGYjZhuBjft21wja4EpZl3JlOZ6+/UEsxXjst42HaFPdS3HvP1V86HvHY4p9LtFxFcW1+cDIn7V4/do/4cnJu+LYzTyQzCvexE/nbIsLL9jDsQMFk6vBkatSV1UGZOKnhkBVTBOlikY3ux+74ogr1YrG40LC9FYjJ1Y1cnVs50T2AjKwbD/1VplUtRo+0kKrynpqwazSNdxataH930keuz6I3sgvK3jlp7/A55+RxKoydV9c/cN9keojICZWbRuPsd3YTiLVL3rfvidfKyroBk6Vp2o9WDqcOhOrdQB51Fzl9YBFz0z1lQSWBDBqfS+eq6GSqtUKqN1v4uH73sMu27e6nGoqWPNuD4Y2+DA22abTQWBX59n5LgHQUITye3fgwSWjsNck96NbeVUvnsZ+OGC3dlf0esXVV86xTOIXbr1WqV+VhrVDk1jzYMqsCZLJYFWSt/ByKBRMKb2lqrExpLeaz5ErlPu+7a0kzr6OBbFKZjG6Y71qMCtnFcjK23Rt2btNkW5ouohDv9s/jegUiGDlYFZNpqLRNmbk6qq7/4ETr3wfvfR1yxa47PLjsYPbNazfxhpEekysOkKVyVVzuIRsguuJi4lVM3RTS6oaVJqJ1Row5Pnlvl/Rt9y39MxMoJJqUlXWmiUB9AeZYXpCIa9HZ30kcF1VnSKr5Qr6lryJUt9SR+uW2st9ePnFTbDr0VuiJaDbttKZR4SpdllGe5+p5TKGljyL7v4BuFuiD2FR7w7YbPtJrglmUc8MjB/2WqT5Lac2oJGqGnHoNt+0fkeevPQn7X68NIbklRxIFsAHIixwc4gJsapiVPsEobWa452qbqP7IQlAmqokAZAEwwzc8vUWKSkenkhv1fzaexSIR5unNhnRUE0BifTWlaVX5+DbP34Sj/dRtxmHo886CWfsPj7aggeZOxOrjtHlKcsYMm/EquOmyMwHWSNVqWGZWG0wb3l32bHNO//CcRbJ/iADxIi0gYCYtAS3fo1Y1bCx11ui8FbVYFZLvehb9ApKg7RIdfqMR278VuiYWAzMGjR9TKclc/N+pXcVBpa+igqFR3f8TEF+yuZoHeXtrg1LApgD74RcJW/MEger0gVU6qrKy/JZeYhczQlyNd5PTIhVCGKVePd8Lie86/hpRsALuSpPDTWFkux0RLt2lEZP1fq6U5fKk9OzH47PdkFN0HsSHx0foP4VuOcnV+OHL8sAVq0b7YmfXHgAZqY1ghUTq46tlvuUOWR88dSxSVkBmknZJCZWdczCoSQAr/xMupYAJ1sIseeqvj04kQSIklTVSq/2LMS6xW87t97c5mjZdH20BWT2weqq6rddacWrGFi7wvmkW9wN7Ru1+0IwM7lqDL/sL9YGR8GYiDh0Q5E7b/zkfCEkAFQFpQzyObSXoEBWcQ9mFTtilYwmn6fojMkx9DBL6opcFYNT2qlD962QFWRYb9XcRugcjFRcGuf83of+iRP+8B7Wis87sO8njsG5h22MjjQeADGx6mogYXLVkgv0dHXZVaOk8aPq4Vgaq2ZaJ7ryVl4Vi2rnCjFS2XbotcoSAHomVL3FlcFNhzxK5s1Wo1WIm33CHkhDy1h0Iw6kKpROKLl29C97CQOr37Y/RiqbomXadmgdVUKu3OP7fT3pzCNHnLAeJT8Rhcogepc8jsHu1fazLe6IlvW3Qkf7GpRKfZ7LrHkRhll3+5WN/k0rL0vqfqWqbKEg56MvcnxKoCqZJpxpNI673mrsiFVxlqEQcAqTqwZd2aneamX4ZCM+Y0NcSpIVUlXDmyUBmi2vPk6Krt5qaTn++/ub8cNH16AfQLFtPD524qdw5t4T0rclMSBWSbNqsGGBs4HShq93jEG7m31ZroT29jLIHtPysCSAeUt6u2CXFivxVo8sSgAIxJhYNTYcB+QqE6sGMGaQVBV7LSZWdQ1C7Auk4C6g0Mylv1CJQle1vsCVSg5qbjJa2jqglNeg++3bMTBQst47VwB1yrGYOGUUoPah1L/Yd3496GBVzQ2Xg1LcCC2FHFD+AKtfvQ+q5bVhmljGIb/p4Rg7ugBU1mFgwIW3q44VMblqtdYxIN1VYEh0P7kzY4/VkTiSyoV0lEvR5snKVOp+p5pTMKtCLr56qzEjViV6dFqYz5PLL5OrevYmzlFtukhJUpV1VfX7bdZoVbl2EpqiHMxK1yQEPnp6q8tfxuX/737cumgQJVpvF8fhI4cfjnMO2xitaZrfdIlVBecWCnihNITHAZSryDGxqrO0T5MtOFjs2H3VmFzlOcoKw8ySqkysWpkGRUwxfYeHJRN4Mkqq1iPCkgAGO4SqPIQeAR05qVouYmCgFUOdkzGhGq2ptOhGLFmwEi2tRRTyOlqEagnlwTwqHZth3Fb7Da9dexd+gMr4Mlpz3uma+mBVw46/1iOYpzeo1JVeQJ2wKTpFm/Wg6383oGuwgmIhL27BjnzESR1KpRao7Tth4tY7gIL80up25YIFaJ9QQU7xA4vgg3Z5Ai7ij/UQJl1VKbzGfqpNzSNI52El6IhbL9rsaS+Rz8leG7cnlsSqFo1RBrOKG2TxKI+QBNC5tlxfOup+FRGsip9GXIROSUZh0fRW2cNO3wD09VYr6HphDi75+dN4ZrA6QuU7sPV2O+CYQ2dhl80moCX+mtrWFt9ArNKG4oTiaBzYUkCl3I8H+ntxE0hQHthUacNX2GO1CVPuV+ZmJqd0pnqsO2PdG1mVAKiDQGisxoB/j5UUwMiFjWG/4t5m0tuYWK2Cw2rYxlaSqzqwyp4UrQTAENbNexM33vwoXp5+JM7/9J7YrEqsorIE6167E+u6BkQgaOl/U93tEJdYoT3haHRs/glMmNhZra6Kd6/4Fi55bwsceeDWOGj2JLQ5mpxGvhy6BMDyxXjo7mdw07OjcfZvTscuLdXy9L+O1W89it6eQSjEJdQNguS8pZLnX3FTjN3yQIzu1AiaIbz0ryvx9xcq2OOgHXDgrKnoKLoHQ9gJeV/yGGMA4kivVYpwrxGH7lFP15ea2dZ0VXk211o4r+RjqbcaU2JVwiY8M5lcNRwlzPVWJamaVfLQCDTpQE+DebaRYb1V48lXUx1rDmZVwsqnn8Rfrn8G9y8awkA1idyocdh22iTM2HAqNp06DuuNLkCtJNTCxo/FnGmteFV4NqvYbdU67LS4WlMlB3VcJ16Z2o7ncsD4wX4c8t46tMjjZUdPvqMd02dMwaaTPaxaHeUY0su0kdHk2ULKMmnZyP7Fi0Mn7ZZpb9UqUMPEqrY4dAKgj+8mjVjlnmbS+Ex4DIPDsgDGdiLVNqQkQC34Tsg9qzKAtW++iptueBIPvLsab3Wp2Onjp+HCMz+ELesdt/rmYeXrc9Dbr3+JOj/xI5iy+Vbi5pr2LL7tUhz5x7fR3j4Km261DT556E7YY9upGKURtjbHz/CCVakYWrYILz/xLK6/83W8tLoPvesfhWt+9wlsUYdFZfWDWPrG6yjpbvdGoWOzozBx8ui62lWw6Knb8PMr/o2HFo3CTjtuiUMPmIX9Z62PTpdX07Ssvfu/2myEBL6mBfsaIuI/geUPqsjaXpRsqFSVAGCnBIm2lASQXqtx20/EmlilUyU6ZeJgVsbdlvAhTdrGhyUAzBZJ2SZVNWRq5GqW/XeN7URPb5WW1eVlC/DAjQ/gN3OWwYE8flBzr7/pztofY0+ZiZZcGX0P34vum+ePTF9pA/bZAx37TEdr5S2s+eWTUEl41umjFLHZDrPx7XP2xOb161qn6cT0fZtKLTEtffDFar6IEvImNfgq+pYDk6oSSkGsyhV1pHuL2BKrGjZ1hxbcq0y6IZOqTeAETa7KlXfE6+9hUX0HvUO7067QzCW9V0N7ykNY98YruO3eufjvc+9hbo+WcxGzjjgNX/3sPtiq4Xy60v0q1rz7KHp6NOEmKV/VMn4XTNh0iwZtexWvXXkBTvrX8uEqFdvHYPstt8bxx+2JvWaMRkvRHlaCIAsSHHUQ6956C08+9TrmPP8OnvuguxpUFsC0I3H9747GFiOwGMTgsqew5r2XMTCCsRuNjs0+jomTxzU0YwlvPngTfnP9nXh0kfZTC3bebRaOOnAn7L3DFFcerASJ0JzVpYA0d5/QLKo2jzrM0p/+q9lS9W/ypCbikP62YTtepQ2FR7UvPdhGYS3xtdevxPqnmlbcSETLKgb8AmnOyscESzEouW8vp1/2DKzzr9b1mVerqMz7YI6tMo1q14u0Wr1wQZqHHMxKt6HEiUYDuSo9VWvd0L8WTkdK/gyqyceCbCdPkhLiuhA/jQgIfFB/hajuzLnSjbf/+xxuevAtvDS/C2vLZawdTMFZ66az0HHSNJSfeQkD9zSQqsPzVxHYeVd0bLkcvTe85Xq+Kk6YiQu+chQO3Tyd1seSAMZjSs1rNWKWLObDHpOqtQYaJlZHtJmTscPWUtTSIrwRq07Ka1kUnReqQXeGN/BxPDQNGgMz3KrjTZRFcNOsoX2j+UgFmWEcwK+OBXaLUn29AiJWfcLIMu9BrHxxLu6dMw//mfMu3m8avnLY5uCT8bXTD8COo5rbS+17B+s+eA69PQNAoR35cbtg4kabjPBUlV8N4Z6vn4Vv/k9n/ZrrxE47b4tjj94H+29Vl4khe+oTNk3VKaHv/bfx4F2P4soHFmCR3lA+am/84aqzsFuTjkEF5bUvYc38NzA4NAgUxqB92n4YO3Gczr6nCw/87lf40V1vYGUTHHnM2HE3fObI3bDPts6kv8rVK+5WxKE/M5SNvisyCi03nQJpxi+ZCvJUJYwsu4Tgz2y9ZQxCoMy/DeydviKqS/vQXJ20h9NE0vk+NWWZDCdmT8/A2kBL5JFY1cqmCmKVNFf5aUaAUBHQKHRaqKKMSuxco+PSbprmrNexOS718VoOjVwlgpUf/b5VFMYiN6wjSGhaCKhD6HpnPl56+X28Mn8tPli4Am+v6EPPIPXCBD4tYwAiOl+xmBhyLUBHGeiueUTo1rbOrrTpr1Iqo9I5EXsf+BFccPzGcHjbLFGgGk9ZUXa4qBcitc1XNBLqcai/HTNW5R4iSlOxU8yQ3hlBrIomdHoi6E+7uyJWh7MOuDFJh0Q4Z9QHfo0TuRqTgxReABr0Wh5wjIYz2lVVRJA4p+OO0wFyEMueeRY33vIUbn69G30mn6+/86H4whdPwGHrG4wrajf6l3wAjN0cbYZioSU8+J2zcMHzZmu5Ajbeanucetx+OGRHsytGUqfXv6BVKgbefw13/nsO/v7EEiw1W1QXd8CPrv4qDjQqXmk5epcvRX697dBqqEC1Fvd863x880UzLPLYaKsdcdqxe+OgHScI5xSzh8jUQdqXW7GqTs0kJe8PVlRBrNIjg3IHPEcmGDciVwVG/EipywoFu48fGIkhVgk6GcyKjUrPjEgOgC6oBEnn+GG/flw1cu9x6kcN4teJvZZIkKsiEQtxSE/w+eQpYhH92AiLms04rYT0WKWbUK3vvY/Cu/ORW7wUytKlQF+leqLRkKvmNOS1YdLwfaEV2HAWygfviMEx1TNyRYFSiIZSCxtSnq6MEacFES0SeUY3xmh4Dc0gsRSAjcFL3niTc5ygOHijagM1fqUamYlPcQxMoUaqVl8IitxY8TKuuPxeXP1ajwgQar1anYhP/uRHuGAbHaaw3IXy4zdh4L5nUZlyANpO+DgK6+m8py7GVV/7Jn71mrUrQA5FbLb1tjj5k/vhoG3HGKDlUxC07gV44O934IrHl+K9fmskgE6c+Lvf4asb6xSrfzFK9/4DA3PehTL7BLR+dDbyY3SizVZew0VH/x/utxE3IJdvw4yZW+KYI/bF4bMn6K5jqNRDFOW+dl+ZB5s6BEoVVUg0aPsz6STG5KqukVRPK/LViO5ZXTlrtkJdiojVOD4JIVZlxyO78oSjIDw8pSA0Utw/Xr6tEl9mmeeAgslO3j0h6b7GI76M0FmBkC8ISQmf6pKSZIalo4aXcEY2amdhEwYobvtQffntp6GofRj98jy0vfQqlPnLgaFej4NQGBjFLI/WacBuB2PwoxuIzUJWnuolgqxU11E9tVNmDaOsLhLtgMZeqxIlDl5lbS1yo1FbaPEm1Qiz6ulnUASZdVPF8A1eHOs1CvWmiqqjq+q77ah4/8pf46Q71togVGsl3eC0X+HW48bWFV3F0MAAhp7+J9SbbkJ5Ya/4Lb/TGVC+cBQKY1vRUt/UXS/gJ9/4JW541+4aP4dNdpiNr593ILY34FbJzcfbU8Z7116Db9/2Ht6xvWhsxf7f/Q1+MrtlBBal/h70P/g7KDffifIaAmIT5A88GzhhF7SNKo70OO16DGef+Cc844AmyE/eHVf/5lBsolNlQaqqlVh61XlrH69fKyirKgYrFRC5Wh8nhtaC2g1cr7mk6nvtwJS8Vkka0xMXlVRkJItF65w4n1UkgliVExtpcNgd+JNqNO7KTaZGMhP0NxGrBau7Ce6ySfxXtIkvCq3eCBneGKKoxTmNYdEiKxLZSmv3SnTefTsKry0BShZX3iMraQIyHj0D2PNADH5ovcwQq0yqmttl/VQuvRToffsHHgmwel+LyORqHbEasZm4kgLw1Rp0EqP1n8HyWI5F7AU0ArXhYBaMi8TFKxEWtIFHl35Zj1TViuMnuVpahH9e9Ff8sllM1bTy7Qd9H4+ct7GcPStD6O4ZQP/AENSFz6PzmquQHxwL5EqozDgDPcdvhlKhBaNHtaOjhWJqA31v3INLf3Yd7lngBOMWHHzuubh433bDjzyRq+pCXHn2X/DnlU7K1Iq9zv4BfnX4ZFEvtTyE3t5+dPeVoKx6HJ0//SvyfX1QWiagfOLP0bVjEbnWNnR2tKGjGpyr8v6t+MyXbsLLDohVYDy+8ONzcPJmIyemsiBVmbfQa0GaqgYqqiBV9Z4RN5n87GNOzCnG72ZVEkA4WFav/8eZDow1sSq7nDxZLomATEyINfZ1EaaKBHyrZ5w0tLfkWTLBaEyk5SORzzxWS4SYVG22FLKRtkWvYdQt90FZ1lX3Qh4ojgZGTQBa8/oyADGejEMvGs2AnetB3XJrlHeehsE0i6k2gMsSAMbWprcgYnLVundmnVytDK2KBfceS2KVPDgMYk4L2oyJVZ0Opm3qI2bqrbt+wG8wqWoEMGmqkgyA8eOf3mr/Sw/h0ssfxcP1S04bLd8y+1zc991d0Fkpo7erG+vobjU5Zg6txITbrkNhXQHomIzKrMOxamYLxC13JY+OsaMxtjiEBQ/+Def9+jG8a+P6e31xJu55Am756hYmlLw40nFxXKpi8LUHcM53HsP/HPlSFbHjcefj1ydtjY5CBT1re9A9SKMioFRWYtINtyBfGgLKQygfeg5WTJWXz5R8C8aM7UB7roKe567D6Zfcj7cc5ZvHrMM/hctOnYFRVVMRuqoiIJOjhGy0djpe0UhVM3SGyVXerI9sdE0SQMlV5Z7TP39pt62p6nHVVa1vpHgTq8KAADr5kcMjP40IEKEqRHzrfqBxqDVf1ddiyJoQIGWdPOHD2DCx2mADwlN10UsYe829QG/dSjO3HrDd3hjcaXv0ri8Xp2w/5h1IjElKCe2d5Uz5wwgOg8cWXQTM9hmEm/Sh4ccIAVpLZ/IhGagSE6tGba8Oe/7o9R+6akkRhblvNeOXdUkASX7xo2cZdF3ZBja+3LYo460r/oTz7lqB1Q4bQ9nkSFzzs0MxfaiE3v6SuL1IT8uyhzDxihurqbUBW38Ja47abDgYVq7YitFYjIf/9FN8Z46UC3DydG4yG7/4xoHYdqL5pOTcc3Udnv7dNfj2g8vR7aRAUDB935Nw+UmzMHFMC/r6S8PCf/nl/8LkvzxYS23LC7H66E3QL/5FQb7Ygnb0Y+m9f8UX//4/rHCULzB2ox1x6XePwq7j5IfEbUtvTOYtGqEcqpLOFGjb7JGH7XyjoAmjYUkAcqCjFbONMcqhPcft9SToqtZjFntilSYJJlV1l4OCUCVs9IanvKKgKMjVuHWReJRH01vNKjyy3jzpN1pjofcDTLjq31CWagvNPDBlD5QOPhDrpuVBggCObgnFw9yjK4VSQmeGiFV57TY6uOOes5UDB5OrFi2o7TMyeHlHEKsxeOLmsWo3gMPw2JRZdt7CeDLYp1gCQN8myBRIAsD243nSX4arP/dH/MHR1fdq6cZuiFPP+yyO22w8lOrilPp65/wHMPr6m+g6o3zW+wzWnbkbeuortewunHvRPXjHdkVrL+bap+C4s0/EuXuPsp60VAd70cE38fMzr8O/RhTUXgHbx07BwZ84DWd9eP0R0ijtb9yAcTfNqSWy5Rex7uht67BQUHnrIVz+5/vx2LJuDNjLru6tDnz6/y7A5zYnQlXqqhrccneccpo+IPPsL0tnMDuPDMpdfTz3MTs5k7DgGgAAIABJREFUJugdVYWQBJCCtAkquPOiahIAcdZVra9VjIlVecWdJAD4aUZAaM4KakwfH+pmpLWaFyLH/DQiIPDJVUWyMwgPE6vNja5gCGNv/Rtan19e/bEV2PoI9H9ke3SPrq1PM2gu7qucIWKVSVVzM7EzlWsY8qxljGVWJQGYWG22CXNP1cb3ZZCQmucqrwxHIKRF8nQ/2yXsSwfEYcJq5rW4prqqeol7JX0WP4Nvf+1uPOSc0ROlGbXjsfjtuftAcx5VMIixz/4b7ffPqflPjP4Y+r7wMaypb/b3b8YXvvdffOASsNGzT8TdF8yw8bWDuyiv3YkTv/0M3rORqt4rbduein98bRboZqL2jH7uCoy697naP0w/Fv3H7I81HTV4Bl+6EV+5/DHX+W59xOn44ynTMVSusPOFTsMQU6GRqk5YnWFy1Wsfc2lPcf+MyFV5Sy6983mlIoPX29lDxKG9YkmsamQhudI76YBxADSMMsjTVKk5a4YPdTYK1kTkKj/NCGRVb5VJVf3e0P7OYxjzzzlAP/WqHDB5HwwefSDWjGXfXtfjR5aIVZYAMDQTJwsieQWMkuJ5ywjQzDgd1nkRMrFaZw3VhV/tOqWdviLBFNcraeWYGSOyOXsJ19+sXD1lUtXIKqx1VU3syRX5M4j3b7kZ37z2DbzncsOb+//sXQd4VMUW/relkV4poYTee+8iReoTkd57kSIISBMFFEFAepGOqKBIUem9dwHpNZCEkEBCet/2vpl7d7O72Z7dze7mzvvwiTt3ypkzM2f+OfOfEh9izTddUUrItI0vS4XfsTVwuROV21j3ZhAP7Y/3Kvas5NZOjF79L94aOUXyZAtphv1r2yDY4PdGRjGXp+HpL79i3F+xMJ2cgO17qe74fV4r5IbVEsP/5Fq43nia28rAthB36YbkYkKGcxZAxumVGLDzJXIM9kV7Bp9yjTHvi3ao5m9mAU7+mTG8qrpEQPlWzZpbTi5U1kpmqH6cD1ylGJeD8KqqaprdAqscqJp3QVDsufooADS/onyrxGuVA1e1rrCFDVzlQFVdG60cvvvWwfVuMpuhBGR9RiCxtKDQRLK3iglSSIBVjldVv/aYAqySkjhw1cBsLAz4j8bTbA5YVdEJ6r1h/tt15vUgB65ZZc+z+0Kd/+mouUNAoHWZKRQA2g5cplYue4PfJm/H2mjFm31TCwDgURc//DgIVdkAoXxpHAJ+XwhhhIoLrEsNSD8ZhJSwIiy3qAyxh9dj2p5nJvO6KlvoXgpTZ/VE9yoeRjSaBxiiBEi6j+Uz92KP4tGYEaVqZuEXbYuNC7ugKHvX5JL+Bj7HtkP45HVuVkFlyLqPRGIFdyWQ+u63rzDshImRw1Qr5/uj1xfDMbKemxmtdu5PxDI5DeZl5r0B9cZUs7E5kDVXYdiXFs7ouUpsHPL839TzQ0HPJrsEVgmoyjjTG3MLX9AitGX9JMogwzlrygLF8a3qH6PCwreaO5tM0R5b6nfB1eX27hm8d+wBj/I6iYDi/0PawJrqfFQF1zzHrbkQAKscqGpZUFVRGgOucjaALuk6PSUAB6xqH3rlkzhzgVU5c1Dlc8CqVgE7PSUAN+7axt1kXlW9C7MJJlvMBYyZcBb3TPgkb9bimLpqOlp7Mb/wxZEI2rwI/CTVnCHAB6OQ3LgY4w2a/QbXf/sFy8+/gflwogsadPoUS4aVI1azwWQokJX8/j/o/c0tqECgBsvMk8GrNr75egDqBzDuu65Jz+B7YDP4Maq9dAU++AoJjf1ZPtVs3F8/DzOum+sny7Siao+xWNkz0PQ2O/EXBMnJlBh6X2tYAGr2IGcX5hEY2dMZvlXn8VyVEjDeAYOa2BWwqnD75XhVtS8yRL+kcvNCeRE+UfKHW4/yypYsRQR8Fji5vckzCY43vNE5Uw7PexdR5J/zoNfXvBKQd+qLlOre7M2+M/XUxn3hSeBeRAr2hZqNK7d+dRyoql/G+b1pJnaiM3NH5VdDnR5cVREQ57HKvOBn5pTictSciwfmW8q3yvwL58SgOhGdmhLAyY1cMxdUMiOIp6rFXA5MOGhlXj2MKcv/xd18OKwCfugx6UsMrc14Swoy7iJ49Ya8kVbrTEJqh0pII1M+9TH+2rgLO+4nm/38nVYW3Bi71rRDKSNVSze4Kkf0n1swZHd0/hwa3Eqiz+BB6N84iK5v7lEn4fvLPg3NcAVazUZC00AGWM2MxrEVK7D6qYIYwDxFCqzbBT9NrwNv8z53uq8IZpEtJQ5hlplZFDzkghno1BPCZExeJzu6zexowao0B8TugFUxDftljrHodGuSSoeImvHo4mQerMpIlPCtkhsNE/Z8ZxaqWt+ITUC4aJ2VMYEDVXWrslwuht/hnXC9Ectkcq0FyeAeeO9ngvpLEhH/Jh1pWVId0UB54AlE8PIORGCwMXf7JtRtz1l5Erh6SCFyQv5RDlS1LqhKMR/Oa9Xw7FbMLWcxm3Q4YnLAKljvDXM9VTVViUQVVnBKOIvyGJ4uhnNYSr6Ga7JZDtolI5EvmzXKfiqSgQfCrWrRZOxBK/Ymvp56BCez8lO7B5r3GImpXcLoJbYg/TqCV23PW2DYMKT3ro8U0tWoE5j7zSHcypdHGB/V2vbC2jEVjPJYVTRIF7iace0gJq74Fw/zh2+iXPvRWNK3ClwIS8KLv+Dzx7G8sqg4FYk9ylLnCUn4WWxY/zeOxudHGK5o0L0PFvQupRY4Kz+j6sjfkiWHPP8nNACWTFwwK/3SVFACMPazhdc0Sw6knrIIBYA0XxdNNmqojmqsCazSBzWPIs8bNauKuPtDIpOyBACOqQzWGkoCqyooAOiVqpniIQuSiM8AiFzKKwFn5VvlQFXd2s7w1GUh4M9tED1g3035dUTGqCYmPY9Ku34UW0+G487rJMRla7n+4IsQFBCEmtXqYsiA2vArLFOQBVbpxYWTgascsKpvXlluh+HAVcOydBqnQz32TWEHVulWpfT8scwGwlCtch6rWmcYPcEwx1PHT9wY6xpDq4CqVG2M1ZtsRPyzH1N3PMMbsxVNgLJ1PsLUUe1Qyg1wiT2OgG0H8pbm0xWZYzoiiQ9kX1yLAVueIdPsOgHfCk2weFobVPc3FbTX4VWXE4erO/Zj/rEYqLEYmNhGYZmu2P71h/AFUOS/n+B9+L+8JZQci+QBNZABORJOrsfEX5/mq86i1Zpj5thWqBpoqixM7JwDZCdbFaF0JAGrLJ0Yh1XV1xaWrsGBy1PwrfL54JHty+g1yL76LJUyQascNVkTWBWLpcYBqzK5DB7uASBBmbiUVwJSCqxaRjbEQ4HxXOUkrU0CAgBCggA5RWK41LiY9toHMzeicgYC9uyA6CFrygX3QurQ6iZEJRXj1d6fMfNwDBShr3SpT5Hi9fHdrI9QMTdkqVNoms5OsMAqBcdYcNUZOsyBqrpH0UJblVoFRN7kmROXdEjAGYJZGbg0LrTAKnn+T4bdMiZgHgVSvqx0GnTeQquEYiFz0MNprhQ4UFWXRlgNVFVUaLTuJOL415ux+EGW2fRTPI/ymDZvPFoGAkWe/AnvfafzdlvYDNlT+iNBIEXkLwsw7pT58KV/WG18MaY9WpdjI2aZPO2YYFYkqYkp5SX2rjmErbfemx9Uy60Wflg5FFVdAK+Li+F5ISJv60L6IX1Yc6QgG3dXz8WsWyqBvkzqCw/BZapgxKiu+KAs8ZHlEqFzJKCqNWxBqi+aL5mMnmeFZ2wEBFx1MJvZ0SkAFNplLWBVKpVBLJEbBlYZwnAZPNz8C4/GG9lTBd0z8ValIJAFzpWKBUkk4CgBtA0DkQ/hWyXAswXEbeRIWy8b562qDwBSnFQzEbBney6wGvA/pI+ohzSjhyUbz/fswOdH31GPe70psB6WftURVT0NZXSS31WAVdIjcmfh6Hc6SiDCSYbI0t2wljHN8a3qHymHx8U4YFX7AFsZWFUcVKl3C3dAVRkDheBN8T609GpqifIcfce1hAzylmFxXlVdzTR2TmW/wb75O7D8icSwHam1Lnd0m/otxlWVocitX+Fx/LqWXDWRM2UM3ksicWL9eqx8YJ6/akCpahg/vival80vrRUD+uc5a2VEYO/ivdj0IBUpZg1/CIbOno4e5fnwO7YQbrei85bi0x7Zwz5GgmsU/pi2DD+/N6ciHvyDK2Hs1E/QuhRxy+GSpXlVdU4rVXDV2DlWiIaHCWblOO4IzgKqEhWzBrAqk8mRI5FBLjMCWCWPZnNkUni7BzjJkxvLzVw1CgDLFUs3MUIHQMBVLuWVgAJcdfRgVhyoqlu7c71VSZ4c+O/dApf77O29Z3Nkj2qPJKNtRg5Y1SlpDWCV5CMcYI5qB3Ggqv4dw1qgqgL8YVhsuH1L7xne0cRjZBymwuqxykTFzQcHlEEjjyk7l2/V4AeFK4OjUgJwvKo69ZQBVYmFbKPF0liDJzsGh77djoWPJGbNsVLNh2NF32CUOLETwofhWsooBVmv6XiTcwg/bDyNS0mmu8H7hFTCtNk98UFxS8lOBy1Adgz++X47fryfwwSYMil5onWv4ZjYsRiK7VsIlyfxeb8u0gSST3ohPuciFv/4D86nm1QBzezuVxUzvvkYTUM4UJXIg2xVhFPV0ryqOu0dLpiVdtGwhjifL6ArnD1TAhCci1o4coCGWDJ9STJ94lr5C0sDq0Q2YokMBFylJyB9HKvk6b9YLqPBXnw8CLDKJYUEmI1fDkIDYI1E9nlCCcDxrWqXbi7fqjUPNNYY2VwNspTZY81WFkTZ6qAqXdLh/e8JeBz6l1nURVUg7dMLScUFMM685YBVneOoBVgleYUOyrfK0VPrnrHWBFUVteZ5AlYQC4id1+nwnqs65FvogFUbeKqqijr30ojzXLXzKW5k8zhPVV2CIqAqoQGwaTIWXJWm4umBg/jm9+eIMPgESr0HvmGtMGdYXbQ8vgyCt9qs1xKQ/28iXkVsRL8/opBjogACwupj7rT2qB9saSCRT23vPCLKeo9/9xzCkn9eItIkWfAQVLIJvp5UH40ObQQ/Wovfq1sNyDr0wL3wv7HgwH28NClYjhDl6zbBmP7NUKuE0R4YJkrb8bIrglVZB7XQLg/ywlSZjJ1jjida81osl0NAwFU7lwvBusgFsi3OEOYJ0rSvLAmsErxCIpWB8M4qnEp0AqsEpZbIZZTgmGTmgFX1gSOAKlU208bTpNxkrrkK+A7rPWZSZ83ITMxSEbUfbGyAmdFWzU84b1V9AFDeWeWWEAGf7bvASyW/+QGN+iCldTEjif05YFWntHUAq2RuMU+7HSdxvKr6xorH0NXYIHHgqn4hc8CqdZWQL7QRbZWCAspmqyTnuWpQc9jgIAbzFXgGjldV1xAw9HMFADqbBG6IkXD7GrbsuIADr4273mf664Neo7ph+pUt4Gl18/QHmvfH8atbMPOhKeUKULdDV3w9pAYCrYUjynWcRaXpiL54CT/tvIKTJlHC+mHo2K747L/fwIvP0KIOnkDrYdhzchMWhZuAqvID0KnHhxj0UUUEFHEkC9a6ixLDq8rSFlq3KvXS5SoBuU2aY7ZsZAHVJZeDx+ODz9fhFV5AzVKt1pkoABT9shSwSswNqUwGiUT9bKUFWGXAQhKMSdVdnANWc1WN0CNQXlWrwqpMfeT5lwvHt6pzeRGCB4GlL2etuJgx27xtAA4rdsNqResCf3iQwm/XGrg8JQYYD3BvgJyRXZBoVJApDljVOWA6gFWSn0wrR/EA5UBV/VPSRpiqshFcMKvCB64WNo9VhgLAlol9ZkY4DxWUG9xBVWUAWBdih5BJAQCHtlRVM+uyGa+qrvaZqDuyuHAc/uU4fr4Rjzc5xp0Iw5p9gD/jj+k8BsiKtsC8W9dw0KggAkIUCw5Eg/btMKFrGXhY8SzEMK3qAiplEEc9wC8/ncHfzxOh1Rk3j8wFaNqmMVZHn9F9JKrWBTMOHscJsREKxROheLHS6D6gE7rW8aHxArjESIA4guVIGVynIBLlE+V4unQfwyjfqn2Bq0oKABlLAVAQimOlOi0FrBIvVeKtqjmt8gCrRJjEE5N4qqrajRywyowwkQ2RCwFXbZEU3j8EXLWZY4QtOmbBOoR8ZtG2932UA1UNgT/651SRu4fh9fd/xEoA4ALU7oP0tuWRZtCY5IBV3Tu6BK4eUp1zxxH4Vjl7zdC8suBia0JRXDAr/cKye89VE1l2ChOwantQVV2XlGsejwPo1CVjotKasJ5ZJCvHq6pXjMRT1TYnKz3NMBFcBTIQcfoith56gBsRaUg2oCiioFLY5vUcVYhxpSW9TAvE0DcpSNVbDg9uQi807dgaQztWRdlga7mpajaCB8j1BFaWpCD83FX8dvAOzkZnIpN4SOrpR+nSgVgueoPSOpaxaEFZjH70GjF6yuDz+PDwKYq2bZuge/sqKO5t7ydBi6wkRhdC5J8tk0MqMw74N7pgEzMqwVXynclzzMTKHDA70WPKo24nSeGpSkDDAsLjrSYJSwCrhE+VgKqUd1Yj5QVWWV5VShegkgo7sKoQhzV5VXVpEU8OiIQc36pO+RBKAHLbYz9rktamcsCq7nXSmGfKwpxk+P62FcKILLYgH6D1UKQ29EeG3rHngFWdktfjsar4xt75VjlvVX3zymq2icGCmUtBakUbzFtYM9g1LmYiRlVYgFV6yKD/KEi9lrPBrDhgVevaYa+UAOSJe0GqjR0vtDI5X82Zp0Cbas5hIjsRT85cxS//3Mf1d1lI04UoClzQMzAdM3y0ZeDhYKQIXytMXC1CELh4o1GjOvi0U0M0quBmczHxYMSaI0/Fk6Pnsf3gfVx9m6UzuJVAyMeQYlkYp+3lmZyPLW/csTFdrDOWQhHvILRo3Qx9P66F4h42f0Jgc9mbUyEBVYmjXIFfWLAvcBmTkFsE1cZSJZiVvYCrzsarqirv/AKrZLgkEim9rGCSuj4rgVVm2jHP/5ln7upZOWBV4a1aAAsUSxpOvFaJuziXNCQgZw7wxHMVPBJH1H5kpLDvOVBVv9YaA6ySElziH8J/52EghX0bxPcG6vdGWuuSSNc57Bywmh9gVcG3ao8QGeetamheFexuwYGrhuVvd56r2m1Fgx0pFMCqzXlVdYmdGSTlIcyuEXqDqmP5DNSl2B6DfBkBSlleGnZfIuWqMwaws1VP8gP85KTh7aPnuHDhHo5ce4XHmXkbHeApwbHiecNzyXMEmB0pwLE8GKEAJcqUR6fWNdG2RUWE+hSsHhkFrpJuyzPx+uwNHLn+GEdvxiBGC7pXzV+MnwO1/JApRNcoPt7kEZ8AZapWRvv61dC5fRV4uzDAIZfySoDIJZvEgrET8She4HLAqm5tJZ6rjLNIweAYFOGSM8//7UVvLD238wusSiQyxgNcx7xS8VhlQFVCcKztLr6wA6u25FXVqkQEPOQDLlwwK51zjEQfFNihQ0Du8mgnu5ulV6l8lmcsqKoA9kQxN+G/5SQhDGJrdgWKNYK4dSNklfBCloBQdagmDljND7BKD/B2GMyK81S1b1BV0TqOb9XwAmlXuJiZzphOD6wqn8SZiTwbVgMTcuQOEgVX8wMEmVCrw2S1S4/VggXD7HXsiCYXSLAqQwLJ75ySyyBNSkDk8yjcf/gGz2MScPdhJMIz5fBxlWBFqBRV1VSCh/vvBdiQzMc9KSD3KYY2dUujSsUyqF+7BEJ83CAU2YsOmcgHKZMgMzYGz57F4PnLN3j0PApXnyaAxKINKyLFgmApymlQI7xMEOLz93y8lQsQUKI0GlUuisrliqF8uRKoUNoXIgGPHgFyZLYi5jOkMPb0O4/SFWZq4X8s6FZy4KqeEaDBrHjg8fngFxiwCsgJFSjja+mUKT/AKgFUCbCqD3RWAqsSyBh3cR2CLKzAqsI/lQT9KgBf1bx3dTwe3VDyu+c742whCzahomVIoO0n8Zx1dbKEiNmLHFOKImPr8eJfeO0/A6QrWO35gFtRoGQYZIHBkAX4Q+rOZxFWMZ6cPoLh1xINPzXzrYQNQxqjplFBsUxptZ3mdRGCV8wHYl+BzudWipbbUzArDlR1DFBVcRlSkDfwdjrz1Jql3M/taeMyUXDODqzaBwWA5qAwL3TIQYxLWiRgNwArNz669NMueFV1Nc5SBy2ZBJL0TKQlZSLh2SukPs9C7eI+IDRLysQDJKmJiIiXI61ZJfgX80GAvwdEInvdFEwEVxUdlYqRnZyGpPfZeH/zOoTZAagcVEQDSJJBlv4eDxP9wW8aCv+iHvDx8YDIJXceEeAni4CqTgr+5Gc9JyLJkpLXx/YpHI5vVcfosuPFI3yr7OtkW6MZhDvUmUFVInlzgVUaf0osY+SjJ/EeRpylQ5ljwF28MAOrDDWCPcCqzEgSYJV4Z1pqz8/PAm5v3xIThHJCUs/VgjdIOAoAPRpiBqiqWprH64fw+vs4eHFa3lrRjLnj/zhOiIGJ5BaXTTw5RhWTok4OH78n8XFWws4tFxl+KilFLYMBsexN881sD98DCK0LaYcmyCop0guuKi4uCnxWsYHqCrwdZorcFp/Zmz2toGywhzXZFvI3p44CpwQw01NV0VenBVZZI5qZU/kUkjmKYcQ31MuFtM2uXJ+NaLi1s9gFJQBd/azdU4csXyYnNpkdy4Y7ZBnQKwPBrIzVSqIHKoHLeHzdxBA0mA4bkIkAHVzKKwF74lXVNT5kz1J32LbjdaAAlIx4rPKok5ht5EIxLjK3nJgCQDGM5gCr5GWt2AhQlSIPjyLPybNlhhHYwgqskhsf4lJvT8s3mWYKcNVGc64AlhUzqmTPPGRBIpQABU1Hy1EA6AdVKZVLPvcMEtDK+9JluNx6AqQRxn/tM/VxnAiDEnmQ0lVPjv7BEkz2Id4+wNskIca85+O9DAh1leHLEpLCA6wSefD9gXqdkNW1tM4gA0o8mvUKz+ewmTG5cz/hvFV1i8+ezxnKJ2D5Gn3n/tiRcTFnBlZzQVW6gdilElJ7x5EVyBpSpcBqAcqFGDgcOKd1ZAmgSoBVu0+0iQ7QzgIQJHOdQ8BV26k5sfDFMvKHC1albcjJ69osiczuVZa5blJxEOPWyTzDSfhWbRXMiqBcMkJBYk9gl5XWNHOAVTHhVZWy3O0G2sW7G3FGTrhVDaHihQ9YJYAq4f6xL1BVMZ5kshG6HS6YlXYNJ+CqkHitFpA9xHmq6l95TOFVNbS2Uv5PaTY8HzyFy8sI8KOiQRHCzCSALoQAAVanJfLwhidHrxAJvvRW3z0SUoSY8I4HgYscXxQmYJXvBZSpC2mbRsgsJWKAZwOpIPlWOVDV0LwyNHoF+zsHrhqWv6NiY04JrCp5VQ2PW8HmYG6V+RwlgPZhKBBKAM5TVdecsFteVV0NLqiDRMEuKkbWbkuvOsakJ85gXFKXAEFxCFqRSfgfHUQ4zEsmFn3i5pjGgDJ8q4o93RBGl98hpxQAhWRamQqsSmUyiMXGzyrerZdnjMpd2IBV8sRAameeqpoTh9ABcHyr2pcTxQHe1sGsFPY7x6uqe5m3JKiqWgsB/IRSOQTZYvDJBiERQ5AtAeQSvDx6HGv+S4awSWcsbumtpXGZeHz2Hs6EAx0HNUSYiEc9ngsIl8/vHmnE94SMmAe5uwdkRYSQCkhUXuNTQYCrHKjq2KCqovUcuGp4njkiuOp0wKrDgKq5+pR7SCX/zXl3L8MzSDNHQVA4cLyq2saJxkSR8w3z3Zs+yNb9ggN+9MhX4X9o3SEgtHzkmbu1zhDWbb11SydHnmw75lXVeWdBLgRVtypunqmJirGX+RRktUZSUAAQb9XCkkwBVgkWKBZLITfhdQUHrOrQJAlLAWDviibgs+CqvTe0ANpHlqGCCGbFeavaHlQ1ADkh6dwZXEUYGjULg59G9FHlt/IcJD1Mgle1YAgJnQTrFV4AqusQVdK5ZaOWcqCqc4Cqil4wlxbWMRRtpJJWrcZmwKoF8SZnA1YVr8itOtAWL5wLZqVdpAqiXOoiZXGp5y3QVjujDbpiwSoYUNXOeVX19dcmumNBgdu0KAvxrepoMwkYQ2LBkKjcXFKXAI2TI5ODvD52xKQMZsXNr7zDJ5dTYNVar1EIcFiYQFUiYGOBVeIoJ5ZITfbk5YBVDTWmPBNy4r3lGAsUMRGFAvLs3RbGouMt2cS8JeCzrcTDearaG6jKtifxHbJ9guFqwnmHchnz+JSvl0vaJUADxdlAOLaavzboisWrcFROJA5c1a8KBR7MykRNdSZglc4pxzAB81iw9MpC9eKCO6zmyog+KSJ/teauxVEA6Fo6HIZXlQNXTVz9mTllrctSMm0JqCpxUODQDGEa/QnZpohcshVRvYz+0r4yKoNZcfuV1oFhvFYt55BQmIJVaQrUGGCVTCeJlPCqmm4IcsCqhsQJO4m98qrqWgbJZBPxScAmaxqL9rUIm9Ia+kScRNezsng4T1X9o+KIz3cIVy+ZW9zU0j62Cq9wa04thofJlBlfePI6KqhKj2HU45kbWL1neAe61HEaYFVJAWBBd16bLklMu+khzNHQeavLiQ0pbrUNhQNVdQ0h8aWWmvCc0uqqYG4FVtMdcxtkT99ZHlxlgEMmWJXpEIc9ycY6bSGva4m3qjNgziR2jLWevFtH+rYtVcAnFrNlbGZyHifnh8LCq6o6UoaAVSIbwjkrJpHgzEgcsKoiNILgEznaZ7gq/aNLFiQXAh460EHMDH01+xMKrgostSTpApnMm4Rmd8qBPnREUJWKV074bdi5ZZn9zIFGzbimWpNvleEM5OaV5kgoIB9HBlY5cNXw/LIaLmYFzNApgFUH5FXVpUWKwCDcrZTheWa5HJwBrk2WZLmRyfnOs5Nz4KqeKWNZcJWCqgTocHRjx3KLjLIkAqYSzlniDOYMSY1/n5tj6kPKBnCxhOcqfZBTiIJVac4N/cAqE8RLTILAmTmtOGCVlTgBU4nHr6PeiSkWJC6YlS7K2dgyAAAgAElEQVTQk+FbZZ51Wx4h48Af3cc7uWOS1al1SMhj6DYsrznOYA6xXMaW7ooNOVwt3XRblGfupm+LtplSB/VSMOWDQpbXauCqheXo0MAqCzQzW5UVUGcLy9pwccyJgEIciqfv3EFVRWys5yoVkqVWHw5U1aWXTkEBoNk5i+mN4dnseDnyB64qbBuyHBPeUGcBDi05jo7Oq6r7xMg4s1huXbak1Au+LOqzSs+ipu9bCqdByhohI3zXBd+fgmiBPmCVXOBIJIzHqrmJA1ZZM5oI01F4VfUtSIpgVuYqhDN/RzkzKSWA5Q9OHLCqW3PIzZgZe4DdqaKCb9X07czuumKVBlmab5ULWKVnTpm/51tl7PNbKAeu6pegI4CrDg2ssngqc9CwvH2Q3/lh3vdMP5i7ZO6gqi5DSwOrHAWATlDVkYNVGZp4HLiqU0LsymNIgjp/J2uxM3ljmi0IHR8qglU5mSlIe0v5Vrm5pX3kSTArvsAs+RRmXlVVYeoCVsnLWomU+ZOfc36hB1aZJypy6qnqDAsUBQ8FHN+qrk3M0nyrHK+qfnPBYSkAtHSLAeb51POZS3klYEm+VY7T1tC8ci4NVHsC5lxds1hv7B1cdXRg1QkeVujQNSaqMOcBpGsq5hNIJ7yhHAigVbhOw6uqS3W4cde7v5kLrpIZKZYRblVHfUNqsW1fa0EMryqDXThrUl62c3NM406QGXMCrpoazIoCq0Rv6Mucwpt0AaskWBXxVs1vKtTAKgVVwZA+OwesyqgDmWyulG+VQ4C0TRBL8q1ynqq6lyBnAlUVveSCWenfcizBt8oFq9I3p/K75dvv91wwK8NjYzaHusJWtKJJ4MjAKn1VkS8fBcNjV9A5lB5A3EFVZShYUl2zJxY94hb00Npt/RJ5IZENN6d06iABV1l6SKP1lPCq5tDgOvkHOYyu1EEyEswiW4pCQY8gUJ1X3BxT01DmnMQ3ynNVSQHAgapUhtqAVamMUACYz6uqOjiFHlgl3C3M/5wr0YA7JFiTFQ9SDisxOeFaJV69+TtKcd6qhQtUpb1ldYdwrnL3FtrHnxyl8uPVy1EAFE5glV4KEpiC27R0K4AdO8c5JLCqeBGuPMA7r8GkvLDKF4josFafjoarRCszSy6FBDg0Y9hJsKpC4xjF7Vl6NMR4PkjK/UgoALhgVTrlmSllAnk5G2ahrcNEc9TOWdw8yxWTXM4Aq0bwrSo8VRXzy4zl3Kk+0QRWyQUOCVbF8Krm3wYslMCqQnQEVHUWCoC8Wi+HkM9nAu7kX0+calIpDvDkNowJZmV64kBV/TJz9ptmIY/MLUsswabrniN8QYBVc1jnOFDV0LxyhNE3v40K8MccYn7za3WwL00FVy1jKxoUksMCqxRULQxGEnmYTV4ymWn0GNQAB89gqludWTucnchIkoO4+4/x74soRGdkIBt8hITWRqsaZREYqGcupL5HbEQyknIAoVdRlCvrAZ4gb59khFc18TWev8yCWM6Hi18YypVV1Tsp4u68QoJEqhN8JaCBZ2AJlCjqDp6rkXJ7n4jIJ09x53UkorPl4As94OdfGvUrVEHZskIjCyHZ5JC+foMX7zJAPJnomYEngl9QCEJKeWgvR9dBKyYOL1+G4/7rCERnAyL3AJQKKYNa5cohuLgJTTIjq/xtPMKfPsV/r1/jrVgOoYsnAgLLon7F8ihVSqSzRFl0NMLfZUHm6ofSof5w9c7NKo19jzfRCUiXMeAeTyCEV9myKOGro7iXb/E6OQVpEubkxRN5wD8gFMGhKvlT0hD7IhZJEimySLAq5U888PluCAgOhJ+/O/jupglBEvkOsQlJSJcqmLN54LsFoFQpf7h6mVBWehrinpMxfI2opDTkwB3Fi5VBjfIVUbKUHuV8GYvXKanIlAvgU7Q0gotqmSyKZkhlyIl4hchkCYjHLqNzrvDxC0BISU/whAznrISVu77Wy2LfIvz5Mzx8E4MEqRwiFy8EBZdDzfLlULSYnjaYIBJbZVWCqxyQoS5y9jKY0PwoXifrspvJeZw8/+ccwBkRqgKrlFdVIodUyY+Qf1uwkAKrzPN/5wVVc+cf8VqlXCX51xVbraM2q4d61vFN9zzMFWVhuDM0fTicHVQlEiFzSgAeBVe5lFcCSr5V8i9GThMOVNWvSYXFKOK8Vg2vKEbzrdoQM3Q4YFXFWdGwxJ0hBxvMSrnQckahxknVRIDdATd/SQaiLpzCjn9v4kRcHBJz4vCMbixuCBV4IcizDFpXaIOx7RugZHBenU8/+ytmn7+BcymZkPh1xr7x3VDBR1OKPEjlPMT9OgEtbsYgBi4oFTAW/85pARdF1jcn8cmyLbggy0aO1qnFgxe/BGp5+6Ooqwt4rlUwvFNnNKmkLEH9q+R43Dl9AEtuP8Dr7BjczslhzQ4RKrkEoYgwAHXLNMbgtu1RO0wfuCVF+sNb+PPcYRyKS0VMWhTuycSQQ4BgUSlUdHdD0cDq6FCtIT6sWQ4BgRqNVzloyaPCcebCMWx99Ayx4re4mZXBAoYClHcthgBRSXRq2BkDm1VDUICF15fYlzh16hB+evICb9OjcEuqgCpdUVHkD0/XYNQJbYQhHbTJIw3XN32NkY8TIPFoiAUfD8Qn9TyZBmYm4/6hHZhy6TLuyLORDUAIT1St8TUuDC+ftxOyd1g3Yz72ikSIT49AFDwQ5lkFnar2w/x+5ZQkGuJru9Hn9/04L8uiZeYmV5R0D0WYmye8hEJ4+ZRD00qN8VG9MHipgL2aFUuf/4d9F07jn1evkcbLRHhaDN7S2e2NqkWCESgqiqY1PsAnDWsjtJieeZzwFrfOHsGfT+/jblomkrPe4KmysqKo7eGJ0NKdMKNDS1QI1dArWQbu/LIZq57dx1OxFGE1p2Nbv0rQBu/Lw29h6769OJqajFfpb/Caaq87ynmGooRABHeRO0qV74LhLWogIEDPuv0+FjdP78aqx6+QlPkaD5SRzT1R2cUbLq4hqF2iGfq3a43yJRxn/afBrIjcOSBDY7ElgaGJbBjqR23AKqW8lBJaDQuvMQ5cnCqwSp7/k8uzXNwi//OiUAKrBFCVOhmvqi4dJ+uQiD57z7+yOPA80tl0U4NZcaCqIfCn8KzeBFwllAD5efbujHNK0SdT+FY5UNXQvHJmTcnbNw5cNTzeRr1c5oBV7YJUgqo2FJDhIbVRDi6YlW5Bs9wQBg/wDgiqZifg7LYV+OpZOB5Js5BBHAsAUEdC9t+l4MEdPqju1xKLhg1C05KqkpIh4vdv0fbKXbwm+UXtcPLL0WisAi6S2SSlvKpy3FrSG63esKULuuPZkoEoqjCg721Cpa1H8EavxvNAfAEl5LxGAocKm+Pn0VPQRRO/S4zG0d0rMPlpOKLBRHNWpSAgUCxphQCuCPOqiy/7TkWvKlrOQ5lJ+Pef3Vj672Wcy0lDOi2JvGrMtWhEkEFM/8pHucB++HXUJ6gWpNEJHg+yB6exaN9ubHgfj2S2TblemAwrL5GVC7zRvEJ/LOnVHhU0yzF3NUiIwr7t32Fq5DvEa5EHAfaoPOGOst51MHfQNHRVlak8AX8tmoBBbzMgQyAmdF2Abz8oCuronvAaJ7fNQfeoZLXWiYr0wa3ZvVFG05n37Ul0+n4tLqjl5qNG6ak4NqEZvFmUMf3Ej2h46BwitPSZDwGI3BlHKD5E8EedkO5YNbYTSrJ4b+5nciSe+Rlfn7+EU6nvkQAZdYAg0LgiEZ1nZF8EZb1rom/bMRjVVAtKm/wc2zesw8a4SERBCilE8IYYiSptZLTIDWG+H2FJ3/5oXk4FNs2Kwb7Vs/DZ2ySqQ6VLzcD5iY3gptFH6b1jmLlrI3aQaFQaSQgBBJDROQACCod8hBmdP0bjilq8ZBMicXjXD/guKgax7BWR6mmM+CdLwIMIHijn0xgzBoxDc7X5ba7CWf875iWTCmxocH22fpvsrQbiuapJo8UFq9I+SgpgVUqCVVkBdC5kwCqD2pNNtnAwlDBKRSabiE+iyHHgqrZppqAEMCQd7vm//q2kMHiqakqA6I6I8wjXqRgKcJVk0DW/OFDV0LyyNxPONu3hglkZIWce4dnSMbNsjBk6jMdqoQZVGZ1S8q3Sv5hD2mKEbjpqFn2UAHROOSCoKknEibVfoefLWOoRSN7b+PH9UcErGKEeHpBnJSMyNRpPJelIYcetSJGuODJxMBqEKAZSghe7FqD+tQfIAuDl9QmOT+qH2iywSj2j5CScKwNt3lszDE1fMKXx3Pvj2YIeCFE49T34DU02/4n7bNFu/DJoGxAIX5GQtRNkSM9KxuvUN3gqTkWSok2en+LYxH6opQJCxu6egZbXniKGBU+LiUrjw4rN0NTPBemx17H71TM8laSBQIGkjUVDp+PeZ43hpopwySSI+WcFOp29ghfs6dAVRRDqWgzVfHzgxpcgJSMJkWlv8UiWpYTp/L164PCU/qim+gxeloTDyyZhxJtUpFIA0wMl3cqifeXmqOeRhbevr2F31As8keewIK0PejT/Fts/VX0bb+7kkSPy16/Q/sYDRLPgaXHXsviocj1UdZUjNvomjsS+wjNpJtLZKiqVm4Ozw+vBUwGKyhNxctVM9H35Fllwx9CuS/Fj6+IQkrGLi8LJTV+g+zsGXlYkd7c22DpwDLpUU6UXkCH1zGZ0+usI7mh0p3jpL3D1s5bwZx2Q085uRpcD/+Amc2JFoLAMGvn5w1MgR1p2Ct5lJCI6OxFxkLIyc0PbOnOxtU8VuKo4iiac2IhRx44ogVwh3FBUFIwwrxCEiABpTiIi094hXJxKAW8CZfIF9bG01xT0r6fCMyDNQfSB7+glQgLVKxFKetZH77LlUNxTiIz0aFx8cgXns9LoGJMUGjgax6Z+hEAFtpoehT1rvsD4OCIrARpUnoM/R9RWB1bv/oG+v/2JMxIF9OuGUFEIKnj5I8iFh/TsJESkvEWkNAOpVC+FKO7RAT8OH4YGJVSFKkPE7rnoeecR3lMJuiDEtRI6VauPKm5CxLw6h8OxkXgpy6Jzl6wAVcvPxq7+deBpIr2CuZqZ3+/UwFUOWM0jTkqZwGI8CgiacIYqX7jndwCc6HsCrBK8IieHXNdYPhUyYBWQsLyqlhelnZbIHq6IxyoBV3Uewuy0+bZoFvNsWTffqsLOJiYjl7RLgHlmUPjko9AdymXMKYdWCRC7V9+dDges6lacwv58h9LYcPNKtwRM5Vu1oiwdD1i1ojDsvmgm8AW1aThgVX20FIuu1sO7I4LQcqSdXIm6By8iiu2pV5Gu+GtALzSp7J574/n6Of76cyWGvIpRgi9NG6zCqf7F2K/0A6sy8CiwyiRTgFUBJozbg4UVtEya2Eic2b8cfZ9GsECgF4Z2XItV7VlXRUkstn7zGSalM7ZnpdJjsXdIO5RWBTqTIrF3+yrMjAin4GtAkTZY2mcsPq2ugsiFH8WgDduwX8wAhh68ovi00QQs6lIFXkXYdknlyHpyG1v2rsDMhDTW2uWjbsUZ+GtoffiyQK3s6QXM3roSG7JlkCIIHauPw7ahteGh+lI84gImrfwRW1knxeJBQ3F4ajeUM5ZLVtf6Io7EklmTMJ92g4c2Vb/E1r6NEKDKJxp9G0s2r8PyxHikgY9Q79aY1/sz9KzGXhiYAazyUAajWk/H0o8VukJoA97hyJYfMPb5Cwr2qSZVYJVMt6Szm9D9r4MssNoMe6ZNRUsloA8gMREPL+7D0svHcVjM0DwU4VfH2ikL0LEoW3L8FYxf9AP2KCsKQLsK/fHtJ61RJkjFioiLxOlD2zH3/m08o1JyQTH/Ptg3vjvCFI6rCY/x0+blWPTuHTLAR6Xiw7BjeGeEqdJepMTj7w0TMfJdJltjacwbtBxjarJ1GQJWX5zH7C0rsDlHcW5yResas7C6S00Es9QQ5JfMFw+w59BmrIh8xXp4i1C7zHhsHdEcPkoH2bdYN2sclrH6VKPsNPw8oDG8VT2II65iya+bsSMlEVngo4RPW3zTZzQ+CLP7zUrZQFXw0HFabbuWkh2dAVcZtIKjANAuewKs5oilLO+sHucEM4euUAGrzh2sSr8GkKlGwB8CsHKXPXllRT3riHz0nOI5YFW3jhVGb1WFNBivTD69uOCSdgkI2WBWmr9yoKq+OcVpE5EAsRM5eFW3LuTBxWzsqapomd0Dq+wr70J4/6dTeej6ywGrxi20BDR0ROM5LQLb1i3B9DexSAPg69UN+8YMQhM1jzdWBJlR2Lx8Cea/i0EaPNCqxuf4dXgdMPiMbmBVHVQleU0BVn0wfcg2fFVLxzBEHkCz5T/jLv1ZiDZ1v8eBgeWYC7fU59iwbA6mJTNMrc3rLcPhAWF5LuPSr/2KXrv3Uk9GP/cW+LbPRAysySKdMgnubRyPZk/esUtDOczuNgtftvLT7pyc8ASr136H2Sy46iuqivnDv8XQSsS3QIrEK4ex4NAu/JEhBoq0x/aBQ9G2smagKAle7VmO3pcu4yHx/vXujZMz+qCqjrhYxikogLd3sGD5AvyQRRC2Uvix3yKMbKjhkiiX4v3JTeh+6Bj+Aw/FvNth6aCxuRQLZgCrpH3+Rafj+YwmUPY07l/MWPQt1qpyILAdUQCrfiJALJcj5dxmfKoEVhvgp1Ez8XFFjcOYRIp3B+ag4dXHYKDMQHw1YhPGV2b0Lf7kJgw6ehT/Uv/QQLSqOQnb+1aHq44YXbF75qLPtXt4RGGoUAxt/iW+/5j1Gg4/hxnrV2AbxTy90bv1UqzoGAS+Jj3vgz8w4Jf9OC3OQRFeNXw96BsMqMEeBPQCqxJcXz4QXaMZ/1HSlwEt5uCHbqXVzqASOZAtlUGe+h5XfpmBgREJrI764/MBmzChOvt59kus+3YqllFAvQj6tV2NBW01yI8BZF/ZiK5/HUM4GXev1pjbfzzalTFau+wio5JvlbTGEddjK0uRBrOirwcAeV52CSvX7hjFJ6cnUgoAa6VCAawS8RHgR1qoCADyqgzHt6p/GmkLZkVuU3O97aw3Ea01wW1RbmEGVRXypVy9PD4EHLiqVeUYz151OgAOVNU/Owu7t6pCOgzfKrWibbGcOWQd9vA62SGAVW4LV9FvRhgML5ticebmmFJA9KmS6rrjoJv7i71ovHoX/qMdE6Fzi1XY0z1IJ6NBzvM3eJMsgWexoggMciGfsEk7sForkPFUVZ9apgCr/pgxaDNm19Gx9IbvQaPVuygASR45N6+zBEcGsW520jjsnD8W41IYBIEvao3fR4/ER6XdCQarlmTR8UjM5sEjIADuqphT5B2s2LYUc5MyKI1B1VITcHBsawRpkmGqlhZ1DiOXr8Ru2mkXdG6xFrs/YdwMxfdPYcbO9diaQzxWA/BB2Z5Y3LMDKqs4c9KMJIDymzgkZvNRJDgAbnn4Qs3YiuTx2PDlSExjI4L5+XyKAyN6om4JF5b/gy1TDkij3iNFykORIH+4qNZtArAq5FdCKdkThANwFXXFxXnDUFkBDt/Zjvrb/8ITwkLKD4aL7J2SZqJ46Sm48lkr6nGZLZMh88IWFWC1PtYNn4keVfLON+nZRahy8BqldQD88OXQrZhSDUBONLZ9NxEz0hk9CPTtiV8G90WdknrWs5iHWLdxHualMsJy9x6B23M6w49yyT7BlvXzMCuRQLgClA/8GF+374J2dX3VrRAy/snpSEqSwt3bC67+KvXpA1bTI7Ft6WTMSGXa6+U/ElemdUaQcq4xcWCyyVNuhSH45B+M3LYdp+kXbujYZBnW/I9115W9wbqvJmAZC2L7+fTBb4M/RsViInWzSSKDOCYZGTIePAJ9IVJ4Y5uhagX1CSNhVs622s/zuS2SM3J+m2rc98ytOnVEUAYuU4yU+Z0wrm5dGpG/wFlmn4N4ilaTfqv3IDUjxarOGoUCWCULE1lv8q/aBbWUWK5eckBVeK5arlTnKUkzmBWzFOVvWXEe6eTtCQeq5sqEchmTCI3m71/OrCo0cqWA3ew4UFX3UJttSDix9jDgKjexdA6xHTjT2TuwSueVkrKG06Vcu4bsWXagQPa2fqlRAjggqEo8lniA9OwKlD1wEXFUvp6Y1H8Hvm9gjv4TYHUeGig5Vnvg6KT+qBWgzUI2BVh1x5SRv2JeVS0KkJKK18eWofnlu+xzci8M77YRKz5QvJmX4+WOyWh4J5KlLwC8Peugb+kaaFoqDJWLBqFoUCD8A1UBYvV6si/vRLc9+3GZQhIV8NX/pmNaa/Ytti6dzInBzoXjMS6ZATJqV/4ap0bVhAs9w6fj/MoJ6B+RRLlhhfBBrYAaaF2yCuqXKoMKwQHwDwiAb6CAiWJlbCJzlOqkvrGT4+H6UWj5PF4ZdKuoTwP0KF0VNQODEVasDMqHhsDXT6gCmGs0QJ6I02tnYADLsTqo81IsaVWC4ViNj8SpLV+gF+VY9USX+nPRMXIBJr5Lg5BXD6uGz8anbGCw1EPzUef0baQhEL2aDkOx/5ZjaToDYhYrNRlnRreAh5DBfzIvbkH/g4dwi/7aCJs/m442moGVcjLw5Pev8PGDV5QnGCiJ70avQF+Csb+/jPFLluEw25UqlRfh4JCKBq5i5XixdRTaPWWJCnitsG/mJNT2JqhzDmKPrcPQ8xfxlIbM8kBp9zA0CK2N1uXLIywgCEF+PvAJ8ABfFYBXPSqmv8b+n6biC5ZjtV6lWdg5hOFYlT69iCW7VmNjFon4wkerhsuwtXspjbMmc9mlHPG0SBz4aQ6+iCPsuK5oUulzrOzZEAEUFBfj5prR6P06N6hYGd/G+Kh0ZVTxD0aZEmEIC/aFh7cLePouDIzVxQLMR+RBorhLjCQPVUwZc1a8AuymyVUzqsc8y5FKCRuvao8t1XtTsRBVBMXUb00WgcYHqn1WrZuH1KwUuORxP89vfbnfOz2wSnkmWG9Vy4nNsUuiAXcEHCWAtlFUeEcJadhOIiNbLwZm6la6GOIsLW9uSHE8AYQuQvA8eKYZcqTrGRJIsySQgQ+hm4gpQ3FZqDh4kEvXDAkk2cQnXHfi8fkQkDKITWzIoBTLIEuXQCol5PJCCLz4TAjb/KZMCXJSMpGdJQGJgCt0dYG7lwcE5JbdmL1HCsjTxJBKNEivBUK4uAnAc+fB1RCymimFLENMb6SVichGKALfS8ebec1+U5mLISHk28Qy5QshIlaqsUYTqTwtB2KxjhETCCF0EzJGmDFy0TcuEkCemoH0tBzaVgFfBHdPN7h5CYmzh+mJeIIkpSE9S0oNLOJ6IxC4wtPfHXzy6i2/7TW9RTq/MHX1oOcyUz+yYHvtuSjHDWZl3oAqMUBjB0W5dCiMWdtOBKmEhPnITfQiO9/KbHofBCJ/thFEgrkbDZ+7INWqSYx2GtqQjVVC9Xyman7u+mfql6r18pS9kZmuPkxBKtUzwZjyDzyb2xTzJJ/7Vcz+7/HBhZs0mBEBo1aMX4HhZc0pVYIXv89HY5XgVYfHk0BSxE7W7J0pwCrQrPFPOPiBG9IyJODxxEhLSsLbxHg8fXEVe5/cxElxFqQQokJAB2wYPRwNVIJXIfo+1m9fihnxKUowMbd3PmgRVButytZBu+o1UbuiL/gaNkfM7i9R/dozEMiPJ2yGX0dNRtcKBuZDTiLOb56Czs8IkMVDlZLjsG/QhwhlA3nh8QnM+u1nbEhNZ4MtqZh6CEKb4vXRulwTdG9eHUHEy9GSyvHqXyz/eSm+T1E8M1cda1+0CqmHluXq4cNqNVClnCd4Gp69kCfizNqZGPyKCV41sPNSLG7JBq+Kj8LpLV+gDwULgzCi/WJ0j1qAAY8ikYGSGNpyMr7pVgr8jERc3/Ut+jx6iWyEYcHwBSh/dDQ+jSZkFAywenREc3iJSAApHjIubcXgg4dwm/5aFXN7zsHAaiJI08SAQAC+iIf4K1vx+amjuK7ojrA99n4xGjUJn+6z/ei39RfcoL/x0KzJZmzvpkq0q13fU/dPQb3rEex0r45lo+ahm4JzNPEF/ty5DqtiXiE2j3uNCKU866NL+TpoVasx6pYvksdDGumvceCnqZjGAqt1K83CDgqsypF6fS++PLALJ+g644NRnZdgWvO8YD5deRS6kZOOF4fXYezVq3hBuIL9+mLb4E9RTcExG3Mfm7d/j++TtY17IFoXrYtmYdVQt0x11KruS46FDpkIniOWyhiHTEvOG4eUhsZ+S7AuQh0hZ3hDhVba1x1dVEkZCXDhiyCwErhq58Bq/owrDlTVrv4K759ccFVzdcqfb6+ljGPzJ2/+VlyykdFgVlQs+dFB83tgypeSSxsx4XwkYnPI7aeWxPdAce9Q1C5dFY0qVEKV8v4QGSTJl+Hd2T/x7bUHiM3KghgCeLn5oWWTIRjRMkgZuRXIQPih3Vh6LwJvs7O1GLbq7fHxqYQW5WqgWdXaqFxO06Jj80Y+wqGzx7E3Kg5JEgnk8Ef9Sh9iQo968NbBl2RQXilJeHr5GDbduIBDacnIgowadALw4edWFT1qdcSQFjVRTJXkXrPQtHjcOnUU2x8+Q2xOtrrBzHdHoFctjOzaBU3Lu+TZzhS3iek3T2DxqSt4lJmh9LBgbEEXeLuWQsdGH6FPy5KMd4AyaeqgHFF7NmPpsxcIZ598EbQ6wKMSBnb+BB9WVUVXtVkeMjzb/gO+jUpCgg6eGYHIF2X8w9AwrCoaVSyPsmEeZhgxcmTevor9t65g19Ob+FdObv7JjOLBDV6oXeJDTGrdAe1r+ug08tR6LpPi/Y1L2HX1ODZHvUAkfaTFJHLoCvNuhH7VGqBHq0YoozjgsIa2qfYXWQFz6zb1a31jp19TGb5eg9pcKDMQjM781bgghGp+a00dYHLIoPcrfEtBZKbLSyJWB1bzM1pM/01vA/lKqAas5kqS7Oec13NezSL7IHVt5FIeCZA1h3msy4CHpkrJHoLFxvz1A9qfu4ZXdHJ0wLEpo9BUAcaYNOa6gRAnqRIAACAASURBVFVGPqqFmQaski/5EMIXfIghofYZsWbJCiogF+BwR5ki9TG773h0r5bXbpQ/voDF+3ZhXVwcCASrCCekaBEffHjyAtGmci9817sNSimpAGS4saQv2rxhglYJXNvjr8/GoJWmt6SmnMSZCD84Hw3OP0EO+CgX2B0re/ZGq4pM28haLH54Cl/t3YNdifHIgIwCt5rJR1AO3Wt9iildG6OoaoApk8Ylb2bxnSNYeHAvticlQqylbj4E8OYVQ7tqn2Juz1YIUX0SbjSwGooJHedjgPQoVl48gr0ZctQIGYhfp7SH39ubWLplBZYkp0OIpjjx/TSU3jsKYTcZv+mipSbj8PBm8HVh7MF0NWCVD19+MVRxF1GaAPLeNF2chreSZJYCgJQQiN7N52B+p5LUXpJc+xn9D/zFerwK8FGb7VjdzjBhbdK+qWh04yU7x6tifr956KvgSCXVJIZj/8+rsT42GtGQah1DwB8twz7G5+06oEaYim7qAlblUiRd/wW9D/xNKRSAYHzR/XuMaagNCCbSYeeWVIacf3/DoH37WQC5HlYNm4nOqly0r6/jp12bsOZ9Eog7jKbOMfa3B5pXnoiVfRvAx+A5MJ+KaOHPlaBqrh+vhWtw4OLIXiWTQariyUtwDLL2cUldAgRYJZJxEQjZIJ6WlRDv8rNT+q1/9jDjV0TtpGp0K+T5ZM/Nz9GEvm7igjVpHSvmJows2dpAyPwBq0Yrh9EZTTVn86M1TKNIjSK+4lm3qfWTEvLfBmOLCN88Eu1eZhiQpoDelJJWuXu0wPwu/dC5thZLTulhJMHDn2eg+5MYauAqpFKn6jfYM6ACNWZEfLI4JOPUyukYEsPcRBuTXEF8h4qjT6Nx+PaT0nkOKzn3L2Dxn1uwMZMxdul4uHbGPxP7oZYZy5D8yWl8sX0r9skYShBtiV42IAzTP5mFcY10GGSx4TiwZw2mvSY3+dqSL3o0moolXcPgqrSvFLojB7KScGPXYvR7Qm73tSUfdKk9Dj90qw4ffTZh0i18vmiZSvRTRVnu+LD651jbszq89BlM8jhs/OpzzNOBwytKI8a3C9UZPqqWGY6NA1qiuLE8YPJsPPxjNcbevk2NR10c6q68oviwSn+s+LQ+AvWVnZ2IC78sweAnLylPl67yiLQ9XepjTsdhGNnMzxh1tJs8FNuQg/L0clQJ6sNC1q18Oz/azUhbtiFENjkyhseKGNKE6secHSu/rcoLrOa3RPO+zwVW1b8ntg4JUMkdMxRyYdZ2OQeq6lQ0cu+osORoRGoWPbQHwNTY2aEGrPKaY/+UyWirLXCVwQK1AKsT+qN2IPtcWQ1ZNR1YJfJ1h5yCoqqXmo2CO2Bgw4/Qq2kpuGvEYVJrslSMdzeu4+jdGzgZ9QRX095ST0OSVK3x4KCRuDC+I4rTCPAy3PqxP1pFMY/LjQZWpVl4+fc81KfAqgCVg7tj6Sc90aqSiNYlkQEk8BB5Uh514Qz+uncDZ2Je4EFOMhI12kTWar+gcbg8vh38Lcl5KRUj4c51/HPzMk5FP8GNjPcgV1+kPlX7qWTIcOwZ3gVllY7+xnqshmJyl4UY5fccFy/vxtcvXiABYdjy1RK0fbIZLf84RPlVfYI+x90vW0Hw9+cofT6C2uBFS07G4REMsEpSxqXtGHjwIOuxqlsRyUW6FL5oX206Vg+opFzLzQVWk/d+jgY3o1j90AKskqZIpEh/chunb1/G0VeP8F96PAjRgvpZQohgYVMsHDUpF5S3CLDKyILsXTyZFKmXtmLg4WO4R/9rZXzbfz761tBwPc3JQPS/V3H87g1cjHmGO1mJFJBWH3ceKpT8DDsGf4AQY216g+uDdTOQywry/J95pWbduhyudHqxLqMUAJrYg4BHoFVOYKpjSoBVkmjQaYHI4vLhnbh/xCgEKNBL9e2Fg6gdQev5fLgKeNyFvIMMmX00Uw5y6UPsRHeh/S9J4VvHov0LAjcZn1wFFTGgbn9M6VoerlqfhEjwZNc89LwfrgICitCi5lxs7V2WLtOELkHAS8b59XMxICLeWBxYpZGBGNByBr7tWEwt6FPW3dOY8OsWHFXtjqgD9o0fhAYmelrIHxzFmJ2/4bhcqgIQ65aTOwFX+83DiFpahBL9DL9unY8ZabpDLfoGjcCpcR+gqLYDwJvbWLFzE1YkJud5HqZoUcUKX2Jvr5rw1+O9ILt7AAN+24NzWrrBd+2MQxP7oaY+ijDZO2z9ZjK+0uZCoUeFwoL7YcuAzqgUbEDPJBl4emANBt38D1FGqCQPJdCvzjD80LMq3LU5Mcuyce+X+eh8P5xGNTYmiYT1sbTHOAysp+8kZkxJts9DvXSI5yFnCymFn4eH3/bDYrc1ismFkYxxOqTrMgVXSXNtq0D2DqxS3yjqtarq1WtbGdmbEsnlHEGCrjFRBVUVeXj0kMo4JThKUqcCKIofxq3F2PLmtF43sKoojfrXUdGYBqyWDh6I5fVD4Sl5h+vPDmHey1jWRnJB1aKfYnXPj9GwrI4XTppdyWbc98VxMXjy7D7OPb6FY5EPcDkng3Jz8hGC/324GD93ocgqXv8yBdX/fUWBMp6gGX4Z/Tm6VTDwTlr8HkdWTkAvGtWdjyolhuHXfh1RoTgPhF2JrMfESmSCyBBwjgHosmMjcPfxfzj/4Ay2vY3CO7btQl4FjOr8Nb5pbUlklS2c+CdIJMiOjcbj5w9w6fldXHp9H+ey01mPRk8M6roFS1uxKKcJHquTuy7EhNLpiLm2AT1u3MU7eGNY19Vof3sC+r5OpiBoz6ZfY/UnZZC9fxLKXoqkcg4p+TmOjGieC6xe3IaBhxRUAERuLgjkCSCRKyi3+AjxbYRu5SqjSoXGaFHTS317izmBwas2UJ5cU6gAIn4ei7aPFKNQHT+OnoeuZbTMDYqWM4i5PDMBL27fwMWIpzj2/DxusggKH/7o3nQOvu1UmnlxppcKYB9mHvgNx+i33hjZaSmmt9BntMvBF6fh0YGVGHPrNl4TKgDf3tgyuBdqaAZFI0Uq2ytGZsxrvIh4gTvht3Hq1R1corQaJAnRpvlP2NTFMGWCOauFpb8hUdzF+XTUs3Sb7KU88vRfQo1A7XCeiEY3dZw9y9pyVQCrpB4BTwgRX2DRPZ133EhgNcgRgVVWkURCEq3bwjw21h55rvyCkQClhVM8BGa8f1wIH23BtMaoWl/uGI92TxX34EZ9wmYKw4R2n2Ni60At/ZPg2R8L0ee/JyrPb9zQts4crP80jOYnS7gLLwVXNs9Dv/BYgzQA2lsWgokff49pTXJdLLP+O4URv21VBw5FHbD3s0FoqM2I0NXlhKfYvHkNFr9/r8PDVNuHPIQF9cS2Uf9DOcbuzk3Rz/Dzxm8wW7u7KpOP1xJ/TR+N+tqcJe/9ga6/Kp4raW90aNkvcbhPTQRo1q3ILsvCs79+wphr1/FYaxFFMX/EMgzXd3CSvcOO+ZMxS18/dMi0WOAA/DmyI8qoRtXVyJtxei0+PH6ZPtU3NvF4NbCk92QMq5sXCJXf3oMRew5gP3EDMSG5e3yMU1N6o7IuWZpQli2zKgAyCgDZ88JjI6FwoKpuQRNbWkz2q1y3Ogr80ACVVHdsp0COAKxSiaiBq7aTj42mi9HVMJ6qmtHcjf7cqTNqA1UVs4mCqw4ErGYcXYRqx28gno5YEYzvayB4VUIyop+9A0JKoFhR1eA86sCqR5GPcXTSQNRReUVE37+xsnm4ehAahbNXoa798GLhpwhWuIs/+A1NNv+J+7RNLujfbSc2tGR5nrLf4cS2pZj6/Dl97eICf9Qt3hPbx3VACU3cUUz41tORkpCAdK9QhBbXAoimpiPu0VFM+f1XHGBNiOKl5uDB5LogUG3G6XVo+89J6gXIQ3nM6jodM9oYeBqV+ADfLfoKi9jL6WrlZ+PM2Ho0eJU4JRsZialIzxKDH1Ic/pr2BxFSShJe3d6LCQcP4ho7k8pU+AHXR1fI37zKlEKamo7khPeQ+JdGsFLgKsUmpyP+4UFM3bcbh9l9o2Kl73FhZGVmtzARWJ1a0x24uwYN/zmHNxCgQlAnlHl/EMdlcoj4DbBy8GR8Ws0daXsnocIVY4DVshjXdiom1nBDckomjYUgELrAw9sbbl4C7UG3Um9j1sJvla+4KlX6Dv8MYfujS6KSRJxcMwlj35JgUGTwW2PvzAkgmC1xN5YlpiAxIQcuPr7wKqqFgyxHjvT7J7D2yC/YkpZOzz9FfAZg75juKEewSp3AKiB7fhnLfluJjZnMs7Fa1RdhT/8KundrwpmZ/BibVs/F4gxSEwleNRmrejaAP/E4zZBClpWF1Pi3kAWEwS9Ay75GYhKEH8ZnP2/HCVYmYWXn4fio6nb/ioN4qYoJLQQxdBxo7c3fZDbya5ZXldAkaE1UZDx64W5Le9DI1hdINlVglXgkiEgcFx7fYuCqkwOr7JjxeHAR8ukzMC7RnVMhGE4cahKQg1yIaS5PBFgtqOeVxgyQNmDVjReIKl6hqOCShcjUd3iZnYC3Wgrj8Wpjzahp6EACUqol44BVPlJwfcs89NcAVt14JdDQLxihbiJIpBmIS09AZPp7vJAzT65UU7GQ4fhrWBsUYy9OLQKsyuVIObkWHU9eyQPwefNDUN03EN4QIyY5EnelWRpj7omBnVdjYUuNKAfGAKsIxcIRizFYC7CZdex71DhzXwcNACMRg8BqZjR+XzMfX7xP0+EhLESPTluwqqUe7w6twKoAxd3DUL2IL1wkCXiTHo8IcQobiVd9vEKDR+LIxNbw11ZF9F2s2vYjFpOgA2pJgHJuZVHNyxVpWe/xIjUWipABimzBgUNw4rMOKKl2eJLi3qZJaP/sPRsJluTmw19QFHUCK6G+rxuQ/Q43Y1/gdlYSfeqWm4piXLsZmP9hCOWedLhEuZ4Ltx2ZP15VhxtxkxpMAGdKAaDlKwL8iCjfqu1sHvsHVnMFRUxBBngujEkOmZzzYNE18pSvWI9aMJyHzGW7Q3iu3v0FjbfvxwPaJyHaNVqGPz8Nhda4HdnxOL51KcY/ew6418e4Fn0w/qMyFIAkUona+z3aXLpFn9iLXNpi/4SxaKVCK8AETSFcNjk4t3gQusQyyKPIexReffMRvBVzTg1Y9cGsEdsws5qK0HPe49CqqRgWnczaS77o1+IrrPlfGERK7FSOpLNHsPXODVyIj0d20f9hda+2KKftRY08GX8vHIX+8Yxd4hcwEje+7IgQgpe9vI7vty3HwlTGNi1fYhwOj2uLYnromMRXdqLzH/txhekdOrZcj98/9qfrcezh7fj6yhlcz/FAufrz8UfPEO3alPkMi76Zjh/ZN+UewTMRPr1hPkAuGeJOHcGv92/gyvt3cCs7FD9+0kD7Jb34Hfb/OAGj45jxCQkeizNftEcgka2JwOqXjb3Ajz6Arut2KEFiRYf5om64+PUQlHMD4n6fhFo3orR6rGZe2oYByuBVjbF5wjS0Km7C2pwTjV1LJ2NuKiNMf+/uWNevP+qV1r3Iyx8cxpzft+EPMTPbi/iMwrnpHeDDB6QPT2Pxof04nJCOIJ+WWDR+CCppezIvzsCT379GzwfhlMJC6NIeO8aMZhxA9ACrkCTi+Krx+CyO8W4QuPfBmZk9UUxfDIk729Hl938ovQKJUtup2XKs7hoMyCWIPXcK/zy6hetxr+FdeQy+6VIDXtr0V56MvxYOx5RUxmqoVGY69oxpBCv4SZswePqzUl5VmQwySgFQaDdt7UJSgqrkZ/2Pzzm+1VwRqgGrFG7mU69VSwWzKhzAKmsAuYiIu6/F5jtXkJNJgHqqalmbiMq4Chl+LXtUn7zAqitaVPsCi9pWQYinBJlvXuHG3XPYceciLksleZ6hVy0/E7v7VYeHGi+nYWCVLuXyFFzbOg+D1IBVIdo1X4HNbfzAJ2US7pf4eIQ/vYffz/2Gn9LVXSX5/GqY1+dLDGGf31sEWI17iHUbfsD3GgCfl3tLLPmoG9pUDYIbT4r3j65iy7GdWJuWqc7DFdAXvw/tgvJq0WeN8FiFB3q2WYoV7TVdOnNwe9M0dHnB+I3oSgaB1fgbmLx0Bf7QWYIATWrMxa5e5SHSZaRpBVZrYOP4qegcJASyMpAQ8RSXbh3Fj4/v4zlI5FbVFIDxHy/GzMZ5vUvj/5yFD29GsN4xzDdk06pWZix+al8TRf1cAGkCbp3Zhx9uXcINtfkWirl9FuHzurleJ7LH5zB950/YSt7XKRK/FhZ2GY0xzVXcgt88ws9/bMbiN28Qo8jHK4FeVXtiQc9GCDIcx8DuVjPSYxqMqJA+tuBAVd0qSYOjyBnKGl2bEjGkCbjK7FnW37kcCVglEmHA1cJ0yazoK8OrahQHmN2titZvkC5vVdWaFXyrDgGspjzH2rVLsSAuDsQ3L9CjJVYOmYRuWi5/Zf/9jcE/78ABqhw8VC89EYcntoQfu3wkn9yCsSdO4IiYhJiqgG+6T8cXLRTknCoSenUTczYswsocRsuqVJqHy2NqsAAtADVg1R8zBm3G7DoaY/vkCD7fsRNbM8nFNw8Bwtr4bvBs9K/O3pLKMnF/9yqMunGN5Zwshcmd5mJ+Oy3tkSfhwHdjMPA9AyQGhkzEf1+2ZoBeuRSPt0xEowcxrJ1TBlM7zsCcD4NJQPq8Ke4+fljzPRakMCGy/Fxq4LsR89C7HHntn4HbO2aj24MI+syeJ2iNPWPGo2WYloJS7mP+d19hDQus+hT/Gk+n1DZ/pZZm4PF+EjX+EgOi86phwaezMbqRFjokcSx2LZ6ISUkM0BwaOhUXP28GaiaZCKzObOEFZD7Diu+mY6EGvZTI53O8+qolvamI2TUBjW6TEFB5qQDUgdV6WDZ4BrpVNuU2XIyX+1Zi4o0r9CWXAP5oWGU8fupTC+4a/hHMgErxaNNnGBYeR21VHkphSIvpmNWJeRInv7IMDf6+zL7WE6FL+x1Y/oGWwAWpcbj2x3cY8TwKYhRBzWL/w3cDe6ACMU31AasAUv+egcZXnrF0DMUwvP1cfNk6WDtGkfwO536ZhZGvE9l1OwjTBm3AmKoAxOl4fmg9xl+9gmfUZqyHhX2moWdNLQeAzFfY/MMX+J6N7lYhbBb+Gl0P9hrDitiABFSVcgT7edchGqxKCoZW1bjdnANXGTFqAquMPUjAVSH9//ymQgOsUsHx+RAJmdvmwpvoY53C230dPWdAVe2yoZyHPAKu2md8vbzAaghGfTQf01toXLEmv8Uf66diVqo6TOYprITJfeZicBVV4RgHrEKegstb5mHIS1UqAH/MGb0ao8tqEXbMZXyxYQv+zCJxXxWJhyaNVuGPTxiD2BLAqvzSKtT8+xqSVJrg7doIi4ZNzMuhFHUUPdbtwg2ZRHnYdOWXw9AuszG7mYrJYZTHqitaVJ6A9b3qwE8VzIt5iu07l2J2AvvsSIceGgJWpVe3oNWB03ipcwbzUC6kLzb274zKurhQtQGrol54sOB/0GRbyry1HyP/+BNn1OoToVpIT2wb2xkl3FR+SInC1pWz8FW6qn6J0KTKF9jcuzo8XVXWnYwk/L1qIiYkq4YAEKBZ9a+wp28luFGbUIY3Bzdh3IWzOK9iN9SoOQ8n+1eESHMZS3qNzaumY3oaOYZ5oV5wK0z8oAu61NPDW2DHKyF7tqVrT2F8bMFRAGhXTsqnRQM56N/KyfQgukOCMNpiz3c0YJVIV8An4ZtIKgw2keLimAF5jDuK2fECaYWmGQOq5lotPAgc4imEHJlnV6He3+eVnOdubu3xR9/++KCaJ0M4LJYj88E5rPhnJ5YkJtHLdxH8MKjdD1jRUQWoDL+BhdvJi5QcyMCDn6ABFg2chH413HKnUPJr/L1zDeaEP6N2Cg9lMLbNTCzuqnJLbQywKpcj/tAytDl1BS+ptvJRLXQYfh/VCaVZDnrpo+MYu3kDdrEmh3eRD7G6x2B8UkfF9k2Nx7W/f8LYm/9S4Il4+1WqsQQ3h6m42kacxIh1m/B7DgM0uiIAXeuOx7JuteCvMB8Id+qL+9i2exEmv1eEH+WjfuU52De4NrVZyBEi4/IujD6wB8fpBBMipEhH/DR8EJqWYp/4kP/+9in27tmEBRHP8Yb2rAS6f7AA6zuzl8XZGXj/NBwP49LBcwtF3Zol4GFMkKHX5zB2xQrsVSppPWwcNhUfV1Ex1BJjcOXgeoz77x6iad1F0LT5euz7mBWqqcBqSy9AloKrPy/BZw/uK3WMh1D0azEbS7uFIEsiw9vdk9DsP+OA1R8Hz0BXk4BVgpY8wZa1C7EqLY31cg5Eh8r9Ma1jc5QOYm8YCRj16g5+P/gzVr+JQByVkxCBvn3xx/iPc19LxVzCzE0bcCAzg1Kr+rrUxtgOEzCsoS/JzqS0VNzevxATHj6lrwF58EGn+jOw+H8VmeC1BoBVRF3H8u3LsC6D1MCDF68sejYZjrEtKsFXxRCXv7qDXX9vweqYN6zDgisalZ+EjUMbwZPF6+XPD2L45m1K+jQevynWD5mIdhVZcJXoXOJb/Hd8HUbfuc/2GyhRYSnODw9jOyRB+sN7uPtODJ5nMVQOKwlffbSvVlh/NYsUSxlQldur8gpbLpPTYF7GgqpMCYQiiri6FAZ7R7eCagNWqT3IE1BwNb8YYaECVolSCVm+1cKJrRYm7wxjV332sKES/VXXlyQgiEhgf+BqXmC1BMZ3+hqfN9PywOP5WczZuRm7acjS3FSm9DQcHl4bLsqL9fwAq0GYPWwFxlTSIsnMBFzb/SOGPWaiuytS1Ro/4NgAxtDNN7Aql+Lhtqn46Mk7lQ2Zj8a1F+L/7J0FeFRH18d/qzFIAiRogBDcvRQoLsWKtLi7VPAWK1qsuLZ4oQUKpcUphUJfihV3LRQIBEuCxmV332fu7ia7m924k/kenr5f9t6ZuWfOzJz5zzn/s7VjwZghcKGvOLV5Hn1vPyDApE/5i0zitOlHWAFWlTIvqnKP01HiVFIqd2vmd/2ESiaJtsJO/MjA3//kkCBFjKXECqzqwri7bR6fXLhh4hGqxJ3IKENJX3VRZnefQg+jZ4dle9aAVbv2XJzcLpoDLeodLfc2TqTdtQdmXqiQkxGdljC6cvQGHXpuL1/u2MJ26QrVWMqzbsRYGlkBeSNOrKX93r+4ZPJ03mz1WNhrMB8WFif/UC7/OIkm1x+ZJR6rVGkqf3QugdrKxaLu8g4W3ivIR5UrULywOnPgJUZOyHfIFsoCVa0vEmJmSd6qgm8sHsaxUBmVTABAxvpSTokyIrAq/DYF/37KSSW+dkjqPKc18KqmTmsZq5WEgKrGLxPeLRmCEkAXzr+/LKDT6bPclTovJzvZKeToRn57e8JC/PAOfcVzXYSBj15OhSJf8GvvuuQzS6QZyY0fvqLFVW8DTZAMJ1wo4pQPTzsF2ogAfEJe4B0ZKNl3kquCXTsujO1BMdNb2/gAq6Kbbx6yfd23DHr4NKpfdasuZF/3glHK5bN5LI3O/isBlAIyyC5zppBjXjzs1Cg0gfgF+3EnIgBjFgI7u3qs6zOU1iXNZ33E2e30+WUb+yLDJHtDjT3uSjeKZ3Mhu1JHYMgbHgX780QXFkXnlC9HZ/aO6EhB6RLdUF+YP7sXD+UL3xApPFzI2kWWgyLZ8pNPpSM87DVPQl7ySBsseRALGTk5d+HQkI4UNWLPPjf4acsivn72CoXifVZ9PorG0Z8cy8TScGPNSNreemhwKpDhiAte2fKRX62GyLeSPO5FBkblTnDN9hHr+/elloeh2sQAqzItb4/+QNfdezljqMberi5LOn9K01IqxG4lgNUP4g2sjqF1KUWCAbWQM9sYsXMLhw0mqBI1ORQ5yO/ghptKhi78Fd4hL3iqDZXGUIaSgu6dWd65LaXym+iDJgyfndNpc+6G4Zwiw4HseNjnIp+DE2rC8BV0VpEBUXJ0klVh5oAJtDDilHEBq0JOt3fz2aaf+TMiXNrP7bDHTeVGQYfsOCvlRGoCeBTwnCeG/upEf7O1ZGH/nlQ2S+QbztW1Y+l5xzuqv464UtQ5H3mUKjQRb/AN9ueRRj8vJW2VV2Nh33F8ZPRcj3zOviVfMs43FJ1dLaa3G0CbSmlHEhApgEORvCwLVTWf7waBiGRVemewhBVh7bzrfKu2gFUhG0EHoJQlLZnVOwas6jMXZPGtJmwiZu6nrfOq2vpmlUKEV6avg1hMYNWDL1pOYlgtK5uiVoPvzqnUP/+fIQRF/6XZHRuxoGMvGkRlQ40/sPrP2qn0MvNYzc343gsZYuYBGy1R//3L+OTIP1JiAmMpUWY2h3vpLcckA6vP/+PH9bOZ8NLoVSBqdWNk50WMMAECTcc44vhqGu05YuYJms21J0dHfoi70Wk1BrCq4r3inzEkbDMDH/qaUCwUZ3avyfQoHW2oPVz/ObVvvYry0nVQuuAU+cYCrIyDY/XFHX786XumP3suGeTi6rx07o8YqDzO2Cd+JhykMurXWcmmljaMIivAqszuE85N+pi81kLf7p9hxoalfBdq7onaoMo0fupYyHCciOTO5qk0v6LnmjIWtUsPjo9sRh5r4VhPrrJm8wpmvXhtApza0/Wj1SyrowRtEKfXjaP5v3q/AmNROLbmz8+6UMmUpsH4ozA0NLJor4JMsHhJh1O5gW81E3xPXJ+QBaralpAeVLWk5ohdogJTFXuW3us55SDEjAisShIRy0XKiSUudU+137NAVduilraNRI6EAFczRDIrbQhXNy/iqyvXuBgZJu3TanQGwFKGCh0a5DiQk6p5P2Rev48pbc1j7elNNm5bz/QH99DHKcnQmEBgCsFBK8FESvI4VKR3ixGM+cCCi+fqaoqv2y9xtQr/0IHdfmZ+NRsD4H2EwUuWssmwMWRzaMza3kNoUcIwad/68r+tCxl24y7e0hfoE7gbiwNyItEa7LNiTOs4lRE1rYTH67QEnt3HVwqrAwAAIABJREFUuO3b2B4WSKD0BXLUaNCn4FJgh4ZIFGST56N24TbM6dGIvM5I4bimXk66W3+zbO9vrHn2mOeSb6+5fikNSeMUqPF0qcGwdl/QoZwJaf39c8zfMEfiqpdRluWfTqe9tQgwayJ74c2enxcw6cEjHouLI8TYygiT4E0BtIKA8SQ/SXllFvaYQNfyJoaf1o/fvv2CT1+EoSM3n7f8hokNcut3jjdP+Gv913R+JGBqJzo2Wsay5gbE3Hsv7Zau5YShT2qnThwe1ZECDnrwx39DH2rcCkCAgxWLjObnAdWwNwxh4J/zaPLXKcnzU6WqybJ+o2hcWIDOCacsCTy5hW+PHuXwGz9eGmRvqg8SjazkkZ2NigXb8WWrNlQqZGUDCHrM/h9XsPzhbe6jkZJoydGZ2PkyBPSrRYW7XUV61urBgCYe0dFFEf4c/H4Cw5/6S+/kzT+SA18Y6BZMxk13+xCTt25mT4jgExY6p5A0VhCmKaT/Ezon4PkcVCzQirEtW1KpiBhRC8pR/wf8vm0R33r74IOIxJAhzG59BgkBDEOEYdwV8srM7DqW9qY6F/aAdbNHMyNEPF+aCW1G0Of9XGlCnyjZORpNIhMiJ3IhzyivxZWsKh7fIfYroWXvarEFrOotZJFTR4FSHkuekjgE9+4Bq9JipKcEyEpm9a5Oq+jvFu70cURUmglJ8gBKZ8msEgSsiq+58QutNu2yyCqfn/5NJjK2vjGFacoBq0/3LKL98bNmSaXKV5zH7131/EZJBVYjzu2k77ZtHDEbueqsHzqcRibRX2Y/391N29VbOW/yR0eHpvzQqzu1jPxYMYBVJ1pVn8Ao7c90PX81mtsTNe0af8eyxkbjPYzDc/rT86URmCzO121bkfP6ISbeuWoASfUNx+qxevcAfdb+aAgxE08XYUidfvSP+JnGp65HeWSIXwoUm86Z/sarc4t5nlBgFQ3X146k6R1TflglZfN1ZImgHBAJdHUB/D73Mwa8ND2eyqlebjwbO5fG3hpgqwnk3MZZ9L5l7ilcpepSDnVykzxWL/04lVbXH1gk/MpOA6/2jKlXi2oFHZHbCVfyzLuWGSkB3gUAKItX1bYe63lVhcdqwr0UBKiqli4EUw5BzKjAqpC4XKYzJLNKOfmk3QolQin1vKpZJaYEjF7gCZ9V+rokvtUUnlvJNm66CF6c/pstFy9z3P81EZH+XA54CapClMuWjZw5y9C6wvs0qlCQbLEx6Lx6ye3Th1h5+jIPZOE8euPNPZH5FVcquubFTZadCiXq8En1qpT2MqEJMH7Is7/pNn8tRyLDcFAWYdbQ2XSw6ZGpwef3bcw7fZKzIaE4uZSnXYPeDKll4kob+Ia7Jw+x6uI17gc950rAc+nSWi3LQw1XN5yUahyU7rRq3J22VWL3wou8c43df//O776BvInQoA17xtmQYHI4elHCTo6za3HqlK1H+1qFUdvpKVmsho76Pef6+aNsuXaD+8HPuf72Gb7iOlzmRiXn3ORUu1HKoxyt6zSgdCELA+n1M07uXcfEK5e4qS3BkoQAq0LGr/25fvIP1ly/x8uwMCII5v7rh/jL81PdJQf2SjX2ysJ0aNGJBqUtb73DuPPrAsbdCMA+Zw2GNm3Be8aQ8shQfI7tY8mJczzQuNHlk6G0K2cwviL92TF3EQcc8uEY9piwMsP5tlk0Mq87tZz+R1+SLbsXdUs355P60RQT2puHmLLjb3zt3CjrWZkOH9YljzRMMpG0O8Geqzx/wpULR9l14xYPw15yN+CJBNoKcLJs9ty4KvPxQZUP+ahacbOw+xjzLDiY51dOcfDqaU6/DOB1kA9XI4KJQEkutSclnZzIk78WXWrUpFxRRz2tRlTR8OzgXn799yo3AgPJW+FzJrbwsLoDa+9fZefBA5wKCiYoMoK3gQ+4FKHAy7kAudBhb5eTUqU+onftkjgb5qU+iZ5ozGTlevOSf08dYOPNuzwJDkErC+LemycEKgpSydkZO6U92dXFade0FTVKWjCr6oK4+dtSJl24xGVZOb5uNZge77ulOrAqzJtwrUaKzMkqMSWg1WjQBz4mTUDvMrgaG7AqrToGvlVFIvlW30lgVTKkBd+qQobsXSSvy1qtoiQggNWELk/SIVWRfpJZJRhYfXWbVUunMUefBDWq1Kj0LZs6GOOBkgKs5mJc3yV8ao0K4NVD9mxazKhHz0w8G5U0qbOEda30FkNSgVW/PXOoc/yyGWCpcOrIgc/aUNIWZ5DvMfrOX8GfpgKRlWZym6H0r2kAm2MAq650rD2BMc5nmHdgWxTPl6iiVMkpHOpRHJm49Hp2g4UrZjIv1KBp8jrsHN0J+cGVdL501Qw0jA1Y1Z5YTpU9J6N4oUq4teCbNp/wQcAm6vxy0MwDOFeunvwx4EPyW5Kmis4lGFgFzT+rqb3rSBR/lqgmu111ZnUdRjsRUqfzY/Wk4UzRU5QZSlFGfPg5Q+vltskR+njnLFqfvmbmuVu6yEgODq6Ok0zH072rGHzsCMesTlInquaoSNNilWlYqiwViuVAJajEMjF+YExmlRmXcDHEicAMM6MoYnyTkI0wpkV4XGLxMcG3KsBVfUn+SZKRgVVxSBF0CZmTe0xmOKQm/5hnhsknUQDonboSXTJUMivxlTodIY/8ePEqiFCdDplcgZOrO7nFRWVC5PD0Fb4vXxMQYbSjZcgU9uTImZucBRRRoarioGouXy2vrj/iVYQWuSobhcu4xw7ghEcS8uAJz0Mi0ciUOOTKR/4CVm5Tg0J5fe85L4W3mzSmMmRqJ9xyuuGSN4EeWgEB+D5+TVBopMTzKJMpcHLJQe6CzpJdJ9bjcFugqqkmhYTx9v4zXkYYEs0IbzF7F/Lmzom9Sf5NS+XTPXvM2b3z6HTLiQVDp9OuUCLUU6Ml9P5z/ENCCZfOOqLt7ORyy0X2XHEMtABvbIlM2qyt/C4oH4UXpxZCDGHcZrR7Ri8Wa03b+E30OXYCrVjkEhDC28fPJT3TJ5WXI1c7kzsO2cfcgCMJe+zP89chUnZ60SeBITi75ydHnjhu9W3Jylq3AwJ44/ua18ERiAgDmdB1x+y4F3bFlgOd1fmq1RLy4DmvgqPHXengTE73XDhZOxMY+xIYzM0dk+nyX34mturHJ9WMjjaJ0L1EviJ4VSOzDMGY0jMk147UapKKqUbZgO8q32pcwKoQkIhEUctVieJbfWeBVYldRSGXsj4mlag2ketH1mtpLAGxQSa2iEOYOp3wrSYYWA1+xcVN4+jwwJRRFNQ5hnF19Hvo786TAqzaM2LIWkZ6Gkm2DFIOCcP78HqGnTjBBW108JiLujIjPx5O38p61/ukAas6Hv0yhbrn75qFg+Ut/CV/9KhELjO+MJPRf3mFqXO/ZY2ZBaeiXb1ZLDFkCsUKsNql7iQmFXrGkZPbmHjvfhRAWChPb7b2akKhnBB6egdf7PqV3411q/vxaFpDwg7MpsL/4gmshodyddPXtLz91BCy6EDjCqP4vkNpHMOuMGr6t2wx+RwHu9os6DCA1kZvAlNFTwSwyr/HGLpuRXRSBKm+IszsPo1egstV94K1k4YyyRRYlb/HmkGf08TSG8OkL092zeajU1fNgNWi+fqwrVtTPHOD7sEZJq9ZxDJDdmFb81Uu8sAq8lO/WBMG16tHlWJWU8Emdrqnm/cEqKYHgDJXyfJUjX08hVdURDIcNgTfquAKTxKKZKOrGR1YFZ+lTGc0P8kxy7W6zLZaJIdU9HUkhlfV9h4klyhbUtIrPPm+PHVqiuIAFABnJkpsIfRGgKp6PD4hSHQC5B7sz8mtCxh0Iy/rJw6laupjXAnobPSjIqIiVKNDY3BaSRBQb7VFPR1AosHVRH1FxnkpBiVAUroeEc6dLV/R5r8yrOndn1qeqbt3CJ0Jl9wxJRQ8KV+S+d7V6YiQMpYmHreIKRQZqkR6ZWZkAccHWNUn+lKgViScEuAdBlb1t5lKuRylcOXImsMZeZ4koO/6RUlELSVleRLqIpJeCM/VlDmmxv+TEgysBvhzYcvXdLQAVrPlHsH5YdWSAVgFj5ztGFZEydvwSGmeKeSBnL1xlP+F60njTUuRfH3Z2LORBEKKkjRgVcOFJQNp81gwFEUXAaz+3q0S7rbC217fYfWSKUzTk5dGlarlJ/Nr9xL6RKA2gNWppTU8vbyFXqfO88DwZq5sjZnXtTdNvcB781g+uOITZRh6FR3DXwPK47/rW+r+E09g9dltNmxcxAT/twa9zcGAlvOYUsceInz5bdl0Rj9/YcKbq6ZtnTksb2mFiDQxwOqj6yxcOZN5pmRVyGhYbxU/NXeEZ+eYuHQh60yYAGSqOqwfMJj6sSVdOL+K6r/+LYXI6YuMom5tmduuHfVKqJBpgzm2fCSdH74x426NbXY4ywtQq3R3VnSuhLNFtFP8Z1X6fNLghCOFLWcmuzMJd1zpc6CSsVfiEC88OJJDRhKVjVyfGTa5S8YGVo2rT+ZKZiWxOybWxTm5FSSd1Sfmk9GZLDm6pgc4on2eMxOQmFT5SABrJgFX9TzXAuhL/jU0Ss66VxxePpY+j3LQt84IprTKk9QhSJX3xTCHabVEaISHb3I2qfdaTcqZLTl7k97qShZwVRfEjV8WMve/IGRlRrGureD4Sr0iAHkBqmaNsRWZR/Gqit+SV0L6ZFapC6CnnlZZbyl+wKr+PCq4VgXnakKWs3cbWDUYQkqlAH4SIra0Vous9pMigcSE/1trT2iMAOXTOplVgoHVt35c2DoxBrDqnGckZ4ZW1YOISfJYTcjoOPBR7Vl81zoaAEwasBrJ6UUDaP803KwTcQKrr24wb/4MFpuFskP50uPZ2assEj73+C4/rp7M+CjM1hXhsTrjPVcU3r/SctvvXItqNReDW89lYi0tu6b159MoNDkvnzebyLj6rrzeN5vqx+IHrGoubqfT1t/4J6r+CvwwbAxNBS2tLpz7u1fQ75/T3Db56ux5vuTmiEoxN4REAau3+G7VN8wwk4+MurW/Z3Or7OD9DxPWLGODCfAqU9Vjw4CB1IsNWL20lppb/5Iy+kYVRW02du9Hk7L2iCQPPLzMyq2rmOr30iRBV+w6JiM3LUp0YUHX93G3yJuREO1Mt8+KhDuZxBbK8la1rWV6XtXkAVWNrUjJrASVjfSH5LN7MgOwKg4twhQU/9L+yjRpq4+U+CULVLUqRLHmpARQo+c91PswZgGrNqzm5FtykjZBEvG2WI8jDf9SzFNV6lcQPv+c5bisEp1ruCbnMp2Ir47fKwI8F7IJ0xNAJnvRe61mYOVJdomYV5h0cFVLwPm/uGr/PrVKZ0vVsCgBqkZo9XQNWcVCAsL+0woP8JSZV6K1d41vNf7Aqj4iQSVXRSWojM++/s4Dq0JsQqlUSn0YT1bJ3BIQm38yRFRGCUlsZnZKuSHxRdrILsHAqg2P1dQHVmUUcPmQxb16UMMkqVTSgNUITi0YQIfn5ghpnMCq/2mGzV3CdoshLF9mAjt7lkEtDks+//Lj6ikxgNXZDfKgDDzFp/OXssvk/YKFRnG0h5LxM77lZ8PfHRya8FPvntQsLCdg/2yq/B0/YPXpLxOoceFBVObi7M4dOTiiDYUM+bF0V3fRbdMv/G3SvsyuI5cmt8HNcl1LDLDqc5vvVk6zAFahTu0V/NwqO7rHZ5i0YjE/JAJYfX/rXyaJv0CurMuGbr2pV0qNo0J4AMng7mkW7t3D1if/cSfe08yDIfWGMa2FR5rOz3h3N0EPCl484XmYoJfS5cNZxrT1YRH7lABVhcdqshUDl6SwedTJHLacWYBVIWsxr/R37Rl1ggle1Yza92TTdpsVJScFgGUjGY5vNeXFbdFCxo0QFJ6qIoGgPlI5a34ZB1aIRPB/h2sE/2hybljRqqOvNQl8q6mu56nfoCBNyGh6KeycSK1W+qcf4qx5Zao50oVFpGlS4GTWK4NNqOdbfTdAsIQAq/pVR0Qnq6PA1bhGIAtYNUhIEFGrhQtQppjTSWTij0trMuTv+m05JS59xFJkp9KHgKWF+iQcWPXl5E/j6fk4xGwkc+QbzanPKycLFUDcKiInG0UY3XkS/QzcqsZ3kgasarmyfBAtH5oTDsQJrD77H90WruGoRcffqziVX7oWQyEMaZ87/LgmJrA6p2ke5Dznp1mjGRtkcqsoK8O0Ws5sPHGKfw31Zs81iPND6+JkB6/2zea9eHmsBnFo3mf08jeCxTlpU3EI8zuWwcGYTDbgKuNnzmaDqU2rqMn6AUNo4mmRcTYxwKr3BaasmM9qM5tZQYtGK1nV2AHNmxvMnjeD702pApR12DAwdioA3envqb7zuCEhl15IXm5tmdmmHTWLKSVdtDdyGfv7cfX0ARafOsGpsECemLHoWtc4B3U9to8cTI3oBLRxq2YGeiKjJ7PKAlVtK1uE8FIwhCsnu0rq9JQAycm3mjmA1WhJZ0wuY31iFV0Wr6rNKZNic8qkRemIajAGMxrQkexrjUmF0eaDMaN5SraWvHVLnqoShVhaWPnJ+y3JVZuRQ1dYvWGRYr9KbgqAmD0VF0ZZd0a2RzAjBd/qk3LqEAmrsqZVzDEV80sj6BGS0xsslskvKAFS1hM/uVaepNWTUGBVtCb4VlVyZbwuLrKAVeP4SDyQclTKzLBpZgGrVpaoJPOqxjaVhYeL8FxNC+1JMLD6+j5bvp/I14HmN8sFi0zkr/6lDN+QlORVtiSlwkXULstG4Ry1GduuPXVKxCSGThqwCi9/X0Cdv8/z1qQb7gVHcaBXFdxtJa96coRei1fzl1nX7enYYCYLmuWVsujKHt9hgxWP1Tkf5kEuD+Pa5sV8dvUyd6PqUFJIqeBxZFiUp6lb0W+5PMBDesJ392xqn4yHx+qzWyxfPYuZQUbUMj8DGwxjfCMPVEbxaX1ZOWkE08w4UAvyWaORjG+S23xAEgGs6i78TNNf9nLDrKZizO4xmS6lxdWCH2unDGeaKQODvBor+n9B8yK2yb8f75xF69PXzJJXeebuworOrSidT4hdJ2UyV8tNLi7evObexX/47fIZDjx/jHdkEG/Q2oBZszGwzXfMrh1H5tak7dNp97ZIZpVB+VazQFXbaiPxqmp1KZqwQ6KyEeBqMnmIZDZgVSbTSVy0abGnJ2VBEeH/WeCPdQkmN6+qrXEy5VvNAlbNpRR1OkmmdScpcyW+7+rXY2MCpYy2IsT3KxP+nOSfKiXy0kn7VWoUI3WQLgPpT2rIJQrKyEBOnwKIj9RoU9TOSU3ZJ2tbUbyqqTOvRN/1fKtp5SKWrNKLtbLEAKuiQpVMiUIh+FZj3wOygFUT8QsDSKmQo8gM8ZWpp6MZoqXk4lWN7WNVCiQAKLVLgoHVZycYtvQ79pl1VEHj9+ez4iMj12nSgNXsjk0YVsw0jakcR3tH8uUtRsWSRXB3s70wJRVYfXt4JQ0PHuW56dx2+Jg/vviEMrlsjI7fUbrPW2kWSq9SVmbqR4PoVcOAxtoAVuc2yyPRiISc+Y3B27dzyKYCONCt6WLmNHSS2KJ8ds6hwam4gdWQUzsYvXc7O6WMkPoiR4GLzJU8KjVqbTDPIwPwI6aBkr/QCP4eXA1HU7VMBLAafmgO5Q5dxjS3l7vD+0zu/DmtiovonbfsmPkZwwNMjYAifNboM0Y1zCdlsrdWrAGrJYuMZOfAqghqVAGsCk0RXqtGkMNMcyK0RD6+y8Gje1l0/RznBdWHWUM56NdkFnOb2MpaltqzNXnby6jJrLJ4VW3rgcQ3JjggU8GeFt4tKhEClgxh75kNWJUOGtLFhRGmzAiAip5XNRVUJ3kXslSoTeJoTCkPcCv9N/KtCtqNrBJTAvq9K/3LRvQzXEsUJUtch+p3aayFtSXC/0V0RWoVo/OeAFZTr9XU+rrkaScjUAJk8arGMtYSr6pW8uZN7fIu8K0mFlgVu5XEtxpHMqssYNVCa8VGLygBBH9dxitZnqrWzDfpoJEKrvQS36pICiJPXdMrocCq5uR31N13wgx4RFaWb9qPokslYxr1pACr9vRot4bJlWT69KkSJZUMuUKO2l6ggrFvFkkFVjVXDzJ88wZ2mnJ9y2qzaein1M1vY1Zf2kLLn/dwxeRnZ6cmfN+5O/WLGzwubQCr81oYMrb6XWDCwvmst8ExLlfWZFXPT2leQqCMWh7tnEPDOIFVLf9tnkjjKw8wT8cVz9VJ1pjj0/pQxNRhM6HAqjaUUytG8snDNyaNKinv0Y0lXZriJYXZR3D1h0l0/fehmadwhTLj2NqlHI7WnFYjXvPPT9/S785DM8C2Yvlv2d1V79VrLHpwVaZPZmWt6LS8OL6d0b9vZ5cZKaU7g5pMZVaTHPEUWMZ8TJxPpYQ7GWDbygJVY9exMOGpmor2tLiwUJmxICVOiTIjsCpGSsyr9H/XLjzH5FmeqrFMrdSgALBs3si3Kv6eEUDE1Nz99Feg8nS/ZwkTVtAAZMUqR2uHNHaGJF4ik7vYr1Lb9pAS0KV2o6k5QZLYlt5rPomVpNDrYjqJ8H/hsZpVTCRggHCiQNU0kk9m51tNLLBq3McFJYCgBrBVsoBVK5KREjsI98N0uijZQBYMf85QnU7xNVUCVFPVS0FPCRCdVTjFP5EEAavBLzixaQb9Hjw3C53OlasHO3o3I38UF2VSgNWcjOu/lH5FTA0x/f8WnH5xhS4nFVjl1VN2rJvCUN9AE+G7M6LjAkZWteY6qePZ7gW0OXHBLDu9s2tXDg1tSQFjVvm4gFXtC7bOHMZIC4oFYyeKewxma4865JGcJ+MJrGr8+eXbEYx4m9iMkKVZM+JrmhuwX6kvCQVW7xxnysZVrA4zJVBX0aj6TNZ9HI1Uv/17M8MP7uOwSVftc/Tm2PAm5FZbmQc+F1i2eTULXr2NokoARzo0Xcq8BgKBFxkRNET6v+GJ9x1uBGejfIlylCpkY42L8GPnkrH0fW7Kr+vGwCbTmJ3JgVWJYcMsm3nKrzuJbSE1QcPE9jGt3hPhlOIQn9rHDRH+JcBVfUmcDZFZgVXh/SMuS1M/FiVhWqhPVpW4sUtYSxnv6bQAVaNnk+AT1SfJzSomNqERNBC8fulUNEJvhLeqHu9Ip51MA6US5yo9r6oAx9IOwBMOG4m1jNNAbKncpC7drjmSnaPVprqdk8oDkPDmhO2nE4m8pP+R8PeT6w1BjSmcoTLpmpcUYFWIWC6TS3yr4r/WShawakMRBY+CUpHxCNaTa15lhnqkdSlGaHDKf5kADiWv51Q65sQEVvPzaYspjKwtQs7NS9iJH+j8+yGumv1ZznuV57C5fT6TvyYFWM3NVz0WMrCUdVkLcFUwJtgyU60Cq+oW/D6iG+XjmYToyZZx1Lr40ASwk1Gt3DS2dfFCaek9+fYRv21YxHifZ5hCcgWLfM0/g0pH9zMuYJVIbqz7imb/PjdpN/p4VaPqfLZ3MCKc8QRWfc8yZuEiNiZ6j83HZ82/Znxd12iBWwFWUXfgytS25IoxKOFc2zCFTje9eW02nPkY330eg8qa/PH5ZeZ9P5elYaadrcyaL0bTxIqncOj/ltL84CnumVTh7liTb7p/TnMByj97yNEjB9hx/1+OvX2CHy60qjqGHzoVkUCOGF3VBXF0+SjamnnW5mBgsznMbpgt5Sd+GrZgpAQQFzrpOdgiC1S1rSQif0NEGuxXokdiLglwNSnJrDIrsGqUj5QozgCxpOFUt2haD/mIqBzpv+mnY+mmJ2LNSWvwRSbTU9lklZgSSK+UAAIwFN6q0d6YWeNnHD0Rxh0amT64MbVZ657NZSU9eq1KvKpavZdzVom5nWs0GsT8Svui51vNjBdKSQVWxdgIj1WlBK7G3BdkB67ujxcHtHt2I/di2g93avVAqRSCE65AqdViVjvJJwFdiiariqufApQXWZdTA1yNCay60qXBdKbWy4HcJAQ84sYxZvyyko2CwM+k5HSszYwen9KkkOlfUwZYNZJVCO8oW3S01j1Wm/PH6O6UdRVejFakL5A208ujSxtp9PN+/jV51E5VnXm9htO2uMX7N7bRfMMurpkcS9VyT3o0n8i0OgbPSfFKnMAqvPrrJ0YcPsifAiUxKwo+abOBJTWNi0l8gFUdAad+ZcjOnfzPpC57HMmtcsZFXP4Y/64L501EIL7aEEz9dEFFVc9+rO1VB3cHw8PWgFVFay7P6ISbUTVEN7XheO9fy+Bjx80oEkBNJY/urO7fiNxG5gip6hCOLBhCL78Ik94qqVrsc9Z0rU5OY/vi16DX7F46lC/emHrBKqhWagwbu5XFQXzYhW103LaT06a12Tdh68Be1PNQxPQge3CB6evmsyDUVPZujOm8mDFV0ru/WVwrSjx/NwCr6RFczaIAsD2G4pAhEoCkpTktdEYY0tFh7wkzfDIzsCpGTs+3mv7MwSxPVdvzSqw5pjtMPFfRFHlMeLfIhHefVqZ3gTTaLPGZZpKTQDy6FZvBaVpHfLZD4/MpbMRKUWXiAJ9Q4NnUVomHaKIeiQtll+udxYSnqgDtbJaEMq8JRTS+Y/VmOJ4fIeoRNrCIRBX/4qM/8aw6rseMlGph4SKYSKtvPz66ZKtiIQ8xHuK/Cf0WgywluyK5+VaN/UqMnOMzV+Mrs7h01SjXWOaoGbiaXLpjOm6iAdtR0WYjH4NXVdRjnBfG8U9FfY5L31P1d7FXSaCqaDU+i33K9y6z8q0mB7Aq0B2FXCF5rloW2a6L+3X2qrjX5ncRWBVSsVMppMQ0WSVjSUAYAGl96aMWnJCpwLcaE1iVUzJfVz4vnYe8jkp0Yb5cuXeWX/67ZgY06kdURsUy09jSySs6w7z095QDVkXt4oAqea4azhim2mUVWCUXtfJUpoazjsCImEclmUKFY94WjGqdW1/Vy//YtHYOY/3NYUZ7+8as/6QN1Yu6oiIS/ytHWPrHZn4INQUDwS1XT/b2/5CCptSc8QAuRRVDAAAgAElEQVRWNTeP8s3WtawOtUR/y/HdoHG0iaJHiAewqgnk/OZlDL9+NdqrU9mEP77oTnl3w2Ju3H8Nhrr/7lnUOnnNjLMUeR22jxxMDTeDlK0Bq+Smf6M+fOQgwnNkRAb4cOHOUVY98cE/xtTPyeDWsxlXM6ZHdMTJdfTce5iTJnaBHbloUrYn4xtVpoCbjEg/b/536FcW3bzENbO6VXT6aB1zahkW3BdnGTFvEdstninqXJuhDdrRoUJu7EUXNBrCn1zh+80rWfTqDaZMsDlU7/PjqGHUjqenc8Za5az3Nj3yreqDBxJ6Es0MoxH3NwhDWniqpgcPDimZVVTYe8JOOJkbWNUvaGJu6bPmpo+iv6zIMlBtjYaeGzMdlKfe/HXsNBdf+nD60Q3+0zrh7pifCnm9qOJRgaY1ypDbuD+bdlcTwdu73tx89jbeXrcyOzeKFy5IrnzRl7i+l+7g8yaIMEPdKgcX3IsVpbC1fVETyatzV7kdGn3RI9XpWZBceaN1P8L7MXcf+PIGFbkLFMaraPbog+SD+9x8+prX4aDKWZgKxXKiNr1YNflG3Z2LnH6iRSu8egtWpoZXHPNLE8KDy/fxCwglEiXZnXNRplKBOCM1tNcvcsZfnAtiUwpxc+KAe/6CFCiSzWqMu/bxIy7e80ODGhcXD0pWELf9NsrrN/jcuMCByxe58NqXBwG+vFQWon6hMlTxKEfdyqXIkyce8/elP/9e/IfDd+9yyfcB14M15HR0o5BzPqqWqEXzauXI657C69LTh5w9d5Ld//3H/TfPeRAUgmvO8tQuWIzKpWpQq4wrVjCGmIKJ1BDy3y1OXT3LMZ/73Hz9DB/cqVWgOCVzelGrcnVKeZk4NFjW8OYNj67dw1cnQ2XvhGf54mRXyxBO+9ZGNuLSJa4G6XB2L4Knl2vMiDXT+v0fceXcaf5+6MOjVz7cDAzBwcENj+y5KVvkfRpXqUTh/DZQxPBw3ty6zn9v9TQJsRWZzBGPIkXJk980+UH0G7rnz7h19ynB8YxgkcntcXEuSLFyhkS7po2HBvDk3N/svH6dq/5P8QkJx94hFwWy56ZMsXq0rV2BvLGosGlV2of3OXfxAhf9n3LtyVWuhjtSOHtuCrkU5YPyNalXqSD2Ruo0CwHoLysMwGHgc26cOMLu2ze48cYf/wjI5exJqRx5KFqoKvWqliXfO2SzC8XVanVodIJ3JL1sWvoBzIx8q8kBrEr2IHpKAIWFl5hs69l9Oie1nLgoRd9NYFVPOJ9xk1mlA4MyDbqQHkBV/aQDAa4qUhhcjQmsxl/oatUHrP10CDUNeGT0mykDrBrrly6o5fpDqky4cZgU68Bq3N9k79Cd81Oa42x4NPToalrsO8Idi1edZDkp5uSMnTYMvxB/7uvMQVUZhZnUbQYDy1sYqvEAVgl/ws8LxjP6tXmdBdx7sKVfM7yiDJh4AKuh91k082vmmmStyus5kfODbXAsCIzx8j4+27KZPWYizcnorksZUcEgCKvAatzy1T8hp5znMH4ZUA0na+eBV4/5dc0kRr0MNatQiT15Ve4Uc5DzIuQVjyPe8tKiyfxuPfjt02bkjzqARXB9/SQ63zZPiCX64CzLRn77PBQRt4KaAB4E+uGtDTWjcoDstKn2FSvbF0Mdj7NLfCWQ7p8z8K2ml4Q7elA13UstTToo5CLAn8h0JCABrtpJLs8JO6hnbmA1Wj3EviVlXU6gfJJXwfQuj3pv1axiTQJpyasa1R9dOP9tX0yXM7d4qwkwTxhqeEhGLmrkLEvXul3oXTe3uVb53mfn1qUMve/Nq3gNs4zsysp83Woggz9w10cFvbrDih/Ws/7xHW7qNIj2SigieJn3c26PqhrT2ezOn/RfsYptuuhQb0dFJSa3/pQhH+TS86GGBXBjz2oGnjzDfex4v8wQlrV/n3ySfaPFe9tyvrpwjgvhMuydytKr7kBGN5bI5S2KhhOze9LWN5RQFLjn/5p7X1aM9Us1p3+k3Z6z+IaHo0FBNrtc9OkyjZ5lYpsLweyc3I9+b8PiSAIqw1XhRm65HC+PD/m0eRve9zI3Hp5sn0bTk7fQyXJSvXBLZvRtHs3Db+y5Johrvyzg8yveBGtCCdAG8cLiq1RyVwrKnalffTDjGpfGxZp4xDt3/2bCunX8HqHlmS7QwgNbTU6ZGhd7T+pW6Ma0tqVwsI7VxUt7rD4UFsDN3zez6OIpTgaHEEwYAWYPysgjz4GLU1WGtuxBi4o2kDWhGXfPse7gHnY/9ua5Nhi/GBBkdjwUaooV/IgvPmxOZU8rIOa1XQzYtJ1/VdlQagJx9vqcH3tUJ5vaCt+q7gWbpgxjcXgkBQv2Zs4nzShqmm/A+B1v/Ll5Yh+rzxzhXLiGF7ogCz1Rk0umwk5VgBpF2zGu/XvksPzMN7dYs2wqCwPD40w06yR3J58cihTrxoQ2dShgAWy+PbSITw4f40E8R82OPHzg+THTejYmt8kFhvbWMZbuWMevARG81oVgbpXLccGRbI7l6FGzPT3qFsHeLALNpPFXTzlzcBPfXrmJr/YNT2LYK3bkkjmQ37k0LWt0pk99DwOtUHQdERodGm0kb87+wYr/7WB/QDCvicD8pKTATWaPzK4yX3zYnXZVc2Z+xzaDLCMija7b8Rz0VHwss4GryQWsiiEw8q1KpAmGS3fZlrP7dOIAJsBVPb+W9fKuAqtCGsLdV6nM4ltNxXmcpKbEzU968Y0Sc0ulSNlkVokFVmWysnzdZii9qlvjn0xZYNU4wOKQapnMKrHAKqp2nJ/WntzGdSzwCfs2LGL0w8cW4fGxqVd2mpX/lEXtK5Dd0siID7CKlltrvqDRXVNGUida15jIko8KmngFxwNYfXSY7svXmdAAuNK50SzmNzFCx1a+w+8+G3+YwZiXISY/2tO2/gKWNzNY7okGVmWULPQpW/vWIoctA0yAu2c28vGO/VxKwCyWySoxr/tw2pexOBU8v8n3a2YzO9Aa/0PsDdjZteTQl90pG4u4EtDFDPNoVLShwSM8rTueHjwx01oG1tqXouCkjNNpSwFg2Tcpsk9KZpUw0O5dAVaFX5S4LE3ru5osCgDbszo98KqK3vntns3HRy+a0QxZ67UcOXkdqjC83SiGVDPJ9PjgKvNXTWGKCSIiSHBiBh/qa5Vhh7tDFUY27UG/uu56ENTnNOOXzWVpuPntlkzdlguTelDMFCDSReCzbxlt/zrObbOOOtKl8QyWNy2kt2He+nJy40Sa3fWXbO1srn04MqAVJQVNvy6Es2vG0+rmw6iLTjuHNhz5siflYnjGBbN9Ug96GQKLVC5DeT65PiqbS08YF1aOpPGtpyaAjJKG1eexq6sZl5W5mHX+fD9mIF+ZoDhKgxz1kds6Ion2NNRfK6nxyt+bzb2a45nLWJ2O+5vG0ODiHenbnJzasWtoTypE/S4qC+Xy+gkMuH7PAIzJcEBOBBqrLFZ2uPKeVye++bgZZfJaaMeTU4z/bjk/hQZK3saiX6ajqESNgnDpN5WsMJ2rDGFWp5LJd5Ec+oLjm1cy/eYFrug0EpDtjMYsKsi0xzJ5dZb0+YqWxWIOYMTlP5j7x062vvaPssdt3bfKUJHfpSlTW3ehYRlz71Xdhc103Lad84aG5TJPutQbw7Sm7gavVZO2Ix8wf9IoVgi2CVULtvTpTZUiFmCt3222/PoTPz68wwMio8bIsm9G2Stxp2Hx7kzt9AFupkFbLy8zf/E0Vpg4Qoh5LSxao46JeDDzeDs5ZYuOY0vfKtibbCgv9k6nxYmLUc4HYrcRJrd1T1gVrkoPPvBqzbhuH+BqXD5eXmPp0jmsDg3C9DRgHC/RMwciCELoZxG6fvApY1oWMaECMjzpf5c9v65g5oMH+NoIUbdHQSRCP+Rkk+WmfKlBrOlRATvDNwle1QiNlshbh/hmywb2RIoLDgWOaMyj66J0XEZ2eVkGfvgZfWqbTq70aMkloU8G20+j0cbhSZ+ENpLlVUERlXmSWSUnsCrEK/hWheeqGbAqfhBGtKNaEKxbX+reXWBVv0grFXIUWcmskmWKplQl6cVT1fL7BHhop0i5/Hr/rR3Mh/fM75DjkrGrfTWG1BY3i/lscJ1GcmvzZNpff2Byy6mkVvlJbOhcNNqrQveGYyu/pu+jlyZbbg5GdF/GZ6Xj6oXeUJTAVROjIvTKXwzftJZ9cb9u/oT6Y85P/SQaWBW/PjnHtO9W8FOE5W2ttcodKJujEbN6dqGqaR4v46NP7rDph2/4KsBoGjnSptZ0vmttfgUetH82Nf6+auJh4srwzsv4spKpsanl8c451D911czLskyJMWztUIGc2SH02Fpa7vuLW4b2nR0bsqRLH5oUj+1Ir+X6yk9pet9UH9TUKjWMVe0rkUNg6Fpf1kwZwWQTAzB2UctwwoXKJXqy6JMauMcFVOo0vDq8hk6Hj1oczqy3ohCGcZXeTP64uNUDQdDR9Qw/9Dd/RoTHm3nITlmF6W0+pV+NmHQFCVWrDPt8OuBbzQJVbWuPRAGgjTtsMC30T6xUgsZGKS1Z8QNY3yVg1bhv6SUTP/kk5ziKZFXCZzarxJSAxKuaHm7WX95nxZJxjAsUcIgMN7uqDG/YnPdUwtNSiSIyCL8nx5hx6QK3pdFUU9xrJEc+r44R69Tdv8Ks76cyy3CvqMrWnPm1P6C6cyhvwqxcNsqUqJ3yUqZYXpyMIKb3P4xbOo9lFqiMQlmLdT0/5+NyJrekYb7sXj6BHj4vLUAcBR81nssPjQtjJ4Cb1884seErmnkHSQOgcOrFqcEfUaqADLRBnFrzJU1uPTcZHGdalBvGup6VcDJDhYP4fXofOr3U21TZc4/i/tha2Andtqbe/51gyg9LmR9kbrzky9mBzf26UM1KkkypYt0LNkwcwOf67iJT1GZLt1bkfRtAiOBS1UQQFPCMqz63OPb4FmfCAgyAjz0Nqi9gayejQajj4a/f0OrURZ6Jeuzasn9YL6pERXxp8Tu4mj4H/+CMXjK4qYrzUela1PUoRG5lpD4b+qsrrD9/gmOhrwzgWTbKlhzLoQFloy9sIsN5umsG9f+5ItmSDrLcfFiuFyNLZeNNaCQKZTi+z+6x78JudoWFEYEcJ1l1vvtiLM1iwZjjvWboIvE9sIKuh/7iqoEENY/T+wwsV4VSeVxRa7VotBruXP6Z+Y+NHtUKSuTpxHd9P8bL1E70Ps/3Py9h8Ru9J6gAk0vnqECzMrWpnkMmgW66MG/+vHiUP1495qkERirJn/0jlvfrSsU80cqgu7yDQVs2ccjkQ7I5tWXjgO6Uz2MEMQ3PR3iz4ptRzBd5JeSN2dpvAFW8TBQw7C1Xfv2WAdduSeOgxI589l58ULQe7bzc0Gh0yJWh3Ln+P/Y8/JdrEYGSXthTmF6NxzKyfm7kRpz25XVWfz+NOVFOABWZ3bUzpd6+JVjSsUjCg3258/Q6h+9f4IwxD4OsNKNafsXg2tECe3lgEV2OHDNQgHnRq0ZvuhfS4h8UZsUGliNXueBRoBB5ChocE7RheO9dwoB/TnFf4Dvk5oMiLRhcqTDysEh0Snj55BoHruxjR7h+HbFX1mTlF6P5wOw4E8mtDaPod9NH0ncB7xZ0KEvrik2pmVOGXK5EFfmae0+vsv/mWU6HBxnmjQd9649hfLP8er5ijQZdxCtOrf+agd56P2VHVTUGV6xBhbwuyCN1KFRyvK/vYsO969J6KIqrU0tWDelFmXhSFcRbt9PLg1G8quk/pEt4ZOppkDK+3ZHcwKrEtyrAVYV+bZE8Vo06Zq+UIf5Zc1R4d4FVg3Rkgi5BJoGraVvSg8WYthKwYkrrbSfBN5YO1yfpkKoQlxd6QCy5Nchn/RAa3HkbB+hkj5tMIYV9ZXf7kG9atqJ68VjcDonk9qZJfHLD2wRYVVCz/BR+7OxlAqy+5djK8fR/9MrkJjYXY/osYUCx+OmJ/hBvSGYlwmJvnmD+b+tYHhgabyBNtKS068SFqa3JYSlgnwvMXbOUdSERBNqoUU1OKuepx8gWbfmgpA1/EN/77PltBV95+/BW+jQHWteawfcWwKru6j7G7NjJluBgg0yKsH7cdJpYhHq9+GMxHx45IxmR+uJG+6qD+KZVGZxlb7m2bwNfnj0VlTiqSMHP2devJi6x0E+JWsL3jKHYCR+T8XCkeoFWTPmkDZWkg8crfpr8BWPDYp8sDjjgJLMjf7aitKz+MX0beSbAEyKCuztW89WZU1xFYzM0ylVVgtaVOzO2RUmcbKqjjjfHtjD6r2OcCn1jkL113VKhxM2xKp826s1ndTKrNRa/eWVcbPShy6lfspJV2Za5lMRB8Gqlw/3K2GuhM4LKJr5Xgu8OsKqXkJ5vNfXnlVZAL+lYb1JfIuYtpgsKABEtf/53xm7fyHoJAHVlVPtFfP2+HjI1hg3KIl6wf9lC5jz1xlujI7tba9YM7sR7Bn5BS2C1bPlZHO1VIgH7MGADWAV3etYez7JPCkXvDy8vMHrmDFbGcI1LKrAqwJ0yLOg3jd5lTSeNFWB1TE3UNpJZ+W0bT7OTt/nXYgLIcKd78wV819TGRaoFsGqX/1v8v4zOYhpNySID76OMXL6QjUYZ2A/k4fTm6M2uOIDVl1eZPW8Gy8PDJC9SO3U9VnTqR8sKJvyzRnV9dpMff1rC3OfPDBQRZZnVeTz9qhlg9dc+HPhlGV/9+y++qKlbYSI/dCmLo0VQT9jxNfQ7cJrLIUFE4MWoTpMZUD0Z+ACenmD40kVsNgBv7k71mfzJYFqUtrCPg/04vnkmg/97RARq3FQeDO4yhx5RjhU67q4fQafbPgZng9x8VH4QM9pXJJuJc7YklohALv08nRE37+It/UFNjZJjWN+rInYGtbEGrArtqug5mq2DqqJGUAKIiydxcxk7sKq7sJ6u2/ZwztBWmTztmPxxB6oUsu5xO3PfNn4NCEAtc+c9zyaM6tCWYsY8DBbAqiz7l/w7/n2ry2HomV8ZvetnDkg6Zk/VYmPZ1K98FC2HGbCqbMneMX0paS2w0NZiG/SY/Ru/Y/6D2/igo1SpmWzrUhKVWm8LGmnC3+75mponbhrOeAUY2WEBn1WNHt+Qfzbz+e7fOCLtN46UcG/P0t5tKBbDiVRH6PXjLNy2jLWhwvdbjouyIauGD6F8DgOv6ptrLFwwjbUGv5SyFZey9ZM8FsnPdLzeO4Ump25KXrYqeUVm9plA86jcFGm9uyRv+1qNuJzQ+zNnhKIHV9M6VifpkkpuYNW4pyvlKpRyuTmwKiacg0qOnSImZ/c7D6xKXAoylEo58gSGyCVdDbJqiF0C+kRVxoN8Gpx1Yu2eng1NUAKkTDIr7bmfmHTKj2CJo8VKUWTDI6cHpQt4UbFYMfIXMOyusfZay4uTe1l88R7BEZGIw5xaZUelKp3pXNN0Vw3h4aEdrL71nOBIDTqZAjtlPvr17kyxeDoLSnyrUjIrA9+qz23+PHaEfU8DEQBEvIpchVPedszqYuOqPiSI+8f3suTEYXaHhCDC6QRgoJY5UMClAm2rtaTPB4Wwjw20DHrB5b//YsvthwTqZKhVrtSt3Z42VSxcOF/5cPLIX2x94IdWnoPynnXo27p4jEO47sb/2HDqOudeizg/caGVh7rVGtCudgEUEa84eeAQf/73iBc6HQqlHe/XH0SnCvEwmP1v8euBE5x4/ooIqV41HvnK0KZJI0pKQ6fj4c/LWfI8lFAbKqN28qCKR1HKehSlVPGcqGwknohrbLS3z7Ju/y9s9PXlqU4EKuoIFxypyjzUKtqYPnXqUrGopXVto9ZXvlw6doB1l85wKuQ1b5AbDFERXqUiv0NxPq7alk8bl8HVNs1XXF3OfL9LXMap+1lZoKpteYsVLVKrk7hV03sRNo86nhzh7xqwKlECSF7hqTe59HzFGf9gkxJ6L2QjzqjpZVoFn93PpN2bWBciIi1cGdVhMV/XiN5IxSFV6E7klfPsunSeR/bFqFqkJBUqe+Bq2OZjAqvfcKBjGVziaVtJcrYJrIJTjiHc+box2Y0qfPVHqvywm3soKOJSl4IBR/ifVhgJSQdWRR3lC/Ri6+CWFIzqfyzAqqXXaqAPq2YP48sgHTJ5acZW8uDOv//jF4OHoKv751wf0RBna7aKBbCat/BU/h1ePiq0XoDxEZItJAQRzt+zu9LBX48A2Tm1ZffnvajsbrCdbHqsavA9uIqeBw9yUcBlitJ80eEbRleLJWX6g9NMWfUt30k0DQ6Udh/MgTF19SCuFWB1fdeyOFje+7+6z19HTvPPSyWlC5akSrHSeJp6ZSZysoXsn0rZw5cMYfsqWjZcx9ImNgzB4BtMW/AjdxU5KF+0Bq2q16R0EcNN+cNjjF25mF8Mtmbe/CM59FktHG0tYyFvOLzicwb4GgLYZbVY/8VI6hqchq0Dq+Ij8/NVl3kMriCsTMN5MDIWYDUyjDMrBtDtscGNWVmX1QOGUt8KqCqJMDKUx0e2Mv2fu2RzL041z3I0r18FZ+OZwQJYdcw1nLOj62DVuo14y59LBvGpv97z2s6lP8e/ao6rQSZmwKq8IesHf0btggkYyDf32PrjClY/uc8TdFSsuJDNHQoiM6hiFLga+pTf957kaaicXG6eVKtQAY+o5FwhHJ0/nJF+/hIgLhfy6fsF9S04h017pT0+j4/2neaWTpwYPRjYfDKf13LRTyvfE3y5ZDH7DS9Ur7mWH1paSbYV7M3m7adRZHclp5M7FatUJndmS2RloACIjIyZiDkBo5wmj2YGvtWUAFb1u4cMtUJtDqyKH4TQHFTiR/MxywJW9fKQy+WolPKoG5800eysRmNIQPCqpvci9hY7paDbSIGeCqeIcCsomTFFuJjPtoi5YuuOWPfD9KFs0pWxLRsxqn25uIC1uIWM3/cKh16V0dgSwymMTSmmLx5FuLzGB58T3xMYxKsnAUTaOeCayxk7p1i+y1rTol/ie2OTh3jPGK0WW79Ef4TrmvhMgX5Z4qaiDiEDdQL7KOoTHqli6KRsNFZcpaXvsCJfmQxBvC3ChbTJoauiD2FatG9f8sgvEpdcOXDJYYfMWp/iMdQSuVqEhnC/JzwMVJHTJTs5XB3J5iBHpk7blDLx6X5qPyPy2wgVSJF1x8bHZIDlOLWHwdCeDnH/JaZdPFe2NOpndLMi/Essr3HNrHcRWNXbzHpHhLjkk/SBlGUlq4pFiOnFUzWqi/53Wbr0ayYFGe2ywnxevxd9ShXGyyu7ZCNJ4KpWhkxSopgfFxNYncmRniWxjwWri1GLBbDqqH6Phppz7NVoUcvqsG/icN43BHe83T+P9/88xRPsqVf6C2o+Xsast8FokwVYFZ+spHHNxfzWwUgmGhNYfTC2lmTK6WPzouUSeOQn+u7ZwR9aUDu150Svyjw4s5Ovzp2VQqaViqrM6zSaftWthL5YAKsuhefiM7yoJCojqCr2LIkjL+QBS74ZwXSD/Saz78SFyZ0pINlmsXishvpxcP0iJt29iTc6CuX/jB19G5M/jsAZnx8/o9qVJ3rqBXlDDkz4gsoiukmnJfDgPGr9+Y8hDFtJWY8+LGpSgxKeubAzgtPSjYLB5k4Oe030IzKYq5um0O7qHX2EkKw2G4aOoI4lB6ypsr3WgINCb2tGFR1vTv7MiL3bDV6PXgxrOZFhH1gB1Eze0p76noa7DvNQ+ltBvuwwhyFV9MaxbWBVRfGcrZnfuwvl3PX6o414aJsKwPsCyzfOZXGguPhwpEH5cSzvUiYWfl9DB4UrsjhLWc5BC2BVmWMsN7+qbn3F8r3Jsu8nsjhU9NKOykXHsrl/hagjmrnHagt2je5HGVvJzay1oAnh7p7lDDv9j5S8VyXzoLFXIzpVq0m14u6oncw9V60mJQm6xfyZE/jOgP0VLTmXg328Yt/Gnlxh7U8LmPUqABnOvF+kB7O71SOnOBOGPuKXZVOZ/vqtpK72ygr0qVCf+mXKU7qIC3JTvcnsgbkGztl0GWIbD0NFIdM7JmXUklLAqrSEyyw8Vo1CEnyrAlw1TWaVBawapCMTWd7lKLP4VtPFnBJT25isKl10KI5OiIsLtUiElgKUABnh++Pqowhbji2JXlzvJ+R3mUCcdLqsSxILoRmdhNNvjkrroyxsXcFlnOXPZV0+4uIiNYItskBV26uQSOIggFUbjuIJWb5S9VmVAVzVN2rdoH43gVUhC5HMSoBGKXvQEOGtUnaWrBJDAuklWZVlx/x2TKPuiWsSMKYvLpR2cKeoS35K5vakQgFPynp4UtTTGYW9AdgzqcQSWBUgU7uidWmUC8KsXDprI4N4kaMlE1qbRBWZAasqGlSawpdB39HuzhM0FOPb3tMYWEENoS84umkh/a/fIYg89Gw8jvdvTaGvj7+UaCaxHKsyCjOoiJxf79/HH8jp1IRV/QfzYWHxoaH8OaMnH7+I5lg1AqviVwlfEWCn9i2HF42kncTlL6NU2fmc7eeJ5uEpxi6dwwrpdRmVS0/jfwPLxrz/twBWFfYfc2Z4W/KGhOs5VgWEK1eijvTh0P9+YdaNy9yVxkFJzUpz2dXd0zAqsQCrgQ/YsHgcX77SRyC9V/5b9vQqHueqEPLnXKoeOCnJBlk1fvhsAi2NzfmdZtSCRWyJCDUk65JRWO1JKde8eGTPT3nP0lQqWBDPgu44uiTf2qDzvcfeX5cy6t4DRBpWh5wDOTikKQUSEo4uvkcbxOWNE+hw00fyRXBz7cC6bh0p5xFHX71PMGnlQjZKt49udKw5lqnNPCV+X0tgVS1Fn2mlcHYlLjSvNo45bYphJxwDIn1YOW0Ec61wrIac/JFue3ZxVXKYqsI3HYbRsVJCP9BkslpyrCoasnVYL0qGhksXqTIBuIgEQJGPOfLXNpbfuSKBnshKMqL5WD6tY4tjNRuVcjegTQEbYLQmhNeUoXubKuaRWvcOMWrNKvZJSWcMnOgAACAASURBVMf0xVVZkIo5PSmVy4Oi7h6UKVGB0oUc9Q4dlkPy+AQTli9gi2SsqGld/3sWNouLXiuEyxu+ptvNB1Iov1P29mwc1JHi0msa/P78jn5/G7lj9X1yV3tRIVdBvFzyUNyjDBU8C5EvTzYUiYySS9fbo+FwJZJVxTsaM51+kEqiBEi+NSc1PzMlgVVpSptyrJp+mODWclRF861mAasm0pEOGXKUqRRfKZIy6aPNMqYSp9yE0YlL3Qzj+WMcQUElYSeA+ZQTTIas2XhJKS525PKU9+dKhSYy5DhIJlAG8qgzClmskwJYlfjZMqzkU7Djwms1hflWsygAbI+fOJ9EaNJnsqrYtE7KZypDogTQA/NZwKq5vPT2mbg0Tal1JytZVSzzyrBXpbzFkIi1+c0TDv26ilE3bxi87ywzu8vwyF6Zlh5l6dCgJTWKmYesxARW49EHeQeezOtMFAxjBqxmY0iHdUx9MZVCf90gAjc6vz+KpR2Ko/I7z8Qlc1kUHIGbQx2+ad2HQucn0uHuY4KTAKzauw7kTn9XZixcxA+acCJxpEr5SRwWoKNcw/GZnWnur79qEsmrzIBVsaGIyfXkNF8unMNKCSFyZ1j7ZUyvrQJdMIfm9KfdMwGrgZ1DG/73VS/KW+I/FsCqeDaHyp2onFNGsWpD8dcE8RqRv92OEvm7sbrbR5SMSugTC7D68gLjZn3DWkkRVbSst4ofPooLiIKQo6tpvPt3A8hWnZX9x9OuZFSH8Dv8MxMObWennqsgyinDeDlnJy/Gx54Vea98U7p8kDsZLk916B5eZ81PM5nwSh+On7/IePZ0r0KOhFIsRfhz4PvhDHmqH59iBYextW8dcsSRJ4Dn/7Jp5XgmSs3LqVjsS1Z1qC4lTjUHVoszuFJTGnOCkZcuGeZYYb7s8C1DqijRaX1ZN+UzZsQAVnX47ptDs+NnEGle1XbN+GHgAN6zlvzsTQghAcGEmkV3KbHP5oiDm0k4WozkVYJa0Z0CplNWG0GQNoxgXThBaNDhREmvL/i5b3UcTTxgzZNXxWPOU5QpvebQrZTJs7pQbm39nrk3znE0Qi9/86LGy7EMdQqX5/2i71G/en7Upl6j944wfu1StkpzzoV+Hy5kfIO43GZ1eP82jQ5nr/BCSu7Wmp8Hd5c8iKUS8pg9q+az0v85D3Qi9MyyZKOCcwnKeVSlWcWaVCmTLXPBHjodWp1WSoqW4YtMhiqDurGkGbAq9jIB/ghwVZQsYNV8GoibJ0EJIPFrpZQ1neFnXsp+gABS4kvBmbI9SVjtQl2Ex7MAEEXJUh+LuSXx0cbkeU6YlGN/WoAFWXI3l5HxDCP2fHGbKnmKZKAiXUBJIUaCe1Uk3ckqMSSQwuCq/hY+Y+lNamiJkEqEVoegK8yoTodiu5IuvbKAVasqI+Qjl+nXoOSeA1nAqu1Zmu4vAQPf8O//fmXCybPc1YQRoA3jheS/Z17k8oos7D6evpWiOZsSA6w6ZBvEg2lNicLAzIDV3Cwe/T19X6/Ga80f+CHDM0cHdozsRLG7P/L+hl1cBwp79mVlwzpwYjIdbj8kIAnAap4yK7nb343nOxfR8egxLkifXZAxrafydX0nDk/rRFvhFmkFWNX/VcPjfctpf/hvqW/5cnZkU5/OVPPQ/xp0YBEdDx7nmFaAoV6MbzOBcfWNGYUMMrYCrNrWKDW5ZE5ULd6NSa0aUiK/6X4WC7D6+AAfL1zBcaliOzq12MDShrEliNX3IPjvVTTZs18CVmXyGqzqN5Y2UcCqniw05OpxVu3fxC8vQwnQBPOaCJOkssYvKUCvWqOZ3c4zSbQ/wo6KeHCNJasmMceAfRUtNYXfOpTDOaHAauhz9q8axWcSsCqjTJEv2dr/PZziMs787rNz9VeMDNADUB6FvmJbl/fI42oJrBZhbNspDPS6y8Ll37BUhOkLr2i3gfzRvyluLq/5adIAJscAVjU82vENLc5cleTo4NiGTUN6Ut7NQiue3eLXbRv47cUrBNOBThdOsFaDFhU5HQswqNdUWhq5T60Aq7Z1zI5cMgfKF+/DtI8/IJ8FXplQYFUur8Hifl/RzDJSPyKcV5dP8ts/+9np68fryDeGRGmmPZOTTVaYNlV6MaZteZyMdzv3/2bS2iVskpYqF/o1XcD4hrFfFAjdebBjOl3PXMLXGrAqTdjX3Dt9iO1XznD0pR8vteIiw7IocVNWZFDzgXSpYTGXbQs13f8i5BOpEUZgJgBWDXmHRL6SjFbSDFgVghKGooNSLrnUZwGrMVVHgKoS32qKxldmHVStTloD+JPRJrSxv8JUE3yrQnWyYAjzURQaLyjHJOBZcpdK3iIoAETO0KxiIXfDUpPRL1PFNm9vyGaeNbdizi0jJUByyyaLAsDWiqKTEqOkewAoHgui8MoUPNjWfDPfPSqAmALTUwIkb9FmJauyKdAMNaciIwm4eZ1jNy7zv/vXOf7Ch/90ERLEarRGVHZN2DloEHU99atzDGBVXoq2edzJrRKZz2PaMDK5CseCHZjezsQX0wxYzc/KsUvpKj/H8FmzDN6VJVk2YCatLg2l6NknqPBiSMMe9Cnjhf/hibS56Z0kYNWz3DKu9s0Hb+8ya/oYZhowZWfXbhwZXpYt08czx/A3S49VSQih3iyZ/Q0z3r5CpB2tUX46+7uVRGnELJ/dZfPG+Xz1+DlvUFMmV1/+GNeUHKYcmFaAVXH96oQSLWEEm4yBW74ufNekOfUrWAu9jgVYfX6cQXPns0PqtIJGtVbw88eWSF1MVQ49uooGu/fzny1g1fiKSHjo48O1a6fZffMKF1485Gb4GwmUitaEHPRrPo9ZjRKe7UdnqEXs46H3r/Hd6knMNQCrRUpMZnun8rgkFFgN9+PgypEMfqL3fC3sMYI9vWqTLa6Ie//7bF/5FaMDxZflpnX5vkxoVc2Kx6onMwbMo4uXjhd/fk+fv/7imkQJkI8Wjb5lUeMw1kwYwEyJg7YxW/sNoIqU2EvH013f0OzUZWnsleoP2fRpf6rksVi9H/7FqO+Xs9vqCiSnWbMtLK1nUDQrwKogKbBDgZYIDJivVFOOvH1Z0bwhVUpYj3c3B1ZzUDlneao5y6UEwTGKXIW9UwW6fFiHwlGe1VY6/PwJVy6f5djdc/zhc5t7Oo209hg9nx1kXnzx8XQGGTmKzYBVZ/p+uJgJDSwS9Zo0I0ZKo9VKwGr3s5fxMwKrQ7pTzto0EGd4n/84feE0R+9f4YS/N4/QGCgv9BXnsm/A8mFDKBc7JW/ybrgpVJsAVQUFgPhvZioZkW81TYFVaXuQgaNKTn5XsVFnLoVIDuVO6WRWehqA5D4CJ8eXp2UdGY8CwJq0JO86VRYnpKVsjKuM4FpN7tDlLE9V2/NWIvvPgBQAMfRHJ8j6s/hWY1uhk5tvNQtUtS1t4aAQYcgCm5a7ZnK0LUVbRPGtmtslWcCq3laTPFeTQ9iSs5q4Asyy/6yJM0OBqpYfINCMwNfcPXuMn88dZJXfcyn7uoyc1Ks4gT299CSblsBq4WLjOdq7KjkFHmMtklZgPJZJdcyA1XwsHbmM3q5P2btuBr0fPCUMJbVKj6X9s/mMfBWCikp8N3AYH7kouLE3GYDVkvO4OqiI9D2hx9bxyY59HJX+vzx0ruzJ/9m7CvAqrq275ko8BEuCO8XdChSHtlCgOIXi7k5LKcVanNJS+nB3K94ixaUUKBQp7q5JiCfX5n37zExyNblJbpJ7kzn/9773fjL3zJl99rF11l772r/nGBOVijVglf9nNWpu3Bv/jHt1jClRCB4qJZScFsHvX+Hkw79wmsIBWCmOBQNmokcJo3FjBqxyWUbi5cQ6UOh4xD6+hz37fsG3T58zkJJDVnT4aCp+bpmf7T9NSwLAatht/DJ7HH5gUdccKpeagt3dysHdPCGpWY3RB6eh3J//iEmiqmBxnwloY8xYteb8tFnjDYi+fRl7Tu7BsnvXcJV00aBG6YCOWD24LQpJya3snIskwIe0e3XPrmPT1vmY/CaIuZmbXw8cHNQcBW3jatbfoo/AlU3zMPL6VTwijU+fz/C/Tt1Qs0gi2dfuH8aw5Yuxj9UagE61v8bEjwta0VgthMld56BbaerrWPyzcCyGPH3B2JIq90+wobkX5vy2E/9QNSbAKhBzfitG796CQwbqrZIY23IM+tY0Y0eGvsPNMydwLjgSUXoesc8OYWGEFFbvgY7N1+CH2iLD3BxYVXfB5amt4a3nEXPzDBbt/BULo6RBWxz96vTF8I+Lws1KUmETYFXREBuGD0Z1gmCkhLjG1iYfTUpiYvKdiGiEPLqF0//8gVX3ruK6QQceKpQv2A8LujQCk3N9cAzfLP8VW9mwUuLjusuwqJltKQCmHx8bgRtbpqDrzYdMY5WkALYO7oJSieH81KaQULy8/x/2H1+GeaEEd1PxQrPaczG7aeIXFHa6edo/Ju79DBlAV9WW8VSkH+xC+5R0B1bJkCQlWjhnoAO0W9Lep1P9jRwl21Gmmd5qqn+Pk7+ALf5isvOMcNygiwtirgpbMbkYW4DWWjdiADnqlEo2liUALJzMVAIgdSUY0tLD3RIJXU7LtjjTu4SEIEJEiiOCLWRdVdu9S7bRkASAMzlACttC0zExV4VlK37VkoFVwbBxY8tqqmV7jU8+o5S5DDbMRePK2ZMr8vdu4sKTILyJiEL0B03QvqT1HZ7hxUVM/GUW/ieyNrMFjsbdr2qCqTc+uoYZi6Zghvi3MuV+wJHOpeCdeIR5vOXMgNWfhv+KPnk1eHNgARod/YsBXiaFa4ars3qjcFQkLmxJObBasPhM/DewuPCK2Chc2jgVHa/dwysrRB0LYDUmCCfWTEen24+YFqZ9xRvNKn2N1Z3LwlMCnMyAVd9803B/RKn4+evxefy47n+Y+z6MJfrxQAB6NJ2NqY3MgaQEgFVNEI4s+w7dH75k+Fdg1jZY3r0rakih4tYaz0fjzC/90fqp9HV18efUkahAzFBNGK6fu4YHQdFw8yqBjz/Ob/2MEPwWZ7dNRfu7z0Tc7QMsGj4LbRN6r5W2EGNVo6foCh6IDsOVrVPQ6dZjQXJA0QDbxwxGZVtR2YYwnN5+GI8VWfFB8bKoWDIAauajerw9uh5fHd6LE4wx4Ydun8zH5PoJU1aj909E5ZM3RJZnLgxuORejawrCrKYaq4UwocMM9KokoNeGm4fw9fql+I0tuFlRy0+JK6FBiGTf0Bhbe/dFJcZYBfDyBlas/gEzwwQuaf4C3+DAwKrCuDMu5BAsjIsDbi5Hw8378ZT93QudW6zClFrWgVWV3yj8N652/D3H3SP4Zu0ibGdarRy84IfmjX/CtEaWaLUJsKr8GJuH90cVSafUnkEQFoonN27hzusoZMlbDJUr5ofKGvga8hLn9y7AsJu3mSYquJpY3HcMmpCkQMhFTJw9HRtEpkuOXCNxYthH8LRyHiOX0RkM0L+6hrXrf8KckHB2IVg070Cs6FkfOT0A/cvXePLoAe68jEC2IuVRtVwgFNbw9XtHMWnNYvzG3uuBD4sPwvRWHyIgMXlXe+ySHs/QWmXQQ5+B2Qd0oUzya64CrjoFsErbgfzZA+GhksEf6+OSg5ta6VAAKD3Gvyu8U9JVzSgCCbSZcVMqWNi7DKyaeiD1MbuMVToGAJJBVesjXGKqSlkqMwpDnsYTJdyhjOby2Irve4kRLiTcSRmQzogzciCL1YFFZmGgKjNSxro5I0CemKsEsEpFBlbj3YDjeGaf5BXaFSgYW1Uu1i3g/GxVHs+2/YJvr9/Dtcj3eJejD25+XQ/e1rpU9wYrpwzBaCFaGj7+I/Bo3Ec2gNVpONalJDwTYUGaWM0EWM2F2YP/h4FFAdzehjpLNuOymYk9sg7Ds4n14E7A6gZHAKsz8N/AD+Lf8uBvTF+3CLNCIywunCyA1XuH0HPREmxP4hqjUDfAnhFDUU9KRmQGrAYWnIIrQ8ubMMsNF9ai+ZY9uATS0AR8Pevj585D0KKUiaYAnmz/Hs3//hevGCOvFfYP747KTHnBgHdHlqLz/oOiTd3RoOpsbPmigM1hHHtxH8ZsW4ktYmIkv6yDcHlCEzCy6b09+HLpavxp4KFEKSwaPh2trIGlBgNe//YNqp27I+quFsbPg+ehs0AStrvoDDxiKVRZ/IXh70VosPuICCLmxMBWCzC2hg3Hu7oRrTYdwGvOGwWzl0X/toPRQHr/k5MYt+QXkfkI5PDvjwNDmyCHLR8Of4N9y0Zj2FtxQKAKVo74BvXFMHdzYHV8u2noU0W6adDj7vqx6HH9CV6afzkBq736onJRlfiNPB6uHYJmN1+xkHiOq4x5vb5B82IJMDlurUXjNbvxmNWdMLDqlWMEzo+pA+M7EP7KVnTfvB3nRB/z8mqGpT17o4aoFyw12ZSx2gibRgxC1SQAq/z13zF68xrs1emhQF583eUX9CpjxRV4PYIP/oQ2J87iOf2Zq4yfeo5Hyw84wBCMPbMGY2SoQJNVKCpjSuvh6FzNFBQnf9HqDdDzejz7bTI6/XsLIewXgejW6DuMrR/ALhufHdmAn07tw0GdHipVVfzY6ys0sjY0Yl/j0P9GYFSwcMVRrXBvfN+6HvIlxnq129PT9kEDAc4sFDCJk1jaNjPFbyNpTFfRW3UKYJUsntcvAG4qDm6JMPhT3DsuWYFwOnVXcamst+qSxnFQo4VEVRl1bqJEcUoZXLXqK+wQT7p+KThnyqCq7WFIa35GYtRJX0pzBQGHbjS2xLvUFLiQg+YxJ6uG5DZSoPOcgS/hU9RRgt4YD8qZkVELzct0cSEla5KBVeOe5hkbnMZWcugIBgaqyrOVtbHj/KCq0Or3h9dg+JFD2K/VQotc6FxtCOa1+wDuZmco/cMzGLt4PlaJ8oklSvyAc31LCIlxzRirBYp+jePdq8OfGI2xViYXdlvGIsLjiwmwGohp/RZiGGUPD72A7lNmYoeJkZVoXGMednbMB0RH4sL6VABWKRL54DxUP3hGBO3iG2AOrAbtmYaqxy/hHXskC5qWHYjBeaMQHGuqNalSeyDi5iaMePaSaWYC2TGoxS+Y1VAUBeWDsOq7vhjGqIsAAatXh5Y3HWGGCJxbMwdDxbB1ynldvNAI7O9dC75xUpgJMFap4qCLGD/rBywXN1ScogKmtRyMXrX8TYk3BsDw+hpWrJ6PH4OCEMxaVQLftR6PobVFBuPd39F1yXIcZH9TolzBAVjaoTGKmutovrqHreunY9irEGEfp2yAPWOH4UPj6OkYindXUE4ti0JkFVrHSQKA8tTHzTqh/2HOwp+wMiyUMUf9fRrj+7Z98HFJU+ojf+cU5mxfgWXhEVDAC0WyVMK47iPjQW1DMHbPGYSR76WEbTnwael+mN6+CrIKJFShsBt+De79Ng1D/72O2+wfvVAlbz+sHvxR3KVEwsAqgHd3sHntLEx4G2q6r1U0xrbefZjGqkH6yqtr0WXLXpxjMhIK5PVpgMmdB6I+aRyb5iwD3r3C5T/moNutRyzMnYzZvsU6TK9lXWPVGrAKPgoXV0/DiDu3GDBPMfylSs/Cnq6C9IdUTIBV7iMs7T8SDQhU19jYUNC4J6qt1ObHB9F38VIcFyvMl2cEtnauA/8cZt3//hmObvsJXz14hDAoUSTn55jdpTMq5hIqCj+2EgMP/o6z4vcWzNocc7u0R+Xc6jjJER1JR+hj8eLIGnx74hDOS6/g6mD1iKGoKr7T8O9m9P5tBy6IddWrNBXzPysMlbEP0N8en8Tk5b+KlylqfFhmAhZ2LMWiF12qiMm1SXc2o+mq2uoHumh3BXFDpwFW8/gFCBmX1VIImEu5eJo0VsEp4EYIUIomgAxGbXGU5cVJKqOeU2lsScmsyGTykSrecajPSeuKJEmSA67KoKrtQSiFVBJbNaMwVc2/lra9xAqn/5bHlaUv0HlLAICSVmRQ1ba9MpKuakJeQRtp4cDDQQZWLS2VtGRWxFTlRKZqMgZk0oavSz7tUpeAb27ixwVTMC1aYgG6o1H5gZhUozxKBHrCTR+BF7f/xorjv2Nd8CuW7EWtLI/vWo3G0JqeYEfUx9cwfdEUzBQxKU5dGf2Ll0ZZX+sMF06hgoeHH/LmKIPatcQM3mbA6tTeCzGS2GvRL7DxxxHoz5hhQlGrqmN+x+HoWsUjVYFVaN5i9+KZGP7okRCCLBYTYDXkKbYtm4jer8LAwxv1ig7E5oE14aMgggVpOilM94PhVzB80hSsZIcEDuWKjMHeXjWRw5suuYKwemJfjEgIWKWfvb2GnxbMxS9RYUL4OHKjc/3v8XNzCZFKBFgFj+dbZ6Lr+fMsiZJQPFGzSAeMqlkbZf046MJf4c7ds1h7+RQOxYSLIB2g9OyCqxPbwl8CxaPf4fS6aeh25xHT36Xi7t4ES1u2QcOS/nB30yH03jVs3r8MP755I2ZW90GDEoOwtEdN+LF6DHh/9ijWnv0L1/VuqFClOwY2zG2KGfI8ovUErpqfrgwIIjbj8bNxALhaWQnjazdHw5J54Y1oPL19HstPbcLvcTfzPmjx4ff4qWV+E5kh/tZhTNy4FBsoi6PgaSjp/wl6Vf4INfNkgRei8Ob1dew9fwhb3z0XgXTWi5jbewJaF4v390SBVQC6s0vRcu9h3GK6s2IRgdUqRYixSsnfiGoZgSvrx6PTnedxksXeqrLoWKY+mpcoisCs7jBEh+De7b+x57+TOBgVKgL3wjd0aL0J06qLc7WZxqpVYJV+9vo0Rv/8U1xCLI6rhGkdx6B9hXiE0TR5VS40yP8RGgcmIJrLsIfCaNaiDEgCC9p3OLh8BiY9EcYXBzcUytEcUz5piqrFskKl1SDs8Q0cPrMFPz++j9cM1XZHgyozsLBNwXgiS8xLbJgzFJMipdRmCgS4l0Xr8p/g02IFkdtTj7Dg+zh97Xf8ev++eEFAH5kXHT/8Ct81zx1vf81jrJw3DYsj3jMbKpEbjYq3QN9a1VA8rw+4qEi8fXgV+44tw89hElvZC+0/XYJJHyVF+yT+len6v0hzNgMmq0rMpq4ArjoVsMqWKw7wVBG7LjHzZs6/K5VKqJRcsgCgzGkx+76aN0gTu33Pu9JT0naGgEO1UsE2JPKxyrIHpWRWSepb2n+LBk4OKJukd7nYw5kBVJW6hMaWu8IV7lLTx4mSmsxK0FWNExVIn0Y76VvpgErnx4zIAjc3Oa1TQjIrGVi15o6UekqhIIjMnkLgBj0pr/7WrEVzjpWc2PYYNt2e0Z9biy937MdBvdRyDt7wRnalGm58DN4ZYhEJAwtFVsANpYqOwKGeVeElYizcw+uYuSQeWLXnQ5TIgXr5O2PlkPpCuLUtYFUXgYsb56HH5StxOquePu1xakgHlAhQAOGRuLA5dRir9B387cMYtGwZNrDEOUIxBlb1Z5ej7Y5DOKLXg0N+jG7+HSY1FABOAVilc5bRWIl9i32Lv0ffR88YEJnNvSqmdR+PrqWAWF0Q1k7ui1GJAavE0ju1Fj137xQTbFHH1Meer4aLDNDEgFUKVYjGtY1TMeDKLdyN6zCh37MqVIAhEpQSigKs4zKye3yMNT37o35Rs5ni0WlMWLkM66LC4gBYNdyRQ+EJT4UBYboIEC9TwN3d8EG29lgxsB1KSGHT2mg8PLgCg44fxVVwKF1yCg70KWuS34yYqkxX1Vpyaj4K/6ychhH3buOF+C1quCEL5wYV9Ijko+NAX2KX1iwyFMt7V7Oqw4nb+zFu0zpsjRVCy6nn6FuycF7w42LxzhATNxbY3xWVMbPDaLSvYAqq2QOsIuoNjq/7AQMfvRB1WgWNVWKsErBKo40xdRkISXqyM9DnvzsiOE3tUsINnsiuUkGji0IEtIg0s0/BgG5Y2fdzFJAi4+0FVgGEHV+GPgcP4F9mCXcUzt4JKwa2QH6xLlNg1Z5RT8/kxszhv6JtLvH5h8fx7fLF2GUQfI1iS5jvqLygMmgRaYhCOPQioKxAPt/mWDqsO4r70LNGRIsn/+Dn1XOwIEpiHBMoqoAnvOHH6RHFxyIirh6ybHZUKzkICzuVt2Dnx/6zCp127ccdsYm0I/eAB/yU7lDyWoQbIkHqrMK44FA4oDuW9WuGXOasVntNkh7PiXOTXqe3clmRHg1K23eSnxG46swCbE4HrFIXEXBI4SyOSHyRtl2eFm/joFIpmI3k4hgLSLqqjqnNuWtRKwRwVfYey34im9CFjl2XOhKYKh9TbTo8C6nMJAR52iiS1qobIYh0cZFRqe/Jnd6SkMxK1lW1ZWQCxjjoeB7EWM0skzg7ICs48DrixtgHISbXTe35nUrtTGJsQmgtrVmSZIJt76H5OP3tZ4+N0+MZV5EAMLcNf+s4xm9ajaWRUUw71wNqeLBjpx6x0EMDDtnUhdCqYgeM+qQSAkWiKavn+XX8b/k0TAiPBzUEyMF24ZAFNfN2w6bhDZCNMKS3V/D9gjmYExENHu4Y0Xcjvqe8TeARemo12uzcFxe+q8g6DqETqwmV68NwcN5gtHtJ/LJs6N1kCuZ9mlc490UF4ez6qWh+S0iYFOjfGwf6NEMxpgOpw41Vk9D62i0GxnnkmY63Y6ykuedjcWvzfPS8cC6O3anwHoqQ7+tDAQ3OzuuNz5/FgmJN1KpmODO9KwpYS8BjBK5qzixC1e1/4hHj6ClQvMJPONktH7SG91j8dS9MEpFMZc5JeDmuog0j6nBjxSi0uflUZOBlQb3CfbGkz0fI7m7AzRVD0eDmCwb+5Mv2BbYM64jilEXduERH4clf+/DTsR3YGEOB9ARqKdh/FDAgFgbooUSAW1F8XKIJ+nzcCCWMyH3GVRkeXcPWfWsx69E9poNJkKYnVFCChxY65kMclwsfFW2P6W0aoHCAkXcYYvFw76/oduo0A7OKF5uCEwPKM2BVkgCI1gmMapvEA4MGL4/9hoXnT+JIWAiCr+rfgwAAIABJREFUaS8FJauDIF26GODhiVolRmN5t4rwSGgKe3YZS3fvxB8vHuC+IRrUuwKIybPv0IGDt8IflfPVQ9eGrVG/hKUQq+HvZfh090HcY1hEeUzp/B06lbYyIl6dwdhff8Fv4qWGh1dLbOjRFZXyU1SAYGFSXGEztC4aDw7swqZbF3A86CmeMdBXBXc2Sgl8pC+lPsuKGrnrol2lhvi0Wn64GwN+b89h4s+zsUmSgfAchJsTG5mA2PH9asDd1YPR83YwQtgbAtGi4iD80K4Mw1ZebR+HJhfvipq5wq8SOxPy8MWEYavR3ciPtDcvYOepfdj46CZu8TzzGncGi5Lsgw4aNv9kRfW8LTG2RXNUKBjPDGZiNNJL3zzAn4f3YcutS7igCUcMgWdi0LeB2YVn4L6PWzWMaNofX1TNYqPBBgQd24EV//6FY8Ev2Pwg9L/QJhJN0UAJL2VBfFyqI0a1rgBfVyOrEmBv4KHPyNqFiWwAhGRWzotjOCWwSjYl3Tq1koNCPqFauBg5FYGrpJkpl+RaQEB8MhOoKi2eBMrLyaws/YZJAtiptxrHUk2u+2Xw3zEtdeschQz75UxuQ8Exhp08M5t1s2gQe5JZyRIA1ocIY9TxgDajCoEnMDOws7Q+2CiZVfqNMGcDVtm6LiWKszHzxEsAZNjpN0Uf5qqgatxHB4fh5cN7uHT/IZ5rRW4gT9CGG7J45UKVcuVQqrA3OHPgMDocD88ex+q77xHg622ZsdzMqrwuGiF8VlQsUguf1RNFNnWRuH7kFI4/fIznGh907/0lSkhRxcHPcWT3XvzNZ4e3/j3Cy/bEdzUlMMuA4ONbMPnyW3hmKYNOdeqiYnHxb7wBoZfOYvNfl/EQXqhU8WO0rpEXbmJKde3lv7H7+g1cC4mEonJ/TKplkWtdaLk2Ajd2b8SuMD/46N/jSd4vMLeZH8DH4OHv67DsuScK+HjDI3td9GhqLhApRU0YMVc17/DHgk3429cPbtpQ+JTuhP51haw/z7cswJpIf2QxBONV8Z74oV6ccKqlb755gPPn/sGJF0EIhw8K+VdF+6almNZq7KX9mHT6Pry9cqF84ar4rGEhJlNlUWiDFRSCZ/dv4NT167gVEYpQrR68ygcB3lkRkKUI6lSpiBIFvMAllowsIgbhL1/g1t3LOPs2Fh4qUo0nAMcAlXsWFChSHfXL+ENt5ZO0N89h1f4tWP7iIdTFp+F0/9JsFiIN8Gh2A2hf4d+8xaP7t/DP8zeI0OgomxF4gx6eWfLhg0JlUKF4NqjsAcEiYxD+9B7+vnIeF4Pf471GBx2nho+7L3J450G18h+iStHsUNuKfH91C9u2HcIdTz8UylMaDT6qhjyiLK3pl+jx6uQpnHr2GE8jIxFQ9BO0+rAofETZXXo2ThJA+H/AB7/Hm6cPcfv5U9wLjWZneALJVG5eCAwojtJ5c8PfPwvcs1jp8NgQXN61GgeicsFfEYbngR0w8dNsto374l8c+ecRHoYEIUjrg+IFquDTesXh5Q7ob57A/OO34Zktm5DILLHCR+NtaHZ06908XkpC+k1kDMIe38PVx49wPySS9Ru13sDrofLKhWL5S6Fi8UB4mF8OiGBuHLiqNUDz/AEuXPoX10JD8Co8CO80ekDpg9x+hVC1ZEVULJIHWXLakYgnOAQv7t/AxWdv8D5WCyhEsFevgTJrCXxYoiSKFLAyHyZmByf4O88bQLqzGTYhjJ02Ji9Tks6YExanBVbZIVXFsYzd6beFdsIeY00iwJnAVY6FgcklORYQrhSZpngmK4wBpBTCK2XvMe38eHCVNtO2aYeyrqrtQSNJAGRG0iaNJw+lAtaIL5lsmrH6uYnprcqgqm0voTMqsVUz4ZLFGOAaTRA8VZLuYfqtXM4FrEr+IiWzsm4XQQJALtYs4FK6qqnUhbQTpDNFRtVBT67ZpKQwHC1cZkOLXXIZREZicl/gyN+FhSMiJBY6N1/45XRPHEx11Lt1Grw5uxfTDmzBy6pLsLV1Nob5xOgNTAIgXY+o0dGIfBeFGLjB188XblYBUkcZwrIeKVVXZlyz7bWqCXOVAHmehyZWC31wOMJJHsDdF1lzupsmzLO38oz0nHihrqWNYCa8XLfWlc6qt+q0wCoZkRZ6d5WQsVsulhZQKkgSQMGSMcolqRbgQbrjmRH8IUsRc0xghCcWQJhUu2aM51kyKxvjiuPpGJJZPcd2/0prPW0iM611eDpIcPAU5TbSD/5x3nFoS29VBlUTAFV5EVTNtAMLiIkNghvJbTCN+fQbWc4JrAq+Q2uWsDbF20dmq9oeV7RWyfOOYB8CD+mgKhdrAJmgISkNK/IZAlUJXE3Pucg5+kqLW2sXYOnbGNRv/w1a5Ac0BrKPDCeKcphsRjbINBab7soUMzmSOgI0en2mkRBL0vglCSi9IVPqqiZkJxUlGXSyseXUwCrbKCqFrLB26R4myUszxsMqMZmVdb/KJAKHyejKzCYBYM1ELOOySpiS5O20mYVIEoDCKy3AVQ4K+bbQ6ojLzExVySA0rxCwSmPLg6ItSGRLLnEWEBMqs4sdYyaLkKxKLtYswA7xPAFAmdtCBKxScWdSNumnr+XMwCodTmlcxVuHY7q8crEOlkmSNbJ9BAsoOEpuKvuLuT/EJbOiawuSzCTgME5nPxPbKzYIx9atwrKHQajZ9BsMqe3LwGZiq8pFsED8ss0J0SaZ2F0S9gkhyRnJTwgljbIsG2+rUtI3qbw9o/0fJayS/cfSi0jowZlKcGRwkpqT1K09t/nC73a5Wx6/AKsNIT9n4KqczMq6fegQT8xVmyI8KZkpkuQbLvIwD54XtFUzeyHPIODQTU5mZeEK5B00VVOyL2NGuCwBYHvUuLxOnQMnBCZlo+BYQiu5WLGApAkpmkdmjVn3EpqHdCxRgQw8M2CVFwB5ktsQLr3Sfnw5M7BKBmLAKjML7XPka1NrI4sxyOQxZWEa6Zo9TZatlGzBjYZ9mm7lOQLHOEECICXtt+KUQnUOrjTJmw/BsElphebeK7zXeyHwgywwcDy0emJnJqWGJDfSJX8gSEfEZ52UXNgRZ9GUWjslq2hK3y35G+mGGvhM7DnMkLzNkUNzsnPBh84xDGlIaXS27WZfK1MyAiwnzNdhAgnAviK0PSktSDGwyraHFLasIHZd0l5u30e5/lMUiqJWKYz0VpPaTa5vA3u/QGaqmlqKBrOkt5o+x1R7ey59nhPmHjF7JR3q06cZNt8qhRqlZ7MktiEDx5KyOqRno9Pg3WQKAoAI5EgsByM9myJiWRx7JmUflpI2JPaNFi0TGeGOPqCmzAJp/WvpWGJ94BAzinRVHXF4Sesvc/T7JMYq1cuSDDJNyJS9RdLAS0otbm7Z4x9PwYChXk2tfqV1SmCt2jBQiiccwQQp/QLWjKQYP4Fnk1IPCx50tsXcQXZISTUMcKYQ95RUYs9vk9JZ9tSXRs8IyQMFXVWLT0jxN6V0NKWRERJ8DW12UjgpO8NnOLgN5DcaPSUdshxZKXYbB7c1rauj76dEZ4Ier7MFdae1NYRV1VphRCgH7HnS44tS650smksrEA+cadZJGrCadOs4BFil19LhlLS11HYkhEt6M13/FzQhqdWU2EHaqjqTmzmPfXlDRti8ONaejF1HwHwaRV44tvWpWxstcUyPlsBVpqeVuu9LSu0pXUwEUCGlH0QWIha4kxknKYZMxWcFC5OWse2XCBIKKdxeG/08uTUxf0iJOyTnxbwwvmhcpTTUPWUAbXqoJie+FpEMkpygUhg7xsCqoMVG804qDl4bVXt7xGcPd7a7JMkcBMgzMkICCSrTwXSp2llJmbpon6xSEBkhVZvkcpULCfIcz8Z0OUNYaTCbcyhUmbHmxbDujPBhqfENpHuYlAGZGm1wkjqFtcrAtEPlYmkBCXSWzhB0YSoX6xYgqR/ZPoJtaO+n1fMgdQQqzuQ1LgOskuGUtFGkxAUpvSdPbg8keycqhVcku4JEj930BjqAuQnZC+x0suQagrl1nMB0cmthoVgOOBnZa1W67aFDvFwsLZDUbrDX5gnZmrGHU9QZAjQo1OGIjrVeh7CR5uHuwFNYSr88RWZz4I/J9nQ29WKMeecCnh34mUmuSpjXOBbGLQCGjvDPJDfDiX/AQ8cL9iHNTMY+dOLWplfTCJAngMyBU096fUqK3ytJAdBoimVhgymuMlkVGAOryaoglX9EYcrCmiXKkYi3OvL4ijc8W7dIqoW0emXDxB9URd9JZRd1vurpcE5OobLeNFrCCVSl9YrtNhlzLD0u45zPdFZbxAaVMLAy+/ii8P9YnZx0yJqfCJcVom3E6A/yFzmJnu1xbp6fwEVmBIc2k+ZjugSky/UkR8o5tCXWK3MpYJVRxkUYJUV76uTO9OylyYFEpJ1bilqdoDsIvDFBL9ODkI7kfmMaOF16vULSZmMAUHo1wgnfS4ub3hDPmUsr27gC3MRCDYgZBcBTRYz59Eua4oSuE9ckWuw9VELSJnlwCRdGlDRGOog5c9+lR9v0PM8yBzNGuJiQSL6Jt94TjDFPF8ppNTGnh0PY8U6JsarRC6GDqbebSrgxzgysEvuHDhySbUh63530aOVp2WqnErhKzNXMPrYY+yczgqoGLV7/fRRrLtxAkCo7qpWrj3Z1C5r6igiqWtO5lsFV23Mli57M5AOL9n+xej1br+RiMawExqF55lJRS1TSCZftZm4Bnp2zEoqCy+g2oz2OVidcrjvjtthlgFUJVCXpZ1cAZNLasUlQnUBnOqR6qhSM5SIXSwtIAJCc+VSwjQSqyr5iaQHhsBGv30L3FZ5qSpois+ssrMUT+CMc4mV2nQD8GAMc8viKt0Ac49DIKAwAUggAkFwsLUCBKGxNz8T2IWCVwr5oTk7PY6qzAqtsvTIL4yZ3Id9hWs/ywLKwAGNH0byTiffLNJZIOoK0VdNzXKWLe777F1NWrcPeoCjkzl4TX7XvhjqFTSdZso2WoqusGEeQXsuEdrOjs5hlSMg4E65ZTN6JB2INeuj1KRZ6ssParvWIMOcIDHCLcSVSEJmeKPusTOhAiXQnceUz6zmUkZ0IVCUw0EmLSwCrxqCqk9oxXZolAczkXxLgTA0hcNWX9FbZnCRPSiadw/OMdUjhp/ZLJqRL96b6SxmdnjHrkpPCI9Wbl64vYHMOW/hNm8EOqUyPVgZXjS1DDE06ZLgrBdZ8Zp12mASAyP5Jeq7HdHX5NHk5jSvGUrDyNtITdeMErWe5mFqAxhOBzwSupiBfkkubNSomCLEpzv6achM4K7BKocq8FeeQkr96yJIAFp3P9tCMEa7MnPMO2wMKwGqmA1UBRPwxFRVPPkYu7+r4pnVXfFbWy8RHaG9MsiMJ7ZBl1mrCcyqnUDDwLDPtCdnlsc4ArV6KsU35upORamCMQ5IAoI+yNfEwSQAhR4FcLC1A846SZqZMZB4myUIyUE4uV+wSwCrZUJ6erE8t5qCq9JSa4+ClIrp4Jhp19sy+bIUnZl3m1teitYxufAy8cJsqe0m88zDbiBIAli7FM51nYgBJbAV73C6zPEN+5E6SCUxvNfN5FQGrOgPHxpU8qky9nl1WiGGV5uNBkgRILOFOZhlH1r4zU+ut8sD7qHfppqtq3B/OCKwmFsZtrLea+WZl27OGdKZnY0upzFSHVLKKsM/JnKAq0VHeHVuP4Tc80KXGJ2ha1c/CUWKYlnPCO2SJwJIZgWl71mMBeM5cUjZCsipZV9Waf0jJvBJXRxDIGjKJxdYo45ltMlMgk5SsSoRx7Jl+0uUZpwdW6XhKoKq8aFmDeASmqi1GtKeSY+GVmRDfSHQwUVicu4pCwDIf/GEMqiZqqEz4gASq2oLGJPBQSKQnH1ONXUQCyDzU8YniMgvAKoR/WbKcM+EQsvjkuMsKSuaVgEHYvEyXXvKiZdVKtIlm804mm3YoZDAsKsgphpKzAatsvbIjLI58x1OpYMxnuVhagKKWGbiaSYzjcF3VkFjmhyovd3CedhgxWgtdlA68mwfUPonInFAofpgWWnscXXw1p3aH2lcUbKR/0/PQv49l2ucKNQfN+yC8CQlFMOeHIrmyw9dXDU6jgZbCKThAq3CHwjcR0JkWtohohL1+h+CIaGgVavj550NATjfALREbRGmhjQWUnmooPBJ5NkYHbTTZVgXO3ezZCB30sXpwbm5Q0PcmVIilFBOLiOeP8DhUD87DD4E5ciKHvzugtqPPjB/RGGCI0kJPt6VUiEHn7gaFB1ENTetKst5qrAhmm39rEpsY97iWhyFCC55TQplFKWRcTaxo9TBEaqG3Fl5D7qpUQUUhWuzWKr4yWqtidHoRkLfxEmpPpAYGMX8DRwkqVSooWMhXYg0D+DANdNbGAkXSKRRQkPQLsRvcjPw/8WqFJ6L0MMRqYVCooPJW2UzoZlGdlgev4wT/tGFf6lUCnJnL2AnqkHllvVXrnUdXFhK4am/3uuZzHHQU6UbjxU6/Sc/vdGpgVZYASNg1BNDZdmGakCoF3OTYSksj8TyUDHjmMpW+FlvPRAkAFr6dnrOPE75b0lVN7DaV7aVELWPZhpYdSZIJBJCx29TMgAKJIZXpmVTHCYdTXJNorWIhPHY0ks5kxAiX9VatG4vsQuBqppi8xbWKQpUjY2Rg1dwjaDyR7qx9Zw0h6YWXSpCJktctU2uSDVWUzIpu2zNBIVyGQnIdUV7t/AFNzl1FKDyRjXND1dozsaJ5DhtV83i1ZyEGnz2Jc+yUHIDG5UdiVeeiNn3y+a8dUfUZhyxQGdUpEG4k3ze+5jZAi2hkRa18PbFm8IfwfHcba9fMwbh34XCDkoXQCtCdgv1vOkfRqJDGBInVRCIXutYZi4mf5LXerlfXsGXfTqx98gBPDRpRhE0HA9zg514Mn5Zpi1EtysDbClAWcfhn9D9xDhcMBnBcCQxrMgKD62W3ai/9+ZUY8MdRHNdqYEBDnJs2ADmlJx8tR7llh6CFAnoY8Gm7rVhQyUo1vB7v/z2D7Wd/x5oXD/EWKhFH1UMDL5TIVhu967ZCi6o5E9fIDw/GjZO7sejiCfwZq4EHlFCA1nYD1MpAVMhTG52q1UO9cv5QGX07AX6JFk0E7pw8hG1Xb+MtfFGpXBO0r1sCXikBWJ8fRv/lm3EuJgzRUKFQtgaY0bsvKttyT9bIGGz6tgsmGJTwZigheUq8fxigg4bLjirZcsMXXihesCo6f1YfAV5ANIGqRsmATb45Jhov/zmAlX/9gV1R0aIvEjnKAAXnjUDfMmhWpjE+r14K2bNZt1bEhu746K4WXqBLIOn/JPIZ+bIKWZRZkdsrB4rlqoh6paujRqkAuCUG3tPrHm1H69W/4SlUUEIHL9/PMLtDF1TLn1DPxeD5sd+w/OYzhOk4eLvXw/h+NUD4unkhuRqW0NW+BUv4eVwyK3nFstYLZBUBXE2KURMdiU70AEUA8tAQcO8in+i0wKoMqibs17YkAMx/RYdUb8bMlCcly200ZYQVdCEzi2QC8xtijYkzlOwV8V5Bcw4t+vYeNuj8RQAQ+ZBcLC1AmpkEPmcGXJVkNXQscYyLrPxp6LBkETrEs+yvdhYVx4EiLsR9tZ2/yjyPERlFlQmQZzqDMZYCZGDVmncnJgFg7TduHAcPlRxrYW4baXYiDf6MvF+WIpaSQP5MfGLVvsCqmVMxOzIYoQB8PBthwZf98EkxK3ujlyfRf/6v2CPWqvJsg+NDv0BR67gie+rh4m6o9Sgm8XaYPZEjsD+ODW4E/9c38L/lk/FDbFKqyI1udUZifKOCUBvjuTDgzeHVmHTmKA5ptQlU6IvKAR/jq8/bo1ohY1CRx8s9M/DZucvMVkQJzOvZHCuGd0ZxX8vqwo8twueHj+ExASiq1jg1sRNySYzQe1vRdNV23GE/80bvdisxvpKZzfWRuLrpe3S5+QixIEjQWuGghhLFcnfC3E4tUNIW6Hj/OCasXYodOj1ibaBjKiigRjZUDGyEUa3aonIBo/ZwiewHQ1/ir13/w6hbtxECD1QvPhCz29RC7qxJ6TfTZyP2TUDVM7dA0LdQlKhfcxFWtkzA4RCOvdN6YXiEvXsWDrm9a2Nw26FoUcRGsqqHpzBj41Ls1uoRkyCy6INi3hXQqd4XaFs9DkKPa33IzlFoeOWl3dikF7KhsH8LzOjSFAUs1S6MjMUj7Ngv6Hjib7yUxiZyoX7tyZjbJKEfRuD8iq8x4GmweHFeDWu/GoXypnLF7FylIcDZXpPGtUyWBEjM+zlOuDTNiCdR0o3XaElWIzErOM/fnRZYpfB/J9enTbdetBdUlRpIYZWeKhI6lpNZWXaaoJmppvCJjDgrmSybQkImGfwx9QJpvraWrCqxQU7MTGKFMwZQZkAQEzOI0d/JJm4smZUIkGVQ+9BGkQB5V1r4k9CNKXqUIDECnJN6iKdjKEsUZw/LJUUtdNEfE2NeQckdMm4yK5IpJjBeGlcyY9XUV5MDqko10KUF6Rln8C1P8gY3Y4RnXL3V1NJVjbm4GV227cAZ0eo5/Qfi9PAG8DMhmUbj2qY56HH1P7xgz+VC/6YzMLmed4J9FXtkFloe+Q+3DAKQSSxTAqdMz9oEDhr7dF60q9gPMzuWgOrpdSxYNgUzjHBQ2rWpbIwADt4o4FsFveq0R/uaOU0uh8NObcTYP/fimMEQd0b1VOREUY8scDdE4VnMK7wWv0YBD1TI0wZzurVC4TjQVI9nu2eg6fmriIr76hxoW30MprcoytY94xJ6ZCGaHz3O7KVwa4eT33ZAbsmmd3/D56u34D/2Az8MaLcUY42BVUMMrq7/Fn1vP8U7o0p9lIVR3lMJg+YNbmrCEGbE/C2afwS2966FLGbSAPyN/Ri1aQP2GzSIN6MnSvrkRXboEBYTgue6UISI71HCA8Wy1cGEL/qiVj7hH6l3eHEfaHU7GPQMJzd8ix4vI9nzOQKGYkfXeshviS/aN7aDH2PXmqkY/SbUxFfy5xqILT0aIZdNvDAMv8/sg6Gh8ZTuPD7FUMjorbw2GPdjg/Em7t+UCAzsg8296yObOUv55d+YsXwJdupjjABeBQLdciO32g3QReNF7Ku4uohH7cNlQ8vGMzCmto/Jtwbv+hqNLz8xiv5RwRPxvig8zENrND4UyI8vPxqBUY3z2J7zIx5i85qf8cvbN0Z+Cfhm748/BteHr5m8Q3yjwnFh1bfo//it2KaqWDFqNKpkiX+C9sgx+uSAqvF1kL8w1rC8aFn1fZbMigUyuRACacco1ugE3MKVPsspgVXGcHElK9rhHI58hG4ckzJ0GMChoIQ7FM4gg6umfcEzmxBLQc00MzNuIaaqPunXhRnXIEZfJumqJmVcST8XklnRgp+RvSd5biBoGRMzPGMCz4KshsACT47vJM+qrvMrAsYojDs5EaeC3qoCanlY2dhIC3IbGXLaITCeQFUjx5GB1Xg3kDK5J3cmkPRWM4uiRFLsRPM4XViQJEBGG1sO11U1NiwfgVOLxqLTkyARcCyKrz77BiPrGCEs9w+g+/J1OMoTNOeOmqXHYmWH8vBJLEw5JgJBT0LwPloLEiTNms2AiwcWof+9uxB4rP7oWK0LehQvgkBVNKJ0gNI9C3IFZodHVoB/Ygqsuvm2xsImjfBh1liExsRzOFmoMklkKVRw88yO3Hl8TPVPgy5j1oKfsFonAGTeyiJoVvpzDK5XFv6Uz0LBIfrpRew8/Rt+ff0S4SRrAz+0+vgnTI0Dj60Bq/QNxfB91+noXNLUW1MCrMae24ghe3fhKNucqFHAuzaGNmmNhvmzw8eNh0GrRWzwRfxv53IsixQ4nRwKoWf9r/BtEyM08/U1LF3/P/wcHAwi/bpzudGkVEeMqVkaAVk9wFGiJr0eb27sx6J//sKZ0Fd4yVZ9NWqWm4KVbYtBJQG1bFDZWLfePcXJtV+hx1sBuvXINgQHetZHAf+kjGCjefLcMrTcdRA3LX5eHJM6/YDu5W2hhabAKufWCodHd0C+aA27KKaJgeQP9JF3sH3feix++QSv2F63HPo1HIzetYwQW20oLm2dg5F37zOGshrZUSl3XXxR8UNUKZIT7nT44BSIeXsX/1z9E2vuXsVNg5Yxi7P7tcPCLm1R0uj7TYHVAPRvMRkdfEMRrpF2oAqoVDq8e3YTe85vwQ5CpgD4+nbG9qEtEGhDw5W/sh4dd+7HXZgybjlFFfzQfhg+K2VL/DUcl9ZOQb8Hz0U2dE2sHjUMFcVhT62K1ZHYQRKBCytdTq4j8DTkTaG5eQRyj2Sf5I0XZ/sVyRxRwipXO1w5HbDKwnGZXos8dKw5eWK6qrYGhnRI9chMKeTsnSV4HgomCSDorWbEKZvWbj0v3BhmxO+zt6utPWevrmqCY4u0jDNBaG5y7MwO8WKiuOT83ll/Q8xvNq4MLrfup4lJaT+kTSRZVWINYTrhNC9nNIQjsQ+38+9M6zkDomPWogdkYFVwCiaP4IA5h9yGklnJW0LTwSbBEyqFIAmQUaYeFlkhrld2Ti9Jf+zFf1i4aiZmhGuggxr5fTpiz9ctkYtAtag3OLJ2Gno/eolYcMjn2wCzvhyAhsY0wCS8UXdmCWruPYJnDGepjCV9v0LLItZ1PM2B1WIlp+JIt5IguSKpUNQJscBtXpDqo3F390/oeekKC5X2VBRF94ZjMLa+eUg5D+7pOczcuANnosMRBQ5lyg7B7PZlxBxHtoBVoGi+odjQrQ78jQi8yQdWo3Dyl6Ho/zqcgcBqt0ZY2bMvahWwYqMXV/Dr6llYFsnBTVUA9coPxNy2BQTT6HV4tX8eOpy9iBeULAc+aFp9Cn78LD9UJhIJoiVf3cHuPcsx7fEjMFVsRVXM7/EVmhc17lwmvm85thwKrPK4v2oAPr4TZKVPFahYfi52dBK/0cLvTIFVj8CJuDGivMVTLGHpi4uYtmQG1mopZ0cBNC4/EFNGaadpAAAgAElEQVRbFYw/Zz06gMFr1uAMcyw3fFhqLGZ9WhZ+1tiyMeF4cGw1xp37S5R3yIbmdWfhh4bxGhGmwGpN7Jo4DCZKE3Gt5PF8y0g0v/la/P4qWDZyDKpZe29sOK5tnYSe919CBwVyexeDZ+QdPGB1qVC64Gis6VnRRn4z28CqJK/GwDFHFI78j/RE6RTLEG5H1Jph6shIyaxonxMr6qq6Wi87HbAqgaoZxtMd+CHJBVWlJkhJQSg8V56QLDtG0FsVEu5kpCKw6lIWhpGR7CF9i7TU06Kf0jBu8hkvlRKZJO9Fkt2B7EJJU9jMkwHGF4GqwkGV/jsDfFCSezShHwjsXUFXNeUVk9eQ79iR+iLlL3PBGmhYUVh3RjljCHrFlokKZGBVOEoyBrgDxhW5OrHBiRWegdzHoSOYWKt06e7qM3ycrioBHKm8AIccWoDux8+wxEwUnt62xtf4sUUxuN9Yj082/YH/eDrl+aBjw3n46ePki2cGHfwFjY6dZmH3KnUDrOs7EPVt4GTmwGqRDybhz65l4CWyKNkhnuk/JtDTYbfxv8VzMD8sHHooULXM99jYsZjFnk+S2oq9dgUn7z6HOl9ZVC5REH7ZpLptA6vuXAC+aDkfE6vHMylDjy5E8yNJlwIw3DuEUauXYy+bKzjUrr4Qaz+3nbGJ/28Hfnvsj3yBhVCieH5kkwC4Nzexes0sfP+ehAvUKOnfAcsGfo48CSSU4m/vRve1G+JkIarXWIZNLc0QPS5+RY9zSUcCqw//xsw187AslhiYxTD0w1rIGfkAO66dxhXyGfem2Na/FyrkttbnpsCqT+DX+HdENUFOz6jQBaDm5RUsWDYNy2N5cMoy6NdwKPrWFr9Vp8GzPVPR7up9gVnN1cKqEUNRKSHJ0pjH2LTgG8yKFCZ572x98MfQRvATzWUCrHL1sOWrASjhaX3aiz08BXVOS/qyZfDLsAmoa01a9uFhTNm4Gju1JMAYgN7NRqDYlV/x3fMXIgu1MpaNHGsdlIV1YLVCForkAmLtTVph58wtSAJI05irz8x2fnQSHiOLML1VF05mxVjOGtdJVmXePakFrErpGrnNF363awuYxy+AsVRpyZWLpQUEJm/KC+mtUtiySuKNp7zKDFUDgatCWHfG+Sy6iZd1Va33JwtVFrMqp7TLiQHEAKCMhsyncCjQ3CXIbdDYcn1kVRpLjN0iL1cW3iGAqiQ74jgmL0nZuGcAgCOFQ8nmz4ktnxEudRLSK5aBVeGywlGgqgC3CBrY8tiyvuempVylUCaeKT21BraD6iVswxEsZ7uaE/Uep1d/hfZP3jMP81MUxGdlPkehx0sxIywaPDxROXc3rBvcCNmtMR7tegmQEmA1Z54BWN+0JsoGuoFTUlIdQccvTs6JLnZUSnDG4OG9TWi8ehcesvZ5oU+HVfjGksTI/kp7BKqLsA3eYj9oDqxyyK72QrQ2EtEUsu3zOdZ0/xIV8giGiDi2EE0PJxFY5fV4d2IdRvz5B86yWvJhcptp6FrFBgKXgM35K9vRaetWXGDP5ESXehMwsXGehNcbw1tsmzUE48TkT7nzjsXRQdVgHkzOKRRCFJ20+XYgsBr0x3z0P3UKlwho8miFP/p9Cq+X/2LBziXYxg7TBdG17jeY3NSagKuZxqrfRDwYZ9rZ1G7N6wfYv2c1Fj68gfu0z3VvgS39OqOYhF+/fYCDexbjh6dPmSyEj/9A7OhRFwEJSgpr8XDnRLS78ohJamT1aYY57b9EtYICsmrKWK2HfRMHIJ+1W+foUJxeMwZDXkWwcejv2RzLhnVGISsuoD85E3WPXgFTtlW1xpFvOyDH/aOYvnUltmqoFbnRq8lEDKtt7SLEOrBa3lcAVVNlj0zzckY6pNs559n7mCAJwBSN7f2J0zzH9oB6HuR2rkqmSC1gla6IyDZ2A6u5/QJkXVUbrk1Dg6Y2RwwRWr+I3ULhlQKdXi7GFqA9ENknI+itSiwFA2UBkYuFBZhOnZhx2lHmYWOLUnbLnHALk9JsQ3qrri6ZQIcmdkh1IHDoKP9zhnqEZFWO15wlGRs54Y71HqalnMBndoZ31WVdTHJmsHESy+zAqsRUdcQ+0HzPQ8CqPLZsjS3SCKcLU2eYXZPehlTVVbXVnPsH0WvNBvypiTEjhCjgq/oQP3YdjBYlzLIjJfHTUgKsAp4o6JYbhb084alUGhEPhMnToA3BI3U77Bv1YRxLkb+wBPV2H8Vz9kRBfN9zNjqbhLfb9h/pL8LYNQdWy2BKu1I4uH07/hIfzBYwHKeH1oaHAtCeWYSGfxxLWvIqXSj+Wv01uj4MFmssjYVffoNPSidAM7Vhf+35DWi/ezeusb8Xw4R2U9GzUiKIuCEMJxcPQ8/nQnquAnmGYtfAOnGsS+lVUjIrhwOrmmdYPfMrzIrWQAMPFCr5A450LwTEvMHmuYMxXmSDqj074ti49shjIR9qnrzKB1UDyqCYuwfcOIA3GKCJDcKDsBe4HxuGCPDI5lMPw5v2QLMyRjZ+cRubN0zFzEjhDJa74NfY1LEisnol5Ox6BJ36H9ofOQvqvRzejTCuaWc0KSv8yFxjtU+z79AphwY6AwH5emg0YXj56jaOXDmMg+HBYjKxHGhVbSwmflbQEqzShuLk8lEY/joKPJQoW/hbrOteCpwmElc2fYOeDykplTtK5GiPBf0/Q4CFrSyB1VWjhqG0t4HJZKVWkcBDWRLAmoXpYsf1wGcWXWsAtDrh/OCqW9nUAlaJJBcWq7cPWKUb+MCs/g4BDlNrEKdHvZJjEajKWAoO8jLGHlNw8BJoq+nxaU79TjqculHSFBfdSEvGpQMqy6YnFxMLMIvQbbODQVXpJR6kt5pBkzWlxJUIkKTLHC+1kL3S1WjhElPVwHPQU9igPHdauANNN5QAJDX20zQdUzSBcBMvF3MLsHWLWL2uuG6J+o8JJYHLzMAq01Wli5xUWs5pPiZJALYllHeFFpMLRaEQuOpqXIQ00VW1eq7X4c3Bxehw/CRum/w9N9pXGYp57YrF+VpyZ/KUAat08lHAC2p4WOFFGRCDEDTDpR+6QYrajjq2AJ8dOY0nrMHVsbjfaDSxJdFp9FGCzxhzx0yBVYVnd1ya0BC3lo5B18dvIaRtKoVJbb9Ct8re0P21CA1+TyKwGvsK+xaNxnAxCRRQHsu7jEGDUollCbPsDc259eiwZ48IrJbDzC8noH3pRFZgfSjOrByDbo8oXRNQJO8QbOlfF9mt5IpiLGGOE5irQY5JXqW7sQcD163FUdozqCpiWJtx6C+Cwc+3jEXTyw9BPE6gNKZ1/RadLABnc2A1MS91R7ncbfF1s89QNr/RAvz8FtatmYIfhbxgyFdkPNa3LYesCTFWeR1Czq1CpwNHWUIsoCwmtxqGVhUFnVVTYJX+xQ3x6eH0iAX9R5rHFfDksuGDXO3xY496yGEFV9dd3okJe7fhADHhuPKY3HE0Pi8poKeG80vQ8o+TeM6g1SIY23Ua2lpcJlgCq8tHDEFpH1qwUnenFg+uJtY/mfPvtK67UgAlkZ00WtdnrDgeWCUsB4jUGNj5KlHGKgsbBA9irKbuEHTNgZVSXVVbX03rG22kWeILuZhaQExmRaxeyvLpihZiLGfK1Ckfkiy8m805DtBVtT1seHirlSBZCbmYDy2e2cVTxbmcZIKgq8pBx0BVKnL/Gvcu00WicZWKTi/ohMvJrGyZ2FX1VglQTSxUObMCqxI4lmp3pGIsrqy3an1USZwGSmSldCFwVdDWT8fkiuEPsXbJPMx49xokCkDF1+9L/Dn0cxT0SfkikTJg1RclvPKjqLfAWDVfyQ2aEDxya4stQyrFwa7v/5yP1if+EoHValjUbww+tgNYjdspEHjIPtsUWHXPPh43RlcEnl3BwnVz8HOEBnq4oYBvO6wf0Qpefy1GqyNHWZIupVs7nPi2A3JLhNG7v+Hz1VvwH6vXDwPaLcXYShwQ/QJ7lozFSEcDq1x5zOz8beLAqu49zqwaaxewyuzDKQSGmiOAVT4aV9ZMQKfbj5muaUBAf+zt1QT+EkJ+9yRmbFqEZdEEYStRtdQErO9ajjFR40tSgVU1cqkLoHqp9hjZpAKySbmmrAGrbcoha0L+z+sQfG4VOscBqyUwsdUotKkowKeWwKrtU35Bv4boX70+apUpgqxW5Yx1uLlmNHo/fAPiFntl6YM/RzaCt2SLkBtYvm4hVgQHIQbu+KjCJPzYojDcTAjLlsDq4uFDUN4BYzzRWYKSWXGy/n5CZ1EiIrjCUZT2N8RUZdLcLl4cDawSSS5aa0C0jjhhiQCrUog7Aav5/QJc3JSOb74jJQCstY4Oqd5qhZxx2YpxmAC0gm47KQehaxXmN7KuqtVOk2xDh/jUKvQOprcqjy0bfcCzCx0KP6XBFadrllod4qB6WUhlKrGcHdTEdKpGOC4ynbo0uGwmnXBiZsp3gta7myIt2KWOiyxcQqhy4okKMiuw6mhdVVuThCATRRcXrrfnSYuJj9YpAVx1jYHFdFVTkeVsj801/25D1y3bcJI97IZW9Rdi0afx/Dp76rD1TEqAVf+8A7Hq05oomcsNnETTNn4R28SJ/xH/XXNyARofOi1KAeTFd93noUdxe75AvIYVwUNzYNUr+yhcHi1IDgTvn4UvT1/CHQYz5kC3xkNR681xzLh6HI+TAqxq3uLPZWMx4IUQik/MzIVfjsMnpZPOWNVe2Igvd+3CRVZPCUzpOBldyluhnhqbwhCG00tHovtTUhYFCuUZjG0D6lllrNLf2YgirQ1HaKxG3cKsaROwRNzj5849HPs710IWostygO7+ZazY/iNmhZKiLWmKNsX+cb1RwoRFagascpUwt317lNLrmW4ou1znFFDqXuL8tRPY+uQmHrHKfPFh6fFY3KGQUPeL29iwdjLmsMxVdkoB8HoEnVmEDofPIIhUbb0bYuynnfFJOaGBpsCqB6oWboMm3tF48uQkdocFMZ1UweMK46sO09A5IXZx5B38Om8SllNYLID8hSZgd48yUJAGLXVxyHP8vX8xxt+9x2QJvD3qYG73QaiZ27izzYHVD7F42FCQxmpaFZqThWsL15ib08ou5Als3XLy7aCgqypI82WE4khglWxDc06UNn6PnCBjlcayllhAHGRg1cybUhtUlRYzus3wJvaYq8U4pcno45kkAAuvdJH5WtBVpcQxcqCyuYuQbZjgfBpN3iolaRkLGZflEm8B6gcKliJwVU17XRcYXHGssVSjjbmuh7C1iudZYp202BYJABAHNxe5iU/rnqXhRACZSwBAIqhqz7DKjMBqaumq2vJJSWNeTmZlaSF2bOdozXL+NT1ddFWtOdXjU/h66QKsZcCNF7o3mIuZn1hLFpT0WTIlwGqRDyZjb+dS8EhK8qxbq1Fn/X6mdQr4YPCXKzCqVALtDotBVIgWHnl8oRDlZIW9jh5Pd89A0/NXBZZg1kE4P7Y+WE6hyCCcWPMNej0njq8SuT2Lo7SnO64HX2Fh4XYzVg2xuL9nMcZcOIOrrImB+LrlDPSrkQCNMDoEMbFZ4OEnAJBS4f/bi3G7dmBXdCR4BKJnk8kYVy9HwmciPhS/z+2PYe8FdDPAvx/2DW2MHIngsVzwc5xc+xV6iExbj2xDcKBnfRTwt98/dOeWo/muA7hj9BMV1PDj1OB4HSKgYUzW+JIDPT+Zi+/qGyOBpsCqOudE3BpVHlreAI3OwM5YcTYyaHBry0R0uf2Y6QlzykZYP6wPyhBD9s1d7Nm1CLNevGSAp0e23tjVpzFyJZi8SocH279B2/+esf1UVu9PMK1VZ9QuLoTnmwKrVbFj4mgUoQ01RQv99xsG7dyJcxCiqrw86mN6p/6oX9Ca/XiE/bURYw/twzmjP6vhBl/OA2poEcnHgHrdeF9XpfoSrGhmfDmS/sAqDSvCMOSjlvVxQuu6YJ+02KHbP1bpyThd1bRgZSStacl+2lHAKo08rR6I1NJlDg/pytsmsErTLYGqbPhznAysGnUhA8fE/yS7Z+38oXRI9WZXGvK0ZGI2MbMnAUAqttdwfvvQei/oP8p3d+ZDgOnUpXKosvk7GTOTGEDO7zp2zhiOe4xpZqpIu865r1Np4We+IyZkkrvS1AfINrGpkKwqIU8j36EkaMRelfvD0lISQObMCXcoYzbtAe1NcJHZgFUWGpeKkRW2xhf5jrtC0JiXx5YRwCT+TzqgErjqrGu604CqZK8nf+G7ZT9jORMO9Ub3BnOcAlgtWmIitrcrjSyeSfDwlycwaNEiHGS3QEp8VHku1rTJY2MYafF4/xYsuHQOVzUalCg3EvPalQThqxxnMANWB+L82AYCsMpsdhyj16zGvpgos8RfAOfWDqfskQIAEPXPNgzftQ1HGZaiQMOaC7GseXbr7eWjcPrXQRj/zhe5/UqiYbkW6NWwALv4xru72L7pZ3z3ivRf3VExbzcs6tME/hZJjIyqfnIYg5YsxUHxnypUmI8dHUxojlbbwQU/w4k1X6PnO0FpNsnAasxbHFs3CyMfPEKY3VtVNSoX6o+FXesjIC6plCmw6hP4Df4ZVgVavZ6dr0wLj1d/zEG78/8y3VaVW2Ms6d0bVQIJ7NTi5e/T0eHSLQjc3XKY3n08mhVOoHGh/+L7n2bjN/ERn6zdsWvwp8gpgvOmwGodbP1mED6QtFMNGjz/czGGnD2Lh+Lvvb0/x7JuX6A0tce48BE4s3gYBr8Wmbt22it/vtHY2qMqPOMuJcJxce0U9H/wXPTXtGesUtNlvdWEO5DWLQXnfIQr2v9pKFmV0V2Fna7otI85BlglsgrPmKoUKcl8XNyRWQVW6RGaNvVG6LksBSD4CGPVMdukXaGtBTHr3ONuE5Ow2Ui7Zqbbm5h9VM4fAsZAVZaq3PlupdKt86SwGJEZRfNTWnm3BG57qumQKgNA1nyA7nNIboNkN5y1EDshPQAOZ7WHyd48DXRVbdmBlisJXHUFW6V1G2lskX1ovkvlHBLJ+jQ6n0qXFfZUkJmAVbZH1qcNA9zWvOxJ87I9HZMJn6EEcW5K57QOk45Io+iBRLv+yVlMWvYzllJCEqcCVidjd6dSRuBQol8CaIJxasMcjLj/gGnG+rlXxejmQ/BlpThINL6Sp8cwbMli/C7+S768I3Fg4IfwYAk8DXi2ZyY+jWOsmgGrBi1eHlqCvqdO4qZ5s9za4bSdwCp0r7Bx9kh8FymcJr29W2Fz384obYX9qb26B8O3rsdBniBYX5TKNwDbBlaDhNe9/m0c6l16ICbWCkS/pjPx9Uc2aJcRb3B21/8w9uZNvGRvzo3BreZiVDURGUzI1EFPcWrtOPQwAlaPDaqPQHv1Om9uQau120SWLr3ID0VV1mnJ0bogkX1Mz+XD+C4/oU8Z6XRgCqx6Bn6HC4PLMgkAi8LH4t7O2ehy9QZjwirV9bGwV3/UkHDk29vQedMO3GA/dEetMl9jdtNS8LH2TZpw3N6/ECP/vSy2TY2qFWdjeatcca81AVa5etg8dgBKxgHCAHTBOL5iAka9DInTu8+evRe2DWyCHMZd8PIUvlmyEPvFmjl4IL/K2zKVmyEWoYYIhIjP+bjXwri2g9H8A2nTHo7za6dgUBywWgOrxwyLB3vtGFqOekRgZlJtaXXKc1TL06Iensk+OlMEZUbSVTXuQUcAq6SrGqU1IEZn6c1WgVUCVXVmlGQZWBW6RWKqpjU0RtOQj4qywjo3eywtph8rKydj1RHz0JkmJeN2CokKeNBglJcU0x4UwrjtZ0Y5ysekMUwABx1S5WRWZv0i8qrdFIIsAGVedrYSr/8oc8DN+4aFqYg6funVbySP56Fw3nk5vezC3suBZd5WO6EYrT3Jqsxtl5mA1bTSVbXln0xjnnTCXVBjPq3GnEqpdLoLQWL/ONUloBMBq78sm4KZAhESOUjzs0NdFMxigCHGClhGkRCU1IokSY0vfR8dxfDly7EfeuihQKBvE0xt0hL1S+eASk+RYhw0Ty9h+6GV+P5NkAhEeqN9w18ws6EPKAEm0WZe7J1lG1ilBoY+wOZVP2P221cINXbopACrFDa+bza6n/1HBPU8UCJ7K/zYrRVKESZKZz3eAEPINSxd/zPmhkWJO7IC6FxnHKZ+aiTZcHcXvli9ERfEtmRRV8CABn3Qr4o/6JKB/VDBQf/uMS6e/Q0zr17Ef7wOBnD4IP9ArOhcH7ntkdZlyavGxTFWFR5fYFv31qiUVwE+2piKJTZEoYTCgxY64f9/vW0s6lx6KITkK6ri+1ZD0C6/HlGx9C/xReXuBcXdDej0xwFcExfLapXmY0sHiYFsCqwqPLvi2OjP4BejZdFLHCWx4w3QR4fj3av/sPXgGqyMoKB5wM29GdYO6oqSUrKs6OfYs2YuZr16JcgBKAqiaek26FujHHL7u1PYBomiA5EheHZpOyaePYWrvI6Rq7J4NsDUL/qZhPInCqzS94Q8xLY1UzHtvSR6EIAv60/A2Poiqm6IwaPf52PAxctMYiK7Vz0Mq/0ZPinmB10s9ZtYCIij/VX0BUzbsAJ/sEONGyqU/QFr2uVnD+kNYbiwbiqGPJQYq0Uwsef3+DSbHgYSeTYrnEoJzp0Q0FSYqcVqZWlDc9sK5xda1+PB51SwfxKqlGT5DGnJIkxC+1LyaEqBVeotSlYVQ8m8GKZjeja2AFZpnBGoas6gkIHVeKZqWoOqkgPRIYw20nSrIRdLCzBdPwKAnMw8TDpC1FWlVjtZ89LVlQT9R0CfzkmHaN9ESUFcQvcwjXuMyZEoCVx1rvBKOgRJGodpbBKnfx0bVwYemvRarKR9P4XecRw8XEgHOy07l5ZyWtdJ79lpShJ0VY3bnFmAVZpzmDxCOneZNC/TxUU6N8VpXFdqiHRMZXqrqQEQJOOL2UGVmKrpPCebNP3JGYxfOh+rGK7ljR4N52DGx47RWA0+9AsaHj2N1wQWqOpgbb+haFTAhuGe3MD8FZMxM1b6e17U9S+GD7yts445pQeyeAWgeJ7KaFwn0Mj/DXi2ewGGXvgrjhXJwQ/VA0uhuIc7YiNe41LQLdyPa4YKpXN1xIIeLVEojqFIjNV4jVX3LANw8euG8VIA4m/5239gyNrVOGD8SerWOP1dJ+SWmn13Kz5bvR232DO+6Nt2OcZVNhqtsUE4sHgMRr6JhIY9w8FXkQcVc36AEl4K6EJvYH/IK7wx0tEMCBiA3/s3RHbjPFe8Hu8OL0KX4ydxV2yPAl4o6lUElQMC4QsDYmIjcO/NZZzXa0VgjkN2dUmM7jgZX5SycwYJeoaTG8aj52sJEMyJ6tmLo4KfDXaswgPZfWqjzxfFoXx9A2vX/4ip70LBwwf1Sg7Dwq6V4WFrfPLRuLZpJvpdu858KHf29ljUrSPKs5D5MOyd3hvDw6XB5IWaBT+Eca4yQ+RjnAt+jWBDDEKhE8BcZEO1ov2xoEsFEHYYV+7sw+CNm3AWBtE2Cvgo8qNu/qKQRsObNxdxKjqUga9UFHBD3Wqz8fNnpjH8dgGrhHVf3YTRu/fhqKi146msi2UjB6Is+WHIdfxv+Y9YHhnNLgNKF/sWqzuVgZtNEj6PB+uGoM19SmEFeHi3wYZe7VE4O+WsCMU/6yZh2OPXcYCsf5YGaJLV+lhUqX2RPX8tfP5hfqMo2WRMeNZ+QvpCoGRNcoSgdYuKyazEexUHWT2J1ZDSK89k+ShhVUaSAJAMkRJglWxDeWCitbbJYPHAKunUUXgTR7qqliWzA6tpqaua0CggzToW9s7WYDsXwyQOK1d9nKzBQk/F8Epn+Q4GqlJjnGpHnf7WYWNK1FV1hrMG+Q7LuCwPKxPnYGQHlsxKYNc5QzIrQVdVWNicwXfSfzQZt4Bn2abTKllVYt9OvsMuLpwF4UiswWn8d5pviBXuFIxwUas4OfkDMwOwml66qrZcknyHxhXprbItYRr7rrO/Tkpmld5rulPpqhp32uMj6L9oCfawf/NGj0bzMKNJNod0a+ifC1DvyCkGigEVsXTgeLSwmqQH0Dy+gXXbf8bEt++tnj+tN8gNJXN+gSX9PkM+41BrPgY3Ns/EqOs340BG679XIo9HPczt2x81TLAxHi/2TMcnohQA59ET175ragGsUp2P1o9Hz5v38ER6AdcUJ6f2RF4JLLyzFnXW7IsLG+/Yaj2mVzMbpREvsX/VdxjyKnHV0ZxZ22FFjw4oazVZlB4Pt81Fv8sX8SDRHlQgq6IsxrT/Cp3KJyTGalZRyHOc3Dkfw+4/EjVJE30R0y1d980k1Lj2P3Tefwb/6jXQI4DJD4yuYdxxlnXp/l2Dz7fuZZILauREs8bz8FMj+k0YtkzuhW/igPjE2+EOHxQr3BeLO1SHrxV1CM3lbRiyawfOJ14VY4XWKjcR81sXjZt7pZ/ZC6xCp8X1tYPx5RNB3ZW+sEbp8ZjfpiQ8rq9Cy52HRL9SoFHD1fixbsJSDbGXfsOYPdtxCgpkdSuNNjX6o3/97NAbwnF2+WiMfi1Bwol/oNKjJdYN6ohCVuyU+K8Tf0JOZpWwjdI7mRVdHutEXdXEe9P1nkgOsCqliCPCSqRWAJ1tlThglQ6nGlgHVenHmR1YJRumQ54Cq/3mSQl3GANI3kabG4gldqBkVk5CWxV0VQ0Z8tYnJdMpA8OSyYxKyXsT+i0D5lViMqvUeomL1kv9Jeit0m2zkH05PQvTf+QFQXW5mFqAAh41emG9YrfN6dtVrHECMC8ks5KLpQWkdStdkTExCRwJ8ienZHRglcYTY3Akxzip+BuO5+GtVrJIHXl0mRqaXQoqOKiJ1ZtOxqE2xLGcU9EPklX1qzvYtn09Nrx9A2SthV5Nu6BlScdQfPlbh/HT/kPY8R4o5N8AE9o1Rcl4Kcq45pJEVmzQc/x9dB9W3L6NZzHR0HFKqBUqxua3VjjODd4eefFh0U8xsFUJqK08p7/+J2b/sTIZUjsAACAASURBVAObQkMQw3h/AhOLcjd7KIuhY8U26FuvEgKt5IvSXdmHeUeP4kikBwqVGIIlHfJab8ibBzj0x1qsfPIO73gvFMzbDcv6lI2Pog6/gTmLVuNURDQ8vAthWM/R+CjASlXR73HtxCHsuHYCu96/RTg4MXqehxZqFPGriY7l6qFdnXLImoieqebmBew9fxxb713EPwYDlOBYe+K/vTBalG6J/g1qoEBgEvs6Ngw3j+3Dqn8v4WZMBGJAEloq2+u6whM5PT/G/NENoT2xBrP+fYK3Gh2Ubo3x88h68ElsTPKROLtoPtaEhUOv8kPJSr0wupFgwKebJmHs7dd4RZMyp4KHQmWiOc3zWsQY9DDAAwX8K+CT8g3RuFJ+eCYEFr56jPPnDmHT9bM4rZFYuUb9xeVC3YKN0KlGPVQt6WN1wg3f1At1bksJp8pg44QJKG1dRhZ4fQVL1/+CReFRLOFaNmU+9Gw9HU3D92Lx33/jvwgdcgXWwPBO7VDYN5ERHvEOF39fjNUvDFC7+6NwkTbo3dgf4KPx5M91+OW/O3geG8MkMtz+z967xkyzZXd9q6q6++nn+t7OOXOxZzwYM+YShGNHkSUC4RIpCgmxAYMgoEyCFIJEIgLEEQkITOQPRBEJ+ZQokSD5kATGgz0Gh0gJdogjAskEAzIzwQbiMZ45M2fOeS/nufW1qqLf2lXP091V3V3Vdem67A2vZjxPdV3WXmvttf97rf9yh6k2wxMGgyt555O/Wf79f+U75VlM4nuQc9n1I7iMqS7dpwClP7g1N2Q9P0Yhkza7hf6iaYFOiTN3KLAaho7czH3l19+luQ/A6pzsHyS5RdH7DKwei1d1mx5pt26aWfFfrGNKiIlGOyP3uOBqDBwSNBreJjtWJWA2G/Xzqu6bhRjgoIQQVOrYAOK+96377zEf7TGTDy2oun3WsSuAsRTqrLpVJemXo3XrGMHi0T8+wwvE69ax0LGi1QNdBlYND7ipsGjiUC5j28xq69QMlH+fZIT6Z69xvKqbIrhbyPJ+LuH4TIaXJQvoZiaTqcjo7ES8lGpx3cQHoVJlOYtAFm8mslhyNLhnAMoMx3J6NSR5cPu4n8vk1bVc3050XYRwdHh6IVdPLuX0ygPLSh+8wM1EZktPTq5OxFlJFky822wpy5upzIKhnF6diLtaos/dr2cyu12Ke34qwyc7gMzomTfvv5TreWB8jeOKN7yQt955IiPmJuv0zAPxX7+Wb7y+V0ogvZXjyPDkXC6eXMn5k8ED7+k+USf+vgzFf30v8wWgJcPd/l7eSE4vxuIBBi8D8T+cyHTpyenlWNzdyaqPj5364l/fycI7lfGTob43/ng2Xcjk1Y1MtfHatgEH6VBOrsZmXrLIjyqo61u5fn0r97OYNoGmV2M5vXwiT56Oduvc7Fq+9uUPJQgdcQcfkY99256mYPf38urnvyHXC0fOn70lb3/TuX5gcD2T5cKRIfq3qVPbPnexFP96KvfhiQzOPQljQHcZSICOzja75yRvhF2dXI7EyZHInFuHIrbgBz5Ro6D5b9PhX3AMZMDn+j5S6WrgDW1KFmFFn34YsGp4VWfKq7r7xRRYhXtksWcp6yuw2jRQNZ5OTiGhBIBX1I5NCYSNaGalHZUtqJqqnmQb7kqlP6ZOm8xMuIyPn5l5TDlsezZlp8in1jgoWsiU+4euynt3Xk2UXLXvFGdGaSZvtY866O6sVArMQ7dx0B26/yO4jI/RoFKBQwCOAorTZWBVMw4LyKYOzeUwWZsM1vGwFj6DZlYcCNbpe2LqCBsGJhUGKh/oappuV7w5oGTDzf8oFvlgS3TIqsmwDK0GjWM62FWnhFnUwwoatbVAYQ0lQNy2qYSP79gtkA9Yj6PctNWPRcSr2nVnlw9YVdRf5n4gt/NsVZLO//CF/ykkW3WzWdXmFPYRWKV4hCzeelQ6v9FYvtUtMosyDbWZVVRLVNOa//BCZClAAaBBWf6p7ewvsKWimVF1CAdOyNOBKa+041ECWloZl3V7NQPPmjVmTlOb6pOPqSt6WAHofMyX2PNszAm/rFQ2DX7PY76agmN1omNRNiaZTUVGV4FV1vImZoBvzpVS2cQ0UUUmsoO/1XXLoYqpvmZWjeVVbcD8GtlQWWE2rW0YcfVSMS/Zhi/N/o5rM+e4UWZs9t/nvRLZs04BqgLM27EuASQyJzOYmdgH6jREeJZvdfdEKLiqzb6q1XcO1udLkZow3KNqXx5gFQSQ0Ph6GughYJbVyvlvv/BjIQ5qX8lrH4HVJvGqpmmhBtKuyVy129SkhADFFFytsfYU12ca67TjxLBu76YBtb+dy7nu99n1PDpwkplpGFKyuNMmvX2174I0tIle3DSlYvmQ+U1pVVzWVu3XtenuJtgCTI15Vdvw9vCEk5lprSo5W5iS4VCvAXNQDvBymsB1EVg1HOntyZAn5qGZFcuWta2UmFApoqqvtoipI6KG321wybW+IwcVdFZmXW9LbKX2ZDNXt+qJzmPFcSC+GFDV73qt8gHWaCqWQt1ftW3E4KFJmbAr1+r81UEJEPOqak+GtinPAe+bB1iFmOZmGmjSStbh/Pkv/JjJbd3jEPsGrCJD9U8N1zKTPQYZe8NfNKtGlnyd4cw0G406RnyiaikAktJGNgqqtmjdPx24tQLzdehoKc+INkTnQwMAVb05sryq22aN81TKVOBIb8/AHUMJYJet9DlDLkOvek5IuA3LAg67BqzG1BptWq/QJuVbtba11Rl6LgeC1YKrjedVPeJSgb9hvYozDquOHcr7VLNPrj53rLw3rvtOVYKr6M3CD2TutynSqWcGtBIwEJkH7Uzo0TPkiBag8aBLPVO69hQDrsITXv7mmYQVeK3jQ8A+IElZgVWg0ckykPtFkCt50QCrGUZfgFXNOIwygDIJJoPsqr4E/nU2qXAf7gPIq36XJt6frDo2GnWUdRueOqAOO1YloIAzJactO01lHs+GAPN2RtM0mk386bC6TWp8QGF5VdP9iR5WROBYW9ar+EvQnRPXgqvbVgoOA5VDvQrXQ6VgTK1RkuJ0DVhtA69qqu6EoaHbGLhK21KF+rQ1utFcCUc0axWAtYphaKDak+VchQy23dNwzprDnNaOiBOyzZ9QpeydCvhWtalOAKgKcGglvzl/MehsDiuq8WtV6oy5d2hK3ivOeq7+O6p5ArP60OyrpEfE3PoLKABKumcbbpMFWCVTlUQww6sKppNdQhZY3dCCGFTNkfV7dD1iunFIZ5Tmxm9jndPDvKh8FFyt1mmb7B+76KcZhFn42ykbFrMLusrYc4tUXwdlAryQRj7ZF58sjhNzwqYsr+qmtEwADUcdDUDaaVlQ2YiM9CQ+izb07BrHyIe1PUdMl01IEcBRZjZml4DV1oKq0exbvtXdZqClpxWAq9Dq06S8TLvKZtDNv+qRV7X577rvDS3f6j77MnyrZcTM8QHgzPKqpgodOQM4d4V2xICrbQaI93mPw/+O34naxkQpgIffS5Od/Ghf3tYNxIGfvw9YNdVKplnVIawjFlhdmZg2gqoPOCrgoThyqWmr+6kdDtTH1v6MVHq4VkcxKWTJX6INmQLSxe1Ig4DmS8Or2jr5RBzw6A7APA0w7HiUQMyRBt+q8vqVLB/N/gma20DwmLpgeFXbwVe8S05j19EMO2tZSSlhToCrbsnIcxV21RVgVddy/D7/pWR/Vqe/UBokOOZL1p06v6HKZ7FWDb3yqi1ss6rds6XNqlp8CLj5dehPz/CITOYYr+Nh1MyqqPvRpjo+HIdtSnfKJKrCFxkAiMN1DKsjERQVBS1edwtP6p4bsAeFEqDobBPezBfZutxX/U11338fsMqe83ZBhnwo7gGStsBqNKMxBUAbeFW3KaFmKbiunJFcZx3TupiUE9I0I6IErKhTWr05DooSDEsBkNTMOEuhCxkc4wGb1PI2YnUvJlU+j+AZcBUAqCzbAtgw2Zj29DrtsGLWAVCV7zI84Y4M7ZqVaqLahNEzXc0Ljyibjs1Y2aBAF4BVs1HtTsYhhQTQbdhmVumW4+ihTjlrumY5dwg4LOxr4htElCMAq8bnlODHSnu5IjdiT/GYmVnkTl38bSybIsuWNtXxfeVWtSMpAQOqmlLlztiVY8CsUuKdTiqNoUwocmChlCxL07S0K944z1TvAlapkJwuQ5mw+VSryi8hC6xGs4EI+Vf2ZiPPZJdxbdwUhAw7O5ISMABQeaWnmk7/sLBZia9KIJZNnm56TZZgzLdqSlWa/KbHeTeSweF6dktoFKegasQDeZyvae5TY15Vsuq6MgYRuKpl73YkJFAW32rMqVXFQVcXgFVi6Spkc0yV1mZWHCgf8yUa/GxPm5sW8ztsULuUjVnmdGlmlPYeKPOux78XYJYbBTsd+7TyhOscfmiBTGdLk6kaNzor78Xaf6dHXtX2f0vaFxg+0WJ+uZuSMWBonLma9xs1BvRDWfa4B9w2YNX4nFCbVT1yOefXQQusrjSr6sqZGLjGRZSZmdfoOn99GMrAc+SkpGZWVGD4EGvZsSYBpdWA/9E3hxX5XVMzBRoD80U3Ys38usPfKt5YnHhkzZvM1UOH8qo+2NXh9zn0+U3+HTk/2lW5gy5nGGXXFVCdJk9d4XcrBK5GThie66oAjrYDq4ZXtUurlVE5PKg2GUSBOrQWFzao6AZF+VYtBcD2mTBNh1rerGqXolEJ59qs1W0iwvdACaB+J2coh97MLa9qqmiVV5VO7h1H9MuuLi1rzWjCfeChNZm9+d4GUJV9eeuzCPN99trV24BVSv8BVckEPyRTNX6IBVY1U9URv2NaBkfJOaW5eVezAsrapp/ScAcAqAgnJBtUQFWCx5y+rU2iOuhdlaeuI6XKmwIYAsy7TmVdhQ8SeEN+ZJqm8O8w2+KUMAgdXdjsSEpAS+MqKONugqzRHcDVcZzybJ3q2rSwlEOhflAzq6gct8qKyjYDq4Yjvbt7DaWTcM26Zc0q6e2MbXkG/MkhIK0e8LuX5VzWekAnd8CfsCv8jymCWc1c5c82clkXEh4nzFnlRRXgdOnbZsBbDFE5Z9l4qrLlcFhlGXZN98Efs3aZL+zudx4qTj0UxLYyeh3iPygA+t5jOwmsGv5vQFUFnQuO3gOrJP6UIMeC01DNzwmiTw8EOKp5oybdNdTyODIP87pr5eNd4VW1Ln99XrvEq7pNY+GE5F8RYL5J1lDmu5CfMBrQGCS/bZEBTsDY94U/bT60TKWjhxXx96ru2IY7W82RTYY5tMhnsdgVXGxVjrYCq4Zao/3NqvbNLboz9lw9vLAjKYFDmlmhN1UeVrR5nkxlRffXcgVWcciRU67Wy7ZPI9TdrMhn3xcQ+018X3w/yAgX7btjt/5umsB1jFc1dYpM80hiQlWf3Dv1bs37tq+B9TFL1mrMq2p7wIlsAqtU1wKq0mS7eFswkV4Cq/HCp+XKHT5hZEGD85CuwhYA2nBLyo9E0xRP4IbMs9fQUmXbrCrh52O74rS5K7yq2xYzBYA8R0YldhXuUhjAYk+zLz1tzogCPfI/dq8ct+jcdpFXdZdtAQBRvmxHUgLa7R0DyygfmGoWNRxWtBVY7SKv6lbbckTOIhqkjOrTGxPEx1J6OsjYzMryqm5XDdN0qPwGeU1WxjjOscBq+iwhHy2w3eN4pstAu9w/chw2edbrfTc9rABw7pOSARxGnKL1SrsdTzN8q7vBVaVkWUY0UH3SnS1T+AismjVqsjANq1i3yoiLegmsIuuuNKvaZ/o0LIBbSzsul6Ex+x7Ysr9DO0and8DVfSP2R4ES8VvvtCkvJMLC7/ckoNYMoEG0EdunPD38O7Y1Xsmu2wWwmsMK0wjOjnUJxHb12FW5+xJi3bINd7bPc2a+Vbq/1tQ4po3AquFV7b49rX5hzLeaIeTpl2Cirx1oA8bd+VG6UY3443sppD0fPfUD03F6H4rWJeEp36rhkuiZS8k0iyZzdXsWCzKDPmzm+3Z/lSJRrVha0sgrk7g7d5FtZrVtSg0f6FZwVWNAY1vWMRkZxsAqsCq8qgCrZVae9BJY1Y1qhzNVN80PvtVTAKA+BTmZl5VQhq6r2YeZ0ukjULWna9tOqXaZV3XbhwPIkxVO9rMtVUlKCU5IwGeNqbf4HzITDKia2Wh7daF2f8Xv9Oir0RiSMrEtex6YPvFDj6ZEOw5MlVe1vsOKtgGrWhrXJ6OK1SgMtXmnUtn0yKfk+dSh5+manjZi6ghbUpkuH9YqNqu71vw8c9GWa+Mi0jgzsy3vXed7qr9JMSxDrUbm2KJXcU4e2c+iw4o8v+nStTGbhI0I02dV+VY1I3wdnSBZZb409IV2vV8HVkmQu5nRrKpcS+klsNqXbNVVVYG3juwxbXxhx5oETMOd/ZyQlgJg+0aDk7C6MqOapr4Dz5RX9io7I+MkYFts4AGBNuUTl3qZJnBm4bdjVQIGTIVMvas84LvmW/1y1HDH6kW6BLCtbQBQHbyqq2/VJmAVu1r2OOMQ2yIepKGVjQjXbYtlCM7MYQrNjyZlkP1T8kasK/4NiiwoAPq+hTfgqh2rEljzMxuZq8SANKta2tOKVKVhb7XoW2nFpiSiM2TTzMquWmmK4jrhGsajlCwLm6m6KauvX78UDsJuZ4HygEtYrkb1Clhloes6r+q2pTxuCmJKc61T2pSTNgVxDbiaNkxAHROG24BpHf5ho1FuKn2bJBwD8ycDe5aauthDRzJ0lL9uTW+U99Gxzaq2KHvMq9rnCh7WLQXm7ZqVqiXb+FbZnxoe8Po8aVuAVS05DWwnd3SHjPAcdL31KVMDngQdwCrfqu4dIlC1RrNqgCSyvQLZP9pcUXvO9HuP8dCwqUeVkdm0xFyl+hHpCPoCb+jc7+Px8X6pEf+RrWqRenNeYzhFywXC9s9CO65QIhKHBDrTNBBeVaVkacfr1/aWX7/+oHRe1bVDpD//hR/LFCN84sk7tX10VQ/qY6bqqizhrYtLwIyXtua2Jh9tCpLkWzUBteVV3WaXlJsqf0tPh2a4kAE0dG0GUKoOmFPUM4BnylTi7rnoTU38j21UTe3+ag+b1bZiAKiN81j1OwOMUXERL+ePTeCqfvL6/dsCrPaRV3WbJsDSQqO4LefJ9SpQA5/mqWxMw52YOsJWViQnysjGdCt/AM4aOJ91vpJtZrVb2jFlAlmqZKv2dwexXU74GkDVOg9I67SRQ59l+Va3Sy5uZqXJTlAAWKQnIaxfeP2+3Mw5rKgGA+tFxmrssPvEq7rN7JS3Lm5mdahX6/DvBpSeRg13YpPTLIUwsDD0xrxrBjgBdU+aVe1TewCgsyHAfDXOet/zm/x3JELDHbieH/xx6OiBhQ2oN2fOAKqaVdfkSa3t3UIZOK6M3Ww82LW9VoMeNNCsXvNCdfKqroqgDcCqcjlb2pE1zR15IieuqbawK9ejaHRD6pisVZZ0+HgtwJHi9MiMolQ5CHufqbopHXOGvE4LUNTGDo2XDnnuoc/KujSyq5osm9+sqgw5GPlnnwWtWFoGWtFlx4YEEOMh8XGUqBCEQaF9RxlTErmG3FP7oA071EIpAOa79QYJFNp9FU76IOs4uz2kCYp5OMQ6vvL6fSHucTRto/zRC2AVsbFBtYUGRoEoqwTgsHyrSYOKAaC4rFspADgxzLUklm+oTbwjsqFJQRmLTBO/75B3Ajw8G0IhfvzRxJNK5fXz2KA6WqpsdSepJ8ybllQeX4Ua9QYjV+TEIev5uK91SCBX9RsjEqWxUeCwmjfcd9fbycuqPzPT/S9OX6ReZzjSLTi2KRylsqHsPcrM3Pz7vnnPNCklXVSWauf5JlO17KytVcXeo14HZrbPeb54ZbIyBBFmc+tYCoAUHQfA4YDU6Es8B4fN/4Ez+Dj3eZU2fs0MOpDucHcbfZwBDgXk/pHpop23iTn99z+rQVc4rkmqK/75Dfqo4q8C7chkcViWc6wHh9KV8PuigCAbxEPv8+jL0/0IqgJ3KAlhWxuWH+aCik9c2Xc40Dd9+eU3ZDzwVipMyxVIZmC1bHnUeT8A1R5XKidEjQqduI5cjcgAqgaxr3N+y34W8gF4prySdPpWLshlCyXlflM/7DUFQJqI0R0oAc4BOQo2BlmLxXPOJzobsiPMG0xv7KlyPnbj8s3FygQk5yNX48S8r1Y4ttQNYLG7KH9cAaEgga3IYCQQgkZA1WJvWuAlG/pT8n44DIw38QdNhAJrqn0HfeVhv1p9VKQ9OW/E5mrfT8g5jNxO8ttK0H3V3b1vsV+s5juKWFH0jIdshX2SMddzoEzcYwsKknO0K4s3m3T3z3sZc25isaK6k28VMMBhqOAz3H52rEsAibia1WsbeK5KhnWGEvcFJId2rEkgPjyegjpbm9qtHVHMY1XISICD4/u5L/MgsBnyG0pBH5jbmWnKxBi5rkD3Y00saT3sRU8HnjZ/LZ47u7EmZuJYLXLQFgVC+UIZ85IPpwKHxjKm2ZflqUvxyKZxgdlo7Auc9/09i8M3KdeH3ekh3ftAPeCpWnLMjfZ5mAjNIoAGXI3RH6PG+d8/3kQWOeEy5Wf5n62/ijYFB/16R5q9ds3FIZWxz8miQC26BpHEXGOxJ6v/9Q/xuOtvmRf43PqNMZYUgZIAvtCR1L1JNTZwkCU8fJq6kAKTacCp3eNk4MjYMwT9dpg5i7MNJ35Y+JC0mAY0cUbMF00Dsg5FTl2JqlGs/qzOFjHPmedo3GMl8ygZpUfQ3ih2Md+0biRCiTsg2dDFL9sGlWkeEIvyoJOI1qxDs8Ga6F3zv1PUOMYPlB/TJmYkJYhN3S/XuUP7rTO7tSyMMlcP2ILmV98G/0IzVZfGrux4lIAm0ojIZB7K9cRU2DI0ic5yqG9VFTJ6TwZe6dXbzn/81//ynn2Gye4wwFL+7MaHdGftrZA/nI1Btfwcs2YLC3D4fJz/uX0wWk5+6ms6dNygPc9mWrUl2mxcDmlcEL97nrukh5+59arII+MEo0NX421TFhnj2dCRMQ2Jcn9Ud3+AyDSTF76x7n7mQV9msjBDmQcmG/yc00IrpIQs8TcXQ1dGdhP/IBvigJtlEJW5W6VZUxq6ccPJGx2Enbmr4KGV1aqsBk6oTfTg6+37iLM/LZdzuiagIXCHKmWNdqI2GUDsKexISsDw0dIiN+r63lshhdrlfqbAYZEAvpsC5CAHcAxwdXVYYHXHfJO1qhVo3dSJrF819QPNVrWbq3WJsZbPlyJvpkEC02G5sgeC6RqGObHPgmO+zEQW54/9+I922lQpjbsauXI5ssHQqmqx4NumQ9vd+XJpMqPGA0ezXAy4ase6BBy5HLrK7Wety8Q8BIvwztqRlADAKhUqsXTOATgAD63yrONkUaOv86Gj5ac2iiS7BUC+9/uKVLcC0xiHORIR8UO0AXA41gwy64k2JYBNXQxMdm/fh23ItE0DTAPBGFQ1Ptgclp56ntWdLWIDHBt6g16blR8E2pCJslw7NgAgEc1U3RYjW3B1u8YArPJPd1t9AuyjBCEOKwDkq+KQb62tRg2kr6eBTFm0UgZNuam4yJ8a2VqpZHvxKHnsxDN8q2WBq50HVpEue9O3xmziNW2294P1fhmsl2H0XigrAvApN12pNDhXvtX9LAJ9lCGchxdDTzzlKen3iE/i+y2F5NfHSz1Zdcgo1hPcMY2+ADr6rjtpOkOzprOhKwRFfR4z3aiSNdZvOSR0QKmOQpkENI5ZbagAF63IuetqsGjHugSQCLZ1qXQk/ZUOmar2DDB9/gn/OCRN0COEhuf51Ou37uyyGrhWB57JXO3biHlVl1AA9O3j93yvVnNRxq20bOkXW2B1jxB7mrm6jJpVkQxmw8BIR6IKJfCcmxmZvNCObNcfYkH+9Tjk2SocAFUoEwYkI5Tgt3sBrCInunV/5BQuhX4nAGF4lCnbU58tAXUAPYLJjIoNjKwfKAHQITuSEgAYAwBiw9HXweI28TlNjfPG+iqJ5HezxViGjtD9dVNDAA3JXLUAULq+cBiIbfUVAOIA/m7hR5xR/fUv27wJPifYyEOI2ZVHjqNN9BTi6LFvTpOd64Ra0g242sfBwbE2rOrjx+/9ZrLjaSCY7m/4X7EpwFVrVuvCVOo3B75VaH6o9OqPz+bbtVlVsBvg2Kt+Hb0AmwJYzXKY0ye9yTvdId12euS42VvdL32l17DjUQJxvwcaVQGs7kuQxxOzz2LP1R+vnF1jwC/IXC0jkaU3wCriPR2IvBj3m9cPUHW9sU52xev6lQo6+8nTVNYwSI4vhgSMPVrRckw4XKt9zeJgQSNotHa1suivtIkiHKKMe9uAbxXeQ1NQYJf8VTmxLwVcJWu+b7t47Oo240Ysh6tq/6V66hfIInSUWmOXzQydUMFDa1fJadesXhrF9ezUgjgHCgAbySR1glauMx9QdfdhhBOGWmlBlosd6RIYep44B/TlaJs8TVNcUWo1gFXbrCo5g4Cpd4vsZdwWWN1hBWStimk63eloOaKUncx95SvO32enbZ4k5/uSzDMPFVTd5CvedifTdNrSIG2TD6DqeOCpXRWJmXsFrLLgPR27ygvZs1ha9QjOH8AfG1CnmFUEqm479UFmJwoAGWoJO1YkEMJNYsqWAcn6JB7Lq5puCbGP4T8BVf0dQSD6YmyrXALxrtioUiYM6F7Zn008fphGBYAcfQOU9+ptGIovjkwQkopnu8dl+wVweGYBoFSx0szqatAvug0OAU3JYJ9W6r1WZWJkeg9gV3syLU1TXvyyq4fudqSA1FEzq66DZGFItpgj94ulbVaVvrWSW0DVnHvPrutNMZ8RNbMqdpNG/1r3VjGvqvrkRr9u7S9HZe2be9/EyDkGmZkcClocI2XN0qxeV/daIBmHHl70Dlj1XEeej105HfQLAIL7B1B1X7p4Dvvs1KW+b4DnXQO/TjOrseVbTRWT57gKAAGu9mGgLdhUMR9liQAAIABJREFUnOHSH9hr/+wiG7J+TAOQ/dfHnSvxy8XOCvc/q41XcJJKxnwZZSpN/35AH3jYAFZD0hT64U4yT4vy+IGp7k3hMByRnL+fe27UCC3zY3pxIaEzwNjTUTncWk0WGmCgHzqZ/HGTv6Oqd4OyRpvq5ABKWfOp1OlJyJNb9PCtetpEr7tOHLu6X/jat8KOpAQmPjHyYfQIXdabwroSZa4Wvk9DbwCv6t3ct7SFG/NDfMy/NxNfm1Xl7WOmVDYRuNpht3ywVhMJjjyacpsd/SErV6+A1VjSQ1cUXCVLqg9DAaCI/7EP35v3GwPfAGT7hvZddgikKQGDP4pf7P/dvvt26e+c9mgWRw9QRkBDNmIAHXY8SiCWBpyqW5pUpooLTBXdYVGzIykB1q3LUVxt0d21i4yxe7hD9wKHfdMS08CLDHBklGfTybp1Bd+qjaQTSqMHpp4jFx0/bCcbk4ZVh20VumxrZsWCViPvSg6oNnQ4bO9nFVwWrQBYhXO1ewNQw/CGklmXV3e6J4/1L4qruejknmF7tVUceda5rss0uXgZWoAuDa2ppSHTfGnWq259XvGpCkWup4HczQ+3K0TKgTKZq1a+ySmBMgF6Q+LlQ1IwewmsshiSGfVs3I+mKXD/2GZV6f4sDABVOQHaHxbFV+CQzoaGCDp/KF7crzb7DgZ0BiBjD9/VNZFAkVN4gMOufuMhehbbCHIBWM1bS0FGJlQtFgBKSh97wrYuQFg7OrT7qx/zFVvLWptmDnLCUOYAzlGTmMxqEIaa7UzZu5VqmtQCuRp45sA0s1Dbc6GpWHL0ENACFZvzRvm/oavJO+K4kUZoJ5qZmfcO3b9eM6Q8elt0a91i7knIgALAjqQEwMSuZ35hwNn6q93aFUaZq51xPY7I/dzXiqW8+4c+2OFsEcrriS9Fe3lhVwCrWiRoR0ICRMpnQ9OEMe/oJ7AanfFcjFx5MupuGQ8LPwCQ5VXdYhZ7eFV3GROgKnyrNrkuKSUcEU0duki3EQOHlP/HdpXf7eZ10+26nmpKQNVDCuOQJYv9xchkuFjZrs+9chkPXKUk6drQEnff0ADYkZQAoPMsKDbvp66puOgmfFhEa0INoAGeafjVpc28NuUMDvPHRSTalt9qQ9dDydTijwzhMqZ80FpW2rxjT2SudglcXQa+TBZkjdn1anPOif3uF9mb6uzzFV3yx/u+9ZC/A652JVqe+4HcLg455jpEcu36DZSFH9xBO1KOz2E/MVK/3BXtKW8+9UDQBcdwFd/Pk5LQS2A1Fr2Wx41MBlAXiXxZ73FS5ZhgeQrbiDspqCoHB0UKAEXNrA440GiECKp8CXj9TodkAFX5lPrvHZc3UYpr+dQf5b/qY+YZeVW3zR72BCh/Slfh+qe48U8061a3Gu6wVk3hYsvZ4KLxk1XSC1JxQqmy6atTwCqcUC5c+FbjQLrAvUr6tibdBrlceN3hMsau0B24Ve1ISgB7WoQlNHQNDTBPo7g+8GAfoksx3yq/LeTDDnl4qb8JJQhCocTd8qomBUssyFoORUKZo906U6YkUu7VAb5V7csQ0uV+eVBSRsUSPvrtoXB+fW94Vcscum55wIbl3rfMdzzWvTgmBeeBb9UCqxlngXCKzEOyVs+H3Qo8CagXweEcHBlF2MrLmOkl3JgHcGqtfrA57SFzleMe65TWlCE0G4yzoeFb7Yp1kY1JiYoFVddNPw6hyVTN0qxqn+PAts6j0tx91/bx72TKPxlRptKNr6dTOQGjzVPYnM9QNxnwqsb71CIbTO7GccWldjNXiKMbClTSV7C5oKT7fAAfbUk3PeJtKBck09mMDnxQibKkogu7KgVzVlpA0wgNvl5LZZM+UXHWahEfVqIKHHQrwJ/Z0n9IWrFW9ShGPA19BwCdq9gRtVlvDlK2PD8CXOXQtQrB53mPA69FY2hWRdKKHesSYAm/nQZyo9Qa5XoczczUKtNy79uVOQRchW+V/jFZR68zVmMhoVDwrZKt0PZBsMjiY3lVt8+k8qr6JWQpRM2szoaOjDSLyBJubkqdjcbVyGs995gu9aHIZKUJnF2G1gPqGFQtKyxCvk9PDMeNlfVGoCWhlnSfD9vecZlsOpH7ZVSO2/YFuPT3N5mqy1LQn8eX4xz53AJA6bMVhnI+oAlju/2OZqoGNg8lbZJZo8g2VI70IhngiZuHMmQjRgaQXbQS0jHllZ64OTappbvUAjc0wKEvU1uqnCpFDv/utFlVWVFg8jHl2msBZWjgT5VvlXi5OvGX/tVKGc/Buh/IZOGX7I9Lf93ab4gpzZahvLyrNu0ASgDNL7Tr1uZmS9fy8+Eg6huzX0AWWI1EeDoQeT72OpKlABl/izxrza5qrl11yhtkjV0OowyX/TZX3oNbcCdDmeC2vuEOGqPNqlaynO1UPyogS75m/5SkkzHlHZx1l4PuZGaWJJ6I0z9UYBW+1bZCQGzAYlC1LN0pS8ZNuA9NdViuypZNGAYK/py5zkHk/E2QTRXvEB9Mk7xB1ipNidro5wn/OLCwYWC6lhheVXO4Xi5QY/KJho7b2UZoRe2uzXyrVAECqlYJHBaV77F+j78hU7XqvWe59nosaVX33NBxNQu/LeAqXpgs57uFr02k7fw+6obyo/uhvL6vwa5ENCbsShVcWRYWx95U4EJPl6WZlQVWNREtFJJVyVIgc7XNJ81w/7Cwlb0RK0tJj3qf0JFlVMZd5nsQSFPufjF0Wq07Zcpk9V7I53zoKVdJGzepfAugIXzFdiQO8/SIE27MqqRDGcaZXfBTVY8giCaMUNq0zbZYpSZLs14FrXv7qj2B4cXE71RhV0gcziiynuGFbJ/2VC9/qi0uBqZzbpuGyca0oGr6nJkMeTJVq4yR2U+QAdSFKrgqdB/wZOBGDSpbsuEiwxkKgLIax1Qh12PdkzUKTlUAsirtKv4+C77tmmlHQtasOiaioMKZtSqU+4WvXOB2rIKqVJyIXE9DbZJXx0BtaDzdgeLtSsRFktiJu78C1wKrK+InS+HJCdl17Qqk40+wzap22FIIp6pTaVA09ujYbdvrpc0Cpzw0iQMAatvwtUylnoCxbbLhfWcl8apu+3YDzMcZQO3TnyrnNOYJx7ba1jRlRoMLuK6rFFDb7h2lajOv0wdwrDqdxx2TtUpmph1JCZy4JnMVkLUtIwZV7TZ1dcaMNNabVVU4pyFdhEVOPVfgw7YjKQFiQmgB2gCSkaE6XfqysIfriYk01VymlLtObKwNenM0u4+aWcWVX0d7j11bcjGNFSn/B5Bv0RJbizjZd97O4J2t166IddqcBFXl5BAxnHieUEm5KxnBAqsbswC4+vapq4rVpqEnPz6n8TacTps3eFXny+qcd1zCoNljYKttqcOoUck9x9Vu5m3aw7MRg1fVmlW6olCmXDKzRuqD2IRdthSYr9bEgOAgnjfgc1uaprBO3SoXW7vW2Wrn8vHuk2gtN5vH6mSkwLzjKLjaxkOvqucDhlIyei8G7ahksryquzWCJnkPZdxV7+RDmoJw2J6nn3DVGt2s+xMTep7JXG3yAFSdL2kcY8emBKiqIFv1GHtPC65u10elBKg0eihgC4455JrOfZn4EInZas81adJ3YB7Ih9PjNCCnSodEjeoizwK6c+SfsheFMmGwgyfcAquJSQoVVH3ntD28fjhPTjdsiUq6xSlPyRJHHlR+Om74VslSsCFY2mxw2kNWbxvAVe3G7ZtSZbvArM9mnGVIVl1dA+CHTWqcmWnnZF3ypwPkQ4DabMkEEsjdIu5W3ux3rUu3H57DQYXgc+ppOmTy8EM5cRxtZmX4o+ycrM6759AoDjoSp9EccMwkPXVs5JFmtWYd92vWbaWJgrvOgqtbXSnAqmlQ2Ty/Q8IEvKqzihsy1b7OFHwgMQayMY0n6T1wHK/T9FinoJiL/9x1G5kUolnOy0Am9rBiHU+NzIg+MNczMnmLq8Ahd4h7o1CAa8eGBEKoHx050cN2s25tisn5j37889rK3MrPCO+Bb3XoyrOTdmQpBDS4CAIbUKfH05rJW+e6D9/q+dCAh9auNifFgD/K49Jg4cTcP5Q42fEogVgaGhiV2Kwqq4xPPAOutiUzM+t3Fb2O+SA76nRAM6vmrui8J7yqcPLasSoBk1vCOQXZqvWtHGYetMSJg4s9JU59nTNsC77VJlMmKFexzQBP7oLE0Ww6wB86Ztc+QrKe21cFV5ecYr7VJoJkfmg6lZO4Yse6BJAIoOriyDRZTdSb5uiKoz6vzogiy7eTsAKoCm+xnb+V/RW0an4o11NA5+P6HA67yFxtWfF2FvUr5ZqhrungGCnA6n/41z6voZhV7s1FI5TnyrfabHCVsiYCRrvup9sKTsoERfUE1PGTxjQF0czM4zrHUjxIiTchexhQjLJlw1PSvKEZ4JSpQFZnx4METG6bGZT/HwNzRl8AD/nXRN05trrA5wcnJAt+0wa6owE11Bp29hIAkILOEa9q/Z7RzAiZmadNPvE6olIPnFCeNJRugxiQZmd2bMTxocnJhgJAxxGA1TAMdPOFbbWJq7dOXUI+A4/c3mYMtIZYdbpYGkC+Ga/VqLeY0KyqIXtPi1/sUI0IWK1rD7xLSc3eyjRjUr5iu2StiQvKQsr/7xfNoJ9jvaJS0IaESa2Os3rZa23G686/81d/OIQX0mYAJQMyYrCPnHna2bOJjltL3DWgtst+Uu1DwUktj1gaZwCOo8TyjQrA0l7Gcx05HzSzmRX2RKaqPazY8IkRsMpB6jEPUx8yM/Uo1UZmm/bFgQUNGJu2pi/hVV34EgIAHQHgaLJTZOtOFq8fHhcQx6TOXVEAqIkxz/Hm0BwrwUf7jEW9QUMbMtkzwK0zMuMgpwH+xglDuRh6dsXaMlOeS/aPKa9swpgslwr+2O1VcjbIjidbtSkxclN0pgl6m/YOxv8d366Ic+7m/uNBV1MFVvN74WOYnZtZoM2qmtQjD2CVzFU7khLQrF7vEceIAVbn3/iRHwqfnXrKAWT4texAAvDHMCg9fTGmC1iz5BLz25CNaWHV5NwEbFIpVT6ScDQzk9LKoSgwb8eGBELTefBMM4CaIR3dOoeUuD/yFTfk1RohoDiTd34km4qFwONZ7Dm4oBzDjnUJmJNUA642ZcPBYcX9MrYry5GyOmOs4CTHz0KyRo+vz3CKXkK30YCNWLNs22T1QpfAoWATBuuVyca0K1XafCzggUQ+DdjbELMDzJO52oDXaYL6Jt7Bcz1x3eNXo8x9X2hYdaz9QyMnJ3opzIkD0mNULO2SS1NinabOXRPA1fulr9yqR95CNG+K2HcuRT6c+MoF3qRBZMF+i7XLhhnJmSGB5WTgKY7xAKx+5kc+GwIAPR8PtDTXgqvrgmPTwwb+6YknDYml9QXjZlXNMsGGuAPN4DAZq8ce6Axly0Pdh9nZepgP3esYrlWa7jThQCwuVW7awnZsHY61FnMiM6oBZqUiYbGHqqVpmZnHni+ejz1xKAjlxrGHdn/1A+XktWNTAqYBCE3gDDzWBIAs1AyFiweqlia8U3M0B8a6q4HhzDymZLRiKTTdle1Itysoaxoz9F2wLVd98zF1pzEy2XgRpELmqjYFOQL6zH6PhIzJYinQrNmxLgEkcrcwzaqaKJ1j6EybdCR0XNGCoZonj8fRB+Z+DiAfHsW2mzxPVNa+vvePzle8TUaWb3W39ngOOMZjw3vnMz/yOTWxk4EoeAi4amHpdSEikauRI5ej4zfcMZm0jjopG1CnKDvcj4EBnpsyNDNzYMAOO9YlgMMeR+DqsWUDoBpzRtmpepwNUwR7PF7VbXqhmZkAQFFKuN2qbtoWTfTciMqGv9Wv1fFhBQ2ZmuORj+1pHp/P5n2m4Fj9c7NLCrzN2BU5A5d3jg/ON2fGTFkD69aToeEfO8bQ6gHLq5oqemJk9TsNyVRNvGQYGr5V165YaRN4zGZW5NIp+ENHYDsSEmAdb3rGoQVXdyiu8q3Wv2bRBO6WEnd7WLE2OTGe8+qeTF7D69zUoZmZHAjaApnEFLGSs55T+a/iiYFVrqST+dWJpyXMdmxuUkPl1jofHVc2GJ7p/tpgCzyS8jAzvm82HE2SDu9lupnz3yIylSPJqImPxWGfDTzloz3G0E0qJZU0OlO7IvQ4rp0fQw67njkPHYEjs0mDt2Gpwq4A5+2crc8O8uGc9MnJ8bJ6ATfYjDXonKsxKszWHfmQddhE3WUVfUK1xREyxxozSVtehA0R1RZXR6q2YL0ia+wYhyVNnxveT3lV+S8N1F2aWRHzAK7aaot0bYIOQDNXa4zDsOkZpcpNIjhskLFBV3Oz8Bv0RumvYoHVfVPk1M45fTMnG9M2q9qcGXzO3VzkZuq3IkZmP0HcY3fHKTaGbFyacrsrwGoYaAxyeeLJxcjT/17norbPFRz77yaQhhLAFTq+H0uztFlVw4DDY89N/HzTrKpZoGr8bgBA4wEnPkdTnaZMU+p7DB1XzqOM8LqdtnZ/9QE4jnGW29xpiWHUuFlVs2DVR7mxOYUS4FjZY82dQeNroCMx1Rb1Whb2NIFXtamKc7SJC/V8Da7iOehqQ2MtYh4O2S89Ub5Vu2FNbIuUb/XMq7eSCTwVkMOaVdKA0Vn8TfPhH9Mgbmw7Lm/1wnU2s0JvFn4o0+XS2lXKjHCQc7ugSrI9XseuV9sDHHY6cK5WHRGGTiizBXGgb+0qZTqQDdmqbUk8MPsJU6lTte4cLTwv8GCt9BoMVjNWjcPUTdiJp01lrOgeJRznBsAHCbh6DOo6DnyWgSV+TtV7MnkBVRu87oPHnz2UDzb4RQs4lkN/qgTZnisXg3obO8Slyk3ljDpUnmX9LhDH0COUdcOK7sNif2n5VrdKl0MdKlLqWtNZpQBV4eS1ni4JyAH+AKpiX80OUGm4I3Kh4GGz37Qi17LztkjkQjPm65lH5VVVf2znIm1ikI1WVrREV0eUV7JJtdOZmE4sKs5crdK2Da1GIJMFAIddrTZlTew3WQSt6+RugdU9VhPTAkSFlOXamElworr2dubbbKIN4eJmaLD9wZ2vh6RtGkrBptUWdlrT5o04eY0KwFwUKin/kxNPTprUrakhmodS0en92ckjUW3VrxbzcMzj8qaqH9iy+zMni2U7yk0xKToKGypjG8StqhodsU3DnXp2GUifRW3OYYWdioTVc6pNp/I2nKYaYB5w1fYyT8J4oXBMejF0TMOdGnbxEz+Qud+cRmdNWtKUdoTKk8Y0q9onnUDGrquly5ZtNSkrzwnlkmZWFVNoGQAI2hpLAZCcBdMEzoDOpjFm0wdxPfZEM6tjN0JrqqyYR89lr1XdfGJP08UyotZoqiSO817EfrOg+byq26TTBj9wnJnlqSBjjvGXJb+ENoEjy3m2tM2qUmQb+CJvpr5MGtVdMbsSaGZmzZU62d/u+FemAKvmpcjMfDI2HEDWOT1OlOGtC7X0lMzVukbTCcPrkkNaQB34TmuCIgMAkeXiWmA1RWnYm54r32rZS33yYdqNm8MKC6quCSfettPFvQ0llasvfzZwlXLDsgAl9Z22BRyYkt1bzTCaA1cx1Bpt051qZLJ6V7YbjqhdtcjnAADRv+rcjbLr9JOq0qHqZ6H0J4SBaaI3MA2JqhpQQC0b1uSsqm/Ne18yDckCb1nyj34muwiyVi2VTfqsV9nMCt829X2Zty1tLK+BHHg9B4D3y3bHyBa/2DX5joSsWSXHIxT+T+Z+67KcDzST7D/TRqU0yAvkw2nJQs/+FqVcyR6LvVZ1EU8pr3mUm2wFVrG10yGZqwPbzXxjaliMyY4CWDUNiaobmlX30FSnuue09s5k/yxZF9rDj8nhO6WDp4PWSr3SFyc74Yqy7go3qdjVZAlnVKWf0sqbszml1JQynraJR0tzh3EGULW+uY2Ty+b9YuRU1jQFwPBuGXd/tfJf15FQQdW2gWOmYsbQRJ2RXVehX26jTcW7Utb086hErszvQPqsU9iWPQRMkazyFTefrmarTsBlrDGhZyqZ7EhIwHWiZlYlZq4aGii6cfvWrlJ0juxvQNU2HQJuMx0Lru5wKo7pZF7WYP8wXZKNafr22PEoAdZveFVfT2LakXYLiMamyrfa7s8oXUW3AqsEi57LJtWTiygz02LT6/KHZ/XFuNpu5nD/wFNnR3pA3XRe1a0LvYicKwBU5pLWFS3BWRvfY5rolT9mPvyPVvZpkvUjXtW2SoezLhow0hzEjqQEaKCH7ym7vBJzYiNG5lhbdadKfcHf0LCqGo9W5Zube3PMMoIn3HOtbaWIm8zDU5pZlZzFobyqSsli/dm62I2joZrygR6hlSIy30G2M5Qb9twiaVxl8q3GB0WLIJCZHyjXoR3rEgBMhc6H/VUXhgVW98yi65ZyuAC3PhVLMV+xlfu63OfLUD6cQJPVDbvi605cDr3aGtVW4912AKvmgWQpPBl72s2cU0M74k0G9CShckK+MzYAUNmDgNryqqZLFXrSBRx+LU7hIIDWhjtud5xsmTZABgeUJGVuNAyvaigAq3YktqkK+rSFV3XX/FFRAJexBVdTpAQ4NnCUM7PMdQtQldLB9tQO1OUBDC3CzIeMod1DGxeQuepZuo20mdQGlVSjeI4ohUIJBsbBuolzKggy262OCjhrJm/Lv4PXV5ooxzRCsyMpAcBVjzWL/1fArrBLgHgyVYkF7UjGgTSe7Nres4jO9EFHQtcrXBLBYcX9Iq5Y6oPUMn5jxP99PQV07lamHKvVScS3alcuow97gVUuInvsrfNBZeWDGVWzmZdp4wJHno29Ut+P9R4n1WLcsFR5bN7Mhx6BjtMlbV4qfdkdNwcAuhi0poltvWIKKVsur7FDXFKpFAARt1m9H9TspyEfsn/IOGz74BPgW9WGO3a1T0yn64SatUpAVMZgE3bvm6xGCwBtSjSUex/JlCPrMuaryD2Ah8euowCinetVSRrHCTgG3ypxc9EB8GPOAK0TS1qVqTqBtqYbI9R+pjQFsXyr6TPKTA+8QSFglUOKCaAqGwg7EhKAH10zeTsQB25+nAVXdyi8w8p+uC/lsOJ+4Zss58Nv00mLDAIaeQVyAxdUBwfVbyeOI24JMU8XxJMJWNVAegh4yIKGzVirWZt8J5QXJ56cDcuRjMmqCxQ4tCMpgTAgW7U7qz5ZmeDyBQ7hO6sm2s18ZJqCFPU6hvunmwHjoQqAFcWWhEnpYWpRQR/6MiX/TnnCaWblaY5LyXdv/+0Afs6GxTfxbMBulnBGWRmva4WxLMOryn/vTtRJA8/TqJmV+WY796tzT1bv1aDYoY45XLcHFSkRoKmsCMxa3iWwhEQBNqnQbdjE1fQ1Fvl4LlWC+XxOTAEw8w340+Zqt6qiD+I/Eg8MtUb3Rl6d6Z4E9nyR4+hBVR7LivcQlP/TBM6eA25EgVBkzUMFVWlA2dVBdSD8+zndcifFkQlYZeuNsC5HroIclhIguX2C1++t03Ky6zRLoYWNY+qwEIKj5dKUxnVlkcS2KM0dAa7WIcSWPYPsDbIPi3RcBi+E14aNqpVx0n8RTJky7m4NLc0d4JeB6O3YlMAIyoQhzawOA8e0w+ky0Exn6702pWs6lc8ChNs1gCxUmo1zzxHTv9Na1+rsA6Gzybg88LBdqwc0A9yONGAVYAwucE3x7KDuUf/GumWtKl3/PeWihcomj4RCBVRprGNB1aRcY470PvQeyKc3/fLBodpUdrvCA5OwArWGzQVL6grNqq6n3eJVTbMIpbJxnVKSoNpucRmBVfOZcIo+H3sypqlM27+8gvcnS+Hts2KdPQFUAVZtQJ0yQRFPCTQAXVsYya6jm/mAjYI1ro3Jd5TLmI3GIWXdZpMaKnBoKQDStqkmq66rQZEB5lnw7UY1MfvajRo+2vy8ddjVhLLBZaQ5uTa5FSzADbsluRsTyFU77NBZry6VbsMuWpvqx1oFXYKhTMg39JDLZoCnCo1sOgV/uqxzYajAPFQt+bUnn6619eqB5+VK8kFvJotlp7PGDp1L1nK4MbGrPuw9u7Z/PHTet/0uzNFPB52BAkCzMa2zehCpcjkHos2qZsue2FV0oFwkCapsXT7G/XIBqxIGwknh28q3GoNb1pLiicN0aEb05OSwMh6qL+BV7XC2+ME6jpb5PhQJ3KKbS78CQJo91s3vO3jyQ0Cf0JR1H5DFgc5MMaqOljcdKte4hGcROlqq3GVPTmYmvIcWAEpqCwAQVCTYV54NB+DPHbWDXQY4DjIu08AL0Nkwa3TZskI5cR25eAAPu/yt+ZUBLuMnAy8z3yqbMZaqpQVVU4WNfGY9Co/GruHqtVaVVAfTzMok+exatwwFAGtVBP7kN+PO/6LLvKrbJi9PrNN5Bdj8QPhWlXM1KgpIEQBRDqZ1M19qMpiV57qQ8DtvJoFMFkZOfRnsJ0ZaUdDfdSsXsBr3+x0PHHky9mwG0IalxPJ5duJq9mHe/aaWN/XJAnN4Gsiflx3iVd326WRmng7koMzMHOJs4aWOyiTmzMz6AagMRPyWT31j0Y/+T0qVKePuZkHl4zejOyeuq5yidpOatB5wMWh+sjZNAYi/W8Y8dVaiqxIlDpjDAx4F010GVuOWXGRlAgLZsSkBQ5nwZJjtsN3wqloppknA2FUcZfdDRkAbNGBEh+xISgA6AJJ99oE6U/gffb+jKRnFNIMYENC5jwk9+/SmmGRb/us9zazwxHdzX32yHUkJ3E4DuZ33s1eORzOr6LC9jytXLmD1UXVCuRh5cqmZmX0U2243Qsbhs7FrMoAyehxAQ0BV66KSAgNrJlu1D7xI6AsHF6bhzo7jwox61bXLKOeGEiBLx2XWexb9mDMqqy12TWbpm1QRqpTZxPfF57DO45NteWW6hg9c0YoLbw/fhpZUKl9xHywl/zcuQgOs9um8HgDoEr9s48FUhSGrF77VXdCzqVjqF3CY1bpYo2joCgjUKzDyGnTCAAAgAElEQVSEKkHHUXDVVluka8s+cHXhBzJZ+hI3r8qqc324jmXqdtHtpjq75rFXvuQQhY4yV/WnGxsFuIppdNaX/UNm8bHvXIq8nviaydvHwV6bdYtKwT7uuw8CVlmg2HxdnXhaumwX/HXTAQAEGANcjVH7XcZleVW3S4eqeNPBsz/uCQAIcJXNmGnOYEcsASXIVr7V3VzGSC1uVmWll5SAgqohhxX9ko7nilwMqLboeol2/nk1tmWaVKaHQ6a0nbJBbKvb5BF55WcMyQ8dpR0xGeD9CSn5Yg6Ur/DLKon+fHtWTaHR1ykNKp2kZhjgMD48trLblCkVJxxY9HXQII6M8EM45vsgM8+Fb3WTJ5xkFTpyLzVpxVrVuiZgTVD59KFZlQVXC3gBx10DT1nrNct5bpvAbUrVUPk48upu2fvmk6aZVZQE1fWSyA1FOAhY1cOLMFSAA0oAsoDseJSAco9IKBdDT56OyOrdzj+CHE2jAivBTQmAKXLiAwF03wYHFzSUGbhWMRJ6AUG258r5jrJugkVtVmX51NfEF2vTnCzwnqoWJ6lPTzzl3LUZC+vWpaWnA0OZkNyGOTLzTbZqDB32zS/v+l4OVOF/NLQj/drGqysJQz1IBkDMXqvTFw0ywM7V0DUHpisD2RHj9NUf79MAYuMZXFA9zoZmn0ClBbrTL8+yTzvM31nHPcdQAsRrOv54svC1b4WVWXI1n/sid0vfyiYSjY0Ft9vaajMrtuPX00Vnm91m8zjJq/DR6NCre1+mi8A2n1S/bCjYDujfeeg0NOJ3BwOr5u1Dzawjc1W52fT/2yUsnlmU6gI+2pPtJ81z3zar2mYJbDaCHoPO2NS5lg9adHBTR4B9aGQFCLR6GMZ/VwoAy1ecalbIh0xVTpz7OlihKFGh7N1m1iW1APlcjkwZz6p8OKggW9UCQGlBtcg8NJkcfdYpcprPXFdLl20kmNQTpdtQyoTHv2mzqh5RsuRZdzjAgXJEMw57DqyyWgGuEhda20pZtwBX4VsV03QHTtWZ6XZrx4YESDyAI93SIzwKps/+JYuBhK6rdHz3c1/7Vlh5bRxWaHZ8IB9OAVWzSLQf12hzXOXBbsb36twUeJcsPy0MrPKQ06ErVxHfqjW2R+Vh0dJAeuRG5ZXrimV5VXcYGqVfLPzNsMWjvEUMAJ0NOIXvsyTSxU/mIVmrqw13kNJ0aZvAbVPY1WZVR1HqBj0U3RlbACh1RgiGrkauDKLsOoCN+2UMHDZoEhvxKoA/jpYqGy+dJfRqxItX8hIAQGStWgAoTbyhZh2eD2hIZA4BDahaMNqvZCaPe1MtOQVUPe5rNOjpoWaCoz9Zmww26OVreRX4Vl3X0Uq3KfyPFuFIyF3pERbwFds9RUI4GdGfokcbRvLF5c8UlrFLzqIK5H3DqYruFB3F4iTz66I0ZviG4jPwGO/xPrfTfjaB26cPpvm4SZQ7LDw2MbUm2hWYNeY7i67v+p4stl8QWDWPZ+91PjKZq1keum8SuvL3WAFGLqWnZNc9brjYqAKslmPYXZFY9B1RxqEVjvFBAKsng47NcUmfA7h6NYJfy9yQjDrbrCopXF1QhJLKMsK5kibvyLchhr4awrdqV63NqUBX4qxeDnUAVU33136DhmkqywZ1HpgsKTuMBOBZpVrHdjNPWpYmI8C3SgaQrPLHW9talRbgmII/GcGOftgeXMZOsSZxhQGFonoa+8rDPSaZc9t+jcqgO/uAl8Ofvq5pZayKZTHAKli0BzlQ6pGyPr5DRodMbulyv084RdV/VWYlzEMJt9g7i9jb3SKUm/lKhW2BBxf46cO7Gpb/wyfjEdw+9B6Kaj+sT5oI5VpazE1lovL49d1SG3o9zFlekUei3quoDbmgFGAVcdEU5HLkyfnIVUTYNrR6nGHdpLoi75yZhjvKGdVH4tCMSu/7cI6V4XozPrDhlwEaXgxNhottZrU+WYhk4JqMcHQGDsismpP1ut3qUUZYfbgCZv0Glnua6li2sXVZA/ygO2xW2zSyznv6N2XX2VMOdBwygCSFUyt+iwNk9wCYFPgS/amhIDpsGG7z+DaH3CMMHT3IsXa1ATZEDU4HZJBtCDY+5DlE3vFv2OjtAlfy3HsfEJHpXqqDbq5TK2ieTyLhGCtwcvOy8VhtmJF51VuNS2Nu/wNs6EDTx16yrNDEyWcucfNmQ6JMs9Hpi5a+aThkQ+TkNLNOUf7PfpQ13eLySRnhM6BMsGPFF0ZZvNfzpW3KmaIYk0Uo7935uscaD51e8sjvsxdWYZo1WXD1UVKsUTdTX24m/aKOKA1YRZQ0s3o29vQ/i5wk7FPgMv5eYDu39ngNbDO8EFk/ZCk8P/GUL6rwpqBlCH4son2y0oZV+04MM8i7a5foRmNorAoZoj/HGQejGPq6Rd46tXQjNO8D32reu1PQUuR9jPyL+boi/cO1KEIzFPZrwgAFKjZ1+x/S0ivCQ0BVleXhAtV5j3T3ELEpkJJh3tPvvQpt7P4GAiPPozFI2ucervvxGxz8CZHtlgKKHTIB0W847KJhEwB902OeAp+Z+6fo5/yAhkzz0JGvzE/kq4uRfH0xlA+WQ/E37IRmoG8NFvLR4UK+dTSVjwwXMmgZVU7cUOfMc1R/1l8/v1/J/4tV93GoFebV+HyEB5S7X3qPdCS5lbBLP4gQQoCNhR/YjMOUuWWtovyfjEPWq5OB5XneZgIWXH2UDN4PMP56Hmimsx3rEiBZ5eV9oPyhhLxUeLHdepTUIatPF6Vs1jd4sE1xcr/lQmyunLOTOIu+P/IoCViNIQZOwkLt2L2NazU2xodMkQPti0lTQvsD/ODqTw74+dobs3SHGV+Ca6EDoDFIcZDp0H21+eJi313MQFKfHVFvXA6cKEvhQMXo6M+UOmKlFPcQ+zGgbPZstYQoNbjnfz3ktLuYxhkQMblYxcAiCeCcpA5sMJ1qAQRCcIqSyWHHowSW0u9GXrt0gfOtZWj4nQkWre6kS4seaJDzty3ruRo/QN6GRA2HssUZ08CVL03P5O/cn8ur5SB3bMKS9HywlH/67E5++fhexm5xDrhqZGPuyloOHy8L2pCM+Y1mVlU+u233pqMwMaGh+ikWd7bt21ffVw+QoMiCHsGCP6mh6dQ3oGocplI1eUJ/gjZPfIXvznple6KYRreAqjSStmNdAmSAv54Ecj1brYmIMB43tjVrYatSoyYDDKzv8eBsEcqbyVKWfv/0oyRg1cA1LP4PHTz3LGfFYBbDQFv4HjV50bj0TYGhUOTZqafZh/0OFbdtUh15e+xFJz41TVCDHwOLDJrOiSrrvg2E1icLn0OGM5sN13OUMoEMuz5vwtLVmcXekbOh+8BH22C1r+XVFAAqkvhZy1se5yEsVSQoxNxvnMCPHgCO47xTU5+Kt6FkmaYyfadACkOaomBX+zln3/gD+T9uruQfzsYK4JcxyFz99Hgi//zFtVx6zWt7RKXJapMz3YQ5opmZumzZsSYB7GlMsy+yeg+pLOiIPLGrhW+4Q9uy76lT9PNloPz6q5gz5kTWMxWUxIl91p/UuYCuxaMvSn8HGeCAqtrorL9i2KIeobyZBvrPFJE+aoralvb9IEK02RqrAsRX00CPQ8G+xoMLDismgUy10Vn/PExJwKoxMHh/SBu3gGHSTwGqIh/+k8yfj50PFADqn8rtX73OBq48H1kAyFgVfLwGPFS76vHmYlNzkIgfgapxHjYnhaeqO9ay1uVlFjgy5qFN6Lt4FDi0oOpWZ0w8BEC26m/YpNomeukiw9sArPKvzz7aDwOZ7WnkdR+48hM3T+Rnp6elAaqbswLA+itP7+XXXFw3KoN1HkTNP1YcMOAq4OGVRVZTjYu1/FIpE/q7gV8Gj9mY+yPofl0B2DxZhom+DKzxaAxZq1QL9j3mSdOKPlMCsBe/WQRyt/Az0Wn1y6pEbmeBvJoav2PG+p4qrmSygHRyZ8pBDpQJ8K32LR4MApHrqS+3U3hV+4kGlgSsmowxylSy8P31zUFximq6VD6emo4Hjrx1OlCuEjseJRAXqj8dedpVOO723kcZxWC86XJvgcL1U0GTnaAZHGsre6jcWuNh/xa0LDbiwvU8cDX7sK8ahboslKc4i8T6dY0eVkCPECS1QzMzPcOlbkdSAogFgAy+1b4dgpGlAVfx7KGpTrqO/Mz0VH78+oncBl4tKnTh+vIbrz6Ubx9PannetodoZQX0VVu8LtIgKxP92Z/re9RPqf3h+CTKKp8O4K7jtKc/QbM2JoMCwF/pxl37DDT3gcjmfrGbGxNPxGFyn/cSu2YQ4KdvZcv4lMkykFvLq5qqGrNlKB/c+3pgsXXvGYGHpkIwHXxtrueo481CzZinuXJfImb24rczA6oGJVUh1TFTZT+jBGAVrlPKBqNS5bLfsOX3Q9EIqBOb+FDk6sSVp2PPLvgpc0wQ9OzE04Zf/Qmj1wVB6X+eLvctN5Ucr28OKZZ+OjgGrnE6dGWo4GFflrSs4jMnqWSu9hEgU+AQn5xVXD27TjfxKVzGsRjwy4Cr6JAdSQkAqrJm9W2jGigFgKPUGmmDv/1vN0/k796f115yiaZ+x9md/PrLD4/W5Ep5VTGuHWlzsMuu8q1aCzOaFG/t2aQCrvYpAwhgFZAD/bEjKYHJIsrk3SMc28xqt4DICu9TlZfhVfVXsjGtdcUSIFnlA5pVLVJwi4SYzH7isZjArlqrImK5V3C1J+nyk3mgFABQAfRpnd40i4LAanSaukKobs3qUcSEQqRFA6ym+CMFVGO+1b5txPYtY0hs5Io8H3naNbdvQw8rNjij+iaDbd+r2T8BpV/bJYJtQQlgwMP+6c92yRiiZ/hWyVz1egaQWV7V3ZoBBUCwx17IerYZQOlyxNPE4GpfNqp4FGIcOHnTBs2p/vKb5/Ll+clRl7BPjWbyrz59VTs1gIJjUWWFs8vfhoEMXVeeeGTXxezGRxVZ4x5+6rly0aMGlfOlLzSQsbBqUhWJj8k61POKDJoa861muTbD7Tp3ideDzDqNfsNQXk8NqGrtal2NkcfLe19uZiZhLsugwoJ9FvFOxp9kuW1nrmHJx/d0GuOB6tIP5cOJrweBZvTX0xYDVjVgpAyjMzZQyofEndcBVTlp3uVsMLa3zzyBGsCOpATOBo48IfuwRwBQXPqlHIc9dk6b2qCdcQVA1cnUGReaDTJXPa06tQDrqjxNWTfNrPrDPcYypdUD1qYSjtaAY6xXGdahqARM1yxKc6081+SptuXCuWr8t9PZ0mVoWIw9zQDkUxrEwKf6o2+eyy8cGVSNJ+gTo5l8z9NXcubWE7Q+NqvKYFeRJZ3QzEp5Ie1Ik8DVwDW21Vm7EgmpAAwdpQCwYEVSC4iRb+b5uTHh6fU4tOhJBlkeD4KHcnsArr6Z+dqsylJBrWqHieMAVF/d+1srT9L1KVRQlf0WZsU2zdrXo6RAgDhsp/9Htiggj9U241rm/NWdL9NtJUvNeM3a3uJAYNUs9ZQ2xQ2ZanvjFjzInIqJkqkTWO9kTQ9N9g+Zq33MzNw3nTgiOr1fAZB11SutCEH5H31jW3YkoFXNUk3yqm6TFCeprpyN4mZNPVCgHErDWQWNHaAF6Pp4AA67/qEHfN8DPcIOCoC1EFwBNMO1evJwaHHAgzv8EywKSgAOBLt8OOZr01JDr7E5KP8nU/UfzcYHzfS/+JEr+e4XF/JLL8eapRiPd6cL+anX9/Lj37iWf3Q7y33vbzuZauaq8nVWONTnKECmXSezPykM5HLgydg1zXfsWJcAm3jA1SHnOirWHLJtiTDZO8xsp/LU2VJeVbgxD6BHQFPYZxH7WPAnKd6uUwKQ4Xw98zNnY7bEXZTymtDOvXcb0yPk9amh7s8HD5v0vL8v5RMafBNDmUBFStcko03gpoHczexhRayABwOrZGLOlOPQlixtWrMG1JRxZzHzqIzlfOTKk3G/MjMzikdPey6HrlyQXdfJMPpREuawwgDzdqxLwPCqZuH9efydlmHQFMQ2s0pVJ+Igsla7zLeqwGHErWrNal0NkIc2gQvJBc8X8plN6mowbT3WqgTwPWce/FrdhMfQHRqWGoAjqTs/cfNE/vbdRa6Mu4+Oh/IHf8k78i+8cyVPhrsbXBGD/tzdXD73ldfy5778QWbl402/6/xWfsPlh5l/k/dCY1es5USBDwhgptuQrQjA8QTw0IKrCZnhp8gIv9Tsw44BZFGFG6Bq1lLcTErVkYuwq+ki0N4Dhw6qBKnW6VERXC5RdRVcpfQfCgDLV5xUB2LAr98sZeIfvvdkXfVcAyDmjSVzKWhLL1aaKAVX88XZTf/cydxQAJDw1OUkgjzzcBCwSqMCFjabVJcU9QOoui9TdeOnbL2uTjxtaNUxu8ujj1uvxRmRtQo1QLfc0uMns+DPl7ZUeVMJKDdVcGwPr+o25cGeAFZHke7YRf9RUmaxB1yFb7UUU23cTWhUpc2qDt+LNe6bynoh9qeUnGY6BEx5qNrWQKI1q6ue+VBpmxIws2Z1K1MBjwwFFI3O8M+b2V8/dX8uP3H9JBftxr/2yefyB37xO/L2ySCXwDHrL7y6kx/40ruZM1hdCeU3XH0o33l2l+tZWS8mNgZUDfNkqm7cnGZWcWZm1uf26bpT19WDi+7whBtqDVuxlK7FepDjhwqsFl3KAThGVBPYJStV2F0DV/HHryZLPQi0Y10CrOUv70O5nvq51us09MOAqwZANEeK1sAe5WR2nlACdIVvlUQnKABYs+xY2Vd/5kc+l9vTzHx4VXP/rPNy1ywFyuJoVJDXn0S8dU/GnlxyHG9HQgKU8DwbeZqt0LUBDs9hRYGD+K6J5OF7sjSr2vXx/N7zHCEr3GzC8hpnZ0WraGN8kqp+p2OiMbyqJmOV0bHPK6SYD/QIGgEfLhlAKug27EiTQCgnritw+3VFQmzEWKdMo7PkeLUcyGdfvyXX/u6M09Vf/nu/5CPyez/1QsYFTnd+9mYqf/yL78rffXOfSRWvPF9+x7MP5PlAj11KG8A+2lyxKNdcGMjYdeQiysws7QU7dCNkQ0OrAu6rOdKgcgAKgF1dOZvztrW/CQc5d4CqBcu5YmaOYZS5WvuHtOCBRAOAq12gS4j5eNEdO9YlgC3cLUJ572YpJn2lSJRiMCG2WFACmIjy8Liye3NlDs7gMR5DCdAB0Xxw42symEUD17U1Z8aqCRhtN710k9eSSrIUCjgTBQ/Hrpz0qPNpVgeKIyKIfgZApl6pG+bMV9BRz3Z/TdcEfA4nY0VGfJJ6fsKCViR4KPIWzf0t5kRZN5mrXRlqV2E6+NOVbzz0Owyo6kSHgMXyCgirUBvAwy4Ei4fKdNvv8D1jjwypbmStamUF/PFb4hx4Vf/B9DSzGP/db3tHft+3vi0nBUt10Om/+fJW/sDf+Sdyl7Gj6i8dT5Rvtayhh4D6z9yxCDARhkbC54CHbsQLWdaLduA+xNnQg5/D9axcxsUOiI4pEvRGDyt8y1OXNg9gzfBjlpnQowBQB0tzy9JjEzO3Ox4Eg0dvPpzBBm7HqgQ0A3wZyNduy29A7jqhZmY+oiEdQBFLVB8obNrczCrmVb2dcdBVomA6cqtcwKrhVbWC3Jz7WK8Ax9I64+bRFdwPzWSen3q66NuxLgHlhBw48mTkFTpba5JclVfVB56w870+L4ZuRGVThvOGb9V1RMFVgQfIjlUJIJHziDKhC5JZRLyqXfiWMr/B8D86Ea9qWXcOtSnIwLPlX2kSZSnnUBAgqBiMXdZ8HXKfyB9HnLxpd/jKfCSfe/2WzDOW7Hz3i3P5T37lN8vHxsPE7dDT/+92Jn/pq6/lr79/o2X+v/ljT+W3f/Mz+a5nZ6lcZayl//XPvS//xT/8RqYPHDqh/JanL+VTJ/mbYKXFgX5AU52yAL4oA+gBXLX5P2mTSubh+cCREac6LT3ZocqNOMfyPyZnmBiQLu4k9JQ9yMqEEqBAonzZr9So+7UZXI2pIwBVywTkGzVBBV6GtfL9u0DuNZO37L1nqBnPI88kNrQ35ikg4J0/DbV6kmqmtg324tCxvL7jsKJsvWmbNDYRi1Cr1jMDqzipydJXoMOKMjn5mlUHeW8JgZ1mKQxdBVc1Vmy3rpX+9nBCXg09uWh9N3NHA2kaFahdmZSL0uXV1huSsQN3S1msI7rfpWx56MrJkAJmK+t13QjEc1ylTFhpwt069VHgMKIAiIu/7Ew/TiMy0QZ5pet/KOOBYw8Et1gMfKtkrvKfbRzK/xhlY27Tnc+/eS4/myNb9T/7VZ+Qf/ljTxKauC/79N/6RW/J7//Fb8slSP7G+OL1RH7L//mPM4v40+OJfG8JWaus5WSrmrW8vDlmHQQ8vIgyMzN/WI8uBBy7HLSTuw67AjS04E9SYdnEz/1AphWWm65mj5Votp2xvrbyrWJPgKpFGp11ZhI3PoSDnNcTMnljvuLy1qvVR3FgQQ/KMONBa1flvfldcRoVTfTa1tyUA8BXt0sBmKd3gB0re6sglJtJkA1Y1YA6CHQzZkdSAhykaqlyib4Jh3Q1Ms2sSrxtJ6aPTReZh2+PPRm2WjiOTBZFCcM7MaVrH2E4tAw1QiV0Y2Eol2NPPJumkKo8lHUDrrY1YV6BQ+1yb0cyoKOTezXZ2spl7DoKrrZVd6rWGAAgwNU2reoxgxaZmAaQTx9fnY/kL715IdMgW7D9qfMT+W++61vkW85GiRt+ZTKXP/z3vrKTL/XPfscn5F/6aBKUfTlfyh/7+1+Vn/jGTabpHDmhfN+zD+SbR/NM16ddRKUS8qkyRD5xRMFVaJCqseCDP78BP8SuRC5ByciPagFCpnFOxKvKJtWuV0k10mZVUeJBVUoW00RBZWNHugTaBq6yHb+d+8rJa8e6BLSMex7I+/fVVx+zTkFrqJW8eDhLw7ahjiQjtKf6lv34m3tfpmyw7FiTQBCEMp2HcjfLAKya7q9QAJSf39L2eVHV0s1GVKpcMsgHFcCLU1dO25w+VsEkm8xDOP0cefvEa+UmPi5TyUgFV4EUm3tLNhwxBUBVb0kMfQ6dhMbSJRtuVS9d231NWffpsH3gqtoVbtmu+wltUV5VDisq0ve4qQin8PxrAbZRm0XFD4rXLcMJ2Ra/Y/gf59qsKl59k6L7yZsr+Vt3l5llSln/D/yKjyWyTvH9f/Err+RPfvHdnff6PZ98Id//7R9RioXVAb/qn/rSu/L5d99kfpfvPr+RX3t5nfn61QuNXYUPDfIOukmGH7ExjZtZUW9hx6oEzGHOmevIGeBqC5xP3JQT3SmrKqdLOkFW3WRZTyYvnnjoOan0Il2SaZFvGbSkbBm7oiHTLUkr1k2uTTniuF+E8vLe10zwYs2qsmiTwY1GimFsjx2y3KmL14CvcVCq/Qka/oEAh3Cq3kyroI5o+MfvfD2D/80XIrcTfE64K2PVeCTKm6YRx2HTJ77uqcFps/hXdSbmhCaN/u3zgWYC2fPU5AxfDF15OmpZBlDEUWcWNoa1rNWZxYFXwae1qT0E0nQzb0N2S72+zQRDAKsArC3Yoz6Ih4NUv15hteZpyAVqjeonlMYFZpPaJt2payJZx7ErslfbAK4SKM7JxtyRBU6W6l949ZZ8Y5nkSt0m1+/9+FP5k7/843K+cXD8wXwpf/Snvyo/+f7ujNNtvz8EWH1nsJDf+fwDGbvZozmTY+gYUJXIumplp6MwftlztGGTjRySmsUmFUoAbKvpg70DcQ72Zce6BKrkVd0ma9PA02SE25GUAGsV+9CmD5pVkZFpqTWSMzVbhvJqsprJWw+qEDezsp4u3XriJnpNtS6WqPt5INcTXw/Z2xC31uWniAMXy1DuJo9N4HZwrJpg0RCq1/WK7XkOikZgVPUmXgGOgStvnbcnXbzOWUQ+T0euctLWs0QU/zrwVG0CZwHVNWHGG1WcVD2bjVDGgIeDGAAyZYR2GAmwdz8dOprJ0QapKHBo16pU9TW8qvUUEJMxEjcuQHfsSEoAenCyFJrczEozkB2Tqaqb1B2Aw7uLkfzQ6xcyy0gDgER+7duX8qd/5TfJW6PBmoD+5stb+cwXvrxXbf74L/uY/O5PPk8AITdLX37gi1+Tv/K17BmrJ24gv/3ZS/n4MB8dgOFVrZd2BFZZgNWxa1erNCXhQOdqYOLBJh6axpn9VAGyh7AjKQHAMUDnujFncMMx2WMOVS/l9Mzo0vxiU26DM1fRmZu55VVN0zn2nS8nvoLO9XOehsq9DzBv7Io3tLHh4zyFMnLpbdFMmVD6fz2h54ldr1ZtC8zC90O5n5peObFObwVWATYocbenPunL4mOpcvWZCmSuPh27ctnSsveqAwucNJQAml1X9cMK3h+9YfE33V+b/rYFPzbnz5V2xDcHFvUMY7uA8kPd21tgdV3uJhii2VfT2UhY0siqsyMpAcQC1VhQk7+JgQPteupJK7JcjqE3NLE6pRJFK5ebtxZo0BiKzNQf736///vuQv76zZPcYvzDn/6I/JufekugRmB8fbqQP/7Fd/dmqwLK/uCv+Lh8dJzMkP25u5n82z/1T+TLd7Nc7/PrLj+Uf/b8NvNvtOkQNFC1z10oLFdPtVlT5tft1YV0W77SA9PmCShuVkWcY5espFoaXtW6DteTzydjFZ5wC6ymxBLwqHvNTPIBs6AZE6C8HRuRfBjK62kgH06DKFGubr9ofB2VTGapr/v5zdYIGlSyVnHY3rSMecBUMlUnC1LB7LzFmsT6AIwzmQdyP1uvPk4BVo0BAKoi0P0hdbMVtuy3Qx4xBUBtQVGUAfTizFOQw6r2JvzDKbMjz0auKT8te9JLup+C8XpYUdINO3abZRAosFr3gKKPsvdB1Pii7uc393lGUVnsyext6iZe1yt4eRtr+ced4bjp0DFABmwL39xAfOO4kxJtLViv4Aht4prlh4EQL2aprPjRN8/lZ6anB8kUkPTXv30p86EGo60AACAASURBVCCQH/rKa/lHt7sB0e94eqag6qcvx4nncWD5F37htXKs5h3fPp7I9zx9lelnWv4Vc2MeQbmdMNRY5wngof6/2qLRTPI5/kXQJbhyTkfqhmWu0ugWXa87G/P4c7L/DQCb7xcx+LP/+qquiPlWm+iXq/rmPPf13GatWdj4zcyX+4obneWRUZOuJUv19YQs8OO+FesU+ywqmuxISgDQmXW9KeBqEIhcT30FDk0+pp23eNYAVmlWpbLZCL9SgVWyVPUk3sZqCc1HJg9k8zXrGAb31qknIw2m7diUAJmHTwDIGiicWG+wK3tatzlzlMSJsOE4lsshkNZmTXqcaufIzJCZDSRCBsd4YErkmjR4wyWZzqH1iUmrMoeAyOZYdsU7ke2sdBtNUpyGvAvuBj7IJjWzwgsrGb82Ots//NCRz75+Ib8wP9l/ccErAGGhAPjU2Sj1Tj9zM5U/9Pd+YS84m/bjT4xm8juevRSPEqEdg78CAC0ffOQRNDsqpyTj+UKB+WNaeMFJrejnbN4vYy7jJixcUVNOaKBqK8qpSLZV3BafQxf3plRJUgHX1NLcKuSf5554PCgBjuD5Ul9zsgjkpkG6k0eW1V4Lj7PI+3e+ZoFnOSSt9n0CBVWH0Ek8rLNN0aJqvzzb3U0zK/ajx7Yu9cezQBtWPVaR2rmK98WzhQFV05LBEsAqWQqGUD2bGvTlqhhi0EYFwPjHOAUPQwV/np96tntliuIRO18NXW1e0DSqEj2swK7sqc/GzBlfA6h6TJ/DcsGBxXgYlw/aBeRxoljsAVcNH22ThuVV3T4bhlc1W8ZhlXOKxgzdMOoMW+WT2nlv1ioAMt1sNGCQmwAf7z5e1fhVD2lcdchnfs/Hn8r3f/tH5Z2TdU7W+F4v50v5Mz/7nnzuK68Pub1kbWClzbz2cM4e9AIH/MgJA7kceHLaDNU54Auq/QmbVLJ6m9DRnAwXeNgsTV36nFNqCujchMF+j5iHap2m7SUaIZ8QYLUZmXXsHV7PfK0gsGNdAqxV790GmslrEuWOHb+bOaKS6fHQ4tjv1BytiaFvZAPn6jGHHlYor+ox36KZz/b9QG6nocwpB0wZK8CqyVKAUH0ZpapadX+UmMlSkIgb87iTfXXiCv/gaLNjfY7g9Xs6dB46DTdBQgTStglcuqay2YAaoT5e1e0WQwANcEjZ+/FPdptn2WQeng7MaWoTBut93Y1jmvDdWd6B7Sl21RR6BDLqyHpuQ1fhLPIt+xp8D5mHTSiRI/7Lwqsay+CNP5D//uXbcpejcVVe+f2uTzwX+FifDGndlBzfmC3lP/2Zr8uPvpu9YdXmXc7dQH73i/flqWdyUdMGcaA2noSeuwGIC9xsbL+eDQcycOyqtTlnSIRs8Eu4nlm2NGaud/1ijngmh1yLhgCHee2v6uuJj6EAaBo0hs4YXsh6daZqeZd1f+RyLNnEFbUvp8sH2sKyvqsr96FZ1fXMVAQ2a5j+Dewp1OqpOLM29jBFeBvkQ5XyMQb68urO3wocHuOdmvJMMIvbSSBkrG5brx6AVXLpSBknqI6awTblOxrxHoBjTSlRYbF/MvbkgtLl49hdI+Zk20tQWvlk5MnYqzuETr6RHlZolrMtL09ueuioZ0DVJgTUOEyAH4DVkXZrsnO2OWdDV7TZ15EPUzXzG1C1cfFiAzwjMmG9okS7OQ04Ql2r4Fs1dBt2rEogDqTPjsi3avjjTTZmVJOTaZKqBlYBVf/Ipz8iV1tA1XenC/nBL31N/to3rjO977aL9gGryuUcPGYcNmEjGDeKG7kiV14zaZAKTUrBH8eVZueeI2dHapwCsOoHjsnGtCFFYkaJ/24BVZsQBKboG+AGh8l21UoKRykBnOOAYoZXlWxM/6jVbgVdVGU/h1YDCoBl0ETNDfWMC/DwMRxs4ntWNj17b3wsvlWgitd3S5ktpbE+ea/wKrsglPtpIJP57grbB2CVgFHLmxq6uFUmpww3jkuVG5FJz/uG5hQVcPWM0uUM39C3S8isezqEMuG4X075/2OJip2peDbYELKJJ6uuaQE1mOrZKOZbtXO2DgCF6nuUj/ZIojG8qgY8tGNdAlpZobyq/O9HmqAdkwJ/5SkG1rxXO7oqIRKy6zRDqmYBcbSlzRUVkM8niiqBVThVaVT10fEw9aX+8e1MfuBL78r/9eou30unXL0LWH3gVdWsgwYqbxDKqQff6upGtbBIOnMDQHAywsc0N615+oIgkCn88TntqjPC3/Eh+BwyVZuStJL2qugL4CogUM2q0woVOAa4iilNl4F8OLOgapqSsO/82q0f9a1ortayh9BwUF+xue95HEM0yQgncBnXuGhR/n/7YFd2Th7nPpT5IpTbKQeluzXC+cwP/5AWqlhC9XRBPTSrOo5l7XyqgocnXuN4D5sgKtwBmXVPAciO8ELoDR2KKf+y1D+rrsnsLkKafzRUNpo95omckwbkHEN7jqCwOR5pKBOgBTiObABVt1Db5PiKbl5qQFVHDy3qDMbySJPEQxqD2JGUAFIBIINvtU4JxV3uWa/yIk9VAqv/1Xd+i/z6dy4TsmAV+ekPJ/JHf/orBzWqStO9bcAqh4BKOxJVVjTVrjTmcR059eQoMU+T7dlwZsK/LzKqKcMOveEfIEfew4omy7KsdyNGBhyDfq7pI84es82s0mcKn1hnJ3OSVV5NltauUqaD2O/rt4HAWdx8y8IvG/599ssm5qkz8mm653nkeq7jTaeLQN7c7wcO63iXpj1jGQRyc5/erGrzXZ1//Uc+G9ItzoI/6dMIMTYGn3ezUYtShIA/jrw4HRwte6yW78z5kHgxoc8OdAlXR+hmjj1NlYvNLhKr02f4xlzlRCIAaOrQLAXKB0fpnH5Nfe+63st1AjknI7xmgCzOVG2u5tQ1A+vPQR6EpYZXlSzwZgKrceny2cAVz5pWqrKwiT/3PMMJWdMgU5WKpUP0ZhK48j++eks+WKZnlR76Cd/x9Ez+81/1Cfmm0+R9f+ZmKn/o7/1CaaAq7/jWYCG/6/kHcuqupyOwTrGRj//XpgKrfIMbilwNaHxht6drcUe0WScjnKzeOgCyIDB60+RszENts+jvlFYj4lUteq+6fm/4Vo9XqVPXdx76nLrAVfbjb6YA8pYIanOu2He+mfryasJR4HESH/Lpj4lcoZOgebAmBLTivfN9ZaGrnVAP2ocVZ61iTu/fLPdmYxb6lhb/+BrO2YyYjvM7P/fZ0C78ydlWc494VRu7iY84Ic9Hnjw9sQt+ms0SQJO1Cr9WXUO7vz5kKdT33Lq+r8hzTLOqUIKIbqzIvar+LevY6cjV0ly7TU2EcJoBdDFytcNnHUM3Y5ZXNVXUhv+xOc2q9ukDzayouLB8q+mSgsJm7LqVZwGR06LNFbGrAwOdWejKX3j1lry3KBdY/T2ffCHf/+0fkdMNB/NyvpQ/8cV35X99rxin6qbkPzJcyO98/oGcOI8bdtarBRmrerbe/LWc9x1FjdBiGqTmv/U+b1Hm3x2lAzinkV6F8xnHOYCHB5pVmR/duHsRA0IBoHbVuLfb/kLardvyrW4VUNXNrFijbue+cvLasS4B8Ap4Vb9xF9MjtMeyeFOWeezL+sukZiMf/E4la5buqUJ5c0eWs2m0aMejBFjBJ9NQ7ufZecCd7/vsX7R6nKJFyjfWhlU/pGzZkScnrlySpmDHmgRwEWTVvRjVw7eKMWnpVwuAw/pVxciFLPC2OB3NHjsBPIwXG7voGL1hBk1mlPLRViwWC6rutlbK/9tEjwDwQBANpcSxugrX7//yPZHsOv4Z2yrXwCJCloN5VTe/5C+9fiH/eDbO94F7rv6Dv+Qd+X2/6O1EZ9y/+fJWPvOFL5f6LG72i0+m8tuevXy4r3I5A6rGjSfLnYLS3//RL4uMHUdo2MSZYCteuyJpbN6WOcXfnAKuApBVAa4qHUsoCz84+LCiJnEc5THEgFAAPPYeOMprHPRQpYly2VPUS9Vy0Mse4UfIx62IxgY3PFkGcjO3vKppfm22DBVUZf/ZRq8PpEpGuJZdNLRHwBFM6uGRLFUmHix3Rdcu99NQrqda69ZK3aliXuLqOnBAKADyJB5YYHXLjJhS5fbo2Mh15MWZZ7nrUuYTN0Q36hcnXuUAEMHiwrc94JLTEDVHaWETB9b6ixPPEqyn2VYYyMnQ0+zDktf7tactbLOq1JWKJUqbK4btOul/6GbuRRlA5caKVcRZNd+TkjhHxp6rhxcGWi1PSOZoy9Hy/zIA+b9xeyV/4/ayVBmlAauUgf53P/9S/vQ/+Hqpz+Jmv/riRn71hcmCVV5VqisiyZf+sIpvqBnhEXhoj9vXhY3mDxxHq5iQUZkLlzaBC6geiAH5iie6ZbdXiqxlEIE/LXv56HXjZlY0tLIjKQGTfVi+16EKkGZVtsI2KXPA1Jf3vmastoMCIM1yiHlCORm4SrtTZrzTDTuNmll5XmmRoPJcLwJ5fZ89G7Mbstz/FdpgOxC5vjdN4PLECRZY3ZAvQRcnqsqr2qIRp4q/c274Vu2Svz55mnk4MM2s2FNWAQKhM7MlQEcz+Q2Pqc5wqwI45zn1Oeb7bj77ZODIeAh4WH7A2KTvzP8ugfoa5VsFXM1/g52/UH8cgart8sglC2LL7QhAiaVj2v96nlriU0ICaad2rt4Sv6DSW5GdQOkyB6dlDvXHJQLyPzcby+ffPJdFiZziv/uTz+X7v/2jcrZCBXC7DOQH/9+vyQ9/9XWZ4pChE8r3Pn0lv+hkqvdVUJXmQ/p/lSv7Ul98y83YFEBhDHgY0yC17yuqkxTzCmfd5cBRkFVnuYSgMG5WZcGf5NyxpQIcmy0pPG330AaeXvnZY+2WyuPblw2uclBxPQ9Ud+xYlwCYz5tJIK8147D9w9VmVo7tT7JlKjVjvqSscBIIX5PlvLSYxaa44Ui/hcuZQDnnsMDqisA0+4dSZdCftkWhISVOImdDVzNX2/b6OfU29+WmBEw0a5Wuy2XLJw4aW9DgNLfsiv3AZEZx4kNXvfYZ1uPXn44oXbYdd9b1wSw6lJyej9zSm4KgMfP861oxlW3Jrx95VRUWaMlbJ18Tv0yPuDoayrRRSMgFcDUGgMr4BkBDbVZVkt7cBZ42sHq1HJTxenoPDkJpXvVr3rpQbjHAzv/9/Vv5/T/186U9I77R88FSG1edu0vl1odX9bFiqYW2FSUGoDM0awKYb1dOe+lTnHrDkUtz06hdSgnA6nwZ6P7BLllJcbOJnyxNJngLLSrxQaxbYxrj1qOqrXlK3ACxLL5VAI6bRaCcvNauNqLvUBRwfnXvi1/ioeZxlQ2aKOJB18536kQYyoSi8SBnFNcTXyZwh9oM4TVJ48Mms1DuZ4f5HAusrohTSyq1M25796nk0z099ZRv1S74Sa+Ew37rBL7V8sDVmFfVHqYm5U0v5SBwDF9xy4ceXAAe2mZWKTNJ50pHzobOCh9tsQkHVKVMmYxV68uSskQ2UAB0YZiOy5QQduN7ypwTJEIjohPXcBkXWbm0VDkUmWujs3LHX/3wmfz9yVm5NxWR735xLh89GcrXZwv5Wy/vSr8/N/ynTu/lNz0hC9Z0cvc743FCoaXY1YCNWCWia/VNiZcBV8lcLZSxqk05qR7Ix8XWauHleHl4igFVu5bJqzzhNTbGzSHyRlzKgVgRu2IvTqOqu4XlVU2b0Lt5KK8mvlZKdmbJiuBUbRKna5ZduFbnnhiOdevEIx48TDZU1d5MA7mbAhwedo9GOJgKXkKbjy9DuZuwlh8GBlpgNZoYNhss/mVvNiqY9723ZPP19tlAxhWU5u59eMMvwExivtUyNhrYHZghJU52JCWAY1osu5PBATB/OqKZlaUE2Jxtlmc2GVAmFMXHTOMYA6rakZSAdnLXBPCuBEVRM6uHYNrO+qoElOonylwttlENZBY4ldgVzat+9M3z1oH9AyeU73n6Sr51NNFsOv7pZqMLthVlB6I7gKtkrXbFY5TlIbCncw4FY4DsgHknq25mm1WlTgkxMtmGbWxWtU/HYr/MgeABarPv9p34O5mHhw7AeJpVdQ2QP1Qeq7+DV/WDezq5d2d/tRnzDAcGVjUrMv/Nrl6xjLTS64BmVuytyMS8nvqKeUX1GmWoZAfuESotAoDzssDm0wKrUR80FAznXWTT0iStwuDePjeZmXasSwDHcjV05GroaQlzkaGgqnJGFbxRkZdo6G+1pLJjmw24CU+GroyHNEKzc54AVx3RRlbwZhaRDmvaAdQ2DbWEcl9LM+TJOFSu6CJSLve9it3NdIIdajOrLn1XMams/lp5/VxXO8MeOuZRZl0Vx4Dz0JHPvnpL3l2MDn29xO+gAfjMt7yQX3Z1Kh8ufPlf3ruWP/sP3yvt/tzo48O5/I7n74un2apmLe+OXZlGXBDYnHqunCsNUhWzX+qU1HqzmCbq2cBVyolD5p6GTOwh7EhKAOBnjl11VjyhnA6qb4zbVt3CnrCrvAMgnmZVpsu9HasSwNV8cO/LzayboKp+axiI67oy9Aywamp18utRdzXHJCPk4lvVZlWhgqrQ1pi1zso01hHfN6Cq4XI+XC69B1ZjXlWTpdCtcT505dmY7DrrjhIAEJQJI1d53A7dp2pJpU+GS7f0pvjXGDoNfNOSTnAlNYYo/l7l3CHuXHmizazswrQu1VBLTuEeO7SZlTZk0i731rA2NfaRV/XwRb8cK6jmLuS2EEgDsNqRlABigSNcAaAcgR8HQr64MqsY/PnS5Ez+6odPxbS0KzZ+7duX8oO/4uPy0THF7GYQp/2Vdz+U/+Cnv1Ls5tGvYXH7TU/eyC89vddDwPAAAKCUF6nhJm4YyMXAldNDA54a3vGYj4Cz7gngag75AFoDAMEhb1er5OzRsHSyjEsqjzm71T6bQ3bTzKra57T17nn5VlmmAFU5sLB2tRFhh6KNqq5nZPLq7qqtapHpveldSaWgGd3+1kwCebjIWAbJc0OaKmcQDfry4b0vU1Pulu9xnb4aiizDqzqZg18cRgHwoKXf99m/2Gu/9cCr2kGlwWyuTly5OimemdlB8ehpD+DqIc2sLK/qdo1QHr8gFILqrg5tXDB0ZER5peNGjrirX5vnux4XezJXDR9t9hHzqnaBkiX7V2e7EslyTgFFQpfrDuOOyyvN4LMJqAdXYU2AqjG4mvWTASSr4FXdfD6cv597/UL+yfwk66ttve6//M5vkd/4zmXi7x/Ml/JHf/qr8pPv3xR+xidHM/ltz15KGNL8o+uZ0qHqztMHYL7XoX+q7pARDt+q7uN3gexR+iUb1TmAfGFN7N4N6FV616NMXvYT2iQuX8jTvYnf8kV5wNXruS+TRWCTVlJkCa/qy0mcydt9ZSPFgljw8cCr+9+cxykgH8DVfZQbYF3Xk0CbVVV8vp7n9RtxLUDqdI5sQt1jFR29zljtMqgaKwa4xrOxJ2Sv2gX/0VziQBi+VcDVPOWVJmsszlKwTn7TCbGJ1wyOju82WOxPR54MIwTInHLZoXtSFnuPZlbZM8Itr+p23VFQNcoCN7hqt/0O65ZyhHf7Mw9yFohEG8VlRJ7Rl1nAJrUeYf78/ER+5PULgRqgyPixX/1t8unLceIWgDV/6kvvyufffVPk9jJyQvktz17KNw2msoh8d9ftCoGNJJQnUNlYOHBNf0wOjyMXniOnroir6YfpOsxaj8pMAVXtsp+wQ2RyBzBGM+BCVtquH2v2mNJt2JEmgSxUG/Cqko3JPsKOdQnQBPi9W19mvjIn9WRA0UjWKpU6XaPAKmMKQ82UpwnjLno6bVY1wyeX8cxu3WNOgzx4VUuSTW+BVS1VDk2H3E6PkG7Ljjw79Wwzqy0TDR3Ak5EjlILtGugMl+CYyFIw3cptCPUgM+yJpkN+D+wq+mgFD0eWEiDNbhwnVN8DuJrFSrQhU6ed8eEfxzoF52xfuJw1M9MNlVLCjqQEkA9Zq0PtsbRdRsAaZDiTrVrn+ImbJ/K37y4Kbf7+3D/zKfnn3rpIvDZcq3/ii+/K//z1Dw/+JOT3Xee38usu3sjckBUffK+2/RBaiHMXGiTbDiR97hx5QjWKUmhtB1ZpVmU3qUkJ6kHOMtQy7r4NtIWYBxDIjvR1C97MbdJhrXp5v7CZqinKw2HO12+DiFqDC/qlY5iUhoPEPD379iy+BNAZ35Mmm9kikA8nQaerSLPIaPOa+ID05j4olcu5l8BqXFIJp0LXcVVVpDBUcOPp2FPDs2NdAjhsuMdoaLWvIdEjr2qsOVaesTRxUjSA69NmQ7PHBoCrMbhh9cHog7EP7CluZrXL73BIQVBtmX+SUtLDCppV9SyYNJmZIiNIe+1ISACPQ0Migz0nw2mT5WwoAOqOc8poZPV7PvlC/sinP6I86A9rjIj8jQ9u5ff+P18upBFQAPzWZx8IIGO3msDtFwvrNDjypefKmK7CtWvH/nc85hXYytBx5HLgKl/4WhZztGcgc4x/PXPJe6dFq05oAKIcfv0ccbfuPFy9fZLUNkoA/PDr2VK7cte9XrVB/q8mvryZGi7IfjoeqGyIB93uJ8QdoJBEyXGD09V1if34qzuaVVmr2hQrsdDthGZV5VbY9hJY7QMFwKYCYXQXI1eewrdqk4ASbosTZgLpCxoSbXFqrGcz26wqRTrGKVH2xV6jbxU8bFJPBo5yrophZ7MjkoBmHtJwZ2i6e6YNBQ7FlPjYsS4BQ4/g9DiDg47LTq6GMn3SIWzrTJumrGYqGEPCF9Os6lhZzh8sh/JDr1/Ijb/F8DNM1G//5mfymW95Id90OtLM0p/84Eb+zM++J1+fHp7b/sTz5bc+fSlPvFnvDitWRe5JqOAqZ4L26OJRMvEyBD0UtABayaQZzaGEUYxD01K7XCUNmAPA+0X3m1Xtc12UvJPEYhNX0yW1Ca6yZ7hZ+HI3t3zFCfBHRHkx37v3xQ/67KlNJOO6prmpHojalWtDXUKttIj5VgEO39wHMl30p4p0n29e/fv9LJDJrHzO2V4BqxoIUVLZM94fVaQQAmhHLkeePBlnK83No6BduBaHpHyrKRxJOCg2dn3owph3Lk2zKrLqyj31yfsex7yeAJqsVdOsqc/BT3IWHAm0NO585On+dFU6ChxGINAx56+pz+aQGWC1zwNKCcDVfdUEfZUR2XXQAjzKxxxwQR3Bfx5zlAGulvn+l54v3/f0A3nqzY1sekQBkNiwh2zCRC51I2a3qGl6hl1BmxCrCdligKr2EDApLWRCwyH2V3ZE3bptM6tUVdAoGU5IszVV2og3c793SRlZ7ITM+HdvlmZ/ZRM3dP9AEQsAq91rpey3lG8VPlpHbqeBXE+xq+7tIeLKmyw2lHYNGbxkq1ZRYds7YBUn1dtlPzQNZZ6OB3Ku2XV2bEoAUPWtEy/KAHrUFOVVpQFI0P3GMXm1QkFnbeLQb50CU73g0GIH52Fe2Xbjek6a8T2unI/WD3UADqEB6K1P3jHB2qwKeoTOdyvfreX4FwJp+FZ7jIPtFBIl3XQ0Rz7qj5WWpRnA4XuLoXz+zQv5sEDmahl+kEzV7336Ut4azB/Bnz4rlJaWhHIK36rniudYL7yqZ0iD1Qou2lPXUdCHw3Uqc+xYl4Cp5gpkastNHwRjACCTuWpHCgAUUUUBGL6e+hrr2LEuAfab37gnk5comWEr4gycGsoJlAD8H0X1pqh5Fn2+qYUorPqrd9BKwdCRV7e+mBzwXR9ZVADF5uCQbzffahK6DhqOyN19ec2qNt+hV8AqGw0NikrQo4MmsyE/UvDwbKD8dXasS4DMQzbwL1YAILIUCBiPVVLZ1DnSVlWho1xjdq9h3IrnOXJxYspyrb6say4SOR24SpugTeAADoutyU01jcLvRbwATV1sV33oVr5PaGTXacflnq/faXJCJDHfqmarHoFXddf8vfEH8qNvngsg6zHGR4YL+Z6nr+TKXTxwOR/jPZr4TAcOfs+VM69d2/biW1EzG/E6vS0cVroN5aI1VTlpo+i7FKVPKvr8Q/TSkCM8VgHOlraMO7HBdqBC2l7FxLxrA5UDo8Ui826a8R62mOqRzD68ZptS6WGx+WaAkduFyXTOOsxxUJEvj59UYAOsjUSLvQMyMHyp2wdr+WRxqHZklWgbr6PZENyhywKcs7Hstzcp3CeZGOA71BRUi5Tqq4g2rVaKGnvGp9zdmbdi37UN9Ir/or861BfEi8A+YaX8Xf2A2lK9g++l79DAq6Z6uxfAKpMWUMZd9+zVqyuZn4ZSAR6+deYp/6Ed6xJAJpdDV/8xKFOxmapJLWEp8OGcbdgm/pj6jDkp32oMzK/4nP+/vXdZkmRb0rTUbn6PiMzcp6prQrcwYsCAZsCon4LHgCmDGiDFkCkILUJRA0RaGMGD9Bh4AoRBc+qcfc7emRnhd7sgny6zCHc383Azc3N3u6wllbX32WluF12qutb6VfXXJOVpu/79zJGmzjp47QHu2ncncDEPXAWgs2ZV196zS78vuwQpqKofZh10Nr9sELXj8hmqlkp68C7W+pvqSs87uthsos2GsqxGfEgh+8npb1m3AtdkcVwKdNU9UB9+RlVfAqXFv18+y/+1mt+N25Rp/k8nb/JvFt9lrHOeyruO86w/4e3+ZWIKTH0OYZfUUTOizedcuvTSR3OYvHZcf4fLPtZk/yRCSOD9GHbilj9ssbq/1t/WPlymR/trBHGNLaTP1aYylqs3p84k88Ab+p5wmLsiS0q4ZgKvsaLq+vpu+x+4VKUXyMBkQJXlPpHvm9jS/JyToJOWvb/baL35qjRBHbh4H8Xy59dQ+ZztONqV6foMb+hyHcvI8yTg0GXVJqcmUGfpWVTjXs0KaDDA6o4VrmHhddWgiWYQRV2MPPk6vQ1i31XZZO+NfL6OXfHJHEvpI5o4jHZdLofvr3xjNlqRm1LNzAw8LX0/9jnm9BRpJ+r6G2kDmqTg54FKQgAAIABJREFUakWFymKY1+iyZljUf33levahInlPeSn/EQpIlb+88Mo6UFr2zGuebTJTTDT5s6Hy0bL3Zhf7K8XWgp8bueFyjiVYD5XImEvuzS75EeC/Rpvy08HdCHIRtHAvdU1JRVZPxTJ519PPP4dj+ferb/Ijvm326ou7l38z+6v8rb99FxYNiajYsXvBA/1JTIB0H172rWb9aGCQtdbIjRp4lwu3oGHVfh8LLdieLHpYKC32yVSjIB47jARY5gFVX2nI1Kyr74GIE1mHIn9dRbKPWLOyzN4efFrTn0DQQjtOAyJaA1PqiNVefqxthvypqikN1D6R11UkSQp5jX0alndksW3adi7cj8aU9EZpun+D81/+7//Hg11+9ZyNQ1ll0a+z8kvLHdQE650i7jzV93ucm7BRrJ61WpvXIv006BhCrL7muDjnJe57iQcTN+Q7Il9G8K0WHWKzMo76Diu8RpD1sITch2SFAiVEdnQJXz0duTIJcEpVf93v63GoAM6GbN6OIwlkgI4rMp8Y27IA4rGOGNvyZGS5Wo5VJ20gWH/l6KctKtilHIfG5xDQGQUGLr43aFxWwrzz/7Ofy/+5eZFlDCzT3Ji7ofznkx/yHwfLk0Z5JqA88ZwUAGJPONyDahbg0cNYaCpPGoJNm5vMR95JWcMS2dCQKQT4ATwUmUH4bPc8uZnRSi/f7AeteERWABxbePzi1vrhh5iXI7INE/l9HcsqTcxAXywX7fnZwKZsY1yTlPC6ieTPyzBNULCe5lBrwiiR12Uk/DMbgIZjSt7tWasIyNGgxSSg+Wtz+x/nv/i3/1vts/9H5kU996wcK1dmP116MpkbzzNPnma+Xe1PhJVwEIO/xYZT84AjmYX7WCa+I1/mppnVx6htMpfUtdLfZ29U922Ofl+j8RRdGV+mvpKIs5O2S5yZPsANooZdycippHTXXJzGtijfweUsJp7MUnD1mtv28bdEmCcjsp6tVWXzS7fp67io+qgpmc/hsEomvOgGcUT2GFzGHfDKv0Zj+b83L/LP4bg2RYArifydv5X/bPJD/sb7yFA9nPEszBU4jgJkyn044GB7lkGva9V7END6m8N93n5PJu8Hh7yChyNXRqSv2nEkAU1GcB1Z+IaPdshjFyXycxtrQy+nxt66z7ID8/m+juUnmbzphxIYxBUX0fz0WRZVvo094ZAzD1mvVrtY/rIMtVmyoQ6161WmQ1SdLNeRbPd5RIC9DgDixUqmKgrZk2vRIKgxm9wvO//6f/x3dXGZzoiV0rhvi0Amk6Ev9wdbRrJGAVUvkbF1Zpabe1EMLdpHEoUm0vwy87Xbu83MPJYxjoONEOCqNpXpwCG+OS0pvhPZ2NoZl/+za/7JwcuRTRiZbuXw1rkiT1Nfs57t/iivT9gWsmEzPeSs3iSJJRLHZoCfcV4s4WTVZUs5fhnbIuCldCQdGczxn8Kx/L/7mUAXsEx8gZe1aPhOInMn1DL/fxWs5F/4W/FK1gcYAIjsQ7IUhuukOagCGuKPbWz9WMsAegiQbncfdsUVZLACHr6MDDebXeNP5MYh1XVkRrnXQAd6o6CqNh2yI5OAoXFK5OfGyEexsRM1waZ0v2PFVrzu0USPUtMBhi4IHAOqrpSw2GrIoYIo6LyJZb05T48A/z77wQFvec56FfaBUNk0lcgyCGAVadL962+/BOINeMF/X+DI/EmzFOz6VSCBKJb9DlDVDBzRLwsLAJ3TFQ7wTxNPbWzIg+x7SpwOqjCGLI7jb+egSrlyhqqmf0uUEHCVf9qRP6QGvquN0IYIAL2XKkOtYWk1CszDMF6SAa7NFU+uAADSJnpaTdBd+wJwXccmRXDqRqUB1PP+xMAdIwWAdIUfVOZLZlcZr6ql1jjxu2kV3XoHPUIeGtOyZap1xpYSoMjG2AXOoNsoaDLY5zXeaEoiPwA4tBKwz19b/dsQx3KXyPctzbzOC4d1yxbqFMtXg4LY1aDQMUNx9NdlqNQa1q7yurGhWdUmks/YBdGdwDazOuu4dL/suxp0vxa4HwSwmhHuw1v37dkXd8hemxJ3utzbpkPFBkYm7w7iZ7qum8MoUVZKK7/NLQBUJDTsaz72ZDE+pUyovvnq6i9Y7ClPCSObxZKbw5RXNd/B03hmsjKfpgDz3QV/bqW3uCDI5wHIhjYyAAhQ1YI/xbMPrypZh+eaClGtMx1Rmjs8/fkMWNWcHzgzXcdUWwzooEoGOKliazoq679av3uoK0hjtYlSztlzAEcis8CVOU0Y7chJAKk8B672KRjOMF3u33aJhFAAdDiYdYs528WmWdX6wtnTSRJN0rAVgsWzgFyGVcWUyF/TZlWGB9yOQwns9rEs17GEJRq006qcrFVAROue8npEVq9WMl0Jrg4CWM3EB/jxMvfkae4PkmtCObWiREFVG/UpcM4c4OGpOxNNpVnTy8zyHp5KzhxSHQVW6bA3pEOqAu+Jiajusq7KgzpMXN7k4GugRyCjt2gowDHyFFy1Z/y8hOBFIiuc4M6Q5KN2pZnONvWnyG72USKbKNHGVeeGZikERn8IEVr2w2NJOU6inJCe2UkPYsCnCq+qrazI72SwJXhV4cZMPq3zx5ZEnkeujAkI2jU/ZztgznPfUCYMYRCn+H193DhmCN996Ru1l4o48pdlpMGcj1rA87/EGwMeWnC1WEYsVxQIZi0qL81BN//ebGxoVvXbOtTzlR0fElA8JxZ5XUe6npcd8K0CrtrGwXmJaTWKNrMCgq4/BgWsIiYOqV8p6x4Pj8iXLMyQxjE26pOzGDbUZPICrH52SKXhDgDQwKveC0WkjQsmnkyCYXV2UFA1+mhwUd8d9+uXLExgYhxSPzEr/Wg20bOxK/OJd9WC1i8JfnwNtgX4TAbiEAabRpi0aFhlR14CiIVDahnMGTCejaJpDDIM/SmvM4k2sSLzEMn0OSiYZYCT4bzHuOw4lkCaeEA39zJ2peuWkyglgGYA2ZGTAHyrU6//AJk2ZFpFug+0K9aJWYnIb5tY3uBVLSkczmMka3iejVkUuRW8jQFXddXqqeeBWi2WX99Cpdaw43S5SuRtZZpVlV2vsjuwXim4yn8YUrZGCSUCUh375k9d2xocsIpcA9+Rb0+BjAZUXgmYqsBh2ZWthAL25RLMB0A15LSh3SmLFyoOJmS2kLU6Txuh9XVJqzO3LH1k1T1PTDOrIQwADhZ/a1YFs032Two6l9EFgB+4eodY9l5WPrORyertNQAE+UriyC4+T8RfRl69vQZQFS7nCqAz+kI1wZC7Cp/VhyTR9Qq+Vcfpb+ZqEsPFe1BZ0dsDeT3LZ3+3hqeuUkeqRLl6n8bDycysIl12gQCrkx7zrbLvNbyq5QJdVeTXh2uhR/htHQkZvZVGYoBDk5lpx6kE2AearN5+SidOYvnnn6FyyFcFDvuuLcz4Ep+z/ZxX9Zwc+L3vmio4O04kkPqdqe8ZvtUa5jVIYBXwbDp25WXhi++nWRw1hNcFhWSzyBdGNLiw6E/xlJFtCOhc8qAKMP8yNQBQT9WmlmpnMcVp4MrL1E8DYf2VEKXtZChcysasJcyO/4hZRy6mpLL8xwBwfJ37g8nMLC8ZE1imIch0TEZ4v+1qn9gM8CLdMFzOgGNxJXAdE2STiO6YOHx/9aeKTWXXkmc291wNuvdVMnEUyzYUKbnNqSPGTv4GTkfsgwYgcKTXUQBA+ZlPFVwnRXCzlybzkHVr7jsS9LDbO3pDNt33DTxQffUc9dQDq4IT849vhh6hDpczEqWiwFYIFs+BAVdNdm8tx1Vvam/7q/TA8CvNquC6rnB+uO2LtePuSpEVirxdSTuCzsApSvYqttrnZI06M+dTyZQmslT9/TCB1VRKi6knz30/xCcibKgtr+qZhQkOvx1RH8OZVXZQWvll7otvS1XeRZatfzjsaeDJYtLfbuZ8KxyH/LHr/rHVYEdshgB/qm6KTLMmV17gwa5ikGUNt+PXIR8oAfoaaVa7IrPOGlWhppIBrqVfFY9RnFXQHYDDcUAJmDWuQwEjUfwN4BgVYP06ZCQSx47ysLHPsfjPiWnpQTWRDd111Cyq2wa/WAR0FaYRWscXmQZfH2AVXxUQ1PEcPcT3RTxmDyjy24osZ7tgnaoNa/iv8KpmPT1qTrzJrus/nURds2PdMo1fawq47oNv9jtoIxL59W2vvSv6813NCIw1/Ocy0jXrKq+TVudONCDYF91pRsZ6l0RMJRPgasXbDhpYRZmeZmnTlJ4qFs2qlFf1KgusqFUduVwBoF0kkbYaLL/he+8oPHLly4xGaNb1Hx9SiaK6782sOqIOlV4zA1Xtun8CqqYHqTK8qucErs2sxp48T4fF1VtWAQlczCaUnvarm3nGq8pm2i5XeW1gmdpSXXFFyiFypQkj/FpVN4tl9bPL15H9g9sxnJl9kJDRFzJcKpfidnkiy7473PpRLJsaPHVHj0hMRjjgKlUFOvqgPmXleOm6RLTJF+BqX1iiqMj5volkd6HL/SXR9PHvWaK+b2P5uY4lbsAOFDzsESjf9JxzBv3geW5A4E2/YIX77aJY/vhjp0ELuw88PVmL/HyLNWmlKUyHc8TYt42Di1QUSxp79I2pZlODBlaxWqgAyI7ioNq3ULNpVkXnOOueTo1GQdV9ZDhna4qHQxjRjJd59YhGhXWms5cSRVW+1Yxuo7Nf8vHi2olRGzLZrsrnFiI4Z689xBP0yug2eqA2jX8C3Fo0+uoLvxYuOCJzzIKqhbqCbHaRaElltS3e8e0+goKmAWP5cGLjKtzKGwLpQ70/8VLOzI6nH7JWhVEsNKy6TnNaOV1XvRQFkHEshqdO94DXWJZ5FXSHRmhD4ZivMgHmkOrIrON8q6gK+vK6jWWFU25Ab6rIse3XIh94Vf+imbzNvC26k4GrzdyxX3f54Fttxo89RjqG/un/+7GTDclg1q5OpgEO8Fi5VZsCVTNtIRFq7LmWEqBA8fE988BLs8LLWcawgVWT7asdc78+BQoA9cWWNfuH0i9bU1loCU6cyJ5N0RULPz+la+WXqS/zsSXXKgKvfc9VzszeAEBpsyqbpJBb89V1arMqwLEr7Cq7MxvpX56CSgtauWWvH1dBB0D2YR/KlimltLyqxXqJKW21k7sxqmvgHy0DJ6BMQ5mA7DG7bh1KnX0TAqbZDlTGXeeug1efjDpTqnyN5vTDZ57O9XYHr2q2WDUhn0R1ZwHdhjWtnNIgEuTT5WZWgD80qvq5jRUIakJr+mRd21jkz280q2pgE3ggGORMtrNtwHhGW6D6Iau3o8FA1qjvq1D+ugrTD7SWdTjTlP5/fwsbOVsVaRCZmYZSwo7jfYLhMV6MyieyDB5YzQ4qk7Er356DznNN6MGAsxPZLdSqNLu29cLi4H3a70LN5L0+YycRwMNfnnwlgna4uR0fElC+VdeUdaecLt0Uj5lX+A0BVe0sH88iah9JogBQk/vpke/Il3lgmxecMRpsK+AQ39HNNJaEF+YQRlamHXkJ0KxKuZwbFA+3omRZ+VY7qzu30xbWccAfOr538qBK8zeCx+wDq3bjvp1Y23NnMsD3lFQ2DTgbrt6p72rDJo1j2LPq0byTvwIlALbVtZEFuX5sbTPg07lDzwlS/LaOZaklS83PL3e0fKvnrYalHEoSs2Y1L/9b2Su4xdsukj+/7iW2DvNEzIlEkRhe1RsmyqEyE788eHgrXWjrfQlacN4qs1+2wGo6i5SezsaefHnKupm3dXo/fy8tVY4pc282Xbyb0si/NUtNuAVUbe6LtMQpcOTbYiSe2+Dpt7lXfNidTOmpI08T32TXPexNrnuwdmLUhkyW//FQkhpHcAzQTPnOLdb9+dgTGg128Bx2ndKV+LVmAI2999LTroFAWBPAD6Cq9Zz5CYcagWBFk6Bq9hQ20mQ9E7y4PsBYQlk7dAnaCAAEuGq4/bpRzZQF1jEmyv9tbL1I6UyzKm3mdSOnQ+LPzHdk2qMquCbNF8q6uZ/SbTR54xveC1UhwEWmquVVzQuavd+PTSyAzjcyK30oZwioNrp6lrihiuqtu9fMij1OLP/8cy8EkbsECN96Lrl/HMeyXKfNFW/8QM7qgKtqW9bAjqUNT7jvHjSoPC8gC6ymosOc2UDDtzonu66rSsWGehvd5CB2Y5u+z+3hf9zHjU8vh1QAoC+Wb7VwHh0xlACGb7V7g+yfDdmY3Xv1m74xwCpg3jqMJboRPya29TxNgfkuKs9NZ8CUxk1HKWdmx7IPAVTJVr3lQezG4r/Z7QF9smDFrdQe2yUoaA6qt3rKzUR0sxtnGqlZCp7pSN2FoEWiEWNHM1tMlrOd01MlUXoEgoA3XszJHHuiosD2YMzZqYJjriOLDu0HwXxet5Gs9rZk6XRCWb/fdrFmq94iuH76PCoKRpZr4+z6R0l3mcy6my2gpW/MOhXLr2+RLMEtqF+y9ETv0iOgvt5EsoJXtbRMa16YYtpU3mpzU7t1OBIkQWtSw8ha1QaVnwjIAqsnOohD+sPLSHzf/EUXNtO8p2YqUI4L+HOPla2m7T7yZ8qruoVs/jYDP/TtyVfOXptddyxjDnjY1rc5AFDXyMcSWZPdArOGXWxOJpZSUxrr3BYco6Lgy8xXEMiOvAQAxgBXkVNXBpxaysfblRe+83uu9rH6nFsO5QmnWVPgamBZKUbtjvpI5IGbyMzvBpcx+8A4EvXHt8rGvKU+3vTeKHtiMn9Ys26fPZEoePg149/vjmu+6TRkN+8S36oCh9tYwcNbVA/cReC3eogjCjb/vorNPvBOeu47jqWI+mROTbCUBb295y2SMX5fh/K78qreSXFuZQeN3lcXK9ntRV6XkdkH3ks8ialk6lKlTqOiv3AzL6U3RD7nhgVWCySDUv3hC3yrHTpkKKgaS0g2pj0Y5WbVoZT7Dpm86Mwvi0DGROLv5Qjv6VVqPsuAJ47MAlcWE8DVbgiH96bsS4n473EWqynfR/1MI6rawfP2A7/8NPW0dNmOYwkgkVHgdoYzEwCIZlU2BlisyfRV3JFSdw/DolpHm1mZLAWbuXpiW47I2KXhTna4aaP/MYrCAYwSd2tXJ3alTYYAVRPN5r2PWcG3arhEn0Z2P3jq6Uy1i8hCD/H3ww3q7B0IcgGqhrfLy6jzWo//jcM6JfL7ymTy3gtU1dNEYvpbdOQocfe5Agfwtfi2jeuVSQb7uYnkt1WUBrruLqIWPzBRKp/lOtZ/3vvwqecJz9VzusWT8nsJMnonPoGdYtuywGqBabHYT8eeZh86HfHaZKlaXtViP4nqh7tQM3lvvcgAMU18V74tfD2stnNJe+x6AmUCf7pQqvLOcfhYkbXu6eg1yz2g6j07TsPTC9/qZ9HC1gnrTi/EUkUzIgDWtnqejAOSakrbrKpYMeDFhHNMkxTugwApwPEOrtpV631iMvFT+QVDVEDyTwszgAwFgGmuGMeap2THgQSwo10YyT6Uu2fyojKzkaOcq3bkJUBx4CJoJ9+q5VX9XGNZw39f03jIrFf3HhmlhE1iyUteq1HI6m3lOTTR0v+/riLlkLfjWAJk8gKqbnePsCrzLhoU9AAP25vx/BC90SCtowk+gKtF/PvOv/4f/h1okx0nEkAkLwtf5hNP99FtRe3fKQB0Q20dVE6RE5GYQ+qdW+MCHD4DAFl+raMpMYu94cwcBylJdgu9D++JPZGtapMU8hOEf4Rz1pRU3m9kXMZkPdvNdF7uRFANZ2Y7S5e1VJkmIJYCoNBoyAAnO+oR5abvzayUP6q9mS738zbHT3IlUQAo8zut2hNCq5E1q7qvS37UdJR8ruHvUY703ePoEQh6vYwcpQaw563jqQP0Zp9M5ir7ijYdRwkafwfgsE1Lj/fxTFriyPdNLK/bWBu7PmoouNpK8PBREjl+LntC6H7MeLR1GUXZhbH8ZRnKUoHDR79TO+aJt9BaCvaAm1jWNIF7oF3xPugOXMaArIb/1s7VoSVpMyuM60Qszn/y3/+vyWRqD6mnpoU+sweCb3WsZTztVKgkTiQG/NFGBVbxD+dRs+qiREJqVe4+EnmZBbKY2FKVQ9Fn6wTAz9PE0y57bRxsqNlMU1LpAs630/wfJjoI55HPI/wiiz3A6izjrnuYFNr5YDIPTTOr9ikt9r+N7kMd0c7Z+fyt4HImWPGImcsyXKAE8FpcQviIeTXrVqKZ8jTc0SNqi/aE7P/IVn3wOewRU/PpM03GdyLLDXzFae35g97ScxL5NjaJGnbkJTDxHJm1DCADOFSqI2tYRxOGp1ntRX7fREoF8OhBiobiG49YOB/98SWez7plEg8fLKDErFF/ftvL64ZmVS14pxLyu98liWy2sQKrt26uWPab0B1oAVRzrIEdiQ2pgGFA/Xg4nH/13/1TMpsHMhrZLmBFika677fnQHxtXlBWFe90XdqsCm5VOwokECcS7SB+vj8AxPKBQ3qZ+TIdty8S/2h9YUGFMuFpYigT2jQAVemovGfD2K5Xe7iYOKhS/kW2qmbLP8gpBr6rGeGWbzWvElkGx6RFzazQFWyezBZLAZCfM6SDvyHr8NGDBmhQblBGaMexBAz3mCjfahu6FyexCVJsd/hjksjsnB0dcOBVJaMuuhtd8XmTSaCJcuQpbW56Tz7KLtgxmjv3DSfto7XY0Bwl8rqNWgNwtGkO97HIr8tQ6AX86BWLxAcGwCFr16N1p03zlL0LywKBdhNrf5yE2Af+tgrl5yZrINhGaT3unQyvKpQ1j7aqDxkQQKbSgmQoO/ISwK7oHXO4X3b+5T/8U+J6jizmvoKHD7S5Vs4Z6j0fu0oLAFG2jsf5pXcZ6UE1Mg2rbDS1AFzgAL+PlFf1kQPgB3CV8twWqM0jRZF7NvIgs47sw7bwrWJL9+hy36qJKPkyzBdJP/A/Ptis1JbgEn2ZtTMzs6RIb3YZG2jAZ+yrDUPtigaCdrEqnA5ioxtOqy0ZmvUMoailBCjcXJBZZ8SDgB63ssdxbOhqbEnFyTyZrO/9vn2ZvPPAkamfgRwtMfiWvAYx9jnNrB7ImKABwFi0W7ltVpVXDFapX99iWac84I9Wncz78s8P8PDRb9W+53PG+sjqvfeaZc7h8KpCAbDTA8S936F9c/LxRlA5iryuIl2zHota5OWE7gCs+qa7qR0nEiCJbg61YSobBVa5Jghcmc19JTq240QCKSfk08wTQOiHDzITOKRSotKes9jDxZK9ADNEI69786oWCoCmFwoA+RK0A+NozTzxIjjsDFxtgWUZUDU0PJB2HEsATIwN0b15Vc/NA4sYZRhf5v4jsY3WqklmW0ELmqYAqMKrakfBQTXJmsC1Y89KJh2+GNsiMGhDgqd+MNHMqIUvYnpZPSaTQ4MVIetV/FBwt402TcdwSinfeerasLlIBcWrPI0oIbSWVaQ7ZEcRuHjEspWtUDTVUfDHLllHU4Q4aFalmbwtNHwCymSOtZAFqRXSYqkyjV/v7RBNFeAff+41MeP+z2+F+D95iURel5Gh82mpz8GulBJAY8n31p+2z59opcUsTWR5B1Z57fHEk+nU002jHccSQKleFp7MlI/2sfIBVI0g4rcH1byaOiJJCqq2wUEp4TNdTye+gquO8xj+vDbbs3Jmjj2ZQEdy9wU/k4yJGMIXZbPqCs1KDxom0tyege5QUUCTQTvyEmDd0gaMD9oMZc2qsCm7XBWDqtvIcKS3bfBG8BgHDwIO2yaP0/ehwGvqkSV1b2DV0LBEEdUDbZfSg94vSZSnrq0+B9AQcBUQEd/cPut/0LwBuSQiYzLmvfsDZOgLzZhWO8sDXqQBm1DkT8u9RC3msQC+ADx87Cn9cfZz6clkrZri2/sBrKxXf/y5U3qNtvrkS3K7zd8bz7/eGF7VtsuG88SEToPWuHLqwDpOIysNmGYZq2pmZNfRrdt2XM4JDfVHYM8L35RXPkqxyFIAOGzhQew2jqfiXeFVTSkAHg2Af0B2idJIAB4+TVrI1VtRxLe4nDKDl+nj+Faxb9NVuX1lGLeQd9V7Ihcizm1c+NkkvsyDHIF41W/s4/VZedzsQXQbyldsQdVC1cp8DsGKR20nPtN53o/ABRUXlrsuLylWirHLQcPRzNV7pc1rsCJJZLc31Cx2nEiAxpO7WNerx23UL1mWAQ8XcLPdG5fvgMIgEppZ8edevjHjVf1BUx1rV0daktEj/Okt0sqTtouHwlKTmWnHqQTMntBw0pqai1uPRH5bhvL7OrLr1elSJSZA+vMNLue2W5VZTX2XSqZ76M2t9bL5+yOV+cg7BlZ5DFQAE8BV23E5t7CgVGTVfVn4ouWVD8hcjeHTsryqhRZBpDvcRZK00EHhMgPPka9zXyaBXfCLFns4Ib/M/Ifwre6iWKA4tBvqg5lJe1Ox4AP+tDWWoxtFz5Fvi8AeUs/sFSjr1ozwO65ZSlejf5rfwPThjgA/ZKtqD7gWfxB8q3CEG3L+Nr/pfYWYVaMA/lAGpjzhNxaPcusnos0t8MvthOTvOw/HG/VEZbN95yu+8YRc8am8GVmZs9H9MzOveO27/RRwTMHVOwBkLFH4Y8AfZda421d240Hs/f6yjGTZkcU8Aw9tA8Zi/WKpYl2/ddiC9Yrs7z+9kuXc1kDX42yQAOmP10grlrqyTca2Rp7XuqbTj5vF4yfjc44yVrO/9gNHZmSPwc5vx5EEcEizsSdfnvy7USZo922GAodpN247L7l5CYk0txBUPXxRAI5vT74hEbdz+C4BXXId012Pbu9m3F5CWlKpFACWVzWnjuk+aJtm8rZZXXWx9135urB8q0XzZIKCnuHMvAO4qnaVNqzqyobxnvqNz4FrrOXL1btI0Bv+mCaDt/fL95yLa5/lSCJT31UO9VseVA2omkgYUT1g56Bo3kg62LBHvnZS7/H7JFEuSPY8s0d2a7rHt9Z8BjkI2NatxUNFzo9NLOx17PiQAJbEGvVzm8h3zleG1qSDAAAgAElEQVQd8v0mu84GLc7ps1Im6FHrdmv6PorlP3zfadKKHYcSMH5GeVW7sl4dvL6eJ/zHUYy1XZcKgVVeejRyZU5TkDtEC9supNP3U16/qScvdC+409AN9Ta2GXXn5E2ncg6qcXIX4KDutGvDncCVXwDm696kp79jqeHgDrCqHalvvInTg6o4rehy38YpBSTYhHFrmlWVkdFi4iqf8R2wwzKv06prAFTn49tHmg2vKrQaok3g+N/3AHNbJexPXoYsBROsuLWHa0YiJujFRhrw0HBCduPNm/n+S3dhFYErE36tm1bIKahqKGss/JOfFeixyFSltPLGW4dLKlHy780sakdh35S9t5i6suQ3NX/ZyBGZ+2nTlOZvr8AhvKpvu7gbanMDGZy7JRq62ify64qkFemcfnKKMJmZdhRJAIof39WTV+MCoqLi17ed2lZHHHLjMjhrV4nIZhfJ2yprAdcxDU2gkoAGyeiN3d8fz/RZYJXN82jsyUwb7txN3zrzIJz1l3kg08ntUw/1oKoUAHY7faQgWkPpCB1g99uoOx0AHFHw8IWGO9a2cjYPuAplAryrtxxYkx7EbPPXYzGnbgYuLeXT6pDbYYH/MvM0eGHXrbz1sG5NRxln5m2cD+vVzvKqFrou9TmAqmnp121m4DZek400PPPwhXfpvW8jjY+7Zu5x5FK6bIKDTR40TMWSqazYh6JNFu0EnMxqDKhqeMC7OIgj08zK8kLmZ0+rUVLwuWm/A6i62sfymjYDbvr+XdTF7J11rYoS+esq1n92cgAAOY5WE9hC9OIZ1KzehhPo4jiW7+tI/rqiu6K1qlPJ7/ex/Fx2n3N2pMFke9Y6nd+zwCoXQm48mXjKuWpHXgKUnn57hm/1duCqZtXRqZz0lo6ubbfUHUDVkA6eXampTIXBOvZtAd+qdUqn+oGaY1uGb/VW5ZWJ7ELpBBH/Le2n6N5wFRNH7VKp8uF3sFF8mftaumxH0brlKC2AKetueiSyiyXl02r63t2/H5QjgD9dClYcHrSp1mHNMlQ2t9Cf7s6x4R4zvJBNAqukirG9Yb0CXLXjRALIZm+aVXXRrvgaozuOPI+yjHA7y4cSoGKZZl/YViavayXEPnMTJvK6jTQT3I5jCRBU/20dy3Lf/YMnW0HWLjvyElDKhAYrUcAs3naR/OUt1KocOw4lYJpVva4i5QLv+jDrlqvBdjs+JPApsAqS53muzMgeuyF42NkJoazbd+UPXwCAbgOuAhjuOal23wYbn2aMOtyFCjx3ceCL/vZ5lPLcdPELbvPOmpCTGC7jpxt0M8eUoIwgc0zxeLvfOppIxEEWR8diFUffgF9+nt2+7P02FnDbuzK/45Gna1ej2CqVAym3ql2u8nOIPUGtoRmHHRzvmZnazCorzbXOM5tKCvQ5u489V7Ler00ArJoBvjcZq9auDgwnbfq2D2OlR+jyesVXqe64Bly1lADHDpL9IPKBMgHajSYGQPzPbZqNaQ3rSKQkqH7fxvK6MfRzXddHy7f6ucUgH23I3cBhaLOP5c9ve03MaOJ+Tdh6W+7BuXO5hgdcSbJ6IR/lWw08w9Tb6IGiLbNW/T0uAKvmhp7vyPPTSMAO7TiWAFk/8wnNrCjrbmbBf9+ox4mE+6Rz2Zh305EwVtC5YbHf7fU5MJE59m3ui2dZAXJyZ9l5nvra3KFJh60AB8Dh3Wa6Iw/i8CIi6wj+x+6fNOATXQDM23Urp4CcTdkMmc309Rsiw6sqsuuB3tzKWumO2wfxsN7CtargagMHsVvJ+1H31W7mUCZQbXHF5iSB1JBu5WSqanPFZveXj5JPc89NxPCqGtC5D4PMzPmIrOd00bJTfjSt2Naz7yrIes2A5xpQFf5QG604liQBoldtVhVLD5Lq3j8OKlE/2+9cozw9/C27fSq9jNupa1yJNgH+6zKUN+VVteNQAgQoDK9q/2TjOY5mrjZNKdFVDSoFrOpGOnBlvgg6C2LdcoKQz7cnw7d6zUb61AgNr2r/jLCJuXAoqdzTIiXR7MYuDsOd5mhmHZmZNpv+ZIOXOAo4v0x9LZNrwray8i+I1e04lgB2FCaJlsf1YXD4Algl8/kKfKMPoij8Bkrj4Fu9tozHNIEzoGo/NKf5KV/vE82S74t88MXwrULZYkdeAp6TaHadS1Qn5YKvKicNVsSGssYuVydrFf8zSWS9pbliVcm2+3r2gS/45WYSyNr9sRXfTjPrXEcWfv2QDj6YhjpU5bAPrH+nii/fkctXYSK/r00WeNczVTORs7flWwDm2ffUhQ47MoWVXzPLnUQ2njazqup8zFr12zqU72vbZPt0ArKqk+U66k0Q8PQbAeZHnj1rIZdSwKpeSBR+6stkalJ+7TiWAA7pl5dARkEDABAch1Ei0b5nO8aGlMal5HRnulT2YWBbcELOaSpjjSs3pRzenyY0s7pOOCxulH9pFYYdOQmQxbEhQ75HsoE7CnAVANGOvATIWJ0GZPXWty30ZR+bJnB25CWwo5N7j+q4dZr1kArfatZwp77+9FNnEqEh0dxzJXEScWqUeymoSjamtatjFUkpAMj+MU3g+qV7pmxZ5At8q1f45X7alfmqKU0Ya3Z7J8j1qrrTZwlV/zYsiSPn76tYAFfTvI/qN2r5Lyy4+skEOSZztRr/PrqSyI8NDatC2Vu7OhFwonyqUAD0gVf1nPaYoJf70XS6X8tyJa9WGljVvTQZQItAAntILRTyKHDlDy+BeFcCQJQ3Aap2lYi/kgZWvJjIY7yPJYz6UxjHouTTCG3uyzhIS3MryqXvl1O2vJjQgbBqJPVDMhzC6G5qz6nH2qLRfHFkHXa/S2WRHdDECkqJrOy977ZS5fsMt5Yr05Gxq0pZ4WkmHk0uyHS2Iy8B8FR4VfsqHrLrCFoox7wdRxJQLmPP/KkErCZU4ojsdgZU7RtweK2aOABAe8OR3le7Ut46X+QJdF4PX9dKrV+/RxwL39XgRVnRYFP4Y7qVU7Jsx7EEyDf4yypSeoS+Z8gb8LC87gxFV7AK5IJ8TJVXGeuiWVUsvy1D9cl2fEhAq7kSkbd1JNtd/2VjdAe/XMEx91BhKgGrusVzXXl+vh487KEslatnMfPkWTkzyzikvBRoVmV5VYu1A4kmyqtqQmKVQIAWK5xCfYko3+qXmeE9rKc9Lf7IK14tSVjkE1HOzPey7moSouRrqyWVabrLFe/Tu5/SVZkmeT0+bNDJ/GXuVYzE926mCz+IzRBZ4aYhUXm7wm/FiSO7rnZjuvH04mooN+0r+JMBPpTmTkewQ9qRk4BSAnDQqGBXCYFjuFX7l43ZhIawR15ves6RrmfwRJ7HXgrMNyG5Ht0jMSXdT76j5d1lBn74txRU7bVPLiOMgmt+38TyuusftUaRONjmKLhaU1Z9/VkG/WlW73tG+OcGFsax/Ol1L6sBAIdV5h1QlZM85f/rXc/3gQeCoZIp8Fz1z0MdFYFVIyb4VmdXgId9FTaLNboEsArAWqm8Mo1sRHQ37THAUXfuFVSNYgmpVelr4IeupyNPXmaWb7VIT3DUgKtkSFWBngFVNavOUgAUmp/SI/Tc52izppEnz1DZDHe9P+t+WauwKzZEZQfrHaCqNau8xIDENqFoqXLf1Q17ApgPfJrfldefsnrW5evQAw4acEKqZEocNqCB2ip/fN81p+LMclAlWLEz3JjlsqkqPqNll6MuLyMOqlYXiqaGQouZ734KrmbHBXhVl9iVXbCORemIQI9Atupg2OfSszpUUdayip0eW0EDjp2TEIH1RH59o1lVVu1mpXkozfU20iBgX5orll0e2fOM/ZQ2dIAqUQtYRbiTiad8q5XAw7Kz0vHrcNYvi0CmYzKASn5MQqMqA6raaGqBzJQeAefdb7J5uG0oeX/CtsrqTkkV6/plbJABfmj0NS7ZNAVbAjgEWO0rHl93Xk2zKsP/2PfSL2TEJhHbopmVHXkJkMGRNfq6lLlqeFUpVbZWdSpJlQ28qgOK5LDPAZhnQ12+hLD/VmhyTuGhFZl5NLP6ZFFPg+vwXA/BH1edfdYreFUHxeGXsOcReU6bWfWlmVDVuT93vaHb+OBbPWdd6zCWnwMEOMrIGTD1z0tDjzC01dzyrZ7XEGyJPTNV3WacWlciv69oVhVJOJBAVxl7MtckEoYir8hmgPQIme6MvGpVcOXl2+4rawKrkPE7Mpv5MrIdlwtnGL7VLwtfxiX5aC2v6ucOPtxFEqcNQC4d+tttcpffDmAe8HBeBZi/fNvOX5Ft+gBVX6a+4Ui6ELnIsjH7SsRfd1JZ+AhSwInU82TVIxFhW19mgWbX2XEsAd0MeSYr/DO7wg7ZSFte1WINAk+FV3VIp1TlZqNZU4Du1GvW1Gd7BLKYeI5M9KBR/KVU5MByNCA8vtKUU620ofNk6WyFSrdv6cVm1wN4uAgor2zpaz7otQDbMaep76iMikwLe/rrKhxc1ljZKfnTMtKM1SEm8uqeh7J3m8VSqC4ZZQJrOvUoh2O9C+XPb5avOC84kxz34y3qdbOqS/4F24JvlWompUUY0LpdE1g1IuUQBrhqm1kVqxjZPy8LXzjMn8umR+E4gFle1WIZYosRoOqAoj4cwgAPv859ofGOHScAkJYZAK6eB4BMowJT4m6zfz7klx1E2ETTyGtPE7ghLXgs9p4j354Cs0205nVkXKgCtmWa6BU3s8pA1aFlt5Txw/iaDcGKeJiF3L7nyiSg4t0iQIf6AmwB7EPZMqalLjf1u+97QChZ2OcMyB+XsSmaVWFPlFQanzNEpw1XryMz5cEuI7VhXUOcdOq7cprHgj/+vo6FjFUrtmOdwJpetyK/baJBV0myUhGwoFpwGAQj1XwD/kY5wt8dD6XtjvyHHzutyhnmTuczGcbyukzpfAa+SeZsOYZvFd0ZkAO+ClhFUNpReOaLbwGgnKXhi+ZTmlkFB+n0J5cBqu5iiS36U+ipaFYVpV2VB2SX6oRouPONhjt0aKy2Fvb6atO50pHZyNPM3tPB3yv/Y2iz6k5lo3p00KxqiOs+MpiMXHmZ+faQWuApkM9s4qWdYY89D6X/ZKra5SovOGRCIIcs+aH6a/wJ69aI7DGLAL0rSVZkywFj5pkMqUw+AKvwqu5C1i0LrObW8zjRTNWh8Kqe27yRnzELyHrO6DZ6vc2r9nFQJkBl4zuSHUXxx8t9Ij8huzZhwmr37PHV+Ol1CD9mLNGQSiuK9jupy4UKyS5ZxUrPectPj1osUTSrWoJb2FLAnMA2cDmvM87ZHjuRkp9G4GKilUzD8b/XAatp0H00cmVKaa4lWM+pGlm98GUuOMSfBts5pFKCMaRa3JLGqKICdN6GCjoPySgzEZmGOyZz1VaqfChOlrVClPl54ptu5gd6xd8TSR1YNW4py0JOGefskMEx1viniS8zS7dRqDdspOcTmuh9WBb6EibxoKgjShmViVVoIAfbGvLQjJ80KAivKOu2BTQO1i4n0YzVadY1F1CVyooQapYha07xt2uAdBfLnsV8QAezc5qATS0CR0aaQWb15SByoeIgoAOXMf8OcPhj4NmYRRpCkAde1V+XsVJBWT0yUgIAss2sin0K9gTVD27nxyaWvyzDQWc5F9pVIhJFsfxcRpZ25FBAiQkkUwmnnvmTdeuqlg00pGPPeeEZZ1fN9/1X9YVVg+N0RUzvcTWwqgAY5YMTT2ZT3zrpglmjnJtmVoBkh0pFeXuWjWm3SMcSYJHbb8PBd/DEISnf6tSUVtoCy2M9QT5f54Fm12VjG8USRoOiOLzoPpQiCXqEFHQeOP6jsmDd+roIlG6j+lJ6UeSdv4BDBlnhGZ6xZ+N41c6n8yLJfUBWOphxOQOOWV1ig+vIJKBpk12xirR+5IlosQXNFfcpr+oAFccU3+ZH9l/3+0R2++E11fnMU44BV0eOKa/UhawBv3pQA53tFcre9ZqGWjzrmt+fviPeBtCZ4MXvm0jCoo0OcmvATycqKO51TUSEyWsqS73ce0SRyO/rRF5BV+04kgD6A41NFiA8/Evllo8ILJeT8yXRAsZoa8OG7uc0Qr9jPPLpK5kvTpQz9LdleDEIGCex7FG0ms5JKzdq/taw7NQIPBlWRvP/avhUfqaYjj1cFS7oTuRIfNHl1BT+wRNrTN0lU73495l9ZBc2AqxyMzIzJ1Nfxqz6duQkQFbdH16Cj6zeWGS/Gza3zTk1UV7VjclUreXheqR/SADw8G+eDN2Gta7TyXUUGPs6CxQAIvuHKPxF/90jHSn1Kbp3d2Qd2mjqobwAD7/Cg21TwgvVaBx4MvYdLRdkv9jMkaKUxnbmIvU5EZmH5pUfsbFrm7DQk8AzWQqArGfH1QrVzB7h+teoDv6xVXbJAlc+3jzEWPed6oaJqn9Bpu2mWUedcZYCC5WJyQCytCP5HY+hGkF3iuas7i6R7XadeaQcOLx8Yi5QD6M3dVSHbzwHyZM4tA8JIhu7OvXIyMyAWtcN3l27oV/l8FMZXPsyWV1AmazuJFHffN17Xye7Vv46TuR1l8hfVoY64uajmaXr4zWL0OCKH8EqdE4VCR6/LkNVm6bA5Yqv1+7Lk0Q8Fw71qxxCu7+x7tvhj+9kVnVfscnfNQas8lIAP/N5IJ7lW83NkZbHjVz59hwoP+R+F0tia7/yusxuhY7TRFOv3mw0aSqPuxdu2vdd+cOT4T3sw3if2rob60wMieFFopP5bOQqwKF73U/2u4p/XLmpMQeCeptzffU0U6Nqdsjh3Ff6BHxODDhW/xDcB70r+gY4IacHmZlVvlOj1HFdTTBPyg6X11h27fKXVBfPLUXauADeOmpQz4zs66/jCc/08hopXFEGlH6bARYqWZa4XpohUUVxen5tlvVimgd+spBnf1V7rT/M9qqpOzXXoMMTLd9Y6RM0UzXWvWCQpwlXMMhk7VQdmQyqyuI056L8c82WrflQJmXdzyP2PDacfDgb0CIst5GQzWvHsQTY37xtoI5IZDrOqi2q2kLfpZroOYJmX7raWfHokr/ex/LbKlKaBDsyCZh1jQDX2zqSXRjpmnV1onaPBezDR1u3HL2PconI5K0XtOuqOBoFVrE3DmDzhf95lsKJtOptIM1NOFBi6HXWhmzzXwfByw7UVbBR9ocLyrrHroShiZpeM67lL/s4RNZ5C0cPTAZUqDvyIA+babduGLvua3Tkd0SZ87hqpvt1LMA0yzDzV/33yitSxQAO5HysM1U16ONdPyw/kfHIldEBAFT0RYdPqvrUQzVRub2DMPUU6Mqfm1lLO5leegP0Bq7nzwCyS/fo69+TdaJVSxVHBkVc48Y/cKVrtLHe+nesz8Ufb7KRElmkXMZmv3hsWZkHuXY9+3iD6r7o47fXyLEqpGqeGgSOzMa+Vu1c8+YV1a/VlzMLq11sugZfNyWt/s66L7fdxbLZmUPqbAx4WPdO/f2dUox5roKrepgf/GC/LbLcRLLdW7s6VQfWn+UukdXWyMbzRKlsMvczxD4N50zG2JajDb8GD6ymTScBVddhbDnBT5QmimNZbSPZbLM2Z47Q3+IDPxm8Yz4SACsVWat2zTJVJ/F+WKCqnsv/5T/8U+PbXs1gqRD1yTbedV7ESXluzLar2ubrOkgwTWzRrLVyz+UqKjDIXAXgMM8v99tDyz38RfVfmzupU0z/7bj1TzknmWXs1Xn/00NwBuypfFyRX558XfDt+JAAAMdme6YsLjWcqmePOvZ2OCdtOjDD58P7wJkJwGFHXgIc4F/mvhL022EkQGBgQwPBNilzSyaHg+pmTzdu0ZLup5knowAEyOpPNkXISA+pI09mE5MhZaUjCvyQAVQz7tYSC7jNa8D7uNpE2pAJXYEmikZxVm/y8uZwOsH30KCy6gbnNtP3wLsmCqqu6cZNL68HvknrHu2IymW5Mfz6ehp0EqWJmoz8K5I/Wveljb2QVlH6gGTD1iQCx9/XkbwByKfJWo0JueM3Yn+z3kWygprv4MCIxriua/fNRfObFtGM3DrISscV5gQgiPdOJSywL1/fOLBKBiNlGMN21cfqYSI7prN9EsXi0JBIO71bKZ0aEmAzANDXmffR4a0v1lbjO7LMSLoGY1d25CUQRtF7N24ADjIzh75ZPKcnzzPkU62ioK86p5vGff2s677KJfsuwDFtAqenDfwy4KqvPFJ2HEsAkRAwnYzTzqcDFRDrdxyJvO0A5O16ldvfUKpMuelBgwsDcLhqX3bkJaANPEeeTN4DggPcNyciZDmTOaa8nnakEjBQGPb0cxNro7OjxBNH1K48MjbsyEkATHVGp6+BnkXZ2/zYRNrp3sbWP9QjSzrb7WNZrvE5+Uw58AwwDJuUUOxYaC4ILcAAVysVSBKabNUhCqBRYJUsVbrmXc3n3bMF8L3cM854VR0JRo7MJhZcLQJWcUQvM18WE3fw4DOLFmXK213GZDhUN13sFAjk7CI2RR+HDYD5+dSWDxZJjEMqWavIaKB7abPoiwibRjgg7chLgKw6U2764W8AD8nKXKht8Rvriw4lx9kd+Zis3mEO9n7wP6I/1rLyOkCmKn7nFBtTgGPkyRiQw46cBOBZ/fJOmTA8GWFPr+tQKcTsOJSAqeL6uY618qTI6Thuohz8ZNjZcQCepck+VAeS2Tuk/SAehCPD286AquwDhwuB5a2C1Rufs9yEul6dG0rDaMHVs/IZLLg6QF7VQyVoDFhVvkUaFVSgABjSIqdcpEe76UQmE18mNZum9F127IG+zGhINFwAiC00NgWoapMUChb/JFEOv9OIKV2oKa2cavaYBYCOJZdI4LsauKC5wxAHdsWmkTJ3O/ISYK3aUG6qHdaOD6PQSMynZNfhl4cHcJzXFwN4aAPPyTD5VtkDrghWKK+q1Y1TXSHjcL2Nzq7lJGQupr7lWy0wMrQp8Ay4OqxKL3OmAlTdAapaXPVIOwCAXgFVP9kjcw39CVizkgFnkH221xl5xr4Gs6STAR4m8ts6lE3IPhBY1a5ZmY5QbQKout0birXPhm1mdV46aBSN4gZF9AOvKs2qBny8agRYzQAgQCDrmg4igtm/0uSpIDOKRWw69WUUWKd+6prMZsiVb3NPu1KbRl3DGLqOaWMwuOoMD6QdJ/AgTXWi+GxZHAAQh1QaWtnDSF57KFsmc/Ww2dcQdAzwB3OyvKrFs80mGlAVXtVzI/BFdQeAnmEB1mNJIZ/FbFjVKFkGOMDqpYPYEPzM6TeyN35dHfPU5eWQiE+zppSrd4hy+uyb2f9NA0+eRkMKmNKNO5bt7jwgP0Q94XzgOq6sdpG8bSKJosung1EAn7ENCBbpi3I9+674A4m1Ezz+yzJSKih7ujrELIw0KP+nuWLZMn8yMz/6tgzRI30CrtLU3RkIuGpBVXMmuqZ5VdZ6iU0jf0wbp8sL3FDMLgPIyFQ9d9igc+V0GmhE1Y5DB2/+fTZy5XnmmmjqgATEgrbbW17Vc1MOqLr/BP3B9mgKQtkyumPHsQQI6pDB8QWu5wE1LzCgquV/LLIH1iga6mhm1GfeNm0K8u0pSHVnSJ75kif5aGZF1vxQBsG/n+uwdCPPociF78SuAFXJkr88Epn4NEIb1n7nslw+riBrdazZdf33O4Abb+vLWWNV5NeHa0mIx56+Lw3tSLnKpESrmExAsP+6U3We2QaOB9LM6q/LSJbvwQqrC5muJBLLdm+aK3LGKju0aSf/zybVF4oM2wo0OazHusbcw6uaNg8sqzt9vO4qYBWBEPlRULXMnrGPEvzkmzSCc8Creu5SMjKnEy/tZt5jw6s5/3CtPg+oIZEBOChzt3ZVpDIc4veRyeA4Zy0KDdEUhAwXGqFZTsicKD3Kusee0NBqCIdU7GobAsjbxepUGZQeIYy1PM6kcHy+DmFPk5EjL4tgELpTdenC98DzDN9qn1d0VAU/TFMda1d5LdEGeVtKlcsfUrkLfhm+1T7rTlWbyq6HJ/zLqO8BU8Nx+IMsZ12vrCYc6gs+5/sqlD0lpyWX88SJhcy66Qi+VVMFZ8exBMCc4VvtLd1Gkshyl8jv6/PVbkPWCcBUgoCfJa2ck49WlYKtlrTHocm513yrWrZuQFU7/9dmrFKOa8GfnH/ItkF5XtViV4IzGmlH4aHxR112rWRBs5GmPG5OFkfPKQGUNDyksY7lVS3SDjJ5WfzL0iOwQaRTN7QAdhudlyiUCc8zXzlp+zzwyQA/hv+xz19a79uwJ5pVxXF5K4EHm6CF6WZuD6qnknfdRJ5mvq5ffT3EA3CsdwDy1YDDelrapV+ZoCjrONk/VV0OgYvFxFN+Nov/5Od9BGXCyMinj4N9zk8ADhoy2fEuAVO47cjrJtKARTUuZ/Nbyt3pbTGkSp0qKkT15Mjrl99xkkTIct6FIr++7WVfYZ9TRXZdvVbrjdPKCrNHrud3LLh6XgNYqTiPkrnauzHwZlWn81kzY9UsUJQNZs2qeqgqtXXfZKriqMrnxWt23cSTMc2aaj+5fz807t2Qz5O1CjVAXw+p2gAuNocxAxxaTTjUaORDJLUsqJr9FmCDhjKUgdlRcEj1Hfn6FPSabxXcR4HDmhvGPuuNcjmHsVaeVPM5iR5OoQQILE94gYrE4gEAwbfaQwAIbUFvFODos4HU/DYCgG+r+tyYMNg80QjNLluFMzD1XVkErng96/bOEkXjGAIW1rCOp159zj6RH+tQz571croTCQJXJlQT9BHkqOmvsp9x6qCKEnC1N8Pw8skfX0NTlWPPVkdTmySxrDaxrCvwqp7TDd3qwLlqNwU5ESEa5Vvtkd9xEkciuIptbP19vmsBq5r1GxU3ZOqNI67xIZleaXTsE17Vc7emNHc8pnww2y70aGGrIc/TLRWlcXBCBj3NANJS5R3goV2RitRFQdWo3iGezMyXeSD8045jCThwZgae/OFpJD07o+qHAsRDqxHaJnA51cfT7PaxllTWHb4v8odn+FYtAmgE0qQAACAASURBVFQkQygToPrpU3lllgG+2tpgRdGc43PIVIXS55pBQxmCyda08lJkJV+MPJn5UNlcI+X2/JbgMQHA15XJcu7JZzUmYPbGvy1DSa7JOHSMTdLICh5+O/ISABwbeaL7ZcSVdNzAOFv9vo7kVbOc7YxnEiDRgODCfh/Jz2Uo9U5Xp+cJk5lpt9vFeoZPH7k9oYjCN+yhBLU2dSiBWsAqJe5KbExuvR3vEsj8dZyRPtdw4H7Kt0p3WDvyDpso89e54czsU7RZQdW94dWyC//xvGNGcWyaVX3Gq/qZvbAvJOsZTsg+ARzN+Ag67Doym9DMCs7MZu7ahrtYXtXPZwHAGfDnOp9DUxBPXgbWCK28fidKtaHVKD2xLdapNYC8DQLm1IDDKlm824q8qkX6hLpMoYnS7LryGjeUK8n8AVyd+P04qFIF+LoOxTBrJEI2kB1IItHD+0+6le+baJJMtYUoB/bINrMqVDGOoGPPZNd1WQ3Z26z2sfy6hADSWtOhBJR6Lkrk53JfuRLw0/OWOFppYbcHxVIyzax6sGaFjql0s3Z1NNEVgVUOYCkFQNo4xi77x4YDAHRNSrQCQL4r02m/MlyaWs7YDJHB8QK42pN4vuVV/Vw7OKgq7ch16I8eTMlSoDSXLE2bD3Isd2wLYBWAtQ9+XbMx02ZVV6pOU+6rVfdhQw2wSqD0Olswm4HnqS+zqSuuY4OCR4eXBEoAR+ZTX9f2rtuW4VWN0pLKVqn0w1/GVJ2YksqmfA6HsBnNrPyua85tpocKJsBVQKDr/Nht3q/sXTmgvm1CrSDo8neU/d4q10VJImTHL7eAY83MM/tuMjJpcIp/tuNYAkgEcIygRWcXLfxxlMivy70GAR2xe5PDWQav+LnOfE6zFsB5y2aunpcpXS2CLpeiRI7EVydlNKtzbblbNWDVSWS/q0oY3pZPvd17ZDygoPYmW/W6RVrB1cCV2dTTzbnNsDueOxZ7bbgzIm21Ls/S7fSh6p3ZUBOFt+n0eclRGgc4di2omt2ZQyoAB3yr9fi5qs5ud67Xg4bryh9e+sG3appV0QTOhlNPtRBwjJLTKGpOPx03UaoWGoP0qZqgKQnRNAXf02U6Eixps4/1jzWrvGYAipGtWpUH/JKOoTMElKm6sCMvAcCfJwCyTnIZm+AWwCG6Y8exBNgDkh3/ur62sqJYsmpbY+/aY1svp005IRVcJWu1e76Hs9VfVpGsbRO4I/00zaqgq4llRbDiRimHqAznLLsDP+N7XEe62FaZvKRoJ3YPWDSt5Jn8y3/4p9I6r924I7v+nMrS5PskEr13xr1+AaLZxXjsyphmTVcCtX1b8TMA6G+eOKR2nxKADXWTAEef5nsfRo1zY2KdNGsie8yOAwk4LJSJlp1+exp1FgDiG8hNAPxpGuDog75oA5BdLGGDoCpyQeoj33AZU2JpR36nwHrOIb6Lzay0y31IEDAWMsiMlV2/1+mLnnCIh1eVQGCTgQX8GfejZBlw1bJE5TWGAzzNrJ4I6uiGvDt6yfxudiYb85pqt77Y0el30CDv55r16jb+BlUBXIXOxo78mqW+x0uz67pjVrr3+7GJ5ccmsuvUybTGSaxr+esKvuK0/PhGyk+wq0If7xu9RXtvC99qp3bLllf1U2VywUjLAqtEVDMi/g751rtYk/L/3IBngg30bAZ42Cmzu4vMDWWCI78ArnZoE30oHM3G3GNXt4oX3mUqbvaQKOVVbTozinMXugMAxKJv/Vl+M72Y+PI8pyN196RDhqrJAMcz2/EuAaYScCzlxoTW5xZjMnLlae6l2XW3ecYt3vv29wRwcwX5TABXOyYamr+tFJC3VnWsK6bahMwf1vMMCG1an1AXmu0ArnZ0y9O0SI7uRzLvNPBkDt1GZwRkmlUtNwTXrV2d2tU+EnnbxNp/4JYDaihsiyaeduQloFzPQXea6OGD37axNqyiiLQ7/uD22ods6Ffxto5Mr5wbD3SHQLJtZlUgaK1INkGLTrDTAapGIvEVzW5vrG4Pvb2DOUVxOWAVYAOOQ3tKPV32zf9OruRVPacJ7A0BNuZwQirNTcdOYrdWcSeR+diTL7Nu8dGysDHIGNvuLPhTpCbaHTek3PR2G2oFgGa+pdoomAB8zwt0GxO/cx2p0RtoAG6oOrf2bDe7v/KqAjqrcG6znnBIhad3Mc1Kc2/znJsJ6WY3NjKHVgsqEm1mdbNnNXtjDkVk1GlzxWZv3fm7IZGNgj+mueItB4cwKgqmpJDZmciJ2ncdzVo1fKuMNltYImGYyFKznG+sOLdUyobvTbxPS00TZANf8T3WctPAE7/set3nwW54SrTml7Movoc0nxvFZBt7bQKAgKoA83ZkEjBrt3I5w6v6XmF7ewmBXRhw1fq5ImnTII4EsTavVvreCqqSgWzn8XQeFRhnHafC6FLGKvIjqkH2Twem/fYeIn2CqlWa3w4BtFrEDVabrJkVmautN7q7Sd88SEsRHUeB1cW4Wx2X40g0+8f6p2Kl2e6jmy/C2BOch5TmdibB5Y42RkOHr++cmXd88BWPAlA1gPwVN+npTwF9NrtI4vjWK4npuAywOqcRmhrXrZ/ZpUkzTVOmEy/tSN3ud2edXW0T2UXWropmapc2q7pD8o8+HsxwNvZl5Ldbbx71djSz+jJuf1CHw+nrOlJA3mLkx9rC8k3GITRZgDHODc5WRfrpuoksJvCL2SrBIvlgW2P8Tos3zAQpAFXh5bX7jo9Z1Mpa+Io3kayhHbmzgwZYZRd46+DjnT+rscdhW60OtccpqGonMD/nsGkQxCHJsgywSnTDlqgU2w4CVFD15ot+IrOpr2UqLV7PGnMwVW+ETH558mTid0M+Wqq8w66qfmm/r9comONoIIdSlVtDMYaKzZHnmZdmAPVbvnW+jvK4l7mvZXJtH2S4mOyWe28Z2y4Zc27faFMdDhv3mUvoNgBXyQy3pXh5HUE+86nhW721r6uroVo5QHPF3e2zMeu+4yN/R4D0db03e+Q7bs7IHnueUm1hfd3p/DMN8NYBrrbW72g2ZqR8xbZp6Qmo6hAANPQITfOAX/YViVLYEPQyo62e+fKX3OqKse9oYLCNkuFs9dsqkleawCk39X32OreSdZP31SZwu0h5wB+VOZpxy9sten5mlevZaSm4SiJmSHP2JjWyP/dSUFWpfIxX/DRjlSxVSlXsKJZAfLcMDpOZCSWAD3+UnZAjCRCJA/j5Njcdl9ssHxa0jFfVTuPJhjpJlHAeUPV2hcoFAIfnymLWjeyxR+gMGb2Aq+3tZg6Y6miGgm1WVawh+Jz7l5sm2sQK3QFEtIfU47mBMkEbEilA9gjLvvxMeFXftmQ5X752aFdwOISnztBk3RdY1Uom19HsujviuZ2ZYuxpDt9qGzkzCVakvKrYV0tN/2FzvY8T+bnCru7/CqYKztBtmAaMdnYOZwFwDsqEie8Y/v0WiYd3+74xoKo22baOMZ06QwHAHnC1CfV89ahhKAHei30f9Rqtfa6u644jrUJ5UlCVxooWEC8AxJVX9ZiZ6SywqqBqROr4vfJbWqvruRfTfrg0RrmzfwLYgBKgiw1lbjm7GQg3G7vyPM2aptzyifXubUjDzQJnHVRehvgcU256/2AOwPxi2mbwsJ7ONfErPaROPHmGj7aFCFDWrRzdsSMvAdbxLbQjDzgFAR6SsUojNA5k9rBzdExVeSAfOGnbNtAYGseQjXl/j9w2aRy/j2b/bA2v6gOWK30ZBYAA5sc2K6tIW/A3LxnfaotAFipyoADQJnDWsN6njsI/zlU/VoZz9lbNFUt5FnjCR54mstiRlwB0JGO/Xc2soI74ocChekc7bQewKr5muQ61AfmjV/OsmVXKpGjn6UQC2JbvtAhaTZtVPWqf02YFMc2q8nT3hcAqm0Y20zZLoXhKaVb1GNkkEoxcmY4tuFo4M44osPo0aWfHZQNwmGCFHccSIJOXSCrg6iOGdj0dm4Y7DuDhY17jEZ9+8ZlsxHyyehVcBQBqz6ZV+cItr+rZOWSdovzrkYdUMhQAD8lctcBqwSHVFQVWg6Adm+nM9aE3dOO2rjA/Z7t9nJZUXnSfN70AT4xfHmlGuB2nEqApyNeJLzS1evhQQ4rl+5KmOvegEHv4F1d6ATwNgZz19vF75MSJxXVcbY7L+tWmPU8lod7wYhJ9xp7pav6IoG32aQ5VgLHIX5aRbG2FbW7G4yTWygoTBGzHak7Qi2NES17nhlZS79asW2SuPnwAqkYEvB7+Jq17AWVhIjiqsjmeq0JgNQwzgKMFE9sScb67ozjrqEy0+d7yodxMtJvwmAW/C13k7jh/zBHZvDSzmrcsi4N9NFljgEAWXDhWCm2QFxte1UduYdlAU/Y+n9iuIEVmOwrgow1kOmpPFge8qhu63D8IkL+je6v8KEQCMEaGFJmjkjxu3jxX5GnmyczaVuE8qnzm7QiYso5S3k4GkB15CZB08HMVtuZQyPnrZYru2NnKSSBxZMy6NfKEw+pjB8BhpFzX+OZHv81jZZF/+iaM5efqUUkrJ3tSPTUnEriuBgVdg67akUpAG7TAZew5MsLxPFCZeZc/v4Wy2dt8iCIFXW5CDa63bY9sKphsM6uiOcOcWK/gXH3YADPEpuw2MDcFOivvvKqfAqumoFqbVbHqtyOw8TCdOn2wiiNJKQAeLBvW+PHEk3FHmjXdexLJ3iBzdRI8vvTU0EaI7EIOqw9WnHtPRInnAarSUAfwpw3SIQpP2Tub6YfuFkvI7t6X6Ebad+Tr00gbPDx6kOVMhoKWVNpxJAFDjxCnPufxc8WGwvcd+bKAJxwOKXtQ/Ziw9BDvw/VssnofNWNZBvgSXlVrVjmb4hBP84/78xV/7uDwx2SutiExs42ueB64yreqmVIPGmSMvbYIkH+QGHKPTRzTyPX3ZZQ2Sn7cHOVlYnjCoYqyCRF56WBOY88VZUy487SRqcoS9duaICDr1Z1foC0GdOY9kA6VFW/rsJW9B9jlZO7YbjUKbEtEKy28exuWYl1psypAVTs5eWAVUPUT2RxkrJrSf+XTsoJ8F+ShKKAAaAd6n4innSttU5Bza9tk5GgWR5AmHz7qqIr+mGZV1q6K5uq9WVWLnE7gu1ryTvm7HccS0LLuwJWvT8FDD6nvwKHlf8wfVAmmhgZ0NqVfLTlwKDAv8vWJ7Lr2cYo+1tYppnRkPHaUkuQRABCaQlbLakf1gN0EnuoDprTeRtqxvG0DO6eSYDqy4GrR3GBPi5EnU5qbqju8p080wb+fAIc2WpGbHkTyfRXKbt82qzIIA4AqwKrSbTwQmG+jdHgnYuzIhgw7xHO3lSMRWe4j+W1F09K2Sudx70Wyys/VvtUc6dgWvpn1625687gpqfxkAqXwrd79JGp5Vc/OlRb/acNSDQ0UXvcOrGo5bvg4Iv7KGnenH2TGrs2qWsO2bN4KAGgyAQBicu+5UbyT8Gs+BungkDhoQAugzSsftCECUCW75TGcvDUFeKefZbyq2WGjLRrMe5hu5oHdR5/oAtsf6DYWE1/B50fYFW6YzsFkZLYIj7+T1Vx+DJ2myVSI47ZY1Mc7Q0kwHWNbI2tbBVPpOLHMp4H6n3vPHlgqoOGWTaMdRxJQnxPGstzAV9w+4WSlufOxr6Xv99ad9kkk/0a+6yolwEhjOveTEMEKMlXbluXchjnDlqAcwa7uOSdVv90ElJ20mdX9dKfqez7merMnJHNVM+bvJB7ow/74k2zMOz3wMcKt/dQfb/uHNQOu8tKsVugPtF525CWATQV3bGZFQ6YICgA7HbnJUIYY8Byl8jm/z3oHVg2vqlXrUwlkFADKT9I2RSNSGJiOwo8AONquLThrOua+zDik3nfxBYDCnmhWZaOpeU3hIAinalszOFjMxnQzn/kmS6Fttv9g48O2yFp9BN+qAoehzVIoUgHWKQ7whh7hvj6vikp+WXgyGXMQu3ssvsprPuBac0idz3wNmN5rBtEWSpXXD+xy/wBhl34kAdLVOhR8T5v3WmT/wC9vm1kVTy18kIuRK6M7cWYSPF5vIoFa437WXFqtH3ohFAD0Hfi+Ms0V2y2ftEqQjHDXZNi12Q88YmKhAxj7UCbc9ulQALC9+XUZ6nol98/nu+0HXnl3zp7Q1ay27eEBv/RJ6Axrl2JQN9afS+/Str9XvlXXEf8egrG8qp9OvxuW45xVYDUC4KDzl9XpI6Fm8ojhf2wpsML+cBR4Mp3Y0soii/A9kZeZrwDQPf01G68NoGpqV21z1o9+HwOqtteukA8b6KeprwDrPXXn0XNT5vlshAB+foFv9Y4dqYlvbfbtBeTLyO5W1xjakTbxqp7/Ulg2vizIzHw8D/at5qPOfTkU4Wuwqbk2JLq950FvAA45pLY10FVHlk39hiAFFABd4UhXnvCRm1YyNSWFftwHa5r4noKrt25mpXvAfSzLdTuznB85o+pztAlclNKOtBtWzSLrVAlqMPnW6OEjJ6fms7EtfM/4xvtB6Ph+bEL5fZM1u739GllTJHf+mSmnZw9omiu2FLQokIomOmNT5LB057XvNr9qW64rt0Z5kr1ITPGAHTkJOGA5NB8vgQY4/9F/+78kXdkw3nOujW0nKshW8dQVCAG+1TFZClo+aBeZUxFxSP228LWD5b0GmapsHO0ikZc4gCrAahdkg219mZM9ZjPrTmcSawJ0/vY0uktHavywNqtSWpZ7WXJ3npM1qyL7p/0jkSBwU9uy4Gp+vhK1rRl8qzcEVzEjwNS15VUtNBkywJUeYdeO5orl7DrRxqYz7WZe7hdDuorMqJlPM6vbNiTSxjGbrCHTkCR8+VtZw1/XkWxbyat6/v3BfjhPTAyfhB0nEjDNrJybBXXY98EB/tdVaJtVncgeWFXtahmmFUvd2yR7rmv5Vs94FQ24uzR+vc3+PglF4tC6tCIJQI8AFkjkogzG5vzd3/+j9mOy+69jceKSko6AP7y554nMZ8FdMly6ZnpZN/NfaJpy40gz4A9Zqtu94eGw48SuElPGTYlcVwZR+K9PI9txuXDCEnmeBfKkXMa3WfCzxwKqdgWQv7duk1VnuJy7VXcyHTtKt+HZwMWRyiRJbHjCp75MAqh+bqNRqMt6Z7rcd8cj30YW+bsmstkCOncz43ACMG+rLQqVhW7LgKuzoGmAzPjfMExkuQ2Vr9jpRKDrXjYlyqW42sSy2nbR5yQCew0+2VTq3Mgx3286Gn8S69bEd5oPCCainKF/fouUY78MwNH4x7X4hiSskB2/2Xc35RBrcj1XYssJUKhpjiQycj1Rrs+mXI+CXSLRrsXK/cBXUzHvqgnc+du//8fEgqoFW+okkbhLnXGdRLPqFjPbcKcw4uAkMh97miHVlD8qeg58qpstwOEDPUGLH73bR50iKc+mkcyxp6nlMi4CHyjh+bYItCnRrXjHiMQDrBrg0I5DCRCkUC7n9+aKt/RwzcqeZlaLqadl77cG5pt989veLSvjI2A6m/g3a2ZFpirgjzWr0/mkAZyhAIioPMlKFW877Y3e3TTw9LTpjh15CZD98zRquJKJcwNZddvoHZC3ANCH7LGk9S6Rt02Xe3okChrS28KuWcWeheLApvn3CR7/tgplCcihVePWr2XSVy7nbSTLTfdTDjlDaFsLu9UvOm6lfKsNNuRmzdrBG213CYXYEbyqUSxOhX4QmrFqxXm48IPeJ5JouWk1lPrRctTMTPhWAYAe/TItez4z6TqJfJ0DADWfTp/pCmWDYXcDhjebNeRDF0/TVKd7A3tazHwtzWXh7xJ/0T2krVm9i0DGWl7Z7BM1q0673HdTd5qVxvHdkAhlygR0urkxMk1BCFrYZlZF++jE8K1OvEbpSCyv6udWCZhKAxDofLo8NDNz7EpwRxqkrsiLZYpmVs9jz3DXNbBwsS9Yb2Ol1rDr1elaZYKjy003eMAv6bFWCY69RvTm0rO69veGb1Vk4rnSRMI2dDU/1rH83HK4aniD2TXhnrwvoKqhHQnTBuTdXrP4vIz+qJt72tsrlO84wp+rB9XtUABYzKJQlPCqCtyqFZsVWmD1RJyaFU1THcOL3bmBrQGswreqe0W7CB3NIRWnvzwFAkVSk9l1GN5uL1pSaUdeAl3iVT03fzSSoeydhjt25A9N08CTFxoSNdi8QBuAvHe5t1I/lYDSI4Sgql3VSRO8RGegk4BX1B6c8nqOzyFDqqlmVqgMWXVkgttxLAHNOFyHvVnLAVUXml1nZ/pUAshkDLg6aqIaJZEtzao2kQbXrbg/pK38jxGZqsioJz7HSTRgMRv7lkal0LUkMvFpomdswbRlrD4A1163kfzArmJ7pj2UIHZFj5zlOlSarD4NwFULrBbPaCN8q4CqgIZkZPZJcRr6FnhVRXlVq/stC6yeTALcHmSrdndblChgOF/42kWuuko0pJUtvQ0L0SRw5evcE7I5mgBX0ZYwpMGFdVBF065Nh/aR4Ke6ro90hQUACiwnZG6qmVvAHzgzyWBtYsDHu7NN4ApFSRYHXadNELAZeTcxZ3XvMRk58mwbxRWKD8oEgqVQJlw70xxW3uhy3/FszLp69tnvsoxDALI+HepGvisLpWq5hdS6fU949+eBJ7M0GaHu14RRLG/rSANd5gRhhZ3JErv6uYlls+tP48nEibWRDOcJGjH2YQ2uq/vnfgcn5DRwDWVCTXOgWdV3Gp2l65W1qw9p43Mo/2e96uMgkKzJbhb5y00vQUF2g3XpSN5BVSvbvOnANsK5s2YgxwKrqUiN8Sam81cPhk/5ILx1Nk2hcDbJ4HiaugquXjMAauHZ3m7hOLzmTv38LTbFQUP5H3sw+Ap46+CFbCp7rAdief8E9s8Aq08AQNeZlmYn0DjGjrwElB5hS1OdK4XcGuESEBSZjD15UR5s/rdlfz+cHtdNtBs1MlKOuRoulZ9kvKo9ccmNajAllVAA9C2Rl8MXANB01Bd/0ei0a1PTl3F9vlUFDlehZo9Zu/qYm6w91XJLs6qMV7VfOsg3cp6wDRiLbZIYO5mrdZZzgn/wqq72tlnVoXTROfwMa5XuA3uac0jiE0f0vq3HTa1e2Jbv1Eigi0XivQWsC+dBQVURzQSrOQYNrB6dSyDwxXprHFZqyv7GP0tkNPJkagnWC+XMIf5l5ilHUl1sFVVBZ6AA6Cp36C2V0PCqUgJ2hYe65QvWvDe6A9eqaV7ATfp1UKgplvefka0KuGr4x+rdDbta22ZVxet+IpqpGvUMc+ZwoJyQExO4aKKaoJ72tfVXho9W+VY5qFZ8zYxXdbXrH3BYURSFl8OrSsYhmeB9HKxVAECWbzU/u8oJ6TryZRJInWILyv8JAnaVQuxW+o5Ph67mbR0b2hE1raqe61Zv18x9s3VrqmeJ+pmZzbxNO++Czxl5pilR2YEf/n0dCxmr8Ij2TW/KyqHoOm0CR4M8miv2dL3KvjuzKRuwKtaYynyrgKqU//frWH6NOb3/Vt0T9AjRdYEcC6wiSDJV04ZVfXLemgE08dKGMhVWtEZUtN03YZmG++fLjK65ppt5VQnh6OkcrFkK7f7cu78d9kSWKrw/SvxcWbp3f+VKDyQTHICDxiB98hmVhFB4senYOvY9eZn5KWdm+buqH6Yhk+VVPSddzQDH72jKYtK/rE788tPMFw6qdhxLgDWdpimLqV8pYz4LAr5tIltZUaBU+J3lOk7Xq75qXaKZmQS96gaT+yqZ7LvIrHsZVam2SLR5oPKqxv3b51w738jkxyqScAA8fjQZnIzMWcKOk3VLG8U5JqhTUjzfV5G8po05rTyPJUBlBRQAfeNVLZ5nk7WK3lhwNS8hDQo6jq7tF4dtVvWpiD54VbmshDzP3G3gwKqBw0DuDa9q/4brmmZWge9doSb9k0v2RePAkedpCj6X/MyMNoLNIgBHPzWnpDDOXEazKjJVe2pWOuc03JlPfG1mZVxwfUd8nbTb92skQZf3r4ugGgCUiHI/buEBsCMnATLjDf9jv3WNQ+pXeMJ9RNA/8Li+ahvKBDJWFzPW9HIhK/zw0vKqFoqdw9qG7J/dMHwOAMdiAnhody5FCrEY+TL3y/Hvs8/5uaRZlZXlsSzZFzsCOAYIZACRfq9ZBDrhwSaoXAbjqL8GdPOXyGTsO5/Tr2liaiKrncjv673stSqn53pTYToz6rnX1V7oPzCUobhqGg204Gp+1pVv1XHFvZTYHaXZqna5ygsRmZCpGl/vbwYPrAKo9jslOtFDGLxsNN6x43T7JzIfO5pdV5ZvVe1PAQ7Dr2rHiUzTTNW+l6jw1WykNQPItc0qTu0ATq3ZyFOArGwWRwaq2s1T3qvAqAGoqpQ1PT9sZIewr89Bad0Zih9WyMKhG7Ur47GrDVQ+G9qQaR/Lpi/duBueaDLAX1c949X4REboAzQtplKnYWH24HbY1svIk7H3uXxYo34u97LDMfc80FV1WvFRy00sy52hWBtC4Jlvpmx5OnL1zGVHXgIkrNJI73zv10RL2//0GmnTUjOsk8okmSSxvNLIS4MVw0LHPvhW+7//reM7AFcD+FbPiSd2JKa61mIWOfGqhwkTkQZAVfVYf/f3/zgs6yRD9cNL9YxX9bw50rUSWgAa7thl6kNO6AKg2HzsauYqG6NL8mEfTRQ+HM5ZrLSfR55hZDI4hrD8KQAUeAqu2kNqwUaa7KipJ89TTT38dGiXe8urWigjsNSh+Rw2irOpCVwonUid7heXlK7Df0/GIZQABHfODfbQAIfw1A3sHFZqZlmnVmtTxj2kwR4n41u161Z+5gPXkeeRL/yzaEOIP1qR5byJbcVSgeFA5fN9FUrS0EG1S7YJaDgeeQLXvB15CYA5k7nKqpWcOB8SnX5dRmYfOCyX/KmqmP2PaValHOkDFY5SIbmO9KxtRyNuAm8DfhEULehghjSrsqBqoaydrOlkchn/KTNZwwVWU07VoRw2UEM3DwAAFBFJREFUsLXRiMxVy69VZBhsghYTVxbjz8t40BcyVUPLq1roXyj/D+NhHeLhWyVLAZDDjoKNtEdZd6D8Y2cBIIDDEI5Du5s+lZFyOYfwFfepuWI5SyHo9TKHqxeeLZsFdCg10zRFZDELtKnV6THeBLkoq4x73+CinDYdX0UgZ72J1LaGODigLsauBYDOTD58q4vAy1UyAXKQMUajs6GcH8raBz4J0OP3lB6hmWNq2ae347rESZRLlIxw9oY24/J4XkyjOAOuZtkIShcviXzfxPJjg11ZUPp4rY9kvxd5XYeDXsvVmkh+cpy0oVk7bL4tb4F84FqFczWL+PHfIguqnp0il2ZVFJ2Y9iCNjEECq0gu1qY6jciwMzfhkEokFVoAO/ISCHxRSoDpmQwg1AVOVUDVgQYMP1Ub+MYAf4ZWooJQOKQ+kT02Kst6OBwLJLPO91z5m+eRAkA54BC7CpNBcUZVmX1tVpX6nCEeVF03kW/PgYzoamXHgQRMVcA4cGWWVqMcigfgEFDVBivySkOX6c02ls2OspOmttPdU04AIGgBzpfmdu+bmnpjtGIWuDIP0m7veuNEK5V+LPcKcAzRH38m30gS+bnCrmLD4dvD5oqX9AtgFd2Beo2A+5D9yzlZIR9tZgW4asxK6Wp+XYbaXNHa1bHk4iSW72+h9q0Y+sjAVdvMqkATsB0oAVyTEa6+J4S68LBUe+ga9PH9ukSFiaFPaHAfOChgNcNREzLqBsBTV2Q+ABtQArDoD/c4UexYzCFV5Je5n2YAGQllQCHOSXlVBwbIX3LDmXzoUDkEXtVz8sC2qjZruiTbvvw9i/105Mm3JzgzP74K3QH44Y+1q/xsU6JMMGfYXM6JjEeuZq56XnbosqtXpi2xxAqOTbXawlGwVRsy7WPDxdYXJ9LQd2gG+D6SlS3jVomSWQcAlPYGaUjK/bgNMiFrdZYGdaIklqVyHFqrOp1h7Gq5I5M3tA0HNbPONDglmcWOvAQM36qjQR2CFf/8GsqA+jGVUglCp2AV8KqyZlmvY8SmZe8uWaulxDi4izRw4bpCl3uyVa3iFKuAwzreMKiq+jkkjlWVX2LI1IesaL7vyGxKwx0bFzw0N+VbdThoOPJtAWVCCqyKATa2O1PmZMexBAw4ZprqDHqdS4n5v8zLN2salC45JiP8aWoAIIYCh6FpWGDHsQSGyKtarANGN+ZTT/l6PUov7HiXQNY0ZT7xDN+qY5qcAaxas8oryj5MlKvO+pz0kErQCw7+mzazKhsIad86QPbPPHD1oKq8qlu7CTy1KmYNsPnnKrI+50A4LFXY1ZCaWWXn7ItLNHyZcEK6jvy+juRtF71nqmb7w7Jeo0gfLz6/6AK4KAEz4TStkXp0rfc6fqbCqrLdxbLchMM+WxXMFUcIldeBO75K/glN4a+suKz7Ao6jtlB7ZHXs2fPTXjH+3qlemY0cSD6s+zK1f2iCURnuUvfxpX6Xlv1/9NS5QvZFujkoYNWCqqoCKG8Grr47p1LaOIyL2AzR2OF5Yg7wLLEsbmSsXuEzeis8QFV4Va1wjG2ROYb+ZJvD3k585Q9LNJjzdTGS6YjMOkfBHwtw5AVpeFVpkMdGT712ZWn37QdQrALKU/Z+l81XxwRI5g+ywQlRVmntKj+BEZyz20gAV+1IJZAkSmUDB/bkgPewCfnUBfbrEurgK6uHd02Wd/hJuhyUCSOHfSCAfL5UGWqJa8c1+wXz3VeMhCCnQkqV78PKBEcdcrENXQ/ngNO7AeioyEE+p3Okel7cH630ZGYVCqV/cOZCdBhgKT301Lyd+b2SIVxUSINuxJFos6p3TMicUt+fX9kurrIFKqe4QVpTXVEK726gznYt43hMQbFMktyTqhQ7TiTAHnlNI693qt7LKveZEMGHjPLWG1eRdBo/IDWaJx177A9qjTiMBf5Q3/Uqnx6aWM/qCfF+v8KvUEUJ3mMCGnWMtvh9B5GxirEgMsOrWi8Sdb/pvs+TsmZW04nfoDrd593v8RQOGl8XnkabdztTqtzA3vker363Z2BL/NkNlFf1nKCxLTqZU76cueoqa3WdSHnxu7BTq5Hdl7aOrPLOp8//7BuoqvzD81hCNvJkORc8iP/U3DJXzySu+f56T/z4Fbyq+9Ds7+3IJJAoRQu2Bd9qsX44EtfkTVBwJY7N4bKy3M32Vuer8m/NTxzHTXmxqs84fhgQCy5jblIV0OL3fDu/q+N/FJBpYG9V59kf2mFoe87dQzN7XVN6WmOKqk9Kx34B2LzbZbvlD4DENCTqb+D0XRc+UQo+PwrhCn/0qnQbpbrGHrA5Al1T39WGRPQdcgbIrVo0MwBi8M2+aUOmgiuaUqdrJjB9rQZuUVk52Wqut5EiYx48P3YUSsDTvriPmKF2Tgi2FO5i2aE7duQkkEQi+02o3KHjwBevzjlwAHI1AWUSNWqckz+RzyCAVT3yaEQVQnUTFbADjhKR6ZSmIMfyuPYwXz3m/TEbWQS39vxcsfYcHajJ6nUd+Tb3lOPwEhyfHUNqv7cCSY/VS75BaTLKDsfQalT4Rdk7d/o65KGdGTX7p/p2SPmD0s6XdQRhAu71Z4VfRvDl1r9F+vziG2BL48CULZ+vfqELfJ2vN+BW3c/PbOA9c6PGK1wT7dW5F0fmE1cX/Ef7hBqff7OfZJ5mtTWZvJ9bVh3lMU94hMzNCsOo996Z0Pd7wEORAN3Rpstl73cAJpf+zcFUpxk+1/gd/fo6z05fI3v22XsAPLPnmXga9LLjQwI05FxuonwDQdTiyoy6rstZ+Yo3BLoSw5kZfHQz7/q3Nfb+aluOVuqw93mED23sWxq6EWsJlCyAqlrRZceRBLArKgEJIrNK+b4vTt1NX89lq1l1umRdsSnvkYyifSLbtaVHKJzSWGS/jSRJD3CcJcf+B7Vhj9SgkU8hGYHzqHE9ZffLnz/a+Rf/zf/8bqkUgihQ8iDb5XABsn7V9+WSTVJIzO6jCzTBRJpB7Q8HwEAlgO3wfPV+yKmu85qMXekwePKMK/QW3TvVfaVMcFwhwy5rCvLZV119qNSyoLpbUmO3V4hAP61S+agj8jT3LwBk1fWg679QYDJOZBOSId/1r2n+/bHzfWS6mU+04U7zz+j6HSk9JTMTvmcE5NhgoBapkv1jqweKtZsyd0qVcTkAh+O0mVXXbaGp98/WZxp3wtXb1+zDqvJi32MaMl3Bq1b1oR25PgN/qFpiX6wZLoFrmujZhetoFhUccx15GttDPIJhnQJUxa7SttMd0frbv6ZSHe1pzEnGoWY7qT0FgaZm2lEgAQOuDv1A4UjMPmcd1sYoeq1cZPJuY4EG4HD4riuBZym0zs09wCpnLrOmX38gdb781//2CFjtIxDgOIkEY8OlYMb1guuHcSZCpsK1gGA/ZHH8FbrUU/0WJwocUoJqN9LHMkJvIOUHXPX8uoBw/7SHbEfbOKZoXs3mmcwfEjgoy52NPxru9E8TrvsiDvDPU8rem1nsr3ubR/7abFFocsYhtUpS/SPf+p7PxhdvtvCAG5ZEQMPJxBNARBu5yK/t2BTN0PBBgx50ct9EGrC4JtO+jzJkR4O/2WJXB04HcHU2NtUWdk+Yt60xgYuRl1ICDNG+4CoVBVWxK1vTlfcO7AHJVj09e7ouiSx2zTrnT103qcXu1Rf/DB8v2Zif8WH35VsrfweF2ftEQoIVBfg7wGrgsm4N0Sd/Lk0SDMF58D1NIBnO03/1Pw0gBBJricGYxg4WWH3XMMp962amVjb6rv0gITJmoj74IeXhGPoh7GQOs00R2VHzma/g89AHznS1s51xi/UAQNWVMLUrrgEAotlXQDdzO44kgDUBPL/Mhp4BBLAhAgWABVXzRsL6tKKJg4KqDAOuAqrOpoEJKNvN9IHgDO0CG+mnmW94WYcon4RAhaEAMC55AEeBCmsMh/gVZdwnnDjojoKrE3tIzYkz7fkzH3nKt+rUZo2uMFEtuxTfC6i6tsGKwpmhwRmZqgQBiwZcqx7gqh1n5JN1uRqWgEj6229j2SsPuF2rTmc/DhOJtvlgRXYd61bg+wqu2pGXAPjO2KeS6Xr5DARYNUL0fRF/ZAmycUpKxn8AcFhD+5AADkgPqQe+m430KG1GNMhD2CcKwsF0NvVkSgbQEA+oqWy0vCmimZfl0ypSF+yKg/zpAODQTu82cJGTDXugxdiTp2nWZHB4wQsOqh/gj12pPiRgbAleVQ6qySldhMNG2pHZzB8mcHhBVbCt2cjQkQxxkIX5883yPxbOfeIoPQKZUUVHeLY5ZGZCZ6P8yAPe95xb618mvlCCOpShYS1HZLMzwKo2fLPjaLkipLXZXc449H32g8PRnSpqgqsxwdJhgYvhluaKkVaR2qLjY42hWVVEQs+Fxhicz8lcHZJfrmJbhm/VBEyvyVwdFLAKoEhmlIvgqki7Z9cChAGq9pH24dqpKgJVs3uSXUcWkAWA8lLWsm6agqQlctfOQ9d+zxaHzBZ4Ve0olgC0I0UZh2wUM3DVHlDzsoP7ZzHxZT7W3fSg1IvDKiWD0AAM6xhRZpoNL/hqY7IU8htBAB+R0cjThk02a7Vg3XISzVpVyoQBDfzw6zLUxjHWrvITT7Oq3QXaEdaqaWCaVNp1Ky9D+FafxyaoM4xVKxG2fz/W2NWl5ooDcjbppxpeVdOs6tLZE50ha9WCq3k9Ya0n0cfReOAwvDfNqnZULNlgxYlCOMKhKtrFEpU8e3quKyPLt1rogLWvDuCqT++P+qvW4IBVZEXHXFedUn3BdXVZZEGjxN3yaeVnMONVPUePYFLp2UjbErAi/aehw2zqD7LjMoFCw6s6jI1OVf8XEVH9pI6bZNVxBgBVvfkArh/5rnyZwbc6HAAIKJUGIBs6nOocD2+9/ky1OWCtNzRxOC8XZEh2y3RimgxacPVUooaP9nk+LLqNtzX8j2Q5D8B5VvxEMsDXm3J0PmQAwbdqaZCKAaBp4Ml05Io3AEoA9n6AqrsSwGFFlezF5TSr2lfYI5OsAS3ANQBHLwR35iNMM6v+g6tQsuzIALeVgMeakFYoaaZqRZ9DxuoI8NDuqXPWpU30PMfIpya4OjBg1ciQznqjQXbMNZmqNuhzZqVS0PnzkwaGRuML28yqSIY0s3KUb3VIGUCoDJvp0BJAFhoWTeAAyC4NbAq+VQWA7DiSgHJC+q788hSIYUzoP8gIEL/algM4hqUuxpYAf8iSL7M55gC2gAd7QMB8WZ0wfKsic/hoe2xWGZcsGeAAqzYIeKIh7P9oOrSKKvUe4BAGB79pZlVW64ZxHeKYEjAlGaGnaxbe2JFEXteRrPbnOQ6HMeNFALuj9rTdQY9weR94eIcsa7UuwNFXmRtfbhrAgmeY/WA12XZFNlsoWfa2EjA/X47Eaaaq0iNUGNiTgqtkQ9mRkwABUxJ9yO6ts6QPEljFAXGIh291MBshMsYj0zXYjgIJJKLcLWUyOFjMAFd1URuMAl3WmkyzJiNXFnNKwC7/putX8M2UKVte1eKZxJ4Af8rYFXcgewwAyNJt5OXJYk/2zxdsq9Zy3x1rA/Sh+cdp45jufMEt35TMn0QzDhnldIE9jyuLRTAIv1xV+hxUn6aebqb7vG7ROPDHshpwWFWWXb0ejuLlKqzlc+Blg3PVZJDZ8S6BxIA/i5EnowaagrRRsokTy3Yn8nMd2mBF4dHKkfU6rAyqZrey4Op5re8736o2qyJYURE4bKOfaPqdkiiRkGZVNWUDZKh8qz31y9fK21SjsB+svqgPFFhF5GTXueKPMvSn3ygQB1XTkMkCq6cGp7yqsQFWyw5tZgVfb59TXMoK4+Q6bewwcmU+q59KX/PRd/0Z2kImJqCqNavCHbUeUiuYlYIaBly1AFCRMuNvXqaezOCuu6u23+9hrFXbveFVtSMvAapOlB7htFlVCWFNxq6MJ/32yyXEkLuEtZ9g+2JKtQWZh/2zLrLFyMakusKOYwmwfm93hnakzkBbCChTqdND1akjkqPf0ImaRnGB7pf7ZVv7OJbvy/rA4dXCbesNEvJ4sStTWVH37IkvhmsVgNWOvATwNyQe9o2FPiJhBUqWKgeIoSgICSubOK2wrb9P1sxMf1g0SGVVhFWK8xYVF2ZNL+9/BgysmrIdP3DE8/u32H8oj8kWI1O17sJWVhG7eJ0BVROhXLnK4HccxABX+3gIqyKLYgAIXr+0acq1N2vp7/dxoodUu+4XT9AlXtVz02qAeU+bodmRlwBBnW+LQLPmy2UrdkeKyqsaxrLZl89y7s7XXf+mAICAP6bjdPmN3vuTnURmE1+CUQYA9QvkuFbCGtSZksXRL7mwRq02kaxrAofXyrXNv9cA6T6WtTaBq/+mcB5OAk/52XqGHdYXysEvx54rszQZQQ+qNQJDjbxIQzdhrUJfvq8Mr6odeQlQWbHdX8/lrKXLV3Ae9n1uSKrD/5hxhRNriaA4j2/JcrYVtoUz8g6qXrNgpXem3H3i+y2Z+Xa9hvZk8qvz0Q4aWGUKcUY+i33PNtIf6gmvqukebMexBEyzqjSjroZ4sg5yo6DPwHw9rQHEh291MQ9M19x6t2ntrzCnreVVLZwf5hqe+WvKuElsmU3hW7XgapGQAX7+5nkkXs/So9CZ9T7LUuib17jOneFTNftHD/H11hzTzMrwYCt42DP9uU7CbAgSrbYgqEMAow/D6E2ivKoaXO/HZzU2NQQAl5RxN4CNYVOTwDazyk2Oqp2RDZmrjK7vCrGlt20sy00oynTt1DhENKbF7bsRTRVXm/1VwYrDryJrVcuW7ZqVm+yM37kfzawc2azC0l3u26f5t32jZJ9IuGuOy9kkiXkytnyrxedZxwRM/Qry+f8Bs2me6kaKnNIAAAAASUVORK5CYII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6" name="AutoShape 2" descr="data:image/png;base64,iVBORw0KGgoAAAANSUhEUgAABVYAAAKaCAYAAADVtAJTAAAgAElEQVR4Xuy9C9A2yVUedmbe7/v/3dVKSEFIAiQwSAJzkbnFisGWbS4GDMZAuJQJxgkEE4cAsTGB4CSksCkbl6Eo2zEVCscVoGyMU+AYCPf7zdzMLUYBIwMWNyNpV7sSuuz+3zuTOudMv++8807P9Mx0z3T3PGOvrd1v3pmep8853f306ecUb/72T6kJFxAAAkAACAABIAAEgAAQWIJAQUSnWSX/y8A18ufLX47fXIzfQkRON51fbb2dP7Kc2kS9/wKjJWC3fntq5/D3MUbuk/7O99ma6gqp632uRsMf4vrM3vv6f+xmR91GujZkpL/lMQ7PcrhFnjMBo0nfPduG+YeWxjt9kxs8k71q0seP9aHrhzTPGcSy9SzXx06wdVecLh/pKa672vpoI42RF06uM/q4ToCeFjMd44JrX54eN/kHPZ/ZM2aNg3F9hzdf8fFNjvFyznfO+g2Pme4jbP8rYsIlt7ZMGBBn9T9R8eTfWWwBM1+NnwEBIAAEgAAQAAJAAAhkg8CUefiUex0AmrTec323631T1ndTnunw3XKL4zML13Wf6338bqd7iyse2vXTLu9rfagrT2C9r4c4rokEo7Hr6pmOHTD2XDFih2c53HJ6jtO9RMP+03mI4zN7WBm7wbg+83TfiOG5Po8Rd3aMsQ7khx0cbmrdYm1nx8hcv+fqPn6OpU2Oz9ycWB1tZ+M3o/e5dE3na53im82sLQ1yfeapuV4+7Hoz0AWO7j1lRG2ZMvgNfquvb2I/y4lY9fE9zpOEEWt0GZjHDNp10jD2HPvfizd8xWILmP92/BIIAAEgAASAABAAAkAgfQSmkE3O81tz4/DCp66JytF5d/Ms13cP3tchKxY90/XHFhM5/Xz4OW4YNevCcoCMaTfDqek1UV16IFY7L3N6t/meLnb93zcNI/NM14aMuPjp5SOLfKfXTbP14e+eifvV51p82el7moc52rqsbEfjgT6zrmsqx4OHW3wWICcQq6MxpvkI1+/pvc/iy47PvLxt5EeOz9T+cbjZ4RYlskqi2sfmTedrncaVoRjTv3njapuNhbob86CVOsb0oWc4B8gxd/HQllM6/lJS1MnIxj6oMYIJvt/7RJ9tcQyA1i/z0UcSYT3Yr49n+GrLsCkU9VeBWHXwFtwCBIAAEAACQAAIAAEgMITAlDXOlHtdUJ/yPNeMocG1SeuPU+b9ve2c0vgeME4/H3mO62vkPsdsFadnlkQFg7T0mim/cNXfA4vGWbbhBIJh8ogqCxaSNuqwIB59XcsgR+9t+mTwvs4fXZ951d1NZmH3v095nqutu/Yjt8VXFp7A7ug3o+v8zge4YtR730DGan0komqCY3qKMZOI1bHY0diVK0aDXzvT1nvfbTHCye10iAmjPeiJKJt0NGSoUT6+aYqTj7VlzMZGAbZnhrv89HTPZOOwPN3Hc5b0UUVUvdllcHFEx8f3SLD3kFVsb3Lxvp/7Yh+W5AgKbgMCQAAIAAEgAASAABAAAq4I+JpQu76vdd9qr17nRc5vcb2RVxCu986A//onvl7W3/BJnzOnKSw1cO9A9573CNU2cnVdQM8Qz/keL3069yH+GuyNK5pkQHO/e87vbFgd6en7L6Lq5jkTyVX3Npg3v6EqxbLv6oLefOT/7U4/VFTSU3S7kme4t8sdhbl3+rNxbUFM3zYXE/wudgTquqKb8hE6PPdzWuRq7K1e1r5n3JR0n/eP6TNfBi9bhiV+DQSAABAAAkAACAABIAAEgEAyCGyw/OFX3r+h2xc9k+rjBu9Ppm8SbmiU3drfqKI+0oNHXkp0+zwi4szVWK8oQY0VLLQLCGyMQEWH4hF65AX/I9XVH2zclnVezyoZsq9281nvjWi1DuZ4CxAAAkAACAABIAAEgAAQAAI7RED0PO/f0P13fKZdDmCHuOCTN0KgvqOnHn4JHW/fjopJcgAbtRevBQJAIHoE6vpIt+Uz6JHnf+FuiFXTKSBWozdPNBAIAAEgAASAABAAAkAACACBlBEAsZpy72XYdhCrGXYqPgkIbIsAiNVt8cfbgQAQAAJAAAgAASAABIAAEAAC2SIAYjXbrk3zw0CsptlvaDUQiBgBEKsRdw6aBgSAABAAAkAACAABIAAEgAAQSBkBEKsp916GbQexmmGn4pOAwLYIgFjdFn+8HQgAASAABIAAEAACQAAIAAEgkC0CIFaz7do0PwzEapr9hlYDgYgRALEaceegaUAACAABIAAEgAAQAAJAAAgAgZQRALGacu9l2HYQqxl2Kj4JCGyLAIjVbfHH24EAEAACQAAIAAEgAASAABAAAtkiAGI1265N88NArKbZb2g1EIgYARCrEXcOmgYEgAAQAAJAAAgAASAABIAAEEgZARCrKfdehm0HsZphp+KTgMC2CIBY3RZ/vB0IAAEgAASAABAAAkAACAABIJAtAiBWs+3aND8MxGqa/YZWA4GIEQCxGnHnoGlAAAgAASAABIAAEAACQAAIAIGUEQCxmnLvZdh2EKsZdio+CQhsiwCI1W3xx9uBABAAAkAACAABIAAEgAAQAALZIgBiNduuTfPDQKym2W9oNRCIGAEQqxF3DpoGBIAAEAACQAAIAAEgAASAABBIGQEQqyn3XoZtB7GaYafik4DAtgiAWN0Wf7wdCAABIAAEgAAQAAJAAAgAASCQLQIgVrPt2jQ/DMRqmv2GVgOBiBEAsRpx56BpQAAIAAEgAASAABAAAkAACACBlBEAsZpy72XYdhCrGXYqPgkIbIvAronV17/mW+tt4d/y7fzpd80/xZYNWfzuggoqi5LS/orFMFgeUFBdHIiooKLwiVBFRX0M1eiknytBpeb/N+XwUlNNB6LixrPdJN210nheHBKVVBS3QT6mriuiouY3BHl+6g+t6C5ZZCQq1LdUF2Xq3RCk/XXNuPB4FeaqqSKvw2CYZm7zVIlr6eEjzaaCqkrnObiuEeDRpBLDD4FPzcOVznfqGvOFDvw6X0j1CmUzqeJx2W6/ayo7JmnbUB597fMrkg4JPoHoeVbNY3ldEP//oa+qrumOl1srvCv0t4R4flVVxBhN6Yli38Qqd0NFRA+SJoDYIYqiJCxT+9yK3eFAdcEY6eLD2yUjAxOr05zO2/sjfpBOo3WRke5VUl3cSPPXmjymgpV2KxPOYaIOU9rrTCtSQfyynUyO6diV1qXR4EAVqV/h6iJQUF2vQI4V6dnOarYixFha+HA8ZrtRUh5XFwFZqMpY5XH+dwVzQ66K/aAPrvog2bkgiNUha15zbgxyNZ+4kmw4CNwFsrUrpOo6Yzn7VFXrOzURCoNXu4s5yadigCZcIFYFLCbHOHOVJ9PpGRVnqiKzq9/qJTgVh2DEmGTWUUVl0pmZEyLG5FvrJrtx8g83/gFnOYcjDjf+uMWvV/KHM1ZDx0vNXC1k0MdlENC4w8NVYgQQZ40JqYr+7OFlNEN+lQk1b12AALJGlLqSjR31sfjjTlWVDamaQGNXhtNs0cn2d/DxioerClmrA32cFjkGUjUWUvU895lGcqwcbvA6BwRAqtpB4pmHkpxrjeWaxnKsmGDl/7UOoetgJpHcohzGFHIVxKp0HW/3H6mgB5LZmNJVFuwGcIRun+nJOCZ+1siMYse7Qy/0OI5sVSQjCWAmbLwAu5Edw/DEYUrRpklA5o2KgEeVLxFpjuauNslIrD8SylyVrDEhVTFe9VmZ2axYzwJr2bTA1YOAkQSInFgVkqo+UCUbXbj6EOBM1bWyf8z7Zc7TbH5hDtEZ0ZNgVVTqaD1yIz3f3cqu0yLm0+vX0C1Owv1Dg9A35ZBMVWajzPx4fS7qwREZq7auF0kApqAdpswgVk8oGr3VdDQzeWBDrmq/G2h2AmeqrrOI5wyyUjKfcfWTBkyxphK0WTpCF6pbTR5jtaJadlLX05zlSXTBGauxArJxu9KRBFBSVSeNqcSBFTu3ZvJnA3JMZokOM8UVoYjhVRJ3JP7HjQ/HY85WxWaFbR7IGfLrZKp26EPdUIbeam/HpEGOrbN2iCHeTW3D1vPiNOxnKqr53w9S1TZO6SyMx/O1NwHPFJhmrrLeKq5rBDjmmH/G8AGxeoEQmzbrrTJBFvNSns3fFKuKuZ1j5hfq73yMWxcba00AdKBnchVRyTZ0pDEZUl3VtewmlAf4fq4pVsX6mGttVlx+gyHmIbLexkWLfPF/iTnu6GQRuqo2r+Rj3BuQqqY5kZOHvmPZtOdxhoLxsWm/DHq3KVbFhDx0VfvJO9FV3dCveJlacSE0zNH7OshsXsS5rWP6DH3X13cx2HQa64mgo0ByDwexaidWK9lc3z7eiCSAHDXdvi0xGbiJNy7kKojVq54zxaxi1FvVKQhI1RF348l08EIFljbUrNUbQ3iMKSSd23LShoyqeWZqz3q8N43tRNXAbRsjsyHNVFW/Wv9C5qoNc1MmTjd2YrzOpComatf9s1KxqkHDaLIy0T2WVU+jtxoRPpoMuTEhH2Owadq0TrGqcQCMJEAMRNR4a7e5Iz6CbE19w20wX/LWmGw5PttZgqzf37aEzfw+eObTQKpeA2f6SItVRRJ36ppYEUBkCVgtCgTrRcdpsa/hwtwgVju2rhQCZ6w+3fwlotl0U1zrIBqHMbVrZqT1/LOzruoKVZUtbdddeNbrjXMf3jPkkx9nMnvjywhX6QhzDAODSatrje7PhnHHTKAhC2DhfoyOcWTFrNifapEAwHjVR6qSZClss1lx2R4lV7WgFfqqjY2O6SpJEsvFpKpKAKCv+vxKdVX52h4fFLMa9pq4yLFIyI1YAk2nHbGNDXHZTqSdFkGzQKraO4FJ1WNdRDTv4gUfSwIwgQhitdtzLpIAIFat9s6SAJx9uP3E7NzEmsriwAfcIwiV8TWB80qKFXVVbQhAb3XINlSnJLaL9Q3ZdnD8oRVtTv1kKpVvP/irCpBmZmJz6YL+kX9RzdU4/EvpKKOrGpvHR9CerXRVrZ+OYlZ2q2BJgMavNiRYtViVZqpis6K/t1iQSaWgYrkgCTA4I4xqPhiT3cRiv9qO2EhVg06M64lYei4WNfuoXDyWzmlm6sctZaAGsGC/OuutgnPqQsVZq1zQSteilxeIVYth6QKeydUYjldqeDxLAEQUGSJpiilWJThtmHGjR5YLopqznqVsAq4OArI8bSrmRgGO6LCBVO32hdFVFcI5iqw6zalTqQ3VmcbVRkDR0TFra3KV6W8mf7bUOIzZOow2Zmw2DHLVajWSubqt3qoUt6hiyXKOz790ZGBiNSa/kiMfkruPqx+BOMgxZKva7HPLNZWLz8RhPy4t3d89IFUtMY9n6rK53kfNxWEnnLHKmqt6xTSmbo/PUOZq8dhrv70uYyI5tser1QKeRD9oSKAtjYoXyiUdCs5V3bIdUXXOqTEqAWCK6sSBjx4fZGI1BmI+vn4TCmjzEZcth3VVb5Gp2mMisllRcwG4eI6cQhJg2JcN8bz1hiATqkysYjLW118x6KoO2VEFSQALPJK1upXcRl3oQgzFqnp7x2y3ccyJi1htmltzLi0uGwI6tm+VYwdSdcgyQazCb+cgsPkSb06jV/gNRzk+/h9Lwoo1JjP52xSzksgc1YblCh018go+nax6q5c3Fo+/9jtrqu+gCWkFkDMPtSDRdhckAIaXgUz+MLEaB6l6bisfH2T72dJ2trPaoTebkjtbkqsmyzkm4jCG3jplXXOxqmiXgo0eJDJXeylxze1dd1PHLImlqE4BXdV+X2ZSlemV2CmWbTMzY4iD1jbIapGrva/TynM1WlOsaqUXr/N5Xt6ilFxsEgDXn1bI0cEmR2ktA/KCcPiHrJ91aEYskKopk6qm7UriYa0V3lPd3gBStR8nmT2YuhUJJMoJCdyQq/FxLG62GPIuLWZVaaGv5kVCrPIfSinYhKDU3wFMrG6HDyQABod9WcTzFaPTS+GCKI7mhgwt856t8yCTpTDvGUt+pXbDpDwWqm0cdYHTaM5GPPDzbqEWlUH/XfqB2bZQAmjNS735NpKCTGt+ueO7RBszdlK1WaBuqCXqiOYmt+l8eT3JBOiqjnez6qrGTpBxLC6orFVnHuNWZ9TaiIlhb8YMot/HUrPR9cn58di01zs2cufo4dZs1XhOAboAxn15jOGQqUtjN7iHiVXO7G0Rq9/VsKlHUhII5OoFySBTIcbEkKtr9prqCB5E4xBXF4HLjMM48dGBnqf96xIccaLR36rzEbC1Wq3EIZW3a70wqfewjh/RTfQLP5Xb4A0V41tYHhlDU4JTiee1xnSdOdw0EgBJmfxKjY1VV9X2+ZAE6EPGxB3ZtOAYVIaNO9BVHXZPFV1iSR++L2xf+AoUnLmK/cCh+aAvpMeek8Im19g3hPt7asQqIwFyNZw9uD4ZpKoltiVIqpov4SPvR5ny8KYg4ua5h3WjVBQBGsMvHn+tIVb5vx6hCWmNHLxsXLeYlShwQFfV3iNNUZ34B3/2Lc1cTWPa7zp8Lr9vXUkAPfolGWNF/MThcnSnPUEGhYK3cmKWAOh+kyEOUczqGhklnlUSIPyGKVcqryQmI8pdeR4XHUpScxaSAPYJiOSeBNuAMotT9ivoqtp6QUnVKDVVB4dflonSFKD456/T5hE+7l6HHIs9w9kHkvOfkbJdrmM/87HN+ZcgVS97tz3zrmQemCYpKeJilcoYYI7fs9pqiFVOR2gRq3pMRTUhkV13BZtMgBiX9fDhXQGUq7INQTyZ1kzeNCYASq6imJVtJ8+cMzC6VyGmHvxs1X+UWIeUkQuQlVi94Rz5EOAHe6buoJ6PYQR7UaIP1oJWPG6Fu3iyWAkhD1L1GuVUdFUt9rFVsaZw5urlyZq5qrEnxKVZEIZUhV9dL2V0kZoeqapfIicEQaxeuc46pBhI1aGYlcPceB07ChH513lmiJUWSFXb+pYJSZ4H6hmyVP1L9US5iOY6NpraW0wxqxaxaj6BB3sQQPYO5QUqZ66GCEvmrZpqfUh0ZyO0M6gEQHoZh+x0KguAqGSzEcUo3MVZY0Wpmry4LhEQCQAhVlNcxJ/1RNNsfzhrFJ8S8idQ3OGJVsG6qinaTTjcT6O56GmltVnRiQyN/YTHKsU3MEEmshueN+o4HlcVMsBtNlHRIVlSVb9Js1YRNS1khDlW6X3kAqk6Fmd9x7Kx94X6O8jVUMhePxekqiWOaaSnSuaB6V8ijHnkYk1ITur2pvIXRTtj9bQM0IzVpjBI+mbg+wtM9g9rroa5UKxqCNdCMlVT1PgwGS4qCRCI5Ahjkqs8VRAJWsyKF2JsO1jKXHco76amt1lxRQCB3rvq2tPiQjIP/cedCsWq7PGx5m20lElV82nNhhdCp2VF6Vkzsy7oWPFCLI/FmO8JhMygROctdYMEuTpkG2GIMfiUDfPc5sZh7Md3NEv/eSBV7X0os26ZB/KV+nil38kZq0dJW83je3x5oJwO5IOfZ43VNrHaZLeI5iquLgIMXhGsmFVBZVGgTqV15D8QJV7MS6uZw7dsXWwKfvkN2rwQgwRAH+aaM3PgesVJB3sd5qFjbPcrzZj3OahXfFRZ/ArXNaPNWQo5beSgmJXVyhs5Eh8bF3pC/JCsFlvoSHAuVpXJ6oRtp9lQzo3Y8mUL/ggyZKvuhVQ9MRpg/Xy54dDwF/wdKb5AztFlRqpqP7AkAGeu6r9h3Lq0zh5itU2w8gwPBFC/Q/Mi9YHgQ14qpGnxFRSr6kdbd3u46FD6C1VDHLIqIS5Lf4vWs6+Fkx5x9+On+fSY2qGSquxb+QyOmpkJSYCureqGqRazWn5BV3UYQ84A9xfDlveXnyf4Jeb9tCmSp0g8XZi5WjcLsTqHLGf//SIIZ7eRg0JWY5bih1hNe+N4DKOlf89n/neNhB/7WYpwnL9fmncI3trOWaRcrMrFWu8qJlh5rYXY2sZrgFjl26C3OmRcoqtFT7vYn8M9tZCq/H9w9QyMQl4z+ZM+PmaQL+u7/NbdHozXryQAk6qa/ZPzxHEq7CdSlf0pq6w6RoLPYvBidSoqud+vgCixugwcLdtzg6y6XpPhzYoy00ru6lu4LAiIxhZr5M9ASGBlCQDoqtrQk82cDOaAl9/XHBJl11oYl2dYXRI/8UOMpb92CNVZuc+N/dhPKPTTfS5IVXvfSZEnSVyZMxlIxCbqmu6YJpTmZvydE7tjhFhtFqn1HQb8XmCN3ioXs5prWCYXsxRiFdc1AlqsKk1d1cH+lFGJM8KxUO3DyYskAMtGZJfh4idKSLEqSl1X1b4Eh1/1Y1MzMdYQQPMsSfV48yM45qFx9atsdFXtvqWZz0wgYjLdJcnkWPcM8pl/JhIAmRS58ORNp8foZo7RVvX99Bieh8zVsV6YT5BlTnCMATfy9z3E8fm2sxDcTH8OUtXesSK6JeN47vMjFcY8HlUaQKeDuX/zuEO7EauSuQpJAMsylWukNf/MMShenGim6pxfj3dx2ndoEochVXNESH0L4aiPUF9azIqlI1gCIEe7me/XZwkAJlVz3szRo7nqW7ABYzF69MtIAkzf1OFiTBVBV7XfA5l03kPGoSFW58ehfH951sx0CTsmHtcVdFXtVH7RbOTkHsfP5KqMW5i7XJjEPHIs5znO8ii6JxubZz/LMc7xCSBW7YxQnrqqA0RyXbeKWeU+Ro97swOxyg+pqa6PfAhn/Im7vINTDZ6aTdSrBACMsc90uIp7XvqPPQQifKs3apiDyzRrBEexql5/anRVCybGCiaB8l68qVwL9FZ7bUEy5afJAkBXdWiCsxdStUXRz8jM3MUUUXTH3DJXtW5RKYXOcPUjULG0RtabgGefktzKmtdcyAjvWsN0YgyZqoMj1g6J++k2hKh87YfAxIbAseZ5IJ+y3ROnw8QqZ+nu6ZvtPuBIrOoD6vpBU3UZ4LUhNdWoSfRWXaWglTY6cDXuXTmgW0DWMisFlWWOBUAuMZAJNCQBrIahE6GJmXXFLYpV9SCqHDXrzeafVSd2I/Obs/0UGPhbVqGLdyrcNkyZVOVsVf7/cXURKIQc2xc2phgaCKD+nUGtXz+2Z15VeyPkp0UPJVX3RZCJnETNhdCw1urdFHTebN+X3UzxrL3aFojVYSsZYzCcXW+KMWZyL6dxqATAvi4+v0R1Qce6pqpZTuw1vnDPTyJWtZgVNCGvdm9OqhJHovrB6ERaf8+TJqZV9+eELiEnW13VXrLLSD/Dt3on0fIfRYDOxXSa4/970Ldxg+PyLiXH9nU43hCryFztbOmoSwnxPEauMkWEYlX23R/jV3N8MuXfuGVlpvyFS9peGC3jPn5MhjReiOW/yTUXwzOpKsuVuY9J8ndsO/v6YvduciPHsLayIbpn0kNWE65rCXeT3M2dgK6/q/ejq2ozddVZZWKVsdiz/NpEYrXJI+Rq5rj6KLJGa1U1M4cu2UeFBIAFw30e465lIq1Hl3FdI6C7YhqyrZcUq8JCtYuP0fErpJDXHhccSh7uebC3O43qZdrJVY5IrKuKzYp+DMum4NBeaZDxrMy9jmd6GoUzei/H9JOuKopVWU1DkTPZqvu0oELSf5AR3j+fGV1h7dNoHL5678QqyFUHI+lbnWNpagXuKCeW9joHPMNSid4q//t+sZhIrCp4NR9bRjGrgcjEkgCGXO0alyba3wj5g+tqwiT+yPII+8NHF1uGXIVt9FKrJ1mAa7/iRVhR3u46oA+sUoUc02JVex3wznqiIFjblmIkAfolN5RUxWZFv2/hGLeZFYqeMY4u9y1HSTJXW2FXTnoLqYqjyn1+1dDRu5MAuMaiEr1VjFf90bc/8xA+NUg5I0af4EHmqvs6E5mqlhjEq3bWVd1lwko/Jpy5eqw0XWOPY9csYlWP5fKx5bHjg+5Om9edjMuDJgPomsRAsSp7b0twEmJ1f+SPGeQ1axW+1b/gskkC1FQX9zKvcj8/Ssrx/5q1VffnV5cUIopZ2TcseBZ0GXfkqDLrFe+WjB/wOQ5FXAQO2Jw33HceX+wbW5x1ePatuuJiVXve5Bqkfqjiwoonv9rzmFU3xOr8sT/nX14TYyBVQapOs3iQq254gVi1kIiiq4q4c7nOaiQBmmLJbhaWz10ziVUGQMlVzbDDdY0AY8OSCZe580xsQFfVZi9GAiDvSuVj3qIDveqtwrcs9OpplNc9sbq44VJnO6vEOGZJqiXFEQfyCAYrLdaEIla23Xcet8yYxSX19iodMe5bxBmHyFJoAQW9VTuxyn9pMualajDbDkb3Ll6aM8/H//coV2OPOShmZRmvLtgekBsgVR3G7c4t6xCrW8b6Jef3VZhuPkaar7ikBbRos3ZCbY5e0xnuNzljClK1FzllMQ6zZjmnFciMYsO1kV2aUfP69CEL3XUBsWrI1TtoQlpjOROrhlzlAFMQZ6su7LPpI0cCvxBHYnIME+qmt0xW+KIhKYGen9dEI5ugUejQSADMe1bOv9J1x+3uM1Uv+/isJ2o/pqLHWHZ5cWYdV/ekWxCHVgPYu66qDRidzabvPfNmaRJP5KfWalWix6uk6rx3DMakej7yS1uja6BlT2mqODSfuOxZecVuHY2mHKvk9eV8a1iI3qnrAveh7qvrpYuI07+bbw/cAgtQ27z13Jjr2UtH5nlhB+Pne0BAJVlYKkoLLU7nOLf2g1NgmNldY+1XbJRcxXVGgM/cllrEaofYLCdWOWPVVD6FXXUQ4MHNkKtKqoJW7TcSOarMpPP0yJ2x1bFvjRdCyxgA66fJtLHJVqgLEIc2oOr6Rv1qj0Yy+M1Gz9hCgLB5LQJtvka0F0KXfWNO+5uXK8HBWXUzLpmALyeOZr37ornCLPi5uljKMW5cXQRMwaFZxle0umu28/kidec4z7g9sF+EPFK5xNy9fHGb6BqH4+oO3TBd+JAZ78VPwiCwZD4/JUuu/Z7u75a0IQwqGzy1CTogVzfAPuFX1s163BCrCX9KwKbXxJqiqpeOixFQUlXXAPOvcSIAACAASURBVHuMOQuJVWNEx0YWYNqOqm8T3HaHkr/mavXVTBKPVBbm0GD+zjd1ci9ZqjssVuVi/3KUew7ZHHL1NtZwIfLmEw+u9qNZP12dOt1BbCUujLW2/+9LBsk5/XVqxbL4IDHQ9H3B6LiiOQ+mVH/FxZg0Is+301S/fbjdvMdssjFhO3aslpwzytNyZEJd34g+Jq4uAjooCbHKf9pyfI68c0CutjuoyVTFSa5eq+2bH59qFSAOXWOm6XXz1hSRx40pzZu9rprykoTv1eTvy81xxkx9C3Pmvq6VYk2cz7DzuMPrciZWF2amJOw9RJ6IVQ7UDam6oVFtduylRYr0LSmYsZdiRJ3CIJeWw7/0sVO/9WJ4zqJKXRFXFwFehLFGCRMdbv1qgnrOEwehNJj4bMj42L7Vta/67N3/oGwOZMC7DAJMqFaiHSqzRwDTRqDgySHrFTMulXPc2RuIOlKDXG33u0Yas+iCXyk2Ztw2WdzNf3Ucz/fmV6cYDXwaKM6E/F5tYey7NQv8cn4c25xw7BvW+Lvq7WtIQnReA/F03yEnT06qGmotIFaH+5Px4czVPXuXIVVFNiJd81/c8oXE6nk31T8hsPjbInmAaqvqIuy6mFUkjdy+GSInUe1+t8cMYLoreIDmbI9lno+bmkW8G+m8vZGv3wIe7Esu1oTM1WZyyFXuUZDJZokmi1fthResTcGd9U036jfqJi6P69gQ1LV6SUeWR9hwYz1OgxGVsd5xfMkGXJzf6rFVJ31QH8kGHtu10aOwvroE3vhOWV5nz8GvxgkgTfbBBQR6EJBTFdfWwar7MieUzMzLjULgyAhwIkKxa71V2VxvZLL2HF8WE6t8jBuDvi2sGFLVEKsV1UKu4upFoGZiFSSZbr4zqTpfpzFXCxOtHyadr7CB3Qz1Odd33zu5qoS8qcaN40xnezG+w8IR3ZjDk2hVS8LVhwCyVnmxdeQq92IksJQOBTS4OQoSaCSqLCjGlXa8UkkWrK36e9FkpNrwOWfX4WiudXWq6XW4gMAJASFURzZHkbk6bDCVSCbsby7EhKoRvNy7Sy0iVnlQw8A/QKo2uzrnpQZ725FqQkEiK2pcrGnnazMJTjUTqzsHosdIGJtr8sfciImifUDjKROTq/u8lP5iUpWJw72iMGQd/DcbNrybgczMflrV5HbsNfZwzu5B83ZFYAwbFl07GRvHQa4Oj0n7xAcSAC4zlSHfMgTQmP+5vCfHe+Q0086GLUhEjMRayVblOc2lvmr7V5y5qjUGMdZbtn12V8xK5dWYt8gxUk7/ppnEqqKnxzCwSO2DnXUx+2pxazo9E6tYqPaaq0Ts4y5JRSMMXshRZfhV1z5MxuEwNojs9mGAMw/3mX141lWFX53tw2Rbmp1m+2SaiVWdcOOyTab3OKs866rCMi7tYhoxtk/y0C2W7LmYFUjBjlc1xVxdcIFPjW9YQBLALQbt4S5NsnQnS6tKpQGwVu1aB8+VC6qqPcyJeFVgjv/v4XvdIsFsYhUSAHaAlVLtN7JGuY5qetqth3Z5V9VUzd1X9Uo9PnADXdUem1e61FRyH3IKEKtD6Kgm5F7IVUMF8m6qycbE4H9JrHKGAk+mxybUnLWKY+823zLj+p7IVdFVFbuBT/Vurk88cQIiyD5y7QebaYT83pYHYxIAfXgoAQRJAJutFJAE2JsbdaeAumU+UcqHZ9estwpytWs+pj4BNcWs8jYvXltJMWlcJwRmEauQAOi3IHYnplSZWB2/WBIAeqtWnHZUzMosGuqGVN13Pb1rixB8CnOMe9yz9kRuuKBxeY/WbdyD3qrajSFVUa38evqnI5b+Mz4xkkNiDbmKI3Vdr1IIi51IJmgUMXrF06PQHn7hklXXxmE/5OG83t8HPiBWXaxjim9BEmAY0T1KArjY2F7u0e1ynf9N86ummBVINYup5F/MqmJtfYe1w158yXznRGJVB/2+Sox7A67ve3WZ2i8B0Luore+ICkgC2MnVu0mBPlUb1AWDKVY1TnCk+p1z2y3aLY7kj75Ds1ZB/tgQZ0Tzzz7kL9RMVeiqXliCGXNkUuRGqp5/z3kKlWzFT5mEz/X99H63B7/SLGfNe8d4dWGjspkzv/bAPsjD+V7NhfTyszkTM9SfEFev7WNOpqp5yilxQY+EAd8OvDkTq1gDjMfaqRIAV1zGqViTeNf4C3dzh/JlnNQrRZcbGZM8Pt9IAKDAdl9/TiRWdVDCwN/vGpyrytmGLqHFHFLVrFWQq/2Ial5M7hen0UNX1W4B8wsOQRbA5juatZq3b2lGHUjVnmVq5/i/y4jVfgpnru5FTmLO6JM3uarFqkCq9vnVUmIMxOqwv+WJj5mn6NoqrwX4nPh5+RvT53PXngZPZK7a+yJncnW5BWb8BClWtYwQZS5D/i8yV7tbFvLvSqqes4JzsCZJWqm5FgyuxcTq3IFtD9AzneomAdCZNEhYe3DKstsDVpO+UXaZK04Cye7SCSN/mBarwoZFd0JNVC8u5AVy1UZZ81DPeWe5XUY6omr8Krfv8/E9SwhnjlhMrAq5mmNgXghwk6ew8Clx/txUf8Xxr+v+UYm65ROVPMlDf/acXzGrS2LVH1JpP6ntB2acWTLewK9G7IEz6jBdTttpJrW+oNrDeMVGI8ThLoo1TQL4dDPHnioj4vkouqrCWswDJNNfcReXxS05Zqzysb8SiyirMcylVc0DuYocZ65iVOuFWBbwGWLDRyjoFsWqLH6lx7hd9IqHonSGduNxUMoxc5V3zish5Jfajkego3hUI6rvJYsXxazGuzSvzFXoqtp63Bwx9hdvQAINe1cekgAgVAdnbq2j+0sIVfMOSAKM+ZRmHuIswvjInsMdSqr6I8bMcXefz8wB53P84SxPk0yV5pdJwTIhVf3NddJEwtLq4obK8saNWGX/Y2IVVx8CSqrOD1GNHiQdieQfXP0I5FdwR7LGamxY9PW36qr60m8BuWqPKkyX5CW5cTxlqs6PynlGYd7AM5sVyyfUmrmKMWuIbstFbsPoFWum6nLbyc6/WCLL80eBXB0YtRrSzTPkKz9OF9k+SMOVG77K69qSCD4wavsT5Bauu/AkucBWiSnzKja+1Ut01u9Xb1ilNswX+R4Nt0LK73tTz1zlrFtem/uf7fjFeZOnSfLpPTm0NJCxarItShSrGuglFQBYHkREpwTk6gDSctZA6xf6OL6wiefpS2VSx8RhcbthK+J9tex8LpYA6H4fZorD5Gr6GxcysStuqBZiFdc1Alp0yBcxZkY9kKv9tmbyg3M4iaK6qthc7+tpXxIAfc8GuTpGrp6zPtOL+CBWh2y+Pc/3OeeHTw17iqxPmszV9HwKLR5FQHRVl3MW1+9RFkP1Vk1mZoj3jH5hpDdovidLJoTBP+xnS/pNXYp8BDZeOlgLqXo+fTxCrPJuKv8gbIel+3RftKpBgDOKOAMoP91DP32s5Grq9qjaJLde9Nj84BrHU8xgXBc+JAB6p+xxfGiUreBh8ygq6z4XMWt+KhM/SqpiwLrE3acEQF+PVqrOj8uCQNqSAJzlfESmas86sqaiDJvBCxJoJKiInFKKlxlnMVZ1e29psaoxa0Dm6jixyneAXB2zpPT+LoSe7gQGa7ySh/x4jszYjO3OxUWq7DRfDtcPPjtYTizJ8X/0ZxvXutAkuTOpqv05qLGKYlV20+RUaMk69BaizA4PR6Qj1SBXrYvUgqO2bJmkEZQuP4Srvmql8lQJLJ8B+yJISZdyJfdwwRsFd4Z6r6KiPiZrl3esVyyfF85+Qtl+2OeqLlJQXJrTBGG/I82n60iV5mapFKuSLAV/M500e7G/1WuM4SBX3YigdOwKmapDfWWO6Yfyra4/QRagQ/20NklTIlfRjyMRUDJVle4Me5TbZGZiLm7rEV6HajGrNDgMTlrh9oa1m3RGcNk2aDioojhIwap2X/YQq0aIX7NVcfUhYGhV/06h6HPm2BFCN9aoxIvUBCtSN8ShP+3QfLxTB3z2p5DHuPn5aRIca/S0TkyPydGSRjpCyUNc1wjwhHoFbOqKsHFxjb7Mn0X+Jb3cOtYrTvHYWtgooGMIT6jXukCujpGrZlz3Pyf33cd64ir+dvr+7rHnGRsvy3XWnfCpsR5pxq30hi2HD9vXLdKFK/I5l4Xi1vHntHpUidWKc8SiPoLLJHlJLAWlJ21xtRHgOWBRXpKq4mqPv/a7OmFTj6iAVLUZkJKqYbl7Sbymmu5gxVZylTPrEoOHU+lFOxRXFwGlHTSTN9wlDEfzT7i3pPpkJVY1uy4VEkh7k7OcQ9tOqr26Eqkq8Bgd7FSxCtfusxJkOhs7R5lMS+XScMAk+eRtMg5BBA0ZS7twSqxGdXnKKu4F9foYhs5U7fsi+NRwP2s9COT4rO8Nft/Iuph6rTeWS82DZlq45nv9Ihfqac05JtGjDfWO5c896aoiV/UazI6uavuGXikASADYDVKP/2tCdNgQxUGJidV0FmLL3XjKE1IrZsUSAEqqYkJ92c+8eFdd1bAe1X4rMuuGF6mlaD3HfSmpyrqqxnbWs5+4kdHW6XxtXb9iGpd9C9c1AsJRyiw64pl002z2KyZWm3OD6M4LBHgDapssHBBBw6YYNz7bEPKpOe8W82OtaJ6uvnzwPm4KWgV/D17gHQEmVcMf/+9vtlCr4lvbjJfewfT+wIqqSItZCanKfJfqQOEyc+MGDj7+r6eWrvFpEavNYVxObUWGQq8RiUjtqsy9yVqNfyG2idfJIvVus0WOyzebgkyFZKpicOnDjI8ZrI+NTqT5Qry77hXNWo2bIOOjNDX8qseldBqtWsXhtwCvGgC91ZGhIW5yVcvYrUvIu4ylm9/TnIXbilQ13x83ebh1L5lxPb7FIM8zQN5d28cWmardVlweXcacsA+fogLxvHV0m/p+lQDYYA7YaWjFZ963mItOBWz1+/WkhaxlItrYkRlqzScB4xtHV++izgtFHKG8ZyVVxeXOUgC6Cw+SwdZt69Oq3IGSAUQPtraleN9fs9ZqvMSzcHe8WbGGxmG8vWRtmR7j3opwjtdutu9K3a+MVRJAW6e2A0H1trUYmzaZvOtbkkqK8kQa/tWHfnMIbP2OcXjjya+ERNwqLjs0dJNb4sg4BLE63Pmx44M11mX/gVjdJJhNeulJ/xZD+iTctr5ZJQC2J8eknJXkaWzflq37pBP95F8NuRpH27TYbUrFtVbFrdFVHVp3XkgBrCUavioInl5WbriAr+VYLvRW7excfMWszpP7gxCroeswejLzVR+jx7hNVt2qr269DDNFO/LxkaviV3K0yRDycUwct7Le6/fqdtzaEgDtdujUWSUBYtqFj6WPNOLEWMxKj37J8S9cvQjEQorFTh5ubT5nOZIYFvLbSUds3Q9T3h+Db8GvRnoMkgBTTHrTe80MIwq/4tNvkpUZQzzetFssL6+pEtWE7fGBBEB/F8nKqiipLO6NJh0Uj7/2O6XWF3RV7c7GzDQTq9ted6QEK65eBOq4ilkpocA2wxIA2wfL2KxmnWJVrl8Nfa1UyNVLXdWtY7Krfa1x3zlTlWU1GpGLNV488A4UsxrugLgkAZhQ1c0ujFcX/dbUHIphgdpuF0igIe8yWs9bjRHtDVv1p9jsZ+PB4bTpFhMukAQYGbEMsbrxsWVs2I70UySZqudWNvJUQh42A+rWASjC9yu5ulXDmrNUkADo7wCp42okAIb7SIhVSAAMkap81HTrfMMmx6V+gPKM1q7SfZZYLg2ON1Hrv26Hlck4jGUBv9lItl0XTHpzPJmrTPyoJi8yVfu60GSA82ZgHFYNcnWE/omip9SvYiHkJwWnFW6OQwKg19+3W4WtgPuyV2xLPJtNk/M4FROBuAxZP7+OQQKg+yVtYhX9dd3PkATwY/uhnxKLBECff52J1VjWf6F7w/35WkRvu7m7FixFv/T1WFHai1V17y9e/7rvrjGA9AwgzdL9EJE2Zi3EIUsCxLFkdg8XK90pIi6subpdYDhP5m9U/7GAAmS397cpVjVmg/CpIYS2LmalEgBM/Khf4bqasja4MOkc2wVy1dYjpszYlmP6mVTdbtyMzWLb7dlyPjGGy7bk4Vjrtv+74NPIx2zVmpjtZwtMukVDY8RHCQ4Ua7KOW03mKkaMLTxo+J11xNrofJyaL43LxnpgRaZHzxs7a5Orqqt6rDWRENcZATZTrpFTlrfOp4+LJx77HjAKFitSAYDYzOzYSAKg23q7betiVjxeCPHD2qogVa9I1bps9Eli8ysZ7jGeDCCwJbmq+T+GVI3RdrYyHaPYyTFna73iAfpQKxfg6iBwPhS3HT680cVl6iBZ0+6ceLNUu04EcnWEaJDYs82YESNpuHUQjjFTFT41wyp4rxsZ8zOAC/cTkfHZMLHI7cuUXj1PCbeJzW5tXfsuQzwXorm6ziV17oVUFfNBxuol7MzjFPcnJeyBWB0gVZkWi8/l2QlYaxV6q/1dt60kQM3BiQ6TnHCd4LntW85Fh25lUI3Prww+q41m23bIrLdvJwlQcbZqzdmYyFa97DqT82jkEWZ17Ao/QtbqOMjrk6tarMqQqvFG5XHsfN+RDrHKXw5ydaj/OfvQt30Mv08JVfjTEEoxk85tf0Lmqr0XhVhd1bfW9OO03qV8WDpxR7PCTZvTwnqN1jI2a5GrR1lbYby6XluVpBIA05JWQKx2PKSZTnPi7xq+M/MdIFeHgTOL+PWO8ujRBk7GvD+zT/P+GVtsTe6p9NuiocfAZMiPfvd3XaS42nJZKBWzxiWTr+Ig2aoY+PsQZ79KBRuNy1ioXvejHDeShcZ6UjZKqk6bMK7h8zG8Q9eoa0U5P18MctWOo2KzxpZuWoS8H8tzeArHts58KoW5FSQBRvrWFLNyMAHcEhKBglRXNa1LlVoMM59e+8OhrfGyqoySTThs9MQSMlWv+7JoSNXp8mogVq/Q5CxVlgCI99IwxK7AWavrZ7nEi0yrZRKseZG6TmtFxosJjoj1bdZBov8trN/C/6SzvQ2NLVtPqtjFOnFHdm0LJuRjjsjbeZYpVpUM6VzjpIWNHhcuT/4YPgVIcs/rkmLWY9vOq5pipSvNHXx9J4jVAWJV3Cq8X5kWpEAa+rI7l+f0bVSngBF8arh3ZZNUSBkXK8A9oRCItViVy/cic7V/RqhDVkEVp60GIjJkc11O2SazgnAxKT/3lAcqZe05fSIIYrXTBUyqxikBcG0rZ0kAjGr9nsTbPUoAhZ7ECcFRQwKg2w/mqEddcFZdahf8ytZjBW/qrJBdV7GuKk8qmsE/NQsK116Oa2azItxb/D+5KSazAnnov+3hn6j5bqE3Ldh7uRBcOscGwyN/+YbQ84VQ3wMiaJwICoM9+6wWK8XVs1ZpFYJKESOTubrGWiIl+2nHGyZXYf3r9x7Pj81J2/XfvvyNcppRpjywnj402ceqALqnfO5QeQvgfsKdl5piiWVTrGpeQg+I1ZYlx1msaihwcUgymasggXqmcw2xGk4SQDNVWfQZGiW9g4LQBDeJDpmQBLBHn/B6q3xERY+5r3GEc/kEce0naAZ4opMiZK6OmEs4chXFqvpHKiVN5k2k1/b9wVnhipmZMX23a1tYbsN/3IQEgI0UMGRkioSq+aZzte7zOivl73H1Fef7jHQWlqHOkHm5UUjVROeALQDOWasgWPt4DE5a5exVX5eu3nhzHRIAV5hKsSrWVZ0uAWCeBWK1RVXHLgHQNQAdw9hFjk1BK19ul9NzVNcvVCKBzidusliQ+e91E7w5CzzVCzNFe89JLckgHatiAyhWZQNXSdV0J6G8HFCCA1cfArxlqnkofi/oqto9SgQAQk0U/Hbj4NOQtToOdiiMcrCfcfTc7zB62qnj0i1mJSNvBrHCvSfH74QswDhG3u5QweIm2TDd1VUbD0gCDM1NGr1VT3N+SVrxSNR6s+vNH8S6qsznLDthu2ti9ZwHlV6u6qX98TLsDnqr/StUFQBqMqR8T4akUnlxSJg4DBPJlBLgjMP0M4DW0DwM0wtrPFWpGp+X7qaagkx5TBq94VMwIZk+4azE6rrFmrz1wQoP0rmJKbjj44U8R+BtkGUTRh8tifMZHHX45EmcrZvTqlDk4Zy2xPeb82mUZZ0OCYChvs2FWL0mgMKdgovPV6a1qFirlPm0ZuV1dyaZqhd+JZIAPOfJYc3o39xUEoCfu2ySopmqLAHgv42pPlE5Zo7pN7N1VdvfvmtiVYFQRVX+P8tNdkuzqhpyFd7S2wuSWnr0vMvMBMf8dPEtrSX0uzlwn7PqQr8t9PPhU0MIMw3qSxdSSdWGOOSQjF3VDvSNLtLCyVVojxl7vpkaatYq/MuOl59NC+NXORwbHLOtOX/3veE6pw2+fwNidRhRxWe5zEyOtuPbFnPCyOit5vRNPvub8SkxpPuE9OpZeRad5M1fPmC6jDgMCvymD1d8qgX4CKmKehXX/iQJ4AcqS048WE7s755YTT1X9dJCWBKAM1dx9SOgcs0+Lg5OqsGBQaCLpx5izQ0bP3bjw/ZifAbLkSz1LV3mmoJM8KtzPxvby8+vTOYqyNUhr16euVrVB9n+CKaJE2NQcmpT3tqYIFddyFUnQ+m9CeRaP3Y5ZqqaL+3KAsAGLm3ASAJweh2wmR9bbL+UYq4ZrzvPheKWE1z+0d/+ifOKWemJpUpIVaytrnqxKKkob/XUkodr18RqyVU8szIyPt50JCrC6B56sLftHyGSAPMG/POEip2PJQDOmc7bf1gsLVBdVR+7PrF80TXBFV/Ltm+RqqLOJcikMqhkOUMC4LovjZq2wWb73vbVAp3iqSSAWYz7enYOzznn083PXFUJAJyssFBA2eujg1wdiAQiR9JsXEwqXJY3IT83dhpbM4RazsQaMlfHNy2QuTrXkyy/K7TgUM6X5GXWqimqMsYgAtv9bbRop5w+kkxXIVX9EIe52J/xpbK8t6hYVRePXRKrzZSooVXzclpNFn8wm+DIxWGs37FAEkAnjVzgwk+6eG5YMzy1ZPHmGrxzn9IssUjFZg65qstazl2EX9l7gDN58xqrdMqsMbVmUh7VzK+6X8dz3sCbl7UKCYDhmJYz8dNdjC2J7jn/dokkwF7sx7X/90asuuKyx/tko7QGLeaz7/OUALhEyBCrZr0NC+paECchFPqPo3HxiSXJdHb9geNzU7+N4Sg5U9Xz6eNdEqttXdX8lqq6AFNJAHhRv+PPkwTQQM8V45BO34erHuPOlVQ1X2wIjvwih59BUvVWp6BjpCPUdqb80k+L433KaT+12axwn0jF+01DLQO5Otxv08hVJVU5wyXvo4PzbH1fGYfIWh2xEs5cdTKkfdmNEyStm3KWAOhiAZ8aGa2ajVJkrU71ov77c5cA6PMvkKt222H3Gq8TxykLB+iq2mAUXdVb7+vOHRKrrKKQ/xFuzQC6I9kyxHWFgGr7VU6Sc+ddeNV/zEs+wo9xKJWWm66qDRv41JDVTNFbVaropiHkQape4mqyOffiV2wMcmjJT1DK7ClqDW7YqF+xrmruG13zOllPGO4v3oAMGlqoum2aIkv1GsM9ZaqCYJ0Yc1lrdeJPcHtnJpi5rmpff5uYcj7IBCvqrg/O5GoXG12jci2YY3aSl8ujQ11wTOI6OSwB4H+OvDtiNa9iVQOTRPkT64mqpiiuHgSEWB3HRgM8OyETQKBVryaWWRarGvOYcbsZe0K+f9dcubH8StEKKnizIj/tUF99e87i3cukkvVEpmVm+sI69uc0U+VRv+LvMNVfNcsFVxeBvZJjIFaHiFVZig46C9sNtKCvIQKxihhrQwCSAEtto9Bj3Du7LovEmY/fHw5jLE9VFVSx7EbHRngkO9ZcC4bz64BbG0cmVsvivldd1fbzd0asFnTYWQZHLXqrblkuO4vb+rlNMSv+n9bFlqQKQf/xilBtthLrwn8qfRq2CHJ1aNDnzFUmyWx+ZXRV85ePmGbNZuHOGYf7lEZgchVjlnWh2igS2//OSse8rQEJgD6M9kqqGixArg7EY5EE0NzwywsSAEOj2J4kAIYIRJDuw77lkMcybbKU/d16RmXPY5ZqrvIJU8xn+s29FkkAXY6bcavWgqVSsArXae7TwFPSLRUlczphrh0Rq3vJVe1OB9nbWG8VC9VeF2qOng5uCMquD/Qfe4lVyTjcc8VpkKv2ocmut3omVTFZusaPp5I5F4FzmcyAXB1GqT+r91JXtT3RdsE8/3v2vEBt9y7IVbutXxezOhOtsJ/hGLFnfOBTIyMWillNHmDPmar7zji8lAXYNxa96wUhVs9nBPnEUlXnL3k52aFkuXmgsrjXnE4JY0u7IVbLnepM6O67IVdBAl05okDCpDNn1nVIaSZdC9ZUDbezMTkwRPQDzjTcN6nKnQGfGliiNnlzl5s67FYqAbDXjMwxJ+YJEjZyOFcDi9Uh79LtifbFhQpU7zrMhHHMcmP++55Jn95N0Zg7a+O22eIObOh6jtzGZM/4XB5d1ri8ZzxsMYezVjE6jQc4TUBExqFBSqTDTtMdWFAnEgs2TKbq5jqvr2pIAHTdrCioLJlUDetXOyFWmVblYL5fZ+TEcOitDg1mXOxLCSAzGeIdoEKOueNqI2AGN5UAwKUIgGDtt4Sz3qrJ+9FBH6TqNV6KELBpISNSLbj6ENBjp+e4I1kKpwnjfuc6Nr8CydFZip1XqXCwHgS6uqEA6dp+jE/Bt87YKAGE+aDNX2TbD/AMhhM+9a71PDCOtzxLyMPLI+/rROUY4hsX2x67OCHjrj7XrFguzaub9Mues5DENDUXFrsC66NzWxa2Z6wTGLEnHvuerENcUXPRIUViz0FKM1cNuepgGbu7xURsLmilwaSWAIVd595FvVRyXxzpMrKyrMPown5iSzmKtfDAX50ywGE/naUqCnl1LI1p5qo6IvOnj/hpaHj2KhXdMFnO8KsuXDEsjBYG+SlahAAAIABJREFUUe8/B/kzBqlmSMF2hnECPrYNi3McXhKRTdHCMWsN9ffF6+aro4BNSydlH/LNVaN+vATN6Si1hEBmcwjTagdx3OHTOog93d5Sk2FOZ6oN9Olmu9hC87upr3N59MR7xsZrrXLP63KszW3Qsk/drZCrkTmxykOCZqvu/ToPztBbtdtCS9dPJAD2rB1qR0kX8MDmatCvDSm/92jTT8Uz9aOk6toR2RfpPWd25T6h040K+NW19TQZQFPgN13OFVEXuKM8hldFSx6y4P2nn8qufX8jmHzmbQvbRtf0RYiPBvt8hrsP+XzrHp6Vvm2E7iUfY4duKc6/lvx2/lsvf3ktL9LOzIQdndFqF7ACLpdWJNg04xiSegdWogDHAk5BrDsLv+rAIyT8jVa5rzmNZe01lq9xJvxzqoroOJ78u6ghGROrJo2eqVVcZwR4J+xIVAS2rFggn7RV2ExgZf3aPqq89qo6lom0pOu2Zoz6P1HFvd+4z5pIvuyFif6NHUk+xZ/e51z9R12aRgHGxA5xJ4UKTKat2GoRhxl+NeMn143w8pCJdtOdOF/bfos73twzln1c+F+PZXuEb0Gcb+AFKhapPeQPa7E1XiUVlzfzsHbs2XL864uBbc3DOO17zVb1SUfAtzqE82kMV3u6LhS3Zo/F/S5sXHT6h+eA0Jy1LD41W/UkY8gnmIT7iGDuGqGbHY+sR+u+Npv6CcUTj33fwGitx+jnDOen4wNzftzQN/PebCBQ0GBanUnjae983OGUU9sawdkGNNUXTvcrcdhets5+1IIfbv3+gaaL1sv6/bIAzFV+Kpm87YHfkPqzBKU8Lagk206qRU3HYFa7ba8pqS7KRh9pie3M+I7pX77JLwrOeN7kzXG/VEo0gQC66qTTQr45ILnEq+K2gOWtA7F6jSH0MS1r1FpngGUTjNmvlFzFdY1AcxYO4AhJ2CVSQayeLeacrXo5t2WCY7HcQKauacjVPduRbmrxBiCvrzBDvjb1Ugpsiw+14NFCVkgrtIUGlgQIlctSvOHxH850SOTdVNX1gyvqpPDU0Q35A1y6Lteuxn2BWKbD9oLPQlGZC/B4AGPiEFcfAhxpDkKO8QWSw2YlNZWhRvpEDVNsBn7V23tXC3kumpJoP6/VbMSeM9JlifGqa3dsH3o+40ySgVgd904QQDqvQQZ4D/XezGlsZ0dhO8P+hTGrYXFkLjgei3Zzhx6RbDJV+8fyquZzFwCtzybYrzhzNQQ+GROrvILnzDpkAQmZ0ez6YJFqD7tNnkLrhp3IJcwZiWSyBHwUuoIq1rbB1YMAZxteV2LEZLF3qNeJEjJXlYCXHfjmH/iWBYH2cSYczR0zE8SdZsRCBviVqZiMurK4XmpJNepW+ZwxO9vf3xF7TJ/vObvQRmCMnR0VclVGfJBAfZs9+4snOgMUJhWZqv3d39ZVtRpIQUdIAljRUb1V/5IAWROrClclC9W9X7q5gfxdux3wzk7frg9sx4aZLkT2jg8Thwdkillpn0NvxiEIjqERqaISqYdUmZMVOP51YSyaGaUbOpeXsj8wneHZ3t5jDyQAbINVTSUTzhYPOmeu+l+Ipb8+UWK1T2c0/W8bjyfIVB3AqMmsG0JREn8wcFkh2mdWLxtESYSTFb12Icf/ZY48vBkhq/Qap1NszsWFrJhg9XllTawqUDzgV5K9ypOmvV2NAlJDbuzv+936uy0B0P0FJAEGJ0SSXbfPGZFm1OGohX02qJqzRgLgyrNw7N1KR3Mhqz1Ha8ly3uF47TZe6bxmdEIN/xpcqLpjnc+dIICu+9KQgaypKnF3IO4ouaq5dbj6sOTiuBy694MPJAD6PeGsAe5O6lTMcMiJ7/3Yj0sc2dNmoBE0EukInFi6Mg9NaDpcFKsas6G65hQodz8ce15OfxdJgKrwqre6A2LVkKvHXZqV0oKo/GoLBDpBHtv1AblqxU+C/D7xga7q0PDa1py1T5L3NGGcOhlRcnV/mxYoVjVmKcYmbH7VbKfuz3TGgLv4+95iDzJV7QSQzgKHSVVZSTQ+dZxkaXu6mYnVfZJieyKTXSxa4ytTpO72oL8Z3zR0eX9O9+xprDKSEKZmBfyqY8k1J/HeNryFm5WLV0FvdWCjXSUBdHx3j1e2B+6EWD2Tq3s7DK92gp2KPgfQOTJrY7o4kudccbd4mMZdO9RbFVJVdlTT6KL1WmkAORerGnv3niaNY1hc/p2LWenYtZfLkKoybO0o68mlf6+KVdmniafFKZJW7cjuKe4gU3XAw+qaDhPHcZZlq0AAWUGVzMPMYzgyVUdGrZkkxZ7issu4375nH5IAnPLOEmITg/JUMBO7/3yy4paKGTU9QK4Od7iM6Xy43cNya0fEKoPKu6mcuZq/w55sA7qqA8vP66I6I66XWChesbm7Ile1IBOOA/bYF2ernI7/u8dZTKbtvrqfzFX2KxSr6i6kzL8r0eyazXO+D74FchXEar8NaKLF9JH8XMxqxTlWUq+qqarGM4CT+qRWY9ubXNgAvOzFOZmqXTs4F7MSej5VMwnSbkOu5rdxoawF64aabNUgAKb6UNFYuaGyuJn9BZK4IJmruPoQ0GJWy7HZGbHKbDQTq/mbldZYLJH1Y/ERLVQ1NZN3n0fencOMFInL3bdQrGrYHtwkAPqeAQLIhixnrubuV6STaWQpXBjBuRhM+z9PWGiKHiSuIQRyjzuQAOjvfe53rrswZz2gxFpJdzuIy/OiR76SAN2TAyBWwxCr7puI8yw0xV8Z28t1zBLZwrKkgmuZTZjmpNiX09tcUlmwBMCyC8WshvHzUcxqd8Sqls1lAoiL7uTrufyFWjEOVxeBaRIAfb/GUtVqVZmTqzW5H3HfleeJSzSk6kxyLNfJog87yD1rFaSqnfw5u9P8+Qp8y+6FOWPDc8CZ4dhH2Ir6GaZA4BJ8pPBFxuuIpR2Y49FlSAA4WIUHVkyPLvN63WQyzh//HFqc3C25jVtyxgab6xY7ZLaKJQD8+ACKWQ3NB43e6nysd0isMqAcrPOeDiGVfsBxnHVVbc9A5urgLCRLclUPDEJX1dbzBptlKta5TRZ9ztZzJVflIC4kAHpNRRfx5k/zJ3o850Fy3b7IVWSq2vvbHP9f4lHm6TwbPGKv3QK2xh13fWifI2bYZ/kiOcK2cuWnc197Slk6uZSsJ/jy4a0r4xH4dXnMl5siZ0ZeDd3csRomVQ+zdFWHzK+qmzVbYBtN8fE8ZnHm6tw5806JVeZWTdZqit1ubzMyVYf7c54EQPeZIFbHUFb/yudSUpUF1fP5Jr9fYiQAlgOUx2TRL7onao2JtswOd1eSVbfcbsIgvs1T/RMRuniBb9n7MzdsQKxe97X4FZ+t4L0cj66txaxw9SAuiSwm8TDVOH+WZDlbTarfEspKRQLSq1dpSxV7V23xUF8X73NTzwpnsSIWZDEnbD0kO8fbWZNbVhDVJZXlfF1V2yvZo6qaTzX7HAknf2C0P1hCru6XWJWAzXIATfXKaLt3SsNUVxVnv/ox0yn1YQqgA/eCXB0G0khueIJ748dUJssZY1BPT7A8gl/ZkdxIDn/mW5M5wurvmVs8SRdKTKryhUXqZR+cM1X9Bhz41cioNTdFYQsXGngnilXZweH4ycSqz4v9ilcTSFy1zL1Z6znhI93tjS6MVec+PvXpiZzx61jnrNW07cdnrOk+K3ViVTZ8iwJzwOuOlSzVQopV+fUr8yqQq8OeWVUFHbmi1UT8902sNnqrc6qChgyU857NRFZJte8Z47zGRPgrk/buM0CBXB3saJlIp5/HcdJVxaZ5T3drMa+pA89YgAABZENIlxo5FLNiMt4snLBYtRGrQjuPuYv731HMamTISp8aA6k6RKrKMj5I7oEuUvMv3+kebNp35iNFgrHKRqx6HKc6RmbIQ1EN8jkezjPmqH6V9lxZZaBUXzWc/UTVYa6NqQsqSy5WFRYX1lvlku5h3+L60fHcZ5b7xyOP69MW/7smVrULNbMu5b3m00EJz1lj8Zj48pb4kQDoawfI1aHe0azwdBerSv74zcZcbs2xPEEOVcpuc4jBP+0JY9g+KsSvUr44WxVZCt0eDJ/VpbE4k8TMIA6g2KQ5ZuH4f79JhJIAuPJfIVf55BhfaUdov86l82RexIePcf5aDgmAYSzVr8LM/659yxSygl/19UolmXWJEZQoVmVxsDC6qjZvht6qPc6pJICOXa4XiNUTuXpMcip0mv4HIjdcDSne+0w+ckhyLP2szHD9ZyZD6S1UmVD1fcQ9HM4bPLk4iDpSyAUkyFVbv6YqCaCKWlT6kmTZwO4DvtK/tqqdaAr4Gck/OkVyFZmq12bXJsZ4i9R9aTTPhIU+bGQB5j0h51+dC1klRwClRlgFNqNLCYDQXnX+GJ491JwWjv646uH05sooWmpz04JuvBerGgsJrLfK6RrrefNYi+L5O88H76RCpRs6IFabvhOFpMSygJrcE8kaC3K2KR67nt2SplSBs0PMflEGR97nf/vwL3VXOy3yWUsEwa/sPeuvWNWY3aU3YRz7Ih9/1wyg8pRd5zbg+3jzsmfUVIluVCrtXfa1039tTkCE3AjkVuVzNHc6xm6/SC3ugFjtJ1YZF5VOYQmA8HFHCjVlIYLk5ifT7lKtTCl0tEJfTGub/e6U2urrm4ees2amarcdaj/VqdjRGt+byjuSGbPY93HC1mJWByoDyKuN2rBIAoRNlBltQ8Q3HCuiJil8tJUgVtsQCbHKmavhJ1+jPeNwQzNVTGqC4vBZHm8Joatqax4kAQY7rmZiNZWsVbUbPeKO6xqBdiZveIySmSxuYCq8GSiEQfRjlu72yoYFJACuLGX947FNf0ATYHjYSgQfSAD0dyP7FW9RrF16QPVWIQlgnS1HXszKnBwAoWr3q7UkAPpaUMlaPfzcc4Mp3eJXxjxf1vNKDamK9dV1X9dlU7Aq9Ma6za85BWqbdy82/BUeoHqr4y8CsXqBkalknkbQlmxMBCeLla9JqpomgFzNgVwVUlWyVccD6P7uYL86tLBZB6SYJ4vb2gBLAihlGftlxisUKujrKdN/6/jTeZPrrHkYu/1s1b7YY0+b/AER1LaS83mltW3HzARN9ura70/hfTFXMwex6mBBEzQHHZ426ZZzTHY/njvpBQnfHPN4ZbSnC9FWTRjkIE1nypklALYlNqUqSr1tG4LA6+GhbL9MrqqP2Q0YxOoV2HzMgGukxXuJzgzv+0BX1dpJ4YpVjdkFyNVhclW1jGO9VAKgTRzG2tIt2hW2WNXYF8U8YRxre+i/FyK3ETe5WhW8G4/ZdL8trE2stlpxyqwLbaVpPj/2uAMJAItH1TySb6fHqHqrlJgI0lo+qvPkKQVB1mpZ+z0Yry5RN4RCDNmikAQY9gguZhWL/Z5y96UuQ1oyIKvEHZFGMaTq9nNk1lsNr0i+CrLeX6LFrIYLwIJY7YWdM1fjLWYlU0WQqhGSqqZJaemJeo88Aw+MWW8VuqqWjtOAI5pIWxbzip3gWNOPrt7VEKvbT8lstCEkAPqQWatYlYttwr/sKMWKTVnGnALgYnVh7tlKAqDva/joIGaE9n6OqZq58XP4lW0uyJPBeGJOrHE5TFSb9tSYMsKVWC2pwHjV2amQ7SUqhVTlgq6RzOBlzAK5avM41lplctV2gVi1jh8s4xunJAAkAAYWQDLoby3AjKzVoSlAnOQqEz8YSPr7Tf1JSdXtB35Mpi29FGXWan3hV7FkUExbooS8O6ajjChoNTZuhbSEqc9GpurAwsZsNEWQIW+yVuM+TzDV+vzdH9N4DgmAkX41m+z+un/2k07+lIgO9uwPnfnDmPxKPkGO/2+/fpgJZ7if1aUQq7FhozI2WBPbOn6omBWIVRuxyv9dJAHimQ4pXWckAML5eapP1p6KZdcH5OqgHUVWzEqLVcWzEx+XDzZ6xRFlyUc3aYykw6Q8VEQLjdMmICbUJwu5LFS1oQTAlc2CWB1z41jiDopV9fdUTJmq7RbK8cEx49rt37ePO5cxGUeVu6YYkwRAn5vUsp4AadePDftXvYksgClWpbqhnJyx2yDX++FFzXzObXSkqmksS7VweiF867r7pEBlpf90r+INr//RmiQo4epFoL6T/xxDPNDNQpA/NksVbcwoesq0EH5ljSpC/sRBPqNY1VDsN6RqXHEnFoIjvlEznmJWIq3REKrIVD1bii5yzL/HMLO4tGL41rBXb40PMlUH+qdWdf0Y93EgCRCvXyFTdbxviogkAPqJ3/hmY3G0aLuNC/WrA1EZ3zxny77h5a/QlScJgC1bM/xu6K3a8bHprRZvfOLH67rivdR4MjNjMjGdREudtM0pOxEmiHHGGEGHbVesaujj4yAOI+ieqyaoHABf22GkEY8zVbEj128jja5qpBPqrQmOGP1K26S+tXXmqkpr6IVxKx1iVYvKxGvdW7ds67gDYtVuAaaIX6zxhufwFZzL0oE1VdVGmXVNRl+sdrN9zNPZesz0WEyaolv31+X7m9JRG4zppxO24C0uukSJ1QOV5U1cpmJpDZOrcQpjbg/fmVw9y3opsSpiCpxdt4HnbY/LeAtqmQ6N3xfojkoWytAnscGrNAJnq8Z4bUccxojGVZuajYut2lrTDY6nWME38gjxTqe3Jjm2stvx96okwDY9p7qqOF3RWd40hEr8i3cQq2P+tVXcgQTAdc+cCg4VMZXVsVvQUbTrYtJWHrP2tf6ucad7LD/U29s+DL/qR1kTINJJPNgqLoeyUd/PXY98bopVNSdsIQHQ6clGAiD+uaC2W06f1TGkF/r2CD/P49MoRx7YmxWXEKsCnIxoUAGywizYbLNQRbGqIeNvjipvRCG4uSXI1UGcNiJXIQEw1CucbRj/Zg4m0vY+NNlbbjHK311Kqm5D6fr7Cv9P2krnbPqX6Aa7Tgyn/3ovv1g79oD8sVhWs4GU0mnTY63qg7i6CJzJ1TVIh3ZMXuN9SfW3zMvTIVUNj5HOOLuuNaw9XvE8sDTnEhHqWp1daLGqSE8C2qxS9VbjkoRb14Psb5MClfxPk395IlY1KFVN5moszY2nHbLDLJmra06HdGBDUZ0Bg45OV9UalrBKHXLnlTPmT8WqkDjS0ysm5qQziK49aYxnZBqONyKOf5LbWGd2C2I1futwayEyV8dwWjPuQALAHuvKjYqzjNlH399NISCcEbT3p8FoDr6uvwGpOkQUNJIMCaYamphsCie52kPu9605Vkmec5nO+mG1vpdM1RvSYl7pXXUjCZBey8O3WCUBeM5c0AWxCnJ1iMBjilOJ5zWWp+ccR+iqDkynE9v1QebqoIedClqFDYLSC7JjiKsfgfglALrtXnPSmJrVFKuNWVqsCpk/lxay1tFW/3bZbOxCE9IK7VpxB6TqdRcYYozPVqwxJ/ftXyhmNYyoObbMd/kcU9rx2OdzfdvHls9TCYA0yR/FjQkOZE1Y186cMe99M6o53sLFqnBiqRd61lVlYjXlqxJJgJRjQzj02QPu7uprYlUDEhOIOAPWC/9JbzVs0FYKDotUuwukIAHQ1/rttHrDhRNPT15FEoDt5gBdVWuXtYt5pbVcXYvk8GTt6z1GKmWHH89NsSosVq+JVV1npOVPRgcAU8FxAiikM0MCoB9djve8vEtJAqD9JapZV29YvSGk1fp5dghNSBCrI31zmiqkNl5deBcojIFuDuFX+joueNv84ycEZPQUlkZgUpXxSfuzqvog41binxGkE6QwmdFYvXiD7GbgoIoVdcHm2Ih6++2b8/IXwcmGrOYn8JQ6VbcGuWr3LfaAMPiob5lsTL9+m8fTOOYcEs3/0R7Ygly9vX1OEt0frphVoxeIo18WOzCjeqrj1TZ+lYRTmUaGYp+RAX5lBibGi35fkWa26slsZMzaXsr4wYPXR+huYaVIsAHY6fJTDEtLV3XIcKvTaZ10x94QjnmSS/CStdqa30Bfv2e8YqaipKI8JJ4Ffv40HnWrGlmrNt/sJ1ahtzoSyxrypzm6rFUT/VzmsHiqGhx+UBh+SpOnsMarAr0DkgBDwPKmjupC+r5KqhLVtvGNxPXz+Bj3IeHNChCrozbSZHiN3jfxBpXWwOmKLmzpSgD0G8AWmxYTTXG720NU+mqOU4IAuuxWk6maQeKPfJghVkPMeFwdIk5i9Tym+zi2jEzVkXWVHP/Ph1RtrAeZqwPd7mdMb07vglS1TJzS1lW1mQ/IVbtjWYlVHfBRzMoOHe+mctaqGYxcpzBjpCEkAIYRaqqV+4F7w6eAXB0C3z+5WjSkqr9NkA2Nx/OrNQM8lyJ5fiaL7hCnkrHKKwy/e8w6oa5AAPUai5IB/Kc8Ys7afuXugRHd6SFz9SQyBb+yMfzJHv+3L1K3zVyNmVjVtehyTUhDzmKjwmKFkjntM01o+7is+11bbllsj8HwOssTNjJWlblMdbx0mtH4LaVYFSet5HdBb7W/TweJVQ5IkAQYDEtEQq4uv/gwpUYlSADYJ5+MT04BKsyR9+XWGMETvOqtapX7tA8NhuwTo6vql3YL2eKxZ69JAiVDrDagqSSAH41wmZZDAmDAHP3gPGbvq/1dFt+eFmOrNXrFF/nKXEUG+FWnnSUA8qyNIufgTkfWVrRZIoqdWNXaH2dJkjnkKIhV2z6FxvO0i1UN+4sQ89nRxv5ixJyNCzMPELuRbFV/7cnhSRpvbqjM4CSgtT9qFu7D2rqLzzCxajTroLdq93PBho8uL7tQrGoMv1SLVY19F8hVe9D2ofOsdsNHlXH1IWAyVfPDZy1yNTViVfJSWGB9qUMUvGGx+ClLWxH57zMjVhu01/KtyDvXwlTwf15APiNTtRdXkQBgwnkJthEblOHkt5gRpkCsctdVwjwzsT5/3Fny24jNZ37TTqFqPqbzX77eLzFmDdAYHFMlmcXdBk5EtSStLPPJ9axgxTfVBRXlTdYbFjrTYb3V3CREltnJKLEqj69rqjxlZi5rbpy/VkkAJlfdg1L3SySbbsFkIU5kfLUqV1LVLMAWLMJ8QRzrcxZu6mg99KbQGbNJuFoI5CUBcBVTVzoCliKxyjPhJVMhZKoOLFK8FISIO1BhkTrSP3NjT2sOCAKog7EQq3H7xdLWSYLFBsWs4idWDbK1kKtTfAOZqmOxiv+euWM1EFSVbltMsZ+lPp3G76cXipM5YFECy94ObnRVPYtvxWpL0Fu97Bk3YrWltzptTyNWMwjQrvpu1tB0OvkjE+p9DG5T0Nfj241+y5QfJnUv9FYHu2sGuaoUqh5RAZ3ah64hVfOOO2sQQOkRq2oPKgkw75JMVWwEnsDr2ln+C7fpC7F5lpbwr+aQq5AAuO7wBsfcSdUzddhIAqxo+ikRq66SAN3igfnH5GkGc8JnJ+QPo7PGfHBaL8R1t+IzxvKYrHEtdivJirjOCHDSQsa6qrauruvSw9ntPAzJmViVoFQdlx1xygMzy1fw8UrGZ9qlOiVMACE69SF3yjacTQFM64+t7pZiTTABO/wTyVXNAIf2i3UQNLpImfvVGpPpVInVuZIATKri6Fcf/5NXsarhsVAXV3O4w63G2NXfO1VvFRIA/V3UZIDnKgHQO++t+QzcelvCKRGrJu6YTFT7Qv9SNgDE6iVSprjOkpOWq8fUhS/UkLyeXy1s7uo/dyGeVQKAM1W1JgOI1W43HfLWVR2wyqrGmpvhmUSsihOBXLWaVU0VAzRp/8+k068eQRN4oeZTNce4E2jv8iZuoa61vNWrPOG0k+oyKWp0VYVcXaV1ib0kX13VsUVWiI5Kl1jVRYZbzrJmMSBTdciCTGzaT9BxWYiF8Llknum6iEemqrVLNT65jPvJWMVoQw3ptdaMMB1i1UA3njEPCYBhM+PQtCdStY3GuViT0CCj/rinG5zGdClWBdwu7ELGeiacb3crj6BSNiBXJxOrUp1RyFVcXQRk6Sl6q26TQOiq2m1IEdSjBvu5IAkw2NcOWauGjEdRHQuSvL3Mmbw7lB5xmjDOCDZJE6vyvTWVDkOWbgJCAqC7QFNY9jROXSCgtJcrgTjDv5L/iQs2IFavulmLVe1rBtgFgWs16am2sPElPWK1orpJletmrnb/fb+x2TYHNP89rE3FHrcxZg2sv3vHrCYOlbwux3XF/9REpZCqmsm71wvFrGZkrMoyjAkOITlw9SGgkgCMj33gQqbqsO3UuyNVDR4gVweG++YYj50FkmJVOx/YbPhpPeV9kqon73IhOSYOazkQq5IVNkKuQgLg2jDGjqNONKUEb4ckgFOnDcUdSABYGSC3bHqnHkjyJsmsc07VmP+J6RGr/K1KroJYndbve85UbSMFYnVgpdWMV23f0kh0YPZwmsHt5e76QGV5s5evHfxOjstczp0tZo/WMiNjVfEEuTpkV7zNzJmrfZfu+rDRYSe1H0PNOtzzrhjI1Tnkqi5AcETFjt1h96Szmzj/tLlR+sTq+XtLWci3p0OQABgc6UX/0dyxxynkGR0sVAcsxUasIlMVpOqg2UglFOLM1ZBXmsSqrEStkplYX/XFZiY6Go30kAaVyLN146LR4t0lBTRGrrJ/NZmqzfF/+FUHMwnRKgGA64yAEKv1PrN3ZxOrSq4eIQRt9STO6r3eazYhHPokNuAacmz3gxzIVatrWfRW6+IglBCuPgT2p6tq27bxnbSaE7FaNJqrbeygqzoWUcIf1R1rwfZ/bwh43861/Yf5bUEbH2SqWrHVXBdcBgHNAArHrqZMrOpa9GwrIH4sfnPCCJ51Mb85rSdyxWWu9ntDOXeI1fSjst9+lq2KgjNV/T43eZz5NIGcHmXNVYnSXj5pUXyXaWr4flpIrHJmJh959wOYF9Rjeohgo5IJpitFIABHle2c2W4lAPoggdyG3Z1N7NE7WDoCuqo2tMwAt/eDlWd8fGbX5USs8gq1vcfMMnaSv7rCZCSmoXusLXpErj2yj/1iJ3+XDCCSW4++AAAgAElEQVRc9glOg07Ln+Bbl3FZ4s/OtVWv7Yezf+TwexDnSpdYbeZ/LWbV5k8Ss2cbVnsxvqAP5vzUvHrOb4218DNEkxabgP0O5DrHmUvKmMzPefzb+a3T338+zj9DH78hVZWzMO+e3oYLzI2vTn1Mmx+e7Qv+B5bQpwmCBPwVHsqxtizvUeFbHmGq3ZhvlWJ9asaht20XEatCaEBvddhEL/RWuWf3VOV+mvfqkn6fqeP9SGnWKnT8LHYkAzSTzyVV2KwYcDZIAFyD05roTgtTV3e7EatzZwMLGzfz52XNS3gm5NNqt8vnziGy+oh4EKt9aI9X63bpo5D3LFb9WkB0SO1AQ/C4fqThQ1zv796XmgtfyGvM/ei8fmfmgLognM0qnEDp+sDd3RPugC2xJ7O49fANlw3WTWOfG6bugMR/p8yUedNruenE/7GTWqhr8kKquS8x7EkvTehmJpwVm6pSfIDSdfdJeiGcqwVMQYfyhg6He7u0mMXEKiMJctUeJyV/o1YZX2T+DOFkCGeE7UuUfEsCbI2v35mdDGZc5R7DvcW5WAKA/4QNi2u/mpbBa/Oc29tnj06U/Vr96Ot6b5ji+SHyWnweB5qDgM9lwTkvcwqqc1qd2m9EPf465VA6PwYv2BZPRQY2M9QLyHm2oxPKdiYRq4tdKEQcOM9vQHD0d5CSqyCAuoS8IQ4Xm3V2D+CMQyZVSyENVTEBY5etm48gVk/QlEVDqrKG/A7nO16I1TO5Ojxd2jTubEouyGgmn79sSrHk101AFENfcs35dUMOWpqv/3nOc5d8Ryq/1aMLZ+Jwvg2ciYUtsNaBedGm8Gngah/naLTHnB5svnvJ98/B32SZhKCrxu34JD4/fuuu7vCVoXB7M06spgfsHDtP7yuXtBibOX3oARWbTZ23cZaMP0ssNo3fgljt76elM/eh3r+7e30axtFppc4pNavOLLDaBYmS/KiAjUbm6iW4RXFApqrF3pRwPmfyil81WasBTTTZRxvfSvYDPDWcfYozVctivwXIvRGrSowNTRhjWKhtN6EVahE7GgOuq8W+cHUR0GxMJ95wd+ApLjqg+dfOyQlOxJ6mNxt23xepyk8FsZqTp0z7FmwKGryAxJjl8IHT87XNJttYG2P5u480hFi+ZUk7jARASFKV25cisarY6DHutmudsusWprEs6beYfyuVP3getPPlliEOY+6rrdrWxqY9VxazEVHR7biUrTBxee/eJQFEV5VJ1fJml5mqxkY8EatjpKqLSeZ7jxm/QG6M9DEKoXUA0mp6Pkmg3LzMYMPEKk6p2HsXsYexacgfz3q8+RGrO19xTQiSml2H+U/4cgATOiXCWy9JVROLsDgd6ipkrp7RAbF6aSlmPlOWnBV17UdsO0oA4eoioEk+Dbm6U3hAqto7/pwB3l/QC5mr/dipfjrRfiUBWFf1lg6H290T7x6IVSwqhieH/ROCnY5n458txb5waVlc6GKOWYIhVvX4V57FdsYwcPk7iFVFaX5VYDvKeRGrWIy6+FPfYnXfWRyQALDZDXRV53iU/mbP5CqP2eVKc8DUMlb14MlwwSHGjzMzsX3R73/Har/eZSPk50eqfH7J2JykNXo+SzPCm6OC+Xy2ty/ZqySA0VUdsh1vIEf+IBCrATvItkQFyTFCRUvm6p4vkKpDvT+UwXvENHrQcfYee0Jkf+dDrIJUXTLq7HkJz8U5cV0jAFJ1uVXslf4JnaXa7pnUiFUuxukylisJhNjU54WMimTX7Qwe6KraY7IhnMd8C+Tq8Li2N3L1rKtqipAvH/dTfsJCYhUZdbbOHxurMNgPICfg7ZVcZVIVWeBziVXeSRXLQZpCL4T7jDt6XHtssjh3IAexOhe5vH53HvP3EnzkUOmutbTGLFglAMY06cb+PvaWvP8ux7pFT3MvfqX9CWK13655jsfVyl2vqtrrWmKE/Gn05jlzdS8XJADsPc3YKLHqdkESAOSqGacOh4cm2Y6bhaV71wJiFeSPlRp0mCfvk+CY4Ci71VtlIf59LSBcrOJUxGEEG0gCjKO5x9gTclGeB7G6n8XVuIfMv2NvWavIVB1YqK5Mjs232jR+uZeCVmtKAJieTyVjlbnAKeSP+T6Qq3Yfr6imPXDPIFWH4nxBfJR7ivIIslbHx032rawT5muiw+E+HQ43yGZqmcMCYtV9x3Dc/PK6w3WJukeCw72npfyg++1Z3AlSdXDon0A4V6y3moVNhPmIPcWekKQq9076xCo8xaeX7YVc1e0/2E6f7XC2IbZHfXqVWlpdV7vIXF3belIhVl0lALqWB0kAuy+aY8tZE0BcrXxCNqbfyBX/0xQbltdwb6tZQ0BvdRiznMnVsryhQ3l/F2Oyu2cQzSRWQaraQJ66zNgTwTHFMPXePZGr0FX1RaqK5dRKrLLGOq5+BPKPPWElAAyqaROrU0cseNMYAnuQBMC2Vb8VmOFmHjHmcNRpzPgy//se9Fbn2c6yjk+DWGU5n/lrT5CreyVXjXQEFgO9m4DFYZK0Rv+mBYpZDXFCKmezLEbH9muOxTeHhxpSFb7V7p8ZxOr8gS02w/Ddnrl+kz/BsQBpiUa5Z66CVLUOSo222rysQ9VbneuXC6w2mZ/mG3uMJl/4AR/EajLmvmpDc85cBbFqNyUfBatAsQ6RQLlqrm5BqSrO8ROry0hVY00gV0fI1Sq/rQtIAAyMVQVnqboVghtao/HfJJmlRnmLPpzyK2ZV0M3NQ1QW7pq8q06+N37ZRGIVuqpD/TWXwMmX3PBk3ZnrrdZ0mHQEwxOqyTxmHqmqn8fkRu60/NKOzC/+cI8vmyxOwTRNYnXuaDUFmX3fmyuxCgmAIVLVBzkGWnV8np1j/PJhO/NibtzEarNVIYFnyUapZo3lN9+Z1+d9v+KZU5VRMSuQqkO2cZZHWLTGaqVi1tUS//RnxzE+SZJ8skhbLehQ3qPycLsoGsfYR8vbxLP+wxQpAJCq45O9+d2Sh8PN/37bL02YZm2tPHMPka06OPRPEf3pfRDnVjG5muNCzI+/ZRd7eNe8XG+CB2LVjx3m+JTcyFVkqoYmVXU7cBmBlKMnnb9Jc+o4vuc3pm9FrcZLrBpS1d94jqzV4fjAvGqVCQEEXVX7yrosNVvV16V+Bf21MZ4obd/SImc3N/d9mU1Wz5GZSXkzhVj154BZIelxepcdweG1o3PUWwWpGpZUNU+HJMCYK+YRe86ExJId+DGsun9Pj1jNj5CY2mdr3q/kaspk2ZnI8kdvrNkD4d/l4/h/+Fbm9YbUDy3zmGvGqa0IVWMR8RKrYU6egFy1xwI9tpx+dl1R8ElAjFjXPa2yGoyNb3yUWGXbyWus8fU1qUsCsE/dHLhYFfjAXr/iInDsV2984scdXADZqjbHcgBvkk/mQXBM+uQJN+dFrtakwcn34DYB0Khv9Y1LxRpAmGdZ+zz92LOuBIABMi1i1feIFXUIiaJx6Rez2jDv9q1voMf+w+/T77/2SXryTW+l480j9Kznvi29/QtfQG/3tvFkTZQ4FLe6r6VOrJ63fbeflMRJrBriJwQ+kAUYXNM2WaupzhZAqtrDsZKq4eTnTnIbWGxddYJAkmhGONvNobxPRXnAbKfHvdinqGw4nXFiFaTq0IwxxMCTPsERco6dC7lays4GrksENIuDg9M5m8MXRrpbyFnCvp6Y13NyiDu+yXiXHgax6oLSvu/ZkJr0APw2rX/6lT9IX/NNv0i//h9+h37lsQd0PH3JPfpD7/6e9KF/+gPpIz7s3enZD3n4xJmPQKbqTOA8/KxLrLYzQD08PugjTFu3zlQ1HxkfsRqSVD13LR/Llb4I2ttpPpzny0dhyVJpv56sgK7qEKnK+ITP5GWfqirpjVSMZ9V2ppa5yv14ONyjsrxdFadkXsabFZyt2lwjGasgVdcmVc37ciA5wjiFOWeQzGjfAwNI1T7bOC+MePAPZD11QdBXt2ObctzZglRlJNMhVlOOmWHiwXpPTVeddIuWP/iFb6O//RU/QD/+5IDNls+kl3/oh9PnffYr6Hk36/Vk+03rEKspy0iE7ZdUs1ZjkgHgHoqNWC34NFeoSWDLJCEJMOyfqRWz0uPtnJgRaAERNpwFfvqZdF7BtaiueNMC/WDrVNnUCdzjfh7PxapuqDzcA1HeByjHHCFVz7Y+QKyCVN2KVOX3pkxw+HHmEfSNmEv4l3l+A3RVxwANTZBBEmC4B9KLPZxxwguxMcsK8/c0iNU0pnBheiiep2ovbGSok2HYKJOr/m36lv/uK+h//63xBheHR+lT/96X0V966fi9vu9Yh1T13eo8n5fKEvWSlI8nDsRFrIbRVbVZPshVe0xIS2/1rB2aZ5Rb8lUFcbEqM/cIvcYyLa1ErDeeOLcEwRC/lZLckQvScrEqzlYlzsoMAULKz+Qdip4McBCrMzp1rSWqOhyyFfq7KEVJAJCqY+621oB/FLfCMDG02Bjrq1j+Lr24YV/GT6yuNWLFYhFxt2MjunIGKBu1tHo1fesX/H36335ND//XxyMdq+qc3SEFFJh84b/e0kd96d+lv/r+6xZT4KNxGD1mmFTAn6RArvKcvoyw8EccxKp61BaFUUCujpGrTcX3gP679NFrHHFf2satfm+wWWt91f7O6qzhs9XnR/1ekduI9GK7OZQsAXA+5h5pU1dvFs+Oi5LnoddzTwuximzVoV5a0w2qqkJxIzv7w6qZqzvU/Beuc7xpfvu2/SUP+mvppPFYVm1Ixm2L9PjbY99FbX+BTha324CKm1hdc7QatyvcIerRScCwhQSAAvNG+pm/+bfoi374cXryqSPxkTke5x/cVVQXJd0KqVpQWRzo4We9mP7GP/5i+qi3XxfSpkTBui/F20YRYHJ1rTnEaGM6N8Smq9puXizE6hakquKAYlZja96Y9Vahq2rvPYPNFqSqWUfUlc4m0pj5TI3sy+6PVW9VdVW5WNUN+q2vizu6qhdr0uviVSBVxwaYZW40/dcpkRzTv27hL2pJpl/4kDV+DlJ1DOW1B37W/4Heqr1XUog7a9tMH1ogVsc8G3/vInAesWJcamwpWPAW+o8/9kP0z77uO+gbfun19NSY6Rzejj7iEz+aPvPTPoTe6+3WyVqFBMBYp2z3dznjJQUwt2vD2JtjzHXemljVPgtfVGesbziRBQRQP0qMDBckiu6STTboqvb3C0sAxOBXkAQY8psYJQGYVOXN6+02u6KLNNIgmR2LlrPdrzoZqyBVYyNVTXtSIDk2c4PoydXGr2Ke7W/WeeEKVbl8kuZCRbwKc/mIYPfEffxL3Wn7vouXWE1hwymY8Ub/4C3pyyFwtstUfYJ+8qv+D/oH3/mL9AtPTlnBF/SC9/to+vIv+SR6+TuEP7IGpbG4XUv9Kr7YFyOhanpyS2KVE9Lb+o9bWhckAYbRZ8lMPUEQywVdVXtPxEGqnjiMije9tjxbFovN9reDNy5icS2jqwpS9bqv6ua01NDubYdYXWfHP27z7m/d1kMJiNURq6ljFXIBqdrXc6djcRGQzUysbu3fccbEZokaKTgxZKtyv8VJrEbaaXEa+matilEWYJtoeKTH/+Xfo4/68n9Lb5jVGwU9+z0/jr7+az6BXnJv1gNGfxRXpqoqisZM1o0CGvCGGPVWY+6rLYlVsWKZB26/ScpOZeQkAppn0o9mSYBoCKBONe6kgfXc+C11VW1rPiFW65gjoedOmPA4raizvW8xmXpzeAiZqld918y4ypvRmh4tYhWkqs0HYlmimt3UWAiFCTEj6K2isNjosAV90eSHc7GqSCaMk9se9gcxEas6oG1DJ4RF2d/T4ymk1wxuERDyBl0Qq/7sbI9Piolc3SwK/sFP0hf+V19L3/FbT81XTb99AX3i5/z39KV/4UVBKJq4MlXPB5ZxdPk6ahjaOZbM1diphC2IVZ1TlE22alyRnyUBcNkROFZbbl2YOeD2R9xjtREmx2IsOKQcRhFLWI6u+4yUzZac083Nw5DW6LEMiToiqzHOlTbEKsifIQ/b0sjb7ULWan8vmX3umpdksWylSlOhqzrkVzFtEIBcHZtjaFGQGLJKYpEAiJdYjWXEGrMp/J0RiEUSYDNSlYge/5Yvp4/+u/+WnlxqEs96BX3Td/439LKbpQ+6/H1cpOpl2+KIyn7xXvq0uIjV2GlVom2IVc470EJ0MV5y5D2q9UQ8KEnxVybJNmqSKcgUa6G6jWBpXssSADfR6kyDXB22DpGn2yjuHMr7dDjw5CnOmLypX0mxKjct5+KNT/xEDRDt3bXVwGFrEcjVEdeKRm8VpGoqpKppJ4pZWaOO/GGjsf6iUTEuwuLKWI1txNp0KpTMy8+9tvaENgJa9y2vpv/nb30lffH3P0Z3Dj324nd+Fn3CH7mhX/75x+k7fruT/FK8M/3P//zL6L/4Q/5wjEsCwAEg3HKBwHb0DzcjflKVW7kFscqJBzGO56f5IB/LZVFRXFcIaGbdVgQQE4duBMceu05IVSbG/A2B3mGUPQskhVtx5bCz9rjFuqqlFKyK2HC8W6LrAwvJVnXdrSje+MS/xshhwTZWYECuxk6u8qA2ni7u6tJ53bdtsaoxLGW3MOYZydgHrPD3beIPVw2O82RFPMRqrCPWCkaZwSu2oTi3FyKof+MH6Es+95/QN792rBMLesX7P58+7s9+AH3Iuxf0mz/y0/QPv/E19ANvav3u8Pb06X/zC+mvf9jb8XkRL1fM2apePjDjh5jF6ZaZbSlQq+sTq3GTqidyVY4uY1y1hYj19VZRrGooXMcqAdBts2atMjsPEq+vP/UEpZE4DD9AF1QSSwDEvNEVHoX+N6gEAGeAu9sqiNXESNX2gL+VocX/3o23wwpOpcdkrN9O4iZWuc2yWzghiMbvD35buM1CA8TqeC8i5oxjFPcda9OcOlXc1m6e+qlvoE/+vO+mX7N0zeE+0YsevqU/+WdeRp/2Ee9Dz330GXrn079E3/wlP0Jf9pvtHz6LPuKzPpu+9NPfm57lgVlNh1SFIED/AnVd2zZjY3sRBmK12zNNDngicyxT2yLukWOb1umx5RUJIJGO8BDYt4Er6FuNPMIUAihogxwezhnhormK6woBQ6yGHsF4fDocHopSkzcKsxAJgMOkpoBYTZRYleUQdlIHjH0bcrWO/HjTpOjg8eaYilWNfZZOFuM+SjP2DaH/vl7s4fNCcWe3bJ+xGnrqFdqa8HyDwHqSANvkx/b19Ft+4hvoL/y1a2L1lohuH71Hn/zR702f+mfel5776CPXi4+f+Wf0+V/7OP3YG/ikgf7zTp/4RfSNf+1l9JyFOqu84EhnyQdidSiKrH2sMiXLYdzWzFhVYiwdzzJrrfXmPGmNhxJ35Wx32HYb4jDsW1J9OssjKPmTFLEqy3SMXTarC6+3yqTqLZXlvcQi8hp+ysk8B6KJpKr4IKQArjso8Pjg1SIw2A9xqzzkr9mbkAAYNu74s1VPBAfrRyWSUeE1oDg+bL24E2+mqoEKxKqj0eA2JwTWyVpd5y0uH9xHrD7zuc+kv/JxL6OP+RPvQc986OHhx7zh5+kH/sXP09f96Jvpl54ieuEnfBF90+cvI1ahq+rSc+ndsxbBCmK13zZSJFX1S1QSALks/f3K3FjIgjtMFqZrO6HjZEFlcaCiTGuz4rzWYi3jNNseumc18oTyLS1ydnO4l9xG1xq4iz76BF3VdptArHZ6aE0azodxrEdw+Gjt2s8wVT3D96ouUzmzbu1vjPt9XW2z1HZTQa7a7Wut2BO7zWxLrIaPbXFHmDxbF5r2LFbdcBzuowtitSB6+fu/M33BZ34ovfQ51xmq1idVv0O/+13fT5//9W+gNy0kVkGq5ulTDT22wselRquulbEa98mTMcOAJMAwQuHIVeiq2pE/YxP7PNn2DbKOkKU6Fs82jCRFzPOuDmdj3hzuQ1qjF/T5pCo/DsRq4sSqTBY9O9zYBCOtv68hCYBM1aFBU3eb0xw0ebDHZuoW5KoeD0rBbrYjVkGqpjUWTWktU58hjsjFIwFg0DAaq79+Q/S+7/Gu9KV//SPoHR+apmklzzr+v/TPv+BH6bs/7H+gf/RX5mespqOrOsWecG8bAd+Zqyepo0QPVIaSAuCliU79TMZh2nbI/WwyM9Oc0YbDXzLreNTyXO2dCaAU5oHhkB2gVVuas6ljVDV6q/Cr/v7mQnG+Ls7+PpT3JSMTePegyrgs0HIGsdrC1J/Z+jJ/9+eAXB3CKjS5WsrsMcQy2N0C4r4z1UGfiVUREcfo02tg4eIOiNVxj055xBr/OtzBiRy+A08VnXJo9cv/kj7jM7+Z/v1L3oX+6Zd8FD3/Zu43v4Xe9BM/Rd998+fpz33Se9IzZ9Q4Aamat9f5JlS7aKWXq6pfEIpYNfjkdIwbmav2GCHkalWL1vXcKN5+OnRV3UhV2bpINHnl9IUsJwG9VWuH+5MEKOhQ3lJ5YBX7VEesgPOUGcWqruYB0FhVSHJYooYjOQIa8WqPDkSuymA2YwW32ndv+6LkB3uBr6DjtjBG/3bfsSclu9kmYzWHESt6s968gb6J1ZgkAE7gPvEr9G1f/Q305j/6wfRxL3l0AeZHql71M/S9T308feSfe2di5bApFyQApqCV/r1MsnaliuZ+VerL03DEauNVqZM+HcOoKs9pmXMNL8Lf8czkKATZ0os1INMrdLb0q11+L4UVJavOB33t8sbw95g1hEgC+DCf8E1e/Q0+yNVDeY/K8jYr2/HWEexPHjLkkbGaCalqDMs3weHNYGN4kKTS+5wQQQJgrFtzGfjVcvKZxIz129S/+4s76WSqGozWJ1Yx65xqnynf74tcjZJU5bj6+K/SW594nA5eFomc9vLOdHjRO9DNBGZVFqrZnTnBGZohv/eXvZo6rRomY1VlANLWVbXZD7JWh0fUM7k6JwZxwVK2G5CqNpS56FAua6vuN4rcRpV+TA015+Rxa+6+RVnc0OFwb9Ex91DftfVzJVItlAAw37B7YjW3Jao/gmNrM/f7fqbEpK9FAMhHrzeZquDarB2V28BfsSwA+tva375iT2p2sy6x6iN2+Y2teFp4BJaTq8ufEOYrazq+5pV096Y3enz821D5dn+Ybh91D9YsAcALlnyWc3MIDY9dkMijDLk6P3M1D4sJk7GaJ6naTmLxNedJxF0mNZM1IafLQmrcKrkaNxIZevE2pHNq82RX49FNC+ivDeHFOs+TVgLNJtfh5h6VhdGvd58fufZdqvfJzK80mznLv2LXxOokw1yO9WpPqIU8hNP0A+5LEkB1VXH1I5DroM9Zq7nGjWW2rDFn+kT68q0p2s16xCosb5mNpvzrZXFn2a/D4nZ83a/R3Rsf8/iSR6l47nvRvWe6jc+QAPAIfYKPWiIJkAetGiJjNY9iVWPmjMzVYYRYEmDarIWzVZcVjhnrs7T/rqRzivPkqbiz2oZkvU/9Yeb3G38yRfTcPregm8N94kxnXD0InEhVP9YGYjVTK8NO6lDHLiVXQaoOoZv7oM/HMGqQ6h0T0EyDpXEnRdsBsZrpIBrZZ83NOY2ZVGWIqzc9TnevexXVvnQLy+dT+bx3oduHxztQJQBw7RmBqdRPG6tcrMd3xiqTY/u4NLuOSQ7EkeseF0kABsiRXeX5335sZ6qHnDN597D8kE2LCl5ls5IpequHUknVFNdXU71k2v3M3HOm6sFrotxuiVXHOD+tjyK7eynJEdnn+G3ObEkA6KqOdUTuwVvmiUXsdMVYL4X7+/S4k56uahu9dYjVPYxY4WwynydPjTsJLPjrmo5P/CbdPfH7Hrrpbah49rvSzdvwQmL4cchU9QB3Jo+YnrWq4lIgVi8NIGdd1SFTRzErOzpMOo9rQvL8pmwkADIJKp4/g/Uxi3JfRCPI1WEjciFXz7qqOuPB1UKA6Zzixiupyk/fJbG6lyXqdIJjZy43mVzlRS3vqCI4tS1F7Uxx2Qs00Fsd2keVocU5ezV1fwpPrO5lxNrZ+DPzc8/WYBuHxu+Y+epwP+PNqgdvprvHXkXVW9884z33qXj0pXTzto/KGDQ2DoFUnQFx5j+ZQq7mQqiaLvWXsZq3rmqvC0hCJmeuYpy2hQgXclUlALC26sNQdFXpwMl1u7tqlpNAcQtrv0vVGEvs4XHq5uZhFKuyBW7J4vXvVLsjVvc29GGwHxqHJkoCoErlAJj7IVUNCCBX+8zBRFgQq35mwHsbsfyglvtT9Pjy8IRwam5rFJg9/Xp66nd+dXpTbl5Cty98Lrkm9PAyFRcQ6CIwLgugdpOb9fghVpvtCgEnN4TGfQV6q3aMTGadjXs2BZnGUd7fHZqwwtqYrD+7P7/iHuccKOxb9Nu+1PnqLWbFuqoPaVGmHcbjsUghhKoUyfN/gVj1j2l0TwS5OtAlEq15z2fkAqk6CNAeB3yVjioIm6kDE+qR2VAOdhM2YxXE6lho3uvf7Yf8Ezj+b+u06gG99dW/QEV9nNCtB6offh+694J7I1SzPhKk6gRod3irRtzLuGvm0EJyZLhIXU6smpNc+yR+jJuAXJ1OroJUHQqy+ylWNYSCrLWEQdzhgOTwydeSAAUdyls6HO45/HqHtxgt50AbFbsiVvfqkyBWB0P2aMTWZSofcdphAHL45BzIMYfP7L1Fx/okc8PmfvLk31mPqWTiUOGI1b2OWJNNbJc/uD7wr/8l6WHq+GZ646v+Dd3eu3X/jupIT9//AHrGCx8aJVYhAbBLV5n00UNZqzmSqgzOXGKVx3ad/+1QAsBiVSBXh8hV1Vs97bcXBZW7KXQ2KQw18mrqV3teY503LTRzFVc/Am1ylXVVb27upz4bDNTVBRUHzlQNN1PeDbGKJapdhyOQ9Sb2WPtZg1qWa/s76u7SgRjwuSJsQ6yGi9MuXRHtPSBW53QNRqw5qO3tN5eSAAlnqnLHlY/S7eGWnn7s/6O3/N6r6HCPj4mQxQ8AACAASURBVD+OXTXV996PHn7b59Ph0Qd0vHvzYFILslUZT9VEx2VboBp8mtzVhjzMlVSdS6yes3iZ/PGvU5eqfSqxavws1a8I127G5niqywBCvh9pXm+escE6S1FSvVX+Xxi/+uzGJPqwBEBdlKMbzeG8PNIn1yQF8uqxyqYLmw9idSGAqf0c2au2Hus/a8CkKga1S8zaNoTd1GbA58qnWFxYnMtMhs5/zsmn/GesglRNbVzdqr2XOaqJE6uHd6RHHnqU6M3/nh784P9Jx/Jt6S0ves4AtE/Q4ReeoEde/jl08+LnEBVP0lNvfQ0dLe4DUnUrK03zvX2Zq7mSq3MyVpng0PkfSNWuhYfLWo2BUFq+MVM1GuHFEuonBiiChbZLYjXYaxJ78KlQMjXamEtsYK6GWyEacJtdw2snrtx5S1TaNqWnJ4hdbhKt/eF6xsjntcbacxfE6tqm4NMIfD8LxOoQop1iVtBVHTS/NQKUb/sP9TxIAowj29apG787nTtArKbTV3m21Ew8U57plHS/fAndPMwkzdNE/+KvUvXzT9Ldi9+J3vTyl3YyDGqiN7+abn/pN+mh176Ebv/y/0T0XO7Zp6l64jforbfX6x4+U5ArKTbfpucSJHPtzN8CaY36SOa48qXdKN26nS0xm8k97g9Lftrd3RPTzOiUkckLeb9tmdaQeO8OYyMN1osgn/9jL6JXvMxis6FSovJsa97c7ubGwfEv5tgjkgkNg4e1VuPnHP5aldznW/KyuBGu5+e1SzhiaRTPnw5ELK8h/rEVQvO+I5dfZU+sLnGAXDq5+x0gVwd6VkRcmgUHduJ7gTK6Whjsu/CUxDvxiDkW/5IUl6VRtT0RX/KwOWJNRW9p0pvboay6Kd8Ly7GjpUswyXBZ0u0Lj2gu9e7T/HeKWTT3nj97CQDtF8dgb0e6/Z3fo/JVT1P5Jz+a6NGmfb/7LUT/4P+i+ljQ3Ts8k55+4bPp+Iz7RMenqHj9k3T7O2+k2yeeS4cP/nSij3zf5kdHou/9Gqof/SN0fPF/QsdnnGkAYz0zYM/6J4KQL3PKDikDDMf9rt9slaUZxmePU4lV4YZ0npx4nnwQq5USZ5kWOlsKmFjNaXOgkKPdWEtco8rEqkomAB9Fh71KZUdgL2d7OSXeyv8wVe65qPIBpwmWBquZvwexOhO4tH/GR3PnZivE8eVLd4MHp6eskSSToqErzATXFd2tj1/VdYXBzdZZJ2X+gd6ctdtuDv7OX9Qtt9olTzB5va5WnsZ9Nzd+iFVTBG0JwmkgNr2V59yW6b/N+RfGVpRCTIchK6qayje+hm5+6EeoeOXvEr3fpxB9zJ8iOhWxPRL9zNcSfeMP24/dvejjiT73k4luTQ8fiX7wbxB92xuI3umlVH/Af0rH93guVQ8XdJRb5sfNPG2ICw/l+WXevkocrJ35kydgs4jVFshzT9V666coHmRisNCqVMK5LnpFZ3+14GJWV/LfahRnsplvVRFVeYYcZ481XEXJhGqpmZiyp4NLEBB8JNZ0CzKVRIxXQvPCXLq0eOOTPz3NRF1Ig5DoOKc3M3losg9DNijNZ1eznU2j/NLMnU1FSsxme0/XnQf/ZkO+5572btl+s3+na7Wk6SlTW50CwTEt5J8RWDbDM/RGbgO9P2JVF/FzcmmnWmlK95ucqGXWl9IXu7X1HGna/hwvSkJP3T2g8rd/iw6/+HNU/OKvED3N1v4Mog/5r4k+4gNbxCpPMl5H9F1fR/QDP0t018HkhR9J9Bl/ieg57e9tiNVvfXVzc0n07Hcj+s/+BN190DvQ8UBUgVw9AVlgdTrsaO2hXJjDfI9WLiZWdejCJdmFquY8lpqxN7BMpmoXF5wmsFuCSAKYU957M5jme+WEJGeqigQAvKprBjr7403j643jc9YqgvOa7jOdWF2zdYvfZcjVxQ/K6gEcrIVAxI5qq181PClRqv/7YPR/gNOF/RspgKycAh8TEAGTi2lewdsy+UyQfBGrBh3e9JpLfQfsxI0eXcs+vGiyAZSePugDJb5JdFHf0c0rf5EOP/ITRL/z+s533BJ9wCcRfezHED2z+4lvIvref6zk6gOWgaiJXvjhRJ/+F4me1b23IvrBLyY6Eautvz/8TkQf+Kfp7hXvQg9u48NnbecCqTqE+KVgx3mk4mPLedrOUmJVUi0wT5ZZjSFW1/bpFN5nO8INcrW/90y25pH9a7eSCexTeqw9z+g733ON33CRbb568SluWJh2/kvwy8kIZE6sClXWZK5OxibLH7AjIiOqr2ubXNVWRjYHKQ7l0HOxDfr63zGfzjJUePwopgo56pjBHcTqELhGMAE8IlsMFPy6tnJ5/L/PkuJZfhze9AdUvuqVdPiJnyP63dfYD6oc3o3oC/5XohdYFgCv+0WiH/5Vopd+INHLXmRZQfwB0Vd9FtGrbZ5TEj3zXYne9/2oer93p7vnHei4w6UadFXnDm2NX52yV+c+J77fLSdW9ZvkJNtJPzO+7wzZIj3gjvXC1XjVHFUeyzasIAlgNU+jt7qntaghlQ+tYlUh/Te1Zw9lqra/RZJYRBIA5OpafbwDYpWzEPeeTG8mPXqsAGd2+olVtZPLS5RLsNvTG49yrfK+VvDdx3vMVg5PA87EqjIseQz0vjNWQayqZ0ACoD9C9EsA9I1c20WY8sFb6ObHvo/Kn3s10ROPOSj/PEL0l7+a6D3v9zT6aaJf+0Gi7/5Jonf/WKJXvA/RQ33k8WuJ/s7nEb1m5LuL+0TPeD7Ri19G1Z96f3r6eYddZYgjW3WJX3Ahq/wkAUCsLrEJjcilFNaJZ1NryRf5/K1KAIyfUDoTRT7fns+zjjXPiHa03S4ZuuxTnK0Kv7rasJAdLF5DDWPD6/RacFQpBVyXtLNZbfjEZRfEKgO2d3IVhVFsbnMtAdC9U7JWUZnxCkBIAvgMxTk+qysBcD01yEESwDexalDa8+kCnS7uaBEx2f1dsNluEn37fV9Phx/6zWlf9ef/IdEHP/fyN0/8GtG/+ddE/+5niP7d64huXkT0QR9I9F6vIHq3zr31bxB9+d8YJ1ZPb7hH9NIPoeMn/zF6+uFpTU31bmSrjvXcpQxA/92GXOW/budjY18y5e++iFUqKqprluyY8vb075XCOnv7aIduM2sEV0IHkgDDoN6xjB9rju6CINNMS9FXdbC1vdxynvlNK0wFvdX1LGQ3xOqeyVVkQA05FEtFnHVVbXdyaEeVTzuOp8KE68UuvClqBNpbObZpkWZ6tGuERP1JlsaFI1Y50W9/9KLmg0ECYCDaTnCTDZYk9WN0/8v/ERVvmtBMvvWP/y9En/iezY/uiF75r4j+1bcTveatPQ96BtH7/+dEH/dniZ7ZfOObfpboq76S6LEJ7y2eQ/Rpn0dvfbf8/Qyk6gS7GL2VydU8Tlzwp3ojVpvRPFMp2l6rEOLHISNz1KQyvWEqCXge+TcYuyLvA15nHTNfbBkt2VK0QVEErmuSpgLM1N0r8atGqzZyM0++eTsjVtkk96cwehZCwEB1FaQcZSIk6R7i2b0Bbz87qMnH+xU+wOyntinBIWKVm9SQGokWKApJrMqG4K7IVSPDP3XauIJpb/wKNwmAvkauO+7f/PrP0s0//Q6ipyYC9v7/LdGnvoKorIl+/CuJvveVRE/2karNc4uHiF7wh4k+44uInnskevV3E/2TbyB6cuJ7/+hn09Mf+zw6TvxZKrefeh/V34b3Kia5SSMHkAmD6I9YPUMsM4FJmKbiUaadKmfEUmGYA1/3naAzM7PyPAtIzSbCt7eqa+KqBble7EtlcUtlmc/Glc++0vWAKa097clSYJDJ1Uxk2KZ9/djd/lJ8dkWsyiLVkUgb64JU/r7n46SDfcS6I3KDO9GOYlapWH24dmICPY6t0qQuR5Uvn+VvWBtvo887QhGr7eVbzhPpdl9ojJ1uOz77M+5nzcVmrYXYkW6///+mww/98vQQ8K4fT/QXX070az9N9EPfQ/R7LimvzyL6459C9H7vQPSGnyL6lu8g+oOJPfiOH07H//KD6OlHJv4umdubHLC1TCAZXDw09JS1mja43onVnUgCQAKg34emSgB0nwJJgOHYpMWs9J6Z3LWH4Of/EWI3dKDycJMxdTwPN2UseJy5mfeA06+4wN5BdFdxhUFgd8Qqw7gXclXzc9Oe8IUxe33qHDsQJSUc+wnZLVE/G8TqWPe0t3L2EXtCE6uMuJ46yBtPkKrjvjV2h/3va9nOm+n+V/99Kn73wfSmPvvdiV7+fKJf+mmi/ziQqdr35Hf4Y0QveBXRz71u+nsfeTeqP/mT6amX3GRI6bMe33RIdvULs1cxC6c8iln5J1ZZDLLQOl+ZXlJYR6iOjD9yQd9NlQDovgrkqh18Pi4vc8JUsxF6Pk3XViVBAqC/3zUFjLNNPcQbJlWLaRqt/z971wEnRZG9v56wkWXZXWCJAiJBRBEUEwoKgjkgHgqKoGL2zvP074k5J8x6Z86KAUU8FTFgRKKKIoqSJcfdhc07of+/qpqemZ3tnp6ezjNV9+N3dzvd1VXvvXpV9dWr7+lwBS57Vf+gykpgNV1QzWXWkRWb8XR1kg6oKn2LXG/hdNotJU8neQL/8J1cumbp4vfYZCRQr0P+Ra5KauyRrj2uxm8Z9bgVwCqTC5NuJpXYEpFvo+T0GhsP6UaqJtZqwKI8iQEKdSuR+8CbQNBNVuoBDr0ETaeUZxgdAI9UNd0KCXJIhpTL+VYNB1ajgicZqc31OabrWOYDFAAyAuCwo/Fmf9NAXky+KpBXFssLwgKnCDUAXR26fZyJLFkViQLnJSaB6OGUSO5yGeV1yCAl4CpLE8uLsRLIYmBVuq5q1IbFWMXoq41twDOxZ/rkQt5OLVlVsu9wSgD9WnBfDXT35L5mW9Zio5hAyYUXQ85kLeu5FcAq81zSv8xaCDEIPtPjcfWYo5F+xzzbERCEb/4seD/+WU9n7Xm3/QkI/uMQBDJok8GTVaVgSvqDU9hH6O43vcPEFFpp+iPmAatx4jG9F9Z8gKxOOPjTUtbSVeV0eVXltRchlhIzADg0wTxZMiu2LnQrrspAYnY93eP1glOBNzcUKaiCRKsaWxjfKgNXeTFSAlkLrNK1EB3QmRYDxK6MZl6vjDJ7Aqzqlw4FVyklgHkbVaN6zOvRL4EMT8SpX0BRr6N3PBi10zWgSylWYRWwKu3fRXLFMsW2ueEx0hu+tEumKSO0LY0rveNTuZ1Cww7kvPsRhD82uMHsmrex7aEIn38cGoszwxKplvkONYkdkiv8EkmhAeZKq3IvuGo6sEpmrKjrMc8HGaBJlSoIqMrX/YlCYiOJ3VYzfk/Ej13VVgcS36r59m/wFwgoTCgASKSqh3GHutk7GCwdaVRFIlXNkAyha/FSCgZe5LxaejLPamCVTgUZlsyK86omdw+iaFzuXylylU4Gbj0uNMmbZh4XKY9YVTYVo6JVY1+Q9qluwAasBFbZ9iVzuLOlRFXpLV9Mcl4OqNZ4CoDETpkh8QD8X78P7xd/OECCWprgAbofh9D5g9FEg0LcG3ko9Vpwg+PUoiKnP8uBVRUNsZsobkZNqFegvKpm+E6nG3hq7TNvH8TBVSUNkL0WowRwa9SqBx6PQdyhqZmpK55iFADkAJCsks30OgJAQW3u14wyjKwHVjMNXA3xwaEwNvRTAMhVLC2zzFtQGDXUeT1cAmZIwHhQlbXSPZQAVgOrTDruv5XAKQDUxqMRkapK3zBnES2I9fD/7114Fq+V/bBEZ2F1fIQyd7MAdDka4TOGINCewfzsWatbqGYLqf/OKQBSl5XxT7ozmZXZEauSnKP4s/GCN7VGDqrKizfer5q9B+J8q8omTvRAKQHcBK5G+AsIBYCUCM7UQeyyymPrEPPXIpS71cOTWRllIhxYlTbxBlwPN0op6dYTpmCE+YMw3fbZ+Z6ZkckEXDWWV8hOSRn7bYlk3exFl7Gtjq+NLKmlZEzmfcW9NdOzchOACGUoxGmysgdYZeCqmdCbuXJmM5U58J65LTez9hgRhhWaNUn6Yj1yZrwOz5ItzUQVFMMIhkhwhAc5ZgpRpu7GxgDCfj9yPfGQqRfofCjCpw9HoKMUO81edusmnoOqFhuW7OdYlJGbilXAKhtb7nP8jFfV/ZHsRtskjaqL8J+aNJs0a7Jb/bLRcperTwJXrfiW3m/QG40Sr6rHy+gA+K3P5rZOEyMazavaUnOS7EXBxykBZA1b+16UA6tRQZoT0ajXAaX2PoE2yJLais1Yai1yzlMR9h8TgXOJb1VaYDin7/a3JDMmTPfxfpqveTaurID26PrCwa7NDmBV0i/z++4r7HITL4kSYJ7GKo2aqYFG5Mx8A54fN0W5LBvqqhEQCpCb77UcWG2or0cwKMJTWIACinn5gfaDED57FALt5SXuxk08pwBQ8ikE7LSSd1aKXHUHimgdsBrn4cx0PwZOLQwAMoM71MBG2lQVvVdksWzogTJPZqUIAQXDLgApqf68NErSJW7AkhEWW/lFMg+QsWXVcpDmYOTgqhGK5sBqnBTdmswqkzj3jDDqWB3mg6rStyS+VX7q1lyDmQGsGmuVmVGbdBnd7GURicMnMeHOLXYCq1LUqoVrL92KkCgAKOWemxquu+fKFTQ/urFSKNLICqGxag+q9zQihBy0bl8MX0MVKqoDzdi9vDk5KCwtQZ4/FWGI8P/wObyzfgCamlCzYwfCuWXIa+2zHFitr69DoKYOKGqLorwCCD2PQnj0oQi0ka7+xy8EA2iq2o3K6iBEfz5aF/sRqKpBQzw9u+BFTl4BWpcVwuMA5yTRscn0JhVFZcczlp+PuocWwDpglZmam6JWPZxXNal/sHrP48YDLysdLOFaDTk8ApRe/SfAqqNX9lZqLc4vUpmYzavasm8U//IQvXC+VXnNp76A4MBqggTNvDJuxjAlqmb/HLC6N6ODuuq0NgqZUwIkU1bqTkmXyvnLlkiAXf+3QqdWfEOfyOwFVlnbSeSqOwqnAJDTk7UUAM1bUP/zbDzy5CeYsbIeuX4vPcbw+X3whANoEj3we2Pbn2BTE0I5rdCxZ3+cMfo4jBnRRRUk9W76A8I701G3dDOQVwJ/aR5ySb4ECw22vrYagd21QF435IyZAN8xnRDytIQhq796G1Me+gQLanKQ7/MAggd+v4BwIATR44VPQlEprUEIgWAIbfYdikvPOw6jDu1I+2VH4ZGqdkhd5Zv0nrQ7ro9bDay6BVz1EG/Iryi3MHQ6X9FcZDY5PHqvw65vO9DXxDWJBloRvlUHNpMF2njgoZGRXH+JKmI6IysjK1dHia0gfEmcb1XP8OHAqoz03AOuxuANPUaQee9KU4oErFrXQ57MSl7W7oxcdT6oZ51lx3/JHnZPp2rDTmBV0oo7KAE4qKo0Xq2lAIi1onrO6/j3o3MwZ3t8OGaKXiWvBIccfBguuHQ0jumVn/QljxhA8IVHEFy+B14/AS2t3TrU7alBMK8zPOMvh/9AFm7bfOMpYs/3b+KKKZ9gUWOK/Y97rDC/AG06Dsa/756EUXtbyyDLeVXV9BUhglR7zJTf3UEJYAew6mxwlQBA7JCJl+YSoGt5j/3UCDxyNbllBmkyK4fRAhAKAK8P5MCCl5gEGI0ji1S1dmUkrwUBXogengUhXRvlwKqC5EQxjY1GulpI8z13bKbT7Jzu1wioSqLqrC/0ggM/jWsheMdN8tabRgZ80SoKgERRORVWBZwArEq3FpwYpUA0KV3/59vUZC7AYu1VL8H9Ex7Bi81zTGn0UV60Le+KsTfdiKsOyUv6Lt08LF8G/LIUeb+tto4GomxfNPXshdDhAyC0U7DAtbNw8aQ38U2Dxu4nPO4pHYyHnrsKJ3SxztJ5tGoSnTli2nB+Miu7gFUKrlo3VDQMbpKsisOqcgIj63gPBV3sLzxZs7IOwqKIME1QYL+epBbQ6/+cWqPl3pgCqxKo6hCFEUoAwRnj3DkWnFpLOLCqICen861yXtXkG1S7QFUGIgjwcmBVVkEcXE3NMTvpKTbNS6CPdFhh3+QvtcS+FjTXjlOAVdYqlojHYohO1Vyli3tO0Zlqgy1/wGqNVeDrW27HpZ9WGmIreT1PwOtPjcf+xeqC8wQa4P19KbxzlwJVVUBDfTTBlfrbqTzhBfytgNJOQJ8DEDqoJ0JlPkpeIlvCOzH3nntxyYfbEUylepVn2vUeivseuwRDSg2oTKUKHq1qvoz1foFdl/bQhDtOLXYCq+SExTnXuhkS77UgG7dTbUFlZ2V5sqrk7WFJ6Rg1AV9dxMuK7LWkMAi7bY0lGyMUAARY5XpK1AebGpx2/Z6A8l4OrqYxeDiwmkRoTqUEcGPCkjRsM41XmHtioLi9q1hOCaCuPjbZqj/Hn7BfAs6B62KXpp1iOk4AViULcWLkKgdV1cavDXPVhk9x6bg38FVArW2p/u5H33PvwMy/d9EUIOPdsRHeJcvgWb4aqKwFwkH2T2uh0RVewFsM9BsIcb+9EdqnHUI5KawEVr2P8y+bgXl7tH5U+fnup92Mj2/oS7dKZhUeqaoiWUdEq0ptdDYlgK3AakREzohcFRn4o8mLmTXCnVNv/FByGjDGKQGS2wnhW7Xn7iZrF9vnCRA8hALAKat2Z4ytGAWA00BVST6EZ56Aq1xvWiyGA6tqazN6ndyGjY9Cu5y4cdZicOY+a22yKrW+eASBTyRKdkyHlMP4f9QUmsW/MzZnJxSnxas6gwpA0ox0pOSkCCDO1KQ2bqxeXzRi09tPYNzDS7FNrWlafi8+AP996RoM76xt+yQt2YWGBng3bYWwaRM8q1YBlfVAXRXQSNDf+IU98UU5QFk5QJJJddgH4t5dEO5SjnD7fIQjaGaqUv3r0asw6s0KLT1VfTa/bB9cft+tmHyANlmoVhx5gEeqqi3co4JKVaTmP+fgZFaOAFaJBmzev0vXlG1uhvm2qPELki8lexonFk4JoKwVAmzahWKwICeSbN4PgWScT3VSdqKRmdCmMMWWyEGOg6/cEzoAGsHvzLFvglp0VylU717s0PxxuvtmSAVOowQQRQFhbt/yuqVXH+yPVpUax3gFCVcTV1iiwmKUAHYmlohvlaPCWwzxXcZUEh8f7yw7dgrE6qSIVaJzJx2+eSKHks6yHGNGRrq1NLdbG3Ya9Svw0k3P4PG5O1CXbifk3vMW4vATL8VzNx4Ivw6F0y1GSIQQDAOhMIRgiKU5jk6sAs1aK/q9DFj1CRA9kt1r7FBgI96/9i5cv6BW44vqj3c6YQq+uK2/gVsmaWQ7izdPXRL8CSIBFgUpgKzhnVacAKzaSwlA1jnkqrKDAQ4bjYZ4HqfvY3jkqtK2mO2KSU4Wuj608qYg/ZYXHpplnhdJAtEpgP4PF8iGRq26oJ0OMbEIsCptxxzSKsc1w75ESPGi4KBqcsNwYsIxDq4qT/ZOu1LkOLdje4PkSEectCmULtLY2yanAavSbC5pzy4zIlF1fJuaTPo2gKqkORtmYeK4t7DAMBqAWB897Y/EjBmXYF+/XVan7buhP2bhtpvfxTvrjRdG/t7H4fVnzsN+rbW1KdnT1NPxsB/jBGphTdL1cgas2jtnJXbbEcBqJDO2PbgzT1aVdCjQsxxn2axce/mKQ1mLNJlV3NV8K1wfvbPJeVVbiJr5OJbUkKzTnT+y4vlWeRCS2tiJA1Y5uJp0C0RD2u27DusUEmo1g7Lnd2dRACTKgDhNyrnKI1dbTjAJgUj22A//qpwEnMOrqqQfZ0zwTgRWpdlcilKw2sI5qKomcZtAVbKKWfAUjrpqPnaqNTGd3/1dMOW/t2LSAXnpvG35O7s/ehhj7lyCDWZ8WWiLyQ/ciWuHGoescl5VFUU55RqDmj3RnbVzjp2cAazGhGY1uEoT67gA3lAzKyN/Z0OJ0XW5AfqR+s7B1WTgqjUoBo2KJTHgXh9tjJvsx8gxpLhzoRc13Xa93kNvCrHifCjYCj0qfSMKrLItqn2LfTuFkOq37aQFIBtkrh15TTk1yVh8a6VkVtQlcYA1KhqJg4fLJFUvZNVzdsc7aumnCJEs/m1ykE4FVtm2KHYFTItE9TwbufDKl14yQnTCOqti+t0Y/uCfqJfaJ7THMQMK0aq2AotW78a26PmxB93bFaHAG0JVdQ02p3RbPgfDJv0fHr+sL9wArf715L8w6rUdcZryYr+jBuOA7cvw2do6VDeF0UR+bdUOA0tCqG9sQk1dE3bXNqE6BX/Td/zteP+qfQwZC5xXVcUrOeOcTd110nZKyaycsUHNZmCVQqp8Ta5ot26TDacEUHZBZL9FpnfCrEPBTrPcj0gwOD8HVBNUEaMAIJGqLjzK4Xyr6vM7md4Zx2osPROH75LLzQ4QLxYra5YXTMlWHPmQnWC3VoFI4KrbFipa+8mfd78EnJOsKhVZEkoA+87EnQysEumxxAXWzB0cVE2yqXHE4XUYf71yD8b8dwWqpabm7YN77xiJ4zs1YNWCP/DJ/LVYsKYSNQUlOGjYYbh6aCG2rtqMH3/diJ9W78SqHbXYVRtAXVBESCa1Z96B5+KTp45DJ+cE5CkoJYylN16Mv33RGPd7B7z41pkYKNZj7cLf8f7XqzB3RR1y2rfD6eOPwSkdG7Bp3Vb8uGwTlq7diRVb9mBbXQiNIRFBma8UHnoFvn/8CN0gM6cASGUecNEzzcBV0m5r/LOShBwFrAphQBToYanZhUVjuhDgMFswcfW7cb/Co1blDYTsl6XD9lieC6ONKTKmvF7bgh2M7pFR9VFg1S28qrKdJn6Z0TvwIicBdrqbQAUgPZjCUXzWStVavlU7Io7co9owpIhHN7SZUwKoa8lSYnX15mTpExLxiPkbG2MEHIkDJAfwNkxdTgdWpZQ3VoiGMUbxorCtcYRgxLkPY+A1P0cjVn37DMUHtx2ATuzWXrSIDbWobPCiqDAHfh/Jn1il9gAAIABJREFUDBv5KRxEw64qrF6xBjNnLcOHq+sQD016e43GBy+cgV65juhu0kbsfPc+HDv1t6gsvD2OwCf3DkK75pJAqLYBTYIPObk+eL1xFh4Kor6iEquWrsT7n/2KmX8Fmt0s8ve/APNfGIFWOkTBQVUdwnPwqxSwIgCi1ffeZWTiKGA13geZMplENr/0MJZTdCWaQ5RNg4LObi0kRMy9rTdb6mSfFTIhwp/t30gSOC+PApdRIj0sIpk2XW6bouCjeuZFXgIKwCp52IptmDvVYlWUJI9UVbKPCJAikngZdxUJXKWnGnzeb759FRmfE/U+pmeuNGFV4S5TlJv26d9i3KruM1A7tOp0YFWazc3mW+WgqrwDiNmkQ9ZUf7yOkRM/w/rIaO819Fg8cXEflCcAq6m4M7FmBz5+9mPctagmCq7m7D8OHz99IvZKo75UvmnkMw3zX8fk6z7FYnrfHygYMAwzp+yPtvUNqKgOIRhiET6qRRDg9+zGnGdm4b7fGqLvFB95Fb576BDkqFag/ACnAEgmPBoCpEO6dr8amWOj4Ko9c64zgVV6X9k0gIxTACSZr1ySrEpt9PLIVWUJSeAqve9lxGY0EoVPohk9HHRrvreNrLUIr7adt+vUxkuqv1NVe0iGUnvmq1TbaddzSYBVaTtmV9Oc/l3zI1fZFU4GdfASLwHzZW+mvHnkarLJPhJNwE3eTBNUrFugl3vdKnw7YFXADcCqNJubBa7yZFVJfJojKADi2rdzLq4b/yw+2E3+lo9jzzoet5zWGUVpBiCE1/2Cux+fjxmb2WX4Xqf+E9NuPAjGpWwyzxWKmxbgsRuex1N/sJjbsiNHYfr4tthdl4viAi/8NDpVRDgUwvZ1O7EykI+e+QH8sSmEks6FaJfvYc+IIkKhMBo2/YU33piHz2pIbR4MOPdWvPX39DlWebKqZLonEXUpAt/mmZABNdvPt+pIYFW6fkJpAQwQc1wVPFlVcnkaArQZq7I0a+ORq8kER6JWKd+qIeOLBAt5eRR4gsBjx35kgZXmIitN6zfzNbKX8FBwlZdECagAq9J2jAtOTgJmRq5ayYvnPu26G1gl8ibzmJef6smannncP+6zdGtb7DYKAHnpRK+yWSQ8NwGrxPNEcxMZKB8erdpSmGF6LEoY/BwWURfehi/vfxzXzdyABm8rnHbpGNx4VJEOa2jET8++hclfVkPwtsMFd96Aa0e0dcnxzG58f/utuGjWLnqk1HfMaDzavRab9+mFgSXNd5sNK9fik6piHFlcjy+Wijh4REf0KpG4xkSI1Xvw7ee7sP3X2XhgeRjhVt1x2S3X4e/DijXJNvZVFrHHi5wE3B6p2mIrFuHes0fhjgRW40UkMB51IwplgORr7xailI6lMwdUZV2kaVgjU3Cm9c2I8RAKkzVhOP2oVZHJ2OPhkaqyOBH9Y2aBqlI/6erWQ9ZAxvhmI+zZCXUkBVYjF66d0E6HtsEcgE+CNxzaaZubZY7M7eiUl3IYcYeUKHsOrNphjfFex+02aW0yK3cBq5GNhoEmxs7gjdr2Gtgwm6tqTgFgTzS1kghCC1/EiVd9i63eQpx51VhcMzhfl7R2f/IORr66A8jdF4/PnILhJbqqs/Tlus8fx8k3L8Ym0YMRl43FlaFt2DF4PwxOwJrDmzZi9sZc9C4MYlVlKxx3VFHC7B3C6tlb0RhYiNve24J17UbgrZfPx34aCVaj3tcOwmhLJa/jYySEMePkY1/kquOBVen2ns6lCeNU5cmqlAAglswr8wqhBOD7ipZ6ZcFh7J5a2vKhEa9eCB4pPXPm2Y+eHjE6CjKqMm9kUfPxED5d9/PG6tFx4rspRKyyTRMvShIwFujjoGoSS6MZDc2It7LPujm4qiz72CmzPv2kvWDQ91kXvZ0ZkaoxgVsbs+oWYFWSD+PuNmaRxykA1Ia5Q9dO4ZV46G8P441NARx9xQTcdaQ+YDU0910c+swe9Dv0HLw2dSjy3XTjrXIRHvj363h7ZQ7OvmA4Tm/aiHlt98EpvfKQ42fXzYONTfhj3krMrm6Nw0uDWLazFBefWZpwsS+EX19bi8b2f+KVL3aiYvCVmP7v/kgnfy6nAFAZV846p1BzAhp+j2zAjb77rtICNwCrdCeqc9oikaqZCR1qMDGlRzOEV1V5p+6mSckAfWqogtABpL+zZlniMxWU1yDGZo+SG0skopNFq+p0XOk2wpL3iOPwGcUnYUmLzf5IisAqB1eTKcIoSgCyVqTXFszWukvrF8UY66xLu9Ci2RLfKvmBX1NpLh4OiFph5ZLHycydqhW9ciOwasQ8wyAAHqma5GjIigGc5jfC2DVnGq67Zz46TToDU47UQwUABL98C4PfKMR1d16H849oDY+r9hEiqj9/BuMfXYuDRx6Kvx9diD//3IM1FQE0BNlqjGw8i0oK0bt3O/QtCaNiax121jShcncjdjeRfYUXRXkEtClA98q5eH5FKXqfdTkmHJSreUvFk1WladIZ8RrN1mQ5F59rgFUinDQJITmoKj9AMpUCQK63PJmVgg3QoCU2z6U6vmiCYUoBQDLEu2rCt2SmYCuHbLkmz8HVeKNKCVhlBsI3UMnBVf2gH+dVTbJFzUBQVeqtdIbOJ6eWwCqduvmcbeJCgMQuWhvhaWJnEqpmi0WzI1TcCKwyQenhW41tUfjwTPBb0fgEhx+Rirvw+b+fxZ/79sPYoR3RSkdAT+P3H2LU90Pw5X9OSDsJlnV+QeZLTWvw6j0fYku4DBPO74U2gSZUVTahuj5Eo7tzcvwoaZuHPH/M2sPV9aioDqA2INJrkLkFeWhX6sO2jz/AjFZjceF5g1BCk1+lXujTGXfFPfX+qz5pxUmZaiNMfIC6DHbcbmVxC7BK9qF0J6ppWJGs5x6Q//DSUgL0Nm+WLLIZiqHJeLLKZMg5IgVMUxEReY6CqpxaQ85IKP0ES+WVFTYkEjsQsgVITq7SlIDVWBUO3yjYbL56Iio5BYCS8lgcL4sKztxCpqZsWdxkrhbd1jMJVM3Uid8awNhtwKpkpXpuSHAKALWx7o75KvjHYsz7aTnKB/VF11y1PinP0buXLcPT3r/h1hOLXQtfiBsW4d3//o7DLtoXZWm7xDA2fvIZlg65EWMG+DQBZOyTPGFVUivMdGA12nlrI1fdA6wyAWmjBGDJqtIe0um6RYe/F786yp6gDimMgFuDPBgIhFSWLtJeXBB89ECRj6zmkmThHNlAASBjQQRYjSYGzN4xpglYZWsad2wY7JnT0uNbNZLzzp5+m/nV9GRqZovMqtsbWfplzyLHLEmSeolT575KWcKZlKwq2aEMswUz9+NuBVYjMI5m+hkpy332LpvU/Ja7/E79DzOwOr8L9i5Q65fC740V2LCrI9oMOhDl+qha02yAQa+Fg1j3wudodWwp0hUFEMDOFdXwH3MCOuZEQKAUoWbOq5pMj9k4n1uXzMptwCoNtkghrI7GJxL+R4NcRCZVQ/O/ZU08XSL4xaOXFVfNImgyK8USoSrxeFl0Ih9bkXleEgSVTxZHblJwNR1m+czxrpqB1dg2NXOEYGRPtPKtkkBMGjmUwiLByHa6pS49UcBu6aPUTspXw7lWW6iNc60ab8nsEriZcKPxbdZbo1m9dTOwqhVclXhV2TqAl3gJuPXgOdxQgfrtf0EIBdJT6PY1WLPXWOzX0f0ARrixEg1rfwdySbRpGmVnE+p7HoGy0tjGQv36aYRmiw+oNASeoa9EwwmtiVx1I7BKD0xVxgznVU0yPjI8WVVybFCIXHnnTrfZGiZyM5SGXSgtmEUPPDQTPJddM9lFxCGKLFo1W6VDsSx6mJW9hxeagNWYEbkrIsPqpZcWMDCUtcNPTSvhjL/+LycBCq4K/BRQTjbs0IJNV3xOVxs/Sr9nQ6SqrPWYBgW6HVhNFVzl1//Vxpx710WhPVvQuGuDWgflf/d3g799B/gjEZrpVeKQt0QRgYq1COzZkUaDBCC3N3LK28CXELCRLGkK51VNQdRmnYql8Gl7H7EmatV9wCrTSjJgleYuiF5LtVeLTvq6NEtlO/WY+oGXk7RmbVvIXosQhRFwVdprSfsvr8dHA8GyFzqU10WY3v0iE3/2AooxyXggEnA1SzfqaQGrsTWOezcSZrupVMBVnqxKWQupyM9sHdpVP+dblZd8jNtH+SyQRbdS6NUu9Tn8u5mcrCqZ6GOMYiz9hXH2kSnAKpEesQ6lwqj4eUkya7laOA0bliAc1Bq1mgOxaAAK2mbQpVIxhPq/fkzjYLcAKN8fBTI8Asz7sHjv+MJBVbUhk40UAHEyoYYTbzfmeGC3AqtK4CoLUOAAh9zoogyQWQp4NJcH51tVWzETYJW6oMh/ewhYRigAwmSfZY4vUpsRnPo7WTszYJUXNm1lbzKrtIDVmNlwYDXZJosBQfIyIltUssHnW1V5CYpiUpaXjPZcbBnNoB8+eSWoOmsjV/SavLS15z7baBPKBGBVsq542L05AMTjO5KPQDePKwGCrxM8TVWo3/Idgk3BFJ2NF2h1NPLbFcLvrUAw1JQBB1q58OZ2RHj3OtRvW4xwmBx/p1IKIJQcjoLy1vAEtiIk817LESQdAqZSP38mqyVAQzMlIMN4QMO9wCrzu4lUapwCIMloyWIKAHmgueWBV1b7mrjOEwiDJLOia2YClHm8PFJVZkvK/pTFvKoyA4aBqyRqNfvAZp3AKp3SuA9SlIBS4iUhOTl0Vks0OykAElVOpnp2lcn4RXRWm1fWdl6iAOD2FJ21aHSzfnlkErDKjgKbp6hkvojP8/GuIxb/7PY1kAdhMQfe/L2R6xURrl6CyrVL6AYqeQkjHN4bhfsdjXwvIAY2o6GpSiJqcbGXLYW/sBxehBHc+gmqtm+Hx6PmI0II+w9Hce9+8AsiQg1rEQg1ysogdpBO5nY+plxsKJY2ncxTIgFX1UhF02yVPcCqcfbPxCLRREmXlJOPW+lXvQetenqh5lnU1Kn12zxYQ16iyaha1HSQ6b8TGwuLZL6K8I6rzYcEiI1wtaYqGzZ8jTo40jqqaIMj7kP7iKKvUvBQ63dTlY57n6N7iZSBVZvlp9Fmk2lFF7DafELSapDuNRZtLW8JrnIKAGUJZjMFQEtwVYDXAOBHm72642n5hFZ6l8ju6Hs6rWRHOZJ8bJ7A0umA4e8Qv2xMRHimAatE1BIlAIFYeTxHS+Mjc3jsoqlb1z5eBIOFCDQVoHW7UnaJTdyCyiUzUS/6kJvjkzl4CEMMBhEMl8Db7li07VrChBPajU0VO1FS0ORShjECXPlQW9EFbffKY32qnYfNv/8GgjH7/UlkgTL4up6MsrJc9l7jX9je0Igin3z8d5SIhLthw716plYoUddQcNWEDbwdwKqxS9vIYKLXTyP/W80tR8ef2oMqVqXnddrW9ByB5rfEyB1JYwWfIUNOWulo6U5MA0Yc0KdrB1panPqzMaMm6+SgKCCcMkAG6DkzTOfsSPpeOu+mLhOFJ0URhCKBU480lw8F5GmQRvZRsugCVluKUbeJZmQF8WAh5SyJO13NyA6n3SmlCN+0K3T9i5xvVYsKObAqL63EGEQtMs3cZ/XshySpEFeuF1g1qh16NCXXBvK3VJZE+ttvLOetHjmk+i7zNPp7nur3DH+urgK/ffM7Xv+8DgdeOB7nHtI+yg4WrvwO21cuo0cxNJFi3A5eDIssW3DBQJT1Owx5UmBr0zLceNl05Bx2EE4Z1g39OqeSycoefx2LVJP0F8SOJasx45OFWNrv73j+nM4RqCOIpi1foWLDqiSy8MDbbjja9ugFn1Rx9WI888QcbGizN844dh/06xwBaiNKpDQ/jlgDOsl+47Xi6pFl+FAlFcZiuYy5xST5L8kCwsEqU9ptZaU0nQ7lVfUwgdmCsljZYw3fiiBPBJgn8Cov8RIg9kLsRjNUnfFiJJYSInM+7amW6MOMF02LDnqRvcma5LRNk5+ltIPIPFvhwKolOiWAIYuQIpnj7PffDpxAIqepnFqipUFSSgAD7JRdJ9PH60aXZHrXZWSzbkB/WOQ+64/2+vR2Iv0OsGZL19C1tzz1L0t9tAfASL2ddjwZ3VLq/rjPV6qzDjNtIJWm6R0Let93a//TjzZKRStmPCPWVOLPb+bj+S/WYeWWauxsNQCT/3EOLju8PO5zQTRt+gQ7N2yUpywSStGqz2iUtIkDT0Nr8J+Lb8er2/0obVOGIUcfhNOP2hu9O8tkcmrRMTv0T8jj6rHzz3X48tOFePfnXdhaH8aAf07F0yPbxs0n1aj5YwYqq+pk1SEU7IeyfkORH7klSR9qXI9Zr72Jqe//jnBZRww/tD9OGdEP+3XNp2B8LKDOmHnQDDuxs07mTcimjBdJAszTpLXQSUmIbgVWY4CzFKkaf8fCDr+SkrhtfEgCyWxsgqM+TcaUBKpye2muGpHyq5J/sUKyvady3O4oJVvSGJq6SkNUryWNsuEjsfk7nShwGxpswicNA1bpJQNKVZF8OUQvFtp8mqj/xE7jRjICqEa/q9N/6we3NLZf0fB0diRaLwkWZ5xjRtVowlixrUrj4zf06d8YHRlTCwGKaYyChrmeXQG3TZ02fNh9AJD5QiJjQClVk7ave3UDq9q+Z8XT0kaeHgTykkQCbhhbIsT6Siz/+id8NG8NvvyzEtVSj9oMxEVXjsMlh5c3n3vFWjRsmYvK9WsQS2Xlg7egIwr2GoE2bfKby6TxZ9w04RF8Uiv92YPy8g449MjBmHhcT3SKB2HttqfaCqz8aSXmLl6J737bguXVUqJMDwZeNRXPjYoHVgE0bUL1+u9QtbOyWcuFgv1Rtu+RyPcndKh2Od55eSaemvUH9kR+8hV1xukjB+DUYb3Qu5MUwZpVk5AmrROvw+9ZxERGDsXNtBa3Aqts2Uf2DrHwA2Y7PAJRacAxQgBemAS8BnJ7ZpJM5UBVqX9eRhBlpkNyqSg9ogCPKj+9SzuXYrNZNo/sBVXpjFS9e7EhPjYohmUzoaaoi4x+LCSKCJIINeLGNQBAGS0Umc6RW4VqvNjZJhMWHpqNLCXJNR11WhHCaXJlldtOMpkRx0MOvdwABFkxytlFFSNKpgGr9KpynGD4RiyZlTh8PFVvx0/fLMOc+UvxwcrGlhvqwn449/JzcMXRXdDy8n4Dmnb8gKotfyEoeuDxlaBwr2NQVBThEo0XS8VHGD1hOtbLiKpVWSeMGnowzj2tHzqmEsBqxKCUq6OhGn/98Aumz1yE99c3yY7+ruPuwnvndo3SIkSrCVehbuNcVFdWQQz5IBT2QnGPQcjLabm7FDd/ilvunYlZa1pGuQp5ZTj9pMMxdmQv9CgjEue7U2UAiIOrdJNGEseYvG9wK7BKRo8nSgHQ3JJi11D5GGsuGTKjc0oARhnBAfiW/pcFyZFIVfkVMqEE4HJTmreIP8pWvlUWrkJS3Wa3z9UNrFJBiiIFVfk5WMuhRvjIKOgcBVY5AJRs30R4yrJ7SMZLJxazwWUSk0siqCr9QoBVArDyojzlc9kQCVDmKMP8TKYBq1IUUPyIMwaCzlTrcyC4umcLFn6yEK/NXoEltUnOzr2dMGL8WNx49kAUK6hHrFuDujo/cku7wqcE8FTNxthz3sTqJCr257fB0cMPx+QzB2CvQgttIVSDdd8txivv/4QvtwTQlOTTpSfcgFlX9kFiECp7JYzQ7t/R2NQB+e0Solrj6gxv+AhnXToda5LJIqcNjhl1OCad3B97l0lEtRbKxAWfipG1ZO+cbjYFgGQGbgNWm1EA0IhVmQOOaNRU9tqP/DBnIyu753Sy0eSZ3GVBVcqrqmYfnG9VaQoldMYkatXcOwbOnMCzmVc1XiO6gFUaS0ejMcP0v3lpLgEikWCYyUcqZIr3eZonhOByi0mARvVycDV6EY4vCRWWhgr+xpuQbIWPrWbunkdIRa//GzdfZRKwSi5UMuA50fNwbrbkvsQp4GoYW2fNwp1v/4al9WqbI9YjT6+zMOORE9FVZrIRK35H4IP30PRHA3wnTELuUb3YfjShBJa9gb/9+zNsSMHh5haWYdgxh2Hy6P3RtSiFF9J+RET1Lwvw5MuL8fXmOuxJZch3Ho85zx6HNi2+GYa47js0zfwfAhVdkHPmWfD37yQbSVj3xc046hG52N2WHSlqXYpDjzgI54wZhH3b8Nk+UULZzrdKk8cZQGuvNoTcBqxKh38sMkx53JCNfmopGNUklHm/Z+9NFIlXlejUKfO2U+wrGQVAYhs536qS1ojXJr4pW8DVGHVPdlMARHE+PVQADDgM0YhVXlpKQAJVE6VDwVVvtgw57ZZBlkoEXM3mwtwTH1dKNqB0kEOX0eTgIpuNJ2nfY7Ee2SWi+C26seMqU4DVaHSUrGGw+yjGSi6TLNAhG7SGFbj/kvfxv3oNsvX0wkPv3oSj42/4h4No2L0BobefgPjdEoSDHiC/D3xnTYE4vBPyc71x+V5FbP7saVz02AJsTfWzOaU47YyT8H9ndG557T7VOtSeq12Bx+6cjffX1KFR7Vnp93ajMO2lc9AnbgIRw0E07lyF0LP3I/zLWnbs0OMoeM/+Fzz7FyPXz44jpLLpzf/Dqa9vT/WLFPgZfO5kPHGa3iR4Gj7pokezlW+VWpVFCxm3AasUuKAUAOoCYuCqQ/yzA8dddvGoS6CqydwaDtSzepNEkBu2hAIg9XWeF2IKY1D925n3RDaBq5wCoLn96opYJbyhhAJAyzDMvOEj3yPinAJJ6BHItWUSucqLvASymW+Vg6rJR4VadDznW03Fq2TTwlKCBM05rMgUYLUlBUC8HbEoVibJ1JfdqVhi5jxj/+Y98NMsTLrvV6zTJNRSXP3qIzi3jL0UaqhHTUMA9U1NyP/6JeR+9SeEwnyITTlouuAm1HUS4C/IR1FBLnKI0YjVWDjtWdw2bSk0wYnFA/DyUyegl09TY1N+OLR4Bk6ZugLNU06pvN7uSEx94iIMp5G0IoKNjaipa0B9QETuRzcj/5t18IT8EEtPQ+OU01Dn8yK/IA+FBTnw0+VcI376z024aJYWSQC5vUfgw7sHo3XKvcueB7OREoB6EgsBC7cBqx54U6Z9YnMW54RU8hjZFbnKeVXl7YDcOvbQXDDaVnecbzXZTJwtfKshzqvazAzSBlYJZyjnVZUfUiSAt0kMq0bykmvLPJmVvAyzlRKAg6r6QFXpbU4JoLbxth8EUmuhsb8bl6wqsV1uB1aTR6q21EJ2bcS0WqGN40rcjYXPv487Pt+GKk3NLsa5Dz2Mq/t6EWpqQNXuBjRFdldFa79Fq69+BbwFEEt6ovGEoaiMEJB6/PkoLcmDt2Ytpj30OB5bVKGRt681Lrv/MpzXw4QD5lANljz1Ei7/tlaTJNDmQFx95xU4u7sfQqABldUNCESYnApXf4DW87cBoSCQMwS14wZgD61dgD+/ACWt/BDCFfh46l247bsKbd8t6IYbbjodp/bK43QtCpJjUTEm2Io2TZn6NOHnoxZFQFULu+omYJXEygsas3nFwFU2XnmJSUCC0rQBam6UIBlTJp3iuVEczdosIqjKq6rUSbJrJYA1H1dyEmLgqo3rQhNtU7pNEksUaOLHXFR1WsAqTchEozGzm/5aTs/E0EikKqFHSGWikvhWuUtqKc1sBFdJpnJuC81tQWJ8VItUjX+LUgJwvtUkU5E00cvxabpoBlNtavxF0lQ8smqFLR5wO7CaPFJVXh5s5jdHnto14LQ3bFpE1yzH/dd9jP/tDGkUSA6OvPwuPDCsCHVNATQGpcuhIko+vg15S3ew+nxdEZ4wBds6SNV7kFuYh9CfX2PK7dOwJKjxs8jF8PFjccvpnRHPQqC1FtnnN/yAe+6dgw93arTR3G4486rLcd5+rVHgaUJDMPZ+6atXIHeT9P87IDz5FmxrF/m64EVunhdoXIuX7n4C01Y0aOxGHoacOhoPTNgLJO0FLy0lIJG50IzDAsvvkGkleshlsQm4BVhlrIWpUQAk2gaPXE0+WjKbEoAnq5LXPvOhZJojuE76hfOtKsmO7kXJrJ6BwDOZi1kaYIsnrPQN1ZI30wJWGXDIQVU5DQXChPw59SmKmCNPZqVs62Qh5RHoUjrDS+yacub3Vbsq09lEcXA1FTln8qRoPqhKJOxmYJVsU9kFf21eh1MCqI0t68eVuOQDnHLvH9quvtNu+NB+v1Nx/8VHory1J3pc7g9Uo+jzJ5D7y8ZIZ3OAMx/F1l7xkLqIdc9PwZXfawUSSZUCuvQ9BPfccAxooKaBpfaLaTj12fWo01qnNx9t9zocV195KgY0ozytR9vXboB/o8TW2hXhs6/H9h5xTOieaix/70U8MGcDdtRqRpnh6TwMsx89jNIBkNWAthGptaPue17yUhJnZmqhC+7qJ/XHNijeDcCqxKtKPUeaQuLJrJTHA1ljizbYnjUj1BuJqMzYDqYpRnLzGNB6FCv7McETodxIsykZ/Fqm8q2GRMKxm8GKS7NrmoBVsrDhyaqUJU2iVJtoJK+2QqhWvTzhjqLQqHy0idR1T3MKgOQLvnQVShbgxH6471eSoPUAULq61P4egSfM5wB3K7DaPOVOOtLNRGhDuxyU37CSxziAddNew/kzd6AprS60wpmXX4dJg2Msn7m716F41gvwrtsVqdEHHH03dhxehBhsGMDy/9yI//shva8Chbj04b9jYpe0Gq3wUiN+mPok/r44kGalBTjzhrsxqVfcrCFuQ/sX74F3u1Rne2DEFag6pB1iecIqsODJ+3HXjymnymrePm8X3ProeJzQga0G+Jwlrz56qCMSbr801evQ1yRQlXRL6x5Cb5ecDqxqSVaVZCUZ4QmXMldnmAHpNQJBZOPKcuvT23C198k19UzfQarJQP53glnEXcpIr5LoW2SjxceW8k4r9YR7OhVh+uuMlocA6dyHygk7ZWCVClIMUwoAXlpKgNwm8Sp6AAAgAElEQVRKakySrEpNZoQT0kP8v9qDWfg7C6UnV7szs/McVE2u13SiVeNr5Mms1MZNJoKrMfYftd7r/d2NwGr0yqmuzrMtmNUggK4mW/qyheNq92q8/tBHePqPhjT14cWQ8ddjykjpbjuQv/UHFL/1IoQocugFBl2D3cd1j4sErcR3D9yN+5drj9BkqhAw5KIr8eDIQsM0I25djifu/ABvRhgMtFfsw4i/34erB8X4+HKqlqF02rMQdkv9LAEOOQ+1w/pgT/SxTZjx76l4UVveqrjmFWDkuNNx8xldkRORjfa2Z8cb8XcRMqHH8aAq6Y/VPtXpwCrhKWQy0r8J4JQACiOGEPxGMsJbbX/mjWGerEpJtjRQjkQpG6psAq5ywE0WbKOrHcK3auWBuzkji4CqnLRQWbYpAavshJiQG4csn/DNMQtja6XJqgg9gg7pkOUCiVrNVPBQr8TZtW4GsGZaiV2+zLSe6e+PXlCVbd0536q6JjJpZFlDASDJ1I3Aajq8qko2pGfeU7dLtz9hDbga/OEjnDf1N/ylY5O09/HX4PGzukYFXrD2MxS/NTNOAR6g10TUnzgY1QWR64MNf+Kde57FqxvSv0y416HH4dErB6KjIUSrInZ8/DYmv7IOaeOb8OKwCTfjpuFton0vWvkVWs16D6iLCyzocQ7qRw9BldTu0O947NJn8Xm6GDOANj0PxzN3DUW3CFjLI1eVx79EnqTD5B3jXOjtAf2YYdr9cTKwGonzYkcNBgCrDLjmkXXJjCUzElQykC8zd41pD3X6ItFvSDevqlIbIpQANvozfdIx720WJKY9+Z55LdJWcyxcJZP2i9pkkPRpMqbIAWD17sWq6xKylAyGCKiq+qiBLXRHVYwegYTT64/k5eBqcp1T+di7/jTcKDmoKi9S6mkMPErl4GoqppspkyWZ2qyLpXQXsEq2qcYXDq4mk6nZ4GoYq5/5D86bo5lRtFmj8/afjOn/6h/Fd1otm4aiD+c271jZsQicPhpV7QUEIaJhxTd47rn/4dOd6a9/fMXdcc2UsTh9byMsswHz7nkS1/ysA92EgN7HXop7xvVBHm1SGMU/z0TBp1+Q/xkreUehafI47CqK/GnXd7jr3+9hQfoYM+DrhvufPhvDilmdjFeU71DlRhdbIwgIu1w8doOq1MKDVcZPCgbUqCdZldrnKbhKgNpM45RQ63hKv5PdvptpASL3HDMgOjAldWl8yFgKALmPk2RWZq97NHbaIY8bwRVtR1dioCrXq5L8WQK4FIBVSgEQDhsCHNphDGZ/MxThVTXqO5RPlGczVxQn2ecQcDUzikhZSnhpLgEpSYUR0arxNUtRz0ZFPWSe3owANpwgFQKspg/0aO2Bm4BVYygAWkqIA6tqVmPm2NqJrx5+BzcvqNY1m+TuNQqP33oiOkea2nruQyj8bnVCx/ogNO5yVHT3I4gwdi+YgYdfm4sfdWG6Ag4771I8cnIETVQTZbLf69fiuevexovb9FQCdOw3CtdedAL6tCEjpgmlH96L3GUJleYdicAF47GTNltEw2/v46aHvsUfuqb01phw/fm44qD4bF4Zs+DRp5SEt+m5K8HFIhGIhlZuUWV2JatK7J4TgVVjeFWTK1JKhGZruLBFtpb6Z5gDYzdVNee1TP0zZj5JOVU5ACQnYgL+ENxC1zSlqjs2esMGRZirfs5lDxDWDa8nRjXkhuZTLJDzqiqqivhKiXM2acQqFWSEAsANire6jcRBBcQwlZGRhXBCejnfqqJIMwFc5byqyiPG6GjV+C9JUeFGjtdMqYu4McHVJ/yxM1UrdeIWYDW2zTAHqMmM64NmWY6Zm7wQ1r/1KibP2I5aHc33lQ3Edf86F0d0Yok+ir+4HQWLExHKdhBPn4Jd++YhgCaseu0+XP1lhb5NWl4nXH3LuRi7jwHgc7gCXz40DbcvrkkziVdEgJ7uuPKmK3F8D7L5qUPb6XfAv2pPgnTLEb7gVmwrJ3+uxooZr+L+D1dCD6brb9MTN99yBkZ1lZOFOeNWh8k44tV44hdHNCjFRlCP4BDgwUnAqmT5guA1PVqb2Q75Ih9bcmbrzjldogAwc85NcZA77DFK6Rjh0bWiaWIU4Lbia+76BoGevS5Jqib5yTCJ7ueusoWhsUOouB2WEhUAe5DwqpJYFGOBQ3eZv3xrCQhBQFVy8mN0ka4tE3CVl5YSiFzycDEfbYzhies3JoHoSDJhTMXLmSezUrM6aeZ02wxqbaSqJEU3AKtmRaomWhKPXE02tkzc6FWuwZsPzsSTK6Ws9WpjXGZeze2E08ZNxORhBCkMo/SDm5H7e2XCg37gmDux87DWCGA7Pr7hHjy1Rfu3Ym8U4LhzxmDKqZ2Ra5C7aVz5Ix5/fA5mbNMTte7HiItvw9WHk6Rau9H+6RvgrUxc67WGOO4+bOsOiMG1mHnHE3h+g45veopx+oST8c+TuyA+XpXIin2ZkwIoWRqLpjHIgPSYc4rv0khVplJHFCcBq8xLEh7CqJRMlRHnW002qiQ+WuP3ueYolQA/UrSqOV9wX62RCGQaqdqczcb8vtBQFs62oSBoksiK/Mfphe2snN9Ou+RIAefIGo1O60rAKuPgCFNwlZfmEiASMYpXVUm2UmQdT2YlLyHmrsmJv/usU7qm7MKmmypsMyNVExtOuXrdaDymaiC+chNBIJP6QFgf7ShuAFaNTFalLGN2b5CDq8ms0LxxJa78BpffuRBLG9Jfs3U97AI8fskByBGrUfbWXfCvq27ZmYPvwM6RbRGo+xmPX/MyPmtIc9QJBTj65FG45uy+aOtPsw7Z10RULZiDe19Zgu92pZ9wda9R1+C/47oC4hZ0ePROCC362Qo4+U5s3z8XoYpvceu1M/BjuqL3tsKRI4bjhgv2RSkLGFYofNWQKJh4kbsCXBVZMk2ngKpEns4CViPpqixcn3FwNZnLYZnj03VtRnp21booqMoBoJaIBQNVyT/rC+EyTjqpWd8kB33RC6+j96LEN7KsFXztIWc28RQA0qTeAliVxl0oTKIxdZy+O8hwjW4KCaW3IpKXmLHPI7gSPDRa5nL1Ufm4bKxzCoDksIyRCavUbJCMLV6SScAtC1QpXsmWVSOcDqxaE/fT3I44uKoGjpnjexqWfIYr71uC5WkOBaH9SLx0/0noUr0Frd97EN4t9S070u8GVJzWCRXLPsTdj32FpemcZwgFOGLEsbhpcj+UmOJmRNQs+hz/9+zP+GVPetZY2Hs0npkyDGV1v6Pd009CaEwURR5wxHWoHNYBdT+/jImP/YzE+N5U5hfBm4/+x4zCQxf3ReuUzCKlh1L5dEY94xZKAJqQKcIN6xQFOAFYJW6A7DjJ9Vg7YrOb3yPjYyzeNkmAFZ1SnCwWgdC2OLmBNo12UQTJp0ioC9NcFuhvuOBlV6W5emRkKcAbidDXL2hja2A7K5IJhitOFlRNoACQnpEFVsn1dpKwilMAtBQlOfEhkbxG86oqDQfOt5rcUbiLb5Unq0qmTauj4zklgNokbF50ndqXU/+dbYesvuAU3z4nA6vNNWjd4sid3GypW53+J01BE2mzGpZ9iavuXIxl6eyiPJ1x4ZQrMEFYjKJP3geqm1p2tePZqJs4AN+89Dwe+W4DdmkVhpCLAcNPwsOX9EaB1nc1PS+i8Zcv8c8HfsDPAe3C8Lc7CNdfdTaO9C9G21deR8uA+BzggItRd0xn/Pjh87hx9gbtHLeCF/sfNxpPnN8TeSmbhHXjWJO4HfCw08FV6o8tjMRMVSVOAFZJW+2O3qLJduK48lKVX+Y/x9AA7V7UCslEVjk0PwD3jYkSt5pXVVHjBFzl+pEVDzlsI7QATrJfNt49rqLYscLbSN+IRaq29DktgFUCqpJoVQ6qtlQROfEhoKoZvKrJDIIE1vHoOmUJkfNtD0mz5+jCeVWdBKpKbSFji17L40VBAs25Y5wjJmm8s4sqdhYnA6vWUADIS5+Dq8ms0txDi/CWFXj9P7PwwopGjQQZRRh2xkTc1PMPlH4wS74D7Uej4W+98Mwdj+JVraiqUIjhY07BzWd21wAk6hndIhrXLsWLz3yFaWsatMnC2xqDT70ED/VYhMJZn8uc3fiBnmeiYUgpnnvtTbz+Z42m+r0F7TBmzHBMPqk7Wqd1U5LPWy1ABAr9kKM2lv3V6sPapCOeJId06C0ZJwCrhGuQ3q6weT3GuAT52JKz5TC5xWqzflq2i/OqJluBhcJ2r5Cl1hFKAD62lOYIFrWa8umqnkVRSu9yXlVlMVHQOckBXBRYlU6jQuGQZdGYKWnXQQ8FwmEEbeKcJYmsvI6b0JyjHB8luncuuMopAJI7KSspABJbwiNX1caxuSCQ2teVfyeAqhSxmn4tet90KrBKtql2F7aucK5ftlc+Jo+rmu1YNPMrPPHROqzRcPaQ02UUXj1+A3p9+4u8eFofieCQEkx+7FP8qkWAhd1w1d9PxtmDirS8Zciz4Z3rMee9r/HYnM2aImxzup+EmaO2ovyb+fLhWoXHIDDEh3Oe/AarNbS0zT7745/nDMHI/YpB+L7TKcTzpflqOp9z1Tv0uI1ePXWA74k0gawznEYBICnVbmCVRWyldbpguF2yOcsZbTG8c7orFOmVcmc4HuL9yGkFpwCQV6toI6+qkqF5IuCqbkPMyArsokGJF6aEBfIDpiQ7T5VbDc2A1SAHVRUlSQBVxqtqX6F8qwRI4ABrCyWQKZYmJLJPPYpf5qBqcqXYHVVCbEba9DjQfBzQJJMBoLR6aC+vanyTnQisMo3Z7w05sKpm3CZHKIiN2LFoIf772hLM29GAmlQWMEJX3HhSE85YsUGh8Z2xrn0+zp+7HnvUukfm5bxC9O6yD86bPBxH752bwhsmPRKsw7ovvsTUD1Zg+a4myLDHtvxwYT88PnQLhqzeJt8ooR92dKvHyZ9tSilaNS+/CPsedAiuPX8geqYXpprQDvvHuEna0l0tAVajyXp116avAk9ctGoqQ1Df17S/bSewStdfDkvgwigBTPbN2tVk+xsivR3kpBAWLwkDt10uTmwAoSsk1IXO8zccXFWyF3IOSA6Y7MR4OK+qGl4h+T/ltVcUWJWSVTlvENrvssgJHYlWtRdWZTcwaGQmX0vLGgWZXslNK2eJh1MAyCkr6mdsigBPbBMHV9X8rJPAVeeAqkRqTgNWnQKqxluU3XOnmnXb+7sFY2vHOsx+dx7e+2Ezfq8mqSySFT+O6itgargGfrnHQjl4cLuAN6uTrxZ9ggdFnXrhwrMOx/EHd0AhCSxyQAluWYMvPlqIt77bgLUNYciwyMZa6S3Fed224R8+BXa4UCmmNTTioU2B5BL1+tG9Tz+cfdpgjBpUJi/XNGTDNOCEI5Q0Gm/qKyROnkF2dvueaPJAZy1Mm0nfPmBVkAgAbAUTEk1R4urlGeaVBimDWO0thO6DjXFeElZbooA0aMUtEiPTGfXPDvaJFgmjxWfIfEFpUSwGeqRA9BBPVqWoesarqu5vhD27F4uENyUU5oxoctIkxtYUsh9UldpGkzWRyFXukGSNn1zgcQ6NFU9WpbwsoyQlds1dst/llABq6rAAAFJrQiRRlaNiJnylqq226gEngqqk7zxyVc0C1BdrajWo/y6iacMqfPq/BXhj4VZsbgjTbMFypawwjKkdghggdyO20YvT/vJio+IHBbTtsBdOGnkwzjiuF9rnqLfMjifEzSvxwbvf4+3F27CuUWkuElCeF8Qre4XQTqaR9dV+XLZDwK9BpR740K1HL4wdcwRGH9o2hSW5dklwSgBlmdEjOJuzUbuBw90uYJUACCxpi/MKm7OktvENV3MN2Z3MivOqKu+tyO1aJ0aqxrc4Aq5yIEN+Lxrxi1aybsTCVZzpj50wQ9C1RAqnAcLuqkUiu+LuLJDDCUIkbWgKk3B6+8/m4uVBuFZpZCaf62XNhFAC2O8aeKRqsjFs9/V/ubbxqFU1r5vapKJWi77fCaW6xAKkryaj3nZSxKoTeFWV5Gp35JhR+janHivHlojgzm34/cfl+PTb5fhiZTVqWnRKxJXdAjhf5ub+6p1+TKwQWlyl9+a0xqGD98PJw/pjyIAy5LhlfVLxF+Z8tgzfLvgTczY3tQSbBRH39QhgpEzE7YJNObiitqVFeHJLMOKwPhg6dCCOPaB1CktxvVblFmHr7ae29+k6QyDJW+yRD/XH9nxak6DsAFadxKuqDFIxIi9XKFGTxvU+zPACe1ZikShVhwLyeiWr9/1g2AnRxKn0goOrSlJiUaskgM46JIOAhmELv5eKhTjpGQaqkqI+oQsVlQtEwsXBS0sJBMIigg4DVSW1kqhV50RmOst6iNnbzbdKLqDx0lIC1NM42N8wcJXsxdSdZzbql+1TrZvsYzKWLr2yhFVOKk4BVqNXTp0knIS2cHA1mXJs2MAHG1GzaStW/LkJS1fvwIYNWzB/9R4EBBFHlQVwT0nCWAt48OJ2L2bUe7Ez7MNefXviqL4dcMABPTGgezHyC/wupbwTgYZabF21CSvWbcOKNdvwy+8b8HNFADlCGGPLg7iktYhmwbdhD17e6MMLjUCTvwgD+nXBgL07oE+P9ujdqxM6lOZYevjNI1eVxxZNZmWxX3QLqErEYjWwKl13pfsZh6+1WIiEHWseiw02jc/Zc8+V8KraMFemIR9rX2GJxYLOWh4nF4EgjS2+30oUlJWUAMRkQjxhn7ytioisHVKfA4SdFfPdNAwt81PEQTWG1bjILGtOiw9R8JCDq4oKsJNvlSerSrLBcTCoKrWaR66q+TU7FrUS65nV22M1WTiDYzWmEWcvUDklgJo9WT+2osvFpibUV9ehalcDqhb/hNb+rtirKDFMsxEVO3dhbV5PFBzYGh3Ki1BUZC2AqCZB/b+LEBvqUVNVh12bKlH57Xr06F6OsrxEXoRG7Nm8Gas6Hoji/nkoKyl0gCycPf716ya9GqTZw6rNDj3kcpEqrAVWY7yqbgBWSRs5uKo07qymBCC8qpyeQU4bzk1WpeazeTIrJQlJUatmsqjzZFXJ7ZPxqmpbl3NgVUam5PoQoQBwenQNiawjtABuWsCpuVgjf6d8tJYvbjmvqpwOJa4YJ1IAyLWXjCkytnhJJgFtk40+WZLLnM4DVUmfnBCx6mQKgES9c3BVbSRYN66an8FzfxfTTCRCPioSAaLopRFBrITh9TjRH3EdKq0/YgCZ2vjT97sbklUl9tAqYJV5NgoXOD5SNV5GdM6SoiSjV0L12UkmvW3NnM6TVSnD2wChALDq4MhY2+WUAMl3WQK8ghzZvTFaCNMEj3zdILtuiIKq5NfUZcSB1QRpEscUCIcRckFkHWk6BVdJMitjxlhG1RJh4rGQMoGDqskMyC2gqtQHnsxKzR1YAQA5N1JVko6dwCrTgPu8vz1XCNXs2Um/p37tKN1Wu9V20u1vau/FtqZuPVdjh5ju8wmp6UffU1ZErrqJAkCSptnAqrRSoKCqLVRC+uyGgfJxyaxIhzjA2kyo5s7pkd0cpwBoYchE7uTAL+ROVDXSnwi46hJOav3eRFsNxG96DfabErlaiNOcKCqDHaRrX4tzYDVOpJRnIiwi4EBeVSXNU3fkISca2gZqtjxNxELOeqzYJHEKAGWrchuoGgXNeES4iqvQPulo8z0SO55zV412Aqsx6btrAjB3E6bNwpz5tPmHFm6KcrZaR4LgXH+Tmizc5Q9S65P+pxjHOxA2aUHoNgoAK4HVWDIW99pmLCWte/ugfxQp1WAiLQCN2JNkzmUf04ALeVUVDZDt1vl5hbyAvPAaGuXPdlYel0Y5m+fFpJrToQCQ3uXAapx+yIlPIBxynaFRd8T5VpO7a5OTs3JQVV780e2pSyLA5XrB6TaSTWJmLXYlyyGXVJwNctgFrLo94pCDq2qLQ/PAVQ6qKoMDJmFuaso24XcOQMgJVYrUobxpAsmlacD8IpLbYyYvMk2wECuBVRJ15TE46spEkchWzaJWWeQqjwqXl77xFHoSryr3Z/GAKrFCkqmc4BYGeDCrh5LC9zjfajJFGAWucl7V5OYuigzRSbdwYDUiORLySygAjJ8U0lWNtvfIms7HKQEUhWYm3yoHVZVtlUWIuHvap1HhPHI1iUMyAwBiU7/TQVUiFDuAVcbjJzEXa5srnPa0W+dca+Ro/NiKckBa0wGXfCUyR7kXG1MAgjj8kwxcZdxy+tcndJS6GJE3kwqAXfIlmdwzg6JCopPgEZTyrp0cVBgXdchBVQUp021VMKNAVamnJGo1fVDLJQuOtJpJZnMPpVPRJx/Oq5ocsyDAqhZO1cTaOLBKtu/UQbmHV1XJJAjfKgFXeZGXALlMYoZ4SEA9l7ryIisT7FGKCs+EvpjTB6MpAZybrCpRfnYAq26lAJAHOdyadMGckdS8Vn0LvBYLvuhykc9YzWUTiWPMOLFkXIcMG3RG8q3SaFUXFzOBVRLbySJV3S2jePU2B1czp1/6TVhkcRQCOfbVe2DBQVVFfYgiBVWdmD5Rvw2RGji4qojziAI8nvSTWbGdlbHrSmN0bn8t1K9Tt6VPPlkPrBIZkmx6BFjNhEKuLXuNxjgyQTCRPvgM5lvl0aoKgGrENRlyzc4h9ke4jPnQSqYMI6QjXdQk/ljvwtwaw7EaWHU7BYCcVnjUqpqtGjG2SOQYBwHkJR3WHQWipkG7fpeutHHNy0Hp5G8kK3J6c03UF7tcuGYBq0ZFWNk1dpJ9V6IEyCTA2Eg566b6ifKqunxwGSnUiJ+ioGp6LsvQ1phXmQCR6p8XOQmQqNV0aFU4qKpsTwxU1QeoSrVnN7BKM+mRZFW6pwBHjX4StWpGZKajOplmY2jkoUHX/TiomlwJmQSqSj3lfKtqA08vAOQeCoCoTfhK1YRi2O+ZCKpKwkkX3DBMuI6uSN+CL5PtRp/aJDqNzAVWmXw4OKFkJ1J6xHTsyK3JqhL7agawyugRvJHYn8y0P5bMSu+aJx3Lc8M7oo6ISkIdoW/Oc4OEtLeRJavKLF5VJSlwvlUlyZDcmh7iWzXelAjRZFWZ6Yu1j6Xmb+jlVY2vLauBVeKcgi7mVU026Hxegc1LvLSQABGLT6dsOKiafaCqtD0lkas6zSeDR6XexbB7KACsBlYzHRzLrONNM4Z4+mOLRapmBievsZLNVAoAOSnxWUtOKulSAjDgkK0F3B48Zgaw6qVcgJkPOjJwNX3fbKw/c1JtbL7RfmDKKQCUD4FEBMPu9zepWymnBFCGndl9gFTAVWmOI9yqvLSUALn+HwOc9a+TshZYJYbWREBVlyfWUQRXCXhIwFU+imQloIdvlS2hMoM6wkjziG4uMnRMSbIiBxY0mZWRwsuourRuMti0z4Br940rK6gAYhLNfKvTvhHLqMGj0hntC+NMB+T1aV/MogPoTEl3p0/jScHVFM8eSMQQ3dBmiDs2GlilCVbIf7IguoMdCJIdRYYYg8HDi+6xUxYNGVNcljLQD10hZxeoGg1d4MmsFMYkhVYF5muTlbAoIJwFh1zpuK4YqJqyk1L9TNYCq4GwiJCYyVs4EV7Bw/lWkwwBErWqfSjFzqdVR1eWPUChsQwHVSWVEmCV020kM3At4GrsPNWNQ8Z8YFXi9k1x1+9GIca1mVmD22PAzFKClnHF2sCgWO0znVk9cFa9mU4BkChtbgdK9kdJaAjHWgoiohHgKTznLFtXbo2xwKoAEq1KvU4WAKt02Uv/ZVaCLiNtl9CCUfpC1cIpAORFFElWla3LIsHLr7ArjB21mwEkVIVFqqY0AFVHaCY9YCSvarxcshJYZcmqsuPiIedbVXYDxM1o5VvlFADK8sxETtVkkwgHV1OZYlMBgiSWO3euGs0GVrMv4ZAebrZUbDITnlGPXG0+8viiOqb1iJ/JLGxMg1FzW5ATVqp3JjKFVzVeBkYBq5mcrEptgHFKAAUJkfBukeyckh2XRmYrnrBIVogk6pckrMreQiZrzg8qr38WtSq3T2AZK7jclMaNGdGq9EBxZ8X8rBquNFlVOJMjVZubEAUPeTIrxflIC7jKQdUkoCr5KUuiVSUpENuhlAB8n5pkvacGrLovWVViZ80EVrOJAiBRrtkzS6ezXVIbV1KkKl3mpfOBDH4nm3hV5dTI7UFxo0UjDxllgrzkMnO+NwJYTfVaagY7FhCG+Ji/5eMsXtfJgVXOq6oM/jBQNauAGllhkMNkktAqkz1Ien2T873sBgaRFxeYnFTNilbNOmCV4D6UVzXLXBQZdD4yb/HxpeyuVaNXyEUfPrXJOqgsA1TjZSAdXKQ3HWbDW8kAIHdTAEjaMwtYZZLLXqctbt+M5ctX4udtlahsDMHja4eD+h+AQX2L4fErj53A6i3YtLsOTYIP7ffaC23KlGVY/8tabAiGAK8PXfp1R0FOXL271mPVX00gtEFKMIvHU4TO3dqhVSmZYFMYz2IIjWs3YOmq1fh1+240iB4U5rdGj716Y9B+XdCqMIU6pEfqGlG1egu2NYVopmAywXtyi9G5QzsUtZWak0Kjwk2oWbURv69bi9+2V6EBfpSWlKPPXvug/35ldO1gWgkFUbd6LX5evQa/7qpGUPShqKAEvbr3xoF9OyJfSR71jahatRk7giKK2nZCh655sSYGGlH711Zs3N1EsycTSfj9peg1oDT6jECiqKQiBrFrxRbsqm5EiM7xHuS3Kkbn3m3hj+t7aMNGrNnR0MIeSIIeX0EJOrcvRkGxF/BpkFZdHSo37sK2PQ1RdmlSX3H7LujUJTc1m4p8Lrx+C/5cuwbLt2/H1oYwhIJyHLDXPjiwVwcUtpFrkwCITdj55zZU1DZB8LZBt95lyClI0v49tdi6eiuqQmQdzfyTN68I7cvbo027FGxNqrqpCdWrVuPntevwa0UtRPhRVFiGfXv0xoC+7ZGTr0GGBj8qbbgSN/DUH2foItoYYNVD6ceyuUgrmv4bj4IAACAASURBVPhjrWyWR2Lf5cFViVeV+Wpe4qYmZFuyqmTal/YSHFyVn80FeOMivkmkKjvo4aWFBEQgxFjATRFOVkWsNhFe1XA4K323l2y6Utz7mWJpDq9ULZkVcVG8yEsg2ygAEqVAuFZJ5CovShKQZJMoIzLts62Im4s5wKrEq+pmyaTZ9g1r8fnXc/DOmuX4ta4OmwKVqACQK7RGV18x+pT3w+mHnoS/DWlHU4Y0Kw3b8dGrb+D5NauxPixg2LCb8chJ7eUb0rASN99yH54P1gNCCSaOfRL3HRqz0U2vXIXhv+zAVkX7zEPPwi7omV+E1l4BXXufgn+O7Is2reQ/17T8J7zx+Uy8s70GW+q2YHXkMR/ao1+uH22K98HIA47Dxcf0QEEyYKmyEn8u/BJP/7gMqxt24ffaHdhB4cDW2L+wHcr8bTGo5yCcOOBAHNyvhNygky+BJuxaMh/T5n2BWbvqUFG7AcsiTwoox4D8PJSXH47LjhqOYw9ow3KKGFXEMKoWfYuXv/8Sn1Xsxoq6LdgSqdsvtEWfnFy0L+6FYQccj8tG7I3C3IQPr/4O1z73OmYHBey/70RMHX04ukRwU3HVEjw940VM3UrkQuZtD4o9fTD1stswrqfMAfOip3HY+6tRjEosaaiFz9MOB3cYhMmnT8SpvSL2EN6Nb5+5Axeu2IwtCWuBHLTFoKIylObmIc9bhN5d9sVxBx2OwfsmQckb67F+7ud4+adFmLsnBF/jFswP1CMAAcXeLuhfWIDSsgNwzuChGDWwPXLicONEFdT/uhivff89vti4EVuCu/Fb4x40RB4qz+2CfXI64fShZ+PCIZ2RF2dXNAvu2nm4b8Zs/G/rDtSJvXDzhVfjzH1l5rJAI9bPeRvXLVyO7XXb8FtTDWoB5AkdcEhRa+R6c9EqpxvOHHEqTjmwjfLBhxhG3a8L8MysD/Hxnlr8Wb8VuyJtLfSWo5ffj/KSPjh24ImYfExX5GoBqQ2yTWk2YpyZpLArzJnGqxovLr3AKkufklqGaoPU5NhqON9qctU051uloQk86kdBZOSGLTsc5IVJgN4T5FGYCuZAfDA53CJzOwEOsxLsSmGokEAEGosQneNTeEnDI1kDrJJsegExpEE0mfco4RMltAC8tJQAc9eEq6TlLMYpAOQthm1ZCQMAn/k536qaV4mf5CV7kYBVtXed/bsZwGr28apGIIzfvsTV0/+H2XsIoBmii8P4KBfmp70o9XXBkQMn44Wx+8AfD/jtWo4HH7sPt9c00SeHDLwbsyd0lzegHd/g5HufxjeRX48Y+iI+PV1CnsKYd98EHLc9+YEa0RNJqxCgdfgwuM+1+PjCAchPAIQafvoU10+fjrcbaykgRfoRq1mADyLta57QHkd3H4fnLzsUrWVApfCKhXh21kd4ev1arANbz8SvavwQ6I0c9reOuOjo6/DISZ1bgqKhOvw24xVcv3Au5oUDaGTbWwTjJEV9O7wo9vfHv0ZciKtHdjAsYV/9ovdx0TszMDvcGAUBY7MIkykBtvKFcgztNQmvXTwQ+fEA8a8zcNJLb+FrArgXjsGXF43FgXuxtU39T7Mw8fWX8XEzrefijKMfw2unlrS4ubP1pcuw91IC3ceXvXHb2Ntw3eERRDe0HW/eew0u3EXsKrEIKKAbGSZ3wnZWltMTZw6/GvcfF4uSjb5VtREfvP4aHl+3HEtDjaiHgByIUTkQ62D24EUbTwcc2XUU7ppwPHqVtfxy/bevYNInc/FNQzVqiCzgQwCBZnokbxUI7XD6wZfj0dH90CoOXA0vno7Tp72LL2jVXXDH+Km4dnACgt5Yi1+mP4qxP/6CDTJ9bwUBjQhT+23j7Yaxh0zETcfvh9LWiQ+LqF/4AS599318GKyP6y97jkFzTO+tPJ0xvP9kvDJpX/htWrLGog8jNwdsaocVs58eYDWbeVWVdNMSXDV7jewe44zN54w3k82GRrQ/HRnHfzed9yULMKL9Ul2sHSSRHskFw0vL+VZUOeXVlfw0HZFH1a/TDvR8m9oK41sNa7o2w+SbzqedZ5vJNc8iVOP9jU59KQggK4BVQvxMKAAyw3DSN2V6Nsj5VhUFSOWTQAnAQVVle+OAanPZcHA1mW+Kn8wyI1JV6q3RwGpMUuZM+unPICa/+funuODFl/B2BHHMQT465ZSjV6s2KPeHsKNuB1ZU78QmBMHgrQKcesjNeP3s7rFt2bZlmPro3biDIIUoxBlH3IpXzuwq3/Ad8zHx3scxg/7qxSnHPotpJ0r3oEP44dGLccz6usi7fvQq7oMD8gtQIAF8oXrsqNuFVTVbsUqUYNICjBlyG14a0zXWppoVuPveu3FfPWm1gEK0xj6lAzCuTw+09e/Bol8X4IuqndgoBiL9ao8bxk3FlMHxvAQAdqzCc8/cgxsr6lFPa/KijVCCfVp3QbdcL4RQDbbX7sTKhl3YHO1xa4wZcgdeHdOpuQx++x9Gv/gm5oghel2sSChFv7aDMK5vV+Q2bcPc3xbg85pd2BZ5q8g/DK9dfgVGdjPABip/wx0P34f7a4mSPGgtFGPftgdhXI9yCMHtmL9yKeZV78BmhCMAYXfcN+EO/H1gXNgmtZUXmK34TsHcy8djYHcCCIqo+eFDnD7tdcxv1tQ8DN/vKrw6bhBK4wNJd2/HzGdvwvjNuxM61hG3jLkH1x8ZsYfQDnz02C0Yu0ECYFth/+K90Tc/D75QHSrrq7CpvhLrQ3XYE4lwFLyH4OVJV+Fv/eMQ8j0b8NbzD+EfG7ZQIJQs9AtRjJ4F7dGjdRHyEURFzQ6sqd2JDWJTBHz04MDul+Kd84ehSzxYueUPPPif23FLLbuUn4+2GNrtcIwoL0Mb1GHHlp/xxsZV+FMkBxSktMelJ9+Ph0fE7voHFryN49+eEZFVfzx+3o2YPDAeWG3Aov/egnNXrsPGiIQ8Qhv0L+yA7gXFKBBrsat2O1bUVWIrJIC+FCcefA3eOKsXfPGHAzuX4taH78XUetaaAhTjgPIjMLFnR+SHNmP2sh/xXe0ubKUgLSm98NB5N+GygfbwAsRHrlJPnMHuOB1gNbpFFbymXak0wNvYVkUsmZUFTbDbNjUSXzJw1YOwUdcgKKhk3w6fRv+n6SLkWk3lQxN+8ZIoASKTYJgcZBKXnCghdhCv1xa0yj02/Ai9jsWDUZDARGIzpOdkgeqFh1xR1lB0Y/h6u61V6LJ9U6uEcKQL8HtyTJ3OMx5YJWJuonxQagLXYIEufpTYvs+TmQT8RqiFgquMro46Z86r2lKq0ZGk2xMboTHn1EGj6cjYck6THNoSKT2IUZKy17cbDaxmZbTqnh146/F/4cIKFvtJQNHTBl+HJ07og7IIP2Q4HEDFwk9wzXvT8G403PNAvH3tv3GihBuaBax6J6By6okt4wDCYexZ8hVuePsFvBJJ2yvknojvr5+A/YsjXVn0Ega+9RlW0f/bE1NO/CemDGsLIY4ntmHhB/jHzBl4q7GJwJwYue9kPHfeISiJXoEXsfKl2zD61xX4i9bjR9dWQ3Hf387BqfsT4IlexAVq9mDlvHdx+exPMS86+nvjgXHX44rBEUAtUI81HzyJk+f9iPUQ0C5vIG7929WYNDCuQSER69+7C4cv+A1VtJ52uOTY2/DwiTJhk9HvkFNJ9TEd/vZR9Hh/HnbS9w7Ew2P/gUsGt2ITL512ReyY/RTOm/Mtvg2T2Iu2OLHvRDx1/qFoIzVRFlglG4kwan74WAZYFdCtzXF4+oLzMSwOZw/9/DH+8dY0vNQYH6tLGiEPrI7bUEE3dH373YkfL+od8/XBMJrW/oo3P5mOB9auxFrakVz06XYdfvpnf/acKKJi+o3oPn91NKK0NHcQrh05Cf84qhweCUcPhlG95CtM/fhNPLq7mj6bhxKcc+xdeOKEtlH6xuo5L+G8WZ/iU0qw2w3/GvV/uOuEds18fuCX93Dqy+9Eo7KLyy7G7zeMQElkz9UcWN0vAVgNYvU7D+KE+UuioKrgGYSnx12Mcw4sgUcCTRvqsXn+x7h59seY2VRHQX8IfXD7mBvwf0PiQNEFD6Ls7UXsd/TGvWfdhKsOyaP9YfIJYf3MRzHxu0VYIJK1V3uc0f9iPDvpAOSnQEOhK0pJcaZkGzFVu45OQer2b96kTHbVonpbZRogBivjR3FKTWRdZivmTOWeTUkQCg/RVU4K/lDPN1z5rkiiMVlEZljg4KGyDllYDy8xCRCfQ6gRGgmlIy8tJEDGFKG8JFaT481VnbayVYQ+wQevx7wDwYwGVskaIxAOg/CUcP8UG0IUXPVyAEjJqdDzHhq5yqmflWTEo1XlJUM2GMR23FR061LQAgUSvxN/omwEKGpEHelqTIDXlwxs0lZvth7kNM17A+e9/xE+pIRiRRg9+Hq8Mq5nAocqu04Qmvcyzpo5B58GQmjjG4g7x16NSQdHkJdty/DAo3fh9kjE6pgjbsOrihGr83DevY/jPaoiL0499jm82Sxi9SIMi0SsegomYMOdJ6GNwthe/d8LcMCqSHSrcDBeu/T/cEYvpvv6b17EyA8+xRL6/w7C61dch9E9E+yiZhe+fvl2nLpmG0QU4Zhek/DShUeiTALbtszHpQ8+itcipt657Ti8f8Fp2K9DJFImchAoYR01c17A6A8/x/f0DwUYVH4hPpsyBBRardiCb/73Kq75eRn+Qi6GD/wnnjmzP9okUoJu+x1PPvsort+1B2G0wllH3Y2XxpQrGzS7iaZaKj56DEd9MZ+Cj4VtL8ZPVw1H16KE1yo2Yvpzd+L8LbshoAyn9r8Iz11wYCxa+LdPcf4Lkehm/8mYe/k4DOxOOB6Bmh8+wmmvv5EQsUrqL8G145/CHYNjjaz84B70+/oXJMarKgGrZ2+ooBQOPXpei4WXDUarRMCvciXuvf8m3EntD/AVXYStdxzL5F65HtNfuA8XbNqFEDwozx2Eu8+5GuP3VyASrV6Be6c+hIerqyh9RIfWJ+D5CyZhOI0aDmHN23fj0AW/0d/8uSMx6+8XYEjnxCiVAH78zy2YuGoN1iMX3bpchK//eRTKIu1OBFafiI9Y3fQFTnnwuQhNANCqYBTeOv98jNhHPhIm+MdnmPTMC5HxBPgKJ2LDnSdGx0zom8fQc+Y8FgWdczLm/3sCDkxkSqjdjY+e/CfGbq2DgLY4ue9FePXiA5GralcpGp+qdSY8EAXG4m9cyFUS/30985FqRxV7QN4k4HI6K/t4YFWLiFhPybhLAfnWUrHLn6UrnCxP5KWkQrIdJ9M8u7nMd1nJTJ1ErXJ0LCYhguUQ4JDDqi2thhxWBOiBBQNWvYIPfq8NJOUu8d1+j79Zsi8jmy1s3zU/7VVA2i+26EH6iwmIyrGoZPCFolf0jBSb++tih/CSBgUDeDIT7tBrFlH6NiDq0XELI2Z/8Akkspd1IhXgibaenL7qvQYQEYPmsUVfiABWaZ6Sk36mogUKzAvpLN81G4UrX5DAsVR0KMk7NckrLlXpKtXpUSPS1tOr7YaK423AyIhVtn1PZRQ6XiyaGrj8yQtx8BoCEZF9+hB8fO2VODoCGraoqH4Ptq+tRIXQGt07tUFecZy8TAJWvYUTsO6Ok1CqoJrlT0zCwWullEEH4tUrrscYCTz98TUMfuNj/M5mFgzpdx2mn7E/ihMra2xC1aZqhD2FKOmcFxfRGsKW2S9i3GdzsJjW0R03nn4Tbhgay5JFXX5C2zZOuwmDFq1iV849R2L2lCtxFAlobKjG7zP+gzMW/YyNEFCasx8uH34+rj22c/Or2+RTDU3YvakaIU8rlHbLNSbZ9Q/PoPvrX2E77UtrnHXEjfjv8d2Qn8jJWdeAim11gK8VSjvmENHFigywOqiHRAUQD6x60adVHlbW1CIML44+7FHMOktKZhbA9w9OxkmbGtAEP/p4QvgzGgkjH7EqAavd9v4XFlx2KIoT9y2hKky7/VJMro5AToXnY8tdx4PgxuH5L+Dgdz7DH7QXJRh/xHX4z+i9kyRoErHr8+dw0qw5WErfKcB5Jz2Fp49llAg1X72EU/43Gwup6jtj0uDxuG7EweiWiH03hRDcWYlaFKJVWT68cYnAkgGrwXkv4NDpn0XstjUuPulRPHZskoRcCODX5/+Nw3/bxK5peofio39dgeFSNPm8h9F++kJU09a3wYRht+LxEZ2Qlwiq76lDVUUDRH8rlJQn6F2TVzHg4WZrKfOyCBvQUl1VpAusxladNEOB49cguoSU4stsFc6Oj52+JkuxS4Y8Ju2jSFRdLNqZyYoDZcoiFkWedZpIh1E6smhnUSYXiiFG6tJKyHgieYQkTl7J7/gEL3zRqyUu7ZxJzaaUAII/knja2D2XsG7b3FT2/yZ1TX+1yUAvsibiyZpaypicahPAOaZ4I4xKrxkZ0Qb99kRriPD15EaietPEKQ1qjAOrEclpGHFKDmybjU2idpIiOG1jM23/NBETzaGXIfZjJLBKlBMTTYYISNXiduPdOy7DxKrI9ir3LKy7ZzTapdN9k4BV5EzAjvtOYpGH8YVE36z/A488dwdurWPt9+ecisW3jkcv6RZ0xVJcf989eCJ627wVju1wCI7p0QcDu3RB97JSdChvg9xWZMEiI6xAJT576maMWbeTbkC7tR+P6RP/n73zgI6q+ML4b0sSQoBASGgBQu+9I0ovClIUBVSKgICiSC8CIs2GgoCCgIKAKM0/HQEB6R0R6b13SEglffd/Zt7blM1uetkNOx4PJ8kr8+7cad9897sdqFxYudYSqCqnsWO/Uf+3jZyRV5VnVp8J9KumvuDydt6au4RNxiiZdCifvgStilbiBZ8yVC9ahKL58lKgkDtOsdhtkq2Y7AseH6bPFzNZEbNk8KSddy2aFfehRP7ClC9elOKF8+AkMDxrhzDJBFadnF5g8esFWbhyLXvRUr7kYHZ+2IA8wgxh95j/+TBGB4NLzhYsrRfK+N0HOCs/JHFgtXS58Zz4oCpxxBOUz791lJHfT2eO2tZunoO5O+4FBPHYd8VIfI7cUkGEcvz4wRR6lUvCar7H6D/1W5apl1Wp+i1H+6haBg8us3DR14x6HCQTYOXReFHdszwtytSkUbFCFM2fD08Pd9zy6Sz6leheAlhtE6OxWpkYxmrEM65s/JHX9x/lsnz3C6wdPJiXreSBM31FxOFVdFr5P3ZJyalqTHtzEB80UBHz2zt4fcZPbIn55KJ0KlaNpsWK4ePpTaUSRSiUNyfOonFsgQBpYeGXUVmEk913MujCtAKrSrWkiJY6JqVm8M6gj8vkx8o4N8emIYHVFf1HRQLAvGSPNKYZ52iKbubzW2T0sdEogcO0Ig3Z0YoSVLX0YUZw0glm5vPtP9baXCT6EsCzSDiankVz7cG+bO2nYgPvAFdjXUZObBjl6Y+jWLaAAOvF/8JvXMRh4fO7RrRoIMls1YjMxQqzN9sgZGnsEAog5uhX5mY0+Uvc34s+JcHVbFDSG1hVetRzxFsNvMwPMyYzOlDRV3Xz/Jg7YxUwKsUlo4BVarFuzGBeigghLFqLMSKYJ0+f8sDvBrtOH2L1/WtckzhgEd6qPZgF78TN8mTgyY5f6fnnlhity7jf5e5UnnbFKtKsQk2aVSlL4UJmi7ygi0yd+hlfSvNoqVd+FJt618BNGCiRPbzx3C56L5jPKvmyEnzSfgTjmnmi5DSI5Pzvc+h/9Aj/ivVAPENrKJCjKp1KVqZ17ca8XDUf2jgsxxS3SYIBIZK7m3+my449qjxC/AtyO1XktRKVaVWpFk2qlMTTEsKeTGDVza0923oXZ9n8n/gtMoq8+dryY/fuNC+lwXBxHyMWzmFhJOTy+oCLXULpOecXtsrqJA6sFizSn/0DW+BtCCcyQoNWr0MXdYsVS2bwwe1HKEoAGhrVmsb2HsVl6P6pHwfR4JKv+rH12TZhGC/lS8KakTeZMmYUX6oNVLTYCE4Nq4spjVfIvuUM2LyV9eFhasKn2Ofp8aJl8fq0L1+HV+tXxEuE3ccZcxMFVgMesmfFdN68cFMyTDWub3H0405UKZREfW+cZvavMxnvF0wk+ejVZCxzOhZX5HGM0fhuX0THLTv4x8JjPHJU4fUSVWhSujz1KlegeOH03eykyG+tLPocwGpCK0qGppqRWqPRP9csTYeuqvVeZpIAsLRfUPal2WRBmKKBJnkXmyQ3knd19rtKhP87QFXL7SpkNQSwKnAdc4a8GJdFLIGzzvm5HpcT6xE6ldWbnjuubA+sCoOK0FORsdtRlM4nNWcdxaIFzBnQeq0RJxH27nAfCytqI87a9D7rsU/HdICqKW83cYiahVvnlFfYyh0ZAayKV6VEuTbdPiYrHhR4hXkzpzDcX4GjXqr5OX/2KK0mDkzhwJthwKpiGBdykJNowokiTAUkRQ3Fmber1otaZbuzrGdd8pknMo8O49K6JYw+vJf90RCOKVO78lzxDB3OeLnWZGjznnzYIo5u78O/eeXrBeyVVzrRovp41vQqLw+2EiUi3L7A9NkT+VQCsoV5t34/vupUiTymuhnCOLdyASOOH+VwdDQRCQBWcZ8rlfI1YmjzN3jnJTWLWHr4SHggx1ctZty/RzluiCbU7EBKsWkOCueuw9CWPRjQxJQJTH15MoHV/O6d2dS7Gle3reGb8/9xRVeanq9+yvSmOXi48Ue6/L2H42gpVvV7Lrz7jE+Gj2SWfIVlYLXrbT+1pjkpl7MQBTRRkkljjA7DN8KfW8ZIYtKv5WzD6r69aVpKZAr2569ZY+l0UwVWNc04OPl9aiTFCA6/xpRxn/CliK0XbOUiH7B3WFO84jA6n+1fSY9NOzkcHkgQRovMlXzO1fnopS4Mal6GXJJ2rWhxWmWsCh3eRWN4+a4ib+GUpy8nBramTCISu/LCwAB2Lh5Lp+tPZD18yozk2Pt1yB1TXwP3Ni6i366/OWQ0WGx3GdGgq8mMNwfTr755R0oP57P2jFhprMQXfNnv2CstjNW41hTgmOY5TWblAFUt9yvTnipaSADI3GrW53QRPeEoVuwYJ5bpebKRZKo6dFUTNrnQUxUSAOq/ifmE2KU7aZ/vQ6/E7CNYq0I2Ib1IYs8FsCoMqhfZup/zMVuRAHBQ6a0uq80BZzXpmbNWCX1/3v3H3G7KaZhWSgJkF/ZhahYsyrCSNpXU1Lw3O9wj2HP2PixnFLCqgPX2bp1keKkZsFqt4mfs71cRXQzYlgIbZDCwqkeHFgFCxi2l6VW5KX1eakydsi6JO/SjWxw7+g+bL55m38PrnIwKlezG+Eed+fnglal820qlMz7aQ6evfmS7AnHFAKtSiiUx09y9wPSZCrCqoSh9G/RmcofK5DXXM7h3iR37jrDu0hkO+d3nmjFCfl/cOmnw4MOO05jWLCkkMBntHfeSxw/49/BeVp49w4FHNzhliIgBBmPfX4hBbcby9SsmbVQgucBq3i781b8RxvNH+XHHH6wIjcRYdBJPhnuz45uP6HBPJBxz5+M35/LVC0+ZNvwjJkp2qGVgtcttvyQ/UDRJTuf6zO49lLcqqA2UWmA14joTPxnDNJWxaglYlRXy8+P8sUOsPX2MbQ9vcCEqVGGaxmlHZ3JTs9JQ/upTGec4yassSgGkFlj1e8jaRRN4566/9B/Poh9yclDj2CRsJuvdvs6+owdZd+kcB57c5IwhMialYWy7l2B8x08Y1zQdAf0kW8+krZH4hdmNuZpewKqyu9A9d8msJGvXEW5rsdOIfYJJVzUpYNWht2p93InVpU3Beig5450NX6PoqioRNQ46mHlDaYg0GBNEqljuhCK6VIdOK8bm58d/kuvaYp8lwFXBXk2P8twAq5IR8hyDq2JQiq+rmh7uk72eYU2vV4R3O+vsL9t7ZrWOYB1KVm9mvdDG3iP843n99sSawpIEQMKlgcK6s2f7ZRSwKmz1XICrZlIALvk+5P6nL5Gq6PMMA1YLMaBpNzrkdibw4XnWHd/IShXs0muK069RPya+XFZlAyYxQIn7IowQEYrfzescv3CKvy7/x44nN7mspDyhkGtTVo4aQB1B1Aw8z6dTJjFDsha11C0/ks29a5LLFA9u5XXG05vpuPBXNau7D8PbDGZCyyI4JRAGFbQHlfoQFsKDyxc5cOEkq07tYUukCejUUS5/B1YM7koF8yRTaR2PhT1EOttnITy6cZVjF8+w+/p5dj68oiZ6Ao1ze/6b/A5lTN+cEmB1QAsKBFxnwbLpfB0cSXSOTpzonZdxPy5mk2AhuzRjRb8BtCn1gC9HDGFKMoFVwV3OHZd5rPGkWZkGtCpWkmYN6lJMJAqLU24v+ojypx+rv6nHtgnDk5YCePovg6Z8xUJ1V1m0+EhOD61juW8I/xD0lSgDYXcu8tfJUxy7foiFDx/gr77VNUdLVvXtQ8syygbCKmNVSAGs/I6u568TIKUAunF00GtUUXV9rTW58eo/fL10NlMCwzCQjx4vjWHuayVUySCzu0ztHhzE/Rs3OH3zAn9f/JeNjxRZDVk0L7Bj/GAaCRmDzCjJ3HQqqx17nrXiGzO9gFXxVEUVQGH/PC+beIM1oevM8Fkbf4dINiT+T25/ceitJt6gz4veqnCZiGgBHDrIYHE9wnRYKsL/hQxAcvJlK4mpNZK1KsBVR0loAam3qtEj/k1reW6AVTmsy0zv2WcxlJLGF0zVuOmqUnLv83BtYknQBOFeJmtySEpYdAVhOyeNVuqoPW+9ywGqpn10sHe91YwEVk3bkWx9bBH1gF+mDOOjIFPyqje5/nlnClhb3xgMhN+8w9kAF8oW9SS3hy5WUyIesOpKxwaT+b2LmuzH3FX9DtN96kzWyt9raddiIavamUKPozk+sx9NbglGoziVfYX/pvaijIi/Fwva83/x0cpVrAwVWpI6vJxK8E6rkUxpaYFdFxRBeEAQvr7ReJYrgLOF6Obou/c59Of3dD1/pNxEdQAAIABJREFUTQXBCjGl13cMq66BiMf88d04ej0MlFUp7tWNVe92opp34n0veOtMqmw9zCN5WWmm9ZjER7WVNPbRj4MJDgwlLDIHBSuYp2VXALrIm1fZvH4WvW49VsPbi/HDoG/oUzqNfT4wnFD/QJ480VG4kgd6c4BYhP7dfciejTPpfvGGBPagFD988AV9yqvvTgmw+kE7yrmGsGbmx/T1E8m6itKnpJ4N12/wBA1VSw1mY4+GeOW+zdRRI/giEWDVJAWQ1/NN1vdqT+XoAALDjCJ2HWeXnLh7uKLLKUI4EtooZN2nFNlzSbVlWeYMmErvCknY8vQ6Xl20nL/Vy6pVn87hd4sqP4VEEPrED/9oV/IWdMdVJPuKWwTQGvKEo5uXMezoIU7Iv+WiV/MvmNdeiem3CqxGhnJt44902ndETV5VlcUfjKdrEsm2QnbM48XNuyQgrtNWY3qXjxlQX/EvY2AEUUGBPPBzwru8O1pzEWVh9+Bw/l01nmZnb6k6tT5M7zuNgVXS6HOJ3q4cZqQmJCm7MFfTE1gVphZAmkawo7KF2E/ivmcCAp8XEDm5PVHJVSGmy5QDFQ5JAOtWVmgc2X+nFS6YquL/7P+pye1SMdcJBriUIErhnZKZqRHgasr7ZApfZZeXiyRfOpnMKm197LkCVkVLC9bq84atOkDVxPt44qCq3BLIBwjg0Pk5Zj1bs2LMaZjm+WL1KomqlJNAR7HqHclaBNozuJrRwKqwrNQIT+kqym6cMpJD3w2g5W0VxNTUY/XgIbQtbnnxZzy9hcHLl7MwLCdNi7dl3CvteaG82gd9LzBr9lTGBgkKpp7G1SewqVc5y0nGb26l7azFakIpF3q0/5l5zUx0zvjAqjbnu9yf+jJxA+GNpzfwxi8r2I5BhmO5uDRnde++tCgXhxEQeI+tf25n45XLXAhx4ZUW/RjWvJCaQMqsgc6tocXPqzgsf52XAW2/ZUbLXGCM4tam+XTdtY9T8m9FGdn+Uya1MNMdjfu40AB2zh9HpxtPlFAxTSP+GjeIFz2Bp9f5Zdkyfrx2hwin8nwzbBitrCQlitoxHZ9Nx3gqn52LUe/+zMQaaXAs3xts2babdVcuczE4P71ee4/eDS1TYI0nVtN66f84IF/nyeAOX/NlcxU9TAmw+mEnKnpquDDvAxpe9FcBO9M3aGj2whw2d84P0TeYOGa0GnafePKqshU+48SASilKXm84vJiGK7dwWm3fLvWH82PncrhaYhCLawyhnPh1Om+fPM0t1f592s/lh+YuEBXC6T9+YtyJk5w0evFCneGs6GqlEW8eY/Scb/leir860aLmZ6zvWVbW3SqwKi49s4Y2C1fGaPu+1nwuv7dPjK4cxp7pA3n5ToisrUbXhC0jBtJEVOvRVbbtPsjmK5c4FVyIgW/2pktNc00KtU1O/06dRes5K38sxefdJjOsvjUjpcEXzW9NJls17m3ZBThMb2DVFLasSUfdunRs6XR9lEGjlcm7HMBqfLMKm0QLVCwV/UoCsqm4L10b1oYflt3BVZGoSkgAiJJtl72p9S+jhnCDAWNq+oc4AxbMTAEepub+1NbZju4TkgnCPmk5vHjugNXnTRLAoauaeI9OGlSNe79I1qSAh44xKaFdRd8Sw5Fg92b3opxnOaZ883Y29afUbDLERK/R2J9NMwNYFXZWYMbs2bfCdi+k26YdbJeL6Ty0LvcBv/evias5thrxjOO/TuGVs9dRYNhSTOj0GaMbq8IBIff4Y+FcJty4wm0BQRbowZre7ahonnQnOpJ7m2bRfM9xeZ14znd9Pqd/FZN94wOrOrce3JjcDo945o/i3OLp9Dr1L+dky7hRyacv295/gXwmHYNbIjT6J77y85e6pQXzvs6a97tQI45caEwfOvs/mi5czTH5i/wMff07pr6o0voeHePjr6fHhIQX8ujM6t6dqV3MMvjsv/VH2m/do2Zfd6NukX5sHdUASZa9dpCRc2czR2DPaGlQdSIbu5fDzVx7QUTnb/masn/9qwKr+fjsvR8ZnRb24M2TzPp1Hp8+8ZfqA2WK9GHj+63xsYDXGY8to9Fvmzgp7VGY8d2mMbaBCrClBFj96HUqekL4zu+pvPEA9+INWs7067aUWfU1EHqJceM/5btEGKvdbvtJvTefUsM4/EF93BUCcPLK/VPMXPgDn/oGIBhZXs7VmdRtBO/WtAIaPjzIu9/MY210uGS5Fsnbnl/6dOclScAOYe1n7/FOoMry1rbi+KT3qGRBAjfyzN8MWTKfJVEiO3AZ+r30IdM6KjH9iQKrkbeYNm4kn6nZuNzzvM6W97pQs5jlMSj89GZ6LlrKBtUaznn6cntSa2TT3jjFD8tmM8pXpNfSUr3kQDb0e4kCFtjbUXvnUW3tLq7L55Tkq+5fMLi2mZ+rJNPkGT4ZV6V2zSLrYf/JrNIbWDVZXAlb1mZL0NF0rO7YDFjuX9EiU7kx9bkphH0FG9hRLFsgu4KrYgkogEN1ZnM0v2oBkwRApJQAkFngUmcbFVx10ukdpCALFpTpF2PA1dSZ+LkDVoWZhD8+L8mIoowOAQBrXSNloKryFDGUCUkAvYNJb9GsWqMimZDKIT91o1gW3KV1gKrxrJ4WQNX0IAlW2+GhRWYBq7F6q+mNKmRBBzJ/ZbAff8waTC9fU051F1pVH8G8V6tSSOgrio8PfsrJbSsYdWCPymLUUsD1ZVYN7kldE1BpjOT2xvm8sXs/Z+SW3pWapfrxv+4v4GWK0o+GsBObGbxuDatCQ4hAg0++V1jYrycNY0h/yQFWgaCbLJo1lbF+QTJZEJRgeJtRTG6jikJGPuPCiq9o/u8lNaQ9D20r9WHmaw3wzq8awQiR5w4x/Y+fmRoQIkcWV00Z5o+YSucYTUsjN3+dQvt/z3FV3qajYI6GfPlmL7rVyh074IaFcvvQanqv/5ODMTauwMyeY+hfM4dy3bPH/PXLN/S4fEvW2Yk8tK0znF9eK08OUzh5pAG/Q+sZ8+d6fg8TepkaiuZqyq9DB1DfVO87D7l8/RZ3w8HTpypVyiYh+irqEx3FnRUTqHrsWgxztEKpEWzvVYf8JgKuAcJOH+DL1Qv4Jlik9tKQR1uHtROHE0NuTQWwyqU9jF26mJnBoTFbFe88zfh5QH+aFNFAyHnGTJjI7IwCVo0Q8vcCmm3axVlVmMkjR33GtX6bfg0KoTeBjKFh3N67hrF/b2FNRIT0B9FG77T8mrltPWLa+v7KqXQ4fFplduaigXdn5vRsS8U4oH305f2MW/QzP4WFIr7axbkxS3v1p0MlBcxNFFglmjvrf6D97oMytF+LCyU8WjG9Q0faVMmjyGjKNo3gzs7VjNy+jS1R4bJdtdqqfNVlJIPqq2h9ZATnl4ykztkH6oZZQ+3yY9jYowb5TD5nMBJ67jjTls/kq2cS9QeKMXfwt/Quof7o68vFk9e4jxMFvUtSvpy7ZfZ3Soa01G5Q47zD3pmrGQasyqlKAKvZT9fPoatquZNJCQA0ElRNa3HorSZuwewGrgq8UDBVoxz7K4sNL3RVTTNjWvuWAA+F5qqjJLSAKZmVYPemJiL1uQRWhRmfB3A1yihkn9M+uWXLjif1f1J36iOkJAR4KJirjhJrAZM5hbKWzFidTYtGhn1l049L5WfFAqumB6TOQPYIrmYWsCrnLSUlSCpbycZvu3uKGQtnMsH/mVxW63HGU5efkjndKaAL41awL7eiQvBXQ++hDBM7jWBkYzNd0/vHGDnje36KjpBMP40AYXSelHP3IA/RBIY+5XaYL3eNUZJFKkDKNi/O5n+d8stEakpJJrAKhB1dT/9Vy/lfDMWiFssHj6KDj/oo/3NM/uZrvg4VkJMAyZzx1HtSLpc7efQQEhrA7WePuWJUMqODM40rDmF171rkUte9crwJD+TA0i9579x1bsrv0pKL3BTPWZBiOZxxNjzj0TM/rkcE4otBXYDn552mE/mpk5cSU2dynZP/o81iEWavMEN0uODtVIDyufPgQgR+IU+5Ff6Uh0SrmqBudGv6OT93LKRIKRmjebRrFQM3bmKPUUvFimPYOaAyyQrYfniED7+dzS+RUqRAaR99ASrncsdNbyDwmT+3Qn25ZjSB7Ll5rc5IFr9TLnZeSQ2w6v+QjYsm8/YtXzWTrgtNKnzI0h718BLgXvCFjAVWxceG+rJ7yVd0uXiLYLUv58SNIi4eFHfLjStR+IU85kZ4AI+Ilm3oTGH6NB3OV+2K4Rx3H3T3LF/OmcKUUFWqCD35dfnxcc1HAWcdmgg/zoc84bYxUvq5BmfKlhzCkUG1yaH6QeLAqqhwJKd+mkS3c5clg1SLjjya3BRzzU/hHG64Eknws0ecD/PnseorejzpWH8ES98sKaRnY8ud/QyYPYelgnIjnyXavTDVc+cmhzaKp6Gi3f24HtPuWmqUHMqOj+rhpvZL44k/aPvrWo6hp275AfzU9QWK5kvjuJYOk7m9J7PKOGBVWWNrNGkLrUxjC6f77WJflapQ3HSvie09UGRyjzYIMD3tdTOxgu0vjint3568J2SfLA+ijUWWe6Ed6igJLSCYvFIeIT06llgPGAVBzJHMypqviQhKJ40TmlQks3pugVW5sBOakNmUeSgnN7llSofZLRuOcqlhq8Y1g6K3mm5jXLaysJTbkCLZ2eqz1M2g+Mcx8Zu3bHpqjAm3sSdt9cwEVhVAQoGjsmW5eZzJy1awwvc+9+UMpkNLtASGxNmxYIpr0OPpUpq2Dd9ndgdLacqN+O5aw7jtm1gbFkqIhO6MKoiq2M4FI5Hy33zU936F2f3aUzpeOLqBg192p9VjFS3Vv8GtaW9gImvGt72Rm8s/o/GxSzyRf8hJqyofs6xnjRhgNPL034xbsZzfQoMIlNC4mJ9NRUcODISr2W+Le/Vky0dtKaHmlIqXcDrgCQfWzGfgqfNcMwrYTXybjij5H7igkc/V40Ixt/K81bw/Y5rnj3UXE7gaHcbF9cv57NA+/o58hlDFFBhYLBtCsZlIPOKiKUir0l344b2G5DeRUgUzePMCOu/YJ5nB3sWGc2Z4XcvZ6hM4qpGQI5sY/Mda1kc+k5IOegntRqtgow5n1R6i1Sv7DGTrhy+SP26yoxOraLF0DYeEtXN1Zuf7b1JdzekUfmILvZYukSHpWqdW7Brdl7pCWxYj1376iCpnfdUaudC52Xf82lFlF4efo9/oyfwmXaQcX779GYPrqEhm5D0WfzGSgf7CQk40KDeSLe9XxyU13TDoAdt++5Xvrp7lRFQoz6RHx/dPYfsodOTVleO9Rt0Z82oZi1qskcfXMXjDVtYE+aMcR8RntJiWt87koW6xtkx4rRMvloyttPG/dby5ZDmb5a2FGNtlOp82NGOxRIVzbuU39P7nHKeN0bJHOmMkVPqrRuoOh6m+kt+pND0a9mJM67LkNk+mhZHgQxsYvG4DGyKCVZ8Tvh+33aNVJrOO6iUGsun9F/GMI1ERvW8e1dbs4ppIx1a4D390b0OFIqkcCdNpgyrfLu2nhFukxiVS+QXpdltGAaumCioED+GNAmS1RwvFmtoBqlp2O9OeKloyVdO3jR3M1cS6ugajsHn6mjzdxpbkPkjoqoqEVY5iwQJSV1VJQJ6e46eYrZy0Tg69VStOJ5JZCfsopLHkd7DnGlhVNvDZL5mVGJoUtmo2ZjelZfRNRTa9hK8zoteqYe/ZMDI3LeaVWwwjOGmyX99ySAAk5hnp1xEEK05OY8mfy9Lqsqm+P7OBVVFRJWtlNi2P7nFozx42XL/MlTAD/sE3+CfKiQp5ilDUOS/VStWjQ62aVCtnJfmNBDqMRFw5z+a9f7LkThCaiIccCw2QIKu73odauXOgz1WW12u8yKt1ipNLBTHjWvThb8Np+c9D7uJKKe+BHBle03qyoscXWb1uA/Ou3yEgOhc1fJrwSbfWlFYxO/Hc6GsX2LxnC2vv+XM34BYnosKIxokirqWo5OqEq94Z14KNmdCxPt5x7osHrIoHhYZw6/Aefjp6mqvhoYQZjNwPvMolY17qunuRS5ubCsWr0rHBS9StYBaeH7eLRkUTcvEsWw7vYvP9p9wTdYoMJRI9Xs4+VM7liqe7D/UrNKZ7k+K4mj0q/L99fLt+FQv9HqNLEbCqWDni/CnW7NnBtifBBEYZMITd43BYBAXcSlAuh7O0Ry6f1kxtXw0P8/a5I/RKV7HL6Eqd6p0Z1LoCeU1A3r2rbN6yhoW3Agkr9CpL+9SPBedOrqbdxpuUz63lwdM8fPjBezSKkX8IZuPU6fymcaNM0Zq82aYl1WO0eUM58/t3jL1iwCNvGVpXe4W3myaSPCyprhkZReD5U2w+ukfa/mnwXY5HhBCOjvxOxanslgP3AnXo3+glXqwcJ+ze0p7rzk32Hz3E+guXJVv5csAdbsnVXx6q5imCt0tBmtVqxZt1S5M/v9m48eQKa7bsYeutuzwML8Gw3j1pUtLCSyLDuLN3M1+duEpgRDjPogK54H8bP11R6uVyJVqTA69cZXmrVVtaVs4VKxNg/ijRLy+fZd2uHWx57MuTKA2a0LscijBQPLcPpZydyOmckyKlWjOydWU8zLV3r//DtF+XMu/pYwoW782iri2pKGQcUlpSsElKyaPtlbma8cCqOplrxJF7KtorJY2Qgdc6QFXrxhVkHgHwKaS69G1jh95q4k5t75IA0VJXVRzUOYBV85YWPSlCSACoTN707ltiL+Gkc7LrcTkDh3z0Gj16GXqT/DHtuQZWTft2XTbK9O5IVpVEF0sXUFV5h+hmQmtVMDPTeR2RkeNEpjxbnF7LAVscXGTKGzP+Jdkn6Cb9bJUe2qrWamMvyayyAlgVNsvW4Kr4wMAgnj7wx++ZUNzSoNW7UaCQJ7k8k7/AEekvgq8/4klgmFyYKrlmNDjndMezeD5ymidsiuuM/ve4dTuCCKMOl/xFKeadxHufBnLn7lPCo0Crz0lhHy9yWABsjQ+fcPNhMFFyIyHqoyVn7rx4FXbHySyZTwJQNW79jBB98yEPgkMJixJsBmGjnHh6eOJeJJFR18L5h/GRLzcfBBMVLTkRaLVacnt44VXYFRnFa6lERhJ47jCfLZvDhsKjuTispkxemOISEMDDe0GEhEchNufihbnc8+LlnRtdXJaq+YNNATnWmkX83ZIZTPcpGgjxS4ycgxUGUFLvTPHHg+H+E24+CiZa9Qdhe7d8BShYzDVl6wq/EJ4+fIJfuCEG3NA5u+NdLB8uFvwwpqqmvawle5h/jxGi7vry+GkQIWI3LHzFKQe5PQrgVTiFM32AP4/uBREk2l32Ayfy5BXtnsu6z4ls4XeO8sn3P3KmZG9+eKMxJb1SYfQMXLDZI7iaGcCq6i12m8xKhqUnOiCnwg+zyS1i2BaAqsR+MqhvOcDVxJ3FXsFVMfaLEHeZkMlR4llAWEQwwMVaMQW4XsqsaASd1qG3as1oit6qDp3VhXDCO597YFWYROqtCnA1Ze5oc1crnVBopsktls3VL8srlI6gqulbTHqrirXTl6af5fZKhwoIuwjmqr33LQdTNR2cIRWPkFIt6UeETUUNkr4lq4BVUbNsD64mbf5se4U97OGjz+xh/O8/s7fsFxzoLdPVZ4+SDolXstIQ9j7fJmq7B8cZ8e1srlQdy+/dKiR+OGLpQRkE/Jhe5QBWrbeeAp2ISV1ocNqXl5rC0e2t3hk6DqmJqkzAakaBqqZvcEgCJN6a9gauOnRVE29PqauaSXizk8aht2qtNcRM5axzVlm9Sc9bDmBVtaTd662KE0ON49QnsWEqrbqqlp+tTGUuOkV2wc7Wihm65lKxZkkKEsxVey0OpmrWtZzoT/LQwobdxwGspsY/bBwtT80npec99hAFcWYLvRb+zjnP1szs3YNGqdW6TE+7pdezTJqZ6fW8THyODQ+VabfC9WN8sWQDh4weDP9wKE0LpPCRmbVAM9qXlmhGM1bjtpKyYtbZFbAqmKqSsZoBYe4p9GCbulzsqWT4v6xV5ow84l2OpMzWdqOmgwubchOrlRFRRDIhkyNzRQIbCbOIRF6Z5utGowQPtalI1mQf3pa2Wgq7CL3V5NDEHMBqHFvbM7gqAvgcVHrrHSdjQNXY9+k0RjWZVeYsLtI2RGT+3WI4klGXdmYesQ/TOEJUEjhMeiarSsobJbhqw36TlcBq7DLahg0Ur4FNx+/2Ut+kvDNj/m4Xa9vrNzh48iYFXmhCmRgt0oyxR6Y/NYYlYl9+al+1TUWrPn3EkZ0PKN60GoVlQrIUlswCVmPyG9hHi2QqsCrXUyLzq6LDYesMUIcEQGL7KhElmbmAs0MSIPExz15Yq1EGBTgU2IWjKBYQs4X438RUjVEmygQDiT2dKVmTrY/JmWAOi68QeqtCNiEpcNUBrMYxnzxHtUO9VYeuahITTaYAY0actPbNzMzIwUoks3IWkgD2sc+IMYVDAsCyV2QmsCrBQxtm8GU1sKosxuysY2XkYGPnz7YHCQA7N3Hyq29nzFXHKGDetOqmPYs6lb3IAmQmsCpaSGkV4a1CEsC2ZcsMWeQ7yR+ksu7KaEPWsEcd4Kp9g6sKcOggg1lrxSihZZ5FeLMOLXqd3rGnsNA4it6qXrJ6E9tzOYBVM+PZG7iq6Koq2fQyG+zIuuk8ZW/OaLaqskaUKwxctFp0Cs0xZZXM7lcbNWg1RrvSW3VIACTllJkbzq0VJJekqpQFf89qYFUOP+LQwjHkZEHrp+8rYw6ebNHR0/dT7edpdqK36nCZRFwqy050pUCUzft6VgCrSli9kASwXWDVAapaP1gXzEhDFo6NDkmApMBV2+xXJl1VU5Z7x7I1th01IlGV0UhkVs4YRiN6rZPKzMzKitjmu8V87iTBVfPMp3Ha8dqDfQ6/jtN+Mpu5ViuzvdtDcUgAJDG5ZApbNU6HwoCzToCr9uA9mV9HMRTp7SCZlUMCwPqCOqvCRCR4qMk0xaFkdw5bAFYluGrTzFWHBEByHCpLMQZHE1lvoiwEEJLlN8m56Lm8RqB3WbyYl+ePtg2wZjawGtcVjVIkyvY0aUWiJLsLscqkPm4QIdzGLO5XImQaRfvWURJaQGjf2qL/RhqMqnaoo9VMFjDBBdFGDcI+AtfJqn2WJOihwVnn5NBbteKigrEqZAGUvDoJwR4HY9XMcCbWpwg9FbIAtlxE5xMTnGNisdBKWWYXoVOiUfVWbdl7sqhuRgVYFcCzrfYuBaBy9Kos8pBEX2uLequ2AqwKw4kAFdssmctutk0bJFIr03iYlc3naKJEgFXT0YVtelZWuo1tWiROrbKMrarWwQGsJuoiykpLn2VAgqXKKbqqWQ8c2mLfElwVwVS1hRWybCfHaj2J/mU7fizZmAYBiNuC99hO75K6qqigqkLlz7LKmSJ8lWRNSti7oyS0gE6jU8BVS8Dq1fv7RMJDR7FgAcFazapTg6QaxKGrmriFMiX8P5Eq6DVCbzVLx8ekXChr/i7mDBQtWlscrk3LRceQGN89TP1JGQ+zFoGxNXDVloBVBVy1RRAoa30mawa75L/VsXZNvq2y9EobZK465qpEPMKGNje2ueJRbJeljFUJJAitVX2Wdu24Lzc4BmSLbSHWgQqoajujjkNvNam9sG0wV4V0Q3i0KltoMz3dNioielOEAaJtozrqpCByWyjgqq3iYFlpLsFWFeCqpWRWmkt39hr1AgVyFIsW0OtsUyEpyhgdRwDe0XhxLZDVoKppVHLWatDZqC5kVnuM1qhBDDu2Rgq3rSVjVrdS7PttSb9ZMoptY60oDWRrwKptSQI4ANWkerHN5UZxNJn1Josh2tjGmtk2apGUh2fR320IVFXQS9uVBMhKYNXkHUahWWfMekkAhwRAwv5q2lOJ8HJpHxsrUu/VxupkS9VRgPCsazdxdhLuSFZl0SVEboQoIMpgxBZZjpKZKcBVW3JoG6mLTGal0UtwNe4eWXP21m6ji16HSAziKAktINZmQhLAlpwq2mhQqfS2VCsb8Z4skwAw/36hkQISXHU0UwLnEBOtkAQQ4KqtmCducJOt1MkWepUyYZhqYhuWkctEGzm0sDVgVbSUbYGrtuDFNloHGzogiLGQQ2vVsrPEi160nXHQRj07i6tlQwuLeJawTa1VWwBWhayZYK1mZTIrGVZua4B8FvckeSag5qqINmptNkmyQ281cUcxZmGMYITBKJMyOQQA4reRlAAwagg3KOIIEmmyjaVFTEVNzEy91nqyJhsYorKsCoreqg4RkWJi9mrO3dxjFKwxvV7rAFetNI2wj9ZGwFUBqUY7Rierncg22Kqx1ROgqpCUcICrFposDriaZaOi+mIHUzVhC8QP/8/qFrJ86GULjGdbBFbTBK4K6oeISRILPHHgmtxDV0XwLOmSGHnCRDtJLsEipdcnPP9K/kJWvCu5tjC9JzH2pzVQNSnqTXJtk3RLxL9C1FW0u/hXfGdq19HifkHBEEU8I6U2S2m9LV0vbGiyo5IbJ/XF1B9M3yJ9PC0PTH1V4t4pmC7SzuJfUbeUtFd6+lhSzzJVOjl+kJZvMr3HBIzFHcfS4gOiT4hniSZPy3Ni1hoZ1YFT71e2AKwqQcJCJVw4SuYzVx1MVev+I3BVZd+Z9eOetVo69FYT7/9ZxVpVdFUVUDU5y8PUj2J2eKcJVLXxwxwBrjr0Vq37lyKZ4KQA42KUPH9rr/R1BVwVk5kdOmcmVFkAq1kNjsl9j5QAcDSSpSa3NVDVVEfhN0Jv1RZAoEzoKil6hbJXUZirWVWUbY5jyje3vy2F/1vzjRi91SwMX7ZVYFWZ1zXJW81GR+N/Yi+rz97i2sOL7HjsD055KOnhQ80ipalbsR7Nq+VFa0kG75Eft2/c4k5o8hgJYvHhXsCHsmXy4eSktqzvbS5d9cc3NErtic64uxegUg0vy7Od7wMOn30gkzcq2z3xzBKULZsXJ1PvrN1nAAAgAElEQVQdw0LwvXyLS37h4OpJeZ+ieBRU32eM4u7JqzwIDCVCk4NipUpRtKizZTczRnJ931keyJwCLlR/oSKuSckB3rrJ+bv++EcYwdmNAoXLULpE/EEugQRAdChn9l8kKElmhwZdLi/KlvTGI7+FKkdE8PTseS4GGtG65MarVGlKFrDSg0SG3ps3OHryKBuu3uBawCOuhURS0KsKTYuXol6FmjSqkh8nl6RH59CL59n1z0kO3L3Gv753eazJS7FcnpT0qki7mvVoUiM/OlN7J/24lF8RFUXAfyfZcvIYex8+4lrgY24Y8vFS8Uo0LFaRVvWqUaxwctA9wN+fa6f+5c+zZzn24DYXgwNxzVuJJoW9KVWiJh3rlsQ9j7VJy0jktWv8czsIo9aZ3G6lqFIrh/XviQjgyOHrGLTulCpZnILeiSGkRgL//ZdtJ0/xj98DLvjd4Va0m2LnfGVoVaM+rWoVwcXVyusePeLMhXsEGpKY70QW+9ze1CjrhWtuC88yRBF07ixnfA2oXTDJ9nJyzYNXmdKUsOCzxpvX2LF/D3/evs7ZAD8eGl0p6uZJybxlaFe/Ka/Us+ToFl4ZGcbj/06y+fxVrj2+wu57D4jI4UWpPAWoULwWHWvXoXq5ZDiz0Lw7c5I1B/fy592bXHwWRIDGg1pexSibrwSNq9Wled0Cadgv2RZz1RaAVdGasV6py3TmqgNYTdifTHsqW9NVtTbYOMDVxIfhzAZXxTQTJkFV5c2OXVZs+wh7SF3VLE5WleTErV6gxaG3mpithGSCAJ/lfsQErArHF3qQep2gsybX1M/XdUISICvBsSijI5ee1Qk1uav7THdZZUKRYe9yTyfCnRwdLG4zCGs4abIutYODrWoFT4qRALBtfxVjclZ2KVsGVkXLCg5QouXeaWb9/CMLAsK4Z3xGRIKLNXg7l6SBT3NGtWtJleJxLzASeHgTI9euZEVkVAxRMbH3aXChdvG3mPtGGyoXVeoWsnsxQ/4+ytZgP/zQUMA5P26R0KPnD4yubvY0YySXfptMkxOXCVT/pMGJGsXeYUHXl6lURPml8dpJflgxny+eBIO+KpM69aP/C/mUPz45x4wlv/PbvfsE4kqV4s2Y1KMz1Tws1PzuNlpOX8whsUYiL2P7zmNM5US+0BDEru+/YsqDQAIMRjRaVwp4dWLF4EbkUTEzi7qql1ZRc+5aLia5/XClgpMb6Ivxep1ODH21PG5xsaKnl/hu+hd8F6wlj1sFOjfpz6TWeRNW+Po/fPXLElaGhBNiCOOpMZyQeFfp8dHlIUeuukzp/CavVsllmX1qjOTKqhm8euQK0YYg7pq9yZkc5NPkopxnNT7s2JsOVdIfXTVePcn8jRv59eZ1bhvDeJJAcS8XJfQ5qVHxbaZ1bkBRC+aQ1Y4K49rWVXxz9Bh/BwXzzBiKr9n3FNa64+ZUgm4N32Bwm3K4JcBMwzi+YByvXwihoB4CogrycddP+Ki+FXD1n/mUXHaAcE1xPmj9AZ+08kZvAVuNOH+SlTvX8931WwQYg7lvtkvV4koBjQvF8lWiZ6u+vNcgV4I2D9k5nyabdnE2SR9zoZxTbnTaUvR7uRcfNPWM/6ywOyz5dhxDfMMIS9aaSoe3azV6tPyAz5q7x94R9Yxz639h4MF/uG54xqME9XKhgCYn1X3aMqpNG16sYA0UNRL63wG+37yCJb5hBBuCeGRWr7zkxFXvRT3vlxjeoR11S1sBsJ/eZ9fG5Uw6eYrLhmf4Jfi+nBTS6KhStjvTOzWlXJHUzY9Zt+JJ2GC2AqzKcdvEXJXhlamzbbJcMs5FDgkAyxYTwKpJV9UeDtoV/3HorSbm/5kFrorpSSSrEmT/5B25p7TX2vf1UUaNoqtqR5iA2EtIZmZWbrhstNmlZIJWJzVX4wGrAmAQwKouq6mZNms4VW81c+b6eFZwgKrWJ37RyW2VrWqqtQQPxcFFMgkzNtoFMqRaou0Es85ZsGQym3loNCisPkeJsYCtSwBYaqqsBFdtHVhVGNlWfDz4OnO+/YapgX4xIKW1rqAnHy8W68xPA1pSJKd6lSGS+7sW0GLzPm7G3ChgTmuwgQZXTS5ql3qDLzq1ooq3shW6v/Ybmu07we14L9fRutFs1nY2Y6s9vMLChV/y8ZP4MKDGqRV/9evFC2WUU+PIM3t5f9FcVsifctH75cnMbFFEAa1u7GfI3B/4yRSyjgvtGn7FqjcLJ/z8i8upNn89V+VfnOn75hJmN0xkzLh9kI9mzeaXOCHSGk0dlg8aQfsS6iGApduPz8Nn2W4ex7Gja8wm0YiIVTFVV0wjgmGVE2/ef2UMk1t5xko5PTnFhGlf8q1gy+JGp4YT+b1rsfjfdeMQI+YtZHFYMM8k+K4nN1EEmH29wjLRUUBfkQHNezHqlWIJInce/O8LXt13mnMWWSkaBOExRAVLfNybMrVLX16vnJK49cQHZ8PZ3Uxcs4aFvo/wF4eYOKElknCLt2moUno4uwbWwc28CuEBHFu5mPEnj3LEEC0PGCyxbEy/y4EXHWv24etOtSiQJ+7LQtgzawTtbvip8K6WEu6tWfh+bxoWSlgp499f4rnxJKHoaF5vIitfSwjW+u/6nbF/72FdsH9MG5mzf2JdSoNnjjoMa9ufIS/Fqxj+m6dTZ8fROOC3hrg+Jo7uI9UqKj4mSjmmd/+MgbXj0LRDrjL7q/GMDo51cr30IsusJBdy4pO3Ot1avMewF02DBwRunc2L2w5xRc0aYG6dHOiIIhoDeop7vML33d6mZdmEi6jA/esYsXEd/4sIlf5s3m4a1b+DZISMC8VylGdktzH0rmFGPQ9/xpnV0+l4/Az3MeKEDtHzTDaJWz8tOahYpAuLu79KFfUwJyXLCKW9bGNBaFPAqgDzpNRgrI5IRm7kHUxV614rGIcKud2+1sgKmGdfdU7J2JHWazMaXJWKLgYjETZLeEqrBdN2v+hTgq1qdy5qFBhYLDMzbVbIfncrkglOscCq8olKd9PptZK96igJLSCTWQkAKBPHbLHYFQmr7K8XZo4H2TqoaupbCngo9Hozxy728hZ5Eq6GLQtwNbOK8ibH8svc3vbCTIhbb+k/WdSvbB1YNW2LEoKrRkL3LeTFtTu4II2Zm5d8OjGldlEiowygNRIa7M+h4yuY4R9IBAKEKcH4t6cwuI4KSESFc3fPHOpvPspT+QwXulZ+m3dr+OAW8ozQBPqLGnQ6PV7epSlTKgad5faab6i7/18E8BFbdNQvN4RV79TFM044suHket76dTmbEiBLjflrQD8alVMYkeGn9tBj8Y9slj850eXlL5nfrCjO4s9X9zF47hx+jvOMHE51+bbrIHrXMpMEuLSGxvNW8Y98Th6GdJvH5/WsOVsU19fMoev+Q5yN9y356d5wBHPfKKkcrlka5k4spurSrSqAq6FOhU/4qYaGx6GRYDQQGfWM+w9v88+tM+x5cpPzagSLRlubP4aP5BUJUits3OmzvuDTIAHDanm1wZes7OYT+8qnN1nx87e8f/exBA/15KJa/np0r1iJKgVzo42KlpJDl878yYIbV7lkiJAgZW5tGb7oO5W+cdm6Dy8xfdZEJjwTqxQniuWsy6iXX6aWJphQgx5t2BMuXDvAzIvnuCrZiM6ULzuCQx9WI114q49vsGzhVwx+4E+obOV8NC/dhm5lfCjppsVgMBAVdpGf/t7I6gghlilKMQY2H8m3HeLoIxijuLN5Ed137OKYBIF1eOmL07REXd6oXhrPqGiZfOPJjf0suvAfByOeqe/Ly2sNxrDw9ZJxZA5COLxgIi+fvxWH/e3Gaw0nsuT14ujNsDzD3lmUXHtQAuq1a0/mz9fLkzsWe8R45SDjFs5hbliU7INuGg+qe1Sjc60XqOUmYEcdTkGXWPnvUbb73eWGBAL1FMrXkdW936BOsVhfDdg+n1Z//s1p1RJli3/MH43ceRISgdDvjxSh9E9uc/zacdb73uGWvE5DmYJvs7p/ByqYGN0hN/hl5iQGPhEwJhT0eIXZrzamZIg/ARZQSI1Wi1veIpQuXYDcJiLt3XP8sOgbRvk9k/b2zlGNPg068rJHGM8MWpwjn3Di6n5mXTjHDfkWZ2pWGM+BAeXjd5/7Rxny3VwWR4ZKP82p8aJukRd5v3Y58otIIZ2eZ09v8s+lgyy7e4NrREspYU/3Dqzo251GcRn457bT+6efWCHHhRw0LNGe98qXo3ROxaauEVdYtm87KwJ9JYgvxoP29Sey6q2i8Xp7cn9QxuTMW/NYq5dNAauykkYUdFURtc0oYNXBVLXuqSZdVWGjrPfQ5Pao2OscyawSt5nRmHHZX8VcKRJWOUL/E7aB6FfizFtJ1mdfPUvZq2tw0jmhE9mDHSWBBUSbxjBWTX+V7DHBrBPJrOyrzTOtiYVdhCxAZhTRHlExyvmZ8Ub7eod9gKrqQlH4jWSuiqHJ/gbVDPcMoxG9VmG9ZHiRLNkMf4vjBZlogRi91Ux8p3iVPQCrop4J9FbD/Dm86kf6nfyPa+LvOd/h9Kj2lIhPcsN4eiPv/rGDI0EBPCMvnRoNYnbn0oqVEwCr5VjS7zPeqJgSRqLBCrAK7jlbsLhvP1qXjG3UgPVTqLTnrApsxGlsTdqAVQFCFi0ykCODXiRv3IjjlACrIVeY9uU3TH8WQLCZH3rleJmNY9+lmpl9Yy6LB6y6MXnIQkaUsODMxihur/yceofPq+xFDa93+o1lTdWFbhLAauCWmdTedoS7KtDZpNJgfn6tNt5eZu8yGni6ewV9Nm/j76hwydor7d2fP/s3p5gazR12fBtj//cbv4RGEKGtzU+9BvN2dTNgOtKXTbNm8tV9oQdqwL1IdzYPbkXx5EldJtqbH6ycRLND51W2dF7aVujLgnfr4mEWdR99egcfLfmZX6M05CAPZQq+w1+jG5PHtDd4cpyPvp7JokiFE+yZsxFfvNGf7rUsVPLKAUYt/IWFocESXEVTlVk9P6FfDZPPWwJWBVO5HF90n8TgWvE3JIkDq6Hsnj6arnceykMHnaYk/V/oy+cdy+JqjkyHB3B81U8M//c4/xqdKZizMr0a9GJ8+1iabHxgVcd77/7O9+ZSG+KbwnzZteRb3rlwTR6Y6LXl+bb3JAZUUSdNM2C1cf2ZbOtmge2dSOtFHlvHkPUbWBYSQhTlmfv+BHqVN5v9w27x3cSRjFXpxx75enF8TFsKm1ws7Al/LfyKt6/cljIWbtoi9Gw2muntCpNg3xfkz7mtP9PtwFEuyyMHV16oOZHtvWIHl6DN0yi//bh6SFSZVWM+I475lK8Jvs70qaMZLzUQ9FQuOYz9H9chRyrXE7YArtoSsGpymYzWW5V6nBY1WTJ5AWGDrxP7KqmrKiPIUunYWfxdouqSjewoViyQMSJoIslZhEEc0zmKuQUUJq+SI9SeixKB6+yI9rTWs0waq+Z/l+CqlARwAECWbCdMIxJaZWRRklU5dFWt2dh+QNXYL5CMcI1RAVcz1n0y0jUz7NlywBZhxBmsCaAxGuzutDDDjK4+2B6ZquY2EaeFiu9kXrEXYFVYRIF0TOCIL4fW/MyH//7LRRVYPTO6PT7myWoigji9ez9brgdTpFhZ6pYuTfny6kWWgNWeo3mjhlsKGsA6sCpC2d/rOI9ZTUwoUhSHp/fl5bvhRFOITkWc2H/vtqKnmGZgVTykJMPajGJKG1WLVfwqBcBq9MGF1PljO5fRUr7gm7yT4xxrb57mhLSGOx+9/j3TGltJkhUPWC3I5/1mMdSaluuNTTSZuYxj8rmudGwwkeXdfBSbJwas+t5kxcKv6XfPj2icqerVlfWj2lHIGn1UMDnXfkezvf/I8HFXjTcDukzji4YKiJgAWH13CG9XS/iwZwf2sfrCRXxzlqZ2qXJUr+VN3rRSVqMeMn/CYIYqpEnQtuDw5H5USygtKv8cvnkKHY9E4JanHB2qvchrDUqSR4Dc0RHcXPUlDY+cV8H6gnzSdTqfNrR+xGc4v4FX5//ObvXV1SpO4mD/Cmr/sgysikvd8vXh/LA2eMapY6LA6o3tvDHrZ/5U+239SuP5690qCuvaUrl3mZX/W8QvAQWoVbQCjSs34eW6sfTX+MBqLgZ1/YlpDawwT86vpcWCFRxUfezdV+fxYwsVsTYDVutV/YztvSvJiJzklmf7ljFwyy42hIYQQTV+HfIJr/kkfED08T/55XwQz5w8KONTjRY1CsYm57q2iRZzV3AkOpJotDSoNI5NvaviZtW3gvhjwkgGBfrJtvbI25Ud73emooo9P/x9FKWPCs6vKHXZMXkkjSwchETuX8ysa/kolNsdz8LVaF3XA21KzpLMjSTZmVnHDLRFYDXWRAIAEsmsUuBcyXBCgwNUtWil7ACqmj5MAVdFSV/fSYZ72cUlQj83PTeiMsTdKCJsM3cNbhfGVkFVweZNT5tnxbeLMUInklnpxW7d0bfM2yABYzX2AjWZlUMU0qLfSoAsA8ExZUIwyAHK4bgWmkCeqNon6C+WiQJYdXQtK1OCEVwkqzdjikZO+vbpOxljEeWpscBqZgvdpu9XiQMv0ccyq9gTsCpsEpPMymgkZM8CXtywi0uqsYrm68CCNo2pWsIbjwJxeqDYnVjCXywBq30n8EbllPDOzYFVFxqU8ObGjWs8QEuVKl9ypI8KGgbfZfGMMQzxj8Sgq8G3L7nz2+49HJd7p7QxVpVjZHDWNGD18CG0NOkmJhdYDX3IxkUz+ODqTQJwocNL3/CV11lW71zKpwGC26ijZom+rOrXHG9LuHM8YNWDaUPm8pElxqrAAvd8T9m1B3gg201H22Y/8kdHFQFKBFg1/Pcnw1av4ZfgYKLxZniHcUxqbiljV5zeE3iGEZ9NZa6qtVenxjT2vqtqtgbeZ/H0kXwUoMTVuFCKj1v3ZkDV4hQp6hK7n1VUCdJXUvLGUT758TtmhSt9vWqlSRzqX966amVUJIYwPVpXNXTE9In+99n663R6Xr0jWcZFPbuxfmAnKiZmFmMQm778kC6PlFRv7h7v8u/wVygkMUzrwKqOorz1wsfMfzNWmsEqsGqI5M6Wn3hzxx7+k8z4uizoNZS3qySB4ImGEMig6IJmk2h8YNWFj3sv5etqltZXBoK2z6Helv0yDF+nKcc3vSfzQVVLjFUNjetNZ9tbJi2KZI68t/5j9tIfGOsbSDR6SuSqRa9aLelSqwKlfJJHZw7/6xtKbTmuJpgqxfyPv6JnqcTeb+TR1oW8vfUvCRjndKrGyFeHMLqJgnRHHfiFV1ZvYb/8yYXa3q8wsEZtmlcpQ6HCcexuml7SdZEi5q10fWAyGwJsG1gV47JIqpwW5Dq+KQRT1SECZdk9FF3VrPHDZDtsMi9UyDcaFBDdUSxZIL30VoWlIw1GKZmTeatv+2lTweQV9lFI4Pbtj7JfGQVrVY9Ol3lJBu2ltRMFVsVH6PUi05V9O0FGNUZGgqsCNJS6qnbeATPK9vbIVo21hTKVOWsFu87RxOY+Ik/DNBqcMoTBIZbojpKdLSD6lhg2M2votDdgVdpHOoAGgq/x3VefMf5ZrDBiIV1BSuYqRDkPb6oULkHVoj6UL+FNAZHi3HwpkABYheK56tK9SjkKRUURlWCFbeBZaCD1OvSmUYzEpRmwqqnFwr512fPLApZHg0fBARz/sCkeucBwdhdjfxdh2JDT/WVWvurGrN+Xs0GuVlMLrGoolvdlmjzbzrIIgQDmpl3VwSwTzEDxvdc20PSH31V2aCIaqxe30nX+YjZJ25Zh4ZCpdPMK48GWGdTff4on8vcVmNPvM3pXtrCmiges6nnlxZn81tCJsEhT1IoGvZMTQVf28MPONfwQGKwks9JU49ePx9LZFNGcCLAasX8prf/4k6OyLlVYNHA83colMRpEPuTXz4cywF/h/lQoPYbDg2pg4t36/jGRxvsvcD3mMR7UzO1NBXcPinuVpmGpUlT0LkLRojnRWCHrpnw8MhJ4eDOj1ixnqdROzcVHbb9hWus4TOPkPvTqAYbN/Z55kqaYjx4vjmZWhxLkSLSuBm6unkLNA+cREeG5crbkt149aVVOAIIKsNru/C1FKgCR5ggp6RQlEo45v8gvvd+nfQXl8MG4fzYl/ncgocZq6GO2zBtH51sipZiWqj7v87+eTSiWBA6e2Geba6zWq/E121p5EBYhUqOJKCwBYGkIvrqHGbs2sjAwgDA0lC7YjVX9OlHJlEfOjLGq15Xm3ap1sXyeYiQ8LIj8VTvTvV5cOrGBK8s+pdE/V+IkzstNZbfi1PIqRgUvb8oXLEPDmiXxyKNRgOKYIlg/Wu6unEjtQ+cUSQxdC3aPHUB9s1x3CexxfT9DRXtHii/ORbeXpvJLZ/UU5cl1lsyfzPuP4ybGy0edPD7U8CyMj2cJ6pcpR1WfguT11CvaTulYrKX8S8dXWHyU7QOrsoHRpIOun9RVleOmY18br0epgJhgMWY30Nmht5r4CJLWXZEMcReyhQaBtzmAVXNri8MKsRbOdvIIJnA1TeEaGT27Zf7zEwFWlcqIuUeAqw5s1XLjSPuks3HENkoAq45TH8s2t29QVW6lJKihxaiAqw6kz2JD60VeWJkdNr2KEcFWtffTwvSyhuk52UECwNwmmam3am/AqrBVXEmA8H928Nm6ZXwfIkUDlXk/XnZvT9oVrkb9sk3p37pcnMQ6YrUoklfNjZO8Knne2aDlb+xsa0Il4gOrWpfOnJ/yEus/HcrYcCNuOZszv/t7tK+gxW/jDFruOspF8tC83DvMbhrFtIU/s1TQAVINrOak96s/Mt5/Og33n5YAV25NJaYP+JS3Beh4bwtNvl2isGITSV71cO0X1Nl3SrLnXN3e5MT4zlJHVHNtM6/88Ct75P3OtGv4Fau7WkgjHg9YFdfmpoJTQuZeeFQQj4zhhIhERhSnf6vBTH6lSGzC0USAVf91Uym7+4zUo0TbmJ3jB9IwKaAu/DHrZ4/krbvCPzRUKT2UnR/VI7dpYPa9wbqVixh96RK3LfqPngoe9ejgU5E3mrekSrF0GNENkTzY/Ttvb9jCYflOb2a8PYn34wF3yfNF48n1dFi8nJ3ych8+7TyBT15KSsrCyNPdC3lh3Q5V37UC33YZwsCGeYFnElh99fwtmaHes3BbJlWryP1Dc/kiMFRurgp7vMv+Ua9QWDTvkbn4rNiTAFjVPL3CvBnjGRos1gsutK45nj96lMMpweGGkSjfYEJCIhSg3VSccpAnrxtOcaQ9zIFVkaCpolN87YSI6DCCDRE8I1IyeN21ZRjbbQKD6sZBms2A1eRYOn+BgZwb0wSBkcaUW8eZsvwPVj64riZti/8knaYATQpWo2WpSjSvXY/qpUSMvymU0siV36fQ9OhZfIU7u77GwRFvUT0pYPXxGb6e+TkTQwSSrpPJ3VZ1KxGzzog6spIOa3ZyOtxfPQyJXycXfQlaepWmeeVGdKpfhSLm2sTJMYa1a+TSMCamIC1PStG9tg6sio+RYJ8mbewoRVfVseC25ByChCYAoOwGqpq+1QGuJj4kpAVcVXRVjTiEC+PbWEx1wu8EU1VgOtntMMe0d3TWOqF1jKsxjZ8ksCquFJtUJ71DE9LasJSeeqsOUDWJ9WC2ApwVZqazLj3BwxStp237YnEaplHA1fQoQldVGc/S6YHpUSkbeIYyOUrL2EBt0q8KmcUGt0dgVVg57vY9+upZlm1cwuy7AQQbwgk0hsVhkZnaREvlYgPYPLAJXhLvE8BqBHf3zEkhsOrMOx1/YUETy8Cqc95h+E2oy5Eve/Ly40giKUDXJhNY1NGdQzMG0upOEEa8mdy0D+9UeMwXPy9goaBKpBpYLcyS8d/xhv4qc+ZOZ/wjP5nNXegvbv3wNSo/W0/d75ZzTprBCmP1yVWW/Pw1Hz4KFFAa3V8Yzvevl5RjOxH3+fW7b/n0wV0JnhX2fIv1/TpSuaCZrycAVq33hVy44u5ckY9avcMHTb3ja24mAqzeXvgh5U8LGEpgSi9zYuq7VHBNos+FPWLd96N4WwVWa5YdztYP6ijAqmnICHzKmZ1rGH/wBJejQ/E3hPHUAj+jQO7WzO/ZmzZl0zjWREdwf898GmxQmJ5Qip96jeedmrF6oskdSQz/rKXjrytVYLUMX709gY/rJUWtNRJ46HeartzIBfkib6Z2Gc/QhvnQaEI4PH9SDGPVvUAv9g9si8f+mTTYcUgFnz34sP2XfNMsL5ycR9GluyQgX7v2ZP58vTx5xGc8Pss3MyYzQZ53uNKh/iRWdIuVEDB9n+/uVXz09zGuhz0jHCMR0eGECQRJ5075Ij3YMLRmDNkzIbBq3Upu5MTDqQKD2/XjwyZm6HuKgVUt1cqMZNeHtUjQQg/vc2T/X8w7cYzjYc+4ZghJ4Dl6nPHJ24QJHXrQpaY4rVC2rFdXfE6Lw6d5qAKrB4a/RQ3PJFr+8Vmmz/6c8UEChk4IrIq7Iy+fY+PenSy/fI5T4cHcNgrLxi9O5KZmia4s6Naa8rH5wZLrdolcl/mSAPYArAqDiRWcBn2q1nAOUDVx1xTgmCKNmcaxOR16QEY9Ijobf1tabZZaSQDRJyOijSgxD45isoCJnBApklWpuEV223uaSG4CVHWS4Gr2HTtS4tnJAlbFdCZChAS46iiWLSBYq2n1KcFRFaca2Y4uno5OY/9s1YTGEAwUvdbBpDS3jDzgk5qHaWfMZ7/gprR3KlNfym6TfVzLZAa4aq/AqmkLFU/Xz8+Xc//9x96L/7Hj9mX+CfWTrK3YOcmJ5jU+ZdXb5XDVWwZW6+SrQaU8uclhMfGiFme9M+3e6EeTGDAiPmPV1XM0T8bW5OnaiZTZd0GGWhcpMoh/BxVi2rhxzDbo8PZ4lTmtG1PT8zoT581lQZqAVR8Wj/6aNwtA5K7vKLvpiArW5aFHs8+ZlWMJZWJ0HC0Dq1H75tNm3Yg/FT4AACAASURBVG4OG404UYU5/cfQvaJJOsGA/97/8cG69fxpiAJNUXq3n8rM5map6y0Aq844k5donhJNrFiDJ8NeeI+BzWtQxBKIlAiw+nD5GMocUZPzaBrw5ydDaBojyWBlTIl4woaZw+l2T6Rm11CjzHC2fagCq+a3BIfie+UCu/49xOabNzgVcJ8rxkjJpDRtu5xc27Nv8DtUSwsYJYHVBbywYb8E1UTSsfk9x9OjVlJM04TfKBirnRYvZ7v8U1E+7TKFTxq4JqEHayTo4DJeWrVZ6hPnz/kiX7TvTg/JWA3h0HzBWL0tpQDyFBjMjU9eIIf/DZbN/4L3HwRgQEcxt2asGt2P6pdnkv/XQ/LaWGDVCH4XmfHtZ4yTegJ6mteawro3S+Fk5jY3fhtLreNXVdkBs+/TtOTMtH6UVsPoLQGrTujJiYFgoekfc3t+xjb7mIEvVSC/JXUFM2DV1akk7YuVomB0OKrkbbyK6PUulK3SnveaFY4f0R/3qsgogs7/x/ZTp9h26Sgbg54ijlBEnRTfcaK41ztsH9yW4pJkGx9Y1bi+xuGRb1EtKQb247N8O+tzPg22DqzGVCs0jEf/HWHDfyfZfuMs+0IDCBDr9JgL8tCs5iT+7JVCfdkkpu/MlgSwF2BVCTPWotUIh06ZFrwjWZVlpxPrQMlWfQ5EsiQjN60b9bQvvW32CSllrYoeKJiqJuDQZj8siyomDiuEBEB2h5zFGKLX6tBrRZypAydMJrCquIVep0GXXvSxLHL0jHqtGKtlMqs0vCBapKtSxbbT8Jhse2t2BFWVxlIkAWTYe1ocKJu1vKm9BatXL8DVVH6fQqzK7lNbyo2THSUALFkho8HVbAWsmgwo6T0Qef0i2w/9zcL/9rJVrBLRkN+5EjPe/5Q3RGKlBBqrxfiu20T613MTopKWRaVENG+8cc4MWPUYxqPx9Yg+sYn+vy9jlZQar8LMjsVZvu5PjqChjM8Q9naujFPEScamGVgtxtyPv6GX+J5IXzbPmUKvWw8kUJU/Z2MG5fiPqX4Bapi1BWA16hm7Zg/i1TsmXUZXGpVoQ7t8TrgInZeIAG48OsXyh/diQou9Cg3i/IhG5IyrG2mmsdrn7WX8UBcICubuf9v4ZP1a1gndWhEY7tKCP/r3pUVpC6NiIsBq6M4fqb5xD3dkO1fkhz7j6FMtiURjUQ9ZNHEwH4m4cKBSqWHsGhRHCsDa0CPQp6AALh/5m3kHdrIy4IlkZWopTp8WY5jdPikELJExzRjN412r6L9xPdvk0O7Ke62nMbttKuKyrx5k/OKFzAwS7ZeHjnWGMP/NSuRKNH9SNJeWfkKtE7ckyObu1obfer5D8/KC6SoYq0Jj1QSsfsCFUU3JK9jLN3fSdc5StkSGEY0TzWtOZOjTGbS/4StnKAGsbnm9vCK3EebLzsXf0uviNRnqXqpQT/73bjsqmDGdIy6cZMXxyzwOCycSP9adPSCTXSmL9g6c/+IdSog+B5gDq23a/s66ljoIecqp7UvpvfegysyGUp4dmf16F1qIAwLzYgas1qn2OXt6l0ErUNBYdDb2LvGIlEzgkUainzzi4rmjLD2wjRVPHyusVE05xrcbyictRby/gSu/TaLJsfNK8ipNY/7+9KOkpS1uHmbkDzP4QZ5U6Hi14TRWd1WTsSU2jYZHE37vNidP/8Wov3eoOsWg0Tdn+8j3aWTOQE/5lBxzhzI8psRgaXiZGOqjnqbtAZl0t5r6RU1kFZcyn3gFHGxV6/YRW87obJKsKjlu6JAESKqvJL9fiRD3yGwVRZocD0reNQLEl8mqnodNvbq9NoGrybNQ9r0qmcCqyQAGnPQ6hyakFX8QG/jUJvpSJABik1RkX5dL3ZdlX1BV2EM5J3RyJLOy7BxGkZUYCa6mFHd2gKqJLaizpwSA+RebElml1HeSO1LZLbBqCOf6kfPceBrA0zBXWneoTx5LGFt4BE+2zqDOnpMqk9Od4W/NY3JdjQVgtRxLeo/jjarJy+qt2NgcWB3Mw/EN0T28zs8LJjH4aaz2q6lN6jSYz57OeYi+eYAR6QCszhr4De+VUZ9+/RBjFixgYXio1MiMXxICq4YzOxny688slMlwklf0+nr81GMQXauriJe4LR6wmpcpA+cxPCaxVDS31/9E7127ZTZzwWAsnOtV1g7rlpChlwiwajy9jfd++YXlknLnwVv1hzGvaxmcEsNwrv3FG7MX8af6aRWrfcc/fQrLn4yXz3Hgyj0eRObAo+qLNDcl0IprBqORsAt7GPbzPBaroJuX9yiujayVptw/hmsHGT53NvNVYdHa1b9mX28f6w1wfhvzT4ThnK80TStXoKSP6uy+N/hj2Rw+vn4bf2HZHB04MOZtqgryqbUSfZ/vxw5ltCDxihRIebpxZHQnSkrCrDmw+h7/Dm1FYcE0/T975wEeRdX18f+2VEJCCb0I0nuXjhRfEUSQ3gSRKggICNKkSgdBmtI7oqKChaoi2ECQKr333tKT3Z15n3NnJtnszvZNsmXu9/g930dmp5x7bvvdc//HmID/Ns9C86PnGAyM0pVHReNZ/M4JMZA1RCkABlZ5Ix79vBqtd/yMo+yvBTH1rbn4oJpMZREkZJKhKfjtk3fw2j0xvlnXGuemdUVRWbAahAHdNmB+Dekj9Ti3aQZaHDmNu2zvQ4d8Qa/g2zE9UcXcFmZgtU7VGfilR3Enxmce+iuX8O+lW7hszIFqpSqgrBRWa2bzxOP7MfHL5ViUJFR0xdJj8Fv/qghTA8++m4QX958R22kujOy4CFPq2too4PF492p02bkbv7O7vYBxbcZj/MvZAS4Jz89dx3/XruM/Y140rVQRJYrKNQw9zm+ahnqHzzCtYo2mMma3HYiBdXN4/BS169vJjvVD0lW+AlZT35d5GiVasw+fFahq3RfINhwXeGEHCly17RNCR2Z7xkyRmHqOU07YmpmSSQDwKiQTz2GxCBm18nCuj8+Mq2mFrlVpoAnwZFZOglVhIa7T0oCWGdXke88guKp2MnKVoCHpkzi+LPM9u7jzxv4NVdMso1HxqXDVHXv55W/pqAFFrrIEBo59oXCZv0rxO2YD86sC4fi/nGUyMpmVz4LVp+cwe9VX2PvwDq7oeXRstxSz6lmBEodXotwXUqKeCLzfeRmm1VLLg9V3PkL7CibA0K6rmoHVHINw56MGCOI4nFjSD3WviqGSqfcJRd8Oq7Cgjhr8lT8w3G2wWggL3p2LviWlBxhwfdsyvH3g99SotLRPMAerFLk4AQ2OX2aJfhwvGtSrNBG73ymVFpeWDqzmxbS+n2JYeZM7cnHYt3AUul17wgAgEIZmZQdiQ68aiDSVBLUBVvHkJr5eOQ297jxjCyK1uia2DBmB1ylaV64kPcOhLz5FlxNncY/9PQJ92n6GhQ3JTzicXTEGr56+jkdQIU+hUbj8QVV5WPr8ImZM+whTSbyW4kLzDsPNMS/BGS+xeD0+Fj9Mfw+dHgp0MzxbJxwZ/yaKmh2VF36XjD8XDEa36xxCgvKhbslOWNKrIkKZzC+H619MQe1D54Ts8siJ91rNxeym1vVa9ce24vV1W0U4B7xYchJODiojDk3mYPUdHB7yKgpLKgX3/8XIeYuxWp9gcXw/HVilV3lyFEM/noXlovZh6WIj8Ff/mgizum/B4Z+5PdHotmhom2A1GwZ3WoHZtU3glD4Rf68YhTcvPhBtEYbXq4/Gpm6lEWQ67pqB1VpVpuO3ni86OjQDfAKOrp2OTicv4hZUKJizD46Ma4YoOU72+BpWLP4IQ57RN6lQodhw/PreS4igujuxGbXXbBMjdNWoXLQfvujZBMWsBUM/+g8fz52GaUkC4c8e0QY7+3VBNUqo9vQCvt60HuMuURI2LWqWGIWf36sCObVd7ug3aLT+S5bQTquugMmvD8Cwxnk8vi4StpIdnPA43vlYNiUfiViVXpwdX2cb7SS3Yn3DXYGq1p2CbMjxgSmSRasC8VCOG63Gf39qT2+VTtaSBIBkQ4VdmPgCLySrMmZ8t+19Dsjyc6mgU2sDOpmV02CVapLAIckCKHBV3q+d1Vs1yGrReV+byYo3ChSoKthWAKskZay0rTRvM4WBOjiezCowp4y2W2maLaXrAmf0zyhJAJ8Fq3G38fXaZZh05RJugkfu8JexoEsftClnBlcTE3Hzh7moc/A0hAOjxbF4wHT0omhKCymAQpjXcQIG1M4OpNAZQxl/pIogopYKUczAalR/3JjQmCW5if16JPL/TW9nUlQvYevQYXitCDIIrAJIvIuNcz9E/6cioEp9vBlYjb+OJbPGYlSc8KEhupqY06IBCsbFIcFULF2lRWjQA2zcuxXfiTbRhb2JQ2M6oYyUtd0eWKUHXNqP8evW4dPYBGbaELyAsZ0m44M6JqTNFlgF8Gz7NJTZd0pMTqZCucK9sa5jU5QvZLZplZCCR39uRvedv+AvTtBJfSFvD2zr1wKlWOZ1I86uGoVap26L1fwixrd8Dx82zQ+NKSDjOTz96xu88/U32C3asUalGTjwjkl4K9mKMi6R4LgTtDVuxwK02nsQh5iDRKFV+b74vHt15DBNyMUl4cI3y9Hnz79wBGpEqPOhYem+2NK/bBoEPrEF9dZswzHx/SJDXsL0tv3Rq2ZYeq5F73n3OKZ9vgyfxj5lMD1YXQrD2n+ECXWlF7cDVulI/v5N6Lbte/xq1jwswCpS8Mcno9Ht5m08YIgtN16rOAAbelZkEZvpmJvRiPizBzF+/UJ8Lgnyalvh3IzukIJz00sByIBVep8rv2H4qtX4LEEA1mqUxqqhU9DZFL6bgdXKZcdhf99KCKaobbk2TzdiYvLSB/O4vGYYqp68K2oHF8DYdhMwrnYOqM27n8M7MXzreqxLoTizQni79mAs7FxMqLv4O9i6fBb6X7/LolZDVNFoX3sYFr1WAiHZTRe7AO5fxMZNSzDs5p3UTZCqFWfir97FxelXLPYvGo2WVx6yT1CpX8Lmd4eiTQlJK1m6H4erX0xGzUNnWcSqSl0NK975AN0q2JHUcGECrYBVeaPR2T4V08ukIB+NVV0/8hhlMm3FhqSrGkASAOZWUOCqvQ7JygqKB5Ipy704K1NywqS3o5EjXdUAkQCQcSFaY2rEZFb+nL/DVutxEqyK8w+eg1arFjRFA2ddbq8XSv07mcRR2xh5CqV3ToTd4Rfx9QsDULuFhjICqwzOU/0p7SudF9Nkmkkm2PFtBarKGyhQdFWtuUdGwFWfBavgEbP3MzTc+TsuiwZTqatjeYu2+F+5QsgZoYX+wR0cOvg95hw7hN8MKeCgReWCXbGpXwsUIyBoAVbVaJj/ZbxSpADkg8ZU0GqDEJU9D0pUrowyLHGSGViN7IOrE5uBbm/8ZwuabNnGIsOEokWt4v2xqWcDFIjIQLBK21wntqHfF19jc4opKUoPVhMPb0XnL7biZ0qyp6mA8R0+xAe1rZPBxO0TUHDfBZaQC3gR0zqNwbA6LBOPmRSATMSqaIFnO5fglT1/4jQvLGmiszXBliH9UEdKQmUHrOLZOUxf+CnmPHkK8SQ7tOpyGFPvDXStUgjhSMGjO9fx29E9WH31HP5LxdpatP3fcmxskRbJyf23D++vW46VqTIIwWhW+V3MfrkaSuXWQp34BOeO/ISxP/+MXzg9g2hB2sqY2m4YBtcRQ0uf3cEfe3ZjxcUH0IZWwKB2LVHNxon+dG37yXWsWjQBQ55KWdu1qFqkMybWrY5q0Tog5gb2Hf4Ww85cEnQ4aW6ma4Rv3x2AV4qbDK5cEk5/MR9tD5/ATek6VRG8XfFVdKtRBkXDgmCIfYyz/+3D5yf/xh49tQWhFC0yDIcHvWSiyWoGVvO+g8ODTSJW6UfGp/hh7li8e+9J6nvRP1uCVQKdv2PQ0sVYneqGIaiWrxF6V6mD+oVyIYdWj7hHl7HnxO9Yd+k0TvFGUQ+YPrY1rszpivzipzoEVsHj/paxKHnoigg9VahQdCC2927I2hwrZmA1KrQy3qlQCSUY7ZQvarUOIWWaoVNF4SJqX303b8WmFIECh6IAurzUB6PrlULhHGoY4x7j/H8H8OkvP+KbpETh2L26Dra8NxSvF0+bAfCHVqHyF7txUXysGpGona8B+tWqiVqFcyE4JRE3Lv2DzX99hxXJom4EgLwRr2JN/95oXCjtfY0HFqPJd3/gH9a21CgUVgODGrRFtyqFER3OI+nJXRw/sQsf7vslTWM1qBVOTH4LJU1hvnUzuPQX+zMel26b+iNfkwKQXlzggmoI9kk/WWbgTFmgWjhGWrIqFTuqHKjwg/VBbPahLLKs9R5ykasUjUl75v6fksn5PpXaE0FnQQEgsP1KAzW0GgqFCrziEliVsjFqtar0kQmBZz+rX8ySWdERFRteRUCVsukpJb0FGPwJ2G47TW+V5YkLxF7JToNgerQ2jn8puqqWBkwvARDYGzmUT8iTzcp3wSqtKmLx88LpGHjjGtNVpKKBDjnVocimViPZEI9n0LMjy9Qrh6E4JnSdhME1RHhoAVYdGc1UiA4qj3daDMeEhgTprINVXD6IKes/x6xYSWc1FO0azMLq5nmgDeZhvOYJjVVzKQDxG/R6nP9yGl47ek7MPE//bgJW+Vjs/mQqBt6+wY7J54pqj53926OCID8qW/jjP6D3xs3YQgJlCEe9Ir3x7ft1EUGdmiMRq3TXuHvYsWomul29lwpGq1ecjv29igv69/bAKt3j2j8Yv2IVlsU/Z8Aqtd5VIQhV84g3JiAGHAN0wgwlBK9U/gCbu1dAuCk35jlc3zoHnf46jpOpcxkVsiEbcmm00HIJuMenIFHMpK5T5UfXRqPwWev8aY3wxlms3rwYw+8R+iyFT/pOxjumEgj2XOrKfgxbuQbLE5LYu6qhRihCEEn6i3wSHsEAKe5Yp6mASZ0+xLBacvBbj/9Wz0a3k6dMIJ0a4QhFDk0wOGMsnqS2BXopNSq98C6+69MA+UU2LryqDFgd8j8UZjw6recxnNiFdzeswSYTbi8LVulnF//GmNULsSBJwLmEkoKgRTZ1BKKQjKdcMuJgSPUH4T0K4L1m4zGnJQsvZsUxsCpEgn79+TS8c4usBwSr8qBHs0lY2EK8lxlYtVdF0t+Dcn6AZx/VFKxgMODK19Pw8j9n8UiUwqLFWLgqG/KqVUjmkvCUT0ECzZOZ5aLxRt0J2NLRPEuUEbe+X4w3fv0TZ8UH0ba0DjpEqUOg5VMQyycjNnWDgPqfipjcZTR6VTWLMo1/ij1LR6D17TRhD7pPhCoMudRAEpeIR3wK2xgR2kUhDGo+AXOb2xLkddQ69q6jr/LkyJX2PF8Fq2lfoGHjkwQzFAkA674UyBIA5lZhfsIinzOmXdlr0d7/9/QhKsQrJHDo/e+eOW8oeQ7TVeU4xZfI7CLWIkmAQNRbdRGsCg5LfRFJArDJvFIsLGBLb5X2NKiTUrBqerNJEXWBJQFg2XgUvVXrHQoNZNTlWEtmpSIwr8yT0hkwULVVLbyITgbyJGfjuQHLp8EqmYFLwrmvl6LPocNMq1AHDUKhZad2KfYtmQG2bCiXsw6Gv9IWHWpFmfAhDg9/WYXXf/oF/5mY1F7zi9CWRp/Xx2BqQyFq8emOBWjx80GcpHmF7i08nNUSLADs+T3sWD0FnW4+ESMEdRjUawNmVxQfdu4HvLF8E34h+BP6Gn7q0wN1iglPN575He+vWSJG+uXGwObjMfuVfELfcPcIRi9ZiEUJhNyyYdJ7KzFSPBGczjNuHcOctZ/j4yfPxShANbp22owVLwG48TPaLliD30meBBpUa7AIO9uZnj+W8bGEWPy4YBA6PkiBFmroUBLLP5iMdhQ1d3QRotf/KYLOYIzotw5Ty1nx07v/YOgnC7FCL0TghesqYkybYRheLwy4fxiDZ83DKsbgotG10UdY+aYUzpp2P/7mJfy46ytMOH0S5xlQVyOIogxYvRuhZ7OTSFTKVR1v1WyBd14pBK1cRGJyMu788SMm//wDNiUS3CSwqUMIg0AGJLF7aZAvtBwGNO2NIY3yQmPKNW+fweerP8GIx3FQoRjm9p6BAVL9OtpM713G19u/w/ILZ3HamIgk8Vs04JAEA9sY0GoqYX63kehdzZbWgBF3d2zApEPHsO/5I9wDJ9qFPpzaAkG+YBQJLYW2lVpieOvKyGEhxRqDHTOHov099lRULtgfO4Y1QA5mu/Qt496X41H34EVRvzYEb9T+COvalUCI3KnyG/9hw+5fsO3Kf/gzKRZJ0CAYWgTBiCRw0DM7U0KssuhUvhG61q2HGiXTK4Q+/GYKKvxxOlUGomPHLVhXx4qRHx7GwJlL8R0nRItGhjfE7I790KWSFog9iykfT8IMM6UMe+2eDxuMhGn106yQGIuzv+3CZwf347uYR3jO6k0L6hXosGkyjKz/idCVxTv13sLYV0sgTDYylMfzv37G53/8ii/vXsMFnuqN2iWhSCGHAfkzhzDUe6E7lnVvhhdzW/nuJ9fw5Xfb8cWFUziUHIsE8Z1IbIPulMB8IhjFc9bB4BY98VaNDAxVTdenZtxOu6+DVRaKQbIAUIu6j4oEgJx3E0SkbOVK5gGTcVDkQIpNrA+2ZBuK7E02KsmqTK0k9cg0U0rhIATKKYtPZiJac1KPrNPoAk5v1S2wygynVpJZ2Zr7U9QhadKaF0FXNbAjx6zZLdChqrTdQ74TxKLr6H8pCD6dvzA5Pku9VWFarRRzCwS6BIC5PVgyK0vO4ZLj+DxYpa82cEi5fQfnLp3H33eFFD4MI3AcNLpsiM5fFk0qvICcuS3HMv7qBez8fR8O63MiT7CNs8DsnkYkJsVDl6MUGtati8pSdOe14/jpn3M4/PAZYvO3w7y20al1kXj0V8w4dBs5smmREBuGHr1bo7AkKfr0NnZ8+Q32JgehdJlX0KXei4iUogefPsCx33/GlusxQEQ5dG9QFxWlzOMpsTj665/449ot3EnOhXf7W0t6BODqcSzZfQop4TrEP49D8659UIN0Dm6dw4atv+NmVC5EhwShatPXUdM8mE7Go/iTP2Lobw9QIAR4Hp8XXTq2RKWCBJHP4eN1BxEaFYS4Z2p06d0ZpaSERxb34fH88BHsOHkG5xIToQsvgKrVXkHLyqFA0jP88/V6fPk0HPnylEDdGg1Qr4SVnYRkA5Ju3cbJs8ex9/od3E9IRBKnRnhYJPJli0LRF6ritUpFEZnLDjKjBfuDp7h74zL+PnMJt6BDEDUydixdh8jwQqhXqzJKFNZZhosnxuLCL9sw+Y/92JUUjVkDZqBPGReaYrIe8Vev4/iF8zj7PAEJnKBXbuDDUDjfC6hZoRQKFXRMB5O7/xhXzx7DtrNXcCsuHgmsHYQiKjQSeQtUwpvVS6NI/iCi0TKFw+N9X2PyiefIkb0Qar1YGy0bicIYYhIq6UeqR5fw659n8O/9R3jK5cfrDRqhbnnrSbNA9XXnHi5evYrT9+7igYGQPm18aBERGo1yxYuhZL5cyBkdApVM1iXu/EHM3Pkf1DnDoY+JwStd+qN2WkCr2bfwuL93P/bev4sbsc/BRRRH7aqN0Kx8MGCMx+lvV2Hd42i8EC6X3snSLMmJT3CjaBfMfzVdeC8FrIN/+AiXz1/A8Ts3cSdFwzZNqf8xcEHIl7cIqpUuixKUlcxe9xITj7unj+LHCzdxP/Yp7sTGII4HwsPyoGThini1XGmULhoJrQ0TszdPMSLp5g0cP3MWZ57FIo6T3smIZH0ISpWqhLpliyKHTH/oguc6/JOM0lyVwKowe8riORQDf04epWVAg+bJFLnq27PA1KjbDDjNyABZAOuqWl1zspmJAJxlZjhW/t3hZuvahS40Q9P268LPxZOiggWELSmhO6A9WgEc2v8Ud7iGkAyLZ1DO/X7IE72ZMG+yNfuRTCJJAwW6BIC5h3BCw7JpRXfr2wG3tO+4rl5h+nDRUdwCq6kASK2CRklmJVstLLpODahNdjFoVyNt38feHr+rte27v1PAqtBSyTO0ajEyU3ETC4cmk5CCi7Rvoeiq+m6bz4o395Teql+AVbMKEHbiBbjhWeGErKjpjHsmG9b9pW/mAcOd54hN5BGaKztCcngirNtB49y/gb0/rMOI/8KxZMIwNLCW1T3jqlK8s8yy+k4MnifpoQ4NR/Y8DsA9m+8oUqPUBbzUxjL8w5x4gIN15sQdHb9U7G888QoxyUh4HItEXoWwnDkRGuWJmzr+JRlzZcZ0OGkRqxlzf+dtIa5WHawyiUFyDKpa6q06/3x3+nUHX9rqS3kACFmFsmxF6pI5/PlHlGwoiRIy2SE0mQZw2DDhWgytO++Y5rnS/0Una4EkIw9SL3LEs90Fiz63/mc5P0kWkxLppcmR+HN7cejbyIdpTmkIvPRmboJVybw8A6skC6AUSwuQVShLLjU6jqcOigt4YWNrfsJxQiN0t3P2Dz8UBlZK1kSAVSnybSuY6a0KvXgg+k36iYhlH6ycTLHectIOE0jTUUkXm6LtHGtxGp2nKZCDD3bs9Vy4Km1xnTXdjjd8vyNmEyVHlGmPpbGkCAVHbXP7CMZsOYDHmsZY+n6VtOTxjlSDJ65JdTlHX9jFh7JU5rRfYaq/701w1Us2UpRBy4qDZQz45AzPXHRo7/mZkUVjilA1g5ux93y1s29Cc2U1iwgMxLmynLUYOOQ4UFImxW3SW4hGA4KqSZTqnjgGyW0ofbPVRkdwVe1JnTFnm7cXXc/RRoWRoo+96KUy6VU8BlbpfQmsEmBVigwAYseWeRhSc8l63kosBN+tYx402Lq/2+uScixrfNR5K/5j7hlkES2TArCj38Lq3tVejH7ngaw+Lvqf4DOuHP8Q5AAIrrr+7WRxacGSNf6X9v2e7xfoWCX1PUr0oaVt1R6Q2NDqrJ6l9XxlZuIdaUJEJy2ypkVk4oe68ajUNYZi69yNMQAAIABJREFUpDQrOsnm+FN7MOGn/djB18XmPi1ROk0Fwo2a8c6fCiccpRMpYnSLslD1zsryprdibSpjoCqbefssWBXaEkWqGvk0CQAF/thyXgGuKkWYEScbKSFT4EXV2at/sk2KkUeikU7Ypp2iVOCqvOWkzQqtRtCrCdQ+SAr0MRoB3l4IuD0n9NG/ewisCkLzpN0idU8u4R2WzMm9Ds69PSd3V0fWv5r9RQ0EEQWSe4wY+p+lfuTkgsiT70omCSJJCRk9Wk8+x9fuJXXWaS3Lmo+61OIywByutiHT93fmHoIeT7BaA50yV5StTyHqmbqfLGzgGeBp7t6SLVMVsCprRmmXWbCRJAvgrsX98/cZyDt8z2Bpgd+Ov3tCDO7fTIAxRz4UsMyx5fh9fOBKnk1v0/phJhGlgFWZmksV2vSBWs2sV8y4CY7vglWhNRFUpeQ6piVQwYYj3iiAVWfm2Y7c1feuoQz3BFWJ/yjWSKs/4igGjqCqUYjkNRmjWIo45ci7hbNLQJEiViVZAN9rEe6+sRChSpGqgbxX4RGwKgxsHGuI3oJ33HUPT/6erEIaLrTrE6RRI4gyKijFwgJklWANddpi9KRiI1FOXWlV1lwhNds9VAjWqFmyEqVYWoCm0Vq1kKVRKWJ8sgegKtnSHyNWTY/vkMcI+12K71hrOwpcFS2j7N3Iu4ioNyb3R2HzQgGs6WyTmrxEsYtgl4yDqnR3XwarBhmomjpaKZsWVqd7gQ5XiVeQrirL5K6UdBYg0Jxg5JBiJeJQw04yCfNBZQPD0nkCVRKA1uO0eUwyAIHcrNwCq0J3JBhQz9OujzKrNm9iBFWp4zaIyJmmRyE62tFQFqlyYxnZh+Cq0lkL1kmLVFVGfou2ZdZzEzQkuKqokcj7CtmFwHNg9zzCGOUJCQDJyv4GVuUmRApctd//BjxcVaZ/1p2EFhs2cksrkatypnMl/Nl+O/W9KzIWqvoyWDWyU5JpEgDmdcvgT2BPeGy4uyAtEYhiP7QmpyPuClS1dA/qdRMNQiSvLeTMJAEUsGphwFRJANJaDZDIXinASYpWDWSoyrjN2RsHXN6u4QlNq1QsVFzpoOTHLwKqFM1ramRiqmE6RQTa2ohP8EenUWLraNOCJWVSiowFVGD9j1mhwT5YTeBMMZqcBahtWVMjCRSLCUfbPdeu/Ams2poQkd2UXtlGKzECKm2ABvYqDMxm95mmNSavA0Xa9spmshW4yoB9oA7oGaeramptX4xYZceVeWkkt+4fgusEqv/Yn9WpIGhCBlJJMPKMW7iXl8H/LEYWSeYoYZUUKGf9G6lFKXqrMmBanETTZqlGowmIcT1NV1WIWA304iZYFY64E1T13DLVP6qE7EERvEbSnpX5JJ1ajWCtaWZY//huT32FpLcaqNMhYbqotCpr/iR15BZ/50lPVM20jAPVd2y1QbKJVo0AnEoLVvGUrqqpjQMFrDL7KXDVsnk9uIHfftmBr+7qEZqrAro1bIzqxZW1vKfmAr5+H0cXGpKeMVgCUaXIje2BN6hnji/4GlilmbGB1zg8Q1Y2LezMCvnAOSVIx9slXVWll01vAQMPxBs4hwPlCB5Km+1KG0tvS1qjkiQA/efvG4P0rYGuq2pa+26AVQKqgN5OuHigdlwEVSla1VowPU2ig7Rq6BQAJOsizD4aIeN7GhIJHG9SwKr1urYKVU08JUithlatwFU5KzK9VQJkAUaeMwKqkn39Baw6cnxHgj9Ky0prWU9/WITefx7DCT4v6lfqgWVdyiKUIleVEvAWsB2pam4eIUlI2gI1wDpoe95CHVRARa5mDlQls/saWBV0Vak40kaoXWWeLe25sXf+nfCYI7b0zrd39K0oECzRIB/s5Og9/PU6CuAlqEo2ciakR4KrCliV9wwpkZU/y5IIUDWwdVXdBqvU7Oh/KJTeiraxv/Y9Dn2XsJtKnbftDormiCFaAQApxdICZBaKXE0zT2DYSYGqtqAq/c3+sE/TaAmuKm1Lvm0xuGqSodrf7eRpCQDJXv4AVh2BqtL3KnqrJi1FfxtLJo3GnOQo1CrbA4vb1kSeHAicoENFV1W+2xSHqLRNQEfmLpL+M11LEFGBQemMy0J/AyWZVebWvS+BVdJVNbJkXs53Pgr8sTbLk7RWHemnfG+myM7/iQmZFNlCy/oj+yQYeKS4GChHkgBMJ1wpFhZg82W1IPXjb/0PS1bFg0WrOrOG8Hc3cSlilXAhNUAFqqZ3Dwn3UMdNEgD28Y8QNRaqVUOtwFXZtkYRq7pUuOr/HbcCVW1BVUdaVNrvNVCJUc/+7zeuDFSsbamcX5y48qys/k1GQVX6rkADq/TNClwVPfrJDXy7cQOORjdD76YvoVge8d8Dgf8ERtfhWtfF00LedQOx6aACVl2zvc//KnN0VU3N5CtgldA6SQC4WvwNbLhqB/nfqQA/lQRgCZmMnKir6lmr+fLdpBVVspGSeTnGLOS+l7A8gVVppaW0szQrScmsUiNX/QhA04kcowJVLWG6K8mr6Pi/kJBJARbpLUp2UcHgIFSVfksRq8EEVxVzyo5RBFYD4Vi3UP2KtqqsEzh5PEWCP1qVikWu+tFY5rF5nCA+L8gC+HNRqTJ2pPJ1sOrqTrMAVz3oPHojDDEGcGotgrJpAJ0dr+QA/nkK9HpAFxkEVbCd6+MMMCYbYHRCXF8bEQJ1iMl945KhTxKiCTV8Mp4+eIwHMYkIzlUABXNnQ3AQD0MCzQDoEhV0UcFQ2fsOPQ/joye4+/A5niVx0AVFoUixXAjNRpnmbHyTEeCfJYPTaKGJ0Ni+ll7oeTKMai00kWY3pSiVGD30nAa6cK19O6bw4J89xfVL9/FMpUH2HLmQP19OhEY6mYGbhrp4PQzJRnCsTlRQaTTQhWkBqkt3XMsIQM8LnZunZBnYuwKqEB00YTbqhUFVcSyPNcKQJPiDeaHjyZpgLdQsW6fpe1J/pYKKtNmsFVnbqaEN0kIVxo4i2C4JRhgT9bJtgUXWaDXQaNVQ6dRCXThT6PtjUmDQA2qdDhryC0cKGSnJCGg1QJAt+/q7JIC9ynPEmM5d4wtgVTgJSGdsHPQnuTbHuhnXf++cVX3valLMdK/j9b5vJr9J4QisGt3wHO/7Lk+8EdmGJB1j9fbO19p/mrCeEPouBazKjfcqQW/Vj+xjMHBKsiq5ccYZsMoOt/PUSTkXOWa/SfrHFTQv1PNGhyJVzb84SCMm3FHGfAtnIJMIcFX6k78ZSWhPnsxU7h8tKu0r7OmqWvtewXfUzH/8zWs8UcdkEyGZlevRVZ54j4y6R0ZDVXpvXwarrkJVqb5oM9AjLSv+HD6ZORUfxfOIQigiNNWwctQg1I+24hnPLmLRis8w++4dPIMKeUOrYmavUWhfwsr1Kf+i+eg5+As6ZBN7W9rEMt/GSkMaPJJhQKiuPAa1G4MxtbR4/ttGdP3+RxyABsTViN1R0bDFKM2OVNCm9jLC78MjWmLzO93RsJhc78Pj4a5v8PFf+7Aj5hkeQ40Q0O+AYFU2lMtTCwNf64q2VUzJrvjQ5DtY/ck8fHz/Nh5BheL5OmNdr9aonFfm+/lY7P5kBobdvILrAIrUXo+zndPI1fEpnVH3iRrZwCEOzXFnwduIkjPj47s4vH8vlvyzD98mJUEHDes3DDBCqy6CluVbYfSr9VG6kP2eVn/uODbu3obFV8/jGnQIYXbjoEcQCoWVQMtKTdGzbjWUKOICFb16Gtv2/YLt95OAyPJ4u34zNKrkLB1Mb4Drayag08krOM8bYVQVQPsq72F1z2KWVjKFqhc+R67P94ODTuTElH9bsg2HFPCICi6BGtm04MOL4bXKLdGjMVlenA9IEUAMBKXZlL95GT/t2Yrpp47iLLQIYelDyHYaZNfkQq2i9fF2vaZ4pXIU1HLm4y+hx7Cx+AY6hItfICUgoWcLnhyOgiE5UTjiBTQqXROtalRGyRds0c40U/w3/y3UvJ6CcKiQjOxoU3M4VnYug2BbmwS3LuCr737ArpgE6DVhKPXyUHxU20rd+7UkQOZDVao5bwerAgAiXVX7fYsjcwkF/Fi3kj/BVVo3EDiMp01Ij3mPIx7mG9cw24i6qp54YxpHWOSqsnkha06mRyvKAnjC3ll1D5asihMkAJRiaQGnpABoTyPFSODQM4Ob/1QILdBUTFfVNawqTJuDNWpoKZmVYl4L16AFPMExIZmVvxmIvEfpoKz1B65CVel+tJiliGfyH6VYWoCWchSY5G/WEY7/U8nYtuWrYNVdqCr1xJ6KWuUPrcLLX+/DUY7SPobh1YpDsP6tKgi34Cs87mwejbJHrsPA6leHVg3m44vWua2fno49jE4T5+FHpzuAXBjWajY+bhSM+/uXof4Pv+OOE/fIGdESG7t3wcultOkb2OOr2LxhFaZeu8Rgp7WSXVMCHWq9hZltSiPclA0+OY8F8yZhbLzg21rkRIv6E7GlvQxZTbiDLxeMQa8HhGzVaPzycvzURsDL1DZOLHgHda4lsv9PFdwR12a2RbR5Z3D1b4z8bDFWpXBIstKeCDAHoQj6Nx6Maa0LyvcnfAoufDEHzf85jccMBsoVFYKhQY7gEmhdszumv1ECoY4xPXaz5OP78NGXq7Es0QBoKmF6m34YWD+X6/Mq/S18Mu4DjE8xeVdVbewe/z4a5Er//oz5SZtUZ79AtRXbcd5hf8mJ5i92x9p36yKC8TVeiAiXwCqfgktfzkHzg//hIYwwfR3zR+RQ50fNF9/AjLZNUS6/2V+TL2LM6HFY4HC3qEMBXX60bTwKc17LY3ugiLmFNfM/xMCnUs2qUTisATaMHISXctgwxIU9eGvpSmwVLyladh7O9S9s5Qd+uAnIPilroCoZ2dvBKsUaElj1ZFHgj3Vr+gtcJe5DR9wVXVWzcUocpSiRV7KHA+WUZFa2eykCq9Kc2Vf7IJIAMBgcnkB4stv2+nuxHJuORqwK4fQGtvvjkQgVrzeP4y9IWJUy6TGo6sacjxpbsFaAQEqxtABBVUpm5audkbU6pWgTpchbwF2oKt1VQ22LDWiKpeUswDYuGIh0owPzMtNmRrQqfbIvglVPQFWpuj0mCZD4BPtXTUKrKw/EaNBcGNpmHqY3NIvYvH4Qk1Z9hjlxBAqBqGxvYu8HnVAuuw0HND7E2slTMS3uER6zyyi61Ih4s59QxKlpfuQ82Rthase+6FDagLsHlqHOD3/ioclvtFBbOa2vQoQmGvVKtsKYlk1RqZDJfmDsHWxftwiDL13Fo9R7BaG4LhqFgtWIS3mIkylJIjSmMa8kBr08BNPeMAnffXgW8z6ZjI8EHspKttAmWNOzD1qWMQMQcbew+dPR6POQMLQGzRt/jm9bR4i/4nBiYX/UuRLL/n91aGdcmdYGeUxvcf0vvL9wGdYZk1k0rVBCUDaiIPJCj3txd3GV15v8rSgmdZyMUXXN6o1LxLF109HhxMV0cDpMXQi1iBob43A78Smu8ykMGpJfBakK4c3KfbCsZxnWP9kvPOKP7ES3jeuxh12cCyPaTMTkhnlg62S9rfvGH/wKXbZ8i5/TXZQfH7wxAVOapNFC1qZSG5YKOPMV6qz8FidTfxeNlyNMndSAR/EPcJFLTLWdDnkxpPUMTGkkaA2wWFVx0LqzdRqa/nEK10zAtho5UDk0EpEaI2KSH+KUPikVVlMccIHwFvhmZGeUNw1BTryICePHYY4Ucs1qk8JJzZOtciZ1CuSLao31b3dDgxesWytp/1p03b4TO9Mt1iMx+M0lmN3IBh2/8DN6fbYcW8S12gtlZuHsAJmIYNNHsxWMZCX7nuHdV6SPSs7sd/VmsEpRqiSx5umAHn9bR3jWZ3w/mRV1QUkcx07YOjR0eNaAXn03WnGmGHkkOKOL5OAXCfNB4QyE0sbSGy1Vb1WjAaW3kMZ2B03rHZfxAJMAULiqbH3o9UbHwCrHIjFVMAhCWEoxswABVb0QquB2YQBIq4bGs5uzbr+Xt9yA5MiChLBV349cVXFQsV14z/iOt9SRp97DU1BVeh9ymxAa0Dz1gn50H7KJP+mtZhZUJRfwNbCaERMiCqpLO07sRsO4sAfdlq3GNnHSViS6C77p1xrlUiMDjTi3ehRa/Hcb9+nAsroyZncbirerhtp9KH/tAe7ExiHBAOjCIpE79jDGb12LFWLoX2RYYyxp3AjVCkWAT0yBQaVGRM48yFMgFCqkmIHVELxVvT+G1SuBbHRPE0gljU1arRaR0fmRM68mXTLzp9/PRv1fj+EqRSQiGGWiamNwk7ZoXzIb0+BS4TlO/bUHc//cjR0GSoMZhLwhr+L7sd1QXuJyMmCVnlsg3yAcHdUA2U3nD+6A1ZQn2LV8JnpduoHnBDqRG6+U6YgZTSqhYK5QaDkO+qQkXP5rHfr+fVCEiCoUzdES6/p3R618UrXweLxrFXrs/hn7WN1qUTSsFka82g5tXsyFyGBKgsCBS76N3bu2YeXl8/g3JR4xTBahGpYPGI4OpR2RBeARd+RHtN64CX+zR4djYOvpmNUwLzSu5LzhY7Bz9gi0uyuAZ9OSP18/HBzeBNE6MSbefKGRDqyq8Uq9Rfjm5TCkpAinvtiiymjEg1PfY8xve/FTchKMCEKVAm2x7O02KJ87bZajOr8fI9Yuw9JkmitokFdXCh2rvIpuVcujVA6tsB3Gx+Ha2X+x+a8d2Pj4Ae6xn+dEjwZjsbRtEfG0D2VxSQ9Ww7J3w/G3a4N/Fo8k8QPVGi2Cku7j8Nnd+Oj4SVxl/x6Bbv+bj5UtrO1gJOK3uUPQ5dZzPEtnKRWqvPg+vu9VB9FSoLS5MS/+hkGfL8VqsR2VKT8bx/raILj0e6kj8/kjXlkLVcmU3gpWMwqqSu6ngB9bw6aQzIqKr9mJoCoBVQKrQiiYQoHSRmKwJF4EVT0crJrqTMJ6Im0S4mv+Y3cy6YELtLQW9bGxi0kAGAEuoxzHA3bNylvQHFZv4O2DVUHbRsmmJ1dZtL9P9tFTYp3U3XP3qpU6JCmZlY+1Ofc+3MFfS/YhXUjfj5xWJABsVbunwSrzHZUawalg3kGnC6DLSBLAFf7gTSYSdsozbyKtgFWh9j2jt2rEwz2r0GbXrzjBDvnnRNtXZmHVa0KEpfHELvTfuBZfMACTG60rDsCqHhUQ6orTcs+wfdZ76MoiOYGyxUfiQL/qCJMLrDOag9XiWN57KrqVd/zBbDy/eQIzV8zDlFiiuUEol7MVVvTvgKoWJ/iNuP7NArx75AZuU3YubTmM7zwQHaqIixUrYBUoio/ajsWYhpFpTdIdsHrxJ7y2ZAP2s7vp0LjyOGztWgah5pKlnAEPdy7Da3sP4haCUCyqMsb3HIKWUtDhwwtYvHg6Jj9PQjxUCNU1wBeD+uN/L8jYj+fw5PfvMfqnrdiYTHWjQsUXR+DXQTUQbnfD2cNg9fERvDt1LtbJdnAVsHH4eLQt7AhYzYaxfVdiXFmZG/FGPP7xE7y07188QhCKR9bE5O6D0epF6VoOF1aNQJPTd/GUFqzqqljSYxB6VMoue3qcv3ISn32xCKMePmeR3xHBr2DnmL6oLkWtmoHVolWW4dzbVs7pPz+B9ydNwzKxOy1eZiZODyguaw3+yu94b/EirOaoxnLhtXADDsQ/RxwjMyUxq8dUDKlqpQJdAavSCTGB/HjTEOTku9h1aifv5/zl3ghWPa2ras0qvgY3nK9dd34hQH9fWmuxNTlBVSOpqirRqua1Tye4Ezyoq2q1XSnJrGw2POp3ND4U6KPoqtruRwk2p7BkXg6AVaaryhnFzWFfnry4M7jI/zadBIAHb09W1mmEyFWlWFqA2Ycls/Jtf1QkAKx7t6ehqvQkdrxUTGaltC0rbYuiD320aWU2VCUL+hJYzYhoVdO2JfiNm84TewPrF32CCY/usWP3wcEvY3OP3mhelsdf80eg682H7N/VQa/it+G9UD2Piy059jrWfjoGg55QVIsWDSuOxfZe5eQTkluA1WL4rOdk9KjshPgnBQv+vBgtd/yBQ8xKlbB60Gh0KmllnE94hFN/Hcf+5xFoUKYcKpaMgFp6nFWwqkWhkDfw68cdUUgK8Iy/hc0LXJACSEnEmc1T0ej4FVEyoRZ+Gj8cjcVISkurJ+LQpv24kzMfyrxQFGXLSrCOx5Of16LDj7tZFKlaVQTvNBuHhS1N4K/5zYwpOLH8A9Q9/0CMNaqOXZNGoqFsVi3TH3sQrHIpuLFtEV47cBjXABTN3QFjX1Th0dVfMfXBIyRCh1dqfoyvOxSFTisjoZIuYjUSo95aholVZXyVM+LZ7iVosPdvXIcG5fK3xcp32qKCFKV9/yQmzp+OuWJkdYUKs3G4j+1oTsPvK1Hrmz04yx4Xgf6tl2BBY1GawQysVq66EAd7poYWp39B7j4Wjx6MkeKz8xabgmtDy8h8hAHn181A62OnmGZwaEQnHGmuwuRvt+ArMQq1aKkZODcwlRanv4dLYFW8ha9KAmSxrqppBXgbWKW1VVqyKjfHEweGBwWu2jISYVXfWYsSOEwyckyeL+M9xwHn8pJLqLth8ghGz+uqWvtEJZmVFXYkTsQJrDLpKS9ecLHwQTEpp5G0QDMvZsVLWo7916Dq1Bu41EhemxqrHC8ccVeifi0NK+ymUkbcjDnGTe0sSKNmgFUplhZg9lFTBkKqCd8Z9NO+xFP5Tf3POzIKqpoCIJIEUJqWvO8IGxd0TNn3+h5hfpK5I7+vgNWMhKrp4ar7fsNd3Ivun63CdgYgQ1Ey8iUMqaXG2r2/4gjbHCmB/q+Pw8yX7UsAWO0h3QKr0Zjwv6HoW6socgTRkS6ZOQLHQRVhenydx4n5b6PuTVGpNLgzbs9qA1s5fdhd5WSPLcBqNpRAAi6zGJ1saFd7LFZ3LM6S0iHxLrZ8MhLvOKux+ug6vtkwH/2u3wNJuYbl7oejQ5qgiC0tWzlj8/H4c+kHeOUixVsC4eEtsL1Pd9QtZmfc/nc9qm3YgXPsV/kxqfs8jKphb6z3IFiNuYLPlyzAhPsPEA8tmtedhzVVknDt0Hq0/vc0k6IoHPU/rO7fC3Vlcoal11jVYHD/TZhZ2sxARg6xh3di3M4f8WXsU8RDh+Z15uCrdvlETVgez//6HiO2f4kv9DTXjMTI1rMxpbEdr7lzHB/Pm45pDGpmR9uaH2B5hzIIJzBvBlZL11yJ493kK5U79yPafr4eu9lr58Cr9adhW3sZss4/wdpxA/BuAl2nQuPGa7GjtQZnN85F+yPHcYW0kCM7YO+gDqggtxHiDlj12SmQPV/OvA/zNrDK8SomP5eZaEyBq7b8Tc3GIW+2Ea0baKhM4ngWsaqU9BZgtjFSJC/NETKv0CnB1PmhT58s8LzNyGd1FLXqqgC8519J9o4UjckZ6WR2Jj3Qhx5DdWigBHkEncU1s1WwKkRjcjCwDsr9hZIP2cmhVyWVLLJPRvoZQYJQncZno8ccMqQbF5F9QthJQu+ZoDr2OYoEgC07ZTRYpWeT/k+IxpcOODnmWZ66StJb9aWenyXQztAeWd66vgFWVYJcTSYU8hkp66nrj+Nwbs1H6HjqMi6b3USDYNQoNRjfvVUDkeGuPwFugVUgRJUT5SOikVcXhCCLhmLAk7iHqNpuMaZXl94xAbtm9Ee7h0LG9Ox5BuPa2HowS/Hk2AeZgdUSBfthceh2vH7pvpj0KgdGdFqMqXU0gPEJvps5BN2cBavnfsHbn6/AV+Ib5Ss6Egf7VEceKe+VY28KGJ5h7+KRaH1N0CktmLc39g9/BQXM5QTM73d2B9ovW48dwq8wtt3HGN/AHkj3HFjl/lyOSl/vY8miQlXFMP/9GeheBMC/a1Fl4y5cYO+lQ+vGS7C5lQyYNEteFaYphTZ5cyNCJ+h8c1wKHsXcw4XYe7jEpcCIHGhetjsWdK6LfKm5xQx4+Ps6NN++VwTMBTG/6xQMqGWnEh5dx7eLP0S3ZwRjo/BGxd6Y3/YlFCAea6Gx2hmHe9RHaIoBnIr0NvWIe3YX5y78gcWnj+MIJyQTyxbWDBvf6YtXS8iMCqe/R6sVG8UEX6Uxv99UDCgH4Np+9P10CTbxJMNTFN3/9xGWviZjK0+BVRa96gujlnDE2luKN4FVGqUMvDpToSrVgzdDQ6/wE17t1Taipi9A1Yxdl3tFXbjwEskcj0SSR8ikeWDqK1LfL4JDpY2lrziak6vVlFPHe9uWoqtqvbFRUzJyHAwUJm9SZMCqsOtD0ZjKro+8QanbZrqqmbCI16hVCNVSo3OhJw2An+hUKp+K6hWqMWOinP2hujML/rAlsUrFZAGUtiXvOZSFW8Miwr2/88kqqEqW8wWwmtlzaY8ks3p4BWtXTsfgh3Hpesy84Q0xv9sAtC7j5oaam2BVwGpahEEnIx9gRCxSULLRRhxsLUatptzD5jmj0fexkCKodKmxODSwkrz0gL3OPB1Y1aD962uxvvjv6LloOb4W53jFCvTDzr5NUCTyGbbPeA9dnASr3JFv0Hzj1/hDfJdCxUfjz7erINrZiNWUJ9i99EO8KYLVkkXew7736yOnveo7uxdvL1slgt3CGPfmJIxrZI+kewisJsXh6PpJaHLmFlII5Bfqiq+GvIp8FPH57AwmTp+KOSmCoYsUHIQ/+jVALnPWaQZW7VWpVlUCQxr2wtjmL6Zp2Br1uP/7CtT7/gDuCk/D4m4T0LsGZYGinSQrffOjW9i9bBTaiPrBJYoMwY9v1UfRaEuwSncNRRAkzm2EAQmghLVC0SII+YMKoVuL8Zj4skz2KcNz7F81B2+fvcASZpUpOhR7+tVDNFUVH4MfZgxD3wexiIEW0XkH4uzo+ggzf22PgFXxmKJPDOj2nN+et3j2794CVjNLV9Wa9RTwY92vhDAE7/Jb6W1p3UDdMSWsynRw6Nmm6PG7CRsVPBINFAyWOZvr5h9BvkOJuZX2JV+9TG/Vy+CkydIsAAAgAElEQVSqtBan/G8UraoUSwtQlCpFq5o3KwuwSrCQOiaKVFXwj6UhyTYUrUr/ZUahoYy0REOEbE1KkbFAkIY6be9PZqVAVdvum5lQld5EOPKuZnq9StOyrBtmHx/QW80KXVVTa3k7WM2iubRHklkl/bEBXbbvwh6jhHki0KPpLHzWMqf7Y6GbYDWbJh+qReVFfl0wgizWmwY8ib2Pqu3mYUwl8VUTbmDtJxMw6IkAVkuVHIN/BlX2AFgNwYi+azG1nBH3di5H6z378R+DvtHo0GwqVjSKxReLxqL3A4qU1aB548/xbevUkEicWNgfda4I0aTq0M64Mq0N8qgB4z9b8drmrenBas8qiLYhjSpbKWZgtVSR9/CrI2D1zB68vXx11oDVq3/g/SWLsZzlNYvG0FZTMaNJlDBo8Cm48PUSdP7rkBhFWgFL3x6DnpXMEnE5CVY1iELlyCoY1KIbOteIEJ5lAVaLYnG38XineoTAVE2OWaazvRlYLVBwCH55uz5esAJWrTem/OhUsQ0G1qqKmhWi5DnunT/Qa+4ibGGn28LQp80KLHpZl3rLmN3L0XX3L/iV/q5+CZv7D0Wb0qYSGQA8AlbpkV6+EehFuqqmde4tYJUiVbNaJEuBP7aGVhXAexcgo3UDcR+KVqWAMKWktwB1uwmUrZzLjFAw69aX9FbZ2ssnNr8y15NY5CqN516yGGXSGgRVyW+UZmXhDGQXgqoEns2LJVgVdVUVQJ3eVJJfGUkeIZOgqvQGFDQWrFP0Vq11c9QPUaZ394+fZmxHKhxTVnooOStnNlRl7yCeGgxWq30+EVpGeS7NfxhczagHeOC+KlVmKrFZvrA3g9WsnBAJkgBsGu16LSc/x5+rJ6LFxXvCEXd1U+wf3xc17CYxcuCRboHVaExsPgz9X3oBkSFWJsO0ogkx+XbjI3w1cxh6PRakAEJzvoubExohzIFXtbgkXcRqGIa+tRozSHIg7iqWzpqFybHPQKg0JOwN7Hs1D/b8vR4T79GBbsfBKn/8B7y5dhP2iA9nUgC9qyOPsxGr+qf4+bOxeOOKoLFapEB/HBjWGHnS2Ju8Bc7tRtfP12Ab+2shjHlzMj7KpIjV5F0zUXTXccSwZ+fD6A5TMLZqdmhDAD45Htf2bULPPYLeL5UGtT7Frs5mQqtmYJUiOTfWzZnuJBhpq8Xc+hdfHduHDXExIPXdMG1FLBkwDh2L0+EWAx4cWIXG35MkAZWCmNdlMgbUDBfmO9bA6uMb2L54FDo/FaQAWlXohU/a1kEh2o8wkwLQqitgco0K0CVfw/enjuAfzsCO/lPJFT0Ap0Y3QQ4zZmxaYcl7ZqP4jiN4ItQu5vWZi4HlKUyK6D6PhH9/xfivV+HzJJo5h6FZhQ+xrU9ZpLulx8Cq+GbeKgnAe8/C2bQOvQGsUrIq0lX1hqKAH+u1oErfcrO8uqipxxsJqiqhYHKVkWDgkewl8ggsapX+RwGr6aqK1r/U87FkVl6it6roqlrv2qjPMRiMMKZqOacft1LBqrCXIRz/lxJ/eccQl+X9NnsBSR7ByJJDZHIRAVCojrQ4lFqxsD4FQrBkX9RhUwflPfpVrMNkg4kCVW21miwBq+IL0QKPEsXRoK8USwtIeqv0F2+zUFZHq5JNFLBqaxHmLlzlcf2rj9Hw4Gk8oscEtcC+YT1QSy5ZkLON1y2wWhzLek1G94r26GA6fIFDs99Ck3ti9G1ID9yf3gIR1oYrisR5EIMniEB0XrOtDTOwOqD9CnxSX0BVhtM70G3FevzADm7mQMMcBRCF89j2lEiXA2D1YyFiFbdP4tP1yzD5wWNQjG1Q1Ns4MrQ5StjIm8TdTASfMxQa0xP7XAIOr1qA906fxBlKXhXxJnYP6IjKBe30Jqe+Qr1V3+IY+6poDH1jJmY0yQQpgKRY7F44FG/eYZmYWKERPBShyK6i45TJeGpyVJ7+HhzWBr+/3xnlTfM6pQOroRjVdw0mljXbW5VMcOsQRi6cj6Vs90CFOlXn4Oe3CrGLn+7fiiE/fotvWbRDOAa2mIs5zYSdhdTNZHPAeu8oxs+eiXmMNUSiTdXBWNKuEnLSSX4zsJq3wjJc6yNWanwc/lg7Fh0v3oOAwcPwvwrD8GXvyun2CFINE3MHP6yZhR5X7zIfEd5ejXCEIKdajWQuCc9gYMA4rdTA3smjUN808tnjYJU+3IZUgrN9hceu984tyqwFqxQRpYLei4CdAn5sOzy18ayeDUprhkQlWZVsZdFokWLkkch5TwJyBg9V3qsn6rFu3o0bSZIAWdUHsXZF2qFKsiqrtWgwcAyqWgtcMYlYFaAqaXB4+WEaN1zW9Z8STiXbZAFWFV6aBzRqIERJZmW1EkkygbIgC2sV70FAaQl1Mh3Ju+7wmfjLrISq0mdqRb1VZd/CsuKFyZDwn9CqvGOEyEpdVVMreStYzcpoVVP7uKe3yuPmN7PQ5M/juEM3DWqJfe+/hVr5PNBBuQlWl/cYj25VnIs3vb1pJOr8exOP2RBVE98MH4HmBa0EHt49jQ3fbsOSa3cQryqDSW+9h3YVxXHNDKz2b78C80WwSu3z2qapaH/4DAOZ6YsazRsvsy0FQGCVGG38I+xbNwsdL9xEPHvfetg9bjAayCSFZ8+4uANvLN2OW0G5UbVwNfR6tQ3qlxRg7/P9X6Lv9u+wgyMYWBLvt/wQU5rJ6HWmviyHq2s/ROXjN8VkXBXx1Yfj8Hp+e/XuvsYqd2I3Bm9chzV6xyOgVKoymNhqGEa+bEIL04HVSIzuuQwfVbby/k8uYOH8CRjDDK1F4yqT8H2PEsJJgYdnMGP+VHycJMwfXig6AoeH1ECYuBEoRK6mn+/EfDcBRfefE2FnBHq3+BSL/yfa2wyslqu6CP/2NNmpuHsOy1bOwvuP2ctQ2iq0rzsRq9sWhc7sBD/O/4hWn60Xk1bZqxvp74UxpdsMjKxJgrVi8ThY9cYkVt4JVakGshKsZlWyKnvemlVgw957ecffaaspa/2Z5jeU6ySzs9x7h/3tvYWK8Yo4gxGpQXX2fpJJf1fgqnVDs2RWKhXUFLmaRYE+1K5YtCo5joIsLCqLgCqBVVvrq1SwagDHdFW9ZTGWSW3c7mMkVRLqwLMMqpq8JelBBivJrGTrjTpskqIlwOpNqpkqRa3Y1kjiFX038x2VGkHkO97D5O32T5l1gWAfAa56A1j1FqjKMIguV2ZVg8PP8aZxXIgqdlUDm8fNb2ej6R/HcJu+3pvAaq/J6OZUxCrAn96LoRvWYlUKRa2Go37RbljZixJMiVWb2vfwuLZ+NGoevS5ATRTER51mYUwdkWzZBKsA7l3C6tWz8f6DGBFMSq7jAFgVNVZZSz+0GlW+2IOL7OdhaFt3Cta1KwSN+dHwlBgcWTcdr52+hniokENTCO93nomRNcULY85jytSJmCmoICB7RDv89kEHlLGi16o/uR8Tt6zCggThUHpUZBccGtsahaUMS1ZbggxYfXMe5jZyVDvCgCML30PjK89SkzdFanNBPkA6DhcMabGYUTn64PS4ZoiSeEM6sBqBMb1XYDwdkZcrt47i46WzMYOFfWpQv+IE7OhVWozhM+DwwoFodk2oS426Oj7vORBdK4QD4gkdkhSQCn/5X8xe9ykmxQgxpCpVNWwdNRotJChtBlarVF2Av3sWSPdW/Mnv0WHNRvyUurDKgQGvf4L5zdJHDN/aNAZVDl8WfRQIV+VCIQvZAMpGnYA7fJLoi2FoXLIfNveriygp4NsMrBarsBBn+nhg98RrJAGyFkLZGziyEqx6g66qpX2EzWMFrtrynKyFq6SnGi+TOMaer/v739nZSJJHMHAMPHtjkZJZCeOTsuBKHbvF+mJ6q+KYntn2oUhVBarKtxqWf0pvPwJcdeb6b6wqUyhS1TvbYJb2CwRWpUhVbzFPsJYiM5Vs5nKOQV00JRKhPskbJAEUCQAbzVeMjs/SBm7ycPIX2rgguKoUSwvQ0pA2LrJ8icggXdbqqppaRwGr9luL63DVW8FqNCa0Go+RjfJCnWAAJ+XWMu1PaJMmSIPUdOvsbxwubxiHhseu4hmLTcyJNyr1wqSmVVEit1qcg8XiwoEfMXrvD9gtTjo0Qc3xx7i3UVkCkfbAKoCEAxvR/fud2GUwfTnnwCrir2LBvNmY8uQpi34MURVE14bDsPB/BUSNTwB6A+79sRod9+wTNUdVKBLZDGsG9kadVCJpxKmlQ1DnwmNxmzEMLxV8E590aoEquYSRmjEwdTIenv4Xq3dvwdJHj/CQYcZiGNN6FMY2tqFBkIYVEXfkR7TeuAl/s3/TonWjiVj5WkmEcwZwItg19VhVkBaqUPFfYs5h4pRJmCMeya/2Ql+s71YbeeOTkMTMKEbrq7QIDU/ErnUT0ePOM/GbKuPLEWPwekHxXunAqhbtmq/E+oZB4JKFY+oq2qnS65H45CGuHP0OA//6E/+yn+rwaq2Z+LazdCPAcOgL9Nj6PbYzOYAglMpeF8ObtUGbsnkQEUJzdzU0WgMSbl/Glu+WYtKdB8x2FG3avPwQbO5dBaFSx+0AWKXvTDiwHi2//QkHxc/Jlq01dr3bDdWl17p5CvNWzML4GILfkWhRthPGvlwXZcKSkWxImy2r6einWoXb+2aj8bGLTLdWo6qIde9/hHZFxZubgdXIfCNxe3gNaBJJfMu8qKAO1gAh9vsdln0jyyUBvEeayprFsgasUqJkNQxZP6Ow6kiZDTUc8GgvuyTzk1lRVB+16gQCQAq0sPAH6nkTDBxSsjhZlT1HZZGZJidLlbaW3mLMPozzZM56lCWrorZlFOZiSklvAbKN3gGoSr9Snb2xnydhY28LF/eWSiWomiW6qjYMQM0sRCsm3MmcNuct1WH7PcQ1D3VIJAmQ1ZqZacemlV7KcvQXjhnwXua/5DsEVkkaQCmWFlCreOiYZnDWFSH6kYp3tCtvAqvePCGiOnP+eBOPG1tnoNFfJ/GAqpwiVoe95SGN1RtY++loDHpCyzQNapcbi519ysPkgHKakxv1uHdgBRr9cAC3xH8tGlYWDfLlh3y8shohwWHIl7soqtSoh1qFTdrLozNYuGIJpjx8jETxn3PoyqBl3mjkVCfi+rPz2BETC4kBqlAMQ5qOwIxWJmfwH53FJ/MmYzy7QQh6t1uFRQ3MQgW5JJxcMwmNT11LfQ61nKYvL8cPbSLEJ3M4vqAP6l4T9ERVIR1xZXpbmEq68ie24Y01X+JXSOd3QlAqrDhq58+HnEjEqRvH8Jc+yeQZ0RjWehamNTaTSXh0HeuWTcHgh/GpUbQR6nyonqsEqmQPAozJeJpwHT8/uMVkH4ThPBuqFeyJH4Y1QJT5MXTZLohH/JEd6LhxA/aJfw8NLoEWeYugsBU53OCQSJRt0BEdywCP925Aj5924DdyNW11zOoyDP2qacWFhtTfmPR+1w9i4solmBtPtRWNnvVGYHG7FwRUdGYLaqzchrPie+g0VTDwBcoeJZUUXLt3FscSEhDLJ4qapirkDiqDMZ3GY0BVk/rk9DixahReOXs3NTpUixCUyF4Vr0YLVFhlvI/frp/Had6Q6juh6nr4asRQNEtjtBYaq3IRq0L3moADi6ei1+XLggwHglGl8gz83Yu0X4GYHfPwvz2HcIL9f2WwqPcE9Kloo5Ie/YO+H8/FRnZ9KNo1nI31rfNCTZ954Rf0/XwZNqZS1Fzo/GIVyMes6pA9PC+a1H8FL5WSba1pJpYS2lhL8iXrQx78R5rg+MBcIivAKgcVjLw3bZHK1buQI8GbpMU86J1u30rIHkFwNfMiD6kXTjIKCZmych7qtvEy4AZkG1KwidMbvd5l2XzQJCo8swBiBpg9w25JUauZlcyKwKHRQFDVO9ZVGWZUF2+sJ11Vo7hRa+ceqpPX9/GkrZq1S2UXvzRDfybsiul5bxAAsPxQgoYUuaoks5J3ArIPRa5mVWetRKrabpze2nlL8CeYBjRl1iZbiVIyq6wwj5CczruKAlYdrw/n4SqPqxvGoNqxa0Km8qDXcWBEd1SPdvyZVq9MuIUNn3yIAU+EiM4Xi32II4OryoNVzoD7pBP6ww/4xYlHa1RF0KvZaHz6milQA3DjH4xbuQrL454jLUWSzDiPHKhXeQR29BL1NqVLnl7A/NkTMI6BVTXat96A9Y1lUrc/PYbBc5ZgQ0Jcaqb36nVX4PeOEljlcXhWdzS6K0a1at7Albldkc+skemPbkOH9Vuwx+6350D3+mOwrH0R+Xb64ARmLF2Eac/i7ArkqBGKUoV7Yke/l5FPel27zwcS/t2LUVtWY7Xe8QVC7uLTceO9nPhu+hSMenSHgcTgiM44PqwNCttSEUiKx/7PhqLFzTgG5/MHN8G28b1Bp/Tx3xqUXL1bhJIOvDg0yK1+ESPaj8GQ2lIIrcnvkp7h91UT8frl+2byDlbura6Jjf2Go10ZM79wKGJVvOfd/egyawm2SY9QVcPKXsPRrZIRv8zsh9fviVIIqiY4NmsAytjinElPsH/NNLx5/ib0yIYa+ZtiRo9uqE0SBed+RJvP12O3I2Zi1+jwev35+Lp9Hsd+kSWSAL4D5DIbrHqrrqo1Z8qqdYRjzp3VV0nSaxk/MxPAIUmLOK5/ndXWyaznE2amCF6Cqr5iHWE+KMStKm0svadIeqsaUXcpo+1jNIgSAJnlsD70HCPHQe/EfFJ19Oo+x2efPmQId1+VOii9V6iqWv8S0hIlvVUFAFnaiDpqgs6ZncyKOkNv0n90tx1kxO+9Faqmrh3ZUUUVgjWmB1UywhK+eU/WtpjeauZuyHlru/IWsOorG83OwtUnB7Zi+K+HcDYhBLXLv4EpXWoi0k6gmkMti0/G6S/XY/rJE7ipzYOmtd/B+BaFrOamTjr6J1b8thPbHz7DQyMPjUqDYLXGykFWFYK0ISgUXQlvNO2ADuVloKc+Dse+WoXRx/7BYc4IA0sHQidkCNEFo0zuJhjZrBXaVs8JtXm0pSEWf21ej7mnzuNpaD4M7zsWrUyjYiUD8ByeHdyNaTv24c+kBGhC8qBz5wkYZKL1mbBzDjr/fhPXjWEoUawXtg4oLQtFufNH8eWB/Vh/7gj2G43QQMVsZWAxS/nRpsTL6F6nKV6tbispFZ1TjMGZ/b9i09H92PjwLh6RBIv4vsK3B6FkjjoY9PKb6F47L7R2dVXNFiSXTuCLPT9h/c17uKM3snoKUmus1mtIUBSqNB2NTyrfxzdrv8K22BjEcRqUazoWH9ezEuZq+shLe9Hn64N4lAJkDyuLIV3bowZFiD77D2MXbsRvcc8Rx6ugVQchNN1kjRLGpiCJjosFF0SzF+uhe906qFbaxhl3gx5Pjh3Epj/2YPXNS7hqFkvHQ40C4VXRs0Zz9GxQCQXkEo1xF9F7+DhsFr8he8nFuD/IOqB8+ONStPv5NxxmwgrZUDp3Z+waUBr/bt+MpZfv4IY6P5pV7405b8or0ZqayvDffkza+ivOqoOQJ6owunXogfoEVm+cxsotX2Dzo4d4SE6g1iFcTR4mV3SICi2ITs174+3a2R1q6lmjC57lojkO2iZzk1fRgpMkAIxet0Vq21wZDTYcriyvvFDYRMjoAC1SGEkw0glb79tgz+pqIZUYkgDwVl1Vq5sWNI8wiepX2ll6SwksQ8PkdDKiCBIAAIFVpVhagLFAvRG8E8drFbBqxZMoUtXoJUdNbTm7TiMms1JahIUFqBvKimRWSrSqdWf0dqiaBldpIaxCcAYNZr7eXKW2JYOLMuTTvBWq0sd6A1j1FagqOQc1K4cXYRzAP09GSrIKQTmCoHIStNl0yBQO3LMkGLRBCMquJXJkuzxPRGKCAQamdWm70BGuoGzh0GW3MSGmb3sai+dPYxGTJGTwVamDkD0qApE5w6BJnyso/QOTORifJoMPCYY2NWOSzDvRqz5LRlJiClQhYQjOadJqWaYLDtyTRCQYdQiLCoLaln1TOBifPMe9x/EwUOIQqkW1GmFRuZE7OtjxuqHnxiYh7sFjPEnihGQJJDFCQC08G6JyZYPWiShVi6+OS0ZSbAr0DiwWdGFhCMmhFcSjY1KQEp8MLigUwaQ94Oha5nkyEuKN0IWFQhdl8qPn9B7JqUfz5TxGpVJDHRKKsOwaCsR0rCQZkfLoKZ7GJSGRzn5SUWkREhqKnLmjEBKpsSmGzV+8hZtJHHiVGpHFCyHKTLUh3UtQluA7d3D9YSKStBEomC8a2XOrgPgU6OMNMGqDhec5Ohg8S0ZyvB7qbGHQRZrAx9gUpMQlIZnp29ootKERHoIgO9+Y/g5ie2X6Eo5WqmNVIX+V70BVev/MilgVoKpKhKqZUQ/u1KHlbxXoY7NhMm2vjLIRDbmJnJBkm3V3nq1an74bmYSieJN9VNNRSmaVUb7j05XL80wOQIpc9fS30NxLgaryVqV1ld5gBOdkCLgCVs3sSSpi1IEbfCSYnqZvOq0aQUK6bqWYWYAW8JSQKLP0VlU+4jdZ4Si+AlUl21CLIkkAAqxKkVlksERxUuRARtlImER7cxVkNVj1NagqeZJTcDUAG6Ai7Zd1lc7alH12nnUvaPXJgjKtsBEl9smZAhK90BRyr8QkATIay/iOBIBkoswCq4KuKsXl+25R4I+1uss4SQDihUmckJApo2aavuqRxHxSjDwSiP74cMOSklkp7UveE0lvlWzjKftIkaqcUUlcb22qQMEDRgeCKMx/r4BVM4tQDIa36qpa6/hpgUqSAAoAkrcQ2YcSEjmfOMW5oVaJVLVtL18DqwzoQYUQjSK3Yavv0aUmk3KuvTh6taC/5L0zxqwEq74KVRnaUAntSynWLZBVOXcCuk4oqSLrbsRsmD5nDBO4qtB5s9oTkmZmXNSq70FVMlBmgFVCYgavT1Zlv7F7CmzYf5IvXuF5uErNlYBqMjshoRRTC5hqzrrAf7zOmBo6vaFsBFqtF61G4zmwypGmKoTTQkpJZwFiFWQXR048yZlOAasmVqFoVdIn8cXumyIyQ0hv1bdOIGVac6aAXorqdfj4qdNvRtNGpYOyZjZfhKrsW3hBb5XgqjLey9eulumtZszRLLZD6+VR4FkBViXk48tgVYGr9geZDONivsoM7ZvMvStSoap7t/GGX6cmBFEGrkysDt+cgGc0WKXuhiJV/SWPuwJXbTUpmrN5rh0wqEoQyNcnOxnQCxk4QXPW4Ce2EfI3CL6jtLH0DiPkb6GE5e5HrpK7EDikaFWlmFtAAM56AydusDtvIQWsijYjqEqdky/oqsoScjHhTohOAUDW7EN6q5TMyqb4mPNtSBgEvBz+uPhZHviZCjzvpECJB57q6VvoVCoEKcmsrJpVp+ZZMhvPFUFz0RcODWYFWGXM30/mRBSh4EnP8ZwPesedMgyuesfnecdbiKBZGKr8gTpLOoSCLADb9lIAq4mviZGrwgreQz7oOZjkoRdy+DYZB1aFtkSJqgis+lNRwI+t2nQPrkqBGJTHLskorM091Ur9wQclpZpEg+/qqlqrBwmuKu1L3kJMMkGEq876stSuGFg10hrCTxYRzhrCxvW0gWMwCBGrrhYFrIrTaCPPsey2vlyoQ5KSWfnyd2TUuzPNTA1JAlA9e3KSp0Sr2qozniUmyahazbz7SnqrfvApHjcarU1JEsCTrcqbE1aZGjArwKq/zYcUuGq7SSpw1eNdluUNfV4CwPyTBKjF+mTWmSojV5qFPA1WfVMCQLJHxoFVilSlsAM6z+V//qfAH+v9stDzuF7nBDgSRaiaCb2/Tz2CenYCzkl+Ko9A80EpctWnKiYTXpZgKEkCEFx1tii6qrYtRvahxLT0n+s9FxDwYJU6KEaofVIAwNJJyBlIEkCrJLOSbUGe1ltVdFXtd1TOdv7eej1rWxoNO/auFEsLsER6anem0mn3FJJV+cZGlwJW3W8NVN2KtpYCV933JNfv4AcHK6x8PA81Ha9UwKpV+7g1avG+D60zCqz6i66qtV5FAat2xiwX4aoEDvWcLwrzuT4GOfpLkkcg6Gz0tx12EwMQWE2Vs3HUMAFwHZMEoBPKot6qM30Q0w41Krqq1tyEklVRtKq7JaDBKoOqEDonf+q+CUqEMr1VhQDJNZA0vVX6qzs2UiJVbXVA/njMgI67ByvJrKxWO7Ut0lx1p1V5e7Iq84/PTLDqx/NoJZmVA7M5l5NZSXNFdxqmA+/nq5ewUxVu9Vre/+WpGxcKYDWpLDFM2eWGRbdyPnLI27wlo8CqnicxH//vdJyBG95W9xn9PkzQiSk7Oe4HKRyQRFDVnyc8LhqeZBESDII8gr8XrUm/7Iz/+LtdJHJBUauORK5K7UiBqtY9w8iRBIDruqqmdw54sGrgOQZV/a2LooQ7oYreqnwr4sEieoXoOscHe/ObKdGq1jspv50Qke+oVQiiAc111/HrcZ/AKv3navEVCQDp+xSw6mpNW/5OiVy1Y0vfD47znLN44k7SifDURaobHZcn3icD7yFsWNH/8n0Q6DkzmWQrc8ku/mFLz4NVCljRMG1V/y+UVMY//CBj6spxvVUWUccDCZwQ8BQI3uOMzWmYijMIyar8jVnI2YE8h1iGVBS4mmYlaisEVaVkVrb8iEkAcEKkagDweGeaFLuW7EPJqgRdVfd7nYAEq5LpCKpSsir/7KB4lmyHJdxx30+cdlRv/wGZRKdWMUjmSlGgqm2r+S1YFT+bwCr5j2ve44rH+c5vyCaUKM4VhS1fg6pUKwpY9ZxvSvBHaVk2bOosXPXMXNFzlexNd2JcLVAMRKBCBZUL2mzeVGUZ9i5CWJ0Tt2e9lRPXe++lngarHK+CQTjI670f7eE3U6CPdYMK47l9+Ex9cbyfH3F3xe2kEYoiVZMDTB6BBAGYBr9TfbMrVvat30hrbAKrUtSqNRvRiRyjUYGqcjXMdFUNPIyclGTb/TErQMEq7YqRrqq/QtU090SrgxYAACAASURBVGF6qwSA3PcV3+p1HHhbYqoExwTNTMcNJEBVKv6J5B0wnc1L/B2q0sfTQK+j/1wE8+7a2Nt/T2ahqFVmHgebiS9C1cwEq4Gy06xErdpv3Q4nswoUZmjfZJZXmAQruvJz3/uNmMxK6GidmvP43re68sbONhb7oMiVt8iK33gSrAq6qiQBEHhFgT+24KrtrXZBV5UD6YcqJb0FyCJ6jiQA6IRt4BVabxFgVdqXmV9QVDfZhv5TUxCdJcegdYPRQ0fc/dHz6Pg/yQCkcQvHWZA1ewQkWKWj/xRK70+6qtYqmMBGsAhX/bFRuPtNBFUJjgl8zH6DEq6gYU4Z/OVsHwhQVfpuGsyCKOpZ2bWQbYbO6K2qVL577CszIlYDBapKjqTAVfsjm0OnT51lRfYf6x9XpELVQDSQkszKuhOL2hB2x3T/gapkC0+B1f+z9+6xsyTXedjpx8z83vu6lKgVuSssGWmFpXdBKJYEErqmAUl2JMKK1gmQ63+YRAYFBHEQOk6ISIhlG6YAxoaIxH/EImLIToCsEidLU6BE6xURm5ByRCMLUrv26nUt7jKrhfa99/5eM/0IvlNdMz0z3TP97qruU8m1SP56uqu+OvX66pzvYDQpUnX/XnoYE8l2K4T8KU+uauLwMslyP17rycYO+XTuBiHLJIyx6P2gjmSSMbZtBWnPVf1XSVa1e7SESFbVgifvyIhVCNM6tKBxkKrapKBRMvMd8sS7LnOUwaO3iN6qhP/vnqTGRKpqJECqzvimcIzbnf1t1uTqrmsLWz1VlzYweWA/EDWeGBupuiRX4fE84gN6IZPBhUTe5DNGzrAIaKMmVRVAWnJD/ZdxhWzvNZFdkgA8poZFqjZFrAKaMHYoGpkEwKY9Cemzi1jNlgQIY6JzeNWJw8oWeBhP54uQFmPdCCaIKHJV7QhljG2PMWACclUt6epAGkFWA4NLyhYC4Cvm83bcK0dGrBItEl3V0dhZcriaeA5NPeUyLmUdAaUJmR/WjQGIiQpbRinZCKg1f3wTONsOPFehZSzGsYWAwofIc/JZHpu9VdHgNj1WR76XVtpaMq52nVTlUqesfYxOAiALIJVwhy+LhVhdB0hPupl75WGS0E14rCJRVRgPj3QuO72kiY0qvx3yb5jwidfHECergueYJKvaJlVjyCPEdLXUfxyydexvG1YsTR7uf3p8T2C/zPg4DiepEgmAfBuYL0LCsNL8TpPWMipiFVkGg1EIAGybCJYyEKsTSWaVOX5YE3JPWLcQq/lTzxi9VTUaOEr4rsuyAFKy5x54hGcduWwnVdskVsdOqi7HF0tCytjKm1u2eDHxVM25/Uuu/sZ3/5e7LHG0gBCrxZZtEEIDdUyoS6zCqw6kqgytlSmJV92u+0Clt4pcJ9dRLLqqGVBhLM0joosAKbalaATYMzPZD8oY27YLaK2CgGbdUPEFyxw40FWFBEBbZRTEKitixjEtRkqqpg+o8KyD96qUjAkpI5kV7GbFl7U3EG3ujzGTqmlydep65IvDRu7FxYR1VFdzzxBIVSFW25+5VAgYviPrVi65KvPOfkMUT9UNjNR+RkUxSUKrLQNiSYD0vDPcQVaHWMWqvpIA2D8Mx/KEcaSPURduas5ZRERaVzVtF3VX+jontTrfrvNdnmyWL0AeGOXJC4cwKakLC7acJIV0V9DUulBTiZHqVrXY79Ugd3AJuEkc1rhArXfGR7L46hZc2fw5SlKv3+sVcGJOhVa9Unt+OQpiFbdiwch0VfP6HZzqVJJZ5Q4LxsdF9kE1IBOlktYGoO0vrjfh2t769frjgHqA28L25murAYPWM8hVHll8jq+x2hqERNNSAJU3EgZh0nRVFLkqAysX1+E60zVmSjyulpI1YkurU3wiESXja93W1iQBLCRVcZHAZr6/7lWIVb1649CsdFWlbCIQxSCdt3FR01DJ/Q+H91ZnR1c0Q7m+4m9WmBviXe5yMZKcgThUBOKmjNhyqq5kUvXkOpCBpXKp8VOGAfvjZUepy67qPV65FUb/EHgEYUTzMCxUTz1kyln95qvr/LrkOC/Uqpw5BSrFEVEQxDRdG7N16p/+Vtm2KANe2nbFtlX7WXrwpOsNuQSf4AjVVhk8sQo4wzhiYlWKQgAh7zNfCKAse8D047kgV7HWg2AVu8kbN0KqriMDU3Fdhw5hQFIyEZgkeqtKs3hXsWfc7SJWy7YCmJQ9b43F1LBPtFPJuKwVqB7NOG/u7mrtdJiMrL4zcysfjWptXzW0zoEA317NxRKonG0+qofaWbPK9v5q/iv7y3TbnGVroqrmk/q8Gkf1by6qVqWL+T1YvFX6M8v9H9byJGlK6ZcM+AcgDOeBchwzznu1R9yxLsDZ6TJQEgAg5euM9h6b0vqnlVRL65+x6gMIcb8OAuUFKdis9V0UxUw6R1HEib6mA0y02JSxTt0JeS2Rq4YTq3WmWzVZYwKHBICU9aOKJle1Z+Y6PvXc1pvaHFfvs3ozLjDhZFY8adexweotqP/L6ivOvhav7oNlXGX108RxCd6Z6cIjquLN/9IG93VMptEs2ZZKJlWP5FuvsG7+jLWMVXXyrVT9pVKTt1q6j8Tdhgb9tfr27rE0md6/A9tyLQC9IR7P2XDCfsqhmX5P9fmw0sBp0HqLfJ+9xvhipymKrAm8qvfWvtmhCCab1oJoFPF63kaOvQ2Va6OUDQQw56hdDi7Zy68jthBqVYhVXp/1og5shAFKrAfEocP6mAEbj4yt9LDCmfwqiulKgUO4uJCTRN7UmyROFhNigBSpGlLEFiOgpK2Gk1UhCVzKk9d3XMI/KdsI4Pp16vlJEs9mEXK+8ge/uXv3W+swg81+vSmzztacPVw8HdbdLHC2vw1TErzrFP28OUHVI1abP1OWnUDrWM3qSDfz4DJeNaykfh2qsgjovcoJKYowaQ5CB4lmXgNttH0gbdXfIScC/voP+j8IVnpjBHLjyMOCX3Zcm2ks053EavE6M7cRK495JZUgRSPAvo8yhDINArDA8wf44EIHl4JiO1kb6Zj3PHLMWI2qmFyKhVTNnWjhbainHYwqTcwPjUSsSqym52en8l55WOscz8chsX6orOKrvtUezlirLkPltbqyH8xDsdzv5AwFzkcwkP1y1dGOi2OE/8MjUzY4GyiCVI0iQlKmTZcQ3/WWyb6qYj/U38Grd+JNGo+Ec379uS+2elxp9eV7epuzx3kuHU5cmbCHOjJaaVdMYYhDGNHJxBMvlxyMIZfgtydT0krPtv1SiIZLYNM6ynpDrZJcKCH3mevSIeRI+FG7iaCmiNX0IRXkqniuruyojvh922O+7/cvophw1uCk5ZD6YXJVDvXb/aIuvDCuVuTquCnoWDK5FyJV9UOOo9asoZEcdYnV5do1as9V5aQCT9UFiEPe14x7fkkPLuz7AkgAwKtuw99Kk6q46JGShYC6FBxzmQcRzaNiuqpjwwkSAIsgTDSY11sPq4GeqMxF2VbhOT5NgE+DFxfOr7VMrPZr4MqUZlOXfHYD6rc28nULEOCQSpA/KtRgmhDzYjpZx9SYDtir14J+7aCKQqpmg6wTLgTwqku8qYHVge8QvMIVbvaWxonVhCBjAsgSYM4vZ/Ta6wu6uLjK3Nz11bvHxzM6P7/u6/PyXUFAEDAYgaOjKe9f7jl16J6z1S1x2lM1XX2OXwK52uAhzAR4GiNWgc9o9VZj1lO9ChyWZcmWWTOht/upA85V50FMi2g7ilVfvkcStpy3iSZA0yT5048VVPsqvFSvw5DP5mPFIA+5ONFVhcdqZoFEFBIHu8hQYMmBopqZVPtV7NDE88lz3MZsa+DEqsIZA/Fg6pEHkS0pKeVCwWPdHGLC3LSKUFH+1vB4nngIIRS80niBJFOSAEoaYNwFBGHf6WLM7AGMImgjbUYvgI+H1yqyV9q84DdNrC57kRN9mZ+8AKTqiy/doQceeIBOTk7INehgffv2bXr/+9/f2IbJzBEmtRIEBIGqCLz99tt0cX6H7jkL6d4zn0mxXQJmvFoleqtDOeQ3RqxiD4T5f2DEcxHbwrnhKkSyqtFvhtfggu8u9n5IVnWNwbUjjBU7aJb9KQL4CJ8ZYzIrRLlBVxXE4VDm26ZMl73Ag4jPV/tGDbRWmTxs6uMDeg/YHXitNpXMahTEKvofbvQHM18IoAENhqabgklq/dJHhfa4Tszkqs83PlLWyVWEnhJNvVHupVccGDwUxDTWN9R8QwHvDXhyZNw0xzHrQR4u9VbtpFfbIlaBHicjMlxv9RvfdOnw8JjOzs6MGwEgVh977DHyPNEsMa5zpEKCQM8IhNDsCwJ644036OrybXro2332OtxH7Gi91aEc9JsiVlcbIgtuBBuzPXVpfB06BFkWJW0ku0ENL4hVaM5CAqCIpA8njBshMV/UHA26ty5a5crPwRbgqRrkeWNWfvMAfhgTJ6pip5UCCQiUTJQiV6VsI8B6qy44wvr4jIZYBYyQA4AswFA2Q9UGR1ayqmpvGtKvFKmqMw2ub4qwbQIBdDTZzvY+JAyqtgX4TFyEGoyTXHWEVM01HQypIElgmDfvwnaQzIq16yw8kLRJrAIOlc286uhs/3f/+vfn9PDDDxvlqapbDWL18ccfJ99H9k+DQWy/m+QLgoAgkEKAdR3Z4yeg+XxOL734b+ih9/p7SVX9CqxV3kBYjqaJVVymuiO6zEKiqutQJRCsnDh2oKNzAQmAOTK5FytKb9UtPA6LvXUgT/HxXWmFj2E/A09VkKr7LroG0rulmhGFMS3CbF3VvBdhzVLkquyFszDyHI/J1bpja1TEKo7tWm91nHa1ym9aagQP+mG1GdL/djUVXpkzXyalTYw0VQ98VNKU4ReQqZwsRkjVfFIVmSoL3qTOEs9VIVYz4NQJdwzdC/2r37umRx55xMhBD2L1iSeeYGJViiAgCAgCmwjgQh3E6vPPP0/f9Z1HpQCCd4vSXTV0ci7YmqaJVfagglzCQIjnXTCCMLxYcHxJQbTH8ZhS1Ce6O484aVWZogKbJQ1sLkE2AofwRYhkVVEhb8wytmX7szy3xsTJqnCBVbZgxZo0qCda9vsmP68uSz3ynXrJrEZGrIreqslG3U/dtK5qMU9eJNyZsqao3Rvp5rFWod5Tl8aTzAqi4M0DOYg3Yr0HqVpUbB44HiCiwNXUqj3jqy2PVW0IPDNhXBkqCSDE6iCGrDRCEBglAtpr9etf/3ppYhWAgVy1fT/YCrEKcAZOrmKfcwld1ch+cr3pwQ9a9SJA0qHy5A/qIuTq7h4Zst4qJCOuFkGiztu0Zdr9vpWualEf8O32Qg4Anqv2nLK66zP26gW56lZ3xhgdscobIVdJAngmx1d2Z0ej/lIUJeQPo7BvmlEhGAdIuINs5nufHx+0IH8mntmhy031inirbiO5zO5KxHpaiePKXsjxO623imRW+8fi3ld29kAXxCqmGsACPWPTihCrpvWI1EcQEATKIAA5gK997WuViFXWW+ULQQMn54IgNE2s6s9iXR9qMiulq0q0CIVU3TQzYDMPQayGlcK4V5qRLkeGVaNmCxq/pY9xAj2ecoaFDieBC4JC0W6Wdl2tagdI5AXZkZr9DnIVnqtSthFwEr3Vqnq0oyRWASP0VqcTlzdEUsaLAIjVst70ngtyFbcadm+mm+51vRkCLjPkihnq0ErC/4favLp2AQeFKiEqPC87RMeQ27DIF7htYjXdHzqZVd0+avL3Qqw2iaa8SxAQBLpGoA6xirransyqTWKV8cHCNaAoL1BZQUh0FcLZQsiJ9HiN44jC2KE7C4Qq1+92SAJU983reibp/ntDU9uArupCklVtG1KSXHsRBqU5iyyrVJ6ZOGvJSTYLH0SiTN1JJZmf0RKr2AqBWJ34uPURw+p+Oej/iyEmb77sK9//8MqE56qIQGf3I7RWobk6xCKeqvm9CkKVPVVrdDw8Vo99e5b7LolVeG/gYseko5wQqzWMXX4qCAgCvSNQl1hFA5B+ERybjZ6rbROrShLArkiUXUaJy+PLAD5j4lyxiRMkoM6DiBbsVddE9JrSWhVyNdsihyQJEIQRXbGXs5KWk7JCII5imi8UNk0VzF5T156zVlPtLvYeh5DMauqVlwQYMbGqwjemPshV3g1JGQUCalJaeapW63gs9RPPZc9VDskYBXbFGwk8IJfguc0tAsW/3uKT4q2aC67WVa3b47CdmefSIeQ2wCQaXjolVpVsndJbNQQaIVYNN1CpniAgCOxEoAliVSWxWunW2UQMtEWsatCHlMyK9R9DROUYsgAbNLaBzWUY0lUQNUyMKa/VuntLg6BqtCpDIFfhlHG5CKSPMyxjpauqlIebLJzMSsjVHEjh1euz5mqZ2X7UxCqQhN4qPFd9nFSljAKBKuH/WcDgAh7k4cwXEeh8fBLvOsuHF7xUlS9Ks4ua7QNupYXlsCZSU+jAXCAJMEnYQ5OvLrokVpf2Ar1VQ9xWmyRWF6/cpt/70ws6+pbvokfePak9PG7fvk1PPPEE+X75W+faH5cXCAKCgBUINEGs6h2CvmgXYjWj661mgBCN49A8IlogWVWpo7YVw6BWJUGMzaOYLoOosX1gukLKa9Xyg0QthHf/2OahBduBBADOEFLWEcAZC5qqQRi2Bo3oreZDi3l+4k6WCSqLrOujJ1axPCKJ1Wzq0dC0SlobhRa/GJMUiNWmXJRdJ6bDiUcT0erNtArgM4PnofX7IXhPIvBLyiYCGFPYD2FzFDfU0XgnhtTZBGqrZofb9UKsIlTKRahK//bYDLG6oBd+8afoM7/1zrJBZ3/+E/Sz/8GjVIdeFWK1f/uQGggCpiPQFLGqyVWXE8sYMDkXBL5tj9W1ajADpJCyrcxDouvEddKm/m0bZ5WsKqLLUCUDbqOot4re6i5sHce+EHqYyzwM+R/3sEXzZht2vvlO8BXzRdDepxI6xHdcwj8p2wiwZII3XZKr+zASYjVBCMmsDiAKad9an9HHzRGH+wzInr+rZbn5S5+YyY0jEPMiCZBpi0hmNdXzta3jCxIAIFZl0d/qY2yMgpY20z7rrZotsN4Psaq6wYRkVs0Qqy/QUz/5GfrSmnV9hD7x87fo0RqLTBVi9bWvPEVPP3cn+6vvuUkf/5E6NarRGKt++hp9+amn6cWHn6RbH7rRbM1f+AJ99hmimx//aC3b2Fsp/s7LRH32+atfpqc+9zzRB1rAcS8A43mgSWJV0T8uXwzaQhR0RawuKTfLiGf04wIER4iYJVs3sc2PZx2xBErsYhExRm1vkeE1LCoM+X1pk4OYSgIXsbeqDKvtPgWpGgRIAtfOZcXmF6G3KvG32WMLeqsT1y/EAQixmmAIwgTk6mzJADW/CHX3RiFWt7GGpyo1kk0vqx8Rlns05fQF3XWzRV/CnQUyvtsID4d8ibdqprWpjVEiPNuCPWLjfsB6q+b6rfZJrMI0+9ZbbYRYff1L9Omfeopur9nQI3TrZz9JH3mgumFVJla/8RA9eevDtE4JvkBf+Owz9PLpYxl/q15HI37ZOFlZnVhlYvutD+YT2I3VdaOOTGK+SR9kwnbX31rqsbXv4xuqDm9+8OP0UeHyWwJdvbZ5YnWlt2rDZWxXxCqwXp5OLGKAsMW5Zl1VRZtLUQhA/Im1MUOQzt2QP+CYWGmybQbX0k62SRIgwGUFiMNWxCMs7cCk2khWBdKZk2x3VJTeqjprSdlGYOL45HnQW92NjxCrKezgcch6q6aI14llN4ZAFEUJqdrWhBHTzHfo0Pcaq/OwXhRzoi/rFBNi+J50s2G0qb91MoowUhvrtg6P+I7SW1VyGyaKAvRJrPIhtWdydTzEKkZoQq726cXYxkTRGFmpK1edWN3bvMbququOLdZ/bwNXGL726g268a7CP5AHKyLQNLGq6DclB4BzhemlS2JVY8FrlwXkKuqJZFVBwm/sO1Sb3tdN1g/EKjRVr8Pm9PX31U97ycaO7MzzsLJBEgBnB4T/i67qdi8qXdWIidWuiwcnQ6dcsqau69jX97CSs97qnmRWQqxu9BA2QQcz6K2avxnKGI5ym7oFCvQfnURXtd3hCIs5miCLnF36Wu2iot7OmpkuPA9hohYQlUkVFZFnQX276MSNb+AiNewIGyhJrJJZmTU390ms6i7B2R1LVh9n+EaI1egFeuo/+wx9aZEysslH6BP//S16tIbsU7Meq6ibItyev0dJArzwK5+lZ765PjBOl2HbybMpVYHV30j9llLSAuyx+CI99OO36MPvUn9/9t6b9NA3nqHn8Y7EU/a15TdP6bHkWdJh6+mqpDxrtRfoTXpmWd9lXdZ+i3f+ENFvPK2+mSoP3tzhOZmErOufnH5A1ZulAO7/FyqkPqdum1PXpsfqOsYP0s2bRM+wFMD30+voi9x6ggR/lu67+RC9+MzzpB57MJEQ2OgbEOV/9vXEY3XjvWt/+yg9utFWolQ/aPtYq5P+Jnj5RF5g2ejU39Ieq3X6s4e1wPZPtkGsAhPsHjSx2tblYxPY90OsItLFbe1Stglc4BsJT9VFZGm4VTMgZJ2qeE8/j4muAnjVdb/34HwZogmZ28Mme67iRIXw/6BDb8yWhkKzr03c+TWpukoO3Oxn9r0NWqtIaGXWSWtfrbv5O9ZxSAJAGiCvCLGagQySWR3OfMsiPjT5I0Mh3aUqsY4iV7soIDeOJi4nROvmi120qv439H02vA4nbvebsNItSKLbpQ+zkUNIHG5TkUCpi4LwL9jOkQeB9W6+WbRdJhCrmGyW5GrRijf0XCPEKhHd/j/+S/r0r6WSV/3wJ+nv/eVHatWyTWL1yXufpaefoxW5iZomhBhIyPffBum6SZw9T6cJQVmEWH3mmyvSThOMmuBUWrCndPPH76Nnt3Q41z1rtW7skhxNyEFdF1VvpVtKTNym6g06mb+10dZlz2x78ervnb7vEaI/ur2hEbrb6zdNrG5/N/ktPUjf+Z6X6fd31nNbuoExfFtLOVSRAng//SHkIFIey8t+SCQENr1Ml+1h4nZdL3WtPppYbaI/a42a8f24LWJVk6ume672Qqxq3UCEnhq2pusRAC/Vq0idH2RHv5oXEKWE8O3zRUQI5+6r/xDP1L1Pny3zI5xZzNora+SQ6GwRduWWYUt/KZ0URNcuQkTY9ufQw9KYBHLVTPvpu0ddx2VyFf83qwixmtNDE99jWQCxq75NuPr3WYsnblsCYLN+MXusHk6QvEC2Ylm9B2IVigkmT9lwqjW5ftVHRb1fqsXeaS1ZVV7ttCTADEkGPWgZK28gE4oJxKqWBMA+uuu9dFPEKkWv0e989tP0j559h84++BP0yY9/L92o4a0K22idWN3SYlVkHmliNe2RuqGZWYhYTf2eCbr099aIuJWnqx4T6fdv/TaRNEA9Wb9zk1hdqzcRbXjTro+7VZtXWqAJafktIFZfXXrhZtVtcwxvEaubGCd1ZWJ1Zz2367WOQ3VidYkbKr+ljZrhmQrv4R8k+vWURzK3G2159j6l2dtkf5owMVpUhzaJVSZX2QPIjPUqq1v6IFZ1PUyVBIBkKCQA4FSnus7c/ut6qCF8+3wRUtAf97NsciQxZbndz37WNfdQTdsWvFRBrHaVkKnp+rf5Pk4EHISd6qrmtQfnq4mjeAwp2wjAY9VncnUbH+dXf/eLogGdYzWzqUcTD+51Ylb2IdBusqp9eEx9h2aeCgMT81mhxQSZQ4wNhpapxTVgw2giNqz9kyQP6KN+GEtMrrrQvjVjZJlArC77IiFWuyRXGyFWowW99v/9Eb3y9S/SP/ilF+jRv/TX6N95/N30vm+/wR7uVYtZxOp6K5olVnWo+wZSiWdlv8Tq7SQMP7tum31biljdkGFQ79Jevh0Rq+kG6BD+TY9WkMNZxGr6t0KsVh3mtX/XNrGKCsK7hYkOAw+qvRKrYBOwTzZIbxVVuuRkVWbsMWobeEMvUNr6RBcB9DHNSDnEDjSOCHblEmQ9SURl1Qdk6lWHWe4bMvtuXhMTLZhU5dRs3Xxzz1dEbzUfIDA7novcH/7WQ87nn/1ifDAR7jAbPoeODnwyaL03YrDZUAnW3+k1RiRmr9UpZzOXohHQ4Q2QSph6KqO5GUvIqo8cTpgkvZZltVj04a3Q1+EQ9oPF/tDzaNYle7hjCBtFrCbJrLrUW61FrF68RF9++p/QU//XS5SWV13BPaH3/sAt+tiTH6b3HpWfR5snVldh7CwFYLDHahqtfonVbY/VXT1Ziljd9Fhde3FHxGrKY/XGplexllHII1bFY7X8oG7hF10Qq6g269YJsbrWg8uQ12Vugv73XqyrGiaLaQv2ZusrEQE4j5GwihJd1f5378p+XAIH3n9tTOxZ5czS97yDbroKAklWlWUiMVEYxhREYa8SAFlVg94q/knZRgDuPay3ukESOv/rV385Pp66NDE8NLevToVGycHU1mRWfaHW73cVqdq35mzM3qoHvkMTT/SZNi0CfeR7Dk15M23OdkgkALLHLo8pggdHv2Nbfx06q4ce9Hqxm+73IGYasar1VnFp0UWpTKxevEBP/Z3P0JfeLFDL+z5Cn/ibt+jRkuRqs8TqumYnZemOltVYXep9JsmsNjVVC0sBrGt30kaof2litabGqtaa3aWxuhZOnzKB3RqrOunUDo3VJdndHrGap7HKxGpai1YnulpKATSosbpG6mfJMRQYV/III9AVsWpqMqs+PVa1CXI0Ew6oPRPP0FW9DsUDMmtqwKX6OwuQP+ZNHKK3urtP+nYQuw6gxwsvZwONp0dz5ouBmGiOcWUgNjhG4EJQyNVsI9F6q8zyJGuX84tf/eUYBzCQq76Q0pnITTyPplPRW+1x7in1aXjVKU3GjpiF3NopvdUDX5JZ5UGEOceUZFbM76qoNCkbCGgJAITy9H3zras2cRw68qG3qjqsr24zjVhNEotypEUXTr1VidU/JwLhDQAAIABJREFU+eWfpr/1S68VHms3/tLfok/96LcVfh4PViZWn9tINa+/mgrxxv+0nrFePXT6gSfp1oduwFeRvryRtX71Nzy5/vcHOd39s3Tfj9+iD78reXcRYhVJkzKyyC8TVaW9JqHlybXcIOKWme4RRv9DRL/xND2/AUH6fVudsPx98pf33KSb9Aw9e++TdOv+f0GffebltZ/seleaWN3G+JQeu/kQvfjMm/TBj38/vb6BL4HAzGtjBg7L/kO/cnIpvPej9GjSNy8+nPRlWkd1s61L6QHVxDWbSBGqd/CNR/5wA4vN5GbJ9zP6M922vUR5qVEiD3dFrKp1Crp1/XuQpXvdBGIV9VFa4f3FLrOuaoB69LWbMHMsgvAB/3OXyTEziTElCSB9l2dBPQ4rtpnrIDCQNux3vKnE2kpX1WTNWXApvuuSJ/NipsFAbxWeq2vEKp7kjMtTCKybOWn2Z/6KnkMiK98XcrW/ftj/ZfaqS25/+qNZNusZs8fqIQggYey2OhFjC4ms6ugo7reMAk8kyapkO72NFYYUPBWUvpZBCMVEU8+hIw/LfX8XKaYRq8se7EhvtSqxWmBU1n6kCrFa+6PyAkFAELAKgS6JVQADLxeT9oOmEKt9kqs4+XKIOztliJdRegCzNmYU0ZUJ2apyZhat/4reE2I8G6Q+yFXw8JeLBZ/NTXHKMGZxWuqq9qpbWAgOOLBMXPy/Bp0BC9W8/YdYbxXkqqf0VtljVX8WYcv414WXS/tNbfYLyOo5Y3K1b6PS/kjNts/utykTXumq9t1HaTSVvg0IIHiumpPL3JQeV1sg4MPJrPow7xjTomzFNi1CJRpz+KBhqJMCH39UMivlCdRHMZZY5RWeeFy1OSMKsdqH1ck3BQFBoCkEuiZWddigKcmsjCJWe0hmhU/OI6JF1OZK2ZS1dvseEGKLOKbzeWjWxXouDA5FvKMXJ7EsiLokV9EDVwvRVc0z1QAe4CFIVTtsVZGr4reaOa7Yq3fCnr1rxCqWFCTcmUFvVdaXLew44c7EI68r8bpu10+Lv6bc6aGr2p/fWj58mDJhMjMfCZskmdUWgUcqIdEMWrQ9eMwjWZWSAJBJb+1KICFUTb9LBZ167HsEaYA+itHEKgBxidq8DxRitQ+rk28KAoJAUwh0TayqOy84sax02ZpqS5X3GEmsdsQAYX+udFWTm8gqAA70N1oCChIAYRRZskdW+rhaGmCgXVOrWV0MLfTBIoxoHoCQr1Xdwf1YSwDMF4FVbRO91d3dhTV96k3XiVX8hDMuT1TGbinbCPieS1Mks5KJwijzCPnWx+xOgc0cwetZjCfTduBZh0udzoqE/+dCzQs/KW9V40usiPmTidJb7TpUxXRiFbpjmHLaug8UYtX4ESIVFAQEgR0I9EGsmkSumkSs6m7qSm8V0e3XARJzIkKnn6gXMwdnTEEc00WAbOUW7AM3QESN4bkqJRuBtslVeGJehWE/UYiGd3ocxUw4s3yFZYXl+xyPz1xSthGAzM+ax6p+BHqrIFclmdU2aPBqY3J1InqrJgwqDG2VrMqE2uyvA0hVjC1OXiCL/tZWCPh0danjsNK9kmqQskJALfaKVLVkWHHlpxvJrLrqU9OJVY1DW8mshFjtytLkO4KAINAGAn0Rq2gLXwcme5C+omZMJFaBDe9E2BGhnU1aBE/VCLqq7by/DVvt4p3Y+YFLvWZyzKZd4Do6Ksha+jbPZrAnbKPgTH6NhExWnSDaQGLziKvOVJAAgAe4rYXl+xzPEg/27lHOJFb5kIqkIAkB1H21zP4iNj8TX5GrXRSldYjh2M33umhTM9+ICXOTLaQq2owNNMhDeK7Kcr9uBcpHUmlmem77m7kOPtGMmffwFngotN8DzTYM8+SR79EBC6x3V2whVtvSWxVitTtbky8JAoJA8wj0SazyWoVkVrw/7HLlWuFoLLGqE2a2IJmA/Q3C/xGpLLfr6TGl9n7XIbxVIz5f9WSWtQc6R145rnV72doNL/gCvrJomFaA5/f1IqQgtkU6oiBYTTwWw/s7YmLV9oK1auZ0GWJqD2K5xComUmgeglyVso0AtJFmU4+gu9rpKV46Y4mASlbVR7ajep0AkhzkITRXxW91G0smV30VvtxWwT1Fi69vq9qtvjedrAo3zn0d8qo2kutPRCcTj3wHqay66WFriFU+wDefzEqI1aoWK78TBAQBExDok1hV03K/equmEqvaNpTnarMMEHIx4d9ScsAEQzSgDthHzaOYrsKILHZWXUMy7GgvaED3la4C9vlN5bbgJHBhyP94XrOVkS+NYrEfgK9YWCoBkNVCz3HJR+h7seaP5qlcYhUIgNg49EEAjQaPUg0FqQpy1W2TAeolTXopGPp5OIYEgPm6qnngYL1ReqtCrW5ihPty6LccQBSyhWRWkABQ8vZS0giwBIDjWKmnlW4H7lCPJy4hd2UXchs2Easc9+Cqtb2pzZAQqzKPCAKCgM0I9E2s9k2uGk+s4tIUC1dDRA0nq4qgq6qstot9gunjQ8cogUyFp6qNuqp5GOPKnRNamd4JPdSvKa9VDnFHsqowFJwz+hGkagB5BJtCbAvY40T0VrdQ2kms4mlwGyCAJpz5QqalNIKcIQ2eh1NoTRSwwAqPaC+yCj8d8E9iikIdOG5vM0FuHE9dEYHe6EJF8BFB63niNUcA8QZaPFVzBwxmd9YrtndIcc1hPlPIbUBSoq2JOYWRTcSqrnaTeqv/+vfn9PDDD5PbsEdRE2Z4+/ZteuKJJ8j35Xa4CTzlHYLA0BDAfgPE6h/+wQv03vf2O0/05blqA7HK+zdkOK15JQjiEBIAilRt6eBm4SBRCUsVqQqPVftiAfNBV3kDXIqku3NAims7iIGIB6nKUaSC8xJnHldwBIMHuMW6qnmjC109cb3OIgRtmFr3EqtoBCKWT2Zuq6G5NoCVVUec2ye+15neqq04NVVvPUkNY+6OWW/1mNlD3KnKapS2E/Q1vFa9BmVcHA4XF5w3cUbIDjZGPK4GAs8BIgpgP9zf7TXKNmJVhT4qr9Umgi2+8U2XDg+P6ezsrKlpvrH3CLHaGJTyIkFgkAhEUUSvvPIK3bnzOn37g/0Sq0z1JXqr6j+3t26lO9N0YlXXlR1N6mwI45guQ4fCZbBbN/jaMHBApV4GEWur2n65nod3JLFqO02x6t04zg3Icg9dVSkbCMTw5A3Zm3eoBdKYkAQQUQDVw4WIVWakPYeOp0JJZJKr5NDBzG+UABrqAKzbLqWrCt/pIRBkaEVMhyDm/e40Iev2QVe/BzbwTwA27DBfs4i3ajaA2ETjljlMQlS6OszV7M69P4fJHCKiwG1XEsBGYlUd2lVESp2zO2zn/GJGL770Dt24cYNOTk6M8lwFsfr444+zx+pQ7Hqv4csDgoAgsBcBdUkfM6n6zjtv0dlZRGenDd7i7q1B/gPQrlNzdAMbnwL1sIlYxYJVVW8VnqqLWCe8lfNs2jTmUcTeqloeoYDZWPdIHDsUOxJ7m9dxmG7KTjmc6Ayk6gC9MZswcHiqglRVXtPDLaK3uurbQsQqL/A4pE5cOuj/QtdAy4T4s0OH8OptwgXIwBb2XyXlTm9jsqr92MWJ3Ibc92RhhSE19ep51wmpmm+F2EhrUnW/rdrzBOYLJLE68B2a4DDWkpaabcTqWg+6CblasVv1Iezickavv7Ggi4srozaQx8czOj+/rtg6+ZkgIAgMGYHDwyk7RJyeEJ2dmXO46VoSwBZiVdtizAl3ypHOWlcV5JqUFQIgfLD/Ow9iCpIEoEPGhx0JWoxgshs7JK0td6EzDyJaaF1VGVrL7ueLu0h5qw5NVzXLxlkaM0lmZfcYqF/7wsSqJldPptBbrf/hIb7Bc106ZAaoTuuGpGxTB4eN38JTNdEqaTOst8Eal3hVrBLFIZs5247cpKfBg+cqJBOmFXMXCKmab4qs/ZOMrbIHlRIG3uujIFfhuQpJmzZGltXEKmdbVuRq2TJkz5ayWGw+j6ivRaJZV/ddJv8eGsaYl4e3JjeDOiQhi28HVRyOIn4qDMhmqmz0WzDnDDegch16xDAhQW4XeRasI1axcXHdguQqiEPoqrqD9sasOnBxrro7sGRV+7DAPDuWeWQfFpkkWUHP1aWu6sC9MatgGEcxLcKIIDUzloJdCyQBdMTFWNq92c5SxCqEV6DBcYqEO8V3i6PCVuutlrxMHRVGVRoLT9WVK/2wDh0qQCDmZE0HvtpMD6uFVXp8nVrFf9PJrEq9DZqhAwtxL9X+HQ+PgVTVzdfJrNrwCbedWAVGZZNZwXZWSmwyW6WHGQ6qC2ScbmqgGvwetZF2+OJLyjYCyEWNKKZi22VcHtdPzjPUfuD1aqiNy2kXq9aV9CCrApGVxGoJSYDLBWxH5qgs20D4v9JVHXao8nrbXT5PSjKr7NnCQc6PPSQG5uPLRUDRqOxm/+yqL8IWi3CQyar2IYAzlu+OW2+1HLGaIDr1HDqaOI0kvtjXSbb9HZTYFF69yvVQSgMIKF3VMXjyxpxsZ+YjUZxsAjdNR2k9U+LVu8ewkj2i+P7k4wQvjrFk8ATBMUNEAW4EcVBtMBxwCMQqMCmazApDSxwUssYViDGHwylXyVEaWAANf4XKCqt1sGXdWu8u+EYROyIoZPLxUeNK9o155o71akzUj8bBRVKQlveDthGrazbClzrZ4wpk4Twk/oekYFJWCERxxJ68d+Yhj6t9RNqQsNNOOpCUUDO0lK3z1h6vVZCqnOW+5bnJtp5hviKMWXN26LqqeX2jkll5BS+Ubevh/fWtRKzitQeeSwdMro5xq7MbWBjVdOqRXyW+cn+fjeQJRaSOh1RV3Yo1SpOrstxvHlFj4tDTAnqreloSDLOnCw6pHEGocrr1OFaBWIX3apM+4UMhVoFVkWRWIgGQPaaUB7iSABhbwdhCgtMVdSEzr7IBZQvLRHG5BJCWABib5RRr71hJVbYd/H/s9dzemLKVWGUvS9ZbzSZNoat6FbaHWzHrNfMpED93ApA/Ztavi1qJJMBulLOSWcFcFkFE82hs8QPFLBKh/8BnrKSqRsljz1X8v+MrlYlVgHU0cWnqixrUttk4HM4Nz1X8XylVEFCrfYhTPP/H8eAIk5n5IBCbJYCq9IJZv1HBSgg9ZWx2XOqIrmp+z6lkBSP1/iGiY9/jZFZNlUEQqwkY+/RWhVTNtxp4qcJbdQwSAJso8HybXAqqvzU3vpoap/2+R+mo42IwqygJACnZ2IxDVmNX77edzMpaYlXLPEHLZmNsQTsepKokq9q2LKzj50FI12HUuje0ybOa9lYd45pdtF82yVXoql4FQdGfj+Y5TaTOF+HoSVW9AxxrMqvKxCqAwyYRkgCSzCp77pjAO2ricXIQKWURUOH/Y90U+W681FttJ+VO2f4w63kobcBzNasgzBsBPlLWEdAL/1hJVUYjVl7Pp5iXG0oTNyRiFRDl6a0KqZo/o2BMMak68mkHFxY6AaPMv9sIABu1Nq0I1lXCKkFsEwEQHmMfUxoTeGXmEfN1LcdWYlW3exnKnpCriMa5Dh0CCSQSAGnrUEmAr0J48gqdqPUwYT+RXAbmTiOQiYAjC+ZiSADwWULuTtfwAiZBEI1SVzXPcFgmCpIADTqy1F3ruvh9LWIVFYTn2KEPD80uqmvXN9iofI+mk6XA1kYDxqAbWq3PxiYBsEGB8X+FAPQh5DZGpn9UyGKcmEO6t6WMHXLHHNu0A7wxe6ouD2AxPMccmrguHSPaogFPsSERqzo4AJIA6WALlaxKShYCOGwsEmkNQUjprSKqQMo2Ajicspbx8lTqsC6vlG0EmOyQeWcNmLb0Vq0nVpnoAfnjEHQzWVc14Q2blP2xfZwi5msRxXQX2RWlMALK4UBdszMqMh1nW4YT03UQUbCUAIAIawdGlN541vleyxtYOIItFkE3mHQAe5Of8CnHC6rJj7T4rrKUQm1iFXbO5Koks8rsVj7E+y5NQK5uFSFWszCBl6pKVjXuwsS8R3ToIzNsnRVleDjCOjCiZtBbTQ0tkQDI72s4KEgGT4UPS9l4Lie0qluGRKwuseCw5VV0pUzH2VaCeQheUaP2Ak9DEytCHuSqIuZl3Vq3nIRYTbBRETmC0eboElI1h9vQcRYNm0wmsVr2NJmucmq/Wuc1pddmx6GAXLoOsxIs1jlTwM+c08uVrtLG9Fj998otl39fthbaXLS3KmQSpKwjgDX8OoRuqEIrjVl5xPW7dX/Vw7vO5YD6cr3v8+VxiKScOEHUe1d1u6s76dWrtxoy+a1XF6ZSNhHAkLpaIPq4Kv7190iVP52MnbJMXW1iFd9lTUjP4WRWdU1/iGbpug7NJh55y2RWZbtpiKjkHFQRTsmneLEkNbZimvkq4Q7fyI/HFAq1FPvMAy/Zb+JQX+hX3T2kQ426++L2l1AHhJuyXrEY0BIg2Ar0Vjlj9541H7DlOZZNpw/s797k/XXhr+Pctq+NW40AuepmHVD3N3c4T2jDyO45JEeBBEDVLeNwcFpvCeuJIulOTYOvjWuNAYNerf39nA7G3KO8VnMA2jXhlDCaui3gapT43q5Hy7wH2IiEVsZaDi/eiKjptDHX12+uf6xMZzVkH3Vfw5dcIMf4AjlDDKp2m+qOprotbOL3yqNXNoLrWIJURYj7nIlV64dCE4ayfAdIqUUUsbeq57aZQq/Rarf4suyJhB2hkBi35p6nxYp3/mocOa+uYyXJMqLDZyPEKnoLnOGB79LM77zvrPggklgdzLzE81CIw7xOQ0Y9dbsgs5PCCBpRDh1PXBVCKLP2mumANPRxcQFyNVZYmVLgFVBnMVHC+vXaw5Qqaz9GW8kdTMGpz3oomQ01tvIK5iPGL6ccHdzY34TUXqzq+Y7toY45VPlwvPJchbdLnVLv532oJu8/SE9deMzX6ZQ6iJr7W/Q1NtP1+rx++0zbaekRBEIehzBcmOZZT73RVh+7pt9QZpRgHYcUUgMBBU03o9f3qQR5zV92XV2/0Wu7mvg4cLkKVPQAzltNk89N1NGMd2AfIVFwui+Y/AlCupSETJnmiXX8MogIZ3PMy5DRkpKNAByhsK5LUWvU9SKmOSbmhvJZ2IJrY8QqGgyCQ4Ut7z+QZAOUbIOr2mXlnWhdd/39SSvURtGhA5zECp2P65Iqiet1DS9HHKTrHqbh7lDIaSRW9uNzV1Q1AFuGXfl6lnWjx419PRRV31ceUtxEkHoqo2/d2ijEtluE+mFj5DkxHfoqIZH6cr3CLU9CP+q9qd9fowkg488mLvnas7ffKhnxda2rNUd401Jjq1rVzg4LEKvVXt3jr2IKYpX8A9Eo0MysN5/02JQWP70Me5ezxtrECx0/kY/INjzIGwIbjvRycVBVI0vG1wovXrcYG5wnWhzAFr1aeY61k8zLdmJVkWMxzZNJB+ct13VF+ijPvtkdPJl3Rj7AEP5/sQjrn3UtmkuKVhVRbkhyFoBUTQ7yjmio74QPHMbYcw7xWpVIAJSOlCtqnAY/1yixCgIlbEKJpupEnxAh5UmVmsTq7mhBRfQkBOOBh6QpSmRdyjoC8HqGZyaH5soxYwkOCM5FuFLH7MpyTPP2yRovrIsUqEuE0yk85iVUJQsnXFqcTNTljgwtlbAgiBxO5FC3DJFYBdmM5B9AB7Lzmlyti9UQf491a+JJCJjuW3hjQs6n/sganrVgvYLXocYGh7CZh2zvMi1n9TbIVXiujn273CapCtxtJlaBzVWIpEzbF+oggWQeyp5HEakzdr0NhLhfLAK+QJayjgAgQfg/MEoPIvCruGgXDfU8i1Feq2N2XA1Couu5ih7oiq8wafw2Rqzywk/xklgV4nBjkiKHtdiwgYb3GDbTUrYRwEHjZIpJSfABOppUFVvZRoBDDXhDrYLmMbZOZ57SuRHA1hGIiWa+Q0fJxcXY4cFGGjeqTWynh0asAhOMq7T4ARNAriKApGSsW64K7R77xIMzGEsAiJFsIcB75I0wbgwn34VOuGucPrgJXQhCFbp+CO0ea8FYUpcVzaxXWTjaTKzOcYjP8ZAHsYoi89F2r/MumcnV8Y0tJe8U00UQrDmtjHWO2Ww37wFBqsKhZ2PwxI46b/GFF/9wfPazz05wncOX7fseHODfcXEMCYAMueIBtja7SY0Qq7zwE0IHZYylYebENSDHkDgmtbjjcPoA9FZZ32+MQ2/H+IojmvkeHeEkz///WPFR+nQq47SyIykrBED6BGFMCOVOF3jWHU9BAI3XcrLsRCfROppouZZxWhMn8oqJcBhTPuD1R9aQiFUgguyvQYZ5QMVmukePdpxWpc6mWLJArhaSvhkgUCr8S0jVvK5FmHKcYRywHdjNgUgCbJPRSSL0ieeN0wMIHs68D2yXHLSVWEWo8kWAS8D8dRxez5IPN3/BcVyf90RjOopinwNP1esAMbZSNhHAOg6JBPY4zAMIex52Yqm/hx5iD0CCzQcJPSJ4OHpgEVMwcjKwEWIVhzAQqzWl6oY4tvhWLMzIUAltLXiujvkmPp8AIiZWZx6SfQ3SLPY2CsdT3PyESObVCP2z95PWPAA8+FYMh/it7CjQWnWTZF8jNZ4dPYmzO7xWOdnXCAeX8gB3KORkVM3Yx1CIVR5XIJ0zwuK0JMC+hDvWTCItVHTUequs/yi6qnlmtU8bM6232sys1IKB9/BKfabnsTXC/SCm4qYiK3Z1n43EKmzjHJ5Rew6e7MAiequ53Q9JgJjGJbehklWJrmqWUbCuagBd1d0OPTijgjxERIGsWZlsBvM7Y5L5UcmqlNTamAn32sQq36Y662GDPey/jPykPqjm5ZM+QWiuP9Kb+D09BiEAeB6qG7FxlTSpOq6WF2utJlXzPHk1eXgILePRWc9uDDEnQR/peIrEIOrZsRCs2gMcJEeTZQjEKuyCD/Egx3YR84ne6mSTlA8O6e5bC7q8vMq47GgS7XLvOjye0eX5dbkfydOCgCAwCgSODqfkekSnpw6dnUJN2pzStq5quqW2EatYr5CsKktXNbMHEf2WrFniobiJUJLzYyTya9AMPZ8HCSFvzng3oSaYc0A4s+ZswYECj3AlETW2k/r+HoMkgCZX9z9t8xMOLZA8ENEDDZ+vbESlFrHKC78Dj0wpWwgghIeTeeUX8BpIuAN9LZmS1nHCjQc0SuC5ygl3RoKQIjiQWEd5Y4pdrNsF1nuE/+8Tm8dihkRokAYQDLfnoGkytjhR3Bg8V3EB2FKo8hCIVeyFMK6K7IlAP2DNWuqtBof06p/coQceeIBOTk44G7Mp5fbt2/T+979/HDZuCuhSD0HAIgTefvttOj+/Q2enIZ2d+cbUHKQhLpG7KLYRq4hWQsKqMucCeNdBiaMgX9QF7EZ9w8ENw8B3yzhb3QGpmkQCGtUBBlTmUierKjPvQAebk1nJSSurC5UeLfAZ6szjEHs5z4VU1f1fjVhNMtwvEOYuY2l7LCWkKuamfUMJh9N7Jy5NJJnVBo5q0zR1HTqcqIl76Is+rEVrh2IDIHeAG2R7Qv5AW3XfuMIvQcyfYGyNOPHFrr3aQaJHO4b9EA6oKhy3iOWU2+HaTqyyriqSDpXABl7Phwmzev6aT0dHx3R2dlYOuA6eBrH62GOPkeeZ5Y3WQdPlE4KAILAHgTAMKQgCeuONN+jy8m369gf7J1b5cj1Zr7rqQHuIVZUE+GIeUVx64wLvMZf32M3vArrqqTa/o5JZDfmi/e4ioLnoqmYaEXRVIZEA55UytI5IAuwfkyBVhxp9C934y+uIydVylrMfN1ufqEyscrIquf3L7Hcs3LhMLbp4Q2/1ZAKh4yQkw1ZraqXeMR34jsqaW3oj1UqFWnspFih4YkYZGoetfdSCF+txhIUfocol+B/2WD2ZqozLQ94wVulGDCfIJeAfk/gDHV9Kpw5abFVQ2v8bm4lVnnNYAmB/O9NPYDxxNnPXpVdfCujhhx82ylNV1xXE6uOPP06+7w/Wvsv1nDwtCAgCQEAlMkSijYDm8zm9+OK/oYfe2z+x2pWuatoKbCFWgQ2SVVVZy3UCT/ZcRd6LwXqQVR/fDrlLwnpI+0Fs/eYhJAAWhc/l1VG075c4c54vwlJnq81Wwl44aXAZVtY+qCrXmJNZIUJwYBZ4NVeJpMucyyuDaMkPKxGrHI6LZFUygLa7GYfUkjeigBHeP8c+yMPhEhzVxgRk1YkOfJdmg9XMVDc9CE/ZF+JeDUP7f6V0VSOV3bVEwSIPUv54IqEqWbDB6RDJrKYDTWaldepwm1rSdApbmc3EKrx/kHG6JK/K2GBennkuvfnSgh555JHCeHX5IIjVJ554golVKYKAICAIbCIQRRETq88//zx913ce9QpQl7qqthGrWlf1mpPqVD98KjlIJQsgJQMB1lodjpMPX57EMd2dB61ELNluQ5hzLhah0pytuUnGeWtM0n1l+h7TDVSyEj+WMj819tlFQHTFQtcymaY7qTSxirEHUjXEnZ9cTawbfAFd1bwRgqXsCNnM/XFlZywyY2BhxGQNzzqEd9fZVBX5XvfPqBv4ALo/JcMwuq9r918EmQpStareGG5RQR5qz8zuW2D2F6FCcjrxyB9YtDRvqBHijnW/xS6wlVjFnLMvWdU+2LBuXbwcCrG6Dyj5uyAgCBiJgPZa/frXv94rscrJFXGGqHLLVRNZ0z1WWa6GdVWbWMuTsyt7rkrZRiCRXWNZALvxwZhiXdXFIglVtrs9Tdcecx/0iufYJDdQ4AWO85bH5LyEhm9COqRkVpCrubiOeXwNj5OpNxhKE6uKVJWyhUANUlW/CzcZIFYVAWT5itaCiUAr82gyvAyEWNyQqVJc6deNRm96rxH6VdPjEMT82dTjUAwp2wiAVL0HbqvKmcP6gjG1zHLf8m2qfcSq8t5Vuqr1u/pKiNX6IMobBAFBoDcEIAfwta99rTdidamrituuHhZg04mFKWYwAAAgAElEQVRVrFMXAfbI9Tcn2BugcJJFJlcbWAR7s9y2Pqz0VnWx1YkKUYDIcg/HDCnb5yuEcF8ummV0MH2tJAHqj9eh9RsQAZfhWCxFghnz4kqSVW3aplpLYipFrGL4zeOol4Xf6MGVeNBDAqBuQbKmE3hm8sCTSWkTT2QzP4YkgIrnqQu3Eb9fcIi7bO6yOgMedZytvKYnr87MeDZ1yZNkVmtQw/K03MbxxH5mlbXzWFML3grtD3HbiFVFqiov+SbgEWK1fRuTLwgCgkB7CPRNrIL3aTuyYhd6JhOrCFG+DIBPc1GSWm8V54jySbDas0Nj3szOhg45rstkto1HURypkIzpMkBGGCmbCMBZBRIAdc9Wmci6RJMUMS/oryOA8cQcj4WWyVHrCyQ6g0zjMDiYpuwzQs6KsASxivse1lUV7+6tPuAQnpK6qnkdCTNFwp3Ticu3PlLWEQAnBnyQ0Mp293PQP9hQ41ZVyjYCOGhAcL4pckyNLZdOZmo5kNG1sdgT0fHU5bFlc8GhSZOqXWyobSNWVbKq5vx0KhGriwu6uCaaHB3RxCVa3L1gbfLNwn+nBV1cLPAwHc3KWaZorJbDS54WBMaIQJ/Eal+6qul+NpVYxd7vCklL2ZMXNW5+b+K6zjJarAGH2EENH53MyjYnHzWmIjpfiK5qlkHCkecqiJgEaqsovVWRBMjGN+Z8OiBXbSrMdYVEV3NQiLYzMM0jj8u/d67DYh6rHFJJMUV22UDzqG28kW89yWFSlcmfhvBh7zGQq1MQQA29tHU0uvsA5qJDJLPiyGV78YniSG0YpawhwIjERJdBc6Sq/gAW++OJR4cDTdZUx5QwnyFz5T0HrhJYt+xiR4f4BZGj9Io7mhtsIlY58WQUV0pWlWdbVYjV137r0/TTv7igH/upv04feeA5euq/+Ef0O1sfeK/6O32Jfu5nP08v/blP0M//lUdLmbgQq6XgkocFgVEi0Bex2qeuqunEKvaB0H/Evzb3+Tr6jfed9h4nWhu3DjwPHXiuNucx3FplkxeD4ACpin2glHUEQKrCYQX/2k46tCJXpReyEIA0HRII21Lg7HR1nThY2lLpTuqpnOTO5xGfr/ZKAXDYINxbLZpUO8Ex+QgOqiBWmy4YbNBbRUIrKRsIxDGHc58g0zu701s0MyVN4XEVhExw2Ff7di2SN9QBEg+1Qzoj/OLeA9+628J2UVdvx+Z54rl0OnWsk0xQuqoObxiV5XQzsmwhVvVBtemjRnVi9XY5kxZitRxe8rQgIAgUQqAPYhWkKjhD5jcK1bK9h0z0WMUBFeGmao/c7lrO98iuS3rn0B7SNr4ZUgCu8lBrtxsaAQfE4QV0VeFaJ2ULAUirQSKhi0kHyax812OpMSlZCMR8DrXBcRV3FFeLmMKWL7pstBPMOZcL6DljWO0hVrHYY2oCsSplG4EmJQCy8IXXGBLK2OYu3oWtKM1MohMLvXoxmnCTGrVEHHaBf1vfYGyWXgrtfAXfwJg6m8Ez04KdYjsw5L4VCwM8wo8SLWNbwsDYGzM5iHUJmfnEqlq/55AdaUhXNY2vEKtdWpt8SxAQBJpGoA9ilXVVMR8bcLwyjVgFNpeh0gFvv6iPIJkVXzq26yDbfnNa+AIT265KbmpqwTjC3hWkIf51YjqmgpFTL5ytgE3XR0/fQ/StDKztblFRguAyTD6JKl1Vdb6Sso4AsEFyvIvFypN3p8cqk6pIBGJyj/fUy0wAtXBITTdHJ9y5Fwl3hADK6OmYDnyXDj1bEn0pXUOIhrMQf0+2a+pngQ3fiiH7aweVnPkunbCWcQcfs+gTwB43zEcT6K1CEcB8gHjhZ73iLixnvTNNJ1Z5zoljWrTkGVWVWP2fL36Ufui9BQfG2/8vPfXS99KnOpACeO0rT9HTz93JqdiDdPPjH6VyggQbr3r1y/TU516kh378Fn34XQXbX/IxbsM3HqInb32YbpT8rTmPv0ZffuppevHhJ+nWh+q04gX6wmefoZffc5M+/iO1es4caKQmjSLQNbFqgq5qGkCTiFUs4SBVEXbadWG9VaaAut9HdN3W8t9DMitzyVVELF1HEROHfewDy+PZ7S+wB7yGrioGWMfmjSOE50qqo7wexxkUUbgmJrPitSokuuYDhPlnwS5HFdYJYHO+UONKW3gusYo1DaQqUxwWHKw7BRPhOyCBOvioTmZ1z8S1guDoAJLlJ7QmJDzrpiCAjA84UNntF0jIlJBXXeJl+rfgnYAbMWwAuigYWyAP4Z1pQyhGF5ikv8FyJBOXpvgPBq+nHDkQrRIydV1V04lVzDnXDSar2rTDqsTqr7/7k3Truwta9etfok//6rvpk10Rq22SkkKsFuz0NLH6Gn3hs8/SfXvJaJCo68+98CufpWfvrUvOFqyyPGYlAl0Sq6aRqugwk4jVyyBmnTpVul7N4bnqdHK2s3GgrCQBuu+XfXghIeeF6KpmwoQ5Bw4rSOjFpZsj1uqszh7hjkQI7jBiEKueY57DFSerWsQcYdu2JMu+MW7W3+GsgjknSa6YkqzJJFaVrirIw45Hn1mo5U5QmJq6VG/BEgbPOg7N7WmzYXLXABNoQqoMhKaWhFTl20IZV+leAhrscYjsrx168mrPzNOZRzN4PZtqOj3WC5IJIFd9cx0V2DvhussJeaM/TCZW29JVTUPQCLH65pfpH/7cr9BL3/MT9Mlv+TX69Bdfou/92Cfpxv/5afoV+hH65F9e0P8gxGrhmUA8VjVUr9Frr96gGy15BhfuEHnQaAS6JFbh+AN+w6RdoAnEKp87k7W8h8ATxTclCTxx0x7DO8sxqZfMGEKO46mgbkMcrvRx6s58sSIOzYDKmFowqYrcAz2bM8hD5cQip61t4zBPbxXr1PUiJpEr3u4t1nJewEN+25oziVWQqoFRy74x8xN7HOIM3/X8hDXsvolLE7jTy5y0YRBqQoL3oamSCdiwIQEcSCDpvvXuYy/eaHXr09Vo12N4wlq9Hk3FbXUNehUO59CBh7FlZjIr1lUNcWnRn36TqcQqh6kkOn5tjqlREqvsdfo8rQsGpGQCXvgCffaZl1Owp/6mPVY/cErPP5c8c/rYKmx/67dEpx/Y5XGpPDuf15U5fYxuPvwiPQOv2x8k+vVd9dw0jIxvk66bbrMOqU+effDmx+mjjxIxmfvWQ/TY288v67Kq90Ydk+/q3/J/3cD09AM36aFvPJNIAaQ8VmkT+1N6bOnJmvJY3XoOH0lLOSTP3nyIXnxG92UDUg9tDjZ5dysIdEWsQjsUc7JpxQRiFRFLOKhGPe6QsU9Hgd4q79SFWF03VcWocqIvQGUCuYoqnS8ClbS0b+bQtIGNy4owYg1I7azaaxUR8u6AXJVTcMbA4pkPeqsmHEXZyxmkahvZ2Xs1wvofx5yDZFWcXDHe9uTdIlahGwpSVaQUMu4TGJvuSVVdExBAZxOPfNbikLKJALwOD3y405uFDggOrauKOptVu37tiLWKcdjAwt/1bUWq6Qh3h1c4xpaUdQSACMbV4cQsyQQsaNC36SbBRb5VmEisai3neQdjqg6x+u89fEGLaEJHR0QXFwuiyREduRd0cY3/eER0dUELmtDR5Ze7lQLI0VhVRGCWZmdCHNJjSzKTUmQowtGfeTshTzcJSkp+e4/SAH3t1dfoxrvSmqLb4e1pa+R3f3OTuH2e7pw+SO+68zK9uqYtmqrnpv5qUq90vYk22pqQqacfeIxOn3ue7qTaqLVpl2Rpinh9/+2NOlJCxD5HCSm6jal+nyJnNbH6QXrzc+t6qeq500T7VmO1/RxpnNFH3PbkmylSe62fZCEYDQJdEKtaB9xE7qdvYlWRY10lqypi1vEqmVWRx0f2DMuu4ZxlwFkLmqqXnJCpg82OZf2Mc+dlgLNV97qqmVDxRYWKLpWTVhZCSTKrXoeW0pieL2KW5uMLFOmtZWcxNmFMl1ivci5JV8RqrDRDFw50VaVsIgDj6kpXdRf6M9eh0yThjgm3hSZZCibqQ98hJCUyZ9JOSFUd724SYD3Xhckfncm9502RIg9dDnsXbnX7LhUyqxhbIFhNmHeUrqpKcNH3dto8YhXe8cozqgtsqhOrP0Hf9ks/TU/d/gh94me/jT7/U0/R7T/3CfrUt32efvoXb9NH/vNPqb/TLfrUXyX6R8ZIAShCjhJPTT1aluH37CW6kZwKJOOz9ylCL0NjlQk9SidX2vbwXPPuTA3R7d8mpOU3TplYneTVM5NY3U6qtf7+VL3SXraaKF3Tpl3hxMTqWvu0h6r+XhamWRqrijBdw57xfJM+yEnF1onV3D5KEavpZ4YhodDzwm7h59smVk3UVU13U9/EKnRVu1qvipgnPB+xz4HnajepVIvUyqBnmB9zyeHNcj+nLd4DxhGdz4PO8jIY1AN7qwIbBqka9O15kFFTjC2VrElKFgJ9J7OCwwqIVSO8nA0xEZ3QEJcVuATcJY+wJFYxT85JSNW8PsRB1RTC+cR36IgT7si0tNlfWOc5mZVnht4qe9VFSttGemvVW5pnvg4V8WxCge0cTFw6NoqYNwEZRdDBm/d44hA85/smV3FTiAQXPfPx3DmmEas4CM5DtV6pcL12bag6sfrX6IMvfZ6efeN99JGPntFzX3iWXvuOj9CP3fccff7Z1+h9N3+Mzp77PD1LH6Qf+55X6B8YRqymA/2XCINszCJW012wk1i9kYT1b4a3bxO5+pX7iNVXs7p/gxTlRzLlDZIfp71ek+dO9xK2G8TqNzMrsuaxuk6EFiRW114rxGq7o32Yb2+TWNVROXneLSYg2iexqhOAtL5QlQR6qbfqOBLBuYmd3lc4kExQZ6229xlbVYiJ3pnPVZZ7KVsIwJMXnnWd3K6Xxl95hJsWXVq6GS3+ABSG3/LePav6GE4X1zHFphBeLWJc5tUgVqG7fWcecqTkrq5ZEqtz6D9iBHY9O5ZpWU/P9qWrmtdcEEAnvkuHSLgj/bUFEzRK4F0H3dW+6Ey+3Ui86iREZduS2Ts+xK2PvgfqaXBvfBbkIYh5eD2DlZLxtQ4Q8DmdutTnvYXSqVPJ4EwoJhGrOgEILgK7Ku0Rq7foex9MWvH6l7qVAljzvNxEMttjdflUBnFKhT1WKcMbdvf39hGrmx6ruXaRVe+thxv0WF17t3isdjVe5TvbCLRJrJqqq5pGoQ9iVUcswVuVcw8YeZZBaC7Iw1URmbwVFuxz6CSyAB1OLLgwvggCAnkoJWM+gwTAIjTC8SCrf3Dqg+0sk1kl2r3Sl+mxFTM+8F7tqmBcXc5jCtnLucMPd9XAGt/RuqrXrKu6+0VMrEI3dGHmtUYNGJr5qWmkqm6V70AT0qGZZ1LYezOY139LzImIkMxKefX2MUmoZExCqmb3Jogx3Kaa4HG4WUMQ8idTl28Lzdzs1x8hdd4ALWPg0+k5KFnIlL5N/7qqafxMIVa1ZxSS5HXIq1J1YnWfFMDP063vTpA2kFh9OUO79MWHn6Rb/9bvcWKr3Rqr6yH3K3JUEavpdysNVaKdUgBpjdWldmi+xirX80NpHdeVx2qWxqr2JF3pmX4/vf7U00liKfUe9TetmUrEZPIzL3O9czVWlwR2hm7tUs+1XY1VkQKosxoM47dtEasqMaeKHDC59EGshnFMV6HS2De9YB/IXShcw1pXKTi6JVfhSYxkTEhYJWUbAVxSXAShFR6HOEMoSQAZWFm2DHwmSBbXURK9a9ZV7TGRkJEDWvFHSI53d16Ms3D+l6/+cgxvVbmF2+hRdjh0VCIvIzubCHqrIFcx8LplOQwFRFcr8TQEAXQ4UV6rXU/bSv9R7Ri7/rbJvQNEOJM7C6qbWVP018SDZ6bX6W2hmWis1wpdpuQ2XDrwOyaeYTeREgw3yXRMIVZBqOKQ2vU5tTqx+knal7wKshNcjCJWs8PmVZKlhKxMSMHV6NlMLpVHrD66FZK/IibT8gDpcbmpx/og3bxJ9Aw0XVmWQGe8V79Zq+fmpLNV7xShmyJKP/roOnGK/670SU/pQXqZXr6z+a1tzVjalCPYlCJ4z026Sc/Qs/emidVb9GGCpmq6TZuyCc/SfT+e9RzqlOqHhIAWYtWGlafdOrZBrJquq5pGtGtiFXs/yEBhPbdlh8yX7I5Ze492R8X+ty/5HsbGUy4sLR54+PIYBMciEKeVjO6BI8/VIqJFHJFjCamjyFVxEMsbbThvqYTl7Z564AgGb1Vb7Gb/7NTME2AAsUy9cxVxTpgi05vzj7/6hRiDUTyztjvBJF3VLBPhhDtMALkk09I2QpiQmFxloZIiw6H+QFQ6HLiFV7qqUjaIuZjoKlATlMkFiz3GFjwzlUJKN/ZjMibpurEcycSliaf+17bxgZdCGDksAWCa6fRLrCo0QKZqXdWubagKsfrOV/4hffqLL5Wr6vf8BH3q332k1G9u375NTzzxBPm+X+p38nB5BCTxU3nM5BdmINA0saoS61Bu1mAzWr2qRZfEqpKrIYIEgE4SZRoeeectJGvii0t7+OCOoE1k6SAL0GKBl/PdebB0WmnxU9a9GnMOPHnhtGJbwfHKd2E7MrA2+w6EKrRo25Rfgw/YxbVydureDc1sa0XOijtXUanICucXvvoFxQQJcbDWu5iaWBTbcFzYe8xT2cyF+tkeoNAngSSA0lttv4D2wc0PNoxS1hEAItcgVQ3zOMzrJwz9k4mXEPPSm2sIxBCfd+ieGeQ22idWTdNVTWPRN7GKyArIavSlNlaFWO1qNAmx2hXS2mP1IXry1odpQ2Sgu0rIlwSBCgg0TazaoKuahqkrYlXL1VxBVzXZI7d9KVvBHHJ+os6DS1mA5l48kDe1S67CGeMKuqr7MscMBM0yzVDOPDFrztp49MTpHOcJdUzv5qxeBt++nwW5CuLZbUESIIoduppHnO9EaNUNzgKas0FEF4uoFOGsiFUpSwQABiYmHFJtAQYOmUhmBe9MezYp3Rkd8hCBeFYi0O1O2osQ3pigOqSkEcBFBWdyD3D/Y0/BQn/PzOuMmLcHGVVTaBmfJORqG3XHBQV7uBimq5pua5/EqvL+wSG1v/VKiNU2LN++d4rHqn19JjVWCDRJrGKfg/nYVKmjrD7vilhV5FjM3rzWluQi2eYmtIc9zqDNJ7PCmfwqDOmSiUNBfq3/2DsepGpEEcvP2Xr6VOShcBjZoxO9Ci6jSR8xDKV5EBO0VcVTdR13MBVwklO6quXwEWJ1w4Y1qWqTM70acA6dTVTCHaYPDfe0bW9h334za2YyuZos+i19PIzgLi6Lfha82EhfL+wiVXU7MLbunXm8XZFhtd27kNqAlrHCp9lNndKpM09XtX9iVd0uY0PNyVFamtOKvFaI1SIoyTOCgCBgKgJNEatxRLSwjFRFn3RBrK50VU21guL1cl2XD9vsQtGCF1nxmpj4pDpn6T1J3T0hcMYe8GIRLL2cTWx1X3ViXdVAexz2VYvmvqvIVZEEyEIUybiXeQdq7vo5eiDAubxYQqbmetj8N6nICpWsKkmVU6rSQqym4AKYfNNcCkIzHmZy1XHo/hlED0Uzd7NX4Ep/AALIT0QhG+42LG7IGtcsrdRwJXt6HcbV5aK48HNP1cz+LDwBHaJDH3IbDmvdSFkhoDXSoPM89ZonVoNQEat9Eof7+rsvj1Wlqxr3vl4JsbrPQuTvgoAgYDICTRCrNiWr2uyLtolVloFCsqqw30vAJm0QocsW5d5qsuk736V2yA7FCbkKMqh6UV5j8FRdVGE4qn/Yil9qXdXrMBxO0iEHjlDtavVa0bk5lVR6q/WjYhFZcXWtEjNJWUcgjGK6u4j4fFVFZFOI1QRPTFAcrmyx3iyWr0PPpVP2zKyzmA1wmHGCNpVwx/eqDJU8TNTEBE9VTgI3QOjqNAnYYHIagicvEllhfMnQ2rYICKursdVcQEkUxXTNBzGzb6/7IFb1QdWES0AhVuvMkPJbQUAQ6BuBJohV5IyxRT++S2JVR52AWFXr1VB2yTE58Fzt23gN/b7jeOzRW2e/jDMVPFWRlEnKNgJw5kHeCnX2HMa4ih0ka4J03zDa07zdxuxEVyeZFe4o4KmKS4uh2E1TOIMDhFwNnMHUalXeDoVYTXoDBJBNuqp5RoR7ntOJyx52UjIIIJCr0+YmbZA+EH3GwiZlHQGljQkvhWFgA22bs6nSW5U1f9vaJ57D5GqdBV+/FaTqPLJDp65rYlXrqpqiUyfEqsz8goAgYDMCdYlV8D4gVm3d6bTpsYrt3yUnq7LZQrbrjmgdSALg3D2wpjXTUQj1qqGZCUwvFiHNw1DOVxk9opJVQVd1mNbncTKr8qRWM8Zr9lu0/GOVZFasq7qIaR6Y3cY+ascOKwEuc6KUlnN5GxRiNUlSZasEQJbxgQC6b+IRiA4pG2RfHNPMd+jI9xoRgYbLOLQ4pGyTqsCGvRSQTHUgAEFvFWHvIFelrBDQWzvWW/Vxm1odH/ZwCSHIb4cQf5fEKi5ysFaBdDalCLFqSk9IPQQBQaAKAnWIVZslADRWbRGr2PtdcsRSlV6x4DcJuRpV3+5Y0MiKVcS+31GSAOz3VRKjqzCiK9FVzQQf4+pqEQ4iEnCXdTUbXVrRjg39GXRo4bla9qilSVXxBdvuWDiBgVTFpUUVT1X9xnETq2xZDoX8b1i3PiB+7p1CE1I8V7PmxQMfsglaMqHkis8vVIQhdH9YPcLQybevajH5w14KwxpXwPPAd+nIdzhhnJR1BFiOZKLI1SpyJPACCSKHdVVtKV0Sq5wAxDDN2es/iejhhx9W3juGldu3b9MTTzxBvu8bVjOpjiAgCJiAAK85QUB/8Acv0EPv8Utt5lRUjh2RFbuwbotYvQwjlVwR3osDLey5ijCdZMsy4KZW6kGHXIqdcvtBOKuczwNOzillAwH2AFeas+rsOcyxhZ7HEQtOGlq3V2xhHQHgg3MocsgUKchZgSTSkdwEbQ0qXP6BVMV6XreMm1hNklU1gGPdfmjl90dJaK6402fBG9PxBAl3MCmVW5gwhSkCaCUBUO4NrXS3MS8dkq5qHqhHE0WuytjaRgjaSCBX4RledlwgpHIO4rDYPsEIm++KWDVJVzUNvPPWlI6Pjuns7MyI/khXQohV47pEKiQIGIVAFEX0yiuv0DvvvE7f/qBfyrMOpOEQ5B/bIFaBDbxVbVrLqxgmE6sJcchng7Kbniofteg3DAccfAo6+cBe7iwWFIRRQbrIIjAaqCo0VaGtOiRd1WxY2OWZxxYIxPKniQbAtuAVPpPP+yvKXs7zmMKhEl77Ich9Qmk5R+wM1kSmnFESq1gIUQDgEHRV86wFC9qJD71VIYA2MYINQIb2aOLx/y0zaWtSFd6YsodaIcubSiLWnB2Krmre2GLykMPeJZlVFkYYU7i44LFVMAaMPcBD7eVsz8jqglg1TVc13eez8Ije+dO79MADD9DJyYlRnqsgVh9//HH2WC1qhzX2Z/JTQUAQsAQB7OPwT5Gqb9Hh0YLOznzyWRdyfyNs11VNt7BpYhURS+cLlXZyLIXXF9Fbze1ux0Gir/2eq+fzkK6jMKVxOBYL2t9OOPPAW5VVssZSQBwmBOtYmlymnViqoPq4i1wF5QVSlSVZxjQp7wVSrVGXC5WwqinZwlESq8B6KMmq9tkNBhySWc0Kbhb3vW9of5+4xORYkbBuvU2Edij+SVlHgEnVSJFjY0jmBZs5njg09Vwh2DMGA7zBgY9WTNhFbGE4wXawcbSttE2sAhEcVCGPYCo6IFfndwK6urwy6kB0eDyjy/Nr20xK6isICAIdIHB4OCXXjenwiOjkRLn9QNfPXYafZleCE4CEwzmjNkmsYo06Z5264peqHXR1+5+AowW71hUNzG2/SiZ9gZ1X2HM1+9YCdjMPIroIglGcH8r2Dc5UyFQ+1rOnJLPKsxilBwonlkx1OsiHBWpsiTv9JmehnMBArDYZeTJKYhWbIiREM/WQWnbC3fc89FZBrk5FEzIDqphmHrx63QIi0IpQxb+x2M4+20r/XemqRoPL/roLAySIw9jCbWEZr+cyuNr87AxyJNNEISlvQx3HrMNma4KLtolVTaqOzEmBb+EP5dIid/hPPOLkBbm3OtjnxAhVltUqC0SlkW7z7Fqx7kjg6bmEubmAY2bFj9j9s4nnIaF5ZlHRA0RDylnaFLGq5Wrg/YMypigBHUTKCZv0yJIBtjaGeMbhgbUODM7kiAC8cz1npyeZmLanngskq8JmcKQF4wqmI24s2QbAeqssSbJuI7CZy7mSL5QVfx07XFbcuVaXgE2WcRGrbG8xJ6sam0f0AQiOgp6ZTRqYDe/CEn/gO/xvl0g2JiZ4jSltGykaAaU5S3SNMO6RHeLBa8AzE+Sq6K1ujwks9ri0QLK4zUOWlmRRxKGyIRtLe8RqzOsUxNTHKIuEORaXgTO5EMwdFiDH8gggED82JYHrcuxjXCGRg6VTTm2oeM/jOYRLd9nLrMMJm8BaPsGlzgY4HD1g8SVgnuE0QayqiKWYLphUHbdVMbk6bgi2TG3J9/Bl4LrnKs5Ud+cBJ2SSso0AdFXxb9RFOYOzLICsWtmW4DmQOFxNPBhOF/OIYklWtQaYki2M6e51xDk9MFk3OV2PilhlTaWB66rmTby4Izzk0FwhgLIwYgLIUwl3tjeFykMVNz9jCHEvu3gr8kcl87KVHCvb5vTzsJ0D3+Wx1eTkXKdOJv0WnocnU5fg3ZsumI+j2EkuK0yqcbm6tEWsal1VEM9jJYCwboE8nBQRPSzXbYN4GnMP8NmceLChhgfQyO65CvWplqwZOzZqz+OyZ7isWxmXgi7CK1fkKuwG44ojKgtZmj0PNUGsIoM7h1RyzplxWxS3PiE4hmYrTVg19FZ1MisOcQ9CusJNl5QtBPiyArfrYki8ULGmKOZlsZXty4vkUtB31Vn8aq6y3DdLG9oPPBidpnVV06iMilgdi+5UfKQAACAASURBVK5qntljA30EAghiHDxLy9SUxgqcKrK9b+qtYhCGy6Q69k8qTbcA3obIUjlGUhVYYiThFhXkoYRXZlkXblFdOpviUkdl+mTcWKdOHcRsLm0Rq/A2hPOP5fDU7lp1KagIICnbCAAXeM3r5ZyljjiyQtDKQgDEmO1zTlM9iz3PgYytXDg9xgbhlSovg82RFbtspi6xivF0FcZ8wY4ydmJ1iQHLAshEvG17KolVTC7Nw5DOF4GglDFA2eMwCCmSxXwNHWhgY16WkjWyVDIrzMULTiAotOomSuAr7szb05wdBbGqQ04DElFxcKo6mZVMStsIIDQOCXeUdJ2auBHejhAVmcbX8WIPDhbGjuQQn2RmvGfmFUqENraxx2HdkEyYrubgReQMQq+4eWJVEaoggEYe/JUMk5h8x6UDd5UIbWzjZ197ffbqVU+Jrmo+WuB92ANcuI4lSFOPVHJTuWpfMxx2PXCU1yqcD1lXdaB2U4dYZc+oMGYpKCFU1+ce5n5AIKbspjIflLyjlMRAze+2a+4OhbFDdxbmJ6vSHMK+dXjX39XYKH6K5LPVIqS5nD23YOUxgAvSEnjyS9hRAZJ1UQ0iX0dmFu/LLLvgX1d4xXJM7hickKs5v1qdHjY/o87uQKLaCOdf1Xb6qC/pgHm1SguUMwLgzxFSrzPQ0a2/8NUvVKlXzc92/HNspkGQdfxZUz8H3bqzidowStnYCDEBpDxXMew5HBc3htXmwEHDC0yuQKoK+5M6pDoEcrXCetm4rZjokw5v+dkEi7qSABgCwdE0sYp+wyFVhtX6kJi6RDNnW/ew8YGz54Umbpgw37DURpIEpA1MTGx3mXaqBCnDJcfKYJF+li+9EPaeeGZuvsekfm9qvSjTJr5k3yDH6tWj292BOj7vbvHdyzeyzQcN3VPdOEbOCodJZyFW12EEgaPyMiRMBP+5Wv9Xtbll35d8wZLArbqR3DPIgAkIeTiO7S/7LLjAG0q2f/8bO3jCcQnymBv5iDr4sNmfgOzI3eug0h5Zk+RV56pGkkBhq1YxmdRqJGTPIxhXb10g0Zm6MM0sQzEoTFIV23LgeymN+Wpzct4oGQWxyqRqmZ2U2XNK7drBhJAQ5GwKDyAhVzcBBT6HvsMedko3VIwny+iwKRpzlsosTGA7BxOXjkFy1EwMsrYXLznqWU8aJ8Iatlvf6rfvSXFZcTx1+ZhXtmq165PcVpeEcu1xPjxuvODeoxslXpko8Gf9IgEEd+mMT4m3juFR4K5EbOpFnhihk12yc7F/3PcTXAXCsy5/i7jvDbutSKVsrPeOFb3QwEZ26a1QrE4gDqHVW9ljbMCDjPM3FIOxVxSaqmKp9yTrBuxnqHn03r54vXK/8rzMXr249GpgXFeuiVk/xDoD3dAF3MekrCGgL4/hmCET8h7jYMkEGVcaJWjHX8wTT16Zb9aMB9G1d69VUiaUqesS5H4Epu0xhrPooe9x8tf6vrPr7y9GrOpdSJWxzbu1ajozS2WIKt9NdvA4kIhO3bZRLZM1ufsPqaU2oTlrhHK5rvampbt3RTvAV6FRwwTpvhkmYbOQFRbkqj5tKDMuX3/1i3rDdv22u9wOTWFX8bZ3h5s9Z83FhFT1NrtcM6x6GpCAkF+VioZbq9UV+zz1zcYO2knztfMLCN9Dv/skeqpHyo/hdDdkOfB86+m7CvdUkQ0yPA/hnblvqir80QE8CNwxpJDBs+4xtZ4FmAimahGkNTiZFd/p9DHnmIhNahYGNq7D/6SsEMC4YmJVdPczzYIv1ylmTT949g7ReuoQq3qHywllknln3ASrisSBjt815x4Y3opTd/6EF+/FhoTYuG1mN6Kx4yJxeZUjaN2uMur3KtGZGldSVgioxOxEl/OY3rmMlntkdqITDfVcU8Fl6cz3Gtfrdf7Ol35pz6yvfGcUsVTeu3Hp7pzSrCwzIDSpVkpXJjlAa8/M+w+GuBUqg2L2s7j56c7jsF8GrszWhq0FYYMR9Gjh4aLrXuYtWZhXsMM6n9QORhUI4SUHlVXlZDAeTRw68CU74xrxBnkEePJGRSi0+mPYpjdgK4Tlfx4pb/Bj3BZWGBKmtfndJYjVInXHfINxhSR6A4CnSJP3PoN9wCXLI/S7juytaB8PxDEtluSYIg+HSgDVhReBBMAHWuqjL4nTA8sjjB6MbQBgIZwELkU5T1x3qWU8JMjqEqtMrrIercewjJskixWpysRhnQ38kCxs1RbMNyDHQK6my7htZk9fw2uVI9CGaRNFW3UVRuytKhvjdcTAs80Doreuoi1OB1sdJKiUHc+2lWE4TT2XJROadEZwfvo3Pz/ooYqNNLJRI2mKlBUCWPCRNW7QnV+jw4NAZSs/8B068jS5WuOFg/ypw4nQ4GEno0vtebBZRKZ7KdsI4PCOCBWNDvRWecG33HiaJlaBj+diM4SDquXgNDQQoDkrkSfZYIL4Udm41cU3YlBArErYezZe8FLA2MLecOwFl8dCqmZZgdLFhPOBKisZDBzChmY7TRCrmlCdeP6ohxV0VS+DkBNzStkggAhZ7qPcPbKQq/kWA2IV//i0NSbCPpl6cVkBQn41J8voYgRi4v3fO1cRXWGTnFFwjsBlcnnXyIFjnPhpzDylt9oUuTp4YhVmgbPpjQMc4ncKkA3cglbNw3ofRJLJPa/DwxBZA1d/PWa9VQnNzcIL4XEnE4+JoLGfU/VN/GgmkoIN1Uv9dZI8RtsJpuOjiWe9d13TxKqG1UeyJoTxjHw3xJcVHI479hlmY8DxpjCm6whZp4GOxidWkgCJvlbBYTqax4ASVH4OB3CpU6fThFTdQWIs5Xw2PeRjgu8PLi6GdOfVFLGqzlsu+Z7yXB1b0bqqASQAxtb4Pe0FHtBUvd6RtFSI1T0gjtRzFcmqLhfQK96fTG80wy6R6gOfc+canryQHclvPYhD/JNd9DZGIFRx1kJC9ybwGQWxChhxSP3WQ2gpVE7KOIjxioGH8Ca59cnuTmixIpteejsNjzpIAsCGpGwjgEPG0QReHE1MSXYijMXtMsRtqvYbs7MdbdQaR4wgdjhcedNCcJMKz1WbQ3PbIlbRF5BMmLHHfBs9Y/47MZ6gp6XuuUYKwo5ughcHqJ500XEo7JmpvRQEujWMMJ4mCblq/ihovoZR4qkq5E8WtkrKZ9dFDmhDltsYyLhqiljlCx7HIc+FzA/wGQhABYYg2s7JqqLdBEeBVw3yEVyOglgtEtA1Jrsp29kxsu2MaOLG2eoiCFleQ8oKAZ3vAYmqQKzuc5DHTIxzlkiMZVsR+At4rjYRJTgaYhVQHvpEDxwMQ9ev6gSDDeN6Yp2qbxre75h0hjzCxqKF/4pD6skEG8YRrWgluhiakPAAGpIXR9Hm66Q6Mq5Si34qTRS2Q/MdeyKQh0e+Cq+08T61TWKVCSBXhS6PjVdc6aoWHYkjeY5v/XBAdWiBpMo7DMNzYuWZORJoyjSTtcfGqLeKfc6OxJRlMBzas5DRgIe82uXtGjUxS23YfCGY7rumiNX0OyeeR06FvBy22ZRKiqvCcUGsSrKq7R4EmXq+KB7GLcTqjlEAr1UW/Bn4ljCRlL2ch6xXXD7Pjm0zScn6wplnHjOpuqlXnPcmlXTa4YgdKdsIgFQ98D1e+eucRUdFrGLBu/fAZV3IMRJA0PxRN/FSthBISNW8Wx9gBs+xI19JS0hJIRCrsDh4rYIkGxM8oquaPRL0HIP/C1I13LEJhL2osdWsgHhXY7RNYhVt4LBuz2Et47EUzqocKZJjMG5hTXVejIQ6DuOj6J/dBBA865CwSco2AhhShy4uTMeDz2oPOJ42F7V9hHKraK7d2Gh/1qHorbZBrOpkVkMnyeIY3mIOXSwCSVaVMdAwmu6CVC159hy63RSdk7KfS5JZ1XuJ0b/ms5XWVeV9oNHV7bxyiKx96yIk5B8oU+CZOTQpmzLt3/Ws8up1acZJuatfXoyOWMUG+v4Dlw79cRFA2DByhtNyY7ApezX+PWFIe8XmMeiQzOpA9FYz+9NzXDpiPdpxrIAYShhTWNjgkClKESuzADbABJ5RRdZ9nbkS8/I+qsi0yaRtYhXtxbrFCXdGYGQcOcDEKkIqx+epu8++OQMsBtheFw7QP0oTEknixEthG1nMNph7Tsag88OkoSPJqnIGGMaKijopvn/Bkzik2r7laYNYVZeC0AhHgsrimO6b/0z7O+bji0XIeSukbCNwGWKPXE0eYch2U9tWEs/V2u8x9AXQVT2fhyJbuNE/2B/j31uXISerKpvHDDOxJlcHPC1XtmrWUPeQlFsngy3/qlERqxqeiUtMrsILaAyFCaBE/3EM7S3bxihUBNm+gidwCDtc0z3c/7t97x3S33HbA8/DMZxTmfwBqVp2ZRtSh2e0RY8IaKrmJKnMRADED2wHi5pNpQtiFXhgTB3iJnXgyxaktK6RXLEEwWGqvfz2K/83/c6f/A7dDd9mklOKINAXAnAlOPPvpR948PvoIw/+QF/VMPC7alxCVqNswZj2Kcm4bPG83BaxCjxBrEJzdXgFpIbSDYVnnczu6z2so7mQyb3A8SrXPIRc3TFyBkiu8j4JCZnmAQWYky2eV1uZ82Kid64iOp9XH1eAFPKGuBQUfLd7CZIJkDcEAV3FBXOUxCoWQ3hG3Xdgd9KUooMW2j+SrCobrTgCqYoboP3bIv0EJqSjidI+HJWKeCGDU8l2QJCBABrqmoiNIm7hQRwOtY2FunvjIT1GgAuI1bJCUNC4gVSLTYnQuiJWl3qrA3Y9hHczQtyLhONWsc+ufvPm9Rv0P/2rf0zf/NPX6ff+6FV6661rQmJEKYJAXwi4rkP33jujR9/3Lnrvt96g/+QD/zE9cHB/X9Ux6Lsx4TKnAq+6vCxhvVVO1mRQs0pUpU1ilT2kPOS2sOvCdB98ODPAIQMSAFK2EcB4euc6rE04C7G627rihFy1dOrZbpxDdDEP6QqTcrkAglEMw+tFTG9ehrxm1SkYVyBWB3ycqAMPR3odTVQSxrJlnMRqku/zZOrSPVOVNGWIBQs/znKiq5rTu3t0VXfZBEhV6K1a5lzXiZljIpp5w5Tb0NQIwv/1uBro9FHZVkCOgVStsu7r0MqTqfJwsQHbrohV4KH0VhGmUrl7jP2h0lWF7dhPQP53z/4cffX52/THf/yOsXhLxcaLwHd8xxl93wfeR//Nv/03xgtC0nJceEADvF5BMisVqWPDmrXZ1jaJVV7HHcjYQEN9OORqEIV0uYDXmP3rVT3b3/419n4Xi+JJdfZ9X8jV3QiBXLVz5tlu1zyM6O6i/oy8z6Zs/DskC187h+xIM3MOzhNTnpeHYj3N9SpfCLrgMVzm98ukgB0lsaqhhzGdTZHtfZjJrPigKiEq2SONSVWqvCliAihJZlXhQqO50W/om5BX73Di0WxgBJAOb0JSHdFTXxlfepmH/mMRXdU808V4QkTBIbIKG2rf6Wp1SaxqchWL/ZAudbBWIRQXpGozW8b+DAfh/09/7Yv02199qb9KyJcFgT0IfOjPvpf+ygd/dNSyAErPuYkZB3m6lQeQjY4abROrat1SequaaLV3gMYcfYAQd9FV3e5FjKarUEkkNFmEXN2B5gAkATgvQ4ws90Elp4wmbc3Ed0HC+c0LpavaZOGwdw+0YbPvbbKOfb2L13ROHOwKsVq0E3CEg+chvFaPJzYc4Yu2TIkbL6BTJ2NlCzT0dABtzCTSoDiq60+q2x54ruK6R4BeQyd2CGHdRxN7vTiy7AKEIUJUhFRdR0dvoeGpWodU1W/F2Dr2QcybPy93TazyIdUFPsPRW8UZDBIAzR7Fqs7s9X4Hb9Xf/O0X6I03ruq9SH4tCLSIwP33H9APfei7x+u1GsdKrqahgvMErgJxprBg2VprdRfEKj6ovVZtJslA/lwH4dJpxfwdSkMGXuA1GE7IOwDSucGhtfyyzXZTAL56j4BchVdCG8DXq1mhX8NikKwKTitS1hEAn3P3KqI7LK3R7Iyjk1nZcNbqwy5ArkJvFfljipZRe6xqkGBQ0FudFsetKL6dP4fwfyw+oquaDz3rqobNeEaBADqaODRlt1UR3NxEHXq0Z1PPWu0x3R5e6mOiy1QSuGaXt86nikY/yJ68Cana1LYI+N47Uxo3JmPdB7GK2QvrFmQBbPeYV3rFTYTjNmrSlV/2qX/5M/Srv/bHoqlaGUH5YRcIQHP1L/zwd9Df+/6/28XnjPtGGEUsAdDs6qLIVVy42zQvd0WsqvBKj9wSh1STDEcRhyFdSahyZrfggvSck1U1tQvc/oyQqzvOtgm5apOfTwwuOIrZYeVyETJ/IWWFAIbSdRDT6+ftyiNAEoD9CwX+DVYbUjZExxM/yRuzHyAhVhMID32i+w88626asyagMIrl1mfHzDxv0k0h0T08nSReCvvH3KjWDCWZ4LLchs0F20ROVpXycpauXvUolnzoYza1ndaa9RPPoVMf5Kq51tMPsYr9T6xuUr1mqYEukeZNY0KqNmU7XdY/61t/91/+Tfrn//yP+66GfF8Q2IvAX/yL30F///s/tfe5oT2gdFXV5Xqzs6eaxXwHHi72nFG7IlaBjc16q4gCBKnaJnFo61hDpBI8Vdv2OBTibbeFxI5LICttIVcxC8PL+XwRchJp6d91UhVOYG9edDCuiFgSwOSzVh9zoz6XIAIX8nRFklkJscqOaDGB9kFoJTxXbb4wwYYRC9tQDqmNDqTYoSAJ427yveB8kLTgZGKXl0KTGOx6F/A5nnisVWIwP7YTDpCG0CuWsnWZx0fT6xbDuEEeHhm84PdBrOpewCYI+EBv1baxpcMGQyRZtK72+TOBEKsyS9qCwPiIVaWN3oRczb49Dw5itiiMdUmsanLVd5MElZYcuKCnCgmAphLH2DJHFKkndsbQVAVB1sXZU8i33bNPjI1hFx1RxDh2PIMqYjxdLELCPlBKmlSNCUfOd65iTpLXRdHJce12g2oPKTiJzdz9EbhCrKb6ALpI98zgXWfbEVU1QpJV7ZrBoanqtLopOvAo0Vttb2Db+mbc8sBrFfpjthV4gEOMX5b97J67bvmgqoh5l0PfTaTm+yRWYZU4wOOm2bZkVpysqkVCvq95RojVvpCX75ZFYDzEqlq915NVtbsX4WgdS/RWuyZW0RfYE0IWwAaSDB6qV0FIC7lc35piVDSXCuXukhuzwW7KzseNPZ8ks9KRX429t8EXoW4gUxH+D0LekvuVBhHY/SqcO+9eQ3e223EF+T6bnaDa7CCs6TPPS6IE8/cPQqxu9ALI1XcdumxYNhW++UFIZZcrm0UAQVd1HrQ3eesQhpOp0ilxbInD6LAPPcels6ldoQbwboGuqgyrbEOBqkbDyhqZH8Ih7NRQYr5PYlXFWyBrpV1hPBhXnARuQJ6q2nCFWO1wUZFP1UJgPMSqggneUasr0vb3+PD8UReCZpc+iFUggj2h5ynPVZMLSNV5APEIKZsIIJoL3qp9nD2FXM23R5YEMFUy0yGOHLiah3QZJkrXpk+SXQ79mOhiHtHbV/0kIMeFIBw2pEu2Ox1nUTiy+Dt0woVY3cItZlL1Ww7N1vVLV5tvfqK4VW/MLueUpr/FXgoBJvKo9dtxOGSCAPJc2YJl9SNue458xwodFwRf4CYVXnWywKz3pg5MueomQoU/Dm/nIx8LmuoNU/qkX2J11S9Yt/gQbwowORM5iI2rgFjj0JxebG7VEWK1OSzlTe0iMB5iFWGV/UiOgDY03QOoL2KVydVEt87EYzwcJqCret1yQqZ2R3nzbwehCWwgqXERIPdAP+cdIVb39K3rGukUwl7OQUSXclmx1oHagQd5YN65hidv82O3yBt1bhTf8LNEkbY0/kwM6UeHZj5kQ1UU5SZMzk/95j/jVOaCn4J/qbc6cem+mR16qxGHVEZym5o1gkCqhkpXq6sCvdXjiSIPZVxtog5yTGUzN1kVQGv/IMRJygoBjQZvjBpMVlUUYxCHIFc9g9hDE4hV9AeCLKABBO9VU+cdpasKL+fhjishVouOZnmubwSGT6yqyxuEciuPuj5mxpgmSTKrvvs77/t9Eqs4nEJv1USSLIxVpnKQ8lLWEQAiIFUXPctkmWg35tiKQzHLAvQz8+XhAIcVkKrQLZb+S52vIKsWxvTOFUjnfucceGbaImXTx3ibuIhsB4+RQaz+17/xz5BATox7o2dAsN7Peqtmk6vYMOK2UNb97KGFSUptirrZUOsvHXgOHbBnZr+TYx8Tzq5v4mwDUgyamaZmM1faPyq8Sco6qaqtGeH/fXDOGMWHvsv/uhnR+y3ABGJV1xLRKZh7tFfv/tp394S6rCCa8yWgKb3XfPuFWG0eU3ljOwgMnliNVeB/sLzI6X7eUWItRDMXF4Lt9GPdt/ZJrKLuOJz6nl+3GY39ngUjsAdcBIl8RGOvHsyLLpGsypCzp5BzO8wqIVa7OgPvPP8tdVVByEcmVMmo8QjJQoT/XyzMkJ+D3ioiBU12guqrA7VXL8jVTWrV+U9/5ekYupAmeQD1BVT6u0ozk+hbjzyaIuOyQR5Sup4c4h6Jrmq2vcSESSoI+0uOeOxDBBq2Y4JFm1UHz3Xo2DczmRU8W+CpKpcV6zaDA6o6pKp/fRUcTkGsgkA0YWdmErGKPvFxqeOZtxniy4owpBhXuQOeFIVY7WtmkO+WRWDwxCqpaC4T1gmsnod8CDOv9E2sAhHPhfePCq80oVwGAZM/Aw6uqAwz5LHgrWrKHtkUm6kMaMs/hNeqCXMgLizO5yET8lJWCGCOQQ/duY44WZVJOfJArMJzVco2AuzViyjBpTxdIlP3H37un8b3HXp04CuXVikKARCrKAg9feAAWcDMQkbr28AbU6ao7b6JQDgjVLkncNgzE5qQE2SGNct2jKhNrDIPHkGP1pBph4nDGCHuK71iQ6pmRpclnrzznsaUBgGfx0KGiwuEY/RdTCNWYbOaXDVlScc+GpcVy3DcAQ8sIVb7HpHy/aIIDJ1YxXyDqC5TSAWf1CHVlHlZ24kJxKoiVz1y3f7J53kYEhJW9XV+KDp++3gOa/ldyCP0vA/cbLuQq7utwQRy9SIIWVvVMNPpYxitfxP744Do7cuQc3qYVLBVx3lrgkVrwPv2qpjDKXXme8xjaM9V52Of+99iEED3H/gcmivk6qa9x3yAv3fmEbQzTSk6WZVZQ9AQdJCpHISzAZHcsBl4103YdqS3lhaCGzpMSB7Cus3wrlP6jypZlZQVAhoNDKdFRGTAsOLKYbGHVEvf0RamEavABheokAOAHEnfBYdTeChAPmIMRYjVNnr5Y/Rrn/kb9Ofp/6H/6hN/lT7TxidG+M7hEqsq4sQ08gd7QD/RW+1/Zl4ZvCnEKg6m8FzlpCA9sM9wU4FDxuUiSAj5EU4KO5qMJfx8oZJVmbic92EzNllI7LjEAUMddx4+h8iBizkIeUQDmzT79d+DiKx98yLsXa84DwnRW91tI54DHmOV8N752Of+dx5iM5+YPAS5KrT0OohA5Gzq0Om0/4Q7ypPW4UlK+J8MY8dmOsK/jleOHeOOPTN9RXZIWUcAE/ZBQq72jQ0IVa0ZJV21Tqzyxsiwgypr3IBcTVzC+0rBaCKxqslVZK4Et9rXPnalq2rmQayNOWdIxOpn//bv0n/07nWU3vq9v0/v+rl/0gZ0y3d+4q9/hf7b7yL6rX/6Ifrh38D/LMRqG4APklhd01U1cSWPaZrorZpSO1OIVdh4n8ms4EvH5A/LR0jZROAyjI33OBTSbofdst5q97MOksDdRYi7uICvdY7mc964gCev0nU2tbBnpucoUr57EzIVFq4Xzp7KkcVVieI0sYo/IpP52czjEGYpmwRQTPdNPTqe9osNBh4IIBXeJCWNAHomDBWpahI6qJfKZo7/lIipSNctEcCEfeR7rEfbR4GtwLMF3qpq4cfWo99x3gcOu745j51UAhAzaoeewlKFcQVyvq8+M5VYBT64J4XcRl9LukpWFRvj5dyF5Q6CWP3B/5Fe/fe/j+6l2/QLP/lj9HENnP7fL9r1HN0mVrvoufF9Y5DE6lJXVR15TCvYnSKASZOrJtTPJGIVeEAOgD1XO+w/kBzXCFU2SeDQBONI6oC1/M4iNKhG2VURYnVfFzmkZAG6K3fm8MaUZFWbiGPOOZ8T3bkKrXCUw3kCUabdWk93dlrrS8DGRVJuN0WsxhF7tZzOPDqZevyfu1zUajWogx9jAIAcu3eWJE3pybI4WZVhxGEH8Bf6hEpWZRapqisOYgNhuTMksyrUmnE9NHFcOk48wrvGh7O/hjETh11/2+Re1pcTOlmVSZcVadxAzEMSQAuId42pqcSqphW8RI6k47306rKi6w7p+Xv2E6t/m37355+kR/PI04RcpRY9V4VY7caIB0esxrgcNUeuZlcvYt2aOGZEMplGrAK3LpNZ4Xy3CGO6CgKjnDK6mQX2fwVj6u4CUZKm7gK32yAEa36/4qQDcrXt807sxHS9iOkSesX7zWx0TwAbeKsaFGC7sw84fwP0VqETPrre2t9gYHLg+2mPVWX20IQEuQovF4FuBaT2foYeJMhVpZnZbcGFTxCJ8HMm6vDkBalq8OytvMfUpCR6q+u9yALZnksnPvS1uhtXWlfVVM2o7pDI/lJEjhUeh1jsT3vSWzWZWNW9CjmSmd/dio5xpZJVjW+ms51YVaTmKb3wlT9DfyYz4j8vLD/5348Sq9siZhVh+24Qsq8/SYsPPbKadF55miY/8zOrkH/9DjzBf7u9obFa5F34ceq5DfkC1c5X1z1yP/b59XoR0br0wep9P0s/yTip+qHu9pWhEauctFQF41nRGX5Crna558kCxkRiFauV9lxtszM5YimK6HIBgsPgA0SbIOx4N0QRLheRdZnchVjdYzBaFqCV46hycEJ07d3r0JbpuLMRhmkGa9Vr5yHBE9ymGPFHDgAAIABJREFUwhJsnko6bccq2y26kDdckwJQn485W/c9M4+gzyZlmwBCpvf/n713CbVt6/a72hhjvtZca+219z7n+1DEeImFGxBCIokhsaSFiKWgRBAEb80ULAVEQUiiCCkkwhWseEUxWvLeXHLRijGKljSFvCQgmILhgiT3+85j7332esznGEN+rY+x5mOMueZ4P3u/7HvOd/aY49F6a623/u+t/duH+YGotm4ZxTwcW9+Cqmmyxrh3e9OsoOsDk7qdGKfUOIN4x4XjiKtZ4VCSNDEO/I9BpwH5JmSR9gxOtTfaVbmtN8j+XAPMA656jS/2XQdWTempaWQFAN3EJp7yfwLGnsWM2RXujSv7DazG4OgZBcBVyZxnuabdJwIlXx7l/df/5QBGxvQCRwDldY7VrPfKAaxGoOoJoJx4t+g7kUePAdV4OocDrMbNqsyGvrkjpKuGcfEC3lTXLcfVhJZmop701+kisMqbAo55Lnut+qQD/dN6t9eGTHacSgCRbILu86pemjcLrr6l0YZ8nxitauvSJnBkOW/2tllVyhQEvsiXtS+rnnZ01cxMrz2Ksa776RRg1bwymZkPC9Nx2TqnwzQa3rpQS0/JXG1qbPYWVE2XdSiB7/QmKDIAkGhmpgVWkzNKMu+t8q1WvdQnn8XCv+awwsbTJ8KJ8302NIFrysFV9JzlxFUAsUkWoK4Dq7FoaVuwnMKhXpGwL9xmjLyqx6LoN7B6hQbgwpynlu4nKANiUDIJ2pomWYf/nhVY/QPnHLAicnqv7MCq/u5dkjs27X4XaRLqNa3K7z4UYJXkg75mx2tM6DraZLCt0VVgNQZXJy70dNULCL1Z+75s+5Y21pCicED6wt6zxzFyHXrTkPgbeIwjIZuuiueXqoHV1u9dlnPtAidTNaRBXiA/rSsWeu0vf/qAOFmjeq/c8IfU8LiLwCq2djMlc3XSWuOLGr63kluyGJMdBbBqGhLVNzSr7rWpTn3P6e2daTq0Z13oDz8m8eHCc+Rm0lup1/riZCe8o6y7xo472NVqD2dUrZ/Sy5tzgg0FAGU8fRMP3phDL4D5prKW+gKsooymc6VT25qOPcFXbI4B610bu2pc4wNWr1ADSAxWRsBqSqbneVl+ZmD16r2yA6uX9CkVWB1AtirfOwhgNRTlR+/bWnXQN9PMakrDppZcZpeBVeTkOlEzqwrBVUMDRTduv9fAYV3rIBm8gKocWPR9WHD1jRl0TCfzqgb7h/WebEzTt8eOI09PBvgulM+rmHak3wKaQmXTUBVcn/ToIrAKVEVmy93Uk7soM7OpjWpfBAjP6jeLeruZw/2zG2M9ZRYl6AGv6qXPwJ3eKgBU5ZKWRWh9uAZnbXyPaaJX/YD/EeDQjqQE/IhXta/S4ayLBozw1zUx+gSsIg8y5injqVo8ZLUor+rIGaTHB6xeBkyLZo9mBVaVr/VN7tS8wOpRqf+J84izaS/frwlfU/Uz+g2sGgJn06yqzwc5ZqU1zazqO/R6S3e6DqxWybdqqNXgfwxk4wfKdWjHqQSwqZUfaN+KIQwLrF6ZRdet5HABP7z1w1e+Yiv3U7lv96H8tApURkMZcw4EW6ay6Zos3wBWzatSsfyw8LSbOaeGdhgJaBjnhMoJ+fOFAYCqHqz/llc1XaqOgqomrb6vg4RMbbjj9vcb6pT9wvOUkqTKxFXDqxoqAGTHqQSMRPrDq/rW/FFRAJdxE+Bq34BVTipYt2YVnzRjUyZzrIbFsEfG2m9gNRvHatYszj4Bq+ZdI0U7arx1mk1rgdUumSLx35CWctarWQvbrK4DqyYyccTjQJD/K7HhMrQR8IbSOMbGgef2bKq5AMiGRT9XRme65PPqepfQ9aQsusphxcuOLGdrVyfzRFVFEMrXNaDzsDLliPbnEd/quCP/w4xfBVa5lOyxb28neqJqx5kEnFDuJ458WHiViob1Hidl/VO6WH0yowLWgbBUkFXppBW4GQDQ3UQ5xO1IRHiO3M3isu7y4mGpx66UAoDysvK3HNQdkA9c6vsBxER8AnyrNw0QrPcOWNXSylCbU1LGU8XQwwr8ca8zx6qQhEi/gVURAyTey0kTpxPRXGhU9VryH198ThGQPXu0iYzVE9A3wQd7+GALrFZjF9XfhQZ5QzrIMQvvzOVAsHppvXXHPgCrBlwVmXiTUjE/YPwKUJUNhB0JCUDlo5m8A4gDzz/OgqtvKLwDC39xxwOY+rLzTZZz8dsM0iKDgEZegTwSJA9wQN83p9rCbqp1djMBq5jbYgp4yILWj46bjequE8o3c0+W02rIEkxWXaDAoR1JCYQB2arDWfXJygSXt+Bqcq7JTwBc1W7mJY3BcP8MM2AsKhqsKLYkTEoPU8sKuujLVPw75QmnmVXNfKt9BFYRNdUonDSXbWbF4R9lg/Dy2tF/YFXk7QZWacBrnuZV18v3Y3BX5H//q39C/uT/ilYVBWkv0RScNdL6tf9Bdn/i96eAyecZvDZjtX0bN2X/mngQZTK2/07VvIGBiR2Zu06jfKt9AVaRMpt4r0Azq5gCYOMb8KfP1W7VaFvyLsR/JB4MNePQAqtXNMdxNI7LE8nFe4jVzjSB0/1EnhvUpcwduS/x8cs2VFDVH+JpRSRnU21BNUFHBN/ia2QCVtl6I6z7masgh6UEOJ0xHAknzN/eVJNdxyk8Bjgc6LA6DSc42u8NBcBQFklsiyZoM8DV6kQ1mDuRVUf2IeBq0QFeCK8NvKrF71L06d3+nWby9pxX9ZKEaQaC7sy0hLCe0VdgVcFVj0Od4nQbhlc1kL2Kti4J1zNvdd217xmrKpcog/P9UUk8/zkGVb8kuE0vZLEuY25Sfp09Y1UU6PxZBcCqiMlMfUzea8k7nXKn/oGT741BVa6Lf2+B1brsJvt9TXxsDnL6zK16+YtJ/IGupSmP2idgFal5rtmH5tsDhAqo0ljHgqpJ3QPzoVnVGHoP5NOb7J5pCFeGioxl9zx4YBJWoNawuWBJDaBZ1df1sHhV0/QcjWGvXkUSVN/tKCOwaj4TTtGPC08WNJXp+5fX8P5wI/1s6ZU6aSZgNOVNdiQkEPGUQAMwtIURzJBu5hPIY61xnU29o5sMALIi2KqWuPuhbHUzZikAzu0K+VChMtSgyADzLPj1gKt9BlbxNZwy6yY+p99Bb7ZaPRBpTt4bDHSJGwSwqnNzDCzGk3UMUJ5P4Nn1Z6BsLmA1zprlEb/4azL9C/9Q/sav/3vyL73SDeQAaSUGVw/vCzD8F+XPyF/61e/lv/kzf0r+nWMw+fWy6Fvlv5Lv/40/Ju8VhP2/5I//xr8uaVm3fVTnPjavMryqwwRUDzoUKj+4dlxuQLH6Bqwikonn5UryQWdWu/2gs8aKqgrWBDcmoOoY9p5D2z8WnfdLvwtz9NNBZ6AA0GzMJpxV1R9b0/2UyzkQbVa12Y/ErpTKxoCrYx65gFUJAz0p/Jnyrcbg1rgFeKw8mA7NiB7mbiFwlViR8qYBZ4sXtjW0zPehSOAWw1z6FQCaUgI2zO8rPPkhoE9oyron+cExdGaNUVnC4pMpiEt4dqGjTYeG7MlnymUMMF/9V/YaWNXSSsOjrlm9OcSjdkXkmOdHhZ1Af344HGC1PzK3b1pMAr0DVsNQecDHMjQDSOnX6h19BFZNMyuT5PMWUGYoAEJ5jsGfekXZy7sPmVf10oRYcPUNVYVvVTlXRS5tR8E7MK3H7V6Twaw8T+WJ3/myCmS1M3Iay2A/AU84/6x73eqqTHMBqzFN/GLiyMPCqy0DqKvCuvZesXw+zF3NPsy73ySrbqjcNtdkd+3vIX/eD4hX9dL3kjl2MzFghx3HEjDlyjFnZlbZoDKUKls+9bNFP/qfNKpiozr0/B90Z+66ssQvZ1WejNf1HVjlM2Pbysq3auyKDPCha05GJTi6zAKr+WVmf9GOBPoFrBoqn3Ft10Jdt6C0qXP0EVg16xYc4dcpAdbwP/r+QFMyymkGMSCg8xgTeiwYeAVcfSNaBu943vpaCWhHUgJP60CetuPslUOje7AMRs1LVydVLxeweviCUO5mntxrZuYYxfb2XJJx+GHhKgiUVTqAhoCq1kUlZctpD9mqY+BFQl84uDANd944LuykO6n/pSjnhhKADLtrg/WeRT/mjMpqi9fuO4S/x8/4UCRoJ/dxDNZ5fDINm6rUhSEAq2gAoOqN517t7BnbFRsyO5ISsMCq1Yq+SKBPwKpPQ9eBNau6riehEOrEGUDXry92RV+B1SzgKlQ1q70vcfOqYhIa5q8oAHzaDbupzlszZ4HVK3odZa7qVWfxHlzFNDqzYeCZDNl37kU+r3zN5B3jYH8FNkilYJV7rb7IshCwygLluY68m3taulxHeWVfBJj2ngCAAGOAqzFq/9b3WF7Vy9KhDMF08OyzRuR7dwAgwFU6w16sw8h3y8FcrQTZyrf6Npex8j9GzaoG8/EVfoiCqiGHFRXetAe3Ajy8m1BtwUlqNUv+UIBVDYY8Az5fkozhVY15wKuRXw/UJsMrGkMKQkf+4t/58/LX//rvZviNvcRKoF0J9AVYZZ0aczUXMeHUKd5k8JqW9RlY5ds8F75VKKOO1ySSVejIvVfdsavVqRawYj1HvKrX9GPIf2/B1WvgqnsCnpL+pVnOW9sE7lxyYGPEgJ+e97Lzx5O0kqZBuld3oySokRWaFAJWESIKBMABJQAbMTsOElDuEQnlburJ+xlZvZf5R5AjG9UxcXBk1RVAVU584t4oWX83hOs4uLjVhjsjQ74yTB4OGz7I2zfKuslS1WZVlk/9RKKxNm11o5pB2AO8hJPU93NPOXerCKqHAqwy1bBqYVtziP1SBhnOul5ZCoCEdFjLOaz4S3/3L1hgdYB+Y4if1AtgVelqyK0bLzSGv9VNak28dX0HVlnHPcdQAsRrOgkuq52vfSvGqznpXsskHog8730rm0hEVcSCQ1wjFO85amaFJ/663g222W3ROST+Q4c+vfiy3gUShtbrcM7VBJVN0Tmr63eFgVXzQqFm1pG5Csk6HrqqLKC6PrjJ+6JUd/DRzi93M9/6tlnVpTkBUA1GDDpjU7dkhANiWB99oiYc5dDIikOd48Mw/l1LlS1fcapZIR/AnzGXcRtg3tFGg1UY1pCAVQOuitxMk509aValhxVNLqJ9eZaCP+Yg5y//PQus9mXaxv6e3QdWyY4X5XIe894i7t8AuFpHM6u+A6u6bgGuwreqx4PEgL5sTLdbO84kQOLBM53KbUbPq2QssPq2mYSuq3R8L1tf+1ZYeZ3KC1N62Qby0xpQ1bqcWAJAgwvlwe6GTHRuSrxLlp+WBlbNJsyVdxHfqjW2g/KwaJHMez9z9c/5hFhe1TcMjY0qC383bLGVt4gBoOWEU/gxSyJd/GQekrWqhzrRQErrvW0Cd0lhj5tVtaLUHXoourOogG91aMAqU3TezArAkGZVUEjYcS4Bqioc2UfRtAVWrYb0RQLdBlZNtZKFxg7RDaAh8c6FgoLCajcEYNWsW3CEO1rptob/0SIcCZ1QeoRd8LpeFVaaIf4wI/pT9pDH7ObK7+lQ7yp2yVnMhLxvOFXRnbLDfHkWiCrtSTHtUrm3wDeUn4HDdxAjP63H2QTu2kyY5uMmUa7YtBtd0US7ErPGfGfR9be+J4vtlwRWzePZhN3OTOZqlodem4Sh/H2sADOX0lOy6w6OBM4fgNVqDHsoEou+I8o4tMIxPghgdT4Z2BxX9DmAq+9m8GuZG66PeFWLLtsVvVqnbqMLiohsRtSs6toEEEO/m8K3Wm7VGiKwiq5A9XMDuZ9jQFUDHFqrOtcrXcuDg1z+8t+zHKvXbM/+fTck0GVglU2U6eNufc5BW0LlEi3VNDhlZ/n5+YccCll2PkxGaRlgicy5S3snPg9g9Rp/fFV7ryo0tCoGWAWLriAHvO9YaaDeUnJk8kSX+2vCKav+xy9RgRJWcIurto+9Pe9CedweVdiWeHCJn76+q8niLz4ZBx9U9B6KapMqr++kiVCupcVMxMeByOfnvTb0ep2zvCKPRH1VUTtyQSXAKuKiKcj9zJPbmauIsG1odRwKYXAiP1+ahjvIh1R6O9Il4PsiNPSyw0gA0PBuakrAbDOrU61AJBPXZISjMwBAWTUn63Vv62EVYXVxTc/6DSz3ay3jzruiFX+3Pvxy4jiqO2U2qm0Aq1nnPX0OsussVLQEjuw1ks+M/0sBnWIR1IC0xJfoT8uQDhpu8/g2RfQVHi38zvHG2AKrRSRpf9OGBABW/8N//j/Jj10WNP2s2SLEPHOHtd3SiyU3quaQK6sss+jVd4/fZ7ms89dQ+U/5P/tR1vTXZabzb97cC7LqQplgx9EePcri/brdn6zlVkZGAqtdKL989jXWWUxNPFgG1ByiXNldQdViwdXD7ALjPK59eVyNizqiMmAVUZLh8mHh6T+7bnQltnMnPiHr1pBSbrJ/Ps497VD51olrJqfTMwQ//qZrcteGVddODDMJaFgXAcgvp8aqkCH6084oAKIcvWiZt04t3YgIwuFbzQvScLRR5n3MZ5XzdXEToCJS1aKIjBusSZR52I7OdPupYcbyr4Tjj0Dq3/fw8wIfiAMvMuvmUXAOFh/Hv337HQiMKK3UjPCUS4uu89mPPy5/JV/RmhuMXku7dbOJP/IDFlgtrpn2l81KAGD1P/jD/3HBh+b1X/l8FpUEN27J7MyCX9a9n5nDMOK+LNmYed9/CMAqaxXl/2Qc4pfnkyT9Wl65DPV6C64eZhbLAoz/ug3Utuw4lQDJKj++BMofSgyIX2a7dZBU3nVgqBI2Ue3ci5KgRp7Ewt5UOWdXcRb9ePSkImA1hhg4CTNdhS9xrcbG+JopUtDGmDQAyiLUk8eus6wbZekOM74E10IHcD8zClbm2cXlZ55a5tn50xtOJzn12RH1xv3EEagTimAdBVWpFz8z5aaHTLMi829A2ezZagnB6PE//7XIaXc5jTMgIs8+dc4xsEgCOCepExtMp+ozgRCcomRy2HGQwF7KN/L6lfdFgNXuzwLuxmQ4m47UNsklfc6oJID3EHCVYYHV7uu2fUMjgXLAav1SxO/ceHHEMZ6N2blkNW6Lmk7WUc3Vd2CV2HDtG1A1DlOpmpzTn6B+Ne3lE8jotT1RTKNbQFUaSdtxKgEywD+vAvm6OT7KjzAeN7Y1a2HHUoPoBAysTBXcEPRwswvly2ove398+lERsGrgGkAOeI0V8LyynJWDWUyqSul7NKS9Kps4uyYU+XDjafZhEiZq6IU6/Bg2qD9beJWT83f4k998NSwJTedElXXfBkKn4sLnkOEM6Ox6jlImeKQr2HD6TK9Y7B1ZTt1XPtq+2kRV700Yvasg83+owCqNzuISdxgByHq2B15J7VM6kghc5fD0P/17f0H+57/xu4ao3w4rgY5KgEz0f+VP/or8+3/4P+roGxpKMWLCxcgpAYgBif8M7Uj1o+/A6nYfKL/+scvFL6M7VFASJ9rY+TwkDMXz4uPA6nWqD3fEngBVtdFZH164wXfEZr6sA/1jikgPAJnalvb9IEK02RrH0xKGgVZ5zUlGGGnAvOOwYhXIWhudWWC1hNkCqhqOQwsYJsXIKSry4Z9kjf2TtxMFgManctdVbDlx5ePMAkBm2Yoax8R2NVJHnaY1yMaPQNU4D5uTwhvVHWtZpzIzCxwZ89AmjF086Mu2AlAVGQ8RWMXdKI/WkaJwAj8FYbUjIQHdaETg6n/x939d/re/+f/Ip09rKykrgc5K4OPHhfzLf/wPyL/7B/9sZ9+RF2MthxIAkGysI65Yqov6pM/AKofqqz3A8yk0xv8C8iFrlQOvscc8abYzZkoAbOlxF8jzzm+dUqiLfu1pE8intckCN+PU/0JvSNm7BaTPZ8+UvkOZAN/q2A50gkDk69qXpzW8quNEAyvLWGVx20bAYRedRJvvxHpveJEOp6aLiSPf3kyUq8SOgwTiQvX3M0/uCIjGG0vrYg8Yz58xnvq8ZRcsXLFdnW42QuXWWkzHt6Bl8SMuXM8TV2YjLpHDmnbKU5xFYtevGRqwCgTvp/C/amYmfKJjdspvqANigeXn737/f8r/+Pf/J/mbf+v/u6489gorgZYk8Mf/6D8tf+oP/qvyx37+L7b0BtkfC7h668G3Oq6NWkyBFCdlZJdYviv7Cqyyhr/s3ubGRGU4TLbLVrpOAPyMrWyZ0G+1D+TJ8qqmKsVmH8oPL74eWFzce0bgoakQTAdf83mhoV0NhRZ8tOPhemYv/rQxoGpQoodE3zWhAmAVrlORbRCVKvddIhW/P4pGB8/EJj4UeTd35f3Cswt+iswJgj7MPW34NVbsmdKvPF3uK1bdDt/OHFLs/XRwjFOym6krUwUPR4zMp86gOUklc5USubENzXLGJ1f44UMCVnW9Utmk64YFV99WHEwKjvD/8u//uvzt//sfyu/+7tcKNc3eykqgGgn8yq+8kz/yz/3+zmerHn8t6xbg6pjWdIDVncY5FZ0CXlCfvgKrq13Eq3rFLGwzq7cFxMHFmKq8DK+qf5SNWY1fHcJdSAL7gWZVuxTcIvGBZj9x6N0wvj3FW3POXlTB1ZGky6+2gVIAQAUwtkzdYz0oCawawyNTNe6mZ83qIF5CIdKiAVZT/JECqjHf6thODK8tQEhs5op8nHkyHyEApIcVZ5xR12Q2lr9XXtXAcI5dGtgWlAAGPLRe6dQrGb5VMlfHln1YFa/qsd4NCVg95lW9ZFsxOf9IYsVcblVLKx2yqD7Lb/6D/1b+0Xc/yj/4f7+XL182lnM1lyTtxVVLAN639+/n8qv/7M/kn/r5N/Jv/eqvyfv5x6ofU+v9KD1d0Ny01qd05+b7KGGlXlhVpI/AKvExWYfsQbPoQ8y3muXa7mhAc2/ijSCzLu4F83ltQNW67aq52avmScjjxxdfHjcmYS7LIB5knwUwn/EnWW47mGvYi2pz0yEHzFTX+qH8tPKFbGczxutpywGrYSibgDKMwdhAJR8Sd14HVIUb6S1ng7H9bOkJ1AB2JCWwnDjyQPbhiOp49LDCDwT/NJ4txHXtB1Cl5MQPnNeDnLd+Rdkymaue8kJagPVYVkjDNLMaD/cYy5RWD1S84A8FWCWQziSbMNQgUQ8tHEtTcu6DNKtXg2mRv/3d/yF/5xd/S579n7QJoR1WAm1JgFji1nuQP/JP/Au9KP+/JKelRzw47NjohOqoAYXpG7BKjPy4zc+NCTDvOePOprqkTqxb7gjA1S8bX5tVVUUF1YB5NvAIE8cBqH568bWpa/YRKqjKfgvskG3amLMVz+VG3EfGKv0/horyMOefnn1Z51Oc7CrWsysLAqvG6mL+x5qrVHomUsM2gkwgU9cSnrdOKsJQ+X/IXB1jZua1ycUR0en9HQDZUL3SkRCU/9E3tmVHcokiS5Vs1Ww+h5NUV5azuFnTCBQoh9JwVkFjB2gBhj6wJg4q/Bo+dAjAKu7GyOa6LpgOy4ZrFYAjy29qEHunb6kHFy4A67BLl30OugDk7XKV0EdDOxKVU143q8Pvw1BuPFf5evP8rNMGUeHLsYlfRnyrRj7DkxL7BjKAmjKrPgGryqsKN2a2IPBE89AU9lnEPhb8SRrl0CkByHD+uvEzZ2NW6LY6fyto5375FNMj5PWpHLaLTF436Xl/33nxlHxBQ5kwHeDBhTaBWwfyvLGHFbGSFAZWCRg3EfePNaFTm9NNPGXcWUwxKmO5nbnysBhXZmZG8ejm9H7qyh3ZdYMMow+SMIcVBpi341QChlc1C+/P4XdahuE5tpnVBWUiDiJrdch8qwpwRNyqdZhV34FVNqqsVWFOgMLyrb7tofXggmZfA2UJN4cVAKs2a/lcE0xtRUyRlQ8hDQOTAQR4yJmXja/PpWuyo27cCCAblIQMmAqo2uRhRV+AVWSz3gXae6DooNqCap0RFcHlEtVQwVVK/6EAMOuVHccSwNf84nEvK7/43lNpkFwDIOaNJccwGyZeBlwd1oq+2hoKABKebIWt0eRCwGoQmoWtyYW/L4b3Cqpey1Q9+yASf97NPW1oNTC7q2TqcEZkrUINMCy3dBAPC/52X32pciUT0OJNyJBTcOwKr+qlV8SeFlNXZpHu2EX/IKkYHFuSET7QLnE0Y9KGTDXF030GVg2oWpwby1BKxEUZQ/XMRZ2foUwAXKUF45Ckg0fWJnChARCHuyoXm3sOKlivyjTGhcFGMzOLvcLgfzV3XbWt4TTdieMcU5XT5OgDsIpEAMcAVstKB4CDJoNDpj0soz9DA1cxp0+rvfaDseNUAnidH19C+br2s1FBXRSg2Vmxj8C+WANtXHAsLCMfKAGGwrdKohMUAFTZ2nG0r/613/nt3J5mA/+jdVAJPUKQyqtaJKAOzUnPw8KTe2oI7UhIgBKeDzNPSyyHNsDhOawocRA/NJG8fk+WZlVvfTy/9zxHyAo3zZqGBHGUnXaz2ON71O8MTDSGV/VAAVDH5/UZWH0t4y6xwwSWnZNCZkeKBEKZwkfruoPJW2UjpnZFZYWd84QEgH2UWuMKC9RV0YWhgj80a7LWlS4tpUwYUDMr9g5t0ED1AVjF3zwDqpbMONT8eiqZoszVq3Y4wguIkwBXh0CXEPPxojt2nIOq2FQov3zcRxzwZVYaEw2wxYISYKg0LcV1CAq7UHmMF1AC1LEZKf5yhX75w6OvyWA2DjwVX86MVVPaZLvppesgDpwunmUy4hQ8XLi6UR2A3RUy1ks/whERSH8AIFOvNAxzjku/7EY1febxOZyMlRnxSertnAWtTPBQ5i26+1vMae5BCzAc2ahdRWXudUq+r8CqHzrKAR4qD2jxYcj5adY0PGC+uFQOv9QsBeVbHcaaDq+q8lyX0poqJNu9e8SZvPFyVWbzpFzGIgqsAh4OxzNXNW+mnBv5mGZWjDKerKr3yn8fPazQ/UNW/vj8z3jrF10HVuHWhx+btg4YAAAgAElEQVSzyoQeBYAGWJpblWaYmLnfXgcMHr35acOqZcexBDQDfB/I7z1V34DcdULNzDygIf30y3VpDBRsfW5mFfOqPm046KpLSv29by5g1fCqWkGeT3esV4YXqVzHSdwPzWQ+3ni66NtxKgHlhJw48jAbDnOd8qpqowI736ezbTYbKpsqnLeCP44ouFqi/HmoNknm4W1EmTCEb9xFvKp1f0sfgdUAULXSo6lQbcvQSVg/dq5zLOWAY5R1l4Ox69bmt+5vMlUBDUuec7X5EbU9WyuWlHO2WhPApOauI3NrVqlzBwf/IuKj7avvUf74wOhPG6PLwCoxIF3cSeipepCVqX653/hh1WJ5vV+fwdWYOgJQtUpAvjZhN3xj9p3fPwfyopm8VS8uhiccmihLCZA2saFWT0Jn07fBEgUdy+dnDiuq1pu+SeMcsQi1aj0zsIqTWu19BTqsKJOTr1l1kPeWSVGIbot8ATgAV7mdlfepvKk6fTf15K733cwdJVLf7E03PaM6drbj2Q7DQLlbqmIdMfvdULMy51PXLgoJNxaI57hKmdDnym4FOCIKgLj4q06r6huwqnzFyo1ZtVRicLXq+/Y72IrfXrMUFFztp3y0GVPU5b563en/HJOdE1NrVBAGvgqEzFUFD11TvmxHUgIc6tzQkKiHtmWanBkKsbZGV4FVNvFbP5B1jeWmx9lj1rySGthXvlX244CqZRqdtWWPdT8XX/N5RSZvzFdcz7rCgcXUoyFWPfevW0513T9Oo6KJHpVMfRokOn162itlja2jOZ25IAjlcRVkA1YJ7HZBoN3K7UhKQJs4KKFWddLBIb2bmWZWFd62uhds8U6EnwTSP1t4Mu21cBxZ7coShrc4ETU92nBoxZuNGh4ShnK/8MSzaQqpwqWsEnC1rwnzLFNQADS1Te0bsLoPizeressalT8q4q2zG9R0SbFesXb1aVWPGbToT0BJblN2VYPnr+2WMa9qnSEyunPzqjt2Fk4n02RHIR9GH7LC1a6i7G/ty1Cbdl6/cVeBVW1WFSUeXP+KYlfENFFzGw9eFGDfwFW2409bXzl57TiVgJZxbwP5/qX+6uOYf18refFwPQMR69edUBaT/lTfEv99efFlzQbLjhMJAKqut6E8bzIAq+Y0FQoAm6NwrkeqWpQqx7xIFYN8UAF8c+PKTZ/Tx2owvrjSDj7an829XgJAcZkKmQp2nC/8BwqAumRDDH0LnYQtXU4RcSjY1s20f+Cq2hVuucF1v0/AqmbU1XRUFzcVeeWtq3g9rMsXNHlfRMLBBZmHfQB/jGxCAVQ1HOAV17k3KfyanmUywA1NQp0D3ZkppyiwfIMOrs6Pquzehm9VKRN6sqYrHy+ZqvBctzydXQRWAZtXe7P/rHuoX/bg6rWL1iVZT3pStkwcQkOmJ5JW6ledulWz0vsjjpddKD+++JoJLrUzdxvcaKYYho0dkhhSqP1iONTpuucBOIRT9XFdB3VEpWre8M3M+r3diTyt8DnhWxmrxiOx6K8jjsOuT3zD0jSdX4P6AmonNGn0P7udKB9HvxLGm5mNu6kr72c9ywAiwzkqcTJSspZ1rC048Dr4tM41kkB6OaOZlZX/qWxMMASwCsDaJ/FwkAoI1OToC7Cq/JgaE9Wt76Hyg1O+bF1bUhNZxwFXkU8fwFWyMVmvCB7tPvUwnzHIrKBqE3vG0GyDaYRGwyY7UmzLcWSp5ZXdlw8bMBLqyna5r0IPugas1smreklepoGnEzXGrUKqw7oHaxX70K4PmlWRkdkEIN91WZy/32YfyqfVcSZvM6hC3MzKxg/pGhMnI3TVuoj9XraBfF35SnfUh7i1KdskDtztQ3leHZrAvcGxCl+UaapTA2d4U99c23NQNEDVujfxCnBMXPn2tj/p4rUJPeXGyOf9zFVO2maWiPJfB7ihTeAs6nAizHijipNqpolDKAvAw0kMHqJNXV3ayutd3jvAPXYzdTSTow9SwRe3UaHSB2DVZNU1k+cWUwKQpNCHjVheu6jiemxLm311uGw5Lk4GVCUWtL4xOfMxr2qTG0biHIBVslftSEqATSrgqlnNuyek2K4AVTlE7sLoGrAKOMbhetOZvOCGC7LHHAN420P3U+3E97gdzlxFZx63llc1zaew7/xx5Svo3DznqTlsJx40dsUbds83t+eLQ5m59Lbopkwo/f+6oudJN9ar9ubp9MladeKH8rI2vXJinb4IrJrT1GbKMLoipDzvEXcr1xyOmk/HyVx9v3Dlvqdl73nkWuRaxA8lgGbXFblBg79Bb1j87UY1KXSlHfGbbOJgbBdQfjqJF/qua1CDyiomGKLZV9fZSFjSti2t+X0AVjXjsCHvGGdgwctGZqbb0WCxSUtKe5Y2TXFMCXMXVy78sfIVN5KO2fZs5H9+3HSojb4cAPK32qzJjjQJTF1Xll537Yo9GKBqS0tWQmRdAlYNr2pTh+tJ7aE0dzGJASAbDx5LiLXd87qZ5ANmQTMmQHk7zgCgMJTP60B+WgdRolzTem18Hc2aTDjY9PO7rRE0auYQB0oA/E+XBmAqmaqrHTuIbr1bm3LCF3Lwt9oG8rI5bZOcAqwaAyCYRqA2T+EcoTZdyhslm4+agnyz9BTksKqdnJOF58iHmatZQF2Vj4LxeljRpjvo7rP3QaDAatMDvlXK3icgHZ3VnqalwvOMorLYk9mr4ung0PVKOQ7becGuA6v4HYDVNrJvCKJnBjm040wCiGSi8unmmk5bRcOraifvXHk1UwG+4pYCZA7blSdc4x3mpysQXVfM3BFiwoUbM/t1R4fZO+w7wKt6PFNdAVaRzcsuBn/a06WYb7U7WtOeLNKe7HVszcL7PW58eam50Vm3ZiH725Cl+nlFFnj239RxJTVT7LM4dLcjKQFCZa1k6oh8gkDk69pX4NDkY9p5i2cNYJVmVSqbs/ArFViFm2QbN2Sy2n8iARBq5NNGQI3BfXvjyYzSZTsvCQmQefgAQNZB4cR6g11ZlCG5TaVMZR8d5LSh2gTS2qxJj1PtHJk5MKsFEiGDYzExJXJdGrzhXjkg2/OJXQZWcTcAzm3CLlr23lVUvmVlxt2wXnWpmRWgodoVWXUty6eLj0c2ZEe1ukeNCqWgA7jR0tw2LbyLsyS6eb+B69ntyoYwasrZwb1VF4BVYmS6uHeFG5MKuK6W5rZtcYSBUAJ0JRxc7QJ57JDutD0/h+fTr0Lk+2dfs8DbPyQN1C9TUSCcDr7uMLojsXbfxDSzIl5u27rUH28CbVjFgZedq1dIVf9lszOgaloyWAJY9UPDbdMR6p92dfzo6THEwKLvA+NrD5CGl5UwVPDn441nu1emaAbT8W7qyv2ke93M9bACu7KnPmczZ3wNoGqbPgdL5sBiMYVv1Waunk4Siz3gquGj7dJoi1f1WAZdBVYNr2r7GYdojOeQqWALl9NsR7N6FWDthnzITYCP19LVpHs6bebVkca4DjGh51q+1QuLEpt4KBO6kAGkTS5ajnMurd1dAFYpNaX3QBcGaycxD9U6lskmOSOALiQhdMGu2Dt83vgRZU0XtKc778AB4C+fAs3kNXzFbcfvBkkhFDwcWrT9Tt2Zrxj6RjZUMrU59LBCeVXbfItuPtv3A3lah7KlFDANi/q13/nt6G8MX8DGN2UqXTDBLolUN6lB3MSh3Td7N3eFP33ofNqkpDQYch15P3XkNiKF7ILLBtywTeDSNYF0ejaphxOxJjXm9FkE0ACHlL23f7LbnhwuPRmTupmY09QuDNZ7wx3a7ugisNoVUDWeGXJmqbiwfKvpuqpNU5BP6xsfER8AyFZWpE5UTJNFiNwFHFwbxYnI3cQTr3VP2K4fTn862VFkrpLBevBGTb5pzKSqVTltnh6/8dFtA6vEx1AAtL2Wn4tIebBt6fJFzeHgoq2y7rix2Y/r/SttYZN23Ydn0azq64ZksK69renfwJ5CrZ6Ks6YT1bomkqP3UZoo16xdbQz05dOzfxE4bOOduvJMYq6nVaAZq5fWq9eMVXLpSBmPuX/amc6uiC75HoBjXQmKWOwfFp7cUbpsJyoxWXD6Pcw8WWjzgnaHHlZolrMtLz+fCdNRr2G+4jfUQYn5XQOszhSYt3N2Li6aEUG50fJhqmZ+A6p2IV7sGrBqSpUjCoDOdDY2RxX4ZscuWgkvZLJ6ReYtlleq3mg2Zhwwtr16trt2J9crc7AeN8btwj4wBhfwy0sF5u1ISoCmII7MAVf1L5vVa20CF0RN4DoaUrQJrBIbPwGqdg1VjRQJcIPD5Ga1ph92rJQATjugGOryuCEb02+12q2rMwWtBhQA+6CLmhsqrRjgYVsHXl2dt/i92uJbZe/w+Xkvm7101ie3N3ehvKwDWW3frrB9BVZ3QaC8qp07MmxPgq9PjkuVO5FJz1uF5hQVcHVJ6XIHZNS1VyCz7v0UyoR234zyf5P903xA3+6Xv/10QEzKVLQ5SscCajDV5SzmW7XWdTyTZB7ie5SPtiXRGF5VU+behdE1YFWbK3bU35ALPqMOrCXd6YK+XHoHRDKNNxsNC0jBn8imOppU1+rUvfKqdhQYY/Lmnsl6tqaVAq3S6V3LK5uXD3EOMWDX4pxjKbUFrOJryFTtStJKmpMBAAJcBQSytpV2bNE8uIobXu8D+WljQdU0nWXf+XtPftS3ortaqxzzhIP6it19z3aCj1D3WHrY3uApLuX/T692ZefkMPehbHehPK3hnH1bI5xf+2t/NeQauG1sQJ0U1muzqnYs682nKng49zrHe9gFUeEOyKx7D0DWwguhN2S37GgA0hEAqAUxJB4Z50KFdMbtqGy0DMMTuZ2x4rehPV2YqcvvYCgToAVoRzaAqheobVoRXJeA1ThTlc18k8FYHsGDq7ZV4pTnPdu41mT1Gr7VJkNa/DLVSuawoskntyHlfM98BZ05BFRu/Xy/b+pqXmvhAB7aGUyTueu4cuOZZnFNQGTaBO642W1TilDgOW0Aq8gGcAz6ua6POHvMNrNKnylijSb5Vjmo+LTad+ZwvUv6S+z3i6dA4CzuvmUZ/n0qBNkvm6W1owtsS5Mccz038fj1LpAvL9eBwybepWvP2AeBPL6kN6s6f1fn3/6d3wrpFmfBn/RphBhbmzh0MZoOAX8c+eZm0lr2WNeUn/eJFxMCaOgS3rXQzRx7WvuUN9lF4lhHQj3GcaMmDt1d9jVLwXNkOfO6qOKtv5PrBHJLRnjDfKtxpmqXNKcrwCphqWlWRRZ4N4FV3ouhTUHaweVbt51rLxBnKTTpefSwQikA0CK7Zh3PEfQIZCjESQpdDAXj93VDkRvP0cxnO44lYATCgc7CZTNfv4AAOPDHXeCPv6YLTQOrylUc8apee7eu/L3hW22vUqcrcrj0Hk2Bq+zHv6wB5LtABNWtWWHf+WXty6cVNUt9CLA0WlU6CZoHa0JAL967wXl36E/gyrTmNQtz+v5xfzUbs8Ev79SjvsI5mxHTcf7N3/6tsMtlGG1J1mxO481GW29x5bkRJ+TtzJP3c7vgp0mLE2ayVpcNAkCAB5zC2+yf5IyYZlWGc6xL4Fia7rCO3cxcLX23p6jnEgrEc1y5m7na4bOJoZuxjvCqHn9vV4BV08irfsCgirlWSgnLt3pRlBwKAgJ5Nc9nnI2putN1h1yF4uW8h/KAa/VJN8/Wzz+HOQRUpewdHbLjXAKGDgD+/TpzwlVvoqacfTCrpoFVYkAoANSueqSk2q3b8q1enLG6m1kBHD5tfeXkteNUAvh+eFW/e47pEfpjWbwp+wjsqw/+smnd00omr6ascN1ThfLlmSxn7Ko/etPEPLCWr9ahvGyz84A7f/q3ftPqccrs4MA5Ue28joWULTvyMHflnhowO04koLx1niPfzJrhW8WY4LchqLaGldj2qVzIAu+LbMgeu50DHsaLjV10zKwaskFcjvLR1iyWroKqSKILwGoQOhGvaj8WAG0U59AUBMCqZuXph0gSbwlABrhaR8Md438tr+pbqoGM/KjxkF7XIzWdReCqjQiTM4y/UXBVKRPqmVSy6jQDvCeBTpPAKjEgFACH3gP9cdBKEwWVjVcnLN8feSSPLUTcmhowsidf7QN53Fpe1eTOSmSzDxVUZf/Zq8Uq+hjTv4EOg3Gvn3p8c1+tizB5rs2+qpWLdrlfh/J1DajaT92pY07j6jpwQCgA8lT1W2D1wowgzD41cidQ/GbpafdTO04loNxjgKtzr3YAiGBx51tQNamDxp6wq75sNuJvYK2/m3uWYD3FsThhIPOpJ/A9V7zenzxt16FmVediaBtYjXlVe7KHN5Be5ATIUFC+VbtsnamVKclnXY8zD6sEgczRlnPEq2qjhmMJaCbvaxO4/slGM1wicNWaVnL+2JyySZ0r8lydhF55VckCyrMTa1nFmgJWlSJrH0TgT8sfXfDxcTMryxOeLkCTfVj9kQ5VgDSrshW2SbkDpv744mvGaj8oANJ0h5gnlPnEVdqdKuOdgqbesZ9Fzay86uqYlOd6F8jnl+zZmB0TSm2vow22A5GvL6YJXJ4NrgVWE9sZOJFM46E+jThV/Oe3hm+1ulCxT1K4/K6aeTgxzazYU9YBAqEzmz3NqrrJb9jmTMKtCuDco73GibjmE0cWU8DD6gPGNuel/LMD9TXKtwq4Wv6GJ3cwWWOmFLerHrlNYFXl0yMKgIR6hKFWFBwywitWoJ7fTpumkNlb8YJFrirl/2Q6d9Wu2pw65VXtsM+5JhvCVzh6AQ4BEO1ISoCMefho41yEKlYvbQIXUQD0SeZNAKvoJODYZo919XsoD7ZXffZYv6VyePuqwVUSVr5uA9UdO04lwDr1ZRXIZ8047P9wtZmVY/uTXJhKzZivKCucRKfPZDnvLWZxLm4ORp/gcoZ/LuewwOqRwBAfCLWeiPUtFg1FAdXl1NXM1b69fk69zX05c4t8yFolmK5aPnHQ2IMGp7llV+4HUWaUz4aj3/wtNzNH5pMmW8qUk3wzvzaLDpvT25mrHElVDjRmm39dq/IVrt6rTWDV8KoyqpX71Y+u8IK4vNKCq+lC1aYpFfOtUuJumlX1V28qVMGTKDA+rOhTxVJCFpHPRHfgWzXAfMcdaT0T+uZd2aDeKN9qNT4Um6JZVd8k3QSwyiZ+tTfNgIfgdQh1FjTGbUFvu/zIuHFmVXyrAByPu0A5eftmV3XPE/tOAOdPL774g2mUHCrdxsR17XynKpChTJiUPGznjOLrypcV3KE2Q/hE0viw1SaUl00xn2OB1SNxEki/8iL1dLUkQHx/4ynfak8/oda1CIf97Ry+1erA1ZhX1R6mJqeOzKggcAxfcc+HHlwAHtpmVikzSedKR5bT6rIPAVUBDslY7bIvawtYNaXKXZZMdoNn3cI3uxUD89nfoLtXKvDsmMYOyKnMyvXarMpygF+Y8NBk8nZXHXK/2UREm3faWouk6IzfMeBqGbsCtFb++LB/VEdIpW5gFbAZUHVoZdz4ZEu/dtklkRVehkMd4JBGVc87y6uaJuXnbSifVr5WSg4kFHw9ANQmcRreDiPGzb1wX4xQQl3L5x69LYrJhqrax3Ugz2uAw2L3qOp7unYfbT6+D+V5Ba9qMc5ZC6xGs6qbVLqVd22WC7wPe9OfLSeyqKE0t8DrdOonmEnMt1pF11zsDsyQEic7khLAMe32/cvguDSXgD83M5pZ2W3quYxYntlkQJlQFh/DmmJQtet21QawquuVrvlDCYqiZlaWxyZV3WNwlczVMgAQEc4ucAYR51TtF2JeVdYs3WwMwbSi4ivWraWWD9o4JbFuOTSyivlWi23kNc7pUbOqcxnUCawSI5Nt2MdmVdd8jFKwUU2AXx6Cv7j2wQX+noOLogMwnmZVQwPki8rj+Hfwqv7wQif34eyvjr8Pc5pOzDJsVmT+zRpZLCNCZXxPXnCVCIBMzK9rXzEve+R6rHWh0iIAOO/J6Ck4LLAanY+gYDjvMqdrBeeglp9hcD+7NZmZdpxKAMfyburIu6n3yq9VVEYKqipnlJXzuQwJqHd+vm56Reehqd/BFTufurKY0gjNznlykyrayApO2jLSYU0rQG3TlBqcPKcNYNXwY4KrlpFyK+K68FDDacAGdappmUP5rupkXAXf6i7qcm/htcRqpWBzTI8wJPWL+VaJCQEQLSVA0iaZ7zvNACqWubolKaOvBPI1Z6wC/GyDITdHCeVmUn9j3OpWkmbvRIxC5mreARBPsyrT5d6OYwngan548eVxM0xQVb81DMR1XZl6Blg1njm/Hg1Xc6BMIF7OUZ2szapCBVW3+yDaP1iZxjri+wZUNVzOxeUyemA15lWF92do7vt26sqHBdl11h0lACAoE2auNrQqij2zuLHo23U/uUllM4dv2lMfpzhJcSfVtYUx7lw512ZW9hT1/NiCTHC4x4o2s0JjdtpUpx8euWlg1fCqDseejvVHMzNdA7DakZSANk2BMiHnJkMpWcQdZNZYFXqCz1FuzAGrnRuGWq0zG9BaXMXcx/cA/LnN2ZCINUqb3faQV/VYdnVlrNKwdLWPSyqrnK1u3YtDdtPMqlvv1ZW3ycu3yt4KUHU9gEZnVc8BeysaVX3dkMmru6uqH9Gp+3nKtxq/0rC/NZ/gzf6I5LkpTZUziAZ9+enFl/WuHHCY7z37cHWoZf/wqq620PkUowB41dI//Vu/2Y/da01z88qrWtP927wtdvZu7sq7efnMzDa/o65nc9oDuFqkmZXlVb08K1pSGYRCUD3UoY0Lpo7MaF7guJEjHurX5vmuw2JP5qrho80+Yl7VPlGyNAmsDo8CIKkbWgJGiVPxCsLsCtezK5FNXAKWp0WlaVZlcxXTpts0qzIHpEPHHNGdO+XqtZmrabqQvZmVWeeUV7XnoCrfUQewSq/S532goPMYBvsJpWrJF/KMQTT6jXnA1a9bX1a7wCatpGgHvKo/ruJM3uErGykWgKuHw/bhf3Mep4B8iJevUW7ghr+uAm1WNRKXnFmMAKnrLbIxB6Vlx6gzVocMqsaKAa7xYeEJ2at2wT+YSxzqkcEBuDrPcdTMbylT2fu2q3KaA2KTqrIZeDzNYn8z82TKv1C5MvQPzrHa6GLv0cwqe0Z4n3hVj0XRFLAag6qGWnXYwSUWRfOCLKfwOdRyEJdqVq9mrmZDnnW9Cgmmh60zRSdX16torRq4WamIaGZ161m+1XN9iYtNTVavOcC45ICI/JTqqMe8qsffXzWwimyeAcYGADrn8SuaPUbTnTw/GtG1WZpZwatKNiZ+2Y5TCdAE+JdPvmz8MR2SQtFomncSEg6LAqsKDQ+jw/a3m1lps6oNPrmKZw7rHlsa5MGrWpFsRgusaqlySPrvsBQk8TWh2aB+uPFsM6sLUw0dwMPMkcmVXRU6wyU4pq0fRN3KbQj1KlbsCZ46fwR2FX20goczSwmQZlqOE6rvAVzNYiVkjO166I6bAFa1SZ6yI2aRZA+FePbKJjMTcD4beNj/L873BchnRomcYs+XZaSlysodmu/+Y7kadvSSdFq9ExUHgHCt8mcc3iTvFDlyS7XFG3yr2BWgKlmZQxhVAqtsqeiqTBn32Ib6ZY/sMWtZqTEh6/obnJAccP34srOZqinCw2//4imIqDW4YFw6hkkpJUBBHuyh+yJAZ3xP2qq+2QXy0yoYdBVpkfnFpthbPb4ElXI5jxJY1dKvgJOPvrD4FVGZo9+EoYIb7xeeyQKy40QCWh43cbWh1bWGRAde1RiRt/KMhYmToixuTCdiWrY8AVyNwQ2rD0YfjH1gT3Ezq7fcjoI/NGTqYbhYN7BqSpXHA6rGeoIlsVzlpZMYy/KmWb1RFkdayx3lj7cUABfVAdlgVyYDZixaQ2WF+d4bSpcdtmFDzy7IP7dk1kERZZLmj5XD7BmUAkC5I/Lfu4u/qApY1aoTGoAoh984xytViwVXUxXgEiUAfvjzZq9dua1HSoru08qXL2vDBTkYx5PLRYTqj6FfG3xCXC65mItjmiitZDpal1irPj3TrMpa1blYwSyeVjSrqrbCdpTA6hgoAM4VCDu7m7nyHr5VmwSUcFucMN9PXLmjIdEFp8Z6trHNqlKkY5wSZV8KAI3Mf7NJnU8c5VylrYwdBwnE4NjN1HT3TBua5QwI1FO9qRtY9UNHAedxjlDBQ9duUi9sUtOaWUX8j0dd7sepO5e/OuZVHa9dmZUKcFWXLTsSEqCsm6xek4vA/zNxzhD3D1UBqySpvuyG36zqmrkAzJPEYpetdEmdg6uaNbbz5XnLcZcdxxJAHvBi/vLFFz8Ys7M29VrghlQK6oHoUE62KlN5Ey/HfKsAh19eAlnvxlNFmkeUL5tAVpvqOWdHBayqw455kfJIfwjXhhBAO3I/8+Rhka00dwifnecbcEjKt5rCkYSD2sKrOoIujHlkZkzKlMRpE4eRRkUE0GStmuy6MQc/Se0BFuTg4nbmaabUaf6PAVUB5Ps66gRWlVd15PpERp2WOI0prTCHMVCyrODzq56Y8v84GzPHrUZxqdIjRADZmE2LtXoKT7hDZrhds9KUn1hwTlZvJJ4h8aoef28VwCprFQ2HoEiwI+rWbZtZpaqCRsmuq4c72BS0EV+2/mj3D2/ZC7yq//hxHzXJs4kb6A6UAIZi3q5b57rDWmUqmRx5WgfydY1dDU9OYDJlwhYyeMlWraPCdnTAKk5qtMt+aBrKvF9M5NamKaSuZQTS3849LWE+LpFTXtXAGKHd4J+KTkFnPxik886zQQBTvePQwrHBz5mGqC3Bl3k7Oz3UoTrFcIfacS4BwB+lR9DS3eEFRllnHP9CIL2Y2AaMl2RGZh0lYKiJ+mOlZdEuZ1nFPJrraIryCv6MWT56ChrKjetqMyvPsV742AiQBqsVfKtk9iIuDtfH0uU+j0Mw1VyBrG256avYDABkMlftSDtwN1RRJGR8XvuvDQStrA4SYHuwMcEAACAASURBVL/53QuZvETJDLu3MHBqKHMoAfgfZZetsuZZ9vlRclJZvT9+Da0UDB359OQrHdTbAHRZAZSbgyKInPnWEhznjsjzS3XNqhLg9p/+rd+sQC3KqkQzv2ejoUFRBXrUzBvX8xQFD5cTzVaw41QCZB6ygf/mCACC04aAcSyNY7LqhLaqCh3hsMImKRi34nmO3M0NgbjVl1NNQiI3E1dpE7QJHMBhuTU5q6r27joCRmjqYrsaM7AaTx40xtpxeeTrd5oyI5Ibz1UAWpvA4Zp7p/X1vzBreczlXP/T+vEEBw5+z5Wl169te1X6Ha/Tl8JhcLGlZoSbqpy0UfZdylb6lH1+EU015AiHKsDN3pZxJzbYr9ng6YsW864NVApGi2Xm3XAtF1tM9UjmGl5zSan0sNh8M5VuTzuT6Zx1mOOgMl8eP6nEBlg578u9AzIwfKmXB2v5aldUO7JKtI/X0WwI7tB9Cc7ZWPbpDZ+ySCUG+IqagqGXcYTD3uLadFwpauwZn/L8bN7KJIhd8D/R3xi2m4K+IF4Esgjs7Br1A2pLzQ6+lL5DE6+e6u1RZKwyaQFl3E3PXrO6kvlpKBXg4bdLL+KPyvzTUVxIIH0/dfUPgzIVm6manHotqYRz1m7iX4WDbSnfagzMH/mcUBeuKpyQuU+RdbDsBq6sA+Dg4nbqKgA9RoAj6+wrqKrCLhbslJ2nLv4+pgSAbuNcKgSSucbrDYoH1bmed3KxCaJNQJnzvfny6Cfnv2Xdmromi+PaQVfRDfXxZ+QV+bm8dGtddEeC7NQNZpeg0ZpIeEWcZ/EJ7/Yvw1BBwwmbsGvqqBnR5nOuXXrto9lMlh3l73Ddx5rsn1CmUQZrmls+aGF+f62/Lby5jLb2ZQRRxhai52pTmdOeKWWndhC/J5kH3tDXhMPEV8VJCWUmsIyo8uvrq+0fcKlcLxCDyYAqz7tQvqyDq02Dcz1gSBfTvJOy91cbLTZfQxIJ37LzA/nuca98znacRGW6PsMb+rwKZOZ5Ale43UYktQSb0r0oJlVmDUxRwNEAq1tWuIqF11eDZhMK/8bdzJMPN/Ug9n2VTfzeyOfD3JWJOnETNlexGe27XI7fn8DIdhpMzqhmZk49LX0/9Tlm9+SH5Zo7GNAkAldzKlR8hllGlzXDosQ+AK7nCVQkBXBmBaRyfvP55UWgtPiZZZ5tMlPMafJbQ+WjZe82iD6Vk5EbgPypBIuhEjHtVNMNEPTdD/+vpDYffs4tOeTi0OJqs69IZMVULJZ3ef2MYKGCMsjvA+dQJmir9/LvXvClu/ez0ByQ7vbXfWtRHDzx0WSt9WQKwiCU3S4Qei/eW/QwVX+Jk6lGQTx2GAmwzAOqPtKQqUzgMEiBhrLai/z44svOZ82yPM8Xp5lDC+04DYhoDUypI1528tPKZsif64zSQO1CeXzxJYwgr/mEhuU9WWwb9nUTx9HeKIeDi2pewPnX/vu2qQCyZxykfXJ8+nVRHFG5g5qgDaZPxOSGBIr5s1Yp3ygzoGPYY/UFx9U5z3DfazyYuCGagryfwbeavKGWsRROtzH325cRZDEsIfEhp0yyGQQXXYJIbmauLKY4pey/G8OVxNAAztrMawwfnOcbY0DHFbldGNuyAOKpAI1teTKzXC0ngokbCBZfOfIoan+uVbBLOQ6Nz+FAZzY1cHHToHGXpYY35sB04TkRAERMON6NanzAo3a1N5UnNrXlSIOVNSyUNQ2Z9gA/gIciS1LIbMyTMHWt9JqYeNCKR+QFgGMDj19g/fCxtjgim30on1eBvERlpOiL5aK9vHpiU7YxrklKeFz78t3zPkpQsJ7mWGv2fiiPz77wz3gAGs4pebd7rTQgRw8tFlMnwjGq0Sfnj/7n/13hvX/ZpIsYnKrzNI/MjXdLT+6XE7van6lVyEYM/pY6J6DLO6033o2Nqr8LZDFx5P2taWZ1GIVNplJpxG9U9G1Ofl+gayBdGR9uJkoiTiRdjUuqVESt3Axwg1PDvmTkNCak6GyL8h1czt3Ck2UErjb2Dj15ECfMixlZz9aq4imj4VA5LqqeTH6B16QgB45DstnZhM3IHoPL2HrlV2nGx1xTx1GADJB1zIftcQa9rlWvh4DW3xzHebsdmbwHDnkFD2euzEhfteNEApqM4DpyNzF8tGMeWz+Ur5tAG3o5BWLrIcsOzOfLKpCvZPJGH8p+C3ecRvMzZFnk+TZiwjFnHrJevWwD+eF5r82SozLSPCIc9LVUnTyvfNnskogAsQ4A4tVKpkFLKP3jWLegxqwyXnb+0H/2V4riMr2ZAkrjPt5NZbEY+3J/FDKSNQqoeo2MrTezXN2LYmj+zhd/b06aH5YT7fZuMzNPZYzjIBACXNWmMnYTr83xtDNuzAFYnVr2/k7ox3rvm27l8Na5Ivc3E816tsUEyenFtpANwfSYs3rDMBBfTPfgwQcrBaycJZysungpR0bYFgdeSkdiRwoARPYhWQrjBRLZqAIa4o/t2fqpkQD04G8224NdcQUZrICHDzPDzWYxszO5sUl1HVlS7jXSgd4oqKpNh+yIJWBonEL5ujbyUWzsTE2wKY13rNhSJYDvcSk1HeHRBQfHgKovSlhsNeRYQRR0XgeyWl+mR4B/n3hwxCHPRa9CHAiVTVWJLKMAVpEm3b9+/n4q3ogX/NcFjsyfKEvBrl8pEvAD2W0BVc3AEX1zZwGgS7rCBv5+4amNjXlADUGJ01EVxpjFcfrtbFQpV45R1ehvOSUEXOWfdiQ3qdOJq43QxggAvZYqQ61hQdUU8zCMl2SAa3PFsyvYhGkTPa0msPZ1EI+BO2YKAOkKP6rM1diuYl5VS61x5ncjDvHVFnqEJDSmZctU68wtJUDamk0UuIRuI6XJ4JDX+Jgv+icADq0EHPLX5v82xPG8DeXLhmZel4XDumULddLlq1nh2NWo0DFDcfTj816pNaxdJXVjTbOqtS9vsQuiO1PbzOqi49J4eeJqs7iywP0ogNWYcB/euo/vJuKO2WtT4k6X+4jbJv/yOPBfkMm7hfiZrutmM8opK6WVH28tAJQ2+9jX7dyTu/k5ZcLAdeXo81jsKU/Z+zaLJTHrEa9qsoOn8cxkZd7fAMxb8OdcdrggyOcByMY2YgAIUNWCP+mzD68qWYeXmgpRrXMzozR3fPpz2V6MvKhAuXEdU20xoo0qGeCkiq3oqKz/av3usa4gjZe1H3HOXgI4QllOXbmlCaMdCQkglXdTV/sUjGeYLvdP21D2UADYw6yTqd8GplnV6sre0wlDTdKwFYLploNcxlXFFMqPUbMqwwNux7EEtrtAnleB7DM0aKdVOVmrgIjWPSX1iKxerWQqCa6OAliNxQf48XDryf3tZJRcE8qp5YcKqtpTnxTnzAYenroLp6k0a3pYWt7Dc8mZTaqjwCod9sa0SVXgPTQnqtu4q/KoNhPXgxx8DfQIptlbcijAMfMUXLV7/BT50MlcOYDGVcajdqWZzjb1J81udn4oaz/UxlWXhmYpTI3+cERo2Q9PJeU4oXJCeiaSHsWATxVeVVtZkYxksCV4VeHGDN+s88eWRN7NXJlzIGjX/ITtgDnfTgxlwhgG5xSfV6eNY8bw3de+UXupiCM/PPt6mHOoBbz8S7wx4KEFV9NlxHJFgWDcovLaHPTz701gQ7OqT6u97q/sOEhA8ZxA5HHl63qedcC3CrhqGwcnJabVKNrMCgi6+BgVsIqYIO/9QFn3fHxEvmRh7mkcY099EhajzaoAVc9KlY8vxNBouAMANPKq91SPo40LFp4spuPq7KCgqn9ocFHcHQ/rl9gLmBib1DfMSj+aIHo5d+V24ZVa0IYlwcPXYFuAz2QgjmEQNMKkRcMqO5ISQCxsUrNgzhxWECiaxiDj0J/sOhNqEysyD5HMkA8F4wxwMpx3GJcdpxKIEg/o5p7FrnTdckKlBNAMIDsSEoBv9cYbPkCmDZlefI0D7Yp1ZlYi8mkdyBO8qhmFw36MZA3Ps2cWaW4Fb2PAVV21Bup5oFYL5PunvVJr2HG+XIXy9GKaVWVdr+I7sF4puMp/sNksJ4IFUp1PzJ+itjU6YBUJTieOfLyfymxE5ZWAqQocZl3ZRuTFMB8A1T27De1Omb5QsTEhs4Ws1duoEdpQl7Qi08/SR1bdu4VpZjWGAcDB4m/NKmW2yf6JQOcsugDwA1fvGMves8pnOTNZvYMGgCBfCR3ZBpeJ+LPIa7DXAKrC5ZwDdEZfqCYYc1fhi/oQhrpewbfqOMPNXA0DuHiPKisGuyEvZvnEdyt46nJ1pAqVq/d+Pp7MzDzSJQoEWF0MmG+VuNfwqmY76MojvyFcCz3Cp5UvZPTmGqEBDk1mph3nEiAONFm9w5ROEAbyi6975ZDPCxwOXVuY8Wd8zuZtXtVLcuD3E9dUwdlxJoHI79xMPMO3WsC8RgmsAp7dzF15uJvIZBJlcRQQXh8UkmCRL/RpcGHRn/QpI9sQ0DnjRhVg/uHGAEADVZtCqh2fKd5MXXm4mUQHYcOVEKXtZChcy8YsJMye/4hZRy6mpDL7xwBwfLidjCYzM7tkzMEyDUFu5mSED9uudqHNAE/TDcPlDDgW5ALXMUGCRHTHnMMPV3/y2FR8LXlmt56rh+5DlUzgB7LZi2QMc4qIsZe/gdMR+6ABCBzpRRQAUH45oQqulyKo7aXJPGTdup04Mh1gt3f0hmy6L2t4oIbqOYqpB1YFJ+bvPRl6hCJczkiUigJbIZg+BwZcNdm9hRxXsamt91fRhuF7mlXBdZ1j/1Dvi3Xj7kqRtRd5Kkk7gs7AKUr2KrY65GSNIjM3oZIpSmTJ+/txAquRlO5uPHk39E18KEJAbXlVLyxMcPhtOfUxnFlZB6WV728nMrGlKq8ii9c/HPbN1JO7xXC7mfOtcBzyx677p1aDHREMAf7kDYpMsyZXHuDBzmOQWQ2359chHygBhnrSrHZFZp01qlRNJQNcS79ybqPYq6A7AIfzKSVg1riOBYxE8TeAY1SADWuTEUoQOMrDRpxj8Z8z09KNaihruuuoWeS3DX5xN6WrMI3Qer7IVPj6AKv4qimHOp6jm/ihiMfEgCKfXshytgvWudqwhn8Pr2rc06PgxJvsuuHTSRQ1O9Yt0/i1oICLPri230EbEcr3TzvtXTGc76pGYKzhX599XbNKeZ2oOnehB4JD0Z1qZKx3CcVUMgGu5rztqIFVlOl+GTVNGahi0axKeVVLWWBOrerJ5QoAbX3xtdVg9oDvtaPwzJX3SxqhWdd/uknlFNV9bWbVE3XI9ZoxqGrX/TNQNdpIZeFVvSRwbWY19+Tdzbi4erMqIAcXywWlp8PqZh7zqhJM2+UqqQ0sUxuqK0qkHCJXmjDCr5U3WMyqn32+juwf3I7hzByChIy+kOGSuxS3zxOZ9d3h1vcDWRfgqTt5RGgywgFXqSrQMQT1ySrHa9eFok2+AFeHwhJFRc6XtS/bK13ur4lmiH/PEvVlE8jXVSBBBXag4OGAQPmq55w96IHnuQKBV/2COe639QP5vZ+2emhh48DznbXI16dAk1aqwnTYR8wntnFwmopiSXOPvjH5bGrUwCpWCxUA2VFsVId21GyaVdE5zrqnc6NRUHXnG87ZguJhE8ZpxsNt/hONHOtMby/lFFX5VmO6jd5+yeHFtROjNmSyXZUvLURwzpbdxHPoFdNtDEBtKv8EuLVo9DUUfi1csE/mmAVVU3UF2Wx90ZLKfCHe6e0Oh4KmAWP248TKVbiTNwTSh3p/4UWcmT1PP2St2vuB0LCqnOZ0crpKvRQFkEEghqdOY8AylmVeBd2hEdpYOObzTIDZpDqy7DnfKqqCvjxuAnnBKVegN3nk2PVrkQ+8qj9oJm81b4vuxOBqNXcc1l0OfKvV+LF2pGPon/7xT1tZkwxm7epsGuAAD5RbtSpQNdYWEqHmnmspAVIUH99zO/WirPBsljFuYNVk+2rH3A/3UwWAhmLLmv1D6ZetqUy1BCcIZUdQVGLh56d0rXx/M5HbuSXXSgOvJ56rnJmDAYCiZlU2SSGx5qvr1GZVgGMl7Cq+M4H0N/fTXAtatmVvGFdBB0D24RDKlimltLyq6XqJKW20k7sxqjLwj5aBc6BMQ5kp2WN23TqWOnETAqbZDlTGfeeug1efjDpTqlxGc4bhM8/nerOFVzVerKqQT6i6cwfdhjWthNIgEuTT52ZWgD80qvq6CRQIqkJrhmRdm0DkuyeaVVUQBB4JBjmT7WwbMF7QFqh+yOrt6WEga9SXl738+LKPPtBa1vFMU/r/5Wlfyd4qTYPIzDSUEnacxgmGx/hulj2RZfTAarxRWcxd+fhu2nuuCd0YsHciu4ValWrXtkFYHLxPu+1eM3nLZ+yEAnj4zf1EiaAdbm7HQQLKt+qasu6I06Wf4jHzCr8hoKqd5dNZRO19CRUAqjKenk0ceX87tc0LLhgNtjVlE9/TYBpLwguzCSMr046kBGhWpVzOFYqHW1GyrHyrvdWd+rSFdRzwh47vvdyo0vyNw2PiwLzduOsTa3fuTAb4jpLKqgFnw9V7M3G1YZOeY9i96sm8k78CJQC21bcRH3L9tLHNgM/nDj3nkOLTKpBnLVmqfn65o+VbvWw1LOVQkpg1q3r512Wv4BZPW1++e9xJYB3mmZhD8X0xvKo1JsqhMotJdvCwLl3o6n05tGC/lSVetsBqNIuUni7nnry/j7uZd3V6334vLVUOKHOvNl28n9JIvjVLzX4DqFrdF2mJ09SRj3cz8dwKd7/VvWJrdzKlp47cLyYmu661Nyn3YO3EqA2ZLP/jsST1HMExQDPlO3Ws+7dzT2g02MN9WDmly/BrzQCae6+lp30DgbAmgB9AVes5kxMONQKHFVWCqvFTCKTJeubwovwBYwZl7dElaCMAEOCq4fbrRzVTfLCOMVH+b8/W05TONKvSZl41OR0Sf5YTR24GVAVXpflCWXc7ieg2qrxxjfdCVTjgIlPV8qomBU3s99M6EEDnmsxKH8oeAqqNvu4lalRRvXX/mlkR4wTyi6874RC5T4Bw3XPJ/YMgkOdV1Fyx5geyVwdcVduyBnYqbXjCJ+5Rg8rLArLAaiQ6zJkAGr7VW7Lr+qpUBNQbv5aNWM023czt4X/cBZVPL5tUAKD3lm81dR4dMZQAhm+1f4PsnzXZmP179VrfGGAVMG+1D8SviR8T23p3EwHzfVSeWmfAlMbdzCLOzJ5lHwKokq1a50asZvHXdntAn/iwoi61x3Y5FDQb1bqeUpuIartxrJGapeCZjtR9OLQI9cTY0cwWk+Vs5/RcSZQegUPAmhdzMsfuqSiwPRgTdqrgmOvIXY/iQTCfx40vLztbsnQ+oazfT9tAs1XrOFw/fx4VBTPLtXFx/aOkO0tmXW0LaOYbs04F8v2TL8/gFtQvWXqiV+lxoL5a+/ICr2pmmRa8MMK0qbzV5qY2dDgRJIfWpIaRtaoNKt8QkAVWz3QQh/Ttw0wmE/MXfQimeU/NVKAcF/CniZWtoO22+TPlVd1ANl/PwA99vJ8oZ6/NrjuVMRs8bOvjLQBQ38jHQlmR3QKzhl1sziaWUlMa69QLjlFR8H45URDIjqQEAMYAV5FTXwacWsrH25cXbvg9X3aB+pw6h/KE06xp6urBslKM2oj6RORTN5TlpB9cxsSBgS/qj+vKxqxTH2u9N8oemswf1qz6sydCBQ8/xPz7/XHNtU5DfPM+8a0qcLgJFDyso3qgEYHX9RBHFGz+/BKYOLAhPZ84jqWIemNOzWEpC3p391skY3xe7eWz8qo2pDh12UGl99XFSrY7kcdn38SBTYknNJVMfarUqVT0V27mRfSGyOfSsMBqimRQqm/fw7fao02GgqqB7MnGtBujxKw6lHI3kMmLznxzN5U5J/FNOcImvUrBZxnwxJHl1JW7BeBqP4TDe1P2pUT8TezFCsq3rZ/piap28Kx/4JfvbzwtXbbjVAJIZDZ1e8OZCQBEsyp7BpiuyfRV3JJS14RhUa2jzaxMloLNXD2zLUdk7tJwJ97cdNH/GEVhA0aJu7WrM7vSJkOAqqFm8zZjVvCtGi7R+5mNB889nal2EbnTTXxzuEGR2IFDLkDVfX15GUVeq/3fOKxTIp9fTCZvU6Cq7iZC09+iJ1uJxucKHGCixbddXK9MMtjXtS+fXvzooKtxEXX4gaFS+TyvAv1n05tP3U94ru7TLZ6UjCXI6F1MONhJty0LrKaYFov9zdzT7EOnJ16bLFXLq5ruJ1H9/Xavmbx1LzJATIuJKx/vJrpZ7eaS1u56AmUCf/pQqvLKcdiuyDr3dPSa5R5QtcmO0/D0wrf61mlh54TV0AuxVNGMCIC1q54n5oCkmtI2q0pXDHgx4RzTJIVmECAFOF7BVbtqvU5MLH4qv2CImpL808EMIEMBYJorBoHmKdlxJAHsaLv3ZbeXxjN5UZnlzFHOVTuSEqA48G7aTb5Vy6v6tsayhn9e0XjIrFdNj5hSwiaxJCWv1Shk9XZyHxpq6f+PL75yyNtxKgEyeQFVN9s2rMq8ix4KeoCH3c14bkVv9JDW0QQfwNU0/n3nD/36XwFtsuNMAojk4W4itwtP4+iuovavFAAaUFsHlVDkUCRgk9pwa1yAw3cAQJZf62RKzGJvODPn04gku4Peh/fEnshWtUkKyQnCP8I5a0oqmxsxlzFZzzaYTsqdE1TDmdnN0mUtVaYJiKUASDUaMsDJjmqj3PS1mZXyR3U306U5b3P6JFdCBYBiv9OpmBBajbhZVbMuua3pyPhcw9+jHOnb9ugROPR6mDlKDWD3W6dTB+hNnEzmKnFFl7ajHBp/AeCwTUtP43gmLXTkyzqQx02gjV3bGgqudhI8bEsip88lJoTux4y2rcsoynYfyA/Pe3lW4LDtd+rGPPEWWktBDLgOZEUTuBbtivdBd+AyBmQ1/Ld2ro4tSZtZYVxnYnF+9S/+1+Hixm5Sz00LfSYGgm91rmU83VSoMAglAPzRRgVW8Y/nUbPq/FD21Ko0PkJ5WE7lbmFLVY5FH68TAD/3C0+77HVxEFATTFNS6QLOd9P8WxMdhPPIpw2/yGIPsLqMuetak0I3H0zmoWlm1T2lxf43fjPUEd2cnbffCi5nDivamLk4wwVKAK/DJYRtzKtZt0LNlKfhjm5ROxQTEv+RrdryPqyNqXnzmSbjO5TnNXzFUe15S2/pOaF8nJtEDTuSElh4jiw7BpABHCrVkTWskwnD07zsRD6vfaUCaHuQoqH4RhsLZ9sfn+H5rFsm8bBlAYVmjfruaSePa5pVdeCdMsivuUtCWW8CBVbrbq6Y9ZvQHWgBVHOsgZ2IDamAYUD9eDycf+bP/0a4vJ3KbGa7gKUpGum+H99NZaLNC7KqYkPXRc2q4Fa1I0UCQSj+FuLn5gEglg8c0sNyIjfz7p3Et60vLKhQJtwvDGVClwagKh2VdwSM3Xq11sXERpXyL7JVNVu+Jac4nbiaEW75VpMqEWdwLDrUzApdwebJbLEUAMk5Qzr4G7IO2x40QINygzJCO04lYLjHRPlWu9C9OAzMIcVmiz8miczO2ckGB15VMur8xuiKL5tMCE2UI/dRc9Mm+Sj7YMdo7u3EcNK2rcWG5iiUx43fGYCjS3O4C0S+f94LvYDbXrFIfGAAHLJ2ta07XZqn+F1YFjhoN2ft7UmIOPDTy16+ruMGgl2UVnvvZHhVoaxp26oOMuAAmUoLkqHsSEoAu6J3zHG87Py+P/cboes5cnc7UfCwRZvr5Jyh3rdzV2kBIMrW0Z5fepWRblR907DKnqamgAts4He+8qq2OQB+AFcpz+2A2rQpisSzkQeZdWQfdoVvFVtqost9pyYi48swXyT9wP/YslmpLcEl+rDsZmZmRpHWdhkBNOAz9tWFoXZFA0G7WKVOB2eja3arHRma9QyhqKUESA0uyKwz4kFA7a3sQRAYuhpbUnE2Tybre7frXibv7dSRm0kMcnTE4DvyGpyx39LMqkXGBD0ADES7ldtmVUnFYJX6/imQVcQD3rbqxN6Xfx7Aw7bfqnvPZ491yOptes0y+3B4VaEA2OoGoul36N6cHN4IKkeRxxdf16x2UYuknNAdgNWJ6W5qx5kESKK7hdowko0Cq1wznbqyvJ0o0bEdZxKIOCHvl54AQrc+yExgk0qJSnf2Yq2LJX4BZohGXk3zqqYKgKYXCgBNZNoNjKMz88SL4LBjcLUDlmVA1b3hgbTjVAJgYgRETfOqXpoHFjHKMN7fTtrENjqrJrFtTTvQNAVAFV5VO1I2qmHcBK4bMSuZdPhibIuDQXskeO4HQ82MupuImF5W7WRy6GHFnvUqaBXc7aJN0zGcUspXnrouBBeRoHiV+xklhNay0nSH7CgOLtpYtuIViqY6Cv7YJetkihAHzao0k7eDhs+BMpljHWRB6oS0WKpM49emHaKpAvy9rztNzGj++Z0Q/xsvEcrjs2/ofDrqc7ArpQTQs+Sm9afr8ydaabGMEllegVVee77w5ObG06DRjlMJoFQPd54slY+2XfkAqvoQ8duNalJNHZEwAlW74KCU8Jmup4uJgquO0w5/XpftWTkz554soCNpfMGPJWNODOGLsll1qWalGw1z0tydge5QUUCTQTuSEmDd0gaMLQVDcbMqbMouV+mg6sY3HOldG7wRPMbTloDDrsnj/H0o8LrxyJJqGlg1NCy+T/VA16XU0vuFofLUddXnABoCrgIi4pu7Z/0tzRuQSygyJ2Peax4gQ19oxvSytTzgaRqw3ov88nknfod5LIAvAA/b3aW3Zz/XnkzWqim+bQ5gZb36va9bpdfoqk++Jrd6/t54/tXa8Kp2XTbsJxZ0GrTGlVAH1nEaWemBaZyxqmZGdh3dum3H5YTQUH8E9u5uYsor21IsshQADju4EavH8eS8K7yqEQVA2wD4AbILlUYC8PB+0UGu3pwiruNyygweWi889gAAIABJREFUbtrjW8W+TVfl7pVh1CHvvPdELpw4d3HhJ0h8uJ0mCMTzfuMQr4/L45Yt0W0oX7EFVVNVK/Y5HFa0FU68pfO8HwcXVFxY7rqkpFgp5i4bDUczV5tKm9fDijCU7c5Qs9hxJgEaT24DXa/aC9SvWZYBD+/gZmsal++BwiASmlnxpynfGPOq/kRTHWtXJ1oS0yP88snXypOui4fCUpOZace5BExMaDhpTc1F3SOUT897+bzy7Xp1vlSJOSD9+gSXc9etyqymE5dKpib0pm69rP7+SOV25p0CqzwGKoAF4KrtuJxYWFAqsure301EyytbyFwN4NOyvKqpFsFJ937rS9hBB4XLnHqOfLidyGJqF/y0xR5OyPfLSSt8q1s/ECgObUB9NDNRbyoWfMCfrp7laKDoOfLxbmo3qRdiBcq6NSO8wTVL6Wr0T/UBzBDuCPBDtqr2gOvwB8G3Cke4Iefv8ps2K8S4GgXwhzIw5QmvWTzKrR+KNrfAL3cTkm92Hk4D9VBls3nlK655Qkp8Km9GVuZy1nxmZonXbuyngGMKrjYAkLFE4Y8Bf5RZo7Gv7MeDiP1+ePbluSeLeQwe2gaM6frFUsW6XvexBesV2d+/fCTLuasHXe3ZIAekPz36WrHUlzAZ25p5XueaTrc3i6dPxuecZKzGfz2ZOrIkewx2fjtOJIBDWs49eX8/aYwyQbtvMxQ4jLpx23lJzMuek+YOgqrHLwrA8fF+YkjE7Ry+SkCXXMd016Pbuxn1S0hLKpUCwPKqJtQxioM2USZvl9VVF/uJKx/uLN9q2jyZQ0HPcGY2AK6qXUUNq/oSMDap3/gcuMY6vly9igS94Y9pMli/X25yLso+y5FQbiaucqjXuVE1oGooe5/qATsHafNG0sGaGLnspDbx+zBULkhinmWb3Zqa+NaCzyAHAduqWzxU5Py0DoRYx46DBLAk1qivm1C+sL/qke832XX20OKSPitlgm616lvTd34g/+jLVpNW7DiWgPEzyqval/Xq6PV1PzFpj2Ks67qUCqzy0rOZK7c0BWngtLDrQjp/P+X1u/Hkge4FDQ0NqDeBzai7JG86lbNRDcJGgIOi064Nd6aufAMwX/QmA/0dSw0bd4BV7UhdcxCnG1VxOtHlvotTCkiw3gedaVaVRUZ3C1f5jBvADrO8TqeuAVC9ndd/0mx4VaHVEG0Cx/9uAsztlLDfeBmyFMxhRd0erhqJmEMvAmnAQ8MJ2Y83r+b7r92FVQSuTPi1aq2QU1DVUNZY+Cc5K9BjkalKaWXNocM1lcj492YWtaPwxJS9d5i6MuM3VX/ZzBG5nURNU6q/vQKH8Ko+bYN+qE0NMrh0SzT0ZRfK9y8krUjv9JNdhMnMtCNNAlD8TFzdeVUuICoqvn/aqm31xCFXLoOLdhWKrLe+PL3ELeB6pqEhVBLQIBm9sfH96UxfBFYJnmdzT5bacKcxfevNg3DW72+ncrOoP/VQN6pKAWDD6RMF0RpKR+gAu9v4/ekA4IiChw803LG2lbB5wFUoE+BdrXNgTboRs81fT8UcuRm4tJRPq0duhwX+/dLTwwu7biWth3XrZhZzZtbjfFivtpZXNdV1qc8BVI1Kv+qZgXq8JoE0PPPwhffpveuRxuGusXucuZQum8PBKjcapmLJVFbs9qJNFu0EnM1qAKhqeMD7ODhHppmV5YVMzp5Wo0Tgc9V+B1D1ZRfIY9QMuOr791EX43fWtcoP5ceXQP/ZywEA5DhaTWAL0dNnULN6K06gC4JAvqx8+fGF7orWqs4lv9sF8vW5/5yzMz1Mtnut8/m9CKxyIeTGi4WnnKt2JCVA6enHd/Ct1geualYdncpJb+np2lan7gCq7ung2ZeaykgYrGMf7+BbtU7pXD9Qc2zL8K3WVV4ZynYvvSDir9N+0u4NVzHnqH0qVT7+DgLFh9uJli7bkbZuOUoLYMq6qx6hbAOJ+LSqvnf/7wflCOBPnw4rjjfaVOuwZhkqmzr0p79zbLjHDC9klcAqqWKEN6xXgKt2nEkA2exMs6o+2hVfY3THkXezOCPczvKxBKhYptkXthXLq6yEiDPX+1AeN75mgttxKgEO1T+tAnne9X/jSSjI2mVHUgJKmVBhJQqYxdPWlx+e9lqVY8exBEyzqscXX7nA+z7MuuXqYbsdBwm8CayC5HmeK0uyx2oED3s7IZR1T1z59j0AUD3gKoDhjp1q/22w8mnGqPfbvQLPfRz4op+/m0U8N338gnreWRNyQsNlfF9DN3NMCcoIMscUj7fx1slEIg6yOHp2VnHyDfjld8v6y97rsYB678r8zmeerl2VYqtUDkTcqna5Ss4h9gS1hmYc9nC8ZmZqM6u4NNc6z3gqKdBn7z73XIl7v1YBsGoG+M5krFq7OjKcqOnbbh8oPUKf1yu+SnXHNeCqpQQ4dZDEg8gHygRoN6oYAPFfN1E2pjWsE5GSoPplE8jj2tDP9V0fLd/q2xaDfLQhdwWbofUukO+edpqYUcX9qrD1rtyDfefzCh5wJckahHyUb3XqGabeSjcUXZm1/O9xBVg1N/Qmjry7nwnYoR2nEiDr53ZBMyvKuqtZ8F8D9SCU/S7sXTZmYzqyDxR0rljsjb0+GyYyxz7eTsSzrAAJubPsvLuZaHOHKh22AhwAh43NdE8exOZFRFY+/I/932nAJ3oHMG/XrYQCsjclGDLBdPmAyPCqimwHoDd1WSvdcYcgHtZbuFYVXK1gI1aXvNu6r3YzhzKBaosSwUkIqSHdyslU1eaK1caXbcmnuueGYnhVDeg8hEFm5u2MrOdo0bJTfjKt2Na7iasga5kBzzWgKvyh9rTiVJIcED1qs6pABpBU9/pxUIlO4ninjPIM8LdE+1R6GbdT1LhCbQL84/NenpRX1Y5jCXBAYXhVhycbz3E0c7VqSom+alAmYFUD6akrt3fT3oJYdU4Q8vl4b/hWywTS50ZoeFWHZ4RVzIVDSeWOFimhZjf2cRjuNEcz68jMtNn0ZwFe6Cjg/HAz0TK5KmwrLv+CWN2OUwlgR/sw1PK4IQw2XwCrZD6XwDeGIIrUb6A0Dr7VsmU8pgmcAVWHoTnVT/lqF2qW/FDkgy+GbxXKFjuSEvCcULPrXE51Ii74vHLSw4rAUNbY5epsreJ/hqGsNjRXzCvZbl9PHPiAX64mgazbH5vz7TSzznXkblL8SAcfTEMdqnKIA4vfKefL9+Tyl30on1cmC7zvmaqxyIlt+RaAeeKeotBhT6Yw92vGuZPIxtNmVnmdj1mrPq328mVlm2yfT0BcdfK88gdzCHj+jQDzM8/utZBLJmBVL+QU/mYiixuT8mvHqQRwSN88TGU2rQAAguPQD8XfDSxirEhpXEpOt6ZL5RAGtgUn5C1NZaxxJaaUzfv9gmZW5YTD4kb5l1Zh2JGQAFkcazLkByQbuKMAVwEQ7UhKgIzVmylZvcVtC33ZBaYJnB1JCWzp5D6gOm6dZt2kwrcaN9wprj/D1JlQaEh067kSOqE4Bcq9FFQlG9Pa1amKRBQAZP+YJnDD0j1TtizyHr7VEn55mHZlvuqGJowFu71zyPWoujNkCeX/NiyJLefnl0AAV6O8j/w36vgvLLj6xgQ5JnM1H/8+uhLKT2saVu1lZ+3qTMCh8qlCATAEXtVL2mMOvdxD0+lhLcu5vFpmYFVjaTKA7qYytZvUVCHPpq58+zAVryQARHkToGpfifhzaWDOizl5DHaB7P3hFMaxKE1ohHY7kfk0Ks3NKZehX07Z8t2CDoR5T1IPkmETRndTu0891RY9zRdHVvv+d6lMswOaWEEpEZe9D91W8nyf4dZy5WZm7CpXVniUiUeTCzKd7UhKADwVXtWhiofsOg4tlGPejhMJKJexZ/7kAlZDKnFEtlsDqg4NOCyrJg4A0M5wpA/VrpS3biJyDzqvm6+yUhvW7xHH3cTVw4usosGm8Md0K6dk2Y5TCZBv8MOLr/QIQ8+QN+Bhdt0Zi65gFcgF+ZgqryzWRbOqQD4979Un23GQgFZzhSJPK1822+HLxugOfjmHYx6gwuQCVjXEc1159648eDhAWSpXz93Sk3fKmZnFISWlQLMqy6uarh1INFReVXMklgsE6LDCKdQXivKtvl8a3sNi2tPhjyzxamHIIh+Kcma+lnXnkxAlXxstqYzSXUq8z+B+SldlmuQNeLNBJ/OHWy/nSfzgZjr1gwiGyAo3DYmy2xV+Kwgd2fa1G1PN04urodx0qOBPDPhQmnszgx3SjoQElBKAjUYOuwo5OIZbdXjZmFVoCDHyaj1wjnTdg4fybu5FwHwVkhvQPUJT0n0/cbS8O8vAD3+KQNVB++Qswki55vM6kMft8Kg10sRBmKPgakFZDfVnMfSnWb2vGeFvG9g+COSXjzt5GQFwmGfeAVXZyVP+v9oOPA48EgyVTFPPVf881pETWDVigm91WQI8HKqwWazRJYBVANZc5ZXRyYZPd9MBAxxF515BVT+QPbUqQz34oevpzJOHpeVbTdMTHDXgKhlSeaBnQFXNqrMUAKnmp/QIA/c52qxp5sk7qGzGu95fdL+sVdgVAVHWwXoHqGrNKikxILH1XrRUeejqhj0BzE8nNL/Lrj9Z9azP16EHbDTghFTJZNhsQAO1Uf74oWtOzpllo8phxdZwY2bLpsr5jI5djro8zNioWl1ImxoKLZYT901wNd4uwKv6jF3ZBetUlI4I9Ahkq46GfS7aq0MVZS0r3ekRChpw7JKEOFgP5fsnmlXF1W5WmsfSXG18PQQcSnPFrMsjMc98EtGGjlAlCgGrCHex8JRvNRd4mHVWen4dzvrhbio3czKAMn5MSKMqA6ra09QUmSk9As572GTzcNtQ8n6PbWXVnYwq1vfLCJABfmj0Nc/YNAVbAjgEWB0qHl90Xk2zKsP/OPTSL2REkIht0czKjqQEyOCIG31dy1w1vKqUKlurOpekygZe1RGd5BDnAMwTUGcvIRy+FZqcU3hoRZYezazeWNSjw3V4rsfgj/POPusVvKqj4vALiXlE3kXNrIbSTCjv3F+63tBtHPhWL1nXah/I1xECHFnkDJj63bOhRxjbam75Vi9rCLZEzExVtxnn1hXK5xeaVfmyH8lBVxZ7MteEst+LPCKbEdIjxLoz8/JVwWWXb7evLAisQsbvyHI5kZntuJw6w/Ctvr+byDwjH63lVX3bwe+3vgRRA5Brm/5um9z1twOYBzy8zQPMX79t76+Igz5A1YebieFIunJyEWdjDpWIv+iksvBxSAEn0sCTVU9EhG29X041u86OUwloMOSZrPC37Ao7JJC2vKrpGgSeCq/qmHapys1Gs6YpulOsWdOQ7RHIYuE5stCNRvqXUpEDy9GI8PhcU0610prOk5mzFXLdvqMXm6gH8PBuSnllR1+zpdcCbMecbiaOyijNtLCnH1/2o8sayzolv3z2NWN1jIm8GvNQ9m6zWFLVJaZMYE2nHuV4rLZ7+e7J8hUnBWeS43568gfdrOqaf8G24FulmklpEUa0bhcEVo1I2YQBrtpmVukqRvbPw91E2MxfyqZH4diAWV7VdBliiz6g6ohOfdiEAR5+uJ0IjXfsOAOAtMwAcPUyAGQaFZgSd5v9c5BfvBEhiKaR144mcGNa8FjsPUc+3k9NmGjN68S4UAVsyzTRS29mFYOqY8tuyeKH8TVrDiuCcRZyTzxXFlMq3i0CdKwvwBbAPpQtY1rqciO/+xoDQslCnDMif5zFpmhWhT1RUml8zhidNly9jiyVBzuL1MZ1DeekNxNXzvNY8MdfVoGQsWrFdqoTWNPjRuTT2h91lSQrFQcWVAuOg2Akn2/A3yhH+KvjobTdkX/001arcsYZ6bwlw0AenyM6n5EHyewt5/CtojsjcsClgFUEpR2FlxOZWAAoYWn4otsbmllNj9Lpzy4DVN0GElj0J9VT0azKj7oqj8gu1QnRcOcjDXfo0JhvLRz01aZzpSPLmaeZveeDv1f+x73NqjuXjerRUbOqMa77yGAxc+VhObGb1BRPgXyWCy/qDHvqeSj9J1PVLldJwSETDnLIkh+rv8afsG7NyB6zCNCrksRFtmwwlp7JkIrlA7AKr+p2z7plgdXEeh6Emqk6Fl7VS8Eb+RnLKVnPMd3GoMO8fB8HZQJUNhNH4q0o/vh5F8pXyK7NMWG+ew74avz0ag8/ZiD+mEor0uKdyOVChWSXrHSlZ781ibZaLFE0q3oGt7ClgAmBreFyXsWcswN2Ihk/jYOLhVYyjcf/lgNWo0P32cyVG0pzLcF6QtXI6oUv845N/PlhO5tUSjDGVIub0RhVVIDOm72CzmMyylhEpuGOyVy1lSoHxYmzVjhlfreYmG7mR3rF33OSOrJq3EyWhZxiztkxg2Os8feLiSwt3Uaq3hBI3y5oonewLPRlHwajoo7IZFTmrEIPcrCtMQ/N+IkOBeEVZd22gMbR2uWEmrF6E3fNBVSlsmIPNcuYNSf92/WAdBvIjsV8RBuzS5qATd1NHZlpBpnVl6OTCxUHBzpwGfPvAIc/jTwbM01DOOSBV/X750CpoKweGSkBANlmVuk+BXuC6ge389M6kB+e96POck61q1DE9wP5+uxb2pFjAYXmIJlKOPXMb6xbpVo20JCOmPPKMy6umq/xV/6FVQ/H6YoY3aM0sKoAGOWDC0+WNxPrpFNmjXJumlkBkh0rFeXtcTamDZFOJcAit9vsR9/BE4ekfKs3prTSFlie6gny+XA71ey6eGz8QPb+qCgOr7oPpUiCHiECnUeO/6gsWLc+3E2VbiP/UnpV5L2/gE0GWeExnrEjcCwV+fReJIkPiEsHYy5nwDGrSwS4jiymNG2yK1aa1s88ES22oLniLuJVHaHimOLb5Ij/624XynY3vqY6b3nKOeDqzDHllbqQVeBXj2qg41gh613LNNTiWWV+f/6OeBtAZw4vPq992acFOsitAj8dqqC4V5kTESavqiz1bO/h+yKfV6E8gq7acSIB9Acam/iA8PgvlVve52A5m5yviRYwRlsbVnQ/pxL6HeORz1/JfHGonKGfnvdXDwGDMJAdilbQOWnlRsHfGpadAgdPhpXR/L8CPpWfKaZjN1epC7rjOxJcdTkFhX/0xAJTd81Ur/59bB/xhZUAq9yMzMzFzUTmrPp2JCRAVt23D9NDVm8gstuOm9vmkpoor+raZKoW8nAD0j8kAHj4s3tDt2Gt63xyHQXGPiynCgCR/cMp/FX/PSAdyfQpGrs7strb09RjeQEefoAH26aEp6rRfOrJfOJouSDxYjVbikwa25uL1Of4ZB6aV24jsOuasNCTqWeyFABZL47SClVNjFD+NfKDf4TKLlngysebhBiLvlPRY6L8XxBru2nWUWRcpMBCZQIygCztSDLiMVQj6E7anBWNEgm3i8wj5cD76zvmFPUwelNEdfjGS5A8iUO7PYfIxq7OPTIyM6BWucG7azf0Ug4/kkHZl4nrArJkdYeh+uZy711Odp38dRDK4zaUH14MdUTto5ql6/CaaWhwzo9gFbqkihwePz7vVW2qApdzvl63Lw9D8Vw41Es5hG5/Y9G3wx83ZFZFX7HK31UGrPJSAD+3t1PxLN9qYo60PG7mysd3U+WH3G0DCW3tV1KXiVboOM1paulgo0pTae9euOnJxJVv7w3v4RDG69QWDaxjMYSGF4lO5suZqwCHxrpvxLuKf5QMasyGoFhwrq8eZWrkzQ45nvtcn4DPCQDHim+Ch6B3ad8AJ+TNUWZmnu/UU+qgqCaYJ8WbyzKWXbj8JdLFS0uRNi6At44a1Asj/vpyPOGxXpaRQokyoOjbDLCQy7LE9aIMiTyKM/Br46wX0zzwjYU8/qvCa/1xtldB3Sm4Bh3vaPnGXJ+gmaqBxoLTJE24gkEmayfviGWQVxbnORfZn2tCtuqPMinrfjcj5rHHycezAS3C88YXsnntOJUA8c3TGuqIUG7mcbVFXlsYulRD3UfQ7EtXOyseXfJXu0A+vfhKk2BHLAGzrnHA9bTyZbv3dc0qnag9YAFP4KMtWo4+RLn4ZPIWO7TrqzgqBVaxNzZgt3eTt7MUzqRVLIA0N2FDiaEXWRvi4L8IghdvqPNgo8SHd5R1z13Z782paZlRlr/ssIks8haObpgMqFB0JEEegmm36DF20dfoye84ZU7iqrHuF7EA0yzDzF/+3yuvSB4DOJLzqc7k1aDDux4sP5T5zJXZEQCU9kXHT8r71GM1Ubm9gjDFFKjkz82sRZ1Mr70BegPX81sA2bV7DPXvyTrRqqWcI4YiyrjxA65URhuLrX+n+pz+8SYbKZS7iMvYxIunlhV7kLLr2eEN8vuiw2/LyDEvpGqeOp06spxPtGqnzJvnVL9OX84svGwD0zW43JR0+juLvtxmG8h6azapyzngYdE7Dfd3SjHmuQqu6mZ+9IN4W+R57ctmZ+3qXB1Yf563obxsjGw8T5TKJnY/Y+zTcMlkjG052vBr9MBq1HQSUHW1Dywn+JnS+EEgLxtf1pu4zZkj9Lc44Cejd8wnAmClImvVrlmm6iTYjQtU1X357/tzv1F52KsZLDlOfeLAu8iLOBHPjQm78gVf5SDBKLFFs9ayPZerqMAgcxWAwzw/22+PLff4F/l/be6kTjH6t9PWP9mcZJyxV+T9zzfBMbCn8nFFvrmf6IJvx0ECABzrzYWyuMhw8u49itjb8Zx0acMMnw/vA2cmAIcdSQmwgX+4nShBvx1GAhwMrGkg2CVl7sjksFFd7+jGLVrSfb/0ZDYFAbL6E08RMtJN6syT5cJkSFnpiAI/ZAAVPHfriAXU8xrwPr6sfW3IhK5AE0WjOKs3SXmzOV3ge2hQmTfAqWf6WrxrqKDqim7c9PJq8U0692hHVC7Pa8Ovr7tBJ1SaqMVsUiL5o3NfWtkLaRXlBJBs3JrEwfGXlS9PAPJRslZlQu75jYhvVltfXqDmO9owojGu69q4OW1+oyKamVsEWem5wpwBBMHOyYUFDuXrKwdWyWCkDGPcrvpUPczJjulsH/qBODQk0k7vVkrnhgTYDAD0YekdOrwNxdoKfEecGUnXYOzKjqQE9r7/2o0bgIPMzLEHi5f05N0S+eSrKBiqzmnQuCuedT1UucTfBTimTeB0t4FfBlydKI+UHacSQCQcmC7mUefTkQqI9TvwRZ62APJ2vUrEN5QqU2561ODCAByu2pcdSQloA8+ZJ4vXA8ERxs2hCFnOZI4pr6cdkQQMFIY9fV0H2ujsJPHEEbUrj4wNOxISAFNd0ulrpHtRYpuf1r52urdn6wf1iJPOtrtAnlf4nGSmHHgGGIZNSkh3LDQXhBZghKuVCiTcm2zVMQqgUmCVLFW65pXm8x7YAvha7hnEvKqOTGeOLBcWXE0DVnFED8uJ3C3c0YPPLFqUKW+2MZPhWN10ulPgIGfrExQdNhsA87c3tnwwTWJsUslaRUYjjaXNoi8iBI1wQNqRlABZdabc9OBvAA/JyrxT2+I31hcdS469O/IxWb3jHMR+8D+iP9aykjpApip+5xwbU4Bj5skckMOOhATgWX3/SpkwPhlhT4+rvVKI2XEsAVPF9XUVaOVJmtNx3FA5+Mmws+MIPIuSfagOJLN3TPEgHoQtw9PWgKrEgeOFwJJWweqNz3le73W9ujSUhtGCqxflM1pwdYS8qsdKUBmwqnyLNCrIQQEwpkVOuUhPoulQFouJLAo2TRm67IiB3i9pSDReAIgQGpsCVLVJCimLfxgqh9/5iSldqP//9s5tyXEkSc+OA8/MrKruGWlvpPeTbnWxFzK9hGSmkZ5wpe3Z6arK4hmHtc8DyEwSYCYBgiQOHmY13T1FnDw8PCL+cP9/Sitnmj1mANCx5VIZhb4eXCDuMMTGuGLRSJm7taIFmKu2lJuqwtrxZhQaicWM7Dri8vAAjvP+4gAPFfCcDpNvlTXgmsMK5VU13zj1FTION7v47FxOQuZyFhrfaskgw5tGgQNXh1Xp5fZUgKp7QFXDVY+8AwDoBVD1gzUyv0GfgDkrHXAG2UdrnXHgxtdgpnQywKNU/rGJZBuxDgRWtTkr9xGqTQBVdwdHsfZRMzGr89bBoxCKGxTRD7yqiFUNeHvVCLCaA0CAQBaa3p0I5v+KyFNJZhST2GwWynhkQf00NLnFkC+/LQJVpXZCXcNoOo+pMBhcdY4H0toJPIioTpycLYsDAGKTiqCVbUaK3kPZMpmr78W+huBjgD8MJ+NVLe9tFtGAqvCqnmujUNR3AOhpBrAeWwr7LOfDqkbJM8ABVj/biA0hzpx+I2vjl/UxT13RDqmEiDVlXL1DtNNH38z6bzYK5Gk8pANT1LgT2e3PA/JD9BP2B77ny3ofy69tLHH8+e5gPILP2A4Ey/xFuZ5DX8KBnLVzePz3VaxUULa7eo9ZOGtQ/o+44qVl/mRmvum2DDEifQCuIuruDQRcNVDV7YmuEa/KpZdYNPLHyTh9PsENZdjlABmZquc2GyhXzmYjPVG19j7Au3+fj315nvvuNHVABmJC2x+MV/VclwOqHj5Afxh7iIJQtozvWDu2AIc6ZHB8het5QOIFDlQ1/sey8cAchaCOZkZ9FG0zUZDfnkaZ7wwpMn8WSd7ErMiaH0rj8O/nJrpYyHModuE7GVeAqmTJf95SmYYIoQ1rvfO5Xd5+QdbqRLPr+h93ADd+bT7PGqtivz78loR4xtP3laMduawyKdUqJncg2H/fqdrPLAMnAxGz+rdVLKvXwwrzhdxXUklkd3DiiuyxLm0q2sn/WFJ9qckYWyNNDuuxr9H38Kpm4oGX+k4ff3cVsIpBOPlRUPWSNWMfLfjBN+kJzjte1XM/JSNzNg0yNfMeD7ya/Q/X6vOABIkcwEGZu42rMpdhE3+IXQbHudGi0BCiIGS4IIRmnJAFUwaUdU8CQdBqCJtUxtUuApC3yerUGZQeIUq0PM6lcHw8DzFsEgZtAAAgAElEQVSepmNPvixHg/CdqlMXsQeeZ/hW+zyj4yrEYUR1bFwVvUQF8naUKl++SeUuxGX4VvvsO1XHVP57eMK/jvt+YOo4Dn+Q5azzlXnCe38h5nxfR3Kg5PTC6Tz1EiGzbjaGb9VVwVk7tgCYM3yrvaXbSFNZ7VP5c3O+2m3IPgGYyiHgR0kr5+yjVaVgqxeOx6HZudd8q1q27kBV6/9rM1YpxzXwpxAf8mVQkVe1PJQQjMaqKDw0/qjPQytZ0CykKY9bkMXRc0oAJQ2PENYxXtUy7yCTl8n/UnoEFogodUMLYMvookWhTHieh8pJ2+dGTAb4cfyPff7Set/GeEKsKkkuHyXwYHNo4dTMbaN6annfT+VpHur81ddNPADHZg8gXw04rOelXbrKHYoyj5P9UzXkcHCxnAbKz2b4T7Hfx1AmjJ19+thY5/wE4ECQydqrBVzhticv21gPLKpxObtrKXdH22JIlTpVXIjqyXHQr7jjpamQ5byPRP74dZBDhXVOFdt19bdab5xVVrg1cr24Y+DqeQ9gpmI/SuZq79rAxapO+7NmxqqboCgbzMWqeugqtX3fZaoSqC7Pi9fsumkgE8Saaj+5fxe68O7I58lahRqgr5tUFYBL3GbMAYfmCe89GvtwknopqJpfC7CBoAxlYNZKNqmhJ9+eRr3mWwX3UeCw5oKxz36jXM5RopUn1WJOqptTKAFGxhNe4iKJBABA8K32EADCW/AbBTj6PEBqfhsHgL/W9bkxYbB5QgjNpq3SHpiFvixHvgQ9U3tnikI4hgMLG1jHXa8x55DKj02ke896Od2pjEa+TKkm6CPIUTNe5Zex66CKEnC1N83x8sm/vESuKsf2Vkddm6aJrLeJbCrwqp7zDV3qwLlqi4KCiTCN8q32KO54qScxXMV2tv7a37WAVc36jcsFmXoTiGt8SO5Xejr2Aa/quVtTmjuZUD6YLxd6NLHVsOfpkorSODghRz3NANJS5T3goc1IZe6ioGpcbxNPZuaXxUj4p7VjC3hwZo4C+cvTWHq2R9UPBYiHViMyEbiC6xNp9odESyrrtjAU+cszfKuGAJXZEMoEqH76VF6ZZ4Cvd3ZYUdbnxBwyVaH0uaYhKMNhsg2tohWZyZfjQOYhVDbXWLk913J4zAHgy9plOffksxozMGvjf6wiSa/JOPTcmETICh5+a0ULAI6NA9H1MuZKOz7A2Fv9uYnlRbOcrcdzC5BowOHC4RDLz1Uk9XZXp/sJl5lpy+1yPyOmj/2eUEQRGw5QgtqYem+BWsAqJe5KbExuvbVXC+TxOslJn2sE8DDjW0Ud1loxYHPK/G3hODP7dNqsoOrB8WrZxH/c7wyjJHFiVR/xqn40XlgXkvUMJ2SfAI5mYgQKu57Mp4hZwZnZzF3bcBfjVf24FwCcAX+uizmIggTyZWBCaJf7d6pUG1qN0pOxxTy1AZC3Q8CCG7BZJYt3V5FXtcyfcJcZNFGaXXe5xw3ll2T+AK5Ow35sVKkCfNlE4pg1UiEbyBqWSHXz/hO18kMTIslUW4hyYI9NzKrUxdiCTgKXXddlN2Rtsz4k8scKAkgbTe8toNRzcSo/V4fKlYAf7rfE00oLWx6UW8mJWfVgzoo8V+lm4+qooysCq2zAMgqATDjGpv3jgQMAdE1KtAJAoS+zWb8yXJqazlgMkcHxBXC1J+f5xqv6sXewUVXakevQH92YkqVAaS5ZmpYPcmx3xhbAKgBrH+K6ZmNmYlVXuk5T4atV92FBDbDKQel1Y8EtBp5nocxnvvieHQoebV5SKAE8WcxCndu7PrYcr2qclVS2yqUf/jKu6sSVVDYVc9iEzRGzCrvuObfpHiqYAFcBga6LY7d5v0vvygb11zbSCoIuf8el31vld3GaCtnxqx3gWDP9zLqbjEwETonP1o4tgEUAxzi06OykRTyOU/ljddBDQE9sbfK+l8Erfm7ymNPsCGC/ZZmr522KqsWoy6UosSfJ1UkZzfpcW+5WDVj1UjnsqxKGt+VTb/ceOQ8oqL3LVr1uklZwdeTLfBbo4twy7I77jsleBXfGpK3W5Vm6nT9UvTMLak7hLZ2+aDlK4wDHrgVV8zuzSQXggG+1Hj9X1d7tzu91o+H78pcv/eBbdWJViMDZceqpFwKOUXIax835p+enStWCMEifqgmashCiKcSeLtORMJK2h0T/2LAqegagGNmqVXnAP/MxfIYDZaourBUtAPjzBEDWSS5jd7gFcIjvWDu2AGtAsuNfNtdWVpRbVsfWJLh229bLblNOSAVXyVrtXuxhb/X3dSwbE4E78k8nVgVdTSJrDitulHKIy7DPshX4mdjje9JFWWXykuK92BqwrFvJM/nP/+P/XuzzqsYd2/xzakuX75NK/KqMe/0EhNjFZOLLBLGmK4Havs34OQD01yc2qd2nBGBB3STA0af+PkRx49yYjE7Emsges/bOAh4TZaplp789jTsLAPEN5CYA/jQNcPTBX1QAZJ9I1CCoil2w+jh0XMaUWForrhSYz9nEd1HMSlXuIw4BEyGDzI2y69c6ffETNvHwqnIQ2OTBAvGM+1GyDLhqLFFFj2EDj5jVE4c6uiDvjl/Sv9u9y8a8ptqtL+Po9DsQyPu5Yb66TbzBVQBXobOxVpyzNPYEWXZdd4aVrv1+bBP5sY1tnjrp1iRNdC5/WcNXnJUf38j5OeyqoON9o7do723hW+3Uatl4VT90Jh+M9FJglRPVnIi/Q7H1LqNJ+X9uwDPBAno+Bzzs1LC7i80dZYInvwOudmgR/d44mo15YFzd6rzwLl1xs4fEGa9q05lR7LvwHQAgJn2LZ8XF9HIayvMCReruWYcMVZcBTmS29moBuhJwLOPGhNbnFm069uVpEWTZdbd5xi3e+/b3BHDzBftMAVc7ZhrE39YKyNuoOvYVV21C5g/zeQ6ENu1PuAtiO4CrHV3yNG2So/uRzDsbBbKAbqMzBnJiVasth+s2rk7H1SEW+bVNVH/glg1qKMYWIp7WihZQrudRd0T0iMG/dokKVlFE2p14cHvvwzboVfzaxE4r58YN3+Eg2cSsSgytFcnu0KIT7HSAqrFIcoXY7Y3d7aG39xhOcXIZsAqwAceh7VJPp3333+mVvKrnPIG1IcDGAk5Ipbnp2E7s1i7upbKYBPJ13i0+WiY2Ghlju72BP2Vuouq4EeWmt1tQKwA0D41qo6QDiD1foNuYhp1TpMZvoAG4oevcOrLd7P7KqwrorMa5zXzCJhWe3uUsL829zXNuZqSb3djZHFotqEhUzOpmz2r2xmyKyKhTccVmb935u2GRrYI/Tlzxlo1NGBUFM1LIrCcKpg59T7NWHd8qrc0jLJUoSmWlWc43dpxbOmXD9+a8T0tNU2wDX/E95nIn4Elc9oPu82A33CVa88telNhDms+NzmQbe20OAAFVAeat5RZwc7dyOcOr+lphe3sLgV04cNXiXJm1EYgjQazNs5W+t4KqZCBbP572owLjzONUGH2WsYr9ONUg+6cD3X77CJE9Qd0qy2+HAFpHxA1mm1zMiszV1g+6u1nfPUhLET1PgdXlpFuKy0ksmv1j8ancaXaH+OaTMOMJzkNKczuT4HLHMYagw7dXzsw7PviKRwGoOkD+ipv09FJAn+0+liS59UziFJcBVhcIoenguvUzu9RpTjRlNg0yRep2vzvz7HqXyj62cVXWU/tMrOoOyT/6eDDD+SSUcdhuv3nU2yFm9XXS/kMdNqcvm1gBecPIj72F6ZuMQ2iyAGO8G+ytyvzT91NZTuEXsyrBMvswtibEnRYvmDmkAFSFl9fWHW+9qJW18BVvY9lAO3LnAA2wyirw1oePd/6sxh7H2Gr1UXuSgarWgcU+h02DQxySLC8BVjndsBKV8rGDARVUvfmkn8p8FmqZSovns8YCTNUbYZPfnwKZht2wj5Yq7xlXVb+037/XUzDP04McSlVuDcU4KjZPnudBlgHUb/vW+TrK474sQi2Ta3sjw8Vlt9x7ydh2y7h9+1ZFddhs3KcvodsAXCUz3Erxij6CfRYzx7d661hX10O1cgBxxf3tszHrvuMjr+OA9GVzcGvkOy7OyB57nlFtYbHutP/pBnjrAFdbG3c0GzNWvmITLT0BVT0OAB09QtM84J/HilQpbDj0cq2tkfnzL7nVLyahpweDbbQMe6t/rGN5QQROuanvs9a5la2bvK+KwO1j5QF/VOZozi1vS/RizyrXs9dScJVEzAhx9iY9sj/3UlBVqXxcVPwwY5UsVUpVrJVbILlbBofLzIQSIIQ/yjrkyAKcxAH8/LZwistttg8TWs6rat14sqBOUyWcB1S9XaFyCcAR+LKcdyN77BE+Q0Yv4Gp71cwBUz3NUDCxqnIPIebcv9w0VRErfAcQ0Tapx30DZYIKEilA9oiR/fkz4VX9tSPL+fPfDu0XbA7hqXM0WfcFVrWSyfc0u+6OeG5nupjxtIBvtY2cmRxWZLyqjK+WDv2H9fUhSeXnmnF1/1dwVXCObsMJMFrvvO8FwDkoE6ah5/j3W2Qe3u371oGqKrJtgTHrOkcBwBpwvY10f/Wo5igBXot9H/UarX2uzuueJ61CeTJQFWFFA8RLAHHlVT1mZjoLrCqoGpM6fq/8ltb6euHFVA8XYZQ7xyeADSgBuigoc8vezUG4+cSX51kumnLLJ9a7tyMNdxOcBaiiDYk5rtz0/oc5APPLWZvBw3o+18RVukmdBvIMH20LEaBcrRzfsVa0APP4DtqRB+yCAA/JWEUIjQ2ZbXaOtqlqD+wDJ23bGh6DcAzZmPePyG2zxvH7aPbPzvGqPmC60pdRAAhgfmJZWWXeQrz5kvOttghkoSIHCgAVgbOB9dp1FP6xr/qxdpyztxJXvCiywBM+DjSRxVrRAtCRTMJ2iVlBHfFDgUONjtZt72BVYs1qE6kA+aNn81zMKmNStH46sQBjK/RaBK1mYlWPWue02UGcWFWR7r4UWGXRyGLashTKuxSxqsfYJpXR2JfZxMDV0p7xRIHVp2k7FZcdwOEOK6wdW4BMXk5SAVcf0VT1dOIEdzzAw8e8xiM+/dNnshALyepVcBUAqD2LVuULN17Vs33IPEX51yM3qWQoAB6SuWrAaskm1RcFVkejdiym89CH36DGbaGw2Gf7Q5KVVH4aPm/6AyIxcXmsGeHWTi2AKMi3aSiIWj286UBK5PsKUZ17UIg9/IsrvQCRhoOcze7xa+TUS8T3fBXHZf5q05qnklFv+GMSfSaBUzV/xKFt/mkeVYCJyN9XseyswrbQ40maaGWFOwRsx2zOoRfbiJa8zg1HSb1bM2+RufrwBqgac+D18Ddp3QsoCxOHo2qb474qBVajKAc4WtCxLTHnazhKckVlTpvvbR/KzUTVhCdM+F1Qkbtj/9FHZPMiZrVoWRYH62iyxgCBDFw4dgoVyEscr+ojl7AsoCl7X0xNFaRs2I5H8NGOZDZuTxYHvKpbVO4fBMjfMbxVfhQmARgjQ4rMUUkf12+BL/I0D2RuY6u0H9U+i3YcmDKPUt5OBpC1ogVIOvi5jlqzKWT/9WWG71hvFSyQejJh3hoHwmb1sQ3gMFaua2Lzo9/msbYoPn0bJfJz/aiklZM1qe6aUxn5vh4K+g5dtZZZQAVa4DIOPBkTeB7ozLzLv/6KZHuwfIgyB11tIz1cb9sa2VUwmZhVWZ8xnJiv4Fx9WAMzZEzZMrDQBdorr7yqHwKrrqBaxaqY9dtxsPEwnzp9sJojzSgAHmwb5vjJNJBJR8Sa7t2JZG+QuTodPb701NFGiOwjNqsPdpx7d8QFzwNURVAH8KcN1uEUnrJ3FtMPXS1eYLt7/0QX0qEn357GKvDw6EaWMxkKWlJp7cgCjh4hyWLO4/uKBUUYevJ1CU84HFK2UX3rsGwTH8L17LJ6H9VjeQb4Cl5VG1aFMcUmHvGP+/MVfxzgiMdkrrYhMbONoXgx8pVvVTOlHtTIGHtpESD/IDMUHpt6Tsj1z1WcCSU/ro+KNnE84VBFWUJE0ToMp0ngizIm3LnbyFRlivrHhkNA5qs7v0BbBtCZ98A6VFb82kSt1B5glZOHY1tqlIwtEa20CO49sBTrysSqAFWtc4rAKqDqB7Z5l7HqSv+VT8sM+WrI96aAAqAd6H0qgSpXmijIubltOvY0i2OUJR8+aquK/zixKhtXZX31KlbVoqAzCn0teaf83dqxBbSse+TLt6fRQzepr8Ch8T8WN6ocpkYOdHalXy3ZcCgwL/Ltiey69nGKPnasU0zpyWTiKSXJIwAgPIWslvWe6gFbBJ76A0Nps4tVsbxtjXFOJcFsbOBqWd8wnpbjQGaIm2o4vGdMdId/PwEO7bSi0D2Y5Ps6kv2hbaPKIQwAqgCrSrfxQGC+jdbhnThjxzZk2GGeu80cqcjqEMs/1oiWttU6j3svklV+rg+t5khnbBGbmb/u5jeP65LKT+agFL7Vu+9EjVf1bF9p8Z8KlurRQOnvXoFVLceNHkfEX9nj7nRBPthVrKo1bMvurQCAplMAIDr3ngvFOxm/5mOwDgGJjQa0ACpe+aAFEYAq2S2P4eStacA7XZbzquabjbZ4MO/h1MxHto4+8QWWP9BtLKehgs+PGFeEYZSDychsER5/p1Hz+WNQmiZTIUnaMqLe3hlKgtmEsTW2sVXSlZ6XyGI20vhz794DSwU03LFotHZkAY05USKrLXzF7TNOXpq7mIRa+n5v32mfRYpvFPq+UgKM9UznfhbisIJM1bZlObehzxhLUI4wru7ZJ1W/3R0oe5mY1f18p+p7Pub3bk1I5qpmzN/JPNCH/ctPsjHv9MDHGLf2U3/8OjxMDLjKSzNb4T/QelkrWoAxNbqjmBWCTDEUANYdhc5QhhjwHKXyOb/OegVWHa+qufWpBXIKAOUnaZujcVI4corCjwA42u4tBGsUc7/M2aTed/IFgGI8IVZlp6lFT2EjCKdqWzM4mMwmqJnPQ5el0Lax/+DBx9gia/URfKsKHEaWpVDmAsxTbOAdPcJ9Y14Vl/y6DGQ6YSN297P4Kq/5gN+6TepiHuqB6b16EG+hVHnzQJX7Bxj74kdyQLreRELsafNai+wf+OVNzKq8a+GDXI59Gd+JM5PD4802Fqg17jeaL3brh/4QCgB0B76vnbhiu+2TVQmSEe67DLs2x4FHdCx0AJMQyoTbPh0KAJY3f6wina/k/vl8t/3AK+/O3hO6mvWuPTzgn30SPsPcpRjUjf3ns3dp298r36rvSXgPwxiv6ofd70eXcc4qsBoDcKD8ZT59ZNTcHgn8jy0FVlgfjkeBzKZWWlk2IsJA5Ms8VADonvGahdcWUDUbV20L1o9+HweqtndcYR8W0E+zUAHWe/rOo/vmkuezEAL4+R2+1TsqUnO+tT20F5C/xHa3+o2jHWkTr+r5L4Vl4+uSzMzH82Dfqj/q3JdNEbGGMbVQQaLbRx78BuCQTWpbD7rq2LKpazikgAKgKxzpyhM+9rNKpqas0I/7MJqmYaDg6q3FrHQNeEhktWlnlvMje1RjjorAxRntSLth1fxknSpBPUy+NXr4yM6p+WzGFrFncuP1IHR8P7aR/LnNxW5vP0fWNMmdL3Pl9KwBnbhiS0GLEqtoojNjihyW7rz23fpXx5bvy61RnvQgklA8YK1gAQ8sB/HxC9AA7z/99/+TdmXBeM++dmM7VUO2iqeuxAjwrU7IUtDyQZtkTk3EJvW3ZagKlvdqZKqycLRJomhxAFWA1S7YhrH1dUH2mGXWnfYkownQ+ben8V0UqYnDKlaltCz3GsndeU4uVkX2T/tbKqORn40tA1eL/ZXq2JrDt3pDcJVhBJi6MV7V0iFDBrjSI+zbIa542bhOVdh0rmrml10xpF+RGTUPEbO6rSCRCsdsc0GmIVn4829lDn/ZxLJrJa/q+fcH+2E/MXV8EtZOLODErLybHeqw7oMD/N/WkYlVndgeWFXH1SrKKpa6t0gOfN/4Vs9EFT1w9xF+vc36Po1EkshCWpkFoEcAC+Tk4hKMzfunf/6b6jHZ+uvYnISktCPgD28eBCKL+eguGS5dG3q5mvnviKbc+KQZ8Ics1d3B8XBYOxlXqSvjpkSuK41T+G9PY1NcLu2wVJ7nI3lSLuPbTPj5YwFVuwLI39u3yapzXM7dqjuZTTyl2wjs4OLIZdI0cTzhs1CmI6h+buNRuMtm71TuuxORb2OL4l1T2e4AnbuZcTgFmLdqi1JnQW0ZcHU+ahogc/E3ilJZ7SLlK/Y6cdB1rzElyqW43iay3nUx5qQCew0x2VXq3Cgw3687Gn8S89Y09Jo/EExFOUP/9VesHPuXAByNf1yLb0jCCtnx20N3Uw4ZTX7gS2KcAKWe5kkqYz8Q5fpsKvQo2CUS71vs3A98NTXzvprBvf/wz39LDVQtWVKnqSRdUsb1Us2qW85NcKf0xMFLZTEJNEOqqXhU9hz4VLc7gMMHRoIWP3p/iDtFUp53I5ljTzPjMi4DHyjh+W05UlGiW/GOcRIPsOqAQ2vvLcAhhXI5v4or3jLCNWt7xKyWs0DL3m8NzDf75re9W17Gx4HpfBreTMyKTFXAHxtWp/2JAJyjAIipPMlLFW/b7Y3e3Ql4Biq6Y61oAbJ/nsYNVzKxbyCrbhe/AvIGAL3ZnpG02afya9tlTY9UQUO0LWzOKo8sFAc2zb/P4fE/1pGsADm0atziWm595XLexbLadj/lkD2EylrYUr9su5XxrTYoyM2ctYc32lYJpdgRvKpxIl4FPQjNWDVzvp/4Qe9TSbXctBpK/Wg7amYmfKsAQI9+mZY9n570vVS+LQCAmk+nz32FssGouweGN+s17IOKpxPV6V5jPC3noZbmMvF3ib/oHtbWrN7lSCZaXtnsEzWrTlXuu+k7zVrj+G5YhDJlDnS6uTByoiAcWpiYVdk6OnV8q9OgUToS41X9eFQCpiIAAp1Pl5tmZk58Gd2RBqkr9mKaQszqeRI47roGJi7WBZtdotQaNl+dzlXucHS17QYP+Gd+rFWCk6ARv/nsWV37e8e3KjINfGkiYRu6mh+bRH7u2Fw1vMDsmnFP3hdQ1dGORJkAebfnLD4vpz/q5pr29g4Vep7w5+pGdTsUAIZZlJoSXlWBW7WiWKEBqyfm1KxoRHUcL3bnGmMNYBW+VV0r2iR01IdUnP7+NBIokprMrmPg7Q+iJZXWihboEq/quf5DSIaydwR3rBU3TbNRIF8QJGpQvEAFQF5V7s3qpxZQeoQIVLWrPukOL/EZ6CTgFbWNU9HPiTlkSDUlZoXLkFVHJri1YwtoxuEm6s1cDqi61Ow66+lTC2CTCeDquIlqlFR2iFVtYz1cN3O/WVv5H2MyVbFRT2KOl+qBxXwSGo1KaWhJZRoioufGgpNlrN4A1152sfxgXCW2p31vQcYVGjmrTaQ0WX1qgKsGrJb3aCN8q4CqgIZkZPbJcRr6FnhVRXlVq8ctA1ZPOgFuD7JVu7ssShUwXCxDVZGr7hINeWVLb8NENB358m0RCNkcTYCreEsUIXBhAaqs21V06BALcarr/ogqLADQyDghC11N3wL+wJlJBmsTDT7evYnAlZqSLA5Up90hYDP2bqLP6t5jOvbk2YTiSs0HZQKHpVAmXNvTbFZ+oXLf8WzMun720XV5xiEAWZ82dePQl6VStdzCat2+J7z7i1Eg8ywZoe7XRHEivzaxHnS5HYQZO7cl4+rnNpHtvj/Ck6mXqJAM+wmEGPswB9f1/XPXwQk5G/mOMqHmcECs6jtCZ9l8ZePqzdrEHMr/ma/62DhI1mQ3Q/4K3cuhIKvBunQkr6Cq2bY4dGAbYd9Z8yDHgNXMpG7wpk75qwctpHwQ3jpLUyjtTTI4nma+gqvXNIBaeLZ3OzgOr7lTP69lTLHRUP7HHjS+At46eCGbyh7rgVleP4H1M8DqEwDQdUNLsxMQjrFWtIDSI+wQ1bnSyK0xLgeCItNJIF+UB5v/Nvb3993j+6mqUWMj5ZirEVK5JOdV7UlIbtSDKamEAqBvibxsvgCAZuO+xItGu11FTb9M6vOtKnC4jjR7zMbVW9/k8lSrHWJVOa9qv3yQb2Q/YQKM5WOSM3YyV+tM5xz+wau6PphY1Xvr4nPEGeYqXQf2NOeQxCe26H2bj5uavRhboVcjgS4RSQ4GWJf2g4KqIpoJVrMNGlg92pdA4MvorbFZqWn7G1+WyngcyMwI1kvtzCb+yzxQjqS62Cqugs9AAdBV7tBbOqHjVaUE7IoIdcsXrHlvfAeuVSdewE36tVGoaZbXy8hWBVx1/GP17sa42phYVfm8n4pmqsY9w5zZHCgn5NQdXDRRTVDP+9p6leOjVb5VNqoVXzPnVV3v+wccVjRF6c/hVSXjkEzwPjbmKgAg41st9q5yQvqefJ2OpE6xBeX/HAJ2lULsVv5OTIeu5tcmcbQjOrSqRq5bvV0z983nrZnuJepnZjbzNu28CzFnHDhRoksbcfjPTSJkrMIj2je/udQOZb9TETgE8hBX7Ol8lX93PqbswKrcYyrzrQKqUv7fr235NcPp9VoNT9AjxNcd5BiwiiHJVM0Eq/oUvDUDaBpkgjIVZrRGXLTdN2Gahvvn6xzVXKdmXtVCBHqUgzVLod2fe/e3YzyRpQrvjxI/V7bu3V+50gPJBAfgQBikTzGjkhFKf+wUWydhIF/mYcaZefldNQ4jyGS8quesqxngxB1NWUz7l9VJXH6ah8JG1dqxBZjTEU1ZzsJKGfP5IeCvbWyVFSVORdxZbZJsvuqr16WamcmhV93D5L5aJv8uMuu+jKtUW6QqHqi8qkn/1jnX9jc2+bGOJRoAjx8ig9Ox20tYO5m3VCjOc4c6F5rn+zqWl0yY0+x5bAEqK6AA6Buvank/u6xV/MbA1aKF9FDQ83Ru/7SZWNWHJnrjVeVnF9jzzN0GDqw6OAzk3vGq9q/5vhOzGoXBFW7SPyj4AnoAABctSURBVLvkXzQZefI8y8DnCz8zp41gsQjA0U/PudAYZ36GWBWZqj0dVtrnCO4spqGKWbkQXD8QX2ft9l2NJVB5/7YcVQOAUlHuxx08ANYKFiAz3vE/9tvX2KR+gyc8xAT9A4/ru7ajTCBjdTlnTr/syIo4vDJe1VKzs1nbkv2zH0bMAeBYTgEPbeVS5hDLcSiL8DL+fdY5P1eIVZktj23JutgTwDFAIAeI9HvO4qATHmwOlS/BOOrPAd28EptMQu9j+jVNTE1lvRf5c3OQg1bl9NxvKnRnTj33sj4I+gNDaYqrZqeBBq4We135Vj1f/M8Su+MsW9Wmq6IRsQmZqsn18WbwwCqAar9TolPdhMHLhvCOtdPln8hi4ml23aV8qzr+FOBw/KrWTmyaZar2vUSFr2YhrRlAvolVnI4DOLXm40ABskuzOHJQ1RZPxagCowagqlLW9HyzkW/Cvj2PLvadocRhhSw81Kh9mUx8FVD5qKkg0yGRbV/UuBvuaDLAX9Y949X4wEb4AzQtrlKnYWP24HaMrS/jQCbBx/Zhjvq5OsiewNzzg66q3UqMWm0TWe0dxdoQDp75ZsqWZ2Nf91zWihYgYRUhvfPar6mWtv//l1hFS12zIJVbMk0TeUHISw8rhoWOvfGt9n/9Wyd2AK6O4Fs9Z57Ek4TqWsMsCubVCBOlIg2Aqhqx/umf/zas0UmG6luU6hmv6vnhiGoltAAI7tg09WYnfAFQbDHxNXOVhdFn9mEdzSl8NJy92MVxHntGscvgGML0pwDQKFBw1TapJQtpsqNmgTzPNPXww6Yq98arWmojsNShxRwWivOZO7hQOpE66hefOV2H/56MQygBONw511hDAxzCUzewfdhFPcs8td64Mu4hNdY4Od+qzVvFnh/5njyPQ+GfZQtC4tGaLOdtYhVLJQMHKp/v60jShjaqXRqbgIaTcSBwzVsrWgDMmcxVZq30JPiQ6PTHKnbrwGGF5A9dxa1/nFiVcqQP1DhKheR70jPZjkbCBNEG/GJUNqGDGSJWZaBqqa29XHQy/Rz/uaSzhgusZpyqQ9lsMNbGYzJXjV+rbGCwCFpOfVlOPi7jwV/IVI2MV7U0vlD+HyXD2sTDt0qWAiCHtZKFdEBZ90j5x84CQACHERyHtpo+tZFyOUfwFfdJXPGykcKh15cFXL3wbFkW0HurOdEUkeV8pKJWp9t4d8hFWWXSe4GLy7zp+Fcc5Gy2sY6tITY2qMuJbwDQmc6Hb3U5CgqVTIAcZIwhdDaU/cOl44OYBOjxZ0aP0Mw29dKnt+N3qZcqlygZ4awNLePyuF+cUJwDV/NsBKWLl1S+bxP5sWVcGSh9PNfHcjiIvGyiQc/lOppIfvK8TNCsHWO+LW+BfeBahXM1P/Hj/4sNVD3bRT5iVRSdOHmQRtoggVUsl6ioTiM27MxN2KRykgotgLWiBUahKCXA7EwGEO4Cpyqg6kAPDD90G/jGAH+GVqKCUdikPpE9Nr6U9XA4I5DMujDw5a/PYwWACsAh4ypKB8UZVaX3VawqizlD3Kj6fiq/PY9kjKqVtXcWcFUBk5Ev86wa5b15AA4BVe2woug0qExvd4ls95SdNLWc7p5zAgBBC3C+NLd739TUG+MV85Evi1Gm9q43TrVS6cfqoADHEOPxR/aNJZWfa8ZV4jh8eyiu+Jl/AaziO1CvceA+5PhyzlbYR8WsAFfdsFK6mj9WkYor2rg6tlySJvL9V6S6FUNvObhqYlYlnsDYgRLAdxnhGnsiqAvfl2oP3YPevl+nqCh19AkNrgMHBazmOGpKRt0AeOrKhg/ABpQATPrD3U6UBxa3SRX5fRFmGUDOQjlQSHBSXtWBAfKfheHcPihUDoFX9Zw9GFtVxZo+s21f/p7JfjYO5LcnODPfvgrfAfjhj42rYm9TosxhzrC5nFOZjH3NXA2CfNNls1fuLYkkCo7NtNrCU7BVBZkOieNi60sQaeg7NAP8EMvayrjVomTWAQBl2iANWbkft8EmZK3Os0OdOE1kpRyHNqpOe5hxtdqTyRuZ4KBm1jmBU5JZrBUt4PhWPT3U4bDi/71EMiA9potcgqNTsAp4VZmzLOo4s2nZu0/W6kVmHNyP9ODC9wWVe7JVzXHKXcBjHm8YVFX/HBLHqtovdWTqQ3a0MPRkPkNwx84F3w835Vv12Gh48tsSyoQMWBUHbOz2rszJ2rEFHDjmRHUGPc9lxPxfF5eLNQ3KlzyXEf40cwAQTYHDyAkWWDu2wBB5Vct9wPnGYhYoX29A6YW1VwvkoimLaeD4Vj0ncgawasOq6CiHKFWuOos52SaVQy84+G8qZnXpQUj75gGyfxYjXzeqyqu6s0Xg6aii1wCbf65jiznvjMNUxbgakphVvs/+dIqGLxNOSN+TPzex/NrHr5mq+frw0qhR5o+fPr/sB3BRAmbCaVoj9eja6HX8TIVVZbdPZLWNhr23KukrthBqr3fh+Cr7p4jCX1lxWfcFPE/HQu2W17Hnz8+0YsKDV70yGzuQfFj3ZWpf6A6jctyl7uMvui4r+3/T1LnC9mW+OShg1UBVdQGcNwdXX4PTRd44jB+xGELY4XnqNvBMsUxuZKxeETN6azxAVXhVzThubJE5hv/ki8PednzlD0v1MOfbciyzMZl1noI/BnAUDel4VRHIY6GnUbuytft2ARSrgPKUvd9l8dUxA5L5g20IQpRV2rgqdmAM5+wuFsBVa5kF0lSpbODAnr7jPWzCPnWB/bqEOsTK6se7Lss7+iBdDsqEscc6EEC+WKoMtcS17Zr1gvvuK1rKIadCSpXvw8wERx12MUHX933A7t0BdFTkYJ/TPlI/L9dHu7gz8wqFiy8480N8GGAp2/TUvJ27XskQPnVIh24ksahY1Ssm5Hapr8+vPC6uGgtUTnGDrKa6ohVew0Cd5VrO8ZiBYrkluSdVKdZOLMAaeYOQ1ytV7+cu95ERwYec89ZrV5F0ujggNcSTjiP2G7VGEiUCf2joB5V3D03MZ/WMeL+riCtUUYL3uAONOoO2/H0HkbHKYMFkjle13knU/br7Pk/Kxaxm07BBd7rPu9/jKWw0vi0DPW3e712pcgNr53u8+t2ewVjiz36gvKrnDM3YQsmc8uU8VFeZq+uclJe/Cyu1Gtl9mXRklXc+ff5H30BV5V+eJxKxkCfLueRB/F/NTXP1hsQ131/viW9Xwat6iNz63lpugVQpWhhb8K2W+4cnSU3eBAVXksRtLivb3S1vtb8qX+su8Tw/48Wq3uPEYUAsuIy5SVVAi+v5dq6rE38UkGlgbVXn2W/e4Wh7zt1DM3t9V3pao4uqd0rHrgBs3u/z1fIbQOIEifp7cPrqCx84BZ8fR3CFP3pWuo1TXTMeGHMcdM1CXwWJ0B3yBsitWtYzAGLwzf5SQaaSXzTlTtd0YPZaDdyisnOy1NzsYkXGAnh+rJVaIFBd3Ef0UDs7hLEU7RPZ4zvWChZIY5HDNlLu0MkolKDOPnAAdnUHyiRq1Ngnf2CfQQCruuXRE1UI1d2pgDU4SkRmM0RBju1x7Wa++pn3W2/kJ7i1++eKuedoQ01Wr+/Jb4tAOQ4/g+PzbUjt91Yg6bF+yTcoTcalzXO0GhWuuPTOnf4d9lBlRs3+qb4cUv6gTPmyjiHcgXv9XuHKGL7c+rfInl9+A8bSZOTKls9Xv6ACX+frHbhV9/PzMfCauVHjFa457dW+F08WU18n/EfHhBqff7NL8kiz3rlM3o9HVh3ncU94hM3dDEOr99650Q8HwEOREb6josuX3u8dmHzxNe+6OsvwuSbu6NfXeXb2Gvmzz94D4Jk1zzTQQy9rbxZAkHO1jYsCgrjFlRl1Xbez8hVvOehKHWfm6E3NvOvf1tj769jytFKHtc8jYmhj39LQjZhLoGQBVNWKLmtHFmBcUQnIITKzVBiG4tVd9PXctppVp1PWFYvyHtkoPqSy2xg9QmmXJiKHXSxptoFjLzkJ36gNe+QGjXwKyQjsR13ouXS9/PGjvf/43/7360ilEESBkgeNXTYXIOtXfV8h2SSDxGwdXeIJ7qQZ1P59AxioBLC931+9bnKq+7wmY1faDJ484wq/xfdOfV8pEzxfyLDLRUE++qqrN5VaFlR3SerG7RUm0E+rVD7qiTwtwk8Asup+0PUrFJhMUtlGZMh3/Wuaf3/G+SF2auZTFdxp/hldvyOlp2RmwveMgTw7DNQiVbJ/rHqg3Lspc6dUmZADcDjJxKy6Phaaev98fka4E67evmYfVrUX6x4nyHQFr1rVh3bk9zn4Q9US62LNcBn5TkTPJq6jXlRwzPfkaWKbeAzDPAWoyrjKZKc74vW3f02lOjogzEnGoWY76XgajTQ101qJBRy4OvQNhScJ65xNVBuj6LVzkcm7SwQagPct9H0ZBUahda7vAVbZc7k5/foNqff1v/6vI2C1j0CA56UymjguBdeuN1w/BmcqZCpcCwj2wxbHX6FTPdVvSarAISWotpA+thF+Ayk/4GoQ1gWE++c9ZDuacExZv7rFM5k/JHBQljufvAnu9M8TrvsiNvDPM8rem5nsr3ubR17tliiInLFJrZJU/8i3vuezicXbHTzgjiUR0HA6DQQQ0U4uinM7YwoxNGLQoBtK7ttYDyyuybTvow1Z0RBvdoyrd0EHcHU+cdUWtiYsjq0JBxfjIKMEGOL4gqtUFFRlXFlNVzE6sAYkW/V07+n7JLLYnHUunvp+Wovdqy/xGT5esjE/4sPuy7dW/g4Ksw+pRBxWlODvAKsjn3lriDH5Y2uSYAjOQ+xpAsnwnv7L/xzAEUiiJQYThB0MWH31MMp962amVh70Xbsg5WTMnfoQh5SHY+ibsJM+zBdFZEct5qGCz0NvBNP13pRxy/0AQNWXKBtX/AYACLGvEWrm1o4swGgCeP4yH3oGEMCGCBQABqoWBwnz0xoRBwVVaQ5cBVSdz0buQNkW0+8M52gXWEg/zUPHyzpE+6QcVDgKABeSB7AVqDDHsIlfU8Z9womD7yi4OrVNasGcmebPYhwo36pXmzW6Qke17KfEXkDVjR1WlPYMAmdkqnIIWNbgWg0AV62dsU+ucjUsA5H0d9glclAecJurTns/iVKJd8XDivx3zFujMFRw1VrRAuA7k5BKpuvtMxBg1RkxDEXCsRFkE5SUjP8dwGED7c0CBCDdpL6L3Sykx5kY0SA3YR84CBvT+SyQGRlAQ9ygZrbR8qYYMS/j0ypzF8YVG/nTBsChSu92cFGwDWug5SSQp1kuMji8wws2qm/gj81UbxZwYwleVTaq6SldhMdC2pP5PBwmcPiJqzC25mNHRzLERhbmz1/G/1ja96mn9AhkRpVt4VnmkJkJnY3yIw943XNurv8yDYUS1KE0PdbyRLZ7B6yq4Ju1o+mKI63t/vOMwzBkPTgc36niJoQad1g6LHAx2iGuGGsVqRUdH3sMYlUxCT2fCGOwPydzdUhxucrYcnyr7sD0mszVQQGrAIpkRvkYroq1e/ZbgDBA1T7SPlzbVWWgan5PsuvIAjIAqGhlLetGFCQrkbu2H7p2PUscMlvgVbVWbgFoR8oyDlko5uCqbVCLtoP7ZzkNZTHR1fSg3IvNKiWD0AAMaxtxSTc7XvD11mUpFBeCAD4i43Gggk2WtVoyb3mpZq0qZcKAGnH4ZRWpcIyNq2LHI1a1/4R2hLlqNnIilTZvFW0I3+rzxB3qDGPWSoXl348N4+ozccUBBZvsUx2vqhOr+mzvic+QtWrgatFPmOtJ9PH0PHAY0Ruxqj0VS3ZYceIQnrCpiveJxBfuPQPfl7HxrZYGYNXVAVwN0f6oP2sNDljFVijm+hqU6huuq9MiExol7sanVezBnFf1HD2CS6VnIW0lYGX+j6DDfBYOUnGZg0LHqzqMhU7V+BdzovpBHTfJqpMcAKp68wH8fhz68nUO3+pwACCgVARAtiicah8Pb77+yLXZYG22iDictws2JLtlNnUigwaunlrU8dE+L4ZFt/FrA/8jWc4DCJ4VP5EM8M32MjofMoDgWzUapHIAaDYKZDb2JRgAJQBrP0DV/QXAYUWX7MXPEas6VFgjk6wBLcA1AEcvDHfmI5yYVf/BVShZ9mSAWyXgsSdkFUqaqVox5pCxOgY8tDV1YXSpiF7gOfvUBFcHBqw6G6KsNx6kYq7LVLVDnzMzlYLOH+80GGgIX5iYVZkNEbPylG91SBlAuAyL6cgIIEsHFiJwAGSfNcYUfKsKAFk7soByQoa+/P40EseY0H+QESB+vbsM4BiWu7ixBPhDlvwli2M2YEt4sAcEzF/qE45vVWQBH22Ph1XOJUsGOMCqHQKeeAjrP0SH1nEl7QE2YXDwOzGrS71uGL/DHDMOTElG6OmcRTT2JJWXTSzrw3mOw2H0eBnA7ul42u2hR/h8Hfj+DnnWal2Ao682d7HcCcCCZ7j1YDXbdsU2OyhZDlYJWOwvT5IsU1XpESo0xpOCq2RDWStYgANTEn3I7q0zpQ8SWCUAsYmHb3UwCyEyxmOnGmytxAKpKHfLJRkcTGaAqzqpDcaBPvea3LOmY1+WC0rAPr+m67/gmylTNl7V8p5kPAH+XDKuuAPZYwBARrdRtCeTPdk/Xxlbtab77ow2QB/EP06FY7rzBbd8UzJ/Us04pF3mC6x5fFkuR4OIy1Wtz0b1aRboYrrP8xbCgT9W1YDDqrbs6u/hKF6to1oxB142OFddBpm1VwukDvxZjgMZNyAK0kbLpl4iu73Iz01khxWlWytPNpuoMqia38rA1fNe33e+VRWr4rCiInDYxjjR9DulcSoRYlU1bQNkqHyrPY3L19rbVaOwHqw+qQ8UWMXkZNf5Eo5z9KffKBAbVSfIZMDq6YBTXtXEAauXNhWzgq+3zykulxrj5Hcq7DD2ZTGvn0pf89F3vQxvIRMTUNWGVemKWjepFYaVghoOXDUAqMyZiTdfZoHM4a67q7ff72HMVbuD41W1VrQAVSdKj3AqVnWBsaYTXybTfsflC8xQ+AlzP4ftyxnVFmQe9m90kS1GNibVFdaOLcD8vds72pE6DW/hQJlKnR66Th2THF2DEjVCcSNdL/drbB2SRL6v6gOHVxu3rTdIyeNlXLnKirp7T2IxXKsArNaKFiDekHjYNxb6mIQVKFmqbCCG4iAkrGyTrMK2/jpZMzPDYdEgXeoizFLst6i4cHP65fFnwMCqK9sJR54EYf8m+zfncdliZKrWndgudcQu/s6BqqlQrlylcR0bMcDVPm7CqtiiHACC1y8TTbn2Zi29/pCkukm1eb+8gz7jVT3XrQ6YD1QMzVrRAhzq/LYcadb8ZdmK3bGi8qpGiWwPl2c5d+frrn9TAEDAH6c4fflC7/XJXirzaSijcQ4A9QvkuNbCeqgzI4ujX3ZhjlpvY9nUBA6vtWubr9cD0kMiGxWBq/+mcB5OR4Hys/UMO6xvlHdXTgJf5lkygm5UaxwMNfIiDd2EuQp/+b52vKrWihagsmJ3uJ7LWUuXr+A87HvfkFRH/HHtiiDWEkOxH9+R5WwVtqU98gqqXjNhZXem3H0ahi3p+Xa9hmoyhdX5aAcNrNKFBKOQyb5nC+k394RX1akHWzu2gBOryjLqapgnV5Abj/oMzNfzGkB8+FaXi5FTza13m9ZexXDaGa9qaf/Q1/DMX1PGTWLLfAbfqoGrZUYG+Pnr81iCnqVH4TObQ56l0LeocV04I6Zq9o9u4uvNOU7MyvFgK3jYM/+5zsIsCFKttuBQhwOMPjTnN6nyqurhej8+q7Gu4QBwRRl3A9gYY2o6MjGrQueo2znbkLlK6/qqkLH0a5fIahuJMl17NTYRjXlx+26EqOJ6e7jqsOL9V5G1qmXLNmcVOjvnd+6HmJUn23V0scp9+zz/tm+UHlKJ9s1xObsksUAmxrdavp/13IFpWME+/w67PqPMMQwDPAAAAABJRU5ErkJggg=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cxnSp>
        <p:nvCxnSpPr>
          <p:cNvPr id="13" name="12 Conector recto de flecha"/>
          <p:cNvCxnSpPr/>
          <p:nvPr/>
        </p:nvCxnSpPr>
        <p:spPr>
          <a:xfrm>
            <a:off x="4512351" y="1901952"/>
            <a:ext cx="0" cy="963168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854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2071333"/>
            <a:ext cx="8408752" cy="40997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Seleccione el programa para realizar la descarga de certificados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12775" y="3370326"/>
            <a:ext cx="3812921" cy="1210437"/>
          </a:xfrm>
          <a:prstGeom prst="roundRect">
            <a:avLst>
              <a:gd name="adj" fmla="val 4710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" name="AutoShape 2" descr="data:image/png;base64,iVBORw0KGgoAAAANSUhEUgAABVYAAAKaCAYAAADVtAJTAAAgAElEQVR4XuzdC3hU1aEv8P88E/KAGIgoVBEbrKRcg/LQKAoHOUaoxGqopCqoiAgH8eOiR6FeqMKtQI9SP8ADRUQFtUGN1tCCaOAQQaMUlHgx2JKKUAlgkFfIkMm87rfW3jOzZ7Ins5NMMgz8OR+nksx+/dZj7/2ftdc2jR8/3gf+CQhUV1efdxrZ2dnn3THzgClAAQpQgAIUoAAFKEABClCAAhSgAAUo0BYBE4PVUD4Gq22pTlyWAhSgAAUoQAEKUIACFKAABShAAQpQgALnhwCD1bByZrB6flR8HiUFKEABClCAAhSgAAUoQAEKUIACFKAABdoiwGCVwSo4FUBbmhCXpQAFKEABClCAAhSgAAUoQAEKUIACFDgfBRisMlhlsHo+tnweMwUoQAEKUIACFKAABShAAQpQgAIUoECbBBisMlhlsNqmJsSFKUABClCAAhSgAAUoQAEKUIACFKAABc5HAQarDFYZrJ6PLZ/HTAEKUIACFKAABShAAQpQgAIUoAAFKNAmAQarDFYZrLapCXFhClCAAhSgAAUoQAEKUIACFKAABShAgfNRgMEqg1UGq+djy+cxU4ACFKAABShAAQpQgAIUoAAFKEABCrRJgMEqg1UGq21qQlyYAhSgAAUoQAEKUIACFKAABShAAQpQ4HwUYLDKYJXB6vnY8nnMFKAABShAAQpQgAIUoAAFKEABClCAAm0SYLDKYJXBapuaEBemAAUoQAEKUIACFKAABShAAQpQgAIUOB8FGKwyWGWwej62fB4zBShAAQpQgAIUoAAFKEABClCAAhSgQJsEGKwyWGWw2qYmxIUpQAEKUIACFKAABShAAQpQgAIUoAAFzkcBBqsMVhmsno8tn8dMAQpQgAIUoAAFKEABClCAAhSgAAUo0CYBBqsMVhmstqkJcWEKUIACFKAABShAAQpQgAIUoAAFKECB81GAwSqDVQar52PL5zFTgAIUoAAFKEABClCAAhSgAAUSQCBv6nOYPDhL2dNDFVg4czmqUITZfxyJ7OS2HIALNVsWYdYrVW1ZSYct2+vqXODLSuw3vMUs5Fydhdovq1BreBl+sKUCDFbjEaxemYc8VKDiG+PFdcUNecAnFfiH8UUMfzI7O9vwZxPxgy3vfBLxKLnP0QTOqnrQOxe5qETlvmh7zd9HFLh6HOZOGoFeKUDNlvsw6xVaxUWAdTku7IY3GsfyOav6XMNgCfTB7jnIzaxF5R7eJrVbqcWx/bTbMZ0VK27NTX5rljkrDvYc3ImReHJZAfDnKVi48Rw8PB7SWSsQEqwe3YHljy1BhQhWV45Etq1tu137yUI8vsJYsJo7dgaKbsxBj3Rlo666GlRtLcaitZVt2wlDS4/Ak0uLYC+fiHlvG1oAwATMX5WDmhcfx5KdRpfh51oqwGA1TKy6utq44djF2DgBeDX/UfzJ+FIofGEjHkkpwb9NWmFwqUIsXv8Ikkr/DQ8vN7hICz4Wz2C1aN5rGIkyPD57TTt9g9KazqcFePwoMHE+Xsvei/tmroqpxsiZy3DT0SmYtTJ8teKC7ibUTpkF41s8u+rBiP9chqJOZZg4tySyWf6TWPZvtZjSVtdYrSempRthZd3zUPRAIYZekYUUi7hScaBmTzmKny9G6KVKFiYseA79a9fg+efLWvCNbUcchHYbRZi7aiSw+XHMeb0Dw49myzwXRXMexPWNZXh+QWmb7QzV5Y5mb7ftTcD81/pg730t6XvabWcMrTh+5dN8n5s1fBqe/FUPVL+2CMs/i33bEOePApRiyoINhpwS8kMPzMdr/Wqw5LEl2NHkAGLbzlvjM2HBaxh6sd6SNShPkDbUbPu5ugizH7gejZuex8L3jY8bao1lhy0jzh1398TelY9i0dbwrU7A/GVZ+HjKQrS9VbXmJr81y3SYXMw3pNd+RHiz491FWL459n1myw6AwWrLvPjpc0pA9JO/6onvtpSg+PVy7Ecv5N5WgHG/zEHtu3OwcH282+c5pZ1QB8NgNay4OiJYPdtqSNyC1e7jMHf2IGRY6rHr6VlYdeRsk2nd/kQOBFu3vrN+qYQIVs96xaY7GKtANFbraXfCXExYMA2DPDtQ+noJNuypRa8bx6HozqG47EgJ5izYoPnyRVzU34yTTz+O5THqN9qj3WbdOxdzB2QAzl2YM3NVO315pFMwzZR59r1z8Vjf77D8qVVhYXW7F/A5sIGzOVhtzRdO8SqSoZj2h0KkfDSv3W5AzotgtZniOxvauQiG+lTfp/PlaEvq3dlar7Mx7unHkPP9csxa2REjlFpi1obPymA1ByknK7Hq0UUoD1lVa4PV1i7XhuM4BxZt0n6652DoqCIU3ZiCqiWPY8mXsTjI1rYvBqux0Oc6ElNAXF+MbFiNR1+oCDkAcc0/v+93mPiU8WE/iSnAvY4kwGCVwWrc5liVoUOvHShuGIHRjuV4fJmx4fdne3Nuj4DmrD5mBqvtUzyxCkRjtZ72OcrAWuUFydW1cvRVyG1q90LMnjsU9a9rR9C09mYg8kHEvt1mYdy8ubhsRzHqbx4Nx4rHsXx3OyP6V58gZd5BGjHcDIPVGGK266rO92C1XXENrvzcDlYNIiTax8S545d2fHesF7JqluDxF7Vn49YGpK1dLtHwYru/kdpPwVMrMbKxGFP+qywGG2zttRSD1RjgcxUJKpAz9TnM6FqBWXNLQgdMdM/BwB712PGl/wmGLIyYNAOFg3sgRcwY0FCLqs1rsDAwXYDSN+7/exYGXpUF2w/luG/mZ5j8+2nI+mQK5r0fBJL3SD/bi1nyCV+99qdu67oeyhN/etsKf+Kq+whMfrQQAy9OgU0sU1eDiveXY/lHmicw1M/k/SRF2Rkxan79IizhqFzd2stgNcbB6q+XbMRtP6zAP66YhFsuT5NrP/1NCZ5+cBH832uIz9yPV5E/LTiBQN7UxXjsjgG4uBMAz2l899EKPD6vBIfkGn6NxRvvB1bl49G1/h2+GIWzn8Ok4ZchzR5c5pl5JS2ehzU+I1ZzZMfRZdMULHTMwOJfuuQ8KaHRai6KZo7DiCuylAbfcBLVW1/GvNf9F3rBDin3KvXR4br9KHt9CdYEHi1s2vnIAMXxKVxXjECvdAeq3lTmCMoaPhkz7hwYmC/FcbQK5a8vRHHgW2Fle5VbgIHDc5AlJsluqEXl+wuxSHYw4qZ7KHoE6lTo4265Y5/EuGE5yBJ9k8eBms9KsGhFWaBTVrafhx7pygoch3ag9A9LsCFGI/La7fxlIFiNbtt074xPBaBcGJ58ez96+f08DuzfvBxzAnUlrB7cPhvLbqjFkifEpOf+P0MxY3Eh8LY/wGvNCVH5llKWtb+OeFw4+c9yvPy7NYHAsOlNfxby7puG8UN7KSdEcXL72wnk9g2dCiC0DrlkHSlZvBxlgTpibD3tVhfasOKieSuRu38WZq1s+ghNyLfD/hE1/m05qlDsfzQx7CLBdbQKZdo2PHE+lnXbj71ZA5HbzYaarWI0VXPtVumDQqYm2B7abiMecr/JeG5yF2x6ZCEcjy3G6IblePzFsC+Pwi5Ymuyvvy4F+o02lPnVRXjy3qHI6aZcHDm+rwipO0q/WI4TvUYgp5sNkPW2DC+/6cBND4+UF15yuX1lWP50c3U5vP5H6uua62vbUJHadVGdYFXWqUqUY2DgXOU6WomS3y9S+m5RD6aKx2fnoTSwbyJ0n48+f58VmCKiTecH0QffGDzz4JC4OFf6Ir2AMffeuZg8XO1rHLWo/LIWfS5vaV8TrZybufD332So58HlKzTTeUTzNFi+TY872vlbahk4lwCIcjNS8NQy3HRsSeiXxTfOwOJfASXqKEBD50TZZtX2qNNmdafhCWvnsk95exWKQ66Jop0vw5CvnobnJmWE1WFxDTcDPXbOwpy1+o89Rg9WxVMKk9GnWjPqU2xrag9UvTgLqwZErteAsfNz5Os15Rhbfq5Wl9H0ybX/KEPJK8WoCJyHjdQ1gxW5oz8mg1Wg9MVa3DRdnY8v7Bo4ZCqAKG1BtMOivuoNuajDe4rV6Tn0vqRqeTBgpB1FK+OOJja6vYjtR/aRHwenOYkajij9muMTF3JEv+9Ur5maOW9EdzXQvzcJdqK3N6M2/BwF4irQfSSefKoQlzn24m/bPsCmv+i/RCrngfmYdlUtylaXoORLB3JGFWHCnb2wX8xzKvtV5f4j40A5iletQrn63g3/wLMpv/NfNYrpz+aiZ4U/bG3a/nImzseM/g6Ur12NNVv92+qDmtf897ThfW4OJvxuBgbB/5RgCobeOx5Fw7Ow95XgQBZxPTPS8imK16xB+b5eymeG2VA+cQ6K41oIZ+fGGayGlUtbpwIQoemkfk5898EKzF/4F9RdMwlPz78P9r/egAcWKxtrEqyKuVon98DOl+ZjyZs7kf6LGXhs6mjYP7gbDywW0WrTYHXAk2/gueHAltcWYUVgmUJcvHs+Cp74S4tqW1yCVXGzOSkF6+RNRh5mLP61JtBSdj9nynOY0Xu/vGDdsAdqh9QH+195FEs+CXZIqf8sQ4lo8I4cFN47GSOzD6IkMAeUfrBalF2PyvWrsOZd/9vxijD3jwNRu24NSkUH2T0HI8dOQGFWpfrtkLq9Vdcj43gVylauQcmeFAydMg0T+tZg+aPB4Fw3EMx/Eot/mYpda4uxbksVUm4ch/Fjrwc2z8G8d8VNSQFmLxsJfFKM1WK+lt5DMW5cEYaayzHx6bO864oarBqxbVplWxasFqKPqwafvv0yVokTyp2TMe02G8on+Dv+8HogQtSwUYTihuLmk4GwtbUnRBmkTM/G/ndXoXh9FdB3pJw3tM/3L+PRxcrXK01u+uV8PVmoUpeR9eNXI5DtCAYkuGEGFt+bgb+tLcYHW6pQK+rIfUUYVFeMR59XH9gzsp4W9Q4d9+EJC5Yh638ivAgh/EZCDUBC59kVFwnT0P9YGV5+twSVDrUN99ofHAUr6ur1Gdi/tRgvvyLmRQr+0atvedMXY3zG31C89gOUq1MTPHj3IJx4U2/+uVAr0X9NTlmnlI0ou7HBUEXt4TBhwQwMcpQrFyz+/c2uwRr/I5gxK/OReHJxAVK/LEbx+nJUpSj9y/Uowxz1G3d5A3yFC9Vlf8LyNyuA64ow7b4R6GF2oeYzxcvRtxATphYg6+uFgdDIUF0eOxS2T2dhzpuir2tdf9BxNbG5LekHq69dl4HaPWVY9XqJtJ08ZQJyaparj4n5Ry5rRh90n4D5T/dEhT9sjcn5QX/kkaHyiVVfE1LOOhf+D8zHjMHAjnVrULLefx4cgazqVXj0BbUPE220WU9jNUE3WI16/hb7HO1cYuBmRISoox1YrvniTuzPzSf9YauRNqDsS9aeEqxauyHQZofayjFrdrHyhWyTc+9IPLm0ED2/L0fJWk2fcpUDZU/NQbEM/owcY7ixEqJmfTYR895Vf9dvGp6bloGPH9Z+YRC6XPRgFcDVEzB/Uh/sXTELq77MxbTnp6HHbu2bmfXrtaHzc7TybvW5Oji3nkM9v+c6y4LlIl8SEv1a0VhN7uBP+YPVKQuxX7RXdQ5fZThD+MhTA21Bdzn/9XvofNUtDwYMtCMDZdzBwoY3F6n9DH1sMYrMpeqIVSNlINpQEfo4KrFB3rtovwjRa18GXHVGzEVtkwlcFoYLjR88jwR6YeivCnDz9Tno1cUGxw978emHq7AmMP9xHmb8oRCOl0OfVhOjXSfbStTrQ3GuuAxVs+ZgjXYQlZgqcW4fVD2s3sM2+YI+/PoqQo4yaT4mJH+AxxeL66uw61dxfzE+FWVh5/DcRxdjWnoZJqqhrhj0MrD2ZSxcXKEOBMtCzuAeqN+uHyafRxVA91AZrIaxxCJYDR+NKl5WNckSHKEaHqw+8ur/YEDl3XjgD8r4VPnngcUozfsOBZMW6QSrt+C50llIf+/f8LD2Tdg3PIvSZ7qiZMTDeK0FNTsewaoILH6NPwXmJ5EdTbIaQqj7Lj7zYManmPd0cSAA6XX1QKTW7ECV7ID0Hi8Sgdk4pG7x3wDoB6sjXZowKqJV+PpFB9gHexfNwqrAI71Nb7T1ApqiecvQZ0fosH7cORvLrt6LKbNFcFqEuSsHonblQizxjyxp8khBCwq1Iz8aNVjV25noj4a1LFgNfzupeHFKIbDOH9Q1rQfi4rTQE6yDoaOM2nBClCerDHy6YA6K1W8f0TsXA5NrsEO9oA2/6S+csxJ5Py4KHdF452ysHHwQE5t7eVXYI9+tXk9H1pcI24oWrIa+IE3nZkC43x4aZgA5mPb8ZNjefRSLxJcxoq72qtJ9WZ7RqQCMfU69yFmrbte/H3/WBLIRwtbJv5sA20ePY8mWCFCtKfO752JZ7x0Ifvst1l2I2ctysXeKcuEmRwWH9YviZ4X20JesZU16DnMzNwVGy4TXZXERlqMZiSmP4vYnsTi3Bo/OXROp9GP4UpT2rMwRgtXsvVg4c1Vw9Lt4qdDPgi/0Ux7hqsJE2dcrXxpOy/w4UB6xOT8YC1Z1+4hRT2LZTVFelBdW76KXs96F/4NI3TQx5PE2XD0NiydnBC/u1fNJc55GSlg/WI12/tYbhRV2LjF0M6I+/RBo/+KL05tQ+2Jz04GEnRPvnouVff2P/fmPuABPLs5FzaPzIFtS+LlXLNO/BotCnsTIQtHT8zHwyCL1yxADx6gDHPoYIiCu2aalB/sB3bO87surgk8J+ZfJnTgfk3vvRcn+HBResgNz/MGx/IBevTZ6fo5S3q04V8ubzBq/pXoE3Yswd+5A1Czxl6+xa0Uj9bjDP6MJVjdAGVGc8+1yPL5CRKthddRQW4h0rR7el7YiGNDF0dvH5q/HOtzY4AabBqvqaDHtiDJDZSDa0Ei4dL8QNjoVQPg1u07/Hi1EMtDeDNLwY+ezwNUFmDCoB8TDuvX7NmCN+th61vAiFGZntFjmRHUJitv6MjgxGGtUIUbe0AMHAy+vCn8aLrhrISP3I7wQsHDOMuR+O0c+1RQyUCNwXtTe907A/JWXobLZUaRhfe7E+VjZY0fTlyiHTyV29TjMfXAEeqW44Dheg+/+XomP3y/RPKHRYvJzegEGq2HFG4tg9bZD+bjnWc2Kf/MGNl78l8Cj/6HBaiEWr78PjYsL8PgHkepa+IjVWXij7DKUj3gYK0IWEZ+7DYfy78H8FlTbjg9WldGCrhWPY4k/oNQ8Nht422j3kZjxRCFyLwAcJ2tR830VKt5dgzJ/WKUbrCoBQfBt8hGmAtB527x49GXa6Fz0ygw+tgTtY8a622t6UdI0eFG+Lc7RrDZQPJpHNgOPZ3odqP3+O1R/9TFK3vV/Q9SCAu3ojxoIVqPbNt3plgWrNyF09CIQGtTp3EyKETeTbOqo6QLMXjoQ383zf2vYlhNiFkZOfxKFV2UBzpOyLKu2lwRO/vJWMeyN1bqhos48mbljZ6DoxpzAdBVSTVOHjK6no6uIke1FC1ZDHn3Tu9kOf6wtsFHNjXyTka/BPdOvb7koeqwIQ/uq8yOpH1emEGjmqMSItbDpTWSY1kUTRDwwHysvrwyEbZHWFosyD38cM7it4HQlesev9xi5CHO0ZRH6GRFCFcD1J3+grH9UrekPjNSh9v9MpKkANI9lip1o0naVEPu7p0X/Ikb/TUbKOn/IHqvzg7Fg1Wgf0Xy9M1LO4X3uBMz/Y0/seHgeSkIKKmy/9dpoK+YMjjQVQOgbzcPN9A1DzAzejIR8WSymnhn4HebIudGUP9HagHgbfYGr6csxQujCzr1yVGydmBczbMqREFMDx6jbkEQ4nIeD8kWj+iFY+GKGRqzKhZRRd0Mz96P06XkoCZn+SG9/W3t+Dl9XS8/VYvmb4RCPcYbNlx3arvS+ODYaYLV/L9bsFkKCVTGiWExpk43q5Y9j+Zdhx2WwLegPggjvS1sRDBhoR2LKiGjXY3EWj7h50X6GXhz6a1ddDaq2FmORf45GQ2XQXN3T/120/kn5wiMs2AmZCi2438EQKXHL4mytI+fjfoVczwbu0Qdi2h+mYWBmK0Q091DGlo48YjNr7FzMH1yLRXJqw+gDiPT7RnUvAtcNO1EkBohoB2botb9YBqs3n8ScJ5aHzB+b1Xcg8gbchIGDc9ALVTovNzSmd65/isFqWAknfrBaiB8fHINnvjdedTs8WBWhw8RcdGmyiy5Uvxs2mkV8pncuRgzMw4ABucjpVosNgUfa9DutVgWr/SZg/vRBwPYNKP6oFJUyvNUZsdrkmyWjwarRN5iLDjsPA24ciEF9ewG7NY9IGi/Sjv1ktGDVkG3TXZYj6HTeuth0BIuRG0W9UTqagCNLjB7W3vi28YQoD6cXcv9dnIgGIveKLNSW+R+FbmWwKh/zVx5BXPdRuTJqOyxwMBqadGwFMbY1w3OsytXplHkzoWlgD1oYrI78z2Uo7PEdyt9fp0y/oIbiwS9u9I9NjIaecFXTHg4N1SjxP3ZjJFiNUZnLwOXYHDy+Qn8uRCka8oWUclztEqy2sj8wVova+1OtDVYBMSJ+4P45mLOrSPOFjr8ux+L8EMNgNWq9i3Wwqjn+RA5WtTcjmumOumlGnsgaaqANnH3BqtIfyOkMvrpVTm3yJ80USHotz3iwqkwBkJtSi0/llADatUUIViOM8gku2ZJw0+i5Okqw+vEULFyvd+0Y4ZzV3t1Va9YfHqyKeWgnPYfJl1dh+UygSOveXKgXcmOuVxYxCFYNtKMgQeQybg1TRyxjqP0YKoMWBquGXHWC1aht0q+WeGXREeXNbRgTyBo+DhNuykGGzYXar0oCXzLk3j4NBWL+dmOrUT/lQM32Uix5P+SVuVHWIL5Y1Hn6Riwlnv651YXV8tyod98Zvurm7jXF1D43oXZtLfo3eQ+NzohxnSkVs341AxNSPsbC13boTwVwrw0bAlMnKvsWOhVAL+TekIETn2gf+1e3/e4ULPyoRdjnxYcZrIYVc8cHq4DuVAC/mIU/XleDh2eLh/rDR6yKqQAeg/0N7cusACTIVADijZYj6l8OTAPgLwI5p2pWhTosXQSMvYD9/sf+xaeyMPn3z6HXnvswS06B0PqpAJoEI3fPxWtXfRd44Yfcp+6T8dzTXbAp0OkYu1BvGlCISafno0/1IsxaGTaSxH/wvXORl3ECFYE3Caod9Cig5JGFiMW7P9utR4sWrBqybbp3WRPnY372XizSPmIrPiaC+XtTUR4Y+dTaYBUQ25jb7WOUpxagz5dTgvPHteGEKL7V64X9gcf+Zc2d9Bye61WF+57Sf6GMkcdz5XyfyRuCLyzwn8Q1j/AaWU+71YM2rlg+anp1bXA+VP/6uhdi9tyhqH9dO6+pTpnr3BA22aUWBavi4mk8bH8Nnfc1+lQABZj9xxGoXx0+ajNsnkLdqQCyUDh9AlK2LsSanUCsyjxiW9IAxSZYBXQfEb9xAmZfdRTzXiwFWtkftLF6xWjx1ger/i9Big/3x2iX9kVmsTo/GAtWjfQRRupd1HJu0ofqtye9qQBCR6frjQCOXpztNmJVznsc7WZEuV4RL5vI+p9ypP6yDyqnaEbqGmkDulMBDMWEp67C0d8tUV6EpjcVwFXfhZ0z9aYCiPaERwRfdST+hpo+uNmxPPTlXDqLGAqGAAydvhhFncuxoDoXM/vXyLlpg7e5evW6tTesoetqzbla+QIw7FpObyoAA1/CR6/FcfiE7nk0V46y77WnChicgsCob8NtwUiwqj8KutlgwEA7MlLGcVA2tElD7cdQGbQwWDXg2nTEavQ2mchlYajA+KHzRkDMJzzjBhuqNq5DydvifQ1ZyBk1GkWjhiJDM2e8mOZm2nU2VAbeuTEUt95+EzJ2zsMSGUo2P4hHzqfc24b6r8Nehqlzjyq+AJt21UnNy6sKMW50Lk782X8P05qXV+Vh2h8eRK996lzvR3oh91dFmJyfypdXRajtDFbDYOIRrF5892K8+lDoy6seeTgfXT/5De5ZuPMce3mVCB1uwoklTR+lgnihx+8uQ9VTyuPYRU+vxFCv+mKXfVnIGVaIcffmoFa8rS7w8qrrkbon+KIG+fKq3gdlGKlMKdD0ZK8bjIiLkwd6YO/aJVjy0X70unEciu4cipzkvcE3jrdgKoCRnhLM+6+y4GN/o57E3DE9UbO5RH05VS4KRhei75HVWLi2GrhhGhY/0At71c63tncuCsdOxsjU8qiPCsf9TBYtWDVkq3MUMlAbiax9avmKOjBKnCjykPp37Uje1gerEBOEz74eWajBhkdCX8LR6hPi2LlYeaNLPbntR1bfoSi8bxxyDge/TGhy06/30qmxI5B9WvPyKnGjfb0LZa8vR/Fn4mVuikWPk5rPGFlP3CtMpB0Q87lNwyCP/w2VtYF2eNnRDZjzuxLNYyl6Za4sf725MvjCu2G3YvRNGdg5d4ny5USUYDW83Yqb6KGuMqz+YzEqkIORt49DwQ09cKK5qQBun42VN51QHwUKPVYZcPaqUl+IJ25WpyH3tOblVWL9V51Aqb//ilWZizeYzi5Cz0NlKHlTebNn7m0FKOxXi9ULilEdsxGrQJbo6+4MfRFb0a+uR8aXSzDrlSrlRV5R+9qztZK2IViFmAKnCH3M9agUj9VqHiWWZm0+P4g2MRJ4ex4WauYLa6++Jmo5R3i5iZGXV0UNVm8sxLj0PVgjXg4Y4U+7BavqY+vR3qQro9V752LudVnAoQ2h8xsbaQOizT4d9vKqsYW4Pn0Xljylzufb6pdXtTJYhfhyaBoGptdjR7PzxSqFYigYEmHt3akol1MAZKFo3nwMPCymM/BHq/r1unXn57DzRqvP1QZeXnVOBatiSoBpeG5qLjJcezUvhzXy4iQ1PFjVB1XzZmGNdiqv10JfXtXiYMBIOzJQxmft2WbBa+hTHWXaIUP9UbRgNey8YcRVL9iJFiIlcFmcrXWE+xUvgSzk3T0OBddrpmZziYyQWbUAACAASURBVNGvJVi+okzzYtwsjJg0A4ViJK0NgMeBml0bsHxxqfqZKE9HirY4KQu7nhBT8GiPVe+LDHVb1/VAigVAQy2qNq/BQv+0IeEvrxKr6z4Ckx8txMCLU2ATy9TVoOL95Viuzlsrt3h1EZ68dyhyuqljgR21qPxgCRa9r339b7zK4ezbLoPVsyBYFbuQN3UxHrtjAC7uJBreaXz30Qo8Pq8Eyuuswkesip9djMLZz2HS8MuQJmZwVpd5Zl4J/tHCetaRUwHI+UcGhL9cwb/D4u3J89HH/+KT8AbvcmD/1tVY8pp/3lHRIV2Gmv0pyLkiS+lI6vaj7OU5WBN4lMxgsIqwDslxEtWf7UXK0B7YO2EWlHGGxkasIl+8ATwXXSwnsWPxo1gisnExvH7skxg3LAdZom/yuHDyn+X408o1gQmgQ34PwHG0EhuWLkJp4EK0hQXbUR+PNLdlYO4bI7YRdja8Q1dPXItWBENr/ZdbGJhjVd1k0bzXMLS+OHQkqPxda0+I4cu54DhQjtXLgmWt94h1YI5d/wnxawcu6/EdpgReXpWLopnjMOKKLHkCFHNtVX51AjlXhY5qjr6ejqoYrdhO9zwUPVCIof72LMp7TzmKny/WjGAS641wo6BzkbDjo+VY4r8AaG66AL12K+vfCOR0s8k26/ihEpUncpDrKVHfyBt+jOGjw8J+r77pc+8cdS5fdX/zfqJcsLiOVqHs9YUoDvRfMSzzsLbkOlaN8rXLsUZ9WV6sRqwG+rrhOchKVi8kPytBsM22oT9oRZWK7SJtCVaVEciTL9qFx2euCpm7Klbnh5FidIOYguLYDiz530sgHv6K2teIi+QvT6LP5Qdb3teIc1rEcm7mwl97k/FZ2I2IkakADEz70X7BqsGbEVnxijB31VDUrw0d9R44t/hvgHSvN/w3NGr/I64Jvq9AyeLlKPPfYOl9qRnezkWf8vYqFPtfihmh72x2jmtNI5JPX1xSqfsCwPC2pjdHpPIZdW5n+YVPAeyb52Deu+o0JWL05+9CX+SpV69bd34OP2+08lwddi1X+48y+WVeReDG1+C1Ymw7p9isrZknP3KnPocZ/Wo1gw2MtoUcTJg3A0MvtcG1bwMmPi1e4qfTl4Zfh0cNBoycS6KXcWzgYr8WQ19MiM1GDUeaC1aBpu3LiKvB/j0kRErcsoh96XKNFKDAuSjAYDWsVFs0YvUcqREdGazGlszIPJix3SLXRgEKUIACFDiXBJSR1NFfpHa2HLPyJcAczFoZec7gs2Vfz639CPvy+9w6OB4NBShAAQpQgAIUaLUAg1UGq2Cw2ur2wwUpQAEKUIACiSMwbBrm3wpUrC1F6Zdi2psJePDe64Hy4Mv1zu6DKcTs32djx/MLsSHk0bize6/Phb3rdfuTmHmrHRumhE6bcy4cG4+BAhSgAAUoQAEKtEWAwSqDVVx22WVtqUNxXPYh/P6lLGx56FnIF7HyDwUoQAEKUIACzQhk4d+n/CfuuranMueXy4GDn7+F/1r2UZPpCchIAUVgFH7z0j34edIJfP3W03j2LxwpzJpBAQpQgAIdL/Dzib/D9LyekJcvRz7BC795CV/j53jo2em4obv4aWv/uHCw4gU8tfLr1q7gvFzOarWel8cd6aAZrIbJcCoAtg8KUIACFKAABShAAQpQgAIUoAAFKHB2CIx4bDHGibnkxZ9jO7D8fy9BBUZgxuJxyFV/3No9PblzOR5dXNHaxbkcBcBglcFqAk8FwBZMAQpQgAIUoAAFKEABClCAAhSgAAUoQIH4CDBYZbDKYDU+bY9bpQAFKEABClCAAhSgAAUoQAEKUIACFEhgAQarDFYZrCZwA+auU4ACFKAABShAAQpQgAIUoAAFKEABCsRHgMEqg1UGq/Fpe9wqBShAAQpQgAIUoAAFKEABClCAAhSgQAILMFhlsMpgNYEbMHedAhSgAAUoQAEKUIACFKAABShAAQpQID4CDFYZrDJYjU/b41YpQAEKUIACFKAABShAAQpQgAIUoAAFEliAwSqDVQarCdyAuesUoAAFKEABClCAAhSgAAUoQAEKUIAC8RFgsMpglcFqfNoet0oBClCAAhSgAAUoQAEKUIACFKAABSiQwAIMVhmsMlhN4AbMXacABShAAQpQgAIUoAAFKEABClCAAhSIjwCDVQarDFbj0/a4VQpQgAIUoAAFKEABClCAAhSgAAUoQIEEFmCwymCVwWoCN2DuOgUoQAEKUIACFKAABShAAQpQgAIUoEB8BBisMlhlsBqftsetUoACFKAABShAAQpQgAIUoAAFKEABCiSwAINVBqsMVhO4AXPXKUABClCAAhSgAAUoQAEKUIACFKAABeIjwGCVwSqD1fi0PW6VAhSgAAUoQAEKUIACFKAABShAAQpQIIEFGKwyWGWwmsANmLtOAQpQgAIUoAAFKEABClCAAhSgAAUoEB8Bk8/n88Vn09wqBShAAQpQgAIUoAAFKEABClCAAhSgAAUoQIHEFGCwmpjlxr2mAAUoQAEKUIACFKAABShAAQpQgAIUoAAF4ijAYDWO+Nw0BShAAQpQgAIUoAAFKEABClCAAhSgAAUokJgCDFYTs9y41xSgAAUoQAEKUIACFKAABShAAQpQgAIUoEAcBRisxhGfm6YABShAAQpQgAIUoAAFKEABClCAAhSgAAUSU4DBamKWG/eaAhSgAAUoQAEKUIACFKAABShAAQpQgAIUiKMAg9U44nPTFKAABShAAQpQgAIUoAAFKEABClCAAhSgQGIKMFhNzHLjXlOAAhSgAAUoQAEKUIACFKAABShAAQpQgAJxFGCwGkd8bpoCFKAABShAAQpQgAIUoAAFKEABClCAAhRITAEGq4lZbtxrClCAAhSgAAUoQAEKUIACFKAABShAAQpQII4CDFbjiM9NU4ACFKAABShAAQpQgAIUoAAFKEABClCAAokpwGA1McuNe00BClCAAhSgAAUoQAEKUIACFKAABShAAQrEUYDBahzxuWkKUIACFKAABShAAQpQgAIUoAAFKEABClAgMQUYrCZmuXGvKUABClCAAhSgAAUoQAEKUIACFKAABShAgTgKMFiNIz43TQEKUIACFKAABShAAQpQgAIUoAAFKEABCiSmAIPVxCw37jUFKEABClCAAhSgAAUoQAEKUIACFKAABSgQRwEGq3HE56YpQAEKUIACFKAABShAAQpQgAIUoAAFKECBxBRgsJqY5ca9pgAFKEABClCAAhSgAAUoQAEKUIACFKAABeIowGA1jvjcNAUoQAEKUIACFKAABShAAQpQgAIUoAAFKJCYAgxWE7PcuNcUoAAFKEABClCAAhSgAAUoQAEKUIACFKBAHAUYrMYRn5umAAUoQAEKUIACFKAABShAAQpQgAIUoAAFElOAwWpilhv3mgIUoAAFKEABClCAAhSgAAUoQAEKUIACFIijAIPVOOJz0xSgAAUoQAEKUIACFKAABShAAQpQgAIUoEBiCjBYTcxy415TgAIUoAAFKEABClCAAhSgAAUoQAEKUIACcRRgsBpHfG6aAhSgAAUoQAEKUIACFKAABShAAQpQgAIUSEwBBquJWW7cawpQgAIUoAAFKEABClCAAhSgAAUoQAEKUCCOAgxW44jPTVOAAhSgAAUoQAEKUIACFKAABShAAQpQgAKJKcBgNTHLjXtNAQpQgAIUoAAFKEABClCAAhSgAAUoQAEKxFGAwWoc8blpClCAAhSgAAUoQAEKUIACFKAABShAAQpQIDEFGKwmZrlxrylAAQpQgAIUoAAFKEABClCAAhSgAAUoQIE4CjBYjSM+N00BClCAAhSgAAUoQAEKUIACFKAABShAAQokpgCD1cQsN+41BShAAQpQgAIUoAAFKEABClCAAhSgAAUoEEcBBqtxxOemKUABClCAAhSgAAUoQAEKUIACFKAABShAgcQUYLCamOXGvaYABShAAQpQgAIUoAAFKEABClCAAhSgAAXiKMBgNY743DQFKEABClCAAhSgAAUoQAEKUIACFKAABSiQmAIMVhOz3LjXFKAABShAAQpQgAIUoAAFKEABClCAAhSgQBwFGKzGEZ+bpgAFKEABClCAAhSgAAUoQAEKUIACFKAABRJTgMFqYpYb95oCFKAABShAAQpQgAIUoAAFKEABClCAAhSIowCD1Tjic9MUoAAFKEABClCAAhSgAAUoQAEKUIACFKBAYgowWNUtt1149oUnsNJImV76e3x7Z//onzxSigl/WootAIb1X41Vwy6KvkyifsJ7GBvfmYulx4Fbb/g9pvZLa/5IDpViwttLscULJGVMwof3jMEltkQ9+A7c70Ob8du/voovMATP/HoSrkntwG2366YO461V4zHzFIDOj+DzCQXIatftGVn5N1i3fCcuKLwHQ+K/M0Z2mJ+hAAUoQAEKUIACFKAABShAAQpQoJ0FGKwyWI19Ffv2VdxS+iaqxZqjBWP1u/Ds6iew0gl0znwE6+4twCXm2O/SubjG6g1FuOXvx+ShnVthPYPVc7G+8pgoQAEKUIACFKAABShAAQpQgALnmgCD1WjBatr9WHdXAS6JVPKWNHQ2MlLwvBqxWo01r07Hb08B+YNWYtkNkUbnnsbXW5Zi6Z7t+D7jEfz32OEMVTX1rHbLdFy7q0r+ZOKID/GbfmGV8Lt3cE/pClSgP14Y+3sUdD9XuqfzO1g9vus9/HlPFm4ZMwQ9OXL7XKnUPA4KUIACFKAABShAAQpQgAIUOAcFGKxGC1ajjbg0WinOp2DVqAk/16xA1GD1nPU7f4NVz/fb8M6nbuTdNgyXppyzBcwDowAFKEABClCAAhSgAAUoQAEKnBMCDFYZrJ4TFflcPAgGqwamkuiwguccq+1JfXTbG9iIfNwzpFt7bibB1n0U297YCNwSNq+vtw4Hv3fioku7wZJgR8TdpQAFKEABClCAAhSgAAUocK4JMFiNdbDqPY2vK1Zg6a7N2OhqBMyZyP/J/XisfyOeLdV7eVXzo/OihmunqlFatgIv1VTha3cjADuyM4dj4qD7cVffTP36Wrsdaza/gzVHdqHaC8Cchp9nDMFD109CQXaEF025DqOibCmWfrsLFeK4YEdWan881H8Sxg26FEnaLWlG5yLSy71qt2Plh6/irR+r1X3IRF7XW/HQTWMw7JKm+/DFu7dgzAGxkQK8M3UMnGVL8fw/d+ELcczC+LIZmDtyMLJa+uh0K/3ac9+1ZR5egNq5VJurG63yanZUtaaeijKY/giuCdu52l1vYulXpXj/2DGI904lWS/CsB5345ERt+LnnfWr4qnqD7D001fxllxGqbuPDClAw5b/aP7lVa2pw23qvTsmWD1YvhrrDl2JsUWDcUGb9jexFmawqldeEYLVI9uw+v3DyL1nDHKNTEOTWFWBe0sBClCAAhSgAAUoQAEKUCChBBisxjRYPY0v3p2IMQeUFwqF/DHbkeRthLPJi4baEKweKsWUt5diowhHm/yx45o+v8cbv8gJCT1rdy7APVs3Ky+W0llmWP+VWDUsbE7U+l14/vX/gxfPiEC16Z/s7jPxsnZ+1CjB6r8q5uLBz7dF3If8ASux7MbQfQgGhTkYllGNLSea7ktS15n4fNxwRMjwmu54K/w6Yt9jG6y2wKu1war3GLa88x+YUKNT74W6OQcLfvUC7ro4tAicu5didFmpTj2wI8ncCKeo1zpTcbSqDre5W+6IYPUgtqzegoMWD3oOG49hPdu80wmzgoQMVmu34Y0Pgfx7hqB9xtlGCFYTplS5oxSgAAUoQAEKUIACFKAABc59AQarumW8C8++8ARWRin/8DexO79YgP4fb5bhKZKG4Jmb7sftl9jxw99L8duKd1ChBqChy7UyWPVW4cU/TsfzYmPmbEzNm4HxP7sIOLYdq8sW4cXTInjMxGO/KMbUPuqBHNuM6a8vQKnYj6ThWHX7DIgMtfafpfjdhytQ6hLrGo43Hp6JvMAQ1GPYuGY8pvyorO+ufjMxdXA2upyuxvvlC/DbIyJMs6Pg2tV4IU8dIdtcsHroHUxYuwJbQowycfJfH+DFba/iLRneZmJq/mo81tceKIFgsKoc72N5M3DXzy5Cg1ju4xV4S6JfimcKV2JcxDeNaQq0NX4dvO/RRisbG7HaAq9WBqunKv4Prv18u6z32T1m4uVfDMcl1mP4+pNF+I+vtuNforr1mINddw0JhvzObfjtH+dijWwTwXqVfGw73tq8CM+fUoPz8GC1VXU4Fh15BwSr1Rvxyu6LMOayb1Fc2x8P/XvvWOx4QqyDwapeMTFYTYjKy52kAAUoQAEKUIACFKAABc5rAQarMQtWT2Pjmjsx5UexwhwsGBs2Qu/bVzG69E18HaMRq86dC9B36+amoabYfP02/PZlJbS6pM8LKP9FjnKUf38Vo7eIZYBbb1qNqX2DB/+vzf+BoV+Jcax2TM3/Cx7z/+7Amxj97qtyv7P7vIAP/esSi3oPYM3LE/HbegBdZ2KXf7RoxGC1ERVv3Yl7akRopmOkDc0yZ2DX+FsDo0+DwepF+E3Baky8PLjvQQtg4ogP8Zt+0dt0y/06ft9jE6y2wKuVweoXG8bjt3KahiF45qFJuMbs9z+Mt1aOx8zTItwtwDuPBqcPEGFs/8+3yw8Ou2o1Vg3XjFD2VmPlS/+BZ8/ojFhtTR2OXh0MfKK9g1UnKv/8Cg78bDJGX16J9948jH735aNPwFKzi+pIyesHOfFp+V7UeXpi2OTRuFJ7FHX7sG3TVuz5wQEPLEjvMQDD8q9Bz/CpMhwHsH1zBSprjsMjQm5LCrr3HYb8IZdC791Zjv3bsLF8D444PIDZgpQL++LGm4egd7oBQv9HjlRi3ebtOHhSrCMF3XOGYQC2YmuEOVbr9m1D2VZ1m5Z09Bw4DKOu7tmy+UWNeniPY/fGD1HxL9XDdgEuvfZm5PfTzmcqAs93sLtOc8w/GYbJt2lKIMJo1uYC5CO71qHsbwdR5wGQ0h39hg4Atm1tOscqRF3ciz7hZS52x3UQX2zchp1qeVpSuqHPdfkYdkVLCqgFZcmPUoACFKAABShAAQpQgAIUOM8FGKzqVgDNiNW0+7HurgLoDoJMSkPnwMhOzTLakDEQJpRiwp9iN8fqF6W3Ycy3IqAcjlVTZmJYyCSnjfjXnl34XgwhzMhG3mUR5lrVZjVbpuPaXVXyJ9pwsnbrdFy7U/z8Ijxz52qMuzQU7NR32/H1CTEk8VJc0/ciZURixGB1F55f/AReFAFOxiP4/P4CZIX5V5TcgnvEEMew49JOBbDg1y/gru6aBXcvxeVlpfIH4aOII7Xvlvt1/L7HJljNgWGvVgarkfvQyPOyBstzMJZN+L/ID5m/oflR3JG2F82rbX19OwerztAw9Zu/LMeeSx/AHVeFNGzlEERoV7oHnq4DkD/yGnQP/4jjG6xbWwF3/1EYldsdSZ467PukFBt/6IOxd2nnbj2O7W/9GQf7jEJ+v+5IsQGek/uwdf1GHMkei7GDwmZ5PbEda/98EH1GjsI1YqOuOuz7fCO2fNsNt4wfBkMzFzgq8d7rXwCD/PvmwIEv1mNr1XGgzx1NXl7l2LMOaz9zI3eUss1m9y9SARv2APZ99Ao+tQ1DwQ29kW4DnEd2Y9OH2+DM1SmL5qYCaGGw6tj1HlZ/CQz2H6fjAHZu2Cr71j4FYS+vihSseo9g29r3sP/ifIzK640LkjyoO7ATZZu+hvW6sRjdVy8qb1ur4NIUoAAFKEABClCAAhSgAAXOdwEGq7o1QBOS6szxqLvIj6WYsEYJTnVf2BQxtGrNVADa0bH6LxKKWLG9p1G9sxRr9nyAihOHlRdHhf3RBqtf//VOjN4rhhzqBHSRNhIpWD21GdNXLYCMQCO81CoYjoVuL7bBaiv84rDv0YJCY1MBdFCweuoAtmx/E2v/uQsVZ5SXV4X+0dbTYyh9tQjTRSCv+yKsKMFqC+twbDr59g1Wj3++Fu+cuAYP5avzdqjTAtz9y9zQF8MFgtV6DH5Af0SreAHWJt/NGB8ySetxbC9eB8eNBuZu/edGvLTzAhTdNRgh4xz3rMPy6t6YPFo7JPw4vtlSCQwYhisNDIoUIzbfqx8cPE61cA6UvYKtyaPDglUx5+wmYPh4DPuJphRFwFvqwBCDYa5xDzESdT0wYjyGaL+4ObAd62t7YtSAsOg4ZsGq2O57qL/2IeRna47TewCbVm9F0i+MBat1f1uLN76/EuPvyA0dbfz9Fqz+yINhD9yMsO/FYtM0uBYKUIACFKAABShAAQpQgALnsQCDVd3Cb0WwGi14OxuCVe9hvLV6ImaqL34Sb23P9j8a7DqGr93KvJbtFqyKeTWXzcWaRAxW47DvCROsHirFhLeXYosM6e3ISsrEheoj7D84D6NW/lwbrEYLtpsJVltRh2PTv7dnsCpCz3dwfNBDyP+purfevdj4yhe4oHAsBmeEHUGzL006joo//RnOGx8IDSPFQPKtq7El+Q6MHRQlAY20fuderH9zE45n9UPuVVfi8u7dkKIzoLY5793rlmNf9mSM1kxDIj6v+4j8sQq8UerEsPvDR8MewbY1W2D/5VgMjhrmtszj6Gdv4J1vrOjTdzD65XRHt/SUyFMOxCpY9e7GuhX7dB7tjzTHqv5UAGKU897ekzH65+ElILzKgFvDA9rYtAyuhQIUoAAFKEABClCAAhSgwPkswGA1VsEqNI+Kt3YqgLRJKJ84JmTagUjhWvOPsutX6eC8lmkYl/ffeOba4LyWkbYTbSoA3S0ZmQpAzwjA2TEVgN5RRSnfdtj3eAareVetxhvaeU8R6bF+TUhqG45ld81EfmB+h2amAghMZdGyqQBaU4dj08G3Y7B6UIwoBG4OCxD3ffQStnceg7HXhj2S32ywqjP/pwYgvd+Y0FGhrqPYXb4FX+w/Cod4eZ3/T3o/jNF7273rKPZ9sRu79u3D0VNOIL0nBtw0Ctf0tBhgjjAiNFKwKo6zZDe0U5lqdhD9Co0EhS30AFB3cDcqv/oG39YchcOTgm4/y0P+jX2QHj7fbayCVbGeD4AR44ZAO1AWaEmw2vyLrr75y2ocvtrAaGUDpciPUIACFKAABShAAQpQgAIUoEBQgMFqzILVsJdXhc8DGvHlVdrlms6XWr1hPG75+2G5l9qRpNqXL427sRjPDEgLHol44/2y6XjeBSRd/nvsKegvfxd8nH4IVj00B8NSg4sEX14V9gIozcurrvn5Srzz79qHSY+hdHURph8LmzO1tS+v0rx0CxFfXtWCR9ubaekt94vy8qp22PcOD1a1o64vnoM9Y4cEH0PXvlAqZPSpZnR395nY8+vhmkfXNS+vCnvkP+TlVf1XY9UwYy+valUdjkmP337B6sEtr2DdN2JCZJ0/KVdidPgj71GD1Y06LzzSW/lRVPzpPRzIuhHD8nqje6o6/LTZ9WvW43XiSOV6rP8iBUMiTEsQvtUWjVg1uh/Nlm/zgWO0qhGY0/XysS0LuFsyxypHrEYrBv6eAhSgAAUoQAEKUIACFKDAWSvAYDVasNrcy6vEspY0dFYDSufupbilrBTy3UtJQ/DMTffj9kvs+OHvpfhtxTuoUOczDX/B0r/KJmLobvladWT3mIH//rchuNB1AFt2LMWcb6sD81WGvPFehKd/nI7nRR5jzsbUvBkY/7OLkHS6Gu+XL8Bvj4i0MxOP/aIYU9VpG3W3g8P4uvJNPFu1DV+r+xeyHRzDxjXjMeVHMU1AJu7qNxNTB2eji/MwvqhYhCnfVsMJOwquXY0X8tSXZEUMVgEceBNj3n0VX4QYZcJ5bBte2rgUK88o25mavxqP9bUHSie2c6wCaIVfh++75qVc2T1m4uVbcwBXJi7pqrjEfI5VHMCalybit/Vi7ZkYN+j/4pH/dREajmxD6daleP6UMlVE6GP9+svgWBU+qFiKZ48chhIZhs0F7NyFZ1c+gZVylGSwXiUf2463Ni8KbitsjuPW1eFY9L/tFKzKR/4rkHSr3mhCMcfoejhv0EwRIAt+G974EMjXG1EKQMwpur3LGNzRP8rLiiKNlNy/Ca9sS8LosPUf3LkeB7NGYXDIRJ0tCy5bPMfqmu24oPAO5LbhvUuGPeq+wZadQO6wKxEyRljMLfvPPph825WhFSnaiNW/uptMYyBC9C3W8LlkYzfHavHhn+Oe0f1C51g9sg1vrHfiRs6xGouOgOugAAUoQAEKUIACFKAABSgQIsBgVbdCaEbhRaswIS9hOo0v3p2IMQdEqBn2JykT2c5jqNZ7c/2xzZj++gKU6rxIKjspE9VOZX2hgSeAkLktwzdox7B+/41lIy4NjiCs34VnVz+BlTqD45LMdji9SnA27sa/4JkBwVATzSwnPp/dYw7euWsIAi92by5YBfCvirl48PNt0qLpHzvyB6zEshs1IxhDRtvGZsSq3G5L/Tp638W8rn+cizWaeqEN5WMfrAJiJOm1n29Xw1Bt6WQiO+kYqmXdCQ1JxRcKo8tKdcrTjiRzI5xy/5uOxo68nGZb4S+Pa20djtaOo/6+fYJV51fv4ZWqnhhbNDg0zFP3p8lLrcTPo43kdHyDdW9VALmjcHO/7kiRb7f/BtvKdyP9ljHBOVvVUBc33IERV6bD4nXi+L6/YdPW3ThqazoVgPMf6/Hm58CgW25Gv+5JgH/E6q4UDLsvH73DH5XXMxX7trYC7v6jMCq3O5I8DhzZvRHrPz8Ce/g0BQAce9Zh7edA7q03I/eiFLmPR/6xDVu+TscthfpmTTZr1ANiBO86HLxkGPKv7Y10GxAYsZo9FmMHhU3J4KzEe699i16/vgPXNJnrVQnFj/+8AKOu7o4kOHGkahPKPj0A5IRNx+A/zs/cyB01Ctd0T4LHcQSVH67H9sN2nSkP9OdYhfcItq19D/svzseovN64IMkDx+FKbNxQ+XxG9AAAIABJREFUCet1YzG6bxvS6ajtgx+gAAUoQAEKUIACFKAABShwfgowWNUt99YGq2Jlp1H9yQo8v2szNroaAXMm8n9yPx7LvwhvvfQEVuoFq2KxH7fjxb8uxeoTyst+Otv6467+k/BI+gfov7lU7mWTYFX88FQ1SstW4KWaKuXlU+Y0/DxjCB66fhIKsjXTA/iPU/380u93odoLJFkvRf5PJ+Gp/ofx5Nql2ALgkuwXUH5bTqiM6zAqypZi6be7UCGOC3Zkp/XHXQMfwcT+oSEoogSrcsW127Hyw1fx1o/Vcj/Efl/TtQCP3DQGwy5put8xH7Ea5mHYr4P33fltKZ7dtAJr6pWyLRi0MjAyuD2CVXl4X63AnE8+wBbnaTkaOTtzOB65fhKyvroT98iB1WGjT2U1/ABLP30Vbx07hlPiBVap/fHQtTOQf2wuhu6qApCGx0a+i6k/C61Wzm8/wPPbgsvJbQ2ZhJ/suhNjxLbCg1VNnW9xHW5TH98ewaoDle+txrc/fQB3XBXhLVBqeHf5fXcg1/+RaMGqOM66fdi2aSv2/OCAxwtYUrqj79B8DOkVGq55Dm5H6aZKHHF4ALMFF/TIxeD/1YhP/6fpaEux2uNfb8Kmnd/iqPr5lMzLcc3wm9FPHaxuiPjYbqzfWIEDJ9VtXpKHa9Iqsd2UHzr/q7qyun3bULZ1T2AfUy7si2G3DMGlLckJDXrAcQDbN1egsua4dIPtAvTsl4ebr700dBSo3Dcn9m1+Bxv/UQd0ycXYX+eFhuNHtuO9jUFbud+9jmNrfZ7ucR7/ej3Wf3oAdR5lu5dedw0679quM61DhGBV7JLrIL7YuA071f23pHRDn+vyMeyKqG/5MlR0/BAFKEABClCAAhSgAAUoQAEKhAowWGWNoAAFKBBVoD2C1agb5QcoQAEKUIACFKAABShAAQpQgAIUOIsFGKyexYXDXaMABc4WAQarZ0tJcD8oQAEKUIACFKAABShAAQpQgAJniwCD1bOlJLgfFKDAWSzAYPUsLhzuGgUoQAEKUIACFKAABShAAQpQIC4CDFbjws6NUoACFKAABShAAQpQgAIUoAAFKEABClCAAokswGA1kUuP+04BClCAAhSgAAUoQAEKUIACFKAABShAAQrERYDBalzYuVEKUIACFKAABShAAQpQgAIUoAAFKEABClAgkQUYrCZy6XHfKUABClCAAhSgAAUoQAEKUIACFKAABShAgbgIMFiNCzs3SgEKUIACFKAABShAAQpQgAIUoAAFKEABCiSyAIPVRC497jsFKEABClCAAhSgAAUoQAEKUIACFKAABSgQFwEGq3Fh50YpQAEKUIACFKAABShAAQpQgAIUoAAFKECBRBZgsJrIpcd9pwAFKEABClCAAhSgAAUoQAEKUIACFKAABeIiwGA1LuzcKAUoQAEKUIACFKAABShAAQpQgAIUoAAFKJDIAgxWE7n0uO8UoAAFKEABClCAAhSgAAUoQAEKUIACFKBAXAQYrMaFnRulAAUoQAEKUIACFKAABShAAQpQgAIUoAAFElmAwWoilx73nQIUoAAFKEABClCAAhSgAAUoQAEKUIACFIiLAIPVuLBzoxSgAAUoQAEKUIACFKAABShAAQpQgAIUoEAiCzBYTeTS475TgAIUoAAFKEABClCAAhSgAAUoQAEKUIACcRFgsBoXdm6UAhSgAAUoQAEKUIACFKAABShAAQpQgAIUSGQBBquJXHrcdwpQgAIUoAAFKEABClCAAhSgAAUoQAEKUCAuAgxW48LOjVKAAhSgAAUoQAEKUIACFKAABShAAQpQgAKJLMBgNZFLj/tOAQpQgAIUoAAFKEABClCAAhSgAAUoQAEKxEWAwWpc2LlRClCAAhSgAAUoQAEKUIACFKAABShAAQpQIJEFGKwmculx3ylAAQpQgAIUoAAFKEABClCAAhSgAAUoQIG4CDBYjQs7N0oBClCAAhSgAAUoQAEKUIACFKAABShAAQoksgCD1UQuPe47BShAAQpQgAIUoAAFKEABClCAAhSgAAUoEBcBBqtxYedGKUABClCAAhSgAAUoQAEKUIACFKAABShAgUQWYLCayKXHfacABShAAQpQgAIUoAAFKEABClCAAhSgAAXiIsBgNS7s3CgFKEABClCAAhSgAAUoQAEKUIACFKAABSiQyAIMVhO59LjvFKAABShAAQpQgAIUoAAFKEABClCAAhSgQFwEGKzGhZ0bpQAFKEABClCAAhSgAAUoQAEKUIACFKAABRJZgMFqIpce950CFKAABShAAQpQgAIUoAAFKEABClCAAhSIiwCD1biwc6MUoAAFKEABClCAAhSgAAUoQAEKUIACFKBAIgswWE3k0uO+U4ACFKAABShAAQpQgAIUoAAFKEABClCAAnERYLAaF3ZulAIUoAAFKEABClCAAhSgAAUoQAEKUIACFEhkAQariVx63HcKUIACFKAABShAAQpQgAIUoAAFKEABClAgLgIMVuPCzo1SgAIUoAAFKEABClCAAhSgAAUoQAEKUIACiSzAYDWs9Ooa6+VPxv+0K7xeD5JsZtitAEwAfF6YTCZ4PT40es042eCFy2tCepIZnSxeJNtNsJmARrcPZ9yAxWKFGW6cavAhRXzGZobP48EZlw+NPjOSLT50spphM3thhg82mxVe+NDg8uDwKYgVoMcFyWg8U496F2BPSkJGJzMOHzuD040m+Exm2M0epKUAaTYzUm1W1DsacbLRhE6d7HLbxxweODxmWE0+2O0WwO2Fy+2FzWZD106A0+WCwwM0eExyv3w+IMVmQlZnC5LMHpgaAZvdApfHA4fLhHq30PHBInbPapIeHpcHHthw2uVCJ5sFne1mOFwunHYByRYLOieb0OByw+sFTCaFMq1TMrxeF9weL1wesV0zzGYTPF4PzCYLzPAgJckCq9mE0w1unDpjQnKyFV06+WDzie35pL1wSzYDndOS5XpOOtw4Wu+B2wekJZuRavEhxWaG1WZFXYMHR+vc8AHokmpDZqoZDU43Dp0GXF4fstLMsFk8MLnFEQI+saPycH2wmcW2AK8PcMKGM40e2CwmpCVb4XQ6cdqp7IPb1SjL2GQBkjxiUTOO1LlwptGH7hnJsJh9OHLSiQY30L1LJ6RZ3DjpcOF4owleE2C3+GA1meT20pOtcDeK/fXBA8DhFsdshtfrQ4oVyEi1w+Nx40eHB2fcys52TU9CstkDh8OF5JQkpFt9OHHGA4fTg26dxe/Uuubzod7twym3F40AkixmJJt8sIrSMVtQ1+CCx2eSZWK1eGG3mORnTpzxyTLJSgZSk61wNPrw/alGWRc9Hi/MJhMs8MFuNSEzxYI0mwV1Li9qT7vQIA5CrN5shtvtk9u1mHzobAXSkqyyfgBmHD/jxjGnOGoTUm1A12QfMlOt8DR64G70wWc34ZTLgtrTHmw5JVbasj81dT8A85/wF21gYZOo/D5lfaLcZIEE/og6Ktq/qAXi5yalkoj/kvstlhE/UJZR/kv5P6/XC6lutsJntcCclApX2oXwivqSkgxPcieYO3UCzFbY3XXwmFxw1B+HRbQnqxvW5EZYfY3wNbrgc52B5/BJNNaehjXdA9uFXeB2eVF/4AganMlosJ0B3G7Y7alo9LqRnmLHBRdeCLPbhPoz/0KSuyvMGZ1hNnlQf6wBjV47UtO7wWmyIsVrQaPZB7fbBpiSYDEp7UtpjYDVLI7RBYvKIvo3n9sLi8+juJjEUXvh9QkrHyzyZ2qDD2CJfktdgUnoqH/kf5hl/yNA5UfUn8lFBbu/Oaq/k12ySWzbXxCa8pKf98g2rKwruE2fxaful9J/BX5nFuUvCtMr27xX/LfYIa9PLWOvchpQfy53y6XWP3noovf2SiN4TDD7LGpH4kMPrziJqH88jfC6RecgaoU4Jyjt2yp+5nUpf0U9lB2Q3KKyH5o6J/8t/4bVffk5eehqfVTrqPy4+H+i3qrrFBVXUMifCTCn/IxJdHJepQzF/3pN4ph88Imfq2Ur6rQ4FTj9//YBHrGMVyziwxlRX+WeC0cT3F4zPF4TXF4XPF7A4xPHbJL9uMcjd1f2N7LuAHD7vPD4vPB6PLir4v+FHWT0f4655yEcOnRI9s3dumahc+dMmE12ZHTuAqvFCpPZDLNoi2alYlksFoieS/xb1AmLxRb4ndWk/Mz/O/Hf8q9Fqd+Bf6ufCX5OrFec1zTLm32Bdcm+w788xGeUfQnflln0Hup+hiyj1mlZh/3LiTqi1nfl50rnpP2MLGPNMuH/1upqPxdNPfBZyaL2g/76qNkHvfVYzBa4PY04eHA/vKKPsVjkX5/XJat554wuuCCzG6y2JFkXhUfg/OzvQvxtPPwX/n5D1sZgg1H6a+WP9r9D/23S/Z1sD7KvUJYVLV/Wd/lzpY9Q1qm2HbHPAA4dPIj01FQ0OOpx5OgRWKwWuBtd6JLeGRdddFHguP11RlwDhpeB/9+65aTpE/x1S9knpcz9f7XHra1b0co4+PtghxyyP7If0TOVHY3u6odeP9D4ZjWf/LbuFGxWO6yiHfvM8lwrKoW49kiyAPaQ04YPTo8XJ51uNLo9aPQCLtHPiL9eH8xuNzyiT/O4ZX+MRje+/24/amuPys97RJ9sEtfCVlitVtnuxf/K+wG17GWzE/VS9fb/r+grZV1Qz4/+uiY+L/Za9JJes7jsssBktiAlJRWdU9Nx8vgJNNSfCfEUq5DrldeiwbbtbxNiW/IzSsUMqdsWedWu1M3g6dCk1Fv1Gia8IPTqmlyHWXttpFlK1LMIK1MWUdqTf3/VmqJcL1jENaAXJ0+dwukzDvkrq8km+2ur2QKzSZxfXPK+wedLgsWiXJ+IGmcRZeEz40T9j3C5ncjIyECy1Yzqf+zGoZr9yOp6AeBuREp6BlJSeqFT52SkpHeFxdYJSZ06I8lkgdUkrpNPwOtxoZMlCTbRH5s98Jm9gDkFXiTDbPHACyfcJiuSzJ3gdftgtZjhMbnhM7lh8ojrPeXaQVxOKPc8JpitdlhMbnkd7YJdnuds4nhkvRDlpV6HBC4hlfs7f9sMXE9Je9H/qf4+s7zOktci4mdh9v7yE2c3/x9tf6LtDyL19U36H3Fg6p/mlvH/7toBP2tV+376Px+QbUzcq8r+UHO+Fh6ivXo84nrVHeijrXY7UjqlIiPjAnTrdiEyM7shLS0N6RdcgOSkFNm2kpJTYLElwWwWfatyblbag6ibyv/KKxefUzRotf9Vr5v8l7NKSwq2TXmeFa3Z38ZEf6vf3wX6R3ld5+8v9fpHcW3kQWODE2fOnEFDQwNcLhcaT9eh0eWS95rKlZNiIFqyct5RLmnleUlekwY65JBykH2Pem1nMokaotyrKNch/vOF/3iURUWLM6nXMHqF6q9P2msli9Umz2t2ux1JSUlITk5GUqdk2OzJMNtSYJLnOPE3KCr+rZRBoKapZdSAI4cO4B9/34tGpzPQw3vEvZF67+Z2e+RxCDuR4bhdTnkdKAzF9Zg4vk6dkpGelo6MLl3Q89JeuLjnJUhK7SzbnChDpVcXzUl4insaxdmk3hN63G64XW5x0SvtXW6XvG4ROyzKye1ulH1Ao7MRHpdXuQdU//q84nzigUcso54bNJciIdcb/r5e2otzTeDzat/hv64Kq2v+tie2I+AC21Y3JMrD6xZnQOUeI3BvoPwrcN4Iv14IPx/4/51/xz2tauPn6kIMVsNK1h+sjhPBqkcJVpPsogPyXzCY4fV44XSbcMrpg8sXDFaTbCJY9UHca5/xABazFRa4cdLpQ4rdjE5Wk2yoIcGqCP1MIoTwwipuJEyQweoPp0WXaUHPzCQ0nnHgtAw47bggxYwfTjTIYNVrMsFu9iI92YQ0uxkpNgvqzzTipNOETsl2mE1uHD/jQb07LFh1eeUFfbdUExpd7ibBaicrkJVuQZIIGRtNsNnN8kb3jMuMOnFFKsIWEf7ZRCxggujIXF4L6t1uGax2sZtR73bJfU4yW9ClkwlOcXHqEZ21kpGkdkqGz9sog9VGEQLICwMRGorwQqzX2yRYTUoSwaoHojjEhYnYFXFJ0cliQnpqEtwiWD3jwlGHV968pyaZkWLxIdVukcHqaacHtXUi4PWpwaoFTqcLNachl+2WbobV7IbZIy5qgp282SfCRHEB4xO5tBKsOt2wWc3onGKHs6FBhuciWPW4GmVnLs5NySInUYPVBpcSrFpNwOFTDTJ4794lGekWD07Wu3CsUeR4JiVYNYtyFcGqDS6nSwknAFlvnF7R5QOpFqBLinIhevyMVwbe4ri6pdmRbPHizBk3kjolId0WDFazuiQj2aQEOjY1qD3l8kJksjYRrJrVYNWkBqswyWMUgZrN4pPLHD/jk58VwaoIlR0uNVgV4Zu4QTGL05JXhs6ZnSxIs1tw2u3D0bpGeczCVZSzCPfFpYAImjvbgDS7FW63FyazFSf8wapP1GlvMFh1euBq9AFJIli1ti1YXfikejIJXh/Jm0+IGxNRGy3wBSqB+HnwRKbU4KbBqrzU0lxL+f9TXOuazDZ4zKJ9m+G12dDQuQvs6V3hSUqDOaUTbGk2ON31sDachLvhBGwmN8xWr7wYh+sUGo/+CJ/HgTNnGgGXCaniAjEjHe7kRrg8dniddbDYMtHgbIDvjFtk43B5G+XFRoopCS7XadTVHoG9cydkdMqUFyV1p8WFRhJSkrvAbk2D1WyHK6UT4E6G122RbVyEbiavGaInEzccJpMXZhEoibDRJyJ09dpGXpgqd3SBG0d/qKq9B5N3kxFuyvyBtLxwV77ECpz4Axd7mi885K+VCx7thb4MbsWFhvwrrivUK03/9aVyraj8ThNEqSmoGkb5y1s5Jn94HrhxkTcw6p2TkiCqxy6+CPHA5LVIN/UKBT28ovWI/l9cnLmV/xUO4qZI3X2TuKEXN/AeJ+B2Kl/QqGGm8iH/HbPqJ36nuWEKOZVpvm+Q9TokWA1+G6B8mSAS88jBqk9ZWG0vyv/Ki3afOP+JGxzlv0Wfq3yJIPopcQOq/Fx8yeUVwapP+eJMhBliGXG4MmCVf8X5TglWRaAqKWRgBdyx7csWX38V3j0RJ0+elH/T0zqjS5dusFpsyOgsbrCS5cWmCFZlSOK/ZRBf6InAVf61BkNWcUZSfy6ru/+/Zfk1H6yK/lB7kyHapfbf/gtmeYMnw9Xg+gKBbKAtaIJYk3L5Kz+vCS3Najir1Hv9YFXbVrSwkS6a/fsYrRC0wap/mZC+oJkViGMXNyaHDv8LbrczEDDKEMXrCwSr4maso4NVpV8PDWGjBauiHSidQjBYFW3tcE2NDFbPOE7jh6M/yPrnamwMBKvi36LcxY2P/NPiYDXYIwTCbfXEpBeChAZc0UpY+/tIwWqwb9eGe0o3Fdtg9eFZC9C1ayYuvOhC+b+ZXTNxQeYF6JqeirQkG1LEjbzNAnG6Ej1Jo8eHep84L3rhFjfeIlz1uOU1qCgvMXhAfFEtbsjFkIgfDh3Cof01cDY4ZZ8krsPkF802qywfGe6LPlh242oAI/osuT3lplyEP/7+UvmSQzHQnNmUU4RZfFFjkeeDzumd0SmpkwxWPY1yJIN6GlG+6PKvQKupBCLKDbTcL+2FiLq8OXBOCAbtgZVFOo9EqBIh3zlrPiN6JeX6SeeP+nN/PfQ3ERHUiH0WgYQIVRsbG2G2WWGzWmG32WE1WWSZiPOh+MLR43HJIN0srk2TrBDDLOqdDXA2uuX9hs1ihQg+nI56nDp5FB6XE3a7GYcP7Uf3rAuRknQhvL56eEWYLu5dPA3wukQY4oLJasbJY4dQf+x7ZGakIvvKHBw7ZUKXbn3QtftPkZySIa9hrVabvD8U9cF/nSLCIItVCaYsYvCA2F8RDlss8IggXpS9uwEmqx0ma7JMXYWX+FJJhq/q9YA/7BODFLT9eyBk9Xjl+kUZiHtR8XlZOzXfs4a3dX+wqtcHNAlO/al72Bdy/hJVrqdCv6wL/i74JZ//Z9cNvLIlHUvgsw/dfUsgWBXhqtVmg80u/oovU9Q2KNqhCOFUK2GuhGrKdY0IT8Vfi82K5E4pSE1LV64HMjLRpXMXpHXujNTUVKSmpSE5uZMMcUVI719OaVPKOVu9C5D3nEpvJuPwQNuUVyvqD0KucOWJWjMyQLZ/5RNKYKf9E9p2ZPmrP/K3aVeDE42uRjQ2OpXQsOGMvAdtlHXYLf8qAZxy3pJfdGi+BAzpitVwX72K0HzhEby2DFyfBkLm0D0OXjeI/s1//aK9lhFhbPDf8vxms8Jqs8OelCrDVntSMmxJdliEv/jiW3ypIK/jRV8WUIbX24AzjjqcrquHuNbxl71oi4FrUhk6u2SYWltbi/JNH+Lbf/5T/j49PR1dMrogo0sGxDcfory7ZXVHr8t/iksv7S2/vBXBu81mV8NpsQsypQ6eWLX9m7j2FeGlHHigXPuKMhF9iTiXiDLyOsU5RpSL+Jnov5S/ImAV+y2uicV5RPtFnFinvJYO+2LaXwcCX9YFGp5yrR38kkC5FhdGYv3yd+K62yPOSWLwmpJF+VcfHqwGz1lNm67edSKD1bA24dM7A7eqGzw3FvIHq/de3lVWfLsIVpPkuCIZuohQxe3ywOkGTjmVb73TRahp8coAVoxYdXtNcnShOGFa4JHBqgj3kqziusAjRyuKEasiROskw1iT/LZUnIBF6NDQ6MYPDjHKxyRHrLqdDtQ5lW9lxci9H+uCwaoNXqTJYNWCFKsZjoZGnJDBqk2GtWL032m3EgomiRGrYoSoCFb/P3tvHmtZdp33fWe+8333zTVX9aCeSLYoimSToiZKpEQNlhRDQSjJsiVFiAPbymA4kRgjgJMAiWMb+SP/BQIcwBYMR04U2xE8yJYpSxQsQuLUHLrZze6u8dWb37vzmYNvrb3vPffWe9XdZdlx6L5Esbreu8O55+yz99q/9a1veQ+CVcI/xm0Eq4SMdSq7BOgqWJ2mCsl4Q6rClovaMlj10Y2oWE0wELDqolt3kUhmRzPlXGIatQhOmYpagApfwhBZxBjtgsdboBlRteJiOElFsapgtUAkXIcKBGarqd500WqEEij3BazmoPirWXNRd/XcU2kwikvs9xP5zE7Dx1rTRZKW2BkBSZpjnYpVgtXSLJ38nIKKPIJFzZhTFRvDxyTWsdGuh5JRpHqZYLVIqcjKZB2tM3tdOqJYZVC/0a2L2m+3P8E4BbYJVn0Fq8cxRW6OAEyCzEjAaigZL9meCXAvRfXJf7cCAn1PzsNpUoqiOc8KrLUDgcljC1Z9Ba883s1uDSEzlBzXjipgqSZl6B76nkB6Uaw6LgaTTEFv6CPgAuQKasTRuJSs+3oFrN7lhXY8Abu8hhzzVNz26q4oUYeZI2N2LGBV8IGOB4fQtkCbilULVj0Pp5Mcx1OGKQ7qfoGNOtBrULHKDGAhitUBFauj4pEVq+X//MuyGM55oI1KVSlI9UMl1WujJzPJMcNXIe9GiS3BViXDKiIQCcxUmyLgiAFGGCBtd+F22vDaTUTNGvJsiOHRPsLkFK6fIIyY1IiRx1OkyVgSAM12D6WXIa+FiFZW4dWaKN0AzIyUQQ63u4lydITJndeRegHqUYD+ySmiVg/JdIQyydHhzTPMEZcFBsMTFMMpQjdCK+jCbTUF8BZxiHxSInRDMGZAGcB3Iw0ePFcVPvxyHDiM2WzcMxPLacZ/FnybRMgsXl+MMU3aYA6NlGLypM4z+pJJNm/A4MWqUKl5lBC3EujLRTJgVUWfVpFgL59RmtkgeHZgVrZjdW26KVbdsWbxdUzoBlk22kuqIFUL5XBKAjsFz/wZwSrvDwZQnF9gFBhUKVs1LtW/KAnSp0A2AZIYDrPKVFGZzLkErhyfdrmdKR4WpBSimJ0N4GpgbsatrmX24ukFYaJLgnh+p4pq1WqyLKC1kFWfRlWFBpR8CUECNyJT0aIqbBVoKmCV60gmINUCVwILfm2+XtSrAmEtWNUNySd+94/ednDxI//Bz8oYYWDNQH1tbRtRWEO72ZGkhGyUXCYHg9m4ch2FWgo055CVm9IF1WlFscoNg97mun7NX69jbhmsWogwUyTO4GhFTVh5L3nPitqw+lmcVuT3Zpt2lrpgWTVz1iZarqv5zOqJnoG5isJV57iznz+L8c39vRyAP/Qiyg2cY3fvLiaToW5wqaoQhVqBTqeL1bUNBBEVq1T32e3t/F1nn/fHqFit7qH4/nbD8ccBVvcPOTY9USF1W21cuHBhQbEq38yA1YfBj4VrZvZ/D4Pky9fhYdfpvN/NN7tzwLL8vm91a/GoitWLT38C9VYLzXYbrW4Ha5sb2NjewvaFbfR6XWysrWFtpY1mg+o0B1keM+Uj9yWhXY3qKUIaCho4Zk3FFDe9fPRPj3H7lVsYnPSRZplm13i/UYXOP1yTXFW52RWD93VuYIVVjNkKDq14s8JdxTT2fpYhSwjkeej1egjcEP3j49niasfdLEG2gKnnoLR6LNXzL/OEJOnOugst5n3wd7PqkgcGzXl38/x7LT+D85Sup6L9kmMRVToKjIZDHJ+cCFQVlWIYyN8+xSi8HLJcqXqMfxq1miRMx+M+Dg7uIwx8ATTwgb39fRwfH6EmcJZBfAbf9XF6ciTQOvDW4EU5XFYUEmp6Dfh+AfgBas0VxKN9vPzFfww3H2Bj/QaAdRROhFanjbW1dWxtXkZW1jGJp8hM4oQiGqn8CFQRTKASp7FW4eUZxnGMwAsRD48w7PfRWruMsF6Ta5KmGY4Oj3E66Mv15/okqr6wJmO0XqsjDAOBzKxarEWhVDcGfoAoDBTgUwQUhvKd7Jiq/s2qi+q/z5sDqvf7eXMO17Dl96o+d3nO+ND7n3nb6zdf8As/9TFR41qgbNdX3nP82Ry2ErQqEOU50aQHdzJ2vmYMookRxiYyp5v3ZWUKz6kiGIJlAAAgAElEQVSoWtsErl2s9HpoNttod9ZQr9cRRfwTzaCrqin1YasW9ITYDLv5XSXtrfGjfU3lJpRY14BaObA57LIkr3rPy8dIdY3Ou3rtmSCggjKWtYSQlVDR/slzVlGmUlkqanUjJlCFvz2WOdjTz5gfqy3c0hjBRhsPXtJ5rGGeZ2MKST4YsCqn3lHQahPYPhMSgZzfMIwEoNfrrdlaqK/Vz00yqlS1GliqjGxVnARDeiZl/Bm17p3bt/G//LX/EXfu3MHG5gZ6Kz1sbGzg8uXLiLMEk3iC8WgsVX/NRgsbVDmvrWH70gWsEL53u3L99Rjmex3VOZjKH5nTq1kNjfN1/mc5VqLXxyhbqXSVa5YmM8iqIFWfL4DWglV5n7nq2FbC2J/xc6RyYRb+c74h/8gwHo9lnBAyc1zI3txTMYEmfpdEMAtrw5IYxX6/yjZD7yMdB5/4iZ95pHv8m/VF7yhWl65sVbHKARoGDmoR9VpakM0JcgZWE4hqsh06ArNqkYJVbiBHCVWLHgKnEPDVDOZgNTal9wRW9ZDl/IwHWJ6v5fDTpBCwGmcFLvRqUsLSnxRwPB/rbR8no1hAK7mGV5ZoRQSrDpq+g3HCcidCVF9Ug8fTDMNUFaBU3zJAYZaWi1CvXiLNcgFetAKwYLXmAesdWgtArABY8k/90YRgNbUqrRKBrwscN9ZzxaqPFYLVLBVFryhWG66UUy2DVVoVUDlAsKrTvcmiVMAqy7yGkwT9sYMw8tFrEPjohn6aGbAauOg2AgE+LHs/GmeiGm5Fntgt0AqAgcgoLnAwSKXsv1P30Gs4cq12Ry4mSaJg1cngFabM0FUA4El5GTUM/J7AtHQxFSsAF+1mgHicoE+w2qyhyJkt1LKxuinb3x1k8plrnUiuyf3TWJSe250a2kGB/ijBUaKIiGOCsWDNddGqhUiZ8SKQc4A4KQxY1RJ5AnWuy7R+4HWh8mKDYNUHxpMUYa2GlsfzYcDqioJV5KnYDRDSjmgNId9PISd/ztWpPy5QsvyfpW+eKlwJhVWx6mA9mlsB3CdYdT0BJlo+TqVlKWCVqluqqw9G+p2lmMQlaKdyzRFYrVYAntgDcHNzOuEYJkymlUOBtXqJlYaHPCkFrBYBwaqLg3H5yGAVf/1X5go87mlsdtfuPEwZtt0ILBDEUvSrs1VFM8pmg2VKQfmTTEr2FNIyFVE4JdzQRdCIULbqcFdXkTZrCL0UyfHryE/uodFYQ1oMkOYjhAWQjRMkZYKw3oDntBGutJB4DialC4rtiqkLv1GHt76JoB4h2d3H9PgIre2LwMkATsOFEwU0Z8BkeBN+f4ww2gAaK8hPDzHd20M5TRD5deSdJsK8j0k/R5moEiAAS+7qyMtIlBZB1BDYSsjN+8SVOu5KHeFcijOrXpeNlJwu3Zg6QmWrwaSZhFkVIIGSgX6zudkGpZaEFqZKXoqX5vIf+3xzDHPGvbgRYKm+cBz7sbZsWeW2Nvw1TxC5sYC2OVSVkEThaqmZ8nkljvlwiUznx30h1w0QgYTr1OAEIRCGs3JyfmcqaGTzSFVLOoUzHQKJBaxa7qZQy9VNnERT89Kz6lImiQELwaoBvSQN+IMKWLXPRbpgA2ADeips9bvOr5koaQXGaqJNMKooUhkUlogJ0wWs6p+M6ubSQWKy8AJURZHKvzkP5zPgymSUwle9r77/ERSr3/sDP4neahf7e/tSAra1dRHtVheRXxNIR9WZzFem5Fw2DdDyc91AzMEqN6VnqUypeF1WYiwC1sWyftkgUvE9g7dzXYvdNMo3roBV/ptzUxV82v+2YLX6nOomVN9rcexbOLi8abafO7uFKqql6u+WYc1ZgfFMNHvOe5z1Gu4NXK/E/sEO+v1jKRu0YJXxSrvbEbAa1eqqihEF0SIl+jcJVquQ2ULV6v3wVqwAeG/v7uyoYnU0xP7RvlQOpUmKlYdYAVTP/1kAfOG+n5WXL57l8wDpm8Hvf5fB6oVnP4EgqsOPmvBqLTRaq2h1V1Ff7aDWrqHdbqJZiySGL/NEKr+mpwcY9U8xHQ0lNm/WWbFRw/paS8rHu922KF/bnTYazQb6h6foH59K6S0tUTRZqMm6mJUHtux/plwE/Eqpvs5jmniS+7iS5JLqGJss1GyBQIXV1TXZZ4wHA9nJz+d9yVCaed1aTeh1VnWarsOEhdWxOZtTbJn4LPEwT1aedU/KKrEgvZs/6/xxswiXqu9LHGSPi+CLD+6xTgcDDAZ95Gkqcbp9UGdiQRBLcBWIuwLF03SKV1/9Km6/8RLS5AT1yMFKp4W8DEQk0Wq00GmtoFlvS5VCvdbGnb0drG9uoN2+hgxTlF4gqlKvCJCXU6TgXoOCjhJ7N38PJ8dHeNe7P4p6fRPT6QSHR7dx7+7r8B0fFy5cxYVLj8EPWxhPJ6B/mOsW6E8TAVuZlOCWGE0nEiPUG3W4Tgt7917C9OQA7e2ncTgdYfeNHbz8+k2MRhOBHwp7FY64QaQgn0DEWE9QrcmqB54bQYdZjtVWBx96//vxPd/5XSKoOWsOl0JvWeOWErAVVepZa8CZoHUJrFafY9ef6jE8Klj9eYJVTxXIPAeybkpyS+E6z40ICSVmNJUgnq8QOqzNknN8HX8m348nz0R+M/WfSQ5TmMK4RNLoBLdRU9SsYkPTW8Xm5hZ6K6vorKyjTvVrsyFAUJehSuBr/jljUYxrFyre9OzoeTPWYwu/t3DVXLNKFZjEf5JwVJW9wDILn/l2Uvqv6mUBbFmGZDrGdDJCOp1iSrVrogCWlaYlE/dVhbJ175pn7mciAp1oOActKSPMxV6MNSoVDVJ+v1jZQxslBX063q1nF5XYomglYPUIywMRqIndi8BYAlUfXkh7CFUj2xhYYxv9OmQS/O/d3V387m//lsyr165dk8+Kohqu37guTIMiKJ6Lo4Mj7N3fw97uHk77pxhNB2IXsLG+hcuXr4pNz9raBnwCdl7zykPiEJn2dH5TFXv1GUrzZa9gqhhEcSqWBQpcOQ/RGoBAlN5YjkmWSDzN9cNUPlCtbxN2Mj+bcWA/jb/j9+GDogLOqzJ/eJ4kCeyYsevErILC7oGqmeQKeD0rmV6NBX/gx37qvCXk38ufvwNWly77TLH6xLpsdLmQ1yNCBp3MmaUmWE1yRxSZcVGi5avKkx6rhH4WrHJDHrol+ilEVUmFKic+C1ZZBk3FauSxTKQQBSRvSpbNE6zSl/NCl1nNVBSRVEBtdH1RZfZjbkRVzUJw2AohsG2alKL2IwwmLDuephgk3IjnqAUKB2TRdj2sNmjHyDJy9YSlCpfLSuRQXan2AgSrXLcKh96wPkb0uDQ1PD4Xd/osyneimpUeq3OwyvMTOo4oVgkW05R+iAro6lEkysa0yGdg1crTWT5PxSpLzQMBqylORqWC1SYrwbV8NM50weL379R94TuDaYHDMRWiDlqR8bGlT65YAShY5Ua/1fBBZg3Hx/0J/Sen2Gh5CFwGWhUrQilv57Xj4p6rFUDhiccqJ/tu3ZfybMLATjMSsFoSRDglagS0nNz7KZIKWKXHKr1JaQXQDegLm+BQQCLBfCFWABwTrShERrBqMnHTVEE+vzWVnJ2IATRwHBcYJqUAr/WOb8BqhrAeouWWc8XqSh0hl5MskXGW0leXHkUFy9t4znMBq/xfn8a7DC5oo+AVslkgSKb6lcenYNXDOAF26fngaDDvegQ3LKVzxA+YPrG0KTgYphiRSs/AqrECcEq0vBJtlnSZTcPJlCpvRxRlBKurNWBFFKsKVnO/RD/xcDj51wCrf+NTJsifZxoVkNnyHrMyampSQZQEFCbLW5VpmjnEJDFnmwdxPeIGghVgXESR0LoUUSsCqB5eXQEnj2R8jMn9N1AvYnitFRTpREp3htMUp+MY7XqENJugpPVCXMfBYR+1KEen1cD6Rhuti+8DemtId18GBj787hbK8gAuNxDeGMU0RRBtwC0PgHoL5bRAPh7D5+eMhigGfdaUIc1T9PdvodNZx2RcYHd3D2vdLTTDDorcQ7PZRZm5KKZMaBAKBgB9hiSlPc9+zjdPdhda2WyJZGexfH9hCpYF3tTey0bQvof971kIYWLZavbfgld9jhVzWmWQ/JAKo4KqpaUdowR3lSOZ1/4baK4Z60W4yu+sKgD+QkqX5EPVH01HkipMLxiPVZ45J1yBE9VQBjU5HqZUnJKbdGMRwMQMVavjIfJxH+5kBDdLFMyana4evwLAalA1/8fchqD6e1PFZ5RDVrFqFNisvxCLB3Mt5b/5DwUIM5g6swWQ2n/ZjGiQp/t+vmRK4CrYlL6qaolCO4BU/KoIWhXGqkqV70FfbKrFqWq176VWAN/3mS+97eDsO773x7C1tYnhcICjoyN0u6viuRa4kaiWagwyjY+YKlxEl/pQxWoVWspGgZuDsywCZnYBc7BqYWoVrNovtQxVNeitlM6ZcVndnOj4XhzDVWXt/L3nfqr82VlgVTcDS6WKZ5SDvtlFmN1TkiB5kMg8DOJxCFFsdXS0h8OjPVEIyfNLbjxytNptrG1sSjnn/xdgtXru3gysuvQKNjGSuifPN0BVsHpwfCAKtSxJxPt3a3tL4inZWEpZuNCC2bk8C4ZXx5AcY6Vicfl3512/h12Xf5fB6urjPyEKZi+swSNgrdfRaLYRtGoI6wHqzQiNRojId1FSzTVNMBnGiEdDjPrHmA6OMRmeIJlOMBkeIjRKMFZi1Rg7tVvYWFtHs9FAVA/lb6oWCV0JyqJWHVEtktJk+5D7XHypja2JrKuZzHOzazNTpi2tXdwv1GqikirZh0E8BBc9fvkeMrZ4z5JxGLgiCvylTXH1etuN8Xx90DlfX7MMAuavPM9L9fxxYWKlswablK1rRRT3UQQAg+EQw9FE1gpWp4n9kDG/EoCQKUjgz6OAe40Uw9EpXn/lK9i5fxc3HnsMvbV11OpNhFEdo6NjgGCBsTpBhZTlFmK9MR3voNNpw3d7YH6GCUCqlX1W/ZSMzzxJALpOjGy4Azeo48LVZ+EGPXhBW4pA8jLD4cEB9u69wYISbKxfxKUrV5E4jNVOMZ6UqDXqkmDk3iZgyT/FMvEIWd7E+Pg1FIN9vLxb4KWde8j7CYqQz9F7nspLSdaBjk86Pux8QBDDc8bKknro4cLqOr71Xc/hhW/9Nlzdvih2ZSrP0MdZULT6c1lPRMuwmOBbfs4D7/UQsHpW4uc7Pvjcmy0dZ/7+5z75/apeNmBVzoXsH3RPaj3JZZzIOJYmALNKKaso59cjpCNcs1YrTIqKd6uUnZtuCCam4t5S5njeuwZ6Me6iGKnT6WBz+5KoW1d7a6pqpKVAu4Mooncr31Ohn1SzGKsekQ6dsSba9UHZnE3WLyUMra+yTWzL5TLWERJfUuloqrhsYrZiTWIGgwRVTOKJktX4tcbjiXib044mE2inaknuB1Rpr2XulRlBLMDOelSrY/S7GpW0gah2HNnYSa7nTAWr11OqfAmOOV/SVk7gKWGq2jrQUo0DgInXIIwQsvLVtX74GntXT3OSMFlD8Rf36/NkjlrtzOdW+xom4fv9U+zt3cPNN97A7Tu3kcQZGo2GVBJcvnRVEnC0nGk2WzL/W+XsvP+GTXTpEv4AZF06eYSrtATgeReLAMb6nLtoVWJsAziXyHOML6tVnPJvQlmZL4wqlbETQTA/eH93VziFVEGEoXyng4MDOQL2CpJxbsYdf6bXfy6gmCUOK6KK5fmFz/n4n/jkI93j36wvegesLl1ZC1Z/+vENGcRUZQpYtb5/XLpYPl16GCSqmmz6bEIFRAGbD4lrDoZxJhMFq++pWGWTqmgJrFKtR19UNscKHC7CnEgIvErsTRzJnl7ohtIchmCVDXU2OwH6cYI+S6I5iRT0GHXRJOgKFDaeTCFKQ3q+UrHaj0lGc9QIStlIJNNmM2tNZkbnYJUwkqWYBJfrHfWORcwJjqW2pShWpzk3yKbxCsvDmTGi6rT0MZBmOx66NQ+TjEDXUbDaYPkwy2OWwSqVpep9JUouCQ658VbVowWro2mGk1Eh5fwrDapgteSU3qziseo7aNd9eY9BXOBoQruFAs1Am4rRUoCL6DApsN9naWGJdp3HSeWLj/tjF8PxBJttZkcLuDwJJlsvywM9T7kAM8OVl5gULiYpFas+VpoBJtNYjo9gVX1TKLsvUSNMKIH7p4nAhfV2KKB+t5+IspjNqzp+gf4kweHUkcCNYJVl9BxH9AljFt82r6L1QSrKL6Du5ujUA8lmEXaSbXKi3OhQsVpiPCVYraHp5vJ7KmzXOzVEBKs5xyb9xVS1KoCe6mOOQVGRuuhPMgEHPOfi/8vGVo4j6tdlxeruIBFvKvU04jVhiFqKJQStAKiuFLAas3DKqJwFrrgC13n/2OZVPPP9aS7NvFiGRouN1ajECsE5eVNCsEpFq4vDCR5dsfo3PiXXeGEzUmlIIoGLPmFm8K6E+4xsrcAu27xEg1RZkPxQAFuSEA7QyyOFVy8RdUNgW8uRj3fvY/fuLTm/a70VBIGWGrJJ2auv3UV3fQubW2vY2d/F/miIV27fw8XVDrbbdXQ7K7j8+OMY5z5arQ2Ug324eVPUsE7dQbB2DYOjW4ioaA3b8KImEvp3lr40aGOcURYTlIMj5KdHwP4xkukJ6t1VmUdG4wnczEM6yNFb68ItfIzvD+CmHBMRomaL2nKgGmiZIJffX9TPhkbOzrP8TEGcOVNGxmMDMUm7a+MpkwmWK+HOvebsi2VLWGmkIOfdlEfLHbxwqSyd4iERBqt9gLzGrAESXhvT/8Xf8OnGCsAct34fu4k03rzyIp5UKt51/KqyFLhYmiy3GwKtDTi1BuBF6tPF8n8O7nI6g/1iATAdIR+cwhmcwI0n0lRFIa5RnshJPGM8SmnS0kZb1FKqZFAPPOvcrEBZn6+ZbmlcZaCqHD0TRSqJMpl5G5Bpjab181KvVb16rBiwvm85qzzoDV04plmMKgVYMiueVISqzLxL8pKqV87vuhbxIz/6+28frH7gIz+Mzc11CcipWmDJ38WLl0WZzZIvKlHYDMNuBCXQlvnrzT1WZ5tHU9JWhaD2d/o+D4JV2/ihCjLPUsNWIWrVH6/6OqsmqwI3q0yaB79nQ04ZOkZFcpYawf7+rL/te9t7ennDeNaQXAqzHvgnrzMvwcnpAfb370sprM4RhAkZmu2WeKHVGy39udxfi28zO44/RiuAZbBl53beCNVyuqpilWB11rzKNn7jepdl2L+/i1azgfFwgMOTQ9mUsVRPwOrW1sy70yqny7cAVhcAioGr1TNjf/8AXLPz3hkb/je7XtXJ9eGQ7c3f6VGtAH7hv/xNjCYTnA6HGIzGmKSsDGJszrmExKiQUnLG4B4tSGSzOkGRxShSWuOMkMZDpPFYyjIJuHMCh3gq3ocs16RdlZhOyDrjwGclmClTb7UbAlpaLQWt7U4HnXYb7d6KNmqp12Xj70vpNoGLTZbMQYVtCMjVju8f1uto1htI2bSUk+gyMGUFADfYUv6bYjyeyHFaz1fOD6yvE6WjJF7UNka2zwZGiTehUXtp05i3D1bPh7jnK1b1Htf4lXCHpaoKA4zy39it0S6N51/UWJlWUTHBPxqc4Nbtb+D+zh00a3oerl65hs2NC/ARifCE34vpPFaNpWmiDXkyB/fv3cHNN/4QG1sX8cQTL8Cv0f4hMuvMEE6mdzDLg0kbG14EX0DHFKMpj5PQsy4ig7xg89kSx/v3cPP1V4AgwubVJ3DxxrcIqOPehD6NFNhIRSDt2U72cPd+jPj0G+hggi/dKdCnsKasIWVDWbke1WaajMkp5tC+E7zG9Aa/dOkSnrl6Ge95/DpuXL+ODmM7yT+xUo7nbTERc16Cy/68aiPzsDl/EdIueqxWXzdfd3Ry5us+8sK73nwSOOMZP/fTH1M7CCoWpUrHrKcCKXlPGsJagciLYHfuk699DuaxktwnBK1URdqqFbkGtPkwyS0+x6czru5ZuG/e3trGu9/3HsRM0oynILhjzMN9MMvYad/A6jI2yao3mwL8CbSCsDErw64e42IuxK4issrMbQaMxZo9RUxC69po48BZxv/M8ywqXXufm1fK+3MukbL0FGnGsnSqN9W7NRkPpVoyjqcK+8SiwDQ7PUPGrmuLET8srCuaHKw+ZJ9v4nSqbefrNkGrqQ4yjbH1XFXiMuOnyyaWhONsQsbrSk9Uz2d1grF2qlobGRsB7pVtYy7ZfYg/9nzumwFGEdg48v37/T5OTk5weKD2IsP+icQjhL71RgOd3grW19bQ7fXQoTK+XtfkSKXp2QKWrlTYz8MXay1mrE7Yp2WmKiYj0dJ+8QFP47lHq7E7kMZl9A5PklninGB1dX0dO3fvSPKI9gesEn315Zel7wDXI6uw1Q2AjjnpD3OeWGPJOqAai374oz/6SPf4N+uL3gGrS1d2DlbXpAs5QUc90qBfH+zizIHuiK/lJCtFXcjmVPSoJCQlWB0nhFcOIp+wj90tS9QCDXJY+i5l7FRu0mqATTQItdjl0uWmtMTBBBhMSvS6kcCl0Zi+iA622x4GcSal5ywvJsat8fMDvlcpkHI4oV2Qi1rNw3BMdavmgMNQt2gEnMwUrbfUFJ4l2lTR8g8BIMHeStNDj7SYRvL0jGLWNaOa1nQjNRlzLc1gsxJPOs8zq9xteJgmiZwfTpQEq25ZIE6pslVQ2aAJuUN/1UyOmRMcJ1mZPAxwa7CUnyX8SYpTglUqU2vqQyqb+JwTdiHAmGCO322SFDgcZaIIbdBj1SNwdhFGAUa0WOhzASnRqrvSXImP48TD0SBBr+1L6byWU6jOjZlywm5fohc2OKAVgF5fZoh77Rqm44k2KKtHCI2/EsWNLaqvCipW6evqYKMbSpn/Xj+W8vjNdoROWGIwTXEw0SYvhMZ0bOBmgGBZslSEFQ7tCnLxYeX5pndspx6Kcpc+umyexe+/3olQd+lFmoKdFyO3wMk4xzTOsbESwZdyBOrmClG/xiw3p1qI2XKP10BH+SgmZGFm0BMFKs905Ps4HWcyHlYbPhqhJ2VX9/upNl8Q7yOqqFXVSjDfCjyBhPujBMOEHVaJ4qhi00Y2fK96ADSNVxTBa3+S4zRRP1ZCVyqL6Q1KvkObjMwHBrGD03GJ3x5UytDf4ix9b7CH8q//N/LsarZO15Zq15+5H5o+2ULTCo3jzwtrDUCQrgELF7MkZIbRRxaXKKMxwgaTJ0DZDnEYZLjz0k3cv8uTf4Snr27DaQTYO8jx4sEEq3UXmA7xwvseRz8/xt//gzfw2tdzrG85eGKjxIWVNt7/3qfguWt4decNPHnhcdRzmmvUkNZKwE8RENTWuti58xKKdICmU0M26aP31AcQbTyGPOsD9BdLMqQ7XwWKEG7aRzEdw924inw4APbuiwaivnYJp4eHONw9wfRkjGIwwWprGxu9KwicGhAQjuUI2PmdNgVOHXDZgEkomaqZpeJHjC1mgeFckVo9p3NgafQ0RuU6o7Hm2lkFjNk6zsqeNexk91z7mLMW4zFlPFIZoMsm0frDmhdowDtHrhp5WDXzIvg1Ek8zPjgn+ygddo7WTSvfX5pXMYjzQ2Bli7JllD4b8eTip+pkY21Yxde5IVwmr8YnKIcHwOAImIxRMCFmToEA2wVj/wcHf9WiQpsXVD329LupItWMa2mqZb62KLeVbIoVgFE2VeGqBGImQKf+VMuW+DeTNSy1V69U8RbWYSAw1doD8OcM2TluqASSglnOR2IRQE9WhVcf/f2vvsU7e/60933w41hfX8NKr439g12MhhNc2L6ODr2NOW/3tJmVNIyhCYD5ew5WK+X/lYZV1mvLKiPEL2zmrcr5bw5rNa+w6LtKWx2JIpaAWRWkVkEp/5vlcbbEbWFTZprp2GPhc0QBIskxvQeWmdniBlmPfRmSPABKz/BflXdf6OI7P/eLm9vFS3de93Fu2ngNBoMT7OzeQlRjik+Pj5u+Rq2Oja0tNFrtuf2FURzbT5gDxLOHS9U6YPk7W2XGee9ln2//lnnemhFYhZNRfOi9UlGDmNJwNtHZvb+LTrOFweAUp0yaOEzUp1hd6WFzc1OSmToGdZOvGz8DXJZUaHoNFumydV+eQ+/5c+Z2JYvn5zwwOps7ze5/EdCeVw56tnJSD3NRiWXf/7s+9P63fX/zBfun9MbPMJ2mmMYZppMU40mMveEI/YGL036Kk8EpTk5GON4fY3ByjKOTPgbDPkbDPqaTY4zHuygxglMmKLhh5qZWFI8K51h9xPhH4JYajpt51Ki5jCLNliLLtWNDWl89P2knwIY5rVYTnU4TbXrCtvg3f6YJHqqeUIvE5oLlxYEfagOaTO2dtAJC7a+sn6Y0DkwzDIfDmVJJ1ifxUtXnav2ZiU0k4cWkrYdGi+rOUHYPnANVNXb2JRD/vspjPlaWr6UFaboqEHIyLuL6Kn/AaihVltGehcfNcywNfmmLIw18Swm/CKvSjFUlXAykCzCGo0OMRyN87gufxyTp48lLl1CPunDyKephiWZzFV69i4Be9TxXbFx15wtizRa1GjjN2ti/9zqubG+jvXoVUaMFr9WDiwl8rynNdHjvhX4k1Tilo36lnN8LJ4XjRnCdprqrF0Mc3XsFr3z1yyiyU2RuidbmdaxefhIImqqqQ4DBcIq7u/u4feeugJkyTnCtfhfX1xr4/L0Qu14PZUrgnooakps/fia5lfj85gnqQYjttVU89dgNPP/0U7hy8RK6jQYC0+iXajed6fVBdV91bluei6vrjH3d8ppgL7cKXazqbj5AZgZHRllr72xdcuaNfuz6993f8fwj3d+/8NMfk2SEqBiNDYCsh8YeQb/4fP2dmWBKLKeKR6taFQGQuVflHjEwVTvW08vXl8+wkFUaXklfDSMOIFhNU1y9eg0f+6GPSyTIpAAVreyxQQXoaDiWRBGbx94AACAASURBVMeEHqdseEc1Od/T9VGnujEMRfnIRlnSfDaqwQu72qxJLArmU6Q0DLXzpbnVZP2S08umtPbX9rpoLwAZAzMxAxvxMg6mn/wsPTsbLXLdbRNV81mi/pWO9Zq4SRLj1zqzEEgk8cTvzrGncYaudaye1Xhd1ad633PeUY9U7gUEjsteUcVRCk251hlQLNdTbVE0fllc/xTKarwm51b60vBvXse5/YO9pgI5jY2AOTI9RmuLsTQy52KOxQmRiSzawVD5TjB5sL8nXs4HhwcyL/m+K5UG6+vrYhnB6ij+OwzrIt6aBe7y4QrNbbPS6oXnz/OMST49x7IO0DZLmn/nyKQ5NuNkFTTYP1rtqdeB6xSV+UzU7ty5I9Wjq+tr4l99cHSoCleJK3XMyfUwsaJeO41h57OKjWMNI59dkzkU377y1CPd49+sL3oHrC5d2ZkVwJNryGPKx+mxSlCiGjZx9aTahv6UBKspGxs5aLD0HpmAVW6oZ2A1IKQinMrET5UPaYAk/qAQ2FpnVo5l2FxbuZEoCmkSdDoG2t0InaDEhLCwBC60fQFUhE9U/BFMEd6ymVE9VGg7mpTSE6VeDzAasYmUBlfMtvPmS2NaAbjYaHqSDZlkqv5kx3k2ISX8Ywn3atODm8XatsV15ZjZeMsqNTgZcpHjzTwtHUzY8IZgteVJRnoklUwEq+o1S7BKm00udoRyoeMizjl5FFJlze6fVF0yz0yVrgWr4yTFYFyI12un5sLzpZ00cgNWo8hDM/JlYid4OxylUqJer7lo+I7aMESelMuzO32Wl2jXXGmIxJ18P3VwMMjQaYZY8VWNKxo0qu5kYVS4SiDE8zQhRE4zyaSvduqYDsc4SUopH2OhYpxMUVBxmrNJU4l92g/AxdZKTVoYEe4Stm+0QwGrozjH/phKC4h1BME2G53xGqjUnwoM2g8YJUZZouYCnXok6owTqpKnuvpSldpwc6TTFGGDYLXEySjDZJpjq1fTkmOCP5RiT0C4SpsGBhpsYCXOdQ4wmqYy2UrDMzbwcuip62M40fOz1gwEaDMjv9tnJ3R6PJgkMs8b/WdDD63AFWXswTBBnwRXFBX0WiRET2VhptKbYJU3Fc/TkFYAiazAor5dqQOdkMI5F1OqxT0HQ4LVSYF/3n9UsPqXK3f+3K9Mod8skjGeaEu7DqnE0+cIzCCm5iLHbq2haH4lKKEnQ+om0oylWecXnaBfpnhtZ4iv3NrD0VEfnUYLz1zt4WgSI2oDv/GHd/HSnQLvvhzie56/jg8+cwNfufMG/td/+jJOjj1c3wjQ8sZ49sktfPzbnkPOhT4u8eSlbeRljLX1J7E/6mN45+t4/EPvRlb28Nnf+jRefPEVtGsRPvjeG7jyxBMIuhGyYQ6ndwORN0Z6cgd+uIZ0sA+fCv3ORWRZAL9/WxQZOaicbgkMuHfz65jujjHZi/HkhaewuXYVXiuUgKCg0tkJpHmTU2Ng6yOfEBqq8p0lenNvObt4G2MnAXn2ei5eV92snVFWY/y1JKiw5EClDUbMaa7TLA5lQEPVjDbH0vSJMb+b2UAsL/f2OG3wYhqZSIxUUafJTMm7hhM5/dFsMAtcKLh5dNRbtadgFb4q3JGPBayWKdUyoShpXKpYx0dA/z4wOEY5mUiwKxsF65MqXanP3hFrJ1j1nFLVnULZhceCNyxPvchMlb8yUDaBmkM1rfFQXYAzBnzKJt7RDtgEqzy3MZt1Sbk/lacEqyYZxufRGkPgKxWsJpAnWBXFq9oD8NNFxVoW+N7f/9rbjr/e98HvE0U31d6j8Qn2dg+xtnoZ6+sb8t16KxvalMBsuLixskF8Fa7qmJvDUQtEVaGhScKzfr8MSmfvafZPb6ZSrW52FfrqYxGyPdhESn5fKe9chmZVlUH1d8tqxrNg2wMQTyovH1TE2uc98B5VC+MHxiLBqo/heIC7995AGBmlisPk3RT1qIbNrS20Ol3ZJNrSybOggG2c/uCgsXP2g4Dv7YJV2wxF14BF/2FJllTUHXauyZMUu/fvo9Nsoz84ETUMpwwCvbXeqqhKCJFETWV83B4AIcsg9Zx/L8MVGTtLyqfqmHrYDbZ8jc9Tvur4VBjzwAz6bwCsnnXMoq6SjSvNtWhvpf6mBAicX+hFPxyWONhPcefWAd74xuv4O3/713D/9FWBeCzBlD9UuErjNEYki2vSfC6trlHz5i86Jo0VSsUDj/MrE1m2tJuqISqcaEvS7HXFYmBjfUMAO/38qIZt9+gHzTJmbdBDlZb4CkopZyHdweU720YpcDCRw1LMwvm04FrCmIyVSQRKLKmXxoWUgFR8Ks8cBPPvuHA/V2xIFu9zvfji8yofy9gRImygjdAXv/gFHB4eIgpYReYJXHICJhgV0jhsIOj4SPMpCipO0xj98Q4ajVVEQQ2vvv4iXN/FamOC9e134ZAeuCf7yKZA2Ohio7eF9vY23PEIf/Tpv4d0cIzHvuUKLnzrJ/Dyyy9iXRqdbeP0cB+tlTUE5UQskAJWgyQ5YqSYpkM48SmKpI+EXddpQZUxYTwGvZzKooOdgzvoH/Zx44mrcAnPN69h6/qzKLwmjg5Pcfv2fbxx6x529vclNubWazsc4YZ3G9u9Fl7cDbDjrCMumZTmdTV7QwFWhYyL91y/hve+5114z7PPYqXVQBlPUdKDkSvzcpd5Mw+IAvWMOeE8eGrXlLPmAgWrJgFr3lPBJuMOjZklTqjY4fDfAiSFY+re8Hu/871ve/3mC37xT318dq9YRbZ8vvTgsPBHk5S6DrtqzyPrtYpF7Ovs+v7Aes5130BU8VKfxZOVhJQBSdM0wZUrV/DRj32/3JPS2JifIWV62r1e/jAJQ2HRaITBYCDKbJaX09+Upea8X9X2IURTGmSxcVYbrWZblK5MyBAUMgnP7/PgQ+9JLSLSKiSdD9QL315rK5KR55gYRn5n4LeEbUsg/sF529oiaIM0gr0kniDmH6oqE/q2TsW2pExpGaWqS3vtVc5LQE1xlVZDEchKUtJAVT3mxfPNZItd+xbGoIlnDb3V5wh057UPZd5hHCFCLdpIBD58WgZQyEVVq4xNVSnPaecZkcJZi5iJv/Sc56IQtYrWo8N93L51Ezdv3pSkEasYbly/gWvXr+PSlStyXVmFI2OUPEE+/2yPa/Il671q40xtbFXoOTSrSzVPSQ5gn2vjUY75W6+/hnQ8wtaFbbRXugs9AUTBbb9ndc6YNbhdrOjUPZiuNdZGxl6bqLn+SPf4N+uL3gGrS1fWgtU//dSGwCnPWwarqlyk6nGUOpikzLRiBlZZfs/JimCVj5Bl2Qk7RuYGrDILbRsvUQXoos4MNzO6VAz67F5aiE/q8QhotQJ0IweTcYZRXgpYZTd3lkuzoz3vB8LZdkgvWLU8HBKseqWA1fGYYFVL7ININ7upKFYVrFItRFhFqEplIcvNGUgS6hE8EqyKWJNm/aJqVWN1PnhuFsFqIfBtpeXLpEu4ybJ+C1bZwCop1IydIJQtddjMRIybWUQrneVpK0CwWhiwGmCcJAJWCbkJRIXBseFVzq1/DoJVVayWEgQdjVLxglWwStUqG1950rzqcKjNq1o1eswqWKU68qCfod0K0QuYVeOGXoNSMY333JlilWB1WvoYp7S6V7AaD8c4ikvUGyGa0mRqKt3fOwUbguXYHWYoHQ/bvbqUvt8/mQhYXW9FosakAnl/rK3RqHpWsMrvyvJ3Knqp9PRAESkVX6LSdfj7UMDq6TTHgKpIo1htOJz0UylV4OcRrFKxutWri/qM55iZfIJVXm/+LSbxAo91+oxjblCo1mZZDJkp1QUuRvQOKAv06oFYTTBTtj+gPxUFCgyyVAVH6Mzjb4WejMn9YYw+xyvHjDSxYcCgilUGnY2AYFzh8nCqvsQCVoMSK1GJdsDAQe+33HMwmNIyoHxksIq/djZYnXejV2j2wEO6NC7+lIueLaniZieTjEkIpxbg3vFtFBjALTLsTvt47eQUt++e4mRUQ17P8MLjF/DMlRv47Rdfwigd4e5ghMMjQp4EP/PRx3B9Yxu7sYv/4Tc+j6PTKZolS8IifOe3X0THifBtlyNsbHZxctzHG4cn+NDzH0bkJhjt7+HC009K6fW//O1/iT/80mu4tLaC73jyutgq0Bs4C1twG7xfWJ56GXUEGOUDNLurcK4+i8BvofjKZ5HQe6lVR2NlFbnjYzo8xPGdm3jjc69jw7uMG9eeRthsCgwTG49UvYhdNv3zQnDg5nGsoNOAVRvUaBD41sGqBsb2/GsDA3kI+zSatBlg1Z/ZYFqxKPPntqxf7yXbzbUKIx4IMMUKgM81JVEGyLKpht1EW39VVayEkOyWUfVdLDRQZOfhsrMJJ6ozIydzjFskagVQTAEnECggKtHxMcrBLtA/QTlWKwB5j1nnbw3mlx8SYM0alTB4krDboOX5861nqgbpBmqbp83sAvheMt+bxll27PN8yDypXlyq8FK4yvdKuKIJGOUr6ZuqYIMzBf9bBDmiZuUfVYMJiJVGWKoNtg2svuczX37b8dcHPvwxUWNdvHQRQejg1q1biAJ2Xr8sgXej3pZmVmwIqeqVuV+tBR92g7KsYrXjaRmsViFYFZzaQFd+5hpVmSmPq37GIjStKIQqfqvV54gGbUlNKp810648qGg8D6xWT/BbgaoyxozVwYObsSUVZSVoP+sek00Yk1Kej/FkhDv3XuNtIkofbkQsWN3Y3ESzo9fsLLBqr8vDwOp59/ijglX7fvO/7fxgNyXWcoMCNAWr7WYL/f6JbLotWF1fXROwysoPBQLz7t7njQv7fR92c1Sb1TwqWK2+/zJoefCzz1ay6rGeQVwBPKpi9dzvbSqgqDCilZGeA03+EiWq+J7qT+D4sI//9Bd/Cf/iC6/DFVk9/e5S/cMOzWyxaZIodg7UwWdb1S8q+nh+pDRzti5VvA9lJlQQpOXdqoS1dgD8PmwYacE67QRqXfq70mZgBZ0u/3SlYzkVSVREUfHaaLJruUIDwoTc1VJmWd2MylZsAQgP2RhJvpc5jkz7LdhajLcz0c7gSeVFAlWoRstZ0aUNCz34GA7H+N//1t/FG2+8LolVXhffZRUd598QjVZD4JjnURnKSqkSqysNFDGbjgGrGy34Nap0GYdGaKT78FqPAfUOgiBDOR1hdHqE/ugAyWQf2QltkUZ46spFHBzsoHH1w3jmfR9DrRbh1ZdfxOHtr2J1awuuz1Ji+hNqgi90xVMLeeGj9Ai2fGRFH5P4FHkaoH+SYHfvDorhMXdsuPHEu7Fx9QbyaAXHYwdff/Uudnbv46Q/1EY78v1Ut3exPsD1WowbN57G124f45X9BJMgkDibnxm5Di5sbOBdTz+N97zrOTx38bIcU5Kw/DeTRncCpkyFjT3ti/O1JmaqD1l3GDsYMFR9nWEosxhpFiuZMT8vaZ7PZxIGmWZR8t5GFW01/FJ1mLE7fYzJdIKf/+kffzvDavbcP/cLP7IAVq09is/xXSkPr66v1kNVldKLCdHlNU7GrxA9VlipytyeSzlXS2s055NLVy7j+3/g45Lk4DWxVSFSqTKDfsYGylQcyIQjzYm4D1PgSpUjgeRJ/1jUiOwUL6DW9QXa1mqErF1RuBLIUWEeRjX4IRs68V6huvlBn9Dq+qYfm4uVG/msrHGGxlm1ZCmx6vxhv78VT0m8YvtKzAaOUFxJxNPSKTMK83gylms+HY9FWKWKy0TiPFZbcVSyklGjUdOoduHDTTpIeIOOKwXBMioVvhortvn8qpWSOiBt81GF7qJ2nnmWU5UcwOecWuN8SdhqEutnjM6H7QX0HuH/V9YzxrxJjOPjY9y6fRPfePVVaR5FK6p3P/eMVCcwacSqhJXeKtbW1hGEBK1n7DHl/q5Ul1WfchYItccv65o9rlLG1N7OPQxPj7G2sYHe6qok5uwwlQVQvOBNgtx4wVPoNtMW2WocUwEhsgfjIW9jJv7d27j6SPf4N+uL3gGrS1d2BlafXkcW5zIhRaF2QjcFBuqjWQDjzJWSc/FKDT1EDkvhtVMzPTj5oPJwnGo5dS3QBiiEsrQC4L0T+jRlN82rCJ08TzaX9FQ9GtEI3cFqI8R0nKGf5bjYDjBh46w4F99M3gC0E2hHVKzSn1XBKjtvE6xOJhmGqfqi0huK+fs5WKUqKEdMKwBpLEKwqmCRoHK16cPLVbFKYkamJlYApjGDNZsXGMouphOW+3hYaftSvkdFb55bsGrK/qtg1SnFY5XHIDoysQLgscwVq/UwwDhORaHL5klUrPoBoaqCVW7sa1axCmCaljgaZ2JLUIvUCqAROOK9Qih3OEpE1dusOeg1QoHGJ9MC+4MM7UaI1ZBHYtRVFbBKxSqBszQeoxVAmilY7TYQD0Y4jnmt2CzKQRJPBa51chdxUWBvkArOIdikJQTBKqHgRjsSaDikYnWiYNV6rNZ8wmdaNWRIpVbfl8ZkBKsMTGssta9RsZrjZJKJ3y/nvo12TawjkjiRkjO3zHE0SBEnObbZrUw2DIUEcWy8xj8JN7WOK+eXA4qwNEl1016r0YdIy/u5wRjz52DvJVd8g1mptjfU5gxUimgpKsEqG1d5aIe+qKAJVgf8HlwwRSmrQIqxAe8RglWnoApbG5ANWI3nemJx0Q0LtAhWM9pRlKpY/WMAq/PFs6o8UbI0C5Jm0GleGGHWmJl3GYuYqZZ26SNJxXndx0E6xcRJMYkn2Nm7g93RAW7tDzXR0Gvj5d0pblyu4fmLVzEep9g7PsTXdg4x9APcvBtja6OFn/rwOrLMQ6e5hl/97Vdx+yBBmk3Fv/bHv+sxfO3OHp5creGjH7iIe/cG+PzX+/jRDz6HCysuRlmG69vbuHewg3/0O3+IvcMxep0I260unrp+EVc6NYyKFDcHpzg6SFGrt7G1WmB7fQONTg/OhWuY7NyC3x+gub4BBDX4UUc62SflEJOjfSQ7IziHJVaCHpzEhVdvASsdsRCgXYoqV5lI8ZBNxurjKzyOc6NGC3PDdx0PCgA19FqM+OaqsHlWvgJWreqU72IEpnYjPwskZu9bBau2VbOWKT3sIeNFfKTmxzKDk9JVRCZKCaBYzs/GeJzweTwEq/KgQqC1BjcIUXo6LxO6c31gp8CSHsr8WgzaJycohvtwhkM4tNFg6ZRRGM3P3TyrbIM0BavmHNNzTcbwWUrsSkZaqDPXE0OCzRyvFWnawEDf15xc05xKPFaNckJtAPS6Me0kkFQSVApJxQKAEJUBvyhW9U8G3VRQBSiKVXMq9bUlHgWsftf3/TAmowSbW9vY2lrD7du3MJmkuLB9GY1GC74XSuMJKiNU1TJXgi0rVi0ktT+fA9S5YtVu4vS6LJb/6/JpSryNkmcZllWh7GxzVymDq/5+PkYXlR6zzz4HrJ4FYc8b78sB/5mw1WzWqu+xvKm3x1R9TnXTMntfaRLpYRqPcfvua3DZMJGqHQNWoyAEwWqruwLXdGIWf+IzNiZnQSL9zPNv8D8OsGo/w3Znt/OF/b4KVnfRajQFrI5GwwWwyjJCq1g9C6y+FeC93LzqzI3b0kV/K8+xL/n/A1ilD93OvQy5V+DiRaYLtUcCww8mfNVvUePz/bvH+MU/8+fxe1+/L17SjEGsYojzmSR/rbXDbN7XxBVj7Pk6pnPsvKnI3N9Rc2FaKqsMwFYSGCgrNRRaLmvhkfUVZDwkZa7i0RpKt2wCgaAWSbMmAlVCgnqtJpYCTLr6Xia+jvwdO1ur75+PULqYewJp/IBesb6Ut2o59dkNac4FDMv3nSkDlvtdoBT3IPxOAb70xZfw//zDf4R7+6cKB8Ey4wQl/d4ZK8qL1DOVMV+zFmFjNZLYnhZgnZqHjbUe+oNTTAcDbK+1sb3p4bW7KWImMJ1YSuYpSklzxpdTXN8Igek+2g0XtUYDjc4WLl56HzqtDoZHd7B//yZe2xvj3qQNeB14QQE/pBJS1cFB5GC16SKdDNA/GYmnfLsZIM1OcXi4J4IFL4pQoCv7u53jU+wfJxixUYLjwavRSkCr3KjGrTsZvmU9xXuvXccTz3wAL770Mj77pZeRtSME0RqevH4dT1y/hscuXcRqq43AYcOr8SyRqnOdJkm1JLySIK38t0DyisrU3tv0fa4mWWZToVnO7f29MBfI4m8SxxVLgMony7HMGuykKab050zUp5NgjeDtV/6zP/vwwOqc3/6lv/AfnqlYrYJVu6Y9mMicv+lZa5m9zxTYVb3VNV6SsyXjd57J5/e5ePEiPvqDPyj3XLWBkHyGsQGza8niequesOonrFUlWs6t5d70MqWiNZlMRZQUT3MRt7ABWyw+rpxvHIGDje663OeNZlMsBejjzE71kpQwTZ6MikFjNluVZW9OE3urzcM5iXljDyIym0ozI13P5yBOz7L132dCisecib2NfB9+rzgRhWtCr+JkKlWgrMplfxexv9CTbJLEes51lzm3TJp5SJu0sSapNc4SxSr3rvTipS/xzCtXE5SBxBFsNqoxnlULu1QEWwuGRxqhlZhC/pNwV+NlXs+dnXu4e/eOCrwaLdMEi17x2+LHTeXs2WD1/IOp2hk98NpZeKP7Il572g9NRn0ZK6xUEIsHNthmjLoATVUCLWN6ZnmnSRxtVm72EMY6bQ5V9Xuvbl15pDP4zfqid8Dq0pWdK1bXpEmVliqzDJoDVYojtQwCBKYuRrF6A9XZgd4pRE3JjfUMrAb0/WT5JqGrliwQrLKsnoOWilXC1QAKDunNyE0om1MdDUsEUYmNVg3TaYbTJMN200PCxlkCVnWzTAjXCmlH4IiXJ9WdBACNRiCvG6QssWewpSoINtPhxLvJ5lXifQpMWbbOsnCJNxfBKlWbAlbpccnjFm8UU9LE7qfMUBImTzJpZkOwmmcxRjnViiW6dU9K3MVPtdCFS6wAXJaEKlglVCSo5D1MxSo9BmkFIGBVrABYPuEK0KPv8hysZlKu3qz5MqcREh9WwGrDgzS3ikICaeBwGMsx1SMHvRpLBTwcTQocDDPxNGWjJAJEbcSiXpnqs6pNmQgE2bxqRI9Vx8Fat4GpAavsQNv2XEwIVtntnj1pAOwNMgGGWyt19Vg9nQo4ZzOrXlRKw63DCb1lHQRUrBJoeqrq5SRIhTPBKmGxmn4X0rCMYJXdAo+nbAylEGK9XUPTgtV2UzYKBKv0Qt0iWJUyNwtWFRRzkePixmZcAlZZYpbRUJ/nLRSwygCRE7GA1ZLl+R5qHsF8ib0hrQ40BlPLBFVxtyMqVgMB2QTaAzFBZ+Crfr4WrFJxTbDKrC7VbHOwSsWqi26YoxXQf0vHIMHqYMrnlfhnp49mBYC/+ikTpPI4CLXmTR4WJKmVtVNVfJbcmQCXP+NFtSXUtQh3pn18df+udIrNihQv3d/FGwcn6EY1PHl5EzsnJ9gfeXjh2iWM4oH4fDFwevVkjN/8WopGmeInX7iE91zr4h+/eBcvXL+I2wcF/sHn7or3zmojwPNPdHGYFnjx5h5+9APb+MjjV/F/fuZV/OCzT+LG9Q7uHe7jg0+/gC+/9AV8+aVXcGlzFUk6wit3h+ix6UavgT96+Z74Al9e6+BgdIzrVxv44LOPI4828PKXXkGUFnjy8avYfPwxBM1VinngEvazCZ7jw0sKlDsnSG8ewjlJ4Nc7cFa7KLIMZZKhmOYIHE/UaOxoq5utqs+nBrXzcyphupmRF6/r7GkVQDLzR5WNnGqtNdgw10ky3xWYYrO5EjiYCzvzsnr4OBKLCKt0krc072u6Mmvgwe9mSny8yChWNUC8UFCfrypshG24ARtXcZPP8tDMdPPlvemgzAo4bKIxPUU5OaF8XJqN6WM5ELab9Fm62iQG1COZE4Z9haiJ5Bj1J7MNmB3W0pTQJMu1zkw9VmUXYP7QT9hYCEjJs2k4JSWnpnSf34vfSGxM5GVa1s91TZxUBZ6qhyrvdyaHOP41iCNs5fPmjbC++/defNvx1w/+2J/E4cEAjXoH169fxungGAf7h1jprGO1ty7KEDYbqDWaRqmiXl9yho2H1/Jm7UFgyjVwbgVQhZ/nvZab//PAKT/bgsll0Fp9jT0ZVpj0ADCtdIY/63VnbTSXAcrsOUYMch7UqwJJe36qF+utQjt171B1KsFqCTYO1dI+AobQD7C5RbDaU7BqNvxvBlYXv9fZYHVZdWrHgEZCtlpuudyf43M+Z8zPw7zpiNZ+zF9HsLq3q2D19PRYlEus4KAVABWrBKtUFNrNnz2O6lhYvhEeuJaVa1/9Hm/2urdyg50JxB944b89xarMQ2eAgf3dI/zq//YFvPA9z+M7PtJBSDDg2loFMw8LDEixe+cYf/bn/yJ+/5Xb0gCICUGro9frZ+dM01hEZ04VG5iJVcJj2ciqCpX+oPPHfMxx9yCxtJljePwWzojPogGrFgww9nRRE5jCJi1sgFNrtFFr8k8Hzc4KVla60qWaiiiCVJa8oiDUmIgimqXHhFxShhyfSglrlsdodZr4wAvfjqAWyHx7ZhPEOTaefZ3Z6T5HhS4rK/s0RKHsJf75p38Pv/O7fyBJrcInjFJwzWMspWFjDs942kpTHmnMmmF7xUW3WeDapS7WV9q4vzfAINM52ssLNGoJ7uw6GOf0o6W9Fxvr6hWj5+5jV7vY8MfY3FrB1uPPw8/HWF+/jLrfwODgLm7t7+OLrx3gc2+kSEMPfk7pA5V9GVrNAA3mQWlndjqB55bodmnX5mFwOsagfwovSLB9cRX3bg9xOs6Recw9r6NotODQ083nu1EBy/2ji+v1GE92Y1zduoYr156TKr1XX3sVXq+Ox97zI2ix0RnBGddoKfktMVFhvtpHGACoQrbqWq8XyYyq+X/bxoQGYEl3dVs+b8Kfmai6miiuem4bdaEmAubjmDEa9yUUbyhETQSm8Tux2lKvh5YM8zP+u//6v3gr08sDwYOTggAAIABJREFUz/lv/6s/PUtSWjscWZup6jYBYXXtk+M0TdusYnWmKK1YJNh1qvo3nyc+rhXvc4mdRCapqkh+TzYF+tgP/7A0p7P37mweWgKQs4iNx8W4dhb62qZTIhE0UZ1tNqf7ThHP81ym9DlN5H4ej8YYx1MMR5OZ9ZjsucSOwENU72qSpd6UhrW1Gv2ba9JUixDRqthVIKYP1bU/+JjDYY17q+ubrIuS5J8tjib2tWXiNrWpJfMqRMkxGp7g5GjfJFeYBNFElIBtGZvzGExSVsZL11YQcY7kNVLfWrVfULiqKn+1dND3kNfSh9U2xpPyGrXq0ocqlZc63L7lcbq4Ftr7Ue8TsYox6wHn3iQeiQ0BmUUQ1SSu4bGeB7YfdhBKnhYfdjTpLVq5T+UHOZJ4LCpoC071cuh8txAfSTWmrklzcFr9PN0czOIldZORR2/z8ls+d/8+PPEdsLp0ledgdVWqM7VUuZQmVtLt2XQO53iaZBWwahSrZJcsAWEJOO9dNlpKctaup7LAMrBiKTphE3kZeRKbX7GRE5sWsZSesLMfqxVAEBTYZIMkNqxKcmw0XAGrfaNY5TQh6sYA0qyJ3ZSHY6oHczSboYBVNkqSkgABIo54rPKx0dJSVKpU6RUrkC1X8+hm6GGtFcDPY4FlLEWnGnSS2smQE7or2ScBq2zYNUllw0orgCKPRSnLMvBOnY29FsEq7Q/YqEkyV9LFlRkUVawug9VJkmEwyWQypWKVNoWcpMqMx09g7KBVC2Zg9WiSYzQlcHXR8vX8RFGASQYcjaj6K0Tdu1ILEEU+Dsc5DgYpGrQHCOkbS0WVAav0OxNzbF2OCMTVYzU1HqsNsQI4nhZiBdD2PLECSAinDVilx2pWOtisgFWCc17XblSIZ+7BSJtXcRywXCLyS1ENC5ygT5ij6mhJihmw2iJYzXOcxKlcP67ray0qVnPpWtlqN2VBY2MufuetXsP4hxUIqRYugGlBJYduUAhWVVFNsKo+vATSPB4uFgTJhLucvC1Y5RiegVVRoGpDNQWrVJxSFUHYnWDIzquiWFVLCU76HFu10NHmVQzOZmBVSzloBdANIU2sypyKVYgVQH9CpW+J33pUsPo/fWp+55su9RonWJJqlHuVgLIKVtXkXFcVqsCpKkFUE6Xq5+6+hvvlVMb2vf0j3Dqa4HQ8xnNPXYabTXFw0BcvsNVaHWk2xBOPd/DlW338q5fu4o27CR5bq+NT/9HzeGX3BH/7M7fx3c9tSxnpP3nxGMf9GJv0ZGsXeO7GY/g/Pv9FPLXawS987zP4h5/9KtYbPfzkx57Drbt38cz1C9i7s4tXbh5jPE1x+6iPm8MhLlFNUUR45XSKTzy/ibQ+QJEGeObqNdTWavj7v/sKDu8c4CPPPYvnr63ixrVNrD/zIcTje7Lxr289Jd81Gx7CG02R3j8G+gmC2EE2yeE1m0jKAuFpLHvUIua8oN7UnJeq/kZ6uu1mXD1Y9bEIOlWxYS+ZXewrz5Gkt/588XmlNIOYb8C5cbGdqqynq1GiWvB61spf8VGsxJPGt7ASpsp/sg21WgHo5zrSvIofq983gOfWBcKKYtWJAYebTJrSyeQDxGMgHgHJUP/N2c1sdHSMLgKMB8BYmah6djZMdVwrR56DVcudFQozoNIG2ApPjUrVXgvtoGIuj23eYoMwtQXh6xn8cS7T0n5tXiBzPJNmjsJjzof8nfWG4t/iW8mmdtyGiKqV8x7wKGD1xz/5SezvsuM3cP36FdoEY2dnB04ZYGtjG1HIzr1tKa9l+Ww1qK8C1HNL+uW66vibqSkqpYPV1/E5VrFqm1ctg1Mdt2c3KlrY7C08z473RV89HpnMwhXwVAVQbwZWF54r4PjsUNhuuGeAfun4q696GGDl661OiOv5nbuvI8nGshnhhitOJrI2UbHaXlkRyGQ3zMvjXieA+b3xZmB1ARhU53rzpe1sVAXI803HvIxu/j4GrJoGFfM1Ra0A9vb20KzVBazSe0/AapZjvbd6JlitXvvz4PbCea5ce/vzN4Pbb/b72ax7DshcHB3zc78MZP5tWQF87UsH+JVf/gf4k3/q+/EnfuSyJOPZ0amYeXwbMF+kuH/rCP/Jn/lL+Oxrt1TJk7NLvWw9pdEi58SZYtX4cssQs8koEaKp0pRjQBPh44XGInZNEsWqUVkvQh1+jCYZbSmznTMctyYNidjxOoiaqLe6aLQ6aLS6MnetrPSwutoztgB1KR1mMknBgiuKNsaB9BokzBycHmM4Osbf+7/+Lp545gaefO5xjCbTeYLzjFv9rPFx5n0ny3aJWlgTW7G/+Wu/js996SvwGi2d56nkZLm/NGxLJNkq5ztTteg0jsVbvOVN8d7HV/HYeohOfIJ3vfs6fudLb+DTXyiQuF1cuJTiic593Dxs4aRowiNECiMwBPPdDD48xMUE3XyCZ69voew8jXqnjqtXrqMZdfHaK1/GzeM7ONh5Bffu7eH4tIUUDWlyE2CMelDHyVDfr9NNRThztJ/i8HAfaXIsHvortRq+5al1vPj5m5gUEfxeE0W4Di+sofRdeS/xUqQFnOeIZdPV1QZ6q9t47pnnkUwLvHbry9jeXEN361vVEsiUr4uVhCwsKoRR2wrjoShsSNf1h80HqoJkV/dYoGe73ZmVRdu1RpWCtoJovkbN73cKdPRf4q+ZsWs8of1YVYnGykISqsYGiNd5tvYJ+3LwV/7if372AvImP/0rv/Lzs3WzClBp5WTTxQvrKOOjmW3OHAgJjD2nEZI9hBm8q8BV618v95LvCeCk//FHP/4DAjAtdLX7gOV7YuHfZo8x+5lhCd5sHjGJGwPmbIERP9c2aqJliHRtpzEbEzhpqv6t9HEldJ3Q+zQRhSv3HkzIEOQxzml1etJEj16unCNCHj9FXPliI025hQn2Z3YS80ZJsu4JjFOAKuNIqsmN/6e8xlilUSxF+wPTKIlcJEkGODrcEzsOxl/cd8YJ41SOZVWTqiqbvGEeC1UrhhbWNAO8dQxwVCigldhAGmQpKLfxwuw7LTRnOie4OWdsMvyViH7pZXPLFYW11ZhI1hI5XaZZqJ6lc+/hxdcuHoj1b7f38Py3uu4qqDYNwORzeG8aVYbE/rrX5/3LKuwZJOW1NaDbnqcHx7O1TeOcMfdZ5efWO+94rFav1DtgdekGqoLVguRJfFKBkNTTbFbEoBmEPI7ALoKk+gysMqAhWKWRsypdk5xqPAWrXMwIjyga5UY08Pj+rpSAM7sZ+HSzhCgaT0bqlbq1EiGJC5zGGdYbHliE3p+k0syIcxn9OGkX2mDn9JJgVYNCKihTQskZWNVMTsp6fgGrvuyTYzawompVupBqo6tm5GKtFSIoEi1fErBaCJxkNpIPHqtAt6JAXAKTKY9HwSqKWDq3ky93GmxUVUqjI6oy+aj5LmoexD9UNuRSHqEqJ4JjUayGHhoRFavLYJWebMIMjcWBBaulqG+PCVbjDCEtEghwWW4e+qLKPR7HArVrgSdek7XQw9E4l3L9euRhrablYoSL4rHquvo92S+j1OZV05yKVTZecrDebarH6jRHvRaiE7hq5k3FakrlFXAwYmc/PrcmoH3vJEE/KbBOT9c6fUtTaV5F4E61KscEj5mwWMGqWiWMCU/Fh6uUYK1FVUBR4CTO5LqQ9a22ItTdAuk0RqPdkIzosQGrm6tNbZDDcekU0kSNPaLEV9dVsCqKal4DWh3Qd5WN1cQ3NRfAzMZSPIqVGtXELPdVKwD1feJ41S0yy9VboS+Anirig1GMIWkLB6wAFUL0TNSwbIJVp/cLgzWozQWTAY7vSsKgy66vPssaHAHbqUu7AEgzsn92enbG9WEx273BHkCwOlsc5xtkfZ35hcAm/lszkrZL+iwzaNQDrkvv4hyx5+KV/iG+MTrEEYBBkuPmG4cYDlKkfooxUsTjGM9fu4L1Vo5xmeJyYxPdiy7+zqdfwUu3SrzrSiAdsX/pJz6EX/8Xf4hPf3GI91zlRqrATh/4yq0jeDkHY4oPPnsDrx7cxulpjA8/voFR5uPm/WP8hR96EoM4wStvnGB4MsTRNMHBKEXh1tGuR3hqu47JyQG+5eoq7p5OcP8wxgeeu4ood/DFmyP8zhu3cLET4b1XmpgGBS7UmvjZn/okIjZLGx4j6F1E6q/DjxI4+UiMnYs0BHb24dw9hdPqoqh34J6OkB4N4GalbBjLPJHMPQM6CxwVNCp81N3qshWAXl9tAKNSiwVwKuPOXG3j7D67rDM1qnpE6wsrYNUoklSmaUvlzTW3Q8AOpIpxY4W/qALUgnkpo9dyr5JWADOfRBcXy1CbqDCwyaQtHMqMajXe1BM4hKt2vPGmSqYCVZ0i1s0Cd3kGGJ034i3wka7wpSpW54GTWpwoEDA/N6fOfh9teFVRFM/K/yupaZt3kI0ev5GuBZzfpIrINEqQxlNGsSq/4+ZM1KmZlv9bGwBprkKQqhYBfD3/rWBWj+Ujn/nSw27nM3/3kz/zszg6HOLkZIzt7S1sbK5id3cHo8EY25uXxGM1ihpYXVuX0k9bDmgHE+dBDehN51mBo/OfifrD7H5mYNU2iDCNNGRIm+6ztrmGDonFbrdnQdZq4FxtXmV/Lp6JVjFpO9zafAGv/1LkvwxWq9DrLNA6O6lLitVqIP6w1z0M1tnvW4WVVrHKuOXezk1MpgPTqZl+7QpW1zfW0emtaRdxKd04506w90n1RtVZZGGsPHQjbAC2FlaYAjxbOmfmI3v9q99Dt0yL64l+Tok8NmC13sDJyTEmk7Hc0tzQbKytY3V11Xisqkem3KkVWP/WwCqxT8XiQweMsQNZ/P6z9zuPnEuUO99BVkH9+Tekmcsrqkw9hPPX6X89j1WjwJfD5Jzj4vNfuIMvfqWP7/nBZ3FxA4iocfBoOEK3T3qg0jdfx8Odb9zDn//FX8a/+sYdmYuZ/JNu9KI3ZDRi1KlmMy3XcnafUVKolVu+eNcpWJ3GA4ltmFgS/1Qz7hSsGoX7chJF1HHa9ElLbRUWcK9ABSS9QMOohWa7h1ZnBa1mB932Cnq9rkBVKlb5h56rkR/OvK4JUAhWqVzz3BpCKZVN8bd+7Vfx1PNPYOPSOmJRjGrctvjQ9faBKgmTc7ZzkUACe1Jy4M7NHfzG//2beOXuLsJmB4XvaW8Aaayn+yXWl7F/AL+r5wYCg3jve2WGtajAk1se8skeVjsNNOtj7J8G2DltSsVLrxHjydUTfO51B7v5OmK3Dj934ZVTFE4EN3eRhjl6UYYX3rUGd+UGwlYD77/xOJq1dezv72Cnfx9HL/0T3PnSZ3F/XIfj5BhkAU7TBjoXHoPfqiEtPYxGDvqnbBzJ9RTI2EAqmaBTDPDsUz1845UDnGQNZK063M4FRH5kvquOeVZ1bfa6+PZrDTx94zpqVBk32wjDNk5O76BFCNu4oolHCYWktaeMqZC5VhGdSIdUyT/zWbxSLO2Xh71oC5aM6qNLEDjvh2HKjk0Zt53TDAaaV2lUGiXSzk0Uk2mKNM2kLF33RWonJop9Mzw0OlaVoCgIqRwkKHYd/OVf+nNve/3mC/77T/3HGifaddd0vGdHkvkaOrfe4bmwNgn87IXnmASInfNsonO+nho7gEpZuib8dd7i/c2Ky42NdXzsh34EQcQmZjYu0vG/fKfo1sHMezKn2IQ25wX9ley2Z+uUzhVSeSVTkCnitxBTXk7bQNMg0FSSmglDEicC1BPC7wTDyRhDAtcxrQVUVczrx1ic/Tc4J3TXLwokFi/Xen1miyQ2CDzvFr4bkG9BnSTQK/7Quv0zalsCdzM2WJHFMexTYBb3BayKbQmFGezrwioBeW+zJ5BzzklBz5V6/JqhLo2f5qpTiSPEx1YbYlsls7UIIIeROE0UrhyT+u9F+7G3ClbNPmSuDdeIYnbtbMMuvUZ2nHGIyCcs9YmStdSskcs3h0YbD66XOs8u/WpmwaLsRI5H4nJ9F5/zC/vqmKZ49pglUcPeGbbSjPczOQPt+ORvrb4QOy8DyLm28fdy77N5uPytkP0DH/m+R7rHv1lf9A5YXbqyFqz+3FPryDNV57FEn/CTaioJoo0Kh55N0qmdXqmhj5qTSWk5ARQHZ5KwYRTbUlGMlAlkZQDD92CpNffPLDEn5OPbE3YRvnKFpWcmy8N5Y251WUKT4Xico133Efk+BqMpxuKdzY6T9BIlLNRyhlGcCsBsRiGQxziK2aW8EGUON2SczDibrTZUHh9nbGBF/1Sx6pdgsOYDvVYNNXpRFalMxrQQGBbM3GlZA7ua0jOU0I1QcMCm1q6HtaYnG3sqCsnhuo0AkaMl/1TE8pjZKKkZOYhT/kxLkSSMozVBLpovaerViEL5PmPzmSz5r4VUctJjld+DC4WHdo3d2Km0LKVL+mCaynnpRKoSpvKSG/Xj4VRgOBWshJqNkOerwJ0TbXTQa7pEHrLZEd4iYNV4Q0qTFSBJXQwSqu8KbHSamI4mOIoLKZsnBJxOYuSOhyYzvI6Hw6Fm5Vj6z2O6f5rgJC6kgdBmq4bJdIrDUYaYRv8ca24hvqNUcZIei8cqwXam34+LOK93txkiyUscT3Mp0ffKEl2CVdpWJDHqdZarAEcs1S8KgcAsMeb4owUFVanWY5XHF7KBFMeuZENzKdmI2InW4UKvYJXAmosY/VMJx6mYPRwxKFYvSQsSCIhboYsmlQiFi6PRFMOkQG7KL6SRTU77C5ZKeQJW2SRnSrA6zUSZyo6YLd9BJwIaouyhN3GBxHHFPmGclvinJ48GVou/+suzuHRhabWQzy6aRqFu1saZolUWLpP9c4KmqFTuTYb4Mhs7ORn2+hPsDwZoFBlWWiv4wt0+vnF3gI2OjyvbHi53A3TZ7Kx1FaP4GL/2ma/j/sDHt2/V8PjjNXzyhffh13/n8/ibf3CEpzZ7WGvqRu2V+wMMkwBFOsVzN3poRjn+6OYYFxo+Lqx20R/F+PbLHTx1oYWv3TnGV2/flXHJRntMXPaaPoowwv39UzSbEXoND5fWV6Vpx869+2BPpenEw8DNpVnYOHZwZaWJX/n578SVG88gPjmSUsKwtQGstOG7TZTjEzi1C8inR3CP95HdP4KbrcHtbaC8f4LidIhASnF0w0rVsprTmwwq/5IOedowbM5DGKxollTPtU7Ws1jVbKYtYLEjQYOaCiw1AalSDB2nmlkX3GfgoFETVT9AHdJ0nMhG1/qMVomkZB2sFBUlrU74/bwIpSnvtIrV/5e9N4+xLD+vw87d3r7U3lW9TE93z859EzeJkihSJiVQQGTAjuQo4iJSiixZmx1HFsnIhmFLIpP8kwhIIsCAAwlxgMTWFluQxEjczcUUZ4azT/fM9FZ71dvf3YPzfb/ffbdeV/WwW/5H0hTQqK6q9+67y2/5vvOd7xytXOdw+BoWp5hMhlM4rNpLlYiJvbaHKW8zQe5mklizC0JCNJGjMS2qJJAK3qyaXVYHVc/XXGMBVKs2cyFZIdiPAYJNwZDad8VcKDF02ZpoqLbmnikzSRmumk6kpiim8DQTu8Ro4xuglL9z1LjRGlSJiRW19dj2JsCrSSSNuQoBWcoIvOPz37jj+OtHfuxjGE+GuLHJQL6Ney9ewGh8iK0bN7HQWcLSwjJ8r4aVlQ002gtyTkzamUjYNsOCZWqSTWGuzLcLmuBY5GIkqdQELeexSm2F9r1WQscG9/PM1jLIai96dpxZwG1ZOPY1NpA/CdC0x9VkxTAnioTtVifp4obbesTc+24Hst3uHG5JIkrnoH/LsLOzhf7gAAEL0Z6yK3h/uwsLWF47Je6/CgyUjMBkvM9Yugrw35qy2MTipPMo//444NWCqErenuloWsYKJ17ZFK78eQRlaGhBzcv9/X3RYeOzZXJyHLCqz0nP6NbnO7u48rO93UQ5ybxK5M6P+ZLEb257vR1gXj7PO5mwdw+sWqkFJuX8f4zx0MdjT/Zw3yOL6DZzkBFGqFlqXkbWhK+kOSqNrDafvYKPfviT+MaL19RxPYuQcx228Lho2vNLjzF7DlpAk/WCiTtje65hcSKu8sJcFdkl3V+41whhtlgvDJBjWUxlBqJpDJC9gAwstsBSXzWoiRQAtaHb7UV0O2Sr8v8tNOtk4KvzNGN8gqVcXwXK9ZS5Vq9U0QyqqPgJfu8Pfgff/f53okpiQMJX3SrhINdq907zQO145OvtGqCmO2pAefmF6/iT/+/L6O3vk82AiMm46YISnW1JxJnX5AJWiu62AP++6C/K/UxSnKpPUQkibI8IpvI9FTGpWvBHeON9i7h0zwaevz7EUy/tIHRrgNOQ5y9AVaYO5MyZGq0KHnrVJax067hv4ywa1S5GwwOMMw8vfvP38NTXv4wkaKLppxgFp4SEkldO4+YYGIW+spyh+7JD0gmf6XSIZWcLrzvvY/sgw+ObPoKlFYDxNqpo1CpY6rZx4ewGHrxwHmdPrWG6dxVLLbZjM+Yja7CKrc1rIp1W6d5TMM2OrE/zgskywQyCavG6AviyMZIwQOR15XVeJYBK2vC2vV8MP2ctwNJ9KKZDiTwP7ovigSEy60cXg/JeONvHtDCgf9O58Y9/+ifuZDkoXvsvfuWjOm/NcSiMIbCaaemerXszSZ7y/lZeq8qFqtlePMeKFMajdnXqe/l/E/+5NE6Lsbi4iHf/4A+h0WqpbIiJ/SSa1YpIcf7l+1VeR4s9xMROs5sz64LT1p8y6Kqv0mPOWrjLnyFMXjMe7HcFzvTcyV4W46zxWMg/wj4mE8m04LPATIMs5vWNzgL8ahW1WkNMltg9ImsQDaGMydeR6xCTUzUhtWsfT4VzkKfsOmxJH+Bwfxu1oIJ6lYxVNcQuPydrlma7u+wYmj3X2fOZf446Bs3YE+MqBWIdlwZ1GpfL2DHGWEowKG1+9lnrjS6NWQOIS05xMhBb/ot9LpqJ6LGOtNgzdqFEmpG8knspa5eSxZJUixgypMz56JBQYFOUyWj2HKeiZ0td8Zh5BAsfzN9p/t1pY2N9Del0gr2Dfbz40ksiD8O5LeMiDgtgVfV+lWGsDPSjkgDlcy9PZrsH/Ow/+tW7muN/Xd/0CrA692TLwCrBUU4wgmECrFKs3gCrZNTwz5NIteAIrFIbKPBVJ1XAqYgtLr4k5wRpqaXKxYCTmYAU3894xAKrFdFo5caobDwCq0lCxioTiQyHE7I4HVmYhuMQ40RrGAR+G77qvNI0aDCNBFhtCDAX4SB0kcQZ/IDtKfy/0hsXGwxoPGGNEshigMUEmcEOGZOLzQpqHhMFA6zGiegcCdBHxmpA3SGK8lN7NAfxQwabNL1y80iugazebsNXYDVNEZKtxfZvn4xHMkyVqalVHhX0po4p6/8E7gisjsNENE25sFAHlexTWQgMsMqEtlOvSJsVgUZ2IA+nISq+J+AeMRsCq/yUg8FUQEhqUS3UyPr0MIpy3Owl0pa32KQJ2QxYZQVWzJtcNWfKMod4CPpk/To5VrsGWJ2moruzQGB1GimwSh2izBV9Ue67ZKhWfQ9bg1AMswisrjQp8xAaYFUDBDKXCZITGCcgT5CTwCqNsKiry6fG573YrguLeH+aiEQDGRHdZqAgZRKiXq0IWLE31Arz6kITIGNVTNU4BmkiRXkDla0geC5SFWQWW2A1YNuyPmMefxSxdZmSDARdCazSZC2SqmABrFKb1iWw6qFJBi+B1eEUIxYhqC0jurwWWKV5m4cGKSRJigmlAChzETOf8NA0wCrBYlbUyKqOHV8Mv0Zxhj86uFtg9ZeLmW+IjvpzsZOZIMYEMkVMa9hH9s2cT7GfYpql+FZvE9enI1zuDbF50INfbWK1GcBJa/j809uYRj08fLYrrJil1Tr29hI8eM8y9nYP8Pkn9rEzJVs6w/e8oYsfeffb8dt//HX8u6/t47UXN7CztymFmtivyr0hcL5Sz7CyUMWzWyE61RrOLNXRG2ZoOREurtbQCUIcZCku3xxhawKEWQVVj2zrCM2Kj3NdZZePyCjuhxhNU6y3fNzbDLA9nSB3ldEd5zk+8B3n8QNvv4hJVMGV3Ru4sH4RncYi3KU1CiXD7Q2BjfuR0/Dh+aeR3tiF07lP1jx3r49svy/Ou15G1pDoaqj+KeeaYXwq3llO8Gbg6FEgR9uNZC0lq6gc0RQ/KPCnBAQbEBnahyQTCk7O/tmsVwNaAUdKBxaejWmP11DH6LlaVoPVHhLGqgKroOOqYRNSCsAy2cDiUprAoSmBAVYJtObCBOFcE6hS9UsJrBLYKyr1tn1Hr43r0cnAKq9dmaVK4DDC9JacK/EjK9rm2oRfXwJoDVgrTFb9gwKrlr1rZXH0lundNExT1UvVoJ7/J1QhXHdhNVALXDVX5Z96b8s+oG1mlvFHCYG7A1b/3o//NwiTKba3dzCZpLj3wr0iGXPz+nX4ToDFhSXUq20sL59Cd2lNmT0CrJqmdJNcqUP7THu1nEyWQVCumwULRnOyY4FVxR9UF+w45uosgZjXYtX7X6w7jiN7ffnncjJ1HABmfzff6nUc0Do77owVVT6+Pc/jAuOi5e4OombOLU2McgFWDw534fuOxCxMAPlUugtdrJxaF704BZ1mGpvKrDya9BwHrM6DA/YUjwNR50+/nEgaSE8L7bY10q5jJXa7Tid9bvF0UgCrdA+mbp6A8FmGtZVVSdoJIlgztTsBVm/3PIrrkETt1sSQn3nc139uYPWke//d7/iOOxgp5Zfagg+jRXL5EuxuxXjy2W286TvOo1llQdgm07oWMfYUSFWWQgc3n7mCn/jgJ/DotRvK4LHAKtcpU4DTLglp4j8C5gvQYIonnM4yFtIMYTJSzcmE67mufMLul7VdxwIBRGFREYAy+plmhTWAvRLSKcHFohqNTshaJdDR7iwYYJVSAEvCWG03W4VJ1Yj688MhRtRXNZJjPH/mMIwpK36GR5/4Av6MaSq2AAAgAElEQVTLD/4w8hpzFS59M1CmzFK1zujluy57r+eq+Yxp/RWpH+QYjaeSe/DayPDj58aUWOA6XzChjFmh6HGygyGVDqnRZCT7QhZ5SA+uw3XHiPwVjCcRPLeJrc3LiA4u4/7TAR6++Ho4wSI++5WvY38cw2+uYBRSfikUbwxKorlI0W37eOfbX4eaE2Kp2sCIXgZkFHsNXLv6BL7+6LOoBS20/QR9dwUD5lWRi6SmUj0A42XqwWpHHXUJmVN180O86VyGFzeneGanDn91DdW6hzc88DAeeuAS7j13Fl2R4oqQRRH2N1/AYquBar0truQkoxwc7qiuZ2PV6DVbnf9itz06Lwr9CVM3LmmfFnNLUyndrXWRNI0+Zg+3QLkBWRUIm7X5l1v8teisX9JMb9qr1dhJC5CCvYsB0YzxqbGZPYcc/+Rnf/Ku5jeBVWmXFN1MnScqU2Q7R/RDhPUsxrvmXOdMH8tr40n7t+zJZE0atrDet1uB1U6ng+/5wQ+A3yVOtCxZvdMWBbMP0JyRCZBKd8E+L65Jsy8D4urDM5jt0fzG7jf2PeU11Wq+6vMqYYOG0amFEgV/hW1IAI/AXJJJSz69QUgKCmNKx3GOmsI97wlBV78qLNc6WfFVmuhVUBUzPRq+UYdD4ySek3S1GjmoPGKxKkE4pRTAFiqej1q1KQzS1Oih6huP7kMij8H90L6mhFvL2DOA+y3PlICqkULh63IxuNP4wMbxEt6r66phd2pMz+ehKZ+OJw2By7JvQiMvTJ1sTFCwOqUIoWxuro9iFkXmN/1lIoKlStaTAsZUJWP0vYqP8P9cC3m+LJJxraB2tnynWbXIzvliVsb9hBraBMp7B+yAmWDQ6wnASvbxe9/3/ahTLnAykZji0ccew/NXLps5IwmYdmSYNUH2KGOwKK3+5U4EM6mlU6pU6LXj8Mc+endyH3e1MPwVeNMrwOrcQ7LA6ocfXpFFR9qmySLUHFknG02eRJvSEaCLgUmVRkuuMaBi6wsnTkRdU9XJIZhJTQu2SHA+C/BKMxgRN/dACdeKl4vkADdwsvvE0CgmsKrCw71pKkxSVp7HkxAjFtjFO8dBk1IAdU+0ZIZhJC3rBCUdAqsMFMhoFN0fsmmVsbpQVwo9wUgBrKhvR6ORNBXd14VGgJqnbEVuXPz90AKrRjRbgFWwrZws2zlgNSSY46BDoyNW/BJW84kROqgHAaq+miRRa0V4mIqsChhJN3vLWB2HNGdSEexW3RdmpSxusnhzoSGDkt6v1ItVYHUcRvDJeJwHVodTASFZlVuoKrDKFvvNARczYKHJc6VBrG4MBFbJWBW2mhivuIhjB/15xqoFVqvQtgu4aLEtLM0FEGcQv9wMRPd1uxehF2Zo13wsNwKEcYKDUSKgIgPuAlglGJwSWCXAooEqtUl5mwisdhs1CZwPpglGZCSnZKwqsIokRIMLcUZglSxVMlZbAsjxOqk7S2A1zqmrSxahjiMJhAXM1fuq5lUMvFVUn2CmR8Zq1RVglYHwwSgW1oEUbbkfZQRWee8JrHqYZo4wVscEVs2GSOYyK5ucEwKs8pkmCcZpJgxiyjbw85sVoEOpAI9V11QqnIlDMDyT4/37uwRW89/4lSII4H8KcHUWEZY2VNPyVLCrSosGgWgvxGaS4anRDeylU3yLoGLKxMNF5CQYhR4uv9TDPWuUfvDQHwF5x8GNHQdnOz14KcdAgBuDFC/c7OND770H73v3W/C//snX8Qd/+hIe3jiF/ekQB4OhaHdRnzKgWL2botOsYirM9hzri00Mxh7CZIKVioONygD+YgPXBz6u7g8Atw4nSVDNY5xbW0NvGmI4GiDMMylc0FwiiCtYqIVo5zHOLFUQN3M8ez3GGzcq+NG3n8O50xfw6M0ruLh2EadbHTTvPQ23vYbR83+BPA7QePXbkTtd+NF1pIcJ3EoNTuQAhyNE2/vwDsfwIgKryvTMCZg7bLk0dav5HF80V2l4MQO3TkrQBWg179cQSgsGiiraFiJObm3rm/1NI0gqLDDplpCqpCcowQbXp8KcwCYpBCxtu5hqDmkjroOc5lQOtTuVwbFBnW3DHnVST1tOORenbC2kFi3PyTBaC3WDGDkpV6YtS09YW9Atk4LAqFzKvHGCEdCXPxaMU3PRBjBVhp9BQ+WsZy3/CiIbllehJyw0oKOta8YJW3cBLcppaz+fmW0NA2IyU+W6FNjgmq+6qlZTVTWf2YBrg1W29fL/b78LKYAf/dDfR5rGODw8xNbmDtbXT+PU+jK2d7YxGk6w1FlEq7GA7sIy1tY2pOmX+5Jt1ZU1wbBPy6zSMktCQFKjBcZ9t/y6skbYUWaFAogWWLVB6jy7dcaa0ZbSeUCMY4pmKvar/Pry746LQcvApwU07euOFjA05hFjuDl9zfmfy59zHHj3cn+358F7uru7jb39bdE1J7AqmoN5jk63i9X1DdFMs8DqkSDfTP4CAJ5bSyxgf9w9Ka8px60vdkzq0iBKc0XSpazEWbWizFgtH8sCq0yYLGNVQPssxerK2hywWmZOvTxj9dvJNex5zT+f2zFW5xvE7+bZlsfWced598CqgkfKYNPOsStXBuj1hnj1604jcGkMaBh8XPYFWNV1yuM65jq4/sTz+MiHPoEnbmyKVA33BmnjZwrLG2PlZQyIJWVt04Lq+xUjn8Tk3RiWMO5PpgKqRnFoGFsE+gja6voq7fACrGqL6qzQMmM1KRua+5nqDnp+AF90VutoNttoNbviNM0W3na7K67PqvvoY++QBjdjTKJQugGUteXCZVwmuooDHA6v42d+8ScQugQ9dW+7dY1hPjBzmS8/u4LHazwW5Hp4bHNfZX0wADLnKvUehZ1tJGJmWoCOFHsp7cX8xCNjLnfxzDc+A8eZ4ME3/6CApQS9vvXoV/GVP/sj3LPWxLmVNeRZBde2bsBrtfHGd74PoeNikpCsoR163FnCwTbi/g0Mtl6AN+xL3Li23BTdyd1JjHFwD4Y0Ge3vY+ptKAiceTiMx8inMZJojDSPpNuHbOQ0mkix+PxqGw+u0hOgg9/9/NN49VvfjDe8+c24tEB92xzT8VgcuaU45LkYHlxDMukL257sv1ZTwdXBsI9g4VJhhKTEm2PIAmXK4wmFm/l1vwzC2eMWeqgGxGGsnwi7WsHv8npKrNKCcbZV2+5T5e+z92gXYWoMjlkQ479PfVK7w+70619+/GOy9xBYlfFrgFXLPNTxasCgQlv1ZJmd8l5r90C7b+p3cmLt+3WPtnIvLJzwWii1QWCVhnFyPCEQazxYLu7NP8NZcfoo81fWpOJxl567eRbH7UtlIsjRz5k9w/J+Nb/+HolnzJkrYKZznaAg1wPKQND0bjxV8zuCr3GkRsgFCGf0pTn3692ugK21egNVsutrdQSVqsaVLjAd97F14xoqXDeDKsbTqRybX8zHabLFZ2tZk/YaZvGgMTg1cL/9vb2eo2Nb2bOyjgq5gEQe4wEgRX2Azbga8tr7LoGxYdPP9lwFP03cKx4BCoxaMHV+Ttm/a8u8YhS2rV6KEqZ7ojyHrL4sQ5h6s40Ll+7Dfffdh1q1KhgEYwaRU5NCrGGjM1gypIjRqI/xcIhrV1/C8889J699//vfJ7EU9aypDWwJAkGjbhDzmsEXIiRRVGgyR9OJjHVKidg5LAZ1wqJVktZMHkAZrj/0dz50p9P7r/XrXwFW5x6vBVY/8ogCqxzEBH+o1znDXMi4mQGrdJmvVFw0PGqJOKJLyQnN1nmPgJFpERLmowCrOnnJECWbkixVApRVl8fxZaGdB1a57B1OE9ElFWB1GgnTzAKrBNpovmQZq1EGqU6TbXpIEykyEE2rYiEFUFcgNEoJZBEs1pZOOjsS3CPTtC6gWiJBEYO0CV9nND9FK1zkUPReEFhlOEXTKwK6w6kBVhsEnfkaZVzyRtYDH7WADFMDrFoHRvoBs9qcE0QmY1U1Vsmm47VaxqoyhxX4VgCO107NVogUwCiM4HkO2hXvCGP1kFIABFarFSxWafpF7VIHm0MFW5baZNcSWFUwjc9LAwzlRBDIILAqUgBujrVuC5PhGHvTTLRYl+ouIjKG4aLB4DoD+lOJbrFENqzvYmsQ4zBM0a4qsMpxsj9OpC2fJ1sV8yqVArDAqkgBUOcIbD8Dqm4mLF2eJq93GMfwMpUHoK5TboBVPs+9oVL+lztNaT1mxEvGKlt8CNKplDADYwOsxolsnpRYsOZVfB5MCISx6npoV3iOylg9HCfIRIjXJOIGIG6xxT/wxIzsYBRiwvkkLEMgyhjgJyKBQWkHMlZpZjDNMgwJrJK1zOdKA4EKUKf4eUw2CFMYV9jQkzj/SwOrxfQ3iUCp3H9bYFU2dan2uYh8B48P9rCZ9fH8cAdXtw/RNJpBl0dTXNsDmpMaVtpAGiRInQa2RxN4uYNp2MNCo44HVz188YUIB4MEv/T+h/He73w1fuerj+I3/+/H0HLrso4EVYLhkRizZQgkcGjUq1io1nDYP0S7XkeeNxBihIZbwz1+D14zwOW9GL0JpS5qaDdrWKy56A9GGIxToFJTjeM0ljlHFdTA8XCp00ZQTXAjnkjR4ZGlAG9Za+Bvve11mDgj9A9TXNioY63bxsK9r4NTydB75luor51GZeU18FbayEY9uONYmCqErLz9EPnOAPH+GE6YwJfxDiTCiGZ75gwY1ediGasKrB7HmLMJnBA1ymwsiXhNq1aRcaiiGPXUbGCoBiWmdc6yiUx1VtrQtJfHaJppACaBmGVxkulDNrsNzixjlaw6Ma9SZiIZq3I+AoKq5rawx1m1jkMBvOU4li0rr1TGqhB8hbE6A9JsT79tZToOWLWBv23j15O31UGd83LeRgfQagjrR5faBi1vRYCBsn4kf+a9VHCUQITVSeXaIochM91qpgpAa4HVTFpVxaSKhUcWG2XJ1WBY7zOLL3cHrP74R38BYTzCdDLG9evbqFUbOHfPGZEH2NvfR7vewVJ3BY1GF6ur66iQoSRyXSY9snqphvmgjBZlPUhALGwJwz4Vfa85YNUUmmyr8CxBvRVYvR2oyvtgP2cWqhhgxrTvlse9/f/8d3naJmmfB1ZvD8oqy+9Ovl4OfLPnUj6mBWqZ4B0e7mF75+YRYJXjsdNtY3X9DPzKDFg98lm3AVZ1fp7c3XA7YHUeVDUz0zALOfKV7VIsM0f0mGefeSKwmmdYW10RYFVAP5EQMVqcJY3Vo/dt9ky+nfst4+iEy/+rDKxqZqyBB4vMjz9+iOXlCs6ea8qeRjsiXcDJnqTCqvQaFMDq1W89K4zVJ29sSceA6s5pC78k5WbJnAFeWj2W+e+RxWUMCi1bWQrVIahPqbp2eiybkNr1U0pw1vWaoKSv5AkFNgxriuuzFCA5JgJ5DR2lqzW2/DdQCWoIKhUBLxTAIPkhwyRSbTwL9ds9zHcIBHuYhD3U2xl+5hc+isPpSLUJj0gRzJR1qYZ67FeZRSbECGXhytptmGSFAQ/XHeYYGVlbkayfBFJk3MpeS70/dr8F2s4a9fGVz/wrJOkAr33XR6Uo12l0kYYH2LvxokgZLHbXpbvl5vZ1hE6OU/e8Bm6zA/aFVAPKfnFNzhEO9vCNL34G3VYFaeKKtmP/4AZqrouVe+/Hva/6HgyHVzHYuo7Vi28WQIJ5X+hECBAIMJKwY49SPGmOy889gZtXn8WaH2O4ewVve/t7MYqBvUEPK+cfQUoVXzKTjdkt78xkPMa1x7+AfLiDRUoGiAu6g97BDroLS1h+1XtmcUXpZhdrUsGcNn+U+KMc75RoqpKjqFmOZVOKLuIcGFRu+ZVlwRxP13pdeyTvMS39CvAfZatZAEnZ2WpmJexXthMbFh4B7t/61D+/k+2jeO2vfeIntahn9lspXhZM0nI+bvZDYSoebYc/Cpwebf0vr6fWmZ7PRd9jtTh1Xefz5DUS4CKwurS8rGPXPAt5kYkV7QXofTVg9XFgeambQRmmJSkA897b7UvF5xSfYQHe0u0251QuKlrpBz3lwlG1JIGg3E6bC5HoJexTMjDZfSTduAqax4l+J3GMHRjCck3t8whkfao3aqjX2Y7vYDIdo15ryrUe9vrY2t7GYDjAVAz0dJ3jdzIyORdtUVfNklSLX/JMc7+szqeNGUXfl2PWZ6elrp1iiirj30YA+nxZmOZxZa3m9YiGsLLpGdHOYrYZM1o7IOzDto/cSBIZpqy9+1ZXv9DVtgUuh+ufD3g1xRe4rge8VzxnX2LRxeUVKSQLo126ZrmgaIfx/JeOMNWr5rzr06Cw18dzzzyJ8WgkeX29pjkkgW+5r3JfCMzqGOV1k13LexBOp8q0NXPYAqkid+Sod8Lsd/r/D/7UL93VHP/r+qZXgNW5J3scsErSKUEzyxzhBCWwynYTsh/JKg3Yuu0ru5WAVBlYlUFM4EuCMa3aEoBkGzznfoXv4Xc3R7XiCWOVbf674xRhSMaqL+/tTel4maNZq2ESKrBKsJPvFfMqAquuh8EkFECPrvHKWPXExIoVYS46FCLnQrPSZNIWSCs4K71knRK0InBKYHWhWUGDbM2MTqkMmmjcpDp5No1gizzB4TRz0adrfeZguU3XcZpXEax10aKWqe8IwEKNTM5lXjNlDQjMWWBPHwWZTPxMBVabNSMFECZyrWVglYsI03QCxgRQGRPwWP0pMAhDuWd0plfw2peFqQBWKwGW6mRUQoHVAcEqGkoFwh4W0wEhi5kAowBWHcRWY9UAq9PhBHthKosfgdU4jAVMbHDjydWIjPePEgmUJ9geqsYqWZ8rjao4Oe5PqHcq0anc+xmwyjYdgiueMFtp+sR1nbIR1K5lW+1BCDHT4g3iM+N9I/uiaRir+wRWBTRuaOuxYawyCCecLMoOhoHM8xRmaES9YF/kBMhklZJ9ibHaMsAq5wGBVTEHcg3rgWA35Qoq1E515bp640iAVV4fPy5M6YieGI1hv9BYDfNc2vxpxiWutoGDTiUX3Viym1WuwpWxP41z/OH+ycnySYs2zauyT/3Ksd4nZa1KC9oVTEPZmDVBt7o53Op2EeFKMsTlySG+cvkZqdgvNtsIIx9X+lNs7Y+xHjRQqQcY+wEODiMBtRmILAQ5grqDWtXFc9eGSPwKfvQ77sWPfNdDuLK3hX/8r7+M3SG1b6lpm6HVqJDYi8EkFuZumidoUHOQwbOboO13kTpT+E4DF1qhzPVrY7YEViB+uUGGGpNLbpqi3evCCXyMQpoksaBBozAfSzUgr3J9auD6/giduo9Tboq3PXwGtUaGl17cwtvfeC8eXF3EuUsXUO+cQe/Gi3jp2hO4/4HXo/6at8H163AP9hGPBxqghx7SUQ6nP4WzN4Dbn2jA5qsmGj+7YJwW+J8yVpEfn+BJ0GchE8tWFfBeeJEzMEX+psAq2/NUXtS0exqmKw3zyCois0fmvnm3BNommiuCX+OQyhZKbb3TESEMVgZsfgUgsCpoHYFVyrkYj3GyqKjVRo2j6RgOrespDUDnasGCrRUCmeRabJFkvsRQlDFpDBG4n1jQZAbwkuVnA/symKpIwZEqPTc0OfdZomD/zu+WwWvorUcKDtalVMymBERVQFSLUKYtjL83T4PBOe+UmFcRRhUjO2tWxT1G75EAIAbzftvn79y86qM/+08wGO0hiUPsbB0gnMY4vX4Kft3Dzu4+fPhYWTyFaqWJpaVVdLuL0vk5Y6zMgC3qJ84naPPtZ5axWmbCyIibY9JwzNlW7yJxKTTdNFmeBzqPAqszVlFhYGIWuuPeK8+1dHx7Tpq3zY5VXiuPFihs9+BMs+/lguE7kQIoJ448Ls0Wer0DbG7dgOuqfJG0z2UZWu0W1gisUgjaAAcWXpShbosBBuQuOjOLE751r5j//JN+Ls8HSdKMCqeCrjO3XCktm+Bo/ljRZCxSAJaxGkWhjg/kBbDK0c/k6nhGWBlMeQVY5TJN/XcLrA4mCb7ylV08+MAC1k/VRIqLeptVSnA6jGHZ6URPGAcepVc8Fy8+9jQ+8uMfx9Nb21Lsor4qco0FydzShJ370kxTVOAISXjZzaOAE4tiduGKk1B1BguGjzH9kLVtxlCz3uZ8P5NdOyd1fMnMNRIw/EadVY4LtoEq44sgBGUx+Dth4nJNNXIPpjQl49TOf+lnc2muOsTZiyv42N//MPrjEVx2VpTXAmt2Jmd7q/aqnJmw+Uwh3RSc5D4ZkyBlVem94ZrPOLo/GclVkb3KNVD2FtdBQg3/nMk+maYxqkjxtc/8DqJ4Hw++/Ufg1haw0FrB+OAGwskOHC9ELWuiUmmiN9xHTkLDqUuIpchJ4kcsQAU3UydL0NvbxcLyEhA04Ds+RpM+28oQtBrIYhcvPvpn2H7pObzxe38YjVYTaewiYxJAgoen7DTu4wRsr734FK5fu4LlZg2VfILz51+F65s30Rsd4MwDbxFAh+uVtCCT+SeGZim2XnwW3VoFrc6SMMPGowF2tm/igQcon7R25NkLiC/jpGhdKS25do8+Ke6179F1yQIgZOKqLI/piiniGe3t4WfaPc1+GAEZ+yXsaaMTKYDLHJgqgKrosaruo+p5TtDvD/C5/+e3X27LOPbvv/7Jn9IBRsKHYaxKs74BeMv7DJ+7AFkGeDpuvy7vheU9sShilaQA9HcEsWbAqnhCBAG++wd+CCsrdEE3xTr7KI6pP2q8aENEmzXMLtfOOzMAZn8oiiuz52yPJWuIuQflol9ZfuGkG17ek2ScmThX7o10XhigzeCq6pumYLstTgpP2MSM5TUrCdUszbIch5QjGY3UjIvgXoMmeg0sLi3JWIvCSI22JhOj/Top2uUVZNX1Q/Iwe7289pLMEs+Dko2iCUwChxgJauu86sNWZJ2gVIHP9dIAlAodK/MyjiNh5BL0ZU4WRyGiiepkH2XPanHSnkv5O/eL4+MvkgM0NrYsfdF+lZyDbdCymAqJyLJWBUDldQQ+mo2msKSpo00N7WajbQppFcmPy3i9ZcJSb5zt/5//sz+TNaZa80W6gnOSGqsHh4fY3dtFrSIbo857Yyyo60Np9JjiXzHErfmdiR/tePqFX7674sldLQx/Bd70CrA695COAqtqwEG2KgHTAlgluEjDjbwErPpkPyqwSkBKnNWjBC7bW8j2TGj6o+xKYYjNAausDhIso6YhAwwCSwRWp9NMgFWyXdk+7iQp2o0aphGBVUoKKLBJYJVt8qxI9wmspgRgq3CzGPuRK8CqODUaYy1O9LWWVsrJhKQRUAGsxikqHrVRAzkuGau2hkVglGAaQwZ+CbDqMqBz0Q9VP2+1U4GbRmLAFeUe2lVqgpIJS41VrcgzbmnWvFuAVR6Vmo4Udq4FBliNUoymsSTtraqaVwnRiqwv6nn6HjoVBp3aTkpgtT9VYLVTJSitwCoXBzWvosYq2aJsQXcwSVwBVtm+ukzwk1XSY4DVQgogIWOV7Es1rwrHUzGvYpC93OCGEUvLepOM1ZRM40zaTAms1gIfm4NIQHJey2qjIpuLMFaFeQHQv4waqy1qrBopAJZMI2kzUxSUmrUEUQlCH0xzjGmEkyrYSmDVSWM0RSqArfrkITpYateRharrxuOLlqpx6NbASgEkslVpUMZ71GALAmNr4whopQAIrFIbmIHU4YQC6NworN6jhuOUcqAsgQKroejBCvrtkPlMYJWGWCoFYM2rItFYTTCOiEuxWOGgW+X9IBuDLFVW3z0DrGb4g727A1bzT39cN+y5t78csKqDXkEJy3rcbOe4vH8Tf3b1RVzdHWCh2QC8KjY3I/RGIbyc87KKiRdiQAbDlAYNmTAZ7un4SKoOrh7kYoLWarTw+ge6+HvvOId2eoh/+UfP4PHr3OzqyNOpMMiXOwvC/D6YDKR9HXkVHtmC1TFO1xeRRKlo57YrKfII6OUjIK4K0yvCEGniIOK9pwEdEwbR4tW+mJW2g81ermwNbwo3ddBLPFRQx1o9Rauao9X2UYkiPLCxiDc/cA8uXkhxevkcDqcp/vRzX8Qbz1/Ew9/1fcDihmhMJ72ByFSg2UA6jeCRHX5tH9m1PTjUXBZmvThcIKcsQME85To5A1bLwaQNko0QnsalJaMd7cg3mqEWhZGg28W0k4urq1uvUIdFk1dGTBO25kfyPef3ODUgK5MsfoJB+kpBpZyeDhpNhOUkPOR0LrfAKlxlrEqbO19F2QsaV42RUWcxCaWQxGtnYUqlZyV8FfBX8WBNPNWAy36eMnKPA1aZUM6C9RKwesQfgQFrSf/LlvRLJhcc5zTFMwcrxrwSIXi+2rpvZQDIaCCrP+VzFEMrbfkX8JShLNuxeCf4uGXtoRyJaXulnIBxkRU5AcXT8M4vPX7HodRP/+IncdDbRhJN0Tskw3qIhW4XyxvL2Ke+5TDE2tIpBH4drdYCVldPwav6GmDOJZrCPpoDPK32qh2T81IAujceNVqQYNqYWt2pFEAp4yrmBxsXZ4nvzMjpCDBqXnBcIjkPrJYTGHtci5nYv82DtMc9mOM+v5ivx7zBHpvfuZcPBoe4cfOazF/GUlKITlM0W00BViv1RqEPNlsTlFEjCZ9hzPH7recyl6iWzmceCJUZb4sOJsGziawF3jSxtMCqzktZy0rAtf0/Gavb29sCrFJjleZVkjzeAqyqs7YFO8r3bnY9R7P4k+55+XbPM1YLsPg2Gqv/OaUATprEd2texeIMNcntwr/XC/HZz97AW95yBq1mhskkx/7+ABsbbXS7VVOwOgqsXvnmUwKsPruzLcZEKhPDlYp16tTsi/xJ1DVnRQquB9RYtQw5goNCGWJuoFp6bP9XF2WCWjSfnOlHC2BhmIt8kmUQQdn/qutq2+Q4Hgi4yz/pPCNRgME510xRypN9h8eiMEHxVTbcol43u4WSEI+87j588KM/hsFoLBqu5bXAzvEjgIYiLjquZctTnWgx+rNMPcGBZ+z8IrAAACAASURBVOOSMgfMdfjFfEgY/yVWnxqimM4w5iUIhXG7UF/G83/xVTjOEBsPvwmHU8paNZGNdqUVn3tHu9oEnBq29zdlfzlz7iExY5UuIsbvzA1k8SIAXkWYxuzxkRptTPYvO+PyCdK9m3j+if+Eb33jy3jv3/kYWguLqFW6Iq3F7r8s17HAOIN51uDwJtJ0IuB2LdrH+vr92Oz1cNDfw9LaPUjzQAFje6No7OV5iJOJyppIvMBZRf1F+kBQTusoqF4ANsey7E3mZYqW5TnF+xnFU7mnakClXXiyV9HIeG4v0M8xxebS2LbPX4yHbGs0c17DYiuzU60+K82QBuMxDnp9YSIeHvYwHk4ltxlfvvPCKE9VGauuMIcE/ClJAZTHmcrVmG4TU3y2a+f8GloGw8p7uvxfugHLRdQZmYqFE14r7+W73v8BrK6uaieHBb+PA1fLCNW8VJN9FkdQLGNMVmzqR1fMWXFv1h1R7DPScTdXBLFzv2T0WAZiZVjnvLcG3zPzW4oBEmcaKSgLDsv2Zn0JbA5U7tYi6UqLSCy4DwY99Pt9mYtcz4g11BttrJ8+LYUkGmdxr7SsU5JAoph6pArci7kW2ZPmvsuzU4zXFGX0enUdUXkpBTA5VmfMfxbF+NzIgqUMR5V6pfUaPMqUyf6r4K3qoIZI4gjpZCTsen6+/cefCbjO30M9r5n+tsR5hiHOW7awwMJ9V86V4Cb/JvNGOhpUX1VICVYmRQyqjEmVdEix8Kas1mZ7Ae2FLhYWl9DtLKCz0EWr2YTn1SRWVt35HMl4hM/+6Wfw/HNPIctjdBcXBFwlSMv7+tLVq9jb3Zkxqq0Br3geWNm043fs+TyMr/rlf/rpk7b3v5G/fwVYnXvsFlj96COLYIs/kzsCowSiyCgquESJ6sNFCUSflK8hsOpRJ1UYq+rgrtT0FFmi1SGfiKKwecgiZRKgYCwnQ8WhARWp8Ax+MnF7H45pvh2gWaMcX4IwAjqtqrh+jkOyHB0Bp+qBg0YA1Ks++mMKUAO1GkFCglqJALWsMlc8tlSn0m6/0vQkkaE0gLJWlbHKlmu21VMKoFslt8fohGQZJpkybkW7SaoZxhAgzdAPHWEirbarqCCVFv5xShMmH+2Kq9WpRFuU6NHVoTFOpqYlpOtb6XaptBL0MaZUbK0XQ6MUaDd8tAUkpa6rkWpwPLQanjByxek+ynA4ipCRyRp4cg/IhCGw3B9O0Q8VwO7UAtEwSeMx9sbAMAVWOnVUU9V90aYxkfgxQSEDI5U0GAqw6mJtoYVwMMD+OEfqB1juukjGY2S5j3qkLe39MJTPXmrUhKm7PZqiN6YRmSeGQ6PxBAejVFjKXEArXoaqC7TrrH7HMhbYikOnv0msgSulABZaFQWLR7FcE79WWnU0KR6TpbKBUBdqZxLCzx0sdQjITxBkBEwJoGYCwBMMsZUrMTOT6l8Cn4xTtpoxyaN0RRrKmGOQ06lxTjAgd7A3mhoThyIPkHMhW5XSFTRGI/hKXFVbjVy9JhpiebwWT5ixiGNMKIMRJvIeFiEI7HcqHNu6AfP3NDcbTAgeAr9/l8AqPv1JsymXkhDKHcgztyDZrOObiYSMUTKjmQuwBYYbWJziqeUJPv/442IS5SNAq1PF7tDFTn+KXhjifLuKFw5inF1PcX0EhKMqDvtDCSzecfE8FhoO/v23nkOY+jjV9nDP+jLe/5rT2B5M8Vt//iiSqY+qr63KDJY5Z+kszeBjPJ0g4YKRJmgGFSx22wKEj4cj7IxiVPwAGSIxcmAlt+IF4sQ+YttOmojeERMIsmGqZL94CcbjUNgfkbRnq/5u4DjouLmMh4trbcSDbTxwbh1nF4DXXljC6uISNod7uHljF9XqKbzz9Q+jc+Ei/FYd0XSISm0Z2eI9wF4fyLaQeBtwd/bhPv8C8gEJ0cKnRSwuyA4CskSYhLguQhZGrC5queVfHh1RLwU01ATLcH3EFEt7uMg8kNiQi06jimylJiAzpP1SZToU8BeUGqA23XiI7HAAZzCBx+qIRnAFhiqAIpNFs05YJrOG91xwGto/xnNyMpxOKlAUnPsA2d8JnDhCHk2Q8zvbViXJVJBRAmaa8zkZXD5QCSg1mSYLicCj6qyqPqywn2SZVh1BscM2BlLKfuGPZPCYW1Q2tTKBlOiASaBvAnQm7HLjtGNBkiyrqWreLwUu7gfCVtJWUAFS5VBkUWsQzP2C/9i2qWmnMqzkeOa4bPsXbJesdjGN8uFXArzpD79wx8HZz/7ir2E43MdouC+B5ebmFgK/hlMbG3Id2ze30G4tYGlhSc574zSZ2AuSPGsXBgFuNQijaYwwCgyDp0jIjAarykvMGD/8vzwRw2RTlo2uM2WmK3/mayyoYn+234sA1rAhyuBHWT7ABvpFMmnaJcs3rUgozfMoJ5Vl0FSLvtyHVDeSXSaeo/qIonVq2HUCguaWxaefJOdn2OLl5EfuRwmgPPZhCkDGdSjAeDzES9eeR55HCGqkzqshBPUkT61viAaZ6PUKRUOZZaI8YcY/B5obePA43z1dF7KS4+/tAFR7bse9ZpbYGg3hAmjS4kKh92e2lPljMKna3tpCk9ItBwcCgnDesCC7cWodrVZLx5HRwrftqbcDTef/Zuw55kwAbz99bCJox2fxLGV8HjWFKY/BeWD+dud5uzO4W2BVdmkBqtgJk+GFmxl+7/eu433vOYNadYL//TefQt45jf/6g+t4YLUikjOeLJL0MXCRuimufO0ZfOhjv4IrWzuyB0k7iDEOFPBcWvl1L5FdxuCGYmaVVwvDNS6sZJ9p7KqAlibNBFSNC7MM0lm8YecgwUm2mtt5fGTczJnyzFiF3NOOPhsr6WCNqOzxizHt0Jg1xTQa4eG3vRnv+eEfQjjpoybP2DJvZ1C6DGlW+Y0uoIJPFtwIjDzNfNHJAK5GTbuchHvcv0r7t5Wv4SfGQYo0jPDYl/4EzaCBza3nUYGHpaVzeGH7Mt79vh9ALeigt3MVXhrBqzZF+5+dNzS3PXfpEQxCavuz42+mA27HtgAdZu8SEmTOlv9tIPGwu3cdz7+wi1e99hEEbo5ufQVU7+I+LWx5YdfqvjAa7om8DNl3yMdYWHsYV559AtPhdZy/8GohmJSBlfLcKq8tZXBGur3Ml31mer5aHL11jiuLsDxO7LNPY+r76nkTEOK6y1jRr3VFv5z5qbDrxJCRILAjuYHMCwLJYkJbldw2zsdyf4VxzFw4TpBFMYZpLMZovV4f+wc96QDZ3dnFcKymbRKCsajoB/I56XNfv+P9m28gY3W+M8SuUfNje35fldfNyfNYAEzv561Fz3nGLnPb8ppo97Dv/P4P4PTZjQJULcd+J12oxIRmj7Drq9WwL559+c2l4vaJxzwGXC/vUcWeXxpf5bX9dg+lPG+P7olH5QrKY9BJYsPST6T77PBwX1rRGWNLvEpfiLoWR5lUS+cru04N6KzsUx27FujsDwdCyOKzUXbtTAZD9O3NPJD5IkUbnRfyzzC0oziUVn92hgpoy64pGaPEPwLRphYzrqrqmEoRywuEeCReOWmi+qNktk4GmI4nYhQVhwRhE/FjSWh6mGt8pOeqQC2P9brXvwEPPvig+b3GQnwd8SHbVs9cQvSpeR00PTRFEQVotSDH105peMt4nzl4pyMAf3dpCcgqok+txIsM2zeu4z99+csCrB4Oe2g0W3j9m96IR179OiyvrmJndxf/4d/+X1Lotd0D9lmWeSPlMaLDyNzbEhOb1/Lf/bP/8a7m+F/XN70CrM492QJYfdWixFhM9lh5FWKTMZHQZJJaMo4wEtmSzNc0ArIWFVjl9lUAqw6rk7quzoBVGkqp8BWBUR6bYFqNH0R3+yQXHc7hOEen6QuwGhJcDHN02zVEcSx6lzR64hbJtnr+I5tTgVXKCgQiL0AHeyEV8jp8IIy5EBDoo5GfLwvXNFbgktBSFOcFsLpQU2CVE58Tb0TTIammmPYRA6xysRpE/Buw3Kqi6pB1mGKUOKJ/Shd5LlRkHLKyFHg5FmqBgG2huOhJQ0oh7MyfyQboNiqICawSpBQWLsFSKinxODwPMn1nwCqlBQisUtOThk/U+bTAKpPj/mgq+rXVio8WW93rBFYn2BvnGMTASreGmgmmJUmRFnkGHsoKYEWd/8hYJQRHYDUaDXEwyRG7HtbaPpLpGEnmoUaQN/UEWPV8F4v1Kiqeh53hVNh9bHPfWGwIsNqbZBiz/Z26ppSEcIGOtH1HMhYI4pJlOI0VZCGw2qWOARwcjBVY5f1bJbDqpaDLuF+rFcAqmYmLbQKrYwFWq4ExkLG6iFLpZ0uAgtNsp5pprHrCWqO+J9v0+TrKGIguKhzsj2mIZXSZ2Laj668YZFUJ5GeuPA+CuMoi4mcosMo224rjokZ3uCQWIHoYJ1IYIBg9A1bpEJ7JXOPxhlMWB3L87m4JGP02V2lKAeDT/73ZJEotsdbwyGzeViNsFtyqxmlA8EFMq4Cem+I/7P8FnnxhB72xj5XlLlrdCh5/dh9be1M0Wl000hDX+inu2QiwHbroHaToDYdoOTlef3ERqDTw54+9iIQmR+0OLp1v4lwrkPvyb778HKZODQFnYa76tmQ+MN3R6jBZ2qno05KpvLq4iEoQSDvtKNHWOJooEGsL6LBNQz3R+NGWNc59NbUje1wpghznBFg4z0UfXcA7gnMeLq7Q1TZHPh3ivW+7hMOdAbpeDYejARYXYlw8vYTLN8f4vtdfwr0XXo9Ks2KC+CGy7ll4aMLt95F2FuGSdfLiVeTXDuEMc6RsS8wr2pJNUMRqFUqwYNmn+pBtKiLJtVSMFTFUWMjy6QVzUcCUukKNGpxmDQ4p0KYlSFpfCkKnrkHC+5mGyAcjoD/ggqmooIC9ei+0GZiyAaZQpuV9c3IEamuGCautNadTAvJG04jzQPRkqLOq5lU0sxK9Urlmm8UTVDUMaWFlMJkNiAto0UeYOdTHZWcFF29N7iXpIEO20ElVtT1lGpFJKtxRCcBUY8uYWFkzK7kM/s4EqZROMKCCAgf8R33mHJGkaTOpMRZpxFnV3CNl9ukTYVtuwuTNeHhLU4AEv8peFQszAywF1ZoYtfGs3/S7n/s2Z/bsZf/gl34dYTTEwf6maCYeHhxKYXJt/ZQkmtub28I6WllaFYCC+pbLK9qSyWvXFm3V4nJ9MsXI7FBQwWpnafvWTNfNyj7o62wLrhr5WaBRtIaN1vmRVsY5Rmw5cZS7N5d8vxywasGQ2R3RvbVsRFVOnrSNTK7cgOhqkCaAqiwLyrwSNphtUzQFR5U2ytRcgcNV9SCKc7aJhE04jn2YJWB1Oh3jpavPI0kn8GnIwzGUpgZYPY1WZ6EAVqUWkDrIuEfK56qRG13L2fHgsEIs4GqJWXPMCZSBjuOSz3LCyr+LOZtJMkQjUu6JFmBOMhdhMra7vY1GtYaD/X2wZZzLhwVW2+22vr8AVhkXHgWjjrt3R8aG8a43i8SRNsrbTaIyuG4ZQGKaJADM8V/HAal3A67eLbAqO5UA67HU17YOgP/z3zyDU0uLWOhm+Nf/doT3fOAc/va7a+jWQ2Qp9yId4wLGuyme/9rT+PDHPo4XtvYEBJWgX5ilqZgqKmPRPN8SsKrADIFVY9gpxStjkmKKgMo6EsETw6oyDE27ylgdXd5nWehnSWuxlZSA1bI8hK7NpgRs1gYpKRqjxSJmkSVL11X+nR0vYRxi4fw9OP3Q/dLRFsgaph0RYiBFMgjnj5yXLRoZwNT8TEDC6lkWoJZIJJi2bflIXTP1O8e16ifa11uNWV4iPRrqQQVXr3wNu/tjrC01UHc9HExqiNDDww89hMHeADvXn5NuLVTbognPWhdNgO9/9RvgVFpSCJbbMRcW6o9qdCbaoamHvb2nkEwdpINd0b1vL3awtX0N9z/wWgSNrmF86vXweOTUTkYHmExHqAU1ZFEf9e4Z9PuHmE72sLZxv8TP6iyu65/oEprC2jxwLj+bqMXOsKPzx66hekHFGmUZsbY9WsgK5got643dgSElKVJhyKciF+HJesMuAI6JSlCBVwlkT7aBBqdT6uWYIkGQeBiPRxiNhsI83NvbQ29/H3vb+xgOhhj0BphMyDKWCnjB5mZsLGu9idLuFlj91K/+dDFe7H5Y/l6McRMDlvdE/k337JIJYGkPJeO7/Pr548o6bPY/u09bYPWd7/1BnD57xhTlbWSlccMsMj1hzbRyUKYQaTvmZLzMv+UIm3WWpxRjpcwJKb32CNhpr/mWg5ujfJvp0+yYpmB/zLnRJ4AsfZKBuAce9vaF4FGMTTgIag2sbZyWormE0gRWLQHAMDktsMrvAtbzNSVTt/mCnt2v5TUlGR47XxirskBMEJS5O7EKklLYUczfEThVcyq9J1wjKLXCfZh5Eov7XAOUQK5rOY9HeUdhs07Iah2LWaGYwRlwWGSv8ky69mrVmlkTbMu/5sH6eExsZrofGFey21YlH/R8rEmqHzAe0jiO41LWatfFYBTjTW95Ky7cdwnj0Rg3XnoJ29euYjodiZ/MytoqTp+7B52FRVmHw2mI/+O3/hdcuXJF1gddq2wcUx6IMy1jyQTL5rVG4oLv/dXf+M3bhRd/4/72CrA698gtsPoTjywKW5WTn0CEMFaNpp0MQtGUUbMkgj0MEgiUeV4mDFQmVmS8ss3Gd6kBouswgVUJ1DK63zGnVWCVbxFAjZOYwCpbyMMEg1EuLM1mnUQqBVbJWOViQ2CVLvHMs8lWJbBarwSiscpzInhIUyyyK8vAqjBWcxcL1VyMtoQJGJMNqC7xTKRYqKauIhmrARMHEyAME9L9SxupSfC5MLHDlwGSAKuIpeWewGojcNGtE8Al41KZpgRWF2sVaVmeB1a50BDUEWCVBk1RjIGcX6bsVzEEy4TBySCGwCoZmAQCCdry2g9HU2QOJQIC+GQF+9RL8jAYTcQcifeZjvX1ekXMY/YnGXpRjpVOFXXTssvPEOdW0d7jT3xmCkj2p9Q7zXFqsYVkMhLzqjT3sS7A6kSeSy3LxKG0H0Vybou1QMwOtgVYJcPQxfpiAxMCq9NMpB0Y0BKMrHmOAKvUfyFYzGshS3kqFXFXHOEXmqw4AweTBAMBVoGVdh1tT+lhFMFm+wIZqwRWl7p1CQr9jAA7K2RqViZN4GICpjIU1HSNklhYWpRQYODNCmSSpxhZYJVjjcxsAXYVWFU9WtVr4abG6yCQn+Qe9gehPD+J8QXEU3bHPLA6yYARNZqEsUqJgBzdiiuMbB2nJWA1B35352hbzLezghNYzT9FYJWnbYwizK5aOKMXGke2e00ZD8IO5FzIgGk9wNcPruEzN7+KUVjFJAywutxF7iX41vPbmEY1VGtdONMJ9kMPiy0Hh5GD3X2C5WOcbQWo1ieo1tt48oUBxjk1Ult41YMdtJBjtd7C55+7ghcPCHWS0UIwzZU5y/8zEeTP0mZHFrPvoUVXXQJS1KolIzmkoHyCeo26QzWptIbjUJgdDBqEYShtigpLcjwwOeBmrUkBq7b8HB+dal3N5IY9bKy0xaQum45w73IT+6MI8BJ85wOn8c2n9tCq1PFdrz2DR15zGsunLiHtXYXbXgRqZ+G7HcCPkTDQjyYgXTzYc5D1x3BGobp1ug5SMjUJ6HCdNAzMcjAtjEzbvuQquCO/M8Ue6jpRfy1ji1etAqfdIKUfWZVJpAbERTecsJP4QVy6fZFqwHiEvN9DPqHZFlt8FQxV8FPfTyaHQXMMg0SBSserSkVcHElBxipZUualCUFjzlHqrEYCfJMtlbBfwKEmtGEiGUa34MrSeurD9cha1ZYf+UewVsajgqtkUgsIllBJ17SWWR1ICeEIFNBl0LDsLOgp7EPV0bZIsxQQ5Z91mzUGfuS+sJLPtlIDNurbNPgU3DiJBHwlACU6hcIa5nVRV4pwq7bGcg3KaGQnjPBcgllqSzEY5HWSof22P/zytzOtj7zm5/7hr0tL7+7uTUThCGE0xeFBH+1OFyvLK+j1ehiPJlhaXEI1qCDwq1g/fV4MBCT5px45mUo6FBUgMAwJJTgzQC4nZxYwUOkf247LYzGJsFmTcGUKsEITv/mkep6NUyINmjVLP2v+q/y+W1hOJsE6jsViQUGOPaMyawBUDbRpbiPFF500JvvgXq+tovMghsI9WvCwAINNfo47b51LqmPIexrHIV586TlMw4EAq0xwKXNDQPzUxmm0u2ryJOcjyRmQRgRf9VykMML5wtvOuI3hQkkbzN63cgJa/r891/L38nuERWI0OPXcjS7wtwGs7hBYrVSFsVoGVk+vbwhjlV9lYFXKPHOMoyNr4NwgsIxVqzV4XBJ63GSywDlfz5iBP0tSacCwkybgSePsuNfP32P7mu9+x3fc8fzW+67se4lgXMZ8Ln7/96/gq0/2sdOPUcuX8IG/tYjvf1cX9aaLEDEaYEu0GTduime/+hQ+8rGP48rWgchNSAu5BVNVBboAVqVsV9S9OAe1u0w7VC1oqm2eOnZ0T5FjGObR/GSZAY1H28GPWxPsuqHz1Torzli09jPt/FOzE1t4pFRTLsasUzLLWh2EAfVZtdvFSswUAJNZo2goaY9xFNwyCrEm3pNzk/fo7dVtwayZEvO5UmCVdVOAA2MyI+sjDae68OIYyxs5UF/Dg+fWcc9SG9d2Etzcfg43btxAFJLdwpgxAOKJxGGvfvABkcfa7Y+QV5oFh1xaug2oq8+IcY3GniztVfwq+oeXMe5HuLDaRrW9il0CQeMe1k9fRO6zMMquBT1fruceYmH4Ml9o+Q4mvW2srJ8Xgke/30PQXkfu0WDM6KyK38bMiM7ej/KzVbkHs6TOaW1zrBxdLy0AM2s7thGQXWcFnjM4K/dOzmOZw5UAQb0p7c/Mmaqeh0fuv4SlTgu7h0Nc3jkQiQSGM/v9A+wNDnD92RvgerV98wb6h/siXUWwltcrsahMQMNwFsCF91d2TMMk1OtKn/nKXc3v/+Gf/UwB1tp5Yte+kwDW8v2aFQWModWR4iRZiToGy1+z/ZHA7Ex7Vuev7ofveO/7cfbcPZLQixmvdLa8PKiqn2OlHMxGavfTOaDyyEkZAN4sKvKtwElPAFePXtStrOfi77cFVq2Jnr5a1m9FF+0vjmz9ZKwSVBVgFQ56vX2MBqOiW0dMAyvsGjoDj7mHAVaL4xodUgEuzRo6mowl1uT9tb+z526B0/IeZIv6R15jOlvtcYlVEPy0PxNYpQwB5RKZ92qbPglUxshKDEw1rpMYXDABI4PCu0GmreBBaupFOQPOExrx8VhhOJRj83zJmLXnqzrMdiezAKYtypsrKAr0prtpnvVvxjS5H+//wA/h9W94E/Z2d7G7tYnJoC/rMU2wuotLqNXrqLdasn4eHOzjt//V/4atrS0pWJfjNDvHbve9GIOmc+iXPsF4+5UvewdeAVbnxkKhsfrwgua+FDCnpmWgLeGaaCnoQCo7zZkISnLTbFYUWCVQygFNYJUJZdXPxeBKGKu+AquSo6fcrgnEEpAic0/BUK71ZMP2wgS9UYZmjQZQNBWiPmOGdrMiyeo4VsCUR6FrOtulKSUwmkYCQFEjk60tg6m2+VvGqkoBuOhUFGDkYjQVNqkCq7xmvq9VcdGtkvWqQSODIzJHuTiIs6VUcikYrQL1w5hO89QSDZSxGucCFhIU69YI4FIjk22iKSq+gw4ZdOy8ZUuABbYE6FIQjQADdURZGRoQUEsyNKo+WuwBYhs2N7qM7FoPtYrqs/EzpPXcAKtkxRKfEfCajNXxVFiXNboV8n7VqsiSUHRK+2GKpVYNTY/BsbaEi4QAE2lhqahLNQFVAVazHOuLbcTTIfYmTLUqWOtUkU5HIq1QJxM48jGII2EZEkimvIEwVsNUnhkZq5MxW8YzjCK6iXoFsNptViXJFHan60srgwCrrgFWiaaTMTqJBSzmLVxpV9H2FQSq1JqywBNYrToeFrt1jCcjBJmHiq+gxrHAqowPtg2xqs3mdnWwZSJNsJzjv200VpnLEli1QTXZWTahpgyAaKPCw15/Kmxl5gNkXc6AVTKOyVilLm+CUZJjRKbvMcCqavQqA1YYq38JYBWf/tXSzDfVShM4yBwvNjzDFDDtysT3BJSCg6vxEH907Um8FO+J9EOaBkhoapvkGCdTDBMXURRgtbOIq3sjdJpV7PYn2Nkfwslj3LvWwfbwEPettbB5mOB6j600Di5sNHG+WZXx9cLwANe3I4SJL2wbgh+qe6UbtAVAuUbVKSNBxgkXH5rUkeE8mcg8CSqeMBRYUaaOp7Jxc5EGkFWI7TZwME2nYogBN5BxR704YTl4LhYrAaLMQ0QTCidDu1LH2TZZ0sDNfohuDXj1+RX8xZURkn6M+zZcvOlNG3jn296KFTJr8xTV5bNw0BZ2t9MO4FfbyHYHyA/H8LMA2d4AydZAWNVMBggKE9Qvwg+T2Ba/EB6OMjK1hdNEncxTuU5QCoEs6noFTquOrKnXpsGw0YRjwYwLshSQuDZ7ApgSEM8Hh8hGY3gTojem0sZqm2k3sm1MxTkUvaJGu1Xk2XJsSFe/uY6UzsEMHmNkEd2jIy3U+SzQ+QJkiaAAGcM+pBjDRNS25dpkXz4z1ZKPMlpYRY9EJ8qlWZYEfUILLbUNMimiOYsmRzrkNRXnnmCJt5nRcuXv1aVaoCRz27VFijpcGeUOjK4eTWHssRK2UWZcI1lRNGEY2TwJE0ne61iOxzUoz9iBoMw4MvvJqGHCr+yHBO/642/cccT28//o12XdHg4OcHCwLW3XFO733Ao2NtZFZ4rti81mA4tt6l95WN+4gM5CRwuoXgaPaxeNG00RiIUV65bKSwq8GgI6cweqe1g4C5NV7laM7AkLfpRssQYcyvi3SV05kVM8UFMmSRxtklwCKe3fjgNk7U0qdA9tbD7Hdi2Cv5IWmLTSRwAAIABJREFUGOeZgmiesDgYaNdYjGnWpKVe2vRMssPCjmiAioyhgq0CtNOsMWbrtLbEWRaEZaidBKxp0ia2TXJc/v+FF5/FYLgvWsjchwissl2P+mydhWVVkhSiuu7JWcwWOqMza7FeLxdg1ZWiuA7Dk86hYIOVRtp84lZ+zUmMVdNkeuznjMdj7O7siJzK4f6Bjm/RVPewsa5SAPxiDEDGrXArS5qBJ02CcmJ5OymA4wBae0xem+4lmcQM/F6h2zxNgObakeeTsPLfX+4zjruGvwywqu20LPwBO/spPvfZF3Dm/jX8x6cm+MbXGKsCb3htF3/7vS2srwNVvRoF5N0UT//HJ/CRj30SV/f60tIpxS4pOqmBFQtjwpgWR2oDYxmW0ey6zR5kQAc7xnR95Xt1Punvj4IVM0bnUYCnPE7tPl+eU5ZdbvdFy56WZ2OA/mIdMesKgWEKyUiM31nCtFLXhHpuzJefEfcdnZ9m75pnqukfzb5gFxx7hJIpovKybn380v0TwUtbqDsOHnhtF+21+/HQuTXcf3oNT18LcePGE/jiF76I6ZB7unY2MCtbW+jgYx/+IL76la/gj//4M0BrwTDATMHURAXFp8qzZOGOh2F3EXD+zEU8cP89uPjA6/C5L3wWo94erjy/ieE0luKeslVTJb4wHvZoFJmh5qagHSjrr5Q4C2pNDM0+JvJi7BjzfTHRYX6k7EktUInmqewB3De0e0jbj5UpbF8bUPPbsC4Ld3DGAvKPr9djynvMmiFEHl//KRCvZsoSC7HA51akAMUC+UOXLsCJUzxx+UV88cVncOPmAXau7uNGb4yR72Pc8MTTo5okqBBkmk4RsRtvOhIZqTymJrEkstIZp+Qbw9YVNpu2QSRPfumO92++wQKrZdbpUXB/tlfOxnrJ3GpOCkD2zGIvNLqtJxU2RZt2Bqzalm0+VwKr95w/X4z52Xp4ErhaAiNL3VRmYs3uzcuArMftXXIH5uZmeQ2W98yZV5Yfxkm46gy4nb2iAEBPYMe6BCUZ85GUA4gUwGg4NMUn5pqAF9Rw6jQNKCti8ms7YWV9FKR11h7P8ywDq5YxXN5vynuyAN8Sms/WKumWMQzy8jOU/1PmgmComLGpAdZMR9gaYsUFWErcgz40kiOYdVNMpjifA5W9sKucxIpyfMaM1D22Gq6RrF0Sd8t8sYU5o+1rGP8qmWfBVh0/fK4kxMy+ZmzSOHXx0MOP4FWveZ1IdGxv3kA0mWrXabWGVqeDSqWCRrOJSq2Ky5cv42tf/oKcF9cKLcDMtLbtZ9wyluwSb70IzM8f/blfuas5/tf1Ta8Aq3NP9hZgVXL1GbCq1VhNNAjiRamjwGpugFVfgVVOBCtUTlCWexCDOe5tBbCaSJ1b2KFcxAMnl1Z+BltZ5qIXJegNqcXpoNVgAuFiNEnEGZzAIhmrFlgliCVAYdXHJIwLYJUmVIOpgpxlYJU6ld2KMmQ5ya2BFfUa2eZPpiuBv4VqIKxDLgJcRIYEONl7wxCFC4kFVsUxnmAOsEQDJZcgHEGyXEyMaCJFAHdCxiuDdt+Rqm9CfaUSsCrBqBiDKRi60Koii2MMI0oGqC5pk4xVMUThQmwYxQRWPU/bU8n2HYUCGi7UqNRE6QEHHt3PJwQxE9QrVWmLqjdqAqz2pjkOpgkWGhW0A6sJR4kHXqeyggWIFDOWeWB1hN0JlSwrWG1X4ERTYefWyTBNPAyiUIHVKplRLnaGobBM6XS/sVTHZBwKsDoWxqpKF/B5ElgtpACoNSnAqgIZNTGvIiBB/VJlrHKRJFtYgNU8Q7XWklaF7UmImusLY3U8GcJPKW2hOohyTQY8kQBGWLkZYraI+b6AOr5hPpCxSmCcwE8rIEOS7fk5DsaRjA0JFg3IwnPh9VFnNYKHg2GIiUnYyeQrgFWP+p2uaKwSSKI51pDmWSJtRXkN1VitexwniTCBqcs7nGqCcLeM1aPAqrJLZNaKl4JxApXAUJMjYWaxesibFrgYuDk+f/lJPBv2MWn5uL65JQyWcBqgt5+g2cwxSKjV20AQ1LE3pomVJ7q2Nw/3wbaZ02sNbG6PcXElwMLyCl7Yy/H8jRs4vbiMt15cx42DbVw92EWW1bE7UkapbcW1wYWySgmk68bbojB7hUxn6jGPEYmekGr3kp1LKQMitGx1kRZAtqpkECkGeV8eIoxSDMaR3F/KaRAY9FOC5zW0AhfjOEK16qDpJlioNbFeryBKQ7Ra1EOcYrMXY38vwWrTx5mVOr73HWfxva9+CC+8tIn7HzmDPM7RaJ9HRjbawhl4jQ7CF5+E05+ikteQ7U4R706RRQS3SDtja7saP8l1W6kGES1QR2YxwRD2PIsTYhuKnP98tnwCbtWF16mT1o8kqGrLJANveer6vEUWwDLn+JwnylglsOoSWKU5hroWFo7RJIfbtnqJceXcCPpwXrkCSjN13YiV2SCBJAxQReaQCehkP6EAtiGiEttjzE9jt0ZQRdVT52d1KiUbVAEAuRsF+SGXADES7SfLajAmayWWLa9X2aQ8Fz2/gmlq9kOFarV9VEBkOW9l6sm9EsYsEzcyghUsEKYq/897IqRcgtRq/qEMK1eCWbkP0v1hRBtyAmqBsnWZvIqJFANRBXje8yffvOP46xf+299QY68kxObmdUw5TycjTKeROPqS/ci2bO4xa2tr0oq7vHIa3cUO0nSKyXQo/wajPqYDsr4J0hA4jARcFR1Sr4F6rSlu9QTFms0WWs2WaFt7flOMEgjk+hUFVskUoGTHvKaq/GxwlYLNcAKTxiZx88BqGex6OWB1HhgTtqIUGXxhbHAP6ix1pIX+xvY1PPXcU7h69SrCKEKtVkW71Ua708GZxdNiylCvN1Cp1MXBlozfaDCWLhMmKVa/i58x36pZfqjCipd0TPfbKy88g4PDbVRpnmhkQQhAkLG6sLSi8h4yLrWeIt0/RgqZUgTU6eX5C2OVdVhTFD+SVJ6QIOqQPwFIMgDZPGNVX2/2jbls1R7LSgEQWD3YPxDA7ThglaCqFiqNMMkc2/h2k0GZgroG2esog/XHvdeen7TvGsaqJHEGQD/uPccBqBb0OOn8TgK1/1LAqmGG8hYNhxlu3BjBrbXx1LMjdC41MBxHeO5p4MaLCX72Q22c7mpljstP6uZ46suP4SMf+wRuHoZqsiIxigVWWQ3T5JUxq6xnRzhaalpW7D3m+c9YqUYfr5ACOApSHAFMTWGpfO/kHss6aRiXZk0o38cjIIIFbxmTH8NQF4CPEmW5g6SziGm9Ix0OUggvp+ulQoytEx55psIUL4FFZUa10ltnL7evE4ajAlv2r7IOyTaSgWFJDQ4uXaphZe0CGm6Itg/sjysIahm+8ehT2DvMpEjKfZVx0GqjgY9+6L/CE998FL/3h/8vcgLFovuvsZDWxmft9FwDRC/UyyS2OHe2hovn70O1U4PrtrGzswU/j/HM41fQG0bIpAtGC+mS91GnXlIO7l++dOJN2e0jG5+n7fbpROedyZcK4LpoZT4KLusYMHIJIr9gZGgoWUDJJwOsck0WAMfzBYi1xTzuLQRMuNdwvlbrdcM012IfX8/jiywK2A0Qyz0YjQYYDPrY6vexsz/AaH8CtBfhvuF1WPy+d2H19a/GeWprj8bID3pItncw3LqJ4f4ekmEP09EIw8MewtEA2TRCnui+yM4bC2aJGECaYfrYnUv58B7+T//8H6iZlBn3cq8sRbxU7CmP9fK+WNZYtYxqu8ZZHfnjQFs7eK3GqgWe+Huy+d/67u/HxYuXtAvCxDa3Kyjp8WxnnZnP9kNOYqpKcfB42HNem1XWBzPWi4knlcTSejPX9fDy5zsDbM1GoocuWKv2x9lnkLHKeI8xqmqs7mE0JGNVJo8sGdSrXz999lhgVaeaAp527xIPiTkpgPI+Y4HV4nsJWLVAKkkyIl8lkoNWlmXOjE1IJCqNRkA0DmdaxSJNIG397OYg+YXmziQwsPOQYDL/xm6v2dwuih6Gkc9xxgIwxxLnq+ivGvapfWbFMzFse134j3Zkam1gVjxQ2RH1ieBtW1hYEiCYxlhcJ0hUqARV0WMdT8bYYszLosl4LBJiXCNkvpakFubPpwxe272oeI15/B/7+Y8f2SL+pv/wCrA6NwLKUgCcLHSX4/pGcNQnc4IN4ULhJoOPbe3KWOW6SbyTGquGbCAyAmx/rBFYJRYpjFVlZ7I4E9PQqgSsEswkWMUqgwKr1GJMUA9o2kQ2gYfhJBZglUECgVWClwyhax4BTAVWxwRWI2WskjGowCpBBx8Vj8AotVkdkQIgmMK1ckIzrChHTnCSoBYy0bfs0uCJLFsCOI6DUaIVWmFTCBBntP5o6JS40ra+1Kyg5hIozDAMczQqCqxyDpIVWwCrHps1XXGF5gKhi6kugIJfeWyfNoxVyh4kuUgBNFl9NSqHXFPYrkSgkAkYq9m819T05KOzwCqBXAVWCaLGqAVVZflSdzGNcBDm2B1FJWBV4AZtbzdSAARECKzGWSaMVT7f9aU24skQO5Mc/dQV3VNKCdDgqDYaI0KAQRRJkLRYZZuQi93RFAcTamJSY7WOCcHeKRnICqyyMk5gtV2vCKuN95TmVUxsCdRyF+X95WfxrvWmidxnjisCqy2PQWyGSrUhYOzWOETD87G0QD1XsgEJrCrwT4axNLuZAJSgqejQZLFUxqtkrIqLKZnFsQDjfA3lXXmefGyH09jos2qQaDdFBp4E1eO8BKzKX12Rf1ApAHWmF9M2GhEkbGFPxRSO84AsbAKrvB/Ur6EOMJl1IzKnc+Dfbd+dFAA+/U/NzJ9p7xWAnWE8CfvHaOdp+7eOCVR8fPNgE1/behFBs4UrOMTVa/sYThNMpw78lG3yPoZ0gvUa2O9PkQQ+JoMEzXod+5MDAXjOLFexVq3hhd0R7lvvYn/s4C+u76DrVvDwhXW0awleuraDzUmKQaJmYxosqg0q4xUGMWpOJLQx1Cs1YaayjYU+7GTLsVWO45ZrBoF6DcTE/kDWDl9a1tRRWKu3nH+MgliS4OgAWKDJyZZmEEFGHscngUC277WqWO8Cu4cTjEVb18f1bQ/rzQRrCzXcu1zBu95wBjcODnHf+imsrLVQr3Wx0l5ETlbUpdeShozkpefgjlP49UXEezEOX9rlw1Y9JkQFO04q2+ZL235lxAnNWAAiow8n7F6ux1y7yVxrBXBaVaSNrly7BKhkg2eGrWXah5kQ5OEYae8QWW+IPIyQcr6HNHJQcwYp/kiFnOOYi7s9J23RVL4TgVUaGbpYDcVrVU5VijRkqLJCLlq2yoRKZJ3VQ7l0UWWBRdbwKmrStqnAapLSlCJS12npJlDQUppik0zGVjLVp6y3xril87/GdEoCTNEQlIZDZVQRADDsVVWQVDMq6hjq35W1KtCEaAsaANtIBtgCDYeiGKiIpp0CGeJ8KjUAPbJKyZpEW07fQ+qQ6QlUhF3Ne0ETvSn+iz99+o7jtJ/7h7+mK42T4vBwB6PxISbTMfq9voCqy0sLoo03Hg3QbNSR5omwg3mt0+kEg8EQo8FQ2HsKpBO0VhaubdGUVJVrZFWZfWQGNBpNNFstrJw6I+Bjs9lFs91FtdpArdFEo7JgEmF1j7btbeVg2f7/OPDU3ojjQMoClDXtpRZgKCdR5QDa/p6vIxjJ9T5godHL8dKNF/C5L/05vvnVL+Lq889iNBqLRAM12TmoGJBXG200W00BkzudLu69cAkPPfQw7jv3MBa7S0Wrnf3Mk2QAdPZybmjPPrtELl95Gju7N4RdwRhF2PVBgLVTG1haXpXxoiwXlV8W0zOGKLoMaBsvt0oekhjsnFToPMg3nzzYPaw88MoglmWs2nMvgFWjcXkciDgajbAnjNWqaKyKOdgcY1WeWQGsqub5fDJz3M9FosPZLBXCW4HVEydRCbyzLBtlVdPcb5bEld9/p8DqcffXHu973vnWO57fZsU37pIaO5J4sHlzgi998SXsDIAP/N370XZzXN6K8a3rAR65H3jDuu5zwnQmsPqlx/Dhn/wEbuxPjaaEXcvZXUNQTtdVSbpFM7XEPIUaW2nyy0XQMJAY/MmXKWoZYLXMuLplHpvnNV9YUcO8UoxSJNVGy7roOrAu2DPzTV1HdB/Qs1FTWgKr2dIqpvWWtm/LFjEXRxUdZAYskMS7jJnOgFVZygvWqu4J8qmKShqcWXXpi7OxUksyX4RFAS+J8Kp7u9hYXQfCPaSjAfxKF1nNw6PP3MTmgSPAqRw/neD+06fwkR/5uxgd7uPpy1fw2HOX8fTVTZH+4YXLsykuUBsrBPvIqAHpYP2Uj9NrZ3FqrY1J6CFMQskFnvzWFez3R9LZQm4rZWvk1I0sCo8rRW7KubkE37XDRbThjR6vfb52HSjPF/1dGWQ/YfhbkFqe0VGQ7Qg8WwLG5TmYAolZOOTZMrZWhj+LwzznHE6tDrTayJtLwOlL8N/+Vqx871vx4Ksu4mwjgHeYA4MJnL0DYHcHo50tjPb3sL93II7vo8NDRMMR4skI4XAoYBQLhxITsQMqJ2nIweCrf3JX8/t//rWfv2XtE2DUtCWV7+1xe+ZxwOpsnzVj1IzJMsCq6+vsnpeZfCSqvPXd78GlS/frGDOxk2ACJwChdu7pM5vNMy3p63OVR308jqpz9xgAtvz6k4pW8zd+ft0+tnByzLmUj6850dGTlRiCoD2Z/hZYFSkAMlYVWGWs6xFYPXNO2OCKrRimqjnRMhjKXw3HlAIoaazOAcb23sz2F8aNJT1i8aJg1dXiLmqOJcaC9HshscEwS6WdP1bDwSTVNn4xbBN9Vu3G0Vha/ScsEMtcKzF6rSIfYEBYKx3BTi7eA40VNUZk/MSOZ42ODVhqpCd0kdJ13+4jxX7BBbz0VTwH+viIQ6yyYQneUgqNcgRVksjqNTn/w95BwVK1wK7dl3iOFmTVOVAyArMdeuWCndHG5Wt/6hfVDPqVL70DrwCrcyPBAqs/+aolAc6EdUrRZY8MFV0ipWpm2tWFsUqnexFfZwv9rLWf5jpMequ+Mh05IUV+lWwmAnQ0XeDvnBxBICqKwqxkNfL/Z+/NoyW5rjLfLyIyIufMO081l4YqjZYt2Zbk2caGBQ08Fv2YjA22AQ80ox8Y6IHVdOPu5jE0C0N3A83YPLfB2AYPwhjbz4NAkgfZsiTLmqca7q075JwRmRGRb317nxMZ91aVpCr44y2jq1W6VffmEBlx4px9fvvb3+bPO6MUnX4i/qD1qg83TbHdjwWoURnYj2IpH+fxlQoEq4S7PsJRLLCXG5RKUJAu64SchHNUQxLUiWLVZ7mfLxkili/ztRLeXMYcXUv4fflcAlRoP5BMMIxibR7BLCo3WcakvRdTVZhKk6ZKwcEg5vGlAmVmyr4suARnIjt3HWmARFWpwAUzUauEnn/oi+phplqUzApBJhtyERyzGZbN0PE80QGp5BPScXFzxVqAilXy7kaZXe0hqkuC1QEh5nCMYjEQFWSl7IsJficENroRKrUAc6JY1UlfGleJYpXnmWA1lddn8ypOjEsEq4M+tiIHj/QIslwcoU9rEsNn6QxcDEZjaWAyW+EG3MNmd4gtA1b30QpgOERrqI2+tHmVeqzWSiwZ5rXRa8ey2iG5mOsicBLMVLSrZ5tNzthMawJ5jzpV01QZ+oF0TCUwpv/vQrOGTp8NgnSsivrWKHAVGWpGmIsGr5Vk11jmKmB1IosLrx//zYpqHmPM97eKVSlJciW7x/uEY7HI94GLVk+tAIwNHhKq14w3Ea+PgtVYfEE5VnlvEPaVCgR4FqymiMR+w8FwRE9b4H0XC1Z/7ZfMmqVBbhbsCqRSBZ4NrsRDT0o3YjiFCR7sbeOe1rr4iG4hxT9sPYZBb4L1zgibOyNcvm8JZddBZ5Cob3ECBcb9AdYqZQxGHZwJE6w12KyqjPvPxDi60MTJnTYe2hxL8mBxpoKVZhWtdg+tcCTJkhYtF/xAIAInJ258ucHPSsEJR1ha5voCgLgxrNWoSqF6NZLrS19isQqQa69esdpIUkvjE5akZaBNg8BSoYgYEQoJ79ui/F66ejI4H4WSOFqdLWHQ7SMtlOT3nVaIei3F4aUSMAhw7FgRc80qvNDB/uUGCmmI45dejrmZGpzSHAr7r8ak18b4yUfEqiDw5tHr9LH+xCbGIy271s2fhtUCBg0Ylp9JlpfAx5TSSfMCHcMC7wsOCqUC/FIB7lIdbrHIH4o+VXJGBIGFEdwkQjoMEbd6iDoDjPpjjMME0ZBeqGMJxmTjYDqO8jgU8NhgToMigZRy9nRjPhfaEjmF4Lw+2gRQAbbYy1CNIwpj3jFqmcFSTEJGKrrZbEmSTmM2paB9gLiyyswkwZFR5DBRMxzo2pMVmJpNpsJT4/tHr1M5bj2rin1VXSr40wR4MvcbqKqSWrWVEQDEcrlUO8jTXkC4MM9lqqpTqpHESkAaWnFjR7WtNuNDIYDrFaVxCq0HtNEYQX+KcokWIWPEowG+5+MPXXC89uNvf6dRhk4Qhh10epsCVzs7ZzQBUS6Kt3Vre1tUCON4JH+0yQG9brVUk9+5HjMotRDUlm8yHlCvYyoYVH0sIIpQimVX5TJK5ap0kKaalX/m5w9gYXEJS0srmJ1fQrlckzhDFNRm+2xbo3Eupkppt9jEwImz/PhMQJf7uQWr2cnjesZybyqYCMtlzLhweV/7LryKjye2TuDW2z6DWz/xcTz+wMMojEYIGAOUSqJG5XihclfGeMET1QYTBDwqenhRwfqca1+IV77iNThy5DK5l/nxdD+kzWNkE2bgC8+dJmjNJosoo+DjiScexanTj8GnfY7xVCdYXVxaxuLSmiQttJxOx5Y0YDNleuJLKsa4VK8bf+bsRtjdTduemzw0zQ+2vEJRQY0qiXg/CGSXhWKaFLYqIbmftfzBNAwDBr2e+J8x8dRutZFyMyS2SL5YAdDrTFRZvK/UyBecjSVBkgNkJnI3G68crDIHblwxd90zT6lQMubPAoxMgtt6YMp1toDMbgDNNTwfXH0mN2t+Y37RYFXWPvUI97wieu0UX/7iY/j0LffAX5zBv/jOm1EpD9HtAZvbY7S7Lm56QQPzjQk8SYYVcM/ffwlv/JH/gofWfQTFCAnjKAn61QbHkeSTKlNTNqVydO5k8mfCuUw8SunxSosdSSFh4obwUAYmkfJWVheYdcbaZNhzZMu19RybctDMEsRUhZl7Q44j57tpIYQqZs2olCSd2axnTVGmY4THPuJNMb+MqKhgVYHwFKDqIqD/y889u+CKTlk6FHf9j16u5v1yD+CY5Pogj86YjMIDAjjGKkzjztUCsZ7yXHbG1l4QZM6DkP0Z1DpNPl8ywLWXHsXrv/P/kB4Hrd4At915Jz5951cRO2pfsfvLNBcTUE4P8hiHV6s4dvgg1qoOdjpDOMUA/VGML93zCDa7ERInUN9wCZIYM/E8a9dtTRpSfqKrPCtXeD/vMlbIk2gdHHq+7Ek13pkKMOxJ3+25LQ8Vla+ZY+Q1uInUBJe+lgp05DcC4hXEKb/V6hophzbg2GVAys/VbMKZW0a6/zLg+uejevMLse+Kg7hs1sciQ8whkLYHSDc2ge1NRNubGLR2cKY1QLfdRnfzDMLWNib9HlgGHkwm0hC4Xq2gUauhWamgXqvhT3/555/JlHDWY/7b//326c8yoKPxxW6GaQUdU2GHxu6a/OU6qj7n9v5ShbB+2SaT09/Za2RFIlwz7dgfhiFe8JJX4NJjx7PEsL3b9KDOTUc1TW2vcf4xuT4B+TNgEh5PdeL2ws2nArOZTHz6FzMYn+bSmHE5XQJUkGAG2a4n0xqCe/U0YY0i0OnsoNftGt9lbWzN/cuSgNWSihok+LEvp2u5jFezJ+P5tuAvW6N1gO85BI2vRT2efz2JtW1TJl1vLVhlLG39Vhm7iVKVIJXfY41rxIuVcfY4NopsfRwBqm3+K5DWKF21YaEm1PiaMkfLHsEkfb0CypWaJPep2JKPYf2os0SYTYraPaidjs+P7imi0T3q1GpGpBJG/Wut4yw81eq56VyjCUL1seXnzaCq2M5p3ChfRgSib6ZQnPH8z/2H37qoe/zr9UnPgtU9V9aC1bdePaceqpQUUEXBfSBLy9gpkDeACMTUCmBIRdiEcJM+qak0uuJAJFjlfc4mP6Igk/JTLfHi5EGvSGZtPCdFIGBVAYCC1UR8MztDVYTSn5EdPDcHCWbKVJ46AkwJQwXe+nwfoFr0pVSfYJXwtRr40gyI6lYGCb6UNWkDIAK4EuGdTBIeelSNmVCBqo8SPVbLvqgGrU/JgIqocSyl2ty1WGjJm4tl/1THzZSLqBVc9OKxQDJCzdmqL4FSSPUPSw8JVvne0iyLpec6IUoDHd68lM17VIAG8t6dkCrcBKWij3JAH0mhCTKRMMAp+6ouZcAwSiEgj8y5LipRLTKkqmgYRmgNtKSxRKBXIpZ10A+B9U6IoB5gMQdW6YmrDZk4iXCBTeUzEGTymJdmG1IOsxkB97YJ3lxcPVNGLRnC44YdVJrGCFxC4kBUP2c6A7mOhJv7Z6vig7kTKljltQ5cBZ8EyPyMLOdmVpwQrc8mVbQLcBKB3hybBKvdSIOlRtlHo5AKQGcwwePc6o9RD4ClZg073aHM8CzTl27c4p03gfgjmmBDJmHjvUK4bZtRcQPBccRNlyhWxQoAaAvtVRBK6MByOn5VS4E+xnHR6Q+k8RXhjTTyJVBnWZbLe4sJAH5WtQKg3QDvK0KFkk+vXwclVxWbVLqOJ45Ado65v9x4ijTveWZtNq/COcGqbG0ySJZ1G+I2XtSbVCpv4zOnH4NTLuFwcxFfaW/h1jNPCFx6bH2EdifBNZfMYhSO0OqwUUQkvkKbnYFc50tm51ArT/CFx9ZRrwW4fL6sSi0uxK6DT3y1g0oRODRfh++lePxMC76wbmSuAAAgAElEQVRTQLVYRScagkJElk3TT5BNxuhbysSMhWs8n0GB9heOqNBr5ZL8XrKxkwkiXhsGmiZQZaChcFXhXsxNoKNJEKovvMlYILFX9KUTLtWTET2cRT3MsrIEK+UiVueqeHxzB0MnQLMAHK75eLw7RM3n3ORjpuLhuQeWsNVtoV4Fjs4WMbO0hGsuP4L6JEWnNIfZ/UcwOnka4ydOIY7LCFbm0RukeOBLjwFOBSX6pZpsMPeGYgVicSATPARGLH9TUgzXiQVSUPnODQcrDsSqohnCr5bhVYrwyiyX0WZW9A8b94YYdyIkPcJUzgta/pOEPUzGZtNt7SHkuwHxJqDm3ovnXiCj7d4LYKavAaRueGywpRtN3qdUFktqQ6JvDQAJpagQ9IsOSuUARb8kvlTjkKX+kdy7VOdocKYbNwaC/cFAKhb45UzUr1VtAxTaJmzA5ei/Tf5I5tDEKAat5onvrw7ezNQLSsq63bNsnB3XOW5EdjehZ+pI5xEZz3QzJIRQhacASHps0cOQ//GcFysoFGsoeDXdpDqpGP/DiVEqJKj6CXwnxvfccvcFx1//6qf+kyYrCwxwe9jYfAzb26fRa2mn2lE0QhxRYU6PWwIULbtU/ztPIKKoCqSTrK7dXLe1vFL/0IuVQeh4pKVhkuQzTVn4WF4LKb00ajBR27gumo0m5hZWcPDwpTh2+VU4eORSNBtzAmaYAOH6J2PSbOg4fhVGamfu6TjavSmU672n5G/viZN1jBBSgLGPhOX9xQDj8gS33fYZ3PLh9+O+u+/CRH5el3uJFRtUQPAYbHk/IaCsp0O1SWB1DNdr/j4oVnHFFdfg277tO7Fv7ZB4zcsQzTWzslDI2iKoCkaVYYRkp0+fxJMnHoZXZGJE72e+x8LiMlZW9iGd8JxYyx6j75BmGLzP9H7OwKqr95W5I3ZvBnPKm3OpcOQWyO7b6VqjVhzGzkJsShQW6/qhHsxawpqVP6DX6QpYLRZ8tFstUdNzXqYafW1lBWULVk35L+0MaB+Tv67Z9RXl+fR4prDGql3OHgvnHRvmtRQc6xizyi6rBLLj3yq7dB82hTj2GJ9u/OVPvj3+iwWrVoWk+R8X/XaMhx88hbs+v4UnNzZx6NKDeNU3XoK5poNOL8GHP/wwZpfn8coXz6NaHANJAXd99k58/xt+G6/+lz+AY8dnEQ1StHd66PeG6PR6GA562N7qoteNpKy11++gNziDfn8bSdqWhqKlUoLBcIhiUAWcEZzEFwsmFKjydsHQJh5FAnNsKSrnatlHmP2AwsipOtieR9vIkPsOUUAZ/9TdaiJjV5TZVBjIloFw00SOJ98DhnzfmUWMvbIkF21Cx45z/a5XijHAub/0hrLAJQP/mhG0N01ujNqKjd2fU97DrIniKm0S+3xhrt0K+01zIDt/8HPFEdZmm3jz61+LQXsHd3zxTvTGMe566EnpAzC9Z6b0V84h5wfO0XGE+TKtwjyEI4owYricD1FAb+xiEKqTq501poo4/Wh7x36WUDHMb+9cIs/JQTcLPTVJmffXNfevVdzqlsZcDI2d5drzqklDS08tjyzddti00mSypoePgljXjaQSx2HZF8Hswhxw+Cic49cguOoqVI5fisV9czgw62PeSxGxoWi7g3RjB+mZbYRbmxi2O4h3NoBxhCBNpN/FfKWI+XoNzXJJKmw0/oqRMm6Kx/i3b3nDecbQU//4937jHSZeInifPtbGJfln2+sxreQwaW1jqULrK/tl5zZ9zjR5IEmtnO2AfRx/Zscg7+sbbnoZLrviuGlOqn6/ZsCfF6zu/qR5AGviwj1AViwynuasPWOwauD8RV0E+8nshGBgffZaucZarsBFKjxHsufodVrotdtamMQ4kknWwMf82j4ExbI0qbUl9jrn6L2u41f/bhsp5j9r9nfbS0ueYOy59oDVafLJgFdaYGUQVCu5LEBlQt16rDJus3+XhlwEq6Jgtc+f+rFq9Zn2A8hUqsY6Rm3kWJfLz689dxyPew5ttG0fvyuxa4aHPt7OQla8kb+KU4jKpJ9YmVkQbq5T9ln3xDm2QmEKzFWcIfsOY32XB9qMWRnz6ZqlWQtWxcq8iBT/5j//z3/M8Pq6e+6zYHXPJbVg9S1XzWal0hyTjO19elfagEgrb0UVSXjI0nXCMDagyoNV3jwEqzpgtbSIgzMDqwJAWeamYJUl64RvHNw9NlQasqTXQaMeoDCJsd1P0SizIZYritUOvTWpFhGw6ohK8JmA1Sh1pHt8WZSknCw8UZcS1HAzIaXsObCqPiVsPkUVnnpgMkChylabemmjKoLVJn3Y6MUYj0WByK0By4XpvzM0no+ElfWyKnNZfkzPTZkeTWJYfCE9B03aHhhP0+EoFi/IKVjVjAk3xbRhEP9JOAJW2/0QUUqwSgjNcw4pJRxEI1GzsmkVS9kJVvn6g8jBRieEX5uCVa5HBKvigWSMA88FVsNuBxuRi4dDekAVcKzmYZbOoiOqNF2xXqBH4mytKNd2o92XZldUYxKsRiGtAWJQ8SsgyNFrWS0qWBXobBSrhO2Er0VaAZTUu49Nt54OrDaLDhabNWyztAd8b+OraKC2liuoZyrBKkMFbnrzYJUBMEEtARw9Vgn3CWEIvRUQqfcVwSon32pZz7EFqwSmorATAKSZLskmS8mzL91paWXJpmyjWF+PyYJakR6rroytAbs3pi4iZjsnDv7yn1SxysUiv1k02VPxH6SiLsVDW0/g7u0NLM8vwAt83N8f4FOPfE1AzBMnIrGhOHxgVpSOm60Qvk8FSwkb22006jW0z/Swf7GKXhiiN4xx6WIZK6sL2N7so1SN8ckv99BzxpitFnDpXA39MMS9J7vwnQC1SlkaboQRX9eX+z8mEGKZtURiVBxrokA3ZNqcjSp4qvOGhFYCZniTUWWjHWm1HFyDk4CJDnq0TWIsVQIsLzTQG/QQhaoqZEOTcDTCIBxnzeNWqiWslX2c6PdwMgox6wPffN3l+If7z6DTH+FAvYpR0sJ1h5Yw6I9xamsD11+2BCdwcHRtHi8/pl1C3ZkV+KghOXUaO9zcFgIpG+qsj/GVex8VAF2gGpeN5TjOCFWl67Iu8HLv8HXMRCKgix6+BVWzy8Bj87mkI1CWiQrH9+CVqJx0EbP53pCNcBQ20z9tOKalSAqfqjzxV02kyZoKN7UdCOc+2wXeKhOsI6n6YRGsarQkANw03LK+k9p9u4hqUFDfRdPNV5PZrC+coFwtolGfkc1eFEYIhwNpbMcvqtzpsUaLlk63Kw0DUup+ZAzoTo8begGrzJ4nIy30Z/AqgZHMdKI+t8opKuRFBZj5qrIcS/VCelxspkaFfQHOpKBKLYicXuwP2JCK4JFBpUJVDWxdNhDhc4ISvHIVbtBAQTow8zymGDHLz87c8RBeGsp6+uOfvuuCA68f/clfhufGcN0Qw+EmTp54ABsbJ9Fvhxj2I4Qh1WTWUkONMajA1UYiulFSBYN6VYnyWWDqVPGYNadRjqZQkH4CIgLTQNyC1QwksuOTAAMqEgtoNGdxySWX45prb8All1yBmTk2ZnIw4gIr97Na6ORL/81tm+m17YbwrM2+OWv5n/Oy+omDmGrT8Qiz1QqGzhjv/du/xEff/360HnkUs1Uqun2EYmMxgawyBhRLtUmhgGq1Kj5d3PhwTIkVQkCfP3bRpmehh2uvuQ7f99rXiXdtGBrfw4kqVDkWrL9XtlES2M91v4QzZzbwxJMPyv6f6wBHIqs9qPZdWdkvHofShC+3YRAFhVT9meBfFjG1QMlL784FPc65cRMvYZsMsQoZkwAWCGw2a6wOMOBd9rCG5eTL6ngpeF+yeRV9ywlWeWszOUJrgNVlgtWyXDHb2IxgleXG9vrtgpZ7vNdkL2oqqeyWfC/kPB/0tLBOPoMAm+l75jsxW79HvQf+8WDVbqYvFqxqoxK1eSDHlETJcISv3X0GO20HDz+2hW/99mM4crgC14txZmuCrz0wwPOuqaFSpfKqgNs//kW89vW/i3f98c/hla8+LDYSNjchYZeulhgOOR/QDgR47NFTeOtb/i+UKit42Yuuw5/88V/i8JFlPPDQwxgnJRSdEq5//mEkcQtfvusLAmWpyEw9brynoNDOM/wM4ouc++L6Jj+zHcfF7l33EHt99yRRJ0ops9E1Y1aH/RTWSmWZk2LsOli98lqMvJLYSzEul3YFJvbT9ULV1lnjLblY+jOt6DEejrK+WcKhK4MMf7P5zgCiASfZR8wSFjn6l3tepoySyU8/wxRGOqIQZc+Ct/3ID+HxRx/GH/3hH2Lx8BGMUECXvqBGCiavbuCPhHZitcGaGiJUVieESDyuq5x7mMxkhWAg+xFC5XwjsN0XyPqvGg9XA0BsE177WHvPaQNI6/eqv83fj3KMU6NtfQBVllriqLGaqPD5M9mEiuKNCsAJm42yfEIaWXEtniI5PZ6JiDxknDCpSiFEMoGzuAiHVQWXXYPS0UtQPnwAjcUaZmouWKNU3e4COy00uj2sxSmWPBdzvo952ipxnuZ4YAf0HmOOjiQX+tFQfWxlX6gJ/J950w9c8PrNJ/zhb/1r49O+29v4fGA1P9bFb9+A0szWJLceTuGqDOzsepxtCaCw1V47JhKf98KX4PIrr5QO8RJCTOuCnuJz7k1QWLh68WDVvpldu86rWLXy3XMd3fkSsfl1Nfc8rQ6ZJvR2zVliI0al+Uh4CcEqlc1SSSZ9aYDUDzC/tiZg1aEVQA4u2vVA7g1WX+XAqv3d7rVbRTDZeWBkzb2Q6TfBx4o/qk04mfnNzpUCEq0lF9WpbNpsKpMy2CqewcYOgI8ZKTwVu4Bcsyv9tybR83BVIaW4QpuSf0+sBEfjsfRWsTEi4yhp/knPa5kbrFWFnI1sfFpBjIWbey+pruHWHs1kyHIx665YkD+XZN0Uaou/rYjIdH9uFe/LyyuYm5/LVN/yaXIxyNt/8bcv6h7/en3Ss2B1z5XNrACunFUrAGZZBPKxHDVjEUYJraXQBEF8LGFnkZBUfFbVO5RqwJJfyMo+ObBtaQFLmmMDVqVUlfCPm7uAih9CrAnaA97IQKPuw0eMnWEqsJBwsTccoZMpVifiQ0mwSgBF8MQQp8bylnMoVtkEqCFWAFpunqSeqCGpO5LwiIpV+luWVLGqWWVgSNUpS3QYY7HZCBdYA3WGMZtgJWgWA/FUJVjtjmPxQF2oB0gJxsSDR89PrcTJVsEqmYWZUXQCJsxwqcAMBC4SHFIpy4xomQ2+rP+lRL+uNDmSMnSqGalwHUSiLOW54nXhNMXNnwWrVOnQ/7NcJFilX62DM51QyiGXAr3mU7DK56t0XsBqOhHfWp6D5bkGht02NkIH97OBVQIcbwZYKozhjyKE7Aw/Jsj0M8VqHqzum6mIDwoVq7ze3NxL86oCy+1ldcnAKkFQl+SRzas8VQbzmljFKq84Fca0eCDQpBKuE42xIypnF/N1+n0OZUNYctXnUEo7RY2mkEFVrMywTcGqDU6pPKZKmhM3FasWrHYj28xMwWoyUs9VglV5jFGsEqwKdJHqOd1gSNBDz1iO+YQgng3OCFimVgC1AKh42vCKDbAIzmldwSv0F6dNx5ILmKFFsfrr/8HsyvjEnPrHxDtaumpKI6lS9xzsjHfwwOaTSNiQpuyjnyS4N4zwlZOnMQj7OPFEhLmFGczO1tBrh+gOQlSLBPZDUZnWy2U8caqNmXKA2EmkI+tCw0VztoJy6uOKS0u49b427nxoE5VqHfvmGuiFPZzYGGAcE1gwOQBRMhP+ecWyjPMRgxPzGXRBZnmdAtNKsYiZWgOjKERnMBBVrCzVJgCwagmeTd6TxSRG2ZlgZaaE1eU5bHV6xmbCR28YYsDFn2NEGYiU/c+WiliuFZAkQwzGIarVEhrFIu491cLR2QCztSru32jhW65ZkEZcn/7Ck7juyAocN0Gj7uEbju/HkYUq+vR9nl0TmB522hiNAwSNCoLKMh57bB1PPHoa7AcWj6jcoMpaTfJ146SKMemIK6pB7XSZpCEcl3CMXqVs7FBCmkZi8B7RNzWZYDRxEUoWmx1/eR9oEynqzWOHFgopPM4HNNGn8ojG89x4icpbm+goNCWQ5QaJ1h0arovfI1w0erxH1IeLfp5WxSn7J6NYrZYD9SSVEn1TUiTlOjS99xAU2QxJFeRWaeG6rBKI0RsM0e30MIgi9WkVuKRgVcaxbNzUiDLzhJUxrsko1lvKUUmpjxioarkgqy74G6XVWZAqulxRbvpwvUAU/VSsyt47ZSk2fe54/4wQiXUBgZoHJ/BRqFQR1JrwyjW4xZp2KjY+cdL0i0mXaIh42JUyz3d+7sKbV73tJ34W8biPTvs0Ns88ie0zG+KvGoUMim2oqsGu7mGpEJ12srdzE8eTrNlGNSpw2KhgqLjn5RX7CW6CDYxlkG08hORndjMgwCxVr2Ce85Cb0mgsybZKbQ4rqwdx/MorccnRy7G0tIp6cxbFoCSKT1EesNsuAS8bykkZ/1TNeC5olm3kc+xCgI2sZgn8ItfDDj7wkb/GLX/15xgN+6hVKrIZjiNTXs/PyyaTHPP2c9Ojz3zpplPnYFGE0x7ILyo0naS45prn4fu+9wdx+OgVaO10Mg9ufh5RzOYbUxiw6rlFtFo7eOyJ++U41f9Zwerc3AJWVg/AoXpdbjutHtq18UrUFkT9NLSM/lxecueDqfmfW7Cav476e2OpIeBL319AqliQ6A/sBsueq363j83NTQSeh/ZOSzucpykqBKsrq7vAqlxPJirFq1i/smssb3i2knAvWN31nKdQM4uPdgaGjQ1BTqWb/S6n6MqrK/PnKz8O94KjbNDs+ctFg1WRwFufQgftrQSnTmzjUx+7C6OkjO7AxXd+91W44vKGlpa69BeNQV0i14fJpIDbPv5FvP4Nf4Tf/r2fwTe8Zr/Mv5IQknJjoziWPgIaW0p1B4C/+ItPYXZlEQcX5/G52x/C8288iDe94Zfwope9Et/5XTfj+OFF3HfHF/Drv/ZOPLnVxX0ntjGilYDxUlW153QTzLhPAYCeHFGnK10wpbR27lV1qpnkc+NewaqMOwuK7DU1A5TjkhYyy4cO4LVv+VHUl9aQjNl4KDaVC+odKOW4BtJaMGHVTPJzxuwCY7m+WpihFRqiADPzomzO5d9Mlml5LT+flOCa56mViqbrtERXxSsWeOhNrv/OSnilrJ37LQ/f/s3fhNOnTuJvP/FxlJsNuUbDQSivrwDY/MmXyJpESMpkuSRjeJ5ZSaEVHUzWSlKRx8EjMxZEyhlUFaZDwzZ11AlW1tnc2FYIbipazJxvf60CUzNPKI82SjDbuM5FQnDKcgFuPglM+YcNEP0iJp5aGUG++5gUfN2c+mxsvEfryCRWyvmYTRUiTHoD8cb3FudROngQwZEjaB7ah6WDy7hkto7jlSJWABydJCh5Lqq0VBoPMez20eu0sdPuYTAYYjDsYxwRCLFag30dVJRBUC8KPlZ7jMb4929Xr9QL/fqjd/2bKVg1jTZlHpaY6GzvZwGpxl9cDGhyYJXiGzsfTqEqX2MKVfMJyvzcZcEqvzOZeO31N+HKa66Bw/MuR7I7KXLuz2kB4F4oOa1kyj9PWei5Aeb5wOZTnt+nqWQ567nngac65s8DVnlPG7BKxWq/2xawyr2TxBy8Jf0Ac2tr8AP2NtF7SK2i9lRgmPvJJqbPlwyVWNdE31renldxGsgpYi0LPBWmyr+tt6qMVyZZdsPSKTilFYBaQVGxyjFuFa1W1ap2ANa/VT9LluiiAMQkpBi/UWwXRlFmH8X7R5thEcyaPgwmuSlCPBOXSrWzVE9a2wrts6F1ltMxuGsNNtGDtd3LQ1e1KND5zJ4f+znseODP+VnZ8HV2dlb2XbKvkVjQrlkp3v6Lv3Oht/fX9eOfBat7Lu+5wCoHnqhK1aZFh6pJ3MSyKSdATWWhpxWAglWFrvQc5c+1K52mwK1fxbnBKq0AWOKtClCCVcLZRs1H0U3QCieoUplaLKAbjdGNdCLhsRGWEToS8hJwZmA1Zgm3+v9QDUlARY9VglVRrDLbkgOrKvOmNyzQKBWks7sosqhYpRWAgFUtJyRY5STKzT79V8NRimbRx0yxgH5KJWVsFKvqD0jFq5ZMOqgVtYw1D1a187X6hbIEskHKkhCsqr3BVLEqLagzFXC5oP6SDKxYBdvuR+LHyfdQsKoWCwSr/F1A5WvBM1YAEwxGngAwp+RhxQBfXmaxEeAGR7xGNEjiOehQLWjAatht43Q4wT3dVJp/HS052F92EIxChPSdjdmUrCCNsdQKgIpVws8U+2aq4l1KsNqVMn/XNK+i+ljL48WrV9RDU7BKxepctSTnic2rOqE2GaLCV8Aqm6B5BfHlbIV8rC+P32r3ZdNZlM2DdvIWNRknZhNoMrieglX6DOrES0gkYJXd5w1Y5RggZLaTLWM7Gthz4q3QF5IfgY8RxaRm5anEUf8ZhRQEqxy3DG67I8JTwmRX1LJU9VboH0xFYWqga4JMsfre9X8asCq3tGT77L2t95Udq4kzxsO9R9AaDDBfm8eOG6KXpPh/T62LtyrH1eb6ECtLiwjTMUas2aeH3niMU9st7FtbYZYGW62BjNv+KBIw+5zDS1hpFKSD5pUrPprz+/GBOx7CifYEjWIdMVXP0VitPGSfFWF1dgYzpQo6vb54gnUJrMUTTkG1FqQ60vWdjcfmGw3xB2r3e6JUk8SGFueIbyw3E0zo1CslLPicwzwUAg+taIRuSA/VMoYTqoVHGFChJmfJFQuHwgRoFgj5mZUO0AtHAvDL7hAPtMe44WAVURJhoxvjzd9wNT5z7ync8ZVNHF5YRt0n8Ixx5cosbjiyiFE6wvLKIazONDFon0GxMoOJ68Nxi0BtFl+9836cenwHaeIhGo/geLxAqilStKrjyfdYPszyegJWjlebddamgUNuCuNYlP0CpH1f/E0nKS0UqLTUeUk22aAXKhMCVKyOgNGQrWFRSHn+aM9hAkJ5rM6Rss2it6g0uNDjq3ezzJGW4Qs8tcEkNwQe3CIVwQGKRe3kq7s3TfxwjmBX+2gUyr8J8gjJ4oQglRtdblzV5kHKjaQCQBXlshGUTsb8mYWrChpU9cdAjc2j1AtKN5V6jXWzyOfmrQxs2zMCrIKAVZY2eR7XAQ/exMcojcSTkMfHhmm6eQbGpQqK9RkUG3MoVAlX63CDoqo4qUJmMpONFllWNRxg2GvjVz994V2F3/jD34vNzQ2cOX0a21tbCPuRbMZFW2xAo2ywrGchga5V1dqO7GZjllcgyPgyqlaFAK56e5tNt6iD+Hz61JrA3W4K+J3bOzkXpgEKj4Hji2ugeAuXKwIPDxw4hGPHr8ShQ0fQmF0QFZX4faVsOFmWJggy0nIbpky5Yucw6x9ngmtJnrDywZuI3QzTqO/56/fgb2/5INJeT/y0eR3oM8scgS/XVpX6PGar3FVVR4xikYkKqqV5zxhFG5tFsKIlVmuEMIxx1VXX4Yd+6G04dPgSdDuDbINrIXW2aZLxRwuPAL1eF488dh/GCecI2jNoM8OZ2Tmsrh6A6xdlbGcIIe+NLdY5quqSa21AZ76sd29Ufz7IuhesTo+V969Vqk7VaLye0rwjN4b4Xjxn9KDe2NgQsNptd+CIzznBagmrqysolUoZxJfNkayNU0hiN0yq3jt7c/t0YPW8O5mc8kQ3aPqeGZg3T9wNTZ8eJpwL9p/rGC4WrIqikuZVskP3MB462N4M8cBXTmOUevjq/S28+puP4opjdS1bFOsTenBrHM5nEay+4Q3/G7/z+z+OV776kJa+iwc11elMDjGhMRIloNjjMKkhu3kmjB1MIvWkp2XAf3vXh/HSV92Im593FLd9+rMoJBN88EPvwZfuux8PPN7BVi9C6hTkPlYbCYX+CnqmCRh73nUtt2vEtOxSYKE00bO/U6sVe80EU3Id2gNWmfiIoj4uveIY3vazP4dCtYHJKJL4SwrfzVDToTUFFPq69mc67uzwy89t2bU16k37gvIYeYJWyBgaZbIdU39QC0G5rlm4y9dQ9ZSqZWUFk/iUQDTB1saGrPe12SZCej/L59aKQIFANlmoigF5c4EIUryi1W1sWMX35nXkPMzhoYpcbU5pO4pLHGAaVsrPzL+z7xOKRDTplAFdY3MgaufsPEzvaR6hRs8aJ5jJUdYVJsEl8S1QVSscUND1Fh6b09AGwEBV/t1xERbZ6M+IAswxanyg45afNe11pGLtyPHLcOVlh3DZ6gL2L85htV5DjSN/PEASDrBt4A+VdbR/Yrw0DKlwHmFM0QgrZ6JQYCMbPjLxB45Lo2pUb1MPv/jTP31REGUXWDVjWs+tgqTdrFBhk0S/4re/G5hKTGTWcwtWBUmdB6zaA7bPsWsVP+tV170AVz/nOXBpj/OMwap9RRmR2fmwScm9c6VC1fOA1eylnub3+bN+oWD17AVSf6LB5FlfMt8IWI2lIkrBKhWrHbkWjJVVsepjbtUoVg1Y5Yvlk5Byrs18mLdS2rsm7fITNeXr9mf2/pPXzUQyFqraJI3C1Uy1mlOs7lKy0vLMQFeKw1RlmvNglXnANL2SGG0a28txiGJVYxValXF1ofJ5zIZXxi5K1wRj7WQeuzsBYMb3nvGajVPTD2Hvmn2uuMaONQo88ufJJtHEM980srIx7NzcHJrNhklSa9zJoSCNrpMEv/DLv3tR9/jX65OeBat7rmzeCiChotQqVsUKwG62dQkkaCM8FY9VbniMYtV31R+Uzx2niSioZPIwC7tsiunpxwSiNMqgFYBVrCoA5Ow1iF202DyF5fU1XxpUEayWvYl4qRKs0gOQQQKfUqJ35jMCq+rvmoHVnBXAyBj1M760YJXd3akM49eQ8JTl2BLLFjhdymaRxxsK0E3RDHw0SwX04wTdUZljnBIAACAASURBVCweq3M1AlxtTKRZmQnqpUCWJWsFoJsJsyEVWFwQ2wMGUN1hLI2ArGKVEzfnGLu5zcCqsQLoDOgDmYrqs8SNGYtX2Zk9GotNgKiEfAtWeQ09bLSHmPgO1ugHa7L/VoXDAHcXWA1j6Uq/Mt/EsLuDrhfgzu1YzPb3uSkupcI4GmBIL8wEYgUgTcc8Nq8aTMHqbE3gG8Eq4agoVmlRQCuAPFgViKPngeeIymg2quLmmmCVil7+vVkO0AioXlavNILVdjQRxXCzXMS2Aau+UAZuDjRQIfy0YJWeggzKuWH2qdgywSjHhFoBEKxqUzZubgn3bHJerADiWFRVHItUM0/o9ToMEY7ZHE1LmqgYlMLDDKyyLjJGZ8zxlYIJC4JheqxWPCpshUsKLGcwTIDP+O2irQCoWJWb0sCm3EbSLjYC7EwziGHSx4O9h9EoNuChiFZhiJ0kxl/d8xBao0SsJMb9CLPVJrZjZh9T8Zza7Iyw09vGwQNrqFBNEA+xeaaPpWqKL5/u4blXLKPulHH/qQ0cbrg4vFzHyQ6w0fHw2EYHW0M+toKYzauiCEGpIAHM2twSomiArU4Ho4kv8wwhH4EiL4Y0T3EcMEVDsMrAYKO1jcTn9XRRcDxpjubGIwSTBM1KUVVhnosw9dAJJxjK3kQ9kmNXlSeEd4QqTBxVSmUUMcbR+QoqaYzWyMGp3kgsLOb9CF6lgWQS4uqFWVx6SYJxcR533HkKj2+Psb4+wI2HZrA4Sw/lFC+9Yr/4anpeBXN+EbUSm68VUS7Ni7LVbTRx8vEWHvjqKbhpBb1hH6NkKF6LJITqL2S81YxQREqm+YeqGCooYlo1sKynpGpKBt+Er+UCPGlGUtXSfm7U+Z4CRjWbLm2ZxkMg6ov/JLtKc1ahmtM2/uKkLk2wJGLndonqF4Wjja54p0hMmkxonTHNautAZCMoNqNTn0nOT7yHCNu0U+lYlK7SQMU8Xu45ERbackRV+lMB4EniS5WR2tvH+s5ZFY9xCZBrrJuOscNSfgNWpYGVqjGsT2qmyjHAl+dd5g6eM+lnxuoFqjJ9xE5fSvpF7WqCQSYWR/U5lJrzKDYX4FYaKFTq8MpluD7VOZz76dPJhXGEcb+LYaeF3/i7j19w/PWN33g9zqxvotPuizKZ10uhiNp78JNxjZZuvrRf4HU2ZfxUqYrSKqfMtAGrLdPm+eL1oQ+0BvxGtel7opoe06/cBNk2SJV/Z7BD/Ujlyst1pgJVS7H5GHLxUqmMRrOJ/YcvxdVXX4sjh4+iXGrAo8I3naBUqWoixZQqTsGqKdM1Z22X+oaQz52gWPFx2x2fxZ/80e+ht70h3sn8PDa4ZidZrkUWHvJ8KPQvZl609vMJWHUJOmgtVEKcjNHp9GSAhdEYvf4QL3jB8/HDP/yvsLJ8FP1+Pwvc7cZVDpWNgiQ2oHfrAA8+fI8AWvVv1QRnc2YWa2uH4AWlPV3Gp7DHIbhWYiWB2lStevaO8HxA1W7i8h6r9mf6Xce1LcOW8UCVLht00qYjHiOKIvkZlR48b+0z21g/fVpiETb18Ir03k9Usbq6KmCVX1YlLR6re5RZTwcr82BUTukz2FDnfTuZGJF1z8R753v+tPnL+W/Np3tv+x6vePGNF3x/y9ItykcHgyG9fx18+Yt345aP/A0OLK3ixa+8GYPRASzv83DooFaCaRUS+wUACWvJnRi3fvQO/MgP/TX++x+8Ay955bxs6AVqyMZRE01WBSepu1RVbgK3RZ+o45WJh14/VOudiYfTj6+jOVfHe9/7AfzPP/hfiJICnlzfEqstCwvUcsECbDP1muSOzgtMXk6VVqouMsCF40+aTslo1P9M+WZiLCpU7Zq3AqCIYYArn3Mt3vJTPwUvqMCV6iTbVkob11pqqokYVeKbt8m9m33fPZdOuEtOTWgDQxNf2TGpfqoK5zPrDv1HliwS9ayhOPK5TZMXWet5zIw7R7GovdjboFytSLyW96Ge3rPGS1PWK+2PwZeW6no2ruFritWLK70gxHyE85EBXHpadO3UuSoHT1U6r5At80s1ChzzPKmGMIkw61MoDfYkCcu1n2X86vMtvQrYuDIoitUO51eP3qVMFktMbv4E/E57Md1XcI5k1aN51eklk2oVBwmrI40P+3gcolatgHu7OOqhPxpKfO24fM2SVO7QhoYAifZCZzZPYXNjA+12C2E/1EY+kgTjus8qBSayzXi2ghdzPX/2bW+7qPv7j3/732bJSV4f+6V2XedSrHI911jGlilnySh6wu8Bq/o7vXbnglj2HsxbAdBj9fKrnotrn/tceEXuv56pYjV/CvINm/Qeviiwmt2XzwCwnm8dOJ8y9XyPP4cVQLZWiAqUogULVtvodtqavKYwiAVdBKv71hAEZVWs2nt+D1y1at08WN0LDa24LbsvpYR9b1JD7aumyfE9HqvGCoDJZDauypf3Z39no1n6Bec8VqnInnqwWrWq8WG1ilgrnHDY0Fyr4Dg/0GqNMYL1a7XqV5khxD5D7btswi0/PjL4uiehrrYxdhzkEnVyq9iMmZ2l9LRnilqjrp1WJxhRhnAhXXPm5+dRq1WlgkIMvsS+USs5WLX2jl9610Xd41+vT3oWrO65sucFqyzDlRgj17xKiL0j5e1kpgRiVNgFAlYJwhQa2oXUglUuoLyJqEQcs6RX/D93g1UO5jBx0RqMpZScilXCw3ZIaDZBteSjH8ZapsvQznNEhZgHq7zRCC/7LME3j+PCSwUsFat1KgHL9Mij2s3DIEoRMZg06xLBar3oCYCkMlXgaQIpx5bGkiwFFUGIBmMEq2wqxKZKzSJN4An8CGGABXqsJokeh8kmE+ZI1oOeI7Kqq7eINNSZEDB7qJcIVuk3S7/DRBrhUMkpAbAtS3BclH3CZW6c1feWYJW2BexSWQyYL3MEEoaEmP1Q/s5zVSlqF/Fh7ApYTQvASkWb93A6YrCgCiQet05eBOmEmcxAL883MB52ECwt4/PrQ5w43cH+wMXRmgefpTLUvJ0DrO6EVASl2DdblSClNVS/XH4wOgDQpkDA6oRqJlV6EnhasErbBwGrE6AzUrUrA1qqYtmUzDav2hlEompebBRlLGy1elKaQbCqZcAaCBOs8nqqNcM4A6tUMfE8yKSbTEQ5ycmfHrq0iqCbEr0+rbeU+NyaMU8ILjYRXgH9KJKGOnwfji8uYnxfAjoCDsLviVhHcHyx0dJusFp0VXDAU8TrO+Q4Sv8xYPU/alC1B6zK2mQ2TtzWSnfHJEF73MWp0SnMF+ew2enDa/p4IonwkbsfxHZ/gO7Al7J/Z+yi5ziIRgmaQYAnd0KE6QDLi/MYbLfw/GuP4tHHt9F0E5zYHuHgsQI2nhyj1XNx3cEAVQd4cGMTfnkBncjD106cQsHl9WtiGNIqIZKOkuxnXyqXRIXqIEB/GGJkFKv8XIEfwAkKiMMR5iol+K6D0+0uYgNh6KHcKAaSjKF9xFyjin67jScGY4SyQeMGtCDnOiY0IPBLY2lIJl0jGfh7HmbKDq47uIj2yXWMHRcb4xgtJggS4LK1OhZmqnjtSw8hijfxR594AqszFdz5+BCPnIxw7ayLw4tlDEYxji+WcNnaHLbbLSzPL+LaI/tRlg3BDMZ+BBTYPb6KO297CNHQlTLm7Z0ziCeEYHZDliv7kzlEm1XoBkD73hNosuswn0KH0glL2en3ydIk0zk29cw4ZUlxQh9peg93kRKshl2ko0ik3qJjZ/dibthFRaEqTw2SjXpG1hcXjY5VrHIrbkqpbQMau1EwjWqomNKgR3dwUhwk3cJ1I5/ds+S//Cycq1ziEZO0YhlpYtR6vMdNEx2Bw7bZQPad54LKLM4BPCNMJpgSSPOZ1CtVIbuqj8RBTb1IJyxt4j1tIAPfl6WV3kBKahWqqm83X3tUX0J5fhmlmUV4VKxWFax6vouJgFUNjOMoRNjZwajbwa9+6JYLjr+uPb6E4ZCNpRhse/C48EljRKMU47xjwZstRzNNe3iOWJbF+56+3MzK88s2rbKBLtd4eVUmNAhpvamVgNghGKiR35CzHFjLaLX5oipvjNcVobgFCRxBtiutW8DM7DwuPXoMN974Elxx/BqUilUZF5xvJVErL2c9/HKqEgMjshOYpChVy3isdQK/97u/jYe/9AVJkAWFMoYEFNygs/TUmaDA12YFiZSDxfJzAkL6+fLvvV5PAu9iMRCYyrLPublZlCs+tjZbMgeWy1Xx3hvHIW6++eX4vu99MxYWFqWUlABRAnxrlmnuB/r3huEA9z9wN6I4lNeXdaLgotGcwdraQQSlqiSO5NxZFY1lHkalYmqoTbNEBStWK5YHqrq32705tf/WcavqPQu1+J12Oeq6ook5wg+qt9bXT+P2z92BJ598UlQp/Nq3tg/XXHstLj90BJtnNtXaqN2WZA7HWLlYwtpTgNW9G++nBpZ2Hjpb6Xq+m0gBoaqv5c8uxaret3u/ngqsPh1Q3Xu+LxassqleezvFpz71KLa2gU994hP4u7/9G4TtHrxKiCuv+yb83L97PW66aREV+v9Kx1Mq/ktifeV4KT77kX/AW978V/jv/89b8aIXH5T5lImdcZSgVKaSnhEcky+quFIff4I3lj77GBMsSW9RTfQyTo6dGIVJAeNBhLf/2Dvxp39+C9Iy7TEoUFAfagttFRbqGFOYq7A+22TTsonl1dJAz/jvSIginV/MddM5SMv1CUmNgnWvYlWS0yEuOX45/uVrvx80dfL4ugQBhjHZ97d8U5Sbdpjb4zTQd3rP5NStcpNNx5C1V7GJKPtvSQgJBCM85neN/TPAJfk9nlzrN6j3pyTCNPeHYaePIpX8oxgf/djf4MUvfjEWlpblcRZwZvCMVVcCqemlbXzYU9qU0ftWlbSxxAzseeHCEy9yA4l5zXNQVY7R+N1aAYYkVeV4NdGmX1M1rsJ6C+mNUtleeQNUbeNDqqPF8kWqIVg9RHDKeJjrmKsgtaC+3wFthASq0gNcsptZg+QM5nIfw4BPQvGi+Puf3tqSyoTAL6FWqWGuUkS1AAy6bWxuncFmawfr6+todVpiWVOqlFGt1cRHG4WSKorFnoZrbCTfOReqms+sbzJOJ/hHgVVTsi1qX7M2PhVYpcpcro9RrFpQT+sPOy4ysJ11YdexZcdevtrA/t0CLSbLLr3iWjzneTcYsKrJ0Av/sgpzTV+fzTFNBdQzeeHzwdFsGJ49f2cve6Fg1UwG50pIukaxSrsR7vv6nTZ6nY4kolgpwzCK1WHzq/vgF8taMmDXfrMG2/ssA6vGcuQsqGrvL8MAtGeAxkB5qwJJkJsElCpJpzYA1qJE1alqBSDCERN37bICMD8XGJqaJld7PFbzVgB5NTvHIlX1OhbZw4LK7xDjSEGsTVDbMWibo+eTYnZNzZrWmYqY7BLnhSV56Gpk/tnzc/E/93jSQ0E8Y00DRFoDis+bTvqS5E8SNJtNScRQBMMkB7kVV6lqvY56vY4f+ol//0xG6j+bxzwLVvdcagtWf/iqGS33YQmH6fPCDp8MnAQkyoaWmXIXbMjOzRcXPQIvqikJiziYRX3DDZdVAcgmmL/jANbO6PwKAukNLnCWqjE+l+C1E8ZiCVArBdLZXZoXpRPUqgzkxxhGiXRJl+ZaLPEuEbYl4t3GOatSKYvXTS8ei9KvQG8p8ahMxMezVi3ApdQ9dTAMJ+gzC8Fuz1TgEu4VqRqUolcxVmSJ9shYHzC4mRrwT8CGWGGUSlOq2VpZNk+EsPyEM5WStHkJR2P5XFQuzpWNUsqUsbKslGeWvmLsH8/GURU2DqHCY6il0wwkKlLia0puZaIgNOV5U693ThjtwVhKykuFAOUi4XEs4JXv3e4NpYGKKFZ9vpaqhze7I4Spi5WGL5sfXmdeR+7JbVdrTmx8bHtIBdkYhw/W0ax6GAZFPN6OcN/XQnl+PRmhPupjkBSkTJdq5pmqqn22+yO0IlXtrjSrcNnkK1Sf1dj1RG1aCVzUinocI8IhApaE1z8U+Fqm/2ypLGo++qh2hpzoXMzWAtRZ6snSZqpZWVofRVhpsmwzwJlWDwEVzhKwazZLFjPpOM1NtIUPHCuqEuJ+hGuCvr/QHDRLLqrSlI1jVCdgZoklgDYeYRzH2mjFxYiNy6KxeKxy/EcmEONGRXwxqRJLWPJurSa0Qze9c6lYZR8vNrxiQmAMF2xkxlvnfetne8093exNj9XJr79TNyUSU2lALWsJFYZUZ064OaLflY+0MMH2YBvb9Hz0fWwNWygHJdzR28I9W5vYXI/R641QrLFMvoR+35emELVKFae2zqBYb2BpfgHbT5yUe2BtbQ3tVg+ndzZx8MAikvEEW2e2cfzwKlZK2/ja6Q5aAyoWZrAxTNFutVEpFKSTOsuq5xsVlAsp+uEICZtaBSm2eiP0QvoSO+Lp7HHcl3xsDUKsBDH2L9bxhcd7GIw5fMYI4GKG5bSESJ5gQOmUPlXUaTmdNCIgjJUgORVlK43XmQhhA5kZ38XarIdOu4elSg1Uy5xojxC7wMuPN/GyKw/hplfdgPd98lbsnDqN46sH8ZsffQyPrm9ipRyIp1fRGaKAEa6/bBnzpTEWZ5dwfO2AjLtCUEOttIj+pI+g6OHeL5/EA187jWajIiVo44TXSJvLycZTyjh5HYVciVeeNDuQAI7Bf4qEQQ4DLP5HKFVqwPGrApVURaJlnhLw2sCTAcV4gMmgBTfqC1gVsKXuxLvhg9I2A11UxTHTs81AjK2A1fmb1xdIKx6ohGxWcah+f/JJ+HIyRG3JoL6r+Jpa6WrOA9V6wAnblFVLsXJmB5A9Vse8/N5TH1h2g9E5geeSqtvpZjELfOX8TB+r51oPj4dJpa9AA27oBBfq+U4aqwjm9yGYa6BQr8GvzMKtFoEyIV4gx8rAjZ7A0c42ou1N/PL7PvJ0t/RZv7/80KoEydZ3VxU2nMRiVZlaT1dTmq+bUE10cg6jYtSCSu3mzfVdkwk2yOcYkwYd8jOdR60KoGA2vrrX5lymm69hZErIRB1hAlhpzqQX2W7U7Xvw+NlARtR5tLapNXHdc67HS1/6Mhy49GpZW1Q5WzTe5QTdsSiIVaxgMJlRQHBTUKgE+OSnPoL3/K//gajXR+A3Ze6m8kuUT5xrcrYItmmXBuBUlVuVrlpvUMmqcbiC3SJ92ycJOp2ONLtjQ6+Qa1sc46Ybb8Qb3vhWLC/tR6vT1fEltbfWD1gQsTz2gQfuQ6e7KYkkQgfC8cZMHWurB1CuzAgMsmBVjtd83r2Q1A6O/M/zGw177Od6HG0Q5NKYChZ9HyEuWloriUEHJ0+fxN/93Udx2623ItrcEVWixnVF2bSwo+6Nr3oZrnvOdZibncXOzo7EWHy9SrmK5ZWpFYBVrPLuK+QaScndn22acgquXc0ppqX8e2+K8wFPXbH1K39/ix2JJM1tIw0L2VQVeK7z+Uxv1PxzX/mSm57p03Y9bjQJMdhM8BcfO4Uz3kE88pXP487bPoczmwN0t4ZYWfbxrnf9IG543hLKnq8xuaZXJGFGu5ZPffB2/MiPfgi//+534KUvqslnOnNijI+9/1a89BuuwcqxBWFljDoEdUx8Ub/TXkYsY+QFFYRyeklFZazzfzQY4c/e/QH8yq//Pta3uPBqk8NJUsY46cl7EfgkaQSPljdybc0GV0YzIzptAqiUbyTWNGrnojCclQxsCEibKOtxaq5kdn24UVdlISuOhrjpFS/H97zu+2X9IoRQJb2xGsj7knJTLaVp03FhmzCxckK9XvU+yMCjWfbyIDITeXJeMucmT5KMy3duDNq/qkXOJBnLsUu8Jk1EVdEliS7OP34RG+vr2NneRrfbkQQM76FGoyFzE4EgE2TjaCz3q573aSl51mwuB5ct8Jakj2l+xzJgPZdmTjZ+iDV5/aICTeJqA1n53c5RJiqW2D0P7vSxTMrxjypV5f4nbKWgRTyrCVK1eaJtopj/bv8uvzfAxb6HnTO0r4dWNHGep9czAQqVd+MoVNAzHsux85zxj1/insEXJT2taGi/xJiL55jKzZFYBeRKohmQC1wzTdbMZXzHW996Uff37/zXX9BqT1M1pHZGmkzmf5JQNkBexwbvRxO7mLVoeh6MTZYo7LSCMQ+u7HmygmP+zu5t5TVMMoGf+8Clx3D9C16MQlDWBqrc91wwXJ2CYnu/WnC8dz3ae/KUP1z4l03aPt0zNRKavodNtJ0Tz+bArCjm6bFKsErrsF5HPHl5uFwvCDhT18fCyj7x2Gf8w4pXEUhlcba+LwEov2wpuobUGmDaYhRbWWHnGp2fdU+X/SzXwGqXdcdEYarGVezxovGJ/GFsZjxVbTMrqyqlbaL1HbVl/JwXpMGVKDx3K2LleCi0M0lk2WMniVTtENLbmErHso65aVpqylema/c0+ZQfN3vXdrnWJlaw53ZvXMSwK/ObNRYneX9tjWf1nHMuFbYk4g0mVcgJ6NA2g1qzgTe+9V8/3bD6Z/X7Z8HqnsttweqPXD2rgZIBq1qeqapSreDQiZ0lSApW1eOTitWzwKo0djRG+Nl4Z1BEfyYNTBSsEojRI9CCVYjik2CVpf91X31X+aQ8WJXMs8AySIMTbmpGLJMxYJULHcEqy6iZOeJqP0rYqd5Box6IdyBLqqKRgz6Bl5TPqkK3Is2iuBDRY3OCKJ6Iio1ATTwEzUrEc0F7AZZoNyoFzNVKUhrFLu68wTOwGo2k2Q7LLmfLCkVGxtuEYFXKWFk2wALTAkvi+d4uBuEI/SQW37eqgaHZZOtwc2Oaiwk8cAWsUh1LsFoKPMnw+wXK8AlWQwWrtG6gItWDALut7hjDxMFKU8uTCb8JrLm5EZ2ZEZ2x2U27H6MQuHjutUewefpJ+HNVzF9Sw7137+DRu/tYqgPBcIBR4skETkjNc8DPS7BKiMoFcrVZg5fGAla3hwlidl6nIjmgYtWXRceC1TimYjSS1yi5LprlioLVcIQ2pcTwMCNglYpVVZMS4LKL++pMVSZ3C1YL4vE4LROwYJXj2BpdE6yKT6VwKUKHFH36H7oOmkVHADdfg++tfn9UbnlwDaSklxwBOMc4QT7VwvQ6IrTSUizdiEs2npv5NEY/ShAl6rHKQLPCMehDEhaECBxjYr/BjNkEeO+pi/NYnfzGfzLgiwuxUYLImq6lz4TmBd6RVMh6MdpRF4NxhH46Qmc8Qn/i4bM7p3Gi18Xjj7Ls1UFlhmPZxelTA/hBANct4szODg5cdgjNWg2DrTZOPX4K9VoNzWYdJ7fWMcfGVcUK2q0+5kouDi66iMMEj6z30U5UGbDZ60vnd3dCv+EYtQq9a6mki1CreeIf2Yt5T2vDWEJDbvoqjRJSNnpKB7j28D48cnoTj+2EBmClqNF2Ix0jod8YNwumM7ANMiW4MrCMXWJHVCdSp8nrTG87Sb6UFQolAxwtl7BUKSOedHHk8AJefvU8bnjRi/DQZIBPf+ijeM3NL8Adj3fwX/74doS9GLOei5VagFVmjEYDHNvXwGVLFVGQHFpYwL6lRTTKTZSSMraxg0ZzESce38Ltf38vAjY9IqxLtHRV4biqVCU4MBtPFZTZ0lZj1s6O4pOxgmM/gGfAKpsBSWkmA3SjjxCfOtk/svSwL2DVCXv6PlL2bkvsp2GnBZ0a/+rPZ/oGmkoTFeMXpzLQHKjTxxMGSw8racCgKsaM02brleb0Y7EVUJW1XCy7MeaUlVPS8opZH1otk5taAmijFgepKGLVO1u/tORS/UK0jEiFI/pKtkGWwibbJdlsfghjZTei72VfK5ldRXF+PwqzDRRqFfiVGbi1MtwKN43cnBKsEvIPMdjeRLi5iV96z19dcFB2cHU+S9gIKDXdYbmGMcEmP5OmjQqEed1VPaBWCqrA102YPRN5qKpJmWnATCDL59vSfIJVsVJhkkOafLkYjSJpMsavTIBjQLQE2MZD1V4bmY2swlxKRAMte3VcLC4u4YU3vQIvfvFLRc1KOM41nK/LTToVpNmmkmuqKfPnPNIZdvDHf/o/cPtnPoYSFU9+VTYFfG0Lou3GhMdOlSq/c1PJDYYFf7oBSmXjzT98jtobpKhUS/J6VLVSFcUxRh8+buRfdPMr8Na3/STK5ToGoXquihJQzNC08RTVHw88cD92WqfET5blZtyb1Jo1rK0eRLU2a1TQ0+2FHSTnA6vnG0S7IdDuTSsTvAK3jW+aBd3MMhaY+AwK+OKdn8cH//L9eOjuu+Ey4WRsITgedH3TJl1jZ4LLLrsMr371q7GyuioVKDxHtUodKysrApDtNZfrThi2B6zauTnfvMoCbf3dhYNVglMLGfLnQtWFU7Bqz59u4nZvs88HbZ/qxrXX6WLBKq2YWidDvPuWR3B6soz+9jrikN2WhwjcEibjM3jzm67HVZfVEFCxxpuDXs4ZWJ3gk3/9D3jzj30Yf/Dun8dLbq7IvMbp/cPv/gIeePAhvPZN34i1S+eELRckSZViImo4nScZWxPkWdG0VBaYzSflCPd/7SRe/4afwj1fO6GNh1IX+/ddjv0H5jAc0J7GR7fXRij2QWPTQIX3YoRoRP9srjUGrIpKkgrTGAU3QqFAUMgjNh3fbUNKU+Jsx4VMwwJWGT+GeM23/gt89/e/DiOpzTUQwpay28tqk2Ti1T0F+rq2UXAy9TydrgfmXjRhw94mN1IxkQESu8CqqlF/sbtUlf9mLKn1Jbx2am/DeLjqFkTpLSrJOEa/10W7zUSOj7u/cg+WV5Zx6OAhbO9s47777sPavjWs7N+n1XBW+WhFBaZkV9cxXRepkPRog+Sy+SwFAbrESjzAdVeUbwniUSQqziqrLqwnqhn0MlfYplRSmaCNqbT5TK4pDeMOSb4pSJUKBMbOOZjKv+8CqPnfmaadfD96Mts9mb0n5d62cYbroNfvixqVXzz2UrEoNgoEH3hjYQAAIABJREFUxJzrObY5Xw2i0DTV0Y7lYcRmi/RbHWpyPYqyLuq8BgLWKAKxCUNzHi4WrP7mr/ysAHHtQaiJfl4X07rKgNUpIOV+gXOCrPW23wDPo0lYWDAta1zWdX06j1nYbnNXuwB4DqzuO3oZbnjhS+AXaR3F/e0/PVh96oDn3GKSc4LP3As9E7Cacy3P4OozBavcQHDdphUAK+oG3Q563bbeui5FTQSrBSwsnx+sWigqEbeZzySuOkdnezuX6Jqld7UFq/nf7QKq1hd5omXuFoRyLRbVqliG7W5klQFX8Y9VlWm+eZX6rqrvvAWVU3/9VCqZbBx5LrBq/VVt7JgHq/kkjV7KaZLT+gPvXpf1X7IjfxqwKvM279ecV3TmbW3mC42bgZmZWWFL2vDKsK8UqM8oWH3DW37hqYfsP7PfPgtW91zwrHnV1XNyo7JDsXQRluYJUw8byUbKROIglCbA2pCJ5dGUwe9SrJqMp0002cx0ws0QoeyE4E3haKngieqMr5VXrBJuNgJHFGcs3alXA1GshiMWlmpGWsCsAavc6AlYLRPOAN04EigqRf3cuBKsEpA1isCYYJWfoYDuWH32OElTAVoNCgIFOVEyJBVfWD7WgNUsIOfGbFKQ8r96qYC5egn9QYieqBQdzFbLYA/FYRhJV3GC1ZmS+ZxUIjJbasEqMS59SQSsFsRMngrFPids15dj0uodzagwWGG5tFUkcPIhbCSkKxV8Aas0VQ980d0qWPXYGMkVAMkNG71Rd/pj9CJ2RC8KRD4LrEoHYBfDMZsP8VyMcXjfHDZPbWH5aANXv6BCvIa/fs9DcCceyhMHMa8Pyy99V30sHQtWedUmWJ2pw0v4viO0hqmUU9NKIlOsGisAq1glWN2lWPUSdIYjdOjD4HqYqfioeSmK9BSDi+1hjFE8lhJsZg032/1dilUbKJ8LrBLwC1g1wSZ9Qy1YbRQdVH0CKqA1YHDBoFFBO4Nhvi4BBoc+g1DCcwJTUX9JkGQVVXoDSkZvkkhzLCqixxMtNSZYrfr0qHVETUYrANoEiBKaHqunL06xmv7mf5ZrLBDZ+grLnkEhOg3YdZF3MXQIVEMM4xHaURseqvhCawf39jtyvHfdt45C4KA+U8ZOq4/eYIJqpY5el2NwgMPHDyGgNcZOF2dObcNLPFRoN1HyUGEfAreIXm+IeiFGI0gxF1Sx3QdOD8ZwxjFO99oYeyU0KkBFejDQw1IN1fct1dHtxdjshSiWyigXfQl86WlL3ys2r6JVyTWH18RT+db7TiLxygIWCas5j/D+6fYiyHxkDM3zmymO2Yo0vYsRcnPnF6UJXjNliVgBW8MYpckE+wLg+HIZNx9bwvP3HUW3EqHamMUHHv4Cbli4XjqO/7v3fgJfeXQHZc5EE1p1ANetLWFGkgkxFioxllcXcPXBQ6hXimhUG3D6MYLFOTheESee6ODOz98Pz6MfYYooGhlKxYnRjIWsq7HCdw2yTNmRIECdDwRZFgJ45QbgV7U5hJiu2SDNjFERYrAzaB9pfwdu2NcyGW6IzjP8rFWJnUtnBtMH2gBQN3KmY6jw8KyVuc7BcvAs0zRec0Y5ls9AJ65aetiv7HfGA45cU1i7LaE0Y93CnyxYY5WAQNCc951pgc3gywavUyA73XDrHKJA0r6/M7GeZub8mzLvZHYRwdx+eDNNuLUAxQq/V+GU6THH8sdA5ofRKMRgaxPh1jZ+6X+//4LDsqMHliWYtYpGG2hzTgrEMkYhYP5cSgAtmXg9D9zgcg7i/MXX4u9ZcimQOE0lecLvqtqZ2gVYOMnvqrbkOh/LWOVrSQmnKDk9eS43sFYZkZWWmk2CqmWoVB8LMFXlg6oG4vEEV111Lb7t278Dl11+lZhcSNAriixWy8Tq12W+5LiKPu6+/y787u/+V5x54lEppXU8JmMnGBuwagEyf8bnEJpSwWTVSVZ9wU02f2+bWlnFBY+1VArQnGlge3sb/d4QQVASv77xOEKvF+H7X/dGvP51b5J1gXEME3DKV7TKgeqqhx56EBubj4taShTAPlCrV8VjtVafM6ry6dB4Oh1PNjb3bDj4CvnzbseKblCmiTsFrFzP9fN5vofbP/85vOfP/gyPP/ggZoISSj4b+PUzAK0bLN3wFUusZuhheXUV3/4d34FDlxxBp9dFtVjB6sqqjBV7zgWOWL818xHz8DK/qcqD1ami/exbJq/Q2nUu9oDVXWdULFTy5c0Wsp29jbf32oVC1ou1AiCo6++M8dkvrmMzqaLBRqxM9LZ6SEIXjdoEL3rhIlbmqQIysn+qyy1Y9Sb4+AduxVt/4hb82ft/EjdcN6fN09wEUauAL39hHQ/c9RCOHlvGja85BqfA+IXJO9rPMBEFeNwb0H6K9wobs3O2nUgrKIGonc4It3/+Pnzik7fj0Ud38PGP3YE3vukH8JM/+0ptlkeRw3iAeMB4PkY0HEm1izQGGkbY6WgH6UGvL0rBbqcryYpHHrgLt9/2CUmsEawyQape36pMzKvfVGXJ2H8iFU+v+pZvxqu/5Vu02aFVeeV8MmznaLmfc6Xt2UadKfy892puqO3dzOdHoa3tyN9fhLRUD+aTIflxpP6M2kDRLxXRjUKcPnMGV64ekFL0YsFXUDlhc2EfX733q7jtttvxXd/9XVhcXJQqnC/f9WWxGzt6xTFNTMn8ouCB9z0FBPz3FDzpXMS4kKBSIKq8vsazAhCNJoGqPAIkijZEEFMgmNQv+Ry5Dt6iAM8Uq1rFoIkXreJiAkaU+eK36sJl0teoVEW1Kj6mLP0viGejeK4ab1YqUnmtdH2agnALWQmI+cXXYxzXarU08SZ7RwdBSavpuGbwHHHeoo89YZOFRByXXMOiKBRFH+d/WUM5x+UBzT8RWP21d75doC/XMI4BAd7aZlfWTjtvZ3tQG+fYKqBcubR2U9f10ypW89fJvoZU2Jn1wZ47+W7WQiYXVw4dxQtueimCUl39+E3t0oUFKU+tWL2w1zLjzSQuzvfcc4JVE1Pmx4x9/nSNkN9qKk3ixz3vkKvq4vooHquTBMNeF71ux1TSaBxFxeo8FavVhoBNl3PlrrjRKlP1etsyeYXjZ3/l4zcb6+9VrMq9nYeHxsrHqkU17tNxbuMwKvXzQHX6c703rL+qfLc9EIya1R6zrV5ipY0Fq3bOoWKVY8keA49R7nujjpYkjvnM+XVbGipmso/p+cg/Vj7vntOVn1/ts+zxEf7IvWW8YTWRZ/mWqs9pBRCU2Cybsa/GSyxmIFitNxv4wbf8/MUM2a/b5zwLVvdc2r1gVRWrhHdclExBh8lCcnMjvo8sjRdh5jnAqlBZswpLttOabtMPScvqOUgFrNJbU3xzVO6eB6sEczNFF/0xPexiASLRSMEqrQAYAFDn6QdsV6MeGLwB2EyCN2lnrGBVQkwGc2kicGSmWYKTA6u9WLt+8zkKVn1QmMHsLVEdoRY9PwlWWbI5VcWkiFIXUZSIN+j8TEUCQwJOJr1nqyWBmMx6WsVqs6iKHIJHC1ZFJ8RmNBasUvFDheKI/pIGrBZ9UQVrt3rNoIu60sBWqiI79KOMYikBKxVVsUqwmilWDVjlOSAwpxKPgJAl9aszXMyl2ES7EcvmVL1FGAANRim6YYponGB5voJ01MfsSg3HrvJw7IoVfPrjW7jryy1U4SEKI1lA6CHaZMkrIIrV7SG9uwhWa+JzRQDdomLV9TKwSoAspcuEaTwnpps8x1ORitVSmc776ErzKtEPY7bio1pQsEpF3RY9eg1Y5UDc6gxQoipaNrLalVjWSxMAWgU1xzIDRfEFM2CV4mOeU16jmbKLOseao+fNKlZlPIhiUr1TuWhyQR2L0tl4V8oeR72K7QbAglV+FvEeNmCVvsL1wBWwShW2eqyqYpWq1/dvPN12+uy5m1YA+K1fMaVs07I6WYvkdPDeYYfTiSibIzdGJx1iM+qg3W+h7Mzhb04+gtAt4Ew3xZ0PnEapyjIrH5vbHZQqTVGPsXEOy4QOHzuAEWLsbLfQ3w7hJmqvEdPqouSiUm6itd1GxY1RFmDqo1KpySZoMHbRifri68t7cP+Ch+ZME2e2+3ARozD2KaXHVncg3laLC7Ny3rtD+l4x2REjHXuolV3cePka7r7/BB7tjkQByzQDbTKoWuh2B6IEtipVC0kUqIl0BK5Dd9IA6WiIRW+M69YquGzGx7DTRWWhhAOzdcxXF6UhUacX4Mn2OtZbpzB2Qxw4eDU+d89J9Acd3NWO4UQp5otscufg8oU5BM4IadLFUs3BC665EleurWHQG2BmaUEC6WJtQWDwqSeGuP+r6xjFDPo148z7VJvsMEhT1Z5uflQ9JsoZm9UWA2luejUgTghWS3U4QU067tp7wYaqWoamXZjjMRWrbXgEq1IEpmp6hY3ZM+T1p5pXDUkbfZYIKrATz1QRme4umRNv0qwk2o5ro7I18FKOT/6n6ppMBSQbegOQxcpAFUXqR6ZfohtVCa/5Y+GobT84vVdyT9MsddaVV5NZVhkgd7C8da6cS4SqpnNY1pHdKKNmmghmD8BtzsKpuvDLVbi1Bpwig0puMH0xV+DmLmq3MNrZxi/++QcuOAA7fsmBTI1gN9EEgFTASHArQaR63aotj5rxczpkKRihKu9nKhlsUMyfcw3R5+h5ZcDNP5xL7Vpog2QCSWlkJb83SSeCXfo9FnyEwxDdbleUHKoS0gDXbujsh7Y9ahiga1A/UtUoK0iiGLNzS3jlq16Db/ymb0Wt0ZQ1mHNjHqpaWBHUyvibj/0V3v1nv49k0BdrIHpgM87hZtkG99l9b5JeFp7aY+PmgR6i9tzwWK26VSDtOMLS8oJ8llMn16XkWZs9xYjCMY4cuRw/8zP/GiurB9BuD6QaSJMfqljl6X300Udw8vTDKHjanCUouqhUKwJWG82FXWDVJisudKDkN2Z6W+1eT6wVgP05N45+UEA36uKWD30QH//QLeht7aBiVL28fSWpYhQ2vKaEExzPVNjxum21trF28ABe94YfRL3BZogulheXBLzaTZTAbfEBnoLx3cDy4q0A8skGeU0DVs8+d7Y73tnHMG08NFXG7H3+MwWsFwtWJ7RBSV2MUw9j401PH3jmOLptBxTfVauMUZk8Nd6TIrRXexMqTz/6vs/gx97+MfzJn/80brxBLTEEriaBjNevfOlR/O2ffgaH1vbh5f/n9Zjb1xCrrNBNEIQO+ie3BPwX9zWR8HoZSxR7juV+liS3g9EQeNdvvAdp4uOnf/47UChQMURve/XoPutLrAXyRbnTR3zwfZ/ET/7YL2C7u42UMYNpaqhVXFNVJp9hrQC4ToajEN/+Pd+Dl7zqVWrHZOZyndRsAtLYapikeLZ+2GoIxbG6puRLgc3ftXx0eg/Y5+crmGVO5mMEiiq0sfO0HTfaX4rJMYoYItRmZ+H4ATa2d3DJ3JI0gGN1ztLiAkZhiI1Tp9BqtcVqiQpwqYLCBOVSWeD0g488lKny9b0UEIjqN/c59H0N0DUWL2J9kYxx8sRjWF1ZlgSclN1Lw8aJJFoIXuGqLUr2+U1cbf9NZWqmTDONB6XnBv1U5XcK/qR/hQGrUyUrVaye9IdgA6u8gpWvKc/juczK4/UaEOjy99na4jhod9qaeBOvW520NHHEROFYFNPD0dCAJgO5Ep3HRK3HdY8JRQoc9jTryVsB8P0vVrH6q7/80yhJApLHqPcHgRH3I3xvrfTUagqNh9Tj1n5OmUszYfTZVgD5ddzGu1nvMaNQlfsnZwXANW9x/yHcePPLUawQrHIeVlOoC/v6/z9Ytfd3Bu2yIPc8ey7GT6IWHsNLxwJWqSTnHKMJ6lTECPPL++DvAavZe+3xMs+D1fy6lT/X2Rqe2S3q8VlwaGOZs60AtKyfe+A8ROW+SZtZaYOqfEOrZDy1vsgAK6snKbw4F1hlQ+CCJj0snOf7MTlGsMovCzSzeUEU5lPP373jdPc4s3HAdPxZsJpff/fGOXp+NP6V3xn1riSYzXWWH4vNQapgtci6xRSTWPcAHPWNmVnUZxp4/Q+/48KG/9f5o58Fq3su8F4rAKXzugiLpNsYqMvmTAzjLVjV2hkqVgk4WR7EBUuMgA1Y1YyP3ZRpwyhu5qQBBK0ABKx6ArREsZrQv3IsMJWNpGZKHga7wGqMiIbLDBoFSKYIitw4qlecdA4uKljdrVjVploMO2aaxcxjdRR7ELAq5uyOAN5K0VMVrlGsEmrxuOS4DVhVmb76X9IKgI2XFhplWaB5/ISwM9WSfLYwHCHiBOtQgatZGgWr9MPjmVMYIBlqKlaNxyr9OWlnQBPoinTM1g3MXrAqJZqOh244FhsFljqKxyoSCXx4LK1+KIC0TC8mNg4LXDmH7WEizcLWmtpogBlrZkp9KRFWwMmgiyCdClFCiqXZOobdHSzsa+KSoykuv3IWd98zxOf+vg1vMFLbBF5fgtUy1YGqWN2mGhEpVmbq8CcJumEkitU8WBX/V4JVaZ7DDBI9skIJaTOPVU9Vnl3jsTpTDUSZSNUzg3lVrCZYm63IudrqDOVzs2EJYYBknA1YteGyha2ZFYAtj0ocuZ58/FzFQ11KA+g3O7UCkABFlL0Eq9p8SxYuXmMmEYxyznrKaBBoMno5xWrMlkFUS3lpBlbHo0QapHEMhgSrkxTvW784sDr5rV8xd74JjIxHn3T9FUXaWO0gCoX/j703j7fkLKuFV+2p9nj2mXruTqcTkgAJYZI5CSEQZBIVRHEALjIPgggiOFz0iiKoKDNyVfCKKCCTudwAIghchqsgIMGEEJKQpNPzGfdcu6q+31rP+9auffqcTrr1+wey+TWd3mMN7/A861nPWliLe1iJ17E27gowvenEEP/ePSwNqq9ddwI3HRqgvRCg2zVQOKzWsdbpY9ijdlqAu198nsBRGnh1TpD1GClg7FFuoDDG/Ox29HsjpARtqxWsrA/RoCMsEwrRYGL0egMMR2PUKsA9z9+FaDDGkdvXUSylKJQq6A1Nt2d+tq25OWARRa1o1EYmwN/Fvc/eSVo6vn3wKAbS/jGtqVolxJAMhNg0KRVMuhZUH5yEQYyR9C+BSjzG7kYZ89UaWjTMKw4wqsSos7V3XMHtSytIowTRuIjlJMXdt1dwvDPEvu078NMPOAe//3++iSOrPRmgzYUB9s1Usb1WxvZ2iMXZInbNNXF2ewHt9iIWztqLaNBH1Imwur6EY4fHOHaU86rj1E0tYZBmahLLzZZjUkGUWrTseefbJAayRRNOl46M+OoMCpUWqCdi3cim+qag3PQRxMqI4y7S/ioK/Z5ALconlAgg5h5ZECr2p3+kmGPxwSeeWRDO43MgJZm01P2zyehAUqNDKTD0hiSWgbo2LR6D/w27Dhy/1hblkltDYbMat09ojWrrZQwcU1ZbmIQHnLSAAb1xwABsWv9T5+L0rPwRmDSssaXI2J+A8wQWHPjcrKIycxaCmVkEDaBUq6PQaCMIjXlUQAUx9cXjCKO1dYxXVvDrHzp9xur5B/Y4qR5rz2IS6lvaLfG3goqBYAamDp0UAIF0soGI8KnoGYZiW1rjCfdpYxrRlIn7uwXEzojJaWWFLP4VqWdnunUEUvmo1qsOHLXgXTpbbh/zgIRn2k70t+xeeoaTD+C5B0obVxrwZVx00b3xuMc+Hne/8L7sN5kGEfhMqYReMsYHPvRufPpTH0MwHKNSrGDEeUIGHnXiN7B880Afr4Nnq3r2qoL4zDTPwFW+h+AvNbnm5toCj6nBrJb+QhG9fldj9Kk/+zQ88ceegnFMBjHnh0PpWTQtBDh48Fbcctt3de68fmFYksTArl1nod3eJhfvKWDnDoJ1D9xkyYTfAabYatNgEZMPDzhwHNEwcDjs48Mffj8+cdXHEHf6aFRohhQjoNEj/zgJAEvoqA1ubBiutWQpBsUAa50OLrr4Xnj0Yx6Ds/adhcWFbeowyIMuBFaljryBrbPZv/11OJUUAE930+86BbBKHl+esTr5/B1LAfz/DazKNZ5JuwOP3IJt9yIgMMozZrzC+Wrzk9rPlGIhsErQ8hN//zm89JX/hL/78Ktx34vr2jsKxRiFcYBUhlQBovUCPvmez+PgfxzBI37hgTjnobtQHJdw9Jobcfia70nz/cLHPQzhYgMlFvekP+vW16y13uRW/ufbP4rOGvCyVz3emWBVCXciKFQzIlg+ojFlbFvDMzZyCvzvj3wOL37Rb2B9tIZRMkQUDwU4sZhiCfNk3PAQGEtwTlEW6pkvegEue9QjRXIwYJE65M6Y0BfffOu4g1A9OGF7ke1Bvihu25r14qpwpyKgFRTzBTfGU5PPOrIJP5rbKl3J0Z2x72yi/IKBZtXmDFpzs4h7I3Q7HayvrKC7toKwUkY9rEhmiWxfGt5VqzWtmV4G5tiJE7af54au3Sd3hf1emTG+nJZyYj4AS8eP4KN//3486pGXo1lroVpzWqTsoHMGWJkr/UmMVesEEbDqZQAcYChgVXuIyQBonRd7zYBUD6xOgNRpvdV8i7s4qN5Iyx2DxddWrZLWKskdy0tOVkb2iTouvo/XinsW97tBNGn19yQM06A0YJV7JiUAJm3PTmPcFQj9enOmwOofvjYPrLp75Lo519ZWNXZpnOOLewawOsk9d+4Z8ccb0jqpBLOdtIdfp6yomD1rhV6vlyudUMrZDDC3axcecskjUGu0f2CA1a3W6vyemUl2bKXxmgdW4xj97hq6XOw8sMqYOyhhYcdulBttW3toAukBW6uOZuvdJP5xZn6b1Z7yhZ0csJoHU/NrVyYvICDU5ACsC8VYqBsZq/7fGbhKEtoGxiqlANilw4KWlxbIz4mK5AatIM8xxNcYE9EUjsfm16esOCIMZDI28/cmyy/y98CxG7TsuoLuRIJkEs+cVDR2wKq/JsxxJiQUyztYcOf3UmO1HFZEAmDxUilXWtBa3Gg18YznvuoOoq8frpfvAlY33G8PrD77njSv4qA0gXdNiiLb7aeZKQRXh96EKjWNVaaRZLdyA9XEZWgn5l9+ZSCVmuxPa+uT2aKXApAIOVuekZlX0eV9tkZglR4sMVrNirVXU+sm4TdTE4hSAExQzVE4GacIK8aSJNsz01hNTWOVrfmUAmB1iW2o1AMlsCrKSMJKLNCoUmOVAKS1EkljlcAqA9ScVhGjKrpDD8c0jAIWWjUdH9vUeY7UFyVQSHBowM2ZDvahaXhGY4Iw3gzAQF2ZBxWp8VqxduZhhO44QqVY1vdQL0q6O46xyriBYKJFaUWBqp2BA1ar8vVGuUwgO8VKp6e20zywOk6L0gpd6gyxZ5YJIANhM5gKpcnHoo4lRmTc0kSMLTU7F2bRW11BY76Ce11UxNnnbscNNw3xlc8dRW04Qi+ZaKzOEFgNAiz3yFg1KYDdcy2UkthprI4xDiaMVR6fKYIZ48GbV3E0VguBzKsKpSQDVnm0840QM24sMYY8MWCbQ4Ld8w2NRTJWCXBTW5YRpthUOcYqEwmytPjwjFUzrzJNYN5PohHz9RKadIMeU+OVuoqmx+YZq/y8uWaz3Z4aq2ONDa9f6XVzTG/KxgFZhJICULu/tUUQWG2WA8k2jEZOCiAxKQCCfB8+cmYaq3jbH7lkwCVAbHHQfGdSRIAuMoC/EOD4YBlraQco0CwuwCdupqZuCeujIf7hC7di0AvRno/R6SZyqx5Si5XmZqNY2m4H7nYAS8N1oFJGOoyxdmRJ13ZI0DOJUA9boNhGOljFKCkjDeiwbU7TheJYrCWSSwgmc4NfbFWxZ3FWLO/jywNUKsaeXFvroMqFpFDGWi+iB5F0hAkOR/2hTMB2zdcF9t+62pGECX+XRlaMR3vpEJWg7Fy6cwujA584vfj7TFIpycHCA8GAQTLU+hGOEzT486UQo2EHF2xr47ZejHorwt12NvHAA2fjHhfsxMve8QUcXu2iXQywv13H9nYFDQxxDvUT50O02xXsnlnEju1nYW7XHiTdLm654XbceuttGI0qSOKq6a2pfmrsHAsOxmK7M4GNxbK0e6sGMrFOjZ1lyKOZKY0LJRR4/cMWkSfHvhSVxrEy+Tlr/U4oBTAgY7UnGQkCq0zAJ2BqDmSVkdsk+ZzrmUHahIVjTEnTgnVV4tiKHRPzKh6HaRrZ2DQ2lddT5XNk4Fvwz/njTo3n74zZ1GblMlfv/KxquDOV8sfO3xDrwgOuTkeR8yEOhgbOOjH7DMRRZ8OEda41wkG4Zg5hunK85jpLXnauTc2zEDQJrCYo12soNOYQVFnM4veZji9lVsadDsar6/j1j50+Y/Xc/Tt1m5kg8uHZgAo+BZ5Y2m9gBIHcMXps1Y9YFOUmbusj56AM3YQamHkJ9wYaQvZHQ9MEp04p9RNdkG8th1yvTCKA3+G/qxwa4Ml/s22T6yC/x9iqFhjb+22ucX1m4M/bwVZRPU/XZV7fAp+3RJ0B8KA/wr59+/DYJzwZl1x2pVr4yeoSc4vFvWqIwytL+F9/8zZ8/V+/hMKQ2qtlxBSP1PC0QicfebDUF754Xjw2tZM6Fq4P5H1SbomYsa/YCdJo1gVMHz50VMdIdh8Zev1BDzt37sV/+2/Px30ufgCGLOi6MUiGNLVpDx06iJu+f52167LzpFZGjcDqzn2Ynd0uYDX/sDlyeoU2n3TZuD2Zgedb7n2BaXa2jS9/5Uv4q3e8FUtHDonFob1MgIVp7kp/MpdEeWMz/gRBPxWTEzP3uvTyy/Gkn3wSdu3Zk4GqGbgtjdVJguXPdWMSPJX8nkJjNX+tPGBghZbNWv11NUw7WWZNkz/+Hm9MlTZLzvPP5e9N/vkzZqyyyErWXZFzmGw2W79B3cOUMR8fDJi5GhljSKxMMVi5rqW4+oP/jF9+1WfxAQGrnOuxMYXjsvZ+rs9RL1IB7YtX/zu+/I/fwD3vdQCPe/Il+OonrsaJ625FUK/8+korAAAgAElEQVTjAU9/AubO3a5YjsC5DcMJX84zUt/8xg8hLG3Hc3/pYdZREZOZyPU1D6z6whbXHNOq9ti655L+/fs+gV97xWuxHq2jG62bDJNzUM/vO76QJoiT1yiN8byXvwwPvfzhIjMwfrMc3WtuT+aPPrtRfsZH/a7457s1JvfWf366vV97R6btvWHWOmzTxkSu+4NkFukAxihwPSUVOSihyLZ1mUVZ4aFP8IZFYXkBcI+dgKUqFtFkleur84TgHiqTykyb0YHQ7tBp8Civd44F+lIUrEi2fOII/vydb8PTfu6n0QhrWk/VxcZExRkclnLzRGuj69jwe6EZFzuTGv/fU8CqAakCWrlHEUh02qvTwOoEXPWADPcl3yI/AWBcfC192okZDs3zbB9yDzfAvBQA/ybw4xmDfJfk4hywKj1waVIa628KyPovAlZf/z9+2Vj+PH8RMgxgF+nImQNyP7K1ybLrzJTKkP1s3Yqdsa4HWvPAqmaqI3fcGWB1dudOPPSSK1Br/mAAq6cqgJ0OsJoyv1OxK0KRGr3dNRlYMfDze158KmBVgccEWPWgo2KRnMbq1OqxBbDqY5ipgpArAgv8lNlUXmN10vp/ZzRWp1msBFQnGqseVNW8SBJ1OW0GrDLu8+fI4/UFFPNXyE/NfBHAYVFq67F1W+QLETxsrttau3F33qQbR11+Pq43trEF6fnnuG5SMrKdAavx2L2eBqjPtFBrNvDsF/zmyT/4Q/zMXcDqhpvvgdXnXzjnAu3pASnmKiuLxB5dBTaRaRO1To0JKMaq0+rjhu4njZGNGBw4V8OMzcCc3txl2aJNraBy0bR9OqMYvcjaZthOT3AqHkdo1kzfrUNGKJ2vSTkvsH2b2jum3cagglUGBp3dIQFOxphMwqztsJgSAK2oJZhswnFQQj+iU51ySEkFULOxXqHuqwHGBEFNA9PMPziZtVmlMSIUMWAiGaRYbBszpzegaVGCVlhGs0oN1kjvIRDUDKkpWxZzh/qpBAcoVc6vjQhOl1I0K2VtlgwCaX7EVJiaqdaqP6l683pJR0hAAnUlDVhlsEEDrmJgLGICh53uUEAgwUUGL/ws4gI64xjHOkNsa1fF1iXz0qQA3HrDNFyap8DayK7F9vkZjDrraC+muOCiIvaftQNLx0v4x6sPIRj0dJ5KrgsFac/yd5f71Ookk5CM1QbCgt3H5f5Y15C/TdZvI2RyYK2EcupGgFXqslByolBEuxqiXEywNqJ5FRnQARabVRlL8dgJxh7vkpUA7FlsaUwsd0YaJxVpA5ken5IRF5xIdkBaqKnGEsekadnyvhekBcvFe7bGNu6ygO1lslgJVmTaRDZnKtSAotZfnAo84PWSa6fnOjgtQAMTCAwlKiTw0vAeMl6t8U/ZpABonjWktiAC9IZjtfx95EieGXjnVnJKAcTv+CMjkvN/2kycyy0hIHpscaMqA+vxOo4P19EvsXAQ4YbblvBvJ1Zw1s4QX7v5ML75H+sI5hvo98cYjgZotprodRK1yRLoqzdq2LNvN9Z66xrD7fYseus9rCytqHVEoIxsh42lyO9gmxeDVm3QGYkrRikoIiLgWiqjVa3irH27sHL8GJa7PdRrIZCYuQBBIV4fsnY43qgFKLZKt4dKsYSL9ywiHq3h60fWME6rqICJAzAgsFpyxSAX35Dnw7R7yIvFNYPFIrEfiggJBCZjDGTwwvWA6xe1hcdYqJXxxPO34aM3LWF2oYiL91Vx6eMvQzos49Vv+JC05/bNt3DR9gWsLa9gkK7hIedtx/0PLGCIAfaF27DvwD1RPbAH0aHD+Mr/+apAGYLQvQGNFBKNg4Q3S+2XBnxtDKT8axmThrOCbaDpWPqJCdugK3UEBFbJKpQGn42/zA/KSQEEUU+M1WTYQ8E5ArN1XaNIoK0ZuHHumFPsJEltk9XtgkADOw0QNoYZx75muiXjZA9SMlkft4TQVN0oCSI+tXOjDlBg1dm1K3pbB34HNXjtWpgxkL6J8zoxTTWCcpK8UBu/gZ/lgLq1jvkacOxpImTgKdc+aSwp+eUkJZjIEcJ12bGRpOdHE0Kv9Wetlro3gsGrKFVrqDbrKDRbSOttpPV5BBWafxhTmutATPOWwQDj0Qi/etWH79zEzr3rvLP3ZlpxkgCoVEwXKqKepxVJuVwJdEyBQT+SJjjfG1ZpNmQAK/90B2SWp1qDQhYp4gS9/kigtuSBXCcL1xImttzHaHTnjZ74XQTgWISIBiNra69YkU2afw7EppQHnycQSWYMGeieAcF9nAm2BzSV8Oi3JsZK/B4VPpDisY95HJ717BdjPCpqvrDQMDc/h2/c8G9471++E9+79j9kzicgo8BkaAKu+cQ/C9KdXIxP4FXwca2lHoD1YKuub7GARr3htFJTzLRb0uU7duQ4SsWKWJ8ci5RGeeQVj8TLfvllGCYVSZlwpI5TgtEVHD12HN/93jcQRQMUOfdrNTQaTWzfvhMLi9un9AzzoN2dBVj9Z/h+rz9nz00KIgIjGBvFMWpzTcTjEd70+tfhq1/4ogE7DvRQq6MDGQwAsXXUmz9wn1QXU64ll9eOOpBPf9Yzcc755+ln2ZGjMSTgXDvvpizTSUFkssacKkHm1CCreiO4ecrvscAgh71Mikj5CTn9u5tkdHcwe8/UvMqv7Vkc6Irs1qkwRYTUERDcpKEUi1VWzCrg/e//J/zWb3wGH/6H38I97lkzMFaYjI8lgX4vQRxECCspbvjXQ3jTb74H+3ftQDk8iM9c9WU87ZXPxE+87KmoikFNEMCKLBZWOYDRgX5v/e2Po3nuNjz95x+C7123hE5Uw8X3raKkFm7uX5Yb2AGbIanWcUm78KgKAvv++j0fw3//nTdipb+O8biHYsr93swMTWvVFwq8vIjFcQQCn/vLL8WlV16J7mBogLNMDi1J93uGZ6Nqb8ntY0ZMnW6d1ye3qGdMz0uXtOfHg/vgVgUR7aH8bidToGNxT03/qB2Asf5z4LAX87dsbuo1fxhTx+iugw0D3rvIjKUKJSwfO4Y/f8eb8Iyffwoatab5WSg3IPjq9Es8kOpykzzAqW4gRyQQa5UbnvKnkmNdm7mVWt+5Tjj2qjFZjcXq2alcY/x6vPHvrAiSaycWsBNYOzyvw/LyknVLeEKBYg5r+/WgEQv3ZqhosYd0vWnyo25Ie1/GdsuBMRNwzPKAV73whae9f/MDv//bv4J6nQVXq3NyVpAR7NckfrcuqUND9foUY9fHOrl1S/GJzS/NTcZq2T2x+eWZqgawS4wiA2i5XzfnF3HJpY9Coz3vCtGMhexeTj2mmJ2nm6dMGOQnr+ubf9dWK6+N+s0nqBVzJ0c9Ma86XWkDyA9C0lvjkfLPQa/jzKusMCxd6kIBs9t2ImzO2nT0OkcZazWb3K6Qb2PypHNz61L+rKbmsWL2iTGTjV/7twc+vXkpAUVJQbnWf2NhG6M1r6Wq7s6xyQOQ1W2xmUkF+DiNBewpYFV5sDNndjJPGWOVLFd3TIrCnRyHUfAmY9SP1fzfW00o3Wt3sbL4Jrc450Fb5T9ZzuQMXl2crn2Ax8bCGwLMzc2BOs/ROFK3M/e5mMwddoIUivi1//7GM5rjP6gfugtY3XBnPbD6AppXZbp8Nn19RVUtGhnbiBtSQXqbdIsPyWp1bvLcRL0enaqQG4BVfitBN7q9k91BFlu5wLbxsgApJkPdUYIOKXzSKQ2tnToeoVENM2CVL/MhwIxB/QZgleREJldkrHInEvOSiSMZjk0Clw5YLZQwYpVSzvBk5xJYLaFGExyyAsgRI7CakLW5ObDajwgiJlhs13hyWKfLe5SiGRIMmgZWKTnKVn1S6bs0CyKwqoQ8wIiswUKMRlhhU7gm9GA0lhNrrcJAxIA8v7BS+q6khMSAgm4UYb0fCbQisErYgtdYrxFYLRS04BFYlaatgNUERzt9LM5U7TWyS3QvXXuxNk8DVldH1t6+Y66NqLuG3WeHOO/CglxJy8Vt+N8fuRFxZyAWL8cAQcpWaIyKlUFkwGqSYGd7GljVGCqR+RxkwKqATjIaaRQlYLUgjdXZDFiNsEJm6jgQm1HAqrZSB6ymwN6FFvqDgfRQqXUbMpl2Rie+bYBJOsFKJr0EHjywKqYdQYm0KGYt50G7VrLziVOsjsZTmn6Gb0+AVdYWWP0m40DAqnPddniuY2mdDKwS8K6WUtTLBjaT7UwZCYJL1LklSP7hw2fGWE3e+cf5gh9p4ALbxgkNX0ooSPJiiLWki6VxD90gwfpogGtuvA0HBwO0Z0N85TsHcXgpwbhWl54qA9davY5BL1U7moDVegPbdm1DlEToDfpKZNimtnZiVRqLav9UkG0MhG6nqzZkYlFq+XUgmtpleB/GgYEWCvhiSQd0h4TjGdxbgK9knm62I4jVStMDBokELkh7nikFqFbLWEm4LpCdSzMA6nJOWOD8OYKknDssLBDQJyuPwT31yshuCwsVGe/pKIUEUi2wgJkicM7ORZyLdRzpD7BaaoECc6/9tZ/Axz/3DfzdJ25AUCmgxnEyHuGsGvCws+dwnwv24fx921FqlNVqObvtLKRzsxgcOYbrv3wDVtfWUaREQoFs/UTGFAQjNdKVs9k66VvlyfTLDJU821PtoJXMSXlMJkfYQCFsIKHxBIG9gKUxtrPbdymxYKIsYHUNGHat8iRglLqzFgj55NSYEgb7+n2j3XXj1AE3FujydWvD51hOxQxlxc5JAfiAUmDqxGBDrvWuUl1UIun2GQeK8jdjGV45J2Nv1qPv47EySzH3dqWbWjSZcHD95PkrBdd7xELXqdqeYDGaN/cg+Gyceq/DaiuPsaw4Xjnu+PDJzDClMWGKQhii3J5Fsb2IoLGAtEjetEt62JpFo6PhEHEU4RVXX3Xa8dfd9u/JEsRJe7rXVOVQdZqnhYIC6l6PRhzUyquiSJa3Y45yLg1GkQpj9WoZtTDEWqcrwyW2tkvJN+Y+U0BYrhhbepyiR8kWqzYZ857MRq6hI9NszZJBL4Oi+wvU6zXNs16vJ7MariMCMsnodyxWHzBzzOjaukTcJ2DerfkBD3gonvH052J+cYd0V7k2fflbn8ff/fVf4vCtN6OUGjudRFgWW7XEeC1Yx6bSWu0Sa/6WB5t9SxtfM81Ytv8bw5ZABKVOCCQyeS+Vjena7w5UXDJH7AJGgxH27t2HF77whTjn3IszFpIHVk8sLeO667+GUdRHuRzK3KlWbWD79u1Y3LYDQck0STeCMqYjPHlsBdpoJLvW5mljD5eKunnGAjQzw5lts/jMpz+J97z9HVg/QW1NA5jVZqs5aK2Fnp0y+V27TzIgc1qIeWbwk5/607jysY8RiGFGLQRXXWJbuGMpgPy5ngpcFas9n2TlTFo2u0amGzid0ua/f7Pf8tqrpzNhzxRY/fiHPyUQulatCnQnK50ayuza4vXL9CwJSkkPM0DAAi4lXMSOD/DRq76I3/+9z+Oqq34L59+Dloom+2UOhlbQ4p7N+LleJROihIPfWsM7/vjP8eXPfg0rnSN40Pn3wFNf9Hz8yBPvgXqriKAyuWZZMU1PpXj9y9+PvQ+8CD/75Ivwfz97Ez7z+Vvwopdfim2zrkNChTYPilrhTd+hDc5AV3bC/MW7Pojfe/3b0E+oMzsExjSfpPEnwVL7LVunJwANY1ky83/xxS/GFY9/nBj6BG79+u7nQzYvNFbct206pzZ/fbOxNA1e3vn5uZmWa/44N/73qf99MiC18Vin5oe2sEi0cQKrK8dP4F1veyOe/nNPRrMxo3VPhUm3Zk4zVE8GRqaAVbe+qogVeKPHaf1VMvI9qJq1CTuplbzuqme4+33Fz8s8yEh9br9XeGCVxTsVO103Tx5Y5b7n26AtD7Z9wACkyX+fClj11/I/D6wa6JQHVv13bwRWuX7m1yXPUM2uiQdhPZroljiB2bkuG75fBRpJm02Yr7wmtfYcLr3sSjRnPbBqa8TUFDmpXX4rYHWL573kRoY75FfU0wVWt4JVT16l/1PAKoFCGZlF8oMY9Dvorq86U1mOGTNRbS/uRHVmbnNgdQNj1Y+vqSKVC1r93Ntsr7cONctb8+N3U2A1V0zwHULcizeCqnlgdeNrWwGrHBTUWLUCvsWcfC+7Vfqum0q5k9t3NIc5hl1st3GP3Wp/zwqkZrWwaecOf1/X0S2/Hli1a2RxFI/NFyx5DRl/87sJrFLPWOsCZRTUGUDCG/PKBK/5g3eczpb/A//eu4DVDbf4ZGA135riYDuJWbtWeDE3A7Hxhikd3QmsGmOVFUmOYQ7GKWBViyVfI8PENioGekzOJsAq2Ul0YU8FrnKQE1iVZmc0RK3KVlyI6UiMjg+CT2Q8sK2aAKkYq2ylL5LhN1IbvxzZ2RhPMxxqZTYJXJIlmCIulO1zMqYy2QOaLlXLJVRKDlh1WpkEV7kh22Zt5lBs36bJTjlIsEBgVaZM1HtMxDz1wCrfw1+vV1IBq2wh6CaRAgxW7qVbm/LfKVrVEBW6J0cR+mr/KBpj1W20PkQju1FaqFsAq2yO5QJH4KRLFiedMCnPUKLjfJFIRAasLrRCaaKyFYjXSK3wYncaD0KMVWlIJtg+18a4t4bzLprBPS4OcfzYEnbuuBs+/rHvoXO0q4WHixYB7zywSsYrQa4dDljtDscytKKsA4FVAvRkCjMY5v3gteH3rPQH4rVVCazWqmKsrkeO7ToGFls1mZwRGuJ2f4LnigC75siq7GO1P5axVbVIoMRVqTkeXaWdrFfplglYJZvSABJVqNOSzMgY5LTDokzKiLasyRWR7F6vI2PVQTpwszWKYDbZxtR6JdNRkJJYFTZuuXAzCeeNpxyD1RE4FwqolVMxVsmY7snYypiKGsv/CWA1fScrbC6MEHBG1haB+1gAEwW6o3SIXmGI41EPS4M+bl1bw/eXTgj3OtLp45obj2MUFLE0LGBtpY9SJUC9XkW/R3YtgdVUYEZjtolChdcVYsXVq1UMOz101juqAnp2HJPDTm+oQoOATgYpjuHO9kaHraJSDtEge73bMdYhuBYYUE/ZCl5fst7SoCzXabGRxTK1YIOMOwaLBHC4uXLOq/VMLfTWamVAYYJqEWjWqCEYoEPWsXSRSOaVmx+GHBvOQErVS64ZaYwds03sm+1he3kRt6+10KyN8cRLy/jCt4/i09/qiN3DWD8sRHjkPRfxhHufg/lWE61mDY1mEyMO8l4BK2sDULPg6PERji6dwEitdyWERIPUika2pLVqG2bp9ES9huoEDZwwOGPOJTIyx0jI4A9rKIYNxKWaQEG2m9l3On1VVW+pBNFHQmB11JM2lCVxZQPGM91UJsP8Y4xQP75nu2ZZpeTAaUhzlHMd0i+xkaEwEvPBpABMt1phkoBWK5Ww2OZZowSDOOM8kGSSAXasHtCcbiviBeL4YDbBuei+3++BTnDUEgxigh5YtZYhgagqLrEIQgoCQXkaEvjWICdFQKCYjFkZozgeidYXMmk5xsaIOd7qLZTmtqHQWETA1k4X9OlzYsaQMRPjV/7x6tMOxM7es8P0o3NJL/9tgCa7IUw3j8Oj1+tjOKAhlGnmcZ7wb76Xa2Y0jtGs19BqNmSS0iHz2xkRqWvDGSNy/aO2OZ29Dfg20w0WNrjGqYvEJWkerPS6r/44aRJAAJEaXGzX5DFXqOHJTolc26VBJwaoG7Dn2/eLqAjgLaDTW8eFF16Mp/zUz+HAgQsQhk184ov/gA++76+wevwoCknJYhQ5nTtmXM6dNgNwXXLCc/AJvf89ngfPgcCpT8QFJiNAo0Gd9REGw54Aa64pfYLljEtozBIYqH355ZfjaT//Qq2FfPBc+d+UNvn2df+K/qCja8DvqIY1LC5uw/adu1Es104aF75ot9mA0Rj2RYYcU86zPCagioFS/hw5cmuNOlbWlvGmP34Dvv6VL6ljgHGPf3iWmI5fTBcWhg1A98k9XzMpFdv4eM2YYN37/vfDc5//PMzPzztGNXX2KdRkpql+Dcn/Vv5c8ud0KmDVijgnP/LHPv2qkwfJPXlHv2Utzye7vJ9qAp8psDrbPl8AKgFumas5p3QyyzkXKR/BcVOu1FBmQY7zuz6DIlnhxQrCUohbjyzjppsX8OlPvRJ3u6Ci1nMPrCohd3NjNByjXPYltCLWjo1w9fu/gg++972IxgPc92FPwROfcB/c+0G7UJw10yR/HTwhg0PqNS9+L+732Ifgxx+3H0cPR/jkJ2/Co3/8AmwnRuMkGRKyJBUXcT89GVgd9UZ425v/Gn/ytvcgEek8QhoNMBoPMExGCJxDuxXOJi3+jCWH0Qg//9zn4gk/9WTJa4njp4DMAbG2qdnoV8Bxcku/DUi7o67ONiG4+qR+CwrrZkBmnjG3EdgUO3Wz78oYuROQ9lQgqb8Om68LWwBV+u2Yzr2STFpbXsI73/xH+Pmn/iRmWm2te1zrptaVDWZV/veyNcCzI3PAqkaVns8Dq6Ypq8+5YozWErFWWYS3QnyererXGv6mdRFOAEHJCqjb0jIk7i3UiiZAwjzOACwjVXiQyHdH+L1qwsSbsP88cJUHsKYM0YAzZqy+7ndejlqtIsYqu0J0Xq7YsxWwqq5Fl1P4dS2/vuWfM2q6MVa90WMm2ZADVr1sAD/La1JpzuDhl1+J1tw2Z3ZH8Kk8oQpmoGq+gDBdTJiMw63G3ibvd1IZCvD+ix4i1ZzMB3UF/81/xFjk7vgyjRK13zqWI4kejIPIWF07BbBqnUy2kLjvO01gNX+Efkx4IJXsUY1LtwYyVvLFz4y9qmKo/Zlq73fM1Lx5VR5Y3fQzzNdcp6EvRNwhsOrNgV1niuIryVr44tzWhc38uWf7siNKbLpmuuvshyf7x4z4Z3I/Ap0zxqphTh5YXVhYELDK91Cmy86PuJf5+bz6tW/9LxqRPxhfcxewuuE+bgRWvaGEf5ttTpsAqzG1VguoFNmSTwaYvW8jsGp6abaJngSsltiOmUgKgDgTE4xeZOCqB1aZno+GA8faJHPPtU6zMsLuZQ+sjiMBNCUFkQH6oxH61MaQFhDb1phMpVholuVCT4mBJDCqN3VECaySqRGWCW4RWDWAUQ63semMqtKpNhgDVqmfwuPlOZD1KakC6mJGBqxSCoDO7j06SQYlB6yWpf/Wo1mQGKsEm1MMCLQWUrRrVQNWc4xVgr0bgVXTWLVEVqzUcYROnzqtxrojI9EcnZlwjgR5kLnJxIXfx/bb7jgVY3W2Xtb1ZXhMcFfpkwABAzsIbq+N6HRPYHUG8XAN933IAi68eBbfue5mnLXvHHz204dw8PoT0kXlb7KFtOkZq8MIa7S33wxYTamxSrAXGWNVhAXHWF0dDAWskrE6lwNWV/oxRuPUgNVqQRVD3mtKG/DvnbM19HsEVmMBt/WSaSZpg3GBMselB1bZvsuxVFbgbveZ43t9mANWOeDowBvZgmxtsAY+8/0sFNi1o0REJM1dsgF9QO7ZCB5YlRRAP8HIyTnwfpKxWqOxWxBIt5RsJkpukC1MgOeDhwzgOp0HpQDSd/5J1hlmgQI3GY7BRMZL0hwsJ+gEfRwerOHEYIDvHF/BbavHsGNhFl+74RAOHhsirQS48dgAo2GMYjlQ6/+wj6wNuT7TxOy2eSU8DApHgyFKQRmjXl/mCwyUJRqeAq12Gykq6Pe6GhvS9jS1TPtbIKtpKtIdm2YQo2Ffn+W1J8jIOcsxz5b/sN7AOnUq47GYpmSrEFGlvhzbW6n5S6Butd9DSs1UJXITUIHgIcdilVIMpbr0lzuDPmrFijTGutFIkhuci7zn3GjlapvEqBUSnLNAeYISjvcCzJSHeMGT9qNRnMVbPnENhnEDvdUlPOCsGh5+z53YMTuLbbUWdjabAl2O9bvoHulidXmAzjpZb/MYUBepRH3nMSpkN4o5YeZr0mLL/3EAjbWgT05LAceYoIXps8asHFRqQFhHWqrJVE/JklrgvWiptTEVRn1prKbUWJUnJmNGMlZtPbcDMdda6fw5Rigvz3yPSsnG3CxJc9TmiAGrglgFRinQkUCSMZcy462MsSqOpDODmoDIVot2DDyCz/lg2fV7ifQkRqpLPvQ8NfZcUKtEzcADM2k08LWc9l3wy2TNDCIIsNJwiACq2B0C5Zmf2/mQMUvAl0VDrl4TmQIrSFLqJSmHCJrzCJqLKFbqGrs+kRbbwLkN//JnP30601vv3bN93lXf3X4tPW4PJKcosWhVZMFurGIH9T+p58YHGasE8RhIsx2fBYC5+QW9/9ix4wJdG42G9i2LB+yPgs4RWZvU+7Okl4APgfrM7En32AJ+vk5wNw+0MYDld6+srGB1ddXp8dncHTpNPI0Jp3mn3cW5OfO/1SIa0DGabNRIWqZ3P/9eeNovPAcXXHAv/M3H3o2rPvoBDNbWkFIfmEY7vpjkQAyfsPv5pN9yOqKeHcXjl27amICTMTf5HjF8aBI5ilRk0r4xIuOULELqqUcYDkcmuVCuCLjevXsPXvqS/y4nb81PE5RFvz/Af3znq1jvrAggI5ARVqqYn1/Art17NWbyoEY2/nOjZXMgZwIW6RxdMuI/bx+fJHwENhqtBj519cfxrre9BcVkJOayZ8P739AM5DhjfOQkHqiLq2vi7nXWhuiK7XxfuVrBs577bDzqiivR7fWU7xMs1CNXfNxqEpwaTM1/asLmyoOfW3/eCjz+9a0B2PxvTDP17szEfeRlD70zbzvpPWHz3KyP1TOaNB8yNyRCIjShY1xiHT8qCgUFVAIWckoYpgHasw/D5/7pNThwLjsu/ErqAU3uAUXEkelblypc22x9ZkfSZ9/9MRy+/mbc3rg3Lrn3ubj3febQvmCbAZp2UG7tNBmWVz3/r3H5zzwYj75iPyNQfPf6Y+iOirjPRfPuOnO/5/rB37e1wY3QjLHa7/Txx3/453jXX7wfCTfoNH1mJtMAACAASURBVAJi6mEOEbHzxoECtk44wJQFJnokREM8+elPw1Oe9jR1gHG99ol2HpjwFzuP4eTnUsaBc8wqv4VsmdCraDYNFk3euzVrbytg9eTfse+2+bw12Do9x92tIXi6yUPXhfEgW+hRRndtFW//09fjZ5/yE5idndV6xIK1kQTc/ptpqk7Pg2zuOGB1I+jn/+0BWANUrd1fxlI5cFXr8waZAPvcpIijNcetRyb9Y8djRbgUS0snJM8iEo32WjPjNWDV9ieSWfz18ntWnt22Gaiq++LyQvv5AGdqXvUH/+MVDlg1xqqOX/PCg02Oyep1bR0Jxt/KPFt14xq21fW3zh2TdUioxSwd38m9JLBarNVx+SN+FO2FHU4D33wHptn9kzj61IvbaQCr7osE9m82XvMViju7om7xGYvXNnswf7DYNb9v6N/OvIodtSSXDXtdB6za8Qq8KxQws7AD1das1uMsxnZzd0L0zel8us6tqYKdOrxOPr5sDfNjmvG/Y5Xn2aoZsOpizClQlSCrM6ny8gD+da6tm0kEnIqxStzBM1Z5Dp6xOhQpxOfXFjsZY9VicP/IX+et92q7X5vHMpPrlCdaKHfKciY7Ll0Xb5hLEpM6rApYWFhUTMz3szNC5+vAVd7XF7/am0Hf2YH3g/2+u4DVDff3VMCqOvuceHbWoqKkw3QkB7HTSFVbOjEQC9M4gD2bzwOrCrhkFMSNzKQACESVEDspANP9mmKs1kMZNgz6PVQJ/FFLcUSg05I6tgJb+3YJY4opC1gti6FIYHUQpVrYmBSzysBpON8oqe2cOqgEOwnCyMXdA6tMMsslVMs8PpqBEMhl1cL0Oe13yXajDlUZPf4mYgGrXDmNsRqjUSoKWCUY2RtFDlgFas5Yg27FstIRYzLAgFX7IMYM27sKNL0aGWM1oJnWJsAqkxHnbMnv6TIpHpChFKDOdmuQJTNhrApYJVIcpMZOTYroxgRWe2hS37RaMcMuMZAJIpgFDBcWkwJgAm0aq4jX8bArt+H8C+bwrW/ehL37duPrX13Htf9yRPeWgUBYJrBKY6IUK30HrCbTjFVqrFIKgL+blwIwJp61mqzRYIXAKun5bBstEryOsDIk8zDFtlYNbQKrCuwDHF0fKLHY3q5h0OtJi5VGUDUyVkXI823FlkB5YJUBpbR+HbDK+0xglRqrXGhbZKxKfzXA+thaCDYCqzK/8oxVD6yqDdlmz9bAqr1CYDUksFq2e9ChIZR4hk6DslDC392WE+C/k2u1Aat/6jZ2noGJChOISOORGNTUAkxKCZbHa7h9uIbl0RDfuPUIjg9WsTg3g69edxDDUUHj4PojHVWsiyWg3gglBWDi+mx5rmDvOWehM+qptZnarWkUyRCj3+upmMAH5129VkezvYju2pq0JcmgNcaqohLb1JwBAyUEeAJGKLa5oytKNhiZVKzEFsg5tzZ9BosjboiUaGCQTqZZAWg361o/jnd6ej/XIVuXIq0lLDpIjJ5gX4mFF7p42ljp8/i8yRNF64UyEVhN1Oa/jQz4eIi4GOAB587iFU9/CG65YQV/+el/xw3DAoYnjuORF7TwgAPbsaO6iPbsDPY2qwrMbzx8OypDYOn4AIMhAeudcornaXJjT9lu5EKJLI2SWLyFF6rCCow2oFKBn4vEYumCmnlVQmC70pAcQFKuCOjk+OS6oRnvWJdicRNY9Rqr1JVlQE9tSqevlekiyRzFQEvT5wIWulyLTGqhpAM2Iy2vtcrVvhzQ1MbWP98CSp1t7h8isTrQ0uuiEVLm/uFs17LRz7Z8teS7RDYfTDFg9qxJr1Nt7FqaFbo2ZGcKQvC4wO6LoKe5Ssaq138yUJjmX6Z7rVVfVW9LbAcitLJAl2ovsbWGfQomlhexEFcKJQOA2izSYjjFm1DypPuZ4qX/97N3cmZP3rZrcTYDAwX8uuRXEC/XpRI7TRL0BkMV/riHVYmayOjKWtvZjs9W9rlGDY2ZGSyvrqs1f25u3uYjtVPLRZTJ3KfSbETQkIE3pVRKYl0ShJURyGBgrFWa7lm1LdPbVBGKhbdmE2Ss8n38bYJuHtBkksviIh/+8+Z2bgG4B2qNkWtmiwW6mrMLYKWDBz3wMrz4RS/DRz71IXzi4x/BqNsVSE5t34ADUmC5JTOeBeXHj09C8oCrB1SzbhzHUvSyBQRWvaYo1xLOJ1MOpUwKZUW4Jwfo9QfYu2cPnvP8V+Occ86xfUFAAOWVxrj2+q9hafmYpAA8sMrrv3vvPpQqjU3HxUYpAP+mzUBWy2umzR4yprhkQ1IUWICKx3jXW9+Cf/r4x7BtfnaKjegTPn2PJpcxce0+TZho/C0vAeCTM42zfg8Pe/glePGLX4xKpSbweWMLq1aMO0ic7+h1sRPz+oKbyAJMX1CnG51jgN3xRJwGYvPXfqvjO1NgtdrYn3VXKBl1OpfWWqkZ5go6xvi3zo2KujQKaQ2VoIphmqIx80B85Z/fgP0HfFHMfdbFfOL3x9QMHMoJPklKOHa0i907Q6xe8y28+VXvwLcqF+NVL30aGsvX4bzH3QfFWmjlL9dZxf0gGcZ45Qvfhyc+61Jc8uD9SJIi1le6uPofj+Mnf2IfanUrVrE7yT8cXKfvEluPHgFrHbzud9+O//W3V2GsOR7JbFP7RCGRhFUGBKhg7HRWEav99AlP+Sk87TnPMVkxXqqMJXYyO3QzwFTzKKe/a/PKAzGTDr+NY4W7xFZzcNM56lt0NnyRX6c2G4sZCO1ePBXQuxmQPDXPFHONjdWIEgadLt7yxtfhp5/0eCwuLm7JWM3uXW6+5oFV/xv5QkV+vmfgqi/KSGTUxrdfg1mQ38hWFZg6xYSdFBX93PMKI8vLBFatq8oDqRPw1J6j7qStadPa9aaMNAG+8vfDA6v5e3OmwOrrf/dXJVklczp2VjDeVVF4Ett4KQA7vxwpwIGtBpLmTK02mIvlr5nui2JbYxCzE0evb5ACSEolXPHIx2Fu207HWPXAqnaTDcPyzNilVoSYfNbmoX33SSoDd7Qo5ws8m713k31l41lMfSwnDZQHOwPJAIxNGonseAGrq4rFPd+Yhq8zC9tRbTpg1Wus/pcDq9adJ1m0OwGsbsVY9fu4X08TB7hulALIQNuxAyczGQJ2DZtWv4/R+Fl2JDGX0l3V/HJFac5xZ8SW36s3W1Omb+UEWJ2WNdqwo+eMsdS1l2m8WmHcgFXnH0SGr8whi9KCVxekAPWcka2TFnvGS377jkbhD9XrdwGrG253HljVoPfBsnufLcSWINiiYm7x1I8cjI01SgMraTi5Nk8OYIJO9l2uPVQ7nDFHvRQA2x3I9vQaqwThemMDJ1lJpFlQMQzR73UE1BFYpaYpW+05IQjmUme0TL2zDFitCEjrEVilLqWOyZzqeTyzzZJAEIKfaWAJhE+GmVQQfCSwWquw5SqQI/GAwCrlGhV4OLCZi1ihrOMhsLrggFXKGNDNvEowrsrkOwXb3skMY5t3nYyemBqr1pZEKQAGwUOCRcE4A1YlBUCwiZ9zGqueIaIwmO2brtpDILETkbFqCV2jIkssAasMkTIpgBI36FggNYHVXgIcWe+hUS6iEZKST/afSSL4bU7AqmesRgm2zbXQqIzw6Cftx7adRXznmkNoz9dwy01FfPHqm1zQYsBqu15RwrjUGwjglMZqzryKUgDUMeUYIou4WbXjNo1Vjp8A66MoY6zOE1gtxDKvImOVgO9GYPXIOhN6AqtVtbyuDwiYBqipfdcAh2nzKmoExjKc4TiUfAJB85gawtRYjRywWkBdeIJp0/IzHONiabsF25tXkRVBKQAmyrw3yvpVWJhoUMpYLI6x2qMJmgHg/Gm2otfKbO0LZCJDppuAHLXAlvC+W84UWH2TA1YdwEsgMuG3MyiglmgZw2SAo8MTuLVzAjcvLeG6Y8uozjRxZGUJtx1ZQ73WxHduXcXRzgjFoAJKdFLfrd8l/GlmJWy923vBAWkuMpCtlUL01+gub4YoBvy5+VsqozEzB2okcgNnkBLHPD951ApkYoBNlimrh7zWBDCK0sskKGcGA7pnbKWmVmxKtq8xFeQ+zkII2/VrFTESq0mCXXOLWBsOcMuJJRlEkS3Gn+LYoIwIJR3GwwGqZKrWGuiPaZY2cICeoF0x1skESqkXJtA2QKWQoFoo4aFn78VDzm2j1Oziw//vIK6/vYe1cYTZagn33tHEo+9xABfu3ol6q4JSPMTx24+iP+xjd3seh491MeoXESQNmfY5GEkJj8BT5xnhA07lYr6FnkmRmJ4EnA3K5/8iaqjKvIpt7CWg0gLCJsYVCoaYLAbnqdgyxLXdPDEpgFWkw57Olyt4SQUPRa6uE8EkFKyV3lj+XD0Wepwf/HcgNrkCeM5q6R7x/bzWTGic5IgkW/jvifyF7ol0kQ0c5Z8hr7s7X807X+gmQGsb2DRgqZMigGoGgFw3CawWCgm92rSncNXhcbOdiysmzQjNjIvH72QXCKQXpNKEOOH15LuL2hPUaZFwrWeBjvPK7xU8IrbfU6ebwGoFQWMeaXUWiRjTvo3YKISemfKiz3/qtIOyHfMztic6kw8Gs7ZPmFEkb4a6OAaRrmO5WJFGOffsai3MwFAFle0GIpr0rXZQCquoVUJEoyGqZRoqsdXYNMDJvqSpgfYxx7DkPZRuF4siND0YEgCZrHsWqNK8ryymKmUAlAw4gNMH8EMCda5tzSeyTjHLgnPXwu9BZMYZBIg5xsYjBswB7ne/B6JfiHDN1/8F48HAFesofcGFwy6x/12foPPfno3hZQC0B0YETo1Rx+c9cC291XJZjA9OIHuNxdpY44vdLyoypwUVlvj+Bz3oQXjkE35BwbtPHwkcjJNUwOrRY4ck0+ClAGZm2th71n5Uqq2pceGv5UQaYyuG3ORc/e9taV41jhHONHD7wYN46x++Ad+/9hrMzTfVAaD12AHk/NuSKy4YFuvxGhlz1QxR/D2SNmOaig3NZGUUDWWE8yuveDnud7/7a5+cACET5tAdA6d3BL5O2mS3mlD+Nwx0MimAzX6X8cFmIJnpRZ7eMZ8psBo2zsqYeFnbsyRsvCOLxRk6fhWxFAUCRe6BVRTimvbImbmH4Cufex327TdWpz1yhSklkglGA1sfb7puGR/70Fcxu2sB59ZTfP5LX0OyeHdcfu/9qNzyZez80fvjnHuch7RInUaLc7jWDta7eOWL3odnvOwpuO9FbZljBqMCPvDR7+PBD5jHvrPrOtZoxDg7RbU+MdqRiZmKUgHWltbwmt96I97/kX9koIh4PEA6HkhiJaB5ropb3ojIijMGeDF2j3Dlj/0YnvmC5ysGt70xD+BMz5mNHXvZPVcx0T8sD/KPrcBMyRW5NSY//rYEPzcBVk8LmN3wW0aNOPmx8Tuz8S7wkPJQ3K+LGPX7eNMbXouf+snHSeeZ65H5aBizUWvvJgzzqWKGc6rnUfjPbPa3Z6x64E9FA0qXeWmRPMjqnttYjFHhd+qPFc242C8tLWE08sAq9wcHprj1XmuZ72jLAau6eq5Qne1DuU4heYhvGAtnqrEqYJVSAAV2R9h4MybfVsAqr6mtSxsB07wB1cbrnV237BeccSC3Ke7DynHt2nNNj4IAj3zU4zG/ncCqjRFjrPrdJJsJmwCtW62808+LyenWopPmR64Qkv/UqfaHzdidfgxO/XK+tX+LQ91yfjszJ5IepoBV16VrESXQmt+OWmvWDHvZReevnMgPds21bDpQX/PLzZfJ+mOM1fyx5EFe6WM75jXjUQ3bnHHVZv99KikAD7xuBqz6+EjA5B0AqzxGz1jN53/KoZSnedLYZBLl76uXizn51pwaWPXXSddxwkTJgFWPBeSBVV1D5vXFoiskkbE6MUbUPNLAKuJnX/ibd25g/5C86y5gdcONngCrC1b/kmmHS4SkyWLtnEpIXXumNFbjBP2ICRrbuA0I8m6DxlK1LcGSYN8iZCZSbH3n+2VgJaYgW7CtoWkwhtr9aRpVD5lckEnTR4Xt+cWCjDXY4k/GLPEUgiBkmvnqA5kzZJuSJToYkrFqwKoPttqNkkAQ6bfRzVQaGtYezgA1D6zS0Clia388ngCrOhUyVsm9KuizPPK5ZlWMsu4wFhDL5Lylaj+NPQhgFSUv0OD/8TklvmxhN8BvJNHBBDNVShkUlWzwc7zqNUkB5MjyDsSolAws4Hv4fes9Jnc0gWIbounYis1KADNJxMbju0MyjtICiHUeX+sLEGtVy5ICkCmWZAC8EzcEYK6PUgHG2+Yq2Lu3hCsevw+NRoqDtywJaO935/CJD/wHhgMLWgjeGrAaYLk3wrKAVTJW6wgLiQyITnTHAn3ofWCMVbamkUnJcWNgYpdjQcZCAeYbdZQLMdZzwCrNq2arRR07saTD60PpE+2YaWK915MRGu936MxtjHzgArACGaums8TxSCMIAmsMxDheyFjl7/P7mmWgLoZwQd9JZp21iboW5jgW0M1rzvtJ86oBqZFMMKfCDTNcKpdpYhZhuUcA146HjNdqya4FD4PzQG1LNHBI2LJ75sAq3vGWSYudLrBprIqtyOp4PMZa2sN3u0fwrYM3Y6Xbx4mYEyzE9d+/WUHBOCjjupv76EfGECxVCjKm6veHLokuSL908aw9KJQLWFtbR7PewKjTx6A7NMajpD1GxtAtlVGsGGOTx0OwhtfElh0PrNJ8LpJJWr1ex5hg6XiIApk4sZlVce0QLBeUTf+Ukh48rgFlAyxhLnCtKQE1zg/q+RWA1SHNu6z9ncUZ3s/hgGsNW4vZA0nQDGK9DF2iJ4xIxG8XzDo5Ac593ju2sT10/xwuO+9cfPH6m/Dp796mZLZZAnY1mnjgvgU8/O67sXOmjh1zM8BwgMO3346lzjJmGzMIw1ksnRhgvGKDJjOIci2bAfnLAv7csmrIqhthdnD2FNdxO/dI7DwWkBJExRLisCVwNSlztgViGcnESoEeP+NAlFEPKaUAhn0UKK9A2QXXFmpBhgF3vPZci82MiZ8GtvWZXBvQWlGiZhwf7iNiRGgdtfVNc12azq69nMcp1pQp6sZpwbXdAwOnucr5YMUfYwzZfRYdydlj2TzUtXItdTwuYoz8QzZtpRDJKLBC/WkWNhwQWXJGXMYK88mLk0lgtwbbYpMCePSU6mCC303rWSDL57jeEoTVefAexEBUCJHWZ5HW2kipmSvcwAqOLAj4a/Ssf/7kaYdjC+2GxoQ0UwkuOhF+AsNcv8i0lu64a9vneFczHxOoUkHFDd77FsHOagnrnZ6OuVAiaGimiHPtFuo1mlKNpbvKFne7xgWUwormkJyVxZowfTa2VpkOrt10FkKZNBKMJFDp2+oJLKp9LEkRjUbZ92hfdyZtAm3cQ63DLl7h91MWhGOSeqtiP9P5mxIiMzNYX1vCsN+XyZZGq1pdXWDu5rFv+Vfh2GmQ+XZ2Bt8GrNoxejCXh8LrzbWJnS0EU/m6me5FqBUDLNSraDWovz5CtzvAeRf9CC571I9jcc/Z+iyvP9d4fo5/X3fDN3H7oVvNlKgSolatozUzg737zka1MWOprEsUNOY3MbOy1cBVIjaMpAwcUExmibESOUo7cO0cB6jNtfCNb34V7/ijP0TSWUGzVUe5Qscvx+yiW7YrkPE5k9Yh4BWbrq6ALs6zMriFVOtV68BYWxdAyzlKo7KnsUX7qU9VTGgGclaI8Y//KmD15ITaZ1oTtqkls7a/5383S9DkmJ27+FlsbHJA/p7Y4Rtrf9IqmwfvApwpsFpu7puWAmDM7ZZ+JeiOLSpw1RtxaY3h+lxDISWoXcL27Q/Bl770J9i9w/ccuJVU32VggBzVo4KMo3q9Er7xb7fguzcfRLVDYsQqvvG1azFcX8XuWgePfNIj8OAnPAJo12w9EwKQoLsywMte+G68/Ld/Aeef33IgUBHXXLOE2w73ccVlO0Ri+LevL6OXBviRi2dRC3kQJgfEpJr77eqxVfzaK/8AH/3EP6MUkgk1QEIZgDG10ieFPTk3+44Hrr/jEdJiAZdccQWe80svRsqiIvcbx0DMTw27Q16v280f26VMeiil/Jd9YrooYfG3y45EHjDfLa4vHkRxe7SkafxYmAZ0tfe6Y7BhNh01+o/54/THbm+bfFceeNFv5V/Lf8kmbcVepIfrO/fxaBDhTW/4PfzEEx+FXbt2az0Ss9GtmRzjnps3AVOnFxxrybcf83NCbe5unk9JAUjCwrX3874SWBWbMmfM5uTPDIi1nCj7OwNxmY9yHnNdM1O2leUldQGmIhQQhDe2vQezTHvVa6m6q7zhuvq1UwCMM3r2C7LWAH3fmWusvv53X+kYqya145T/XaBnsZVxNCbrlplk2ugzBrtd7ZNAZvea9PFzUgIuErOCjbw11BeS/YbyoAS4/IpHY8fufQ7cc0WPjDWbjcbczd98nJ/McLV5p1jXz8GpqsX0+M6PLn9vJ2u0F+h288evwb7w5OJhX3k/mbg62Rfya/fWwCrZqmMRIBhTjgY9dNZWlVfZfChinAZozS+g3p63mCTHfp2AphN9ahF/cu+ZmudbwNb6Hu3HzmTNSXrZOJ/8UVzmiqECTnXs1lHE+CkPtPoCd+y6iOzfriVe/80cmZ+fdAgY05vmnmSam3mVDKKdeRX/VpHdSVSpq8eRw7J8ZooWwbPPFy3ze2o2Wk7iTOeWUbt8bjyRiJHlRpnOspNOcGuBYt1SSUVvFn/tFyfFC43ToICnPv+3phe6H/J/3QWsbhgAHlh93kXzk0TFbRqmpWeFFtOgc07NKcG21AGrBIQsQCPbUS240VhgnfFcbdKbxqoLzCl9KHDJgFWxxAiOEmCkxEA0Vps3jahm6gQGR2r3p/ZhNBqgPyagaYEI29oFZgkEsdbTaoWM1TEGo3SiD0UWZJqiWacUQFHJIkEvtpbSGMgHPARvCUDSmZ1Mn3hE4JXu7EzwjT3oYB9tzEww+JiphwII2Y4/ILsQiZ7jy0xoeW5MzFrsR06MdZsqrbfEMaJLMb+nZuc5HIwF6jHhoHwAZROsOmk3kPukgFVn5sLj6/SHYnjVwnKme0vdIrIuySzi87wLFScRQNxveb2PqFAwbVcaXjm9XGFdApsLAtEJrNKZfmE+xgMePI/7P3S7QOGl40tYOjZGvbEH//Deb2N9nULPvAdFtGvkvgZYGUQ40Td9yF2zNYQFsnhHON6JEUn/iyzbQgasSlyeV4ag1tDARW5U8826TKjWh0Ms97kxAAuNEPP1kqQACJIeXhuBXibbm02sdProxtS/pNyAN9+xhVGBUEDszIJp6XSWC6afKfOqGIMI6EYxKIRPYKxesrYFspIJnFBbL0vC1JIeCGDiPRsSkCc7m1eAlV9n4sFxxrEeVioK/FeosepAIhYJ6uUAocwDgCFNslziSpBDwOqtZ8ZYxdvfam08TIOdPhCDTGp4FiWtMcIt4yP4wuGbcfDYMhabTRyKYnz/0DKOLi2j1mzi+PoYty1FGA2de2ghQLVK50TqyRpzjRtwtd3EwvbtOHHiuHQFCTh317qmo5aYHh/HscwQKBUggyayAGPJB/jNy0TYXVtfALUOc9x3ux1Iy4/ts4OhWNqcWySIWEc121HKYswaoMOg14ods826Wra5yfM7hvFIjEvOpVa9qc/wS2gU0+33sE5dLhfQCqiU2ZWxO8UScBqSZPZU2UqFAs7dWcOBdg3XH1zFUX5fuY7hoIvzt9Xw6HvuxYV72tg7vx3bZmaB4RBLyydw7c03olVpYGd7Fw4dPoZojXO8jBIZUUqeyGJgKz75zZZ0mS9DLnnKZBRM8kIsHrWm27Xl+hgVy4gqDSRhE0kxROoCbnljClzgvXVmTVEPSW8NGPbUbinCNpmr1NPkHx2DAaiSEWEDoQNTd/bJ5J8Aq3yv2J8q0pkLKFm0xsaQOIVpUqUAxT8ogsHiWZQQyAQisWhTDEGXThY2DEI1Rqu5WYtJwePTfmX60sai5bFwryHISwkAA4TDwkhsVcqMkGnM/+ZYKqPvmK3uXluJECnX6CTQnsK1aUjAjS2paYIOagKmOK7stbFYqvQhHqfcrwoYFapIam2gNoOkVLZbJ9ZoybSCUyvS/cJn/+m0w7S5Vl37NOeUAmi5tXM9M1kM7g8DrqWxtRmquMNEthhIw5dAYD0MMddqoxcN1ZpP1iGvOUHDmXYb2xZmdP/X17vokQEqPUfT3OP+xECaBSfBNA4k9yAlT0jsZXaYVKyIwYdMs8iG5NhxoGU6NodmriU+MVAC7MAAY9MUtTZ6Zq7/2zN2jakEuafzGKi97NvcrMtgkszo2FQkMxDF2kU5jizJ54P/5v7rj9H+bcxbA/Rd6zXHVjJGtRBgtlbErtkmFtstYNSRJvslT3g6DtznRzEadbJj4BUTsBrHuOGmb+P7t9yEMDRN1iqB1VYbe/adhVqzbYF+zhBxs4Hir5WKJDn8Jp8gaidwurcZA5x3YVxCqVHCpz51FT7wF3+G7fUQzToLjpS2TDAcJRgWSuhTMoCrBSWCNOfsnrDDh+xdMpwRlzEupQhCdhJQ9l3QqapFBFYvefilePFLXoJarS4Ne4EhYoicjPpsDnZugg5NXZDNGau8j/aYgD7+306pccv558eN3YdpGYCNbKIpRpEDy/jcox5+yWnPb82V5t7sc1uBztnzXq7FozEpTXHY8RFi2+y9cfWX3oYDC0x+x+ilTISJi1YUR3E0x9S+T2h0N0AQsvgSIIgCxEPG4D18/cvfxqtf8UYcO3oYj73ndvzSS56Dsx//IJRaLfTjANUAWD7Ux8tf/m783h/9HHbsmUWRutQB0Fkd428/uoaHXRpi/64a3vxnB7Hr7Cp+5jFtdS1ZHwW3Ws7xMVaOrOGlL/0dXP3ZL6HEGI1F8jSyQqxrK/Vt0Vov1N3BOKOPmfk5XHTf++J5v/QSFXENHJse1SO9IQAAIABJREFUN3ouK1RSU9aAs2KBIK4r3CG04ILxhSv02P21eIqdIDzuAgtaEh6vIUh77n45jUYPgspE0R5bgTaTQuGp32cdGg5kyIxhbGxmQKD/LRc3ZLI5GwyxePwys0zJOk+QDFP86Rteh8c/7lLs2bPPNFb997puB38tN47HyRybZpVr/+f6mwMI/Twy9rfFyyz2++cFsDriTsZgVQxva+EE1LU13eKyiR4pT391ecVprBr4Y92HLp+VRAS7TYxUJNZyboywRLrxXvmCvfpv2PFmKLPWwF993vPOaH7/wWt/zSTvONcUW7n1xV0zk121tUvnydKDWyuza6XPTPRAs04MbyKm4vdk3cqvY5PrOF1w6kcpLrnscuw9m9I1EwmMCfg4RQvMxrz9xx1LA2TAqJU9N+0MyLOCdZxOK9w6KTJ43xXqqefuJnQG0roiif5yyISPlx1SMblpvvvJ8I+MHLbhrgaSAbA/zPejQR+dtTXluQZSM+4uoDk3j8b8gtrM2SwzAfqmiys8L8aQXvpos0E0/YkJy9Wzd3yhgH+bk72TVNtgNJVv7efvsUjlWao+ZlP85aScCLx6IFUmq+4488CtdSaRuMV4iqQ1G4fsfqJpZRYL8nlSzWRMZ3Hg1vtZLse+E7Nq4x48VWhywKoVVSaAs/9aX0BnTEdgVfJzDr9iPOzJecQKnv2KP7wTR/PD85a7gNUN99oDq8+5cDarLPpggm81jVWn2eK8o5VAxUAvMtYoQQ1qjnpgla7CBAGMVeI2AtderhbrsbXqEsRkC3ipyO9hSmmAKQEl6sCR1UJgtcd27AL1DwsYR0P0maTSZ4STmCwStaeYeYhYKiHZOfYd1kxLPQ3TD2zV+T2lDFhlcka9VX+cBMcIrNb4vZzzZMUl1HV1WhzajC1J5MJF0JGTr92oClilkzuTDi607Uaoqy2tzCTVRG1WLHnwwKrc7FN+/wZgdRg7puvmwCoXfJ67v8JMnLuDkaquHljl3sKklSxaAquSAMiAVYLYgYDVUQDM1muokHkmer6BGMaGMb2ttYiGYBG2b4vxmMefi7PuFgJxhM7qOg4f7GL7jrvjqvd9C4cPMZg0YHWGrf1BgOX+CCf6BlZOAavdGGMaeBFYLU8Yq7xWMs4iy2oQCfzmOFxo1gU6dkYjUJ+VnfbzjRALG4HVcoptzZZYlz0Cq2KDTnSTMu01tpnngFUC6RyH1tofiz1NEJXjf4bAb8U0F/nciHS6vDA/W9JZgXOePhzDxoS2hNvryzCpJGuLgCTZlytD07DlewishgRwHbDal9mCsQJYyPhPAavvfKsDVV0VnyzqaIRxcYxyoY4T3dtx7egGfOvQCYSYQWsmxLUnjuO6Gw9hGIcY0ZSpS0B7JE1Vzl+NQQXbBWuzcm1VxWoZ23btEpjBimerXsegP0QxICN0KGCVYyQMqwKAeG3CWk3BdK/TkblVUUCrv2cWn9VqVVRrdfS6Pd0fGvJwk+eGSDaFTLGyeMrAEW2gbmXjGlWrllENKxhyXI3HaNcbAoN6dODSg+tJWcfCAhHZ6lxCGADIEd0Fz/kAR5quhSJaNNAqBmjVyEAbohVU0W4u4tqjaxglEe5/txCXnb0NZ881ceE5BxAmNYz7XayureP7tx9BJS2hNA6wtLKOmVLTWtiZ9Jo0shkEUpuIoIZnKrgDcRZKE/amSxL4MsM+8uuZOERBBVHYQhK2MC6VBRLympFl6Rkcsirk9B/3kfRWkQw6ardk0YEAINd1HlNZ/8213uRDWHTgL1ESYfcgBS2zCKZSTdRIsV7X1FhNPuYVCOxMt5jaRelI94RMbgGSCf/wGA10FaAmSRqeG1nnKUbWU2XJba6FjmAqgVOCq6xpcb8p8zik2zySnnU1KKEcFMwMkAC5dg2VlSYBuitgeYk+/S4LAQnXdoITlKMxJjuPVUAmdZp5/RN2YgQYFkLE1TZQbSMWY5Vt6cYgIU+MwGoJCZ786dPXWJ1t1gSsMigU6EeWv9rQreA4IiimhcaKmmQQkjHOfW84Gmh8z7aaaFRDHKWzrQqXJoVDDePFhUXpKff6Haysr2tsMqkhC1QBNcGIzPHWWkR9kM95pkJqkeYkdow+wfZAMPdRgosCRh1rNA+sCkDJDEnMKZrjwDs58/gVl3gdLze4CKzyN/qDgaQLqHfq38v358FTD5oRfPagowdWrZUumjKu4rUUQ9VdU2mXx5EKlPOtOhZmalhsVjHXaiLqr6HaXsADrvxZzJ/zEAwoseHlD1Q0seP/3k3X4sabv4tqtYJqJVT7baPRwp69Z6PRnsslIKaDrodnZGyI7aaTismKJfBACay19fq2fZ1HtSz2yp+/48245gufwQU7Z7B/xxz2LDQFIFx742Ec7AzR5zpZDiWxoNbDoIhqGJr5HyWH4ghHj69q/Pd07bgWUBbDpEfWVtfx4Ic+CL/0kpei1Z5VVwANyILEQNr8I590bQQrT/VaXmN1+tJ4aQorkvuHMZ1PToZOBfT61/LXeuPx2y2asOAe/YjLzijj2hpY9ezGDUCyNkNb0yhdovOLa5ht3h1ved9r0EqWMRj1Ecxsx649ezDfbqBdB+YqLqbWfg4cPnQMC/OLqNfInLC50V0f4k1v+CDe+qZ3oz1ax+POOQfPfM0Lca8fv0ytGywurd7axctf/df43df/DPbsmxUQT2A1iWJ87POr+PY3juFnnnw3vPuvvoMrrtyNyx86q+JoyEqv9i9rEz1061E877m/gX/+yr+iIskqM0o0dir3LRZgLGYTmOi0xqNxDwfOPQ+79u/Hs17wAhUmuMd5Pe/snniGt5tLVj8NVOyNo7GMMSmbJZ6ewA8Wq1zCL4dpGtmK8q3ODhTKiJIiGkJR8ow7N+4yKZvNmaaTwWGF5Y2PKfBgi8JJfsxN/bfRae2wNoJe0ldlMc2A1TQK8Kev/3085kcfin379k+AVYHeHrz1bNRpsHorYNWvlRuBVQGA0sp2nY857VSBrOokm7SoT4oaHoCdXAh+F+MO/35jrC4jotyUA1SsXdqk0rwpsQdOsn3MdzVssa76jiAzXmPh1YpCZw6svgq1kCQanivHmAOJ8zqy/rxyOqg8vFMBqwKy3d5pXUV3DKz67+R5rfcjAav7D5zrWN8OSM0XKE4SQvXj9jSAVQfab9Qm1r7s49xc0c23xvN1AnnMBZgjCeMm8EejSXbw6AnuUY7OKzY5AxTrrNF88vtO9v0TYHYrsI7sU+5zLEpzvEXDAdZXVw1YVas718ECGrNzAlZZMGaxM38+GwsrGp9Ok36zTSKvp+73QisuWY6QB1a1zzt5AcVSyodszfQgqo+xBK7mitkT8yqvX+2AVV5XFk9zRe9pkNKA1VKxbPkEc+w4lTFpvshODISFVB8/bbUh0hzYj8X8ezbek81e2xgrmOGwMdXzBXv/XR5YZbHfA6scKr1OF7fccovOgQArR8Y7/vYzZ7SH/6B+6C5gdcOd9cDqs+9pBgV+E7YWE3ORNyMGR4l2Ts5MZmlexecFogpYtcoiJ5CAlxxj1bd+cJLRzZ2TisBqoRALjCCrje2K1PNkuz/1UblIthtFgWsM/uuVohirvTGrIMYtYLs+NyK/KTJooj4qwdJpYJUsnpOBVSbDBHOtmGzg2BSwmkAgGg2sxIZzgABbYtlGTPYUKzMEVpm490expArIRG3VzaCEWplbAatbMlbvAFj1jFU1otOJ2AGrZHnVZUTlgJhi0UDmHLCq1mk6NycFrKz3xbBtN2sIU7Iu7X6LdeSq9YSd10eUVxjhrP3Aj//kBWjOjqWdOBr0cdsta2i39+Mz//A93HwjjY08Y5XAaiEDVhkkEliljqgYq5QCgANWKwGaRBWTsRnUCJQviLEqYJWM1ZYxVk8JrK6PwK7FRTpNdwcCVul9XSlNBKizdr8csKrxWKbOKUEfMkWNsbo+HMs1u10roiUDJbbok+VMNrFNJgWFZGBqPFurGMeegFWLICdVyA3AKiUSaODD97BAIY3Vop0vz93YeP95YDV5+1sEbPm4IZWQP4GWIg6tr+LbnWuRNPqojUOUSjP41vFbcOPyKm47OMAgbmC525eR2NqAjCQDJPhdBASYENtGTbBZ3YSYXVzUtel3OloFkohM6YpkABjgMujgBsZkXW22bCWu0Air64BVa2sycNQKh2KtV+uIY2o/9RFWTc+QzuTlUijdTBY7eGy+IqtARIGki6tSFh4qYoCyTblG5mWlhH48Qn/I4yKTkG1oOdZHZgTkgnvngK4ARSx2Xo8iZoISwrKN43EwxI6wjkFaxpH1dczNbcfeeowH7i3jfuct4MCOfRh3YgQKzAq49dBRjDojlIYWQW5rzmDUHyKOqNVION/cSX3LPa+HtWz5ljEJRli6pGBq0k5Ijqs0VqmNTYOtcgtJtYURDcsohyHw1QdhNk8UrCZ9xL01pL11FYrsOKh17VvqCZYYE7hEDVPOMwKuQYp9w1gMUYLBoRKm1MafKD+GBQWFsiNgmJi9/S75IZQu4Z8Ag6SoAhD/8Di7DlhlFTwiAJca4EpWrmaKuhactRnZ8AJQWTBKxZSnDImBqwE5pgINq6ycOw1W7XdZg6NrDbBN0bFFDHBl0Kr2QR43YvTGESLOAYKqkllJMKCEDCq2p1GTvFBFXGsjDmeQBqEDVn3hMkY5HaOMBD/6qc+ddvzF/YfrFANVAZligJJZbGZfLEKNnM44i4J8jfrCMoxKxmjWa9JPJUiw3O9bAYHfwQ6IWhUzzRZG4yG6Q7bUW3FG116sejJ2CHQbSMeHT049+0Ja6JS0cSwFDyqqYMGCCKVBysZeFWLuvsOSBmM+2LsMzCRTSWzssQX5Yr9zvemb/If/DNkFBCd9guFNsnycoyTcsSYswDa5ojxjVWAKGU3jUQas+vMT07VIUD7AXC1EOyygVS5grhVq/6d+ObW7o1EX5ZkFXHjpk7BwzkMx3sBY9cyim265Htd/91q1hHpgtV5vYPfe/WjNLmZmLQYgOeatGy0+hvGDx5bNCaDnn+cc4/jlb/JeqjDkGMONxRDXfP3r+Jv/+S6s3/I93OfsbXjQhQewo0XGY4ivf+dW/MsNt2ElIYuR8kEmZaDiVrmMVq2MHbNNVIsJjq7EOLi2hltPrEhLWWUXSZgn6He7eOITfwzPeOYz2YphfkIs4ucYWflJkAc3/b3dLOGanjhbaax6YNWAx+yRMyjaOAHzbK7NJqdPziaAz+RdG8HXKy+/9LTnNz9Qae6e+tzmLJ+TwVW1VwcVXfs4CnFg74Px//7tz3DDjTcq9gvrDezfuxMHl3tAKcYFCy0x+7tJjJWVDm7/7iHMzS9i11mLqFTY1ZSgmIQ4cWgVv/4rr8enrvowrrz7hXjc4x+F+15xKb7w2a9ivGMX5uIy/uLqr+I9738F5lrGsBuzEJekOLGc4L0fPYpv37qAJO4iDXp47GN24BEXFzHbIGGAa4rJahy88Qh+8RdfiS9+/Zuo1tiSHykv8TIWUWSxjAGrrisHwGjUxf0f9CBUZ1p4+rOejfbCojoOfHt/Nh9yDfqKFcis5R5ahFj8d9+/H7MtAjReb3Oj5A7Py8YuwZaltT6u/e5tAmAzyngOIM2bxfl1SGM5azvNg1Fe23cLdvYpWOnuCk0XXjIGn4Fj08AO4weuKZRjoixIAX/y+t/Ho654IA4cODdbY11q6NirmwOrBiydPAeyOeuZgzlNVL8GWrw2Mabyz+efy+aUlwPwv+ViPYfDWgE6JbCz4gr6tjdF0rrk2k0RMUe80V7uJRk8YGvgq6Is/Yb/23GkxWwuqNhPOR0e65lqrJKxSlKMdXt6nU3H1s2uk5NS0sH4ln27zhNw1eLz/B5LgEsxne8Yyt2cPCi72dq62h3iYZdehrPPPV9dnqY3MM3qPdlh6jSBVbFI/UZmjMapubGRqino2djNmfSPztHutz89FgmseOiY0o58xXMgmUBeMMJcPcvXxw5+RlrXR35998clkFTyZfScILA6xPrqinIS+30zZ/WMVQ+sTj5/MmM9z1jduOfZfJ5+eCDVpBTsHnssRD1rOc34Owus5pmrPGaLsaaBVYGkXHMZKzn5gjxjlVJqXEMlBTCOxVj1YKxdSyPTUT7qVA8PrN6ZDXOzImf+c14KYDNg1ceM3qTUA6scN91OBwcPHsTKyop04nlr3/Y3n74zh/RD8567gNUNtzrPWPUi/H6Q+ZTdSwFwQGkiM6Fi0utYo+osp9Ov01qVYYzTx/HJslv6lXhGY1vQqGdKMITAKvUlCaap/Xs0Rn/AFuwiZptFDIbGYqiHBFaH6I6sNdQzVpm8TxKwzYFVvR4naNVLCJl80mxCQK4BvdbtyclO4yUnBSCJgdSAVbV1WzJjS6YFXwRXOVE9sEpAuM+TSCJprPK4e9JyTMUgaoYE4YwlK6U3pxloUgDUZS2jRikAAauEOyApALIZ820VxlgtCUTwwCqlAAisEjgic4T5YlCYAKs8L8IPTHDFokwLWO0O0B0nIOOpqvM3ZpoBq/bdNBVbG0GSAve5bwWPesw+tduXAgKrXRw9NECStvCNLyzhO9euahOTxmqNDKUCVvpjHO+Z2/eu2TpqJQKr1FiNMKL2LFnGFeSAVaoTUhqCILu1w3PRnOcxFlN0o0jmVbxvZKzO1ygFwFYemnFFCCsBFusNLHd66CUpqmq/923lPjiyfmB+N09W49EDq6psxeiOUqwT1C8WJDfQrFh7g0B7B6z64IUaiTTJ0rULeNxjc6H1zuaZbg7nibF7yL4msEoAyRirBYQEVtmej0Dnbi7oxsorlsp4363kAJ3e4/b1o0je/mZj4TmZA2nzFoATq8v4+q3fwVJtJG3efc0WTkTr+JdDN+PG433cfgvlEEJ0QG3VMfo9E8uUHp/Tv5JWapFzk5IXMYUU0ZqbldxBn/egRxZqKr1AbsTUZiTjTO2vrH7SyI3Vy3IZiUv02fLHa2ubsQNynblIoVDFOBkh5MUiaDSiviIBjIIYgywaeL0/XineP7/JWzGGusymvVVRWy1Zw2P0hpFpozF4VJJvEgJe88hgF84rzjtjrJseNcdnEXPlMmqFEtJyjLlCAeujGIcHBG8rWFxoYHcY4uHnzeHeB1qYb7aAQR/llMy0Bg6fOIHu8Q7CsWmLzVPbchiJ7sjQw9rqybQ0oygenZWunOGHIi5rgZQGnIAXg1W4VhIwE+MzILDaQFxpYlQKlRCOyVgVPGiYlgIfXse4h5TA6qCrwhmZ5XQLJmDKdaISxGKqssgUinnOecTngX1DAzNNZ5Ut43bcFi37oJWJswMs2R7pgFUmdgT7CEiSZDniccfWfr8amEQA5xaBVXGXnMmVCoEZ4Gy/XQ5iVMSiJagKVAn0OmC4wrZ/An4ZI8SA1CmfEh2wNgcL2HW/LXjXXJJByRhRPNJcNcCXgDC7EigLE2ruck8YFUOMq21ElTbiAotutgbJYCogsMrrmeBhnzwzYLVEWZxSSYUKsYfVnm9wpO27prElvXKOLxYVR0PUwypmZuo6R+oS98asb421llUrNHBjWyvQpU4pgWvu1WIM00mZgKOxun2ix2tjwb0zB+M+RfkBaqs6HVXfSq8czUkEmFyQ7cO+NV/f6pJKD6wa0MmuGQNA+fDMV2PDW0FGLFkXuHtNV74uh9qIkjX2OxuBVS8FoLXDjQ1LYMwxNs+E0OsyrgP2zDaxp11Hu1pCo0q5Fxtb2l+oJ1xt/X/sfWeYpGd15an0Va7q3NM9eUYz0iggCYGQBEIEY2NswIDN2kZEmzXJcY0JJmOCExgE2Disves1BkwwYIzBGBsBClhCo5wGTU7dPR0q59rnnPu+VV/39AAzu78wxSOmu7rCF95w77nnnoPNl/84Nl70VER6pkvNhy3/lvgdPX4A991/t1qe02SABoG0pQmsFsemh8fjtYWNk2jTyrVHDj7XDd1hPDdM5Lhu2VgmFa+DQCzFKPY9eCtuvfFbOPbdfYg1yrhk6wbsnCygWV5GrdZCpRvHQ3OUOOmgHw/MtZpFKjKcI0AhGcem8bzinAcOreDQYgmLTe7NslMx5ny7hXq1jp/9uefhRS99qUlsD7RNh6BSOFE6E2t0vWRq+NozmUqdzlj1oPr3kgIIg6urASkX3YbacsM79NoE+VyB1UR2ZlXL5PrAqkat+3oHvDgda3aBtJtx7N7xRNz+nY8iGm2jpZZRSs70cWy5jHg2iZEgKc36hXILS6dKWD6xgC2bZxDEWUwHRosj2nPbvTi+/vWb8cBt+/Cdf/sqrrjmUjzvCU/Ax//24/jp61+Me799Lz5y0wP44tffi6JaHRwmw+J5u497D9axbyGPkyt1LC420Ilk8KRdJTzu0mnFgxrTvTYOPnwM11//G9j7wD4kGD/T7tMViXkfWKhlm6pnrEryiM+3qnjq039Ca/EvvvglGJ/e4ExRh3IA/j569hvXGLkNUGao35ac15V7dmG2kB4CstQfJeDQ7bsuMK+7aoXD+ZUGvvmf96DWZ+HQyXe57huvY+ohkvA40hJqC+CQTRoGQkODagD0OKQl/Dnhc/Ibbpj56nXbh3qvti4YmMW1nQXmLqK9uIDV6669HOedt3sArIbXrDNJAXhphvAYXTV/3NoUBvX8Gqg/rWJpekme4ToZ3hdWf4flctbRM9QQLpVW3JpvRSAC7DRmTCSpC8zinjGf3fbjboRfV+1swsw8v6ZyNBYKeUmbsNuKjze8+tXh6f8D//yed/yOOqoCemEoxrPxZNfCS085fdPBvjj827CoYzII/hqpG2LAWLWOo7X3Rb+vQsLdNYxEUKo0cNXjn4DtO89HJAyEDeI4x2BddaZnCay68/EfYVr/Q3D1NEKskyvxBda5uQXMzc2hUi5hdHQMW7duRTabdkZbvHc0IbZY3+IMdojwGlsh2M86MrX92B2MYR/vrZl/Q2CV9CCg3aqjXFpBr8t8xKQABKyOjCLHoo7rJLI14XTTM80rr0O6zlwfLA9r/iZAMwSs+q6dMGPVCCoEQlczVsNt/2s1VvU5LsbywKoIK8zZnLFoeE4MgNUEEE/QsJJDyoDVFUoBOJarrU9W2GUceoaSkYv7hvcnPLzCMdgPOsGGGquesGNrgc15uyc8v1WMVco7Vio4deqUivYiAcVieNMf/e0P+rX/JV73I2B1zW0OM1atHcPYOOaO6eSzXeukX3g5L7hg1JVPGYtKxiaGR+i9BFl9i9lARJ2TjAkedSsFrFqCniTThmCNgFW6FxNY7QhYHc3HBaxyImVTcSWCVbZPD4BVq+jJaVxsJZMCqLd6MlsieMjJHQZWvRSAACunsWoi68KExDzMJAhmirw4AFYJc3pHbLMscpXtHvVUjbHaaFsSjU4L+WxSySnlAZhwyyQqyQQDaHZ4vFG1vhE6I7BKQITt82TcUqNTwCoZdmcAVmn6ZVuFtZ56YDUVJARaEzsisEoWLV2WKR3A16siSt3PfhSlagOldg+j2ZQASLHRCCgLsHDXFV2UmrzfHfzET87g0keTHRgg1m+h1ayjVo6iUovhoe/Ucdutx5VAp5IxFIKYWrpXGh3MV034moxV6ojSmGuBwGrfGKt8rpBOqLVCAAAZSTDW5ipgNW6GVsu8pm1KAQQYdcAqr/FcheylCMbTWSyVCaz2dF6esWpxqiUcxkA2J/RVjFXd5x5q7QhW6i2Nr7FsHLmEmas02321iPtgXMl2j0ZuEc0BLtWSs9A9PgNjlVqInRYW62wnNoBFUgDRPtIJbslR00R0BtYEZ1gF/LvD1DY8uweBVXzkBjlSEnaT8VYihkqjjgeP3IulfgO9RIA0505+BN8+vh8H6ks4cGwFJ48B5UYM3RTPu4loJyZDCN/Oz3GUSqaQTKXRajTQaNYRCeLI5LPIZLNo1upYWV4S+z2TygjoKJXIanYtihQ/J0NY4zIpMIxIQ4wgqRNM59zl/eGMYwIVjVHvjK83QFev63XELmERQGzCTnfY9uskTVjI4DrB4kmGshiU5CDDmw7lyZQYh1WeA0GhmJnMDdts1WCooogZydk66R2ZqVdZiCUQ70WRH+ljx8w07juygMOnSpjKTGNiLIvtY0lcs7WATcU+dmycQazdQ3mxjnaDLPwmIrUO0j2a1mQQ1CskjdDQWcAlwUEBhVE2oXsdMQMSybCxYe2CBM1dp1WlugGTJa6F1CiNoZVIo5PIohVLS+O4HTEjPgGrCu4YqBFYraNfW0a/VUeM0gtO1oJrhMBKSrFE4morJ2BJYJW3iWz5LU0GVdYax7ksYFXHKGqaM/dw7IJwS7M069gKygCQGqsEhF2BgW1pXRoCUJe4r5Z7KvvKgEuM1wiiPcek5ldRYibSGWhHp6SlShDYJD8E5jtAS3ubqK4sJJ2pim7FGcozGMWuY4sHNf16bRUPJLeg4zO5kHqHAKaTBYil0E4V0SGwSgaZWBIxa48ne7ZPdnIPj/rSuUkBEFj1bG1vEiVWAaUAWBiU0SIZ20nJ0tTq1BPuYSSfVaGn2WlKK5nrKoNgslppzMRAkvOLppPSVPVOyk4egUG3TkJAiNNE1hiNIS3NOANWBaAq0Cb7wQJrn5sZlm/PeZ1U/hsGMrWUOjZ6s0mJGANVyUjlf3Iwdu1sXBPMcZZspC4Cpz3LoJkBMhkUXgZgNfBlU94DtqvBqzDTMcQQikWQQg9bRvLYNJpBIRVHjkVVFepoUthBOh3DSquL9MbL8NinXY9k3FiwAmxDwOrcqWO4++69Ao7IWqVsQiZNxuoWjE5sABkcmlMhNupAfNYlCErQnG5kmMW6qmCuRIzjtoFEvItMJo79+x/G1z/2F4h2esglA7WljmfTiJQrWCnXcXz+FHKFEVQRxTHKsVCjmftTuyGTDl6zfCrAtukRTOSTOLnQxl0Hj2KuxjgmLi26RKKLIJNHKlPEM37qGXh3IZMqAAAgAElEQVTyU586MK7TyhAikK4HrPqEaggiuKQ4BECdC7Bqg9fAmPUea7/PJ2PrAUffb3c+VykAAqtaQtdhm53+nY65qtdzDjDZjaLdiGPblqtxyy3/E2MFUrU4VhIoL7aw/+gBAYoPPvwgdu3ZjXx2BAcfOYp0UMCRw0cwN38A22e2yVzz+OJJTG69CNsv3oyVQ2W85qW/jKsvvQivv/7ncfzh7yIeCfDwfAkf+ObD+MQX34bplGwXNW5lqEfJr2Yfx0tNoBjFwzc3sLBcxxXXjGJqJIlCYIwmjtmH7z6AX7j+N3D//n1OY7WDiIkV6rQ55z1jVYmy2wcJrD7/F38BRxcW8HO/+ALMbN7iDLEstxkAkKG5RKmCeDeqTo5WtItcMoarL9iF2SLNt6zwyD1nYWkZ9XYbsxPjyA7MmMg0iWKh3MbXb71bwOrwO8hmdUVEZ3dlQ9Yho4O5638f6svzVWFxjFVgbIhN58fA6cAq17QQe9a7rK9lrHLfVVs7z7CDeD8QsPr4ay7B7t0XrAJWPVD3/YDVtePV/z7QtA0xVgdzbJ3n1gKwYZDWyK8KHAfzY7hO2PUUY06Gjm59lzKckXkos8U9mqQAz/qzEaKjFenC4lUDeJm7KufUptXD6MgIFpcW1DLM59/4mtd8vyVg3b+/m8AqtbUDiwkG4LDfHwRUDfVTVV4Pga7DazLUmh1cUyaDTiLpTFIA/p6G1xd+fqlcx+OuvgY7dhFYdRWPwdB16+X/sxTAqqq74wjbl5AU4KfJoKDAP8XyqFSr+PKXv4zPfe5zuPvue2UQOT05ief8zLNw/QtfgKkNBDRpcueAWrX+MzHmPWWCz33Ys5AJSGv3RKdreZbJMrhHaI8xYLSn9n7ua4xkOgRWV2he5X0wDFilFMB6wKpG15rCiJlLWVyz9uELp+HnreBrxX5+1iCmcKQPM1lzsmgqPtnnh1mpYVkA3+nnn+OCtx5jlbEXza/WA1ZTScZw5iHA8UO8Z1kSCQ7IdAQKX2jX/HXX4fS9bX1g9UwTbDA+wkWCAXDqzavsOg2Yve4a+evEGHFiYgJx5ogRoFwqY3FxUddBhqvxOF7zphvOaY7/sL7pR8Dqmjt7JmCVLftW0aFrOBPUsC4LGXQRaayGgVWylQgkMgGjXmWYCSL4T5tYD+2WJdwBzasIrLpWup7aC6MCpepNMgXjGMkZsMr3k1HHth8PrHK1lRRACFjlJkhgkmAiGX9Uy1NVK8RYPQ1YFdvCzo9BHyUK0mQPkjXXgZJ7SgHQpMEEz32gY1py/OxcKin3eYJpNbZKdjso5FJK7Cp1YzMRvGXSxUW4qY2cvVnWNkBw7ayBVTrqOWCVrC6aZFFLj4xVXlevsUqGJeUV1gKr1F4ksMqEb0TAcF/gCAFCtU7STbzXUWtuuRXX+f/Ciy7C1u01dFoJRHs0qaij206hVInigf+s4Nabjgq4pYFYjsBqLIpSszcAVmdH1wFWQaCLxl3BacCqZ23y3oxTriBOE60OlgisUmM1Y8Aqmb8E7U9W2kilohhPZ7BYqqHeJ7A6lAJYD1g13Uyymxzg4oDVZi+OlXpT42KUjNVETMk/NYKlvemCKwU3BFYNq9HzZKwKWNX4s+TegAQCe2SsBmLuhIFVSQEQWCVjNRICVskoZGIUT5w7sPqhDwp84lgj6NaJ9HDoxBEsVecQGcnh1PIRbCimcKyRxSfv2I+Hlo7RxQHdJgHYKNoJmqs0UEin0ej00Ww0HJM0JnOVdCqlajG1SqM0fkslMTI6ij4B9MV5dFo9ZNIZgbDUqjHtNzIFaDBlOS01+8SkJaCYSJhua48sTNO55XimzqEPitjeyI1OcgDtphzLCUS0qB1LfdRm0/4uDUMzouBaQPiQhRO6dc+VKgI4swS1gzgalIAgGBWhC7ax59juz0DCgB1jqyvkk5aysZ15b4v9AEEyhUftKOJA4ygOHWygGEshnZlCoTCB8fgpXLExjku25XHV5VeiOtfFySNHUasuo9aqIdEBsr0U4vEUijwGslXJdKfxEuFRnkekZaZVLkw2dN//uhoUEHdVeqx2jQioNyMxNBJJdOMZNGMZSXHI3Z6Alys0iIVLxmq7iX5jBWjVJPtB8xHJP4j1adqpgfRJ42qrJ4Nd1ycSxUYnacA39EWd50GappUHMHxyoqTPtWhaXEvKJC8+11sCqwTi2roPzXag5JagKtc8HjvrWF0wmCV7jl0AZIGSjUhAviMWKBlYBqqaWRWlC6hzKu8uy8xsPkvjbU0w57KxwaVmIK62T2rumt4fC2naGKT/Sn1YFjA6aLaTBmhTbzUaoJUkY3UEXUpOcNEQW5OSBREkydPv93DeP33lrOMvdhwQWOWDQAONj7ie0ODFtF8twOZeycIb9+ZSrY5UIoFiLqsCQb1lRm00LRFzK+H0ymQyxrWNLATTi5ZJlWNHs9jhenMHTPZkwuYiD8kDmBwXpmNFtqYZffBhjszGxCHz1Lcx6v0J3iMrsvDYeNyc1w3piZsuazabHej/8dy90QDBYoKofPBzqPlcLBb1nhMnTth+77RN/QUfmNWsYYopkQoBEWGgLcr9Dj3sGMtj82gOeTJVE1FpNEbjcWSCBKhU8N1jJ7H98h/H45/5S2jVqquAVd2beByLyyex98471IqbSsZ1D1LJDDYSWJ2cMbY82xdDhjsiTbuHTywMWHXmoSFGhl5GGSUN5iaCVA+JeBOddglf+fIX0b33dlywbZtYgA3uF5S0Wazi4IkVdaxsmp1CJB3g4RPHUW7TPDSFDItgoB56S/qqW8ZzmCykEOmlcP+RE7jv0EnEEhnJDaFfQ3F2Gy678om46uqrdX2oZR1jC8w64IjWWScFEZ4UqwHv9aeLrfWrH2EAxgqsIfaWQCq3trv7HwZw1vuW7wesDkCu0Hh6+lOfdNbzW2N4HWDV5uVqTVq/N1gTlsl2cAfhmOq04ti55Qm48asfQaoYSGM7Wu1g8eBB7F8s4Vvf+BL+/aav4S3v/RMkahHc9p934sUvfz7ue+AgvrN/CRNBBvvu/hIOHjqB637qWShuGsNlO/fgWdf+OPZctgcfeMvv4vBX/gPRThxzDeC9Nz+E//OFN2OMxVPKfbk4iXtMvAZ8c+8i5kttPHSgh1KvgSvPT2H3tjQu3DGGSJ/FEeC+Ox7B83/+lfju0eMCVqWXr14Fi9vDib/OPQSsvvyVr8C9+/bhuf/t57Flx04DwxjXrrnPA8Yq8wluJbEYWvGeZJmu2n0eNhVziFA7GFEBq0fm59WttmV6mrZWKkgatNfHqVof37j9QTQo0j8Aba2FW79LgmktoGqvFJA0GCtDIx9j8J0+z72u4np/C0tgnglY9fPLDmwNsIoA73/vu3H1VRfjggv2nDOwqluyBuhwlMzB8+ExrLV1ja6oJ76EAVZ9rogzPu6xvNJA1dXgVNm1Ihsb2HJCsEgVDxAPUohTo98Gj9YE/+BnscjIOGotIMVvJfg/Uixgfn4O9VpFc/FcgdV3vf21Bqwm6e9h2uvuiIyF64DV8LWyPXQtkOrOJARQm0mmdWF5YHXt2iV+x5q1hL+vlGq48uqrsXPXBbpeusYWGg8LUf+PwKrkFtz5+fEymAdkgLpCiGcYqnMsMYaP/vlf4K1vfTvm5k4hmYwjk0nLz6HVaOGlL3sh3vXud2BiclRrX6/b0j1XcRIkaXVwz9334b77H9RevGF6Gnsu3I3Z2WmtO5TPsnsQkuYIz0NhCtaJydi802qYeVW36XqcHLBaHDFglTGOixFXFUeU89jYFfiobp/V892Px7DGqp+7tqbZ8uGvjz4npLEaZqz6cezBU5M5IlFpaErl/0bg2H4eSgF0WuwoM6PWMwOrjBWdeVWnpzb6IQhsa+AAWHUNw6uKJYPujxCj+AzXJLy++OJxeGyH11PuP/6Y/fH494SBVUoBkBTG6UBgdWFhQdeBsSaB1Ze/9o9Wrcf/1X/5EbC6ZgSEgVX/J81TP689kUe6dcYGkqocmXuOsEPGEoMZbkcEp9guSBaidFYJTEhUz7mwS5fNgn4y9JjoMSGnzh0XcSbPYn3SXAdxjGUiaPZMA4csEC5eYqKK/U6tONPF9DR0MlbZhseWfAJwZGKZLqq1t2ZpCiETLLJsYko6ae7EgycTix6/PO40kyFSajtcdGhERMaXI7ENgihrByYylE8nkU5QD7aFCoFVtoikAgEQPI5qx0y6RlIpMboa7ZaAAbLNGBw0CTBFIsiz9S9IoNVpS9NUZlTxQG3itoHavSG4waRQmp7M63t9adHWadaUSIgRw3fwXKj1SaCPCwKBYxq1MOhi6FFvtLHQ6iIXBMgR6HbfYTqrbXQ7SYECZBHnxnp4yasvRTRSQqxLXc2S7TndAEcONrDv9kXsva8mQJyt1mSh8jhrbWCpRkZXD5P5lJjH1J1drJGxSjAzIhYEr1eU46XTFnOCrf4EVglSUMd3LMMkziQJltu8rl1M5tKYIirba6Pe6+FkuYmRgMl2GvPVBlrtrgAV+i74IHdY9SR/lzqNtqkRUNY1dcEt2bSlalOYwUgmgZxrT69SV9Cxq/xmaKC8ayyJRSV3QZYwx6gY3vwOYa6m6UdnbG5kKzWOZWt1p0YiNVZTauG1ccdj4/gleMQ2nI8f8tXQH3wpF2OVwCorqWR0BnEsVhZwdOER6RoeqpwU2MLg9YtHyvj8nafQLpeRiiaR6kdRjZrTLqUQYqkkao0q2i1uqlb9JQiazWYQjcdQrdXksE4G38hYAa1oC812CyvzdbmdFvIFOQ23Gibu3usTYDB+AINEAge8ltbSbNo+Q0aCtcoYCZiBZwKxgM7GbC81w6FUKq1rSUCFmohDAMQVhozCJeOedCotTbRqo0YrDCVFYr3HAyQZQFJXmXOfSaEzR+KAkfwGgyAXDKY415NJjJCZF42g3u3hRKuJiWgMGzNxzMzuRK3bRDJoYvdoGldumsSjt82i22yiUuugW6mhsVhGr9ZAwFW218dEPCd9TOmm0u0+1Ba2ilVlNFAHXDrxUhf0OuVox+Q0dgVNNsg068QD1ASsxtGVdZJpWGqZRBfNfhMRtpS3yoi2qzLliPYTSFIpMcL5SK09slOpT2oak0pH5N4bxawbpqsCHMdgVfqpoMszQ53zslgARiGPsIjlNJ65CHoH3w61YrkWO6DYG/Fwr9ClcNVwHgwBS5lXOfCBRT/phTvzAuqcqpM5yvlvLWKuj/CMk0v7ogxLwolxD7EOi1AMiHmveOzGxG754+UxR5JoJwtoJQoyESNjlcfE/UD7jmMnT37+7IXxC/m0FdKcGYMZRFkQyXXEMxlUcXcGV5xL6VTSukXIDiZzR5uJmUBI7zT0YDIq47AugVXHthTzx+vS2X5DMJCgrtY5B4Z6Zrlv1aesCa+gZ5hyPHi2Ko0PyBqwooklNQJAaSJTq+k9PgHUdySMVcvX8338O7+HRlXcPzkOuI6wUDMyUhC7dbm0IoDWgmxLStiOrlY5jbfTgQz/nWFQVUF5oi8X9M2FLHbNTKIYWCGPXZPxIIFodhyHjxxFNJ7Hj/3Cb2F6w2ZUmpaEDxImBxKXqxV8546b0WyVlSQG8TTS6TQmp6cwuWGrY/CalI8BCH1EuQ5zXY+YURnnEGcjYR3NCW4eTneOr+E5s9AArKAQbyGdS2D51Encd/NNyC7sR5KdBi0WLnvoNDro1dpYWCqjXKtjZuOs2Hxzi6cErmfzObXzsbjUpFREp6Pimc6t30SzHUOt0laM1okBK50Ozr/2J3HhY56g8/IFR7sOLKCtZoufCUD9QYDVMHtlCLgMGV+nJ1+rGatnAk1XfbcHdlwS6e8JCywci1EWJLleqBrGwlgU1z3ucT/45h165Vpgdb1rsPo5blS2poXHLNe5iTzBA1U9lPBTnqfZImO9KTb7+NiYkm0y2JlMcj5JvIpAiwqjJr/B12ydmcLx4yeVH0yMTalbhNq95WaAy655Ej7+ydehxxShay3Kko5hkawDzJ+IYO8dB3Hbnd9FfnILNmxMYyTbx5Ov22QFxVgXe7/5AJ7/i6/E4aV5xBPcK2gCYzEbj6fXb5ym38fjI2P11972Btxx02346Wc/B1vOPx/q2dKi7wHMoYyGjUDWHdiFAY3zRCyBx16wGZvH0oj2bdbQnHa5XMFEMWe7TkRqx+j02QEBrNR6+Np39qHsZEkGXDzta0M5jsEaM2gLNnSE83NYIh2uRf71HqAd5mungzB6rcCutTqqZuJrW6V/jYuNWcRWwZt+FC0kYxl84H1/iEsu2YZLL75U43nwncPq7g8wlsOasaczrhXBuMLmWnBFv7uC9uB1IaCWQOF6D2MoDq9LpVQe7IF8lvrnQTKHfruPI999EN3Wsgg83C+iUWcASe8OAkhcXyUL5cWVrKMhnS1gz0WXYXZ2Axbm50G5Ae5B5wqsvvutr5NBJAFCmoIaG5XnZ4QI61TyfaSO9MScnDGXaeq4rqCIzTc3P/w+o8+TKZYLGfWesDarGU5r/DlmLD97pdTEhZc8Ghc+6jEqkCloYnGAOrwqfrvOJI0n+/n0x/B+GBBIzX07EF5LykVZPhDF4lIJjUYT6UwauWxaOUq/U0OPRf5+F416A8l8ESuLZfz0M5+LBx46jGJxDO1WDUGspz2X5rSVcgV//MH34AUveYHWHJIURAWLBbj/gYfxoQ//Kf7tX/8dx44cMfPFTBYXPeoivOhF1+O5z34mRkcLAPWc2Tq23hkxRmW3joyv+ujW66iUaNJkOQsf7ORIF8hYndL4EX1Kw9LABAOoFXRr9bF4xGJfu46r96TwYXiQ1S6n5VACC9Vx7P5TrEp2pgG2BrDyd4ujVzNU/e+UarH/uHcZEGuvJzuXz3tzMH6uz1VFgIlERGwLm3py7zCN1SFgzHjTx24GCrsigic5DIDV1WPJjy2zJF4ffA6vsf71itNcPGyyH8OYWHQnnpuTAmCn5fjEuOJfvp/HXlqidi5lBjk/k3jZb/3hD7Du/dd5yY+A1TX3+kzmVQNJyAGwatUuDjQ5SPfJ2rNIhJPJqmk0nLLFnwEHg6gwsKq2I0TEqiRYRLCQyTnBPrbj8rPDwCoT/vGMuUITAF0LrHKBJ+BGBqBE650hA02uaB5UpfmPbSXG8Oh2kZPbrgGrDLC4kVI7kq+jzhQDI9L/04kAQUAmIhNTMyIiAGZ6fm5BdFIATLRz6SQyiZiYthWzeUee4Gysj1q7g0qLzJAIislAiWyLQasHVhFVGyYnfj5IClglK6jaahqwGmOSaQuM8hUH7jB59UAr2ZoEdc8ErJIFzOSTDfYGhJOQSFZkG3P1jlr48kFUwKqvgBIYoJkPGVd0hty5J4PnXb8bteoiEmwE7tfQbraQiKZx/EgD9958Anffb9eVZmTZpJnuEBhfrHeUdE3mksgm49JY5XMCVtmemqBMQkIMQG5MfYHeNIqiVmlXAAQ1VrNxAqst6bbV2j0Bq9PZIbA6FwJW58LAqotGw1V8MRccy4DXlsCqBR8WjLYJrNYcsJpOiInETYnmZKzWrU3WJAzPrZt6o2S2thmokv1L4NvaWVTlJrgRmMnM9wNWtdg7kx5+7icOky9xdg9prN7wPgPn4jQt6+PY4lGUW4uo9Zqo13ooTqRwsFbDZ+48hlv2nUC3Y2Ml0k+gFzGt30I2j2iPWmgAW3EJxJBsSNMpmeFkkmIgNUpVBRvFkTxtiMQgbdephdZELptDi2ZqTVaDaUBjzFdebysUmC4vAVYDXQxEcTXyELDKdSaOGPU6mNQQgO1Drct8rwEpLQMefCTp4hmZtcTY5kyTN56lLWTWUmjBV5J6ulynegTELD81kIfmGX3EqUPGMdqPIROJYCIJNCNp6bJVWk3M9DPIZRO4YHoMT7/sOiy2ajjWWlCh6PwgjgumRpFOxdFeLqNdrqJbbaBfbyNOSRW21osXayZ4aqL08YW5an2PwNUG2SpgyDFvedxcC7ts4U0kUY9SY5WgasK0SrW+SSxCrEsCq9FWCdFOBbEu9fXi4AxVuz8NTKQNaoE9x77mg2uLnGkycF7LpPJUfxdk901jdS2IRaaSaT9yfLlqvJNl8JV4JjwK+hy7nI5pQ5djC0oNtAwdmxJg33nB5IPFBB7nUKJADNszBGzWbqVQ2JKJEBMwKhKSOURbi7XprxprgIFpH+1IAp2ggHaigA6Nu5QIOXdUrgssmAHIf/Zfz26C8z3qjnB6u46hqSKoM5XzAOVqYJV7Ehlg1qLb7tDkikmOY8CE7p/VI2wtU7HHAase8LY5yzll4KaNB66plhwaU5Xzy8AZjjPpFDrdLd0vp3caJLieGMDmEwElKbyyvh0rQSja5iT3NX4Xv5egKd9DUJXfFyTTqFUr+p1F2Fwmq7W3RvmNWk3AkbR5nb4rQVW/HoVvggd+/XOrQLkoC8NRTOdS2LlhAhO5JNIBPZkswaBW5Yljx3DhxVfg8c95JZLpPOodMzrxY5//8rVk1X5n782oNZaRzVA6JSWgksDq1Mw2Z9wljR8dipJnFt60itl941an+9Oj0RyTvqps3yy5CNDvsXjIRaGMXKyLdCaFamUF+++4A939d6nbgN0W0pVvcN4TmO5LOiKTz+nesTBsybtVdtV1wH1OOr42Z9lFIn1nttMmoijXmkiPb8TFT/opjG3e4cwTDTS368mk3MD8taCmFWJWr3vrPbd24oTB1cH1Co9rB6DbZ7nCyjoMu7XfPQCAQhp9vqjBa5/N5rC0UsK3b78NjxzYrzU5mUpKr/jDf/D7Zz2/FZ9kN6y6NsNjWh9cskRbZ+1AmRC7jyi3T/9dMjsEtYZSGH4Oaqxy/fRsPlsG3V5Dg08WU63bRMXjaAKdTgY/9ZxfwMf+7je1v7Bw1I1S8sRgf/7/0lwEN934AO564AhasQn81v+4HLFeB2lWw/qUAunjP/75Drz4pb+FudoJdc+5VpJBezxjCN8+67VEDbxp4Xfe+3Z866s34qk//nScf/nlktfxwKrCgVUBoWGO3WhMhQd20LFgQGB163gBVB8g2Erz1JVaGZMjI5bn6Hw4tyw4r7aBr972kDTW/R7hdU31nSFdv8FAEMiyBgi1Kp5r4w8NmUHH3JChtt64t/0wBKLainlGYFUu6SLPdAxYjWdww/v/GBfu2YzLHnXZ/zdgNTy/V80rx6r0fx+Mx+G0HKwBg7+FsJVVn+U03TWv+0ClUrH4TfsXC559pNIFlBZLuPv2W9Aoz6Pd7iGWSMqojQxWFv9UKE6YbJWPb2R4RH3+ZBYbN+7E1OQ4lpaWBKzyNW/6tV87p/n9rre+DulMUjqrEa7bgy5Rb59lnTUcU4Min98DHPPeA9EM0rQXDOIyx4D1sgJCaD2YZZ/J1/NyiqXpwGxes1qljsuveBw2bt2N+QWeZ1lv3bptGwqFogGJWhdcXOcLvCJU+UthUZXoCNprnQ+AGlkZsMawuFjCzbfcgn/6wj/j5ImTmNkwhUddcjGuueqxOG/XdrRqKzi1MKe9b2rDLL699y780stegfJKDYVMDhP5HDZtGMOWjdPqxFlaWsGGnVvx229+A4J0Ql2c7As6dGwOv/OGt+Izn/k8xnI5FNNJaSUz16Y8WiKVxhvf9Lv4pZe/HN1eA9Ho+mQWRW8EVrttdUh1mg1UyyX0aM6rk6XJdh/J3AgKE1O23FI2yoIpx563CxTpOYzCeWAYCMs/uOvqwuDhwHJFEUkZDIkJ2uOdDJiP0cxgyhtNmc6q4mf+K7k1+pWQRDV8zuut0lxYxQUvy0aAlYCrmLUOsB201RuonqZeu4vfOE4Zh5GxKs3WkA48iV7UvreY2saiLpsr2mjunqFwcqandcl0rdx19Z+rvMaTAVbLAKiYRfkF3q9WC+lMBlNTU5KvIoGGx27AqhERGGO++Nffe05z/If1TT8CVtfcWQ+s/tKeEQNCXRLkWasOg9Niy2o7B7tnrLYYSKnVlH6vtmkTAOT/mHR7d2ZjrBqYZ8CqVQY9sEqgMc22Q6vnSMOyRr20fhSTmZh0OAk0Eljttdtis7aEXZLZxu8yYJUTxDRWY2I7khXJihEDHg+sZqVhakY7ZKyaWZax4JhskGlLYJULM82MyB6TKYmAVZdUus2a4J93xCNgS8CQLfeVtlWlCKym4mRsGrBKggCBVX5Hq9sRYKnWVeppkrFK8yoPrNJMp0UJATIYqevhEym7gby2YgTb6qvzqNbPDKySsSrdPbKkJO8QEbDabHdwstpGPpVAjsCqCvDmpC4H1UhXwHaz08Y1T5nG458yhdJKCUmCM/06GrUG0okMVpaBvTcewG13tFYDq5G+tHiXmj10WwRWA+RSCRl6naq30XQsLTI1Ce4SP5bLtK5tBFUyKdpsG4hgLE9gNYJyvTkAVqcErNJUqi2TgrlyC6PJhNg+Jys1Je+mregCTBdY2CpuzF1f+aOshAIotzE1exGUaqaxWqQUAFvBnBGNB1bDraQeTNBmQu1esq4dy9kbCnG9l3ZhMtCGtlzroEUzN4IKYcaqcy7l1sLNWTqzsTg+eeTcgNXuDX+ke8r7XmvUMVeaR6VXw8n6MsaTBUTzaXxp/yF87a6jOHmK+nnU++2gWu2i3Oghmswgm0oh1m2gH8TUisuqMI8rk83ZbkZwfKSIfqeP5cUlMaSLxQLKFeoORbR5BfFA76XujljsbOZ2Bg8eUPX/EhgdAKsuwODm5jM6Mlx5TayAThaLrV80Z+NnkpFmgIj97gN2n5DH2VbL2RMjw8xMA/jxtVodTZoJOU1WAyygxIpzg8C0Pk1AVhTFWFyMaJpqVXstJUgbghRmEcGLn/BE7Nq+DffPH0GtXcdsNouJZAxjhQSCTgu9pTJa5SqiLHzI9M4SAZ2bglBTPl2dRLtEehXQ4MFKF8mGWrPkeurahaS3SgZALIVWLKEkkkZxZNvICRJ80OwAACAASURBVNmBgwK6GSB2Koi2V5TsMt0k3K7CmYJ2A60Nt3Y99S44J2N1eMy8yo61omXMR9sOeHXAut+aBiwIvdS1T3jCA7sdjFvsHKA9MOsNuyxEG7TRCUSxouCqCjePk4Up3VQuCgaam/7raobNYMt05lj2u0vwHVuAbCxj4lIewP41cyAXRBPgjATStu3JvIoKtQaCy+CL385rToD102cvBZDNBKvaB8ni1I6soNiYAjY3TAZA+lKOGSXJGxZK29beZYZPVhi1VMhYVGbWZvc1DKzydwNs40gmyfZOaJ0ZzDfXasZ13QMzzVZLhQ8ex/D9dmw9yRCtBgQUd0QMqCRjgO/xBlQqMIqtThkNSpZYIsACC4+fxiKdVlPH5l/DO0NgtVZvWJHMwTTG7vW6ZcMxHAbx1gPZWEDNJ2KYLmYwko4jm44hn81qvzh8fB61UgmPufIaXPO8VyFXHEedc8sxTm2IGLBardew985bsVKaR4ZsnVhKLInJ6UlMz+7Q/bPrOgRX1enjmS+SDDE5Deoip5IEACrodVfQaDbRbLLI59aWfl3rViLIKKk6cv8DaO+7HbEgkFYwDRo77Z5NDfpYtHsCXXkfmXDIFNAxfC2mI+OZ61dUxcW+CuJk7zDx7qPciWLyvMux67HXIUuZGHfOWkrVdWTa+4N1YN0C0jCA/X7AqjGvhmxNf9/CLDdL8N1nah1YXQw6E6Dqx7YgNfd+D6ySiUtzrk//w2fw+S98AbUWdWwDMzzsdrG0cGR4EmfxUyI7PZhTq6/RalbTYK9Thc27ZLvXEIDRwXt3b89c9MU4i5U5vsj09vOcbZHhIpi/9rw+HTLXVGDj7kBwMSb5mVY9gRe88Ffwlx/9ZcW6ccqIRKl5HRewxStdWWrgXz63Fw8cmMN9363g11/9dFxz1QiiEUqrkGwRx5c+++948Ut/B+XuitNW1YZmx6Ml1pjnfh55pn4i3sfbPvgH+Mrn/gVXPf5aXP74x6NHDRm53Q73oHBhT4zVaFxrMbXkWfx9zPkbsW1ixAoWABbrdX4jCukMOs0uciwqcx/h2O13Ue9G8dXbH8JSXerfxs4LA0yKryWEPDhmv0/Yc8N9Y7jXrBkoDldR8c4VVAZ7jduetP+E5EvsPIfAqr0s3OZswKpUZHttpBJZfOgD78OunRtwxeVXrAJWvS709xq+w+v6/Rmr+pyQ4dIQ5B/qXxrB0kC/weP7AKt+cpK9aExg65xkF1wymUOj0sDD996JVu0UWpRLS2ZQGJ1ANJ5CNE7Fc8Y4zCuHHQJ+3Y4HGUzPbMH09CQWFuZlisg588Zf/dWzmNXDl773nW9CNptCLp+WyR9zNeYoPrRSLBtin4upSs1Xx0xdtdaJjDA0AfOvUVw5kD9xDFgP4DofA+6bzC1tPY6qC2xqehZf/bcbBUaeODmHdDqFZz/7Z/Arr3gVcrmcsSUJLnasM9IXPwbrlIu/LG4b3jTvwj53ch4fvuHD+Nu//lssnzqFBLpi7sajKew8byte+epfxlOf9hQcPnZM+cPMxk247a578Kuv/nWB47u3bsIl5+/CxokRnL9jM8YLOfSiAU41WnjuS65HZiSLTrOGWJDDF77wFbzqNa/VnrdpvIDzt8xgspCRB0QkSOKWO+7G4657Ct71R+9XLBiNmJzQ2odNJ5Ot4g7cbjZQKa8gQr8EMXIZV0ekKZ4bndD6wPM3Ivma+MaZfXimqbXR+InsfwyV/ENdQorRHEPVCkrDwrd/3heoja3qAFSyTwmoyoTUAFYZU3Hfd4CrmVcxDghJAbAYTilDFaHt8/z3cJzRX0UmpY4swziPXQ6S1AjpmarTiK/zpb8QC16qsRzXkghb59qfqZbo8pz13sOuS37/4JqYO7cR+pxUH2NKdmiMT0woFqCR8NLSogNWe5K8S6WSeNGvvfuc5vgP65t+BKyuubPfC1jVS10+SjaMB1Y51sXIo9K72pjNlV2MVSZUfb6WzBS2RquZ1RYSAavRAbBKAFPtpHRrThhTjQ+2CBFUJCN2Ik3tP+omtpHPJKVJWm20BKxyQpIhS9aZr5Zx48ylE3KNlrapVAiMachAgzqtNGVoEXRh2wMNkmgS5UT1B8CqEsWoAiwDVmmkQlaIlxUg+kENFaPaEyzkZxNYLbds8ygwkYsD9U4XpQaFjyMYkf4p2/MJWDIJ58bopAAAmUaQvUuXcorjkymSXAdYZcDGzc8YrNaWTGC1RqOMRAKphANRqUnXMc3aIWOV2m+WjDGZPl5pyTQrG8QQmBWMo8ZyY2ii3Y0iluzg6T+zDTsuSKG8XEcmyTa+qgJLgmW9Xhr337If//KVsj6BFcAsWwJiEVSaPSw1qBnZxQSB1WRcYDaB1YaLc9lKScYqnbrVmk9gFaZP26ATXzSCcW5+iQiqtRYWKfXQ7mIySykAAqsElXtYqBJYpZNyGifKVZm2EFglIKthGGbzUbze1ba4uCZ5zYh+c2Mi66kLMXV5nQupmD7DM1a5GXmW1hC0M+1dPk+GM4FV6dzJgGoIEKllNWntRmcCVtlyQTMlhlJMVpWwxmL4h6Om23U2DzJWOzf8oVr1WWUslRbRjLQw1yjj8PJJ7JzdjMPtFv7ipjtxz0Pz0qEsjGVw3nQUnUYbNz9UQSKVQzYZQaMbAeXw2DpYrzdlipErZDXeyWSl02oun5fBz8rSkiQ1GEnUqjW13zPBJHuM7/fFkGGSxvFsUgBM5BjocsP3bEiecxhY9ckcA0wxCJ3kh60jjsWqoNMcQMPAmmqh0ah0hxk4MBCiGVwikRTIWm/VZTojMx8lKEAmkdSc7jTKYpwnM0mtZehTT3YSnfISxRyR6vYwk0/hZ3fswRPP341KroXllUWMI8BkgsxCguMtdFn5Jx2WixkFg6mzpGA4prZe43q5tgAfWzmg0N//YeK/mtmyygVYh+/ciVmEosxBNIUuEwfq90oKwFgE0mbkWGPbJivxHR5jScBqVPZVQ/aGlyZxSLCOVltGJDKQApBm6UAJ2reJeZQ0BGKEAyLpo62jLyfqt7uPA9DSBaBk2Xjw3NtPDzYwS6bsWrmklj9xryI7U0iUp8WwVTSUrZ1hotGIRACs/05OBBfU+u4J7XYKDCXshH4/hl4i54BVJ10glq88ap1uaw+RT/3b2UxvvTbnjBJ9vLlWCsAKDGzTH2qWSiOYRmTcC5xcjCR6BEgO2zM1txlsSyd8yECVFq8YzFEE0kO1tvzAyQAMjOUc0OkTPwbaYVDVM1V9karZaA20T7lGejAVzqxOYE7HNJTtnMxkwEsc8DklhDTkqjeciV0UCRY6k2ww5qyKoN5ooFqtap3mGkFAlWuOT1QG18CBlmGQbS3gJs3mIIaRbAIZMliDCKYmxpVsLZwq6W+7L3wULn3GS5Af34B6kwW7IWOV+wrPnwXku++9DXPzh5FKpxDE0mLhj09OYmbTTgHDApFcm6DYPyGGhyKafkvxGLqnEEMd8VgPQdzWyFK1hnKpikq1hHqjhCQSAnpHx8axfPgoTt3xde0znIFc46wlJopesyOAlaC2zAF94kcGGI3aKM9ErfpECtFYAvVmE/OlmiSGism4CtmVRBobLnsCtl94GfLZ3KCQz+ssQN0Bq2cCM9eC7Wtft96k8SCIB1nFpAnJeITXUa1fITB3vft92neyME4AMtTBQn22f/nil3DDBz4EFhC4hzeaDa0F1EkvVY6f9fzmG84MrNrHnXZ9Bgx7/nXIcLY4KCTzEWIKmu75sJDn1w0lng7UCYOqAl6d3AeXv16XzHMvDZHEr7zyN3HDH79AUjo8/26EgJGNLxYMe60I5g/2JZ/1xX+/B5FoFr/08t0yt2JewO/83N9/Fi9/5ZtRizRU6FefkQMMdSx9K876a8BbyPUhn0/inR96H774qc/jkssejWt+7MfQrrfVVeNZo/66+PeLnhFNSDORTqTc7x69m8BqVqBxtx/DyXIDla7dy3qphi2TaZnSWnzRVYfW1+7Yj/kyCwpu9wvJAHiJHiP4hQAWnZb/3bUf+9/diFmLJ5hp4+r9StdEF+N0xqrpmQ+Bzu8FrKaDHD7ywfdj65ZxXPmYK9cFVtd+9/oD+wyFSr/HhPaa8HwMxzZrayzDv63/2QIjXdGTx8h13jNWeXEYdqVSBbRqTey77y40qwv66niC8esYovEkoixCMmYOseX92Oe/fO3Uhk2YmBjHwsIcatWqgNU3nCOwesOf/L5yztExtqCzS8n2ZSM82ZWxzlDXdcN/XUfI2gLS2t/9nmiFq+Eo0vh0e7rJQHhpDOvWyucL6McC/OWf/0989jNfwMLCIhJJiwGKhRH88stejte9/vXI5nLGdpWPhMnuhe+ljxUlpuDGq2QHaPTZauN//9Vf4D1vfzta5TKefNVjcNHu85DLsO06wNe+dROSuTze/K53YXrTVtx73/1qz9730D786Yf+FEuLi7jq0RcLH1hZnsdoPo0Nk1M4fmIJVz/56XjhK34FjXYD5fKSCC2f/acv4y1veY9Moc/bOIndW6YxmU1i25atGJvcgENzS+ikCvjvv/ladWhEncb82rEtNIBFJZ1PV0zVZr0GdJsGtupaxBBLZpDIkHxihk7hx8C8KkIGv/k2SArAd0R5FrB702C+SXUhPPYdG5PAoQMw1wVVxTQlrkDw1BlQhcysrIPIpNX4M6UOJEknELajHF6mVZIIMG1WY6/aOmRxl8WYflwxTuP9ktHXoNPJCsneqNRiLmONMk/lQzHRGaip6+mn++t6xjXJ7RNhKQDGfCpMy+vG/AMErI6PKw5iLkbjqrIMmK14z86oF/3au85pD/9hfdOPgNU1d3Y9YNVQ/eEKwMWAYtoylnEutmTZyXCJRjOcRGKLsq3Ri2RbiyNjfk1/aZipXqOWCzJWpa8ac8CqS8b4rcQZPHg6njZNFCY/ZKzSMOR7A6tANk1gMuKAVSbAjrHW6yJDgWsBq56xGtHnMaGMR/sIJC8AJOX+ZlIFkgKg1iIXPY8RO002sbw61G5NCFw1YNVYL2SsZmik1elipd4WA7aYSg0Yqyyem84KWYk05QGyQaAFX8CqjEeAIBLTe+3h2jQdsBpmrNablA9oiW1rwOpQY5XAKltYqGdLIFrAqlr6ujheayMfxGU2RWDViErGWO1FqTEUR3Gyj5/8ma0YGYtJuyaXzqJD1/CO6arEoxnMPVLCJz5xApVaS+B1NhlDQGC11cMigdV2FxPZhIBvAas1Aqs0aiKj1IBVajXKbT0aE0OYrGMaRTG4oHlVlsBqvYWlFlnNBFZTmEzTaMgxVistjLO1I53EiVJVBQACqxl1UBvA4qtmhP29rqYHVi3xMuYWmbrlOpN8Mx0jsMqNryx2zhBY9QG9QFVJAbB10saMuaw6HVc3pdQyuwZYZWs6GatkEKXIJlZ7hr2f4D0LBGRnfuroOTJWP/AHiJKJ1GmhunIS/RRwsLSI+eoyJjbN4BvHj+FjX38Yc/MtTOX6GB0pYjLbwraZSXz1tuNYrHSRTUfQiCbFzuD5EVjlvWLrBKPYWJCSDmKP9zOTMeYvdTr7fWuTYvWWjvQELFsNBQ9DMXZjf8o4iBu0rqG1oXAd8Y0iBio4BjyfdRu4BSJOO21NMELWySDBdoY7YjUSlBGQPmzt5lsJAGc5ZjJZ1Fp1LFRKah8LonHk4wlsLATYNB6g3u5h/2JT4DgB65FMFOlUAZtzBTz3/Atx3Y7tWK4vodQpYxxRjHKjbtcRqVYQdcUcS+L66LctcRXJSBG0Z5MQjPQzn2vs6sB49XK+mg3gwVUGb4Ypcv0iyzeJSCwlIX+289JEjywdLUdij5Kl1jcwlRqr3YrWXUoB9NVO5eQIdFzufoTaaPlls61wM44lndbxM5QqWKsV5xNNW2WNkepbKI35Y4m7fYwDNX3iGfEFB9+uz2NzF86tZwNQ1a9vLkEXduRgbAMK1w9/DJsPJfBunFlA7NrFhC64FjgPug6S2Rj6ZKwm8gBlCDR+7Xo4FTf7/E989azjr7AUAOfIehqrXtPKt2eJPc/iZoxAJdebnoJJX0D1XbIDVoJnSjpdakvgrRgVUFc1FjXmd9IxEcSccKBsKNiXXmNo/fRzUyxapw8aTsoYyEqvUuuXY1O4YF5FGEqIhApmHqiVTnOjodayfD4vwLfVaqJWr6mjhSAxj496zGyF036gxOZ0xqo/3lVJ0aCVEsgkreNjLJNEPsE1HJiZnjC99GYPAbrYtH0XNl/7s0iOTAlo9Oft9w+Bi/0+7n9wL44cfURmZMk4gdUkRsdHsXHLLrGHfHKvYt0qcILyHD0k4x0kYpRaWUa/00SPrFMCgHGeb1ua141GHbVaGe1aS8Uy6or1yhUcvsX0fcnmp5QNH2QwsaTCBNIn3p71YsfOQiI13lsyNowmUgKu50/R8CGCiYkpTE3PIDY2gWBmO2Y2bcVYPmegk1u/jbHK5OZ0KQC75kNGYjhxMvbV+hN2kMC77/DJ2mA3OS3LHTJWPXCz9t/wuNS50wjMA+SOgUuDtD/5wAfxqU99GvEgwBWPuRKXXHQxquWq/vv0P/z1Wc9vviHImRTA2mMIGxutTiq9UeDgHcYNkj74kLfrI/2wU7sNLbdxOAYr4zxfABjEUCrExNBpG2u1L93sqKR2Wo0Av/E/fhfvfcfzTHKFcRAJF2T+UySoE0O92sc/feYW3Pqde7FYjmNqxyhe99s/g7037Uc+m8fjrp7GJ//m83j5K16HdlJWhQIx2C3hW2AJrPo5ZMl9RMDAzMw43vbBP8I/fuxT2Hbe+XjqT/8UumRrsJrkTjosBaBz4jlSjohruANWL981gx1TRR03r9uJUgOHlhqot0xTdffmHEbphG1lcHXY3Xj3YRxfbjhg1Y3fEEN1GIMamGIT2XeW+D3GgFG7p64ouAaYWQ9YtY8y5trw/R54p+FOCJAJMVq9FECfupL9NjLJPP7sQx/E7GweV195tfaUwdrjtTnXKVLoXoQ8NQcM3DWj3n/WYA0LMdYG4KHd2VVF8cHrQ+vC2gnl40U/H6oVylM5LVBKWXW7SGWKaDfa2P/gPeg02OpLFmsa+fwogiAlkEV3jkmqK8p6dh1jkxgLRbPbMTY2glMLC2jUa7rf5wqs/vM/fRpHjx6SPwTXaeZrjGmldb6qJuxZ+MZ/WQW0+v0gJM1kbNuQnMHqRcQBYMpcXDcL2YuMIUyP/cN/+lf4/Oc+j2wyoyIscxISDpjr8ta86lWvxu++5c3qXOOeqjm4ak0e3j/PDPQMc+55c3NzeNPrfhu3ffNruO4xl+O8mSlsnZ7AeCGP0dEiGrEkbr3rPmy+8FG48rqn4KGHv4u7774L373nXtx31x1oVJZx4QU70axXVUSl4fL46AT2HziOpz37eXju9S/EkWPHsbiwgFazgtv+cy/+5m/+D6ZHirjo/O1YWjiKQhDFRbvPR6E4iqPzKxjZvAOvev2bkMwVlUev9zA0w5+bxawELSPs6pOpqYl5MdaLBVkVoa0nKQRt+3XIAat+rNu4HcaGtr6tPgpb9123lVuvDdS29/o4xuuJCmgVA9UBpQ5gJahISQOBpCqgD4FVmljac/Y3snzZhUIg1Z6zHM0DqxyL1FP3BXweB70yyFjtuLjPOEYsTNj4cnSMQYebwHe3rgxM60KkDc1JT6xY/9as+yyBaOvIc91XTmuVxyxwmM9T1jGfx8T4uGPd9jA/P4/y8rKWADJWGYte/5p3nsU3//C/9EfA6pp7HAZWTXbFbUmuPVdTVG37TLgMWGXwQRYkgS9SwrmIWts/wVTGI6ZDaE7e1kpoagCrgVW9VpqmJgWgxIKbXrsvDU5qvhFYRSKlNjYaTzHBrzVNCoDHdjpjFcik4hIcJ8DHY1SLDs+j20EqiAkAJbBqrEgDYPkysjpkukX3aJliUCuUSSf1xqj1aa2QaodUec4xVp3+K6UAyAClxioT1Wwijlwyhkanh5VG22mspgQetnsG1MqIk803rFBGgSyNp6TR2UFDCxpkaBPQSEsnYUERb5MxVk1HS8xbAattsfBSvF/O4IpMW0oB8D4RWGXlnUkb2/0GwGrSXO/FWHXjgEEb30v/763nB3jST8wiFmWiXJdTMTWs2gJseURx9Etx/P3H5nHsxALSQVw6c2Tn1rvAUqMn0WsPrDbaPZyqkmVKYBVi9haTSV17sjVpXiWN1WYHTYFrEYxnUwasNtoCVglYT2TSmEwTDG2jCYAaq2MEVlPBKmA1zcBe/dzDNla2q/FkuZiKdRU3nUDqJGozicRRqhKA76OY4vWxgLwkJuVqYJVXQOZVDrShBEGjzXtK+QCnze1YeesDq/zuKNLxCJI6RgM6DHuPmKlMLIZPnyNjtU8pACZA3SY61UV0Em08vLyAWrOBzmwU//jAUXzpG8fQbcaweSKPfMoCp0dfch6OHW7gnn3H0Yl30FOwx2A/inqDV7yPIBUYayyWVGKdyGbQcrpDaSblUaBaqqDjJ620E1kZ7Tjnags1KCgiXU6x2wkuOzdytS/6YOF0YNUACs5kA1C50et+2MC04oVrf9IG6rUIuW6p5VkvsgRZTETeR2OK+2CDsgDFeBITmSQSQRdLzRbmGx2tg6lYHxOZADumJrFhwxZcs203HpstIIcG2t0G2o0+Emw969cRqayg26hZ4Ol0VsR+5DyQYZwzgBITyII1I6cN9fJ8crx6KXcJ2KAErsXC1gr11djPNAeIRD2waixNSprQsMM6C3j5zSwLbKduVxERsMoVhuxjqeXZ8Vjapk4Fza1QME1g1R48+BCwOjggM+47LVoUfuor9uGWSAes8vh1IsYU8KBCj62YvqXIs08HwalLVAXu+mDU2vt0ygQ3ZfIiJyvHYF19dfU6p93kW3598GvsILauumDYMY/8XqlrpzFJzYks+vGcAAjT5ZNJ+wBY1VX9+NmbV60FVo0JYPpbXsfUA6uqzFM/1+11HOt6nfZKmxPeUdbO2xyRfU+ifnf7ENdQGVax8BqNqU2KRna8tE0mOc6cwreWiQXhADoP0nlmhbEZTKPRP3y7mApe3LMcsBoGdtTO5TpJ+Hr/eXwPTfkoFTBaLGptn5s/Ib09xAKxVPl6Bv6UBeCaru6PswBWLV7qIhnEVbybzKcxkUkh0WthanwEkyM59Kif1qhjZvsuTF/zXERyY5BUpLu2ArocY5X7077v3otH9j+gy51MZCQFUBwtYtPWXSr2WD5l98iWCwOCuTdTmzKb7gpc5e88OjJYmDhJL7rX1vmyGNzuNdFv9bBUqWOxtAxUSig9eC9q5Ypkg7RGdynvRDMxqisbo1NxIK+RmI0ENuOKs8rNFhaWK9oDYjR5IFszP4ax7bsxvmmzWGC9WAozM7MoFoyxqg4RBwb47ht/74esNI7B9dh3fl1fH1j1oDs/zyf0AoecOZkfQ/5fC3xWMzvDx7DezwbGO91gavirLRZ4z7vfg6/961e1l3z0o3+On/u5n1URmon/9IbR0xeXH+CZZH5m/VdpYVqTdXsCwECJ1OaxnYPEutya7fYcp32nsegZZQP2mjNNdSCfrZsuHRbgY8ANQXHGKmpPjsbRrCfwxje/C2974zNsH2McQ8ap08NebgDfub2C//i3O/EPn/wSji+U8KLnX4Y/ft/LcPu39qHbzeIJT9mEv/rwJ/Cbr30zugF3G7JT1TfmCuTcR4YtppoPDljduXML3vqBP8An/+ZjmJzZiJ983vPoJqOYymv3rdVYlSY+u2YIjMTjOubLztuAndNjGv/cBU812jhe76LBFh1EkY/3MJWJoZiKSX6jG4nhG/ccw9ElahsPOLEWu4fMq/z89wVF/c7oRHIa3qjWFxSG6E64ocLrqA7GsJtLtkdS439tQcJpl/vxEgZWte8SGKNGZAfZVEHA6obpLK656pr/b8Dq6sLIMN+Unum6jPFzAVY9OG1rYK1iGtN2Q6LqQkokcyo6HXzoPtQr8wIweYtWlssqFAwlfUwr17Pt+K8Y0ROzeOyTfxKzszNYOHkS1VpF69nrX/OaH2A2n/6SI0f24Stf+RcrHDgWvzfJ9WukQFT7xTUK+bnnc3djt0qqRWadThtWwKrXUrXv9p9jhAaufbYWe71idv0dPnwY73rH7yGdSGJydFRzQKSTVhvxdFZ5Guf9m976VjzxyU8ODWUvv+XnqYs/e4z7LV70BWAyAt/25jdg39134CmPuwIbcylQ4m12cgIjxQIi2TwePn4KlXgal119HQ4dO4p77roLj9x/NxZOHEFteR7bZzdgpJDHSHEUp+ZOIZVIYmrjJoxt2Yodl16GucUVzJ1YQHXpFO65827cfsstKKTT2LptFidPHkG3WcPU6AjSQRr7Dx/Hc1/0MrzwN34b/UhikHOvvWM9Sp4M+E6cOwQs2+h1qsphtUcrpgqQSGbF5B9WdMK8YdN9DsuFGKgajqHXGVKDNd+DsC4iD8UWPhbS2HfdtQMpAJfndnsESNl9ONRclb+FA1gHbFXXeaQYjj4ofJ/Tb2W+7MFyYgsZkm1cfMPv5j1mXCHA1BUJGFOwaCzzcXYFk4QTIzZh/gPDQvvqsa0xGpYwWefSDNZ3nwPxS72hlyOPGGHAxqK/JolkgNHRUWRzWSMFdlo4fvw4FucXlJ/JUDQI8IJXv+Oc5vgP65t+BKyuubMeWH3pBdRYdVT+gZaaLdAEJjj4zS2diSAp030ZD/XIcnFVCjJWqUcTCMi0FobBQ8YXBmoQMJNbL0FVtvITyCSoJYZrX4F5vUWToB7ySbYZBgJC08lAGClNFPgaztEgQSkA05mRNieNkKgDRsFytiozAXAbBgGzdDwmxioXBrauxeIBSnyd3OnJUO2LwROQfcOKioBEyh44INl7qTCpIKuOAG+vJ2ZKPm1JXalB4JfATFTapQRkeSy9eBQj6YwYlPx+Vk0JGkbEUFSdldgXcwAAIABJREFUX238SbYud5tKgNhWxOvDNks5LvpA2TlK++5Whg/1RhulVkesIRppEbDmQsWWchp0xaI0nzEAnIwUNpoLWK239Xq26AesJAmEJKOV15TgVx9XXDOCy64sCvQma46M3l6PLQ9uo+zFELSBb3xjGd+8cRnpbEyGVPxGGhiRsdpqdTCejUssvNZsYaneUbs97xk7qXiteN1pMqZKF6JitjZ0kYGJQlqsWjFWG13Uul2ZYU0xm6S2VS+ChXIdYxmyplI4tlITozoZ7Qiw9NQ/c/e04FrAp6uQiaHs9IFsQ4pipU5glUZkZJOafnCZialLpsKMFplXqbU3KkdlVnUdtKWEzdym2fLJttS4qn3LdTpsM6ZxwCrZ0sR3enQuNcYXj5tSAESwzxVY7X3gfYgGfXRaFbGYWuk47l04gZOVU6hPJfGle47imzcdQyoRxcaxOLKxJObKbVxw8Qi2b9mGW7/5CA7PzaNBTb6OscAJKjY7fcRTaeQJXARZrKyUJNdB7cpkKo5mq4pcKisjCsoBtOoNS4qka8iWXGvBkArmgPXogkMGKqzx0uiHYI5jr3JDH+QFIdaY7o4YvgxymLSTQ+LaqJR8GiPUzOf6YnAx2ZVEhmOueiZLKk7GLJ2xacxBzciYwIhul0UYjk9rd4yjialUH3tmJ/HE3Zdi68bzMDuawlg/h4DgVd+YuiiXEakuod+qquKrlnq2hvd4fEMNtuGK6bVkQ0uoZ6L4gxwuri5MdqD0IOiwoFYsMFZqNau4yNOtmjpexlIwxoP9PEg+yBbtUpi/hn6rbtpQA+On4THZ+Oca66o97k+zxNwN0TWGq3sMC3cGlvj3D/6uaMwzbTxYOgRYw4VqBrKDuDYEHg+CV3+9woyDwc9kr4eSVdfyrPMf4DQ+uPVMYGf+sqqbw4PXPACvh2vgtCQBaM3n2AS6DjEavGXQH7ifO6DDMy65xv/92UsBFLIECodt+p61yaNiQYvzjW2N3lTAkpuh2dFgbSSe7pJ/FSicuYSSLf1sF8eDeooLpH0aQ5p7W8r0T32QzlNnwEyWKh8D+RSXoHl9Lp84WoDhjssZYvl2sabmvbveLrEUA4FtwyqiGFDvQYYgmUQ+n9XxkK3K72byW6mUNfZT1DTp9dGOWddKj50m1A5zQLJnAvnPC+tphxNdiuqweFRMB5gsZLGhmFOiVsykMDNWQKfBpCWKC57yLIxfeDV6bYLeFqtouA8Aq6hc5A8cfAQPPHin1lAWrGjmxfV109YdyOdGjXWuOWvrGGMNtvznUz0UMixoU4KGUgBsuzZZFb2u1TId12oNyyvUwDZQcHFpGbVaVXFPc6mEA3fdA9SrmvNNXttIoGI1YzRqK3OZ9sx5FWoiBLz7MiWtNanJXVchOt1rIb15D0bPu5RaFU6AIYbNGzejIGA1xKJyRU+TlvJGHkPDKhUmNDdNq1/nws4c6eomBIwTODamjBXpaVa2sLiIO+64Aw88+ACymSx2n78bu86/ABumN5hhBWdtq416reYYW84V27HELEaIIN41PXbTRfasT+rZujHnHIdHCiOolep45zvfgW9/+2ZkR0fwj5/5NJ70+McbU4YrggOTzzbJCgobDfsN4ahawgZSL65LYICxmjGftPLXPHjPhnuo/VEFSl/iCc0z+yMvv2kueoDWCpoGANo6z3tjGo68WK1OHm9/5zvwut98BmKuutztU/uYjKQoji338OVvzGG5EkO1dAqtUh2XntfHM5/1GDx033GkEgWcd0Eef/yHf4W3vOP30U9am6pVuKyYYEZpXWk6m2a0A3C6bVx25aV43dvfgk/+3SeQDDL4by95MeqUGeG5D2afdSsM1z/uZdRY7Spv4H+X7NiAPTPjYoPz/tX6fRxdLKPS6mNyYgTdRlNaxOOFLEbo0NWL4Jb7T+KBUhuFSF1xSLOfQIKkBhZBVHQ23wJqzVsMam3fhG4LNH2VbEdTshrMW6Jd0zBXqVWSLG7fDRUc/C3WPRGRxPIxgjxK43itOH/Yqhx6aE3VoHKMLumEd5HPZPBXH/0ztWQ/6dqrkKCMCtd2PyA8O3L4xaHIJAzyDEFOazcJFVT9Hhw2qlmjpeqg1zNOF4HHa4Y4u4B8gZ7/2vrgNFbZhUjpp1RButHHD+zD8qkjIgZ0GjV8++ZvSWuSn2EK9K7rUV9i63an3cfszj346Rf/CqanNmBu7gQq1RWtP69/1avPdmrr9X/9vz6CQ/sPYPfO7SrEikzh/QEGca5BRv4e21psOYefh9qfGU+vMbCy6+4kpgaF8SHjldk5z5t7BnPPXDaD+++9Dx//y7/EpplpMUinx0cxMVJENp1FtlhAMpPDwnIVhQ2b8PyXvRzdKDsqrHPPNjevv+niWYJziuU7A4ke5kM3/MF7cOuNX8OVj74c1ZUlpNDHzi1bUMxmcPjkKTTjAYqbtuHapz1dDNdbvnmT4tKxQga33/INRFp1TI+OYGZ6Coun2LpdwoUXX4rNu/dgesd5OLywiMVSBaWTx3D04H4cOfAIot0WxseKKBSyiETjKC3MYeuGWbQiAS594tPwlGc/TwXY00tWdmqMPVQcdvEd85JarYJOgyZmVtJQbhcNUCyMyRhtkL+v+VDm2GabO4wK3LI7AGN9DK4yvOYqu174mWYCK0oCyRmM24XosiBuRrAm7xI1eToXI3ngkl08XWqtSmfVJAI8mNpuOfCUz3f5GoKv1OdnoZaFV+vulCGWy2+TQYAc9/uB9w0NoFZQW1xELBFDs01Jl75k4bI0RG41UZ87gm5jCf14Av30KJLFCaQyWXWc+mJg+JK5Lec0cytddSfd5iehv6bEhLyJl4x8PbCq1JCYVhvZXF76qhZLk6/VwJEDB7Byak6FasoEEFj9xVe9/Zzm+A/rm34ErK65s2FglS3PPljyCYycLum865yfOX8ZXLBLjOY+3Lw5yAVORC1ZI9OLiaXpuQxbWcQEiXCyh4BVAaPUWqUsgAGrDOYbbWqT9sAu73SQVOtcKggEQtZqDemvEiA5DVhlG3JA3iXbyJvodPmdBhowWCBwRHYsdVOaNGMIklipNcVwJbtSemQEVUVnpyg98xNqrHaVwGhbci2OHliV9kYijkKaYGMfpXoLbPMn25VgIQHcar0pZljGaZmyVYk6k2QAqv2dWnIROiobw6bdMdMmfg4BaxrrkFhlfCJzO5FEoLufHlhdCQGrPPZonBXGHmota7NLsYrJYEHaQRCweqLRkasxmby8cmrmYtVf2qBdBCng2h/bgJ3np1Gp876SycukrCXnXy60kV4MyU4PBw7H8fnPHhDgnAnYQphAJ9LGqXpXm/VYOobRXEqs02Xqp3btnvNYpfHKtk6x9CIytuLx1aVjCUzkUwJ/w8AqGbBT6ZQBq/0oFqsNAatkzBxfrIlBkYq2BdwOQZ1QFOZcwOW95IBVu79scYig3GgrQKGGFtv0eQ3JzPFSAOFEQwLxrr2R91yu9C4I5aIuXS+1Cw6lABarNLgyJi2fp8kWGat8I6UOvAYsCxEcb+cKrHY/+H7EUhF0m1UF1t1cCntPHsLdxx5GYqaAr95xGLfduSyAffPGLGrtFpYrLWzbPo3HX/1oPHjXPtx6+31o9lMDxUyC413EkM4XkMnlFIKy0EKDuWpl2VqCWcQgJkxH9HYbtQqrlmQbOnakWmA8UGAgkyFbXDeY3JiWmbHmqPPJBGqtftMgL1LCIkM5tVAZsGrBJB+WlFubCdue6ZRmzEXJDTj9Kh8Q+hYqHoNYCgS6CaIQpGFBut/F9EgGs+konnjpHjxhx0XI5EaRjkVRjOSRRgvoVYF6Gf2VZfQpbM+WcaeLpoBIQZFrax84A1sSG2ZvDJftcHgRZnJ4RqsHNBXV2ujre2CVoZsBq5F4SuC4b6MdBC8eBFT7OnVf6+i32do0lCTQZ4ZASX2Tk9nwf5tthhgjqxhOw7k3ZK4Mz8mbfQz3DUv1B63Aw1tvz/kkchVjy3+eS/rXHOsgD3T70+qszJXT7cK5a+hbJx0Iug7rSHIOYmU5RvXAXGsYeCuojqWcDAO1XE2/0jOQrc21f07AajGXHICmXiPRWsuhAg9Z0SzmeFMBD6zarFi979PJ3bNWhmvm6kzAs3UJrBqIZaZS/HcgHeD0tDzTJwzIyOjItf4PmXR2Z7TPEXRTi//w2DqOweFfr7XAJdDUheWxmuEd9czjKBQKAlxU0Oqx4EhAk6Z2DcmspNXu2UO1w32opzmtVjnGOA50C5//mYBVdoGwS6SYTarrY6qQQbRH3fIAm8dH0e9GML71Yux+0jPQShXQqXENcUCWdwd2c4qt44cOH8Q9994uZ+hEEEMinlR72qYt21EYmRBYbwmdWoZom4FUooN8wK4YGvYZW4YdOrVqRdeDhkpkSxJgmJiYwMoKXXrbuk7UQNM8ivTBROrgXfdgcf8BfTbNI2l8THO0fCalrg7GSQSLmIwaK4ddPZwUMRV3Kw1zaY80KhjddQmyOy9CI06XbdM33Ty7EcVCUXIvQ0YVmfMRjVMfg/q1xNg2bi3jd8djSKaSWusPHj6IAwcP4LLLLgO1TXl+9Tr19Cq47867ceM3bsTevXvRJHAq/bY4Lrn8Ujz6iiswWhzB7Ows9uzZg3QyJXBVMhUdA2iVPDsmsSWJDszzbdCO3a19XZ1DfYwURnHy6Bx+753vwN333oXt5+/Cpz/1STxqzx4tJ4x/w+ZZZ5NopYqrGau8Vlp7Q2NIjEhvZqTL5hNT+yabt1x3qEvsARkHXakbbViWOn3/sfeufd4KZ75Ax73GwNd2K4WPfPRDeOmLr1VrPWNXA9YIrsRweLGFr992EtniBMYKcUQ6XVyyPY5CJoITx5aQQBozGzP4vTe/F7///j9DLzk003InYy2lBDxZTNW+b3Jk3XYT1zz1Wvzqa38bn/rkp4BOFC/4778sszrG2WFgVUDFYI+QbZCAYA+sXrh9GhfPTCjeJkmVUl+HTiziVKmFjTNT2DiaEFOba9qmkYwK599+eF6da1fumtZ977AooeSpj35AsgOwuFhDpVpFPE6hkL4KHNQn3LlpBuVKDQ8+cgSVGgEMV9iTTJa/jxYfRKlrvB5bmYUrkcP4XoKENpY1Oig7FnqsD6z2kM+k8dd/+edIxeN4ypOuQiIIrDC9zn4eZqG6I3Qs8/C4c1/q5ko4juD715sXw8LrmeCt4T4dPgYBq+7B57n26fxdfZ2UB0oBdFs9nDj0CJYXDiOqGLWBW2++CVNTE0inA+U3KoSSzaq0yzw9aMY2Or0RV177ExgdmcDCqZOoVkvas9746nNjrP7pR96Hg498F+fv3qkYUd4Bik1Dmuf+EuriEbRz0nCquAxhOYJ5Vi+wNdbvo8ZidXtqqGNCIJLY0iYVwWmay2TxwAMP4NP/62+V/49kk9i+aRZTY2PaA0bGx5EIUmh1gA279uC6Zz4HkSAj4zp1GDgTJbE4Cb5Rl1Ma5syHayhVSmjVqxgpFPHZj/8d7tl7uwqJ99y1F8VMFlMjRWSSKRw9fAzxQhEbz7sAT3vms5DK5HDTt76pwv/ll1yMG7/6JRw/+IgKmakgaes3dZ5TaTzuuidj03m7cWR+EfNLy+hWl1FeXsRD996LTr0mCaepqUmMjk5g6cQx7Ny6BcXJjchv3olrn/4MFQi9NbfWz4HfPLtljQxCUFJlpWgXjZoRVxhakuBBmS1E4sikC4gn0pbrOf+AoRRWX2Gg9D7dfbSx6vYb3uqokXKkgU25nRjle0iO4PU5gla1huLoKEanpxGPdrC0cMper4KKaaLqIx1r04OnjHfY0s9OFl43AaRionr2qplUGaOTRleu/d+BqYPYLqSdmkxEkM5knQGvtdkvLi6hXW+i1qwixVZWd2zpZBq9lRWMoIuNkznMLy5j775DiBcmsHP3BWirS9Rym6FPwpDMG47P/FoR1o0O71VeF16kKWe4ZbGFASm8JoyzxifGzeeC59Ru4fjRQ6iunJJsFhmriUSAn3/FW89m6/6hf+2PgNU1t3g1Y9UWXR+oacwpuiToZACoAA6yUDywKsaqAatkOkYJTEYJhJj4tk+QfQGRgSVxESYvnPRirHKzIhNOwKpprNbbfSU7dNvNMAFqt9VuJ1fzeksGV2SWkEVBpgUXJC4QXOCSQUKBU7VpjFWTuzcqeDJOwC8hUISGC/EgidIZgFUBYDFb8GQ21TGumi14ptGm9kkCq/EYChkyVvsC4wgO87hoCkW2YbnaFDs2k4wgnbRWzFqHwU8gw6Yo2XhsKSRzl2y5Hpm7dIw31omMlcTq48JMhI/PW7VS90tSAG2sNI2xSmZuIkZGLlm1ZJKQxRIVizbg+2hQ0SczuIP5BsFwyHwrkDkA2bu23hCYHp+K4anP2IKx6ThKKy0kk7aBd3tN6UqREUWxxjQNw8oFfO5z+3HsZE2auGLlRbrGWG13MZ6KYiSX0rGeqhGAtntOEJpsVILMBCc8sMrjo5QCA6LxfFI6rLV6G4vNDmqdLsYzBFaTSpzr/QiW622MEliNBzi2VBNTNB3rgP6ew0XWA3gWnIjBSPZzEFfyLVCV1TsBqx0lgNkggrRaaaKosu3BtdWtBVaVokgM24xQfHgn8ykFPmRgRgU6MuFdqnXEDBYrRhIOQNLBOZRLYMst2Ze8V1zsP33s3DRW+x/6EyBOPeCGKpq9fIB7Fo/hrkP3YGrHLD7+H3fhjvtrGAlS2LyxiBPlZSzX2igWx3DllTvRXGli7x0P41SpYQwosr/qDTnn5pgkxxOab/lcHjGaiJ2Y03WMkGlN0CVIieVMZhQNZQSfepa5F+MfJG0GbimRlSlNoFWLwKxlu2cAVn3OKIA0bs7USo6tddAYNQZIKPATU9QySdOJ9uufvYfPmXREX4UVnwhwPiYiMeTiUWydKOC88Rye89TrsCk/jn4kiXQ0hXw/hlj9BLqNKqLNEnrlMnUtzBQjFmoNJ4fcLY4CL4XlhduAHEV+sG6HqRlDYHWVu7VYVZ7tyc/jOmzJmViq1HWNphgZmvNlCHgcJCccb0zAqBfVJvDCRM6xe9bsIQJCvHWtZbwQY1UJfjixOj0pt+XUA5e8H/5n/z7P7HPPO/aVHefwtauTSz/rKKewxkU4fOyaz34tCBdbhsfjk0T7NwRe654NP8wwP5NukL6L4we7JvUBy6sfTck4zLfdObs7h+2695+DFMBoIT0ATcOgIBNxsa7ZFeDYpIME27HNlHz59v8etdMNWFTiHhKcHRRbQ2w2SQA4xrd/7QCAcoAP/+7BMs9Q5b7sL9964K1ni4bHpsz3XADviyC2pho47AFdaScnEmIXNFtNYyZ228ilAhTIYEUPpRrBP5hMT72ulsYYNcUZLzgpgDDgy58JmNipD5NZXaN+F7l0CsVMErF2wyRrAnY5BNg4nseWXY/Clsc9F+3cKFptJl6mWe8fgznHdSWZxNGjR3DnXd9Gt9+UpA2B1XQ6i01btqE4NukMw3hHu1rLY7Eqsinqurbxf9l7zzDJzupaeFU4Vady6Nw93ZN7kqQZ5YCEIgJhwQVjMJ+xLds4YWN/+LEfTPZ14l4TPuOAA0aAwGAjRLSxsJUBoZw1Go00ebqnc3dVV87fs/Z+36rTLQmQfO8fW/U8o1FPVzj1njfsvfbaawV9DUnqmMDJ9bbbom9GwJDXSrYP/x4eHlK5Bpp48rv5/QI4d0IOCiemcfC+B9AsllGpN5AvlEUPLZtOIBGParwi+yjPJAKsNCHh2ASwvLiCerUmbGBftYaB03dg+KyzsVANgL4eZJESWE0kk6qNa+aXaKwayWHvErXzxrqQk6VKvUSenQcOPIWvf+1rmJmZxjXXXIPx8XHMzszh6NFjmJ6awvL8ghjKcH6TvcwZJ7IYBPQN0z6ZSWNychLnX3ghzjv3XPT39asMUJ3Jssr7MPlsE0jmDmDMYuw1im6o6V7iOGbTfXjqsafw4Q//KU5MHcelV1+JL37h8xjO9inT7IdsRz8q+3KTI9o14ClsaWJojxADHJkY1WxZHlaPAVANadCuMX16dzX2qpTmguQ4MqROmxt416d0hHlMdRivyNpBAu95z3tw7TVniXGJdsJrFw6BS3alreSbiMXpvsyzpgWnzG6fGqanl0SrNzMUwedu+CfcfMudaDnm3pm9116LALbmPGAsyeSfLM3Xvuk1ePtvvgNfvfEm5FeK+JXf/i0UyxU4zE/WUBx/OLC6c2IAp48RWPUJI6zS7mB2pYr55QKSbhiTIwk5V+vtNmIOdWR9uP/QLBqVKi7aPSYxd6MTkBiUi59SA1IulK58oydPo9RiSdYZ11e95ccTR05helHNYAlEM4YRAoaYDRo9arMfde9ht+gnogY9ky4WSY0ppDV1WrP/PIex2kYiFsEXPnO9nMlXXX4R2CbL+87TbW1B1jt/7P97YpPnAX5/2Fx/fkD/+YHVLii8jldojX3s/kEdbXmuLBc1WiWwyhBn7qQCq7wfzPMeeeQhnHfumejvT8uewRymRUY0CSDMVyhpEeggGMtgw/jpSCYyAqxSs5p74fvf+Vs/aik/7++v/7u/wsGn9yOTTSAYUPCM+55XVd+ufxOMdoE4Ww6261IK6OZhwTorfWRfKxGLLO5erCUdH9RoDzqolit4/LHHMHN8Sop09BEZHxnC+PCIjAFbvsULot7B5tPPwI6zz0Gj7UeDUmmMmRs0qWTnZUNd5UWjkyztBiq1CurVisTy6XgCTz76MEqFPJoEsk6dQiYRE7xh+9YtCLaAXKkCfySBeF8/mv4AVksl8R3ZsWUzDu5/Eo8/+ABiLgk2TBRaUuRN9PXhjPPPQyieRK5UEm31SKCDZCyOJx56BIcPPoNYJCIkbhpxkbE6NJBF39gEtp91Hi644jIp0lm/mS5wx7xExolnhGqP84woV1ZRKOSE6czznc9hccONJJBI9wuwKZIpHhkTvWCN+/n+QvAwsl8K4vJcbSsjX2Q71NzWdWN4bP8BfO5zX8L89DQ6VRYOgdGJzfiVt78Nu/fsRi6fk4IT74Po9Ernp56BNkbjvdDuTAVTrXQA5YO4j5IgJPmwsFit2RU7oPSadRyMV4aZS06I0oUqtcTvy9iDjNVCuYZINIJatSIkJpddpOwALJQxHE9gJBtHqVrFgWNTODq3jG279iCRTctnWHkaK+nWM/ey/BFrJPHCS09zPu1ssNqwuu1pbkTgNRAKIZ3OiJSBbq1trCwuoFZelWsWYDUUwk//6svA6po4rfPc0tpL2gT/q7zIAqu/sMNKAeguazcTwQ1bBFZVL1MSD2nnJ6NQpQAEICWwSiCPB44cBUo91wNftdNs1YEbDDdevo7rna38LEwIsOrn4dZBpaGt0CHSr8NkljSUzRikwypNEvQ9BFg1ronWVY7mTRZY9TJWBTwLaNs+N0O+ZzDoihQA9U4pYUAwkoAogyHRwjTAqmWsCvNQsB2tKEpFqk3XXT+SpNd2IGBcTeQTIMAqX1MoVdHyO8i4AVASlFjhfB2YJ2bhD4pOYyoIEcHn5t9u0OCnhVpLW1EoS8ANl9ViMdoS5oOC03pA+kQTcw2wSrdpR4FVatYymY+wci5t0AFJIJk4LdQAxwdhgzp8X5EZIAjVQrXawq69CVx05Qhc10FupYxUOiyJR6tVU3MvcTT3I0r5hdUgfnDvKh59fEnaB3mMcMPKNXjQtpB1Wfl0BdBdpnFGm/VAMn4DSPDzpZVBtTWrnAd11aLl18zGw2IIRpB4pdZCmQzYqIOBSEjZOW0f8tUmMtGgAKuicSUAGA27LGuR77wWWBU8TmQlyA7qAatkMfNe8j4zYKapFK+2ItVXT6XYJDr2XckE5AFlzT/Ubd2CSmwHUykAEfWuSDO8AqsBPWzCplOKEghcK5w/wsH0B/HVU8Yk50VsQKcK88DffkIq0gImtpqoux08uXwSxxeOIrtjAz7/H/fhif1lOL4gBrIROVhWyjUsrdSwdXcGkxt34sn9h3D05Am0mmydD6JSJ9O7g2gsKsBqoVzC4NAw3LCLqSPHxZBJOvVEloK6OxFJ8ujQ2hBHbwWqvIRCDV4ssKrgPoFV/osYZMh+0msJlrvpbSezGSDb+TjHOXasKEvbsyaAkt4JgKe6bwryknHv0Sw2AKdXa5JPJDNOQIVWE4NuGGdtGccFO7fjon2noVZsIRCKYDCSRbS6iM7CM2hWKgigQQQDPlKwDfgrTX1MQG2reLfy1ANEvSBn73Z7gVX9LtrGJ7CfeZqtq5vWN/mORmtN2DmUVAmbdnTrMGtfagAvrjmya9t1A6z2tF6fM/XMnuRlMymw2gMoeyDV+us3wKphh3YF+SUZs6ZivSRNmsxMIcSCxWuvpweqmnRBh9zTSmef762A97ILIggWuH9uMreWGLsO9JZ7aEFVD0DcbdckqE19W7bLKwtF0yaDdAidpgl8+c4Xsbr1qQRW1Vld2QV8CFhFtpR0Q2gxR84Qj7kW9x1rOCGBswTZHufedcY/dk4q6KryOV6AxgvGrgdhvIG7t/1WY4S1n2n/zb6fsEXZ2mYYNXbdC+NRirQ97Wyv2yyd7amXyHONrbr96YR0l7BbYnp+EYUa5WgYw5h2OmkXM0wRD4Cs49kDELzAEosliVgUaTIxKiX0JyJy7seo7Rp3sGXvhZi4+G2okq3cWBYA0muI4QVw2UEzNz+HRx+7D9V60QOsRjE2sRmZ7KCy8SXmURA/ElyUgnE4yM4WjVta7BxgR084JGNLcJXjz7332LFjyGTSmJgYF1kAMleZCNVrVVR57JfKeOru+7F0/JR0CyzlCyjX60glE+hPJaQIKjxrc05xf/YHQiiVq1hZyiERjSGVSKCytIrsrlFsu/hC5OouZueqMogT4+NIxJNaoLMmK9xD2BVlWMjriz3s7OF9vfvuu3HvPfdgaW4ey7kVcWGy0KVBAAAgAElEQVRmuyjZsGR2kalKDd2o62qXgUkI+d0JWulaU3kKu6s0Wg3Rrt152h5c/MpX4vzzzxNNXgFUjZOxEoh6EhV2/lmQSjpLOh0MDgzhzlvuwsc/9lEsryziZ3/5OvztX38SUZp0iJRzj1X2Yhd5LLXBbmnKRpO8T5PtrgSGLpw1b60/eWIeYUB59kSTm/IZymlU+RzvPZBd23x/7zhIIm4MxLSG1W0CBloRDPRR+1A7zsho1m4SxiDGzZ5neZt6fewCqgkJgqAovWUl5nGoVc/iEM9sLZL09n9lMnfYGSKTUYt/6unQwk9f9zN46y9ch299/Vs4cXQK73rfe7BaLCEUcAxzzA7TCwCrfspl+TA51oe9430inVFDQGLsueUiyg0CqUFs7o8pSMACFbtR4MOjxxYwV2jhkt0jIu3EDjvG/aLSKgVdawxmO9YZCxlzVTLIfA4eOzyHQ9OLKsklBAzKZNWlg03nnx8taSHutcvaUEjkvtBEpVyXoofcVZ7lArCaaeRldZoWWtljKVXQ6SAei+BLn78BjWoFr77qkucFVtfP4V56rWe39/HSU2/v+b/2E18QWDXxlCU+EFjVLg31/GA7ejiaEfWe+amjyC9PSZ5E0+P777sHl154DlLpOGodFs58JB0qG7odVNZxoIVQIo3xzecgncpiYZEaq6sSF79Uxurb3/pmbNvOroQo2uB6UI8G7Uy0q1jjp2452Ejx2L1Y9lNhNps4S/ZXfYUtQprJo6u+G8IogCaFy1YLETeC+bk53H/PvaiX1f+DTEzmxRuGh0Xea2lpQfb5WDyJka1b8crXXoNoIinSPNVGXdrOmRuqXI8aJ3Ftl2gyVamgWauKvB+l7+753ncxc/IE+rN9MkdpiLeytCQygGfs3IFoMgVfOIJANI75QlG8RPqzKZy9bx/uvuu7+Mo//TPqlYoUj2NuBPVqHRdd9kpcevVVmFlYQLlaQ6VWFePdsaERPPbgI/iXb34LfamMSMo02enpo3FRBEObtuDn3vEOjG3bLNfYLSKYTVdTCFasKxJftagNGgyiUsxjbu4UmrW6/ExtdOZHoUgcw+ObgCCrLtp9qUQIq+kiQUd3Yiv2ovebZ71IDhBYlbyFTOsYlpdX8YEP/S/c+OWbRH5ocmIY0UgU80srOO+Cs/Cu3/tdpLMZYQbXGzXtFuDeaU2aTEs/gVeJ+wikiu+F3iMFUhkbrW33t8/jPeba4RpXNquVy+og7DJnC3dN0arVmpzJ4XgWswuLePChB7F9y0bs2boR08eexcyxk+iLpYXIMTExhkK1hiNzCxjbsl2M4WxsKMUoKxsne4uR4fGeTWYU19NP+M+kxVn5GAum6lliWLkdmkR3xOi0r09Zqxyf/PISKqVVZazGYnBCDn76V14GVr078cuM1XUnoRdYJcjpNZTQyWg1VlUL1QKrrbZf9DG9UgBSZaMumLQCqB6Tznll3cl2QjCypUxIgRWCbIYlqKS6pnyJlQJgwkMQkGwQaVtjIudQt7EpbdICrIqrsbY68GDgwqNO6fMBq7yWkI9ALa1oOrLxk7FK53dqeTj+AEK8Hr8P1FjkexJYZaLF3zeYcAmzh1UaiqKy7ViZsMpODckBVKxSO5WmTNSIVVmCYrmGWiCANA2tQiGUW34cyFdxotqRw5vBVzrsw6AbRH84gCgDcG54tQYY3hG4tWTVNsfBgAtGcqwLrK7WtA0yQvMtgtw0/DDAqlS6qLMn+reWsdrAYo1ALQFnBVbZXkL9SLqDUoPoklcPY9fepGi5FFZLSKUSqNeoWVQXYJsVSgKrMfhRXK7g2aNB3HbXKWHMsEWSbYIKrDaRcX3IEFitNbBcaXSBVd5HkQIQB3g9ZHiPa9Qq1U47ZKJhAX/L1SZWaNRF86oYgVW2fzSMSVZDwFa/AKtFATDiDtvrzUElwaSGJbKpGsMgfqqVArCM1WbLL4k3WSoEVqmxSli6TCMQw6q1FfEuuGDMG3jY0MBKlS2Nbpthyci4hCxjlW1xQo2RwgXHIezTQgSlMMg2bIpWo2qG3jS9Vh9rfWD7fD8LsPo3/5/MXx4iBPwbMeCJxWM4XpiGM5HCbfc+i6cezknLUzAeEKF6tnQ8eXABycE2zt53OlYLRTz48NOoVILqomiYKdTK8QWCqNaqiGaS6BsZwfTho6jlaN7gR1uYXmqCwkoyq9IEVvXx3CPQBoJCxpHii6PrW4IPrj0F3r2BuiSBFgiRRRFQXVTOJgFW+VptK9GwRhM8ssDVjU5Z79Qe5pygTEi3/dzca+5nBJJ4S+kuur2vH1eduQ+X7D0dg6kk2ojCDcUw4HPgn3kQnaXD2kZEIzleckPBDjZFUudN0iwWmKR4ZdhGwsZlErQ2Obb6ps9JTrrt6mpmYJmSCkp63oOFBQnouI840pLOAoDVC9TboIGefRtfS4FV6QWWai9ZZb33fC6zxNxRn2WsWjCiB0p477meCXpPlWFrix965qwFVu3MVmBVZo5J3NZ+z7XAqhcIlNdY4F3e3cotrDe/8erbeliq65lipiCjyZ0Brg1zqtvSzO8n4IdxzSaw6o9Ie5id51aiQrVl2y8JWKUUgE0ivWxTeUcW+Ti3TXGux/QyoLqcyS1hZUvgadaCZQnYFnjrJm3vu64Hw4IzhlRWD9Xui8LKEhdWtplp8C2vZyxhdGW7ra5mNxB2hefRBd+6QJK5/1Z6xSNlwOfaNm5hypCFQEZpKIDBdBxD2YQwVysdB489ewTzhTL8wYgUWNSVXrUOu8xYT9XHQ95dAwgSU4mRscrCYKuBoXRM2Ow8o6NxB9vPvwgje69BMxAVx+Aw19460MF+R+o5k2lCYLVQWpEuCjJWXTeKsfGNyPYNqn6eKUr7fC3EfbMgS4RdRWF2fYh7N9vzue8xydFOGtGW7QAzM6dw4sRJbN26RZKIQqGAaITaeG2U2cbY8eHgw4/j6QceRzzootJoYLWioGgmHpFzWuSbhJXDG8V2SG4PQRTLZTguNWGpndbGxjO2YGz3dtTg4tRcFavlDjZu3CwJ+fNJAfCYXg+q8hNoCrX/qacEpCQwzH2YYHBfJoNIKAQmb4wv+CAzKuySGe4HARWychVI1b1NCmzCCiLQotICVUpItBoIx1xM7tyJiy66COeecw6GhoZl3TRqJsGkXrHRV5f41uzT7CzhOslm+vDlL3wZ13/m0yhVCvj9D70ff/jBDyEkTCUePx6d/B/n8PY8J54d072vy9LWrVMKphJjmy4PrzSAfb25T70flX1ox1rWumVimSetL+x19yvjli6sCI5jU9+rp52peyEL9EzOBYYnS1QoyRoLIKTavL4Ou1d4/TyvCe5QgzUkuuqMscNhGgoRLGIrtu7X0vETCoFafiJJwX8zuQNJFSwmUOvwste8Eq981VW487Y78ORjB/Du//khrBbLAqz+OIxVEh6aHR+2jqRw1qZRufaZXA3TSwXMzOdE854FrdM294nEFcsCBCQpjXHg2DyOlVp4xY5hRIIdHDk5i1Qsgv6+jOisSmu2Pa7NeEsXHBnRYILvx3SugoPH51CsVKRbbmQgi9EBGgjpOBD0Zd5B6QPdUlX/2DZp1Jsd7H/6BE7N5iTs8bPA26H+on7g+nOT462s7rrEJJT++Mo/fQnFfB7XvPpSGVe+uZex6p3C3vfzms0957M8n23nn7e49FwA9sUDq14pAH7+WmAVqPs6cF2COcDCqeMorMyKZA58Du77/ndxyXn7EMlkUArGUQL1pXlYNdH2ce/2I44aYiEH45v3oC87IKaIBFYZ4773JWqs7h0bxKVXXoqzzz8TjU5DATHjO7L+PLRt5F4pFRvf2LNXYlqvjrU+Qe99l6XaixN55nEONWp1xKJR5FZyuPt730MpX0HUpc52CI1KCbFwRApIR44cwujQkGhS9o2P47Vv+3/kPCE7vdZqoF6jXqcC+Vabk+3gLGRVqcNN5qLfL/v3s089iXvvukv2yWQiKXljYZUM0AJ2btuK/tFhBOIxZEc3YDFfEc+SyW1bUC9X8bWv3ISTx47LuVmuFCUf70tnMbljJ17/xjfAibjIl4pYLZekM3Z0aAR33XoHvvNvN4vOJwuDZLHHYzSJTOKCy6/A6972NoTE7IL7vadY1SP4wteuSn7McaOGe7lSQH5lWWRlYm5U5VCIYURiCKeyKh9nQFWZ4574nLm+RKQCUprikdy/kMYifnN2+X2IxOK484678eu/8XtYmp/FluE+/PxPXYtz9p2Bcq2GO+5+ABdfcRleeeXlyBVWtcDeBU+VtSpFR/NZzN8VXNTPpga0mvYyJlQmK7uBJS7i7wi2ivSPie0kXtLYkf8Ydrk/h+XrEWfg2cz199hTz+Lb/3YbFpcLuPrKi/GW170GM8cPYvbwcUxu3C6AuB91LK0soh2JIpwdRMDVrkN9GDzJ6IzrPF+3iRpSzvPtSyIUYwql9veiV03IVa5fSWCJdFKBVeY7lDFYnBc2NccxlohLPPWWX/7Qizy9/2s//WVgdd39/WHAqkxaCR5p8CKe3UYKgMwRA6ySXm7Mq4LUWBXzKgVWuwmZYawKiMIkrs0KtIpoMzZzJFjqKCOVoA+1NZs+ZZK024gTOGupqHYwFBQTJIJuZLYS+JR2RGNaw3NDgFWfTwySvIxVbmbcKwmscjGRUUhB6WKlIS33/PwesEo2BeM/bQ1kgsbrssCqGpUQnFRqOZmbBFb5FUs1A6yijYTbA1Zbfj/ccAhBN4qT+QoO59tYhquicpKAtxBGW9znCcAmHCDqbwjImmKCRTaU0WckEM2gnrq4Ajp1fAI45wjEBqgH2pMC4PXTnANkxlJqQHSolM1HDZmlGkPflmqiys6v946bjhvr4Jqf3IihkRAaDWUMhQJR1Gt5AV7JNOXG3Gn5kfAHUFnOYT6fwbf/fQaVSgNhh18rIAxTAVYjfmRjrrBOl8sEVhmOcs74EA8HEGbbqKnA8x6zHb5h2HhkBAmwSimAeguVVht9orHK+dFAsdEBgeUusLpsgNWQAqs9VtRaxqokKkZjNSRJqFbrGk0/CnWVAoiH/HCNaUeZ7RMmMbZghsYsPb1EjhO/r1WI7AWX2lIaDofkwFopNQ2wquZtqrGqUhPVhpqIKbCqCeBNUy8NWG3/1UdE4zdAvU1fB+VgFU8sHcFUJ48lfwlHZit48tEV0Y9yk2EsLC4jm4hhbqWJaNona2awPwF27xw8sYhcvoCgPySV2VbLhyrnF/WV+5KY2LUDy3MLmH/mmJhD+URbTw9AMUky+qFacFE2hQn15a8e4KQQO5m6wjSw7fjomVetAVfNu1gzCGqsckNpN2oGrFfNZ/tZAqyRMeoBMQms8v6I/IRJftpikmQcqAWoaopW857RUVy8YydeccZepKJRBHxBpKJDSFVLaB79DwQrRQQiUcUkuekJ0E6w2EGQ7eCynJnwE/Ts6QgKM0iA1rXg6Fog0ysXYPFUD1DpCUeYLolusU2uCaz6wuiIFECPSa2Db9p6WMwgyGuAVQtCvBCwqr+3h0sPWLXBvjdx0gTcBkpm75NiAu+HMnltNVrBXm9rvnWb5esVtOw+uqDv8ydi3fGzF2rA0N4bGIDVpzpgKqHQC+hkBnfNY9YC34DqbOk6t4wiZZQRZOV3k2KOPwz4CPpYxirH3wKJ/zlgtQuSSICrRVIxvZOTyiesB+vCzvvR1VYVyRcFVqX5zBhmrAellRXtGS3R61YgTMENNYHzJsvSxipsiF6yoCAMC5YvBGA+1+Wd18Iz3vuQzxT5jp72IrVEGfgSTCtXKnLGsUsj5QYxnIlhNJNALBRE003j4WcP48j8knSt+FvKFuNa5+1bf70yXp6Pt99ZE1cg6gSRCjuIBXwYScXhdBqIuC5GtowhvWUC/ugQgpFBJNOjiARjwor2rokueMwCVbUiUgDLuXk53wmshsMuRscm0DcwrA7CBFapr+dvI96ZQSjMcilZmZqYqqRNr73Py2bm2Dz++BPyHhMTEzJWlE1gYVEM+zrAoYOHcP8t3wXKahJVafmwnFtFNOTDUCYlxpSUdmFsUaauar6ECJNJdiek4kgMZtCqNbH3nH0Y2jAgRezVsh/z+SBGRyeQSlKLUqUA7HfXtlfDyDISRzJ3CVimM/js9dfjy//8ZWTTafRls2JoupLLCSASj8XkOpOJhLBl2H5I2Rk1TVNDsgrZO3We3ZoQ8rN55vI7s/WV06tcqwi7MuAEMTw2ijP27cN555+H3bvZ8puQayEjia9h1469fs4dzj0ajf31n38S3/rm1xEI+fDnn/xr/NJ111GFR1uzDatzzUT+MX8IxdW8Sqm2vcRcC0wGKuw6fJtxNIVkdf22+y7nujpUd12apRjJlvweGGPvj3xHKTyrKRjXlwVv+DvqGvJnAcqNpqMYdAYdBHjO+LjnMVZwJH7nGiNQxW4Nn6+GYIgyV5wPTQQiTfgFvGILrRYx3ZArn8kiQyweRyqZlDmeiMcFYK3VdFAIMHKfzedX1GAlVEJqoA8P3Hs/7r37frznj/5Qurr4aXKzewfHGiND1VhtSUcHgdVNgwmcvW0DWGh/ZiqH5UoLxSqltRjzB7BvaxYZ0W/SceLdeHZqBQfmcrhq7ybpRptfLqFcKsBxo+jLxGXtMJ/hHiDJvej/atEwIBrJhEEDKDfEvwj7j5xCOuZgy+iAyAlJ0s+1YTTG108hThHG1vc/chBHplYkz1FQldIf3iKgeSWZr88BViP46o3/jNziAl77mstVSoZkEkMW8H7mejDUC6yuBVzXn5s/fPLra18YWJXz1hZnvWeTl40ra98yVtk14kOd50I0JQW1pZkTKOXmUS7XBMC/5+47cf65pyMwNIqV6BCKIZqS0T+ghhKLYn4HI80q+ho1KRKlU32qsfqfZKxevGkMNTTwmte/BpO7J0UXVnIKysbY0EQ638yZa4rL9rztniFdUzk9l9eAr4ZIYodK5p/ZB6RgxA5D2Q+DEm8/8djjePbRpzA02IeNExuQW16WbspXXHihSLIQF6g2Gti4ZzfOu+Iy1Mn6a2jLPwt7VrWL3YoEbGvluqzROs2bWfCqV7XDIR7GgccewT13fhcx7t/VGlZWVhCJuNiQySCUSSI9PobM2Dga7QDisTQSThh/85efxJOPP4GdOydlnSyuzMvn7t2zDycOHxXj3Te+5c0IpRJYKRaYAkvM+NV/vgknjh0Ts8pKtYqIG5cizq7T9+Dn3/Eb2LhjByrlItyQx9RV4mGP3nenLqAhc2krAVWvV3D8yFE8+uBDOPzsISTSGVx8+VU465JLVcZFjHUtacCYy7Ibj1quIiGn4CYfGt+wsER5EXV5ZtE5Ek/i+n/4LN73nj9BMhbGNZeeh8vP2oWBdEI0xB87PItte3bi4isuR65c1IJ7ix26NOJVfXaRY6hWtZOAn0+TKhsvWDaridv0mmwsYditYhyo8Zt0IUiMq+eQG6aWP4u7lP4JipxCuVTB8moZn/ncl3DoyCls2bgBv/5Lb0My1MKJ/QewYWAUk9uZN57E8vIs3L4+BDP9qLIQ2U0stBuiR8Z+bvebxKi2eK/RuDkqtdPaagj3sACp1ptCukobxJNJZLIZLV61mlhenENxdVXOIGqwMs5489s/+GOe2v89nvYysLruPnc1VndktL3I9HhJwCUnt1b2xZleQBEGqUy+/eLCblksbE2TSqwAqwzaVBvUJppKCrMJlQKrXASisUopAb81wFJXYrqNE1giqBuPstWb1TS2tjnKWK03RYuVEo5StWWgIYLIPql2cZclsCoaIR0NQvgI+YG4GwQ1eBiQB0MuirUGanUChgwelbFKgI+xKFt8GJSLZow4BvdcxcXJ02iM8PoJonIcSmSsslrTaSk71udDscLWDqDtRrCCIA4vlrCKMJrBGPztqmwYIpbPAJGswk4LlLSPB1pIhfwYdB2kQz7EOFbUQTUGQPz+HGVuxdV6C7m6akPSjErkLQNk1XaEIcp2Ov67tAmxXRCQSvhyjZtRExEJcBXwZsszq21jG4O44poNSKYV0CTw6OuEUa2skIIHl8xLAqttH6Ic5FoTuUIYt9yew9RMCQFjTpSrc7xbyEQD6ItHRM5huVQXlqno/wX9AqySUavgClBuUYdLDby4WaaiISSteVWtLb/vj4UwGCVI2UCxDhTrDQlARQpgqSRaE8JY1Z49c6h5gVWdkwqsMmkISoAp2kEtBcl5mFEzjyptfHJN2JraitDTINTfKSNGWU+s7AmwajRwbYWSyTLZFty0V8pkXpPApkkeQVWC/9RorbDYK+2e/DuAesDBt6fKL3qnJmO19VcfEaMkVYntYKlZwMnaDKbaJdx/6ggK7TCefTaPerGBseE+HDo2A4fC4v42hob6sTCTp+Q8TjttJ04srOL40RPyPZ2wi2KJQRJZyx04mTi2nHs6KsUiTh08jOYqdZSUJaRafDyEDeNCXFftHqGHoAYU/I+27SuwygTcmNBIIqEAlOJHzw3UJRhlgkfmvGmf0zZB62hsWo9lrmvEakExq+HTFhRF2ejK3NP7K/IbnRb64kkMJiM4Y8MGXHn2hRjLDiOAKgaTQ4jn5tCYuguhVgCtMHWGKYKuxkbiou0Pwc9kU75GU65Cv7MxppNPq2t7kLTckC3F11utWDsFvABkT9usa17SZYas9UDWeRBCRxx0bEFAQhCZolLZ5b1h6xxZb6SjGTOFNuejXmxPu09aGBn49VxNRzxSAN3AX4ew18JjNLi5tnWec0fSdeUzurBWO8/eZtv5oCNgpBW672vmgqECdWeGp924O8Gsw7fZE7pgvpxTFli119oL4Cywqudaz+xF75ynQGDYp922LgFCOE5kRIc1Wxa2J+eD3gdLJfL94+0veo3TOInrS6esSkBIwGzaH6VdPkBGtoJZ9jlSsOi0lV1vNKgkwDfgrAAocngzFDBOqYZNLEmbAXAtU9VbaBJWhJEVWJ94C0NAzk59b2Vk6+K377EGjLcBs5FN4fNFrkYKHaqZTPCRiRgLWgTRmEjw/ZJhB9loGKOZGAZTMYkXfJE4np5ZxKNHpkQaIyAJq857JltrgVW911Z/3guqSvLjA8JkMzh+ZEJB9EVdOO0WBoYHcfrl5yKciSK3WkQyswWR1CYEOzHywjx7nVlL8t3ZYdLEE08+hPmFU3JNTFLIABkZHcfA0JjsaRyqoJ9dQRVEO8tybtUa1JRvIpNJIhaNoU4du1pNwXS/T85ubZkP4MSJKRw9elgYmUwYXDcsckPs2qEEz8mT07j7ljuxcnIWsXAY5Y4fx0/NC6A6uWkUCScoMRLHnZJQ7Eqp1VtoUP5gbIiBEyqFIvadtRdjGwZFNzMQTGClFEY8OSAgJZNAkaIwzGN7Duu5qmx+ZeYGkEmm8I+f/zy+/rWvoz+bFR15giXLq3mJJah7liCbRMC/oAJxAUfAIC49zudisYTFxUUZX5k3hqHNJ0gxQc4lzZ05P4WZgw4i0Sgmd+3C5I4dOOOMM7Bl82ZkMhlZ7ey84Bzm66kb26w18ad//GHcddcd6B/M4tOf+yxee/XVCMjWIPYwIjvzUh6//Tsf1gKraHRaGQDGvFrUsqAn16IayikIapAYE59oPNJsE0Buolgto9X0I78yh2AuhyzjPpHIctCqVtGJRNGYGJO9OegPSEGYc4tnhZivcu0Fm8j6cvCtPiXeBwECeL4Awg4L9A5a/a9EIxhXlXNhh7E7h4QDtrLXZR5EAlFML53EN5bvQ3W5iur8MvzNOrKJNH72NW9BNpSCvxOU+0xZE+0CtfGCmlapLEgbC4vziMcTiMajoJzSYw8/ittvuQPv/cM/VOMlWesWWNWzzCbrGsPp+/A78EQaG0jhnG1jMo6zK2U0afFKMzMhBHQwmnTg+nn+qVkgSR2HTs7jwHwFl5+2AYkQOz18Emsv5Qqi+8tYsy+VQthxsLS0LDnVwECfxMGqB6+dA9ph4sehGZqOVjExnEGl1hQ/B6vL6I2A7ElFPUYSQe599BAOn1wRqSbKCID7jpyzvXhBNyLThWcYq/zkRDSKb3z1JsyemsLrXnsFXDLKmE/8CGDVC4a+VFBV9n67SCR+fn5AVt6/27XjeY7njOJzCFJyTyfwz3vRYCEkmhJviOXZadSKiyisFuELOrj3+7fjrHP2IDC2CbPJcVTCISQXF1DK5VFPZ1BNZTDcamCyVsPmTdtEn3NxaQGVCkGsAN73zpdmXnXDH70b/3Lzd7BSKeJNP/PTSCQTaNAbg6GwGQw9Im1bvxYWNXLTf7cmVUrWsSCsznU5v0xtxStIIgQH0RZXAE2oDm2aQLtYWFjAvbfeIXn6+OiIsJdb1RpOP+10xGNRmaMEUy+99rUY2bZN9mIxOxJQ1bSedzpCYiKQWi/XtXvAx3/TTgLmkGPD/WiUCvj8p6/HyvwCoqGwALw8J7YMjaKVcOD0Z5DMDiAWTqO4XMa/fePb+P6d35O1PjExikx/EvVWCY1WHdsmtmJ5ag7Tx2dw5lnnYHzXDsTHhzHYn8Xxg4fwr//6L3Lm81Gi70OL0hARnHHuOfiFd/wmxjdvQb1eRWF1RfZDmmhRnoByccIVFwCZ+x+ZjhrHEJt4+P57ceM/flFMj0aHR1Cp1FBqtnHpq16NK3/itdohSbNnSUe1a06PBgUQtVvGgq+Uoeh1OsjZEQgikkjhb/76b/GxP/kodk1uxuuvfAXmjz2NTCKKeCKFJw/N4s3X/RzOuOA8kARULldEliDsRjA3v4CZmRmJAwYG+mUf4n7E76iMVGWeKrGoKQSPnlQAf0dglSZWSrJSTVYFVW2sS8yDZxB/TzYwz2lKAcTiaXz7O7fhW9++DaFgCO9+129itC+OR+75PmLhKDZMTMDfKGJ+9jii/QMY2LIT7Q4NoJmxKsAt9UEpBvQKsGvPUi+VqbuByLV15VsVjAcAACAASURBVDF47SYGkK1P9j6N/Qhwk5Wa7ct2ge4lYawW5Dxl58zLwOpzo5eXgdV1Y2KB1eu2ZRThkphPo0vuzYZno8wJAhymesi8S8yXVJFZpjlBVTI3mSiKm6IwI3VT50LUaruaSRFY5ZloW9z5Ok5cJm8EK8kgpSM8nxONhKUtnu280agrmxWd4hnEcaGx/U0uW4BVVsoD0lLDlvEa38MEPPz4cLCDeFjbjLiZBIJhVPhZdQaOBC0VqNVqe0d0kbiIef1sS/eabggHQTRG2OZMV3u2JvFzWyJwz9ezbY6ANJ3s874Qlpt+TFXbWGkF0A5QO5Lj/NygQcE47euhRmPE10TaAfrCDpJOEP0hut13EEIT/hargHR/biLHbh9AmKT8HgSJuWkQjG4ZLVsmgpJsUWtMgFU+p4ZIiOq4WrVkS1Wt3cDZr0hh1xlxpFNJFEt1SVzI6isXVgVYDYUDaNWMiHe5gnRyAEun5vDw4x089EQFPtbd/cBqrYNSrYlUxEF/3EWzXsVKpYFSS83LRAqA+rKhgFb1yLLt0JCLALoCXJmEK8AqnV2Xqx2UaIYVD2MoHhRNudUqWxkbSEdpckYpALZ5BhENtBHptuoaCQAD+gvYJtOyJfecyaUXWC3XqaXrR9xhiz6BFL9Uu7XtwYyjeb2A48bRmnE52yhsAGsNHbR6TM1cZcbmy20JuH3UxguqFIALaj2Rta2tKPz6ZV8Qix0HD8+yvf7FPQRY/YuPwed3QGAs2OxgtVPGvG8eB8oF3Hn0BDpOFKeOL+HUTA6ZdArtZh2VdhBBh8CB6vHOrywg1RdFJj6Ak1NTAgQGQmEsLOS40mXdd5wgBic3IpiKYnVuHq3ZApqFClocf353ATppdmZCCs/U9zLkeK0M2sR4yrT3stpI0ITrSmMRw9SxBm7dSqUyZwScFTCVyQTbfHXcnme5mQHttUaKlg9fa0x2+BqOA2s2rs8vQCr3Brb5XbDzdFy45QykswGMui4is0dQWT2AUNuVRKTjJ0DK5RaUFhpJrIWZTWAiqMxRAdrYDqmJXhslLSaxykTmMw2k6LSgvdWaHMofAwAL+s7fc456Cge6+4quowYRuqNLmUD2atUtEiY+C2UsQhFgIvtNmLYt+BlgMZgk65vtmLyHync07+WX4F+DeX2MkkVkEiICwlrUUPzQJkzGh0rZulaH1OjFaiZhmLxGa1Vvutc1vPd5At7aGyuar+wuJdtDAX0BHe1Q2Ykghiod0RQjU1cSVZkfFlg1gLqtykn+2WN+yXo3iUoQNFgThTrZP8gWZAJLkwyOsSQrAtpSy9eRBI5rRRJ8MQCySU8H/r//9xe3wAGkYq6ceZzk0n5nEi1bmef4sMhGYNVbrddgXrVV7Z3xMmC8r9ch7rEseLZbVpsCOQroSOJkWstES90DgFqdVS9oav/fJozeNkX5HpKEaDyylilqgVXtsKAxAh9MJHi2C+st5EfWDWE4GcVgMiaGioxleG7NVXy447FnUGkp65Tnjq55ZZB49yM7nvbGWGaujCvjCkoQ+Trod10kHJpHOogOJdG3exQTG4eR6csinhgG/P2oNyJot8nsNXOZQYxhRzMx5zza/9SjmD7F4hVjCwJKDoaGxjA4ulHmNYE6x19DyFlBoF6C67qSGOdyK/Jd6HRMV+tioSD7pOiL8hoNq7JQqOLxxx8TMDKdTgmwqluFVPmwksvjvu/fi+MHDiHa8aHQbOPo/Kpog+/bMyEdNWz1py4mz8NgNI6Gz4+lUhljGzagxqQ0l8fZ5+1D/0BKkvpUegB+XwRNfwJ+JwEfi7SG5WjjIO/c071a1zi1+04ePYZP/c3f4eihwzrPjP4bgWJhtWYz0tm0vLQkGuF+x0EikVLX40ZL2I58brlQFEOPcrUq5mZSRLBt9NYcTUAt/XxJHumsTifsbAbjWzZjz2mn4exzz8G2jZslac3nVnHi+Em44Qg+9alPiQHOjl2T+MIXvoBz9+0z00aFgWwx78Uu8k9+4m+l24EJKvzUztXWzFajgkZDi/OcK5bRJrEGiwgBjdl4VlP6SsB110GwE0Dd10TQSePeW7+J0Ddvxt5KDYXmPNKVEZbqEdy6FfUPvguhBCV1vBqzxlm800bR18bezveAA5/AQtGPYH0ZzbaDmMvifgiz47+LcuZcIUy0fGE4PEtEcqctjFAWmxK+IA6XZvGB6a9g9dAUOseWFSwOhvG+1/8azhqYRLPJRN0xjK5eB1KvYOopgIlxTFvakQ8++RT+9V/+DR/4g/8JX0h1U7vAarcrwd6N57Lis9ksLpjcgIDR3uZYCgAr8YbJa0QpR83teCbMzM3jwRNlXHr6BqTDPOv12mqdFkrsLMtXUSzSSBTI53Nwww62bR1Hiv4AXZkqnts8QAI4PJ1Hrd3CxGASB6aWMDmWlVhYGswYHkurv55PEllJFwJw75PH8czxecmJaOAnrDIDrCqby0IUqrHJ80tAh05LTH6+/a1v4cjhZ/GG110le4cw3yXGWDtO6wHUHyYFsL7I9kLrwIYTP0pWoLtPrJHjsaC73ieCeiqRowBN09eGy3XUCmB59hSalTxyuSUg5OLB792JfXsn4Y5uxMn0RqzWi3DuuQ/5XB7BoSE0z9gLJxrGxfU6Nm3cjnQ6LaaABG+55t7/Wy8NWL3z+j/D088ew2e+dBPOfOWFuOTKV6JeoukWc1gjobMOWFVLvd5Dz0fKb3kAWI/kh8eUQ4FYxn0WTGPc11awM+ZmJWZ8+sDT2P/g/SLVl05E0arVxItkYmwD+jNZVBs1DG7aiNf/zFvRCpD939YORtP+Ly7zjIMMQ7VWInNYwUiesewo4Joe6ssi7br4/Gc/i4fvfwBhSuYlYsJOp9nx6O5tiPVl4LQdLJ9Ywd23/QBP7z+k8Wq7hUQyjrGJAQyPZhCO+JGMRjF7ZA7TR2cR6oRRDPoxE25i75Zt2JLqR7nFNv4mFvM55CtFtAJBpAYGse+CV+Dqa1+PweERYdPee98PcODp/RJ37jv9NJx95mmk1gCdGnxN+pdQyk0xkEq1hr//87/AyvQUztyzCxuGRpDJ9mFqZg73P/4E3nLdddh25l4xWPELGMv7aorf5pyzEkR2jYitqATNCmIG/CGEIlH80xf/GV/6zPXYOJTBRWeeJiQskcNpdxBPDGDPBedjbPcOVKRr0o9wNIq7bv0evvqVr+Lk8WMSG0xObsO11/4EtmzZjFKt0u0s4nko0lCUxjD/r1rlagooADw13I20kz0jbUHFAqsKBAdQLpcFWKUcTG61gv+47Qd49NHHcfUVl+P0XZMoLMygUS2jXCujWlwUPGfrrjMwvHkX2jUWnZh9BCWWJ1bCbgLZtUxB/sc5R2WvFnNS7bC24LWSOnqa+pyT8WQCmWzaSAF0sLAwL0Qh4lOJeEy6JH7yl97/43zsf5vnvAysrrvVFlj92cm0bJ7igkqmiemEpFMuD7hAkHo+GvRLi1nbJ63S3EiVVabVBAHyiBsIqKosF4nX7QEuYK0FVjsKrDIgJPM0KL73AqyyLZFt4Ix5YwRWJTlvIxaLCLW8C6ySXepQ+VKOV9OyxIAyYIBVsg5YXdbQhiYPZKwymRbGKisqzbYAq8p8JTjM78ok0SdGUnIQvwCwyk2Gi5ZD0wNWm6i0aJjB9nZHGAZsl3u25WCuUEO+HUDLiUqAR8CHm+f6JE42KwmQLBqkWnHUoGHFPh2ooj/hoo9M1rAPbqspRjnUBOX1ElglA1c08DpkszYIwQrwzdFgAC6berOF5YYP7UYdUQZqTOREuymAYLSJK169BdnhOtKZDIrFmjBjgv4gSnQcbFYRDLECR0azg0Yuj9HRjZg7MYVTs3HcfNuUVISZ6OWrLRCkVGCV5lc15Ais8ve8L2QShwMC7jLB5clcbEOAVQrKE1TzAqsrNUibfn8sjKEE21bo7kxgtWmAVQdTyyX4Aw6iwRaiXY3V9YGIAqtsT+M9t4xVAfHaPhSpseqjw7NfgVU/3V97wGq3FVBMC9YCq00zNxSM6AG6DMbJWGXAmKt2xIRL9HydICLUyfOzbaMthQUq4uYQwKlWByvtAKaWXhpjFR/7S7TCHXGsdapNtOM1TAcWcOupRZzMF5GvdjA/s4DFpRKW8hVMjqawWGyJcyplAYJhPxqtCqrVMtKpfhTYVhNwhG27tFwUZoq0UQz0ox11ER/sRyyVwsLR46gv5OCj2VmTLHbG7LqWubgJPHkT6G5ibRzrqQ8surA0SPF1xF3UMl7NK7ttnb2AXYNLAS5l/+FKWysf0GsvWROWyg/C0hO9MtVklRYpX0B13Qgmd9pwwwEMRJKioziciePsyS04d+tObA46cJcPodleloM82CSw6heAVfRya6Z9lAwpfwi+YAQwGrWyYarVJtCmG6kGYHTOZFJEdqskR2KqogxsAfrEYMEYJ5kATQIJgzsKG9SaJAlTToFVajXbpIz7uSS+wljlTWlJ+6qfRaMOCyfadkyTO0VHucmbNjU6O6wBVn0YbRinZm7gDRqXGEBO0You/0TGWoIeBcm9TBVtn7dgqkE3n5elLNWMtcAqAQWCSdQi4easDhCGvWVa9OsG4CcQKVQjvQaebwrk6T4kZ4/EtlI+NC21+jfZLzqXxLMZDdk32J2gQbO2qJpWfIFUWPRzxH2U7C0YuQr9AHPDPvlvLzogSxAwDHK+K1DKh2Wm2jlNYNU6A1sjDxleXrNpR30+YGttIqzXSFCVIK23XVj+na3SBpQU0NaAol7Wg32e/WwZa29LuMgRmPZ+Y+ogAKaJJaxunH09i5mi/0ctPTKTLEjc6WAgGkRfIoqRTAJpN6RdKaEgwm4Ay80gbn34GSwVqmKSwf1IgQzjHu+RVOjuCx4DIwsY8/6mwyEkOkB/VFmTq2xxHExh97mTGJ8YQrY/jbCbQgtJtNpRNOpuFyQWrWPzECddP3DgwOM4cfKoJNUM6EMhBwODwxge3yLtPX7uLZ0KAoFFOM2qAIl8TrFUFFMRMgvHN4zKa6UNVljJCrgTbFxeWsUzzxwUQ8HR0RF5vsyDel10yQvFMg4+8TSOPPW0uPZWGm2cWCwgEAnh/HN2IROJopgvolxe1Vb8dEZMGCnxM7FpHEvLy7JXT+7aImPNRKWvbxjhcAJNJNHo0MTNQUAYlSo7okRE00HQ7XbS+cb7wnb/Rx98GF+58Ubsf3K/3HPeg6irgDrB5b7+rCRCTOR45IcjEWGgFPJFuc5kMonhkVHU6nXkczl5ntUkFtZKl7Fj16/eGInHxNyCxb0GQm4Ig2Oj+B/Xvg6XXXoZ7rz9Ttx883cwODCI6elTmJ4+iQsuOh83fO4GbN04Ye6uFhNfKrD6ofd+CMFwDEPDGxCOxNTpmW211RyqtZLsW3Yd2fUvRR0aLrINP+wi7EaFxeuPZ8TEjR3iCESwsP8xDHzqK4jkHsGx0Tn03TeCeCOITiyO/F98CIGNKTmG7FjYNSudFP4gdrSuR+vpryBXd9Cp5IFOEOFwUDpxCqkzket7FypOGA3pUmFM6EgtUUypfPQUCGDOreC9T34e+cOn4JtmgUAJDW/e92q86ZyrwSYOarSrhNB6aSe9Nrt/yf3yq17koQPP4qs3fQPv++AH4CYS4vyuBQze2PUAoQWM9f0FTE+nccHOCZH/4fHK69Jx6FUJbVQpgBIgzNT7nl3EZaeNIS2mtpp/NMnU40Eb9IsE2dTsKmZn5lmFx8axYWwaSyMqeq02XiE7uYOTcwUsN9o4bTyDY7MrCIcdYeBTAETYprwgwQy0W8cyVu978gQOHptbA6x2jSxlHNcDq9rya4HVm7/9rzj0zEG88fWvkrHvyrvZ8bMz2xN36NjoWWof64HX7i88/7MecO3VaZ9rhPW87ysj3/1N9/4JSFTnmawSClyBDbTgxjPwtQNYmT2FRiWP1fwK2k4YD37vDuw9Yxvc0U04kZrA4lP7cYavjaq/LX4cU4EYBs7ejd2VErZO7Pg/Bqz+/bt/EWNjG/HFG7+Owwvz+OV3vgNh10GzQfmG5wNWGVcoe9s+usVJM0ftWdlbF8pu164QdsapQ7rcL553gQ5CbhSthoPb7/g+7rv/PqQcH4b6+xB2SKKpoj+VxsjgEKLsBgj4UEEQP3XdL2Lz9q0oFHOmS1KNq6RrzzABeQ412LlJxF8Y71UpnnNOjY2MItj24/P/8Gkc3L9fADzKBRA3GB8fFBOqWDSJAw88icfveQxLsytCdBLpGgKVMu1b6OtP4dLLL8RgJo37vnsfjj9zEm4whlokjP2lBQyHItiXGUP/hiHsPHcftlxwFqrSNUtd8Az6x8YQiSeUrdhs4oEH7sWtt9+Ko4eP4I1veAOuvfbVaNVW4UMdvjrXchONdlPOoBPHjuMjf/Kn2Dk2ivGhAUyMjGF4cBhONIp/vOkmbNu7F69561u0GELmDNctQf8mzeLW7l3dWSyFd91smAexMBh2wvj2v9yMf/zsZzEQD2MsFcX2iQ0oF8vS6RgfHUd24zj2nH+uyFbEU2nc99Aj+OD7/whHn3kWsWAbO7ZuRDIRQ9CN4LpffDv6R4fkXON4Mo+zxXEBxj36rCoLwBzEsDxNIdKrk0/Taik8m4I6ixqrq6sI+MM4duIU7nvoSRw5Pi2yiJlEHEk3iGCzgmppBf1Dg9i6ey+qLR/SmX5sGs1Kbl5vVBEIOcqUJUXFkjS6MgHPt6Os/TfJpwwJygtge88Sfr94KinmnnxrjufS/JyYftKvhgxqkqLe+Ivv+9Ef+N/oGS8Dq+tudlcKYHdWtOCsc2mTGj8+FVtm0m7BL2WGKvuo0DImdybYEAF5Q62mVqeYTRlGoLQZmkiEVWplrBJYJYzH1vSOtnGJVqomerUmaecEVtVsikkG2w+o50gpAMoFUFeJG74QvSRIUGYOq/KlagM1uhJaTSVqrAbZsk9WYltamRjYs/XNAqtkrRJcZRsZgWbXGIkzQSTQJa2NBqaV6rQJ8rzAKsHAck01YWNRtmiGsFKq4b5iB1XiDGIew0SmYdyBe7qB3sBQ03jVT1XZQT5Pg5aAryqJfxhN9IWDyIQDSDkBhFt1BNot0VIlaL0GWO0YsXsLrJJz2mxihQC5AVYJBhNYJuA7uMGPK66ZRCBURCbTj9VCWVyKqXm5uriARpMJKXVjIK2K1cUlbNi0HfPHj6FcH8KNXzuMVlV3QDqpVuptJCOOHAYWWC1Ln4u26hNYpc6rtEHRcMswVrvAatyVTZiVQTJWV6tN9McdDCVUKiJfbaNCYDVGdk4QJ5fKopXGg+QFgVXT8s3Nm61uTESlZZtzkGZcFdVOTIQJSvO7+FVr15N0KzjE1laViZCghawnIzDEec6qm9xPOQjaAtKxapardaRIILqrgSDCbNn0q5g2TeSLHQez9QAWOgFU/Q4WF5Ze9HZNxmrnzz+FTqAi34nEi2CmjlP+BfzdvU+g7YTQqjYxPZdDtdPG0sIS0uEw/OE4Vot+LORyCIQp0K4SEW4kgVx+VeZlkewwDgjNoiiX4QOGtk8KOzmZysAXDiC/uITAcgG1ChkaBEa5Jg2QJt/GtvWbLnOZ6kwoCBJpQGnHjhqCIj1hDKW0BcXq8NhMx7ZKsXggpRppgXthpmo3LPVGqAacta2q3FMccCdiq2OtWZEAZ9CJIxXpIDYaxtt3vwr7+jIIVY4rXibmc7pHCVzJKj11+Vh5ddiKH0HHiUnSS3CVlSlty1K9Zcpz0CmTOqedpo4d2aOCZkvFm8mUAr+SlFAiRHsk1fyq+4X5/U3piexdyQddkBDN4g0VV+rck0mOtaAnk3RC05SBoeayjyB/C65PNZqoB+djNUz+MPgzSZTBP0ebas4l10BgVYUNe9ckG1mPPmyDG+1gM6waA8p5J7wqY5jvJtIDPbDUUEJFQ43XRXZSh3+sBbtxwtYCSEeY25JQ8Cwim4UVeF6jGC6odIOAqrKO1UBOIFIB+Ex7h9EmbLMY0m6i1m6qzhi1uQ0L0hFtb5oZaQ7Eex90aJ0aVhMz7hfChldJhMBffudFr3ECqwK0GCMqvkG35V9azLVNkH+8RTwFVbU4KKCeJ1C198S+l02U5f7b9m0DZtiEuyeNop/P89cG5uuTQwE/zNr1gqVMpnRbMEC7Aa95lgnLxoCw3q4Bqxum16xxQDTiYjTqR18yjr5kBFEWh7m/hmhY0caqP45bH3wGJ+bziEfjys4guOYzJg5WRqHb3aAZrPca+HPAAWI8e1kgDARRbzWRK5eQyabwmlddgrPP2QNfgKl8AG4ki3oziEajTwo/ZDBb9pe9ByzoHnxmP44dPyxJjLZ0B9A/MIDh8W3ws6uD3TqowNeZR9TXEjaZAGZ+HwqFPJaXlxFxQxgaGpLvK5qjFRbGqtKeVypVcfjws/K7zZs3SxGZwAkTqWKJbLoy5k/N4/CTB1BeXBFm6eGTi0gMDuK8C04T1lJupYC5xVlQ+CmdzUobKJmvA0ODWFxeVG3YaBCuG8DY+ChGRzcg6ETQbMfR8cUFWPUFQ1IMCFJGiqGApbGvWwGMOZjs0TX64IED+NhHPoqpqSkBNdgKSuYtNf94jvIaSqUiauWK3KuBgQHRkKVT9dLSEpYLJYyNbkDUdZFbWUG1XJFCM//wYQsTHCuOG7+7TcQsm6dCCQAW+uNx7NixA6urBUxPTSOdTEmxeml5Aa97w+vxqb//FPpSSQOMqBiAGBq+hMf//pMPw++4GBzcgGA4omu1Q6bSorQhSxuvWRtWE1tAXNFpDEosRGDVjcQQiKURiDtgPSIUiKBwfAqJv/siop3bMH16GekjMfTdPQgUfVh55xtR+R+XULRTl6VpsxYD1HYLGSeA8cqHUD30ICqIoFaqSvHezw6oEEFFYG7w91GM7UPDV0EbYWHQ8n6327w+MmrbOOLk8ccPfgHVmTzap/II0hi13cTege1459VvQzoQ1zPZrEe9jrUPb/zMTh+et8cPHcOXvvhP+N13/z76R0ZQqdd/KLC6/j25traODkph1+6JWvtX7wXRGOwynn3kEqBUrqLcDOKSPaPIRBVYFWkjH+W3tJuNRyePweVCEwcPzVKACxtHaJziE5ID2uZ1gTam54s4VW7hzE1JIaZMzRfQn4wjEVIJAgEbeB4Ke45SVAwNfLh//0k8fXT2BYFV1ZnSPVNjWDqDa9dFKh7HLd/5dxx46km86Q2vlr1C93ni0c9lrK4FT3vA6g8DVdeDqd6x9zJWrS7s+nuz5r2fB1jlfODa5ToWYEX2W/bakbHaA1ab1VUUVnMSCz9w1x047bTNcEc340RyA0oPPYSrJzfCSccwMz2HO546hsErzse+YBCbR7fJHjQ3Nyes2P8MY/Xj73gT9p6+F4/vfwZ//8Ub8dZf/kVs27lVJF1svNs7i00sYYwb1xdEvZ0d9v/5WokxxC9ATZhJXJCchYVhJrkkuMTT+No3b8Ftt92F8U0TiHe0WypBHWt6gIRcDA0OwXUdOJEI7rr/CYTTffiT//WnmNg0jEatIPuS7QTgFKMvSqVcRq1U1vyIkhMC5DUQpg9Js4MnHnkU3/+P25ChTnqARboy6p0mJjaN4cyzzsfJZ6fx4O33orJYlNbxQlu7DnhPyZJt1Guo1orYvGVcihQzx04h2A4iHkkhH+zgkaVTCLeAvaEM/EEfRvZsx8984HcxfNpO+DrsHiUdTDtpFZfu4MSJ47jhhhvw4AMP4Vd+5Zfwute9Fo1qHs1mGWHG8wQa2y1EojF875Zb8eUvfFE01lcW5rB31x4xhWS3xczyCoa2bsGr3vxmMVDivGVBljrh8kme5MQbg8nZY+Ik6V6l5JAbwz0/+AH+7MP/G2PpODKOX8wy23V2wzk4WSljaOsm/Nrv/L+IxBIIBF28+73vxw033Iixvgz2To7hwjN3Y3RsDN+/7yG4yQx+8md+Ws4/be3X4qHsay1+R8oEaEzUjeUkRzHdHGu08oEIuyGkc0LjJb7Xwtw8Djx5AI/tP4ijJ+YRzwzC54SlCBwPBbFlMImxwTQ27ToD/tQIbv6P2zA3PYXX/MSVOG33Nuk6DbZqcl60Q4500nFePT9B5gUOV8NoJ1PZ5kzq98HvrfgSv7sCqxndGlstzM/PCuuWXUPJZFy+20/+wsvAqneUXwZW1805C6z+/La0VLYZgBFKYit7hQuGACmd3gJ+RAj+sLVPGD1AWSr8yrASqQBWwggiiYaSttR3FYMk2VHggyAT25+5mZAZyYDFC6wKY1WcBVugtnIsQpYkD8iGbFRs6ypRF5VttX5lZ1pglV+P78kgklIAZGpqm7JGMaFAG3GXjkoWWA2hxu9ab0rSJcCq0RilmQOF5yVQMcCq1aKzBh/SFtNlrBKMpcNsE4UqTY8CcCJRrDaAk0tFHAZBVgbv3MC5eZvE3YAeNmmzm6y8twFxVRRfx0ytjFSvkqG6024g1m5hMB7ChAtECIAYYJXfifeK40DgJMT2TdFtU10/fp+lhk8C0AiTwyClFPi2DezaF8WZ548gEGoinRpBvriKWDwilfHVpQU0GhURqmZAHwlFUZqbx/DGrVidnUK9mca/fmcac1M1mVf5Wh2VegfJSACDiUgXWC22NNkX7VvHh6jriCYlN7hyW6UALLCajoeRcp01wGo2FsRQgvpRBFrbYmiViXHG+nFyqSJ6KGSsxlTkTKDqNcGc9M2poZJlYWm7FFXw/ChUGnJ9ZKxaYJVzl/fGm2B7gVUBWj3AKj9VvZCMBpIHWF2qtjTQptOtn/INfmFVsb1kqQHMNX3ItUOo+8Jo+INYmp950SkZgdXKX/yNtOBxLVQ5N+I1LAXy+Mjtd4mB2St27MRjR+fxzNIM2vlllPJB9A1kMLtQwVK+gGSWLRAKGLvRqCQOZHvMLyxLkiKHMJ1+2aLqJpAdpch8B+0gNYdrcPJVNKoV+KQdjcF77TAJHQAAIABJREFUU6rR0hIjQUXPqEl+lvZtoUEqHtfm/YGwzbjfMCDzvk6BRT5RNcl6jFVrJ7EWWPWCS70BXctm1vVIEEkBJynqS+Wpjn6avfiCaNVroiU3NBTH757/epw5kgUaC3DYi8VAgPzvRkWkL8huleA+GAb4JxwFQgmAxilsDVe+pATRHBefMFTLaDfLQKuCNqVLKE1hAUHZXZVxbYNmBVVb6gBoEiR5BiUHZIwUWEUnjCa1xmjiR9kJ6i2zyamjrUkK7MrowxEWf1NAVp4BLJZRa0qCJ7J46GRs8ixzKzFK1FZhXtFpFTagMeQS0JcP87fobJqf5RIpN2D2OjMovTZ1eapp0bc3jq2QorGnbfoEUoWtyrli2uNV2kEdtVVL1jTl8i8yKKgxyr8pv8BDx4ydbelXYFXngwJiDBz5/o7M1Ya/jWqriSolZmiO4VcVTQLjIUrCiKqtBuxBhy25NC0MyRwnuEYtY/APd65P3Pyi13hSCnhG1sGjjyrzTVr29V54gVXLbu0xXHvAqpeB0AM9e0CGdbW2eyDb+bzAlJj7kM3haRdbk+B1tW17YKlNMNQMoSe1YgsrLJjaz5NiVUslAGxrV5sGENzHoV0ufZk0hqMBxNyQnm2Uc5G26ACccBtFfxK3PfIsjs2sICrAqurMcS5ZyQJ7zXYcvYxAG9S70vLWQcAhoKGtctKe7vNh964tuPKqi5DJRgRAjMYzCASjqNaHjaUYU1XhUXRZSRzHo8eewaHDB9FsarLOfS/b14eR8W1w3BDrnvC3y+i05sTgksBhLB7VfarTEiZmsZBHPBYXrT6+B8GFfD4vUjpkDJ48eUJAlMnJSXkNWa/cP+icvrySx+rSKuaOT2F1bgGlwipylQ7GJ7dj8/ZR1GgusqzAaiQYRCadFhA4mUojGotjYXEJ5VIZ9WYVg8NZTGwcx+TkdoTCERTL3FhiCLtJY2xEBiM7BHT/fv6Hgpscm2Q8gdtuvRWf/fT1UhyPRKKirUtJA+m2ajRRpZN6taIFymoN4Qg1akflvh49MS3ndyaVRjqVksSvXCxpwcjIW1BWgkDtSm5FIjCC1mRahcJh9Pf3I2fYrmz1zFF3kHO9XldWnz+AhaUFvP3Xfhkf/bM/QyIS+T8CrH78I38mesADA6MIRWIyTNzNSsUlVKtFWW9c59qmbs0ETYGL7cHUcKcOcSwmyb7fdeBSQsRxUZzJIfnpG+ALfQNLkyVk0zEkPz8EHAqidMFOFP74V+GvqCagYnFaJeJ4booXMTD/fhROnEItEEOpUkWIUmCOD/5wBJFqFQvZV2Ex+TbUnACanaAU/am7RcagWEM6bTzQOI5PPfR1YLWJGhmrXE/BNkacNH71kjdjT/8WSYCp/8p5TradNWWzsbOdOwJ6ErypNzBzYho3fO4LeMc7fwubJ7fL9b0gY1XiDS3U6lqy0jMWUNZ+D6NqqWevSKTxueb8EdPANmJhFxfvGUVfguJOyrKSERSj2ZqAWKvFKprtAJZXaljJlZBJRZFKdDA6lIZDAoYpNE4tFDFDYHUjQXofFvKUO2ljMBtDodpGrVrHYCaCkJjiMaTlOAMP7J/CU0dmVB6NBe02dUYtQGwZq/ZngkQaV7H4TWD19ltuxROPPYI3vfE1PcaqAHTr4mgPONSLy3oaOj8MXPWud+/z/u8Bqz0pAF87KIxVAqul0ipaAQf333U79uzehMjYFhxLjKH2+EN4xYYhhGNRzC8u4PvPnED04nNxkZvAlg1bkUqlulIAnI8vVQrglk+8VyRcnj58An/wsU/hoquvwGWvulhlPjyM1TVnkEcex7sGrNaqncc9AErzRyvnoMAqO02CcEMR9A/048TUHD760U8ily/i8isvw+r0YdEa5UkV9PmQicXlXAm6IQyQHTm6FX/1D5/FW976Frz3vb+DdrMkDENqODNmFaY/NVarFZRLNBTWnJTfaTVfwPT0FBYXl9AkYebUNEKNmuQqzI+ZKwyNjCKWGcb3v/cIZg5MYcCNIeL3o4QmSuUKImTiO2pwzc6nWr0ssgWhjh9hh9qoLpbRxiP5GckdzwgkMUgTolgEV/3adbjgp94If4iFKqtWq6A19xqybK//zGfwD5/6NP7of/4B3viTr0OrWUa5nEe4pecLC2nJdBo3fuYG7H/4UcQjDkr5ZWzdMCHg8fLqKhLZPmw57TRccs21EpNKzMXOGBItDPhv4x97HzlO1IEVIgBJEDJu9JyJ4vjRw/jLj30cxYVZJQ01OshmhyTfuOOhRxHOJvDBP/4DnH/+BSgXqvjVX/9t3H7bXdi3cytO3zKM4UwUQ8PDmFspYjZXwFt+/ufgRlj0XMdQpfyhBVVl/1CWMGN5a17lZX9yDCkzwHiQv+d3oNnjyZMn8cAP7kOVWMhcDpWOg4YviBOnZrBxZAhn79mO/kwcwVgap3I13P2D+wUHOOfqq3Dazgn0O02kqNPO8dYmPT3/fgRjdf2+owUklTEQ8oTs8wEDKKuGbCKdkmKJ7PPNJubmZ4Wxyq6eRCqhwOp1733RMfp/5Re8DKyuu7sWWH3bjn60qZ3Z9iHfaCvDkG0CIhjckbZ2JtUumQ0E3wiemmqnv9VByKfGUEFOWraMihmVimuL8hwBWbMIGEjRyIgJtbT/C8FIDZXEhIpVDsNYpRN9xA3AEWp+QzRWaZRQrjdEKsBqrJLnqK7SKilAJup6YJW/o/ETgVVWdpWxaoBVYZiqNIEAjwS5CKxKwd8DrHbdjf2qMWIdGqn/6jjy2dV6G6s8VAIhlOHHqUoHU8UmmiFXgRBLYxf3d7aacwx6CUUXWKWJEQ9BMhHs+LEKz0SO3avGacHt1DEacbApFUa0XYevVfcAqxoACbDK5F5YxKrFpcBqG4uNjrQoE6BmK76/04Qb9uOCy7IY2ehDLJ5ALD4g5hgujaLqLeQX59FuVYUVVKOrIhOmuXn0b9iETnEZhRLwyOMN3PfdOQTCIRQadVRqHSRcvwCrrUa9q7HKBJRgYizU01jlIJVaQK2hwA+B03Q8pMAq3YCrHeSrDWQjQQwmKO1AjVWgSmA1zplJYFWrTKx28Y8+egGhJgfSF6P6vMYlWN1RGQT7FSCnpEPIJwAJA9b1wKpBhbS1xgRALDjwkOpW7Szz0gA81BDigbRc5UFlJCwojk6zM38HuUYHJ+pB5Ij5OBFhdRBwYFvCi30QWF35q7+Aw6Q14KBCYNXXwkIoh08/+j2EKsDrzjsfD83O4geHj2F1bhmri2XVRSY7uVgSIDCZpjh8XeYqNVCrFTKA8sJkEKDTMeZUjTacSBzuhmEkx0dRL9VRzZXRKpXR4Z9aGe0WW4IayqxcU7HVIF+q6MJqcWWdqdYqW/hIkAwYcxk9JAWTE61nY3zEBilhVHAv4YoTaucaxurzV4h7wGqXASBmIcowYhClgkdtxP0ONqTSaLfryBWWsSHTh9+49JW4aHxA3LqFpdooS9IItmlWa7I38nL9ThSdUBS+MF20Y8LO5X0h01ILKQQ2GXc1gGYB7fqqgLM0n/CxwC3tMJy2DvwEELttjQoMknHZoWQCmb2tJgL8uc1qiWqA6oCHwK6EWqeNKl1z5Y9P9nwC4g0pLjBMU4MOzhcWzhx/C66YuYXFJJDtMdpmb80mNOpRxqrRh2Kyxn1TzLhU2oH3new002hgrsmMv5ifGH1VCcBNq72VNzAyp+ZFem84NwzwJkAvQVUZG/NkKaBYEVUZAD3bBGtmG0EDnQbZwFxwrIxry1PTBJNceyyHcQwCZO2Sp0fGnZ9MYy1WNNjexnHk35QFEO/HupjexdmqLIYcNDkgsBrh/6lhGRkcAdXrk+/95y8VWCXzVcEOCwrwm3bd161zuIGmLRNCgQTK55gzyDARbODqZcHZdcM9UQpRHqdw/o4glWU98GdqpVsWq7eYIcm7RwLA/ixr3wMMy7ULY90nrE27V6wpjnFURTajIfFJOuqiLxVDPOoiagq87Kxg61nECcl69gcaKATiuP2RQzgxn5M9TNv/tJhpkwmrpWrH1I6lvV6Oc1TOFGXF+/1tdSsPh0XHk+yZa19/FVKpEIrlIsKROJxwFLXmBn4joONoR42ku7KqpdXs+IlDOPjMU2KgIQ7rTgDpTB9GN26H47rSdUDTy3ZzBhF/VUwV4vGYFhfEFIMtnsrM4PyiTASvnYDrwsKitGDPz8/J/rljx6Rsa2JiFQ5jJV/Eqdk5lFfLaBYrmD9+EnOzp5DIjmF8x3YQ06tWqlhazGEptyiwcDqRlFggle1DuxPA4aPHsTg7i0Q6jrGxIfT1Z7Bt+xYkkimUqyy2RhCJDSDgJAFxqGeCY/bvdcmSggqq7cgNg/t/KpHE12+8CV//xjelxV/0DX1Af38fEmz3rtexsriiIBGNfBp0/FaDSDajc97ydfw9gRHKCDAJJiDLxJFjwTZPq5sYCrnyGr432SwEUI8ePSqJt+w/Rn6DgQPvVa64ivd+4P34vXe9Cy5lJmwxSBRJXgg8/uEn+yc+/nFhNWb7hhGJJbWw3mmjUl4WxirPYC+AogUJA2LI9/ZJvBuNxuCkEkiRueq6aMdCKM7lEfvyZxBN3ozVzArcTAixe5II3Z5GPf7/s/fecZKd5bngUydXDp27pycHjaSRhDIgLIQkBCYJEDImLNfG1zhz11zveu17Ha6v7V28xtkmmGDJJoggchBICDQKKIfR5NTd07m7qqsrnzphf8/7nVNdMxL4J7h/eWl+Yma6u9IJ3/e+z/uEYdT+9JfRHRzsrS39zfTFY4eROfmXWJtvoqM7qHXbsLoeEgaHDQ5S3QBNZwSzhV9CI3k+R3miKCPAQGBL5J1OiLtbh3HHo99Aogm05yvQGPpkA0lPw63nX49Xn3+NqpXpSc0+IVaqRMM22U1kQ1E7HWX3DBNbnl/Axz72L3jnu34BF112KWqNplIKRPVg/1En6ePcL7mGosCw2CU8Ps7xtanAbKWekOtUZxCrgav3jghbnvc1r/J4z6ISmMGtlRoH1GSwApVKFXPzVfGm3cagnYE0LAlzBeYqbcyt1XHRloKAYPSan1qqI2Ensd4M4Xdc7NmSQ86M7GtiYPXgGRw6uQBDgr02gFVVM0US8B5jlSBbBKz6HnKZDL53zz144rFHcMubXi3XvFiIPQ+wGq/HG3/++1YA/x7Y2hvA9nusn8Pu6x3ReLDe+7mqK4WZ2cdY5dpPUJj6gWTMWF2ch9+pyT1EsOcH934He8/bjMzmnTid3YT2kw/jsrFBCbFbXF7Eo8fnYL7sKrwsVcCOyW3/y4DVRz70J0iYCZyYW8L7P/hvGNm2HW++5TXQTZVl0g+SPh+g1E/06JeW9/+uCgVkQLSi59B3OZPLI18soVQYknXvjjvuxEc+8q8CQr7pza9HTmvh2OGDkrtAj1V6/meSGRRGRnDTzbdgbNse/Odf/y/I5nP4xEc/iN07t4gFAIHUVqOOdrshIX+U/rdazOZQEusnHn8aTz11ANVqDUFCw/adO7BjchRedRXd6qooMWgRR9a7M7oV656DQ48fxswTz8BoNcWSjoAtla4MWuP1ws/N1ynlM5IRQEaobTlYNw08XplDxe1gr5HBkGWjYKVw2Rtfi+t+9d1wigUFXjNHQMgeLOsYaBjirm/fg//xx3+C3/+938NrXnOj1Py1Whmmtyo/536Rz+Xx7S9+GU889AiGSnmxtkGnK3Y8yXQG86urKG2axBWveCUM24LLfol7Ps9rFJzUv+7E51o5+akMBK4tDIykVdz0yeO447ZPYGV+FloQYGF5FbpTwNGTZ3B0cQW5wQLecusb8bv/5+/Ab7h47//+Ozj09NO46pJ90Ls1OHqAgcFBHD05gwsuuxwvvvGVas/rurLv8VhIDRTZLcigOWJ0ik1ABKzy+3EtpO432rUYUk/xIHLgxIHjwtw8jh84hEq9jQcfPyh9r54pIDc0ivHRYUyMDmFucQlLi0vCoqYK8oJ9l2LzFS9FMhmgENYxFnaQIpitqcDf+P7+Ybtmr1aNVBxC6otqY9YHyvppYzgX1625QlasD8WVrUtgdV7UPrQeyuQyUkfd8lPG6lmH/afA6jlXYQys3nLesICBy26INQKX9AMkKyckQ4zeo8rLhxwnaQ41ICtMJsrfNKQkfV0F/KQTlFWHAuAJUCpSaBWKJItqD1hl70tGmEq4lQAMTRe5DAE/Bk+xASArksBbDKyyhm10XPFY4TNa9FiVcZP6t2KsmiLHb3W64uEkyeJREFTGJu1fAas082ciIBmwlNJYtBGQ9x4Bq2Q6Esjhgs33wwUlYpHGwKo0ngiQpGeVoaPTDVFzgUYInKl3Me+b6KQLSNBThjY2/IyUjAZdYRlJo943Id8oOFgckIHDwB/FLuX7ECAloQogtmXjSQ37SmkMBi2sd+n5EsjxEgCc4TlBiDZlFyEBTB4rFv8qzILPyXPebXWRtA0Jjwq8DorFFK571SBS+RqKpVFYdknkvoalSQJ8ZWFeCrV0xkG70VTA6tIKBiY2w/GbWC7XsLBUwuf+7RDslIW610WrQxmJhqGsI+eSHqt1psiSSRGFV5Fpq8KrArRCSkkJrFKmEvSAVUoOaQVQ63RRpLVAWo+sAEJhH8fA6plyE4ZlIaX5PxRYjb00JTxD2LyRwTXB/YDXmQIGzgJW/bMlrKrZj0yxY/LdOcAqsZt4I+CGSn8znr+1FqW4ioEsScaOiY7nYroRYjqRhkGpJOWlGsH0LlYWln909/U8PyWwuvYPH0A3sFR4Q0KD3dEwZS7hC7MPYycK2D08iWPdZRyu+JiZaWLpxNNYXG0hl7XQoalsguxKAz79amW6a2BhfhnNRlvkkJ7nincZNypeX2oirkMfGMLAebtg54toLC6jNb8Ir1KBRnk4fYEjYLS/+JONWsqOBHTdUY2E20HgsyHn/aKYRWpT30i4FahMGIUE9FTjpFYdiZ/rTcmf7wCq199oqmIpJUFk/hfbfjCIjuz5dsfD5kIWFw4MwPNDnKg3cMOIjl+46hIUBschuuCwC52FU9uNgDsfQdeHZueQSGYR6kmEhi0AsgRYCauQV6J6rxpN8rvrCFtrSHht5a9KKQzXCoZ/kLkj97FqMmk9INRo+rG6XXlNkbUzACFQEj7FWCUQZYotRBuBKBMaAdf8UFQItEahhJtngOx9Bv4xKI9rjcnzb1jIWhYyXO9MBQwKftlrVGNgVXlyy2sSHI8kOAnxZ+JzKwsU8YmNHitrn4RHbfiaqvXwuT7UAkRGjVSgKRmsvBEBVk1uBMoWIGqwOFdQQEt8BSQUM5jHjCA03x+Zq6BPJ9f6rhSZEsjA1PnQQyokuGrKdSkeuRrbZQ0t8RvTaQOIpu+jSaYcLQCsLt1skaFdioS2ebAcG6adgaY5yrNV3jP/qvZY/OXXXvA9LuFVbJr6QJ4YuIzBQAHcerYZipncAzg54JR9STGL4z0ofiy/r4pSJfHnEDT2WOWbFXZqVwE7EqQUsxz61Lr9YIQCJJSsPy5oY3CKP+u954jXqVibpqwvfK34sfy7hEdqGkqZFIbzKeQsHSkzAZP1gLAQ6b+pC2go71vWDx/riRTufvI45io1eT16XLPh45LUD6zyteNAMAIL8XuOj69P0JJJ6l4Xw8UcJjaPo+51RB66fWICb3vHm5DP2VhdWxYLCP7nhgRWLSRCG0GCe4Gym+BdxH1g5sxJHDp8AJ2Okk6SsZrPlzC+eTcsBjOJHV5HgNW03hLAT/zB5V4JRA6fTiXlsZSxtTttYV2SXTO/sIi1tZoAq2R6MryCDTePARPfq7UG5peWUV+rw2+0MHPsJJrNGkY27UBhZBjQWnKfVFarWC4vCdDCxpb+paXBUZTX6nj48SeFVbRz104k0zxvPsYmRjA2PiY+fobhwE4NwXGGAI1+s6y71L5xLmig1gTFxhbf8iDE9s1bcGZqGn/6J3+K09PTYnmwwuTuRg2jI6NyPAJfk++xIeRna7stAVwt3VJEwGgP6ZKlks2iVCwKEWC9VpNjFgP8vBZMJymfLwZtCWTzd+ZmZgX4FgBe1qLIpzkB/Nn7/2+86+3vgCVhRxHL/icAVv/mA3+FIDRQKA0jky2o4WMiRLOxImw7z++c3exwn4isXRQ5ICGBXgRWtXwRWSsJK5OGkdSwXq4geOJTGE18Aw2vLPVI1s7C+MQoMGui9mu3onHNJb17T/bWiA3/oolvIn3wNlTKQJfs10QbDqUPHGaTPKFxjU3iZPFNqNpvQKhXoOlpGWjrvAd4buwuvtF4Fl9++FtAA+gs1aA5BFZDaB0fN4y8CD93xauQdNJyrUhdFKvFzglSivcE2rEwVb2ytIKPffQTePOtb8WVL3kx1n8EsBori+Ln6F+j1PcUehCTRJSCt49CRUCTrFDTEjXfZbsHkM8QWKcllfLwFysguqiS7NDtwqQfg25IGOvRU2XMTy0i44TYs2MYhVxaBu/lVohqs4ULtw4KMGjpPlZaGo7Od1Crhwg9FzvGHUwWNbER4DCSK8ojh2Zx8MR8D1hVNinxuh8Npn8EsHrfvffi0Ucewlve9LM9xqocBwKUffLlHwWs9v9efFz/PVBV1taeFdCP77H6XGDVkJqA0AytALRAx9rSgjBWO50WOkjgB9/9DvbsmURuy25M5yeBA08h7zdlGOC3mpirdNG6+lJck8lj5+RWWRcYXkUrgJ+Esfrw3/6BMLen12p4/0c+DVgpvONtb0JhMAcvOtYx4NarYGJfdlXlKMsf9qORpUo/uzUqiGXfZ99bGhxGcXAY6XwOtp1COlOUsMP/+T//H3ztq98Rwszll+/D+371nXjkoQdx6vhR6ZF5W+fSWey74qV4w9vehanFFXzoo5/A2MQ43v2f3iVAmTq/DAbtoFGrYq28hLXqGlrumtSr933/QWFQtlu+AKtWrgg7k8HVl1+Eqy/Zi5TbhNWuw/FFU4VqZhB+aRPM0MHTd9+LA9+/Fyh3omwQG/lsRhjhrF14T+XTKRmCE1g1NAv1pImna8uYra5hh51BIQC2Zwex42dehhve92sobhpTg+3ICoDAHgOQKYh54oln8IEP/A1+5T3vwUtfeoUoZzmA6JSPyRrIAaatGaivVvDVz92JRrmMVq0qe+fO7duQKxXR9nxccd31KO3crey32JOI454iQ0gGTX/IWDwUYLCSeOPrMFi4NtuYOnwITz10PxrlediWIXZsS+sNnFmp48EnnsVaYKA0UsSmTcP48z/8A+zZeR7+4s//Ao/s/z7O2zaJnVsn0Kytyf5npTLYtnsvRvfs6cn8uR/G9R6HXqrGir+n6jwhSfRZAMT3Mz+TWEQwmJIXHM+H62KtsobH738IbR94+shpPHNyDkNbd+PKl18vthHPHjwIM1PAUD6D6WOHkExm8eJrb0I4tBM+ahg0Wtiid5HXWgj0JhJ+PIx97iAsXmPiuj+uJe+7b7/cp9u3b8e2bVuVbaTkX6h6L95PSCAq0GM1AlYXFud+Cqz+Ox3JT4HVcw5QDKxu3TQmTQUXXSnvo2RlFXu8IVPrRWtHLLBYh8pmhZN6AqNjeoC0aQqIlk4EsMKOJNvHk3o3SAhgxsKQNSdVQSx1JbWYARxceDxKpLlIMtRHk6Q4ygpIx+YFX2+7aNH4nlYAui2TLfoD+QkPecrwNAtVD1iiLIwsAt1EMdGCFjJ93pI/3W5HGFe+z5AiArAEETQK9lWjYRrCWGXfS1kA/UiJMXFNEWCHaYfC6lMOho5pIq1r4o15qpvAyZqPqq8hNExpzDU/ligr/02RtkkAiAKf+SfBDBWgovyAxFycXCg2Fj6bUAW2+gxt8LrY5Oi4cDSHrEYgpS2Jo2QDkxHJiTmPLVe4ZoceQyqlT3zmWOARwHa7qPghWm0C2DqSOpt/YGK7g5fdUAKzJUpDIyJfZeeTsh006jUszHMKnoBjWWjXa0g6NtzyCrL5QaTSecwtnEbKGMdH/+lZNHwddNZqtwis6hK6RTn1Wsuj6ktAJTKeMxLcpFKWyVD2fBc1NxCQnwedXlXFNAM6Wig3QzS8UGT/w9K4JVCpuQKa5FImfMoMVuswCQAZHmwy2hJkiDFwxlPp5gxRF4DKAEPaBNsQOTkBP94LBJE92YB4PMkqIJtZAlmiKlt5WgnsI1NX8cujX6VsRCp8TBpx8bbkxIz/zyafjNWuhFfRS5ielYZhox5amOmGKLNxNlTAiQrWUdfE8srKCwZdCKyW/+EfBVBw/QCuFiCn6Vgw2rj9+MMY15K4aHg7pmotzKYs3P3kD+DOLKG+5qJeryGbsZEt5GSowKA3M50C1d2Lc8sy4eUgIpEwRfpzbhGt6j0NyUIJej4vgKS/toaw3RCvUiaiK9kvpaDKv1IYH1CACZMkbScjgxIypr1OA3qCwIqy1FCkeTKzCOo8lwmkyE8b8kgF6JztadR/QHtM1d5z9aXNhyHSRgJ7hjNYXKdRfAI7BkuYHB5GoZmB3ZnBGy7ZhckdO6G5dXhwoZFd1lXG82GnrgK87AwSZhah6SBkcBUZybqBgDYGoeSAIrBCaN0W0FlH2K5JgcrzzwA7piiHpo2EANzRmqH8EsR7iIx1eqiEXRaeXeg1+rMq76hI5KQKJw4vYEohts4gtcBD2fNQ5wDJZcIog350JA1PEs+dUEOWwzNDR9LUkLdMZG3GqykrC1kzxSBew7hPZgiBTQbtRD5RwthUDGIOT3iP8dhortjDKi9TKW4VyKTCtRTLUxwYWITSC0u85PhRFMNTIHhhnUcfj3+3mIaoI6D3lFyfke8u739hwPDq4eAwjNi9ZPorVq3mteAiRM1LoE6fb6oKAhdG0IGjdYWhaIcE2B1Az8CHCTdJaqQNz6BtB+10AsXWTDThcF9xA9hybAIEBJYsRxKvuaiwcCYjip6T3Em0v/j0C77Hi9mUYlpG60Q/qBqDIDF6E4fOAAAgAElEQVSYyXWAx4MF9EaDpmSvCkxSaOjZkkN1cOX8RZLp+PfJnOMxjUHH+Pvq9TY8EePCVZ5b7COU6kPk930sVTnfXCUFwFCDNw5UJBUzCjrjoJdSMVoQFZMWiilb5P+WZciQlYCTYuwpxm4cACU1CvdFBFhxQ9x3eBpTiw2RQRoaryMO1jaaifgzCbCaUKnkcn9GQDOPBZUeXquB0cE8dm3fLLLz1VoN67V1qTVueeubMDI+jNXVRdlDUlYKXY3g8zj8RFrZi0ROECHXNt3E4vISnjnwGOqNssgcbYNsiSwmtm5FOlfiTEqGq123ilS4hMFiHrZlou02oWeSKDcaeGTlhNga7CmNY6szgEzChu0ksVRexcmTJ8SjdHx8HJOTE8Kw5zGyHUf20sXFZQGGG/UW3I4p9gVdr4lSkRI/D57rgz6jlfIq2o0aHMNBaXgExZERnD59BqePn8TmzUPCpOV5YG1Dr9ORUXq+6tDJRtQspHKbYNvD0EKGWHlRYrtSBcQAttoDlc88WXPCJEKIBx58EJ/+109ibXlFWKS0Q2DjRMCT4D5fm38yOCNmnsYWFTF4HwMvymaAHmp5eRyZqJT/xeAhmcxktuYLBdTqddnf+XprK/Q3VV6uAoCbpjyuNFjCP3zoH/HKV9wgyq34K16iXvANDuDv//HDEnqZSmaQJG04VMOyZnsd9fUKPJ/s2Q2mXizR6M02xKNYl2Ni54ow02k4KQeWk4NXX0N76g6Ugk+jU6ki6ZnQt1swD1kIPpqDftnrMfPuV6DDNUx3EQZtJLw00sk2biz+JeYOn0a72qYHBzpUN4DruwE7SCFhLsPyNKxr5+GZ5K/AZbBqYEE3M2ibGZhhFe2Uj08s78czTx2D22whWKnKEJjrNwdxA9kifutlt2CXOSxqD/oEd7jyRoqX52Pw8RxzHV5cWsG//PO/4Mbrb8ArX/daVNZrMtRTX2fXDFw/N776g9Q2vKmjwINoQEfw+rlKFykPtQR2bdsEy6D9D8NgHUrFMGRJhKHkLrQ7XWSSNlKShwCstXwcPzWLtfI6itkscrYh7LL5uoZURsPFuyaQ1APxT9VCDSttD+t+AmttoL7exsSAg4mcDlvqBA1PHpnFE4fnodsaNG6vQb03QFas440hGs0T4rRs3uOZVBKP/uAH+P5378att7wGtp2ElXTgul3xm1cDj43h5lmARmSn1b/mS08ZcfN/FLD6o0Da/teQs9d3us6qPcUSYeO9MSCI/yZhhjscl89UZkAAyPLiLPxOFa02138fD+2/D9s3FZDbcTGmcmMoVGdhzawgobnIaglMdTqobT8fF2fT2L1ZWQEsLy/LGsPP+N/f+1s/zu2N+//6vyK0kziwWMb7P3QbEr6GW3/+Fpx3wQ6px+I1Jt7b+z/vRt26MbDcALv6A9kowdTh+RomJrdhctsOCdK0LeV7vLpWxf79D8gworqwiMNPPY2rXno5XnzFFViem8Hs6RPIpG2Yjo5rXvMm5Me3o9noIJPJi5WMyuBQ95U69xzGBgLYMiwRbg2rlSoeeOQx5EpDKBaH8dWvfB2Hnn0GQ2NDMDMpvOzlP4PdW7cgpwHpIEC+NoNZV0OnMAo/mUPatHHXF+/EQ/d8H+PJLAa7GoYNW3pGN3RloEHLHyeTwkq5jJyTgW9bOFYr45lGGZs0C5s1BxOpPEb27MZrfve9mLzkgt71QoBc6hmLg/METh0/ho//87/i7W97Ky7Yt0fqUZc1fe0kPKo9u4Bj2ThzZgpf/MLnsT43J5L1LMHrXA5G0sbm83bhyle8HF3TlJrH4hCew3ySZqjeZa/Tp8SKzzVxCr4H9tlLM6fw4Le+ivWpk1g/M4+t2RFs2rcTs4kW1lsupqYX8fX9D6JjDiBfyiJhBPid3/5tXH/9DfjanV/B5267HVkTmBwdFDUcCSHZ4iAuuPRKZCcnZQAZg6g8g/2Aalzv8M845Equr3gIH6/DfK9JMlYjZjv76HYbRw8fxiOPPYWBwjCM0MDJEydhj21Gcu9VqLR9rFfXcf6FF6EydQDHHrhbhnrJ3AhSo+Mo7tiLdNrBzrSLEZ0aYLJ91Vf/ui9/jxRuoUyeeUgN1GpNfPNrd+F7+x+THj2dMfCK616Gqy+7TKyjTFrSxGK5MMDAQEkGqCw+250WlpcW4NLexraRzhZg2Q7e+M7f/rHu8f+oD/opsHrOmY2B1U1jIyq4IZZHxz042+RzJinxU6jgJlYQyj9V4AtJG+zK9MihTM7QkCWDxEqIFwiBSpHEcDUiyCD5J8opUNgkAqwqdiaLV9dlc6+al8DvCuuEfQgl2pSt8k4iqEpgTuSdLB4NylwtrLge5houWgEnvBZG7Q4GdR0FNmsmZeNd6AJmMMW3IxJ7m+CepJaeDazyczKUgn6YsgZK4rFikMrvIkSSRS8NmVtdPFNtYSEw0AE9twgGaOJfpHxR2cD2eXSGii2ijOEVQ1IWLZEV+Wi75JWxiKDbv0qpptQgbwCbCDbSesH3kWSwcUL5h/SA1ah+JMOXTI8NYFV5wHFxr/oBmh0ltczQMjDhYs9FeVxyZVZo/YMjZJkoLzs2Ns1aDfOzc3K+kpaJTqMuC79bWUEmU0QmP4DFpWmkrVF8/tMncGquDVcz0Gx6SNs6ClkHDbcrZvxrHptfFRzFILOsARQM+q0CQcdF2wtBIJ7gG4HVUspErdnCaovAaoBC0sBIxhR5S6XeFYu2fMqEBx3Tqw3ZHLN6F0lZZHn8iOWx6CTzSUMzYaEuBjZA0jDF7oLMPLIuXY+FL6XvobAALMp1hYkWt/5RqFi8I0Yhb8J4CsnwUvcT7wn6x1H6zO+RcSnAqu+BHqsE6OjttJ7QsRokUPd1dEMNgQAtit2nZM6aSCVe6BeB1dW/+3sYEj8EYdI5AdDKW7jj5KOoLC3j5kuuxaOnprDsBTi+Oi/FxPraurAq2IwxXTmVyaLhdqCnbdSqTdRr9NhlocBri6C/8gB67hdBZx53G042j4Rlw2u2RGYqMQK8niMWKm0Y4oJfDS+kQ4HhqGaKw42gw0Y22loFlIgtATaq7P6iUm3Aihmn/q7e4fOCwNFmvQHSng2sElz5uSsmcc2+YXzoa0/D8mxctes8XJgbwNraFEYcEy++/Boksm0Y9ToCMm7FR8lDQM8/L4DhZJGgBFZngFGSxrFi9SAraGzITqa83wa8BuDWBcwgyKgCikwBZCmhFehImhgVskTpf0j/NmGrKq9QrU2mq2J9CZNX/GI9WSfoX7zu03rCxYrbwUyzjcWOi9UuBzH0rzaE7Z2lB7JuIWd6wnpPmTryloGsbQrbnOYblnglM6QpgU1e5D9KNq5G2bsKUZHWik0fw7FCAsBki5KO78t1JHYOnHZzokPpdzQYkmApSvU76jMmCLIKEBsxliVESgFpQn0z6NsXhWuJVUFvQ+sRk+Uc83kjtiolVVLgeq7YI6zRy5uWANJAejCCNpJhF3Q3dKCA1VBLCUAUUPpkWHLPdjkoE8eGAB6asOjt7XqwZFjGPSqQPUrXCaqTXcsEGbKWeE51JP709hd6i6OQ4TFWwGoMoPY3YrEEStimkhzN4Y8ahDyXSbpRtMpzxMdVrrWNt9a7f3hsY6bMOeFYcrqjwMfeI/kcEZM4ZkJIKxYFoggrlq8rp5KBi8ojlreE1Ajc7yM7Iq4/aUoF5VRzT1OWQzGwKn8XywIGQJExpoBV7p91w8aBuTUcOD6LrhsgnXTk2pAhapSQ2w+skkku/+ZeHsnlBGgNPBQyjiTtDg7khB3KEMVGqwXbMfCzP/tKDA6VUG9U5XhLSFRgwQ8m4CMte5YIgniPEjA2LSyvruKZA4+iur4sQ2FTM5HOZjGxbSsy+ZKEOCTCDjQOi1szGCoVMTBQRKvTQL3bwezKCh5ZOIbqehWXTe7CvvHtyFoE0Ryx+jj47EEcOXIEk5OTGBwsIZ1KwbJMGGKwrmN1tYz5+Xk0623kcqNwu7okPg8OmHKM6enY6apwp2ajJh7ruWIJLZ+BH7OolauYGCtFQywV1jg6OoKRkWGR1NFqnlYcdmoQyfQoTEtJ25V3Pa+GjX1EQE/TFkCwUi7jqaeewgMPPIDpqWnQV9d3uwJmkjlG/1O+b74vnhseawKgsb8sn5nvRZrniLEdDxAor6Y6gr8vUsaIlclzRtsbASTJxg4CmAR4NQ31tTUBVOJ7gY+jj+323Tvw0Y99FJdf+iJlfRLdF8TgYuXWC73Jb7v9U1IjmvQNNHgNqaW/3amhVltDt9vsHbd4qKCq4mi/k3shAlazhQhYJXs+B79VQ2f6Sxjwb0dQrcBzE8hO5sSXOPyehuqTe7Dy6+8G0nl4bgu6znXRxEiyjquyf4XZg1PwyVJNJ9ESYFXty0ZIVn4XFrpo6yUcNW5B2bpUvsdj7en0SwxQSXr46Jl7cPzwSbjNNoLVNSToJSzAagBbt/G2i67HTXuuQld6AlvCF0UR8iNkoR2/i9XVNdz+8dtx5RVX4uZbb8VardYXIHa2UuVsYHXjZ/Fr9Ja/iEEd6eI3+CaqwlDM/kQHF+/bg+FSTq7mtWYT6402ObriC7yyqgJAg64r6xH3RtYLGnuIlbLsd2MDBWFJlttAKqvhEgKr4sfNWkET0sh8tY7leoB6syuM/bGshoE0q1gNTx2Zw+OHZqGZzMYgoMsgpI0QrhhYVdfvhtxXAaspPP7ow/jut+/Cz73ldeLPS1k2By+yZ6gJ9Vm1VG9PkM+zUWP1QM4IWI2v/R8GsJ4Nrir24/PVbBs+rGfXflJvR++N9zmBVSkNojBlj+cgMyDM//LinNgtNVu+AKsP7t+PyYkMCjsuxpncKMbbZYy3uJe78DptHKtUMDe0BVeNDGLvpu3I53NYXl5CmxYnPwGw+tX/8ctIFgbxtUeexsc/fxeSponX33wTrrz6RcrepW+vjteTfpZjfEpUjbsRkNdbe4S9LqNGmFYKA0PjGJ2YRCqTUXWl9O/sSwI0qnWcPnoU3/n6N3Dwscdw5RWX4aYbb8Dg6ABmF89IbXXx1ddAt7Owufbn8r3amj7jvLfV+SITk+rQNubn5rA4cxLLlTIOHDkmBIFCYUj6n+99926cPHUUoW5i89YteOPNr0NSSE4hBjqrWGwHCPJDcHUHg8UinnjoAXzjzi9jU64EZ62JTMdHmv0C9bAMaSarPUlbmyqShgMtncLxegXHGlWU/ADDmoGdg6NIDg3h1b/1Hlx0w3Vyj3J95d5Qp6emYwu7f/r0GXzkwx/DzW98HS67/MKofg3h1uYwv1xFteWhVm/ggbu/g6cffhAFzcN4sYCxgRIyqTScQhHXveH1sHJ5uCJ9Y3eqvJaFHRr3iX1LUa92o4KFnqztJu792pdRnjmJvZvHUZ2dw/Qjh5EfLuGCl10Bc6CESrODe+7Zj7ufOAIj6cBM2viFX/olvPY1r8XJ48fxsX/6IKaOHRZrEuYm2Kk07Ewer37dzdDyOQmpIpgag6jxOtEPqsbhVbHlUwysqvgCte4lHQMm+0KqvFjLLCzisYcfxup8BfUu1740SvkkUkOjmNIHsOBaaHd8bBkdRPXwD2CXT2Pb6BBqLQ9V34RX2oSBTZOYcALsHLCgU60rJX20DvVtpLEdjBDXxFpIx8EDh/Fvt9+BwcFhbN+5HfMcpAQeXnHdtdg8MS7ngrVjvL6wHuJwleA6sZfFhXlR2PKaHhgYlud883963wvdvv9D//5PgdVzTm8MrI6ODPVkLr1Gi0yDCPDYKCwUm4SXtVIbSOekilTxzQvh6Uy7V+wrmkmLN51GNiLB1hB5LYGiFSLFhlxss0I49GOSVHa1YdMKgMAqGatcowXA8Vzxq2JjQ4l2i5T0IIRD2Z+hSdhQEwmshRbWOx5W6e0UyqvLVLmkdTBuadicpGUBQbsuTDbFoYZaJwZWNxirmsFpcdQDPgdYjcAzSRDkcYJshGQULLe6OFZtYzUw4FETzM0qEaAtwLUKQRH2mR6FWFGiz88lafJRIIfg1ZQIcIrUESN6Ah0sMo2wi4IO5E0DuUSANKXDYpnARFwyW/sYq9H+2s9YJdPUZuAXQ1Y6XawHPhptbiomMqYGy3LxkusGsWm7hVQ6jeHRMWmCyCyi/1ur3sACp3KahqRtod0g48eU0COLm2xhAOXKEgxk8MSjLu7ZP4VA09EiGVa34JIt1HBR9kJ0DQu2RhsGMtsC6D6vCw1DhTTykooewudEz2PzaqKUtkX6sEJgtesjT49VhlWxQKp3BVDJJQ34oY7Tqw2Rj2YNDykC7hFnWrZfLUQ7NDHjGjhDn1NKdQ1DgNUsmyvLgJlQUhM2CXlblwAszXPFl1JJwgQOUEqwqNhUOBDDC3jeFCtbhasEcrwIjMvxty0JOlnrAg2X16yOJehYJ4tOsuelzN0AGcl4MDQszv94jNWVv/17waDU3agLO08rZvDt8nHc/dSDeOe+a3GqXsfR+SWs1Nfhug1Mz81gvdaG77EASCj2IQGKrIlqpY7ATwjjW6QxJHRF7I9zJ+UinSMzjzJrMrPTGdgEF7u0eqiJlyWpvOIwGjUYPWZlVCTy2qcvHxONeU58vwPf58BBnDIVg7GvGX/uLhazSvoZKarw7596xu+9F26hTm7v6ciSe/meLP7oF/fhX790BHc/3sJN+7bhtbsnceLMNJrdLl511bUwJiw4lXW5dskkZ5AV5XpsbTQ9hdDIAWYG0JMqpCv2cJMsNWlJhNXN0CoErqJmcOhk2UjoZDqS468JizNBoDEGVgmmilSH/rUMoFKFnErbjkL84s8USXrarot6p4UFNg3rLUw3W5itN2T2lbRsJPUQWR3I2g5SpitrOQdmZJ/nk5YAWyn4sBmOFwJ2QseWgO9TgYWBmVNsZPGCVcCqoAJ+XVkXENgUzyn68iUQOCkgmRLGEn0/BQiPfGMT9QZCgiKtVi9kinsM1xfV7BE/VlN+SvMTTFAnwNrfdcRnk6/JPYvniHYcik4jwAm9mituF+u+K35sfN8Wk3FpB8AhGqXL9IbUkgKs6kkyBGjpYEZWDeocerQooPdh24XGojVB/QGVFSqcjYx6m9JuBgeRwUrQ848/+oKLMFoB9LOB+huujWtaWWjEEkvxWetXo0SvGg8e4ucQ4El+LwJJz5ElyuBIV4yuc5s/FVAWPfacx3EvFPm/hK0oAFQqCoZhSpBkQgpe+gxyr8yaDFbU5N8ctArgykGtgLDRoJIJ88LMi0551CyR2aqS35UvLD9M27SxEpg4cnoBJ49PC/jKdF8Zorpuz9og9lllIIewX3VdmOf8rPy3o/nYs3M7tmwegU6mVIKJxi7ml5YwMJDHK677GQwNFMSfutN1hSGUCEwBVoNEFmRXJGS4p3xWNcPC2npVGKvlyoICVnULTiaDTVu3oDQwDEO34XXrCLx1mO4Ckklb/Nx4i63WqzJ8fHJ5GmvlMl688wJM5gfU4IUzB9PG6ZMzOHL0KLLZjIQ+ZdIpsQFQN4GOVqstAGGlXIXftdFqa5K4PClgm4ZmoyFWGWSf0l6AYF+gGZheWsH0qTNw6x3s2jIix6jrEeQ0MD4+ik2bJuCkVFCI7EZWGhbB1dywBDPxPoyvu9jr1HGSMGwbP3joIXz7W3fh0LPPYn2tKgBoNp0REJSsUTJVhVWaz2NhYaEnWyeTigArr7UaQTUJcbLl92OLByUFVCEuTIGPWWF8L/wdKldYS/BnHDIStCWQQq/4VlOFmLAupbXCwsIirrj6Snz0Yx/Bnp07Fcs6uql6ZcMLvsOBT37qs5EPPKWWBFbVoKPVqaNWLaPjNjYGjj1eYt8sJGKs8rMncwWYqYzYNJl2VoZxrelvouB9BKlWDevtDgojDuyMDm8tgeYTOczs/s+wxvbKeqkZXbRDHecVZrEn+CecPjwN00jKut0Eg2A16NyXOKhwLVhaGyz253EpTmhvR0c3oGue2KnkzBSmkm185Pg3sHBqHl0e13IVGgP56EXfosTaxNWje/DrN70NXs2HZdkCuirP7ucPMeEx5/22Vq3hU7d/Ctu2bce7fumXUDkLWFVAqHQhMakksk9Qp0jJ/HvVQ8S6VGtqzJDaOJkbzEEGc/mYnBhFLpOE67lisUEbAp6zTDaPWqMNw7Tgtjti38M6KEiYMO0kvK4Pn2Fo7IfoW20wNC2Fy/dslkGnWNxw+A4fy/U2jp2poNUFtk4MYixnyOCTkPMzR+bw2LPTMMlo8fmYlorK64GrG3uAsiCKBtsEVpNJPPXk4/jW17+GW295HYqlkgDa9GnuVy3En/4sMDRW0MQDhej15K4/R717Noiqnu2HAavnvtbzAavqtEXBXFHtHTNWFbBKK4ANxmplaQ5ht4ZWm9drgPv378f4eArFHZdgLjOEzZV55Cib5rC20cKTrRqWhrbh6nQG52/bgVwu27MC4Pn/w/e+98e4u4Ev/9mvYnndxW1fvxdPHJ9HUjfwsmsvxStvujayqVHe6f2D0B8GrJ7LxI6PKYF8evNnsiWksmTgk91YivYyQ/o9+kmvrZaxvLCAmVOncPSRJ3Ds2DFZb2/82Vdhy+6d+O5D9+Pql7wUV1x5NVISpKdIFf3rpjoIMcBNL+gmjh16Gg8/9pgECDKAj6q8dCaHankVX7rz8xKaWCqV8L+9+xewbed2rK2VUQqaqDLrIpkTAsrQUAntZh23/fPHMXf0JF40uQ3BShlpL4QhNni0L+TwWke93YQR6rBzORyrVzDdWEc28DFomZjMF8UH/+o3vg43/+avw85wAEL7glD2Bl4rPB6HDh/Hbf/yb3jNq16BrZtLqFWW0Wm2RFVyutLAOmzpj5ZPnEB99jS8yixMt44CSWWFHEZ2nY9Lr381hmkbkUmJkoyCKgbf8nixNxSrhxhP6VMLMYg149g4/tRTuOfLX8Bg2saOLWNiozZ96DQqJ05h79AEdl96CTBUxPzCMj7zhbvw+LFj8Ao5vPg1r8avv/e9CFptfOQfP4i7v/UtJK0QQ8Wi2MJc8ZKfwTXXvQLtgPWOKx6rvWulT+ofS+V7oaRdrle+ykoQJZoCOrksMWzcctQeSmb+swcO4IlHH0N73UVTz6Dt+xhMh9i8ZTOWzFEsaEXp5TtzU9imV/H6K3diz2bWAxpWq13cfWgGx8pNZI0Errt8L1K2yuyR2/wc0p8ykVNKUX4WWjpMn5rCvd/9HsaLIygNDUiw5EplBRddvA97ztsjdgAxsMrn5HA2l8/IOu26HZyZOyNqyaSTgmU6eGD/A/jQp+76se7x/6gP+imwes6ZjYFVMgn4tcEaURK+eBHnza/YK1HzI+1SNHtPbMj5pCkiG0pM9ygHVewRKYB8T6S0w5aOghkgrYWwaSFA9knoRozVmE2jpPcEVtksEFglMGEa9LdTPp+tri9TazLZyFCtdkNUuj5WO2SKhnCl2WbQiAp8MTxPGFfbcgbGDB96ty2BXX5AoPZsYJUFIT11HEPBRVwkFGNVKbOlYJS0dxX8wTKGVgAMyaj7Xay5BtzQQcNLoJHwUQtcrNSVxQCnLSLpj2SH4ulK3yU2lyIrUs2mMIVIpfe66PgsBnRh5tLUe1ADkgnFJONmkk5ZcJJMru3IdIVyXfssKwDFlhV/KgFWaROQEBP8dc9HrUW5EkFOYKAY4IbXDiJT0FEsDWFgaAgubSL8rjSfnWYTSwuL0EIGi9FjtS7BIFq9hk6rhVxpWKXUuiGa62O4/dNPkJCGWqBjpuGj7IoOF5ajIZlyMF5IoeAYwmwuV5s4eLqCRqBjb8FEjk0lARC/g1zKQIlpva02Vlq+SJYJrA6llTdepUGJko6sQymuhukovIpWAOmoIOZnZoPp6wbKgYEjdWCxa0iSN+tOgjRiS8HPpntwNA1ZQ8eAY2HA1pAUS4dGr2DgMRB2VOTkSe8pnmBeF2LjIM0yr5mEAFKKvaICbAicVlo6FjoBFkIN9YS6jkXeTTZZ5JlG8JLHndfH/NyPB6wu//XfSUXrhwoQEl/CTBLP+su4/cA9uDI9juHNW/HM7BkcPHJUjnvN76JW72BlrYnKWk0M15OZFNLFNFZXmITMABvFwKZUktYVGyDlhvRahjD8j40UPxfNawkgm2RnKOBMfHUVciNNRszo5kBCyY/JIGLYC32MCZy7CAg88l7p2ZX0S5v7F7ooWCL6Fo9/jJWeC6zGRYWEwGy0Uz0maZqM6kQXb75yXJqYz95XwYAR4A27R2AYKUytzuEVF12C8T27EZbLCNv0MiKLnCxSsp8JMJLpmEbCygswR7YqrxmJTON7iya/lLyAonROXsmUcyz4lP+blMOSCZRA4LoIuh1oDLgTFl1kCSAy70jW3cOGVQJ9zFhFxwXaLoJOG263ieV2G8cabUzVm5heK6NRp0zGhmNxaMQBlimMcwbgORrDDANk6MtsGCjoDPEJYIZUJpjYgQwMsTiwhLFKHz0YlPvyconYpgE9IsmqVTJrmmJpTN9OZiSUg+FTTJaWLwmV6gK1CsJmG+F6HYlGnUkFEqagDER6fbByBeCFRZkPm9PYf7XXmfHQ8viSvSvCc2ECi5djAHQCH2vdDirtJlq+K5cY1f7kZaRDX1ioFJQnDLKOHRiZrDCNCKzK24iYtqE0xh7QbstAoEPPMb+DVpfnNSHWKmxY7GQamuWI36b+5x97wfXXucBqXHTG13fMypPGRx0cYdXHrL2YIaEetzFw6NUDkhS98bbi2qBXI0j+3wZL6NxhRf/7kO24r2jvf+34/UmxyyGOMPQM+TOrezK8JJhHJrVkWdEOQJjQUYI31SMC0CpAdyNgK5ZqK5CWHo2M0VhPmKi2Axw9dFLk73YqI5LwmJnB9yne15aFZquumgWyKvusC0ZyNi668DwUi2nxXiP7p9HqoFarY/OmcVxy0YVIpW0BNdsEVsniljV4DH4iq5gVgRosyr2uGag16kOyQDQAACAASURBVAKsrqzOiRWAqdtwcmlMbt6CdDaPankN3c46BhgypDfg+y4mxsfEx7TZaaNWb+LRuROoliu4Zs9FyLFGokezlFc6zkwvYmp6SvYUhl7Rj5UBHHx9FQ6kC7B8ZmYOC/M1WFZBgNWhIQuWoQIpuJTIdsdb13LQCoFnj03h2NGTcDQL528Zl/WI3oWWbWDr1s2Y3DwprFgeR4ZdEViCkYSVGoDuZCVkL95HeOwdJyXA5pe++hV89UtfRmV1VY6/bZoSYJXJZNFqt3rhY5VKpRdGReYqry2eO74eAXWyTskw5WfjF8+zBFkIAG8IQykO+eLrimpCgjsIohvCzHJohUOwlaxY+hJHgRj8PT52dnYWr7/5Dfibv/0rbBob29hFIn/nH5ex+slPfUZAb167VgSsst7m2r2+XkG7XZPaIr7XnjNKlD1NgcpONgcrnYWTsmHYKRm6Nk/fi0L37+C4q2LTNDTK605Hw6cHvoHZ2ltRz14lmQBuUEeg2bhi9FGMrX4W0yeXkcplEFpJtIUcoMGkuou2AS2y5GnjFaIeFnHIfztWrD3QNK7bIbJ2Bk8lV3Hb0W+hdnpd7KnCah2JlAXNMtFdrwuwPphI4f+65Vcw5GfUWs2pigQ/bcj5+0EnKrI6vidS0Ds++Rlkszn8xm+/D+Xaep8VQLymKZWYOn7nIH9SFGy8RpyyENcKMQgYb0BqqMN9xFY2apHEnveVQBBU6Bi8v3i/qzqDKpDeEF4wFqUUJCObn8PzfUyMFXDV+ZuRUuWCvCdWDW1oOHJmDSvVFnJpGxduGxCbFJ7rQ8cX8PCTJ2AmlTIvETIsayPw8/msANSeQGA1hYPPPIUv3fkF3PLm1yHDJHUODyOQ1DLIin2uSkiOQ0yn7gNx4z1JRcM+VzHUfxyfD1g9+zhHRzsCWHrbejy862Os8nEE2FmLUxkn3FyCZpEVwNryvDBWO1TOwMf+/fsxNpHCwPaLsWgXMDI7BdtheG0CmYSJh+oVrA1uwzWFEnZt2SbDKVoBkOn4kwCrH/s/3omDJ87gs/c+inXPFm/2iy7Yite98ZXI5TI9H8jeADIKf4w/u5rdxIDThgduvMfLaWEPaaVQKA3Boseyk0a+WJS6jOtkOp2RtVy6UKoBvC7a5ap4SX//3vvw+JNP4zVvuBmHT52AYZv4xV98Fy644AJ5b3GNIcow6bPU/cS1kusivx568Hv41Kc/LYBqJldAvjQoNkhUi9z11a9h//e+j6HhYbz2jW/Eta96JZbWKjCba2i0OJxTjOmBwRJy+Szu+c69+OTHP4533fwmlI+dxOqRYyhqpgRU8rpmf+Wy5/UAK5fD4bUlrHRaSPmK2f2ivbvRqrUwuHMr3vH7/w35kTEhWfG+kSBDZoekk7j73v348p1fwr4dm7A6c1CUoiQZrHoG1s0stl5+DQYmtmL26FHMHnga3doMvNVZWK0qhmkBBBO57RdjcGwrLt67BxOjgzAZMh10pB/iGkGgXwbQ0YC4x1g1E9KLPnTXN3Hg/vswOVrCxMSwEIharo/hdojgoaNwOPgbLSFIJ9FddfH1Jx/Hd86chnPx+bj5nW/HkSeewcP3PyRe7c21VRkSlNdquOKl1+I9v/EbaLUqMgDlvbLhp6r6qbhWi/+M/fRlKB5ZAShQVQ20c2lLBjDsYzvNNu6/735MnTolaTHzTVr2NbBtwMHuyQk4QztxqhVica2CxtRR3HTRNly9exy5lCY2NYl2gLsPz+DLP3gWqUwOt77uRqSsiLB0DrCqBmOKGEFQnesra4XV5RXc973vwai7svcx46DldzE4MoRd5+0WnEf+iyx7aCvE4axOUlerjVNzU2h5LnL5PE6fmMK9d38P339m5gXX6P+RH/BTYPWcs9tjrI6ORKbs/IUNbyEJbok8P3mzxwnZEk4TLQKy0UYJd7Kse0K7Uim3gS/+lindQMnyUUqSeWLAohyUxbkUrOx/KYcnQ4VFvfKoFJ9Vka+EcBxDPFZNTrpJ1+/6qHshGjrlMDR+11DuULoZwk+k4IskUIcRSecDYYXQOL6LvNHFnkwSg+QicXEj07XjRlYAirEqUh5J9lThFzJV8n10IisANmw9YDXKH+eCTtZo0+1grUUmgS4BTMmRIjKjJdz7wCG5gdlYsKklcExQOOskUMxnpchs1DkpS2BseAjpbEaKfho/z62uo9zsiNR2wDSQDlyYfiBMsoGMiVSaoEUolHoufCzUWAxHCn406SEbAatcPwRYpcSAoGoXqLZcYcTZiQC7d1m45voiTMfA0MgmJLOUCbAcopQVYmpeWV6VTYHeMp2mAlb1dhPrTD8cGhWWbafZgWFM4t8+/QzmVnxUusBcCzAcG+NDaQymdKQcA5PDg8hoXQmIKrcTuPfgHJ6Yqgr4viWTQpHXWdBGJq2jaCfR6BBYDQRYLRJYTSlgtVxnGJmJjE2vHQ0zq2zoTPFYpUzEY4iFBJgl0NIcnGgDMwxKCBnkQwY2mW48jATC6H+jvHPp45XWoEJRDA0DNvO8Q5j03IMPixJRXg2SHquAVUrKyOThIs+LiS0ESws+N0EmM5lCxw8wXdOw6IdY1+hCbAhzSVwjyYAJKCFXFg1kcFGCeWah8oLXZ1oBzP3lB2CwmSdgEfC1aIehoZuy8LFT+1FbXMTl+y7D4dPTOH1mBiODw1hYrmF6dk6Y4estyj67IhtNFvM4c3oBXZfFVATeiQ2AQvBUcxOxLmM2CI+vTk/lBDSyMSj95hUv/onR8IMbI3sl2azJAOK6okBpAXDkzKlgOoa/KduBSN4vjG5VnsSMu40DdQ5I2tcMxADu8x1U9TmixkEsPzQpri8aTWIyZ8CiKX7DRjvs4HxHx3A6jVqig6tGBnDBlj0IbQ06Pc0MMi+BoN2URskw0oCeQpBwkCBjlReajGbIsuQ1SM9NFTIhVSGxUBYqlgOPgCNl5Iatfo+sU1qFEFwl+CgFjpL1qaZOeb2RsS+gqjBdaD/hQ2NYU9tFotlE2Gmi5rUw1WxhqtXGsWoF61VXgGzbBpivwQFYBqbyWNWZzxUI2MgAQ0rkCfUmKVnWbWxHBik7A51FupUSsIiBW2priWwLeJ/Re1iAYyKXFvS0g4CNPhlJlKHKeQ+Fqc8pfaKxhrDRQFipAdUqEmQA0eaEDMLoNMtjxItTxPGRzlo0uD2wXHoQDjHYoPO9ESAlY1Sc7EMJVat326i0lLSaYRfcF1IhkJS114NOCxfxnctAT7HodyJgVbHY5Z1z8yCrmGtBt4OaW8caPRG7HZVm66SQ5XOwaaBvLs/tX/yvAVbjRra/EROAKbYC4B7cz8aO0lOF5Rx99RhYMvRQlhrx8551z0TWHP2AqlQSmqbCDhi0aJrSmIt3F49J3yBX2orodZl8K/Y6UaAR93wOHktMCE8S2FN+hFwppW4QJrQKPopfM/7MwmilXD/yEOVaqsBgAy3TwKrUGAaWl9dx+vSs1AGKWa3eD2WRBHjJmuy4KjE+Dvfia7AW2TGWxwV7d8G0qeqgqyNxdP6eYrJu270dmq3Cwfg9aVBgwCOwiowAq1z3lV+3Cv0jEPDMgcexsDglXoqxCoJ1TbPVweLcHDaNFHDNSy7GUMmRRGuurVu2TGJ4aFgGpj+YP46luTm8ZPsFyCdpWUHwJhCVyokTU8JC0g0tYn6mhXmVL+ZkHSdDkGvE6VPTOH1yCW2XyqEQW7cUhR3Mpptsco3+xfTZtpJYqjZx+NQ02g0PnWoTW4bywsIjE6ZQyGDX7h0YI9CoqwFvOp2T/ZkgE1n8plUUaXhkzyjS43K5gi984Qv4+pe/IvsEGaG0LaitrwtIOjgwKKAGrzEyU2OGKRsjnj+ybgUMF5uliGHs8Hipc8nrMQbRyUbl56atAJ8vtmQSwC1iU6cyafGpFTsAsg2bLfldPk8ckrEwP4/3/Nqv4I/++A9RzOV6kmgB2/rGdS90I//kp+6QRwvQb5IRpPZcAqvVyipafcCq3Af9LNk4MwFUJCn2s5XOI5kyodkOEqGD5tRDGOj8v7CCWdQaFgqlJIJkU2wBCpqNsvFynPKug5HIwfVaSCV1XDn8FSRP78fCSgPZYgE+AflI/ss6g8CqxjrBD2EyVElPYKZ9OQ7rr4WvU+jrI+sksT85g88fvA/udFMSxRPNNo0LYaUcNFcq0BwTiY6PX37Zm3Ht5ktEkSTDOl6D4hf0XNYqVyq+Fw4Z7vzsncIM/d0//EOs1WtKTdcHyD4XtOuvGfpAwAhglVJHFglF2uh/fI+M0rM2iTem2MNaDe9kgBMp12StiYY1MtyLhl/KZ1h5VY8MpXH1eZNIc9gomDLvRKDS9nB6qYGVWgtht4UrLtiK6uoistkC5pdrePiJY9ApJZGhhStrkKyX53qs0queHFgBe3wBVo8cPojP33EH3vbzb8Hs7Iycm0suuUTYtKxRRU7Y99U7DrwG+liq8Xoaqyqe9zHRN88GVTcC4Z63RouA1eecv3M9Vmlt1APhE/A41KQVQKiBwKowVukdG4a4b//9GBq3MbbtIiwbOQwuzwDNhgSJcZr3+Jk5rGcn8ZKd27B7+66zgFWerz/4rR/PY/VP3/Wz0ud98/EDWG2x1tCxa+swXv/mmzA4PNADuOJ1KfYh39ir42Mld3+PDdl/3NipOJk8BgYIrKalvqJfLgdfXG8LxRKSDgcXCVmbxYKHyhrNQqPaxEf+8UPIZHMYndyEw0eP4PobX4Grr75CEYb6PNXjEEIOIJvNhjwPn//Q4Wfw4Q9/RHD3gaER8eRL5/MYHhzG8SNHcNvHPwa308GNr3o13vhzt6LWasMjSYchb6by9S0UCsjlczgzt4AP/v3f4w033gB3cRlPfOPbGLeSSOqmALpN35V+WyNjJpnEs+UFrLgtjNgGLrlgJy7dt1cGtHY+j9HLrsZ5F18GW0IB1cCGA396IN/x2Tvx/bvvxnjRwfrsUexiMFSxhLJvYzU0kd91EYa274Xb8bA8M43G2hm4c8exM6fBchI4Vm3h0htuQaUBnDx1Ehfv3Yl9e7YhYzJ0ri2WcGIJEtkExmxwWUeYO4MA3/7cZzD17FOYGCpiZGRA5jyNehvnZ4bgP3YcqZWaIiw4JnJ2FrPtNr547CC+W1lCvZBDpdqEljCQzaaQsjQMlgo4fmoas8sVvPd978P1116Jdrt1FmO1H2SNwfl4r4z/3ABWY2k+kElbsrbRt7dea+Lub92FhbkFVLnWZQehmWmszEwhFXi4ZN9FKIyNY25+Bna7hit2b0N9dVFCcYmTsL5ftXK4c//jEub29lvfgEKGYeJq+HVuvakYaZqEllcqVXRaLjrNBmZmptFaqiCVSgqpiQq9ZCaDPReej3yegYi06eMAQHnB0wpg6dQMpp45iORADs5ADnY6LcDq6eOncNvX73+h2/d/6N//KbB6zuntMVbHRjYYqn0J5vGGGE+jeoxV2fmjySMly1INq6qRzQgrBzbeBVPDkK0jbySQTlAixGaXfqMszlXKMBmbrBXotUpWAItYAnkKWNWl4UglFbBK4NU0dKy7Gpa7IZbdADU/Ic2RR3YBm0PVTkMPDRg+gdYQLq0GKLdjqqHvYszWsNn2MWh44rNT7XSFju8wKCtOVzQUQzSqj6QQZ2J212PSKQXlZKyqMBzCIpTNpk0LTdfHbKOLxYZimqbzaZiOhWmCYrLGk5nE0IE2isUC9m0ZxDDDJ5jY6iSRSafhdz0slpfRaLfQafk4ubSGk0urNP7EkGNKwrSTAIYzJoYy9D3zRJrX6FK6RjmE9kMZqwRWKXsnUMJzUO8aqHZaCHXlV/uSq4ew73INupnE0MiksAYI9lGuyXPhuR1UVsryWLLY3BatACyY3TbWV5cxNDKBeqMO323DMEZx13dW8eCzVZSbXaSzDi7ctQk7hrJI6Uxt7Eg4GTmm7XZDwpsOLzXx0KFFzLc8nFdIYozAUtBGKqVhIJkSNhC9SWOP1aEU5YiBeKwyYTVtaWLdOL1Kw2kDGcNHUrp4oh08dyaWXR0H6iFWQrKHeNEqhgCvYSUvj7y7Ik8mlVFPYDZEJiRbj97BQN4IkTMCOBqZrgRaeVv0AatRs08gk+wSEWRbFnzDRqXewVGPDA/FYmZZy+tJfH8FVCM7itcx08UNpG0bh6cXXvACTWB19q8+AD3Q4XF44WnwWQ8HAVL5Eh5qzeHBQ49h08QkjhFIraxLuM7x6WXMLc+LgXG2mEej0RY5hJFMY+7MItwWpVMEZ3i/q9AuFiT9QE4PMOFnEam0uvcpAadnYq8A61WHETOEgFvkuScQigD7njyH8hcjgB0x06QgIdCqniQGVvvwoZ7U72xFuAJO+9mr/QdXgbkbnTDXnlJGx76RtNhvdNZ8WE4KtSDEnnRSLCnIgnv1WAmTgyV0TQ1JkaLb0M0EglYNHllOBA71NDyxfaCjMykovA51MbMnaqTZClAUSRsvW9thcouAjmTrUGZPYEMqVLclbMgEmcAK01OBXvI/VWRLOrqaGohfqB92kfBCJNo+KK9HpyEN+lKnhelOG0eaLaxXugi7mmKs2opxzfRTrh0cwFihJ0MF8VaVAQOErZqxUtip58XHS+wAKBGleoAFr+QP0TaGHqv0jQ2QIIDqmAgZ7pF0kDAtkdXzOEiUooppV/9160jUGkC5CpQrQL2JBKWSXkd9NvEzjgpj0uQ9FwlO4oU5rqQG0lDzd5IFeS3xqzVTwpKVMDtJhvfQ7LZQc1syKKNXX9gNoXNt9VowyT6mPYCThpMtIJliII9i6JIVIsdcLkRd+cGSGdempK2G1XYNjS79iQ0Uk2nkyHjVyEJLQrNs4P0ffsH3uGKsqujD/oKzn8EVf1+sAORu2gBQN5qz2NDj7LcQwak9P8OzfhrJ7uOGgD+LC/EYMOD7iP1KhRHhK2uUmMkSs6D4ew7tHyKZLa9V/otDwIKdkEAVqlfImlRhgvxPrds99qwAWOqzWbQMMNkgqtcnsKrWJNqu+GjbVAnQ2qSNM7MrWFotox0xj/h88edQNgIMHOT+p4Bi/pzPffGOMezaMYlQZ2CPp6wk2rQ3CXHhhedjcPMomkFHvp8xVePH4AgVXkUrAC6ElA6rNZ/eiARWn3zqYRw/cRDtZluGlK1OE236mra7so5cdskevPiKC1Ao0CLFRrvTlM+5eXITBktDeLxyGssL83jptguQsVMiwaPHc7vewvFTp/H4448LqFgo5lEsFFAs5DEwVJIQRYI5/KzLS6s4euQMjhybwshoERdduE0GqnweHmHur7QqofpgrryOuXINe3ddiDPHp7E8dUQUJLR3KpZy2L59KyY3b1KW0hxSOXkYDBvTAmEO+Z6F7MReOT9eN0A6nRW/1L/6wF/jyDMHkM1l5biPjo8J65RBVQ5BwYh5KitdVKzxT3qu8vcJosaMqvh3YuZd7D3MP6niiIPL4nuld/8keL0aYgMgPquhCruiLJ5WAP2Dg3K5jN/7b7+P9/6X35SaMLITVky/n8Bj9TN3fC6S2rJpZciYYld1vRbWyitottZ7jFX5nM8BVhXAJ96zBIhTBTgpKiEc6EijOfMEcq33I5eYQ63mIpdOoau78HQXua6JVv48nHRvhecOykozkK3hRcXPwjtxEGsND9mBIrpcO2Vg05X1njWyTRCRIYBGKOe+1S5hf/h2dBJD8vN00sK3zRP42oEnoC000A08GB0PQdIQX+H1pRXxoqbn6FWlvfiNG97KsbYA2774rG6sRgJeRxs614VuGKLeaOJrX/wqFhcW8Ud/9ueotZQcXwGrqkF/PjZkv5z6rJ9H4KpI2nlOI2A3/p1es09yR88zWN3f8jNp4jnwi+sL5SUv+5aAtCQwqPAXye+k9Qg0jA6m8eLzJoWAQL91SmVZqc5WWmIFUKm3kUkaeOnFm7G6sAwnlcJqtYOHHz0MzSIrnnVGpwd4qjVXqRZkzeZ+LENXxSTmWkuw6zOf/iTe8pY3olpZk0HM1i2bBZwlmCaBrWcXWmptFHnw2YB3zIQTG4MfwVjtfz71941e89zHiS919HX2+2C9uOFtzPU0Blb5CH7CVHaQxkxYW1LAaqPrSjW2/777URo2MbFjH6p6HoXVaXSqaxgdLEo40lSlgdNNGy/ddx52n38RMn2M1Z8EWP3wf303js2cwZcefAQrDR/pwMC2iWG85k03YmScVn1nA/jKh7yfXa3Op9p/4/vg7FEOa51sYRCFPG0dUmJnwpBFMjPJ/ifgms3lhbxgOAwt1IWQYUXg6nplHcdPnkZlvSrEoJdcfRWGRwajwFFZdXoFuKy97RbKK6vCFKTEv+028KEPfgjPPP0stmzfKcHObuBhaGgUI4OD+MoXv4hvfuOruO7l1+Gtb3uH1DO00WBgMm8dx6HXdgqFfBHVWh1f/tKdeOmVlyPnB/jGx29DutaW0CjeH41OCyZVEex7TANPL8+ibgDbChns3TGBfMbC1slJ6MkUMDSJnRe8CLsuuAhWOiefwaA3bLuLL975Ddz97buQMrqonDmEnSMFjBcHRG3RTRWQ3rYXbmZIQphmzixgKGdjT9bAeFAmVQrfeepZhIUd2Hfl9Xj6yBEMZBz8zBUXYriQBLq05iAZive6spyK81ZkD+JxDwN85dO3Y/HUEUwODwgJi9fZmYMnMbDUxCbXwLZcEb7bQiPswEww8DeNFV3HZ44cwMMkPDkpVOskdrThGMDVV1yOtXoT37nvEYyMj+E33/MO7NixHR23I88de632g6vx3+NQK7EHiCyRlNGeOvXpNIF6R0IWmdPx9a98HadPnkKQtHH51S/DejPEt7+7H43yEi7ZMY692zZh28QEcmaIgUxapPke8x/oc9/xUdUtfO6e+1DrBHjHz9+CTCpO+XouuMosEl4X9967H1NTs0glk1J702osVygIviIeurTvoTp3dBTn79yMTeNjsg7y/Q8ODsiwee7AUTz81W9jZM9WjJ23HQZ9eo+ewOFnDuIL+58+u0D+//m/fgqsnnMBxMDq+GAJoUV4UKU4S/shWInw7FQ6b8R0kUkkKf4qokNtzopsJj2w7XeQN3Tk7ISwCQtcLGiMTMmUZJgYylovYhmRjcd21KLnqkiedQE5292uhKuwgU3ZpkwpXM1EM9Ax1wbKXUo2FQwmDNmIYaY2F+WoqQJ3KUNWBRCnb2zW9dBFSfOwi8xVgwPJdbTCAA5TsNnw8fPrmsheiV8Ii9bz0fY8aYpYtPF5uQDI8dFCpBheZRmotzycKHcx11KFlJMy4Ro6Gk0Phu8hm3bQTUAk7WPDOeweHxefWLJjt26eQDFfwNICQa1lCePiQrlabeCpU1NYWGtJ8uJYwsNEzsIwsQj6ULExCEPUXA+driceqvSaYaPF49dxPSkyCa4Ii4efjcCFH6DuGlhrt4TZlnNC3PS6EsYnNdjJAThkNaSzAlxSlqtrvgJWV6tS9fHcKQBVgx10UF1ewtjkdlQrDQE7Qs/AkcM6Pnf3NBbbIV68ZwznDeUxUCghadAbkdeSjTB0UV9fQ63t40wjxP7D0zi40sa2rIXNjiG2DdmkjmKafm9tlFsh1r0QJUfHSMqQ/JvlegcZR1kgtIIEpstNAS8YhpWUC1gVg3XPwsEmMNcx4NP/VsAbFSohxVkMFAgAoVLEYwBQvADpByt2AQSVAmHvUaKaM0IMmhB2a4K+mgR0eK1pCQlQCwgmcoBgW6h0Q0xXu5jVHMVUlYR7ls+8mnUpWHmvmH4Lm/MmXrRjQgy9//tn9r/gJZzA6vLf/B3sjoFKtwEGMK83XbRcFwbR7ayFw8sLOLC4gOOzSzgzvwjmUNB/jTe+biUk6Xp9vYMwYDp1GitLq6itNeSY0d9TcoDi+lcC5JhOEiiGJhPvyfwlMKjRJiGSI9M42GMQFdeZuCCLvBpZZIgvLgt3Nho8HiqoiU2tSOV6rFgV8KUQ1Y1Cc6PROfuQPT+jdcMHUgCVDUhSWRVErzWWt3Ht5hFkzQRmKmVMpjLCiKGn8o2X7f7/2HvPKDnO80z0qeqq7qrOYaYnz2AwgxwIkhCDKIqkZFJUTpYsWZZk+9pn13vts+Gu7d29e8/6x7W9lpPk7JUtU6KsLFkSlUiKhABmACQBkshxcu6cqqu7657n/apnBpB87iHv/aWjOWcIgJjBdFd99X3v+7xPQGm5gNFgEDdOjiIbpddZiIZqiihaq8Lr1JWfZCCGdkd5CpI94RJs4XvVTRhsxu2QeEcKM4/7MJl2lJqHWDQSoKSHKdFxLlJXhVURzBGfazZtDMJQLUmA64sNJ18Er6nItmmv0RTWKsHJTq2GtlMX8CbfbOAyw6wqLbRahthChA3uz1zvIdkT2TIHXDI8WrK+6enGPYev3bSjGA71QDfi8MjI5SftYVqO/CouZ2To6MozTCivrPZsk1R6P7iK4Vdqr6bXrEaP2nYTWrOlgNXVPLxcgV26mtR7vBbq/neZxtLgt+vw6D1Yr0FrOIq1z+tLDygrA40gCUOLCAITrBD7GDKiOzLcomKAwQuNekUANzJ1xOO13RTWlhU00JdOIxKlbJaMOUn/k7ODZ6cm/q1saj3U6WNbLWC1WYPLYY9lIGNGEPNCsOkDRsYqQ7teA7DKM6W79K8HU7sgYBcsEjBAzkXli67AZvWMKNuNLijsPzddn9R16ZUKd1Smq6oRWDf/lxpAgYu8hgJdyLPtvzwfTODzrIKgOAgkM5oghNp4BSjlEEq2ZUkClLdmIqRsAEIBhEP0QzVg04pC7HAY7KaL6oDnoJzK4nuui2yaAxnWFgZZpV4T1U4UFdpIEBgMBtHydMzOLePqzCLKZa4pFSjJ5rHL/OYZpxhkvG6+NVIggP1bRzAxPoCgRRBEQ7PdQd1pSJjl0PZxtEMBkPNcgoutoSSGwnFUXP47Q/ACMVFSiMUROCCuYXVtGZcvX8H5c2ckTIOKQQAAIABJREFUkZbrkHZASsmgznCGCt2wbxu2TQ4jGg6iN5uBZZsolwpS45AZWtNbwvTpT2akDqr67ErecyalP/vMUZRLVSQSMaRScaRTCV9mmRS1DwFJeq1evjKDM2fOYHhoAMPD/XJdxWOWoBnp7L70e26liEo7hJtvuQuFtSJ+9P0vy3majoSRiVvo6e9B7+gYErGwWIkwYIMs2HY1j+bsPLxqE/Gb74WRnhTmHVm+rtPCg//wRXzvu98UEJWNPr1OeR/og9ddf1ypXUaTAoso/TeF1cp1pp5jR74mbARVIJ2wsoJi28NBMP9OrlO1KmqT7vMiXvgEikRpEoJl22KnIWdfmzJjV2ouW4JVdQk++dRffQof+tD7RWElsyxeMz+4h+FFr+Xji1/9urwvM2TBMm2lGPGoxHFQLKyhXivJsyd7v5yZyh9UkR83Avz4fmwJr4oiaPO8CSMQsNBYfAV28S+RDJxBo96WZ4x2P2QlmnodgVgvFjs/j7nSPiEqbolexc7El5A7s4yOERArAIe2KbTDEFCA4GBASBNic8Hhm5gLGjhZfyOmvJtkD9LCKTwUuIynTz0Hb7EmwytRRlkBRIIWapWK7CEEJqNN4Hff+qsYSozJXunPyteZS+sMe3+f4SplsMxjP/ghzrxyBp/41J+j0mAd4+97Sg+xDvRdu3d2wQKfQbqO4ak/r/9R2KabQS+fcNJV74ivJZ/u7n3YAH8FKFT47CapjQ+G+cxVAq7MWujvSeDg7i2IhmixpvoaanQIntactgCwtCJLRBigVhVWb7Fcw4kTryhrGg6oRdXj+6r6IK6oD+X3LWGYS+AQLRrCYUxdvoJ/fvCz+MiH3idMLwHa6F3etRe61oLefzekIPBek/ARQKtBqw0OIYOoNmhbohi4UpNI/6ROHjmPfgJIe+2zsjEIl+8SMGrjY/37JbhGffD9cB/vMiplDO95iMbJWA2gsLKIdrMiewRrmCeOHEYsZWN8+244CMJeWUO9Oo9iG+hlxoMHnF4D3nDjAWzfc0DYbSury7K//H8BVh/6s/+CoydexiPPPo/pNe5HNkZ6+vHm++5G/3CPzKfJqGMfS6WGslDyQ6f8xbgeRibnkxqts0elJzctj+gFn+0flr2Rwb61el38qLk4ezJpZHqyiMUSEmjFfY4ha6zv5EmQEGFPAqGmZ6axspzDrp27sHffbj+kauM+SFhzu42p6WnkVleQTqcwODiAkBXGY4cexz999p/Q29OPnoEhrJXysEwLE1u2olIq4ZOf+nNsm5zAx3/5l9U5owGVSlnOwFg8DssOiwXd1ekrOH3qDG593a0Y6cvim//wj1h47gVsidPaQEOxWUPIsBA0LFS0Nl5enUdDdzE+2IMtA0mw4h4bGEA8mkAg0Y/E8BiyW7djbHInstk+IXpRTv7QQw/joW8/hEwyijPHn0BvWMeOLYPojcToUYhWqh/BiRtQCcZw7vxFRDod3JgNYcBbRtg28fDRswgP7cHOA7eh4qh8iFQ8iNH+JOJURbYaUi8JUEmTNJPSdMVGp7c6wzG//aXPYfHSWYwP9KGvN4N21cHUkRcRyzcwGe9BilY+UdqEadD5iNMuJxLH5WoFn3/lJI53PMzXa2g5dcRCBu68/XaMjo3j2z94BK+cOY87Xn8zPv7LH0EsHkFLMiyU+o17g5yFYhHAYKuWGiz7AeOsL1TNzT5D2brFIkEJhitWXVy5MoUXjx5DbmURE5OTGJrYjguzq3jh9AXMz85icrAXcbjYMdCL0WwC/amIBGKvreVlLUZTcVxdKeFrDx9GrtbAr3z8F5FKUBu3MbRRtihqqMr1/uILL+LI44dx68FbpY6ZmZ9DvlgSy8MAA2bdFhq1ktQPHDb392Rxxx13YM++nQjqHaTjYRkuLF6axrHvPSzD3637diM2kMXM/DxOn3gJX3jshddyhP/Ufs/PgNXrbm0XWN070i8Lz9WZrEvWDg2VO3IgCxPFn0xyDSvZkwGXcl4yy9TxpVgOrodMsIW0GUCYIJPhIUIAjuEW3ZGG799CoJIAiTQ8TBLVPQTl0FbSafp6kp0hgTmcuLQ6WKwqSXmVrX2A0oDNvoo/XiBtHK6qaWOxSQCIzVWwQ+aqiWGbflB1YcSSCUOA09QCwqgLBJUnKV+T02pLAU3GHY8zFeikvIx4iLHJDod01OsdzJaA1RbT7jV4QRNlelaWmwi5TQEhyJANhAzs3TaEnkgEgXYHUTuAeMRCMh7H0tKqSMVXCkUJg4kl4nhleh6np9dghYOItZvYmrYwEjMRaDUFqOZrKDmq0Kdcl1JTgjIGU3zdNkho4/tQScuaMmNvd1BoeqhIEJiBvmwH7//gIAKhFmKxITTdFpK9STjNBiLRsBSylFQVckV0XFful9OoiW+J3WmDRvAj49tQKjqoFNZg6gbm50x8/jtXsdS08YZdWUwmbMRjGVgEakTayYKcrIsc6i0Ni9UWnjp7CSfXWsgawGjEhOnUEbcCSEUZVOEg1/BQcj2xluiz6fmlYbnqCJhP76daR8d0viqMQZqI2xp9rSBA6mxNw5kqUGGwmKBMG4EZm6eFXbbSZo8iAdgpaZCEXX8yL35S9F3sCDO7J2wgobcR9lwBXtlSEF+RdSISQh2uGcJirYXL1TbK7QDa4q1K4J8nhCFm6AGuz4iHu/aO4cCWLFKhIH7xbx591ZszgdXCH/2+NE9siJh4vlp2cGp1HhcXZ1BotdAMBXF+ZhbnF9fgeB4yyRgyw1nkCgXxwSUomluroulo6Bnqx9rsPOoFTpEpRXSgSZCESuQWObXPSJD1ZnCvcGWKSsCJABWBEzJOPKcspEuVKq78PzkkoOxTAoi4p/DPvmyPU11lSUFglR9+Ae2D4BvP+waT4Xog9ceBVfVd4nu8Dh7J73zgUv0S0gMyADrQl8QHbt+Cl2au4tJcFTuyacwv0d8sBtsowm4FMJkdwORAFKO9w7B7LOUD66ggilarBs0wJYyL993lhNYkZ9uQVHkJJgmRuUcJtBpqqaR7U74PGoEFoX2te9J69Ox0WsKOlMZIHnxd5L9cqxw68fecgCtrEwJ+ZLk60OoOvGoZ7XpVEp+r7RamXBe5OgMETUQZ5kamNz0uEYSp00uVXsP0f/Nk/+awhxN8zTKhWxEMhegDFRe2KsFihqVR9kRQkuAqAXJpzvgMsVkI6vK9CBLokoh3AVYFImOIHQFSMuWcJgJkL+RyQKEs75kHS6etpJ0qJEtdFzkbGP7lVKFVqwCtGLh+2CAyBC3SA41BNbYNzbJp+ixggHgvCF2IzDnFNK1WK/JZr1XRapA56KLeqsI2NQz19iAbDiGgh+mWpwKAyLDia3FVOjYlqZWWgzxZsJ6LZqAjTXDKsBHzggh3dATJ6OX9/b2/fNXPeCzKYvNaadRPZmFt/NOb/VWvASR8j0BhgG5KkFZTUXUWCkxAb2mx8KGqpNvEKnuB7qcCVjf8ljlYUsCtz3RiA0gpucjKN3ix3B9EAC+2y2rw1XKVvQOLez4OVEtQvk1PLwYWBsl+pGezMOjVcCESsWSfYYFND/E2cR3wzDNQbzbQ1tri20aGfqFUxeWpBazlVKhRFywhU5FNN7enrqSc768LQI/392D3jjEkk0wRtmFFY3Dchjxn2ZEhzFVyqJPVafFZCiJrhKE1I7CsLYAZR1snQBZAIb+KM+dewpmzr2BxYVFYqQyL5ECbbFTuiV6HEvowhgZ7MDKUFl9X1gyJZAzpTEJUKLm1NQEJ+/r7ESbr0HXX5e28T9zLV1bW8OQTzwiwmkzEEIuHEY1Y0rj29w8gkUj639PCWi6Hy5cuiOSVQGX3fXel7wRPeF/nVwrQI/2Y2H0Tmo0WTj73FGYun0I8HECqNyVS/cHeFHqzadiJuDzqnVwOndUlGI2K3C+3fw/6brgfnsZBsYuIFccPvv0o/vqvPyU/t2sl0f3Z3TXfZYx2man8e9UcKu/AbngVQdNUNA47bMugn162kWh03W+Y15oBV12/xC5LR0ITWScYASQpeRdrD7KS1Qiu0XQRDloiPQzYFv7xgX/AW958t/Iz5ucmVmXXDvrVPuSf//LXEBIv3JQE0JA91mFhobVRKq4JOUA8q6Xm8NmRPrtynUUpPXcAVjSFYDSMoGXCDEbFhqS+chaRtb9DNHAcjuMJeM963tBsGEFHQOUK7sGZyv3QzCb2xp7HUPB7WDhTRiQRR8BiWCvVA3TT87MI/PA5etHzuZTE7oCOmfooXnLfhVbURgEWvum+gFOXzkNbdKBXm/AiQbQiIbGNahcrUotTv9ByG/jYjW/HXRO3ixoi4ulw/YDWzXsYr61irHZkoHDksR/h6DPH8Gd//ZdCjiDjursvcafp1iub78nGnsYbuOGx2h3gdffX65mEXQZo9+9lKOwDiT++R6veqfvfLsirXocCxqU2ob+nHcLoUJ8w6dh3Sf/V0dGgT7oMshTblOACByItAWa99cC27vMgtm2+9cBmZQFB+S7wyv2XvsuzU1N48IEH8Mu/9AHQBqPLCN78azd/o3sdhMnPc1TTcfToUTz51FMiK7/tloO49fZbRIVHogbPkI2hH8HYa4HV/3eQ9Vpg9Zqv3wSsispgM7BKdZjnIRJLy75bXF1Cq1lBy2kJA/+JJw4hnohgfHxcyBDtPL3clzHveBhOkvnv4VRex603HsDO3QeE3cZhGM8IvvfXGl713b/4HVy4PIvnXrmIZ146By9gYTA9iO27JrH/4D6EY0qlRNckr1WFGeA5qzxvu8zda9eiOgNlGMjBs2cgHM+gt39AgEl6RNN3e3p6CtVqDelUBrFEEvF4Cn0D/YjHkhISZ9n0LGWJTmVgC6VSCS+//DIOH34K1Uodv/tffhsjI8NSd3Z9KptNNZR+5ZVXUC4XZdA3ODiIVLIHM7NT+MQf/yFyhSpuv+MuUc/Rs5trhqzWBz//WTmzfvmjv+SzJ+nT7Q/FwmHBJXgOnbtwDrNz89i2bQcO7N+HuZdP4Quf+BMMGEEkIzEUGzVRxtkhG2ttB2dX5kVRMr5lAJNb+oSo0xOPIUwyQHQAB++5D514CoVqU9R7o6PDQl749re/hy9/+SvYumUMp194Fk5+AVsGMxhJJxGJRZD3TBTiI6hHe7GSy6E0P4t9fUHs7dXkzLuw3MTt938QiUw/KpUa5ldXZBA/MdiLhNZA0K3L4EQskziAYH3KsF+JCKBnbADf+/oXce6Fo9g2PIBMKoFAo4NLR06gs1xEv2kjzZDpdErUPqZ4zqvhi2uHcGh5Hg8tLWO+00EhV4DRaWPb+LhYetD27eXTp0Sp8+EPfwDvetf9qNaUl7zbJHVO7ZMSpC1h4sqbXKaEsj915D4TjOUHbZPIqL08u4JDTx3H7PyyWD7qJN94LsZ27QMiaUwtruL8uXPYvX0S4U4dK5fOYrQnhjsOUF1joF5tIJZMwdXbOHF+Gt//0TFRRPz8+9+N7RNDwmqlwkSJJFW9yXOednUvHD0uFj233XyrDABW83nphY6fuoBLV6YwOjSALYNZ5NdWMLu4jLnlMlI9abz3ve/E/l3jyKaiknlw8fQ5nHnqGawtrWDHDXsxvHM7SpUyXnjuGD7/6LFXe3z/VH/9z4DV625vF1i9fXQQ+WYTNbJJJQVYyU3Eb81PwNQDyg+rK1nRJZyHGe9q4kmfEHYfmU4VMWF9sijriC8d2STCfqNs1GSzT3RTzfApqyfQx68lICjglcipNQHIKpT7expyLaDQAppkbPnpxhsF0YZcRDVoP4G9xv/dYUPHTYuwaAtWp41EEMiYHtL0ctVa0Pk6AgGRhTBRmuCGAKtuS8BVDlnZSEi6pIAx/FkdSStWU/4O8o0Ayj6To6qHsEC7gqoDq+kIy6F/pBeOW8dwNoOY5kn6Z28qLgw1pvNSghdPZdCgVL9Uko1henVV2LD79x7Ak888j5hXw2gyKGxgXl8GWFQdvs62yHUlAdm/5k3XFaCaYAYnzl1glU1/rk3ZhAu3EcC+fQbe/t6sSCWNQI+AW/FMFPVmTaQinOCRlVErF+DUSoAE0LRhBiMIewbyKzMYm9jGnB5MX7mIeMRGoWDjga9P42IugLv2D2M0TrPyGNJkS4hfJlBvtVBpuKg3O8jXGjg7PY3D01VEW21sTZoINV3ELA/ZZAS1Wh1rDaDY7Aiw2m+bcDoQYDVp870RWCWjsAY7RGBVg+Ux2MrEimfgfLmN5QbBTVOYkuSLSgCZ39yrolEBAl32i9q8uwmqfilMmTYLWh4awtRSwEMINQwFNYzRk5VMFTLzKH9lKSkAXUtkWg1Pw5Wyh8V6B3laTBBIlCKanBYdNhrYnjHwpgMT2D7YK+zHD3zqO696gyaw+s3feDuKDUP8d/KU1rQYwNLCmYVVnJqZketl2gZgBQScoASvEwyiyiJjZAT5QhFTV+ZgBhOwxnrhzK+gubwi711cBSWAiphSN9COOCu990wB3Z1aU8BBAldq8qkGNJSD04NPJYFTLq4aGPrzsMhw6j7L0Cf5CFfYZ+RIGvD65JLb1LVMoH+Nsaqam2svo9rmNgGrZHCQje1H9NHIPGnRF9hApVrCjsEE7tvVg6n5HOYKDnqtGBpOB2awiUgwgJFUBiPRCPaMjSKaCksBrzmC6ghgQHsNUHpux+GZBloBA00JtjOU12+Ie6IK9hOwmkBUQA29VEGjyz5CRrA8bARJHeX/KAF4bGzIfiSSbkp5pIBV+tny57TJcnWg83sbNISuiwcsiyDHc7HgNFF0IBYrQRgIUzlvAnGd4JUimSqCIYFRTfmD8ucRLTEsDFi9gBEFyKyl/lOKsSYNmiUVlQBAgJNwAeLJWuWnoRiEzPyghQIHZ8KIpk7KgcewwXoDWjkPFFahlWs8DIRFrfpQtmr+3i80MXq5utCaNaBa5kRIsYNCQWhhG0j0CrCKsA2PoKpolIn2cELPB5fhIZ4w9JloS1ZbqVxEpczU7BoqjYoMbkZ6s9gSYnI72R08m9QBwVAGNMnM1VCj55feRj3goUm1B6XFBpAImojAQIhRWLoFjc/+b/3eq37GrwdWNze53TNSpJHrjN5r13v3ByqgdMNHdTOwKqFN/heuu0X60mbFYFJnsDxaPmOMvxcmQUftkaFQUNZ1V06mwqmUVL8LMCiyOtnaipUugIwwWQmstNB02nCdthB2hJzNJWMbiIUt0BIhbqlUbK5Rz/RgEpwhE9Fx0dQMlOsOmkED0XhUPANlcExwGAFMzSxhJV8TNgOHirweLOCFvdFRf74WhNbQG7Vxw/5tGOhLIBqLoG9wSOxkSqUient6cbWxhrVGBaFgEKtoIIUgthmTiES3wrBiKDfWcP78ebxy8oR4gdXInvQ9O4XJy1VN9gzVMi795kPYvm0MW0Z7YVma1EwEVRPJKGIRWxoggoMh20Imk1EBTNwnJKhNAYGULD5x5EmUSzWxAIgnyAIyYYcjyGaz0gTzg40KGZjz9Fds+UnAfiAUwUoJw6TXZaeDK9OriPWNY2zbPpGYLk7NYWXhKnKrswgE2ujNJJCN24j1JpVqqJBHrF5FytDEf9NFG3UjhoFb34nIyHa0ygXxQXzx+Rfx3//rf5M1w4Z6HbBinUdbo1BImjsuPwLRXeYP5crd54CvlSA87x2fZXntICNJeany3vDKEGzogj1dwEgxl8l6c0WJQWBVGOhVDmo6aDQdBLwAMskUVtbyyI6P4rOffwC37tuzLmL24/HkTHut4VVf//4PEE8kkYgnxc9vaX5Z2DesVwmsVitFH1gViEqtU3bn/ppdv24chIXjMOmzSh/TUBgB00IzdwWh5b9DVH8WblMNj1U4FL2o6XEYgG6O4kz9N1CGi9ePPIx4/hjmpmoCnHeEPKFqIvph0+pDLB/knFfAKllNXC4VN4LD+Q/ghYUQUvst/Ev5GGbOL0FbdRTTXV5XCM2UDayWlMTZNqA1HdyQ2Y7/7cDbEAnGEDFsuH40/PXPJvcMBs4y6PaZJ57CY488jj/9q7+AZwTQZh3bvS6+H+X1m64cIevy683AqmLhC+u/64u66ZuF/dnNpfAZ++s9ic+U9k0A5Lt+0gBM1TIbw+GWbkmQEEE1+jjz/Jdyk/6R3dmy75mtPDiVPRI/uL92pb38M0M/NwOrXdsP5cuuAvT47DBYcX5mBg8+8E/4+Ec/KMzMLqAqA3DhI/sKo83DNJ32QWE89cTT+NrXvqyUJjp9yz18+MMfxs23vg4uMx82BQDyQeaq7X5sviY/+fr4tdp1jNX171fIz/r17QKrrKMUdxqIROkXbQiw2nZphcQ+xsThHz2GTDyMHVuGoLl1zE0vIhMC6kZYyB21ahNn6wb2H7wZO3fcIOBZF1jltX+twOqhv/w/JET4xfPT+PqjTyBX7qAn1Y90NoUPf+wXhYHM/cW2dcSjLjSvCr2jfEdlAOnXrzIMYkkutnvK29xxWigWahjeMoktExOy35WKBfHVXJyfR7FUQiyRQjTOMyyGdKoHiWQasVhMQHFhuPq+2xxOPfvss3jooe+iWq3jE5/4hHh7KzsVtZ8S5Kf39YkTJwScHRsbk0Efcwl+8N1v4cEvPChBnePbduGmWw4qhmm+hP5sVlLkL144j7vuvFPCAhttV4BV7u0yEOt0xI5lZnkOx59/EcMjo9izcwe2pDN45ItfwpVnnkVPKIQGaz8BVkMSHr3cLKM32YO+vhT6+5KIhE2x32Of7BpZ3PGWt2Fsz37JSSUwTOZoKBzG9773CB78whexc8d2rC1OY+HKeazOX8WuoT5MjA1DsxM4Ol3CVENHkurTUAA3jCaR1Suo1qqoBdN4y/s/jkgoAqdSxsxKDvlKGf0JGxM9FtK0EGqzD2LmS1uYwhwSs/egLVwiHMYzh3+IH377GxjrU7aBRkfHsUeOIT81h75IElEC4AENUZIRCCJ0PDToI05bvOEBPLayjBJMrK3kUKvQ8zaA4YF+9KYTQnQ5NzUrlj3/5t/8Cm4+eDOaTl282JttqneYv6rY0bqmPMjLhTIqpbLUiiRV2OGgnBcEVsuNBr7+jYdw+uxlRCNRJJgVU69gaWUNZiKF0T03IpTI4OVXXkEo4GH35DBStoahWBjN3AqipomoHZWTcrGaQ8kBzk1xjVawf/c23HHLAVkX3SFq97zme6pXGnjx2AvS01MxRAWP03KR6slguVDDoSNP49Yb9+Pjv/BulPKrePK5o3j4yZNYLFRw6y034n3v+jmMDvVKT7I0t4xjjz+J+fl59A8NYu+NB2Tw/MjDD+Nrh46/6hr9p/kbfgasXnd3u8DqGwZ7UKWRdwdoEAARancbEY0BTkHoZJ35AU4yuWcYRYATKvW1BACF0dkCspoL2wdA2DiFfFkgWZVsdkLEFCj71zwBEsVbVaacZKyy8OLkW0O92cLZhoFqs4NShzYAQXREUkPwoOsl2HUSVA3dZp831QBtOvhF+kh6u+iUBBDg9Nb0XMT1DvpMIEOGbceV16kShQM+Y1VZFzR5eLBvFtq5YqyqEAGCmQEB8gh4lB0PFaYhBk1UNAtTLV3SpOOei6ih4a6fe5NM7lqNKgZTScSjYfEwdOp1aQBW1nJIpDKIRmLCFl0rF3DuylVs3TKJraOT+OZ3H0WgkRerBSnBJIiqhVqzI7J/ssj4euhNR9yCYRaUKHKXZNO2GVgttzQUG020Wibu+bkUDt6mIWQmUKzoGBjZgkKpjjrDODQD1VIFqVQMoSA9Emto1nPQxPTZRlQLYnVxBqNbt8I0wrh07rSEU7mtGL700BKOvFLBPbfswHDSRDQax0CUEjST2AiWCxVcmF1AhQVXW7GYnrqwikjbxa7+BNqVCkzPQU8ijFqtgZwDFBwVhtZHYLXtYaXW9IFVQwD5a4BVvQ1Xs3Ch5uFKg2mRyp+L9ashUi3FmNrsD6oK1A1ZV7cYVY02v1dZBAhgIShTUIpFo13EVjuArSETIT+JmTIrt62M4Aneh0MG2pqG2aqJmaqLZbcNR+TD/HdD6GgBAVZfNxzDTeO9iDHNMBTGf/7SqzfNJrD63f/4XlxdoxzShdMsYb7WQd2NwWHCMIPHIibKnbowQupkDzEsQmMxH0AsnhKG08LcEnQ9jNjNO1GfmkF1alrYhyIx15iOrJiS695uDAiIR6UIKqwWVGNKcJCAth82w/2h2WjAYwIzWcBcrwQVGHrDIYb4fakmYx18ZWNERpkwYDazTK8dpmxsdRtDl3/tcNvssyrgkrI9JLam9hW3jZgZQn8ijI7nYK3Wwev7wzjYH8bF1RpmSjVEzTAsDmgCJm7eMog9o1mkIj0CBsiAihJH8RwNwrOC8EyL1T10NvXc82iTILI/T8I6TCaCMsiHTZy/36gC2qcDMXyqSfSTwxoCrMoHlEMxsloVwzUAL8xmQg29hD3Da8lCqVUVsJHyejElZghUs4VWx0Wx3UC1paMmORYaoiatXYLi70bmns4LxM6TzFJ2e5qpgtvoO2iEMBDKCFuVlgUETNUwjv4vTfGEpe1AoF5XwKocNuJPAi1ooBPWJPhLZ5gUwVICpARVydorluGVVoHCGjRKDNtcSwQkld+gaki7Talvk9CswatXxQuSB44WDimmajKtgFUrhA5B1QAdkumFR4YsMVleJ+UF7jYcYdoUKhWsFfJYLZdRqJXFomYwncFggL7LYUTMkLgaELymYQIZZW1DQ8My4ITocUy5utp3dEND2KBvLdmqQei6Ld6B2kf+/auuweIx+5pGcr0Z9UNWuk1sl22oQJfrnx11flLR4Hek1zT+XUBRpb8q9YeyotjgWUmT1/1+31pAWXkwi4Y+soYA1XyuGXhIkJBXSgIc5CxVumm+DgKwfC2UPfIc43UVMKOtiQcnwSWyteoOB54tAW7oBce9Mh6JSNJwOKIjQIsjrYM6wyi8AGaXVjCyewLJZELCkdiwSbhZWekdAAAgAElEQVSVbmBmfgW5Yh0OBwvliuxB3aHL5gZf3r/PsI0aAezfN4mR4R7YVhCDw8MI2aYA8WwsFpwSZpslFHUX+XYd2XYQN0duQCI5Ka/lxZeexvlzZ1EtFaTRF0m6r+qRgR+9ja2QL+WnT2obw8M9OLBvG0xTBXgNDvUj25cW/1mb8sRWSyxzuLcTEKHVAJn/ArB4ngCrhx4/glKRrzGMRDKCaIT+oSFppskwIijL57ZULoucs16vCYApZ5xhqH2NygFdl7rgwuUF9G3Zi627Dohv3/L0DC3hUSqsYW32PEI6WSgxqf+sRhmpdgtDqSjiCVuAY/F/bXdgbr0B2970C9DcFgJmFDNTV/G7//l3sLy8IoAo70NXWUJZMRt2AuGFQkH+fj14aj3MUK1nvmaCILppoFQsCsCZjCfkfXBvWl5dRYuNrUWWM8EIR76PXq2FYlmsEXhjCDLwunYDTflasule0uBwZWYGEwf24m/+/u+wd9t2vy7ggFtHiGuM7eKm5+PVPOiPHzsudggEKuo1B8vzS/DcjgRIlos5lEt5AVYlY7r7Myjf9Vnj3QaUw0srEoERTsgzGLRsCbByCwsILv4vhHFEMR/bBM0JsFJN00ZQLLojWMLHcLm5DSPJJ7G19n1ZQ/FMwvf8VOw5SrTFH94f5HfZ5wK2ahpqbhx/c2QSp9cSmHzfNjyUfwHlM8tw81WlXGCOQDKmchhoeeA0EeZe3HBgZXvx6zfcj8nMOAKhyDqX9MeAVT+8iiDJ8WeP4lvf+LYAq0Gy3pSEyJ+wboCm3VpDbWsbtV/XZ6U7cBeAkvvnNZ4AG0BedxC/YU2zwdpfvzc/4ear/c+HVDdwVeW/vm4/QABbSYVVKGW3x1EBqtKfsUciA1WUIbRbUTZYaujQZbgqu5aNfVeBqvxgfRUOhbA8v4DP/tM/4GMf+aDsC/y3ZDTj/0wGIW5m6HafzUqzqYKIlpcw1pOSHm+RzLFgEB/9jd+SNSzDEN+iQgHVfl29yQ5gA9j+iRdLqRM2AagbX6WG/eo+Kcaqut//OrDqNNuS0fDE4UNIRUzsHR9As7iKSr6EvrCFSotkIRYGAVxtBTF8w35s33VQ9pSV1aX1fee1AqvP/dlvoRUI4cpqGf9y+CiOnrqEsJ0WC7f73vYO3HbHm7G0XESpvIKeLLM+6wjQA42Vz6YhgACrvixb8t0CBnK5Eh577AmEomnc97a3Y+eOHQiFDBTyecxOT2EttyZWAMlkGib3dQQE4EumMoizhg+FYATIXFWp8adOncKJEy9hZGQUb33rW2EykJnhzhycex05S6q1Gg4fPiL76dDgEPL5PA7/4Ps4+cIxUT+WXQ+9IxPYs2c3Uj29KkjUH40vLy7J7WMIYSIVW/fJZi8RMNXZM7U4i8NPHkG2txfbt4xh/8RWtEpFvPjoo9AKebkoVCCw5uiYuljyxC0VoMneX55f2j55wGozALunB/2jWyT0bdvkDkzu3CbS8R8+egh/9bd/ix07dyC3PIdWrYjLZ09hWzaJ7aMDiMYyuJwDirE+6D0ZYVqWZi5iKG4gFLFQ7Ji4920/j5gYTJcwtVJEw6Oat4PhaAejiaAEQvO8oc1ZF8zm7wN0v7YszF46j6888BnYegeTwwNSnz75+PNYujKHVCS5rkAjG9XhkLijwW3UYMUs3PzWt+CRc+cwvZxDvdFElYG1VN8FgHQsInVQSzNw6dJl7NwxiXvv/TmxByJ7WA+onpEjFJf2dTPzOPnSKSwsLKHJPdkOSS8wMJDF7t07MTQ8hMcPP4Mf/uBh6Rnece89uGH3NjSqRZw4N4tHnz4OJ5TAyI49yBXzGOxL4/633InJ8QGU5udw7NAhFBeX4FQbogKJbunHO9/3C8j2j+LYsWNYXZhB3OYQM6M87yXomKQcRWoqFyp47onn0GDtRTs1Q0epVEC2vxeRRC+OP38CtqHhrXffjnjUwuWpaXz32TN46cIV9A/04UMfeAcOHtgpI55SsYrZK/N+CHUbqWQaiWRS/N3//f/1+6/m6P6p/9qfAavX3eIusHrXQAoNPYh8q4O6hG12MJxMYE9fD5JhS7zzqG1rtzxUGzUpTAQMJPNK05CvlrGUK+AKw3XILCAQIGQkDTblfgI+EVjVxBdNWKBkrEr6t6b8VdmX82uYlulp4gP5RDWItqbDEaCWbYcnMlSl1FSMQpYhIg32izYW6VJkdcXC/mRUTfKUH6wE8PKQNZkqqsBVbnQjoQD6Ah3Q+ZIbs6XTm00xGF1S4cUiQcmMusCqKBW9NkISVkNPLQ3VRgdlsiHouaqHBVhNeE2ktDZSQQ033HQA4aiN+akrGBkaFFNlTonrtQayfX2Ynp2RTb2vr08YfQuri7g4PYOJ8e0IIogXnn9epOZhQ+p5SWMlwEdWDpMM+ZrpNUpgmMUtp7EEhskwI1hDAJubDguThhPAmuug4pq4+74hvP71QUStGBbXWrDjA/j+w8exttYSli+nz8mUjZFBJiEPIm630KytCus4aRjILy8jO9gP207g6sUL0D0HQSuDHz5dwxcfmcfO8X7ELSAciWIkHsHg4AhKrSYuTy8g2tsvIOvU5csiUb40t4rtA724ads4Zi5dxNLsPHqTETmAck2Vhqo8Vk0B9lfrLSRtlSAtjNVcHWFLMVaZmLzqBnGm3MKaR2CZqcwq8IhldbdR2wysdh+VLqDQLSq6ko1uUnC3tJMNvt3EcFjH1lgAsVaT0ApaasHAJcWAjFWN/oohNNwOLhZaWKx5Enrkkcktz40hDNxY0MM9uwYwlgojkUjDMG389oMPv+pNmsDqo3/0IZw8vYbFfAUjqTiqnomlig4zFIMWsVBpVFGulVBp17BaziGTSCAUiqBcJNCtvHY4nc7nSojdtA+N5RWUpmZUMI/Qxig9aQswRsk2m7VMtldsGfK5vBSnfmUrzEYyf8h+F2m/AISuasjE0lk1DXxWBeQUybuSr8uf2dQyDIOgq/iBqcZCrASuk0P7rc417I+fdAGvs/aS4QgbICopJYDCbcHwgGjIQkhrotek/URHrCcmYjaq1TLmaLjeMRHVk9jbH8XOrIlMNINMOIpEOIJEjPcwjBqvTywIO5mAYaWUZJ+eVGZA2KsEqnWy+AwFNPvQrgIOxZ+UjBLfV5XNP1mnbBwIejTJKFeMVQliIi0yTIBS+WdKQA6/l5LRdh0dTvVdQKOXXrMjjbqwkHUyV3WUHcDxWohQAhs0YZm+r7ZoMzVZs8L0pFexDKsUY3UwlKaZsAqt4nuiOJQBPfy5Tg2tBoHVimoM5TqzC1df22bSHNlRDJXins414lTRqVcRWF1FhwBCuaBsDzQLHd2SsA8mvZMx6hvKCUvS8xx03DrQpjS7DY2DL14P20YrFoVOf1WCNVyTsn54LpEhyw3fk2vSIdhcb6DabCFXq4s9y2KpJFIzOxREOhpDuOkgbNhIhWwkrIAEFJHrS8uZtqmjE7HQsgigk0nJFHRaQRDM47rlZaLMLyiSPf3dv/qqn/GfBKxKU6pGEqr58s/H7n7WTbPePFASYNVnn25mY3X91eU2iZ3EBgArLMhNwRri7eb/uSunjdCbMmiK5I/+tPw95YgETIW9KutSyc1Eti/1AMFVDjZZExhi0aPY2z7A2qEUlgCrh3qtLftTo05ZmrJT4V5KhlEkaiORjiLRk0JLJ4m4g9233IjlVTJFLyjgkV0GPOTyFSws5kUmXm+4WMsXpb5RwIQCEboATve6hTxg+7ZhjI/3iR1Qb28W8XRMQA2GOJBBMt0s4nhpTp7TSTOBLcYWLC238cyx5zG3eEHI1fTpbjU9RKIRZNJpMASJzFNJZubglH5nLlmVdYwMZXHwJnrb1UUpwHCogYFe9PakESJ72uRa4pDVkUFtiEE/7bY0I3w+Ll6exg8ffgylUhUWgWj6ikUt2JGwNHaU/ZO5SnCVfrHFQg6NRk0AZ9YjyvNaWUSxjJubmcPCcgW7bnojssNbUSwVsTy1gIZbE5C5xWC8K+egl5YxHg9hMBkRQDXEQZrXEp9ZKp64rznhDHa97VcQSg8gGAyjtLaG3/5Pv41Tp04LiMH10tPTIxLc2dlZeX9skgmuUg4o1hSU+4qdA4f/DNBS6eW8BnyPbMxdnjkCTikVD0FV3vfu17HO6ILIErjqy4n591IvBE1hZxJIz6azuHLxkgRrhnvTuOmuNyI7slXWFm2cyGbt7+1FbyqFN+4ce9XPN7/h6VdO+wMNXUI9VheX0HJ4LyDMnHJxTVRLwqwmaUAe/uukGb4VQJAWGVZSABOyVuk53S7nEFx4AIb7A2gaAfugNNZk7VuUyzJwtegC0YN4rv7rOHuhgvds+XP0R6ZhhPzgPtbVAqySTt5CSHw2VRgdBxe8XqxjjpzUcPSiBmvkzVg5uAXfv/oUqi/NoEP1ViIqct9QPIJGy4XV1jByPo/MYh2LMQ0zezJ4x/Zb8fbJOxAw6V+u3uNmJrncIz63dOBxmnj5hZP44ue/hD/+i08ilkoJG2u9rvP7hM3Dps2gapeBr/7fBlmDP0O8Wq8LFZL/f31B4fsQaixwNpFf1UvfGGRtAKs+qurfP51gOaXYavIuz54MX1Qj4wOq3X1YqQO6+7tKG1clEOstnvldQHUzsKqcqdXezVqLjNXc0iI+8w+fxkd/8QOSxu5HQG5c600rubvn89lYKxbwxX/8NO6a3IrxiA297aLSbuHY+Qt43Qc/ip7erJI++2nyMprbBJJefw2vv57dP+v/CrDKQVpXlcS9QQYFYvml+iTxWKUVAAyU1paFsUryCEMAnzjyOCJBDQd2jKOyugCz6UruRr5cEzJQLJrAomciPr4dk3tvk33o/w9g9ck/+k2xg6oGgnjsxBl8/ZFDMIw4Gk4bVjSB933gY4inBpAv5LBzZz86rRUEnLw62/3lsm7vw3qMljmSWxJEtc4Qpu/g+EvnkUinsXViK3bv3o1sXxbVSg2RiI3B/rSE4gVDtvSe9FeNxuPIZDiws2DbkfUzkKxFXkv2p0qCrcB6/sqPaNSWUL//+Qe/j2PPPSdnzOzMDIxmAffd/Uake3rx3SPPwYuk8LrX3Yae/j6MTE7I2ua+y8+F+UVZZzu3jAmwyn+fAy8OxrgWT50+hW9951vYuW0cN+/cjq19vZifvoKZc2dgMwDP93CXh8EIoNFmDU/ZvYZmS5dPxhLQh3i2UJCcEYJ57WYLExOT+PDHP4Z3vus9OPbs8/hPv/M7uOfee7A8Py2KmOLyMkK1AnZOsHePIteMQBvchRUOQe0YhpNJzF08DcdzMLxtB7ZP7EZ/IoGw2cbTJ06h0mijJ2ljOK5j+0Ac1XJJrh3rICoiQha9v1UtZOgBtOs1fOdrX8HUmVewb2IcHGg8+aOjuHLqMnoTWXmO6LUtQZKiMTPQdh2k+tO4851vw+GXT+Hpky8hGI2gUK1BN4OwgpZkeoTDtGgzBTAUqyDDQLa/B3t278Ibbr8R9ToHIIaElj3w2S9gYWlVVEC0LLP90EyqGSa2bsHE5DY88eRRrM5cxjvvvh2/9qH3IB7yhBRRQgp/99mv4LtPv4gtew7g1/7dr+OeO29DrZnHE08+hgB/fq2B1YUlzM/NI55MoWpruO/+d+LN99wv5IaZK+fxox9+H15L2UHIHKgbCsigwlIVx54+hkq5iL5MCmHLkmFzPB4TJvL8wiJom7Z3chSuU8OlqSm8MFfAyXNXkEgm8O6334u777xVyCJ2OIm9e1+HeDqFSoHWh9wfbESSSSQzfa/pDP9p/aafAavX3dkusHrHQArtgIESZdmeK8l1t+6cxNZkRHwi2bhyoyJrjg8emQLdwpXNUqnZRLHRwKmLlzC3UkZIwBH6NOmIoyMsBUl/95s7NUVUkks2DWSrCoNVSE9kIQVQaTTxVN6QoCfKpGXmyKJCeno1iSegKQ2OSLkVsKKsGjcke8JSZUFHNi5TL9n4cdLPokjknyqBW+s0kTF1DISAHr2JiE5LgOuBVU8xyuSl+AnnvkyQLFAyESmHrrhAhe9PB4oIYbYdQEzvIOU1EQUnPRZuu+P1yK8sCUAdj8ZBuf7aak5k2PlCARZDH1JJCbFZLRYwu7qCsfFtOP3yeawuziMZ1BEW6q4qXOm7VGky9KvlM1IVyMjGlLJGgsIEonn/ukFhBGnqjo7FloucZ2HH3lF85EM7UF5awuOHz6FYBy5fyaHm8N/nZhMUUDxkdDA2FMYbDo5gdMCEqdWQsTRUcmuIJOOIRXowffkqnHoe0UQGJ8/p+My3pmU6lk1nZEKZDLQRCdnyb84vrCDWm8VapYzlxUVhqBKUHskksGN4EOfPnsX8zAIyiagcsvmmhnzDXbcCqPvAairMQl5Dta1htlCXgJiUoaMGHZdqHuaaXE+cHAC6APvXslU3A6vrAIRftHeLUDIv1dpT7EDFlmN57CKtu9gds5E22pKyTnaIJjaQlDqxCW3JtSerL1dr40rJFY9bBhgxFIhKaq6rRqeDgUwEb9o9CrPdgOMyRTmEP//hy696byawmvvBn+LoiSk8d+Yy5taKaDYD6Jgaak5TEufpPcS1Um45WCsWsXXLqHScudUanDrfS0MKVSbsxke3QY9wSr8Cr1yHWykL4G7HIzCtIGquI6Bq0o5gbWEJy9OzUsASJBTGGdle9L0L2wJOkjHZaThiDSKp8V1/Nn8PUXJE31GVX8+CiYEiBGQoPboOWN18gdQ9vJax+mM9z6ZGaL0583uoLttHWHrcd0Tl3cTOdBRJ08RivYYeO4RhrY5qoI3Zio7VUgsZW8euvhRiDFpxgETERjaVRk+iD6meHgyNDyPZmwb0sGJ/kEDIyZJslASu/DAiPzhPFmy3+SBLmHJAAqr09eKvblvYq52mq+wCBKCndynZovT+VF6fnlNHx6mKP6ok1ouPLT27CCYSJFd9H4Ovmh0d5U5HgncolI3qGizNVSws7jsEe3gvOFwjC4AAtACGFgatlKgLxNeaXroerSdUiAmB1Q5B1UbVf27Upk1wlYxmBbLyjSuAhMVip1FBp15GgKBqjZYFjqyJjmmJjYLeJquKjFwGIinfMQmvIku104AGBzB8YNUOMl4WraiFAKXFFtmqvGYUqtIrmNeB7FqPHiVAo4E2k1XrbazV28hV61gol1B0m+KLGiaA3WgiqNFqI4hk2ESYEjOdYIODYCSEQFwxkwMBekrTNkCxeGU4I364QbF6EHnlmz/8qp/x64FV6atliKiGkAKEkv3ss/ClefYTXTf/XRdYXW/Q/MGGDDR8gE9YSxJMtcEwoj3MRvO74eHHf49SMQ75iB4ScCGTlCEhIv4knuqDWQQCFJjLOoEFvrLhIfhKgNXygzrEz12kzr7Hq/j5kfEI1JwWqpUGihUVvMSigaw3NifxdBypTBzbdm5DYrAH03PzwlIMUnpnGxLO2HQ7mJ9dQy5fkJCg1XwR5XLN91a9FjDhexPmJnQMDqUwsXVQGMzJRBLJnrgwYYOWhZgdRk1r40RpHtVyEQlHQzqUxalTK3j2+HHoAZ4JFq2EBbwj+2d8YqswMJeWlpQdAQcgTOHm4+M42DY5irve8DoEyIJdywswnEhEMDTYJ0wTNqCGydAl1l5BeZ1dxiJrgZdePosfHToirF9KtaMxendGEDADAgbyM5VKYmhoEFbYEnsCMlbZfBHA7N5rnn2NuotL56+irYex++Y3wowkUamWMX95Hu1ODUawg/6eOMzCEoJLFzCaDCNI71fWdexsKYGkv6pOU2NeYwPx/Xcjsv8NIoPU6h7++3/7bzh+/Ph6E08mE9/n/PycADICjpsqrIqffJ2UDnYbfgW2Ksae+PUFTcSiMfk6fh9rCmVtoCnPODKg/XUubDcqSAgukN0qSdWuMM959qQzGfT1D2L2yhQ6rIt1DQvLq2JTIh+sS0MmgvEo7FgU+XOvLfjimZd8YJUAf8tDbnEZTq0uGzZtAMgMJrDKT/GtFtCvm6C8saXwHDbtIAJWEnbQEgsgndLLShnm/OegN78t1g2aR5YaBxUdAUa4Tho5B8FEBN8p/wm+9P1hfHDyr/CxOx6D02QIKYdTQRWq4zbl2eU+R4UP6/MglW+ahkYzhAce6eD2vXUstG/FN/omcOz8MdSvLCHWk8JIVUdwoSTnyvntUeitDl53eAnZRQdnbszgxKSJffFB/PrB9yIZzMp5eT2oqgayPrDaaOLi2fP4X3/7afzBn/4xsoODAqyqD2Wzs/7hs/jX17f/F5vIo9eAqyL730Tc2LxxK8H5hk+q9CY+4aT7dZtrTKXK8Zm0vjfuxutqKmsZ/2wTr2mGw/q+1/5MeX3ww9dP+W53ENQ9D/hrS8D3a9mqmwdjsgd7HQElcisr+Myn/x4f/fAHkKC3cBfEWA/09K/iOmtWeXpSJvz0w9/HRDIEq1KA2WmjUK7Cs8IYfMt7EIvGBThScT2+H68P6l5zDa9jr15/MF4fXtX9e3pny931n2Fh6gqwqu5112OVwZ4EVjutGshYZb9w6NAjsIM6brxhH5qNOoJNV5REtEUJUX1BAkkHiGa3YGLHjdd4rPK9/95/+A+v+vzmNzz+938ga3G5WMazp8/imz84hHrFE2/basNBomcQO/fcgu079mL/DTtRK83CcKfWrQA232NuTtx2yCakN/fqaglHfvQUKhUHq7k8lpeXUak3JfR3x45J/PwH3o+R0T7ouoFoNIFILCHvyyJBopdDrChsiwpDMqeVvQABVbHMYQgu1VF+D85rbgRNrCwu4n/8n/8V3/zq19CXzWB0aAg3bE9jJJNFteHisRfP4MT0Mt705vtxYPcOYd7T7zrT0yNkoXPnzsmwdN/em+R6cq9m3c/rQRXBoYcfwec//xnccmAP7tq/BzuG+7A4P40TL59EtVyRvZn3mRZY9MiWWlRvoe3pqDP4uqUhV6xirVCSaxS0LSRicaRjCSwtLUs9/mv/7jcxtnUX/u3//m9x48EbkElEEDcDmLp4DkYxh+2Tg+jt7cVCQce8F0MtnhBv2q29/di/cxIRqjGsALKxNCxNhx0O4dDTR/HM0ecxPtKPHaMZjGZjcKolOZf4TKRSKfk6Wh5w4MBHgFL/l44+h2996Z8x3peRwNSTx07gwrOn0R/vF/DcbddgMmjYVdkUNGkMDySw64234vJqHifPXMLYxAQuTU/j6uychLUGDFvwlkKtJCzldDqDZrMhWQJcP+9/21twy+23YWFxFQ9+8ct47tgJRBMJ2OGo2EjwbIxF6D9OdWEb8UQCa7kC+mNB/Or73459E/2wlPwLHSOBk5fm8Ref/QoGdu7F5774OQz0JHDi3At45fRLOHPiJPriKQlEY6gag8mfOfEc9u87iPe97xeQiiagtV1Rwj77xBGx5JIajJUon2/2KgRml1aRz+XgOHWpLfp6eoVZW63XMTM7j+G+Ptx+8z7U6xUUq3V8/UdP4/z0nIClb7z9Fhw8sBdDW0Zwy+13IZbok2G8BHMJwxkyrDNUvPnPPvwr8DNg9bqlsO6x2p8UuUmFD6TuYTSbxMHRYURYJ/lBDZYVQSIaF/9DduBNtynei/lySSbLHdPE1dl5zC2UYImvKg3Qg0ixj9WZEE4gi2cHNwuVniuMQcr+GIiis0YKiHSBzSaBwCsNC0vVKgrtNpr03CMjif6CAmqR5UApFD3SFNOGYCm9QtiwiiBGpq9K/k9PP4egKhtZypbpTcBmVrw1Dfl7A00kDQ9DoQ4GQzx2mdirfp5YIXD6SYDAnzST2CSbX0eBmWTjEuQsO0yfp3xeR8EzMUeWZKuJARNIB3UUKlVs27kDYwO9YpweD9to1MgG6cgh4PD9thyECJ4GTRQrFeR4GoRiOPTEiwhqLQwnDPTaBgICPLGedVFpaag12agpbyuRUur0SFFsW/HcEY9V5WvLq1RtAvOuhlyoF5FMFu968xBOPPMULlwowaWXk8Z7ocGVBFzKCTuwDR3RYBu9cQ133t6LN9wyipReQbNeFAAwnR7A7NQc8qvzMiG9PGfhK4/MwPNSkhbKqVw/5atuC/3piIQ+MDSpycamVkNYNzC1uoDBVBwj2T6cOXVWAr16E2FhIBRcBaymyDCOmKg328g12mIFINLEFjBbaEgqY9zUMd/QcbneElsGsW4ge42FrhhVqZRrHtry2WUFiu6LD4wKZuPBzGsowGoXVCUU44/Gg5qL0XAA2yhx7dTg6i7IiTE8+sgyYMyX3jLR2IXIyRdaBOEJ1lMq6CFKwp+idmMgG8Xde7cgHGCiKht1A7/5wGsLr6o8+lXU2nWUWg7mF8pYulzBE2dP4+Xlsxjo7xFwYbVUlCaKrzKciBJ5hlOnf1sdK0srMgxgEWUGe2GPD4p3TUhTk1UJ1aC/sFND1VEgLBu/6tKKTBf5fAm2J9I0shwNGGQK8lmndx8T2xl6IfYclLPxGesyNH3WqCRUtqAbukjJ2LC1fdP0Hyu4NzNBNnmVdb9uAxjwmT3XfY1Ftjdlywz2apK9zkLVgNnRYZu0CmnjDWNj2DsSx4WlJUwtrWGrHUa7XUMwYCAZjUlPe2GpDF0LYygdw8RgBju3bsfI6E7EU2nQb0A1S5pI9hEKiv8nC3fuc8Ig2RT8w3W7zlZl88z9xSVjtaXScR2yi8jq5eBAAZ0EPDteSJiqBGA7NKavlaERKA9Y0MgKpeVB25W9koMvRaE0Za1XGbzG4Le2C6vZQiSo1AeUmwpcHQoIYEhwnuAgv88zghgMJdWlFvCQwCq/S4fO10n7AgFXC4rd5Fuz0EpAcAB/eKZQ9g48slwbFbSbdWi0L+D3EHS1w4D8XANei0xThq2QzasAcCmEOg7g1VmWQzNaQNCDR68+rr2YrX4NKmYsZWEiq+S1IthHX5uaA9QbaNcaqDXa4u2cdxws1R3xJOfQTmdKb5M+yi1EQjriYT2/nLgAACAASURBVLIzGfQXhm43EE9HEYkzWMiW9FvDJMOWYIAckuKFy2EBwWQ+ffod73nVBRvZf92QJ/EhlgaajWtbzluyTAly8FeRi/rsPLHvEHkzvXcVQEG1g9KZKuCoy8xUjan/0oSlusHeJKAkH91QMl+aSKkxQdSAr+iIRcLyeugXKIxiP5iqK39V7HMlbxdglYVzF1ylMM4HhwWv8H0kJXCF4Zdd5rQ8Ci003CbW8k3xNm87bZHSE4RiMnk4o5rGWDolljABO4hkb1wsc8qFGubml1CnLQ0CyOVLMvQUtpPvsy3ADeV0ZORBRzpO39MRJKIWEvEY4qmYyEqjsSiSkahczJnyGubXVtGu1ZGJ9WB5xcOTTz+P1dwiTD2IAINI4KHh1CVFmc8jG1cFNlOmy2tsiGxwZDiL+++7E+FwAGvLSwJeZ3qSiMUiiMfiSCZTkiws55rvjsHTnnUAPcpfOPEynnnqmBp2wJPhZjqVEG83nt9s7hh8xUFoMhmXe8FEcILVxUJRmLBcO2zKKsUaLpy/Cjvej9GdN0ILRcWXdWnuCtpNF2azhJizgrGwKw1XwCLgS3sVetTrqLdoT8NBiUQii3rBSY8jeuvbELFsdKou/ugP/xDnzp5dZ5+SQbV16zjGRoYwONAn/391ZVXAaDbgDGOhlVSlUkXDaQg7tSsHJnjN/9dstXDLLbfilz7yETz4uQdx/PnjKgFbvOIUw5X3jUA3xwhUUtnBkABWbqctdQCfNUpT3/LWt6HluDh86LCyK9DIoq6gXmYKutpbOZDv7rWv+gEHsA6sSpq6htzSMpyqWtO1WgmF3KokThNYlZveZaxeZyjO2pjAqhGiFUBI/G0D4Qg8AhdzX0G4/S+ou3VcygUwmvKQCrI2pxeyDr2iwbMb+OzCJ/HgYxO4oXMEn/y1f0ZAW0Pb1WGaPANbcr7QQsxxKTtlXW+JqonKtyMva5gtRvGh2/J45lILfxO7Fy9cPAWv4qIvnsAthxYRX6ohNxrDsdf3omi0sffoGrZddXD6zhG8nGmgt2ni1295H7b17/AtY3wuqZyX6veGFhD/dwJm05em8Fef+iT+x+//3xjbOomGo5h1qrrbIGF07VHUne/+/Wav1a5Y2f9/AgZeF7okdZ6yLlKXXilu/OWk5O8bf7z+J3Vf0TWBWVQDsY9hjya+y8orRF6jMFK7g2D5PddaR7y9hU0r2zLzMDoCQGwwV7vKgo3Xr1R9BNVpPU4LpzV8+u//Fh/5hfcimUptvA3fwqer+JJ9mz0IWXaiFdRw5ewrWDh9AoXZC+hLJVAvVTE0tg2Db3671G8cTJCZvB4A7A8B5Z50fQ9kLt7VXGzcMf/GXWMFsPmZosd1l6zN/bM7vNsAVpXHKoP3SrkVtN0aWs0OwmETjz/2MIIhHQduPIBWu4Ogp6EhmxNgsQYFbd48RBP92LJlNyLhMNbWloWBy73j9/7jawNWP/M3n0RPOoEzp89iZnEZz7/4EqYvz0tpInZLhoWe7Bbcedf9CIejGOqPwNKmhOXfDclTxmSeUlzRAEr3ELJsXLxwFc89exxRy5Y9lb1IvlwR1cbE9h248667YcdoBWOLtyp7UKotuOdZYVs8LclmtWxLQNau9Lq7/hjw2O3lVdCjgVqljC987p/w8EPfQkjzJNQoadWQosJAC+LEzCou5GqIRdMINSpIBFrYu3s3du3ahWgyiUtT0zhz/iJG9xzElq3jaomLo5WG+blZfOMLX8bUlfMY603htl3bsHtsCP39GTljl/NFSa8vlMtYWF2TQasMEUO2POJOG6i2XJQFQAwgEYpgbGQE9775XgHiTrx4Es+++DySA8MY330DvvqNryIat/H6W28WifvzTz2FlNbC/t3jGBwcwPPnl/HiQgWxbTuQTaQlEPYd974J97zpDkQjIVSKazj+1DGs5ApYLVSwsprD/j3bMdQbQzoRFLIDgVWeKQQ3GRgmwKpPICN7fHFmCp/+sz9DWGtj97YJEB1eePkK3IUKLATE758RBTFmq9hhrDarmGqsYdfdr4eeyuDixVns3L5TwigvXL6KktPCSrmOy7MLyDUqElrG/pf9J3kNJNOkgybe+e53Y61Ywuf++SugpR0HzgGPKmNF9iAblMutVK5KL111atg91o933Pk6zF0+g+0TY2Kd89LJl9C/dQ++feR5nJlfxt898Pd4y31vwPzKjPhpP3noMM68fAr33H0PDMvCD374CLLZDN70pvswPDQG12H/EUQqHseThx7FKydfUh7jokDm/sh6X4Vrnz51SsB1UYcxiI+9gk7MqoOhgUFGiaBcLSPTP4DzS4uYnl9GIGgjEYlIyNbo2Bje894PYt+BW2HF42pPlligNjwS0647U1/Lef7T9D0/A1avu5tdYPXugZQk6WmWhTWninjEwA2jIwjRH4/J7/Q5Yjo02SdBmmdHUSxWsFKpo1ivwRI2qoaZ2QUUyk2E2AxzOeoeUlzTLZf9vxQLIqlja95SB7o0cwRWCQYKw5LNuCaJhY1WAKvtAKZrbeQpNZBJgWQSCzgqzDV5slz02CYGI1EM9SaEKVJqsLEqolBTFH+WIZRV0E6Q03UWugxRYHPLJol8Ie7eZDImA8BA3MKoXlHBWv5J3mwRXGXdqg57/l5qJjJByVilPEzzUKbXqdNGSw9iSbOwABNms4GhQAsRHZgu1OHZEezaOoKdg1H0xW1UcgW0O2TW9AuYky+uwbIDSMUjqFTrOH5xFi9cXUG+Y6Cn3cSWuIGRuA5Lo9RFHfwE6epOE0GxAvAbU7mWTPgm0EvGHZtVgtnKv67qtrHkhrAYnkArnEK8vYD62hUBQvhJhmG5UhdguQsk85yPkCFi6MgkPHzwnTtwyyQ9T9bgOR4GRsawkstj+twlkYvMrRp4+mkeKgaSsRD6khFYEvSiwbYNZS0RT0kBSMC+UMjhlbl5pMIx9Pf04dTpM3CbFfSETQGf846OcqOJWNBAT4wyBhclx0PCUiA7GcNzhSZCkRB03cPLRQOMrmnrAdmACYa2wIAFAybvuTCZlQcqfXgSIb5Ogja6BFosr+RRcjpoMNyNALUUz0qOpdwd24h6bWT0toC9CdqEaeRdq4q6KVM7Wf0CqpCaTXbVpTItDDpwxUeQrGYPGZqf7x5HvVnFzbsm0J+0QclTtdbArz1w+FXvx2SsXv7qn+DKWl7sEc5fXcDFKzMS7BAmy2l0GFcX5yQVO2RFUK/W5QDp35IVVuj01UUszuVhh8JotpowzF6kb96G3MUrMDoBBDIpWGYMTnEFbr0o79mt19GoqDRfAVS7TYrCp31ZMlmVSgrOgp8FPcFU+Wpeq03SW4I+TM7kveMOYJhMzgz4jCRuLH5YxzVXZ3Nr9OOXrWsfsC5bXlfkeQh0WohHorJP1RoN9XONICwy9zskPHrij3RwNIObxkfRrDXw2PlLSHRa2JrNwDJMpIfGEBwZRtLIIsF9rlGU1PBwKgvdTkhDLoFe4i9qiP+Y8iXlAIkMCwV6CUBKP18CfmRhsoBnU0VGigRXsZlRbBfpq0RKHRJ/UwnD4vokna/RILUJKBeBRlWGPhpBUfl5BDUNlUpPVgLZZF4HNQJwZMc2HJg1B1aoLZYtZB7qTO7WO9DIGLLj0GyC8Sa8QBCDFtktSo7l+zuo5068ZhXb1q2tIEDlAJ8n3w6ApDW5+Wym2APSmoCs6g6ZuJ6EWgkQSvmSHYZGn1qyeIImNKYkV+rwyH5uuAjQT4PAKsiMJQDRBEwXsHVoFoFVS4DVDl+jgIrKxkWuOwFgerjW+ekKuMPApDLtAJptrLaA1bqLKs8Temk3Gmg1qwgHNSQiUURCKWieDS3aRLovLEnesUACkaCNjhkBaF+guwzqhcbJl3iV+w347e941c94MhmF23EUoOCZEs7SZgsoBB3uLQZCARXWIOCRxz2HjXZHWJJdMGmzzH2z6kPuCpt13y9VnmmfESWNvQCNykeXwRjKiIfgqA6LNUDMRCysQCkqKggSCJjq+7OKTYV/xqpQNEKI3H6VdcL/w957RslxnmeiT3V1rM7d0zM9eQYzyAAzBSUGiRKpZGVZwd61Lfs6rLMl696VrfWR19dhLcmSV/buWfn6yuHYEr22ZEu2GUQxR5AAQeQ0wGAwsXOq7qrqqrrneb9uAOTK9xzq5x4NDw5AYKZD9Vff977P+wQ+toQLyhBUMZGG6gIqNYaydAL4HJlZbh+mZWGlZomHNhnT9MwK+2RYdoWhzdcWTxnoeRoSuTRuue06mL262AkwtG/l0gbMnode30er0xEQXYL3fIK4vJZkSavXwYZm7/ZZFLJk00RhMBjIiIinKNmU3KtqjRbK5YZYDISCBDCyePrgCZw8fVz5KdNfd8CqHAYzXIvAyFAK/GwdAVRvvGkn4vEARlIGClQI5DMysJQk5zCT3NVAT3zsg9whgoqt07Nw+IVDeOzhZ8RHOBQm8zYgEleezVQdpLIpYQXRUZE/Xyjkkc7npfayehYs2gKQqaQHsbx0GUdOrWBy4TpML+4VdUy9UYe5dAgxu4W8b2LUADLpGIK03uAy9305szmsdT1NvHI5uGJoaLvXhT8yi8lb3wYYBVw4fRp//MXPw7Yska7S64yfw+TUFIpjOcRiIcSjhtw/BDcIRhNYZWM9ZJ/2Gd7pOGJFAcdDx+6h1mqJ3+Av/vwv4Euf/xIee+QhxGJhhGT9qvOH4DwHuZSvNxpNYRDztQ+Du7gY2RT+6I/8KOZm53Dy+Am0Wm0V8NFsSII2vW4J9tLmiTYKK6sXXvX9zR948sVjV4YcZIjXtsrCDCR47lg9VMobcBxl78K6Vs5SGWgNvwbqGspVw2Rpx6SBpe0M7RQEcL78EIr+n+Glio0/uTiOtxTr+MhUW5h6PGWDri5b6h+88Kt44MRe6P0ufvyW5/GB2/4Rhl2HpjO120KUWQpeFFa/K7Yy8WBG9sa1+hg+903gY3dexmvnYli+5OJLdQPfWo/Cz6QQ7/Wx7XwHO0+3sbYnh8O3FWFVmpg4VsIbj7RxajaEI/uTCPaAN83ehA/d9k6EkVYDBDk3CIErry8SGaxgAH0tidXlDXz+j/5vfPITv47919+CNtlM31Oyf5WVfi2b9Krk/+pHd5WhPwT+VPN9pZ4YDOPlcYa1xSC+bICDXgFvh8Do0Lv0lQtkGEY2fPzha79WIj/8s/w+VPQNQrS4n7DGkkwApfhXvP9BKOvV51ehozw2IpSQN1v4b1/+Y3zw/W+TYQsH5KJWGHga8qEEZPAgzC4WZ8E+eyEdF8+dweazB5F2baQzBjTbwYbZwbF+FHmG8IyPSjBqPJmSs16CEq+pweQaDAJkZZj7vaRG136GQ09c+cGBaQGHxgNfUPVwiqHseEA8npGhXatekeFt36a/cgiPP/Ywut0Wbrhuj/QOIamlVGgza6bhaDmcGMH47D7xcqxxYCap7ho++4nvD1j9+K/9NnbuGMWlc+cwmhnBxtoy/vWf70On0xafzVQiA9cNYGJmEQduuxM7dm5Dt3Ecnt1S9niDQAAvwEE7T09+TirQ76XDR3D48EtIxQyxeGBd1u52ZQ8oTIxjanYec4v0lmSDqAsjUTwlORCOUPGggoZ5tkQirF3UkFOs5mgtF2SfRUWesucRO4jyFv7ki5/HP3/j74Tckk0YyCbCGC1koUcMnNtqY2mjjkarhVDfxK17tuE1u3ZicbwouQzr9Tqef+k4HD2J6flZjM9Oc4YO3zKxuXIRlUoNhXxOzoz1y8vIpZKYmijK+bp06bIwL7kbNMw+NqotXN6swDVt8b0PRsOoOx3EkzEszszg+p0LGB8bRSaVlb2RRKbnXzyCC+tbcIK0+uqgMDGG8elJAfNe5LoOmHjN3l0YyRXw5OlLOLTZRD+VxVgyj4xhIBMP4dOf+CUkozr+8s+/gu88+ID0rqlEFsloAouLc7j5wHVY3DkLv6uUIDy/CoURGdhKcPKAkUn7A8vp4Z+/9jW88MijmJ6dxNxYARktivKpC/A3ahgLRZGNxhDzLXT9AKq+g029hz1vuR1VX8PzR17CWD6PkXRGBqzBZAYXynV8/dv/io22J9YPMoSXz5PetDqCjoPJqVmxdjv0wkHkM3FMjeUxkkgiGYlJP1OcmMBmrYmnDh/BWrkinqwH9m3HnTfsQqu8ij27d8t9c/CZx5Ean8eTxy7ggecO4T0fex8++3ufhhHnegzj5PGTuO9fHsDtt9+Bza0tPP3sk/jYj34E2+YX0aw3hdCXSSeEIHD+1Ak89tBj8LuO4DYkttkeA9DaWF66gM2NDanlqTJhjSLnv+dKmCgH6qvrG6g2mgiQzCJKIDW8jkVjcOweEjEDo4VxfOCHP4Z3vOfdCEXoW091NLGnoUXb93WM/2/5Qz8AVl/xsQ6B1R+aH8F1O3cgnx9BuV3H2voKdk9PIBCKoNrqoN7sIRKLy9Sp32shl4mjT+85PYr1UkkBS/E4ms0ukqk0nGYd5y+vgSbmE9kIdAKbxJbYSIkkmFKVAYNVEoAZPDFIwuYhxjAD10VbGiENNRvYcD1UOTH0VGiC5zsq7Mp3sG0si1u3z2PvVBHjiZDQ+ukp2uo6Mm2hT1jb1XF65TKOX7iMrXYPbjAqvqlMOySYS+ZLX+SkOkKeBcO38fqMj2goKDJtnsk9h0yFwdEqfaRiw7JRZXNiiJ+gD5MAp83mNYQtN4B1jxJXDUXNRj4SxEbTxnrLRjgSxDtu3Y69s+NwTVOA31giI01rx2yJP0gyHkWl1cbTp5dweKWKdjCKbLeHnaNh8fPkoSpJygF6Inoi76bcfAis0quRwRDcWFRjzGkTmxjFBmpZDkpeAlVjBlWCwfWLiIdFvy6HKifKBPX4u2V7iESUHx0ZCExWdDoWbt5bwMc/sIBUaBO9Zg/F2Vl0uj0sHTuFYrGIckPDsSNdVKohjI/kkYrRsNuW0K10Mo3SVlnJTvJ5SR9eXb2MU1slJGL0e0vjyEvHEA30UIzHZOOmFUCr5yAV0QVYNbs2mj0fGUOxTluUdNYchGIhYfGd6nhwQ2F0XQLLYQX28dDybMwXDMwUs7C7JmLhGHYubMNccRQpJnj7fbTMHi6tV/HU0fM4tVGFCeXjqK6lJzIngqgGpfx9GwZ8ZKNAJqrAa2GHyRoXQYEKTKNPKNOZ2xpWayY64kqgIab5AqS+5+43oFddR9qIYXZyUpiFa6UqfvGvv/OqN2YCq62T38DRpRU8/vQRNOuKgTo9WURP07FaqWB5bVVCHQhntJpdGRwUp/Oy5k8dX0KzaiFA0MxzEIglseOj96B++gJKz5xAMBaX0B0mPwYjBNfp9Wkpuw6RASqJ85XCdvAOBEgaJJALk2LoIirF/kA2NyiW2XQLC0MYEcofORo1pFHtM7CDMuMrUuGrjeT3ulgvl9+90g9tyLxjuimBtsGYXBEnBOwxdFpwhJAIhhHxbUxmohgxAji9VkU+HMDu6REx7y/OLiKdKqDf9dBuryIW0rAwvQMTc9ugs4iJJIhQyj3ApGJ6kvJzFp9SYWoogHH4Jew+SoIJknLvdCzxC1KG0YMfkWvKxyCAQTYqUSh2Pa4wL9FqMU0G6Jkq4IAM2VBEPJbIkhW/VHl+D32yrvw+en0L/XYbfquNcFix1YO+IwMothm831zK6yMR6AQ4onFMRMhuGYDdgyZPmP68Zzj1dWy4rZKoBPjyCAAK0CtTZ75PH+jRuoAev/TuDYi3LowoEI0B8ZgAq0MfV4SjEmoMshKZ1t3uQOt0oVk9wBPeLaDb8MMutBiB4DD8RFiY0x49tAOqKRZmL7s7Dv0oF+31ofV8+D0fXs8TFlzT8VF1gK2ejaplo+P0YXXbsLodsY5JJxJIxZJiE4A4kC8YGEnmkAnlEGdYViQBX48hQISexr28BwgsDy1Fbnnbq77HRzNpWHLGEk4lC4jwYkDctuR9cZhGdrHg3FR1UOGhGKqKfX/Vg/WVT35FJip5V740kGr4MQD7B+xN/hy9VBNGXBipDLKwOh1MjuYwmk/B71vKK00oOAPrADWVVE85EAjwTBLW08CGgGfz0AdbqVNeDqwqNSxbWuVHTCWM2bNg2jY2Wg7WOxZ6jo54IIyFsTwWZooot5q4eGFZgWCmg7mFKbzmjfvR92wZYhJwrjfaWNuoot600TItYT1yWMCGR3xI4wlphlincLC8a2EKxUIK8XhY/XsmiXg6oQKTAjrKlTq2Nqswu0qKns0t4tBL5/DEU48wZgchMH1dFfnXSnMVGKB44nyPfcdGNKJh+/YJhMIedi3swMTUpBDGo7xPuJZZEDgOemZHwAICrkFK/0JReFoILx49hUcffmYg86a1CgnzURkm0j8tk8tgbKwgNREH3pNT40hmU/IYTl952rt9W9gv3338WVSqHm688Q5k6a1XuQC3vYZoaxPJSAg5roloRBi0jFbi9WKjw8G6+GkPA0X53lwNFfr3FRew8Nq3o68bqKyt4ML5JfFYpTpibGISly6vYmNrC81aRfZEWgNMT01ianJCQGbWolqfAzEleebAlNdR7KsoQGA4FaWL2QzGRovYXN0Qn1JF2Fe1J++ZWqOGEydPCYmAbGae+QwUZbgXG9GLy8solyr4yEc+hj179wt4yiaRnxHZPXw+ArMEeLn2+esLf/QHr/r+5g8MgVUB86GjUa6i1Wio92VbCli1Tbi0ThnkDqgwv6vnoYQEMUiOll70OCawGg6KzFcCIdefRML+U3zltI/vYBcKoQp+KbeOW8ZokWAhonlYPWfgPz37KSy3sgiFEwjZNn7itu/iXXu+JTV5nOuX4TBUgZGxTM9fHpx+GP9yeB/ms0s4sNhBDzGsr/hYQhu/dWYM7fQoOmuXkXWCuO1QG7XpFJ6/awKpjQ7G1jrYfbYJrxjHuQUDbiiIHcFRvP2mNyDM5OrBMI4heGTwCRDKX6k8gqO7sFLq4b987vfw0z/9s3jD6++E2TXVlvMKf9RrwbthnaCGP9dexysn8hXfoiuPI3ut+m6l6VBDIvHuHpKIBzuegKTX1EXqyL86IH4ZkDjYF4ae1VdewTWvf/ga5Hd5c2pIKHYwQ+m/gJccBsmzXbk/BE8bDrkH9wtTte1uD1/4w/+Cu996m9TxQiYYqGh4Fsh91WcgLnsCZgrY6JU3cOlSGU8cPQ6rsonZcATZYFDOviWrjUfObAjjll7QU9NTeNe73yl2GgQu+LqHcvMrALEMlK7WQcPP7XudU8O/4/BLHSgqbGvIWOVjc1mwHDISGRVuUysLsYLp6HyNTz32CM6eOI5CJq2Uf8kYQtGQsLvZo5DRH6EaYWQSM3sOiCS+Ui2r8FbNx+/8yie+r/v7J3/uVzAzl4DZbGMsPy/g4t9/816cOnZCGIKTxSkE9QgcP4i77nknduxaQLt+CgGvixDHHhxWcjCnEWyKyIBFwosDATzz9DM4c/IMUkZCfI/JjuQ5t7hzB4pTU3Je3nTgjWLRZlrs9ViWBAWIGi2OyV7HARLPMf4Sq5lgSA07hajDAMiBXZcQAnxcWjqPT3/yV3HkmScxPzkGIxhENhMTgN5GAOsNByeXNyWoORGPYqKQwWTawP65KVy/eyfisTiWly/j1JkzYo83u20O8VgYUV0TQo84rbBvd100GzW1z4SC6HZsHDx4FEsXV+AGwmi7Pmo8v+EjGUlI30sVQW4kjUI2icmRHKanxkXtwOH/+PikgP1LFy+KZL5lOhK2nBkfw2q1IgSLjUurKMY8bJuaEDVnqR/EqZqJqqchY2TQrFbETvFTv/AzuO+bf4ev/fVXcdP+PZibHBe7GI4uSrWaALzv++D7sXtxTp6fNRMtblRIowstpIOaGGLmUcPAyrET+N3/89NIie1PERMjo5jPjMBeWUPn7AXkA0HMThZECXKxvAUzpWPn3XfgfLuDx54+iEJ2BCOZuAwZEYlLT/joc0fQCSSg+X3kEgbiRhSdlikkKt539FrP5TLoturYt3MbRlJRjncF0CaTmfkf/UAQzx89jkeeeg6NtoXbb74OH3r7m+D3WrL3UCVsdevQjTzuve9JfPPhJzG1exZ/9N8/h7nFGemNe50evv6392J2dh4XL13E4vYFvPa1t6LRbKFaqUtIWT6XkdqBVmCPfecJbK1sSghXr2uia7lYXV1Ho1bDvr37UN7awoljJ+T7qfKJpjKIGXG0TVOU1kJooZWR1CIMp+J7SUnLRBa62eFnMYo//PznMDs/NxhGqeDyH3y9/Ar8AFh9xYoYAqvvW8jj+h3bMTU2Ln6Ly2sXkEkYcpM3O9yUgtApbyRrrNtE0gija9M3IyabLkEpTuXb3T7GR0ZQq1Xw1Esn0PVcFFNRxCSYYmDgNzAsZ2E9nH7qBKiE+RFU3jCD6dem46NZJdNSl1Tlsuuj4+joEeShB6rmoZgI452vuxn7inkY/S6inLhE2LgqKWxfNjIWGS7W6P1zegnPnFrCWqOHQCihQm9ocCZzfsWqiqGPbEjD3lgfsZCa4PCLUngCq0pvSrBHycR5kHCSYjA6lRwpmypSWxi2JSeACrEQmkLrDkajOiw/iGUCal4A109ncGDvdqSYDuCp8CKaQtuWKRtgOKJjdbMMMxzH5S7w4DNHsD0MbC/EkNIsxAhssFggq5GqWYZXkTHAiZP4wDEgxIfNlFBhBVKaFRLglZPlNhmrXgr1yAhK9Ro0u4awrmRMPDg5KSLrgkwV7i70XGOTwQlpNBFCu8kQrT5++qM34I7rXTRKVUzMTAtz6MThIyiOFdHq+jhyqI61FTag25GIRbG2WQZ5zblsFq1mB72eJZM6bmyc0pba9PvsotpowzQ7mEgGMBk30OmaqDka2j0H6RgDgkIwTQstG8gYQWkcFLDaR4z+hnDR1KJoufRHZGol/WhY+OtIxjy8+cbtuOPm3chEQgLyhLSAHBp2qwlPvlQpbgAAIABJREFU5AMOOv0gDp3fwH3PvYQ1SwX1UOjPx455DhLwRTJEqXMy6Iv3azJMny8FWjj0PJLCVYGDNPvmta30dFRNBw0GsHDSHwRiehjvvftmGP0aHNvH3OxONHo2Tl5YxpcfO/Gq93QCq4ce+Qruv+9fkfcjuGXn9bjUbuKZkyextFFGs2vBox8aD51mF92WI+bp8TSLpiDOnLqAfo8Te12aFjLs5t97OwrZHE79y+NorFag+2LoJOETw2RZgd+HKfaDP/M9DxsAKdIIbA3YqiIsGTAUiK0NCzW+YQKrYtBOtiZlXh4lmmEp8BynB6dPH02mil5tIlVTo4Cj7/V17b+p16SaIGGNSfqrYtBy4kloh2AV/zoS1pGKBZEOhBFxPIzlQpjdlkc+PY0XV5Zw9vwlxBhWZvmYzYzh9Tftw+y2LBYXZjEaLiCMGDRK0iWsimCq2qeUfJ8dKA98XjvFjBb/Z4KnBLJ8+4qc3mdwlaTdunJtGH6kBWmvEAXIVh2EMXHoJRsE7992G16zDo2sPcG3KEOnHUpYGLMEWSlL5x5EL6EeGyXXgtVqwG42oLncX9UwJ+jRCkL5TLoBC47GQUYS4URaGKv0EZbQF95UkvqrGN6UhTN4KtCsCstUPE15JlBuR/aq60NzPGiU4vf68vdaIgYkYnCNJDQjhkAiDo/BQDwsCPLoYYRcDRrtEGh30GlBq7egtZsCsFAG5If4C7zBECCwGtOghTR4Opswhqc58Mmmlef34dt9aDYfU4dHYNXy0Se46gZQ7/vY5ECKygLbRqlTFz+wkB5CJkH5dwSG2DvoGM0nMJ4cQT6WRyKhAHU/xDUg3Sy4bIVExIaXNgi33POq7/F0KoCQRZuTANxcH6FcFLqWhG22YfdMCeEiPZZ7kTSAZHQFCHjwvB34RQm7nOeZSlC+FnRQTe5gMCpYsJKY8x4VpbkH8Z+MM5HeJrOZ+xvQrNZRyGfFm4yeV+LHRs/dgWfxtc8zBCQIrFJVwUeWPVPsIVTDrRgViiU6bPBp/UPmjKhjXV8YxFRXcF1kkzk8dGoZ55ZLmMhm8YY37sMdbz2ASs3BoYNHcOjZw1LQ79+/iMmZHCJGBJbDQQgBqwBabQtLFzexvlmXc58NO/dvhmfkszkJl+rZFsKaj92LM5ieJMvHwMjYiPiN0U6EvqVcGxubJZRLNbllU7lRzM7eiJNnlvEP//R1OFYbYS38MvjgZWw0jq7CYakxWFvNzhRx2203o+92YHV5b9HCoAQ4JjJhYCwTQzERRchnWFNYZP1U7PQRhKPH8NKaicOHT4rSRTlhcNgaQTxBxmZIwkempiakCU5nkhgrFBCPE5QNwA9EQHeUWrmEw88/i6Wz51FIprBvdgohq4WAW0cs7CIWiUvDzbRnbj92n3ZKrrDsh2ErDEOV0CqRIDOQ0sTFrRric7uw9w33CKPV0F2k4nk88uijePrZ50TOR0Yqm02eV2aboWWmLJKYWCLkUBjJ49Yb90lTyMceBrGJhQNlqr0edCpuYoawVJrVmgzpREg7OC+4xlhTlUollMtVYXAxmIxgOsFyfjHpulQqY3pmAfv3Xy+fregHCEhLHp8CIq6AUZ6Hn/+Fn37V9zd/gMDq8HHoo92q1tGs1ZW9gGOjWtmERcuUAbCqbDWupsYrcE8NccIhBaArYDUkQSb8cisHcf7i/4svrIbRymfh+1Hs7izh/xjdwnUpD+SAPfZsEf/9zG+iy5Ba3RCf7TAs/Mrtf4F3bj+GUseUeqivh0Cd2EgoAgc2zm9N4HwpgA+9dg19h4E3UVRbLSSSRXz1dAob/TFk3CayoQimG4CeNFCfSiJta8j0NcSsPqKpGHzdRxcu0ojAbproUI3Ac0XeGoe5KuSS1aqXGkd08Y242Azgc3/w+/johz+Mt9zzLrTb7e/5GVwbTnelkniF7PPl9cQAcKXX6gDkFCB24O05BAdl8Dl4nGE1ogBb9XVl2PsKj9fha5DB84AdL8D6gBk73D+vfYxXgsWi5hlYXPD7gmEV3DrMyODvfcdCn5JCn4QQS+S0fG1Wx8Tffe1reO3rbsLCwoLsr+LDPfBsVu6DOnTPR6+6hcbyCUS6NayWu/jO6bNgMua8EUeq7yERi+OCa+Lwpabs7fQap9z4jbe9Hnfd/SbZi8RjfHAe/f8Bq8PrMvws/pcaT1JtlMsC/zS0AZHrJR9GELF4WggEpgRhKkabEYng9LFjOHn0KPp2TwJzWF8OPyt+vzr7fMzuuh73fPgnEDUS2KpUYfd7otb6nU988vu6v5954n6srJ6BaTooVyzxB+VJ/OyTB0VhUMyPYnxsEp6vY2p2ATfctB+2tYqA30F4CKwSgJeh51DZwfO+j2eefg5L55ckfJXeuVRl1Bp1zM6TqbooQ5Z0YRzbFrcjVyjIXtzr9gQEzOSyyGZzAn4z6Ij759A6aKgU4xq4cpbzvtNcnDlyCJ/55K/B6zSwd/uCqCO1oCby/Fqzi9VyA4ePn5G6NZvJIBYKoNcqC1lmx9wM9u3ah8Vti3CckvK2FtsgV2zzqJhkn0slajBMW5OQXK9KrYoAIli6sIlHnnwerb4Ok7VOykA8lRTbpjSH2/0eJgtZxOCIB2ginRGVCQd0ZORy4ZDIQTLR6vq6+IgHjQSOnj2PYDiGXDKHvQuj2L5jJ144egrrHQdeqoDM5CyihvIC9cwWGhsr+MZf/T/YtzCFD77rHuyZnxJ/btPpY3Wrikeefh6pTB4f+ej7BExln0ulCPtgXlvanlFpxK6HZJwjDzyGL33mt0VpE6KNwGges5MT2D86htBaGcvPvYCg2cL42IxI1q10GIt334YXKyXc99DTUrPMTo3JWV5rd3Hq7GVc3KjhQr0DrdfGa2+4DttmZnDs+ClcXtuC5TnYtXsXRkey4kPM99HvNIRgQ3l/LpMXrIX9BhWkR4+fwsHDx/GGm/fjtltvQGNzHdVaVWzfiqMJhJNFfOOBZ/Gtx55GajKPT/32r+O6m/bKkDoVT+HB+x/CqVOnMTE1jre9/W0ol9dQqzZkyLB9xw4ZLNNbNaqHcPKlszjx4nGYjSbMbgt7dl8noHgqFceBW1+Dv7v3Xnz+c1+QMDL6BYcTGTS6DGluSwggsZFoSDGwSXYSuwDNl71Rne8aWk0Tv/bJT+CHP/KhweB/YMNybQLh93W3/+/1Qz8AVl/xeV4BVrfnMZrKYNe2BWn+KrWyeCwWcyqEwQWboRAsk0E1FgwjKgbQtWZHkH4eKGSIblXbSCYNnDpxEpudHpxwGDGH/ilBuAQGBoET4tLHRkVGYyq4h5uleKzy4GJR6/Vxtt6HaStfVuKOLJbabHgQQtdj3+pj18QI3nrDXszEg0gSnwjTZJusQqbBs8FTiXdup42272PN6uPoyia++9xL6FIyQTBBY2JgH2HfF4+SsQhQiGgwKPsLqudmQcP3yAaB5TNBEIfvaVDIEXyNMpRDDPoJrvbF9LzpAm2XzY+HtO4iTR/NYBRrTQfrPRf7doxj1/QYstGwNJLxZEYAOdNqoyMyWFdAt0iuiOLiftz/5EG0jh7EaMhD3LcFILWG0l0Cqz0VHEBgVXmpckLnw+qTsdofeNoq24VwUBcG1maggNWuL2Cu7nUQ1OhLElHyFrE5YLNA9qEiwfFw6PXCcEOUnKop4R03jeHTHy+isrmJselJmeweP3hEJQv3g3jpaAvnz/SRNjKy0TU7NrRoCPlMSppt+qG126T8M43WR6vr4vmjS7i82RQ7iflsEEUjJibUVZvesC4YVpWLK2C17WhIxwRGQtsF1ms2YkYUcYKYgRC2yLy2+pJ2zoKFPAfKKN98yx7snmbYUhjxsAGNa5KBGuE4zF5b7oVerw9Lj+LpY6fw7MUyei7LF+ULbLChcz2EXF/YfIVkCKkw/SRtVeTLVJVAAAtchTSGQ4qRVSfWZfvw9AgYwCUFoBfAbQd2yHvm606k8jh28ox44tx7dP1V78gEVv/iN/4d5rPjyBXHcHj5PM6vr+Ps6gpajg4jlUOr2xK/T7PjoNfiGtERTSgT9EsX1+DafP0MIHIQCGqYvXEXotkM1s5eRKfURJDX1OJMWL1HNuoymZUuYsjCUkD9sPBngUZQT5gyvjsw+FA/o0DOYTDYIHSAHpSULYuETbHwJCU0oElSNsHWoebuKtvkajDytfDqkIHy8tnjMBF3QJ0Tj8nBI8qfFUs5EQDuvn4XdNdCuVaVz3z/whzecudr0fMDeOj+h1Fd30Q2HsK+qXFcd9sHMDK/G75uoW+uixdqMGjAZdPNhjakUuKFNiZqRkl5GviMEVS92oD5ngmN02Z60lpdAbqVbpWPZUALG/BDBnwtLIMDaaTZDLDxc1y4nQ4cDgy6pqxPabgIHDMJlsMogl4c1IAWAgyu8mD2u7DbTVjNBtxOA7rmIsjEcx+IcF8moG7VYfdN6PTsM1IYNzIIRBPwxFpAhVuJhQv35IGHadRsIkBglfQRoVWqhE+/7yv/a4KqXBvRELRcGhq9nFJ56PTpNGLwCAgPwAICwQw54X0Lu4cArQ4qFfiVMjS7J8xUapopvffDGgLUbrN+1nn+kC7OoKOueL8SNSLTmgkKmqMDVgC+rcGzdfER7LlAo++jZLvYsB1UzR6Wuw00yZINhJBKxJGNhZEIErSKYjITx2y6gHyigFgqAS3KzygG8SDhwcKDbyBRFE9dSqBf5df0QgqxYgaZ+REkRsPwQzZc34HvBGHWe6hfaqC7ZcHvaAISO7xXByxxxZRSjagMFeiLKKnvCpRRHtKUPynekLCm5CZVwZEEZw2CnjINcJGIBkXREgz5sDsEObjf6UpGzxBJacoHXe8ANFX/p0BUWgqJ3Eqee/D3A2m2/F1Q2Q5I+Jd8D0HHoDTqws4Sj0FaD/ex0fVw+MIW2uUeDuzfhde98xboGR2nj6ygtFbB0cMnkE0a2Ld3G5gyxyYyEAzD7LSECW87moCqW6UGNkpNUVOQtcqApBEJemAQDG0RLOzbNYv5mVGkUzGMjBUkQZavhfI+KmYYglUu12XIOTnHJmAnLq6s4d6//0tUy2uIMMBKwhSvsuOGdigcSrMBIKjcalbwmgPX4013vg7rG5fw3PMnUd7cBLpdzOYSuG66gNl8HKPpqHjcR6Ihqbt6fRftjo21Zg/PrvXkfZHB6mv0ClXS30g0IGws7tP5fBZ79uzC/LY5RJJZeK6DvtXGxvoG1i+vwCpvINhpoBg2kErFBKDl3k/GJlk9cHvwfMpuA7AHgDfPN0r/HV9H17TEx5aANcFS1gCx7CgsPYKR2V2Y3LEHJtmrbg89uyNWAGSHbm1sYmurJDLleqstnvKubcOi9JNJ2GxGI2HcdPPNmJ+fv2ZYp4bFYsXD9Ub2M4f5oQg6HDiJx+PLgVUCSBKmKiGragixvHxJmKcjIyOSlM01vbKyinRmBJOTM7InkYEjftjXgGaypgM6fv1T359UeAisCjgWCMFstFDjHie2KS5q1U2YZkOYakJUlXP0ewOroWAEoVhEGl4JkuTvCGBj7QTuPf7nOBiMwmW2AP8zPdzorOLj001MRzX8+WOvw7fOvg9Bqpo02mGYcNwE5hIVfOpNf4fFwlEBmGkBYtFjuR+A7xp48twM9sxdwuyICbsfxsqKhl6DYO0kjPwcEMlLPRvmkRBhzeQhZLvilWrBRzfImVcfBq0jJOnNhUWLal/5S8vecEXWybPERS+QQmTn7Vh1YvjTz30Od7/5LXjnBz8s3opDNvNw31Og+1UQ/ArYOZSbX+OTOrxDZcUMB7fcq0RkonwuOSQbfsljDRir1wLtL2egqrOee4z4BcrzKkIKf1w85d0+XMk5YHAnA2PU79yH+It7zdBPmPcLrS8oISZDUVLHqYRrNuX76DPMABrxduTPubwXGe7DHAHWoSqPIRYM4q1vf6tYerGPGPoPS/CibgkDvm8BtbVN3P/1v5XzLjcyisdePIJCKoT5Qg7BvoNEKIqzpQ1canly/1MQwufKZJP46Mc+hHyhKHZlVwZ96oORa6D8C/7Xr5cNn64doA+AVb5GAciGiig5y8hSc5FI5URxY3c7AFVPVJ7FYjLA6vRMtNrK99Ik6aNjot1qotshyaMNs90RRdJb3vthARu3yltw+rasv9/9tV99lae3+vZH7v8LHH7xsNjFBGNh5ItjSKW3oWsH8cjD34XXtaD7Aayvbche8653vwuuW4XnVKAzoFPyS0hu4LXizcJryfuoj4PPvYBjx44jETWQMuLinUqFS7vLgN0gdu3bh537b0CKg7RcDql0FkYsDpu1KoP+6NudzYq/KpmqarCpPLy5HiQwdTiMZW/v9/HiU0/gC5/9T8gZYYxk00KKaDoONktV8Rjd2NjCyEgWN9x4K7ZNTiETCwlBomubwhQ9c/6yALzXL+aQNAzVr1I9GgypoaUeQrPVUiQfqgyYgeK6CEeTuLTWwJOHjopVIbMLjKSBmBFCfauKZCqORCSEyWwKyRCQZA6HwUCmmDxeqbQlypzxYhFz2+bkvjh/6px48LsBBkJHMD0xhX6/iantu7FeN3F+vQRbjyFTnJZ1sW/PXpw4fBB/82dfRmnpON584AbsmZvE7tlJJFIJ1BjSXDdx8sIqHn/qOXz0xz6KAwcOyLmSSMRlUCzDYvJVWBOEI/L7v3zlr/DE334D2XwaK14boUwCmUIWO6YncePUDPqlMlaePMTlDCOVBpvIvXffgWcuXMBf/89vY2pqGnt2b5M6rVKu0TELjbaNw2cvyLW47eYbsDg7h3Kpiq1SBd2gjmwujVg0hEZ1Ezvnp6A7FsKxsAQPb26U0On0xJd35251Xh964RAWZ6YwOzaKbqup9in2vnofQSOP+594CQ888wLGFqfw85/8Gezau4jRwqgMds+ePodv/uM38da778bi9kVsrl+Ea3FwHURxcgrJbBblRgO1rQ7u/dtv4viRk5ibmcTHf/zf4TW33irrtry1IZjVdx54EJ//3Oelp2KfSJvEFpmtDPyl0hmaeKZnGCoZCaLfox2IJXtQ32dgM4k1IUzNTOMP/+gL2L13j6o7ZVv6QXjVtZvcD4DVfwNYfe9inqJBFHM5XL9nF5pmE22zg0LKQJ7AKdlHvoa2pMP2hJpv+wHxOcklKS/Q0OUUpkLPlDbWLq0ilMojlsuhvbEEQzn9yYYlG7AUCpwODBmUlCaySWeSqGKmsIFZ72mothxhAUSCPCT7Ahh0/CAato140sAte3bixrkJ5ImRElYLxQceaJQqkDGgSeHQbnXQo2m3TRl+Dw8+cxgbTVMOo5BGBpaNoOchGwmhGA0gF6KELIAg/23AzqHMkE0AgSBKhWkCTpNpIR6R3Rni+wjAIqPSIbDKYGmGPg0k4JonAB593zY7DjLbFvDmOw9g9dxJkZKLxCIcFcDEcayBpJNsrhBiI+PY+9rb0QtEcfqx+3H62ccR7LQQYdAXgRMN6DieeKyyOVW+t4ptS9YuQWH1uhUjiKxMgq/Nvo5lfRzLNXrQmQj5XfGYjAV1RCO0DAgimYzBandksyc7hj55zE1oEf/QQmi1Otgzk8af/Mdd2FxdwehUEYlMCqcPHQNDz2rNHp47WMbqBpN100gl0uh0HURiUYzls3JYUwpBVqBhKBnLpVodh4+toFI1MWIAC7kgCkwotmxUu+4AWA0ja+gir+w4AaSiAeKSwgRerfSEwRLXA+hZHkptGw5zywYGVxrZLekkbt69TR2wRgzJeEr8cSLwsNlx0eq1xTNXQMNgAMubm3jo0GnkCqOw6bdYroAxQyGynDUNuaiOXDKCCP0nKXeWlA4VdS/FtrC1PQHDuTU3+z7aFj0OQ+LjxM+fMrXJqQnMb5tGUEJZgqhWKgLufvnxs6+6aCOw+o3/62fhRMJ44eIFHF+9JGwThlYZ8RzaPRuO7wjw3mnZqJdMsZYw0vSVsVHeqAkwLMxuCmoCkMM/ls2gVqkr5jaZDDa9fbk+XJn68e+YyD0MDLj2hatAHGURIN6qg2CcYUOh2KoqyVwxjigTU/eQOtr4pfxY2RTydwbWiDfngDFyNX5iIKV9BXNVmh3Zjl5RtA+kf6poV6z6ofcQi9do38O+8QLmihlsVtbQMLsIRePYs20M0UAUuVgSk5ksNi4vwTRrmJ2ewk03vx3js3v5w+h7bQTI8OU7Ectogn4haWJ9gk822ZPdK5LCl0U39FsCHNIc37d68v20TaEU3o+kEIilRGruBSIqOIoMM2HcUt7qwel1YZst2N0u0DdlasvAAr5+gixCM6TNhYRd+DKxNsk07LRht1roNjbhdDvQyVbimvcDEugVcLtw2V3RK9SIYTyWRSCRghfi8IUAugJsWczQdzfgeUjYHQQZRkZAVFi5DIAiY5XhUQQ2JYICfiqOwNgITRrhJ0ehxyLUPIvyTTF6VVghWa4Ej2kzELBN+JUS3NImdNuCFiK4S/9ryu9JWKGnLSskCjY5vDKF7QerA1hNBTqSActkI1uH77BBicBxw+j6Phr0WLVcbHVtVNo9nLMbqLbaAiLTYzUXjSCpB5AMRTGdMrAtOYJcqoBQhoFWCfjhGPyQKwwOAVcHn5Ws2Te++1Xf4+/77B1oBx20GUpm94VlbdPxpAJ01zuocBhU6kG3mWcalCVPexg23mzSh4wc+jwP2aAvAwXUqa2a3IFHtbCPORQNBgd+0hpSCQOxMD1cuwgFedYkBk2tClIZsq4EMB0AFUOmqgJWFUtV7u5rGbEDMa7yZ1bN3BX2njBWOSgMKvsA7kE6vbEd/MPRi1jf7EiY2vvf8ybMH1jAuYsXcPTZE9i4XBJG1q4dM0ikggIyZEdGYCQMGeAw5MlxfPGXL9XqOH22BJNN+MDigiwLSaUNR9G3TezZPo3t8+NIpuitmpK9S64xpWauK2dUrdqCEU9iav4A4okxlGpV/NO3/hbnzx1HmFYA3BAG25uA1hxqD4AT/huDieJGEG++6w3YsTiNjc3LuHBhHa1GG27bxEhYx86xJCYTOhhoFk8YYgUgg2yPXrE2Lm7V8dSlOuotRwYqnm/JYDykMRlZF0YT70UC1tsWt2HXvj2wEEStsgGnU0MyncFovgDUS9Drm8jSd1HXRBEj18ZlYrlixPE5CWKYtotO1xbf25bli2VR1+qj03PR6fUxOj6NW17zOhw48FYY6Tz0aEJYcWx0yHS2+pQUUq7bg8katGOiXq+hXC1hfWsd9Vr9iiw1GmN4Zg6ZkQLiRlz2bqpuuKfxbG03qzIM5zqiT+4w3EaW58CaZijJJijDHeZqmBWk5mWtQjZvKpNWQ4CAjqAeRjyRlIGiEAP6KimZZ9rQe5DP8dnP/tarvr/5A08cPqpS5ZnKrYdgtUxUSuVBeJGHemUT7U5dZK5DH9uByfLg+QaDSm45IcVWJdOLTXs4FJY94/LqEv7ryXtxWaNUvo+Q5cPthaHHXbzWX8O7DQt/9dR78FLt9QgG2+K1zWsUCkSlMV1Ml/DLd9+LxeIWAlYfAfYFehTlrRxKpoYbFjikNbB+JoRLJQ+BdgBIp7Ft+04ZjvhuUGo07kPDBHr2JeQy8DqGXBW0x7Wg2S7ciCIsSF9x5dzn9yqLmp5nwJ+/BbXwCP7si1/GDdfdgA/+2MfR7nZk/+BjKVkzw/vUoEbheVdBUdkbB7Yn17JSxbJDQlPUwEh+EUTg5y7MbHUPCGjJEEyRnDoCVnFt8O/5Z1oskC1KxjSD6wiIMsxNgNJB6JqAorTQGNxXBJ2lPpGB2FXEd7gnqpCfIcNfqaOEZMLan6fwwNpMWWrqArRxDxXAIaSuBesq3h/JREJAJwV4qppMbACkNtNkINKsVrF28hQCrTpgd3B0aRkbZlsGy5N5hr84CHtAw+khHDZw8ORFnOdghzZSXl9Cgd589z1i9TF8D3LdB+rG7wmsDo1qB6v75SArh7XqEFEBxqrG47qSfRRMik/KHmd3WgKw8rMkiz0YjYjiwZPvUwN1VYPSn9ZT0uIuh7URFKfmkIgEJQCL+QOUYP/nT3x/VgD/9D//BJcuncdWaQuj4yOYnJ1DqRQCEuMC8i6fPYtTR46hUWsglUjhbe94O/KZEDqtVWheW3FGabsltjgkQSirMt4X66sbOHjwBWG4R4K0l0vI0Jc+q2sb68iPjuF9H/0YRgpjYmGhPFazSCXTsiborUoyjIRakSE6CLvkuuKfOegZfsm10nyceP5Z/Lc/+M/SS1Gh1+x0cKlcxwqDITsmbr9lH374h96G2bk5TI1NIOi5kivCs7vluHjm8Al889v/iigc5NJplSnA2oP+5jx7w0HxPuVZw0wDqjkksKrTw9JGBeuVOlq2LT6giUgYU8VRUTasbq6LrcOehW0YYT0W9BHq6/Ka1jbW0Gq3MJLPYO/uXVjcvp3IJiqrm+qe5RlidpGMxUFf+82eByeSQixNcoqNStPCyMx23HjTzQhrLr7wO7+JtVOH8EN3HsBkPomxdBIxyswtS2wKGl0b3/zWP+PmO27H+9//ftkL6HetritDaOm9HkDYiMFpm/jWl/4HLn73KUyPjaHcN1GyTHSjAaQLOWzbNouFmRno5S6WLl6WLAInDIxuX8C5jRLue+BRAW6LYwUhXnFIMD8zh0wmh6cOvSA2ALRgSBPEpnd4MAgnlhAVD20WXnjhWVitptTX+VxWWKTLyyuSj8IB5s033YC4ERMLCH5WzOPhoIie7mQTZ/MprFQ6+Pr9T2C52sRP/My/xx1vuhWxRBgjo0Wpt8+fXcIDDzyIu976VkxPT6B68QysWgNREndcID87jczMNB56/Cj+4Pf/GGP5cfzmp38dH3j/O+FwCNJpY3Xlkpz/m+vr+L3f/T2sLK/I/sagLhLsmOHCM5JreqQwgmI+Ie+ZKrokz8SgDofY00YJK6tb2KyU8bF//2P4zd/+LLK5EUU6+EHGjjC2AAAgAElEQVR41ctqmB8Aq/8GsPqBhZzAFgQvX/+am+Wm2iqX5Oah2TWNodkIEYSpNNoSciKpda6HbCLKPhf1Theltily682VNXHcIaiYjzlIMAHbI7A68DQcMNroccrzj56gbKjoaUNglewYHrKUXbZafdS7HuygJtO4GNlJgRCqloVYLo433nILxuMxGDoPvR6C6QmRDpitFsL0+MowFMnFyvqGgGT1lgnTA545egKn17fEKzHG8CJJeWUgu4+MztetIRujwwkDHFRKMcOr2BAIGES2HQMtGGzD4S19g4Jk8OhwHPp8OhIQwsR6ZiaoqU0A6XhUmFrGyAje8uEPY++OeSydOILVc2cHQK2avGt9S1hhLAkyxXEUd+yBMTGDYDIPs34JZ596DIcfeBBhBsDwVRI89sh0teT1EuSlrJ2vh6+RwKoqVvl+CFQz5TaIhhvCxdAstnoerNoypgspUDgY6FtS5MVCIUxPjksRPZLJoFKpot7pYKNeRdUCmnYULdPEa66bwBd/dR5ry8vIj48gW8jh3EunBWDrdV0888wGzq8EEYqmMTczi65po9VqYiJfFAYQZZVkSwdDAfGXPb61hvWyi7XVCgoRF1MJH6MpA2bPRr3noWP1kTEUsEoPWAKrWSMoYHar72OtYsOgJ4/vYdP00KI3LgurvodYKIiR0REYMR0756ZkYkX2CR0eRlNxxOBis9ZGi/IoHuRhsnA0LK9dwuPPn8Bdb7kLtWpTkpUFaAhoSEU0FOIBRAmWMJlXCgwWoTSQdFXBQ8CQ4Re0YgjoqDoWTIusDBVqRQsIgt/VNmVvGVy3dxajWQMhtw/btPGpfzz4qpsyAqvvetcb0KGHUJ8s4ShsLYhRYwT5XApbtU14QR/BSBS1UgvVLRPhUAyROC0fLFTLNbl3Vbo0PT4ZIhSGURiRYB8/HIHfteH1OrB9SwGRIvUliHzVDkCByqoJUF5NBPAUO0OxtIYm4mRFcCo+lCn74lM39GkdRobJY7HAZwhNPCYDH/HpupJWPpAnfY/Ce9g8ieB44INL8JbPy7XI+4Zrn/c59ygyvZVZmiDkiOoRAeMDviUhLLT2WEzH8OG3vw3XX7cTl86dgta2RE51ZvkUcvkUbrvzHZjfc6v4/mo2WRKDRGEC1vSoIozL57R6CHYbaq2QsTFIQCeorNlN+L0uApT1M5WeAEFIg88wp3geWiwDxNJXvUcJ1NBDVUIXfNjOIHiGbNd+Tya7sVhCkuoF5eXeyudzTOXL7Hro9kzYNNZvttCoraBTq0Lr9pDygbQWQZw/47MJccWT2AsFMRbJwKXXJvfMiK+ATT0s7CNeWwaMJPttYSeFCaJK+IIDncAowWLx/GQCdRhaPgOMFQCmcyYK9DiR8DflOUt+GGGhPoPhhe2qgNUO/GoFXnlDgFUaUNJDVq4hPSjZFAYoQ+5DWMCuKT/DNRxwavAktZ4NdQBan0AkQS0DphtBF74MlCqWi3Knj2rTxFGzigr9a5lamkwiTz9yStwCYcwmophP5JFO5hDMGgiwKYgY4vfKiR3tCaQJFgsIHXjzB171PX7X527FxZN1tFo2ClMxKYw3X6qifrIFt91H0NNgEDwJB9BnQhjvHScIx6IXpJKuisSTZ+81NgBDIGFYSIpNgOdLgyrTe/GOBjIRDQkjIUEeZruCmck85meLOHJ0eRAeMpxmqcg/nk9Dtrg89zXJ3MpDeXAGDv5N7tfB6yKYOwRWlSxV2QNI6jj3Ffq+cQirBXD/S2tYXi1hIZ/HPe95PdJ7xvHco89j5cQmNlfLmJwcw/x8Ae1uRdYH7UUyuQSCAUqVCYx4kmxeqVVw4nQdjaYC8BS4pSSRRiINr9/D9rkx7N4xjXTaQCxBdikBIN6mZLV6qDfJ9qygMDqGuR13IqAn0LG6eOA738CLzz8F3ee9p4DVYQAI9yL+mTY5XO6W1cHM9CjuvPO1CId4b7Zgd/qo11uobVUR0zwsjsYxkQoin44gbkTkDFSMN74WD6uNLh4/X8dmpS2e8lqgr7zqucfTEYRAOW1KWBP5KuiDHuJZ2p/ks/jgx38J+295M5qlMpae/y4ap+6Dw4A3Ji1zz+t7aHd7sAU8tdA0GXDqoGNr6LEGZE3C8zQShx80MLOwC3e+5R3Yf91N8Jyoqqd4ERiUKEF6UpXJe+AAUIbr9BH2B+FU3DNdDwbDmMiOHwSkUvHEdcRGVQEjngCzKysv4sTRI8JAkzpIBnOCqsqAY8gSlp9R44Qr5xbPKtoQSBiVhL9EMDM9K+xVNm/iPa/pUsfRvko8j8moGgz82NT9yi99f4w2AqvD+5Dv0253USmVpKbjDkgrgHa7dhVYlWL7e4dXkYUbDJOxGoYejlyxmahureIPD/0NlkMmQrYGw4nANrfgxIKI9gOYLJWwvvFjcJwc+p6JgJOEHekiIjNNH47tYXt+A//xnn/GbHxdznYnNYZHj05iOnYGUcPDmaOaBNmm9Rg5Q9hoNhAbmcRN1+1CgjGDUV2Gbww2dDh0goYoSRhUgvVd8XrkOc9DggIgzeMZqT5fWvcMfYp1nw19FOb4PnSys/iLL/8ZZud24Cd+8ZdF+i4jVU8NPshMFHbiIEBm+PnyM+af6RXNeoB/Hv6ibx+beZ7XfAzXUezRK2xSGU4OANDBBsZrJEy0wX7LXoegNu03JAwozJCgoKwl/h2bfyoCBMwiSSLEPUp9D2sVMvhkL77ml9RWbEbEUUh5M6unV6oQBjcNma7Ki1R9dlS1CLuM3ydFgC/ennytZASq7xuwegdWbVGfvuwcCFt46sEHcd3iPM4uncMDjz+PgGFgPBrG9QvTiEV18bbUkhEspBN47Ph5fOfwGQkG4sY2O1HEj//kx8V6Y1ibDc8lfrYEaIav83sdjteCquoBhlYAyl5g+Fhk1J09ex5rG1visfq6A7diNJ+F02NwkC33AQFH7mEyshUgVh2XQiIeKC3EC5YWJ5aFrUtn0KuXxW/SDyfwxS9+6VWf3/yBhx/8B6yuH0OnU5b9pFztwHMLaIVGRSFnVmt47vEn0GuZsgYY8rN7cRL1ynlgAKzSYocDZ9ZjkgEBDk8dqcU3NjZx4ugxbK6ti592KpkUUkS1URO6wns/8lHMLy4KcEk1JtcO7U+SaUrTIyKPpnXK1eAqdf5x/dKP9QrYNPC1XT97Cn/y+7+N6saqfAaXS5s4sbyBWqOH11y/Gz/3I+/BTqps0imEqG5ihke7pfrwcBRdT8e3v/MwHn3hpACjvNeqtRpq7Y7kgvg89z1PZOHpaBSFFMNBo9is1XFhq4Rmr4t0No3RXA7T+Txuv/UAHNfC0y8exulz5zCWzyGXTWK1tI6Iq2PXju2isqw3quJfOj0xLjWK3esiKiHOPta2NmC5yipjLJVBVYuhiQiyhaLkrfQcqmmjuOut92BhZgKf+cQvoLV+BnfctBNBx0Q8FIERT6DZNqGHw0jnc3jhyIuIFafxoQ99SAgkPI94v0v5T7UlzzOez5aF7/zpV9F98Qym0yroudy3cMFsYLPfQ6iQxtyuRYQ0A8trm3CjEXhRDRbP47YD1/Jw/sw5lCsVOfdy6SRuuWE/ZiaLuLh8QfYv1m9Uo6VjEaTjMfTCCYxPT4jS6omnn8LZU6fhdC0JsLr1phtFJVgulTA7PSk+tX2ri0a1glq5gka9hrGxInQqiaAJWEky28NHl7D9puvxx//1c1i7fBLr65cxs7BdbJsOPvc8Tp08jTvverNky9gXzwG1NsaMpOAX/XQSmW1z+NOvfxf/et+j+NhHfhSf+Y1PIm4E0KhV0Ou0UauWURgZRSwSwZ/9j6/gwfsfEOsXYS/3XXTbHdi9HvLFAuYXFzA9mkDWiEqw6eRIAcXRUfHz3ao28N1Hn8bBI0fQsh185at/gRtufo2c7RwU/ODr6hX4AbD6bwCr79+eF09MHibxWBQLs7PiH5ni9IKBJgM5IAs6AkX0MWOaNM3yaVjPg75n91Gu1nDswiqimoeOp2Ot00cxpWM2xgE4wZHAQEo4aPRFBkxAd8CilEmJkhjwFLMcAoIeLNeH6fpo9zxJdo+Gg3IQ3njDXqEgJhJANsnEuAzqfWByfjsqa5eR1JlImUV+fh+OvHQQG+trwsKkr9bRU+dw5tyyMvj2PdmAeA1YqBDo4nYwG/eQZFLswPeVsjVOn3lzXW02B9NQTr8HqcVdMkd9gsOaBCux8BcvMU5NY0GMTk3gre9+F2Z37YLv6sikUmiV1nHq8HPoVjdg6OKciJ7I4nZgft/NcHSVYMfpnO10ALOBw49/B8/c/wBy0RgCwgrpo2dRkjKU9Klkej4zGTwq+45ANpsnxUYthTI4FrsOejSLjee/jT3zMUk7n0ok5bEisQjy2awAsWQlUK5f73ZwYW0LRy9V0QwF0KrbOLBzFJ//zPVYuXRJptw0m764dEFCIdLJOB558AyWLsWwtOFgbsc2TOQzsBtNpEJRGPG4sN3cAIO/HGyUS1jvdfD2u+/G33/tX1DeLCETDmEmm4Bnd9DoqRCZbDqKVMRDp0XD9QiMqALvmj0HpY4nQEe314fZcYnriLcKPYoI4t984wIMzcbcxDhMWgR0LWTjBmZG81J4lzodYUCZDBGLG4gmUriwehnnLmzg7XfcidNnlnDfU4fR13WMhDyMx3XoDKQZTLilIB0UhPSSU3Jf1qy+pHNzrTS6fB+OyHGYpBsLh9C0PKy0LHQ9DW+8aSd2TmRAl7KwpuNX7332Ve/nBFZ/+afvRLNKVnUC7Z6JaruNdG4avkv2RAflUhmdlgfb1sUTkBJpTmelYWAgxDDBm4ywPmBHAgjEYwgFgsiOFSQx2a80B+93KKlXICeviALKBhLMYfiBsDyUnHj4xYZJErcHhQVZ6yyN+fdkXVNOfm1yLJnXfG2UfhYKSZS36uK9RNaymFT4yi9JNRfDMKUBkETWNsFdyu7JevN1JHUgHWYoWxCxiIFMIgrfasp9fKnioNqy4Hg9dB3KjV1pAA0NSEeiKGZDmJ1naFsLkyNZ3HXDDcjoEZR6Gl66uIqpuVG89pZ9yGYn4fVZsKtQCQUE+wgwdKNnot8zEWq24dMXk1CgRvZYTxiVXqeOAL0/RUI/YKvQqzORgJ+dgpYswI0mhYlGFqunR6U5YKNET0IWN/KZ8jprBMgITLGpUz6ycpnYQXAo5HeFqd0zHfQ6HZidGjrNCqxyGeG2iawWRBxhRAJhWZsERm3XBHf5rB6HE43DDUdhRRhOFZCCPRxQv1gMh1wHhm0jQo5EXzFeg30Nfa0PGBEEMzl4qTS8RAKBuAGdvkdJyugj8AiUSrfDpsFFgN0Eg4XYsTsuNNMEquvw6yV1rXgNxFSW7FaVGg2RXBIQcpTvq92F125Bs6uKbU7GKhgyp6w8utDQpVTe09F1g2j5QVR6ngwSjzc3sUnvqbCOsZECJoJxjGkxjMBHXteQSyWQTOaQMHJy33gxAksEm4kZaRKgRRatfFZv+/CrvsenXj+D+GQAo7tSiCZD6NU8XD5aQvnZDZHyBqJB8RiTUAQB9JWKg6nlLgdz196DYnmrWnJhpQ5YTQJayL3M9TjwWKXNhAaMJMNIpxksEYLZ6uBNb74BizvjOHn+HC4tdVFa5bXmOu8jpMUQ0Gk10VfAyNA7cACeqnv6qnHHlX+nf7MEpigAeMhs4hom4DCU8sqa5mAxGsVTS6s4vVrGtFHE/n3ziC4kcPCZY1g+cRmGERJvVU0juKwYZ2TysYGUlHTmvYlc1pL97exKA/VaU1LvVXOpbDbisRR09DE9XcB1+xYxNppBLpeW/b7VsdDhwKlnobqyjo3VDYwWi9h747uF0W37wFNPPozHH3tIWGr0oRvuhsNrIOeIXC2mPfvS9O3ftxPJeAi23YJpMg23hFatJvfhXDaB2XQE+ZSObDqBSITeugSdVNo3X1fd8rFSaeDsRh2Xql00LQLRERm06gG2QayHXES9PqaTQVw/kcXkVB52IoW3/8ivYH7f7XC0IC6ceQFP/+VnJfzJsVzUak0JgyAwYenUKWliMUIGKlnxRjqDZCIl15ig28TUPA688S7kRmdQq7WFNaKCoxSgM/zi4GEY6jX05Vffw3qRe5AOtMjkt4VxF8um0Qyq84vedKybGFpB4CoWNlCpbOL0yZdw4fxxdDtVpJNRpZIapKQPz24uwyuMbgIGtFQSliHPRQ+VSgmJTBp79u5B3EjIWuH6JItHhQQpoHb4XviZ/tRP/tyrvr/5A48ffFE8yVkXCnPV6ou0tW/1JYSnXFlHp11Dt9cRFiHPTAWoc2BI+w117vF3slQJroaYmkxQb/D/7XoFX332b/BCdxl7c6/Hbn8Sze4yDpafQ4ND63NBBDbvQUzTxbaZxH9TjyHcrULXYrCjtBpJ49aZF/Azdz2B2ZCFg70bcPlYGbsnzmFz1UO3GkbSCMJyU1gqb+HCqo3RkTQ+/L7bVIiWsInVuX5FnSLrV4dD428ypHkvBGzxHNd4xnNAQP93/gxflMNzpY1eOA0zMQcvt4i/+uYDePbgi1hYmJcBMwceZqutWEwCjtrqMQZrb7ifSEp2mMMJTYau/DN/sU4RsInXLkhVV1IGPPw7fm/IIOFEAaP8d+69BEepEOF6Vmq6q+vj2j342vWiAP6rNdLLQESffvOq/yCQNiSvSsjgwBZlCOpfG4qnbARUgjuHZcPBwxBsvjZsVA3J1ZLla+awaSjXlz4pGkCp0cXxh+/H+2+awjOnVnDvo4eQDKdw/Y79SEQ1VKuXRCkyNVrEXDoKtpQPPvcijiy3xIs3ngjgp37256UPUK9T+erzuUmw4fWSe3nA4JdzgK9lEGwlQ/EACSQkx2iyT6pwGtXvMAOgXq3hwQcexLnzSzLUTukRFIpxvOmd78TMjltlICHDVk0NX13bQYBDf1q0MC2DxzVZrAzvC/rw7C5eeOgRbCwviyUSe9J01MDXnnj++7q///6b96HdquLMmWNSjxtGFrOzOxAZyWJtawuu7ePYkePoNEyMjhSQz2awfWEMuldG0G9Bo/5bsgioGlBqrmuBfrKluVecO3MOS0tLcEjuMeISuGckknjHhz6EyckptVajtNOjFD2IVCYja5o2AFz/V6wgOCQPMtBL3RPXrl8OrBvlLfzR7/8eHn7oQeklLq5exla9j2JSx0++9w686dbrMJLJoZgbQ7trI0imZlDH5bU1kWInkkm8ePQovvbgC1hvmLiwchl9Wjz5OsbG5xDNx+CTKFBrwGt0kOIQuzABExqOr16EEXZw+4H9WJwuYnZiHNlkmqwpbFUaeOq5Qzj44lFkRoromF1k4xpuO3AL9uzYidLGBvpk/YtXrC+EDRICqFRYWVtFbnREvE3D/TBMqkqSWaSTBZQabQTSKaxstbC4azcWF6bx51/8QxR0F6PxEM6ffUm8ShcW9uDi0kXUqlvYuW83/FAIjQ7wzvf8kNSA8XQcRjwiZzBZuazPuZ5DHQuP/vnX4JxexryRQYxO07oL07dxsd7BKdvDZT2C8xZ9WrPQaVkwOY21jRWsrV/C1OQ4isUpHD1+Bs1GE//hp/4DGhuX4fY2YLgMf+5jbWMDmtNDMplFKJ7H3J5diIQ0GZZ3WzVh4bOWyaZS2Ld7l9QV1fKWYtcS8+mawnJfXl/HoaMnMJofRRRRhDwNsaqFF2tlPL2+itfdcRs+/qH3oXr5NIxEFCPFIhzfw/rqqoRaz27bJoQWt7YFt9ZFyLIxvTANL5vB80tr+Np9B9FstvFbn/kNvOeH3gHX7qHZqmNra1P2WdZYrFfv//a38NWv/H/svXeUHOd17bururqrOueePJhBzgxgzpREkaJEilSyFa3gZ18t+S7b79lethyu73PQug6Sc5JlS7qKlkRTgWIScwIYwIAcBoOZweSZzqmquqve2ufrJiFd+w/yv+clSFgDAhjMdFfV951vn31++59w+uQJTI4MIpNIYOncPKKxGALRKGLZHJLBLjYMFZCNRRAJk0EcxmAqD598Zc/B9Oo6Hj14GO/9+C/iTbfeJo0p01SM9Z/+UO/AT4XV/0RYvWMyJw81k1JbbRdWMITNk2MYziYRZhozQeZtstfYsQz1khV9tNs1eaCCVgi6YeLM2Vkcm1tGLKChHQhh2fGRj2jYYDENutPjCPJgS8+SYnWyCKDIxEMFu5p9YZWbp91ld5tJx+wYaWi0XRktk3xcLYBbbnkLAr4LeC2kEkyMA2BZsGJJtOkuceswzTCqnglP91FaW5MNh6EIlaaLl4+eQrVSloOYLamvsvbKlCg/jsZ0sbQbPW4kzVUc6VFsP1Wk9sdMZKSGCy2DazyOeNuCS2i0VTCDOF49H2NbJ3DznbcjkskgmS/AJ5ifRVrQgNus4czxo+r71Hzkx8YxvHGbhBtVmg0MFvLCfK07NoKeC7dWxHOPPoaH738I4YAFk+FIHboKVVJxhJw/Wrm6nrABScGke42OEI6jR4IBnCEGILFP+Eu14/dj01AUl07k5NrTGMDrEY/E5PtnV79WJ/wZWCtVcXK5hsVWC6trDWwphPD5/3UVVleWETYtAZIvLy5hfX0dY+OjePG509i/fxmnZ3x4oSQmJoYQNQ3EwzEk4gk5tHAMo1Svo+042HzVpbj8kkuwuLiCRx59Bo/+6AmMMYHd9OA226g2ukglQohbOup1G75mIRpS48OVto/VZkdcGWCxTM4bBXGOlTFIzPVwwe4xbBhOYSiXRjSeVOnEjqsg6s0mbD+IeCwqzXtyV9gBnZqdRSKexsTkVtz74OM4OjUjgVMDMROxgBIOJE2+F14g40OiSvZi20Ww8ERYpWuLwmqNTQoZp4WI3eVWF7NVF21fw97NQ9gxnoOldxAPR/Cb33ljjtVf+aVbYTcMuC0N8yuLMKNRuB671ha6bgMrK+tYW2XyMUeJ+O0qUfT8HyqkjePRXXSYDJ9MKC5VPC7uPne10ptiVdxhPmf9or7/nvT/vf7789oB9jVnB7vjZPpQ65GRDZNBbq6kmPIa8ZDcL+L6LhUKsbQsRsyQjPQ4XV25sVh4i1GjP+LHw6ASE+XAy7WHuE0G1OkBhIMa4rEQPJujJw7yWQujeRZwHTSaJhyKToEOyrUGao22MAvpYLftDkodSm8etqei+MjN12L33gsxNL4HTquKhamzMNNJjOzYAiscg8c1rCfMyoGXKxpTrJsUVhswVtbRJWNU/qQLjwgAu4GA3Ra3Jwt+Jtj7Hu97T8bvURiHnhqBH81AC0e5+0uAlAqjkkkbcdBQEOb1UngT8irpWus3vNR4PZtgnU5T0q3tpoNWo4ZGrYR2qYLW+npPWA0irpk9sdQQzmTbrsPRushoEXSsKDqmhRaFHYpdvfAdEVcDBoKdBiKuB4uLTNeG12UYlwOdAU/CVE0CkTg8BhdYJnS+Hv6aDjNx4SoRmEIfP/pOW9JCeajWGjX46wvwK0URXQVFoOZjlXOHAgpddgK17cre5DcbcOsV2C0GDFE4UWulsMToPtMN2H5AggRaMFDTDKy0OzKlMVUvocTrE7Ewki1gOBBBzjcx4vpIaUA4HIIZSyNORELEgm/pPQxAAF5Ih8/gPMtCgMEJN9/5uuu1yz+5B/mRHFzYqBRr6FQ01BbaqB8vwq1yH3LExcn7nqGD6poHJAiAOADRMXsip4gU0oRQAivXKR5aKSQq+qlibSvBlS5RHZGAjkQ8iFwmhUa1jNGxCK6+bgs8PYLHHnoFC7M1cUIaDEUkdKiXSCVk1r6Q0XOq8rDOH+e7ZXmfioOZrrSeGNEXrPoiL/dfFtUy7sqDbjiCAzOrKK/XMJTJIZUModyx8dKZRXiNJjZuHEMmwymFtnDDJYiFzRY6NHmfgUgfutlccTycma+iWKzIf/O9E2ai3xV3P2OhNm0YwqX7diGTISLAQ6NeQ3GtKIdEOr/qK2sSOJTOZrHtsvfBTGXh6joOPPM4nn78IbSdlhKSzoNBvyqGgcFPdHJ7KHDsb2IUuUwcnW4LlUobHbsJu9WScA6GeW5ImMgnQ4hHTUmBpsbAfVyQCURzBA34DPawgeVaG1OrRUwvrWCxoqHpMFzKxVgqhL1jOWwezEqDSTM1tEwTyfELsOWiNyFZGMQz+x/C9//ur1Gt1CRpPkyUTjYn6dJmIqWcqWw4m3TlmbIOES/Dkdmx0W3YufMSROMZQQvR3cmDW/81S8Eu49p9d4haxVWTjGiTLgKOB6PrS4NPa7vw6WTitE/ERCcZVqF4aieCw/qTYieFMsEgGbI2nzl1CCdOvgzHafW4q2p/US61XigRUTS+Einp5JcgVn4nuoFW25F6hYFmxAOwaSshSr2nWEIIuZf2SoD//ku//rqfbxFWn31JHEziSOPm6HTEpdxpq+Zjo1nG+tqiILTU+DNf7mtuvb4gJ8IIR79Zg1DsoxuyJ6y26jV86amv4IXGGVw8fC02OQWsVk7hmYUDqMZN4EwHZvlOqdW4PLLetTmq6nfEtdYl2tEOINZu4a2XnsRF+wz8231NjONl7C50YZc5MZPBWqOB1bUWKpxE0SJSw93xtkuQS+dexR2IsNFRorCEylKwdloI9SZZiP6RvU2aIlzGydc14PoKe8N9jNNYyEwgNrId86UGTp6aktFhchpZu/RFZ+5Hsn6EFI5J3KPnYQJ4H/bF1f56xb8nq4awJnsudhH+VBNJoWpeW68o0HPdVTi0vgO05ybtB1v9BK6ovw52e93k/jV89WPfU31ecNb5f+c/ElX72AK5l6WGUPeLNHnZwvmJsDd1cO4z719DxcgaznsgpAnq69iTD+HmHXkcmV3BNx9+AZt27sX1F16JA8/ux9TqNHaNTaJ+bhUb8zoGsgkJPr7vlVNY7XgyVfauD34AhUK+1xBQzQhZCzgh8Krr9LzfF2dk72BPxzIDMZWWKv1KEYe5twQCaFTquKO2RzQAACAASURBVPs7d2F+bqHnsjQFQzQY0aFbFm5838cQHRlSTuje3qfWH5pueOZVdQIfYwb/sqG7MHMKx597Fh1xwDXFPDI5NIR//MEjb+j5/sVf/n0MFPIora8K2iSVyWB8YhNgAucWzgFdHYvzK6iVa8hnchgo5DBUiCLgryPo14SKL4afINFMrwmrgqIhiqKHluCzW6lUcObMtDCrmW0xPrERt733fcjl8vJMUFjl2s11gSIUG40UVvlReMzCmuS9oFAa5+M0+J7zFNYol/AHv/e7+OqXvyzPAicp624A24bj+Pl334zNI4PyfjKQKxVPCe7gyNEjKFbK8rWT6ZSEat3z6As4PDWDuZUVaWqNjW/A7osuR7m4jGQiLsi65556Gm6rjUBXg9PtSmjehbs2Y/vkAFJWEPl0WoRysnPDsYRMO75y5LjU8dyvzEAX4yPDGC4UsLK0IOPiRLCxOcapHpqKePaYmZkRMZ+M11w6Cz0chZnMIJTIoOJ00PaAlVITwxPj8LoOfvC1L+HK7ZPYNpKH06ogHDCwYXILaqUy6vUyBkaHsVKt4ZnDp3HTTW+RuiOVzcpr570n4ceStRYQ9Mu/fO5vcGr/y9g2Nops2MAmK4ZBz0DTMPFkrYy7p0+gpXko5LLIZ5LIZjI4dWYKpVodlhnG8MgkfD2E2+94J97+lnfirm98DWeO7UfB0oV7XKmUJRxMC1jIDE7g7R98P04dP4xz0yfQLK8IIpBr/srSopxVYzQcMYBYwr/ZDWFjOIijU6dhxOPYtm0XTh4+gWMvHkO04mLN8HCGjlIrjLfs2oFrL90LMx1BXfPhsjYJR0SYDVkhaQzF0RG3LUdp6vDx7LGTODy9hFMLZeRzeXz+H/8O42NDEkDXaFSFkctAXuHaN5uYPnUCzz3zFKZOnMBAPIzBbE5c5rx/HfKsdQ1jA1ns3rYF3XYL68U1ae4kzRjcRhMdzwUiURw8fhpDW3finR/4OSRzgzKt9NMfr70DPxVW/xNh9b2bB2TcoOF2kM4XsH3HZjn8hz0H8TAPK2SQtFBvsB/EaUxLiquW3YQR1KRr7/o6Xj58FLPrVUTI8AgEsd4hdxLYGCaH0pOFSvEAflxYlfR6ukw40seihkEZvo+2x04lBQbWgkEpvukKYEhMuebh0gt3Ytf2UdTLReQzA7IYcjyLIi8dHFGmb2sBrFRtWaxarSaq9ToqjRbMaBr3PfIk6nQm6r6MyfG1xUIaYsGAiJIxk25aurnYIVUeHjpWiACQooeFiLhR1XgkBWJFjlSOD7oObY/MNzXaMzA+gje/41YUxsdQbTnI5gvQoVI6OdLE/62tqc2uVCpieHwUkWRaYN7spmzaMCIiRIulQ9cWJy25gp/77F/j5ZdOIBmiAcpH1NAlXTFlaIhoniSJk4FLhwzdQsoo5SMaMnAovAulxIUoLk/BWn0WmwcS2DeRhWlpMubMWIN0IiXOBsKfmxxVDloiYE0t1XCmXEGp4mDjYBBf+MxVMiLHUwi79fVqDUuLi5jYtBErC1V8/67nMT2rodQ2kR8dE6ZMNh1GLBqTUVgWy3ang5179uDq229Do6G4hd/94Y9w7z33w7BbGAx3EWKh0HAlvCpmERfBw7GBqOnLBkFHzmrDlRH/aKCLMMcROKvIrjYF5o6HTC6BC3dvRiYRRTqTkfu5XKpIp5z3Z6PpIp1MIB6LoG3bWC4WcXZ+AQMDOdRcA/c89Awcu4VclMgISwm4dHD1uKAsULgZ9wvEHvX6VWGVwkS13RVhlQnudHkzlVQJqxRcgW2jKezeNIxwwJP384/uefF1r+d0rP7e//gEpk/NY321hpDFBE1IenwiHobbaqFUqmF1haEGGlweSujdpqPyvBEscbrw0Op7khhvFtJwyVGjKByJwF2p9MYeVWAX/x7FevmcV+H24l99rWjuhROoBoUKRlBjb12EQvRaq5A7juXy3qDTjvoYD8cKJ6Chw8KHYhvHw3l/ZLJo2T6KdSZHM+SC4ioPu+oAJAemkArbCXhkhCmESDQUkqTQTILupS7WSm0US3UMZ2IYy4cRD9Ml30E0HIWhGbDJ2Cw3sVq34bCsbdfg8pBt2xjJ5bB1dBTjk6O4bPdFaDcq0INNDG2cRDizFWDAVKdJlUHuS4rVukucQhNdu4XA4hKcmi12CwozHacOzW0h0hNEZfXxXXh0sZKraRnwB0cRyGyEHx+ARgcr+Swh8k3JW9XgSWJsX5YQX7Uq2sSJ2HOHiZmTIVBtCRLokvXWaqFRq6BaWUd3vYl2sYigOFZNxOlY0IlLYbOiLanUru4jr0fQDUfQCYbRMkPQ2HnndeXaw+Ycy69OFZGujrDjQ++QR9yCZnQQKOShZbNANA7IyDwXtYDgZ3x273mg5c9X9xIl5Osd5epFuwVUinBXZ4FGEwYDVjimqyvXlgjHxFm0VOCJYAg47lmtoFkto2HXpFCkA4giNEU38v8COrmuZAAaaGohrHsa5uttLFfrmGtX0OjY0rAYy+QxpIWR9YKYtANIUZiMmuJsiFpJCabwmMQe8NHlfUg0DFE78ZgSjK9/6+t+xu/4u7eiulbDwvFlVGersJdstIsuTE+JhSKm63ztNCMLuVauO513vMeEuddjRSoRSKWfynh9b+xfBUn12KcyCkkmuCHhZbx/gyEfg/mM7KWJhI+t2wsoFm2cOr4Ip00hi05ST41r97LK+jxVFQigBCmui+c3LeX3e64/1YRQwlL/91WgAMezgrIO8NfiYjUtnFypo1huYyDNwA7g8NklzK1VMbkhh0wmIQIoBUflgFJCCesZJQiG5JDJ94sjwtOLDLZYh83Eh16QHe8RsjW7nbYIq1dfQc6YgXJlHbVKWYJmrGhY0D+NpVV0Wi3hlW247L3IjE6iowdx8Pln8NhD90qTWtf6wV7/5y0g8zS+j3w+g5HhPKyQLonVZKpLc4FiX9dHzjLEsZqJGohYfE8MGfW3QmrSh0FiVoAMSjKH6XAKoOl2UWu2cGqpgdllBiJ52DKcw2ReNdZpimfYWiccxTNHZrDSMpAdGxeHiNH0kCerbGAQCY51msolz6kBcbaJ25BMX67fXYSTeQyNbcX4hp0wjDgch9MI5NByPFuhVvqCEi821wwRA3tCTt/NJ87WtoMuXaIBQxpjghAIBuDIGGVI1Yw9AU1N6/DG43OgIZvKShP1lVf244XnH4Ouq71K/i3TklqTz4mqBzqqzuuxNoV1ya/vG8JlJEeOdRv5i2QRclRQkBT9JkAPX0GR+Dd+7Y0xVh8/8KISxKXJHwC7fJXVEhwaHoRlR0f1iuBeKPwrkei14B4RKokNkJFz1sh0rJoIcPycwiqZfK02vvH01/H4wkHsGrkCk8EhrNVmsH/mOTiWAXOxDb34Xmkwkf1gdDlBElRTLr4BjxddW5Ogv4FcABMb65h/7i58/IYWSosm1ssGigzP6zJBnfcUcVCG5Bi87aaLsGPLzledlIoLrsRPOolVoIgKFvS63Pd9tBq28I19NvWYISD3XQgdNhSjWeRHJpGd2AY9moYn6w6NB3TcK16x3bYV07sndfKane8U7z+FvI59J+35TybvTbq/ZmbOivOVbL/x8TFJ9m606K5TwnZfeFX39Wtu7L4po/9vilAo4Vc//kOafD+BaFHCnwrK6n+d/sef/Lvn/znF1B8XVxlQq/ZFJbSqf1P+32uu9bEnEqTV47UTk8TajGvM0loRR59+GDfvGMHMehXfeewFdH0Tb33bOzA0OornDj6HveEchk6VcKR9HJECgzZDePjkGawRgeVquO1978LWbVtV0PCrrmWxLcvGo5Ad5yOjANv1etMKvRqAtaHYVIlvotCo/vzAM/vxo/sfhBWypMnlBzSENWBfPi1fq3Dl9Zi46kpZF6xQuOeU9YQb3XXYVCEWhs1fiLCvO22cPfEyzp08jG6LdZIjk5DD6TS+9ugbc6x+8Bd+W9jJ6ysMy20jP5BBJp8FwcJEO2iegZnpORnzTyWT2LJpE5LxAOz6HEythoDUKxSi6TFQwiqvc5/La9usz/gaaABRDOjl5RUcPXJMzqF3vv9DSKXSMpFpBHt4kGAIkfOEVTpXeR2417Km55lNDEXniau893i+YLPvdz/9W/jbv/5bBHrOS+4zF20awh1vugKG30W10hRn5VCuIJNG07MziMVj8jrWi0VEY1FB952ZX5Lpp07AwMDYpASjHn/pRVywdxcKhSzu/ve7UKvVxYFLF3o2FsZV+3bDaxSlHhwbHkYymsDp6VPiwL1g3z402y4efOwJpLJ5qWUq5aI0XYgmyGZTYiJiXWmxDnBdpOMp5NIZQUAcPnQEbTiIRRPwwmFkt2xBKJ3FymoJCwtrEgY2deYkHv/h93DhhmFcfeF2CQKvFznxQtOTgWjMlGb6zPI6HnzxGG695WYJ+RoeHkaUtSC53b0AUeYk0FD2j//0z7jn+w9g8+QE6KNOGDoyInSHcHzuHObKZWyYHMFFe7ZiOEeGcBdTMws4cXYRiytllOouBscm8Cd/9lls3bQXTz/2OO793leR0Ww5dzWITwyZsKIZXHjZtbj95z8Ot1VHq7qGJx+8B/d855uYGCzAsRtwHRvDgwNIJeLiFlV1MuumKE6dm0NhcgLvff8HBDE0c3oa9959H558+knEbAfX5Iex1YogmjLRTcew5HsohwJAWE1Ic55ZN4BCJIuqr+PpYydw6OxZMcOxZF1ZK+JXf/VX8Nuf/g1Z/2emT0ngaDKdQcPu4oH77xeecMQMIuB3sLq8hM76kuShpMIRpOJxdDlVEA5jYuMGZOJxzM/M4PDxYyLORkIWhnMFZIm7CwYwtbCEouPhTbe9B1fdcBOSyeTrrtH/K3/CT4XVn7i6dYeQeuD2zWlYsRguvvIqXHz5JbKxv3jwIBpLSwiT7RMypXhzm7bii/GA6zOBvSN2aY6eLhcrOH7qDEqNNmKGjkYwhLWOjrTRwaawBpNeQo75vcrFA2xxrCrmJx2rZK2ye0yTAhdX1+fYOw8yXekyc5xNxFUEsF5yRWx65+3Xo1YsIRlJIpXgCIMhHK96tSruUSsSRbnelvRJblgUB1dKFTQ7Oh56fL86RPY6tVZQQ4KBR4YGk91OHgTlQMkgK/5CF2G1w7HSHnyH3480a9jx5kJId0MAaHm+CKuOHoILA9mhDD700Y9gdOOkJO5pCCKVSMOMRWRMrdlmF+0EfnDvgyhXm6jXa7jisn14xx23Y/7cLKKWgT07NkP32BmjaOXK4ZxA8fsffAL/9M9fgscxFcLHdQ1xHUgYHnLhkIisHYoeHU+6LeI2YrESNPB8/Go48a2YO/EMBjsnsWs4hYs2ZJHgGDTHRp2udJFozScCgCE0DPDiIXlmpYVXZhdRrDm4el8O/+vXLpCDvEsRrKPSShfnFzE4PIyIFcH+J47jocfOodhM45LrrsPzzz2JlGUK0Nswo+gGDGzZswtvvvlm6OEUqtUKVstl/OXffwGzM/PQWk0EvJZsymHXRyFuImEBbQZr6Tp4/ZhoXrJ9rNVsREI6UjS48eAtXD9eSY5F8941sHfvDmHeZtNJuW+qtaakGCtyIyeSTcQiYQm9YNevVKthfHID7n/qRbx87CwKsQCyZm/MUkKqVBEtCa4yqq1EACnWe2YkfgcWXRE9x2qdBzgRVn1xXPYdq00fuOmai+UahnVfNr4//N6zr3t9Xqqv4dc//QmcPHoGzVpLCpeG3UQsmRbWTLPeRnG9IuPpxFXwtZMfzMOKSqLtHW5kbJ+uMZXyGBnMi4ucoUGRRALdUkM4Pcrp6oMMMjoe1chbT9SSP+PhVYl5yp2kHGp0CVLgUUUbn3dNOtR8vDjuycOkTXcdD7vCdSJLEWg2mvIex1IxtEoNxMwIYskYZpfnoQdMhMj2FIeZLkWjuPCIGwkAlk+Fy4GhdZBNJDGW52GbrLEaik1geb0BK+hj00gKKQqVHQ/RsIkE74twWBiki8UKvICJ8UwcToDJvF2cWyjh0MkZaWjccO1OvPu9/xcSVhid1gqsxCi0yDB0o4sAWWAc2eQaxzAquyWFoLe6jPpaDV67q3iCno0Am1wu2zAcUeJVciQogkn2HEH3BgYQyG9EJzkCcGw+bEIzKUZymoAOSXJFXxsppOP1/HFbFRChAjF84Usq16rdrIEjopVSEd2VKuxKBUE2HXRDxunCekhCElyH45RMCfZR0Exxq3ZCIbR5eGfxJ2njKqSLL1t3q4h4BizXh85RzE4TZi6MwOgokMxAM6MAQ2cYpiFj8jxUGWrhEvOpYrPKJCTvTbcFza6h26ihW1qHV16C4XaEl8l9h2Nt0tAjxqHTRaAbUlzTjo9uo45qaR2NegUNvy57AsdN3a4jjmAm0fPQw0OAZ5ioegEstj2cqztYa9godmtoM/AvGsFIMoc8uVudADZ7FrKWhSjdF3Q2WDERwQnP9in6EwcQj0JLJYBIDH4wBO2Sq1/3M37FL+zE+kwFxekqmis2ui3utXTXkG1H4UQJXORUcQ+QEcGem77PN1U9FIqbdFkppjjHWJX4SZ6hul9kFJ8YCU5n8O9QVGESubg3DUlZD1ucNKkr1xxCsIJR+RzuGbIe0AV0nlNV1kn52mJD/rHR6f4aqoQEBbw737UqAZO9EA1hDfa+d4pxS6U6jszQhWDK3n9mroiBgRTyIxlhM4u7tecAJAaA4iWZreJqJHeYsSsM9aOwOl/GGpN0yZOmc74ngAjWoNPG+HAWl1y8C0G9q0KEGOAQSyJfKGB9fhELJ05Cc2zZs8cvvR3jO/ahG4zg5IljeOCeb6NWW5cU2h8Ltz5vHJ5IFsPQMDxcENcqHTGvjvESsyTMew0JAxiOGUgGafQOSCgjR/wpxHLtoiuPYaNc47n08kvwPSQWyPUNWbcZNOV0AyK+UVglMqXF5ocZxcx6G0s1H+nBcSSzWaSTcVgWGXht+KwFQdYkf/a1UPV+su6jY3pi86XYuvNymNEwmgy26HhoN4kC4TqnRB5e3z7ugb/mnnC+SNUXCXm0pzulwfdV2GdBGGETLvcnKAFfGlMUdbnviHufTQMDiUgKtdIaHn/8XiwvT8mkgmWZsCIJHDlyHC+9/JK4V7K5jLjDKJZR0BCcRq+h7ttMXXfQ6XrCvOTdzgCNSrmKWlsFEKr7RD1TfC1/+bl/et3PNz/hsQMHlUOzL1hTDF8rw27SQ0/UUw2nTx3FuflZBENWz12mxtX73PNXnZWmJdeCgiqRJCKkcDLN7uIHB7+Hu47cj0JuKwYjAyi1lzGzMg2z08R4R8fc9O1w9AS0Duswvhc6fMMBtIigKByngq6uIT/QRHPxSQzUFvB/f8zA4owNR9MxkAnAinqIUMAKGHh6fx2VShBbtk5gMDssAglDaBiU23fasW9ALnyxq2OlxpR7FynTxHguh1zYQFi3JRDQjMUV7mFgA5JbL0UgHBMHq/JB8FooXADXfb4nrE+5D4pLkYJb3yV5Hq6oP13Txyn0Lx7/m0LVgw/8CM888wwajZo0obZs3Yo3v/nN2M3QN8cW00UfJ0HruO7/OBriVdGTd9V5+KjzbxJlkO4BjXpibf/PlRCshFH5VW/SSDml/0/RVTWxXxPd+Myp8XvWdurP+muboKt0or4qmJ+fR6lYkcAgNppooKCrLGyE0Ow4cItLeN/Vl+DU/BKeOjSFVtfHjm07cdNbb8J9P7of21a7eFdiEveeO4jVQR1tK4AXTs3CISrEAd75nndi67ZtUhuyYcf3jMF1PAcyPKvRaMnXLJXKMgZ82WWXC1aB0wRsWDz5xBOyB+UyWSQTUXG/cg9k4+Huu+7GwsysjPKzEUhhNR7UcUkqLuPBL7U6WBOkjIVUgo7BNAaGB+VnKJ6S7AN+X0RC0by6fOo4Xt7/KEorM/DaHUFR8USRNk08cGj6DT3fH/zEr8BudbG6tCrrJ9FlYxPDiKbi4vY/fuw05ueWMDk+KSnql1yyD8ODacydeQG6syZGGWkckfzUVZ7d84VVmlgorvbd3CqUL4jlxWUEgiYuu/ZGJJIpxQj26GehycGSsxmdlBQt+bGPA6DAyLq+b4bo4wDkqCMOTxe/8+lPC3OWzSY2e+yOg62DKVy1ezNiZhBuN4CFpWWEA0GM5gZkDRIWtuOgMDiAHdu2YX52GrNLy8hPbMaJ+VU4IU4tWYiFgti+bSvsdgtf/NcvYGF+QTi3tWIRE0N5XHPxLni1InTXxobhUVx4wUU4duww0tkMxic3YmpuDg889iTqtotkLIFqtSxIkOHhIYQjFhq8r3QdyXAEXdtBLGRhtDCMay+7BscOH8MPnv6RTMk6gQDsZAzju/ei1XQxP7sMIxzF1NkpnHzpBeweyePibaPIJWNylmZGSSoZRTKVQMPXcW69hicOzeE977kT+XwK+WwS+VxcAt+6Gp3zISnNdd3Ev3//Pvzzl76GsbEJFVwX9BGyDLSqVSxNT2P35Bb8zJ23YiBjQXMZykYtIoKjU/O47/ED8pH5Mu/6mQ/hIz/33+G5Ph578N/x0sM/RFDrIhlnsJaHaGYYV93wVuy67hrk2SwayeL0KwfxF5/5H2iXVjBUSKPVrMsZKGyZkr/LZ5T3lxWhKSKM5OgQtu+9QDJuBrIFdAImXnj0MRSfPQjr2BSSxYqEZTaCAZQSURzrtDDftoX/S2csvTh+yMBctYqj51YQZvgrLHhNV5r3n//CP2DPnl1oN2t45KEHsLa0iNENkzh6Ykq0KzbMKGDPzU4LN3dHIYPi8hIyloUrLt0nTngJuEzEkYon0K43ceCF5/HK4UNyXpwcGxd3MgVYIxaHG4xIvs3b73gPrrjm2jf0jP9X/aSfCqv/ibD6s5dP4rY734XdF12IgMlNzcXc9Bkcff5FGaOIkDEkSLuubEw8GFF64nB1022j6Xaw3mjh5aMzCJEVGfRQgYE1V0fG6GJLTJdxD3FMnSescjyLmzPH/yhg0nVAMZQHWRYLTpduTleKCnGDUqSio84ModLsoFTp4Ja3XQ/T8BHq+sgnEwgEw3Dpdm3b4kZlJ77tuBgfzApndHFtRb7fE2fmcOj4HFLhAMKmCs7hhh4O6eKu1QWiHVQjs3LYU5xIHk45Eqy4s8oF0D8MiGuCPCAjiDWy2To+Gq6Hpu3i45/8CG592y3i0iyursEyLMQicWExERFQb7l4ev9BfP6LX8F6qQrLtPCOd9yCd7/3Xfjql76EN994NfZdtBOtWlXGHeiq4gLDhffk6Vn82ef+DqvltozHsMQPeC6Mrot4KIACOSa6C73rIEARgkID2YqhCJ6PXgvXKuDcyWcxhLPYNxLBvom8iEccH2CRS6cGO20cno2lUlKs1OplnF5s4NDsPGrtNn7mHRvx8+/bJCI8/7xVb4rASri1FYljcvM4ZuYr+Id/eQ4nzgbw3z71cayuHMbUwVmEYzGY8RRGN2/Gm95xG0LRGGrFNrq6i8OnT+KPP/tXKFWb8JoMEXCEbRnudiVQI27qCHUcEb7C0sHXhRdDsZfXkqFS4UBX3Cy8b3kwaXfJYQ1g247tGB8ZQCSo0Ah0vQbCcRHOfbchnWge2tm5bHe7WCuX0QnE8cjTz8BpuxiIBRHVWIhwDE2NLEpqKhGY4kbsBTn1QohUef/jKAAKq7wWFFb5PVTaHubqHVx0zRX42Pveifvv+iZMjY7VEP7n3W9MWP3wx+7A6tIK+xNSJFoEg3scl/BQXG2guF5DPB6TZ43mCB5A7WajN/KoFg0ZI+fINMGI/HdG8ghGwvCqLZjxGJxSTbrh7LISmE+OGZ9X5ZDoPycqYII/+04L/lrGh/im9ecloZycPGxbQRNRi8EkOprNOmyOn8kooxKyOaLVareFC1tIDaJWqsHVHASjIXiuwIpFNGcRyfuY14Vp8BRQyGtKhDRM5LNIR2LiwHf8NqJBYL0nmvHAPVHIIIygjJwylD5mBRGhK5wsJE8JSpdPDKPSsaX43lAYRaPm4sjpWay0F7Dnymuw6bKbYcSy6BZX4LfqMEIReZ9lFSEbtE23JZPpbXjr66itVuA0lVufCc3kgEaZpcaVUUKEKKySxdqUrqrPZM38BnipQSBKYTUsrhA/SE5TQPh8TFyVUcZ+DoMcKNWhjUEWSqz0oUtKsQvXqaFVW0WluIbKehHdtSrcWgum00FSCyJJXiodHBqdQBRiuUL4yPlBdEIGvJCBLrEOpgVd2HIUYSnaMwfNQbDrI2R3gFYdHd1FbCIPc2wjEEkBQUuERp/fO58t4eby3uHNROeSIw4DNbPrwG/X4TfKcGs1dGsNWE4DBr9Qj5tIMYU8BL5tcPm6uafx5NVFq1ZDmeNEThMOE7E1BneRGUt4Ckd+6dTk2h6EiwCqHR9LbRfLbRdVsq25PrJhEo1gMJVFXreQRghbjCjyVhTxdAqBWBKBYBRkfni0y7C7H7OAGJmrFkCcA51kOy993fXX0O4M1uZKMFoBhMBngyiMjggKfFbCdP365IMr1xexN+LH4+uXVI7+dkbhsisCAZ0+HN9XjD1FYGdQlThY+04mOlaDnDChuMPANwcBje5ehZYIBdUILdcEiph9bqv6N3oYgN7X5tosAgH33p7T7yfdY/1791W3ak9I7Qe4iCNdDshqRJEDakePz+FMrYxavYWthRHEB5NYrddgUlDqNRll7I/3vSRjq4AWOlHZ6KEQzWDFucUyiuWaHJ7osuwLvuKG7tpIxULYs2MS8UgQIVMXRhzdIdwDDzz2BNy1dWRjFuq1EsYvvgnjuy6HH86L6/OH3/smFhbOSAhlf0y4LySLGCZrqINMNomhoYK4xCgmyCHY9WA7bWk4U8yMaD4GwhqiuivvO8f4GUrBJmOMIQ3EavDPjRAiPBHx2dVlxhWeoyHGWkrT0fYMcX+g04TLQ3Q4DhsBBOM5xPIbEIgk0SC/vN0SjAGxrvC0WgAAIABJREFUCfKY0qHN9ZwNk94YLw/hbOyQT5hKjiOTG0XTaaCje8ikc4hZacTjSYXm6O2hqsGmaixejz57tf9wCAamlxZfbtbEsStIAL4OXUM0aMnnyOopwqra1ygikidNN/b01DE8u/8RBPQWTDY8tBCOHTuNe354P86dm5cGYjRmIWpFBG2UyWWQyaQxUBhAYaCAQiou+yYPaWSAi7OPUzE0BchSqvYbNpz638uv/spvvu7nm5/w6P6D0HsoAGkgdIHqehnthnKsrq7N4W//5i8wdeaU3LOxWBRbt27BjTfeiGw2K4JYXxykoMqgNqIAuC/0A6zoQH302MP40nPfgh7LIBSIoNWpQ/NtjJUXcUE0ggdeuRV2N4eAV4MRTEAP0CnH/Zt7NJEUXaRzMeTSRZw9+AJCziI+/t4Qbt6zjnCwi0TaheYw+KeDlqPhmRdMHDsTwHqlgdoakEoFpXkQCtFtrZiOkWgWJxYrePrkHFZdNq47CHdtZEwd775pH7YPxVGjczkUFAeTnh5D8sLbRFTl+s9aQTUeFA5CxFIR7mzlnpem0WuXRTV8X3PKS9uHfO0e/5ffU7lcxnfv/i6ePfCcCLTqfqWLtiEC6cc//lFcd911gjuTZ1hCMhU/9PxnnP91vgD6H90cbHj3zxr9v9//e/+RW7W/jv5Hwmr/vKLc+HSKqwBDqpCSBSFIAMVs5Wu2W2088IP7cGZ6+rwGB4dGgpKJECAXneHEdg1XTm7E3Oo6zjLJOxBErOOiUBiBlwgj3nIwUXbgO8Cz+jraSROrqxUV3OmRAR5BKpWU/YIft23bionJcWkAnjl7Fo8+8hgqlbo4juk6/PCHP4pqvSbP5czMNH7w/e+Li47Tlb5v48ILL8Qtt94qbNUv/+sXRRzjpJEwwg1D3H6bmKgei+F0w8Oi48hoOPd3vh+hoI59l1yMgY2bxdgTjkZhxpMi3EbbTZx64Wns3/8EDE2Nwmt+B0PJGB54eeoNPd+XX/cW0OavHLI+IrEILHK0eZ4zLUxPzSEUjMjaQ7FqcmISGzYMC2PVrc7Dkk2ZZ2YHpm6p8MFemJpagxy4HVv2I55jpWzyFDM6k8tjYstupNIZuf4tp9fg0gIwe+P/fBbZVBJWMBuuIqqq1953sfL3ea+HzIjUk5/5zB/jD//gDwUjQFclo9E2FxJ400U7EDY0LC4uy7Xct/dC5JKcKG3LnsF6nq5ArrWV1SXMLSyiY0ax1jXhJ7NI5HKIRiKIxcKwm3V8/h//EaeOnpTslHqlimwqghsv2YOtI3kxSXFv2LZtO9aXl8RV2e50ML2whEcOHMTcWgm7JibF3clnNUwUle9JzgNNDBabgq6LsKYjpll49y13YsPgBB478SJOnz2N544cQlXXsfPSK1G3uzg5vQibtWbQwOL0aYTbFVyybQxWoCscXO7TDJXkVIQdjOLY3DqKdgJ7LroAO/bswOTEIKKGjViIuocKcmXgsu4bePzJ5/HXf/+vyA4NSwORhhOaRGbnTkPvtPCz73w7Ltgwina9LFgzIqgMi/dRCgdeOY6v//u9OL20im0XXIpP/85nEY1kcPrEQTx299dRWphCMhZGueVjYHInrr7+Fmzas1Oexy0bN2AgG8EPv/NV/O2f/5FMAnO6mCiABH+m4lJfVmo15PMjiBZyGNu5TepZNva2TGzE2IZNMrXrra/h9AMP4cBXvonkWg1Jy8SSpeFUOoZZtmVd6kEe1svLMLda2DC5EcX1No68MIPFM2sIuDquuOpi/NXf/ZWEk/FGfvn55/Hdb38Ljt3BzPw8ysUKgnoQkVgU07NnsbyyiPe+9UaUlxbRLK7jjttvk2BzhoeyVk6YMQwVhlCu1vDKsSPIxBMYHhzE17/zbRyZOoObbrsDsfwgDh87ib0XXYxf+a03NnXyhhaG/x980k+F1Z+4SH3H6tc/9z8wuWmjpIRakRA8pw2t42J26iyOHT6KRqUixbLW5egcu1Hia0PLbcu4RNVxsWHbTjx54HksnppFxAyg2NWw7geQDXnYHg3AZDI6f8o4iUpbpEDIIlSlBJMHqsloHt0k4nrzeLBhcjNH7jgyRPefh6AZED7Tet1HemAUm8bzGE1HkYmkoDN4ggduGR1lui8PQm3ENB7QNayWi+ImYGdjZm4NQ6kITK2LlkNeoa9YZOLQ4QgGxRQeClUEDkecKTDaHfVrcSTw0MNDGUHu3Nwoqro+FloeGloAtucjkUrir//8DyQMzG5RHGTYkodoIqH4dTqt/j7K1Ra++LVv4NHHnpLRuk9+6pNo1mv4589/Hn/w/35aFjg6IhjC5LotBAMsGkMol5v4zB//OU7PLkoSvSRacqDbU8EsSQOYtDQkdR+mZyvXZigKjwt76i2okBG5Oot8dwaXj3i4aIhQ8awUiNVaHRq5JYJhaCObycqGU25UcOxcHSeXFqEHHNz5lhze+bZtCIej6Dgd5Txok0/XQBdB6NEBPHlwFV+++xAW1h38/u/8Ki7eNYnF0+dw8OVXZAP4mQ99FIl8QcIvmpUKNNPHgWMv4wt3/7uMCWi+i6kXTqC1UEEQvD6Qe4cBQgXTxHCI7Egf9WYL5UZXxh+jIR2m0UGQqctsCOg+6h0fy5UuoskErrhkj4yKEtotYxrxLDQG//BAyeRfQ5cuLQPUyKt55PkZ2K0mCnEduYgJXRwPbg9EReFHHdIFBdBzDCimoJpypKTIgz9vlbrtoUJRLRAQVyqxEw3O2WfT+MQv/xJ2T47jvn/7BirLS+Ke/a1vPf26l9nF+iquuf4i6S4mmOrJYiHG12Njfb2N1aWWhPNwZNTp1OV59GCgbfP3lcghYjHDrBxHzQJ3fJjDOYQTcbSW1mGlk/BbNtqNprw2svI4PsNfs8HBe125d5Q7Sg42r7K81LPTDytQI9iqWcGiginLDCdJxEzpiJZatnwLsWhUxlr53ZKJxETqXCYt68pysQQrGoXFgzRFArsjGzaFc2IOfF4vepYNC0lTx2gujVjQQrvVFiehEdZQbHqotZmY7WM8l0DciIprj8ZVNjVikSCy0RDyMXI1U8hFg8Kadhwm0weRiMYRjAYEPeJ0DISzKQQzdC6OwwhbCNKFrEVEYPKZHN6sA80mAkykL1fRXquj2+b7T5cVx3wZ7sRALg062T8cTbMb6Nh1lSKSHwIKo+hmstBYyPJaBynWKWFShSPJnLW6hxRPoDd6qwRqEbd5oOow8ZjCO0ea51FeW0Z5rQR3rQm/5cByIcJqQicbmGOvHCHsikudFy3ns4VtIhAOqXQvCZyiS8oSByOddV7bR6DrCN4DrQaMuInIxmEY+VH4wQTnihQGgN87MSz8ybFTXrtOE55dl8aHMOK6LWhtvn908FKkdhCiG6nbhEcOLUUYaiwO4NuATle6H6C+Ds/uyPhPqVmB7XfQDVAE6aBlU1ilOEm3MxsyXGyC0lhowUOl66DcddH02RSLiGuHo7qZRAoDVhx5K4bNRhQ5I4RwOIZgJCGufD8WRDduIBCLQ49SUDXFuepzjJ0ogO0Xv+5nvDCRlTGzDEOCtADaTltEYU5u0C1IfjfdpdRQbY62M9G61+Tsu5T6CxTXJ+61ryZO9ziNSlRVTFVhrOpqr6bAx0kS4bbK5EdXXFkUJmUugM0/5uHJWDj3egrU6t4T8UIqiV70ch8JcF7gT19glDHm85AAfQai4AN6I3NyqOu9VotCvm6iXa+g1uVIpI58LoXDi/NYJhPUslTitjTEOBqveH501ihRxZA9no7KUqmElSJRSG00GkwP59h6D2mi6ZJgm4oZ2Do5gqGBNEaGCiLC0bm3f/+zOPbcK9gxMoDNowOC76haI8hMXAgjPSaH2Hvv+TaOHX0R1Df5PvbFE3EIS9CNLi6XkVHijqSzIsJ3s9mSiYN2uyUhn27HR1jzMJI0kY9wv+sIPzpqkR8dQIysX5Mj4DoiZJkZSkA3JEiNr1k1zrlmcq2TppgIuwqPIMPlFKwZIBQIw0MIjkf2MNANhdHViR0x4fsK+8Dvk7UC3crkGHPKxooyGCMNRwvBC0SQyQ5ieGAEMXLchW2r0BQKhawmPbhGErFCAb3/g9dGaknDQN1uScCHYEko5gaIuei5eHv4CIaZ8fN9NlTQhevUcejlAzhz+hVprFN0PXRkCt+9+z6UynXEU0k1Vhvw4bZU85TiBJus5PBGoxSCEoKYInNv1+7dmJyclKAT7k1shEr4oIxMqyYrf7z/Zz/yup/vvrCqGcwaUM+S4WnyzDeqLdkHV9cW8Md/9PuYmZ3u9Up0RCIm3v72W3HZZZeJ269vAKATmZgECqp0phkhS3FwfRNPn3kKX37+m2jJVFpQ9hk2dq/VVrFN1/C/D9+JWjkLw6/AM+Oy/xqaCd8LoavXiTrHhlEHtfIx1JqDsKsvYWLgavzCzS/ixi1HULdDEihoeI5gMh583MP+Q7YgVnZNTmBwoCCir3KKclrKxJmig3sOHMf8elUEfg4Dad0O3GYd+ybTuPPaXYI14BoV8tuww3mE990hGByeW9jZVTWIatBxzeAZQRyryuepgq+EaUgOf+dV1ioD/ogAymZzcg1Z11FM+v73v4/7fniv4rv26r0+05b/NhFSn/zUp7D3gr0q8JYNIwa0dnv4sN79cL5A+pM3Rr+x1Iud+zE0U2/37jVFe9zwV12tvf34PMdqX1Dtf1RimytnBDUJwPe752ZlldRrSnAi6J67vofVtTVxQavXqu5l3+B5woSje2jWisj4Jprw0NIdZDvApkQW6cFRGIODWC6vYuHoIRS8EGZgo+S74iBlacOJEouNRTCIOCpnvI0bJ3HtdVfLvfnwI4/jwBNP4crrbsDAwBCOHj2Gq66+Gg8+/COkk0ksLy+hWq4IssfvsnnYEGfiRz78YSydW8C3/+1bCGpcD9km7cIyQ4hBRy7Uled4tWrAyWXhhUJwAgaIOagVV7B54waMjI/BaTWRzKTRNYnA6yJHNMD6Kp566knh6wsHtutgLJ3E4yfm3tDz/fb3/BxcCb8LIBqJS93N0fiF1XMyGr5z+x4MDo4gmUiLqD89fRajwwPYPBZFynKkPpR5D81DgPVXDwOiAmgpshJfQuQSazyeH7km0YDkIpPNYXL7XqRTGRFNmRGiGLwsLVWTUomnij8uAqo0mhW6i3/Oj7KnBvnfKpfli1/+V3zqU7+EEB3xARMt18VlW8dx65UXYCjNbAbFxeWZhAIv2bIDAwPicOW9xtfTsdviSm4HogiNbEHDiMqElnCR2UALm/jC5/8JTz/1DJKJJFrNFpxmFbs2DIm4mgkHUVxbFdfvSG5AnTsMHWeW1/DNex9B3Qtg10AGg/mcBPtySonbTzaVVucHagHdDkzPx3h6GHfceBsGkgPQxvOoOE08vP8JPP/KITlLN7QgmtEswvlB2BqwMnsWZ1/aj5ThIG0B2UhQWNwU90vVBppaDA09joqeQyRdwMDYBlx62QXIWS70xjLi7RXoNE/wydACOLuwhi985VuAodi3wUAIdreDc/NnsGPDAK6/YDfOnDwijm66mi3ThNt15VmKJLK46wc/wsunzwKxHH7rdz6HN7/5NvzbN/4FbnkezvocyiuL0ON5jO+8DKncCCY3jsvUCoP5tm4cgmeX8Vd/9vs49tKzyCfjGOSEn2WiVqtiaWlBXKuTFFBTcQxsnkQwGlONgHgSiQxDvhIwI1Exrs08tR9H/v6rCJ5bRSUexfGRAkq5ArqeqlsYujV6SQHDqQimXzyE6VfOIuArRMVV112ND3/so4Kgi0RjaJdr+JvP/iVK68zQAUrFqty7nKjhtFzdbmIkFkan0UDQc7Bj2xbhp9ZaLZiBDuKhMKJmXBzajVYLMctCJpXEowf24/DMPK6+6VYJzH3uuWeFp/yFb//wDT3j/1U/6afC6n8irD5177fQcdpIJSMiIpL9JyMjHRcri0sirpZWVhEQl4AHx7bF1UcPY8N1EM8UcMV1N+D02bP43le/hlZHR9kLSkJfSrOxIxmEyUOrsHzoHlSjwAyRUp1RFTBDF4EphzXlqqKAKXZsfg4LfhbWXR9GSEez08FSuYO1lo/NG4dx5d5tGIzFhU3SbDZkrJm/JmeHB2S6DqKRMIrVMl45ehxnZhbErUNh1eg68jq47QorlUKvJE5S9KSoy0MH3zwetDqw6cagy4W/0xupZHHQNUIiqtLNxHFRsl7JT732hmvx27/8Mbi2jRYP/yzt2RW1wooLpunChaw2bHzj376Dx554SgqDD7z//Xj80cdwZmoKn/2zP8AQXbc2x644bt9EgAehYBDtto+/+It/wLMvHRZXlxQ+PSGP7zdH4QshHeNhH0mPskAQnWAUZXMQC/krsbiyjCgPyKVTuGEzsD0ewACZtLaLRqst4S98L9qtBlKJBOIRCwtrqzh+bg1lu4FwuI3rLojjbbdsRzAUgeYF4bZb0hFab+l49uU6Hn7+LKYrDs6tN1FIZvHrn/xv2LNlK145fBjf/cF9WCvVsXPXHrz//e/D1q2b5X6sd5v44YtP4v6jL8DKpOGXWjj8w6fRXCj10AyKuUSGHB22w5Egwgz7qVdhN8iN4dijgYi4e5UAwIOAiyAWq4Sp+7j04t24bNdmdBpFcVzJwY+ic6chaZYscBjGVW/bWC4X8cq5Bk6/chgjMR3pMF04HQRN8sWEXCibsoxhCbNKPXBCkdBUcIF0wyl2aT4anQ4aDot1XSDsPDRTbLnhznfhTXe8W0S2mWPHMXXoJTRWl/Bb33j8da/NFFYvvWILxsc2ikuzWmlgZLggToSZs+uo11oIWRY6XkcESjou2V3m9WNTgqOu7DTySNskCoLBVl0dicIAYtkMVuZmZNQ0LqydBnyuHR0PHnlovbTtfsiA4py+xsniYaf/Q/AiIrDyQSMQne8jD7Ic3/Olgyw8SPIK/a64gzZms4gYXIVUUXl6qSqbORPqGy1yWiNIJyxh7dKx1mywqSCPsRSeUgyaBmJWSASFIJ3zgSA8A6jWG4IeYEc2HYtKsiUD4ehIY5EasQLIR00Mxk3kE1FkkxFp3AjTkk5by5KRWzZB0GHARxe2W0WDa0w0g2R6BJHMGKKDBQS0EFCzFWeVrt9qDe76Otyyi4BuwdU5KttBoN2BQaIrGzk8WNpldDj+HjCBzAC0wjD8dEFEO4PCKvmmQbrwlGNV1Hx1JHpNYO3PHvNaCVvUhucWYbeZOL6GWnkZlfVVVIsV+AtNapownCAiuokoc1D0DoIBdtZ9xazVDIwYQZjJIIKREMcX4JNDqZEFFZbGAy9C09YQbHkIMcnbd6FnozDHBqElc/ApCBtmT1glJ1a5mtkU0boN+E4JXqMOn8EtXYWnADnVXbryO8KIhdNSzFW3xXlAEVuZLuA7HF3nT35eQA4W1UZVii82T1yNz2QTdbcu7lseCCydiekhSZIPhkPQgxQ4fLgSckVEioZyC1hwPJSCdMGEMRFNYMLMisuBjbNwIoowWZ9x8lTj7AxAo/BMMUm4sbw+AWhbX7+wOjDEcAbeq1F0O47i1FHsEm53D/sSCso9yX2Hjaem3XMq9ZAcr7pDyaXjYcog40sheig+kDEu+A0KrByP4simoX6P+6PipKrnirRLrssqII1iYb+hooRDHogEnSfuMXVHyufLbakaLa9iKnooAt6yysmq1g819t/7t/j1+d8M0jGC4sok2mh5tYTK+orw0TK5QZTdFg7Pzsr0AUPx+Brle+FrEncu1+pew1QEVgjfuVyuoFxz0WzZqDc5rUHBXr02suaIICpko7jk4p2YnBhGOp1A23Vw7NgpPPv4M4K72Ld9A0byCViWgYV6C4hvQnT4AujhJB555D48/+xjcj9RzaMwTTemwiIA8ZiF8fEBEfLIhqTgRCZ4s94UkZcuZDLzZL1mwFU6gclUCGGiFyg2BYhTUcnVdGKFuS+Sncr1j/cFJ3PEacQJGLUOs7FM0ZwBTbyOXDrUAa83KkxOJUMLGfpI9nDAQpucTQqrPHBLE92FKWsEnzvlaibuyTejyG+/AmN7b0RXV4dh1cCmsM1GUhcOhXSfE0OeuP0EudRD6yhkBI3+HXH+sEZZXFiE1nON8rl1e4FTNOGzRkom44gwmAMhxOMmFuancPCFx9GoFcUBzFmAQ4dO44knnkG93pTJJNaO3MO4X/NCcBqH7z2FbBH+2FyplhFLJvDhj34CN7zlZuFys2GzPDuDgOFibKygmlYdCmo+PvDBNyasPvLMcwrR0xvP5t3erNRRK9VFsLObVXz2Tz+DFw8pFiuneoh92Lt7Ny679DJk83lWRtI44LglnbvSeKEzlMF5ZA2HLCxOHcB9h76Igw0NbjglzagcKvjYQBXB2Q6+dfoWnKlvAfwSukFLHItklrsax0/5/DBwsgStVUNAT6LWPoNQ/Hpsyazg41c/jr0jPCC3pFlKB+7TL+h46mAHoZSFoUwWGwY2oevbyuHpMhg3jEePruCRQ2cVqoh1FJMYNSWsxwNt/NxN+7B3nGFwfHYceIEourtuQcCKytrFNUO4ndIgVuIpm20UnSTQsBfsSP6moII4iu64eOihh3Ho5ZdlhHnn7l245S1vRiqZwlKxhD/9089idX5R8WVlceJX8qX2oejjdBxcf8ONuPjii3H8xHGp/ThmvGnjRoyOjApCgl9fnNx0wvLze+zpVxESPedsj0yv6srehIlKeFArp6orFQNYifn8b9XYl7H/XjiVYAl4rmFtStwP3wN0UbfbwiKW/i05nL0wOToMydx/5MGHsL66JtNxyupI+o4HP6DWegn5cW0EWxxfVuFFZsdDSjMQjsQRyRUQTsawVl5DZbkEL0Suc0saFbzvuL/zmd80uRGX7N0rTWfuN4lUAku1Fp5+6QjmTp3GjW++BZfuuxRPPv4ULr30Mhw6eRyLy0tYXltCrVkVfjnreyLq4tEo9m7diXPHT2Hq0HHE6aJksGWAhgtTpnJMTjlls6iWbWy/7Crsvv56CaUkMunc3BReeGm/7PVd10E0EkVHalMHF8aiGNEDeOqll3FupSzNTN2zMZxJ4ump5dddo/MT/p/f/SxK5TV4dGNbCSwvrUqQ1fGpI4hEI/jQBz4sDS6emVk3c49PM1Sws4JslJNi6h6Q5jm1U56bBeVFLEs/qIx7B+8JGpaUyNpuM3ivgE3bLhQUgKDMegK9sK25YvbEU4padK6Sg8m9V85UbM5JHU1Hq/pJHAdvTuJUPvSBD2Bulm7bIBpNB5duG8ft11yIjMVaOizorDMzc3JbxSIRbJqcRDwRFa5sm5kDNH1EEyg5wEzZRs0PyPi+y4kkIyjP4/PPPYuXXnpJ7v02sVJ2G6bXxVuv3IfJQgbV4orsccP5vDRMianY/8IhnDw+h8mRCewZHxJW6Om5WSy3KhIAZTK4y6QrVEPENNCtNXH9nstx+1U3o7lShTaSRWJ8EE5Qx2qpguVyDSt0MjeB2UoHnhUVFun82ROYO/IC9MoC0pYnAdNRCStNw0+MwTbzCA+NIxwbxMp6BYlETKZrdbeIYawiHajD0toyddbWLHznh4/i8NGTyKUy0Htr+MLsaVyzZwtuunwPps+dw+zsEuLJDMqVKopryxgayKAwOIKTs8t48qXDKNvAz37wF/Frv/4/cfDFl1BZnkMyEsLy4jxC0QQyA2Po+joyuRRi0STazTby+ThGBsM4+spjuOsb/xtzU2eQSTDg2sHqygqi8Qiuvf56jIyPoOV2odOtGo8hFosgaOjIjw5ipDAGzbBkTU+YIUzd8yM89/mvSajhQ3YXz+k0w8UREUyNjlDIRdCtI+q3sSEbxyUXbcGmTYOCMKKhjEYoTrrMzyzgoft/JCiPkBWHZyYRiqfRaLdQadTh+l24q8vSuBjOZbBz6yZ03Sba7TpCsGHxmXd9aVqw9plfmJfwq0yhAMTzCCTz0EImysUVTE+dwF995Ttv6Bn/r/pJPxVW/xNh9aHvfQ1mUEM6FhY2is9wD4p3UpxqcOpNTJ88ibmp02hXSyJyNNp0eTaQKOQxsW0XhjZsQNNp4vHvfR8PPvkiGn5IRIWs4WJjRBNHnhJL1AgX/112nllsBgwFkKdTgoW/4ACgwSZ3i7oED80sbMnaYuESCqDedrFW87Fme8gVMrhiz1Zs4YKkBUX8ZFonFyOOP7IzwfHyWMzC4vIKnjrwApZWS8LZySUINPfQsNtSPPPAxlE4Fe6iRk955hW+JGuKbheibYqwyoO+8od2NA1lGJhtdFHleyc8H0OSrj/xCx/F+95+jThM2OHkxkQnDAt+doT4Xs8vrOOBhx/FgedfRKlckddM1+rZqWlsGBvCn3zm92TD4UGP45cMi9HpriPjxQ3g8//8ZTz4yNM9YVUdQqSw4vsNTQLFNlhdDAQ40GfAMRJYim/Damwr1tbWMJDPY/Xks7h2Qxd7UkCcmwkLOyOEWCwth4pyuYggC094KNVtzJdWocdaCJtFXLwxgevfcrkKFHJsGEYUU+c6+Mr3X8Yjz67BjYcxcfkOnDx1CjsGJ/DJn/0QIpqOR554Fnd9715UW11k81l8+jd+FVs2jiMRi2KlVcHXn74PJ9wiUpkc1l48g2P37Ydfc34sAIkbO+/JVCyKVFCDVyrCr1ckrZrjEGEKNzKK6Iowr4ciWG92sFhzkMrEcOdN10B3auIYjYRTsKw4XLcuThge3qJmRNIbM+NjyG3eg3/4kz9DsFZEzKQwwK4rr4d6ZtSQO93ZLHSU24cHSwqUwjcSYVUlZFcpXEsWCp18Hnyjg9vedwcuvv5GDGzcJeLs6uIiQm4bs8dewc/85l+87rWZwuoNN+7Flq07sbCyKu9HIhJDvdzA7OyyHPjMiCmHh2bbEe4RnVxug/eqK+N1LJYoQNRrFRG3eO9mB4eQHhrC0sIc7EpZXDoUosWl6yphVRWKDsH9AAAgAElEQVT5CgGi+I0ULdRhgIdyMgJ/cvRVxvYpFPKu1clYVeIVn2sJuOLzJ4xHA4OhELYO5+mRQDDo48x6E3OlNoJhNks42qMOVRRD4/GUsAPpwKYoJs53ikcGmzlKROKqw+9Rxmp74H8C0GPkANN5SN4gmzsaBbcuMjFT3M7ZeAQDMU3EGslOIB5A56hMTIVDURwJhgSpaTsN1Oh4cynGm+jEExjasAlDQ2OKScl/v+bDXZ6Gu1qH5rErTX6hBoO4Et1BiN9rx0PHrkgDokPnWCwBvVCAlsojEI3DiEag8z4LkbEakPVK2KQ9p6pC2wqsVLFK6cLggdZrodMpwXbKaLfW0aqto07+aK0OY6mJZqUDvx5CGGGQsBcIOMJnonObYhsdBBtjYQRjZIky8d6ET7FFo5uNLkbyFn20WkEEal0YDRehkIZgIYHAYA5aMg0EwyLGcpSIiy/daXSKatybnAq81rq4UzWbkwVBCcoRN5a4nF0RVAWRIAJrUxyxfrMFPmxeS3LmlGvfozPbBSc3Gg7Tvekgr6NFXiyRHWZQRgVz4QiSkbBMHFAslveTh1e6QYhN8HTUbBdzdhPTbAj5kGTRTdHtsKiyoIJkJoXU4AjMRBKIJeCHo9B5v1jENZD1S0dxANiy9/9j772jJDnL89GnQndVdQ6T487sziZpJa20CqtVDkigBNiAACOCCcY/2z8nbO7PNlwcwNgIfG1MNsk2JggMAgQIJKG8Shu0OcyGmZ08nVNVh+p7nvfrXgn7+J4r/clhDnvEjjQ93VX1fd/7Pu8TXvIad0Km+EMmomEZ3jEBl5+wzl/NHYmDiEAAIQYp6ZowVss1rq2O/UbnrBAws9mQJHkClOSDS+q1hAh1QE1N+Y6T7UgJvcj8xZf1Rf69nfQVOce7oVQCYCqWp4Cxsi5eCGWR78uQUdmFdEcAXZDhxYFVZz1WxTdTRUELC08zENQDCNJXNBnDkZkZLM8vSRMyMDqG+WwWJ5cWOqxZ7nOKDap8oJXnKgcEahKm2JHcA2kFUK625JoVK64kGKtgQu4vAQkBHB/pwTVXXYqh4TS8Rg0nTs1iz3MHkZmZw7reNDZP9iMRoXTSRKFaQsFPIj5+KWJD67DzmSfw6MP3yf4q3nW0rBGppho89fWnMNQfF/BCAEU+qzXlgU01SRcU5/CF95QA+njYQMIhmErQlB+JQKkuLBwyjcly5NCR/56DMdYUjkOAjX7Cig0k1gq8Lhx0i5VDZyal6KTCFud3/baOOu2i6VcsJHgFlgQCfCZaAsRzOMntviE/00bAiiG2aQcSm6+GafehXfWgcTDF38X6icBAvSk2VJLV3WEFdp8z9ZlVAB0Bn507n8Ls7BnEIhygh2AGIxI4p6ozXk9eK9pPW7IPL6+cwvLSaQFw6DXPTYTlQaFYFMbPajaP5eUVFAolLGdWpHbr3hN6TIr3q6ljamodtm67EOdfdDHi6QFkclXMz8xhdf4MptaPYO06phYXxa+eIPyv/frrX/L65g88+MRTajjWAZcFWC1XUM6V5froTQ+f/PjH8OjTjyk/a1+pr+gfSCuAcCwiqiyeA2vHJzCxbgr9AyPCxDeCBhzWAIaF9sw+LC19BvefKWNPfQhmwMG1kaO4ZaiF/F4DC49P4YfGuZgxQyKDpq94MEh1k4Mg9xuGqnE98dxunoRfzSISm0CjVsDm/mlcsXEa28YNTA240PwSdu0P4OCJEJo8GwINXLThcnjNojCRg6JP0PDD5xbw0N5ZxTqV5qHjx0wPXa2KN115EXacM4KyD4R5DupB1Ie3wYrElQxfIwOvKVJo1mpyznf2K7HT6IQlmVQxdKxyvva1r+Hhh34uz3yDljKGhgs2b8a73/VuFP0m/vIDfwW3UJZtgnsrX5teu+IH7wOhWORskCkZ7xw4s45KJuNiz3DdjTcI05HyY6mOOsOCrg2BnHmskVTpJICbVE4C6Hf87sWK7AUf1Rf7o7Lu73qpngVYWdNw0iCWSC0Z6B2aPYnnDh9A1VfWOiOpPgzEUypIMGig5Faw7+B+NOotyXMgqD0wMIRzztkCG1F5Lb6fuuvBIyu61ZKg3VAwIKF9vBZkxBOUdFsN8WN84slHcfzEYUyuHZezltLvZHIYk6PjiAUtVItFpFMJVNwKVqs5BCMh5LJZ2E4E52+5AEeOHMXw8CjGJ9aj5tVw9MRR0C5//5GDWM1lZM+yYIK0FaNaR7tcR3FpBeViQX4/eya3WhaFJJV5DEC1+3ux7oodaERi0jPWamUcPn0YBTRgE2ys1+kejXirgSsiUQRXsljy2pjOl1Ep1xAygaip4+BC/mWt73f+/l8jFA6gr68PfT3DKOfLyKwu4PDxA8LmHRkckj2KGR9k9vf0pJGwmSVyGo5RFRakYvgzrFV5CHcZ1ioAjt9vyrCC+3WL9V6rjprLwL0k1m24EOmeHlXD8txr0ISgw45nQK1N3+aQsoNgr26qwRzrdduxEbQ4NFcKFv43/CIj/Pf+1+/gq1/9qnhUN+o+RuI23nL7NRhLOuhJxNHydczOLcveyoGuW6siFg8jmY7LRLbh2zh8cgbPT89guexJcF7FI0DsytqQ98Gz3zRRKuaxtLwkgD0twSb6krjsvE1Ihy1wdhY1AgK+1apN1Gp1bBqZwvmjGzBkGNh3+CAe2vccDpVW4IaCqBNDaLcRizuiJBuNpfCuN7wNY5E+LB8/A2dyEAFK0UM2AkEHZiSEphXAQkPHA3tO4rG9h6DHwwiQcLIwg9k9j8NdPQHTzSEZshDuHYPRvwmxkS1IjK2BV9dQrOSxuLiAACxMjo9gNNlEsrWK3lYGERIYwnHsO7mAr379O3CbGqx4TM7cpVMn8Mrt5+G2a7ehwqF5rYE1k+sxNzePhdkZIcw1NROHZhbx/QcfQ67awKWXX4f3//nfwgzGUWUwLS0gqjUB8SV8mhYQIdplBXBq+jTiCQvjoxEsLezD3InjuOcb38TsqdOy3smovvb663DTK2+C164jk1Fe9LRzoBJo7dpJpEcHsTizhFy+AtOyMdLfj37LwaFvfx+H7nscP5xZwQO1JvRATM79RrOG/riJsYE++G4BEbOGKy/diMmxFEIhpUhRQYAm5s4sShBbueCi0gwgOX4OWnYYM7OzyOazqLgegm5VlFis20cH+7BmsEd8woO6J/sAQ8BtArNBC8vZjLBfx8bGYKWG4BoOrGgMsVgIhUwG7/2zv3xZa/yX9Yd+Baz+D8DqT77zZSlIk2FbADv6RRGOo+SLkgGLEkC/hcUzp3D88EHUax48V0O0J4p1526E2w6gShZI2MLqiRP4zvfux4GjZ8QXtd/RMUbikq4mbao6UH55DVp4sRhhSm1H8sVmTPxUuTG32qA7Fn9OmjuCkPTSEomWhTO5GrL1tkhAdly4CRM9KUkx5AbPBouTfB5Ebq2GZpDgVQur2SyeeGYvqqUS4o6JuB0U+WKp6sqUXNg6wvJR7BzxlpNiXyViEnSm9Rj/WzZhNNYnTb9KCbLnY7FuoE7glHK4NlMFgQ/933+OrZtHpDgXz2n6EzUVO0Sm6JqBY9Mz+MhH7xbAl5MeerEyZKXdaGLrBVvwgf/zhzACLCgDMMy2hMWwoWWR2Gwb+NY99+Jb/3mfYgF3AK4uuCpMnLaPHrONNY6PsOajEujBQuoirDRsuQ/heAqr089iayqPrX0G+sMhaTAoow6FIvI+3aYnjXQ0EkamUMfJpWlsuiCOVKKIjT0aLth+HZpuSZhX+4838dFPPoV90xU0zDYSE30499qt2H/oIC6a3Iy33/IaJIOUEdTxd//wKew9eBx//Md/hJtuuBrZ5TMiqT1VXcG3dj+ERm8Ujm5h1z0P4szThxHsyO27TUZXrkKZRSxoo1XIQitlEdMaiAQUqOw1W7CCuvJ+04PIVZs4U/MxODGMG3ZcCL+cQ0g3JFAskejBamFVbBfoc8P7W2hqOPfyK7H2vK341he/iGfu/xGIHTWbLhjJQ2kMGdJdMJvAIZtvtqKmyWZSeeLx0Apa9CeinQVQqLfgaiaaeguXXbENr7/rjYj2DMK06XfURqGQRyJkwzE0bLr0lS95byawevurr5MJYCHvYXJqGKtLWdRKDSwvrcBiyn3AEKllsVIT+aw0CpWqeBPTVzJIc35DQ6VMLzsVqBTpSWFgzSgKuTzyC8tyDXhwCVQi3nJKftRlU7wArHacFtko+2TG/+JHUpYACsQhEMD/mq/FKTtldC2tIeCcQ2ZVy8OanjQG4yEs5vLoiVuYL9Zwqqhkd5TFahoZ3Z5MOCkPJnvda9BOQAX0EByRIB7eOwLBbP5bZMCRBNmQvShEUMoKiN8r77NJ79BWXYKt4iEGxAQxnqCtaVhAVV4Hsl8dO4REOEa9OUzTR5ghALYjslwJm2iaKBZLcr37+nvlGnOw1A5GEfRsaFUdzWoVmnzmUOdCufDJUqsyEbuIer2GOruKeBpGXxKBNKW2ERgE7uilR9Yq2XhkO6m+XIHb7HgUnK8+twjcyfR34TdK0tw2Gzk03Bzq5Zx4WZm5Cmq5Flo5DWY1CLNOOT+ZqgTWACcMRBMWJuJR6PTf5WApQFA1gBbXLP8IAOOjWbXh5z1oZVdCdpyBJIz+NLQIgdWQeJCK9L4DrMoBQFl/NYd2JSNhXxobYQJLgunxQSLrpimyOAkCqzPQqoY2VQIVAqseWkySrpERR4a2Brfho9LyUPAaKLotFBpUFOgI2xGkEwn0p8JIxyw4Fq0VGKil5KTKSLkBiSlt6AADrFplLNeqOFFtImuGMBhaCwsM9KlioCeNnsERGJEIEImjHUoqYJU+uPTp7EjPsX7LS17jHBwQ+IxFowogJxNKPFUVyMUBBoEEkfEFGOLWQoWsj4byzz7LDuW5J/5yBN/o/8tmTLFNqSaR85DS/k4wFplqYg1AW5YXyfQ7eKkMSAUwlYGlAmhfAFb/O5hAyIOv/wKsqliqXUCh63soIKjsER2GO0FA04RlBmHQhsCxMLxuLSKjA+L13Wy0ML+0gmf37UemVIQtShQFqPK6yXs7y4bl9VAAi/IWb4oUkcAqk4SzxTKqVVdYyFzrfAbZCI4N9eHibecgmQyjWMzhyNFpHD1wChFDxzkT/RjptRG2+B4tAWtmi3WYvZvQP7Udh0+cxE8f/DZyCwvCfhKv484Aio3TQH8aU+uGJSCHMlDlJWvKUJoWPfL0dwCOrgVNzGgjGiSbNqzSccnQ1xnwZEqoHpk4HCjxTCRrn2A6B9HibUkwVhjBismrvFMV25jXS2WM8T2y9gqJtzJtVASg6gxrGgRvORzpsPBCNpsWE9miK81fbzIEKxRFOz6K9OZrEBregLZvQSf7nXeI9DlQqm0LWNAFh168OJQFRCdgp1TC7t3PYGl5XoY7fD5EYdTwxbuPf8gGWrNmEoeP7Jd9bqAvJY2hZL7wrNGojAoIOMymnQxJntnFko9sNif1G0GymZkZ+f72HVdI0MkDD/xUrt25555PTi6OHD2CyXUjuOstb5ZAylw2I2oYeo/fcuvtL3l98wceeGKnPOPdmodexrTeKWVLAqyafgNf+vSncN9DP4FGZjLZZKxLOuuHNTRBPN5U1q2Ta9fixptehTVrJ+UMoKejDgeVuRPQSx9Hzi3haydjolr6g4vyiFttVA8GkLzXxuP1cXwjuRl1LYUagVVT2SZYehQ+Waz6Kqz2ItqNZZiNVaBFFn0T1VoOnGyNhFq4YksAr7nBR6vawO49JpYrQKlWwSuvuQ1t1h8wYXAf03X8bO8yvv3gHmXNIF6lJE4o1nxbs/He19yG615xHZK9bLp70aQdV72Kw0ePyh5HBirDYmRQ0fG97e5X0lt09i4mWPN5f+yxx/CZT39apLSSLSEu5z5atSpuu/02vPK1t+P9f/x+VLNF8fPtWprwYST4zT/xcASFQkGCnvg67FsE5O2Eqb3zPe/G5TsuR7VWk+E1wUlKnGhj0SWlSi4j31/HdoTgqoR3dqyZuoOX7tp4sacqGagvBlS7/5+vxcExHaeqehs/ffYJHJg5iTRByzXrsHF8EjFa9vhtzM3NCNs23RPD+k3nIBRNIZMvodE2sO2Sy+DbTJFvKKudNus1Ew3XRTa3Kuo2+Wr5AtJRDcXnTAs08NRTT+DMwilMrV+HAgNqV1dx4YXnIrOyAr/OO89zuS7nesRy0J/ulWd3JZsTa5LTs3NyjaKBuLCtGRpJCW+1XpP7vCY9goHefiScCPS6j3KugJX5Rbn3rElpr8bU+vzqCgqrKzKoXmx7aMbD8MN25z750CzWsxoCBKS1pnhkXpLsw0SrjlOnTmPz1bcg4/n44Xf+E7FAE1G9ieczavj1Ur/+z0e+gmKpgMHBYaxZsxa1chknjh/E6FgPxkdHZH8POWH53M/u2iND37ZLwD4DW/dUgCfXBq0AqMZh3dyxrjhrA9Fi0j0VIexP1aCBdXU4ksDEui2IRmMI0qbKDMjAmfc2zKR28WRWlgD0e1V7CoNmlfyfwK/FoRw9bMUy0BP1BGvPv/vox/CBD3xQgqUabhsDCRtv+7VXYKIvAo7MpqdPIpcpwA6EZJ2QbxxLJtA72CdWgY/tncbB4yfF51uzHBRJTuKaZh1GfKDRgmM50pOy5qm5NayurKJcKuLCc8/BxrVjqGaWJW9kKpbCxMg4psbXYsOaKVgtHd6ZZXin50R5+cDJg/jevqeRYY1jK/VuwjIwZARxxyU7cO7oOrilOkJhkhhSiPYkpa/ktYok49AdG1aqF81wH/7uy/+Kn+7dj+ELdyCR7IFfWkWtMI9GdgGtah41P4i8Fkfv1FaMj42i3GCfXESGGQxVG1PDm5BIGki1s+jLTSPmZVGplbFYqeHHjz6F/adWYSeiAhQvnZrGtVs34lVXb0OrWpSzKxrj2myilM/JANBK9uDZg9P49k8fhtsOYnh8Pf7ig3djzdQWFDPLyGazstf09vbKnkV2crWYwdGTp8Fgz6m1o0jHgFPHn0PEMvCTH/0YDz3wgJBNLr9iBy64aKsMSKwIVbrsGw2xEEgmepCIp/DIs0/hZ/c/hFrZQzgclV5n/fgY1pkOGscW4Ww6D97EWhQKLuoeweE8UnETyWgY1VwG8yePAF4BtXIGGzePyrCQfSKfycxqrhN2GcDJ+SJqwSRml4sSjMbhFcMc9U4Ic24lI6SLydF+JKI2olYLEebJ6PSYV1gR9ysOIugPO7Z2CudcuA1lr45soSR7+5vf88cvdXn/Uv/3vwJW/8vt7Xqs/uib/4J0Ko6YExT/T4KdEvdDcCIUkoUmnlZ+G/v278Pi/CImxyYwMj4kko7Ts8uoeh7Wb5rCmZlpLC5k8Z3v3IdCNoeegI4R20CEjFVhntKflH55nEapUBwOoYXeTbCjC6xSXkIWAU3WiV6CjQCZBW2RIPI95usaVtwW1m1ch03jQzKVCDqOLDabcic2Px0vpUKD01IaY9exsJrDgX37EWPIBFkVmoYyU8zbZC90JMHCmlFSPPFOJSuLHq8+4DbJTuSRy8KHbFUT+VYb856PIjh970iO2g1pID7x9x9GTzwo8g0CVWyKCBKxgRPpBQycOj2Pv/7I32M5k1Ppr6pbktTwK6+4BH/4++8VhgbRkaDFgCAGhSjmCNMDf/7zx/DZL35dPt+LgdVuU8qftdo+RhwN/VYbJWsIi6lLMbe0jOTgkEguvNxJXD7awMZYExGCgPTKdBuwGbAlsnVXisCgE8FSpoRTC6cwNB7CWL+PyyYTMBIEn0zU9QH81Sd34qlDHvQgUzjrsNIhrLtsE07OzuK6i7bj7TfdgTAZyXoQ93z3PnzlP+7BRz/6t9iyaQoNtygygyfnj+D7R56GZxuINS08/m8/QG0uL8yk7uc6WxSbJnoY4EM/PbLrqnn0GA3EKf3hZIuBLm2mUrNo8FHTDPRPbcLr3vJGMeN+5AffR0w3hKEWcGyRGVRLeZGVu7qJyNAabL70CkTTSRx//nl85ytfRn5pXmTmZpNecorBo/IS+P870laJ55ZJggDllOLxGrJTXanrWK66cHVg05b1+O3feqf4vkbjvYBmSyO1srKCEP1RIyFsveT6l7xBL5ZX8ebfuAPziysirbKdAHKZLGpFD7lcRczjWaTUah4KpYqwRS3bQqNaFbYWwWJhK5k6vHpN5NfEy1h0Dq1dI4VNcSkDvamYCnxOPJcHE8F/8v5eCIcgKMnDUMYVHZbkC99TdiDSOHXsQQh48HvS+6poX7QN+rMxFIvvQ0eY4VM9PfB8A6FWEbFwAKezHuaqbFTqCFkhtNpBkQgRCKGnHP11uLBNioclZbkjeSa4KgzbQCd0qyngK4EJAq/S1HZ82ljE2QFfAtSSsTBiQVekyA4DQci08eqIReKIhyIwSeXRXQHrIqaNqG0gHFaFqq0FJVBgJZ8XJiHB30g0gKjVi4HkJBwzDq9YFqsGhjz4zRqalSp8Mg6bRbheBW7DgB9Ow+yLwk7HJB2Za1QPOjAYPCgeqx1gVZAIYgkt+PSaY69OA1K9CqCMdpv+z/x9FbRbBfiNPJpuAU2vAqOUR7NEFagGLa9DLwNG3RTf1wAD4MjajQUxFk1Ao4zUcGQowZ1SQIo2GWsqnb5dNlHP1eAXqrCYXj6QhN3fBy3M4CpLWQGQHUFgVbwveaPqaFeKaFfzEi5IyR5lx+LILRMuAoEEOuvw6QdMOwCX16oGvexC52CrUoPvKpYMGaqUleXrLrL1BooeUNOCiIYYQpXEQCqBdCyCUIh+r0yjpUUBDUOVJ63Gz8F9skxbgiJ0StdqdUy7Hg4TFAgy7CGMZDiGod6UBG3QBsKI9UCLJKDRS5AhXWSqEljls7Xp3Je8xjeP96FQKkMnW4rNbcMVwIhWJEololhNagAVlGffbdB7nIFjvwiKcpBAxrqwS8VLnT9H300CpDIzk+Ga/CErUcA2Bc6eBWg7gVgCrBKs7YRKvcBYVQFHv8jSUk6CAnB27Am6QGr3v+v+XSwJxDaEIVhdrwENDr2xCfRbFi6+cgdqYVN820qlKk6ePoPjJ0/BrTdhUsYvIK8a4HTZqvL+BChRexTrHQIz4mVa8wVkWs2XBGwlsCphbU0IYJdKRDDQn4Bj8TVbyGVLmDm5jKQTwKbJHgwmA0hFbERDcdlvFitlVAP9SI9ejpVSHT/86bcxOz2t2LqGf9YCxaekNhbB+RdsQDjsSC2mPjf3bBe5QkFCeAimU57b/TJlfzKVnJH3jA23DJE0OAKWstYiYZrAKuslgnEq6KfLMiaTk3uUYahQQqpCCI4qUFr5ktIvmg04Ge18lnh+iKWLgKFkQGtyRmi6j2QiCitgY/rMKor1JjaMpuGYbdTsJMKT29Azda2sGcOgMkAFkdFmQA5TCTZ7YQignglVk/IhJxPN8yqYPnEYi4tnEGS6E+0wWrSuqktwKcGJeCKOJr01xSaBz7EahipVlPICFzsGDnWo1hJZtN2xqeHBx5mOJ0BqwA4jm11FqZCXtcEzYd+efdh/aB92XLMdl1x8qQooDQTFc5zerK++47UveX3zB372+E4VkNkJVRLVkeuisFIQVRdBim985cu45/vfUR6EHOTK9eJ1ZC2vrC1YbxNQ4bW44qqrcOvtt0Fn+I5JP3oHxflFNDN3I2ZmcLioYyXv4eoNAWh6C62jbVj3mchnorjXGcXO2EXw/QAszUbd8mE4ITjeLFB5CsF2VoHsVFe1GgJwM5DQDvfAb9Tgey1ccX4G128wsXKqjcUS64sqLjh/O8Y27EAzmJRnNhKN4bs/eQz/8e3vw+WQ21RSZWEfAUhoLfzub7wdN975FnmmG24ATx0+iPsf+T6OHTsq15r73uDQEM477zxMTqxBmEnWQVr6dCyzOtJnntscLHz+s5/Hz+6/X0AjATY7RAqCV+Pjo/jg33wIzz3+BL76uX9BgUPaTiijVCgMtexLy5ndZTZzRiCgl98WCw7WPlPr1+Pt73yHpK27DU95UHM4wnsk76ezP5JA3xk+C1gmg5Qu018NHPj1Xz1UCQy8+HtdBiN/B3+iqWt45uA+7Ny/G3Wuf+hI0ie5xqEtCSA+KtWyvO9zJqakXmXoDwkD+UJZ1Iy6bUgfIuuSVkC6+nu1ptiEvBZSv5HowdpXQlw5ZOPewf+vhrsCOPtU5SgfbdZYwqwlgCwqM3VG8ZyU84pKP/ZidWV/wFDlnnQfrrvhFRgbGYPpcdDZsUWgn68w7ylPV3UnK5JiPoujBw/g9PGj6EmmcO1tt2LX0f344QM/El9lkou4rjiooyWVE2jjkqkprLHDyC1Mo+QDG6+8DZNr1mP/Aw8iWF3G+tEEfv+L33tZ6/vuL/wYx49Ni91MMhFHxKEdTxu33nQtRkcGlA1Jm0qfGn5w330oFXJiiWSZrvhEUjnZtWoRt3MhLigbCNbT8vcmh9F8Dg2xBSFrFRwMxtLoG1ojvp2GyPxJprAQiUQQjcTE85RAG59R2yHgyKGimOMKO5T7q+SMcM8WdiuVYCpr4l//9d/xR3/8PukFDMNG2PRx9baNuPicCVHzlHJ56G0DoWBYwojY/zAM+cwylaXPYu+ZPKLxBFK9fcI8pGqSln4EbUW10VC5LzyxxelKBm0mdmzfjpGxYVgBHfn5M6iurGKLHceN269EImCjniugkcmhQT/OpoucW0U2ADx+8hjuf34XGmFHBo+bE0lc1DeKEVjQ3Yb0yqMbN6JBglE8jlq9LrY1oURMzkL2JLTlOl2o4uPfuBfZyAjs3mHqb+GRIclnnzYmmomC25CwtH72zckoysijUMrCr1gYjA6gpyeO8ZiG1T0P4OTuxyW8N191kSnVMJutIBi2kUr1YOboMVx+7hRefeN22PWaDDmpzOvrH0CbADqHFKEYvvuzh7F/ZlGCJy0nhff/+UfRP7wWfoMAO4kwCkxkPcF7V23KarUAACAASURBVC+sYs/BwzjngvMx2BOHVs8gszqNgwf2YvrYMZTyRQlvvPTSS8TWZTW7KixXqkKEnNNoS5jhgf1H8dSuPaiUq9KP8VxgD0Y7iqimYdv4enzkM5+HPToOypjrLVcCw2WqRZC23cAjP/kBHvzxvZg/cwLnbBxHJOwIWzoaiyCby0nNMjI2idNLFTx5cAYLmapk5LCfisWTQhzi78+u0P4uh1AAiIWDSAaa6I/HMNw/gGQkKkNQ2ou4daobNFx6ycV4xU03wrBDODm3iIWVLO787T95WWv8l/WHfgWs/n8Aq309SfESoT+JAJ58+Os19KTTcJstzC4s46cPPYrn9h6QAv7cTVO4/hXXSBN09PBxkbdv3Xo+js8chh0M44lHn8ZP7n9QWH39VhApyrxAD7DWWas/JbkVuEIxUnUW+4YAmSx6m5Q+8DDnwQAIsMoFz0Q6MjNX3AZGNm3GLbfdilOH9qGZzykwtTOFpkxADhJKVfga9FrSTYSSvfjJ/ffDK2SQchgkpKNab8iEL0grAIJfIh1TjSHxXFoCiDNcW0ONF6gLrLbJRzKx4LWwWPfRNCPc4mU622pWcc76cdz94Q9xBiv+qFzo4h8uoQqcuDMY08bBw9P4u7v/EdkCjZdZdChglQDBa15zM9759jcLS8I0yDripI4sNsVUIcDw/P4D+PtPfBb5QuVsI332drPR4VtvtRA3NIxEAqhH12DO2YTs4ioGJ9dKwzkQa+P6LVFsShk49OTD0BsuIpxK0vZA01Cq11DjVMdt4+TMHPJuWSbVTCHe0mOhFa1jdNMonp8Fvvqjk6hoSszFa2fGgxg5bxIL+VVsP3cb3v3KV6PPtNAyA/j8V/4DP/jJg+Ipe/stN8IOaAjHwvj6Mw/i6cwpVBseEhUDj339PgQ9JdkW6W+HaSAsKMNELJEWUI+G53qtiF5LQ9rSEPJ1uGQK6LRapK+ViatvvgGXX3sDeoeGofl17HrwAWSPn5BiHgEVQkVmD4GK+MgYAr3DGFl/LgxbRzWbx56dO/HN//gmWs2aJEbSdsAgv7orteYAgA2A+NIpxbWEf+gBeAyYafnI+AZKZNJGQvid3347rrrsEpTLNSRTgzBMSxpWShPZwNIf7pLLb3jJezOB1df+2k3I5apI90dRqbpyfTg5LBY9RGKcHuqo1urCJCKz1rFtkUqRWcjrSnYf5Vychjc6z5cRNJEaHpD31uA1r1QQD4cFsVhZySrGD4tTAl4SHMF/RdN7xUBThT8BCjZ8IgJWwKUwNpQ0nV6l4uMkpbBiuBG8ZhABC++GRh9VA4M0RjcDWMnm0RsChhNhzORqOJ2rodYALDssIQVsFDiNlFAaepnytTt7jQgEJWCH/scEblsCgHAHED9JGZYQICVISEDCgK2TNaGhN86ClP6naijD1yI4JWwvWoIE2wiFDAELjEYLgwTs4rawBrgXsLg6vZzF8bkl1DUdO8ZHEYoEEY+EMTV2EaKBAZQpZ68wUbmKdrUK362h2SrCrZfgNQKoB2MwE7YAqyyQbYYl2Yr5qRF1kAFHx/CXflzMaA0AfpBm/kx0orVIDQbIFCkLowt+BfBL8L2SNMOo5oAqoJd0BEomjIoJzTURoJ90QINmadBtCyOhFGDFiL6rSpfAhc89mMF//NNEqwLUVspoFasI2wGkBmj63wvNiShgNWhJ+KBYAQjwqMHX64BXhV7n+2p19nNdgF0CnQpcVQMhMv0FWGUIW9VDu+JCJwO9UobvMljPg+e1JE16tVbGKhmrLRPNYBrpeBTjPQkpuOgxpQdsgMAqZfvCbBMukWKs0me1WYZfrMIsuNCq9P0uYV9+AcfrDVgpB2unhjDeM4yQnoDl9COYTMOIRhR4Y9oCPkPYHjq0LRe85DV+7dY1wqTMVzxRH/B16DvLZ7wrFeU/hekoKgld2CAq2EKBcV3JPaXhXTmsAFodywxaYEjIJHFlntUcOHIIKd9Xr9396jJWJbSoK/3vWAkIcCo/r4ADpYBV4ED3FbrAalfy331/CgBVbNPuvxOQj3UBJd2mJft/rdXEFTdcCy0VxvJKBpWqh2PHTuLMmQUB+bi/KD/XF96DOksUAHI2NbnTnHoE4mu+WAGs5ng+8+xmk89UcV5THZGQjWQijN5URMI7+WydPL0sZ+jG8TTG+kPojYaQCEVJxEbdaKOCKKzYOrhtB0888ziefnYXCkx5F5ROhTZxs6Gn+Zbz1iEej4mShYB4raI8sEVK3PFQZC1AMCiVSmFwYBCJeBxEfjMry8isLqNaKkiDqwt7jpiXLjWfY9OmxEQ0oDzmZfhNVTctApgALZYOHUCdgCLZwZYlDW4iwhCrlvja0+uVbCjWPyYtSwJkP1F6WUOxXEQ4ZKOvj/JP4NRsFsVyDalEFBEOY5vA2I1vwcjG7ahQXkg5OyxhXxKw7H51gSTeO2JMDEkTyWuTzESCBnUcP34YmaUZBaIw8KmlPNblomotsanh2aqecym0BExVtgFiAiXvUQgGVGho1DB1PDA7z4zYR5jKt5jD1xPHj6JaLotFRk9fD8YmxuVlKxXuo1wfJLd7eNtbf/Mlr28BVh97UixIuqn2lOETrM3Rs5IOsVoLP/z2PfjqN/9N9igKEpTBlkwr5MxjXat8NhkuWcfw0BDe+va3I9nXqwZU3OdyWTQWPw4L8zLEbHmc8TL8DNBOa7C+qyFXsHEcbTwUuxJHrAEE9RiaDA6l9UTuCbiFZzv1mSaqN9uKIppIwY4m0TLaiFtxCTU1vBym0k2MxGoIGy54IPX0T+Cq2/4Q7dgEDL0JK+jg+/d+G5/77D9gtVyGKc+bGr7QW/+SwRDuuuu9SG/cikQ0hkP7juAfvvIFLOdXlB9uva6smpoMoEpjYnxMhuEbNm7E+VsvkNRzstwoa6bKjODe3R+7G/t378bg8Agu3rYNx/YdxMz8GVk7gwP9+OBffRC27+OfPvy3OHDiGFypUWjhwXmgCTPuwC3WOhZGag3zS2zGaM2j6xJ49q73vBsDQ4OybrqPoUi2xe+Z8nOlPqBKTnzuTVOYn113VQmb7AwcXiz7l9O9IwX/r6zV7m6bKxZxz73fwzLVXQ69OlmIKAs1WVt8qkxV66CuPLGFbiOWaOqfHJTKGusMpIW5SgKOeM6KjfnZOl1UCGJtwM+mVDJdWyi+ut9U4LIarCswVs59MnT5mhKMyWGf8uCWAGWqIJs+4qEoXv2a12FoYFS8cRmMKbJ0sarh8FzVYgFDAbIE+j1mCNRqEoI2MjSIiQ3notqo4stf+xK+e+9/IujQwohzoTocv4GtPb3Ytn4KLRI1Wi7sgIPJq27G1HnbETUc1PPLaOQWcfmdb3pZ6/uP/vwfhTF6cnoap08cxvqJUUyMjuHWO27Hmok1AuCxPuXz8MQTT+D4sUMwUIBtNmTta75iOtNOpd2xjVDqOZ52aiiFNpUsJOUwjJM+1A04dhRDQxOwYymEwlFhGZLhpwjU9HJtYXl5WZQSosKj/UaziVqlimqpgnyhIFY5rC/IHOZzPTwyIBYpExPjWFyYx4c/8jd49OFHYNkheJUCUiEdt157CaZG+6VGC+g2HDssNSKDpYtuA7sPHMGufYfgR/vkNRm253pV2bd60ymUSxUJSCbIa1uOnME8p3gRmB/x7ne+GxvOP0fq+4meXjhuA8FDJxBvG3CXVtEql9B2XQSaPgr1Cg5PH0M4nsTg5CR2z5zEI0cPwLID2BRJYCgQQr/pYLB/EMFUGsFUUoZarPMJ2LXtIILxsJAYqGSrByzExybx6NE53PPsMWR1A8loEymniVC8D8FQXCy6sitzWJw/hSp7qf4x6GELK5kV5BaLmBgawPqRQYymw8jMHsKXv/QvODEzBycUEdUbw/oYtkXsoJzJY6wnjtfdeh2sckE84Xm/xb4hHEI0EcNCoYxv/OB+lLUAoukByTu47Y43Y3JqiwRdMSODe06R97NcEozHQVNs16yQA90rIRFqolxbxIMPPyDn5PXXXotDBw4gGo9KPyc+sF5FQHnu20ePTOOZp/di5vQ8auxdGNJs2wjbKqiuWvdQqpSQDkVx9z9/Etfc9Aq1z3AALB0Ka4A2Mosz+OZXPoMTR/ZKcG2I+5LfkoCzVCohwwY+k8Pj63B61cXOg/TRD4hiUBS9HK5KLQyUS2XxnTW1JiyzDadeQkjX0ZdKyx+qEUlwWV5ZRqvuYcO6CVx68YUYHh2D19Yxu7iCN/3Bn72sNf7L+kO/Alb/B2D1vm9+HgN9PSJRpT9mjSemzom4ShKlCfBipoBvfef72LX3AGwrjKuuvBTXXrsDISeEB3/2EEZHRnHZ9ksxd+aYNG/VWhOf/9KXsHBmEdGghZTFBGnKhWgtIPE0Io8RFl9bAalqsqhYqwQzmgwX6UhIlPSAYBcPTUpmNNQDYbz1d/8X+gYGsP/pJ5GdmYWjs0BqQWOSIZmBLaiwLZrFc+JrhQQgy1Uq2P34w8jNTIPtP31beDDRX4yeG5pIK5QUmcCqmOB3QKFqg4e9OmTabQP5tonZWgMZ1jmGOPvI5lBvVnDdVZfig+/7Q6G2s4l1bAcNhvsQm5U0Ttb0ARw6PI2PfeKTWM0XRb7J/4m/U62Kd7zjjbj9VTeInNk06JPXkgNWNb7UsRk4NTODv/7bf8LScvYssNptltkNmyxmaJKPIPpDQZi9GzDnxaDpNiKJmDD5xnqD+K07d2AqFcShXU9jz84nUcusIuGERP69XMiJMTVaQawWsmgZQH+qFw6ldodnoJst+ENp7FwqY66mCiOaxIvUrC+M2ESPSLS2bboAv/fqN2A4EMLM0hL+8sP/gHLNxWWXb8dvvu1NiIctFJsuPv3AdzBDebLXgHdkCUce2QNHsztGkS8wnhSTieFnlAWrwqnd8BDSfESDhkxzKX0qeR4G+3vw1rvehIsuv0Sm0kzJZjjIyuFjOPbE4zB5mDCxNmghqAfhxBOIjk+iErAxOrEejXYdLY9gSguf+szn8MSTTyJIxh594xgAJuxHMkjaCJMRpANhuXqA52uosBxqayi1+Hf25QYuvWwr3ve/3wsTLdQZDJUcEJiBhUI2syrewvyMV1x360vem2kFcMONV6FcoUwqDCscRLlQRK3YEDCdE2g+RqVKVaQj/L2SJunVxDeWbDWyDK0o2Y8G8ksrElLBUB8nmYBm6whFbHjFPAI+kEimsLREKRinoCzO+Jqd+AUmiXaBVZmmKysAJQ8mU0r5IvNesoHg5JRJjRIIRdmteKUxuTqgpCourQvIGIthrDcuRWBhaR4TyRBS8TCWSj5OZsoo0peK7CtLhckxPZsWJyr5m+v6hcaHjYSw2QR0NaSpoS8VdwK+Bu8XX4OLk0ywcAACxPntBpyAJbYBbNxFTk1QkyEwUliFoPtVRC0da4dHUfN88e1dLefV8MawMLuawUq1ig2JfmEXV6qzmOzrwY3bX4eoMwp3NYNWNYdWsYRmxUWjkUej7aHRDsLjECnE5zWCSDQOh+mbjo02iwt68wUNyWwS4J+f16yjbfloOU34Fv0N64y0U4MFo6aKcIaCtWtAswI0aUHQgOE1oVfbsGomAq4FzeUeqxgSPn3ygjaGQwmR7El/xSQwzUfTd+FRqsWivNFAJVuHl3OBsoeoHUC6N4lQPAUjHIFOAJMheCKT7wKr3L9ojloXSwDuz3LXZPgVgA/eEybS86Fro12nVN9Du+7CZ8gVPVarJbQrebRrJZjVurCoKvUaMtUSFt06ig0DrVAKfYk0RpO9SIWTYpUBXkcCjryOAcX4lYOlWUebjJ16GX7Jg1asw/Ba8GplzK3M477lZeSsKtZvHcWW8Q3oDfQjGuqH5kTVfRHQ24bG66Zz6GBCu2jbS17jt2wfQbWhYTFbQa5IgFyxuVhssqiUZlqJG9Sggs81ST2UhIrNRoepRzCN4E03WKrDeiK7KETPQzIlGVgl3qs8dghuEGhTgGT3vOkOSZSP6gtWAEq6zbXesdoRkKrT9AnjRD1HL/ZYlWZbfFoJyHZCq/g+COh27ACU/DaovHurNQmn2nbldsTG+0UBspLJYf/+I8iuZKH7urInoZdrhy31iwCrYqzyv+kmI5ORU3ObEoC3WiipIEIZjhJgkPGmMCHDTgCjgymE6VkZi+L0fAazx6cxlo5gw2gSg3EHyXAEsbABOxyCHY3DCEYA0xbm6eO79uPAsVnMrVZQ10Lwmpo0rfGohfO2rJXhWrFYAIFetb+2BWwjy6Qn3SNA2cjIiACr9NLmVst9rtloigdiZnVVFBCUtRdyOZQKBfEOZEvOz5EImfJs8P4I09gwELItqefkWaLHq5QburBXI46DkURE2PcSfMX7SpCEGA3BB8tGPJ6QPT2fL6JYKMO2dPSkIxI6cXomh5MnV4UlGImZSE1uwtab7kLd6ZMAoLDjCLNO4JUOW/XFwKp6pvneGXZIkIU2AhykmZg+8hxmz5xijBWCtAAS0EcFHwl7i7XQi30tZSBPH3Yy6hmYyiEfQWV+n8NkAj9kciumtMhiAwEcO3YMDz74IA7s2yug0J1vfB1uvumVaHnK6oZnnzBE26qevPMNv/GS1zd/4KePPSH3hgAp3zdDAgk25ZfzQj6g5dQjP/kxPvuVz8sAi6iXnLoEpRROLzYT/Cd3TtbQPckkXnfnGzC+bgo+GaDBsJwtrYW/QdRcETBH83xYCYM3FOaKDeOeJmq5OOZRw7zZgx9Gt6IQGoJv+qLGaGWeQqX8jLxXs8Xnp4lwNI62Hkad54luoVYrol5piv1Aw9MxweC3qQZ6gh4CoTi23fgnAAcO5QUkIzEUcyv42te+iMeffhLkePGZTEXCMvS/eft2XHTDazG47gIMDw3jL/6v9+E/H7gPXlsx8pkaTXYbAXje80JuFQ2GlgQC2HrxxXjdna9H/+AgKrSLsRy41RpOnjgh62XNmjXCLF06PYO55UWpUXPZHLbvuBTRVhv3fOZzePq5J7FIdYRuwWzRDiiItmOgUub5yXmf2n+7+xh/L58bAh53ve1tmFy3VsAZdaJQzafqrWI+jzIDI70GMsWC/Pu1U+vQ198vYIQAj9w7u772HVWCsFT51P0PHqvCNNQ0TJ86hR/8+MfQQxaqrqeGSp0nUwZz9Dhm6CvtnURarlQuJIZ4Xk32atpGKZ/uFwZzqp7j5+js692CqoMcKzsEhrt2f07tpTxHZDDDQY5kY5BNSR98tfeI4qLjO8vhj5xZ7RYzK/HqO16D88+9ANlMQQg+rTrJO4o9GQ1HJJCU14n7ET1wGUrKq8R7QbYjQ5OYJZFMJVCq5vG2d78d5XoZmtmGVS/iyokJXDTQL8oaM2ojpelImA60kTWYvOZW2Olxec5Qr2Ptur6Xtb7f9ua3Y93EWpQKyzhz4gA2TIwjYoZx7WvegjXnbBELKzJ1eQ0e+On9OHp4H2LRBgJ6Ewa9ttsqREzsnmgZ0WEyy9BNdiHlP0+gqdUiY5WWcS1EoglEY73wGD7H8YAdEmbf8eMnceToccwt5rC4sIhypSLPMAE09j6s19Wuwro4ILWuaVlyRtFqaKi/FyPDfeLtveu5nTh8YJ+oMBjeONgTw2XnbcCGkX40Snk0Gj6KVRflShmGbaPstfHUnkNg7HKT1jmajmQyIc9di3YPEb7HGkqVmvQu0jMYBiyHbMkQ8iuruO3W2/CnH/oALIfYQxj1E3OoPfIk9GINGvc4tyrDeJKGeG2WlunBWxYGbIjPgUWQsAqrWEVfOomB/n54pDCHorAiMQkLbNJmyK0jEAsjEAnJvtzgfQqFEe7rQzWUwr89vgv7szPoj1Zx8XAITiQB24kJ2Ok1CExnsdQ0UaqZAv4xcIrHxrqJQYwkwtC9ipzjjz63Fwdm5tE7PCq2UolwBD97+Od46JEnEEAQzUoJ1115Ca7fuh4zp07JoJMsZydCS7AAdh86gd2HT8JO9yHdNyQ5IhNrzsXr7rwLlhM5ixmw3iDTXs77YgFpkmf0NuqZBVh6CVaqjVMLZ+BV69i27UI8v3sPvLorv4dPGq3JrGAYbT+Ae771PezZvV8NtjwdTYN1F0QxE6ZFmEG1r44Gw7FG+vCpz3wKOy7dDhc+bOmGNRh+Ew/ffy8ef+AHsJm5UaMSoCRrTNZ3NCYAu9gYDI3j+FIZJ5arqDSIZdE3WgW0qXBSRdAp5LPwagWxQYobTXilEuoVV+rjJAOR4zFRdbJ3iIcsrBkfFi/fodExjE2sxV3v+4uXtcZ/WX/oV8Dq/wCs/vDrn8XQQJ8Es1DKUSPoQMac74unFFkRPD9zhRI+85kvolbx8IY3/BouuOhckVR+9nNfwvXXXYftOy7G0twJ6dvp2/Ljh36O/7z3h3BMBp0QbPJhE4wIagiRMSFG6sokmts0D0wBVjtSwxanS5TbdRgtnFpRnsiikIvuljvfiIuvux4ruSzKK0uoLK2gMLckJv1Mc2SIAb+qlZpIm8kGiw6Po29qkxTskYCBvT//KQ4++wyy+YIsTnrJSUKtTERFzCQGzGw2ZOrabsOlB6OE1BAwM5Bp6ZjxfAHM2AbooiEx0dI8/Podr8Tv/ObbUCpnpPgPO2GRWEu9wSKZjFpdx6HDJ/DRj/0/yBVLArSKzxrl1F4Vv/Xut6AnGcK6dRvQ1z8ioRDcNLpFGxvLpaUlfOBvPoG5OZVK2W2W5WAly4e7NdkKWgjRQACxoU2YyzeR6k0gX8jIoaU1Mnjv227CG151HUJGGMtn5nFs1y4cP7APbqWMfK2Kiudhy0WXIVup4uldOxFzNAyEIgjOVYCVVeyv2ThEI+xASwUocM6tt+H0RmH0h1CzdEyNTeJ3bn89NiR6sWfPXnzkY59Grd7A1ddejT/43fciFg1i55F9+MYzD8JNWjA8H8d+8gxKp1dg646Ys/MQe7E5O6+8TWmtyTAvshSIs/B+SvIKao06hob78XvvfQ92XLINK7kl2WhbtH+wTQRKFUw/+SRW505DD7YRNAIIGCGkxiaw0tLg9PZhcu0UGn5dDmCmLn7vvh/hU5/9vDQ5BM+6XzR3CPhNhLW2eKOOBphTqqPcaqPgGyjqAbi6JQEPfN7/7M/eh6svvwjLDFYJx+FE0yJDpDcOkxpDIo/UsePa217y3kxg9Yod21F2S0ike9HTa8shsrJYkoaMnkms/dmoswnnNWWICYNSGp6yv+D6I2AXDAWRXV5Es9qWxOZkby/awTYMx4DuuSjni9LcVMuuNO/yeqrS7jAruungiv3TYhiRFIAEW9i0GuIBSaaBBLS4ngwi+NnZJJGGw5kPZbBKKcIGWbFh+4f6halayRVQyhYwEHMQdQKYqzSxSLP6uisAAaVOtHnge5OKRVKDVQPKZ4pgu46maqg70n+SILl8CABIU2DQToBMjRasQFvYalSHhy1b/JnJGCADjKwAsmrCVhh6s4mxvgjWrumTBndhKSfA6kqZXqY+woEoanUf+WYLAQ5gKHcy8gg1PVy99Qbs2HYtNE9HLb8AP5+HX6nDbRAMJ2DZhku6DNNZo1HxMLLDDkzbghYKQ6PmN2CiJR5cLQWuBmpAuIFWpA5YBJ4bsDpp7brpquaoTRlOXTxLJfGpqsFotmHUmjCqgOEGgaZFAzrZx0C2WsDGkBUG0XexeWkyeIqqAw9eq4kKLUW8JrILZJI2odcaCJsa4rGwSL6sWAwGJ+SWLa8lwGrHS1EGQ2ILU1fBOSLbJeufQCGfM7JgGHIl6QtiCaD+dFLJXdJki2izqC6WoZGxWfeQrZQwT5lQU0M7kUJvrBfDsWHEnQR0x4HvmGgz8YbgKhmrvNlsTRoMivIQZEp82UW7VAWYquy5KGbzuD+/iMPFLOKjfdi8dgwTiTR6I73QrQR8JwmDCboBC4bpSOMvoOdl21/yGn/1FUOotwNYzrtYztLC44Xkaw4klMm/ApcEXCV7lNYQlHsReGsqD1YFYKp2Sf2dYLaSy/LZYBNiWabsqQSwefkJllL+3pXVn0VxRQmqJPt8TcVcVbJPxX5UQKm0fJ0mkM16F0SVlq0jexYgSZjtHdm++KJyzyVzVaWLQw9IkivXZ7KvD+dvvxQFwxNvrGMnTmP3c/vglVxhuwtA1WGnCvtV/F+VCqIjwpWah40+w/249zSaGvLFCgrlKgyTnogquZrAQjwWw+BgPyrlPNJxB+PDvRhbO4mDp87g6Yd2Ih3UceHGQUwNJzGQTCNmG4hGQujvT8HX6qqBs8Nw/SBOLRZwYqGGjGvhwPQCntmzFyHbwIYNIwJe05OZ21/IDqMn2YuJ9WvR10sfMwZM0ueOQyNP9jvWLPRHU1/KnohAulenLK4s4GqRHtnZnPipV8tFYX9QBteid50TEoYetIDI7dxaWdijashMdquOVDiIgd4Ixgbj6E86CHWC3WouA1PokUmP2AGkkj2YPnEap2dX0BdPYE1PVMLUZosV7Du1KL9jIm1j8OKbcM51b0G94cMJCPxxltWsQJkOu1nOW7LY1GcSb1Ra8rD5p9+/ruPIkX2YXzgF06RMVdULvk9fYWVToEB+db7Ry5b3mOcJIXdaBvE3MbWaLHgVqkgAmYxcDXNzZ7Dz8cfx/PPPy/NBYG50Yhy33XaLSFsnRqcQDnOQV0U4wmG4si147Wte95LXN3/g/kcfF9CpywyntJlrs7CSh+vVEQpoePrRR/HJz30SVQK5TIYVByIFrPD5ppqCa48KtFDAxOjwIHZcfRW2XLQNNb+NiB1DrlSHkfsHpLwDKMkAlWdyC1rYQDBjoPZvdbSWElgSq7AinrInsStyGYpGBLFgE25pJxqF5+UsIIssHonCazVkmGb4ivlacV2gHUE7QH9xWikFsG7UwmVrXBiBADZf9tsY3ngVsguHYLFhTqWxksngq//+JWhaHVNjQ1jTn0Y5k0Uw0Y/zbroTYxObxO76zW+8HYdnp2GazWRl1wAAIABJREFUtgrWsR1hIPMZqVQ4IKzDkDBRQ9jf5110Id75W+9GMpUCaGUgIT2OKLHI3qIHKBndhm0JQMx9LpfJAKUSnr73Xjzz2IM4ns2iQsVXvFdsNbJuGQVevA7YyX9KUG2H1U9Ar6e3B7/x1reid6BPhl8yJOCz2wF5po8cRSWbR9RysJhZlWesd6Afa9euRf/ggOx59AtlYKMMFVitCCNUAZpq3++Eh76Ivarsmdp4atdzePrZZ0Q5IcpBPvXCvFXWGmq4RQBU7fNsR/j8kSUvzLwmv69Y390vKQFURSVLU/bzzncERpXtXg3IX1BFiLO2YlmSDStqppaQFFRIF89/Wqe1pOaSea2o1TQwMW/duim8/tfvRKXC/AeyuJUlEKf6AYNp9RYsMyDheVbAkkDhlsx8lTUDgVvxENeAeDSGRCqBT37hU/jWd/8DAaeN69YM47yRfrRbFbR0egLXELdspGNx2OFB9G29Cpu3vwItDkmDGtaPvTxg9R//4o9UmGLbxWh/RF4/e6aIoYtvxvC5W+WaktjAj/3Iww/hyKF9cKyKMO/YP2u+UhUKGN5ByLt7pfSDYlXCHpAKTgO+TvsU2tn42LdvGs/sPyFp7bRh4ABRwG6uHT0k95u18wt9pY5wNNqppRsCXLOeIHhFMK/pkelahAmeM6s4sPsp+C0PGzdP4VU3vwLjg72YPrAbhltGo5hDzaujSgCMAF04jtMLWTx/cBpt0xF7PlqhCWjpVYXM0N+bEpstnm3EJFbJsm/7Qqjhvad9XTqVxj9/8QvoGezHoOlgYedupE6dgSF1WkVCX4NOUA2KmbsRDAhzfX52Tshcg1NrpX+0ah6C3L8Z/BmOAnYUWtBBpbCEZrYE1DwEHAfBsCMhaLSy0Xgdww6C/cN45MwZ/GjfwxjuBwbaNdl3JaSbXvuhEHJV2hvkkcm6YpEVioThWFFYjo7hmI1kmNYLQXiGg5yvocFMGK5Lz8euffvxjW/fC7faQst1YWoNvOPVV6M3lRI/dto4zi8vYXE1i5NzBSwVXJihGIbH1mBifB1KpQbe+OZ3SEYLbYW61iUEp/nsDPakhak/3J9GY+Ek5mafx8YrN6HmN5FfLSgLNUMXJSDJJgx5tINBxCJpsUH693//FpaXMsK2JyGsFaSyqA2fhBn2t7aFgBlEyLAxn13Cdddchb/7+7/HyNq18u+pkMwuz+IbX/oMKiuzsNm7NFw40bDUI6IININYZFZI0EbTCOHIXAErVQ0kvzXqnliJBGlxUqf0goNJGf1idWVe+rfeuCOq0rqnSEW8l0bQkiDRsNS2VHHXsLy4gHXrN+KCCy/Ah/7pX17WGf7L+kO/Alb/B2D1Z9/6AtLplGKnCVOMknNqf0zkCqtySMvBaFr46N2fxNz8Ml7/a7fjwovPx6OPPoWf/fQxvPWuN+Oii6dAc2BK5MLhCErlKu7++D8jR5kkg0tY4BBE1VqI6j7SgTbC3OAZEqOIl6IztJn0Rz8cTvt9H574x6jEWB4+DNjacMH5eMO73oN2MCgNzxM7d+Gyy66Emc9gZvoosvMzsAKc7OuS4tto6ggPDqFv8xbUWTiZlvzOpGNj7uRRHN2/HycP7kduYQ600GbjqLxfpXuU9yZ/9yklM+CKzx5ZdwbO1IEZWvpRDMxDW4JWdEllfe+73oKbb7wS9QobMoZEBDvMwBdNeTUDz+w6iE/806dFqq2O/U5wT8vFB9//v9GTiCKeTqMZCKA3kTjrH8bfw0ni6moWf/XRj+P4iRmZJvKeKdkYwVsWIwQ32jDYaGlBRGIplKsegq2yTJl4GJN1l0jE8bZ33IWbrrkGBj9rrYrZIwdxcNczWJg5JaD1eVdcg9mSi69++ZugJDwSNXDZxFpEah52HjqB09U6apQfs5gnq4cweNSCM9EHLcaN1MBbbr4DOzadj5999178y9e+jXKlhV+/4za8451vQtOo4e7v/TtKIR1OKoX6bBbP3fMAnCaDPxQAoAo6ylq6YCDlBQqAazaZVMuGTLFTeJ+SsRDe8667cP21O8SrhoW2xeRgwxaGakBrorq4gFO7nkNtdYWTAfRPboQWTeOJ3XvxqltuQiLmoFyhf1RTZBZHjh/Hn77/r+AJuKe86eR3crV05F/8+0azDk83kam34Jm28uClJKeSxSuuvxrv/9M/knueyawiFu+BYTFNnonNGo4dOUwUDINDg7j0ipduBUBg9fIdl6BMj7dQCOODKWiNEhYXSsKYZVFLMLFZV150XGlseKv0i2y0pDhlsR+0gwLW1coFlIuehLZR8miHaBHQRkALoJDJSWMSskPIknFRrigbj1/wxlMghsJa+YwKfNlpoNU6I9BNnyAW8fQg45pxvZpMRlmsk3RBKao0CQLQkh0NpBJxJGwHJuWxLn16WvA0DYWmjyr9uNhMM1CFB6nI79gxKBsJFgn8YpOh/KI6adIs9Am2MoxOwnjUXqSMQVpg/lCEBRpMhAKWGKALAzVIlm0djhVG03WRCttYO9ILQ2ug4pYlkZ7MgUKVLLhix4uU4Ify46VrVG8qJEEOCUPDzTuuwYYNN6JUWYGxcAytYg0VNs9NF2W/imLLFa9nKxwWe4do2JZQGjMYliGTT3aJDHsaAqw2IxUg6aEd8REI+ggF6rCEechik4MJgljKNxBkj7RaMCmxY2CVq8HwaDbIAB3q5QIqSEruq46hIDna6ouiwlabPlSeeLRR5sVkdXe5Bd+rw2CKsAEBwRn840Sj0CQoihNtnkFKHijPkFDXuLZUAa28uvl7JeoXvthItKG3yLRieJVir/L9izUA5YRN+r350AqL1OlCq1ZRKlWwUKmhSL/r1CBSkTTS4SSiNn2zInLGtC0bmgCrKsCJBg7CiOW1KRbQLrvQ8iVobkUagIV8AfuLHk5UyqhFQkgPJDAaDWEimkIy2Q/EepUHboCe4I5YRpBZb9780n2U77pxHcpeCyv5GpbyVZSr9MJTzEOeA2ye5F50hlFsrNmw8twgqMoBy1mvu85alb2s0xarn6UVj6bYmAGGPKr9jtebDH0WuWfdADqemIJ7d9QEBEbZwHKWwZNNgaJKYtoVLQsAK4ndSoHQlet3g6YEHhTWrAKYhD0oFiW6YsDRUzQC9E2OI9I3hnrLk0HFvsPTOLz/KNoeG3Y+5C/4OSugtwM8y/pXvqoCptY5UFZARbOloVhioJ+0NQLsR0JB+DxrmwyDIqMXWD81gi3nrEMkFce+w6fw8A+fRCoQwE1XrMHUeAQBzRZ/x5F0FAPplAxpl7N5scOIO0EEnQDMoI1qQ8fpuTxOzi6gXG+g3PBQqLQRjA1jaLIf/T196E+Ooh02YNLnulpFrlxDsFlTzKrUqKQuc7+eP31SQG0J0RFglEOJDnPXV6xWAoiFYhaZXAOVehCW04epDRsRjhp48smn8cADD8nAiSxV8V41PfjtCqA1EdabGE85WNObgK1r4usatkKot6solisSJDox3iehJKdmyzh0ehEh28fanhBxLpxYdXFqaRXjCUoXY7j+vX+C8XN2oJKrdDwaCRDxPrwQYiVD1bYKZCI7TfaHrqkE5aANX+wACpk5BE0O8NR9E2SCkm+eOQxEbBJUVWcDzxJZI9wf5RxQVgCOGRS/QT578/PzOHz4ME6cOIHn9+6WUJZNmzdjYHAIF27bJkoKvnqykwqvWK4K2OMZf9ttLy+86sePPKaefSmS1TrgZy4u51FzPTkjD+7Zg3/6x08gX8qizrAd1iS+rupWkV6rc5IHaK8TwsToMCbP3YwtV1wJF6Z4qzcpUJj/DuL1+1Gn9U9bQ8Q3EEi1EW7rWPpUC9pCBPMEaLUmEr6P3c4aPBrfilo0Aav4LNzsHkBvSkMbCIQkW6DZ4mCTkgkyi18IrusmiNPH8YZzTPQZTWy+6nW44Mq301gHi4f3YNePv4G506ehWy0MrelHPEXfWrLkwii2E9h8zc2YHFsnHnzv/+sPwmtxgMrzlfsgnxM1gO3ugQIfUvlCCwq/gdvf8Fq8+3d+W7y2CVbz3xHUk7qZl4tBs6wRuN9xP2jSwsfH4vQB7Pr+19Eq5ZGvV5B2UphfKOFIrYIsy3h5DWWHonzC6VncRtKwsHHjBtx852ugMeSxqYIdG60GFhazWF3JYGl+Ac1yAfRK5vv3+H4NC/3JNPoGB9E/MYqG2UK41oRn+PCMNgIN0W3Im6b9xYuJB92gqzp7Od/Hjx76GU6dnhHGqi4/94v+xcrS6ixkejZk9AWWtxps/7cv1nNKFnN2TaoBmvoiWPJi1vlZlQPJKKr0UX6qzRYSkahcfwmT4RlFwJff4e8lcKoFccsdr8HUhs2olGrqWhNg85XNE4f1Clx1EAlHOsYYyraG54AQZzprnjkDYScCx4li9969+PBf/iHWr4nhxvVr5TW9BlUCFWjNhvQvDr2pEz2Ib7wCl77yDbCjKQFxzj1n+L9fk/8f33n8Cx8UZSW9n9dvWo9QogePP7kP6Ylt2HLxVahwzTBE1TFw+MAzePKxB2D6tRf1QmIK0QkL/O/WKfIWhMPAvZK4d0tsfVhpPvrELuw6Mg8rkoJuWGpYHHAQiqUREDZj1zZHKcrEekQ3JdCT21qpWhUrFmWiQpaxhpGhXkyM9iIW0bG6eAqRcBD/L3vvHS1ZVaaNP5VO5Xxz6Htv59xNapLQ5CgKEhQlmJ0ZHXVUBrOjo9+MWcaEGFAUBUEySKbphoYmdc755li56tSpU6fObz3vPtW0rnH9PvjTz+vqBdK34jl77/d93iecduoqpFJx5DOTWP/0U9i3bRs64ykZ2JX1iigFqODYsX8Y2/YchicQgenyCkuVNmvxiIa+7g4Jc0yQMCA5LbZY9NAGbHB4BOVKTaw0aH3zPzf9BGdcdD6SuQry9z2JpF4Qli5VLVzLJF7x7JZQZtsNPy0orAaKtJVJxeScq2WKKniO5JZEFIGedniSYVQGx2CNz8DKF+AJ+WExkNZsiMTfw+/MH4IvHkXOpePBl59EvkFv9ooMMFiOVUxLmLmVqgV3OCykDapQRalXq0ndFoZf7MDmzpuFaMiPbC6PadbOLsA06mL799LLWzCTLwk4Tb/Ra89dhe5UCBMTk5jK5iUzxtIi2LR/TPzhyawOhWI4/rgTMTmVQVtHN+YtPR6pdDuSiTZV74gVm4lkVytq2QqqhQlMP3IPjPIhLL7urYi2dmJidBLjIyPo7u6SQcjw2Aimc1m5A1rjbVj7xHPY/Np25bNK6x1RBTaHm2pYwyE9Q4jDgRAi9EGtW/jCl7+MS972VpHkcw/Y+PxjuOc3P4a3XoXbzfA7F9LJNGpUonFvdLkxOJqDFkxhOGNivNgQlQ9xLBm+OD+yN8hwU3lPSyBpqYR01IdQiASHACLxlNR5Eq5r1aDBQJJBmDVDVFpU4Pb09eOm2+/6v1jR/+/8yj+A1b+61s3wqmfuv1VMiClfZcgLGZU8kGjKbhhVTGdm4AsEsGPPAdz8i9sEcL3yindg0dL5+OEPfwpDt/HB91+HRYt7UchlpfklwOLx+HHHXffimWfXS1HAzksAWtuC364j7gGCLiDmqjP7FR42zT42cBo0yn9Z4NKPjwVS3VKyZRsIJuO4/LprMHflMdKs60YdP/v5bZg9fzHeeu5q8W3Jjoxg9OAB5GZyAhqlenvQt2ghSrYb2aqBWDwB26ohGPBD83mg57LQp6fx0rPPYNtLL0njqLEpt1WCri25oCoow1WzxXuEP0wQJ7A6UndJWqYUsNxkLZW6+7F/ei/OOetkGOWKNAkE5JryGeUbKcY4eH7DRtz041skfEqAQ7dbwJ/2zjT+80ufR1d7C3KFLA6ODGPJnAEHxCDDiL5BXhSLeXz9mzdh2869KjHY8aWVBFHiVyIPUiwvsgK8ZCSb5Nvy9fgeGhLGwc2IUsIPvf96nHfWWTDKRfFznBwaxAtrnxWWS8/chQi0tOKmH/0MOb0kxVKrL4jTTzgGG7fvwYHRKQF5WPz4pXNuoB5yo3XJAMyQC42agVMWLMN1l1yO+395B+5/4hkUClW8/5p346rrL8MLu17CneufRMeSefCFIhh/dQ92/vkFhBoET4X+pMzRmdpMczZAvldS/p3yzfET5ESWEsYy3nf9e/Ced10uU1tuvPRfYWBXIMgBQEkYOJSzb17/HBKhIOYtXYpwqg133PsAegfm4OSTT4DmaaBIr0ZaVXi9yBWL+NKXv449B4bk+2xWnwo0VFIbbuJdXgumy40qGbIevwoNIlAFE//9ja/h5JOOQ6lUEJlmuqUTtpssNvreAVu3bMHkRAYrjz0Op591wRverQmsnnfJagwNT0tyZk97EgGvBzPTBRQqbI6pYGIz4aw1eteEgmoKSQk9w0j4ffsZWsY87RqyMyUY1Tpa2tKIJyMw5BDyQi9WUC6XEJdESgszTJoUBsXrUmN+AGG3CajJUBMF33BAwZbfx4I14BMpHvchsqbIWuU0Op+fUVIvNrvBiLw/kYk5smeylRhMEQloCLMBNU1UrToKloWKwUNYrRdpnh2mhwKUFEikbMDI+lAMOwHuJG1bBc0pYJUNugrY4j0T9KtwKzbpBC8YNiNWprQ74b5R9yDgMrCwvxMGPXMrBuoGGzMTDbdX7Bj4hwwqNqKyWsgOsWtIxRPQyLAoZ7Gkvx2XnPsBBCIDqAztAHLD0A1LiKQ5o4QZi0mjDXgCXmFKxaM+xEI+pDxheL0MXVKyeg5/TLcNPVWEu6UKb9SE39dA0G8iKPhkSNiTzaR0gc7YCZMVVrXATBhv1QU3vY7p1VWnFQDTv5uMbTe6/fSZZh3PJsoQAMSo11Cu1VCqVFAqV2DnXBIiFHZ5xGPRr7kQDPvgoSyPMnkyxojCyXVR4Ba9Ick4Y1tALzEp1DiQ4zcu2mXlWU2mgV23lW8cpe6UxjFAhwMQPoD2M8VJoFICmCZc1jFl1FCm/2iqH9FwArFABEEtDG8grPxVyVSTeHS+LIFmAqtVBdZWyrBLOpDPw6XnoetFjORy2Fmwsb9YQt7vQywdRVcshFnxFFqTLQgmU9ACMbh8Ubgpw7PccNVtJN558Rte49efO1cGB7mKiel8FTN5+m86LD2eXGTsOoWlsJlkPSoGKNcPk+UV41QNreTaSSCJI/ZzmKyUetP/mtYNPB9V0AjXlPLWUwClEo0290AJ23HA1aY3qtgIOAxWpwV3wqRUsMORtHdHqi8yWgcY5r5LYFWsACTk0YVyrob2liSWLU5LoNtMuYpcjR68UVT9QRwcz2JsdBr0pZRT22kU1VpT7HWy1xhwxD/iqylAnWLI8jthw8FBpAzWGg1EYyEkomE5r8nyJIueAaDz5s3CvLmzhNU8PJ7Hc89vhVYt4e2nDqA3HURmmkBeEQtmd2Cgr0OsMQr5MsKBAKJJMoM08ai36gaMahFeaGJzUK7WUCz5YCa64UnNhkFRtJDLTJStACyYSHsNhCLdiMTSqFRrGDy4FxteXIvBQ3uQSsXQ3z8LbW3twiL0BMjsUmegyzaEuRVL9qG1dTZcniDGpg5jy/YX8dqrr2Hbll2YmpyU1PigP4FYvBWxaAJtra2AuwyjPA53rYj2JBAPmIgGgkhqIQS8ZEV5MJ3VRXK7oCeOjq4UDubqeHn7YcRhIxbwwhUJQndZqEwVoE9VcfLFV2H2mRdCtz3S5CtljhPO4gCsBFoNyy0e2gyv4TUgM4b3Gv+9rBdhGUUkoz4EvQSlSNr3oCphiGpNCFNQjCCdfaZpn+EAqmQyR6gA0AKiCHr11VclMZ6gO4HA8clxOaeWLl2Kq69+F+bOm4vxsTHx86Y/7dE/TWDrisvf+YbXNx/wt4DV4lRelB28T0cOHcL3vvNNjE+Nik2T6K3oKcmEbnojNxrobGsRoM5Xt9DX3Y1ISxorTzsNibYu8WZlcnd97AFEjcdEuWMSTCzWEUy7JNxz4mYLjdEwxl0u1AjQeyzE4MYW33ysTZ8GvT4OK/s0Go0iIpGo7N9kQokCSywnGBD5uv3HERanpuGMRXEMhF3oWfYWnPSOT6G9YxY2PXQ/nvzVdxDVgGAqikBbAu5UHIHWNvjjzIVIQGvrRTQUw8YXnsdNP/kRqjVlP8J1rPY7da6robcUwuKZzj2KoEAgGsINX7gR849bIfcOhz4ETmkLJr9uKcY8ZaWsOQiY8p4sTY9jw313okE1mq+ORsnCyFAOh+sN8exWdhNqkMRhMtl8sYiGDrOBWX29OO2ad8IdSgj7s+6hItDAyOgE8rkcipkMpkeGUC3k0dLaBrf4Fgbk7IjFY0h1t8EX9cNXrQloISI5CYPlMM0Bf5lmTxDYsQvgZ2EXU65U8NDjfxYwyhMOirqDj28OwAXYdDAJBYI2QenXVVnN8+Hom1l+t5lF0fT3dYDl5u+RdNDEY5seq/w7sXsS72d60XvlrE7FEjCrVcxMz6hgvqaFgPzTxuwlS3H5le8S1RkJFn6fJjZM/Lwq4I9EFy9i4ZgMRhRb8/VQL2EUE2ih6iAdlTqTQTevvbIBP/3OV3DKsl4JHGTN4GW+BQFbjw1NY/BpXYJ3g7NPwllXfBj+cEqYbytWvDlgdd2PbxTlGK9DMBZGwxvEk2tewZwVp+GKaz6ICq3jqYoKejA5dgBPPfoALDN/5HwStYVzj5P8c+T7/gvwm7/jBDOKcqkBvz+CjZv3YfOBGbi0iAQzW0ZN7jWPFhaLBDXEVKQRDo5kGFutyqAg4I+I7JyMVDQqmDu7GyeuWo5lSxYImcXrqsFF1RPJKx438vkcatUKCpkMbr/1N8hOzIgFAgdDUs+5fXjhlS3Yuf8QAuG4sPGZL93T2YpZXW2Ihng+uqWHkbBPr1cFQRXK2LZrF8YnZmD7/CjlcvjXf/0k/vVTn4J/dAqTf3gYiQbl/6pvJ2tcFDtVQ7yEiTm4HXVKlUpC7uFeH1w1WodZYttUpb2f141URxsFMtCHx2FMZ+DxKSYkySVev4YGyRuBELyRMBoJDa+N7sR4NYOiUUC2VMa+w0NS387q60MymUaIgXYkgBRKGBodx/iksmGpW15MZzJIp6I4dsVi2Y9GZ2aQNwyxE5g7d6EMAjZv3Ya9e/dh1aoTcExvAkO7NmFmegpG3UY6lcTOwQlsOTCBhkeFkvEraGlpE5WLUavj7Vdcg5UrV0Hzx8TCkYN2soddFmQoEQ01sPEnP8DI/g1YeM0F6Jg/HzNTWWzdtBkLFswTG6S9B/ZhMjONmpDVEti4/lWkI0mx3mBOCL1jJXiT9wx9yalU9rjE1sWn+WUtjUzlcMW7r8WH//kj0oNWZqbx0B9/gWcf+SPCVP5FwxIcGwpFBDhl3WrYLkzlajDqGg5PlWGAaktT/r6pKpba9yi7Et6/HPYVCgXYtTLi0YiwVKPxJILhsAQ5C6lH8yAR8cNbryHi9yIaCmJWdw++9ovfvakz/O/1Qf8AVv/qyhYZAgJg7cO/RyDAot4rcjoJdvFqIovnFn14cEgazDvvuhcvb9ws5tbnnH0OfH4v/nj3Pejr7seHP3w9envTKOfzAphwGkyj5a3bd+Pmm29FjRpeFjsiMVEgqo+SLVjo9AERhsgwAc7HvdIjwCoPQlLMOT2gnJ3+fcxfP/HM03H6hRcinErJ4qJn6Y9/diu27jqAG7/waczp6UbE64VVqeHQ/sPIFyvI1MpoaW+DRwtIYRyJMumQMlW3TJnc9F6kGbZVw4N/uhtrn16PzlhIwreCLrq92KqR8bhkMkVwgu+vWndhqAZMWiSYSzY8O30BM2mt8ImPvh9nrj4RtbKaLkp4lVPoKN8vVkQanln7An7ys1+hWnMSMBt1CTs45ZQTcMMnPy6+s7pRwtDEGLo7OjA9PYNwMIS21g4pDHgAfeNbP8TGTduOsBp4hPCakpXBAoJFj4eTbYftIIASA70oBZIJvvIz4vsKhDR88uP/ivPOPgc1Q0c+m8F/ffXr4snG8K5oa0om54899aRMGlGh7E8Bx5WKKV41TGmlPwsLonrAhZ5jF6IaIDNSR2c4jo9d8wE88ss/4dFn18GsNfCxf/4QTr7wFNy59h5sGzuMOStXCNi07ZEXMLR2CyKesEoYpV0EbSEYh8ZCVz4nUwiVt5Aw7Rz2KH06ly+djW9/6xsIBbwo5nICYoUCUehVUxgyhw4Nymb8zFNP4pmnn8SypUvxn//1dWzfsQu/vu23+OIXPgdXw5Sgj1KlBo/P8Q7U/Pjvb34fDz/+NIIBTsRfT8dWMiyCOpys14SRQEkNT2QxPa9WsHTRHPzkRzdJKiUPAtputLR2waC3KWXdfjd27dyNNWuex9vffhnOvfCNs11Gi5N429XnYO+uMSSjUfR2tcAHn/gZzWSL4h0obB36zVICatWRSCYEfKY9QFNK6qWcI6AhGvYglymjUqwgnoyitT0lQThs4iwGAU1l4Nf8CARCmMlkpYmjR93RkrHmNiSMEEbuUpxBjyjbjVDIh2DIh2rFkNcn85j3FPeTfCGrpscCdqg/nO4KKGQrSWeTLZwIBtEei1M0joxekWvN21SxkpQcuuEUmUdX+uIvJmwLB4wSkLzpJ0XvMHGrko9A5iJTPpk8yk9Bhi+lMGRX0MbBTzadUUFnOi4+XpkCvX+Yd0S2tFdYEGwIJLhIwFyGNHCNuuRe83tj8AcbcNVLiIcMnHfcWVh+zPtQZprp5A7xg6OFRq5UwnQ9I77EJpFPVw3hAJCMBNASDSGsJZQ1AS0VbD9MTx1mu45Au4lI3BZmdMRnI6S54XcHoblC8v2oEA12n5Y0lV6TVgAuPj28NQ9cpgfsCO26AlabhX23FnZ0f2SrViRQiTKnCkPTqrpIn31lNwK2FzEPGeyUSdqwfQ24aF+gBaSgV+icCHUV85RAiHjAEmtVza1YENQL6rWlWZZELsCmFzMHG2SVEkylAoGSOTZSdbhLGaBagc3T2YQfAAAgAElEQVT3VDNQYOPiD8Id6xc5WkgLCWuDzFlJG6Jft8TOKvuaI/6q9ZoEFNl6DS564bGALmcxUshjd86FAwUdWZ8HoWQYrbEwOqMJpKNxkY/7Iwn4fBHYlPGRhFu30feRa99w/UXGKoto7svZkoGJDAccTOpV6gmeRdzfmyAG16SCTJVlTP0odn2TQXREcu2QkqSxQgN+rxvhgCZFJweSBEI5YOClIiChgFV5ZpUK77jzNWXXAoiKx6oj+xdZufJdFXbrETarel7xXhYqLD3zCKYypV6BqrQM4dk2M1YQf/gl8yLoaNGg1y1M0GZjxkTO5UPW1gRsaUgYJu0fTDVwI6jssFN5TogfLYFdeoPLa77ux8nXK4gVgC4y/uXLFiMU8OHQgX1y74WCEUQiQbS1JdHRmUSD/n+eCGruNOrjo5irTWJBVwIHDuZx8NAE5sxpwaLFnfAFVUgewT2GcjJ0zvZTggkUc3mUp4syOJAgvZoLU0Yd+sBxqCXa4C/pCAXc+MPhGaRa5uK9S+ZgfHoCTz33DLavfRqD+/aLpL2lvQsaveHCcaTbutE1axZaIi60JzVEk1UUa37s3JHCsae8DS2dQ7jrzv/Bkw88hZnRjKh6Zs+bg1hLKzK5Anpm9WJweAzZmSoCoTa0pOcjGoyhbkzBLA0i5isiFiqhI9RARyqNnq4UbLcPu3aNwdWooK83joXzF+DFreNY88p+LOtPobPFjaLbD9t0Q8970D93EVpXnQSXPyUBoGzI+dOsU5qD6WKF97xb9tvMdMaxDKEvbQGBkIV0MopULCj3KUPZyArPVHQZWKtgRBVqIx6SMlBTg1C5nqGQBLmwVtyw/gU88cQT2L9vn0jIKRWvlMsIRMK49NJLceEF5zmgQVb2f7KOOHhrnnlHlDMArrv2zYVX/fnZdUcYq01LDH4nlUxJEqA5VMyMj+P73/0WZvLTyJULYtHScOTVmtsW8sLcnh7kzRr0QgmpZFLS3f2JBJYfuwrHrDpB1Ez5/fcgVXsUHn9dBnFW2USoBYh7vZi6BagPBjApwCoVOG6ETR1RBLE1vBKPta5EozYNq/waAp4CLKss6hMO/wloM0xMBQ2qfeLoumBZTwjH9sbRNXshVl/9FbR0zsXE1i1Y85vvwW0VEZrbjejCAdQDIfj8ETX09QC67UU0EEZmdAw/+N73MTmZU2epA6wKYNMMqqPcnmcZ7T+E4GejZtUwf8EC3PBfX1GMdud9iR887wvxAFVy9AbrY9NSSeiGju0vvIBNmzdi/9gggrYHSV8I45kZZPh7jg0S97Qwh2uRCDpTMaSmM+iY1YHl774GpidG+hkMv43hsTKGhoYwOjSKOsEqQ0dhZlqCZZLpNmFH8/5jiF2yJYlYOiw1J/dz4f5z/5JgQh5mVCqQlKJAtiawT4R9bGwcjzz6MHTWUuEAGnpN3SdNYE4KJEft5ezlr18rR2PA3qUJnjqDOPXFOSG/R/3d696tapD119deDbrJBlbhwQyj1HNF2DV6vpNVTuM3uYryEs3T6/IPfghz581DPleCjzZg/J9jJk7gld8JAfFUIi3AHa1SCBjKPUcg0gFZZW9xbEUYcLbl1Zfw+J2/xIqeOMZmhqU2S0djiNBXOuAVtioXl+GLYf7p78D8E8+HT4uIj35/f/wNn998wAs//RyMmg1vOIKCaWLD5h1Yt34rzr30Knzyxi+iXFXBnz6PjXolg0cf/hOq+swR797/G2BV+ZkrSxhb6lj2fGFs2roXmw8V4IukJTCI6h6xleE5ZKnAyuaZznORZ6Wul2WPDPkjyExPo68niYvPPxVz5zC4qkeUSpnpSTTq9LlUvy9kAocxyEHI1o3b8R9f+T8wKxa621ugBYOS7bL/0KAMBnkvM19joK8X/d3tEgrpsesCtLL25rUU31mNlgE29h88iP2HxjCWzSPo03DZWy/FjZ//AkKjUyje9wx89bzs53wPomgk0cnvFxsDfi7W4mQN874ge196Z96boowJSP1M8L9S0eEOu+DTa6hlckIg8LLnoR8sQUJaFwWjUssi4cf+8jgOlyZgBVw4PDaJw2PjOP/8C7BgzgCKuRnUZqYEh3D5gijqNRwYHsW+g4exfyyHCVrwmBXM7ulGf28PcqWCnMWXXnk9Vq5cKZ9jy6ZN2L93H/oH+rBj3RPYt+l59R15vOIvv3ski6GcKWx2nl0EFTlITqdbsHjxIqTTnUi39GDlMadCC8YxNjGDXKGE0nQWkXgEy5cMYOSxB5Af34HOM5ehJIGhGkYGh4TtmUglkS/mMUXvUtuFylQOtWwRi/pmi/8v2aXVqi61ViwcRyQchlGpoFotSzaCXjcxVa7hwFge6a4BnHHuhejs7EG4NoZnH78P00N7JPeGKkVapzCAumqaYgtX0C1M5WuYyFQxni3B5QsJlsXXanozq7pS1Q9NMgEHaPydYmYGiXhM/IHZ86RbW6WnzGRySEbjaG1NwDbLCIDh3hHMn9WHL/7i929qjf+9PugfwOpfXdkmsLr+sT9JSmozYbLp90YPCjYvDz/2JMYmc9i4eRtmsjlhUw4MzEUmm8HQ8DBWLFuGD37gGqSSYeilIiyRYtOkPYhy1cT3fvAjHB4cFRqXzA6cg00mgbDQSlsABmQwH9tL70IGAFFG7kKt0WAoJW3vka3WMGfRQlx46aXo6utXi4FsOp8PP//l7bj34Sfw7ne/U3xcWhNxHDhwGL++7XbsOziIol7Exz72UQz09QkLghtCOBqUCTTTCimVZ1KkZRoCet3ys59hePchtIT8iLuBFEExORjqkkhel+Rcj/hQHa5BAqxsm0xRS2Q/LCI5Vfv4v7wPZ65eJcAqf8jAaxbvqpAhrqLh0Seexc9/9Vsn1Vl5uJpmFZdcfD4+eP01kl5Jre62vbvR2ZJELltAIBhEV2eXUNcJsvz3d36MTVu2H2mgCRKRMcLmUxG6CJgrUILvgcUlgW4pumyyMH3OlJ84qSHA+vuuvw6nnHEaZrIZPHTvfXhp7Ysoy3fmw6rTTsSe3XsxNTwFl8FCm3JivxSiklhKPxXUQQjU9AJtS/rQiHrh8tkIurw475TV2PjAi3j51Y1yT3zg4x9CYiCFtTvXI2NU0NE/gHS0Fa/e8zTGX9yNiBaBIYEQKvGQDAClVFaAqkj6HB+mZiPG5ui/vn4Djjt2hRxilIFwSlgpK7AzFI5h3XMvolAsQwsEcPPPbpbPesONN2D/nj1IJ2K4+p2Xw6gUBZyixJDNAQ/iQDiCX916O37681/DH6APEEEDlWTaZKvyfZlWTRpcgpTs17nJ65UyrrvmKnziY/+CYiEjTLxsNoeOzlnCjGLgguZz4fChIfzgBz/FOeddgM9+/o2bZhNYvfK6t2J0MIs6fcA6WxAJRVGrFJDNlgSAIaDJw4RsdV6xJA/KfAGVclUOMzIgtIAfgRCL0ooYkdNH1e1uoKurTbw8BTw3yGbNomaYiMdTYmtRIpvvKCuAo7cgxVQl4MO7U3kHBTmR9vtQLlZkashrzAKHLCBK6wv0QmaQgfgkqpADRZRg88QwF5+EhpDdmGICN5/LMFQSPQFkFtwiXaZUn6/7epq5em8CjzuSWWd9sntrgkQsTh02B5/H54BCKhVTpc6ymJSGwKqhI+5CPN2F0UkdZo1MOBY44rgv1NSGJPEqaTSPfz4+6Cc7kynDQfiCFQTDDSRCGro0H85Z/XGEE4uRmRiBXp5C0ciiVMwgX5tGxdJhusnaNlSwlsai0YLmiiDgc4ssiLbwpl2Fu8dAusdGOgFE/H7E/D6EOQxz++Hn52MgEJkjbu5rDPNzwWVpDhPUBa9FVgkBQcr2PHAxGcvxwu7WQo6/HENgKiLX4vdPNmDdqApIGzI90OBDgEFkKp5GeUcRwKMfnUoMFH9DApl2w0QNZdTZuHmJrdrwmBbcnHbVeeawaOL7DcANNpxBeTwfR7uUpievPFfdgIv3JeVEBBlqDegcnQUicId7EAxH5ExgSnaTOUvvZnmbwlaqwWYBztAR+pHbVaBqwkUwQ88gp2cxTt9WM4Qxw0KOgyy/FxHNixaCqsEYQvRVpaqDTAnaUYjPuI15n/rMG66/3nvBfPFKpSVJoWxiYrqMXNFQw0yR37qP7JECGDLgT6TJjvRZGm8V6NMEX6WBdVgwyhaAFj4KOA044GqYVhP0I3ek+1zHgj03k6rl+1fSzSYYxGGbPIanp/plxV6l3Y4UwEqypUBa9buKMaNAMGGsSiK7kkUTFNPLVRQzZSR8Xixb1IpA1Ea+Ukc2X8bBgo6Jmltkd2SbclhJYIQDL8q95b01mbdO+KDEczmsVgm9Y+CM5sfI6Lh4unW2t2PenD7UqmVMZbMC6IudiV1Hd3crenvb4dO8KNTccPt7EK9Z6Krtx4qBCLL5KqYnSmjvjCDR4kMo7IHtC8Ef6YTVcMMyy/DadXhtD0rFKrLFjFJIwAU9Wxa7h9Zlb0HLvJNRqMxgJJPBT17dhRltNk6KaJh56T4c3LcNtVwZc+bMxbKVxyPd2Qe94cdUgT7HLtR5r+pVRDwezOr3IdGWxLp1U3jm2QZaWquIRfIwSiPQ3BnAfQinnHoOLrr4asyZu0jOgZGJEdz/wD34+c9/Dqtoo7VjAP5gAsV8FZWSjnQyjNmdLgn2m90GLO9Lwqp6sW90QqSQac2Fcg14+RA9NoFFnRFUykWEUm1wJXrhjUSRGpgDnxWAWdcF9GiG8QhgIvccA0t4A1uKwdy8hpT58kkbEIWFDAbdXjVYIzPQGfALI1908Q6oKkNQAgpK9s+aYueOHVi3bh02vPiigLes3ajgoj3Nscceg0ve/nYsWbIIerkkHvUMS5XgRQ4ojxpWNIEk3uuXv+Ndb3h98wGPrFnrBHCoALfm4LiaqyCbzUu9Xcpm8d1v/TdGJoagWwYs+tyKDbUb7kYdMc2HRDiEyQqbyrr4xfJ75HCOYMAJJ5+Et771chgjzyJeeQgebwWuSAh6roR4OxBxeTFzqwfmAQ2TVGtxL25oiLpo5aV8btdGVmBt23HwmYcAfTv08ogAK2gwYNCx+HBYi7LXOL6cHJgnIw2sXtKOga4unHPZV9DWd4zUkHff+UN43QYWnHQcxqsFFTRrNuCqUTVCW6aw1F9GvoBf/PBnODw4It8/n5M/JBCI+Ycc/Aol4vUU+xJlQCtZEZ/+6mexdMVyCaCRsBNKz505kQDv3OtZU5PpTxsiEhoqOkbHx2Hays4s7vHhpefX44k1T0sOhATHut1IhYJIRyOY256Ee2gEnYvnY86ll8NoROEydVQ1C0OjJRzYf0AktjaDnMicFvaViWgkKp+TWQH0Ppzd24NEwg8r7EONahkZbCqJLRVEdk3ZWDT38OY/PQENu3btxpPPPIEG65WgAlYZetQcBhxh9v7VnapA8P9/YJUFEnuP5g/BTnW//iWw2jx/BOyQeSkHtw0ZUjZ0Q3pAxYJtesVyCMUcEBPdPT1476duEMIHX4/BVNzPBXTlc8h5qlQVkrVBFRBrGWGoM7hKDY1ZX5J9zgeSVNDd040tr76MDY/di4iRwc59u2B5PEh1dKIlnUTI40La70UsGoG/dRZSc1ZgxgAqegWlQhY/+P5/van1/di3P4VgNIWK7cb6TZuxcdcBTE4buOSKq/Dvn/8sKjVl3UIVQLU0hUcfuhvZ7JgauDWtUBzrHQlEcX6O3nuUkoTAKoFketrSYzaEVzfvwit7phFN9SCSaFN2F1wjLrIwleqPZ5v0trYleyD7ZI3M0FIFllHCu668ANe+6wLkcyPCRgyFQzB0XfoxkkYIWHq9vCebPZqGSDSF++55CP/zg5uhFxlZpGy2qDwgo5QMx7ZoFH293YhFGGfEkD63kIz4nJo/ICGtVGCyticRoKib2LXvkPjfL5y9CJ+68Ua0ZiuoPbQWHpfyEaWnKQNvU2laHyhCgNgjOOom5jvQl5fkFnrn0i6DIUv8nkNaEKZeRWZqWNisZJSz6InEYggw6JRWAHLm+GBTidUWx/7yJDYc2IZ8Q8fw2DhmzZmDM1afJntmZnwMPqMIH+0qkmlYbi+mckWMTkxjx+AE9o6MYXR6SkIhO9taRVl8zfvfj9PPukjKYyoEx0aGZdCXTqWw7uG7MLztJbTEw9ANE3rNwpZDM3hp12HxLQ8ESTpoYNnSxRgeGkRXVxcWzF+ErTv2IpXqxnGrTsesvvmiAp6ZmUI5n0FvZwKtLgPJGICED8MCBHNYqWHDhhexb/8+nHjqyQhEQsjlSziwfResXAlz2jrgos0CS2chQ3AYr4m6RwVwltFw1VE2a5gsmxgvWJgu1ZHJV9DZ1o3j5wXgaZThR11UfgS0U20taPgUszxTrGDnvkFkyxZGp0vI5kuyP8Tj8SM2KCprRtW36l5UuR4E2MUT2LFn5HZF31YyZQk+E+ciWSgUpF2BjZaIH7NSMfR1tONrt93/ptb43+uD/gGs/g1gdc0Df5BJI4szmdwwAVRYRJaATb/53V14/Ol1YiRNfzCRVrJAtxrifXjWmafh3VddhmDAg6pMAgyZBAnQ4NHwi1//Fs89/wrcpKM2fTYcaSIXWdCuopUHlqcOzU3vFze8nDZ6vKhYQMF2Y8YwULKAq6+9CieedBICTjAVC0YGQt3y69/j/keewtzZs/EvH/4Q+mb1YGxyEn+670Gsff4lnHTCcfjQhz+IbGYaeqWEdDKGQIg2APw8jmTH40aFi91u4ODBg/jxj34OS9cR87jREtAQd9nws8G3TSma2IDlasDBWgNlhizQN5Hee5JeSRzUg49+5HqcfaZirHJBszg/utgReZQWxAMPP4Ff33aHHBASoSE0IwPXXHUpLj7rLcIy1VIpbB8cRMDrBSerbAx4nbhp6OUKvvmdH2L7zj2vA6sOs4/NiEfYqi4Hz6GJuYignfeq0t/JtOBhyYmWTLBNxabpXzofK1edgLNPOw2P3vsQnnriGbh8bsw/dhn27tqD8lgGqLElVpJS/mFzYYuWlDxeFwxXHdH+FmgdMXjD9GRsoCPZgrFXD2P80LAY959z7aVwJT0Ynx5G3Wsj2dmFhDeJDXc8jsqeCZElkHFE0JKbnwQTNChlVwnyzUCKpjk+N9ETTjgBN333yzCqZejlghihE+QsV/j7HsSTbXj44cewbeduvOPyK3Dbb3+Lp558Et39s+D3AJ//93/DnP5e8fVl06XrdRWw5PWK2ftjj6/BV7/xTfEmYpOipO0KUFAsAXoEm2LSLXeMFJwKTPzS5z+Ds884DXVTl8aMni8MJ8vkS4hGw7BtEzMzOXz2s1+VQ3L7jt1veG8msHrJpeeLYf3UTB6ecABtrTHEfEBusoSZTFE8RumDI6ElXE9RlbpJwEJZeAC+oF8SNu1GWaw/DAFk6xiYMwt+JnmWsnJNaRFASwCvPyCFbCablybnf2eskoPA9c5mxyfrjnLwcNAvgwNhdsrwhOxPMlc1VEpFlCq68shyqSRZYZU40mZZW02wxvG9ldCWZoMk0jzVnCtZ1P8GrCpwSNh3jjcQD1lh4ClbVrmuqslyfLpYPFA6RHCIYVKVEoKaD709SWQKBsYzTN7lcMaAx2uLDxgLDRJ4GCpCIJbPzcKAknwNfsHxGp4agmEXIpofvloVpyw/DQPHvg/jegCF4hDK5Uno+gysRgY+TxWatwrNVZfBhd+jQTcJhFPqTN8xskCVL5UvXUZHZw3daSBOYDVIcNWLoMcHL5mj/CyUNHn4maTlgW2r9cYvwM1xCZmW1DAyzE/0lqo07vKRLar8vjgwMLlnWjWYEijF4DM3wmSWSuvD5laFkcnjhTV4lFexhGfRN9lAsVFAuVFF3UO2Gf1eG/DwDwETeii6PMJiYFiYn89vMe9MUGLnn3yNGux6DXaVrHoy1+qSvm66Q3AHEvBGWuAPR+EN0lOVNhheJRWWVCfuybQVMCWkCkZVmEGwyiKndOn8Zw4ls4TpWhUZd0AGbnlaPlD6RO/FUAxBfwRuW0naAz6/sC1DHjcCHg9aP/5vb3iNv+/CBTIYZSgbmS0zeUNCaIqVmmN/wWRzJQsVtrd4q6rhmpJ9Km8x/j0/pzTBTlBj880o/qZqjhmQFNa8CAdYmFJG10xLV02rXExnTTaZ33J7E0ClnNBNdqsKDlKAqwO2kgkhQIj6u7/441EAp4CqBMUcVqms94YLRsVGzO3FQG8IHp+Oom6J7cb+fAXDZUuYDRbVDRwqOjZ9QsxyUt4VC169NvctflqefWy8ufcUywYODY5Ar1TR0dkmgwrTKMGEF5WqKYGG/D4WLhzA7NndEmg3OZXD+GQOA4lWLOvwYlYL1TF+hDQGJrJxAyqGDX96EToWngnLn0Z+YjfyB15EYXAHSpmc7KO+UFQaAC7HXNmAcbCAgTlnYva178S+vI6b77gXjw6WEAz6MefwGkRNA8G2WTjp9NUIhaOYzhfh9odEOl8oVVEp1FHMmihM+qDnJ2DVdyCdqiCRXIZQMC5WF5YVxbZNNQwNZ9AzK4f3vm81VhwzR0m5bS+++71v4/FHH4bHYjBkSUj9/f0DOHX1mThmxel48plprHniNrRqo1g1O4ZVixdgeCyD/SNjYm1AG4XJQgn7pwroSSWxMOlDMBpHoHs2CuEwAqEwWkMxeNmI+ZvWD7QwcoB1XicZbnMfJqvqdbsIuactWjMBVashzSVBa4ZesqaUe9uRPquEcsWkJAOLe9bevXvx/HPP4bVXXkWGQUUuWtawyQoKs/Gss87CihUrEKXneIUBglRAReR9iGTZsZpRAwa1glhf8V6/+KJL3/D65gMefubZI8Bq019Y2GN5HZlsTtZKXdfx/W9/E9t2bUVHXyfyMxnJOeB74Hv3e9ww9ArEDZFsMH6HZGN6NfEZ5Lo67+LLcMr8JBpDv0UkWoQd1GCZOiIpjqrcyP1GQ+2gF5Osb2QQVkfY8oAkPouqHNvCptix2BBuQ6m2H7p+AG6b4Yc+OYMZrqMGNGpgIidtU8bstnHy/AiW9sSx+pLPYfYxZyNrFLBlcBNqtZIM5EwOs+SUUQBNgN7nHFD6PCLd/eOvbse2bbscpYzjNenUBrKvOa95JBBXhjU+FAsFXHD5xbj0incwsUu9Nyr3nGFSicnRIktWLH0qwFgvF0t58eBz25b8/6AWxMTQBO6/604UjZqoAQistkfD6E4mcOysNpi5IpIrViB8zAkwTB/cdRN1LzA9VRQw/+CBg0L4kMRzvh49yENRqdPITk0EAljY3YPWuIZGZxwVckctx/fdNiUk0jaVNPxodZwMsQIEQzbghZc3wCshOwFYZYOmmVL7HanTHEuYo2/W12s4FT56RJxwNIgnnvliovI3gdXmNW8Cq/yuRSXJx9HCRa9J8C2BbQnhknA5R8lH64ZgAJdedhlmH3MypifHEeDgiwo2j0/JtusNCa6hl3oTPG/aA/C8JwjFWpsgG+tLAlLJeEKG9e0dXdj46it49E9/QMylK+KJz49Fx58o/u97tm9FaWoMlmHAdGso0ye/TNssSuMJuCsCzRv9efA7n4XR8OGFLduxe3iEo3GMjJdw5tln49Of+RSrZLWWzSKM4iT27tqIcjn7F1YAzWGLMJf/N2BVfOm5f5NPWj9iBbBl236seXUfwsketHXMlqAv1gGkWnlsL3S9AkMvC8OQeRzspWjRwNcpFLJYuWwePvT+KxHyM1PAQpVMTjIiW1rQ0tYu9hokQJAYIQMwCdD0oSaB2CX84pbf4rl1L0tYFmvLCq9NqSD9c09LCqlkHEEqZNxU/0kMo9SnJC9V2KsCCEdjwuwWEpHbC7NSRjFTwidu+AwWuILA4y/A5bVR0XVZ66l0WgB1ZQes1jM9PclIJwjM/sJDWb9PgxYNS5gqJfLCdud6K+ZRyGdRmMmIOi3Z0gZ/OASTQLdHWfqQxeSKhzFYL+CZHa9isDQlPcWKFUuRikWkDqpVdATd7HvCCEVjYjfIcD+SUkZmipgoV7B+41ZMTOUlsOuMs1bj0/9+I/zBqJC8ZjLTyGWzSCZSwkDdtPYR7H35acQ0nok+6HUP7nhsPV7ZeVhqGb1awbw5s/HBD7xfbBDvuOMODPT3CU7z0sub0dbei8uveDd6evuxb89WxCJBDPR3oSMRRiTswfDkMLbs2iFna19vD7Zt24bbfncbzr/oAvT0zpLz5PCuvZg4cAhdSdrOqaBLKj5dJFHQMo+2eNUqKnpJZfrULYwVKoKlSE7ARBannXwqehIFUeSQ7e+BX7CRycwUwu196O4dQEU3sWnbHmzZdRCjU1mUyroonwiaq7Pl9f2vuX9wzTdZ/Kwl21tbZO8gsWhyakqA17a2NhlS5bIZuQ9baOHVnkRXKiLqw2/f8eQbXd5/17//D2D1bwCr6x66DVPTE3IzdnR2SAFKZikXhD8cwy2/uh2PPrFWAp/InhA/TvEFJPOlhuuvvxoXn3+mbL5Ml6OXJw8pMkmZ9vr4k2tw932PiJGxSDWarvCS6MyNso42VwMdWoPLRxoaJmfTzyRTrWOyaiNXbwjY9e+f+SRiCZqauxAg66uuS1DCT3/1Ozz8xDoBXy656EK88x2XiTw+ky3iJz/9GVafvhpnnrUaoxMjGBsfwUB/LwJ+TQpOFhQEiYSXQ3N3mfQC3//RL7Ft23ZhbgbqBnrDPqS8XKw0l+aO7EXGsHHIbKCCgJIjc7InRbsLmtuFf/rANTj37JNlyiX+sMHgkUKyeTkIrN5z/5/x29vvkjAWTgbDPhfmtoVxxqpl6IjS2NpCavZcadI9kTbxSmPxQtk1z1Ey+b713Zuwb/9h1SxLAI+j4aDXKS+FyMKaXmWqB2YzwM2EDBs2lcLIrbOYIXSipqRm2INlJx2Pt593Ppb3z8fvfvk7PLP+OZxw0dl46YUNKA5NwEOvNocF1LQU4HfJ24XvxfDUEelrQagnBQdTdLEAACAASURBVCuggOMQk/zGK5jYeQj9ixag7eTFyNsl8T60vBbae/rgygMv3vEEgjkyYL0iVycllk0QPZGIXXKT5h/VEPP1nMm2aeLKK6/Ex//pPSiX8/C6G9D8PvFUJO3N7aaMoQ1/uOtPeOSxJ/Bvn/wU7r7jj3ju2bXCkj5uxWL8xxdvEOCjDrK3NdSqljTFEqDi9eLV17bjk5/5rNznlLtxQ1ZEDGXUrfz6CKz6JASBTRcB6GQqgf/++lewaP4cCROhpynZtLQCyBaKCIeDYu49MTGDz3/hP7F77wHkcoU3vEETWD391FMRSUZRMIBCzUQ4XMf87jYYWRPDw+PCqmBTwPAEAdcpYbeAElPOGy74mdKuKU+yeCKAQraCcl6HZRlYsHCO+PYwZVFj+hGB7irZiXXxRJ6ezpLU978Dq3J/qYKZBQVBtVgyjFg0LB4+9I4TiZc0YUAkGhLJZS6XF/Yj1y79cIStLAWbur8FBOV9xyRVNlNUb0sVzwAJ5QEp+XLCsnTop6+3AY4JY7NzcBoFeW5HHiz3NBk6iqHMp5RgC2lG2FwrD87+nm7xW6KVSq1RR4PgutsHF6XwfH2XTz6PApqY1K6am5g3JCBNyN+AWdcEnKQVidfnwqyYieUXfAnT4aXIF4dR0bOw6yVEfXUkgwaiyMJvFBFoECQNwvTmkad/b4ZAG1AnAxQawlodPa06ZqUsJIMa4iEfEkGCum7YNEbm3uowNuU902POHVSNqTB4+YfTby/cBFVN7pmWrOsub0DJ9vid8a/sKsyGAYs2J3UP/LZfJH+y19GZzKa/KOAiC6np10DAwzJhNxgoQssEAxm9jkythGy9jAoB44oBTx0IuX2o81jS3IjGgmiJhxD3A1rNDZ8ZgNtFVijbNp4/Nblv61WGqFAuSYsXDbYvDi2UhhblP8NAkCm/BFZVgJYgLtTr89oyfppSNTb53CtrOdKE4KpWBGQ1YaBgN5B3u5GHGwUXgQs2ynX43Sy6A5L0yn0yFooiRtYMGQD04fvnj7zhNS7AKuWkTNc1LOTLtAQwUajURfHBfYk/TWY/9y2VEK9sVAi0Nhmryn/VAVcdUKgppRJpK089Mn08BFc9CNNjOMAhClmlaq+XYDExcFAsKhlSHHku6eHhI3jqsFTFw9kBUvncys/NSSQn8OHYARzNVhVGmQBZ9Ctm0F8A7XEbYR+/Bx25cgXZmg+HiwZm6l6YDYLrHDDyfHacXR1ApylP5PskAEYAg8/dtAngeZgrmZiczogctzWdFIDeZZsICRhMpmkNvd1t4pva1hIRb3GfVYNlFpAOR9AW9yMUIBjoFyYLverU2ggh0v8WeLpPEn85jdK46SHMDL6GqX2vIDtyQGx1/OEkgskwNJcH2XWbEYjH8JavfRWNzhPxvVt+jbtf24NI7wKcYO5GYXAvSqYLi5Yuw8I588SmwK4r65NSzY2hoheTgxkM7T2AWnEY/b1+XPq2t+AtbzkD23ZuxHPPPwe3O4q9B6p4cX0erUk/PvTh05FqqSMWDqOmm3js8Tvx7DP3AboXs/r6ceb55+KEUy+CbqXx5JrXcM/v16NS2oRYOAOfS0fMZ0Fj4IZRQ8GwEaLHncuGFk8g7NfQHfZiaUc72jpnw5o7F7F0AprXgleLqqFT02bHYR46cabKN9GR70vADVnOrBPq9K8myGQJcCasa/HaVIAegTky1Hi9yQLiNd9/4BCeXbMGr7zyCjJT03Iv8x6gE8jcuXNx3nnn4fjjj5cajoNceizznvf76XGrbJeag2WupyOoqvN3XDsXXXTJG17ffMBDT6/5C8Yq/xsbQ8r0aQsldjhWHT+66ftY/9JzWHHCCkm+nhibRCQcQ0dHJ0bGRjE8OgSt7pbamh7W4pnNfdoLGLaBcKIDH3vXJfBP3QO/NglPnOSIGkJxl2QOlH4fhElglcwzuwHdbYPukt6GD36XzpsejZa5WKcN4DWzgGJhOxr1Alw2WWW03rLUIM0JKWruS7wmViOMZe01HD8ngGPe9gm0LToJg4f3oEro0E0FF6+lBx4GrlUI8Bgy+PPxnAh6YNQsvPj4Ojz/4ovOALD5VUvkkQKhmn6eTpAZh6EEUQj8zJrfgw985MOIphLCdiWIqrk9omCjxzDvBVoCcDLDoBl+v6yXmdDNMBkGYcXCAWhVA48/+CCm8gUJ3mWIbXsohIHWFI7pTMATjiN2wskoJlLQKybsGoNRvChksti6daswSmk7whA7svKo2ojTIsQZGrdGIljZ049WejvMa0dBbA9YQ9FOjUGRPKdUD6CUXMreS/Z1nwdPPvUUtu3aLvkFvmgIJv3BGXB5lDensuFp1m2vDwia4Kpq4/66dlJWAEJwOKqu+mvGqqrRX7eCkPqPvqgEUw0G5hKoVuQEPpaglwJfLYQjISxctBCXvO1tyLmCKOazcp4QJKPyj7ZwRr6C8bFhTI5zaGQJkKZ8QOswa1WRIXP9MhSLx5NYz3mUpzZZwb2z+jEzMQKXkVXKy1AUuunC2DRtfkqA23TeF4kUVBbVJWkcHj/0cv5Nre8ffuoD2HVwBJv2HkQo3QJ/rAVjE0W0pNM4++xzpX4gaBT21+E289A8JPBI+uxf/Mg3/zeAVVUdsyZzyTrkkEPzRbBz92GsfWUXEGhBPMmhIBngATTI5vMGUa2UBUAlI7dWqwjT0Cix1rEkTOvCC07DNe+5BNXSOEyjLOqO6elpqcHnL1wkNSO/65rRkH7QT1wAHBKWZD/eu38Uv/zVHTh0eFiIQolIBLVKCQf27MXcWZ1IpxIyyGUXxkqGw1zWzrl8Hrl8UYD2eDIla5iqueVLF4lKcnRwDFddfTVmN7zo3D4syocqCVrlMhLJpOPRrnoDDlBYxzKAjOAjGQ8ERz0MuWbYNZndJJ1ZioEb4mDFqCI7OQG7WkNrSyt8/gDMgCagr+b1iz2BHQ1i3G3gT+ufxoHKDBYvHBALuLqoY1kfWEJY4f1LpUQgoAImy+UKRiemMJgp4NWdh7Bt7xA83gBOWLUKX/361xCNxiTMN5ubkV60va1TQMuZoa3Y9NT9cFULUttu33sYdz3zGsbzKtC5kM9j0fz5eP/73odzzj4bW7duwSOPPCDnw+DQKMyajSVLVqCnpx/+ag79S+YiV8qiUanSJAKmr4EdB/eJqqsllZS+e2hkCJF4VPbM6lQembFJNEplIQuEQxyGsgcjKG3D62dgqyZKxkKpgEaNA6m6qJHH82UMjU5i5fJjsHThQmTHX0NbSxzRcBh104OJqQxGJ8bQt+xUdPf2way7sHvvITz8xBrkmO8hHq4QxipryOZgScn/FXufeyHXftMapaU1KdeOg5apqQzy+bwoWtPpOAy9iKnxMbTHo+hsiSEZ8SGVCOOn9z7/ptb43+uD/gGs/g1gdcOjd2DrlucwMzmGU086B8FEGwxLl4aMHpQ/vuU2PPXsejn8m7JestC4yTVMHV/9jxuxdMlCVCoGCsXckWm0SC38fmzZsg0//cXt0KtNeYqa6ouHiXjhuBCsV9Ed9iDqNuFn0egNYr/pxUyhCMujoWzoeM97rsQVl12kfBIJXNKDDQ14fAHc/PNb8ecnn4FXCwnodsNnPoOB2QOywX/3u99FsrVFPENnJsaxY+smnHn2mSiXSogmVFpks7liqAFBFxpFr1nzHG79/Z2o2i7y6ZCwTfTEQohaOjx2A2bDgxHDxijj1SmBp5yMMBnZEU7gx3uuvhyXvf0i1Ep5+W/CupFUeFXoMDHb74/hjrsfxh/uvhdWrYjukAurl8/Dwp5WeMWI3hKZc7XRQMGooPukM9A9MA/ZiolUuguuhhsz45P49ne+j8GREVC2qpwgmdhMdg+bWPrVqYaV7CROfyjPpWm3nIAie6Kc2SXsMuFVOqAUN/q+4xZjwXFLcOW5F6F2uIQvff1rGFi+FIVqGVte2wi/zkKfbGdTTdlZLBGAUBcL5YaBxLx2BLrjqGvqdeh7RuNoy+tDKBGXg4aT33qjLtP0WLodxuE8tt+/DlGL3jVekXJK405ZRigkzQU3Rb6uUP7VMSn3LkNVrrvmClxz9VtRrxmIBuqYGdkpMvaW3uNh+2ISTnHrbXfitt/9EWedfTZeeOF5CQ9g2MO7rrwM17znCvGEpSUGZbsGg4caDcTlILFx4NAI/vmj/yYyi2ZDLj6wzWaPbGgGSTC4itN0IfKZ6J3Vg+9/6xtoSSdkilkulyU8LBZLQTeq4gtHXygW2J/7wpexY/d+TM8U3/DeLMDqW04VmV4tEIYdiaGSzSIdD2D+rA7s3rYdekkXT1SClZTJ0F/X7/GJB6tMhmGLXyj5hYEI71838pks9LKOjq5WtHW0ih8g0Vi74Ua1UhU/TRfpmG4XCvmKA3j/VYqsNFqSt6jAq7qBcDyMns4OTE1OITuTE0m2SrmlH5QHqWRE1h4DDQiUcn5cq6uSUQYaTbmaDGzUc8urig+kCp9qStadWAnSQtX3SmYSZWcS/Ob4uDp2BbyzuH4UW4XgomqiVfNigeofk9NyAjJ6Ca2JKDpSceyZyAqpUZoJ/kvTm0yAWDV9J+MiHKD8mfYcEJCNAWqUO9dsyqI88DWqmNEBq3gIb7vwWtQWfgRjVhHFso6glkdPJIe0p4BQ2YRWrcLTqAhQy4bWSx/KwhQ2HhxFzqwi4Aki7vahOxFEX9KDjqCJtqALMc0r9hN2wAUXlQn0sCQAwoGazy9hW8IUpKyH798ZLomOTxKQVQpyF1nO8r24YHvYaAksIg01LQW4J9j1kJJZyt4j0cuKnUIPV/p6NRg2Ral9lUi9SPYpi2YBlSnq4nXMSTdZ58zOsrw2dLeJqteEPxVEtCWMtCeApEmLGe5/EQHSXRzAmGUUG1546kFp5jRPFB5fGoFoEDFfCG5Gy8eisIPccxQTjonoBMtZCDMZ2MX9hinSZg1gOEu1BHe1omSIbjeqbjem3V6wzarQx5rgPkMYyRfzEpj0ir1M2q8h4vMLi56MW++HP/GG1/i7rrpA7A2sWhmlQgaFXEl85wqmhap407JPYOgb9yg4vsQKXG3+8F8luM2R8TebarnOlFU6PlVH2wN46V3p8SAdCiAW8QMNicIWL1ParKi9WJ03MmpyGnEWvwwSImuVZyZ9iqkcEQsgMpEFpFVhWLSyoVpDNWM86/0KKKfUjg6QBB0CfiRTYdTrJfF7K+erMvjMu4PIGVXMVA1ULNoKAQbZzbIgX2/9m98Ck8Sp0CHIywAPAif05BW2aK2IRDiIvq40upNhBBnaE/KhJRpAKMTUaQ7CNFlzytqECeweGahRgs6hHxtMNmsWLUs8YVR8GpJzL4QrNgc6vUS5HzbcUs8w+8g0Mji4+xUMbl4D78QWmI0gwq75MKsj8PXsxokX/hOKfZ/E7379G/z2uRcx55iTccMZpyDuyuGFLeuwYcMLKGSnsWThYixfeBL8WhTjU0PYum8fbMuHBXPnY+WK5Zg9QF/vMp569A7s3r0LfX19WLp0mVy7oaFRkQQuXnwiZvUtQbVRgMsP7N1Txp23/xkfunYFLnj7ZRieTOL3v9+AR/98K/TKAZx9/AA6u1No2DUcODSMgwdHsHLlcejt6camTRsxOHgQbekUEokIghzk1WtojUcxq78frV2d0IIhmBy6ETiDJrYwwi51HK6b4Kj49tPxgsMKWk/RAiKbl/qCIDhZOmz+uK+TRUXlBu973luU87a3tWJ0dBQPPfgg1qx5FmNjo/AHeW81hKnFpvDd77kOZ591BpKpGEqFgtQaVCswLEfJI2hN4ZWzTNYNVUgCHqk6RXxcpamz8Pa3veMNr28+gMBqc100mZcCrFZNZEenlb+014Pbb/0FHvnzfeif1494IowWgjQcEMGNV1/bhNHRCfh9AVERiABDTUOEyEDgwTRsXHTxW7AqPAa7sQv+Vo7hAvDHawjaXgzdZyK0KyFgARUXRbeJVN0lAwE7GoV5zZVILF+E8cEhPPnQE9izZ9dfMFOVZYZa402Arbn+KAxIBV04/fSTsOr8C6F7NYRpX1MzhMHFz02J7rTDLCIYwSFYLELrF8Bdb+C1V17C/fc+iFKRoJl6HRnAOLYA8pmFuapY9hzc8lryv0Vjflz/0Y+gc3avnNUkRrBmmxgdERYb/13gS95vUMw6DrR4AxKyZW0QDAcluPfFR+7HzMSUBCjGA0EkwmGkYjF0p5IItLZj3tnnYMrtxfBMTuTW/noN2U0bsXn9Joyngth5eAg+O4iwxoDDLFy+GKKWG7VyCYtXLMFZ/f1wmUVU5nUjZzPJvYGG24Kfcz8ObHhGOeAo37sKh7JQ9Tbw5z8/ipFDgxKuE4xFoRsVuV9FMeKE9omqwQFjeS40yRpOJeN4uzp+9zJMVh7magEoFYQ8l0jwFfqngkDVmcA1qAIyuR5pKVGHm+dGra7CJ0Utx+BdVTzxvKQXevesPrT29uEd77xKfJUpwecZ0ppukRrk0IEDeOKhB1AqFZWfpkOSER9rZ3UqRYZTBYpyT9IaYNKz17Jx8UmrUBk5hGhAw55aDZVaHYcPD8Pj4TBMWRE1e9Aj56R8bDfKpdybWt/nn3Yy5g/0YmRoDI1wGlYgimq5gnA4hs7ufqk349EgktEGgu4M/F6GtiqA8nUmsfMJnevePKuPvCFh+PNAVi610ilpfmzatgsbdkzC7U/IHhrU/MqD1KcJa5QDmEKxKGox26yiWmQAVR1+ytfDblxxxVk484yV8BHoVYwG6WdGRobR2zsLra2t8v+ZXM/3Slsv1tK1hlLu0Tpv6PAMvvedn+OVV17CJz7xfiQScXzuhi8hHY5jVnc3CmTlu2wkUymEud5dwMTUNMYmJpBMJpGOx+HX3OhIx9Hd1iZnfKlu4Pp3vRuhyRKKr+3CYncEFauGqUIewUhYPHN9LF1Z17POdfo2MuNZtDfI6ueZLj6uPrA+kH2ENT6H+q4GCplpVHI5pJMpRBmoGw6g7mLuALsPDdHONpRjHnzv7t9gqKFjxbLFMGsFBDUvIqGg1EB1y0A+X5JE+rZ0G/q62hEKeDA6OYO9w2PYPjSBzfuHRIHU1t6Kz3/+c1h91hmYGJ+S8y2RSMnwlANqozCBFx5/EKWpw5jKTOOx5zdi2/5pFMocVlC1RsunOj7+8Y/i9NWnyyBh++Zt2Lx5o9wme3ftQDwWRVdnO8LeOjo7u2FUTJR1Hf6ghqJeQtbQ0TGrD4mY8tdl/03fee4zQ7v3oZIvyfoemRhHMhZHV0sbUiRTMTi8pGO8WBSvepgN9LalxMc0R2B1alrIXEvmzYZZKiAQs9De3i577M69uzExXUQi2Ytjz7hUMn8Ms45XNm7GU2vXCajOUDQOwwLhmLJnYm0pPMA66g0G3Jli80JWO61feI97A24sWbIM8WgcL7/4ErK5rLDY41E/ls3txYnHrsD46DAOHjos/sbpaAg/e3D9m1rjf68P+gew+ldXtumx+tLjd6FanRbJTzzG9GoPGh41saVJ/I9u+RWeWfeiUNxFoi6HJgdmTG4M4itfuVEWolE1USgpYJVTFP6TReWhQ4fx45tvw+RM8fUCh8UnmTMMICEEYhlo0Sy0a0zsdKNaB/bqLG894m9CmdKnP/0xrDp2qSP/dQuwqkyaNfz0ll/jsaeehtcflsJ3zpw5+PwXvoDdu3bh5ptvhm4a+PIXvgivq4FnnnoC111/DbLZDGJxshVU6yzgKkECx1+N7/umn9yCsem8JFUG7ToSATfafRZ8DMGwIOEYYyQwEVzxkPlniQ+nKhgsXH7pxbj22qthFJngSGBVFXIEb5waBG53EH/44324+54/Ie5348zl8zC3NYYQlbjCHmZxQf9IL6azGVTdYcTbOxHt6Eb/ouWYLOoYn8rhV7fcirHxcTH9ViwjypCUx5MEgXiYEFuTAoBnq6Qquh3je/qg1inVoO+lk3zK6y8JqRa07iSOP+dUzO3tx6lzjsN/fuVrmJiZwfxjlmPL1q2wMiX4Cd5JmJBjfE8vTBZ0DQsG6gj1JRHsicPSbGhBLxLRmARBhVvS8tnoYVUpFyQBPhxLIZFuw+jG/Rh9djs8hmpXeCiwuOG1InOExRfp/apwVvI0Btgov8oG3nvdVXjnZecrKZ/WQDEzJJ5o0fQ8wBtDMBTCj27+JW67/U5EInFhYPPQZvrkv370I1h92onOfyM44xMAlY1aIh6VzXtodBr//NFPirWA8vJSIP3RMiyi1LS8EPNsATBqWLRoAb75jf9APMYiwZbDidO0WCwpRTH7DvrR0MPoi1/+Grbu2P2mgdUzV58Ku+FBxReEFYqjXi7B56pi5aK5qBQKGDp0WEnevF6Mj4+LtUbIH8D45DRzf1XEPcEVtxvxdESAhuwM/WqVLDbdlkKlWHD8yFwoF1QgUJ3M4kgYhTytDijhO6rIdkKk2KrIiIYWCQ1TGOcdbUnxoJ2amoHX7Zc1Q2kcrwuZnPzuCbTlSyVUDVsAExZ/qqZTzNEmc8hBVQVYVQW+YqxKoS/eXx7F0G9KmMm4cKb6SvpMlqtKO+c2oVjIygaEQLoAuuInrGwfOEzgyyTjMWGz5HWmryq2lMjc5T51JNN8TxSqe1wC0jAUQXJsoCEe0BAhzZx+wj4XWmMBCRw4cGgMPZ3z0XfeDRhJ0J+tjlZPCb3hMkL1CgKVAnz0s2JqPT2qbULPFip2Aa8d2I+dh7ICrHZpAfTFQpgb86EvaKMlAAS5mWoe2GQnk5kT0EjHAjS+NhmslDkRDVY+s9I8SaOs2Kos1bk2u8UKgIAk/0crgaavNrFrhkY414AGgJL65ZbhkOxJQnqx4SL7zNSFFdqgLysZ1fkiinoFhUrl/2PvvaPsOstz8WeffXY5vcyZqtGo92LJcpHBxgU7NsUYAyY4gUAuJcEkhJIEQklMEpL8Um5CEkIaScgKixBCxzhYxrZsyUW2Vaxm9dH0mTOnt33KPvu3nvfbZyw73HuX/WcWwxKWRppT9tnf973v8z4FlWZTQtMIYta0Jho0stc8TNdrmCgV0aBkMmVgNBVGfygiLIcW15njolbh3k2vxwSGzCT69QT67DTS0STseBR6NAo9HgNoNdJjOSkzZ7EOYLOstZriHwV6NjkM2miIFYAmCcsaGkFdvFWrAR112QMJmglPDp7myrVOWyb6KA1n6AGBT4JqH/jQy66/PvqJ/wWHgxmnIfcTC8NyuYSJqXkJIsjOLwrznAMvoeiwMfC9MXrMIQFVuTf9H4BVxfFUxhm94aqcZ3pAvE2TcabHMkCwKY9DYJMDMnUWyEmn1piAufR2o3RXl7UivGWmOFPlQj9RWgH5Un/1PcpvlS8yWSEcFvCxgnoHg4kwYkYAjUYJjUZVmvuQHRbbGMvS0XBd1JgC63pw6InWbKMq874XM6YIgCobAJ4ySsjKpidiW4iEQhhIGOL9HIvYCFnKwoP3lFI+KAsYGcjw+nJioBGYUGxgJuGSmeObkEidUKFcf3Ab+te+AQ0vJKAwg9a47kw76ttEUDXSRCE7jbNHHsXMsafhTeQRDk/CXptCePQ30T9wMw4+fwjfO3kSVmoQP3/ZVViTSKBt11B0zuH58wdw4vkTyBeyMAK0Uwhh7aZ1eM1110sq8PTUBJ47chAnTxyXeoMyuFWrVqkUbT/wgdYhy0bXiWKpqztodQJ48tECvvLlJ3Dda16HcFzH3kf2ot1+Dje8JoVdWzchkxmEprclJDEWz2B0+XosG12BWDSC2dlZkVGSwc3/5hezkhZt6F2EI2RLcT2QIa9qRDkzOWjh6+H+K8xUdaYKsEpvdc2UIVzQYMCpJgP+Qr4o2y3T6Xm/xOORpWBLWh6VSxUcfPYQHnxgD06fOS1sO6W2ccXKiuygN73pDoytGBbGfLXK4Es2p+pelbODwClD3HgjS/qw+EkoKxUB9F58n73+FQRQ8nP4ScCqgF3tLopzWTmPeH5/7xv/jq99/SvoHx7A2IplEnTE98LX8ewzh5HPEfgRfp388t1tZF0ymLHb8nDDDbuxu78CXTuKUJoqMh1GBAjnLIz/oI5IPoN8ty6+0AWtg0zAQNcKwr7lWtSv3IEa2ZzFGp7e/5Qovi5lDknN6YNBvTrxBWDVgwUPt7/pFuy6idYYITi1ClzH8QOMNORyOQEuaYUVj8XlKGczXMjnRTFXmMvi4FMHcGEyK4PvS4FV2X94Fgugp4BVsptl/QrTuYu3vOtuXL77ShmCcagyn51HfmHBt/tW3yPRgR6rwsKnxUqrLTU2B/1U6UWiUTz54P1YmJ1F2DSRCEXQn04jHokipAcwsm4d1u5+NRbaLmZyeXXtKeGfHUfp6SNYbDg4UW6gXGzJcLV/IIl8pYW0aWDt2DJcuWMXBkpVzDULWBwbQN1TPt3CBm530SKbWA5W2azlFBbmta5jrpTH9+67D1UGnoVthKMx8Sklq1tqFJ8hyutEj3W5Zv69vTSQVr4uwqSVs90PjBKA0gfqe77aivnKQYYKBeQwVnoTqcXU73t7PZnTVIA4lRoqpbKynRHbGvqiuwiYBlKZfoyt34g7334XsnPzwlLjc6aTKcxNTeL+738fi7NTL6gufgLI+CLWrU/5pJybZ0MiEsHbb70Zx558Am2vi74tl2FiZgYnjx1TrHeuaf8M7P35UnCz/goZq29+3c9gZKgPId3EVLaKQN8wum0PmXQfglZY1AbpZBSZuIeuMwUr2JY6sfdeLgVXX3h/LyYysPr4ScDqcydO4enjWejhFAIM/+Ewk8OYoCm5EmT+E1htOQTDHFQK82iLci+EeCyIj/zauyWMkcPdWCwplmCU/88vzCMSjqAv0ye1Dy28FLAakn1Wcg6obOk2YZlR3PfdvXj00b14+9tuR1+6D1//2nfxo/vvR386IyAZ7e7IWqYHKy36xOLE98MOWUGsX7MafbEQkmELlUodRiqBt9518dpZ0gAAIABJREFUFzYNLMP4E4eQOEbv5Q4WFufl+QmGcv8Qew967qoyRd2nrFOFEEzbhICQNviL55HcrwwodNuoFgvILS4gnk4hEovBYL6AYSNgR9EJWihqLiY7ZfzH3v9CIBXCxvWrkZ2dEH/25cNDUlssLsxLwHY4mhDg1LYNRCMGQoaNhXwJTxw7hyeOnkKh5iCdTuE973433v3e90poYSyeQCyeknUooWTdOk4+uQ8XTh7G7MIc/uO+PZiYrwghiDXi2OgI+jMp9GXS+MX3vh+pVBrNWg2P7duH06dOIZ/LCpjOQSeHyEP9w1InJOMJtLsdzGVnUOHAIqj67rAdFqUjWbwMQ1yYnkElWxC7jfMXL4qCuS+ewNgAFSgWphcLmC2VpWeL22Es74ujPx2FFYmKLV271UDXaSAasjC2pl8G7lR0dgIeKq0AYqkVWLFlt7B3FxYX8cij+2RgyFaCftf8bBiuziEn612D+IYMZHVlTwhPelGGaTGnpVIt4o1vuF3A6ft+wH2xIrVdMmLg9huvwWtvvA7nzp3H/qeekbOoLxHBP93/5Muu0f8n/8BPgdX/A7D65J7/hGEykZFsM6YPklLiS/7MMP7ib/4ejz3xjLCWVFPMo4WhJW1s3bQWv/XJj0iTwXq3Uiv5zAweyso4niy4L/7tV3D63OSSBEQku6TP+OxTRpNEvSZWhEyRfmUbLWQJkNEvpdNFOpXE7//eb2OwL66CtjzAovk2m8WAgb/5uy9jz8OPyiHEYoDg15vuuEOK8Ef27pUN+f3ve680bQ/+13347d/+NAqFHEIRS5gHPCQ5oSUjqRdcQbr6X3+JdgCnYQQp9W8jqLkYMDrIWExPbGH9FbswvHUbFqtlAexqVUc8Urix16t1XHXlZXjD626WCZ/AMWSR+Qc0Fz43K9uK4Gtf+ya+981vYtf6lbh20ypoDidYqhgyQ6YvQlbBXgulGurNJqxYEgOrNyDraNiz/1mcOT8hPjA98EicEcVDjuAV/fMUMKQmtMrXkMwO+hsRmOLmyAJR2mvK+Mkikmk8UDG7uOb2m2DFw9i5aise/96DeHzvE1i/aztq7SbmxicQ9SwBwHp+fiKN871am2jDGo0jvDyJdtBFkknpoZAAP4Mrxvwk0zZqlZI0pkxVHOhfhukDp3DxkecQYuhOW9k0sJbjfwkg8Dm4wfeafZGW66ZI2YO6h198zzvw1ttvgsmUb1NHyymi1ajDMFPQyHIxLXzyU/di3+NPw7RCSzLxkcEUPvvpT2DF2LBiH7EANCw0Gi0xDGfDQsBvfrEswCq9RMUc32/YewxoaR78dGsWFwTX3K6Da161G/d++hMI2QQJXJnosvhl6BMPd5dAfSCIaq2Oez/3eRw5ehKL+VfGWL3hhleh3dLQCsXRCNposahGA5vWLUfUtjA7OYV6uYKQZYlsitO/VDwtID4P/KARUswBzUM0bkux1KjVJOCqL8MU7H449JkiSwIGGlUHbc9DpVoVBgflJTzICGb1mCqqGCWrTYETlIWz0TaCGvr7IsKc5ESWdpYROyrXhgA9W8L+dAqZvjTKFUrci6g128L2E8jGZ6gQ2FhyHJHnUGztJWCV35LhBo0DesxTVlKKrUq2JfeunlePKkrZ4ftSKvFn9R+X97hGL1BK8Fzx26NErFypqzAFgrPC2FDek75tq7wmkUbRoylmwzZV8FWzayJqGuiL2LB0DzFLw9hIP1YPRnDy9AKOzuVw2c0fhbftVcLMWJlyMBpswmq2oDfmoNWKCLoMvAmIDQONj1pWFYcnjuCpZ+eBdgj9YQOrkjHsSEWxLmKi32RogIeAHRRmKiWDmmXAY2gfgT8yF2g6zPdKEJlNeEBJBOlxSjmc4ot7WGaqdFdeA0+LKt9Ov+HyOBhhkyQJy5TR83rQxoGfH8EIPgyZq23xMPWcJrxWSxquQKMl3l61BgHWGpodFXiQDeoCntW8DkpuB9l6HaW6g0rXQVtzYdP7T/dQ7rQwlW9gfpHBThquXrYcNy3fhI3JJAZTNuLJBOxwGoFQBFo0Co0yTDmjPCWv89UDclHbLWhkK/F1OkUJS/CcBrRWS7zJHENHUQuiEQyiEdBFBivAkKdYq/TZ7DNtpIKWBIZplIgTHHn/L7/sGuyvv3wvGvTerFMG34Ru6Kg5VSxMZzE/u4jxCxPIzi76QwSuAAWiXqojJNBIIKLnPXjpi5BGbQkg8sFv/x8QfIwGdRl4pOJhWKbybyUA1stwfiGs0WdEcT2Q9UXGWJDDBE3OfPEAF4sAgq6qgVEhQ/QgZoAeQ6QIrAZlnaUSJkb7bIS0ttggcAgYjoQQCVvyuDyreViQYK683Sn1Y/CkkgbLlZAaRQ1QPN7P9CL3Q3a4NqlcIVOeGKo8loBRvJ8J6nGYsxSZ7G8HPrjAvxdQgAwRoW0pP3Da7nTbqOkhDKx/E8JD29DodGFTwRHSxcOeUrmWBGnw+6a8dqdRRH7qJE7v24P89FMYGd2BZOZtMKx1oBl4oa3DcXXEjC4C3Ta6dR1GqIWRLUG0rBzOXngeZ06dwuTFixJgSN+67MIcKpWSAL0DA/0YSPeLJFEFeymbCA5KM0PLsXbdLnhdG/OLF/HcsQOYnipgeqqBMxca0Lsa1q2PYtuWBIb74zA0U5Q4bdeRuuKyHddg/fqd0ljzWgjETGCSFkFi49MQtovTrMgZQrsf1iLyfQ4wND9NmgNVCT9Rg2Zho8nvlaydnwmBLQ68GDyXWyyKFc3GjZtx4sQJ7N//GNL0SRsaknv0wFNP4/ixk2g21SDTpeWKYWLbtm248YabsHXbdqkxOg5fF0MBFcNK9nFCqLx3feBfVrd4iSsPY3rGq5rkBcYk19Htb7zzZa9v/sD3f/zwf2OsCrDa6aI8n1PnlRHE4w8/hL//27/EwPJBjK0YkzUVDtkimz9y8IiEQraFO6AGkPzF2ldA9A5ZrDq2bliN25KAZp9CZL2HMGXS1QCMYwbyR1wYbhx5z4Gr+z6gDNVZsw7GO26DEzal8V44N42D+w9gcnJKarSeFL3ng9+7CD15uzw/XISCGrbv2IqrbngNGhK+7sIKBBCNREV+T0AkFolK/cdhdKNaRzSVkPOJvoqdcg0nDx7Gw08eEkZTL+irF+TEs0j5M/vED7H9UJ9jt93Ea994G3Zf9yo8uf8xOPU6xtaslMDFFlUg4s+uod2khJd+zR5M2ncYhgz5GXwStEwYloWzx4/K/Z1KqjqXwARD78iEd9pdpEaXwzUsTM7Rgo0AcFAsgpxnn8Tk0SMIjI0BZA7qHqJWAtlcEUkzgG3bN2N0zUYsnj2Ps/UmSumUMOR4PikAATJwFMVI1xPFHuW//CJjK5tbxOkL52RAyfM9HkuIP2Mm0SfsN3o99mxhImGqPFxheZHQwPpLoeK9k8P3zveBVfE6JglG/I9V3SP2Ynxt3Es5vGL34SsSFDsW8pnKfeh5uHD6LI4ePrJUKynrMk8k3twbQ/EEXn3Tzdh93bXIZRelbmaPR2LP8cPP4YH7fohux1H1Vo9B6//+0j/72/8SuMv1zz2B6ovrd+3EhYsXEUz348rrfwbf/c63MX72hNSmwrbWWLOrYftLAc1Xyli96TXXwQgFsGvDRniuhYmqCy0YlXqX/qH9AyOIhg2YgQo8Zwq2AKtqeNMDdnt95Uvf5wuv0QdapYdXQ1SeNc+fPo/9R6ahh1LSP5O9btqmWFFwQElgNZ/PS8Cg1mmgXSuKpzjVF2vXjuJjH3svMhlbvOupLAiR2UhWYqkirEAO65gtQqsznisMjqb9guzhDI1uN9By2pgYzyG3uIhkPIxEPImZqSz+4i//WmoFg36h1ZqEDPNmGoiFkIgn5H3wfOaJTl/zdJQhcRHUWy7W7LgM2191DdatWI0Agyv3HUP15Fm05+bheC2kBgdg6qZ4M7Mn5j4l18UfyDBIldYEBJnZ17Ya9JVVBAnX42C9I4QSenMmBjMIpZJohGw0ggZmaw1MFEuYrBTQDAewWM4hGQmi06qjUS4Ik3LH1q3Yummz2H9MTs0opaJlIp6MYGxsBMsHBlBzOthz4Aj2PntM/NWTqTSuuuJKfPBXfg1r1q2DFQ7L2SfZCZ0OGmRMN+qo5bP4l3/7Cr59/49kEMq8DH5+A5k0br7xBszMTmP9hk1461vfgkjIxIXxSXz729/G9OQklg0Pimf0soE+ufbpRBKFQkFsZFasWo5uQMf0fFbAdmbdxPtSMkwSS49mA7WFAhrlKuazWcxkF2TNrxmlL72NqbksKqwPWWO5XfRHTAym4+jvH8T09LzCZCyGStsww4aA9bQDSGTSMFMjGBjbDs1OYmJqRixwjhw9jpPPPy9EAdZWPPupkuYdrnzNFf7RJlDuubJXUInCuoJrnnaS9NuNJhKYuDiBUm4R6WgYu7asx5WbV8I2dZw4fQ7TCwWxx4iGTPzbA0+8ojP8f+oP/RRYfckn22OsPv7gt6AHFOOSnj/CUNN9xqNh4X//1d/hiacPy0bb5abss17cVhO33nQ9PvjB96DZrImkttqo+AWgL7miv4rj4O++/DU8e1hNrwVs8oFVLjo+XIMyFreJUVNNTrPttjSlnHCyKFuzciX+8PO/K5INYXt2XdjEf8msQhB//Xf/hAcffhQ6GS2XHDacIhN44/T1zjvvxJnTp3Dh3Gn8yR9/XnxV9UAX0XBYChumorPIVhPVgCTQf/1r38KDD9Bf1haAzKWvmtvEcNREwgzgznfejW3XXSPhJGRakQLARUywktJ2Noi2RcsDvk/lb6oCQMh0MCQwiHK3PQ88iAOPPIbNI/0YCrHI4mtpyRRMWlSvi7BtCfiVr1dkstJyPdjxfqy54np87+En8dCTT/kNHEFcslUV0OcFuwhnLMRScRghW4DBerku3lCcijr1lkh06WIjihkxvVegLtUdBGdrXhOjV2zAqsu3IDszj/KpGYwfH0dmeBB9Y8M4e/oUrCp5EwEwVVGKTstCm8VYx0Wz24K5LIbk6gHUtSaGR4bQdOqwk3EMjI0qKr+8rpKEihmxPgRdHQsHz2P+wGmEdEoN1GSM7OVL5WTKBkAxo4TjTPl6h8mfGj7wvnfi9TdfCzsUE2CUh3i7WYel0y/YRKvr4UO/+jGcOT+lfO/kUPWw+4rt+PjHPoxIiOFgLNAZcmCi3mjK9aNUhVP+QtnBPb/6UczOZpcYqz3PKE7aFbBKRpahJO0MYOg08Po33IaPf/geKdb4+D1T7VgsIa+fU0DaB1SrNXzuc5/Hc8efl4ney/2iFcB111+FUtFBN5pBy4rDdWqwAvQFimEo0yeH4ezEBMKSgG0it5BDLBpHx2vj/MQsjGBIrBXYLIdDTE0mK7wjoF4obKE/kxYJeyGfQzyWRi5XQof7BBOHnaYwfXkt2DSrwBzFVlAWAJSXW4otR3sRyi3SlkiLFxbyqFWbiITjUtR3mjw41b7EhExOmeezOQkPoD+hPJ5IcZXM2edEvCihlvfHUiHq72MKYFUhOPIl/jwKWBWGgjQpyldLLAsIBCtV/9JeAb0lrEoy8WLxJKp1Rxoojfe/z05X7BEFbMlwQ1LPAySJKk9Vm36SQKfLSKcuMrGISE9oXcsByGUj/Vjbn8S/HzqKYOZ1GL7u51HSgdWZKpaTrVJ1EKxNQGsuwhCGJH1KA3B1A027hqNT+/HkU1NwG1FEQwGsTEZxZaYPW5MRDFh8LR1oBE8pA6OxoLBXDWhkoHJNMaFE5KN833zzktcthvV8j57Oz9zDiBkVz2GN0jqNzG5fCsjrQGCVADmTfxkixf1Phj28rgQxNcUWICuULGUOiijNIjjFhpFyHqciHlwMUiAYUm57EnbXIHM10IHLIA6qBxjWU28jW6qgWHdRrrnIVxuy1iJaFbtHxnDd0FaMMLQqAmjhCALRPoCAaiQMhMg+IJta7d18ywQy+B40huW1GF7VgtYoSuiBRrY7fYrRRT3goRCIwjGCaFApIPcA2fZttL2WSBv77RAyeghhjencNMAJAh/44Mtd4vjnf/u8YPq0ReB7a7QclCp5TE1MY2E2J17JM5Pz0ugoOb7PHu0lZbOZoFRZBmzq6S+VEfZYSD3xvAwY/HOc9zD3Dd7DibApbHIuDgIZ9CPzH02pDITR2QObZJwhFgPCUO35qr4IWCW4qnySyW4lsEqfa3qZW4EuxoaTGEwHoHssktkgmcIeDASUZ7qn01/XN/wQMMBv+ANquPjSL4b58L7p7U7CSOr9o4AKblsa3vjqBMoTle2FAhJ6DC0+Gx/J4UBIhlL+IIbAR6OAQGonlu+8C91UWKyDonYEUTushpKUpfqeZMKMp1Sbr9mOwqmVUJg4DS/XgVcvIxgcQCjdj0YzimLRk/VrBiy4RRu5ShbLtgcxsMFEV9dkiDE7cwGz0xOYn59C120Keyhk0fdXBQ/x8xGp+yVS7VA8hcGRNTSCwcTUGcwvXIBlGiIjdJy2rFfmPvHs8MBG3EGw05BaibK8XVfcgGRyFPWmSuRV9Z+/1fqfhDBuwKGsUNiFMUiGFO/ndof+9MofTflFuooZLTe9GnpSHcHvi28t/41GwIt+9hrC4Qimpqawf/8+HDtyDFPTE6iWK2g0GXahFDX8pNet24DXve5WbNu+FaapBiF8bipxCENwrxEvSD/cTGHrBHRZg/KsIEjH/YLvUV3LnoqF9wCv6Ztuf2VWAN978KEXLDLE5/oFdmB5Pi/nUcDQcezZZ/Cnf/T7SA2nsXrtWmE/8bx1Wy2cOn4SraqDapvXjyCqstygLZSijhsItlvYuGoIN1gxYPI4BnZ0EdpooXqig+4hA17DEl/rEjpoBpvire+aQQR370b09TdCN13UOy6ee/wQntl/QBpyeQ7//SuWb+886I031L3A04R7AlUwa7dsQDiVQDQcxfDAIGrVCgqLOSFMMESKIbkEVndccTlGV62QQbRTqcKrNjB95hy+/+A+yViQsDv/+UXVdAmwyuckuYGfkbDUOh0MjY7AsA2cff4EhkaHcMsbXwfXaQhjmcxUHvocAtCXV/INpGH3EItGxW7MDoeE9KCTYOC6MpgQZqwWkBTyvmRKBo7cgSrVmijcBoYyMqsLdIDiqcM4ct930DecQXj5MKIWbQSCMAJhhA0TdrIPgcwauAEbE5UCxuemoZsKWBK2J31/gybK+SoOHDiAiQsXhDBCljVftzCoTRVe1vK62HX5lbj99W9Cp6XsSpi6TV9XAvGxaEwsAuj/z3XXErWYH1rmKUWjrMtWW4AKvlfaJXBALt6ofniMIs+oPbKn1GNtIgO33gmhKbn/c4cO4dGHH5JelOtS9ENiSUarJw3pwUG87ed/AaF4VBhq5XJZrJJGh4bxxGP78fCeB6VH/H+CqnLISSV4yTHgIR7UJExvsVbHpmtvxPCy1fj6V/8VTiUragrWLkE9JCx5+vX3wMxez1gp51/2+c0fuPqKy+GZGtYOD2PH2m2YKjQxnXXks1q1bq08p8FA35gLvT0rijMJF73ECqDHzv5vALL/iuS1SvuuhlsMQuMw5tz4JB566ixgxhGJpqQmJcuddmyU+9N2iYAnQWO3UcK6FcOyHsfHJ/CGN96Cn7v7dhiGROIhnyOI30U6ncZiLofp6VlZG/T/rFTLGB4exOo1q0X9Ua9TcVYX/9vZ6XnkcmVZVxyksd9iyOehZ0/iyLOHkJ1bEDsARbHXkIma2LJ5k5zz9D+emrwomQuDA31iy9PoADuufQ0ue/WrkerLYCDTD3N6HvMP7MfsQ/tRLeaRGR0SXIBrWJSq9NtvtoRwFIqGBUgLmiR9cGjFgDQGVCuWOxcsg64XSgXk3Abia1ZAzyRRtE00jSAWaw3UpR8Jot6soVnMYU0mKgHKubkZ9KeS2LJhI1KxhGQwTE9Py/vgybh2zUoMDGYQNAOoNF38cN/TeFSA1RaSyRTGRkfx1rvuxu1vugM6PVlJzgiFZb9rVkvwmi1MX5zAH//5n+HQ8WOIhMKolEj6KmFkIIN7fun9SMSj+MY3voHbbrsVN732RjitLvY8+BC+8+1vYaQ/g5mJcaxasRxNp4FGtYq+dArLly8TNezk3BxKtbrYKdiRMCwGIwpbPwibZ2mtjUapgnyphHyZvaCLzatHEAqauHBxCmXHEUYp8Yy+aBhhy0S75aJcYnA4A1Y9NMlcDeqwqVJiaFkkjC1X34Dkso04dfYiLoyPwzRtnL9wEafPnJN9lJZL3HOoKGKGhUHrBtmvVL2hmOaA02YPX5ezO8qcl66LSDyOSqkI16ljw4oV2LJ6FAmzg067hfMTMyjUW4gnkkhEw/i3B37qsXrpJvdTYPUlW34PWN3/4H/6nmeUcvuHr8h2WaxZ+N9/8Td46tBx8TeT4kQOJE/SkX/h59+ON99xq0i4OclrM3XZ9+0XEIWsjVYL//zVb2H/488sWQH00od54HOi6XAh0C/NDzuqkQDuswM818XOyy7D5+79jFDoRRbmdRASmR2bRAN/8/f/jD0P74URUoxVPi+nEywIODUjaDYyvBwTE+NCQvqjP7gX/Sky4RzZeEzbQtNpoSaePZTNBwWkeeihR/EvX/4qupRdcKFyTuh2YHsONqwYwHs+8IvoX7VCkuK5ObNI44Gl8BmCQD7DgYw630y+d/Cpgq9DLqlALU6ugOce3Yfc+HkkohE54AhM0fOzf6Bfpsk0AQ8wwd1poOo4CGWGcPUb78SPnzmKr//7N2Sq3zN753tgaI4W6mL5zmXoX7EMmWWDEhZDGY3e0WB5CZw/cRpzZycR9lSgSrPpoOM6ItulebtiK3bRTgTxqp99Pc5ePAejEcCJRw8jZcawbfcOHDl1HJ3phiREu05LDmZS7etOQxVeZPuORNG/fhmaelsCyIrFAsY2rkN8ICP1TWVxEZViThgWRmIQ3UoLc0+dRudiQXJjuDMSUGYDQcCc11ESJ6URlDxplTLPgq+rIRY1cc8H34PrrrlcksJ1msu322h1mggFFYg4MTOHD97zETTabILIkKalYx2/+At34e6fvQsBJiRLmrYuMkqyMHntUyl6o5IZ1sGvfuQ3cOHC5JLHak/i1guHuRRY5b3sdpt4+9vvwvve8/MCSHKSxvfB9xMKRQQAJuOLX2SFfvZ3fldMunMi43t5XwRWb7ntWszNllA3E+iEkgh2XVhmS7xKhwb7MZSMIzs1jlatJl6GZFezWY6lLJwbn0K9rq4NvWEZ+MbURQKrBEp58CQTUfQPpDA3N4tkIoNysY5iuSb3a62u3heviRTewlr1GTLyfYZjMPFRFbosXpMJA+FwEIV8BfWaA5sMQo/sqSYSSXpP1WStUa7aaLVRdcgMVV5QwrQk8OnvUwocVY/dW39Lgxep+HlrK8BH/sh7R5ITFLyifhFE9JtAGZAI58qX9vZag4Zi4QW511ioNci0YjAT16OSsXI/6K39XkEu/pFkFVkBmdTSx4dDAd5zqXAIywdTCJkGFoslxMMW3vmqdTiXa2DvRB8yr/kFFAwdq+I1bIrZsBo16KUpBAjcECTh/4IeXDOCmtHE4XMH8OyBc+g6YaRsA8uiIWzPJHFZJoGxGNkxHAQQICWSy04nCE0Yq/QkCcINUaKr0tMJoHoafb4ImPGg4LVTwW0EVjXYIm/3dMrVekcGmZ++HJyyMjJOW3UBI8V7lXulS1q9ktUKCCia1R4crbxNwbXSpBSLIYJtQG+IR2VHc2VwFGDD2yFTxgLtr+edgoQZ8awJR/l2mgg3G0gYUcT1PuhdpuDa0KwouuEMPMOCRq9V05aCWkkhiRcqv1IBe+n7yvdAYLhZA9e1APQEptBBFR3MdYKoGwE0yYQQu5k2mu262NLw/hoOhbA8kkRStyX8hcoL/NKvvLwFDuAf/un3ENQol+caUGB/qVbCyVPP4+Azh1GvsdE1hAHO4pVrXD4T3/KmNzwgsNprZC8FVqVpfAkQ6Y9F5HGkEQsGkKDXKCXBthpGCQjmM7ZFws3gBwG/qI7h/stQIdrFaFJ/8PcCtpLJyr+nrEvO+ABsgrdUsxim+BvGbR0rhyNIJfhzPV9tHQGDjFeFb9IflzxoCcYSdqmSBkuIzkuuslqPHNj5ihKOCHvsd/nklG+2MK74e2GFKVuPrrDYuR78cEiG67RaaFKaRuatQRBSJS0XikXkG03suOEejO54LXLNBWG1EhQPcYAlz6vsBChbVPUW5W18n5RpxhELd9B2GpibnYSWrYh9itax0WrRCdhErWYjV3AQGehg2fokTZvhtGty3QIaWUiWgBGOUxafyIDWlvDSifETS/ZNck/0fML9xoQ+28I8I0jT6iqJLq+pF0MAeRm6e90QPK0kRG5e42gyjct33QDdTIodQm/fUwxG5XvYA93avKYELoWlrD4hnjEcqgho69dPKiRK7dGiDPHUvcXH5s8yoKSrNWGaBEBcjI+P4+LERQwMZBAPJ+TP+x/fh8ceexSnT59Eur8fd97xZtz82ptlcFgqL8oQxDDIpOfnzPuZ+6k/lBMbABotKqCO/uUcjstAz7+v9EAvkViFJvUYm3e86a0ve33zB77zwINLIKGA3kuqpwDKc3m0mh1hmU2cPoXPfurXKefC6IoVWLlqTK4VWZ/nTz6PUjYPz7R9ax4ODTXUmo7Yl0APwW42cP1t12BT3UZ730H0xUuIbDDhTgbgTlto6xqqXkN8PN1AG7anoRAKIfi6GxG5YhuKjQLmj5zB84dOYHJhXg1Lg8Gl4DwC3QJiXsom9Ac5BMrJSDesIEZXjmDNhjXIZIZw8thJHHz6afk58fD39yIO2H/uve9COBaFw/3cDqOWy+PQ40/h0Inz6PjPzevVC3ASQJp7jU864N8RKBcA1qMHs5L4tpsN7LxqJ66+4Vp0nLowVqkGKJeK8uxbtmxBKt0naz6fo2WRjsxAP5xWS1ihbalRCDKwXaxnAAAgAElEQVSqwFrFbKaNUUoYfAJUtlrC5GMt2+q0icHAcl088c0fwKu10H/lFUgPr0FYt2CSGBAKwopGEYoOIxpLoGO08Oie72M2NyH1STgQRLPbFubbj+9/CBfOnJEAUQHRe762JEoYBIs8OO0W3nj7nbjrHe/E9OSMvJ5oMoVYMi7s1qhND0h1zWWo4QOdVIUR9KQihu9Lwrz49wzjIXGAvuOEyYVdrlR2/OLjSOcoxA21XtUa78hMleDzMweexAP336/CdHu+qFTFgNkPLsZWr8Zd73y3EFmYm0BmpBBAOh7u+853MTc1BT340t39J9R+S0WJeg3cN0hkidP6qFXH0NhK7HjtLdA9HQ/c9wPkFmdFlUmmMm2RyL5Ve5U6J2SfDwYxPTX+itb3irFRRBIx8Ru/Zdc1GIovw/n5CpyIjS07L8f0DK36alg+FBJg1QpwmPiCx6rsq75tUe8FXHqGy3X3lSKiwOP6ZdCuEcDU7ALu33scjmci1TcogW1k6gcsW8Kb+KtYqCC/OItWbRGvumKzDL2efOoAfuVDv4QrrtwM160jlUiKsnNqZg7PPHMQFy5cwMzUrEjWOSAj63/5shHs3LkD1167G+vXr8bi/IIMvRgoxeKRfTjvP/qWj4yO4uLJafzT3/+jBESlYwl0222cP38eIbODbVs2IhWPChjH85Z7GX1dmR3i2TEU2l2s3noZVq7fiIGhYexatwr9dReH//27OPvIPsRMXcDLuG5hMJVBIhqH47RkMCeJhZ2OBIpqiRgqAeD0wiyminmkBjIYHVgOM2JJnbfoNjHXaWKqUhSZuxa00GqxFg0hE49Dq9eQDgJXb18Jywyi1aghYtmIELgOWuJxvDA7L/dTOhGX/Yxrsea5mC1Vha16doa2bEHBOzhAXrtmPV57880YXDaMoZERDI+o8KpmLivevD/aswd/8tdfQNNVgakcSJVLefQno7j7rXdgOJPGvn2PIp/PYWzNGqxYtQHRVD+++q9fxdzkBTjlIvrTCaxcuRyrV63EylWrJDfjmUOHcW5yUiwcaLeYSiWkz6NSiDhPP8kJzY6EP5arNdmDWTENpS2EDVsCourcB4wgQgROTVNA0fmFnPiqDw8PoVYpiq2TnUygP5kWtVDDbcNMDiNfpy2kgXS6D3Ykgvt+9ACeO35CzhkCy/Rr37xmFCv6U6ICEixA07FYKCC7mMfUwiIK1TpazNUIGpLzwjqUqgM+b9y2xKc3ZgURDxliHZktlMWjlp7tiZiNr+75qRXAT4HV/8s2v8RY3fMNBSTKZJvNsgIZuIjZpP7pX3wJzxw+IeE9pPJLC8yN3O3i4792D66+ejuqlZIqMNlI+ibVPcN4khC++vXv4seP7FsCWfwHUaboLpmgqiEKuC0pyF1h8bDhoKdWCzfeeAM+8uFfQb1REUYMS1gGZzDp19MMfOkf/wV7fvyY+Abxi69PZON+g0BJQ88An8/zqU9+DJdtXScMEFoB0LuNk926AHUd8asilfzEidP40z/7KzhNV5iEih2hw2xXsHPbarz/Q+8X1qXF5ptTLwnk4jRTeeqx2WXB1iPDKXaL/4sgrQa0xcjbw+z5CUydPINOoyFhLgyzIXctm82if3gZNm3fhqn5ObSKRdQrFUzPzmPlps3YevW1uO+Rx/Ct//w2KLWVQ5R4BPEOelIOJ9C3OQ09EUZkQHnBVIsV2JqJcHgI5w8ex9nHjyCJEGJ2SBiAzWZVGhpONPkZGN0uSloTu+/6GbTClBvpMMoaTjz0BDZv3oDpag4LJ+ZgEmRpthGzQlIwlmtVYRe00EFqwzCMwSjMBIE0xdLccs1VMKNhaVpq+RxKiwvC4jTSowhUOph/8hS82YqE2nAuT7YopUnKC00l/Elxp6AreVwplDQDfX1RfPTXfglbtqxBKsTpewCtroYmE191WkiaYh/xmd/5A1ghesopEI5s3U98/B78zM03wnNbPouGQWxhVCq8Nk1hZlE667Q1fORjn8Cp0+ckHZhfS0EJfgHZA1bFW5eSZr2Ld73r5/COt92hGMJQvq38YjNIeY7gjN0uisWyhFeNX5zG4isEVu94y8/g4sUFlL0Q3EifHFSRkAppY6Ey2p+E6bVRz+fQdtpSYNRqZaQHo8iXqjh/fkFSZ21Lg21YsCJhub8pj2FCqG3pWLdupXgquW0y0EKYW8j5zAwFiPaKaQWyqk2Jh7NKXFegkgImNUTC/B7B5qZMMgnuswmnh1rfYBIhM4x8tiDr1BWghMCoAvcCXKMcbnANij2YKup7n8kSWNoLViAII6CJatQJltOrrDccEp9QIZupwBOCKNzPuvQQXbIX4MutCbhLawneRy7ZLTIrJVSlGHI9wJ2fLfc9Ph7lywzJoMyLvr70Lesw4bfblcJvzVACqVgE8/kS8o0KNg+F8epNl+HBGR3TmV2Y6dSRibWwta+LIb2FaM2Byam71hY2KV93xfMwVS7gxOkc5qZKYN9hB4PiI7QiamF90sL6VBijMQtJKwiT7FeCqvRcZYFJIE434Ibovaqra657aJGxSnZBlzI+7nldkWwvC4YVWIkgPL2tglXEQ1ecj9Xm1GTh2hSpD4FKrcP9UnlbscCUayvxiIrpJ/cNpcWtNrpMg+bnxcUjTEf6PjroBNXrJnDWbmuot7ood5podJuIhQwMZvoQT6fhWQSK+ZmRRU7JHYHUKBCyAD1MFA1eW5A5tafzFwOP6EvK52WAFcFRpyHyUY3pwj4jkvd2J9BBPeAi67rIOg0UWpT/q3Og1Wmh7nJw1caAYWBDegBDoRgs+uQRrLnnoy+7MfvSP/yB+PTyvORWyLOca2Iht4hnnz2CUyfOwjCiyGULmJqYkRRsApnC6vaZb4qxKnfMi756Q5EX5zyrf7LEO9QAO6AhZpmIhcylJFhhKPnMdUKmPM34UxxmMrCBfyITW43EOFQhG4RALaX3BFdVaBVfbw9YpT0NhXsDcRNj/bTxYaK2kvIp0F8oqvLaekzbJW88BtMRCCbY39Oz+hKS3r/h92XvJWjn+83yWgqY4w9rOChRgKf8sPI289kQBBMoSaPffLOpfMDFDofNgQQmWFh+9R3YcPVt6EYyKOTr8Nr0QGvIuSaNkxESIJbNO/14JSiF3rMeG14bukUFBRuCMDp1+lkWoNUV+9uh71szhLalI97P5pj7LwEOte8qz0IV3kXPR8vWMDV5BhcunEKnXhEPORkA+coa/jvupQRHxM6DPsC0BfGacN0mGPZJoIXgrwD7/uCMoAjBrlA8je07rkM03i/DMw5pOTBR15ZTCv/CcUtoUnKs5MayP1KezevcpSevOu+5eVAJQyBEWNEtspsUkq7UEByqeqA9dS80jQyYfGERZ8+eRqWyIM1bKs0kYAdHj52QQRi955qNEpqNBgIM+vQ5LgQl6X3M90jpv8iWPdaWvEBsvAjMMdG8I2EmATKNdQOepVLcex6rPWugt77lZ1/2+uYPfPtHe+R99qTtPcYqP6tqtgin4YjnYWF2Bp/5rY9JqKgdiWHd+lUYGOhDkPvBxCQWpmbhyefH7dOQra3coLVUCx2eR56G0U1rka520Jiaha21ETU1hN0A1rTCWK4F8ByKsLv0JvVgdpqYHF2G/tuuRwltLJaqmD92HjPT06j4Nc2lQI9Y7/hA29L3/fOZ17zr0cZBQyYTw6q1Y9iy9XKcOX0ehw4eFMaqyHVZ27fbSCaTuOH1N4p6jcMZepk2ikU89+whPD+9KAz8HuDFe0XuH4Lv9FP0mbMquEq9pmBAKYW0blsIHK+97WYMrVshPooEVvnFPYryfgbohEMMT6V9WgPtButQFdqkrA8I/HHw7MKmj3Y4qnzsdV0sAwgg0R+SfYkEPMnfUZqtY/zUDMLxlehbvRElpwVLi8M0bGjBDkxLkwEMBVCRRBTFc2fw5LHH4KAFrU6SRgd77v8hzpw4ocglEvrJ/VGFRxFcY/3H86LutHD9zbfiPR/4IGamZ4RQEbBNxBIJFSjMWo9qo5YrYWfcB3nbi8+850InE9b3QBYGKtcjQVgOhHx1gqxlX6fD19Ib1kgJKEoQMsHpkdyGbZjY/+he7PnhD2HYykaMZBdu2mSssl68/OrduO7mW4WBT3CPj1dczGFuZhaNUhnPPXtQlDQ9tuz/jb2pNAw+sOpp6OgBjC4bQXFuGolkEgjFUa+WpMYlS1o88gkEi5+8Yn/y61IAs1Evv6L1PTiQQlC30YSLjelB3HXVTehG05i1LQysWI1SuYFapYDBZADhYB4Bry777aWMWXVJL6kzLxleyOsUxmrvdavPkHtatlDCf+09ioVCE4nUAGwziBDJLXZEAH2SH6rVBorZObjNPF591WZUSgUJpb733s+gfyAGp1mCU28iO1/Ew3sfl1wVWtwtzGelL6DaMBINicSbNWIiEcWGNauxZu1q8fxkYGCU1zxoIhxPix3V0ePH8W//+C+oFYvYNLZSQO9iNotysYDNG0Zx2ZZNcDuqV+ZHkUik0HQ6mJzOYrbewCMHj6LQ6mLVpi0waWvhtrCubwSpgIns+FlcOTCENd0ANtlhhOnbykwC1ieGjqauoUPlYMDAxVIOB86dxqGJ82jaBlZt3IBwJCqMeVok5AolVB1+cjoCwpodQDqVQalWRj47h0QA2L1pLdYNhVGrlNFiKCbrrbYrqtL+dFzWKfGFvoF+eIaBfKWCk+cncX5mEQu1NloBE6FwVCyySAThvRuKhIXksmLlSuzatQvXXHMNFo4ew9HjR3Hy/BnsffopdGHAKdUFYK3WSljWl8CqkTSuvmwr4iETZ86dRa7RFhshM5TA3PQsUmEba8dGkU6HZH3z9RZKRWSLFWGc0ts0RMuM665D2DLQadeRThJU19FxWmhWaliYXxDmPu+3UCCIZWsYCNjBwsyC4AtGxIYmtmBdCU0uOW3svOoq8Zw9e+o48tkFZMtUTqaQTGaE4WqE4khkRtHXP4B0XwaVRgPf/P73ceb8uJTqVEbHTA237N6JnWuWwey2RCnKroNkt2qriwtzOTzy1GFMLJbk8YwwQ5khdi2Mae7Qpx8d2LR2sSykojZa7Raq9aYMXeO2ga/vPfKK1vj/1B/6KWP1JZ/sEmP1gf9UwCrlIVwMvnxOgNWgjT/9whfxzBEe1PSuVGAljyNO1+799G9i9aplqFQrwibhtJngZA98lcO8q+Hr3/wB7n/gYdWQ+dO13hRVik8BNXhoc5NUAIeyCZfSHne97U7cfffPyuYg3mcssFlPi0TEwN/+w1fw4737RL7QO0xfzBBVvmjiH9Rp4T2/8A685U23ibxBfEUFMPVA1oRMWlVrIROWP/6TL4iHZq8YI7AacOu48YYr8K73/JxcN5MsGwmDIuuFh5ZKw6ZPpkjrfX9TFhwCLwgYyBrAhRcMimTw3KlzcEo1AR4ISkpIT8cVpuKy5ctFBtOhF16LjVtNfC4tOyKG2UeOH8N9D/wIM1NT6LQ6aHCCZ2kYXrsCieEErGQAWsRCbDADKx6VzYyXd36+isqFeeSOnke0qQsg6nTaqNXLEialEowD0F0XDbeD9a/ZhuT2MUzMLuDKnVfh6AOPo5EtwoiFMTc+D7fcgNWmgiWISCQGp1EXbx3CPNGVaXh9NuKDCRTpMxMJ4bJXXyPMYN4v1cIi8vNzMAIa0ivWI3dhDtP7jiMwXxdZvCIYapJq3WtUeveQ8l5ls6U8MiktXbasDx//6D1YuWIZkvSAkf5PF+8tMoDI3P3LL/4Dvvnt74lVgBR65Ly6bfz+5z6BV+++WmwDxH+3o9ik9HSiZUQsFhEfPPoR/8ZvfAYnT51ByFYhEYpt6jfovD/pl8oCVIpS/l7De9/3Hrz5DbeKzJUfBGXNrNQk3ThoKz8/r4tcroDf/ORnMDObxeLiy5cZkbF6x9tvwfRsEYtlDYHIgBRTmaGoSNezE5Po74tiOB2H3umgMK8sDSjxTyRDMo189pnjKBYdCRYhG40rI5mMC0OB7FEylLfuWoVqpYnpi3Poz2QwPbsok2NNpzSUCb0ECHpp3Iqd2BUPRFOBq/QYI4DBzCTLQLvZRLspBqFLa4XPF4tZGBnpQzFP/7yqrH1eWLLWNeq5DQ1akInyXQk9EomprEFKuH22vS/fVWDni5mk8rmJ5lsB9YpVIaMeX+bLppSLWX1XSeI5/qffJwdLBFbF80Gl2yrIRRXgl/w/n0d8yHTuG0DECiIVsRE2DObGw2m0EQkCm1dmsHIggUa1jKwTQL6UxY7RdYiMLMfexTb2zU4iGGgjaVaQtDQkgxYiBI6kyenKPlBzmsiX6qgWAgh2g7RkRJs+xjoQNjykGFoTNjAQs5EO6xhIuohHTYQjlqgU6F/H4KpSwoFLJp0JdIMsP3ohdSqUi7nSHFgMmTosMncRhOXpcHV+1srNlvYelDxaDTXh7jY78FoMBKFUWUOgHYDVDiBE77ugIUAPpdAEgx2nLgBC03UR0gxEiBoFNWhtD3U4qHVrcJjU2iXTHyjVNBRqNMJvY9fmYWxdswJROwO3ozxgQZYoG22iMPSFNS0J7iIbUKPUTxhHHnTHhVapChDMpFiN+3/DBZwaXL2JQNsTb1+GehFcdoMaGgENVcNDsVXHbL6IfKUBpxWQX/U2m/Q6BsMW1iXTGIukkAqEobtB4GO/+bLrry/9/ecFoJSBFFk1PcuZgIZyuYKTx09hcbGIi+MzOHHstCTPM3RKGKsCSKp7nMCe3NvShPksbz+FXZ3DPuNw6RWqO5pLhMuAA4J0PIJ4SNla8JIIM8Cwxbst0z+ElWPrxKrg8PFnMDNzHnGCDiLvJyhGz0Kux66wKw3xLzSFicd1YRL0D2qI2QYGk2H0RbmGCBb4rPRek9uTR0ogl+8pTtagH7hm+r6SlzL/ZOjhWyLwZ9Q+3pOv0gZCMVYVnipGRj5wpqiZlBPyjGi2umInRBYGvyf1AFGQRh2xdD9uuvu9GNl6M+qei1ypBq9twAhQYk42s6PYZV2Cq5aobMjc4YCXZzAl57RnIeOO64sASTBEtmpXUsGFyU/AX7PkHmSzwY2K667rEnDkn5oImLrI/wkeHTz4BE6fOoqBgRSG+wdedO+JzJdgFOsYgnESQkPQiKrjprB2OYDwdIkgEc8/ntMBDmY0ep55SGVGsXnrlTDtmAAuUufJvkFAVjTCvRsN7aYaaCmrH3VjKWabAsl7yhQ1aFNMVwnl8YNSZSDuqwJowUQlFD9DhqSQBTw/O43jJ/fB5vBStxGPJYV1WKvWsJCdhR7oCFNavLz5ONy/RUrIda1CDOWKil1QUPYmec+ehqCziIRXFAZMvu6i1g0glOoXn0THcdHh+zaCeOubX5kVwHd+tOdFHqu9wDRel3qhhHpVgfaNYh6f/q1fx0JhEQGDDLQEVo4tF/CRihSyqJOZfsQYtBI0xbe+2qhjcmYGMwtzCJCJrAdh+QQJkQvTo1prYWfXxN3BfuzvzsFiKJirCfAwvn0lzNFBkQsXCjUszhZQa9b9wcMLYXeqLlfM8Eu/lpjIJHZ4CsSOx2xs3roBO3dejlAkhqPPHcUDP/qx3yfw33Wwbu0a7Lh8K0rFvFjuGF0N9WIJF89ewHipJkA+BzEc1PA5hBlN/2ZKfDkw7GH6vfAln4zBc4n379vf8TYkB9MYv3ABC9kFxBNxbNu2BZZtYmFhHu2GIx6L7JlkoMBRIJn1pgnbDsl/uebIVA3Z9GBVclkO1Qh62wxb0wMIWxZioRhcAru03Akm0NRTcDtk0iomp6FZUlHy3jdosSOe6EFEXBeVdgmO68L2Avj+d/8D//qVv5E9lPcwwV7h2PtkD9677FXYfXAwPrZ2Az76m7+FcrWKerMhKpVoPCGDLgKdIdOWYTsBZwFW/V/yeD5wTTWAkpi7Mpwj+YZWJmoRv/D5c0CiQgNddLoO6k4JDaci+16jWRb7j7mZCibG52AYTSGUzF5YEMsyDnaCoRBueeMbsGHzdqmPqe7JZbPY++OH5PO96vIr8PCPHxKfRtUs+BN8/zWoe04x6JRUSfl3sx/juq+1HMQSEbiNukig6UXMg00F0/nnoigTFDFGhBJ+h9r7nUPizyv4etXOtbh4cR7UFehVB2/dfQN2XPEaTNJrf2yFkIcW5+YQt5oIB3MIajVhWr9ooOif0T3P5N61X3o5/rrr6X+olmQRyvrwgb3P4eJ0HqFYauleZZiSboZQrTXlTGo1KjC9Mq7esVas/86PX8SvfOgeTEyN4/jx5zAzPeurzJTtSa3WwNzcghBRuF9xKEClH72cGU4bjYQxMjKMzRtX4zU3Xov44DAOHj+Dcxfnkc2VcPzYCUxfOINk2EbI62KQQdOdpii8dm5di2TUxuLCLOLRsPhkcu5N5ZNlxjBVbOD7jx3AGTIh40msWLVabH6o0jSjUQQjJnYPjWK3mcR2x0G8q6wMyEx9YvIijhbmMdt0kHOaWCgWgJANzzJknQlOUqsvEbe4l0TDKnOjWK3K/ZRKplBrVFEuLghxZeuKYQwGXVTyBfT1JWGGIygWSnCbHRkiMZV+PpdH0zCw6DiYzeZQa7KGZVCUyjngoIg9EtclCRm8B2m7Q4XG8PCweINnuk1RC544fw4T2Tl0uhrchocWB67lPC5bP4q1Q2mMDqaxcvkIFrKLODW5CM1OoNzoYn56Ads2rsFAXxRBzxHAlEzjhtNC2WnjxJlzsjbWr16JseWj6JI0I/ZeXbF0KDdaMvBokaDWaoqSipYpBFJb9TrqNfa5al/uMqQZmoDS1XYHb3772yXz4/D+fcjPz6JcLymLFFpeBOl1G4YdTiplqGmi2ung0PNnsFhm3kJXWMum18S129fj+u3rEAl0JXScNYAsebKDPQM/eOQp7GcdHEpANzQZhg6lYhhKxBEKArViTrJFWLcSg6H9XL3hSF9KRut/7j/8Clb4/9wf+Smw+pLPtgesPrHnOzLNIpzIYCgelGK5JH5EFv7kC1/EwSMnVVK0b9BPgGioP4nPfeaTiEVtufF46BohUxUw9JnisuEksO3hG9/+IX74owf9RuyFqZpI8/wD6lKZrGrYlF6RflcfeP//wk03Xo9avUIelIARQVKAWO5rtAL4Fzzy6P6l8KreW12aJtJEXZojpsi2cdMNr8KHfum9aLfrAo7QOzOfL8okitNknv/07KAP0p//xRcxOzMnANCSlM118I533IE33n6Ln7Hqp2D7NaMKOPCBGz/ZsleUy/dlYwSaTCpuNGCZ6ho6jaZ4u9DPwydvyJRbMU5UgUjLhUCQQJVqhDlRJnuE8s+52XlcPHcRpy+cx8X8DDJrRtHyWuiUy2KtEO/vQ//oKKJ9SeimicnJGSycuojC81MIltsyXaeBNosjAqLqOfzE866H9MpBrLh1By5MTWD1pk3Qik0cf/RpZJID4jfTnC/CrJERaio5SbsrGz/R8KrZgr0ijdRQGjOzU8KMWLtti9ghMOm1sLiA7Mw0IpaFgVXrUJkp4iQT+KbJpDEk1IJFKhkjPXkTr6mwnv00ZgJslMUxSXD71rW454PvxdiyoSU5FvdXZQ8RxNxCCZ+99w/Fo4WJwtJQex0pdv/4jz6LLZs3Kj9FkbG74inXcppotR2YYQv1OlOcQ/j0p38PR557TppP2cGFORUQ4FUKME73fcmU67YEnPzwh+/Bzde/GkE2LQEP4+OnUSjnsX3bLgTImuN7AjA1PYtPfPLT4j+UXWTB+PK+CKy+6Y2vh6MDF+YKaBsx8RUaHMjIWTMzfg7RkI6+mI24aaBVayCXW0Q8mUQ6HcfGjevw7DNHcOr0ODyySQJAOBZBLBaWvSDQdVEtlbFm4wiSiTiOHz4pE9tsroxilQU5r6mfmC2p8dwXFINRhhcEHehNJ58hLRdcmMKSaMt9reS4bLaUvwiBu2WjCWlyJy/m0XZJ0eM1saGZKQlWChgOKdXwGNCgB9El24ODDqa4++FtUvL7/nwvLUCl/hRkSX2eIjsV9id3G7WnLe0vYuRBAI60EzIeyahRoCpxYxV7/2JItfez0rxzjwUQDgaRjtBPLQLHbRHDE3n1qqEI1g0nMBCNCJCxWO2g1Kph65bd+Paps3jmxBx02pDwjqfHJxuajocOvQ+bnCQolgK95Ag2kOTJa9ESIIkjKwIiytdQ8G2C+zrZbDZiIRXcw7+lD2TBy8HVu3CNLjyiOh454L6s3AefJUO11YFl0DqDU3AbXUO9TwqzjU4AGverAG0h6KXKQDdO1Mhk1WB2TTDXOx3uIsbk9Q4ZiRrq9PSrROC2PHhGAIMhsiO7iEQ0tIIh6gzRbDBttCv3RMfRUSkHUGYhZ5awdWsCr75iDNtXL8dgPIMw1wHl/yyn9a6wHnUjjGCL/rkdoFoHCKZqQfHdqhUqsOpdhLpk7IYQaFMI6aLtVYRJSD+oAEHeoAuXQSos4siC0DkpL8n0PVeuiKyoUKoi0A1gNNmHsUgSQ3oEKc2EQQXaZ37v5S1wAF/+5z/014liVl/6Rfl2sZjH1NQMTp26gMOHTqCYr6Ij94YaHCjwn6vRhcf15Dsw/LfGzD+TlfdoD1RV96+s8W4XUctEJmYhHQvBsE20YKCt2/CCBpKJPly25SqkB5bhqeeexIM//ha0hoOUFZbAKcvWEeaggXU0fcMCpqhSgkEPEbJhI7bIs/qTEcTInu42fTaoL8H37TyWWEp+gIsAvz0wxx8ac/9QQxN/LcvaVn7KlLOKHYfYFih/XQ7LeCaq/BYOYVVCvVgos1YgK5mhT7RI4drXbRhk+1hhNLsaqpUctl15Pd7w7k+h0a3JIJpyP5HKcnApPrNBeW6R2IsHXlcGrGzYJERDLBx8b80lVqcKf+n9HZtY/lLSZ8VS7RGXOOwkKKubGrLzUzh08EkU8vMSaBGPU7GhrsWlA2lhgcqRpp63B1D1mKW9lO/ezyg5Pq6fTqgAACAASURBVEHYJjwthNGxDVi5erPYJKvP4YVrfinTSz4z30//Uqm41DtBZSPD9yVesJcEQ6n3qM5/xVhVr5EDBoae8u/ptUablcXsPE4cewy2FQY8VpGUSLd8xqIKU1EsUx9Q9ZnzwhwWD25/bfkhPQSPDD0kShijNo0hPYdEJIlSw8PEqZMoOToSa7bCS/ejQ/C36+Gtd979stc3f+A7//XAS8KrFNjOwWytXBUPPQadMffgd+/9FM6Pn4dOMICAxOAAVq9ejbEVy5HpzyAe71PKK2EAq8+EINaJo0fxzNMH0KiziWSyckDqYmWF0kGf18UvG8vwvFVAXXcwUO2i2Ung7KYU9GgUhVIN09NktXmS4swwop/89d+BVfXv1GfJ3oLKlQ0b10n9YYdNUcsdPXICB589rtiQWgdXXrULq1ctR6mQQzGfg6XpKC4WUMwVUKUtGS3GyDTsesIulbXD+8cwl9LmSRRhc0/gjqzx3lruuC1s27IJ77j77QjH4jh2/JjYBDCss1ItCWuOdgE9GyHZR/16T9YjzxOGqOm0RgkjTIZrJCL+9GKBwrpEWI8K+IxE4wiEEtCsBLrBGLoaPzvWGgTwfKk5z1Na8/jSde6RHMjwmoWshIQ8/van7sGBp/bIUFT5YL9AZBEwlPWArGm1nqnU+sAHP4TM0DBK9RpCsZgE0vCzYB8YDYWFyEF5NAdvwlZlp8hwW98uRTofn43OPUuGdJ0W2v46Uh6zah+l4qfVzuPMxYMo1dlTKYYrgVvanBnaCFqOjXL1HEqLeUyfz6NTdaQ+CCcSuPXNb8Gq1esRCUVw7sRhPPrIXlw4w3DhIPr6+uW8pies+Mv7ysBej9Db24QNL+Flvr+u/D4gZBJaoPHeI8FHQvEuAYcvfTzBbX/C/d2oV1/R+v6H3/0wnn3uFH70+CHMz+VwxYaNuPXmu9BI92HNtq2ytibOnsdgMghLI/mkIn2gWr8v9KX8M4H4pfrUf40v7Lu+9+0lKi4CT3sePYjTZ+dgRdPim8msh0g4ATMcRq5I1SG98JsYSurYsrofQUNDuVbH5i1b8F8/2oO5uayoU7hPtzvKOilfyKNYKCuLlqAuSfcc6ND2jGrFRCIhdl7MELj8ip2IDi3H40dOIFdqiGd8bj4Lt1GRQLvC3CSGExEMp6KIh01ctWMz0rEo6gxr6nZECUQGI5ndETuOvpH1+NaP9+Pg+BTcoCHnhh2Lww5HyFoSoG4gEsXKaAq7dA1bQxa29fXhdCWHf3z2CZxtNFAgwC52PgaWL18uDNVcLifXOxoNi6qE5yDXJM8mhnS3CGZouij7SFxJxW2sWTEMNCsYCeuoLuSFuZsc6IdBy7dGB+GELYDwhek5nM3lMVepg5wSg2x2UQYqS0UqYbj3icKWZzkHUV1XrmVvCLl2IIGNm7bh9PkLOHn6uDA9OaCpM4fCKeOu19+AbauGUcjOoi8zICqiZ05OoG3FMbWosleSMRPJlI21fUkZynHgwfaGSoznTp4Wi6I1K1fIPcHPkkxR9uPEL6qs7TsNDKTiCHEQxAApes4u5sQjl0zoocEBUTEyTIvqoUbbRSMQwK1vuF0CrcZPHIcle0VTmKaSccGhVYADP1MxtW0bk6UKHnn2MKZyZXQDZHtQElbH1uX9uPVVO5GyA7BksOTr3nQD1baG7+99CvtPnkfHjiNsMPSwgqu2b8KWlcuQpEd/y8HCYh5nZ+dRrFRgxqLS97HGZS320KFjr2iN/0/9oZ8Cqy/5ZHvA6sPf/7rIU9ghcWOUg1sKd00Msv+/P/8rHDl2eglYlQXttnHt7ivwqx98n5hQE/Qiq5MbC72sbDbUrKYljAT42je+iz0P7V06qHoFMDeOHgukd/D1mgfFUqBhcxS//vGPYuO6NWh3mmBgBI8USq9E6o8gvvh3/4R9+w9At1mQKCuD3uOJnExsBZQ/Ig/NVaMj+J17PwlLGD4qlODM+QtIpTPi4WHRULnZRqlUw1/+1RexkCWo1WOwcQrt4iMf/WVcfvkWCalSh7Sfgun7Y7IYIWhK5onFQBhpAFQD1/Nv42ZEo3i+Lk60KX3hv2l1mJ4YE1aECr/QZVNVU0rSepTnEX1DKeFhAjLlOnwunSxBt4Xj55/HY4efwvNHj6F8YVGwIjKuDLJh+/uQ6e9HIKyjMl9AcXIB3WpTpZyGTClEa0xZ7bSWgoc4jbZSNja8/iqczc1Kkb5qYDnOHn4eZs1FTffQXCjDmSvD1gzxIzKlOFHBCtlOGfGNQ4imo5icncSV11+LWH9afNQS8TiKi1nMT08hFYsjEIkj6oVx/IdPoH0xLz4/DTLE2mQdqGvSs3roNQcBYb6SUUPw3ME1V+/A+37xnRge6ltqPuUgNAz52WcPn8Dv/cGfoVFvieE/gfSu1hW5yl/+yaexZvUqmbrVGg3MzmexbPlK8ZViMW6YBhrNFnL5Mr7whS/hyJFjL0gtyeTxwTc1OGgrs3tpHDzxJP3oxz6Ma6/eKcUmvaIOHNgnLN433/mz6HYVK5SStRPHT+FTn/1t1GptZLP0fnt5XwRWP/CBd+H8TA4z1TK8YBztTggmmRVkIeazsLQW4nYAEZNm4bpMnltND+lUFJs2r5XD5KkDB1EsVaXYt2wL8UQMnU4TiRiZq44Ustu2jWJyfFJAwY4XwMXJknjevtCwE2TlHxVgKf6bZA76KbFkoWjdljDSCbhJOJRvOq6CZ9S17+uzMTwygLNnZ9BodKARuDPi0HRlKRHQHElpR6OFgBWGZ4QAz4HXcRTK4JGtzF9qr1sCYnpgkQxsVIp3795SgST8xz3mAv+GL/AFf9aAbqshCH1VGT5GsFDQ1Z/QYPohPrLTSjiNjkQohHgkJLJ2Jp+HTBPxkIfhmIl1y4cwOqAjGUih0vz/2XvvKEnO8lz86a7qrq7O05PzbN7VapN2hVY5EmxkkmWZaGzAGK4xGPC14QLGxiYa2xj7ArYJBgMiGYRAgBJCWiGUVto4m8Pk3DlVdXX17zzvVzUzWvA9Z3V+f/kwx+sVMzsz3VX1fd/7Pu8TltDfux2fOXUWD/ziacQQQRBMErcF/KHkRsnWAZ3+jwoOFjaZCK+bKgBMvXkRTcsfec9s9wINmLohfpmUWhNEsiwNhRrjRSj/V6ESDBHShM1EphqBIBVAYufoe8rbqgS1ZNyRaUPAnI2k23BRbizJsEWGb55EUskKHTjBGsLRFjJBAyG7hUrAxWKzJkxVAY4DTYSbrrBCoyETQTOEGIFk7sNhHRGxggAs73XWyegLlhHNNNDRbyLVbiKZ0SSUjV6fAQLhDKcLRRCP6ai4dcQsB6laS/zqmjULmVYSezMbcXNmCAafJ40hLi00QrSlIdgbRpDMV84etSBcw4QbiQoo7LTqqNkFlKwsytW8yOqsCu1kQki2IsjARDKoi/dx+H0fvbgFDuCL//Ex70H15N4MYxGpv2L7UcrFELxcroDDR07gyKHjWJgriPSagJ2cj8LmUs+8D7M+e22sMI+ECSUdu/qcMHoooHKaoiRJxULobksi3p6RkBWSewVYD2rYuPZSrFu/E9lKEXf96Fs4d2IUIRcwwpqEgURCGiIRhrVoaI9FsWmgA33pMEzuT9GopLQaYTKuHAk/U8qAlUGHD4qtfu2r5ZG+RZCsazWRUWChJ11VzFP6BZJVRS9BMt0IJCg1hCgiKAWXS8ZBrS6hKpTYkrdZcxoypGvr7IMea5f6pVgso2hV8KLffg227/lNWJVFacTEL5I+siEGeVTldbDZ5DqgKsP3oeeAkyEitBVgM+eDK1JDiae4Al4EsPH8PC2LnnZN1KqW3M9kMiYsxGJpCWdOncDk5BjCYU0xMqSeU2CJrwRZ3vdWtBfLz+WKWoQvUV1D/8Ov3QK0UwkY2Lh5Nzq7h1GrN5TXIu0YVvkrrv5eFQiofAt9EIPvhyooKkVYm/rJzQrYVR5qfuq8Xw/wexlcSWDVD5Ak0JRbXMDZ40/I95E5SOcNy64Ko1SXoD3e35W6Qn43PccZpOfXMWT7+cCunkBat2HYBWiNRSRQQUQ3EI6kUMsX8Mh9jyHc24ehvXvk/RgVC9e9/l0Xvb75Df9194+X/RyVHQCl48pOhmnV+aWCNNt0b/nHT34UT+1/Ci4B4VYLe6/ei9tuv03Obe5nlWJJrId8YNWXi5PFfOjAIfz47h+hbqkQ21RbBnmmytv0pW/ht5tpuIkmzsQrGHR12AtBPGbYMDLtKJQVW4ogF88cKg1+1YdPEFg5d33AXa0tUZEEW9iwcR3Wrx8RH8RQKAIzksD99/0MY2NjSLclce0N12NpcVb2nEalLPUm1TEDQ0OoOpoMosfHJqCHw8JoE7VRnb7cCoQXUFUsABRzkcxm2piR6cy6l6zP22+/DZc/b68EnZWqJUnGrtcInnGvUj67/oDEZ4gIsErVERgqExEJL9nEoujT+bcGm/AkPaD1OCLhdrS39yIcS6AViqDJPAcBToJidcZhKK8Vn3OSEPzhBYH6UNgL2mwZEt71rre/BrMzJ2R4z/vqX2P/WWZ/QTUXfUlJ5iDP9oabbsa1N96EMpVYmYzq86S8cZHia2o2ZT8isCrXzgNWeY7zWeQZKvpCDp+8EDnJjuCe6gH37Fr8dU8yy0M/vxeaUUcwXIfjltBsqSRvrZVBs6GhVDqDkNDSI7DKNp7Zf1RkwC+97VVYt2EjfnzXD/DwvXdL70XputgzyfWISA/k91f+/i4DfRn6KBCV+4b6o1ifvLaF4pLsB3wO5ExcVRuuHjapL/z/C6ze9Q9/AcNM4+5HnsB37robG9euwd5rXwa9ewT9a0aQy1cwOzGBwa4odHcaWqsAbTm86r8HVp+9/mQEqoZHAsqr/pnn51MHz+Dpg6eEYW/EY0im2hCPp8X3cilfktrBCDhY25fC+qE0TDOEfJmDlBlMjE8hny+JdRfvge/rS6CxWq151zmIZIJgpCFgHPcfgqyxWAwNAq31KtK9/Wiaccwu5mX4xd6oVsgKo7AwN4Owa6Gvow1xI4SBjgRGBvuRiiofzMnpSck14BCjYblI967HI0dOY4Zsawbk8p6HdBi6eua1uCkBaBxcdsVCuNKM40ajDU/mJ/BAdQ6LU1lkl3IC9hNYvfHGG7F582bce++9GB+fRHd3p7wHAq0cSnEdtLe3C/7B2oAgc6NeRypqYN1QP1y7gCu3r0NpfgG53CL2XnU1hoeG4VRtnDx/FmfGJjB6fhIzPK/1KOLRlGAd/PCHmH4dQ1yBw1t+kI3PZ53KFpZh+flp9Pf0IpNKoOFUMDUzj2LZQblQQjoawFte93JsGemRYdQkfXsDYRyeyuLEVBazuYYw1EuFeSBgoS8SxPXXXCsDFgKMtIuZW8qLdRZzQMh0Fu/WUkkIeSrgtSnWAGv6unDFpZtRK+ZFoUQrOZ43HHiaJlEBWiZZkp3C17BkWTg1zQAzBkjZGOrtQX9/P2JRSvRbaFTLYjelc0imR9A0wpir1nFofBw5yxWVn22TTFLFuq44XnrDXnTGaBul1Ccxw4RmRDGdq+Cbd/8UB8dnoZGdzfBVrYWrdm/DtbsuRXcsDDtfQLVexmKtjLNT0zg1PoPFSt3rV0M4cGrsOZ3h/1O/6dfA6gV31gdW9/3kv1TRpgdloZBmLvIO+ksFdHzk7/8Jo8fPSqElYUycmoSDeP2rfxe33Hgt8sWsbKjzS1lJqu/t6VFhHiwMWnzgHXzpK3fg8f1Pqw1uVSiEsD+W04NXQA4FUqpwp3XrhvHud74DmXQKTQFeOE1lD+sVvNDw6c99Eb944mmEDLJNFfPAPwDVfyuJuAJryIIN4C/f9xdYt2YQtl0VMHVsYkJkhaUqU9/boCOE6Zk5fPaz/4ZSSaXIKQmag86OFN73/nejp5uSncYyQOD7R/F30hKBxZySG3teTsLAUd6B3DAJpqrmVBVC/pSUmwQn6wS1mLAuh6HHpuA0XM2NleyTjMhGnd4+BAgNNIJhNFrATHYJd99zF06PHkdrvq4KFwYJsGEEk3yjaAQbIiOkNSmBILaoyURcGKTiFdfgpqgkd5wy6WYIa2/agalATVjDXe1d0jAvHjqHQDIKK1tGeSoH09HRqjUkqZQFJQGbxVYZqU090GIhVOplXH791XAEsApIiiQZq3NT0+hIpzFfqmIg2YNT9+2HO12SaREnZZQCszC6EFiVZsObRPN2s/h94S3X4XWvvh1dnRlEKJn0gQBNl6br63f8F772je8qb0MP9ObvIHvns5/+K5G0c1KYzecxs7iEnr4BWCWVNEvflWPHT+KrX70D4+NT0HXFchagX2TvajDBIl1Yv8T2xXe3IZ5Cf/7n78KlW9Z5UiQXhfyC+Gu1ZbrRalEeH0DICOPRnz+GD334owwff86M1Te9/ZVif3B+soKFHNl0EZnC2aUSmrUyNKeMlKkhGg7CjISxMJ9FKVeDaeoi39m9e5cwtw8dPoJalQdVEKmOjMie49EIImGGoeWw9ZIBJBIBnDg+DtPM4OTpcbgug7goT/WWo6CT4q4oTQQLWwni4BNCf+UmXY5WWFYyjFBorOfT2USUrLXudszMshB2oNFXM0JfME1JuOn/Z1UQcFrQImm4bICcKlqu8jYi85YMiADNNC8onuUTovFSDZ6/jaxYAvjWAF5CH1eVTFQpW2e4E59TJY8RNor8rF8FrMovktesYNyAyFYMTteZi0CoVNPEIiATCaCvPYlkIoj+uI7u9iT6IymcXncJvh8tIV+nv2tNPKI5/KA0kTYKfPaCNjsOepjyD71B6aOt9kBhHEsacQu6Qw9HsllI5HWoagcl02Q/cJhBeXOrwZTNpsgwhaEr3qoB6MQ6PYafvIaSYtzJXtZUnm5kLylWMplSLpyqovrJWpEGUHlWyj2hL5MblRTcpmlDjwQx2NaLbtNEnGEajoN8oYLTlQrms2VUmAZNqbIEeAQRIbisU8lQFzZZAClZP2yWxWom0EI1VEewpfyVKAEWthrzhHXF0ON96NBNAWmFbR8s4pL1KfyfK2/C7mSH2GlIinokiBaDNujRzOGZUC3DgBFFgNRLCWBkoc10+BrsRkmsaOyajWq2gEahgkgjhEQwBlOLIvzev7zo+ovAqpyXGoEmNYAQ2TLPBrLagiTfFlGvk1VRxOjoCRx85hSmp+dEfq2cb1eC1fzTcjXwcSH7Rzw3Vy1UX4LN9RXRAkhFafnShUg0hXrTFVY1D9++7iFs2XQ5Iqk0fv7kPvx8308lKIFAirCdvCAoXoRUKICbd63FFeu7wOwn5e0pD6jHxFLDUrJLlxtoj3Uo7KhlZrkatPqrUM5ZWbNqffMMZQ0ibFMO1/yzViT+yhqI3r/q5ymvWGG2NlsSlEILoWpDeXiVaG2hhRHv6EYi1S7PVj6/hKHOfrz2dW+FObgGdTYiEuTCa67ODB8c9K85936GXilPVHqvKnYS6zMCq2xIqQghGM1774eo+HUTU+n52unzKg1qvYipyVNYXJyBa9ekwSWTU923gKxv3QNw/Adw+Z57cv3VOJn/NcVXXvH2W1b0tFjbtGHL1j2ImBk0ZA9Xe6H/rKxmg/FnuN599NmUbPwJJPPZUXJSNdj21Sp8PQRKfL/11QxMgiNs9ggGsY6lhxql6iePPCTXjQotu2kLCB6NUr3BoQ/BKzVU58/1wRiC5iKpJhNMGM+q1qCdQPn8k2jMH4VrlxDRWoiGDGiRmAz4s0tFYYpzqN7b2SEWLLve8JGLXt/8hu/88EcX3GP6XXNtB8XXLreYFw9nM6zjS1/4HO69/z6EojHUbQvDa0bwO6+6HSEjJPt3hHYOEvilgEUBkcTfnLslcOL4Sdx//wOYnZvDZXsvx1VXX4PRIycwdvggNs9V0dZqYDRTkwFKuBrDL3JLwsyuWqpGZV3ICvMC8vyq970iq/afHfW3AscUy9IVxuratUOImIasNbYJ83NLePLJ/QIkbN16CZayC3BqFWm4TdNA7/CweIIvzOeQyxYkLI4gAH8oMxaWvVa9cS+BCV5D9WxxLWly3lGVRFuHLZdsxItffCviiYTUrEdGD4tPIv2BxR/f6zVYL5NN5T//VHhwL6YdFmt8+t+q9RqCG9BhpjqQaOuFEctA15mEzkApFayniiUq09QfOcNYD4q/L1+jqjGVoJ/1dQhaK4zzJ0/iPX/2Rjj2vPjCc08TVpx3vpI1KkMF+ihzaCBesC3s2fM8vPC3XoJa00WiPS0+9dzvpBeIxmVdqF5AgdL05pR1zPM/SMsWFWClPFyZsM6hlAJWfYDS/zccvpZLVWEA79qzDeXKLGbnz2OhNCXBsFGjDbnFHFrNRQT5ut2Q1CuHnjqB3sGNeOXr3oCH9+3Dzx98EISnCRD7zFEJlKMyJ8IhiSo4/f1Q/hbyiwKNub7VnunnKjgoFPKo1VeA1dVn3q8GVtUzu3pfrFWfmxXAHX/7VgEFg9E0Hnzk56Ki27b3VuSQFsDdMGOSvdHXHkbQmUYkxHhntX9zULF6D2ZNtqIOWFl2SrWhekmJ4vMGDOwJpxeqeGjf08iXHUTTafEETrV1QjMiMggu5HLQXAub13ajr12RXM6OjQuoWqnU5Q9Z5fQ5pa0ZLYjY+0pvK4MgDYmEGgxyLye4ykEhzzLmutDGhf1AtC0tg9hq3ZJ1k5udlZ4g2HRglfPM5BM/1E39HVg72ItWo4wIPZnbOxBLpIWkxJ7ASPfj+/uewDwVTlpYfJCpxKTyUSoegz1QDMEwh5o17E234bU96/D9w/twOFBDhxZTKl5DRzyewK5du4S1+u1vfxv79v0cV199JRYXFzE+Pi7nM3tpeS/0Cqd6hbW26yIWCmH98CCs0hJ2bRpEOm5S3oJkjKoJZS9XcAN4+Mn9mMiVUG1xqOoiFo7DbtRQqyk2qthsNJSakmuf65g1QJz2bEZE1iWfXbL09YaF3Zesx67tGzC/uIDDo+dw/NgZ7N2xCa966U1IRojfmJhZKOPYmWnMWjqePDaBuaIKhLVqeW6haNObWDM8jImJSakVac0le1RAhy11Eq3bdCEPkDnLjxBxDaeGtmgIt+y9HJFAE7kcMzq4BzMvh3WPg3SK9UsYTauJkJEQ9umDTx6E1eIQLSzDGjNCi4UoMm1pJE0DJvEn1mNWEyRLlJpNzBVKqFBhRCUZzzS7jI4I8OLrLsdgJoZQwEHMYEhVHJFkGnNFC9+8+36cm8shlMhAqNFOHe3REDYNdmN9TwcCdQL/tAJgvkQYs4UCxqbnkC2UZJjx1Pm553SG/0/9pl8DqxfcWR9YfeCH35RNhwvEZRHvTUK4ObMv/5uP/z1OnZ0QXzoCrqSGDwx0421v+UMM9HSiWqvIBCybL8JqNJFMJpDLZtHR3o6wJAoW8Nl//w+cOjsmB+GzpV5KUre6mPcPRP9w3L17O/7XW/8IUfqCNWoKVBUJrTKtb7hBfPozn8f+A4ehS3iM+nj2wegxTZqqMHHsGt74B6/D82+6VtkBBHUsZLMolKvC1DSjMegI49y5cfznV78mk245xMSHtoZdu7bine98q4QkqOAL5QEq7bnfADhsplUBKwCbJymUzwnVXTUa7BWTiZQwEnmYRCNRCdMiFCwNlyd9J1NTGCEBTXyaqKDl1LqUm8Ps1CnY9TLauvuQ7h1BU4tg9NgJ3Pnd7yA7O8PgbFVoiLerkjnyIGAYRrlS9RpGJenJZNLL74FgqhjBM9GZTYoWQOfOYZQzukiEDPq2ZtpQOj0Ndr9VAqvTORhlFxHmu1Sq4gPL5MNiyEJyUy9gBhBLxjC0ca0YwXPC3NnRjiwZqzOzaEukMLOYx4buERy/5wkE5+sCVDKtnQekLQ3wioxNFUqelM9LsHacOm590fPx8pfdit6uDvHnk1skVZCOYqmGj3zsH/DMwVFVaAZcYUAZRhC7L9uJP/njNwlDig3U3OIinjpwSKZ/s9NZObwLhYIUD1NT09KMccNl302vLRboK/fW91xVwQc8uAYH+gRYXbduSGh+TICn3FUa3SCZ4yzQW8J2+P6dP8A//ctn4LoMMXtujNW9112Njds2wApqODWRg9WKwmmG4JRLcMpFRIINxBgC02ogGo+gmC+hnOUz4SAeiyCVTiDZ1oYC3+/4nGJcCzu4iXRbDD3dGcxMzKOjLY3tlw3hxImzqNeCkvRYLBAnU+wrWZO8CSJdonlYTKwF+EHZhxizSxCKB4IQdGDRrr5RFY8iDQ0q1gdBDB62LJbYAPDak9HcpI1AUVLptUhG5CStZhWgdFgKSyU7F/bjr/jwG2oFsCrY0zed9GXT8lqWQVUuRNMr0llwKAavMOIEBPpVwKrvNajAGiWvZjNGHE/lT/N1M0AiE6OJugrtCRlNrO9KYjhiYsOmvUjc/lo83etiCg3xBCM24fucsXCzBSyhnQcLPT90wZNBBxhKF4DGBoxluqTvcsDC+8D0ZQ7GlK82QemQhHapQEHpJthIeUA2AUsyhoSxQK9b7nW0OiFIJSb1/BoHDpRRcy8sKLkyVQ0sqlkwOfwZNho2h3EhWM0yIq6Nzacd3LDUjva+KGIe4LFUK+F0dgb7Z87g0c4WGt0pOFoL4bqFYMsR/16X7CMCqjyc+BpsCwH6pTY0OefEK5Vy7yZtCcjWAzRO1gm88ZqI/1oLRpX+VDW0DaXw/ptuwW2ZPhgMytJsNHQLem8vtEQ7XJ49ZGaapjQJDECUZ0fS0gm0E9hl4JUD1B3YtRyq2UVYeQuBmgEjmET7B//qouuvL335416TqPwp/Q82swq0CwojhMMgXvPp6VkcOnIaRw8fx6ykDZMxrTwpxT9OpP2y6LxzVJ1rAgL6dgCelF5WpZc4LXurBDa6ogqIp1IShkGjQJ3AKppIJTLYsmkXugaGcW56HPfe8wNMj51RKfASPMShh1r3LbuCKzd04YZL+pGM8Sz0mO5e06zAlZLd0QAAIABJREFUTd/31KPaeue+GkL6Pteen6cPpvpSb/EFVGCOWJZ45zJBHD9yTr1vtQfwmshZ3FReqhx+NhhawfPI9oCkFkHqIBLhENZ2tKGvPY1yrY61N/wmtt96O2q6hnq5hFrdkt/Hs4N+jKuBVb/OYEMlIVZsNMS7GSJHZFPKs5vhPVQG+TdG1QYe+Cese8Xo5OXKZudx7uwx5HMLEoop17KlGKoq8MlTfHvDW79++u/Ypf4z5tdoUlt4mzmvF5vn4TWbsXHLLtiNoIDP9CoTia56qp4FSMhnPMaqNP4e206BoIoV6Hup+l/jbeH181Pn/dRx+XdB3iP6XqvwQyNkYG56BkcO3I8wm+qQKVt6b98gNqzfgWaTdZa3T3uhOnwdAmZ5vq3eo65ASLLv63mMPfl9NLOnZGhDFneM8vsAfTYjYrVEYG9ubhodXW2iBLritZ+86PXNb/j2D+5+FkgkMnPaOpB8YDWwtJBFoNmSMJHv/dc38K3vfBsGZa+ejzdZq4MjQwKoc5/n/RfxxjL4pcAY3xf0yJHD2PfII0AYeMXtt6F/aCNq84uYOTyK/P5DONVYgJmkLD2K8WIBrRaTsFsyiCMIQm/+5cDWX3rHz7YCkLNUrjHzG9gfUKlWR/9ALzZtWodUOinvncqiYqmCU6dOY25uXoAZ7m307oubBoZHhhGJx5UPogPksnmVTC3rVbEtZS17YI/U6RJwqcBGGWcGNRne837GTANr1g5j5/Yd2LBxI7RwEIcOH5T7SZ0cT2zW0fzeKEEiz7eV76fhcu2aEoJEUJUABNdxQwuju28dOjrXo6Un0GjyJ7EO4e8mU1Vge/W/CVxwWCaSbw4kFcOdf3iW0iub3tqiCAmE8eQjj+CvP/DHiEYsea8W9yT6pJpxNAgUSOirpyDTNGX34Di45pqr8fzfehmyZfpAp8VXX/yKW0CCAV20tfKBVZ7Twnrk61P3jRZDMpCV/VXVsxx+yv4sHtesaThYk4JO/GpHR4/ixhtvkvfBM6lkzwnrkQDOyeNHUa8sSH/B/oa/Z+LsDHoG1mJozVocPHRA/G05JBDbHpEWkb3PYLKw9LL+XuTvT6oX9BQ6q+Tx6iihNRv3wpYC+OTfKqDI//hVwKoEcXof/pDouYZXvfUle7BucACdXT3ItGcwOT2P2Woc58omjERakuLrpYIwVmN6DsFWHhrlz7/CCkCumdeDrt6fVXCcp9DwgFXlO0zv/gYeeGg/skVbPEjjiRTSPLtDXNcNFLNZBJwatm2kr2YWp8+cwfTMPEqlijzX7J/5nHHtkpFJsJJnsz9o4D6eTqfkdVGdwb2aYCTPF6tKwgP7Ox2gf7ZhwuHzQuVGkf7RZQQ50KeXsdNAxAhj53A31o/0IB5mwVuTvisaTwvJp87A20wfHjp0EudyZVmLlF2xJmnwMQwptjatDlhzNwIhrIubuNaM454nf4axVg1x2kRFGIQLCSxev349LrvsMjzwwAPC3m1rS6FYLHqEI1VXCfmJNXpIFyYpexkCq4M9PVicmUJX0sQVe3YgE4+AfHbmj3Ao8sTYLB47fBR1jXZ3tAALS5/jDxOldgwEJMiT15S4R1QPwKC9iZdFQNyFa75gNRBxHTz/yl140Q2Xo1op4MSp8zIYu/p5O3HJul7osEXlW6oHMTZbQNf6Pfi3r/0QY/O0N2EI2RLCIQ3JCLHFMHK5ogCpPHNUwClfg6oJNQl05HkXQltbBgbxnmIOHakYLtu4AU61gFI5B1puc0+VgFLZs+gRrcl9qdkuetZtxrHxWex7Yr/0PkLxcqmaUPk3PG/j0RiSsQSSCeVnSzyqVKmhUrVE6Ws5JJQUYTTruOWqndgy3AvNpZqXdqltsAMa5oo1HD0zIQPwRLodNbuGhblpNOslGHCEmBGW0Tlfp7JsodqWzzV7FVaUdz1z6jmd4f9Tv+nXwOoFd9YHVv/rG5+X6cPi4jw2rFuPaMSQB17CJxzggx/+BM5PzMiDTJNvHvB7dm7DW978RiVBJw08EECuXJJCsoMg2dIiurt6JWmTk+/Pfu4/JCnc3/BXF+yqWV9hmfqbMQsIskP37NmJN7/pDYhFyaJUC0UknCDLIgDbCeCfPvPvOHjkuExo/e/3mwMp1F1K7FWaq6RlNmzceMPV+P3X3g6ORAl05oolZAsFxJJMObRRKdRx4sQp3PWDu4V16/mdS3DUb9/2Erzy9peh4VQR4WTD843kduO/N/+9qoLD9/DiBkODdzaxZIQpkIMbZqVck6KpVCypZPOWi2SSLF1u7kW0d3bK94a58YYIrtLLsYnFqVPIz58RSUTBBvo37UBTT+DRR36B+3/4Y0nfU+/bA7c8vzhJTPWALr4/22mIubg68MiS4b1eAZ/kdQZayGztRaMzjqXcPJKdabrcI1ixEdFNVIpVLJ2dRXOqiFDZkeIoYsZhNSwUwxYSG3uhxTR0D/Qiko6JOT8Loa6ubhRyWUn3jEVMZHNlbOrbgCM/+jm0RQJzmmzoZOPx0GajtcLOUdeQP4teTU6DDGIXL3nxi/Dyl96Kvu4eYRbxECCoQzPs/fsP4eOf/GcUSjUEA00EXRudbSY62mO47torcf1NvynPnkg6nKakIX7vrh/i4OHTUhyyK+NzK4wRgjRksvigdcORcCd+jQUEJ7cyPGi5Esq0adNavOc9/xuDg/1wG024jiv+gnxOjEhSJc4HmyLd+9zn/h1fveOb0IKR58xYXbd5LyKpOPo2daHkusgW4tL8uaVFOKUsUmYIumvBtsrCkiWzrZYvC9jFqSiLaMohmZ7ckAbFa42bdcRiIaxfP4CF6SXaXGLn7ksAzcb5c1NYmq8jn7eAkLe+xbiZbAmB8dDSKP9ig+BAIWCWAiK9Inm5aPQKWAH0BKQkE5Im8ix8CJiH4cok2IJm09uU9go5BI0YgibDipREhLoTMmGUZ/AyevRL5528Njnevd8niLnyjVKfI1tkFejE5kyPe4U72Zp19TrFI23lx68Ilr1iftnDS4EhBGDFc5VgY4isOJYXIUR1DYkIEItoqFsa4tEm2tqjSNQ1vOwV70DqtbdgAU3UbAcW37sAQCpxm2xpYXJw/xFmtmL+hjwQlTicQNe8NVKkszlWTTY/FONTsThrJIR4hF3fKVGGRRobaTKF1fekEl0eQVnJvyXZXMIzuAsqoFxxXnwEXcVJCBuHDST/blqI8VrQ8/jAWZS+8QBC5Zz4NkU1hhiFgLKD81EXp97ze0iQQQ0XFaeOMhqwCKxwz+f74U9v1mE1quL/5QbCMJp5aG5IGreWU1MSx5aGRqOAGq0lao4AEMWAjYkHHsXkVx5AptbC26+7Fq8eWI94hABtHq2Yg0jviAJWjTgRFwQZgkUGu678Z+VSyjNO1m9d1rxmEfgtCgujmi2huFBBo+Ji49/9y0XXXwRW1f6ngqj8c4fbvbJaUB7HZBqxkWU6/djkNA4fGMXJ42cxN70k4Kq606vj1tRLUefXqmGH9wrFKkjRVmXY6SegCw9b0wXsIGuTAA99Pfm6yJRYO7IZQ2s2wQ4AjzxyP55+4hFYtaqwScQ2hlYVmoG6XcH6zhhu2T6CgXb6A8si8UBf9YAqWZxndOo9U9LgePdT3rvvt8evr/LeE9K1eKUqEFYkwAQOuFXLe2PglWLyVlyGJjoih6vWVEos5dKtekt8vOgFS3/YuK4haUYwkDCxJR5GO33NU+0Yee0foXjpLhTtElpFdaaShcpzjGevaSqZpH+mcaEJ+49sNLLqPI9VAl+SvO3wexQg63+sBjbl3ohCQq07DhY5OMwuLWB6ehxLS3NwHctjxRG8Uddz+VqtAh981tnqn/+rfudqBipf35p1mzE4sgVBjSAmAV4FXijHs1XPll/7eR6r/u/jvxDAmd7/Yrfk+bd6wCtrIcUwVSolsnl9WTuBfDIMG/Q0N8IwQhHkF7M4c+YA0skMBgbWYG5uBvPz09h7xTWIRNtQJ7vJe98+s5H1mAK9FdAirC/ZX1vA7FHMjv4MwUYWEjhP4MoIoRWJCJPf5AC85aLcrEmdGgkEsfP3Pn7R65vf8K27fvhsxirZdvzD++a4yC7kBODnmvvZAz/B57/wb7KeyPIeHB7CwGA/enp7RInkr49feiGS50ObDw3VWhXHTx7BQn4Gm7ZuQnfvJsSZEh6NYfRnj+KxJx+Ta9sgC5Bno4S/ev6OjaY45qzQJVb/pl8Or+JXFXOWHusMPY2iXq9I433ppZvR19+rLBksB7lcXuTHp8+clZpZWPnBAIYGe7F9+zYsZXPCEiW7a2ZmDotU0dEKhkMzzytXfNY9BqgvYZehkthqEBAJiI8q+42tWzcjapjYsWMbBoaHMDE1jpMnj6Fh1wVAFGVRKCSsZMXiV//b1cgqJ0CVVGC1V+cn+i5BV886OM2IkFZ0htDpZJWzadcU69VjdbPXkvqSpY6uoZDPSYDWMkO70RJ1C2smQ4vgsYd/ho/+9TtgmhYaTVpoRJHu6EFvXz9yc7OYGDsLLaBeM9mFiWhc3sfm9etw++vfgKVqDclMG+Ip2js1hEFOKwAODAissj+Q/ZGA5ipglWE6MseRG8l9VIE83APqDVuGmMxG4P7ttKpYXMgJg+76a69XPtbiVe5C16IYPXYM6ZQpTLL8EplzKkjtq1/+MpJtKTiujekJKqJMIRtIQjrPNaGv087HUBog7wzwbR98pqYKSvZeqxdiKnVHCMIeFEUNJ9SipFsp3v5fwKq/Z/DeE8h6Lh9vetnV2DLYK1Zc7A+C4SgeP1XC4Vmge2AE7Z3tAs4lIw46EnWgmZUaWu1Jz7YC8IHVZytD5V8uq/b8oYcMqdDCwlIND+7bj0LFhR6NIdXWjmSqQ3w1uTaosgg2axjpS2Fy/BhOnzyHcsVGPBGXfYhAF/sG9kzFYt4jlihFBvdPyv6pSuRQkP0QP8d7yD2bIcwuQxtlww9Bo68vbZqoqKyVUMwX0JSeTooMube7hzuwaV0f2uIMZKWknCxp7oea5Kw8fXwcB6YW0ExkZLAepf80z03aipgGInpECACtYAhOKIauuI6hQAP7n34cZQ7jNAOlSlHOTAl8C4cxNDQk65u2SkUyRlb51PrnJq+V1GEMPSPxJBbDxpERlPIFjJ8fx+bNa3Hz1VcgQ5DXqqJs1fClHz+KxWoVLn2ZXSAdM6Uf4tCjq6MLsZgpgVGGroOe+QnTRJpWHwEdS8UKTk5MYJHKp1gCbjQivvVk9P7Ob16HjmQY1UoFDYdDt7AAjbRbsltBnJqYR6ZnDTIjz8PffPILmC+WUMiOAc0iQlTLRYm/QOodbnWisDUj6OpMoa0tjngsjrXDQxIi2NXVKUSk7GIOtYYlORu/eOCnODF6CPF4BLUSA1uJmytvWNbDvGa02lvI5XDb6/4AXcPr8fG//xRqkjVTQbHAUCpl00WLtWXyGrN8ZGAUk7opFk2o569WQT67CLuUxZ5tG7Fn60YEHQ7J6sjXg/L+crUGquzp7aawfQMhRZ7gHkKPbKtaxfzcgnjrhjRVUxMHo3qQoX9hLYh9J8efyxL/H/s9vwZWL7i1PrD69f/8jGwYh48exg3XXgvT4FRbyXNrVhMf/PDHMDY1L3J5SU11HNx0/TX4/de9SpifnPJR0s3JRtkqijdGPptFKpmSYeLkxDT+9fP/iWzOk0mw2WmqSa9vurzaG02YF568jQX1rl3b8Na3vFnCK0jRZhNHMJMBRfRHqjst/PP//XccGj0pwCqLI04Y1ManGFb0PVRptkq+Ql/LrVs24I//8A8QEcxBw1KhgKnZOXR0d2Exm4Nda+HQ4cO47z6mToqeVX4WF+rb/+QtuPGGq1Ct5qUYEghCAnkYAMYCkVMWP2GWU2JCMWxelfTXkuaIkx/FoJX0UErmKUfTKP9XgDWvBROGC8WCgK2cHvI9hk1DJnDJqIGFsaM4f/xxCQCpB00Mbb0CBSuI73/7h5g8cUakS44nd+JGwWKG0yOa6fM1i3SeyY+tALp6O0VyLywz8ZEji0Axcnm41Bo1tG3uR3SkAyfPn0Cyux1aIoIIJU4VTpg15MYXUDk9h+a0ujZMFueZSGA1tr4bWjyE/uF+BCQcRzXhvX29KBeLmJmcES9GJlGu6xrG4bsfhZHnoelK0iiLPDJsOc3zPeX85p7geSbThptuukGeS7JQX3DzzRjsG5TGkmEVZAHqIRNf/srX8ZWvfRcBnbKDJuKGi2uu2IZWg2brNm57zdvR1dklqbmkXkSicZw8fQ7/+/1/K2mXbIrJFCCjVwLfZANWzQEPmN+9/Xdw6datYuJfLpVlsksJsCo6bFy593LEY0mxyuDrj0bDElqGVlhMy4NaE3o4hI997O/ww7vvQShsYmkpd9GbMz1WR7ZdB7gVBI0kmnoawbYU9HQnkJ9FIzuFSMARLxoyGwnWiz9WpSZAi0xIxSuTABkZAWwyVUI2J7JB2Ni0YUianvm5PPqH12D95j5MTk3hxOiCFAQM8FHhTpQvKjBUWQBwfdCPlKFSNNvhtfY8WUW2pIJ0FLfTC6iRdk0x1/gz6FNGZmorFpbJtWa3hLXqNAsIxjLQzDQcq44WGRtkxAR9YJWMC7LQVphuqkhVoUzKO9VjLUjF57NWWXQ7ClhdTgcnxhtXjL8WbQ/YvPDnqibt2W2lKnB9Wq4CPdkfctDCa0Rf1CBcjdAuYc2wFNtJk8UhwdIECmjAYPlnO9i2aQtu/eAHkd6wFhU2PrIHqb2GbC0FYyhLFnreaWSi8r0J4MnPK6dJNkYKYFWeW7RLkCsesBQMwuAyCc5TnrDSjHgMtUCT7F8FmLJgz8Q7lRWtF/ot3+I1KYKN0QNZ2EnKm1JCg3zcmqCF7iKGJsx6CPlgC9O1c/jeP38cEz89iKgbRVqPYSCewbqwCfPKQTTe/lZsDrSjzW2hrgeQpdw/qMGQKxiAzSFIkOCwJ6sUzJtfU9JXBfMSyCIHuwVHnoEATIJ8LeBYdR53fvGfcO5LX8KfXX8zXrF1F0yjhZhTRFUvwwhloCUy0GJpBCMmJ0VAOKIUBWy2BaP3ACWGdXFvsovUjMGtVFAt5pGdnZfie+tHv3DRa/w/vvIJpWQgPu8xw+WWSYik6kXk6xykkU1B647cEs6cPIdjR87gyIHjKOaKwoyiKmEZRF31SlSCuz+YU1RP/5xmE8p9mWucewWvHffZmK7BjCaRoK2Oocnkn762vV1D2LB5G+IdnTh+/CDu/8n3kFtYlIELOCxtBtDSw6g3G0hqDm6+dC0u6TdFjaICGygpo9yO5zoZFM9mF3F/Uo29kvguD215W8UigGebAi4JBkl4mmc1Ij7BLgd0TTmjK/W6gArTNZ7HVG1wTejQwkwWZ/o3PWHDEvJCn3AmzWfSbUinUiLLdq0cUm1JXHnTa6EZPXCtJdSCjjShXJnhUFjuD5sJvlYONtlw1jhArFVlyEnmGwd8Ip+MmpI4rIbOykNxNeDJ/+1LL7mPK7Bd3dGwFpYm2A3YKBUWMTV1DotzUzKsZNCGDAz9PXCZReglYHug5upm0h9g+9d3dQ3Hx6AmGYI6UukuZDo7xGbGMBjGxWunAEvleeih9tw0+Lx61lDChguTP/Jsr0hhOVls4lWD5XvO+r6hZPkGQwFRydQ5LAyFkIjFxVuaiqloJCmhGoXiAvbtewD9/d1Yv2kHXEQlaNMHJAh6872F5cxQwUr+dSdzOHfwR7DnTiJiUPFiQOO5Sb9mMyb1KSEeOU81MuFsGEENO1//4Yte3/yGXwJW5SxVnDnu4QRWG3UbqbiJJx57BP/8z59SjFYtgO2XXoqRNWvQ3p4RxjPX+GqCgx8IZjPNnT51YmPkolhdwvTiGCanJtAeX4P+ngGEowk06g4OHDyEbCEnQ4EE61w4sIMMDaWHNlmEylbqV33Iub1KpbZCQFCqgVQqKb7QtC/ZunUDhkeGhJ3N7yEoR/CUNkw2g6nI+g5r2LFzuwyzswtZdLZ3Sg0+PTsjnn2s8ZoiW6f3dgvNBp8ddf4I61LeL4fuDfFCZUlAxiz7jO07tsqglnZIa9atQ76Uw8GDT2NhbkZ89slo4vUjY4u9ke91bMRTwlRlTS/Pp/QzOjrWXC8hVRyOSI8jwU4aGvWGfC+bfb4m5fnKIGAF+vHfTk9Po7OzUxEfWo7UXFxnZJc1LVeA1U994n9DC1bEt3DP3muwedsuAXRadh2njo1iYea8BEoSrE3FEypYFU286g1vhhXQ0NXfh0xHu9Qj9UoN7ak2CY3h9VTAqsp2YB9EAI9DDRIhHMsW8gf9eOk5yWvR29+HSDwmgD//Lc/Cpksl0wTOnjmGa665Fo5NKxcG3HC/I4HhPDZuWiuD01CAFmIkd7j427/6P0h1xNDZl8HM1BiK2TzqBdqdsCfgAAzo6urBxs2X4PFHHl4exKwGPf0+wR8aC+NVvLVdxFNxRIwYLIuSa9aJPDdXSCW/DKwqdZ+cs56Ug/fsuQKrb37J9TCaNezYsgGX7b4UdiCM+w5O43wxjkS6G6lMEvVSHqFWEWmzilCghEDAG9x6VgDL9dgFjNUV1qoCVkXN4aHLKr+jhXzRxv0PPomFvIVoOoN4sk0GgjBM1MsVySzgYD9pNHH44C8kAFPTlfydyfQkW3GPYzL8siZBiCc6EsmkrF/uvcWCYnlyj+bzLn6r/B7HFmuKOokmugEtlkSTQxZDQyGXFwBWrVO1d+wcSGDHlhEkDRfBZh1GMIS67YqHsRY28fTJSTwzuYCyZkAPm4iGwqgWSwhGQtKfJSNxWK6GMrGEZCf60yYC+Rkc2f8EqhULmc5OJKImanZFagb+fr7mvr4+GewQWJXwQG+Yoq6jsvOiopVcq43rhnH5zu0Y7uvFiROn8f0f/wz5Yh6veOG12LNxAxJmGLlqCZ/5zoPIiwrFwJruLqwb6EE8FSGlFaloHF2dnQJAMoCRKmBW2lQbEvReKNfw4BPP4OT4FAKsOSUwuoFMCHj+Vduwc9Og1JtCaCFrnjksegj5qo3j4zO48voXYKwcwyf/5WuwSeAqnEfLzglKwYEGLe7yRaoXdVyyZTNe8YqX45Zbrsb6dUMwDfJuJbUOpaUlTI6PY35mBlt27IAZS+I973w3Dj79FNrak2jWiVsQGKa/akDuO73BLbuGWDqJd7/3A9h9zQ048MwBwR5KuTzu/sk+7D/wDGbm51CpKOyIiggjaioffBmE09e5BTMRRzqekgwUq5TF5rWD2L1tC5x6BXatglNzeeSqFvRYHDUPQKUiLdWWQsmzZuKwqaO9B3XLwZmzJ5HPzyzXQ9y/hGzotrDEwubXH8tX4NfA6gUPgw+sfvHLn8LSwoL46mzfslWKfcoIuRGWq3V84EMfwexiUVgT5LQQFH3+jTfg1a9+ORyZ3DIxLoixqTHx5lszMqKkoI5ieBw4eATf+NadQtn2Gx2/KbvwwFrdKIjkpdnEtu1b8JY/eiNMekQx+VqmwqTbK4iC05h//dyXcPTYKWlsWUiz0BE4RtiglBE0xHe0ylAbEvYbNQx3ZvCKm65GqFFFS6e5tQFXN7HYaCJP4Nc1sP+ZA3jmwEFhjQhc0XLFd/JDH/pLrBnpk+AeBf2odM9lL0mP+cD3KwBp0DP0F2meZxvQaqFczwswHQ4R5CTQRGBLGWaTWemzOwiqktlIn6N6zQYDLdicdLS3wXaqmJw8DytfRHtvH8xMJ3KLBXznju+IbIrABTcRHkjhiFRpMtHn5hYyKIswpUnlIRgWbwMCKOrQYAPjN2vSdAUDSAx3InFpH06MnRKgrK23m2RmNEt1lGazCDV1LJwcR3i+DjMclXtOAVFJd5BY0wWtI4a2gQ7oDMehPRMCGBgclHTbpfl5kSzNL1rYlO7HmX1PQ68qKwIWviw0+bqVhFE1gmLq7zjYtmUD3vxHr8OOnRuFfTk3M4dyoYZosg0zSzmMrBlGggBro4V3/tnf4NCJs4iFXfTHWrh+5zr0pKPSeE7NLWDj9bdh195rULMommBDGEK9Wcd73/dBHD58ZLmZ4+9noSBedwy1cNm4aXjXn/4vbN66FS6YzqokXKubGfkemZh7YJ5XoEmzSnBNUz6yDz30EI4fPy7ymXvu2XfR27kAq5deAa2lg/ApwlEEhnugpdPA1ALc7AKCVl6GFGSOisepyMyWx/oCT1Gmw3vNhsulTw4LUgY06QH09FNeomN+voBgJIrOoUFUbQuLC1mRiguVVVhl9H4kRVKTQYYKlOLXGjItlMNLPWQC4op3g8f08EHOoEtmL+nXDHDj6woBXCdGBAGGwAVq0GpkCLcQaOtHMKzBrRbQqtdEWsefzXAhFgoMyhKmCJtmuRVqAKICp/ylvJIM61/8oHiz+qFUKgyBjCzf/kEhaaxXCT4rEFgYExdYAvh4gg8dL28efCUMkCCzNAjEQrqkofMZtOpl8XvTAwaySwXUdeDlf/oWXP67r0SNrF9eF5Hc8Y6SrabYoCr8SwnmFI9RxVWJTM8Drgk8qpeoprhyXbwuRNhiHramfqJinHoGDc9qojsSnQqIkN+50l77TY5876rPLz/UHHq0gqi3gBAn/k0DOdfCk/ZB/Pt73w/rew0JiQo5LmJ6DNGoi+5tYcT/7lV46cCt2OLoMGm0r9fAGCUmi/q4ts+wXakGVOPvvxP/Vao710SsSWDUkYTvGd3Ftx//Vzz+iU/gH677TVw9uFdCxvRWXuwGaDIbZMEYjUpD0IokAQm4Cj0LjBTZIuVxHCTYFaDWQKBShl3Jo1BYwMzcFHa8/ysXvcZ9xqq/v7DZlvNV3aRlAJTXn2ARwaNsLodypSjBSqOjpzB69AwqZQauqbRwn9WtZKcedOmxN1ffR143kf/67FVvDXNvI4MvGo0hkUzBjMdVsGSQIRZpbN20Ez1dI1iqZHHvQ3fj2JFnoDV45hDwF92HFOxkJPV2duLPCVetAAAgAElEQVTFW9ol1EoIg543L33B+ZyLY7jvi7os3WcAnnr+1R31WPPSCHhBawKiUvHCdHMHltNE1W6iXHdRb7RQaxIuaiIQDiIaSiIeM5BOmIhGImhLZZCMpRFNJ5FIxORzYT2KiGYibLgIh7nf8eysYWBkB9p6tqFqc+tzpCHl9eVZb9ctkXQyzZhbhQqGoVRfl0Eb/5vMTFr2+LUM3w8bWtY5vjxe9htvr/QfoJWGeuWM4dcIRMgwF0wUpsooh6WlBVRyY6hXbDRDjIIII9ikVJFec2GgyQGLYr1bgRqcoINonYzMhjTmHMo2HE38UKm2oKyZQDufNwWAqtdKRlk4HFVyfDaBQXrIeoMNGVYSnOJeFxHGH4EbMud8lqWy/FEhq3x/bHb5b3ie+rWKsHx11no1VBt1UcRw8MtAPj0Y9wLImuK7Xq0WceToYfR0d6K3rweOQwsSVcspeyD+3LrUQuEwixzWHQHkckuYefxbaBVnYAY5DKVuUlk/GaEYwoZikS0zkNkMOw52ve5vL3p98xu+9YO7lEek5yW//LO5IIIBlLJ5WEVLwLyF6XP4yAfeh5LrYH06jqsu241gXxdyjQZMy0bTu4arX4gEm8rA3VtLHDCJt76DI0eOYm4ui7Vrh2HG6c1roF53MXrslFKJCJsoIKw0WiQJkCbP17M/VkCuFfUWCRBia0Dlma3CWshYJTNqbm5OAmHWbxhBMhUTlpF4eDuuSJFnZ+YRDmrClhoe6RNgj3Jjgu12o4XZmQXxfqTiSNZRUwVTcYMRVqlvDeBZSVGu7/cfTLpmmbBrx3as27BWPCd7e/vkfR45cggnT40imYwKq9YPQmJoD30yxWIryvWZQITDoACveQxaYhh6tAexeFKFSXIQz73WC+nk9fMZ6CRXKDCfYS+GWKwtLOYk0yCWSmBybgZ1q4qhzi7EQyFJ6KZ39kc/9A6gMSn1Tf/6jbjs6msxOzOLM4ePID8zI+u1FXZhBOLSP2QCNXRlujG443JEkims37QR3b09wrQmkBqL0vubI0qgatVk2ETgjDUPAyTHx87j6OGDOHH0iBA4rHpVyCxt6Qz6+gaxZeulGNmwAbFUSqlxAkFMTk/j/JkzuPma62R4xHqMlgX5XB7TU1PYtHGDYrX5A1wN+Oxn/i/yhXls3bkeusnBVBHZySIW53Oo1Bw49Qa6+zZg87ar8PBPvo4QVQUMQuQzHCTbkUxgDkDUBFkLEhTWZSgmLOFQWJiIpVJdAoGV0RPrYCoe1JOsVDUr8nbpXT1etgRiBTSUCxdv18Wf/btXbMBQfw+uft5lGBoawEK1hSfOLGB00kbYzKCnpwuhYAOmVkZUKyNMlZCnMBJrPYb+0adXyrum9Mdcy6vVBmQMC2AcUEN1ntEERHnOsm/5xVOHcPjEJMxEJ8xEG9raaaGWQKFio1IuoD+joZafxKGnDwpYyR9Gv33uj1RvNB0O5D2Fk+dZzOvVlk4hmUxioVQUwhYBKhKieP24ni2PFSqUABluB9Gk7D2oWMQERGvVOjQyLlm/1yxsW9eGHev7kDbYK3FArwm4z3qB/exSPYD7D57FYjMEPcrBZA1WzRabPVoWEJCzGYSUSCDd1i5KzEohi6mjBxFxLIhHssGhCBUTyiqIrHQOcggI0ipQVHMe+YLrhZOYltVA2LHwe7e9CL/9GzfAqVUxO7uAxw4cxfce2o+FQk0k5zddth437N0p9+hfvvsQCvkSNg324Heefw3WdHcgqJuyHzIgmGQW6Qm51bsu6tWq2NzItWs2cX52CRPzOSyWqjg9V5L3lo5FcMXmYVy+aViwDlcLIB6PwghpMhw+P7WIejCK37jttfj2fQfwtTu+KX2ZZH3AhsY4KLsm+0CqvR2vfNUr8YdvehMG+rrhknzUtFAv5lAq5GUIHTaiqJHtOb+IqVmGtNI3F/jJj3+E8fPnJew86FjS77OXZBhoe1sc4YiOF774Vtz+mt9D1W2JSqBRKSAaCUGLpwXEHp+YwrlTZ3H08DEcPXIUJ86cl3BvcvyV/2xLSCYxw8BIbw82bFyLvv4+lGpVTC8sil0A2ceq51Yetb7HMvElXmeG8/lBl8lEQoZmc3MMGssvW9eRZCW2Skuzz+kM/5/6Tb8GVi+4sz6w+rFPv1/k55TX93V0oTvTiTR9LII6iuUa3vfXH8ZirrIMrPJBfv6N1+P2239LmA6Swh5UwCrZrpm2Nli1mhQV1bqNB376EO69/2Fhh/gfz2KSeJ9kEeEDZitsCBc7d16K17/+tbAqJWHbJFmY0DSdfh0Md2gCX/zSf+Lw4WMIm6ZIqBPJhPh9sEVj0qddr6FEU2KrLuENsYCLHevW4NLhHkTQgEZAke+jGUCOYQCWhf3n5nF+YgqWwyKTh7GyJhge6cDffOgDiBhsOhm2w8NEeVb5acz8vVzEBFWZHMhijwcgX5tixakJut2oCJARClN+DzRY+LqWNB5kViqMxDvcJcFbHfIEWVXYFT+jPBTJrOF94Huo5Cu44ytfxZlzZxFJmGiR7RYMyPWRSTgn0vU6StkyDDZ2AR3VEg2+Q4glYgLs8f2KD6KX1Kv69BbM/jZ0XDaC83MqiTHV0wk9FEDIAWbPTMJwQ8idmUZHPSQpjGJW7tgoaTaSI10wBzKIdaagRYIIB9V16h8YEMkHJ1WUbExMFbEp3YeJx0cRorJafjeZKmR9clqrQHO/wWDR8LY/+gO86DduQqtVhRkKoDi/iPOnTiNbqaFlRLDz8iuEDXT65Hm8410fhNOw0Z3QcMOujdjQk0JMZ+Gh46mDR9F3xQvxwpe8HOW6gzDTyTldder48Ec/gaf3P71cAPuFi0pTV9IJFtx//hd/iqGhQZm4E2C7sPHl6149RODX/TUhV1lkcQpcVc21g5e97FUXvTcrYPUqAc+aLKjCMQSGBhBMpoHJWTRzs0A1J2nsBBnJHKXHp7w2eY1s9leAVeH0eQUFgVV67orPnxsByb0OG+hoCi5TlgV8JW2JsjLlnaroSZLmhmCwBjj8mgJeWfMK5MemzAdWl5lTHpApGiaPpSXAKovikAxEAvW6ABmBellYZYHOAZkwutU8WlZNgYXyPays2SSTLUs2xWp/Rqle1P2SpaauwcqH8jgSqEYaHwLOLBR8/14voEWtUgmwWobv/p/AqmIuyx/+XPFSCyIcCCIW0dGeNJEIG6g16TPlIGWkRNJyfnEaz7v1Rbjpz94JPR4RNgKLU75kEvHkt3vzHt5PAU95lQX49OX/EvulXq/HWpOvi++rD6Oqok4aCB/E8fzp5PKsAmE74p2/8jldDfT8tw8yn7eAA5NMFVdH1q3hQO0U/u0THwE+X4MbriBQbQBhTq0JwJZQe9sW3Panf4FbY5vQyfFBQBNvV9EGXADg+rfAB3zV0+g3Tr4U3kG0FZZiO28DE8E6vv6zT+P4f3wen7z+ZdjTsQOJaAxNvUiEB2E4yk/ViCDI0KpwDGAqNJn6MgDwYFs2MLJIGmjZVQSsMqmKsCqUls1hbuE8tr374oHVr3z1k8v7oFxjD9gni9QfLvJ6cw/hXswzsFQpi/qD+8vszBKeeWYUJ0+eh2urhn91Ei3Xm/gUX8Bi9PcIcpvJ3vD3NFnHwg4mQKiClmKJFMJRU9YqG5R1w5uxZvgStIwQnjryOB588B7UC0WEJRhKca3FT9l1kYzHcMPWHsTIEGPbxc+LrY0XoEXXP4LoHngq7Fr+ny/bFk9x5cdKsMii+oG+i1ZTFDl1iw1mCw3KWMOasCrIcEzG00gnMpKO3N6uI8LAqHhMUr7J4hIGKNphFTkjouyviu6OPBKmjVDLQZODnkgvMuuuQiPaKYEuIdTh6nFZmK4ET+nildhkF+kNQlbXSCL39kIZfQDLtwLg5wni8I8fSLOiMPFtGvx9adUATxihynuXigE2Pfy+WnUBZ0ePojo2KmqWcCqNOleHrqEaCSNguQhZFuhUTVVAuOWg4rriC9/XP4JQKK5ALCpDGIrnMTwJfPIPXye9yPmeKcsWSybP21hAY595TLWUp7ARz1hv/xXpoM/08wB/AmT88P1V/ZBNXiuraaPCdUaPNQYGhSKImQl5DlinEVThdRsbO4fs0pz4acYSGVRqCnzjvsA6yLJqIo0OkXHteX43GhYmH/02CpMnEdFU4IZmqJ/LoRcbxtWgt39Pt7/6ry/6DOc3fPOu7yslFifYnt2HPBdcA6Egios5VHMqG6C4NIN/+vBfI2lqwoxiUOUCKRHhCAxRJKySOLOq8gAs/2+yEvkvyJLmtZqiN+2R4xI+MzgyKI1sNJbCseOnUcguCBGD15tSX5UEXvU875/9Vn1gdaXOUc8knwv+zXvH5yGRiAu7lsEw3DsGh3oF4KhUqsK6SqXSaiB0dBSRkIGtl24WmwmCOOqa06O7JYAGgVV68guIyudLyNsKWPU/+Lv99SO+oJQliyVRC8+74nJcccXzZL34w3Gy1R59dB8iJv2RyRoMqBC0GENfY/KaGWIYIIuZtUyrARsRxDs3Qjc7RflHwJJgGBt7vh5hvXJvlGEDiQIqWIzXJkJfygCwmC+ht7MXJ8fP4Y57f4CWY+OWK6/D1Tu2S411+ugJ/P2H/xwNaxIO+yPdQDwalz3fohUSecWtANqNmKy/dBgw60W87A/egt5tu3Hy7FlE43F0dneJpQ3vYyKeQEIzPYsYetUqv3z+fd/dd+Kpxx9DdnFRQB9KZw2uq3AYXZ3dwsDLFUpo6+zC3muuweDIsPSD0wvzmJqcwK5LLhVQw24RMFfn08LcHAb6+0UyzOeFLEiSZL77vTuxtDCLwTW9mJ4+j2TGRF9XStZDuVJGzW5AD7VhcHgbDv7iPgnULGtAnEBKi2xgDvX4vKnXz/vPBHQyDFm8FStNTE8toFBgqFJMjYxFtaTsUVQ/p4KbVS0vCJFHOhE/Bvl6IatYbhf78fW/ehsiYR0xk3ujhmLLwMnFOuarJmKpLk9FWEU6BhjBMgIOGdWKbs3nhKxnpX5iuBCJKASMbCwuLkkAEgdVne08y2IISv/Hdc8ANpJsOBzRMXpqHD9/4ihC0Q7Eku1oa6fySEehXEe5mMNITwT13AQOPX1IrCaE0s29VwYw7EeVKofPvBqAqb6FwGecg9UAFX4MWNaEFcyzWHpbYQ2T3aqUPQRWGRpEwF1AOMuRta9xiEFiUwu4ZvsghjvjCMMGw5zJdOV6pReryeFGsgv7RsdxfK4MRw+hWimKqoaDOO5rHFTEkkl09/UjFMtIn20V5jF58DHSNqV2o62W71/Od8bhJ68X+x8tzHuuGJNSIXvWPXYhh5e+4Fq88ZUvhVVawPjYWcwu5TCbLePRQ6cxNpOF3mzgN67aimv37sb41By+89BhuLaF6/dsxy2Xb0OSVlSsXl2GxlnqLJS4Bg76HFHg0SqAgcSkeBAGtRDC2fEp3P/MKbhBHVFDx9bBTjxvwyAMDqw0lqcMcVLBU/PEc+LteN71L8Ad9zyGBx/aJ5/PZhcQoOKuaYvCjTkfb3jj7+Pt7/oTmIEmqsUs6rWSrFsZnFrKS5cgPDM4vvqVr+GnDz0iz8x1192M4cFhPP7Y48LwD6MBx2LAFpkTYWzbugm7d1+Gqm1jen5R7Kk2b9qAK/bswq4dlyLT3SsWdOzJ6YlbqdmYmpzEgw//Al/+yn/izJlzsi+nokns3nUZNqxZi0Q8Ci0UQDafxbmJcRTrdelLOSjjM8bzheeMYDGGIWxVDgM5HPDXMPdcrhP+G4a91moK41IsDXpE/9oKYPX+9mtg9YLd3gdWX/nmW5GIJqC7AezZsUvA1bgZE2A1V6rg/X/1YWQLNeVnKM13AM+/+Ub89stfJE0igTzbdTExMylpnfFYVJKao2ZUUmm//s1v4dCR414bvxJyoIod1eivAKleQ+9Jz7gIdl+2A2960+8jnU4I+FOvESRReAW9QDhJePqZgwKCkjnR1taGRDwuhQoXUyFfwNTUGGbn51EqZNGslrFjZAi7N65Bq16SpHZOaxyLHlUxWG4T2UoZT0zM48joKTQpkRQpUUhCJ2665Qq8653vgG2zWPEYJvSiEVme8spcLXVigSJenTLJV0Wt37hyik5qvhmJL3vMsQBiod6iab0HdBAElaGYSLEJgikzdv4Rn6KWq4JiZGAZwPzsLL74pS+iWC1heNsIor0RNAiQMnkxkVZNblDD4XuewMzZCeh2AKGWJg1lRCZ8lBGq9yKpxN5/8xA0uhPovmIDZnILWMjlEe9oQzxhioQzNzkPt+KgMVNAp2WgabN5tVGxKqhoDuJDHcis6wOSIYSiDORRPqW9vT0i+bBqlkwEz56bx/pkLxYPnkHYVgwStttsoDlZ5jX1JYB8jbGoife8663YsWMrUlEDc2MnMfrUE7ALeczkcxjcuAWXXXcjIukufOGLX8PXvv5ddEZ1XLGxDzs3DCGhuyIXMaJJnDo/CX39Tlx7ywsZjyaTYDHYr1fxqX/8NPbv37/s6+bfaxYLlNG5VhNdfZ147/v/Au2dGfHyNY2YV4x5/DgftLrA1241o1UBxkqKzw8W3i98wa0XW6/BB1b52DUl7jyKwJq10JMdcMcm0MxOA9W85wGp/Krom8yV6bX6yh+YDZ2AkSoRXtiYglKpdMgATEA30WLYQawdbpAgiArsAdN4hZWknn1psDiECFYE2CQLXZh8HvPbFX2j/L9lsEZoZn5okhfg5pL9zQZdAkYiAA97hlTVq+Jzp3cOo0UT/WoBaJCxKjHS8j4ClJgy/IpyL6IAZMeJLH15yfkJPsoGRL1y5Tcq71l5QjHllxISMr5V0S1Cel/bugKseqFAzzqQliE91mUqaZrAMgsa8UGjd2NEl4TNdMxAezQFh5LLGqfeBkLROBaLWSQ2rcVV730XOgf6JLiDQLFcYwnCULCuYlQojE+sbr0gIrkPAsByD1ZBEcIS9liuq5mePtiqCeigmK4XfvArZKz+0ucvADhX2EvP/hm8ugG3CqMVhq2FUHCrmHJLuPuB7+DYn9yPYC2KajSLYKmOQDCBZiWAevc5dH73L/HHl7wcl6EJoxlBJeCIU64P5sr7WAWQE3zlh+/2qK6RApdpGWLy9wdaKDoazqGAL/zow5h/5B586srbcWlkI8x4FNAqsF0bUV5zno3ifR1GgKAqATOyjgg4eiwzYeBIB2kjQOm1+KwWYNXmUSouYmF+Hlvf9tmLXuNfu+Mfl/cXKR5pryF+tZ703ZPd8v0pcEAxV3i/SwLqVjA1NYeHfvYIDh8Yl+eOjDHfZ1KYVWx+lq+Rtxq8iQOfAzZTqyXpXAch756zgGWyLlmrHOzxd/d09GHThl2ItXVhtjCHH//kTpw7PuqxopWcnUDNQF8vBvr60NcRQX52BtnZaQSaSlZG/1OV1bTCaCSAqphEzAdTgZEiF5NBJNctUJfhDINfQoiYMSRTafmTSiYkqC+eTCARjyEaCyMa1YW9EApGAVDZEYFd4hDRQD1fw8GDiwhpNjZvcrD9EqAzHoBuOQg0qpihhG7NNei+5EbU6twbGnD0JvSlIFohAl0Sowsj5oGMDMSqK3CJ14xWMGQU0f7H96STe7GKacf36lvi+OCQlEar1ptfWy37p9LOYFW6OBts/vN6REfp9Bj0n92JvmeehqUZmO1vQyuVRJG+l+k4qmTwNAyEEUI1zKFYQIbYl19+HRKpLlSqjrCYyCT01QYCmkqAJ+sU2kCpzYe1DBk7SunDf2OJtNzfG3ymGFks/PAtAPymyB/Ciyqooa4Rfw9DRciq5MbWEG99F26DLCmqcxRTkbUYmbFkCbJhGhs7jYZdwdoNm2UYStDdNwklA1fsEhj4ST/BcAiVcgmz++9FbuIIwrTECWoIGS35+dx1dQ6NBUj2rFO8Vb3zNc+NsfqN798pIJIKI1MhqgKseozVSr6ISrak7KTsCu784ufQpdfR096NGfpVBnToEXoKajAl3EuddX7QkDovVPgdax2CJBzUN2xbGubDh46h4dTRP9gPI0ziQgoLi3mcP3NarCpUDUZv1Ppy6MqFz+F/B6zyWeeH+r1NsQLo7+8TpQ6vYX9/j0jf1X0Ny1rl58+cPiPW1Xv27ECNw1SRdqtAM1p+TU3OCgDL/kDAXLHnUWWEP6Tw9yzxLaX3tbef8ObzmWKuwabNm9Dd3S2vj6SRjq52jI6O4tTJ40gmFUipQujIWFVhcyRQ0NuRgDztkGCksfV5twBaQvYi9igEehiESksDDif4+wgaSx1CX0dDAf/hVgDVFjBfreDp0yfx08cfRa5WlsFV2AliY28PXv3S30JfPIP3/+lbMX7+Seh0H1Bpe8IeJlTOoVaj1UKyqaMzFcXlw92IRcO46jVvRqJ3GEcOH5KBFoFVDlboj0pyTMZMyj7EbINsjn7CTTy872Hc98PvirUMfQcZmpaIMcBLk32fg8doLCEWAnOLWbHXSXe0o2Q7iCY5gHGEZc3agwG2rA7bMxlhKxcLBWGR0lO2Tm9Jw8DSYkHk2fSEPX/2DAKBhuzPA0M9GBzuRsNlCFMK7R0bcPzgvTDNECwB4ZRyoy6Bt0HiRfJcy9nIgT6fDT4PiRgKBRv5XFVIFBozLITJ+WxF2YpzsDe0pZUSswJkPwVyi1MXfX7zG+78m7fJtSSTVo+EkGsE8cAzp+EYKWzetl1UEXaDNnj0jHbRtKoIyHpRdgXsISl5qJSrOHN6SiT5AgwVCsIkZIhaX3e3DDVJBKDVDPNKMqkEbKuOdHsKYzM5PPyLwzDj3Uiku5BuVx6rM9PzCLg1bF3bhigq+Ol9D4qnp9TRAoxS5UKgVJW9ioVO6zjuV0FhMXNdbOjrR7lew8zSIuqi8tMVu90jFBCA5fcLAYvvhxYjrK2thrwHqi3tSgkjPZ14wWXrYQRsCWUjqFqu2oiaESTYUxJQb+vG6FQJT52ZRbkZQKFcRsxUKg+CtDyCEuk00nzmMsPS9xhWHq2Z0yhPj6FYt1End5MDV9Y+3G/p0cyhDZ8bhqSK/zfrCF3ClWgv2Blt4QPv/hN0x3UszYyhUMyjaFnIVxt49JljOPb/sffmUXac9ZnwU3Xr1t2Xvr2rF7X2fbPlTZYxxhsmJjGECQRIIF8YhkxCViYwk5nJ5CRhvszMdzL5zmRhgLBnyGIwYAzBeJexLNmyJcvaWlK3Wr13332tqnurvvP83qrulic5Z+T/Pg59jiy5l9t1q97l9z6/Z7k4iwfedhve9857RK3y6OPP4vFjZ0X+f99tN2A4E0FUd0VmT7s5ytxV01qxpUVdJoSVhjQtxJrIMOGZUczOL+K7L15Ag7aCpo4N3UnctWszklzHGRwVZj5DVFQNGokJoRji2V4sFFvIF0qoVuqiNGTTkMBpsicntoj3PXAP1m8YRml5Buk4cYmQ5NHQ2o4gM/NouO8s54s4duw4qrUG5haXMDO3jNtuPYyBwWEc+eEPUS0sIBbRsFQsYNuu3bjn3rfhxaMv4OixlzG6YYOso2SLvuuhd2Lvrp1wXUcaOGY0Bt2IyDmP65KjxfGjI8/jj//w0ygsFnD/3fdj/+49Ej4+tzCHmblZLBXyaDNagUxkqwWnYV8Tmi5zJhwWYJX7CgF/oW4Jm9VvrqcT0jyh12urQa9oZUO3WHxzc/xNLQz/P/ihnwCrb3hIAbD667/9fmG033rwZuRSGbSbbWGsRmMxLFeq+L3f/yMUKzzIGsqnEBruvecuPPTO+2QRI+OCg3dqZhrZXAaZZBL1KpkCIZSKVXz281/AQr4gUI2wpcRrx/cHW+PrFRwagmKHRRaLi717duGTn/yELNS1WlUOeYFUnbUSJWVMg+QBlv5m9MbktftYCOq1ivhEsdO8ODeD+cmLaC/OI9Gx0KjV0WLh4XsgJZJx1FtN1O0m6u0Grl6dxyLDRWqWgKqcaD/7vvfi3vvuhsOwHWHDKNN9yncCkDjw4greywqzkUBlx/a9LF0purhg0tejw9YKJ7ypijSxsw8Z6r3wQMJCSfxYVQHKAxep+vweFpQC9UhIZgfjE5fwzce/A7M7ib6xXjgmvW9olWgKsBpJpsWrZOn4BE4+dwztfB090Swi4ZiwEMW7yPePCYBVvgfee7MngcFbt2G2vISlQgnRXBr9A71olqpoV5po5uvAcgNdNR1Ww5KuU82qoxV2ERlIY92ujWiEO4imYzDFE05Df08O5VJJigMWwxMX5zAa7Ubj4hxibYFIxAqAJzIekOnjpLr7il2VzaTxyU/8CnZs2gCntIRXnnsauiT9dVBp1FHzNOy/6z4MbNmLT3zq93Hp/EXsGcrhLXs2ojsZgUE2UTgCLxQT/5mhQ/eib2QUdctBnGmX9JnSgM9/9vP4zre/I4UCn30glRUGFaVToRA2b9mEj/7mx6FHwpKYGiZ70y8eRFbrd2pZNAdyr+DgyK8HDIogaVJYMCED997zjuteZgmsrt91SKTfLg950QT0DRugp3LoTEzAW54DWmW1WUshTs8qJvqqNFeBLUSSvwqsChApktJAukpgSYcXSkJL9MLI5tChp3HbVumODSZg03+NQJeckJXnqldVnQFxRlcAsgJxVQiCsAICIHYFWFXMYAGu+DdDEUyODwOeZUlIEawmvO4sQpkheMUa3FZRJIvCTGX1y7AFk2Ao0ea2PDeVLKtk8iuhBUFI1xrKqkoDJjDB2UZgJywMADJyFZilwGZ161bDmdR7u/ZDCfL5Kiyc+EeBXgaBd+n6G0jGTaRiNFpw0J3sQjYalSA++gRlE/St0qBtHMb2j30EXesG0KTtiLppyhPXB1YVu8lnrEponvIP5YcPYfts1lVjAvX0FXNrheUqEvMV4xMfCr/2fXUne1cg13+OpfrPAatthBB2bYTaIbQNAw3NQdXzcLZ6Hkf+7C9w6bNXEbUiCBltWIYGr+BgfvMsBv7m9/A7Ox7CXv67CYIAACAASURBVK2DqBtFkwymNUhqMJYDGFcxdn0AOfDa0zxpLrlaE1EvDIu+0O0wxt15/NV3/hOwdAZ/uf292Ij10CkDbTfQCtkI02BfQA+1B0kTQphhZEerdFsVbKfChNhMoGRMJxjv1NBpFdCqF4UtsP4X//N1z/Gv+oxVARSlK08/cR9c9wGpgNkfgHCqv6AOQOI12gGmp6fxnUeewutnzovPmIQC+T7bMjt8ZknwWsHvE2aprkuTM/iQcBNZI1SAGYEGygFjyYSAQpl0Dru334hUrh+2Drz0yvM4fvQZZKJxbNqwASMjIwJmZDIZWWsJuk1dHseFUydRWJiXPZSiVFH2Bo1ZmY9KCSL3m/7ZtAWKUp4fEQCISpBUslsO8JkMgdSkHFpjcVMChkI6Q1TIRKL3XxhOy0TbNtCo9aKZ76AyXUWjNI/R9R5cYxrTk5ex70AWN924DqlIAoW5JVTyRdCypOpGkNp/J3JjO0QCGdbCKNUcOFeKSPcPAPE4KlQIRHTEUwSfM9KgodWN7LlhSlWVBQAbicG+wGfIf/N7xE/UBxYDhluw1wRzL3hOQT0k0jlXAZ1rpeot7peRMJxiGVe/8ueIXHwGyb03ojVVxsi5OTSH+3Dqjr1o9a1DSAsLiy7EZqKn4caDh9Hbt0lYJWSG0XUzqOeCPY3XuxYYFvaQ2EwoJgl9oAOJP69Z2QiQgaQAyuB98O9g7+drBg3WYF8lQBVYdatuCucC1ywqiJSXrQrl1IVhSBVLu93ExfEzyGZzEvbTJMDtstYiW6ijAEg2Q/wAD1onTJ84gvrSeZhuE4ZG/zgNUZN7tQ6NYZkS6hJeAfF4//d/4M15rP6vR76p7KjYwPEtBoKxzo3YqjZQXS7LHhPRXTz38Ndg5icQzfRjLqShGWK4kgmX88HPL5Bx44e/BeNAQHCGbDKsiPVluy2MnjOvX5D6OZaIYHBwEGEykCNRnD9zXj3DTkd8NdcSCmT/+CcaasEY4NfF8oJ2D75vLr+f8n8Ge548eVLu3fqxEZHEsuZLsm6N0I4gjOXlZQHj9u3bjQsXzq3YZrBO5ntdWFhGrd6SulmxDZXlhNprlWIomCt8zVZDBeNm00ly0dC02hhYt07C/shuZqNn//79cn08jD/77DNip8IwHoKOBOulPhXlWUvqd2Gkuhp2HjyM93/kN2F3lBcr17XlpWVZn2iXQiIKm8T8vLo2Lg8JeU8JM4G8Z+Mbzz+NZ0++JP7RlETzHOBankh2B+MRfPTnPwS3VsEf/rt/jTDDO7kNsZYX4IsYK1mGLiKdELYPpPH+O2/B4P4DMHfcDKfp4MXnn8Hi4iIyuawElQZOnHNXpjEzMyPPmM+rUChgauKyWlvDYSQSUfR2ZcULnmnfET/khU0iMg4JQBXKFRQrFey/7XaEUwnUGjWMDY9Ko4IAplBsPOZ0FNHdlRPfWDYz6C2ZSKTx6skzmFvIo14uY2pqUionNtH27d+Je+6/E3a7iaZjwrbjOHn8GWRTEQxmszh19qwwBqWxZgPJWEr2Dq7zWpskjhpirAVTJqymAavlwYjwfKrGjevRli2Yx35QWTQi4CGfE5mazbolrDbuO5XCm7MC+Nyv/QvEEjG5l1kGVbVc/I+vfhOXF5dw8NYbcfDgAfQN9MB1LbQ7LZGkh3UCumr9Y/hkfrmEM6+fx7lTF2XccF3j/OGfRDKJjq2CmEh/5JglU7W3h37gSey/YQ+uzBbxw+deRjjajVzvOnT19KJUb4t1UDLiYeugib4U8Owzz+PCxIwEIEn4o9+wlPVZ6ntN5iil55ynDBXitWzu75N9+OrSIiZmZtHu0MdT2bhwF6eCQp2nhHsKl/M0loBDGz+bjS0LEdfGrXu2Y8e6FJxGHS3bQZ4WdC0HEUPHUF8WEZ0hS0lU3ChevDCHmYolxCiDia0ureQIitLX15D6LJLoQ29PBgPhNrandESbRcwuzGO52kShQCzAQr3TRs3toGOE4IVCYv9C9jdBXdvuQKMKybFwz2278Msf/BdAvYzK8jwa9OKu1lFtWnjt4gQ279yF9777p1FZmMHk1SU89vQxnDg3idsP7MDhfVvRZXrIUW0bpt6KxDDlXS8yddZYwrT3xIKQhCUvRF9aB7YPcB45PYvxmTk4XhvruxK4b992dOs8/jgSTMxnEovGEEtl4IXCaDhtxMIRxGMJAbQZ/Ec2rjSmzRAyvd2oWS0sFBbF5qe3O4vuXI88n2q5iHq1KsAybeKqtRrCJgPGbVwYv4SFpQJsR8Pw+k0IdUJ47olHUchfxS2HbsNvfOITeOnoUXzxi1/A+97/Aezbf0CUvWSKSm5Oqw4zpMGk1U8sJo0+CZ5mLR3JINXVg5eOvIDvPfqPGB4YxuzsPCauXsV8fhnzy3k5Expc08mQJdZkqz2KY5TzhfdT1VmB8lcRDcQ2Uta5kCgSkvEUXNuBXW/JukTg94cv/ui6a/Qf5x/4CbD6hqcbAKs/+PYXRLYRNkw47NTzWOyRNm+iWCWwqhirlLAIsKppeOCB+/DgA28DezaU0THJuVKrIJ5SEhf6nbgdTZiqf/e3D6PpFx3XsCc4PdcAq28sdlThA+zcvR3/7t9+SgY+J4OY8oPGyio1M9vVpcyMXRdj6zeIVYCwv5RqWAGxwv5riz9Js7iMh//6c7CXZ5VEJJlG/+aNCMeiAnSw0CewNNwVQyrTBavDwKQm5mbnZBMgG4+G3OJPQwmAD8AIs4Xs03hMpD5yMHA7KhEzELP7TD/KW9gdkVRtLootUv4p9QoJu4+SuqZtr3TbA+CFMkV2nPizdtsSCId+jGTliIzJdtCybZybuYRjl07DixHwcpBI6DDMKHFXROMpmPGkSLircyWcPnIClfF5JNsmvLaHcJSdPfoRKYYT3wcXdLUwuQh1RTF0aAdmSotYKpURTiUxsn4IpaVloN5GY6kCLNXRVQ+JFSV9dqvNKtpk6OTi2HBwO5bbVSRyGYTbjhSz9FshyG0YMSwuFbAwU0JPJ4r21YLIcklNWgusUnIWeNHxmWzbthW/+isfxmAqhgvHnoO9PCedP7LDeE/KTgexoTEM7LgRv/O7/x4DmTju3LsFg0kCV/TOYZKtAc+Ig+Le7K6bkejO0cwO8WgC1VoT2Z4efPfbj+LLX/ryNVIyOfShjfW9WewbGUBfbw/u+pl3QaPcnvYAK76DqpgPPgKGKv8/kDmK7QLHtaEOfwTX2D1k8fKzD733utdnBazeJodKlyyeaAyhDaNAMgH30iQ8SpdaNZ/lKFRqCTdy5UCqQD+p0AXINKCxqPN9SZUTJ79XwYZeOAUt0Y9QulvCLDy3BZ2e7k1Lmg/0fpJvFa9JHjiaQSy3SmdXYp4A6bsWWJVDUXBNBHrDvqRfh2aGJBDJtSyRSLHI0YYH0TFz0AoVeK0SQC9kn8UpwCpBo44hnrK0BKAVggJXV6XUohy8BlRV8mS+D2HHEGLUw3Ig8mR9C2TlgedJwFwNvhLAemthvuDfPmNVQE/lBcs1K2qGxV+VES7xaAT96STClH5aLZi6iVwsjuFDN2HwAx9AKB1Hk8C4rN+KeSrS/wAMlf9X6ngF86kP9W//e9d4/gZsVeUgTWXc6kFULa0KmHxjTAkZq34Mzpr87/+zocsREhHWqpKf22RQWR3MhCxMLp7E8a9/B4uPvA5riZ6YEegxD+c+NowHP/Qr+Gh8D/ol2EsXTyyHfUD/1669xv/tffnPje+GK7WLhgJWoaHmGjjjTOEvHv2PGA4t4i9zP4tsZARaIg693aA5iXruIsXjH9/4Wx4B5w0Ps8ouQv7NwwfBQAn0YBOgJSk/7WYJleIsun/u3/+f3ag13/WFL/znaxQfytJB2erwYy1oIoxVf2OU9ZMsGQLUfsFp2R6OPP8C/vF7z+DKlTnq1VUglexzgf3FtQoTYUURqKck0fe9FvY22ZQ82Mm400UOmMqkoZGNqYewdeNmrN+wHeF4Ai27DqtVRndXFj25biRpteB6KFerUrC3Ow4cq4n56Skszs+JxxhBpsBzUgXImHJw4x/uV/x9bMwKEMO92QzDEAkoD9Zk+4VFjSA2PmLpGkXbioBClFZVQ70I1AoemP3Qccqw2Lo0GYY0jeGeAjYNOBhel0M8koXnquYKw4EYtMD7QCtdspa1RFSSjtPRAUTdNBLJDhAbRKhrM7x4Pxq0aGByfMJEIq18RUW+KzJYdf1r16HAnicIHQok5wJO+o1GxaBSB1VZnX0ZXFBTKTCM3qe+RzRlt3YVHc+E02riO0/8KQaHDGTHbsPMDx7Hbd8/BrPg4Ox9t8M7eEACv0Sy7Npo2W1s3rwHW7YfFG867gnBuhOwEAOATRrNHh00LERjKtQykOeZYSqceIBWTS7ZM6jC8T1ag9cQEM+XTYu0VCezPyq1YQC6NgRQC7yCff0FJddhguZK4qu8a5VnKOuq5cU5zM1NY+PGMcTjKbQcBgrSyofMNaVIoFqA96xer2Hi1eOozp+GbhcRDRHE12EaBAu4PykmVuCFG8jI9/78H173/OYPfP0b31BsVfEjVaCO+lsXr3raiRTnilJPxiMaXnr0YXTmxlGNZrDA7cSk1NwUEFw8TX2LiYCFLqwrw2+yiGWIrUDXNpmiVVwavyyAGptVw8NDMOlNGY3CajgCxvHeCyjrKPB87cdagD8AW4PxzCAmPkslV1cZDAxo4jN47bXX5HMbNqyXMXXlyhUJxI0LEG7LQXzX7t3o7c1hcvKyJETzvVHRVMhXUC5XfZBGrYWBT3twBgmAeF4TryMdz6JZK6OvJyvjb3JmFl29/X5TA9i8eSP27NmNrq4cotEEjh17ES8cPSJML18XsuI6zvWFNZSMNTeMn/65D+Pw/Q+h2eogGomiWqmgUW/IOYEgKWv2VCa7AvaSuUrmK8d1wXLxrZeO4Oi5U8Jw1cWXlc0zFighGAzVrRTQncihJ5vDpQuvwJm9CMOzxF+RORg69yKPIBvhmg7u2b0Zhw7sQdeNt8PtGRHW9cyVS1jO54Uhx7WBzDzOL44FWrx157ql/vnmN76JKxMTQv6Ix6NCakjHo2K9w+ZUhNYYwjNgkC9DWKNyPpyemxdgdXDDCBbySzh0860SjMTzHD0gayRUTFzGju07VHOfwGbbEWn+K6+dw/HjJ4R8sTQ7LfWjq2u488478MBP3QO7Y6HaoL2ZiePHn0O4WsaQq+Opc6cxW68pb2QAfQPd0kRLpSJIJ6OgoptM2040gZMvX8LSYhGpXBSJVEgCl3LdBDtjMj7CpgraU0oOJppzzWTjoY7F+SLmZ4soLlx/wCzH37f+6F+LpJ7zItOdxXLdwZ9/9RGcvXIF3X1d2LhpFDt3b0U8EZUGBz1/U0mym5U+ampyGgtzi5idWUCtaPnB0CoIkHs8/5bnGKPlnAvLtgS87u5KY/v2LeJjPLdcxbMvnITVMdE7MIRkJoMWEogQ/NdbGM25yEQsXLxwGS+8/DoqdUv8WpkNwia+Os/yPSgAkI1Lrn+NelXmcUprY8u2bQJGXpy8IvkVUjvzLGtz7isWodJCsQ7T4PAsRO1b20arXsb2sT7s2TAMo1lSGS4dDUvVNuq2B7tRxZbRfuSYAezYMFLduJi3cW6uhJaEBKuztvgDk1HOuUmikhlHNptEn97BwYEUxmIsyyoStNZuQql6WhYKjTqKzYZYCpY7JiwXsNr0PK3DcGx0RUy8/2fuxs37d0swYrVSFgCb3q6NVhOOpuGetz8AAzZOHHsRC4U2TlxcxuXpadx7yx4c3DYMEx1pQMdjqhEmzXhRw4nET2qipmOjWG2KrQZBQ+6WtKshw7vpJnBxeh4Ly8vY2JfB/TfslCArYjQMRU4mY74axhQGKBmxVAjK75DQs7A0zPgwal4bQ2NjiHVlcGV2VgJneaCnvQjJc45loVgoCIuUFiK0BaQdCs9Hi4sLKPMabR35YgPrBscwM3EW2VQI9z74dmFMf/1LX8b27Vvxlre8Re5TLBoVpVQhXxD7CqpQuQaxdiS4yv1L6gUohS+92h95+Ft46pnnUa235BqXymVZb0Jk54taoIFWU5H8gnN2UBurOkrVRmo/DeyTlL+4WDRqLga6snjogfuwc8tmtFtNvP8Tv/em9vAf1x/6CbD6hicbAKt/+z//i0jiSOBi8m5HY6EaQzIaQbW2agVAyatIYXUdDz74AO67+zAMyjg6kGCoWqOKrp4cLl+6JN5H6XQO3/72Y3ji6edkwkqQSpAs7LNrgkJrbcEVFGYyATwXu/fsxG/95m+IiTsnFgc9vVVJv2dRQiBTbE4MA0PrxmRCMpxJDg1igk78xkO92cLC/BwSpoYnv/VNlKYmYNltmD09GN29C+FYXAEMNKFGG6aEZNG4XXnIUTLBTUC8TuRgouQg4ukW0L/kgMoublImNv2qRA5RbyIS5UKpDgxRMkMkJER17ZU0jcAqQ7covYRaNH3vIcqZRBLITY4+YR6jadrwRLbNjcdFR3OlU87u1cmpcZyYPIeOwY0VyGYTiCVSUsBFYnFEaPUQMWG1HJw/8gqWTk0gbUckAZXgBruHXGh47SyuJJ3XZyYgZWD0jj2YLS1gvliCkYxhZHQIlWIJoZaL4swywkUb2SrZdyHp+JXqVbgRwE2b2Hr7PkzXC0h1pxGihE/roCsZl6KRJtgzs0twGkC86sLxgVUVyqdSW1l0stB59dVXV/xHD9xwAO95zzuR9SxMvvQsciGVdsoNIuK4qLkuSnocBS2Kbz/6fbz91v0ilSCjlemHBKYJoLsMIMl2Y8Mtd6PGZxcx8dLxV/D4D5/Czv37MX35Co4fOyYFQHBYVffGxlhXFHdtH5Vk18Gd+zG67xYYcbIfVsHUYPzzXpIJoYLWOC6UbFc2UIJhItVVrCQyRvgMPvwLH73utTlgrNLr0wtHgVgcxuYhIBmHe2kCLo24mxUVYi8BoWRDMEKF3XoekAn4sbMblnFGMEkgNb/pIZuVHNz5+nEg2Q09PQiNRYFXg2tXobcI+tvK6J8AJtmrXDSCECyydAnOsIigD6ykmyv5urK74H8UsCr3j4n1LOZou0HmAIFVevs5lFhbCHlt6JvWw3ZT0JZK8OwSiI4I05QgkQCrZBxH4NLDiD7JDGGR+89TqP+8fMlscNOVnJxf9w9pElplqsRNzuU1FgCrlgCrj0y5mq4V1wecScXkV80gAj6+dJHzkLI600DcDCEVJ+tORyYRk3lca1lIGQZuefsDGPrwh9ChVIqHOVJmeD+l8RR4qapGUwCsSvKwz9BlyaECrHyAzOebyveusQQICe5MBrMfIOS/Y+UiGwDEQE+qz2fuQ4UVrGEurX7fGsNt/xYpGJpjgSCkjRAPd3oU0baHYshAqdPCVGMBF2eex/mTryDkZpHash0/2tbGnYnb8QteHwZlveYYUKEDa69rLXsqWK6VBUAQwiXOk3DRFI9XFuN1N4TTrQn8xff/I25NNfHfjHdCz4xIUJVLphpVCwIkEJxU3sAaJxMZMVANIbIKCIiI56cP4jIoUuOG22rI/POaNTSKRSTe8/HrnuN//defvgbMUCTZVY9HruHXNgiU4b8AM/KQOyK15f0Jx3Q4lovTr43j+SMv48zrk8gvF9Va4LN0AqAuACiEge4Xp9yXFXCr9kj6tgvY6kLYkNmuLDK9g+jt68VIfw/WDY0iluySAyPHNocLG2G8PxwPPPw4Ek5goy1BGWSGMXSOh/iwePuRuSXNAqkJaMmgfEl5uJe1VGoDn0FO71eXwL0J14mh3YyhVQ2jUXXRquholDqoN6twvBr0SBOxFL3YDCT6IognQkhEbSRQQrxTREqj1xmZlEqWTdBJHJjbyvPTbTVg5ZeUTUI0i3hyGMl4P9z6ZbT0Iazf8w5Ee7ZK84As6XmrgGgqLgcradb5fZiVe0u2xgpwHbCT1WE8YHAGzWnWCrxPfAbBHsPvk8Zd6FrQPQBhW/WazJiJiVN45LFP4/bbD2EseQNKj/0QkVOvI1+vonLbfqRvoGd3CO0wPbIh/oZduSEcvOmtMCIJOYCx3gs+CNKwqc3fQ589No8blIdScWKoa1HBEWwi8ppVUrVABlxrfDHBNfPX92AN3q9SkECk6Bz7rGtEJisJZ5yibA6oeaoYtKqZyfWe9ycaicvYuTJBBqaF0bExuGIBpSyLpZHkdWA1CCDyoOpgbnwc05eeh1dfQDISF49JHpqjrJ1CvM+Uwyr5aQCGHvjgp697fvMHAmA1eB+rwKoGnfVLy0JpriTSyWwqjPPPPIG5sydwxTNgGVGETY5RIGnG4JmKIRq8BhUxsoL7JAGOXbLUJOiu1UKz2cLVK9MS5MEx2dOTQyqdFM9g+skS4OTBWIBVgvuyFqrxufaZreyj/v7BrxG84n2SdHB6EnuehFHt3LkD58+fF1bq4GC/7AtXr06L3zLremUJZmHvgb1yLiDYJPPfiMj1zs4uoFgoC7lDjSRejyKFXEPu8K+TlhAj/aOoV4vwqGRr1FGo1YREodb2DnK5DPYf2I9dO/fAtl08+cQPMTF5SVl8sW7x2bC+qwJcrSPsUnoP//a//WNkhjZKaAvtFRbnF8QOoFGtCRAskuRU2rdCyCASiQnLj4DUX/3oCC5enZRnwhBOg6FDTtMH/NnY9RCi5ZJD8gGlyR1opWWkrArSVhlOZVkaUSQO0O5t40AOd24fRc/Gjdj81nej5uqw3YZ4t5M9ymaUgJq+PZLsoZROx+J47tnn8NUvf1mecTKTRCrBca9LM4G2VyRJxGmHwaaopRi8YhAZMtBotWAmM9h320FRG9xy40HYjZbsLfS0ZJ176dJF7Ni+Tc53si559IaM4sSp13H06DEUl5akuUYvTYItd99zLw6/5Q60PRuFMkN9DJw89RLyr76C0bKFV5tFzJk6tI6LTBzYc2grRkbXCVjK4DHJE+C5xgthZqounrzZbgNmjNYCNPVQoydgsnEcqERyHiq5f7Lxw4aCiQvn53HulUtvan4//me/i1K1JgBjJpvB1aUy/uY7T2Cu3BI7hGwuho0bRxBLEDUEevr6BHDknOF6Nz+7KJJ9ypahK5UDr5PzMtgzaC0jVixij+MgYhrIpGLYummDeFO2XANz+TqajoZkNifgVN1NotNqoTsJ7F4fR8QtI79UwNGT53B1Lo+OR09VU87e3OSplnEcsk8NpNMEVsNi3yChdo0i1o+OIJXM4PLktNisWbTbpCWMQ3UCvS8NyXIhWMuxU/c6iBoROddGTBe3H9iO7rCHWmFR5OcL5RamixZqAqxWsHvDEIbThhApIqkuLLsxvDq5iGpb3Q/abtC6hqSiht0S9YybZOBcBN0hYIvpYRh18UJnE06AXhG6kcWpi6VEw3Hw6lwDV2bnxKuVDNPhdBJD2RRu2jyGgXU9sMMeCo0SSpUqHKsNq9nA2OgQhkZHUSkuwmnZODtRwgtn59F0Wrj35h04sGUIbocetBFaHIulDJuX9PUm2apQLmN+eQmFah0LZUvmM+dALB4VAPHK5CX0dQ2i1Opgbn4RB7aO4VaeRzUGZkYRInkuEpb7zTlOdRUbH2SuSj3MsE826mil4nqwEhFs3rkd8XRKmkSFYh5NhkC1bLFNYd3XqFXFxqSnr19eK5XJiZUW1bzie2ukYTm0xaIfbgPtVh5nzr2OC+fHsW3TRhw+fLtkFHM9p9qYc43rN/cDu0N/XqVoIGFNlHX+Gi94kmbgpROv4e+/9SjOXZrE5MwMHE9DJJaURgIb3XaTwHZdNQAC33ba9pA4putotgILAFeAer4+6zVOb4LRmtNCXzqKD777QezZskGaOr/86b94U3P8x/WHfgKs/jPA6md/4+eQG9mAzPAmNBkagpB0KOltRS+N//AHf4xq3RawhJCLaeh417t/Cm+9/VboIgtmV6KExUIJG0b6cHV6RoIeotEkPv+FL+L0mXMwjbAKp6Efjfg7eQjrngxmZbqtwEtKZ8SsmQCDSRlBC3v37cWnPvVvxHepWCqIb5F0L/zDPCcfAcx0Ko10Kifm3/R3JeNWFeaeAMTcoGgnQG+d10+9grOnT2EpvyybyKYtm2VRV7gvmQ0s3tRCEyRBrsj5SUiQ1gkXLHqrumLAHrDx+D75+/n/LKy4IjSqdQFWeaihj1ulUkKpVAT9ChMp+twwAVDJ+vmHwKfrqfsSHGSlWOUhxC9c+Szka/w9fsow/dJqnoWnXj+OC7NXkSUD9PK0LKpcAOUAapC9o1JHk6EIZiavYnl6AaarI0bwnACT7y3E72fhKGwkQ7FXvaiGTYf34UpzCfOlPKIMrxgcRpNUn0YblSsLCBVtJFoh6LZKnqw3miBe0ki52Hr3Dbi8OIv+/kF47YbYAcQlCMxDLJbCxPgkkul+RJZbqF9aEO9WeqVI8mXHFoCJZuyTU1Oo078WHnbu3IW3vfUuhGpLiDbysvmy8HC9kAR6kTlFX6CnXz4lxvx33rAPEc8TUJ5sRQb+WK6GihfC5v03oH/nfmHMsah78okn8bnPf151sTqahL5EIwYGB/qlYChX63BaLeweG8be4UGEbAs9o5uw5633onvjVtgdsmf8Z+UfNjim2JkTIE3MyRXrJvD+4n3nveZY4Fhko+AdD/z0da/N4rG67XbFKI0koWUGEBobAPQGPB4ii0UlS/Z9UzncKM5UvndKDMausqZHhO2i27UVGIxzeAWgIjM3FAOyAwhlB5THKtM16zXoZFd0HEj7t0MQk+CqA80mEMWBFsi2iZL4yd8raauKG6mCJ8hwZ6lL0IH+wz6DRxgWGrRODbpVFfaBNrIVGtmApQW49DizyRDkUmXIwVKj7YMRhSYyEUusAoRRKwd6BQqJ76qc7VcZqARW/fgC+f1iR+AHnazyI9f6rAZcyQBcVxxPxW2lW6tiO6r+vP+HmDSXDY8MQNU8YpppPMEDgoFs/zXslAAAIABJREFUMoZExPaZdBqGxkZw8Nc/ht79W5B3bNg6I4DaiHXIBFHsMb6GCsRVUCOZJUGsloJ1A3CU91gBjSsBT/6lm5Ro0TaF7g7wUIWLmuwIirUapsoBOgbSAzB8sm4rCFiAhwg0cFXk3+QJrv7OVfZs4LmtBtmamBXKrjoaGlQtSAhHB2EvjAgMvNqcxj+Er2K7OYiPhoZBIwIGX4XdDqxQRyw8wmRReBpseklqAOMpgvetVnz1/sM+aVmCCTQD823gdesy/uqxX8P7k3347ci9MLvXw4tTJt+GLinJlLKp57XywXmk0+eRc1tiiBXrU8BqmWSKYU0GklWH16ihXa8g/FP/8rrn+Be/8Ccr6cRB+jqliqsd+GtfcuW+S/CFAhoU6EZASzU0yJ4pliuYnV3E0RdfxAvPv4ZK2YJpch9QHoCytXH88+f8wDmR/qv8eHgEl8na00PyvGmBMDI8hJsPHcbmHdsl+CWQgNIqQMLyXF9O7Cn2k2rG6pIQzPWXh3deJ9crbnwE8bjncaUyOMYD8wruW+GmWGXwkB7WYoAbg2OF0FkYRDMfQilfkcNCvemgjSqMRAXpPg3JrhByfXEkMkkYkSQS8S549hRC9Tzi1jISsORaxUPRplSUQWvKToGKn3qlgVq5CddWjCseYMlM02wXtUIZpVoIWx94N7bfej9CXkykwzxIdkIOlupFpAe6lIevgD7K9zIAqLgn8ICopJZJeW4KjFQN74DFGjxTHqwD/1EJwiHooQN1jw1HNombcExN/IHrsxWEjBa+8epfY/zSC/gV8wbseGkaMwtLONasYm59D3K33Yx4z6AC5sgw4krjNhEyYtiz/w70DmyExcaZrBmUw/N5KjCCHzzwEFBlgBprPLKI+VrStPX/5vWqxqXyQpU6ypchB+BdAI7xPqx9fwH7lb9LBQDxkBSEkLBmU0xqVVYplhU/KH0m88ZrWxgffw2ZriT6B8fQbHGs2ytNPtarHXq2OS1MTc6iMnsGrfkzSJiu1EEcD7ScIc5ASwAye0hgJRDE5uCNH1F+yNf78TffeOQa5rnMCzKS/Qasa7soLOYlNDYRCeP86RM49sw/wgnH0AlHEY5GxaOQ771et6A7LaxLp9GXzch91mMxlGtVzBWLiHX1CQDYbjTRaNZRLOcxPTMvWQVUYHV1ZcSblnWvZTsCako4JbvfQdiqb0XzT71P1Rz1FHucnsuUVAszkt7QDP9MoaenR/zvKA2PRXjwV2xwMpq4HsSTlJPXsXXzJqQzGczNzWE5XxKPXgmrEva2so0KxopYUfCsQeayqVLfOV64+zJk1aB0WtdRrZSkZpVd3CeCcJRQ6n7rvt0Y6OnC5YUFnLowjk6LIIIP3vuKBfHF5/7q2QJ0bt53CB/51U+i0WzDNCK4eJG+tCay6SzGxy+iN9eHrp5uWB4JFyroLRlNopNM4qtPfR+vz06Lz6Rnt5RtkjC5/dBN2VDU/VQ1heJ4sCnJ95dwLQzaZYw6RQyF20jGDQyk4zAGh5C++W3IbdiDltuUplCr2oRHogl9OLne+onnJkElnfM2js995vN44emnkcsmhalK4Ew82n02oLI+6IgiQRq8bC+ykS0+3XxNA4MbRjG0foOA1LVWhbs1PD0qtfyFCxewYwfDyPwsDrGYMDExNY3njxzFzNQVLMzNIKxr6B3qx60334Kbb75JlHiL+QosN4Szp45janwc4ZaDiekrUv+LHD5t4La7bkRvN8NVLbR1CxHDExswL0SF4TA6nSaS0WXxv2xJ3apUeqoJo+onBbKyflApBAKBaSlcPL+IV4+dud6pLd//Xz/8LmghT5okA6Pr8Nr4RZw8O45Iuh/LhbLsuTyrsFlGkg3PcNDDssaZsYhYyNAqg82PSCIJz6VNgS1+onwGJAgpiytlUSLvwXVkrvX39qLNIEtK+GMJYevz9Tkfndgw4rEI0lEHW4fC6Il1UFguolCx8eSRY1iqNGWPJFAZ0ulr30GlqsKXaeFARm+j2ZSznWVXZFz0dvegWCiKhN1MMM+DmII6j/IczPktnrH8MBgQ6cGxati9ZRQ7NwygVVyCVa/BMeMYX6xiaq6MTluDbbewd/MItg0k5RxAxqxtpnB8cgmz1Y6sX5zPMa7zJBNQ0k8yVTwjCsF42IW9OItOfgmZeFzsIqImz44aYlHaupEdHhIp/eVSB+NXJ4Xgs3HdANJOCzuTWfR6IVRbdQxsWw+kTeRbNcwvL8pasmnDGAZ6elEpFlEmw3KhjLOTc+jv68fu7RuRTUZFCVGqNVBvWFKzk8zAmqdarWB2MQ9H5PsdIYF193VjsL9PckqYG8NzzpZNw8gXq5iYnsXG4X6EygUM9vaip7dfajWqW9noEFWkMEAZEKZURYpUQ/9uflqDl+tGs2MjnmXIV7+An9VCUVQbisluoUTrjt5e9PX3S53SleuRcdfkmYsraziGXHcfKqUmnnjiezh39pREdRw+fBi7du5Qal42emn7SMVR2JTXZSBdtdqQ+8tVjfUA/80mfbPRxNWrs6hbHhzNxFe+/g84O34R+RLXf8r4GYbIBjfte5RnLIPAJXhMCEwCbsjw6jA8mfNbGKpB6JqqbeX/uQ65Ng7s2IJ7Dt+MlKnhI3/w/76pOf7j+kM/AVbf8GQDxur//NiD0GJZdI1uweCmHXB8tgQnF43r/+CP/m8UKqRTK6CPB4UP//x7sH//Pun4kT1JX9JCuSTFZa1aEyP7pYVlfOVLXxVfCp4t55cWYbcJJtCPlMClYonR2FxtXL6Xn2/MT28gFkW7d+/CJz/1b0R2QhZCf2+f8t9xVGI6N212f6UY70CKPh7Ugg/FfFVJieUKJRvTmF+Yg8MFgoUyuWt+MmnALAheN5ALrbBzhEVD77g2nEYZpcKSbGTZnj5Y/AKZOWEDqbg69ATAKic5u4RMOyVJKM/NoWVJQBgXddtSnlbs+vBwGI0nJdmCi0AAgkoHl9J8v1iU11cIqDAJSJvnBrxcL+HJky9iemke9mIF02cuwW3Y8j3y/nig8D01mRxO/1Ctw05zBOlYQnyTyOAUCMBPa5XDBz/PhcgExm7dhRmniPlyXvy2+voG4bEwaLRRvDwLncCqHYZusQhpo1FvktyDRhbYevcBjM9NY93gEDp2HUanLUUrNz16vVw6fxndvWMIL1RRvjCLEB8Q5UVGGHfccgMG+7uF+VJrMmFQddkzmS4MDQyhOn0R7YVJZHTl2aYZEblfYV1Hud5Ei//Pe1arImGEwNRDLuwEVttaGGbfOvRu2QI31iUbL8FOFvizs7NKkkk7Cbshh1MWJfPzCzh56hTOn3odm7pzOLBpFGg10bdhE+782fcju3ELioW8HBDokxcwyXgYzC8t+6nITKnmJuAo1liY80wdJgMmEp/b+977C9e9NguwuuOwYujE09DS/QgN98L1asDlC3Dpa0vgXA6YyleVUJn06n3mqgTyaARWdehkf/ofKirNJ2uTrUJ/3uwg9EyfvJLGA06rIc0XglA8tIpUn8AqDwcWbQR48KHkUkod33rgWssEdVpTQIpyDeVJlYWlpG3IIUCwHQK3dhVuIgtt3RagUQNK8/BoAyDSawWskrEKrhVGSh1FmALM6yJAJpYACsSVxsraMCpZn4J3zQONAlYFovQPIerWBAxI4bqv3C31DwWs+tCl3GlhDhHkEok+vXD90AnfezXk6TDDEaSibEZFhLEaTQCWE0a+7Ahrd9/bb8ddv/YRaIkYSp4F0xe1i52Hb7ki//YxBWHRrfFXDfimAvfKtfifke9XICiBSZ7jGBrUJKjquqi7bTTZIFM5PGAoVG+6X4A03tqGzyZk8RenHBw6ogR12FAQ+4EAClu9O+ouXZteLd/LR6WxH64gbB6IycAxWsDfYwLfDk9hf3gEH8Qo+uUxSESFFKh89ITfOLNMeuDpcudXnkjwHg0emITF6cGGgYUO8Gr9LD7z2Mfxod4N+K3QWxHuGoEXozzbgS7rpB+YJIdb5Y8r1x9iggjBfwWqirpBXtoHVm0fWLWb8BpVOI0azAf+r+ue41/60n9VU8EH1gKG6hulr2uVIPLeZe6tAqtcb/ghQJek/Uq0O5y2i9dOncf3H3sKF85fVWNBfGP9ItW32+Fex69RrcLn36EcWopTgqsKbM1ls7jt9kPYd+ONMKLUC5AtpAp62b/9RqZipxM4YpNVEyCVibgMYVB+xgxpo4xNlz+B/QGZrlR9EEyNs+npxOBUk6gsG1ietlFatlBpsgB3EIqWkehpoGc4jeyAga4eE4lkBkYsCS1kisRPs5toNxuIty7DdFuIuS2R3rY7OpptDVbDFm9GCS7k55ptSSSnR23HctFp2VSFC0BYLlXkfh968Odx2/0/A72nT9QcHMMdW0M0HMZirQSjK4p4OrFik6T7tjzB8wu8R/msxO7AVzzwQBKAjME+I6Bvuy3MQwFgO23EohFplLF74+mOgDlW2RLftvn2FF58+cs46PXgtqdnMPPqyziqA4t9OSRvvQGxDWPS2OI8Z9uDCifXa8FyXGzaegM2bt4Lh00ukUGrjkzQVOS/2RTnnhYwwIJEeILmik2r2IsBi1aAVD/UiO8/8FoNgOaAhSJ+/H4Nx58P/FsJLPPzgeQ9AHgD4Dmo7/g64hcZjaFYmMPC0jSGRzcikegRcJErEgEz3kfdJUBmoFWv48ql87h67hiSWg3diZAEhEodyyRyHtzpsUqpdttGPBrFTR99c8Dq1x7+5hrGjQ+0iyewmvee7Uk9YTUaiIUNTJw/hZNPfUdUKnVXR4tNpY4rEsyIHsKmoQFs6u9lJ0Bqzk07dsKIRvE3j3wT56YXEY1l0CYzqW2hbtVgWZRNKj86Yb7S1iOVQq3WkLpGqT3WhLYqKcA/uZYF9z54ditMaoa1iDyTwLSqgZSChwffthyqGQ7GphHXiobFuaisSvic2filP6Oy1CJDXo2zoJZXZwy1L5GNxjVD6mGPzD9byCAcK82GakbIdfo7NhV5HEXD3RmYegfJwUFMzC+gkq+sNAbEy9Xfz8X6pWODsO27P/SrOHjoHrQaDq5ensL4hXHs278XV6euClgwMrJR9hszZsqaGI3FRbn1xKlTePzMSbRdCx4JDQxYYd0kFgBKlbIqhlprv+AndPlNwqRhYZ1mYczQcG83waQ6QuvWI3vwfrRiaUTDUQHRms263G8C3jJvJaldNSRZOJhmDF/47Jfwo6efQi4dk/FMT1UGXHG+857Js6RnpvjNK9sJesoq9jYVN2m0DGDP4QPYM7oFrLraXCC9kPjUEljdunWrz6ZWpBiCLXOzS3jhhRcxMT4uwCrtOfbeuF8swMhuZhK6MFbbwLnTL6FaLuMth27HU4//UEK5eF3DG0exffc2VPIL6O5LIZImi62NsN4RKwJd2wTXqyMWnoPX4b7CPYgKQlV1Bq1xlnqiSJCGEZtanEYGzp+dw/lTk9e9f/MHPv3BhxAKE1hljeNicnYOHYZeRrswdXVONd9CIbHGaTRa0hZmsBIbVAL4ShAgFR2WfE2AbD+kj/ODLFCGAXFKBiGH0qwK67L+O5RL+4GO6jnFkUqlEevdqiz2hlLYOBBGbxzILxVRKDXx+oXLOHH6AjoMlEtloGuurHXcE3muplybditV+geLbY9aGyOU/3ueKPZCzKEg8B5kULAhsMbCiExLnh16cykc3L0FujCwlwQ8K7R1nJ5axPRiTfZ8rhHb1vdhYy6GmNvAodtuQt0z8aNz03j6xFk0HE8sAEisiZgxUT5yfNv0x05EYWptLF6+iOLUFOIM3mJTVvYcEhwgZ/WIwUA5E2W7JXVHIpFAKmkiadVxa7oX60JRlOtV1GCjfyvB1TBmCkvI5LqQSaWFgMPXyFeauDg1h6m5JfT29mPHjq0oFZZRqVVRqTexxCBCIyRsSwadDvb1S/O20fZgS2MojFiCgXcW+rrS6E5GkY1FsHlsHVzXwKWpKTlrZTouurJZDA6vF8xFlgQ/BJGMZAXQ0wqJSgNfvUUGeiyKTbfchImpK7h4ZUIavcNDg+jtyqFW4RhsyF5IMJ/e01QepGgJkE7J16Q5akah09vbMPHaq6/j9OlTGBruw/4De5DLdUkNxpA6zix+v4zZNv1xY0JYmrgyJXXmAL15TQW48vfNTk+jVrXQ0aO4MDGNJ4+8AIvWX23aXdBKSJ0fRTEs4epUS64quOR84e9Nyrt31eIqIDYpe0eFS5GN35eO4fDN+7B5dB1+44///E3N8R/XH/oJsPqGJxsAq//jlx6Q5Hs3nMDAxi0Y3bEbtkGZg45KtY4//PSfYClfUh0O5n+bYXzsFz6AbTt2sOcr1G+33ZIOT6negtOy5JAwdfkypicmkIzGpQtXtx189/GnMb1QVgw4ViuUVQniEZjJK8aMAgDVxw03HsDHPvZR8cESg2tJRlXfk05nMDA4IIszJxMBCHZOlBSJRSe74Q5KtYqkTS7Mz6JYzMuG2NvTLQv63MKidMxZ5AQF+VqGiPJ9UUUef6ftUr05j8L0OTQqy5IC3Te8FYncoBSvmVQSuUxWigthOfpyRW5w3T3dyC/n5aAldHUa0HMz8ZPAyVrl7sdFiV3I4BDF1wmkVVwMxTCafmp+oIgw+bml6kzdW8a3fvA9TExNwcqXgaol6ZjsbgojLJCA8mcIsPCQRC+ekIF4NCaLGRdxXkfgsSr3ViTvHXR0F+tu3Ip8qI6Z4pJIjnt7B2AwkbHlYeHcJIySg6RjImQruR39pJhK38pp2HzXPpyfvoKhdSNwrDpCji3G46zYGSYxfmYcPf1jiC43URmfhWcpL5xcLotP/s6vY8smHu5UoSOJpx3K1j0JkChNXMALjz6MpNaRQw29ncSDlodOV8fwjl3i93v+xHGkoqozz877wuIyouke7LvrXiSGhqUTJoA85axBui8bqBLy66JJMASueD5Nz8xgcXIKk6+8jH5TQzYWRrWjYXDvzbjzofcKoB0cSoJAKiny/edOQIJMkOAQwL8pCQoOgcG4e+/PffC612YBVncfVof0ZBeQ6Ic2RBP8CtxLZ4FyWVgQCiBSf9TxwAdWib+wA6hHRfKqWfkVIClApQJ4yo3EoWcHoKV7pfutMTWSgVIMDOF46lgK5KT5INmgDr2MyRIlsKrmPWNPFPi4hq0oT9pnjbpkz3KsKGsRjy1FnpXaHkJOCy49JLr6oPdsRKdSACoL8vtpPSBZUiLNpnyOSZo5ZXtJ4Fekdbw2dXhRoIAPlPlaVMX0I7AYHLd4jwghiUnRNc/G55mvMM4VaK1gWqXxpXSYAKs6EHEdImCj2B88XCpgSUJXRMZiIB0xkDJ5oGECNdAJRbFU7WCpVMPgUDce+k+/iw233IBypwpNQldoxaHAWgn780OnJFTItwhQQVTqI3h/BF3lmvyTxAroKJ0Zddjk0t3yOrA9Dy1drJRF/scfVVYA6mBWE/azB9MDYmQaEVglQ8hvmvG6hJ2ystoHHP1rx4BiwCm5egD1EprlKOFrFxzgm/ZFfDs6i5tD6/GL3igGNJ8pKcYuSpbKHcxwXNiiEw+4w6sAKxmrEgyCDhqejiVNw8uFk/jMP/4m/uX63fi4ezvM1DoFrNKyQZiTvneqcudWHX8ZZxEFrPKa/UJORjHfO7VG3BvI0LAawljtNOsw7v/F657jX/vqn4okMQAq5FAsh5NVj9VgP1t9zgQg1GUFX1N7pi+dZyiCbUnzil5/LPJnZ5bw9JMv4ugLr6JWZXNJ6aQ1TyXAB4oTYawKC189Q2Hw6ZpI2viZHZu34I4734K+kWF4NLljQU1GOZk1prL7WRl//vUJZ10YjZwbPrCgcc3nnFEyX7HkYfiYp6FcqKN6ejsqlRaqZLd4VZixFpJZwFxXRyrDBOk00hn6GMal0UgQienxzQYbTQ6SoRbCnUWE3TJiZD3ofG2gyRTipiPBhs1KG9VSFW6LOh8Tnm4imsyi2XBQXCzAarZRq7agh5PYtHsPDh6+A8P79sB0DVQ7NsKpmEymtqMh4RkoNsrwkiYS3SklOectJpDEBqykLTOoz39O0NCQ56OYfwIgrmGw8t8Bg5n3k/sKvd5oL5I0YrBD9MXWELI8dKoOiskyJiaeQO/Fc7jxeA2NV17DcdTxaiqF9N5d6Nm9Ax0zAr0NRESrqMk6oIXoEe+gt38j9u4/BIQicqC5Zsz5DVoJm/IDnQKLIY5b8S0kOBoOKzYMmZ8+k1oxd5UcV8m9VYBTAMixZgsOZhJC1FIKEd4PshxlzPvzj7WjOkip2jCw0BYbB8oIDVPSo6emLsKym9iyZQucji7AIg+ibIaTQaRLM6AjqcwXz5zC1dMvoj/uoCsdRdNqSj3DdVQFOFIaq4IJD3/sz657fvMHvvr39FjlHFOSRmmICJtbpXCTsldYXkazWpcmdf7qRcy88Bg6ugE3FEUknUEi0wWDrCCqBwjk0U7KcSjCgZlMIZ7MYGJ+CZ/7+iNYrDVU49Bfz7hmBfWnqgVVsBr9A4OGjFKTKhubgJX6T7/Zay3BVp4P97o1VhdBzc39VizyHAfpeBzJREzAGtovsaZTASQEBCkfD6IWPT9gVCl/+CFMPbHXIgCkWJ4EYZkdQdmqyeBI+R6VVxDYJXDSc/fmzMtFQkjEw4j0dGOhUkO1oBKllQWiAoMVmzskdX33ulH8+u/+PpptNntMnDr+igCNDgMom01s2roVdqstoVxZnhliEQFulqpV/MOzT2LBaQmbUJiqVPfJ2ufbDl3jphPs3srJSFQ3ci/VIk/yQDQewZZ2AzeOhbBrz250b72JyyVSbCKSWWhbQjqQswU3B3E4UzUE6zTW5o/8w7fxvW89giRrEB944jzjuUyNA7L02/IeqVKUhgSZ42QKxmKIJxkeBdxxaCdGd25FyYqK7JakCs5bAqvbtm1b2ctYm1GafOXKDF469jImx8dRzC9KIvnA8DBuvuUg9h7YJyBjtUEvyw7On30VxeUlvOO++zF+5iy+99h3hdyxZdcepLLdOPvyS9iwYR1GNq9DyPQQNpg/UEc8uhnF0lWE9HmEQzHJaxVbCxEdrpJ/CBbKmHOVVzRDUJsND1MTBSxcLbyp+f2pd78NXV1pRGIG8pUCWi69VnuwWHJw8fKU2AQ0LUfGKdcc23HEWiFg6ItftqgRaDXBbAZl78E6Mmi0yp4q9m6r80+a+iynJUSYIGtM9oxUKiPjsejERBGyZeMgdoylsGEgg/mZPJ559iiSZFxfuYrZpQLC0QS6ct0SLk35NfNaOBboda38rNvQSd3nZ33PbK4VJAPRWzNiMhDMZ9LyrMubK9em7Ae3bRjB7s3DaOWn4VSXYcS7MF21cGpyDvmqI78vEg1j83AfxrImsmEXt990I5xQFEfPTuJrj/wAZu8wzFhUBe9JcKJiHxuJCCKJOCJ6GGGrA7daQ9tuomnV0GrWlKWMKPp4/gvLeKS1GStqNiH0KJBqN3FXsgfrdBMtq4kSQ5OiPFxGkRnqxaadWzE1OYkrk9MImzE0rDZabQK9MZy9MC7kMa7ni8t5mNEkFvNlLCzz7OJg49AAHrzvXtQqFRw99jI8KgjFR1QX/9p1vTkMD3SjJ5tCLhGF22aYuIVZMmrtNkbHNiDb06tUwFTv0GueqlUBVrmqqZpX6mo+A/mEjtjIOuR6e9Cgf2ulJDY48VhUWOqCPXQ6qBJkrdfFF7unu1vqC66dYoFjsmHTRrGoAv54fqedCms1rsNcL+Ni20gWNhvTVHHmpWHHcXn85ROiXFg/Ogqr1cLy8pKAtulkBolUDt/49vfxvcefQanRhEn5v+eqULa2qhXUWZv4A/M9VjEc7l9BqBttKoK6V80PhSupwxDHB2AamvhSrx/oxq037sN/+ezX39Qc/3H9oZ8Aq294sgGw+ucffQi1ch2GGYOezGDzjTcj1t8nvnAsTP/kv/13LOWL0t0g44C+Ov/qlz6ETRs3cdsU4CI/MwnXrqNZ56Jky2bVqtVQqxTlAGkhhK7BEURzA/jS334HUwt5eLpirKijul+Q+J0rGfj+ZnbroVvwy7/8S1J0U0LDwoOdjVx3tzBN2eGlqT0tAIKCOyikKaFm0NH80pxI74VxSYmZ3VJpiuyQ09jc96Fjt44f9FjiR1DEr70+eptY1XnMjh9D1CC0HEZby2Bk217YroZENIIuGtH7BRqTOdnNU2b0MRSLZWE/cKGTgCJZpBSgxRlNWwMuXMrnSHl/BEWeLBhMPfWBVVGV+kWg46nDxMVLl/ClL38FpXwRMRZ7BHFlMeNrdcQPR3yq/MOFnLB52Ncp21Eptgr8UcBqAPhJij27oFobvbvH0Eh6uJqfh2cY6B8cQjhmIGx5mH39EvSig4wbQZjaW3io1+rokOnTZ2LDW3bj9OQljAyvh23VRbLNBEB65sRjSZx/7Rx6+tcjKlYA8+iIVNPD4MAAPvE7v4bhkUF1iJa1b9U/kMwDVEt48uG/RVRYiipYhmEH1VIJbS2E3OhGJHPdeO3oEWQiYSTTCfT09uDipUk4egw33Pt29G3dLsVLsMgSEJfDrBQplDaSJat8ZDqOJd3x/Ow0Lrx0DHqlgKxpoFR3kB7Zgne89xeBbGr18EGw3X+ecv2BXYRf+EsAmaQnq00/OMzwe++95x3XvTaLx+qe2+W6kSCwOgB9qBeeW0Xn4hmgXKDGVjyofJNVNRYEXFIpn2T96iEWWAY0e1GBjhLCtno57AjSBF7LDUFPdSuZO6X4TH5x69D5Owi02pZ4mHFz1dsqJE6jFYDsZQGwqoAq9RHINv3mywqw6vsn0z6EABILJIthcRa0vmHo6WG0i0tAfV7GAcEdxYGknJ3AqgGYvQK6SwBXuwHNaUAj65WskMAZNzD4WwEeec0+o9K3JeDFyzq45mPl1sgN9AFaNWJX4Dz5t2+qzs8S7BRmhABBWJGpAAAgAElEQVRF0jVQqlUJCAghrMeRiBqI6R1EzA6iyQgajo6F5Tp0LYZb3vcO3P2pj0kgXMVtCRhDIZXix5J14bNUedDy5f5kCgZXxcsU0HXt+/AZpcIaDIKt1sgjfV67gsKF0Qt0p3plfPBrnP4rgK0Pmwe2ARxAqzCpf5tWcrfewFqmtBuuH2ugrsUnH8n9TDk2ym0Dn/PO4++Ny3jI2IkPYD0GNEOgerIuaNIvQKIvY155GjLe1Zvm94Y8zvcOqq6O5ZCG4wvH8Jnv/xY+vv0W/IpzC8ICrDIIxlH3lj6bct3KjFEAS4I2PBSQ1hmMZD7MQC7LQaTMOAGrCY8+UK0GQvd+4Lrn+Ne+9qfKwiIAovwDVMCxUU2CVXCJ38dCWurHNYcs9T0+64wsX4LnrZZ4fQvwb5jClnnx6Ak8+eSPcPXqgjwEKi7kOa4JPgteX8aNv7OZtOzgvh1P4rbbbsGeW25GNJNWHnxcCygNjKvDoRz+hJClxpTYfwiLXEn/BTQmk00agDL4fLYVQT0PVyZmcOWEjlQuhGwf023DSGXjiCWTMncIplD6plNeazNkwUPboFe7h+LUOfRHHAxmKHR3RB2js4Xs6ahZHuotR4BEpt92bF0SY52ajU5bR6XmCNNZAF6rg0RPH0ZGt2LD6HYMD21EIpNDvU/4vBISFSGjw0zIz5otJhwXoGVj4j8uzTax+YHyqpV9m4ei1WR4ATcJjvmgI4HF4OuKsaGaEStgpD/OTTZteaA2DfHnJKAyXjwK89UjuPHEEtwXz+KEU8HZdALYsxt9u3ZBZzCpp8m1MFGahzCCkcRYCTSEI0nsu+F2JFJ9cOif7X8EDcqgqchLWAuGBgFbyvpG1XBkngTBV0Fjm++HXw+CNNcyH4M6hfUPxw/HbcBu5WFMxqOvhGJNGLAiA2aXNKjFrgKIRvgaHqaujCMa0zE8skW89NhYlHqM95uAim9P4zkOpi+ex9XzLyOhVdCV4DOiRYYNEiMJDLBe42+481/99+ue3/yBr/3dw6oh7r+HFXBV1htdGjzFfAH1ckXYxM3lWVx55hEZo5yDiVRSrKA4DsT3U6TqihlKtlurTXlxBL1DG/D4i6/gkaeeRztsynPk72Q4pPIrDvx5lY8i562A3r4/t9h8+cz1tcD6tXvj2h1GfSX43uDvoN5dYY1yubSa6M1lkUnF0WjUUGMojkuQgzWV2n8DH2s+78AWI5gf/H+uHayvlTWO2hC4BtIuQqfHIIOUuE/6wAFrc2U5Qr9wD91cnzQHI7t2otS0Mf46PXmDprDaA1dqtlAMd97/Ttx59ztQJoPd1XDu5Fm5rgsXzmHL9m2IMPwpm8PgwDBibEzHIjDjMTzz4vP4wQvPomPSaoOSHFc1h9kUCCzAVmqkNYWYv6Oq+B/uQTo6ZKoZESASg8HE9FAI6/qyOLhtBHfu2YZclCzDukoZZ4NO1ISq9NIl8EoTIJjemEeeeh7/60tfhKl1xMpNscjJIFZBwmxaMNSGcumEBCWxaUQLBk2YkV7YQEKL4G29cWx64HZMh3slOZxBVJzz58+fE8bqaugex2gY4xcu4fSrpzF16RLyi3NiokSl4P0/db8fiNSWMKR6w8HU1AWxDHjr4TuwPDuLx777qEh+t+7ej0S6BxdOnMC6wV5s3D4GMx4ScKfWqcLUenD+wnGEow0Yekwa3GRLygZDIoQfQss9rNNhLgP3SFUBOZaGQr6F5bmFNzW//+zjH0AiGcXC0hxqraaAqnbHw+XpIpaLVRQrNeRLFdTIIif73ObarhoG4uHsN5xEiUjVRigkc0KRM5SNgQpAVvYnBAuDfYFEGjIzJZTWD8VLJVPIZDJwwvT7jWJstA9b1qcw2BVHpWzju999XM5jZJ2ePH0GtqcjkemVa66Xl+TZ57q6hAWdXy6odZO7KIF7ni/9sCDF/PWQSCaE1BPYwqyQkjyOKyATC2PH2CCyZgeaVYUdTuPychkXFkuoWeRDtJFKJrB94zr89FtuYuoketIJJDLdeOLoSTz61PPoZAcRSSSghVXgbMti809HPBtFiHMDcfQm+pAJUy3K+0SSWAH1RglWs4JatYh6rYw2mZbROEyymUk+a9cwGtXxztw6pFq2WKo02w6WWxXUIx5uve8OpHoyuHjpMuYWC2i0XMwtLGH9yAj27t2N+cW82JqQ5Xtp8gp6+4cQDkexuLSEhBnCYDaFe+44JF63x469JEGYoURaqU7RRjIRQV93GplkTLIeWjUL8XQaM1cuo7qwjLHNWzFfWBZwkngJwVHWCTzrEyTlXkxgm/UdlbKhSETsEorEW2IR9A8MCO7CutlqtuS8JSkcDCyvVARcHRkZWcEoCNwyQJTM2EbDQq3WRCym9kS1P6v1SjVJFVtWml8esDA/v6K6KZTKAtjy+lSTRtkKRmIpzM4t4y8/+0UcO3FaSIHxVFrWIAL7rM0C9Y6yv+ACver5HqijeQ08ywer50rzlTWIHzBBlSbnC9c6hmHv3LIR33362Jua4z+uP/QTYPUNTzYAVj/9wXdIMUagj9Ihk9T0W28V9iWZA1/66t+gWmsouYFNf1Md73zwQQz09CAWAuxiAYXpK7AERG36HQiVOsgEa4sAi5lEzTYwtms/Xhq/gocf+4EsxizODeIicnhb9ZsUUM/vfN/51rcIsMruAyf4QP+AHOgUK4dMxm7lT8lJ6jNVhe3htCXJdHpmGgsLMyuda9LnOfm5uLML0pXtkkWGHywU6LUl0u16E5kMDeVVN48dV/Hb0ek/VcDUhZdQXJxBJJ7ByObdyPQMCYODBUQunVFJsrxCg4UH5QdRFQDgY0a8/Gq5KIu0YiXyfpkCskqnd4U5pyR06qBEP0rVcRRlMwsbAUk9MePmAvnikaN49FuPwmrSp0XKTZFQSkeZXXmRp6lDgpLIKTkVWaGSrsx7QTtRJnr6kqxATiUer14byU39CPUnMLk8BzdsiCl3yKSZrIP5MxNAvoUuxBDp8JCp5CBkRuhDcay/YxdOXjyP9aMbJBCs3agKW4A2Esl4GmdOnsHw6GaE5mqoXZyBXbdhtR309HTjd37749iylSEASsYqTGef3ccDerhj47UXjuC1559DxgxJEUnwqM1QL4QwuHUHtu3ejcce/juE223ZOJqtmhwqKpaHzTcfwoG33S2hZivdK2E2qLHJ8yJrbQKrDBBYmJ1Erbgs9/nSmXO4cvZ17BjbJHJIW4/gp9/zPiTG1svYC/zx+BxYDAULelDE06uLnxeZrb/5CMuo0ZBn98Db35zH6vq9t6twhWgGWmodQkMMg2jAvXQGXjEvXVEJkxLTRAXqBQcaYZwZlHTE4SIM3VlQTCGCEivvgKV+WOY4ugahp3tVYdJkuAk9niippadqS2QtlCQpYJXSaBZ+KqxL/Ud12leBVR+x8YtDnWFRBCNpX8ExK6pqES7DaFgyxrR1I9CjfXBLc/Bqi9B4YPBtDhTESXl2CIj1Qud8k8WiBc2qQ6dPcIdpp4q5J2FWcvLz/eO4vgRS7xVglQDhWsbqGv6lD6xee/Qh64hBO0qiLuCQ+KZ1ZKxynCroNuSHJCgfL+j0GPIQ1jpIxEPI5iIwwlGUKy7sVgQj+0bw4F/+B4yE08ijjrir7hHv0CpbVYGrAuIGaKIPqArk6/87OOyqxq1ab+j3FBQfgXRLvs8Pdwm+1pPqEXBYAagMbVLsY2kA+U20FbzZ92ddAWYV3eZ/swIQ+xJyBMhqesM+JtBxpw42sGrNKD7TeR0/jC7i7tAY3qUPYxci0DseyrpaO+MCyioGgqz5azoEAjbQJVTTUPQ0LGjAC1efxRe//wn87r678BHnJuipAXTitGmxYUgqqwK6Arm/gKpyYF/1yBaU0pcJk+oijFXRELZV86HVRNtqwLjv+lnpX/nK/6NyefyP4HmpA9UqqLraKKInnO8Pt7Y5IgCFAreUgoLsPiV/JjNbNTnoPQiMX7iKxx57FidfOStrI+2BfDvdldAlronSIBUAXXGzuawZroex0REcuvOtWL95IwwW4fIM6KW6Coj4S6C8K2GJiBSZth28BsUioV2Q2g/VeFb2mZqEkOiegXjERMTg+G9BY0BLpwmTQTth+vq1YHi2rB81rff/Y+89o+Q6zzPB54aqWzl37gbQyEQkCJIiRUoMkikq2rJlWbZsazyjkdOud+1d79jHu/tjd8/uzPGcneO1x5LHYyvZkijLli1ZlKhAUaSYARIkMhpohEbnylW34g17nve7t7tJeX6QP3XUEg+A7q7uWzd83/s+7xPQtHYikSsg0b6AbO86ol4fPSeKRo91zwCDoY9Oz0GvS69XrplDxWOTSziE3R7gxmIZnYGG8bEp7L3lIPYfvwNT4zsQqbvoLLeE8dI7Ngon5kHrDpDRUvC0GJzeUIL3yt06EmM5xLOqJiDQMxjy9ykWEhsi1jphIBJPKD8fAoShwiVksYaszhBkZWAlPbsjvB91U86no3Ww3LyJ6gtfwVtersF8+RJOry3iedJl7z6GybvvQiTJwEwFpPBCKhYhPZ+D20KjNJWpz8ewfftBCZ4I7z1hUYUgbzCAEVudYCAcvhfF/FOAXbhXbmVbbZXtb7UX4M+mJDP8OpVHrFtp/ST2RUy4JyjL4+Cxy2BQbTPh+kY2MgnYHCJQVppMEkBYx5X5c5iamhWPup6E8bAuUvdenzWrOxBQiuDD4rUreOXJR2E6dezcPo2kxbDH7gbDkGvx/b/15oDVv3nkK5v1SACuhiCI/AkP9UoVrWpdLJDcdg3nHvsShr2OSNfTcTJxLWGHGXEmQysAWg3wCMI4ok7TokmkRmfxN9/6Lk5duQaNLGgCenQBl3pxE3yReoj7erD2hdebz6P4T4az0det1/8twDUEx3+EtSpBdSYjWmEaHkZG85jaPoHz58+h1QxCyNRKLvuLgM5BDSNA8habCcV8V7kQwpzjs8OdRYaC9CTXZcggfvJShwRzG/ZGzlCA1UjEx8zBg8gUR3HymRNoMqAmsA5QYL8a1E3uPIAPfOhXxGeQntW9oYfzL1/ElcvzeNvb70UylcDE1AQmJqakvqAVB2vYqtvDlx/5Ai6fOw2MkMVaVMCqqJyCB+5HTm44vlRMK7m35fx70BlaGompP2NJ0ZAYRk/e35FDt+Ojt89gzHLQ6vZV3kCw/4qJEME4KlK8gTD7L525jL/+1CfBdFmqBXiCpGYNAohUjTwUxir/C9djMoEF1EmmZQ+/P27g9juOYGHPPiwPeW19AUMuXCCwumcjHJbXiyz9q/PXcf70OVy5cAGVlUUYvof82Dg+/NGPoDBaEtCO6gS73cfc1fMoryzhnfc9gKHdxqf/6r/KOrf7lkNIZUs4/9JJ7Ng+g8PHD8EgG432IzBEfXDu3POIpxnExWkR2WzKWkLAYbmn1XFGYwnpC8uVNfH2NFkjaxaqa8tvCj/589//GJqthgwLUrk8au0uVioNLK420OwM0B86wlZt2z3xNR6Ip7GLeDIuNngJenjTDo52DNIPKaCax6Z6S0XeoVJS2cL0pccIw/V4DngHURpNH2P2sARW86M7hYQwMZ7FzEQcI3kGJen43GcfwdToKKKGh0sXL6HVcxHLjYjHbbtZkfuVwOv42Ahu3rypbM90JrU7pEeqgYasE+xzlTorFiPYp4J8ebwSQij2Fz78QRfFdAz7t40gE9VQcyKYW6titcPnSkOn0UIqYWHnZBH3HN4Dr13FsFVDNJ5Ec2jg0vVlXKx3kMxmQWszerfS7JPXN5amv3IKcNmvpmE6lniG855OGC5iFte8DjS3hXZzHfXauvg5c+DB3r1pV7A7buIjU7MwOfAZ9NAc9LHYqKIwO4G3Pvx2VO0q1tYqWCy3cX2pgsXFJRzavwcTpYyElYnfbIxhdbTk4BAjg1QyI/Wl267jEOskHbh0+QrswQDJUkn2fbkX2efGWY/SbtCB4So1SdduoZTMoG9E8MMTJ2HbLRVkKV6xqmYSawhiMBpBT7Jgo3Ictxw6hKP3PyAhxRxKdNpt6aEZzEybxUgsKqD6Wnld8ATW87R8JJYi1oSBUpR7Jkn2RoTMc9bJDOJSKlZlV6TL7+f6yT63Wq7I/cm/W7EksrmM2vfEJjAhQxBPj+Lb3/s+/unr38YrZy7BsJKwaL3o0U6Pez3vc4WXhIxVruehRdeGGkHqSpLI1CO7dSgmgCyfJzaUQSZFzNCk97q6VH5Tz/iP64t+Aqy+7sqGwOrvfeB+TBSLIoklB8fIFnHf+35aioxqvYpHH/sOukwfNJii1oXdbuE973oYmZiJQb2Cfr0KbeAgaVkoN6rYuXMWzXoNS4sL4inCBTySSsF2NaRHptFydDz1wknZDJeWl+VBZFqfTP6YLBkkGnNawJv9ve99D371X/2yPID0KU3Gk0glU/J99NakcXb4Qdk/H3SyTAialisVYax22nXliSMP31CaE276jUZdLVBkSwTsIqYGEuRtNJoKTAum4XwfBEEKYwVhjjl2C5XyinhT5YrjMklkEZeMx4WxSgaOsnXkphGXBaPf5/tjCJQqSLts8sR/houHasQlFEgYQ8o0PWyawgdfzPkJcJLRSJCEi4Omod1ryYL89a98Dc/98FnxIOx7KtlVSheCROynIgoIENN9AgxsD+kdEzERs2Jqg5Wp7KbXVciI4UkbUMI4lUVqRwnX1pfhWSamduwUj6BhvYPy3AK8NRsFLYmEZkkBIMAqJXHb0ph+6368dOk8ZrfvEuZLr1kXA+5EOoVMKofTL5/BxOQORFc76C9UMGz3BTRm8/Q//0+/g1sO7JH7IsIpPBfEgBk8pAl6RBfm11OPfg3N69dhdGyRl9L3lqbf0wcO4a0PPICvf/kLsNcr0mwxjIoTdi2exOH73omxPXtAoYcU+EEDxsZe/iG1pA+728SgU8OlMyfQra4ilkjD1ZI4/cpp/PIvfwz54igGBNlTKZFGhuApz+mGp8sW/7lwsZdJIqVVgZ0FG0zeo7xeD7/rzQGrOw7fo6RpkRTM3DZgYhSuZ8NYuAC3XgvCm8iGoKdi+JY3PS41FuUGDd9N6IP1wINRTQI3EoBpDmWlYZQmgASTIXV4nSY0j891D363C43MLzLGCY7wtZz4E8GnHYCw51gchEjPlq4skPoqBjWvgwqv4nNDv0+5r/U+InYPDuVGkzOAngGaK9DaZWj9kOURsJJ41HzW4zloVkJS2+lfpvXaAq5qHpnOBHsD37gAgQtZea9lrCq5ncZU3g3IbwvkvBECFwBcBO3YdHCIoUyNpChhWct7N0pfX0lQYmOkixSPFFky6ZNWDH2ng7rdF68l1xzAtBIYDlICfKd3jOLd/9dv4+jsLlS9LtKuAYfgR3CdVHCVMmQPatuNxlEOhWuDmNirwlygrqD4lWI3uCQbQKswORRIGTZyvGtoBRCym3ThgIauChs/QFi/6j1uMlo3vnED7Nu0g5DjFpln+BGcI7JRtSGi4Ho+hOmbaPUMfNq9iGejNdwVHceHtGlsc00MNVeYMQy1CimqyuN1k21JkM3kwE8Dqr6GZc3Ds1cfxxcf+0P8b8ffhY8ObhOfYiduQvOGMDnoClK1xauK95W6mZXxg5gbK6Yqm2KfYBVDr9ggcwNiozHsw+t3hOFtPvyxN1x/fe6z/1Hu1fC6bAIu6myFLMANlls4uKAFRwC8bsqhAkZJUGgS+2XxTsY7f9qQbPPAqmZ5uYxHH/2OBFv1Ol2xCFIAuLqolJzL4C+we5BwBENdx5gVwZGDh3DHHXegND4KLaqC6Bhex31emGKBIQjvEddjAMZQhd5JOBKBca5ZrFjUUELCMAlAkqHJwQkHk3yWHbbNlPIrS4IoUoBJEG+AKHu8eBzeyK243CyIvPPAyBDNa8/D69UlIXm92RfxAyWfAxKMOwPxTyUkwweIz2a73cfKah2dHrB/31EcPno7tu27BXouDccewq10RHlRGB9DNeYKQCTnMZJE1DGgN9toe33Ypo/EWEb8yMnSUEPTwFIxGCaGcnjWP/RZk8I/qJn497BJ4fcRZFTe6Mp/jzc2JdMRUatE0UUPqzfP4PpLT+Btl84i/soazi+v4Gy3ieaBAxh9+B2IZjLCgorR6zViKtBUGuNwO1SMNbtjo1jahmPH7lMBVsHAItz7WIeI92LglapAKCUbVEyqzXonlPJJnUJWd/ARAqohoy18HffN8HuFFUM2rUi+dQWsDsjcVA2arDsbyfVB6JcekbrG0x2RFfo+mYkMhFlCrbwmipxkOrcB0vFGGfS78tyxDut2Okgn4lhbuIFnH38UZn8dB/dsh6UReG0IM4Z1yE/9j28uUfjzX/q7LQoaXaSa6jlXFgPkWTZqVTQqdfhDH/rAxivf/FsM7CbiER2ZpCWASTyRRK6QEA99LkvcT9lUs9nleyiXGzCzk6hHUvj2iZewtLqGXrsDLyA9CKjMmjF4PplmTzskgjmivCLrbUOjsHWcuLmshffFVoA1XLuUh2to5RXuQ5TVk1HrS/p7caKA295yGCvlVVw9sSgNvii/IgpElSGgDI42h4LhmqjYhp70NtLcuw7Spok909OoDhwsrq3A4T0jWxq9nZVlCqFY7tk5iwG7XcwePYKub+DquSuBFYBi+ot1j/hJa3jog7+MW269B3arJfJgWohdOXMa5185hbvuul1Z4Og6KpWKyH67rSoatQ46Y3lEElkM6zbM8SK4u4XAKpU5r1cgvGbDCHzFJa1eliflEyogEtnePMZkEW5Uk+AgZ6DjyOw0HrptFuPpCNIGB1+OrKMccknQjQSRcb/S0Kv38F/+7E9RXllAwlIBc1HpJyDWBurZCux0pNZVahmCquzZSvkReWbet3cnDo4UsDAzjit+XL6HYB+BVVoBkEkXWiqwVmvWWjj5/It45fnn0GW42LCHfYeO4oMf/jkkc2kwpLzR6KDZ6OLqwhzmL8/hpx9+WI7xW//8dcxduoC9B48ISeDsqVPYuXsWBw7dIrYZlmHA1uNAjxe9KWvv8mIDg3YdSa59via5IeJl7QMrq2vSL/C9nzv/qvgnx1NJ2SMbFVplvfGPTzx0GIlkArlSCZ4RxfzNNSwsl1Fp9ISB1wn2YIKQBOnZ8yRTKQE/2ReREU9QjWslbR1IBJIANgGw1OCN9z37T14nrsVkrfJrEpisGRKuzF6NvRJ99iOmgantR8Q3c2q6gGIOKGaYJp/EX3zqb+TZef9Db8fq4k3cXC7j1MUbqNlDsY0gC5F2G9tmppBOxiWjwlYYqewfBP5EWh/I09lvbuxjAfuWrMdQncBeemjXsH28gB2TIyj3fVxaWkfLZ4CXgX6zjSQDhQsJzJbSiGOATn0dTI9PjkxAT6Tx9Jkrck9rlgV6aZlWXK1/sbSEO8uAvB8RLoiPuPQwUYaldivw+xVMjiYxzp8d03H+7EXMr6whmcrA8obY5vTwMxPT4sPecoZY7diwDRd3vvNeJEtJVJoVNO0+rizW8MyJswJW3n54H3IJE4VcAulsTkKsabdRXluHP3SQyZTQbjYQ1zwc3LtTzs96uYL1el2ejySHnUHv2+t30Ol1ZHCYMOJi41Qq5XHvnffgh6+cwRce/bawnWMRDrqBCH1jpTfg0EoNDAiu89IQT3jwp96J42+5A5fn5rC2uCSgar/XRUwYr3GMTY5jdtdOGFZUPGXpdz29bUZsH2WQJbUvcQ4PrZaNiEUAOA7TtGDoyrKIEv143BIyGO/beq2ONtfKXg9t8UZPoFDMy74l6zrDb+NxVNttfPv7T+LcuTnMX1vBwsq6DD0FExmyD1P3e9hP8PdILHBAbAhJWRKWZUY2/N7DQa+AwgEhzZHgbPqvm4iZOoZdG+v15ht/wH+MX/ETYPV1FzcEVv/oQ+9GPBZVKeSJJKL5Edx+3/3QrSjqjRqef+GEmGSL16Skstm448gxGN4QlcUb8Ptd8R9iYNXAsDA1NYVapYLq2poCvRhexDTR8Qm0eg7W6y2cPT8nwF6PzAKRf9FeiHJjH7lcXh6MEydPiU/bB3/mZ/CrH/uVwOOTlP8MJicmZQEQizuCj1IocXNvC0hKMIqsUy4Gwn4YcnKnGkmFjSkfJQnR8lUirZJ66yJJ58SORStNlJUknxIiFc6RzMbhMvxClLyq6ONgQ77P9YRqn8ukVeMcJL5z4qmk3ZuWBwKaSlFLaaKSR4nHaoDm8fikLw+CAfh1Frb8nXwfkpIcJtxRKstGXzfx+b/6PC6duyTgVd/rCxgdj9Bo3kSfviMSEkFAsY+hO1TTKjOGiKarsCRDl+/j7w0Zq2HBy6WYKfcoJpDbN4n59SXGpWJ65y7x3OvXbNTnlzBYamDEzCBBMbLGrChbUk+jO7KYuHMPXr50Hju27xRpVrtclUCIVDaNQraIsy+fQdxMI2X7MGt9ON2++AlxYvW7v/vfYf+BPXKuJHQrAEZ4HsiwZtMoct5+B/OnX8X5EyfhtKqwNANDX8fo3j24553vwDPfexz15RUx3ue9MsLpayaLXceOIc6UTDluTlPVgh5KKRWLmH6dQ1TXFrA4fxpJo49Gx8XQLGJhqYwP/cJHEU0kpQAiUJMw6EtDf1oV/hBK/Hkz8O8E/sUTTu45xW4WBpauJnmhRPJdD705YJVWAGyEfCsNszANvViEy2u4egNebR0+AUUpwtT9tuFnys2RsmgzJkwWkdB31wNz+U15uzT+nAIn0jDz40AyJ8+E121DF4YZvVY70Hpd9XvknHLirsBbMhqlUQt8fqQZCGX7cqXVvwW8E0A1IkF6noRHBcCq34HZ7cKJJ4GZcUaCw6jVgU5V5NaK1Rqg5AoylPNhJNPw6LdK5KTbgt5rA75q5BUnXI5wA4gLj4ZFAy0A1FkQfvkWif+WhXbjpUFIk/ilkq3K5oO+xroUsgmmqMaY2m1iMkNJqi/MI8puuTanEjyuvisAACAASURBVDGUkpYwVRna1+g7WKg3cXmtjbmbbWiRLMZ37sAD/+7juO34QdTYMPqO2F8IoCXcOnUMijmogBEFoiovNXWeg2Y0YJKqqLvw7YegBF+vMnEV0hlcQ7lEPkqZ0Y0TIA05S1Q2nGHWRgAm85tCsHajIwvO6BZsVfGiA3ZZeL7DBo5fYxEn78034Woeoq6Gm4Me/t5fxMloHXcbk/gFbwqj8DGgBHboMYlLvW+R/gchJUHIFb0HHU1H1dOwpGt44uo/4Bvf+ff4D4cfxrv14zBSJXhRAndkLCpFQmi2ILJ2AVYVU1hksQFbVSMIy/ufPr4OLTFcKaDpb+zTi3rownzPG7cC+Nxn/3gDyBZQQRiMqsHfBFmDMjPEtgPpbkg6D4FVNlSKsR7arCiPQr5Mhn1UlygakuzNlWoN33rsGTz/7Ak0Ki0F4koCNGNbuEYrr0kW8uF9JOYAjoepkQLuOLwPe3dNIp6MQiPgRysPCXNT96O6uj4sAqQyGAx+bsB+leGOHLMCTck4DrlbhsHj5rlQ7BQB+3UGl1HYz8EOwLAyjlHW/RzOrXi4uVjGnpEktjHYZGjLQLkz8KTQV3519Oum/QPTgsn6I5A/QLXVg2XlcGD/bThy5A6kMkUZavQMJdylIogJnl7MRGSgw3SHTPkSn7W47UhzVo948FNklRnokQUloSMMWGQDyGZXAWmqVlEAOCV7ijGmQn2UxFJNx8hekmczYDBtNNieKwFj/UEfK61lzD/xNeROvojb5tdwtVvDmXIPtdEkxn76vdCntolHM4+fgLWyFFI3iLCIxauZwyJdWCYc8Nx55/2wkgVp7KmU4fUgqNiljJCJ4QHDVsAwCbXZZE9KOKAMINzAgz6Un6tQOKknw2EBa74QyGEzzuEp9wDXEQYXn+1Bt4dBh5YLBOsNxAmUBTd4eIfxyWDtMPBd+JwDGyY0I4YIA0xMTQKqur0BprdtC+5NKkoMuAOGZ3oY8ue5A1hy/k1hjp566luIdlYxkeHvY0AUbWo8vP8P//pNtVif++KXfwRYledbPPLVsKxNS6K1MryBi6g3wKnHvoB2ZUVYqtlMCplkDIlkCokkj5+DY1ZKirmp9gUy4hzMr9SQnZiBF8/gn77zNK7cXMXs7r3Yd+AQKrUaKutLqNtVNDM13D79Frx64iQa5boaBAZsScWEDd7qBpit/h3uMSFAKJ/bEqIXAu7h5wMDdgH3XG2I2QPbceT2g7ixdB21Sy0M+0MsL64EcLnasXmNOcCU0B+NwF5EZMiSZ+AJ71aGuknfxfHZaTz41tvwnVfn8cKpc/AsLm6sCTwZQPAep1d/OpUSrz3X6WHnwVugRSzJA+A9xvpdbDvo9z9kAEsCP/PRf4PS+CyqDBXrd9Ed9HH59HOYu3BGBkTi3cieROoeF1EGrvgW/EOHoPkWtK4Dr1SQZ0E1DmFY4CbdOtyRX0MO5p4udgyU2DN1hwOaiPQGQy0icnwBgPn8xhOyVkwmfewYSePY3j3Yv21UwBzKih3dE2scDq/ED9NM4ouf+xxOPP0U8lyrZF9WCdz0qA73EVEb8niDECv2RAwLSsbzIH73kXtvx0REx8pYCdd0+i6qsJlz584JsCq2DeyPZGhJ4A949cVTOPfis4h6DAKsYt9d9+DQ0cMwrQgGQ0/UBARWl1au4trVq7jj2DGkYzEsX7uM6toisqNTWG8Ncf70aezYMYN9+/cgRZakrqNNW7p2B5m0gc7AwdpaE2SoWfEI7C49JpsSvEh7pbn5eQF7uKWsNZYRszQkrDjqNRuXz1x9U8/3r9y/F4VSCWNT05hfWMHFq3zGHNgdKrx8AVbFXoXhyNGYMOoLpULgSa76Z0lBp09u0N8pAEkNCNT/VQCf8mUl4aYrf8r+ABPxBBc/gq8dAVX53KTSo8jli9h/YBbbt6eQz8WQzIzi83/9d+iUy/j4Rz6IyuoCBi4wv7iOC3PX0eqp8EGu71yLM5mUAF+15lAxwgUAVgxgWvJslSDxeEOCE1+bSiQCCxMDHpU9wy4mR4ro6HEskjDl0o7GgMM1Xvz9o9g7mUdGd+D12xJoZJCIlSvixnobXXpeRywJ5uxDQ7OnQYuUVIA2B020HoBirIoaxnPQtyvwBuso5S3xFqbn5urNKharFcQzaeQ1H3fE4/ipUgluz0a138XyoI3Jg3swuX8WVbsioKfdcXDmyiJOnJmTICv6wRaTxEtKEv7F/o8DQN6PUU2T+5kWejPjY5iemhRSW6PdRr3ZEBshBmRTXcvnpjtQlk0DnYGZtCvqS4bM8aO34xvPPo9/+uEL0r/Jyic1VNCPiH0K3zd7BKUyI7nqvvsfAHptNJt1jJUKiJH8xn6O+yzJSN2ekIb0mIVUIYe3PfCA1B+NWkX2FqpPlR88Q+l6cLy25N8QyOb9yxpRgaoKd2q3bbSa9KseolFvCLg6MzUBWlJw4CKDOw6PuY4bETz97At44snnsV5t49LVGyjX6oKHSE9CMDQI9VYWJZqs37L+05KOewKHkVGua2rtUv7QYUWg6AFCgEJE9njaA7Fuz6TiuLaw9Kae8R/XF/0EWH3dlQ2B1T/84MNKVhuJYO+xY8iOTyKaTQe+SWQ2DqU55M3HaVfX7iCfTAso0O+0xPtoSODE89C0e8KS4H0tKcGaJg/Hwto65q4tYN/+W9DudDA3fwUvvfSyklhHorj7rruwe/de3Fi4KYtJtVbF6dPnEIka+KVf+iX8/M//vDywnM6NjY6K9EpJdVVJwYKJx7a6tigPJYFg+qQK6BkYGPMBChd8BRqqDSmcZLBYVkCdamiKpRJ63S5spp4GcnBJLCSTLZh+bC0OxR/TdWXyyACr0MdGSfsVQKq8MxmUoaTmbM74efFYDZliAugR7A1YbgGbQ36XTI/V+2aDG8r7ha1BaZqv4c//3z/HysoKugMbrukiVUwhlkkI6MjXsBljU8RJf7tio1tvwyKQyH7fpR8rz5MCLkO208aUXBgxfWg05T40g7n1BRiUYNyyF8N+D8N6F+3ra2hfXcNkooiYqxhIvKYdrw9rNo/R47vwytwF8Vj1TaC+XIE37CNXzGC8OILzJ8/DrbsoGXGYtiPAKlNbKUP4rd/+dUkVDKdLIZuX758eVpQhEcinzy2n7pVyGe3rF3DmhZckIGDbkYPYf/txLF1dwMqNBUlbfObZZ3Hg8BHsPLAfQ4L1nNh6THjuyvtnAm4IbhIol2LW7WNg1zF/8SWsLc0hksggNbJD5NrHbrtb0uK5U0uoDMGtLeydkJkjn/N9rK2tbvwubpKU6REMj9AHiGzjgI30cz/7S294bQ49Vikp9eMpAT7NbBEO2Tnra/Dqa4BdERaY8jPku1MehgJ6UcptWvBpV2FGoXfqEk7AjWeTW6rBpzdxKgMtPQI9lRbQyOu0lYckN61BW4BLDJWkLZTOyx0u48EgOV3Yg6pxEDg1BPwC70oyVTmFZrEtM+6gkYPfhtHpwsuWoM2U4LUHMNf78HpVwGOKapj0EPwuodSl5FghXst9gAxbAVbV9FyYcBsfCupVbFUFU4YfQfhu8M9wUvqaZInNtODA7oBvmeEn/G6mTiaiUZFTc8ihGKvKA46AVCzKxlDHeFLDoZ0T2DVRxGg2CS0ax2qjj2dfuYrHL66jHkvigT/8Hdz+1jvRHvQx1GxENIuBvrC41shZDUzqA7G9gF8BMKmCs5TfmQKnNr9bwNhgPVLnRrXIQoqRe3uTnVRKjwT3ewDAvQZA9eQcClAX9t2hFCeQjIfM2X/pZldH9i98BPeMCkBTa/ryYIC/c5bwjLWGnzW34z2YRJYhGp4u7FUypaW4D+45DhHIVkp6PXR1AzVXx01dxzfm/go/fOov8Kf73oV7rNthJooCKtLGgh52wrTk2RJmpmIwh96gYTAhPRBpgyHs1GEP7rAjzxGbZoNBYz49rAzo7/rQG37GP/vZ/7ABoCrAZBNQVY+IOmfh/iLXL0gTV1/bZK5utUUI2YBqGLSZQL11z+P7rPdsnD97GU8+cQLnz18SVwtKvEI2shoiKGsfCY0hlcpXIX8Hp9M4vjuP6bG0DErJaFXHr87i1oCtTUZuEN4TDNXkvQVjgfCOFewsCFqT9yGBT8prjg0TGU7cJ6QZ9U1cr/VwbqmFsg2MJ2PYM56Bha6w+PpDH8O+8q1TQxE2F0rWWGsM4FlxjMzsxPbpfdg+sQfxVF48fXXDhxmPwicAKAFetEtQ9DfumW5/AK3aRtyy0I3rqEcG4rkYDuBCT1LuPyF4yn1b7Xlq6Mn9nH+GSodwv+bwNTyPZBOHrE+RjIpveh8du4Hl2nX0X3wapa8/jsbiMlYiOhZzaeTvugPFA3sFHBYATtbhzXvo9fcUv8yhcK/r4Najt2Fq9hi63Q76g44ArJlMDv2e8rcP7z3ur6ENAC2QZHkhwNnpyKAkZjC4RFmQsLGiBQvXDtY5MrCOGGIRxPMkafGBjymHsFQxcS216zXEoCNOsJSAQ7DWCPgsqe+KacihuXhLsvGHB8dgMCJtlgwJP52fvywzk507d8L3dLRaHWSyeUkpZnMbssDGxsawvFrGwG7h7A/+AbHOTcyMJGFEOJB28d7f/4s3/HzzBZ/7wiPqeobhGgFjNXw+OBTvtDtYX1lRdl1w8ep3/h6N5XmRw2ZSCRSShoCDZNcpr1rFFFYOUconnNJHplJ7dhd6NInP/+BlJPbejl/5td/C1PZJYUJ5todvzX8Np+wX8XbnbVi6dh2N9SrqlQrK5RU0m1UhHgwDFpFaEzdrWcWifG2ATnhvhSfnNeBqsIbJ7aFRAp7GgaO70aN6o9xHzEzg/KkLwtRVdbpqjKkg4/Azovko5NKokelItjxJBtGIhLLMWBG88+AM9u3I4qUVH9/54TlU3Ca0aEoN1Gn1wiZcgCYFR7DOp4RcGm/W9ANHiBUc2nGdjFLxYFnYuWe/YqCtV4ShRuBh2GvCk6RqJ7B4Uvcv3xuPc8hh8ewtcMk6JghQmpAANFUHbf147b/lfG39ssyE1fmQfZoAA0EJDshlceWiTJseDhE4JGZqYxS5RAJ7J9M4MD2C+/bvBPwWx1ownL4CWRHB5SuX8ZX/8pdw2hVoBgNidSXZhockAceI8r2lb7943dLmK2oim8oinSjCSuj42XsOI15ro7pnL9ZiWXgMZOr3cfr0aRw4cEDWBamT+Vy6QLNdxdrNKnrLF5F0h1gsVzF2570BAUaX/A8GV7U6rNkdYQEXswWxwOhVl7Bw4VVYuTHU3ASWby5gcrSEyfERyQKhvLgFC067LteAXtprlYoccy6ZQaVZFw/MsUJJGJYX5y+jNJZDtmTCyNAWq4d+o4tauYcXvnv+TT3fv/bwbZjZsQOZQgHPv3QaF64siUVML5DzEygLg/+y6Swy6RTMeARWjHtDTAA52n6ISpIzxI1wv63PnWKthgNL+i93ex10O11hrIfnnP2d6jnUHrJtaha3HTuIyZkENNNBOjuOx7/xBK6fPYPf+Ve/iHRcQ2mkgIgZQ7/joN5tYeB4aLZaaPVtLK818fRzr+D6Sp1m4aIyG/YGco9rsQRMKypgH4Ex2qAJCSTohzmkoId7IhmHGWGd5CNqmmg5EbgknnD9FqCPyhQXeUvH/sk0RuKasPUpC+e+kE2lYFo5NHtt2YcNd4h6f4CrdRO1QTawc+JQmH61irghAkWf7O0avGEZhXwU0YhSwyxcWxEg0Iv4yPsu/vWBwzhsGRLSvGI3YU2PYPTwbrS1IRp2A/3eAPXGAC+fn8ON1TKKuTzG8xkkDQ179++Rc02QkftTKhZDjPdz10azzYEuxPqBex/vQxJ7pkolZDNJRHiuaKNB2TvPK493AHRcAtcmMukRPHdjCXOrVSFSeXCCQEWFqHJNcjWG4vFZJUOfhB4NY6MjKLjAtt07kMsmEBn24do2dIs6WGDQG2KlWsNqvYFbjh7Bez/wAeSLOVTXV2WPoEI3ErEkzJAAK8F1Jc33BR/iM8eliVaN169fw82bS/J3Bq9xjc1mMiglTXTtHrod+qUrW7NIzEJxfFru+8cefxI/fOElLKyWsVIuy7CM1TzVuUOeNOa2aLp404LBhpGo4AMxLSL3kjwnUgeqYcPWvWejouQgSlSHxGw62LlrG06duvCmnvEf1xf9BFh93ZUNgdXf/chPY3R0HHo0it0HDyKZL6DN6VjQaIs8nBOLXh/Xrl1FuVxGLBHDnp27kCUAS/+qcCIWsptEvqc8WvlaAoj1Zlsx2cgcGgzx8qunUSerdDDE297+NkxOTkrBurCwgNOnz+DFF19CJpvCxz72Mbz//e9HPBEX2jinnwky0wLZGzeBarUsQOFw2BNJWgiICvOPDE/CxJyiiZdHV5iIZKWKL03g7SXeZRJepXhaZLOScs+fG0rQVCGqTMPDDwE5+b6E3k6JRhKZDMEl1bCqoKqAwBo0uSGQKhJLH3Ke+DOEGRnIKSXhNACOQ7CADZpIKYLCNExhla9T6tHu4ZN/8mdYZ4Ke1kdp1zhKuyeQ25GX6W+j1UYuX4IZZXruAM2r67h28SoGtQ76VRsWm/vAn4oFMc9B2KhL8UspyrAPPxNF9tA0rtVWJVVxz+FDYu7ttfqwb5RRubCAmeSIGNWzWe/aXbTdLuK7iigdm8XJC2exbWo7zEQE5YVVOP0uSmMFjBdGcPGVi2gvNDGRzMHq+ui1bfGeoZToN36TjLyjG9LBsICQRo+hDZ2OhDjQd0aSlEWKOsTl0+dkYm5k0zApnSFpLYCDzpw5g8mpGeRGRjDUAHvQQ9ZKSHHGY8/mchsAJ9mkZAwmE3HEYwba9VUsL1yRQDDdSiOdH8PMNlocKEYRGa4hsBqexw3JY1D8KJBY3Z8CYoiZN2WTKjyGEk4Cg7/4C7/2htdmAVaP3COFtWclA2A1L5Ntv1qGV1+H1qkKk1QJ5XmjEnRSMn8CAS4ZX/GEDF6MXgcun2mydjfaJbI/48JYRbYALZEScNTvkaXaU8y8fksmoODGKbWeer38uoCpKr6bgRR9K7Aagj8qEIi2H3wln+kAlBVcrwvN7kErTECbKsCtdqCXbfj9GjnW8vyrj01g1dcT0JNpaAxZIJPQrgO91gbo+6PAKkm2avDC/+R5UHzWLXDfa4HVjWGJAG9BaIfI9cL5qJoSK7heaX4d8T9ikUcwQJ0rVgCxqIeZ0Ry2FxLYlo3iyI4xHNk1g0Q0g6vrDr5y5Ro6734It77tIVQGNQX/ahEpvizdlyk4iw5hJQTXOg4gRTAROnhmeRxO8BakjRTPVcV4UPym4Cxu6eLC0L3wPRWz5IYGzCTiF2yyAq9aAVXlZ22agoYtYmhHsLGuvq6X3BqO9N9+EAJ/P0CYq9f7Lj6ln8dctI6f0w7g3VoRdJmzXN7XZAupe15ScT0GfRiIuX30aIPj6rihAX//6p/g9EtfwicPvA936EegxfLSWPv0bOUwjteJV0/+rkBDtW4HwXqURfM/CdTrwRkw6ZlSvKGcG0OLImLGocMC7n/fG37GCayGgOqG3H8LA0yuS/Bv9aea2G9+bhPoEIbtlu/dZNkr5uPr9yOxqyFob0bRsrv43nd/gO8/8TTWVurCihT7HIdDIlM1TfT75brn+eKrva0Qw/HdJRzbM4FMOi4J8wocDNnTATAcLBZhAEf4LAugGihOiLfJ0yINUcB05NpKv/BgXVX2Oj4cSQRWnq2ub2Kl6eJSpYd630ACPkaTOrIxTdY6BpVw2GjqUcRjKWE02T1HQjByxWnsP3IME9tneWkRQxxRMyF1Du/nWJJyxqgKPvEYcjIQAJ0gh9Xpw+t00M1ZsBMazCQHas7GEG/rvsvrICETgVWMEqpoknAceqzyPfPvUsdYyqtO7u2AxcphmiSXe4DdrWFteQHNYR3pfhuLX/1nXH/8SQzHi8jcfgwTt98Gl4M0Jwj23AKEhbWI+jNQ1QTSv1azg23bduD2u98tYGN/QMUQG62krHJkvIZ7XchYFYayeOpFYDc7pBQjGYuLTQMZQ3GHK6Aa0hDAYkgnl1Cp6wKrEsd30R8OYDBkg422Q+aPiYFtIxtPCDFAmH8Buzz0MA8ZdvzxBIG4PkmunOYr0JaD8lRSVC3nzp/F1OSU1GiPP/4k7rnv7ZibmxNfQPrOnXr5FI4cPYq5ixflGlyfO4/q1Zfw1n0j2D5REKD2Pb/3n9/w880XfPZvv/QaYJUgs7o/1Hnhe+11OlhbXpE6nev9+Se+jrWrZwVYTcQt5JOmAKvJdCzw6VXAtZJNKjmo49CP3kW3UoOeymAtM4pD7/0w/PiogAyFXBEv3ngB3zn7DTy4/yG8ZeweeT/9gQ2fYS/DNlaXr+Ezn/oULp0+t+GFvwHEB0OvTammOh1bhz7h94brlgQhBgAhU71jCROl8RwtgtWw1zNw6ewcfK7pVHzJ2haFTmaW5yAT83Hs0AG8cmEOtfYA8VhCauG+M8CubApvmclhesREtjiCp08t4/m5y1i2CeRT6s5am/9XzzNPtwC2BP2jZLcxulat+WQu80vsKzgQpeyaxxMOY0RFQLA+CIQVRl8g16a6iR7h9D4eWBm4vGcdE/74tmD/D5IXQ5A5WN+24q1bz5t4gwZjcvFwD7U1VhJgqrgki0fl/HHorhsWtGhCcgOi8JFPxvHz7ziOt04m4Q089FwFtmlUe2gOXvnqP+L8S8/AMU2sMFTJUeFEBJ3iQb/IuiFuRRFnboNpSP0+WZpEMpfF/cf2we53sZ4toEV2hU9fbFv8Ordv3y7gi4S80irHbmHuyjkMtAyi9g20luah5Saw++53otNuCcPRiFjigV1r2YjHNQHaMqk0EqaOdmUJc6dPwkjk0fZiYplRzKSRiCk1XSqbApIFuO2mKKxcmFivVsSqaTRfRN1uwe52kCdxgFYA5TVk8jnki2mYae6XNgbduvScj3359Jt6vv/dx94ttgNr1SZeOnsJy+t16JEkPIYM0jeSABWtX+LsO5T6kP6qFi0JPL7frrCgrUgEcYuXOCJgNf9HggZ7XDIgu30V7CM1mGkKaarVailwdcNmQoUgE+yjDd54aRy33XYIO/eMYHr7KCK0Cfnat1Gev4L/4/f/e0yOZGSI2LX7iBNc9Yawuz207Dq67hCNDvAPX/0OvvHky9Do85xMwCJbeujCHnD/DYtJ1hjBUF+Y+FSPWrJnMEyQ7EMGZ3NP7jHElhJyrtVkYru+DJQScHDLeAqTWQuDdk2YzKwZSFrI5gvoOUPxQ0/oOhp9DwvNCFYHOfiaGjLJAEOsoGTyLEDksFcGnBoKeQumobziV25W0ey2Mei3cTSbxSeO34FCt42VdhW9mIEddxxGK+Kh3u+g224LrrFcsfHKhctwNQNjpVEkTA3o2Thy5KDgDOxVEzFLhoq0Vex5LrpDR0KvllbWpIfjL4/HLBzcuROjxQK6raaAo6wPWGf0GMzd7wvLXtdpeVDCydUOqj1DPI8Jw7aba2JnEo/xmatLv0nQucHgzV4P2YQOw+1g/2gKMzu2I8UhJcMbaQcZMWWf7fS6qDRb8CJRTG7fhsnpSdx2/DZMTUyKApMDR1rs8ZmWuiRiolQqYXx8XO5hKoGvXbuGy5cvY3FxUYay3EdZJ0mOjOdiJGogZsWltiRQK8Cx66FBm4BYCqWJGXz10W/jiR8+B4dWJPRp0tRQh9/r+g5i9LrOFdC2G1hptBBJJGUoLvcZawEWhz9ih6X4OlyvaZGo7OmodOhjz95deO75l97UM/7j+qKfAKuvu7IhsPrIZz4ldHumzdOMmWmLlL4JnTrw2VSyaA/nz51Dl4FDzgA7duzA+PiE0O0pHZAimwkAwSREFcyKrSehKGyyAnN5PmzpdFqM269dvy5FuPKL4tSni0e+8mU898wJRCwDH//4x/G+974vmHQkJFyJGwGL2VqtCrvdVpIyy0KlsqZke5zYyFRf+RgNGSKgKriNpFxJrpPpC6eBrrxemiDx2OBiTbN8xUzj4hM2lSqNUdkGhMxJCfno9yQpdqw0gUKhIO+JU1guRCx8RSIZeKZyKiSMVEEg1KSbDaLI+QJJkbBWJdWRw2V1HHx9w1aLKRersPgUuaERw81rN/An/+k/oef1kZkpIr9rHHrGRKoUR75Q4lAPvT6nXzrW6DHqOqgslTGodNC8WUFqQB9NBfaEaBHfJ4uX8P2yGHTjGrIHZ7DQLguwuu+2W1GvrMFtdDFYaWHl9BVMxArIW2ryb9sd2MMO4ntHUDq6Ay+efRXT09ukqFm5tohBx8boRAlj+RLmXp1D80YdY/EMkkMDfbsjPi0stn7zN/8t7n7rnRvnYpPZoMAMFrPra2ty/DyVBKwZRpCOJyU5suPQR02D5ngoFcncdNCo1YWVSgB9IGwYDXmRIAzkXgntENS5Vub1IyNjwgBW0lQX3Z6NWqOJiclppLOU2gc+Uypj9jVgRdjMiawxkO2E95GkOIvkUd1vCjBWAP0D973nDa/NAqwevUeAX99KQsuOIpIrKGuMagVeowy9U1PAaljg/AiwSj/SuEz8TE6ayaAgUCRHoysGRDROjwzo+QJ8CXlzYVAS1O0x6Qt+vwm/Z9OkUUmjxbMrmKwHLEMBVoOfqmDGMAgiNFrX4etWIFinn2WIaHJxIeO0D6M0A20kB2e9Ab1qw3fqdG4OGKsht1QxLOmjhHgaRiKtWNrtmgJWNWUF8CPAKh/XQD4ZRiiFcUyhJG8TYlXNjArNCluckNm56V8bwI8BI0VROXWdEnMCxyqhWDGISZRPiNSUnnnJqI/xjIED20o4MDOK2ybH4aYTOL3/AHpH344bZgfRviEMnwilkLoPS9dgiZzbhR0AaBnTRMEwkddNxMiCC6xSVBMZ2AZIk0aJrLr9Nt+Ful4KjA8nasAIPVblG3n/KllmsPgqAJJFvYQOhczVLTzUTWLkoirAcQAAIABJREFUxr2u7out4PVrH4NN8Fr1jwK+CbNIHdONoYO/8S5jMdrC+7ALD/oFFDjbJiCnuXAExNPlmMiCiHkDdHQDFVfDoubi88/937h5+Zv45L7341YcBOJ5Ifz49MlkpSsMh4C/qzT0Sk4fAqxcU7hnDLrw+gT7B/DIciJ1kUxOMqgiCegcGtz10Bt+xkNgdSsgGu4L4Q/j1yRIKrAJUIcZgqvq+oSDR653Eq4XKCUUc1JdOLHQCQDWMBRG+TU6IsmkLO/M2Uv45jcfx8XTV+UJUMNCJdWnj5fc1awFXB+5mIn9kxncsXcct8xOwIwRwAwZbiELWNkqhO9JINeAjMUahf9x/xblR6CUUb7b6j2FjETlb60gf/q3c/8lc4yMq7Lt4Wqtj2oHSEVjiJPN7Ntg4rtYwpE2Rc9ix0C2OIFt+w+I/c2OXfsQT2fQpdSxTD80C6lIXOTYZIKRSSkscFJk+TuHDkzPgNUbitS2ZjmwswaS2ZSwOdnA84PnP9x31PlXAE3oJcq9UK6lGRUVDxvhkBEiQZ5UXQShD+pZUKE3ZOvY3TaWV6+hsbIEPWoiYmloLt7Ei1/6IsxiCZOHboFPyXgihbgZVUB3EJgUns+wCQ8BMgr0WTvVa00kkxk8+PAvSKMuDT0tAihvpEdhMFSXGivwQQv3cL7fZo2hOHFkYml4VBHARYrBQRJUqixhQvYxN3gOwkUZxNpKB7rDPhzfw0CnZDYKpzdAPGoiZtCLT/lGcp8LvcFlXSWrJaizpB4MPAB5jF1pUj0JiFlauonz589jeXkZ165dF/B2anoa169fl6CWGzduiO8hGcg3ri2IdcDF0y+goDXw4PE9GM8n8YE/+Ms3/HzzBZ/5my/+i4xV5frAIYUhic3rK6vid8wc0fnnv4eF8yelrrWsCArJCFLpDPJFet2p5Pew5hZGtEEwht6MHoatNto9B97oDGbvfhD+2EGkvCSefeUpfHPhn/Deuz+EO7a9FXbTVnscU5OjZAhX8cjnP4sffPdRDDhI3dwWAua8UqJsZTxvrlGqXlfrpxriyBiUwAGHII6HfIFBPTE4LlVpXeRGi6iuU6pL6yoG9rCOUbsFPeNHMxYeuOugBCJ9+ov/jEqbzGRDgAE/omEqYuDte7j25FHMppEuzWC5bePMpXVcXbqGgVdGvWUiaSVQSMWk+S83u5hfqaLGwLkIgV0OICmtJwtUWQfoAwUG80iYBUBgSNZLN2CaS4BWIJXXdTA3QcAz+lMy1DOahJsbg75jF7x6K/Rm2QhcVAWB2mvk54Qbc7BDh/WJqh9VwJ98Dx8j5gWQQELGMoNnhL1N0CYidZ7IyHQDh3em8L88eBwRqv/giDVCwojC9drQL1xG9fJJdDUdJ69cweXlNXSGXItpGUILI6psKJ2OIWFZSERJhrGwc9sOTEztxK7ZGVzqNlBxVW0cZoSStEPgRYYmMnTUYXaauHb9PK5XNRi1CzBba9DGd6O4+6jU4imqJ82ohIPVGi34fg8du400rakYCtZrobqyANNKo9EFauV1xQqMRQWsIwkmkh+TrAQGuVIV1ZQeciBDGbLfCAIXMzmxZmrYbeRGRuE4Puavn8PoaBL5Am0ROvjqZ599U8/3f/5fP4GXz1zA2cvX0OwMJeiJewptLrj+k6mXoRVBVPmPKwsV5WnO+oo7LEHsTCqJYtJELpcLiB0qKKhWraHc6KDdGaJpt5UlHPtO8bZVwUGi9CQRIvC9FvCWoWSOh4MH9+DXf+NXsGv3FBLJLJ781neQ8hzcfWQf7PoqHIaZGVHEdEt0Xq12C0O/j1anjXJjgBdOXMSXv/cyOu4QqWxW7glCBbTH6A0HohigAkSUGAxZI5GLzHsB1NTwjsou+rXyvXLP5ipOW58h+wcjKiAqug0cnMxgezGBQbuJXsCA5A1GFqQRt+D0OB1x0eT1qzIsLiXnQZiJQWg29wSxc+Ie0F6B7rdQzHP4TQKVh8a6jXKniZjTxU/v34d3TEzAq1fQTRkY2TuLQdLAereFLkHgdgftZg/zy3XMX7+JbK4gjFDD5deamJoYxe7duyTkm5Jz1kcsXliLZvJ51Js2FhYXUa01BA8ZKRYxms/K+eh12oKtkJnJZ75Hq6O+unc9zUR0dD+eutzAleUBcskSIoaGOP2VI0NoelesABGdQKowhYFDu4UWkn4dw8YirM5lzExNo8j7jhMFqq2cvliCNNo2FtfWMDO7E9t27RJ1yo7ZHdi+fVaIbwwi69gt8d/udDtIZTISMs5nfWlxEfNXFUGPA2gSl9LprChSSZgjtkOcSWvW5XOxKBUGtKFU61K720a52oQRzyCeK+Br33oMc9cXUK01hXHM7smlMMgdYnuhgA/c/wAi6OGxp57FtbUyjDjZs4qIJs5dgQI49F7dGFjKsFjZDZIUQELdrl078NzzJ9/UM/7j+qKfAKuvu7IhsPrVf/hSEISkNmkCngSoVNIlU+NUIjAXnZsLCyKx5w4/PTmDeCoVeI/SL0UBIPxQ4QKqmVP+nJpMZwlguVxIKYWXEAxLGmz6jCr2A4ujAb70yCN45ocvIpfP4rd/+7dw7733ivyfMmlOhG0uKJqSa3Nz5XQilUihWisLpbzZ5EOm3jA3IPr/8Bh4dGKETzlf0BATaJAFnXRzAR7I/KDsimxSNUGhp45MAcUCQDUpIdAaFoEu/cfgo9VQm8zU5DSy2YzIG/u9PvqBYTiLWPrL8hyIR2rAKlGFFn+yAmO2soPCIoyfswcd1SQTzJaEdvqtOpJs/+xzz+Efv/XPyE8WkRkvoOnZiKQiiGejsnjliiXYXYrddCyvraFfb6LTaKNbaaO1UIXV9pFwVRIsN2ReD56XUGLI4xDvtKiH1L5JrPQb0BIR7LvtKFr1KrrlJsyGg4VTFzFqpFFK5OS9kCXcHthI7htD8dbteOHVU5ia3o5sIYPlq4vothoYmyhhtDCCuVcvoXWtjolUHomhhj7ZrmwWIlF84hO/hvvuu3ej8H79YiUNX6B2CYt3l9fdcSXZU6ZzbPSDxk7qTJHX0etWNbBhejnPddjIhqByWAFyCMH/sXEkA5BMafpo7dy1R6ZqLLrEI0+K1nAoptiNYcPLQoJDAU4BQ8BdeUsFQFrgH+oytAU+3vHA+9/w2hwCq0z2hJWEnykgmisoGWylDL9egd59HbAaWgHwwD1dPOcUYzUKg88aN+MgnVYgMT5oZgI+E19LRfiUszpD6Aysoq9e3xFgVROPJAIMAVMwYFWIvF4K/014UrWLG8hp4PlIKSjZ8wT5TWl4lcSfjV0ffncIvTQLP5eCX2lAbxBYbYgfrmKshsyNkC0Zg2+loMezinnaqQE8TihGegisqudQMaJVOnroPKqe1VD2/Vr4L/xdWy0ItkKSAUggjdEGD1Q1hGTJBO89PCf8fBRReKRsGZawECLwkI1HMJWPYduogb3bxjAyswP9ow9h9dZ9WNeYgs4hEdmqBFZ1CeDg27GDNSypmchTKmWYYAwOl2/lm8iQIRWqpUq2oGEMWHBB66rWemF8Br6tUMBq0B9vSkAVX035u7IQ5L8CZlh4UyuwQ/1L+sEA2A17xteJHYNvDBbNANgU4JbyTKmWeL0kBxoXnQH+wb+Bit7FO82duBcZ5H2CqJ7YAkgYT3CNLW+ANkNFXGBJd/GX3/8jtJafwZ/veh8O4yD8RF6ABBgssnVoQYhe0NMGPyc4agJ5IvkfAAKqdgWsk9pZQtt08erTzQQ0MgzueOcbfsY/85l//xpp7cb5fI3HqtqLQ69oeWY2WK1qiCN7W+DdGX7fVqXG6xn34X41HLjCTOz2uyIDJVOi0bTxzJMv4qmnn0O5XFe+mgwx4UBQ7FEUa5X3wUTWwm2zI7hlxwi2T2cRo3wew020wKeFzaa1Rqhw5TFzPed6K6CpMFeVQkQBf0q2K76wG9/D/ZKsVkP5Y0ot4qHW9bHe19DxGRKXQqNSRrOxijiHZ66Ppt1CIT+On3ro/Th6+73IjIygR494hmUxACMSRatpw+sNUYokECHvi2u/BGip50klq/vw7B7M/hAtbYBewUIym5QhXctuSx3G6xJaBW3uP+FzoauGM6oA1XgyLX/n94Wy+hBMIXit7kJlQcTrz/3q5tJV8SG0GFSixyTwwo/psBeuY2lpWVnDG6b8fEqmuT9F2NgEwDx/pgLV1c+V6+BzX42IVxq3r3e+5xcFmOXvI2uFtSQ91Vhfcd/ja8JgktDOh0BovdqBP2RKsSXMJMuiaogeomo9YjvN4Q8Z5rJvRE0Z/lMyxTuECh4BVy0F7HDVIQsnHiWz11RDPsGkyKRWbBUB+QO2Ic+dhHoGNSxXjwZDQdMqnfjcubNYWlrA/PwVnHrlFUxPz8i9NTU1iZWVVfE+pBXUyvJNkRKfO38ONy6fx/HdY3jozv341f/z82/4+eYLPv35LyiCQmDxQFBZWQPIUygeuGQqra2swm625DlbOvM85k/9EFGLjHgD2aSFRDqN0QJltRG0mm2pbXnvUJVGJidpoL6hwe0N0Gl0MPAjSE/vRuneD+PKqxfwyNc/i5/79d/A0b3H0XEBRlpySBuNAJfOvoIvfe4zOPfyy+KHGkYPbig6QuuOAAxU6/ymFzQZ/zLED/IGwvpXDYUYTc+gM3r0MXCE/o2uBE/arSYcCfdR3sKs5SaKPrZPz+COQwexZ8eY2I998nPfwGpTgfAEB8ism45H8Z5ju3Bk3yhy2W2IJXxEY7xrknCcG8gVW7i+PAaDXHRTHWvfNXF+fglf/e7TuLDaEM8/w4hKxoTjDdEbdqG5rBPUGit73obNmFKvhcOqcMAgtSlZnzENGmW3DN+85SgwPgl9uaqUflJ3BQMGhThv1EwbkpnQcoq1Cu9pAV9Df2slFyFzmqnoPgFW1oV8rjlcYCMWT4gFhB9NYLRg4H948Dh2xiHMQ0r7TVeDZgzgXZyDdvUk3IiJa5UKLi4t49ryOroidNTEEiCbTgvgHzV0pBNJpNNJHNyzH7O7DiFdGsGLjSqq9hARg761im0fqgc3eyoPeq+FmwuXMbfYhbtyFmm3g3Y0D604KXtKJp0RSwLdtESC7ruSPoRkIilKSnfYhdPvCGBarrbhDBjiE5FAGsrMY1yXkgUMmjUJ0eV5sPt9UZZkYnEMfRe1ZgOTI7wPNPFxThSymL96Da+++KL0YeNToxgbK+KFp94c6PKnf/QJPPb4U7h0fQUO6zsrLuC/Q2CQiqMYg+dU/8t1ksMbk3UagalkXLxirUgUoyMjmCpkpM9WQ6y+/EcQa73Vhd13xC6h2emJbV+bakyxxmG4oRqCsadWNtQa4pGIsNzHJ4v48Ic/gAcfoP1CFItzFxEfdGHSbm5Ab+3A6sbRsdq0RYnKzI1sMYvF5QpOn5nHy9dbOHvlCjyTTMQYErR/gS9MQ0rd+wOCvQZ0AmkW++2oBAcRIOPzn00lJWyMNiNet4MBMQSGUJtR9OmVTgyh08D+sQxmRzNwuzZ6HGKzV/McWGYC0RQl6gkBMZuujovrQGeYkH1JlfmqF5TME37C6aHbXoWJDrIM7hJPdw3lclO8ZCeiOv71fW/B/mJSPHr1YgZ6Oo41u4qO76Btd9Fr0pbQxYXra6iUq2KNOD5SRJy2CMx2IJYyPQUrTmamBUPICCR6JRCJxtFud2VgKXYPLlUUA/HD5flNpeJI0SfZIWPXQU985D04fRs91kRjO7HUS2H+xhBrKy1RI/DeIaCox3Rs270PkcJheb8R3UVSbyONOtz2MnprF5CNJ5FPkxw1gNNvIsoBs+ei0+1hrVbD+MQkpmamRcGZy+eEmUuco1gqIpvLyDPPzBwrERcmK9XItCnk8817NJ1R92oipuxp7HYHa+vruHrlCjqrSxIuZUViwlzV6A1NklabDPI+lutNJHMjeP7UqxJoxbqiWq6h3qVtCa1bfBRiURyYmsZ9dx5A19XxlW99F6udvvLQdrmfql4jzD5RyhmFdylcSOEzYpPhONi1aydeOHHiTe3hP64v+gmw+rorGwKrf//3X5YiSLxIhflIs3DFqiJgxwk4gxAoQSByL5uf58rN1usPVSohGS4Bn0CKVgmGMpDJZGWxdiiJDrxTWGBTJs8HlA+YeGYFqaOcPLI4/+IjX8KLz51CsZjHH/zhH+DQwUNy85OlygeBkn4W+zRXlmOXsCVXgawEtlgICGDLnZ5pwYMtDFMFnComSwi4qNZHGjB5mDg0Uo0JFzQyFjj5l2IvCMt4vc9qkIWHuUvXMDd3TXzFCvkcbtm3B9GYhdWVVVlceL4y2YwkOpr0AWGxTK8TMRVXvm8CZG8tOgPEgZ8bsOkM0AcBiintpQzOMPDVbz+K5U4VjmXA8QZwul2kUgmkSsrDLlssyuZF2VJ/6GDl8g20W020ai30y2345R6SblQKOGHQBgEaIbtEPOq4CesDWLtGUfU7QCKCXUcPoW+30FypIjUwcOPkBRSQwEgyL2ANza6b/TYyByZROLoNz516CZNT21AYyWNpfgHteg2j40VMjo5j7pU5NOarmMkUYQ2AbttGL2gmP/axj+IdD96nisagQVINvkJkQoAylEJJgx2U+PzasM90aXXNxeqAoEZQjMoiGgSckQkUNpL8GRtes2QW835iQ89ACg4NOAwQ0NyTpEROYZ2hK82O3C6s7oKP8GcpFpcuAwAeC43JQz9X3sM8X6x/B5wSsiiwInjfez7yhtfm0AqAm5IWT8FL52GmssK0dZhgSmC1V38NY5VzbAKGUo57BjwazMeT8CMx6IN20JAyeEGdc5G4G3H48QzM8RKQsqTR0WwbjMkm4IlhW0mhKdVjSAitBujfGjAYZe0IroOcLQ4Y2DWGZMcQfGWCbJBk6mnkSTF9moWTDa3vwhjfCzeVUMBquw1/2JDk8BCADTmSctx+BF6UVgAZ9Uz3GtB7TQXqBMDq5nCDBxB4km0AvoqRugmsbsrb1YViY6WeoxAofY1T/5aruQmg8pNRheNuAPLqG4XHFzAyKY8xxIM1IoysRExDJh/DgVQau/Ydh/GRD6K/bwKNQU+C4VisEehXTGCVcsz1nlcgphtISGGlQBICfsL41ujLSiuNgLEqoWPhsWzxyFOZm/Iasj4JrPI16hoGSxX3Fb4zHjP9E6kI0HwMNE/4xPL+BHBV/6nfrRLkBcYWj8XwZtg8cWp4ErAZBZTefNYIzFOsCb8H1zNx0enjH/VruBpx8UFM4rCWxXZEYHLAxW+Tm4Jg6xAt3cC642FZd/Bn3/w9eI2X8Wfb34fD2iEgVVAscoP7VwCsBudo4wilOFaMdDakGgcwTGUfdGVoJWxQAR80aXANg6BGBNqdb5yx+ulP/z8bDLDwzIQARbiHqOd0E8TYCqxyfQmB1XAtDNf7rRYDoeR8KzNWDSrDIZMj7ASur0otYuLUmfN49NHHcfH8VbGkiAe+bfScFem15yMR0SVwYtd4Ckd3jWF0LA+DbGAORAj0kyy6xRZHMWZDn3HlV85jEI9zYa0qZiotAbgmi0wwTAPn38lwhYH+0BX/TFq7tAY+Gq6OtmOg2/VQKVMK6kiASc9uY8eew/jor/4b3H7322D3PHQkzIrSSsqfmW5LNrmBDov9no98JI0oTAx6XQFSYvGEMGq6/QGa6AKWAS0TQyyXFgCxQRkqi3pDBRaGMvmQYay82VXAQuiNSWYX3xsZqmxOWFeETGP+UmEl8r1SMRMAo/NX5nDq5NOIp0yMjZRgelGRPPoJE3ECo40Gqmur4h9HRmBEvEtV8NOmz6tiw4Yccgn29LgOqxqm2+njrre/H1NTM5JQTd85/izuYWxaQ8azSFGHw43j5OC80+oLu0f3IuLnyKALR+8rOwNy+MlcIoNWfIFZn7B+Un6+8u9IBI12Cy7ljAZ9Avk71P3B92CJd7WiOxPMkmRq8fVTiiyxWJIgVBWoyD/rfbJwU/L+eB2WlhfwjW98DZcuvYRCIStDLiqUGs2G/Mk1yNRMtFptnDl3HstLi2iu3sD9d92K/+8L337Dezhf8Nef+9vXAKvcA2XNpBes78EyTJHC0gqgWW/IWl6bP4vLLz1J3EzOUSoeQSyZxkQhhVQ6Ld6fNxYWJBQ0ny8iGY8jmSFUqgZfA5ve5Bpcw4K57TY4I7OwchMozU7BZF3txxDzBzI0+sETj+Grf/e3uH71srISIkBLVUDQqIZhRLzeYWDz5noUsBa3MFlDhj3vOT67HIAIuMi8BzWrlrWVTK0De3fh0C17YDK4xXHkOTg820YyXoSBnNxvF67ewJ9++lG0XRIqdEQSMfTJaErF8PCtO3H80DRi2TwskjnhwdLI8l1FJDJErVHibEzCCqUO1GNwNQvPvTqPzzz6FMoDB8lCSVjq7DcGZFqLpJkKND637EX4e2lNxePeDLGVsYc4ACmfX4+WUk4Pg9I0tAN3SC1gNhtSc3u0bwoCrwJqr9pgN6eYwb0V2A5xPxcFXMBf5YWVfU58NOCTWEJwNbCy8TggpIdznAPnhIAlb903iV86OC4SedlZ6ffI81AtQz/xLaxXKrCpYKL1xVoZ5YYtA6tkPIFiIS9ekdwH08kk8rkc9u3ag5mZvdCzebywVsdqvQff6Ipv8cZwb0stz3Np6YDdaeDcpVVk/Aa666vo6ARDc8q7mufMiCBiEdjWENEGAtypYGJal3H/Z3YE+5ChWBVEhVgT3Eiaj8ZQR0xzkSBD04XIjdkrlDIZSTxfLa9hemxC9iwVBBvDiROncP3CJQyHXaTyKcQTESxff3PBNn/6v/8mnj95FqfOzaNi92Uox4EF2c7ZXFYGClwDCYqlEwnkM2kU0pSNuyil4wI4ci0rlUYwOTIqzx2VlVx3aRPQbDXR7A3R7A5QbbbR7lOi38darY5Wp6fsVdiSe76sWyTC8MP0fKQzCdxx12342Q++H3fefhjRiI7q1Tn01lZgOLTJo5zfhdMnVjDAq9dXsbq0itGREsbHyDBPoFpr4+lXruPpl19CiyoQcWUxxFPccXX0BhyI0R/WQm5sHPmxcRgkXQkzlTJxE6V8Du6gj/lLlxDttmT95mNpxsiS1dChbU+nhdlCErsncuKjytBBrh+iLNQs+CIvT0it2XI1LLQtdDtkI6r3TpsPenkSqOfw3HM6sJsrMGAjlSAhh8+0iWqrg16nh+PTo/j4z9yHsdEYhq0hmr0e6nYT/WFPgrnJmGXZt7rWwNUbZQH1k9EYSvkMUknuRj7aPea42JiZ3Yax8ZKAwGR3dzp9lNdr8BwflmmJPQ7XP7vTgmNykKkjkY4L8C15HrQaggsxdaNSU/ewbJpIju3CXbc/hE7LwQ++/ywuXLwJz0hibPs+JPMTaPlFRNBAXK+hEOui31rB/KUzqC8tYzxXxMG9+4T01O3WYAw7SJlUaZJhr1jzvI4E2znw4h5O5SffOxU7sURcbDOKpYIa4MVUkLP8aUXl7/z+SrmG1ZUVGU7WqnWpPyLDLtJUzsQSiEZj0g/Snsdu1FFv2ai0eqh1B1hYr2C92cT2mSl4/T6u31jDWssG+8OsFUUuGsHbb53FocPH8cTzL+N7J16mR5PKyaCl3ZYMm7DGlcEd97jgg5+nLcfu3bvx4skX39Qe/uP6op8Aq6+7shvA6lf+TooVQgRk2EmBKgnJCvDsdNryb25SnHTzJqPsnSxMMQOOxcVKQKXAcaJD6f1ANn1+nsV2yB6UyehwgH6ni7W1FZm+zezaIcFCzSZlHD4ajRY++RefwsK1VezaNYs//o9/jJHSiDBRObFjYcKHUczgOfERFiUXsL6CPFgc675iHkg4FZfdEARS3i3ceGy7LaAIGxR+bLKlgmJEPJYUM5V+MyErRgEeBGADe4DghfT5EpNpx8TM1E6cPXsB9QaP2cT3v/99rK2tSyPBYpFAGieqY6N5SfybnZ3FxISyEODxsGgc0FqAAGfAFhZGDneAqJLzhpIqCY5g+JDn4pN/+9fopSPoR0ndd1G7fANOvQsryibMRTQRF383yuYYujDQKEnl76LfmwO33IHedhHVVApx2JBvSrdUQdtFD9HZEpp6H17C/P/Ze+8wS867TPStOqdOVZ0cO4fJowmSRpJtoWTZsmzLcpCNwWCTMReWBcx9Fniey8IS7mXZy14WvMsuwdhcDAYbR2E5yEmSZQXb8iiOJsfuno4n51PnVNV93t9X1d0a7y6M9j+u+3laM5qZ7j6nqr7v+/3e3xuw49pDGDFFcKWKrGvi4tETyPu2AKvi/doboOG0kD00jfx1c3jymaOYnJpFYSyP5XOLaFQrKE3kMT81q6wAzlcwGc/CGmoCrJKxygP6J378PbgrAFa3gwbSQIo8Xd3bTX9DaOj12uI5x7fDqT/BbLKDup0BEsk06JtK828+ywShLSbcM/5BWDlbTCkFhkYEtB+6jjBUKc0hG5YT93ZvgLGxMVgJS7HWxJBfJdKH12/TCkKaQwXEEYTgVDk00BbWjMNGgqwMZTvB1/jmN/3QVe/Nm+FVLMySaXjxDCLxpDwrbrUCNGv/Q2BV7Nv8KLyIJcAqKNEZNORrKaMOw2A47fS1OHwriehUEVrKxqjfA1od+J0+0GcqWge6S8ZqEPwmUlvuF8qXTNrmTWBVIXICrAotSfnICavVp4G+auzpcUmIRIKEHILDERhT+zGKWwKsau0m/GEdmgA/0hkFsGLgceozqCwJWBn1/Z0mNFoW+IohTNnPdwOrAvep/SJgyyqGeQCqhv4EtDpQO9O2n/lSEb3yctoCAkPOLm3nZd2FbNzNiCVOjgk4jhCjARgvixFDTLcRpXdhDCjaWZSmYzjynu9H6Y1vwtqopZiBJKkI+Bd4RxFIUJW0YrPxegaDBWFCaARCdWlc+Ulws0+GZchYlXAh9doFiKWXta/J1xTSJZFryaAqePdMHY1p9HGNIOZrSGgU57gZ4InTAAAgAElEQVTowQUt9flaWOzGCbqCqag6KIpiKEuUeAcB3yuA1a1rt5UEr5DcrdfFhs1yY3B1F52Ij+O+i8+Pzsp1uNMYx6uQQVa51wQgvy7AalOLYH3k4rI+xJ989hcR7Z7An8zei8ORa6El88LIUmbUyp5C4UyBLFMZ4wI+vVU9+CMfGlmqA4ZXkeHOwQJr4aF4RhKA1CMcGJjQb37jVa/xv/qr33+JtDYEVbcDodubVuWvuv3HbIVXSZpzAMCG3ycER8LrvX0vIxhFqSSLfytmy5nhOGSKdNDqt5HMFrGwWMXf/90n8dxTLyJj0WaAd5YgPOsLJne7GMvEcHC2gD25GPbsnUc8wQs0FLapAHEhA0vO463ASSX/DxirQQq1WAAwSdlj+rAaVjLEQpG9VNCDo0VFOkp/eO7J3ZEm0sB6z0V3oAs42GrWEPGHeOWRI/i3v/OHmJjficX1mgxcI64nCeFaVMOw10e704Vh2zA8Hc5qHdG+JyAWmYLiN63r0sAynVabsmHYbO6jssLL/Rbcbh9x+kWytgrkmGq/U0wugjPhfRDPxiDESiwlmcIbgKth0FVoBSBfx4bctsXL7AufvR+VxdM4dMMhjM3MIEW2Ps+5COu2GMx4TJrCpcsLaFYrcBgGQ1pHUFdtD8ria1CvbSTAqrK1iUrYxP5rb8f+/QdBNnOv1xerHJ5h/BoFJoXqpIE0V6rGYuOqoVZpCkPQ0OgxqEGLMdiEyb1DRM2oMHukvhwOkRE/yyg8Ds6pgDIMCRsdJtRzzOeHYZ0cVJI5yxArcchm8xyEior3rxR14b7BRHkOpj0ZfHomVVxpYQqr96/j3PnTuHTheWmA2xzgBTUgm8chhwvOEGY6D/q3L5w9hbX1dZw6v4jT5xaven3zCz704Y9srkuxhdoWXsVzmAAWrY7WVlaUx3xER+fyOZw9+oj4hBKAJkPKTKRRTJoiy7TtBJ5//jlcurgIhm6VSgVkUnHkqbLyVbhVvd+CbhmwYlPIv/Ie2NfdDne1hoHRR9Ttw+u38Ln778enPv4PSGeySOXysFIZmMIs4xBb7S2se+lZzxqemPBLhjMBW57gY1hvh8+HgGYa6yNHWPGs5YWYyjXlenj1/hn86Lt/AJl4BL7bFxYf97esfQqVGkW1UxjCxJnL63j/hz6DpsMwVV3sX6JWDJlRH6+/bgfe8rqbhLVtRdKIemTVDxBLbMDpU32TDvoDnnM6YoaFXneIcsPF5799Co+fPY0RrZCGZPqyZle1W4R+jFTVCAnFVAzvTQWfslzgWiDww/dEf0S9yxArD+1Dh6FNHIBe4/C+Hkya1Xkt3iRCDtiyAtj+UIk/JIfAnOgEwaCyp3PfDAeIQXiVRv/8IEfBZS1Eua3lQbM4bE5ifDqFX3lFCZO2jY4E/xCcisLv9TD68t9g4cJFWYszO+bRdn00yKqjmCMSRT6bQZrJ4Z4H26BiLo1SYQzjY3Pw0lk8c7mGy/U+huZAhtyhvUiYQSDgOndIZp9qLhYWN2DrA6RMS5iyOhRLWyS90RickY9KvYlSnqAJ6xNFnlF+cD6q1boMdsbztOpSyimx0oxEcHGjgZwVQ8Li/hTBRr0uyetzE+MinV9avozZyWkkLVt8OiudFo69eByNlTV0Wi3YmaT8vMsLF1/W+v6jX//fsLLRwsNPPoelMslCrD0JAieF+cd9lr69uVQKU2Ml7JydwVjWEmATgy50n4zMmCgkc+nxIFzNQ6fTQr1eQ7fXRo9nIs+4Vg/17gD1Th9L6xVUGw102Cv7GmIxE81mWwhAXI+ZGEHLAeZ2zOA3/92v4+abrsdw0MTy8efhNypwaakBDwPPRb/dx+rKOr509CS6zT4O7N2LWNTD5GRRSETPHLuELz3+ONbbXbEMYr3Js9uh37kfQzybxfiOHaK6ijAQUHppReTp9TrCzOVQ7RhDr6uryKZTyvYvogsjsktCS7eD6aSJPVME9ckupqe9K/sfwWP26NR6ZU0LraGLXnRSbAWIFTgcbFCRpkUx8Hz0+/SK7aLdWEPcHGEsn5a9g/eiOnAwqLfxlpuuw72vO4iGW8ag5mDQJu7hotdpS45Fb+Ch70Vw4dIazp1bQcIw5DMVp5rChTPso+UMxe9z155dGJssiULDisVQqdUxGLgYz4+BY0ZvMITDYEGOhZMMcopiEEjzbcMSxjLJVI2BI7W4E3Fx0Wthauc+/NyP/TR2ze5Cu6PhhRdX8a3nFvHkMwsot+j+MYmsWUMmsoqIX8azzz2FY8dPie9sOmIjY6Vx4NBBHDq0D2lDQ1prIeIy1I4YSkf1p9GIfJJ8xk/6wZJFzDOUHRBbaiqhS6WS2FSwlw9rifWNMk6fOoNarSbPIJUkVDDHtCESVFFIvaeoPp1+T0hY9WYXa7U2Lq2VUe876DAgM27i4J5d8FwT337uRazXqrANDUUynUcN3HHzzdLvfexLX0FPgHNDMJJQicX9ZvsAkGcNwWvuGSSysJen/eUzz33PY/Ul542/1SW/rM3vX9oXhcDqX//1B6XQUYbVygtUIIEgxS1karIA5QbEqTCnDWEhy+RCFhzCXgmYS9JWb7KVgvCTGB/OAfxRD8vnXkBkyBRGF5qdxeT8QRjZcZnwbKxX8IE/+yDW1srYf2A/3v9H/0mA0l63I5NHsgMVe0AVzyLHJrOUXjRRlXxIEDL8oJRalK/0eOPf8/8Dlk7IdpJjWOQ6KvmTgUMycZek56BhDkBWHnrK52uLJSmNKyVqERPf/OZTWFpcQaEwBmfgoFAoYOXyokxsFhcXsLFRDmwWCPr10Gw25KXygCewOjszgxl+zk5KwcuNiNdbiiMC0zx0NQVGSGkmUjamMLbxf/3JH6G4d1agmcF6HZeOHkd0SLdGFbCi2AQa+pQbacoQnNBfxDSFdaP7EZCwx0JIWGfb2KBS7AZWAD0MEZnKoZ0AvJSOa+jt6PRQW1pF3s7gzHdeQLFrYCxeUAy5bh81p4XUjbMYOzCHJ779HUxMz2ByxzTOHj+NQbmG4lhGfFfPPXcW9XNlTNEKwI+gKxNUys1iePePvAv3vvkeYRqFHnTS0BHMp69ukJob3hsp1gJwWgpqKXjVM8PnhBM2BcQq2YxqUm2ZXIbFfSjLFIlaIA8Q9muwPvg8kKGqLCNsuYd8dvj1fKZCY6ztTYMAUmJ/oUKu2BDz+9HUO2xiBWAVhodaj294/ZuvegsisLrz2juAZApePCkAKaUwlOd7jXWg31AyfTaqIwVAEtBTd57NJ/1004Cdh7gjOn343lD8yyRSRLz/uE4ScMkgmM4hktDgNxz49T50twu/25G0UgiTgwsxBDhfsj0ryE6eOSUeVEuYTX0QrsHfRy3FGJDK2YcWIdtuiEh/pMJW5uZFAhypNsVvaTTsQB8xqmn7h3qOhS0YodeYCoDRuLdR1uRxWKN2s60PAr1MNFUJ8Dqfj01rge9mUoZfp8BRuaOBQ+CVtzB8bwEuJ9SrALhVFMot8X0Q7GWbhvimCluVa9bV0RWQivuXDS0RxSve/Sbc/OPvwgZ3C2cgP51hQTTx59R9IEWtAkMJpgnDQfZE2Ymk6aC3PgsL/ioBIoEtgMhyQ19c2VgVw1TdKQ15WgEE8lr1t8qOwKAVrzRLGnJkDALoMtFUGmvlrWlrOmyf/47ssggMvr7NgySwyJAWBvLaxdLjJSDh1vVVgL2HiKuAFIYGNL0haqM+/h4r0qzdYkzgNj+NPAGxCKf+TDHuogsT646Pi9E+PvCX70U8W8UfjL0We6IHkKAnL/+tDPD4ptmMhfdKvd9NQzuR17M78KDRBoMyaJc/h+cHGZkMwOKFNhGJ0WP16n2U/+wvfneTUR8Wh7JnBMx8tSfy2VADSEkG5gCA4IIMKUI2q9Kc8M/COiBkjnGtOCPKwZzNM6vZqKPdbKHfVh7l9McaGx/HWGlc9rOu10erVZdzj/5Xn/rHL+Lo06dlYJHQDZgwMSQKGiVDuo89k+OYSxuYKKUxP52HbdIHkteIUmA1GmWQQDhgVENHRXkPwdVQ8k9JeJ8N24g+n0pqyP2XXuYjz1R2Np4Dh/JaPQLHBdo9F2YyI36n5Uodl9cauPX2e/Brv/pbAoSur6ygyybaNOHqivlqaJSTEhiHeMXR41GnBN33JbSF11HJfreuK5sO7us8+9mYhHWMBKjJsDhgzAf7Pt+bHjU2fVT592xMwiEdr3X4/dm8CBtEgioILHqIJSzUGxV84VOfwgtPPy32O5OTOcztnEdxfFZk/wSAlHCI9kzKbqm8sYrLiwvodxnopx5pqTnowWeTJZtSNlEEKALpPJ8XBmROz+/EkVfcCdcz4TtD9NoNldJrWFITiZWJoWwBeH34jAjz0oxj6Hhot7pweEZxrYwS8qxaJoFcDvyHAlyxVqOCSYLkOMQg+31En8Au0oWsvBdeY/GcpX+opLi7EojDwSVfuzDqAkdrTzMwohR9xBCbKOr9IYamg3yyEAS3eVI3UCFBVtfJ44+j16HiRH2EqhaCvMPRQIgCZE+urKxh8dICzp+7gC9/4+XJCP/irz8EQ4tJ8AZtcDRDg0crEp0sXgNRUu69ITbWV1BZq8JwgUF9Ccee/Bps3VFArADkPjJxA3E7iVxpHIaVxmNPPoVypYa5qTGkknEYcXoOGuhzrZATp+uo9gfYWGtibNcu3PfT/wb9QQTLZ5/E4pc/iqdOnMN614Gdzihf+z59iVkTUYaryADKE5I1rEpsDskWYW3D5yZcJ6FSKPS8k7Ae7t+i6BqKbz5rPZ4nv3HfK7Fjns8OE8IpcSVPXMPU7BJqNRsjdw6O76PcbuLTXz6Kp04sImab6HVYB+uIRYeYzyTxw2+6Ebum8khZOlLJCibmz2I4yGLtwkE4bgGu1oLvmlKTDGnr1W7DcXv41vkGPvnUOXiWLRY+Phm1g7awnuUkDawNZBAc+sYGDCnZv4iVEpqSM3kIzYnA8ZPADdfBo/y10RX22dbxEtYDityhfDu2eqFN1ZWAiUEIT8CyZN3EzkUGsmGtxdfJwbhhwzdVLSTIN++VmYadyOBt107i1VOGBJDGfBsDnbLvCLSNC1h58ik4rTWUSrZ42Tv6ECZVQDCQTGaQpIe9sMrVWZ22M8gUphEbn8Pz61UsNtvQeX6SfOEMEDG5F9Mn1xMGXuiFHD4nBKtU4BfPT6WM5HNDcHgw9LC6uoHZiZzqdiRglaAdLTgtLK8sI2aYmCgWN5lqtKLj2fjsyXPydYVcWkIoLy+voVmt4dDhwwLePvfMM9i/d5/U9p/7/Odp4IyNahWL504LsJvJ5OV5XFy4cGWB98/6/1uu3Y/ucIg+zyvPk2ENK6V8IS/kJLLCS+kE5ktZHNozi7nxMRk8d9t1ATd5jYURaNvI5meE8MF+rN1tobq2KiFfDJlkdd8b+WgNXHSGvjD9FpbXcLnWFkCc4OyoN1IJ7b6LeMKWMDNbG+Hdb38T3nzXrdD8Hpwu+wbW80MZBHb6LsrNAZ47fhYPP3sa0YglnqZWTINtRWGbNiZmxnH69Dl8++gLiMYzGGgxNIYjxHNF5MYmkC+OIUoPVJ7noiaMIRmPS19MD2L+HEWI6qB6+SJiQwd+o4lhow4rGYej+WIRGMMQ1+yYQsrwhcHIM5/XcsCedcTnzBVbtHTchjUaoOUP5HywoiYsIy7Pikd7Ng5fpX5w5JxhWBh/drlcERJXPBbB7pkJ7JgqImmQiMAag/XdCK1GE86AnbqBVtfF8ZMXsLRSlb9XNlWeAOWieo0YmJiagGHq2LFrFraUkyMYiSQsw0JtvYw6SVkOA+QiyGayEgSnRxkKRWIDwxx5throtwjmOnDMKNbcAXoacN+9b8Ubbn81sskkrHgKhp1Cb6Dh9NkFPP7ki/jqE4uIelWMZTxcunAcTz11FJ7PoMMECoWU9NorK00cOPwq3HHX3bCiHoaOj56bBtkcVDGm9TpMNCUw0Ij5MGMOYpERTOJKOusLDnC4zDnkdsR7lltX3LRgkSUeqIyUQZran9hTC2GKQGuQR9Jut9CsNVBp97FYbePkpSW4moZ43ITljnDtrmlcc+0efO7L38Cl5aa8h3zaQMbvYu++fWiPdHzukaPogbYzipymeiyqclQdJ0NiEtXohx2JSZ9F9q2njWBaOpYWVv5Za/r/L//oe4zVK+50CKz+2Z/9SQACbbFVxPCc0waClbGYgKks2lnYrK+vY4zmy+LzRGmXClZgEblR2ZCDm2CgJAzTH4Y2ATzU2azzASUj4twxuJ0KzIgnU4T8+C6M79gn08BzZy/iQx/4K9TrLYxPjON3f/e3kKVkjgE7ZMsFBQN/FRl84K+k2IUK5CALRiT1sm58KdRVyiCbDbGqDjw0wpAgxfoQ5hx7PYO+VLQdUGDPdkyezbBAq0GhFF5WphuysPv0p+7HP3z0k+KREkoWc5mkSK5YPAjgRqmrYciGHU7lmc5IFq2k4lH+EItIA0UbgvGJCUxPTQlIW5oYQyqTQjyZVNYIvA8RHRfOX8Af/ul/wdzhvZJ82VhcQ2+tLiAQiycWKkznZCNKjxmJbGGRx99FeRAPpNlIxhOwYwHrMgBWQ5BRgNWhgw4cRCey6KR0uKkIDhw4iP6wj+rCMsbTRZx66jmkGhom7YJ8f7c3QNVpIXPTHKau3SXAaq5YwuTOGVw4cQa9clUkoFMzc7jw/Fk0zpTFYzWpGwKsMryK4MgPv+cH8fZ33Cf39iX3Ru3GmwxT/h2vJxknnP4xXIWFfZjCGjIpLCtkVAfSsoAN2eko6whVGCvJKn+fzqQCpmYQRiAhKSFYwQ0+LqCCAlaDcILACiB8vXxeZM2E8GXgmyaS1s1AK9WIsDEMAdzXvubqZcIKWL0TSCTgJROAGVfeRf0hQBuNfhMgU/NKYDVIyNTJFIpnAEvifuANO8pflaxOSVRk08+DMwk3kQMIrNoa3GoPaJKh2oXW74g/jQT48GuF0fdSMFIBquHndmCVqE8IPpJ2SWCVJuaKhQCdRbYDvTeCH7MQmZ2TQkqvNoBeEy6ZsizEN/c+gWcCoIBsQ/qMBcbo/lA8j3R3C1gNn3sBRl82sKrel/rJV35sAavyugTTDBir8r4DXzS1WmVizvAq24wgZVlIxZOgzSAHJa2ugcbQhptJ4Ib33ovXvPONWBRrEcr41PNLJpOwP9lsGBHxLSSWS7kvgWIWUSwyxMswYLKqx9cXpqkAqAKsqsGZeFgKe1X5FvL1ppPFwCCBz7lKrhbsUIBV5clq8WeRVM/hQRjywck2wT5+Br6tQlbm9+XXSeiMkqlaDOQSsTBgbo9G3nZ5henPn+3Tb0mNCwjNEsg96XbxDXcVZWOEu7Vx3OylkdOiGAne2EUbJlY8H2f8Gj745z+HyfEBfi9/G3ZErxGZowCr5MyI16oKEdx6xAJ1hHh7Ecxhk0gwlV05ffIoMeO+MVChadxjYnFECazecvU+yn/657/zkqn7ph82z6cgpCxs7FUSdeiPqWTQBM9D/9UYnwmxplF+h/zg+cpGjwEYlUpZZFr0hu51lB/bgCE3AVsxEU+iVKLf3AQmpicQT5iiKuFu1+wO8KWvPYonHn8aXtdBOqZAXY+2CZ4PO2JgV8lCMRvHRCmJfNpCwgrCJANJq2KjBkNFWv6EJC75vQq4keGvWPqo55N+1/TE5lMqclAyTRn241BhQsarJlJEBnp4moZkOoPxyXm88uY78Krvew2MWBLtjZqcj3zoY3FLzlxRrHRc5S9qRuVTMyKSiMwH1o4ZQfq68mbndeV+QjkbrykbttBTUOosspICeXx4Vsh5QCCTXnIBiMDhXQis8u9DiX7ox8o6xjANYZrzDClXN/Dggw/gxDNPo5BIwiezxIpgbHwCs/O7Ja3XZ2AfgQqeSxFdgFVuDGQurSwvgiC6vKbAX5W1nkXf+RhPBe5LUbn2/JWJ3Jl0HkduuROaSU99F10yP11dmlOyatTQUQEnyoOfrCEPNgEqCZNSPuUcxI/6KrxIDb1lpKKGqqLUoXJJQyJpC1PQ9Rxhxpo2PWcJYDvio8gthICcN3IEsKWVA6WkPI/E359DWY/DBx0jYwDH55qwEImO4HRbYmfV7XVU3RSwiHWfbKjBZh0iwCDvV8Cw4trhvaIdwsULF7C4sIT/96P/+LL6rQ998IMq7d7gM2LA42C478j7jCZTGNGOx/NQXbmM5cVlGLqBUbeCpx7+IqK+khYTYOJg2ekzoEdDJGYjnkpjaXkNG5V6cAbI9gSHahvuUYGShEM4Xc4lB4fv+hFY6Rl0T38V6f5lXNhoYLXdlwZXtupAtSGjxIAFFD6bvNfKlzgcHiqCguxPQe3D50LJRW3pF6hqU0FoymtR1FyBpcDbXzGOvdNxFBNpyc90fQNWsosD+4+jXjPRrO5Gp5lBpdXGixfX8KVvnsNqRwVNMaQsOuxj1gZu3jOB+95axPzOEdLZZSQs7hVprC3MYHn5MDydrOwhhn1P7vmg05ZwoaOXanjwxRVAlHkOhn3F5KU38XZCRgiyigWaqP/UPqVsABQrj+8xoScwNDLo7tmFPu9powXN5WBYDevYR4VkD1o0qSA/xeLnbzdtrQJ4IkjkUeuGN0cue1BziOqHNk4R6ARWI/SrVAFcOoOtLIb9JHHb3iLeeqAI0+tBH0XFNofneRw6aueOoXXiKOLRrtiLDCnFl5rEFN9EAplyREotoYnPZSpVQHJ8DpeHwMlKA10J9RvK3qdUQLR2Ixiv7rXUJ+xfpCfl2UUSA6+dCuWTa6hF0en2sHR5DbvnJ6VWkIFmYClFy4OFxSV5lqbGS7JWpLaTYYOO4+cXMDuWRSpBmwcd9XobjWoVu3bulJ+1vLQkQc20fnnokYeRKRSxtrGB86eOC8icyxVlgL22svSy1veN1+xGpV6X68/1J4pMTSWpJ+KWKMSmCjnsmMhh99QYitkUYp6PQb8toCuH0uwFSRSxkwWxcOn1eT53xIO4327L2cfQYmYmDPWohI2tVKq4tLyKhfWmsFZZW0c8HeVKRXpxI2rBhodDc5O47/W3Y/dsEabJeo6BnDzHelID1Fp9VBp9nFtcwxPPncJgqIDRPtUrvQ5SiQxmJwrSE5Mlu1xtAYk0osk0kmPjiNpJRPjMcYDC/Wc0wpAWIM5A2K7pTEYGgCrkWodl6HDqNSweO4ZBrSL9CNccz1aG5s2O5TBVSAEyCOPZxJUygOd46FA8FIlhbnIM87kEWBFwP+TQz0ME/ZEUxwKwGomUPI+tZgvlShmNVkPY2KxzTIOBpy5iuoeUGUEiTpuGmHiAK99n1gZR1LpDnDx7ERvVppzVtAcsFvKCixAoXF6tIJ1No9mo4MYjhzBdymJ9bVH2XsOwEKFdkmmJwpXqPN5bLcKahlYHfRkosJZpt7sY9juIWBZaER99K4Kd+/bj7W96K3ZMTsrQS6zEoiTQ2YhZCeb94iuPPo9HvvYwli5ewulTx6UmLZbyiMeSylolbqM0MQ4zMwEjOQNHL8GLFjFEEhHdhEWrHmcV/dolmA7XmItcKoJc3EcmRn6wD4vqLPZXxE54XwWbUd7O3BdCGgv/TqlHR6pnFMIZVU5UNnlSj9RrHTQHQ5xdLuPCahlWMoGxUkGUZjfum8fEdB7f+NazOHl2GelUCvt3TmLXeAYzs3N46PHv4AuPPYcI7fBEScprovZDqXfFb3UoALBY+sggk/UwAVeeoz7qZUV++t6HugLfA1aveBJCYPVjH/uIukDbAMSwiFfgofIiZdHLQrXfp29nQtgGLHbka3VdJlTr5Q1hCKoEWPU9OUkRGRsTGJMp8ftrVVexunAG7qiHXHEKUzv2w4/aIim4ePYi/uqDfyMH5ezsDH7rd35TmFYECHjYKs9CNQ1WUr+BbMgiZQ3YS/RjkoR11hJRFm2qgCe7UGSuBBJEWq8mInyfNAeXUBxOuERWZqr3cIX3E+XZYS+/nbVKAIwphh//2Kdw/6cfEOPp0F6APjSb03mBOVSgRTjRpsWBkkwp1iU3c/4cFXDF10wJEj1JDJgJykMyyBcLmJqexOT0FKanp7Fw8QI+/ulPIDtRxMblFUQcyjOUdyfBD+5eZB3yfblDVZzyOqiiVsm1CHrxOpB9JOnawXR9U8LOa+4M0PEH0Isp9DJRuJkorjlwCAN3gPL5RcyUJnHqqRdgrvUxmSzJ93B7DiqDBrI3zWH2hn34xpPfgp1MYW7vDlw4dQ6d1Q0xSJ+ancPFY+fROrWBiWQO6SjZBV3U6gwVAn7wXd+Pd/3QDwQMEnWfpEAK/BxDsJvvmc0QAQGCH7z33JyVIbVivklgWdSQSSivP58LJbGkFD94XoImSvy8olGkmN4cFGXhGuFBJMFr0AVUZWMb5NkGjaq6z8JqDqwFhH0cMIpCye7mVD5gLHENsfEOGUx33H7XVe/lBFZ3HLoTfiIOJOOAFReGlT8Ywm814fdaAqwS9GSttMlYlevKEaMDJHLwE0VJ8fSHTRWg4AWSZjZFAbA6SmShzRbpCw630kGkzeCqFsDAnkC6KV5AnLAq6HnLhHPbOxMLgE1pZuC9KocfiwKCGgZ8rmkyVunxRnkgvVxTGUSmZuEyLKvegEa/1GH3CmA19OPke6WFARkbgWcg7w+N8sV+QYVivRRY5RRbhfL98xmrW29sC1gNfNH4V4p6G/yj/z6wumlRIkCeBisKZBMmcokYsgyJSNODCOj0o3hhKYLB/ARe9+vvwt5rr8VCpyGgRBhGoNJO6S4kLbM0BfS+FLlNwEajb6PsS9w7BUxRXRtZp/x6/hnXCL+I14dyfX7K9ybQGc9JiAwZEiH7Vi6z8FjUr9GIiN0k0VVIi2RF6FEkdB+mPBvq+wvjKbCB4DUnq89kMIUekbRwgr32FZYK26+4HAeBjQ2vNQs5vs6G62PBbeOL+irWoyO82Z/ATcggw7PBHfplElwAACAASURBVIkVwILv4nn3Mv7qP/9rHN5r4XdTt2La2CsBA4iw4VPNovgybn9+gxums0CnzFoYfcpzFQxeCNhczqgnoYtkCMWsJEw7Af3Wd171Gn//f/m3Cgy9IvhFJN7BfhPuPaG9CRkcBKQIqJMFoT6jIm0O9yHede4/DL5YubyMSrksfpk8K/jJoptAPBkSoYcp/5wgCr3VS/kCZuemMTU9IeoIPg+Ndhff+OYzeOirj0LvD+U5Vux0xWTOmkAhY4vMsZC2kUly8Ehfw9CDOQikEh91Ft88J9U5TvCHMn0BX6WJpK8eGY7Ko5X+e3y2mUxMb/h+n97W9AdVzFcCbwxf2Lf/IH72Z9+HAwevR7PdQafTRcI3odNv1GRTE4WhR4T1iI7Kqe8NOxhoI2TH8ojaMfTJauvRV9QUEDRkpfL6S2q948jQj/9P8E3CEwIfcdkWtrHbJKQnWAP8uhBYDdOzQ0UFf0ZoBUDJbyadRLvewB/98f+DLz/4OeyaHMeeuXnYmZysqYhuYMf8LuzYOYtsMSMNTzjcEcCWTbpti1ffwsJFCS6lN6EEpzAxmixThlkIU55BmkE6OlVEWgyv+L7XIpkqiA1Gp1GRhslKUG4cnNmSmE4ZfqDWJYuV9YiokVTgj/jj9wmqEWRVlg6iWvVUDUXWdzSqrJ/4z22b3ui6SF+pBKrVyiiX11GtlsX/t9cjk2ig7h3P9gCo4lHH5GE7FkfMjtJ5Wbz4vKgrjFupM3hiBOA475EkOAd7XsjM5FlNHzyCu7wfaljqC5B79sxZ/OF//eurXt/8gj//wIdhWRpGvQq65cvwW3XYHmAkx2HO7ISbL8gz31peweKlS3B9HaNBG1+6/xNot2oCFimvYa4bNeCjNZR4qAYE+017kIBMwH2ToL58SC1A6xkNycIkMskkcpEm7F4PF8oNrPccGc5zv9M1I9gTwzrakOclZJzyvJX6JxjcbJIWhIWs/jxcNyFjntc3ZLRuDdQ9JCNd7CylcGBqFtOTOnLJEXbsqmI8fwZ2gsnUFjqNCJrtIc4txPDRB2v45tkIzIwBz3cwbvn4vj1DzJjAXXdHsWsvbTNcuANL2Jp9J4qTx65Du1UQpRuZc0OHoUJtOIMonrvcxCPnqqAg2pXU7BFiGq0r1LBAseS3lD3cp6iG44fkO/D84F41cgWQjkcSGMUyqE2Mo08LNdZlDF4SoDAYCocLhmobDvWEABAEP25T0QmoKpRYfm9V90hdKl8TfJKxbZBuR1BVfT+NZxuf81gSmpXEobkS3v3KOWR0WhDQf1INDCN6At6ggtrRxzCsLiCdicLivUumETFMCQemNyRrDO7C3MNiURtpO41kZgxOuogXyg1UWNuJ/ZzyCZU+ThSIJDcof/Vw/1Q1B61nRlLBEKgRVn7MRrc3wKlT57Bn94yEZqn3rzot1m0XLl0Ucsv0xJiyVAh1SZ6GF06fx/xEHqmECTpIkiBD9rH6R+qcb/d60t+uV8qyN1K+3CivolarI5nOIm7GcPHMqZe1vm9/1RGsrK1LPgNDpAgmMbAnnaLHpAkromMyn8JkLoGpfAbZZBxx1sC8RvQENijDJhnIgB9LbBtUuOi22+i2O9KXy0DdNKGZFtqOI8nuiyvrWNjootp3JE+BYUEEVhvtBnSYSHpD3HxgN975htsxO5VDlNYsDNQduWIJ2Op0sFFto1zvQTfi+Pq3nsXSchVGKo1qoybMfTMWRylpiUoxWRrDqaUVeCTw5IvQyMzWjU1PdLHbiMWk32226kKQoW0dQ5BC79d4JoWo62Ll9EmsnT0Nw3cksI9hbJTvxw0IuEoWsTx9Lge3BPYMVAY+1rsD7N85g4MzeSToaey5aPL8d1wk0wUkufZ5H2i67AO1Rk36RGIZPM8jZPY6PEdoP+hLDU0iFJ0kkuwzSYjpDTBwgVq3j8W1DXQHSplx7eGD2LcvqCPh4/ljZ3D82Avibb5rehx33XYTWtV1bFRr4oGcy+aRy+bkOedriFlkf6pBU6VSQ7NN5QsVMA7SGRODiIaaO8D4rnm85jWvwU0HrkXStqWOIr4g9hf0t2WAWCIBRBM4fXYFH/+HB3H/Zx8U1XEyQY9iB/lMATNT04hnS+hpRdT6RbhGEa4ek7PYjmkYtJZx8eSTqK2fhzEoIxHXMVawMJY2sXOihB1TkzBGraCfUpNwtTRVj031QRg4KgO0ERUPZPYqsJPXjJ8kpVUqVVTrPXRGGk5cWka53UV+bAxHrj+MOEbYMZZCvbyCRquLC4vr0v/vmZ/CjYd3I5HI4rMPPoxHnzsntni0fBCbyDCwLFR1cU/hWSSBvIETnfyGwjID6ytrL2uN/0v9ou8Bq1fc2U2P1U9/XJ0fge+VsCSkKXNlI+HvwyKBTAsyV+WIlpAqNu2BF5gekWRgHqQK1FTyHn69BGPRXLtQkObYIFXKo6yjL/J5j+m0rgbTNvDM0efxNx/+e/FHuf766/Dbv/Pv4DhK4sXCmx88cEOZnZhTS9iUCluSIkTSSiWiUlYGmwiZhMoUU/Q3Ariqqj6QbQcLObwWIYMjLPzC6zOir6v41AWfwbSdAVL0rfq7j3wUD3z2i4gZ9G5locjXtOXXSKA0LCr5s0LGhsj8A9BP2ScFzKegbRfggyCJTFG4nYdefb6wipkMOaCUmawj11e+LNzEBAxRkiMFomrSXPB1UQ5JZi7lOJx2c3JMMkjMtOVwDxuJULpFRgqB7C6B1Vwc/ZyJUTaKg4cOo+8OsHLmInZOzOLs0ReByy1MJ0rCfvJomj5oCGN1/qZr8PXHnxRz8j0H9+Hi6fNoLq9icqaImZ27sPDiRVSfW8JkMotU1JTmvVpvSGHwjnfeh/e8e8trNGxAw2sXAq0hEKxYNmy8uXkroD3kDcrGTSZVSwWKSfJfAJpCs4LnLAhWCAtWSqsDwCJspoR1FngBcroqssZA+q2ArC3LiHBdKD85NRzgR/i6Q/aRMJsGLLLUJ3/W6+++epmwMFYP3wXPtoBUAiDLiCxzSpKb/xNgVXzwSCcbqrCeZBESCElgVdJkaKcRSLPF7D0ON5GHNluCHvXgVjuINgms1gXcpA8tZdDCcN0s8rdk8mp8EdaxSjYvjA/xWg03LjJN4vD5gIoPLgt8MgCHKiirUERkfBJuZwi/3QS6TWhkzPK1bpbR4ZqSXUQJ9UUqp2SSkoq+zeZAPSsBa50H8f8ysBr6ooUN60uBVdVZhJ6GirG6HVjlqrdMHaVMAlnLQMaMYCKXRSZtw0wmcWHZQ/ngLtz2sz+MRK6Amhv4/wnYFECkHBrxseSwgIWLyGRV+B8ZE/RGkrCYYO3IJaI0Jwy1CvxT6cHNJ8AiMEqGl+xJBFazAh5RQjqil1YQNEcmqgRc8b+6C4duUfKaNMZ1SYDWpM64EfW91J7uCwjEV0DBOL1aDUqINB1xCcNSDFa1iLY/RS897PgMCcFZksUpWoxiBB+XRm08EFlDQx/hTm0Sr/ItTMAUP7LzGOFb7in86X/8edx1wzR+y7oFY+YOKWx1TQGrbDLlOl1hmyIvh1ImGdrxmSfI6sGlb7aAbh10HaZuD2DELCTSWSQSaeivfs9V11//+U9+4yXehCGIyr1NQNDN5l41+dJbM5RQQuBUWjzBKBbeZMeo0CNfBm8E/+jNWS2XJcSSEzreG8q0CB4K69L1hEnCQl9kmRIIFJNE2WwujdnZacztnIWdSoj3lqPp+MrXvo7PffqrSOgxZOMM7uJZ5sLUDKSsKAppE9m4gaQVlSJfZxMZ1CgEqggKSSgR2egCVjBEjIwXFZpDdkNX0r/pzzaQ5qPVYw3hoEffawmE574VlcCeWEwXGf+hAzfiZ977C5if2yee6Or6kLkQkwGSmEsMR4iONDnT4DDQzodneBhGRnD0ETLjRcX4DbzfQ7AoBIlIHeGeLqGegUqBv9Lbm/eCfxcyiMU73nFAz9RQzcCmk79ng5dO0yNc+RPy31Kqyg8raUoy94f+4gP4D//h99BqVZGIaLj+4CHM7zuAVn+Ieq0u1z6Xz+LON7wOBw4eQK/blgG2sAZNG/FkColUQqTt506dxsryEuJsdOjTPuAQmGw3JozzeYri+IvHsLy0gNfefiuuvelOjM3uFZK20+/AcVXNQTYlB5lkI3IbD6yexXO42+1g0CM7tI0mvf86LXGVZnscvn+px2RTVLZPfG5Tcg9V8FeluoGzp09LsKnDRHAO5AkIkmVrGXJv6EdH9pqEwvD8ohUISTSajoRuw8/YGMFBsjFAg57WMvimOops5K1zm0hFWBurNG0GjdAegqogZS3EP6cPLO/3z/3yb171+uYXfPAD/w2dtSW0lhgacwljKRPFAuW0BYzGdiK2Yw90M47W6gYunD2P9nDIsSH+8eMfxerauoQY+QTTZMjDsRr3gWDAH+y1PJfFNlqOPOWzraolX6wvlG99TELOrtk1h1Z5Demoj+VmH2sMupJSh8Aqn1X1taGPHn+/XeofDnzCgZAAuAFzNQTR+FxLzR1cb9VvbFlwyfePJTHqtGBpPvbP2LjrJuDOm9aQSHVFttnvGBLMGU9G8OwLwEcfBB58MYaRIbMx7M6P8J57XMynPWSywPQOIJO14Iz6sM0JaBEb66sZXDwxi343Dl8nuN+D53YxGup4brGNR85uoM0AJ6kb1NUdOIpIEe7F2wkYPC8E7JMhc6iI48yN3oxDjOJ5YG4OLuslskTpSy/AqiTsBGddiIYTJQlCCTlYEwYqBxuBKieot6T/YG3jqJ9Hlj5ZelrMhEEiAMkWtDmiGjC0OiMFOF7A7t078NOv3o/xGNUlyvdU9R605vDh1su48Ngj0EdlzBdtxBmyY9jiS0gJeIz3McijIGiXSWRhmyloqQKWHOBSdwDLYrAXg8qAWq2JqElf9MDmR9jq6nXzHBVLG+53AjRTqUCQ1xC7sLNnzmP37nlZg8RCVO/JMjKCcxfOSyL75FgxsMlR7Gx+36dfOI3p8QwycRO9oYsIB/hkHnY6Uu3weSVIIz6dzKQYesJinSzmsLq2JgNDKhSOPvH4y1rft9/2SiwtLsHpO2oIwXtlxJBJpaSvS5lRjGVs5BMxlFIJpBNxAQ9JGmEtZ8XI6uP9oHUHiQLKI5kDL6WOYJ0ckEm4d9ODedBDvdlApdHBmeUOzqytozXSkUyk0Go0sLaxCjtGn00PN+6axlteczPmZvKIWqT1MXl+iO5ggEazg9VyA2cvLOOaQ9fj6LMM4TqHaCqLRr+Ly6vr8N0odM+BbpkYm9+J4s6diKYzICwsMvHAF502f/TDJsGBCo5UKike3QRv2VcxRJB7cF+LIp9KIuL0cP6FZ9AtrwmzlsMx7nD9bh1jmSTScUuCnUStqg2Fmd3V47hYq2NqLIvvu2YOWddFvd1GczRCn1CynUIilkC9WkXfaW+eqTIUoS0BQ6kCO0KuIa5zGY5S7eEOkTSjAq6SLVtrtiSxvjt0YTG0Op1GLp+RejsWjWJ6egrp7Dgq62U8/53v4MwLz+Ktr78DpbSFereLJsFZDuug6hOe81SvRDUqTGm1xGA7pdyxrATMdAKrrTpcK4rrbzqCe+66G7YWFQZ5NpdXKln6lMdi8iv/n0xdGEmMPBsf+8QX8bcf+QzOnFlANNbD1BQ9UfMYelkMo/PwrWnoJtXIjgzBe/VLePGpL2P54rPQvS6iBnEe2u/RHhIYz6Vw3aGDuOXIXvijgRDzfGIMWkRUKQy5Yng59zeubTlrODB3ieXogmvwvlNFw/OTVnnNgYZq28GJi5fR9TSxn3rD61+LiNPBdN7GhePHZBjMXq3RqMOIaDi0fxdajR6ePnYax5fWUO27QIQD72BfIf4hKgplS6Y8mMma15RFnJBTIjIYXtv4nhXA9k3ue8DqFVv+FrD6DwpQCqT7YUHAaYxidRJM2mKJshiVhRBIpRXopsAAHoji7/VdnkJbIIySeahpQNQIpT1BGp/u46lvHcUnPv4Z8Qx969vegl/+5V9CtboR+GpxyhFOtoMUa2GqeLJZKLBrKyxIVYnctVWRw9+TTaDYGcF03Kb8TCW7E6QViaswEAPmyBUCXm4c2z1Ww6aakx4rZuFv/+aj+MxnHpDAKJGyiP/sFpg6ZKEfBEIQ7CBYKa9bmKnq/+X32+7Xdk4U5Ry8vopNoL5OGnl+jbCQNNgM3iKjSJSqnEIamJmaELZwMm7Kpt+u11Fr1zH06XAXhcswnyDAJgRVxUMtsFbgayDDhNd/QGp/NoZhgdJjAweuv05A9aVTZ7Fzch4Lz5+Ge6mGyXhRNkgyVhujDjI3zWLupv34+mNPiuH83sP7cenMedQWlzE2U8DuvfuweHIRG9++gPFkBilO5X1fDijKA97ylnvw4z/xo5swXFi48meILDmQvoaAa/h+BAyQVGUV1kMQSRjQwnoeBv7CaiDABtHlZD4EPYP7EDb221m80iywYhEZpS8HJ4sbgnXSdNITqNveBGxZNMlhxiY9aMpesklR4syJMp9H+hH7NFFn8vQQr7vrnqsu2gis7rr+bnhmDGB6pMVoIB0eu8huC35fMVa/22OV64XAqgM/XYCeKKml5DSFLeDTmzBgBEiKZpTNaBHaZAnQR/CqHeiNjgCr2qgvASlSNfM9fxewGqBim08810vgXxmSOtUTDl1niBYZFqYKHHId9doJrI6XEClMKGCVvoCdBuB0oNGn8QohvuJDBisskJrLHiFJqGTyUGq25bEqa1isAP4XGasBwykE96Ub3YKUVVcbAKtb1gjqdQp45NMnNYJCJoGcbSBnGpjMZ5BLElhlU2Oge/0rMHPPvdBsH71gPbAHEXJM8JYkbCrwO2UDHrLy+TSLY2IAgoZ7kJreKkltQH5XzV4QYsXBjWKs+mIFIKuC9beEIKqmWTkZMTFb2Y84auUo6xX4iGsRFH0dKZHgqMAs1dare8XvqWBoxXwlwCqSv20bZbgXB4jAFhc4sCAQ/oqABxF4ZKa7Hi75PTyEdXR14BYtg+u1POIjYAlDPOE9i/f/+5/HO+44iN/QbkHGmodh64rxy+Y0olhsW/dQnRnytDJkRLyaPBWUQ4kTA4y6HfFGq3cb4qvH4IVsrohMKo/I3T911Wv8P/3xrwfeqer8CH++XL/QF3wbW17AksDzUylBFbDKfZHKEAkTov9ttytea2SsMkBQAvVGao9lKBFZBbTdYGGswiMdCX0iq0RCGiMG0qkExooFzMxRVTGJTCGLRDYpUusHPv8QHvriN0B3PpOScjaKPv2DPeQSFrIp+lsBphmR0AphBochdkHQjVqXHOBSuuyi5wzR7TEN2cFGR0nOKCkUn9bApzSZsEXKl0ynJOyDTzwl7Xv3HsRr77wXpeIUGtWWvH6eEbRHcC1DGFWMwvX7LrSBL3toxKXE2oUeZ1K0hsaghUyxIAF7m0PebfdAwp7gBn6TykOb+ztZOWxWxY5oG0ivzhcSzLYAVzn7PU+GgbxXPC840AtZgQRcTVPD1x78Ih792iNodlpYLS+j224iZSeQzI5hobyBZnUDutOX/eYHf/yn8brX3y02TfS9t8VTjkASCzXFLGWjsXJ5CcuLi6KmsYSVps46vs6kFcHypbPoNqq4+5q90DPjsCfn0dNjSBQngFhK/Ap9h8GnfZFB8n3XqlUBMCqVVZGuUsLKZ29App7UQdHAUiEq9aKSiZvCKCWgQiWUyfsTnOsMBuVWxHrQZkhYjECnqv9GAxWqJ9ZUUteqwQftCuiRaSbp6RdHgsEjlWVU+l3YYzuDuoJHmEqGV+DHUA0pA7/1UNXC/S30klM2PgT++Ryb+OGf+OWrXt/8gt//uTfCbXWgdbuora4hEjcwMTeDXHYcw0QRsblDiJemJVH51ImTwl6KWSY+/5lP4PylizSZFC9hMUSRJGQFInN/EN6qnDu8x6FBUYDfBVkJDJuht60xGsBIFXHgwDXI9csSOHJho46KM5KBvgw5ZZdXpIUwt4HPB69FOGQIB9gSyhMo2mg/sZ3lKQCgKI1Uv8HfS7hIsJ7EhkxjJgRrpR5S0RHuPOTjB17vYO98D+22B29oyjArndZx5qKPTz6s4YGnDQx8Hfoggr2FPn7i7SMcmrdhpfpIZ02ksvRsVUzsiM64RRsXThSwtljAyDWF0UVyBcGqF5ba+OrxZbGQYblI9jyZjhQrbIGmChiV2jS4+7LG5fprAhpwjbe7A3Q6I3ilSfjFEvR2F/A7EJeOoC4P710IRPDbEYRQ/sGBGifwYhdrADlHt85sDjuFZU1eiwSH6mJrQnapAOI8m4eO+Hz68Qy07Dh2HzmCf/WGI5gwdHRZPfJc43mhSSyNgFmts6dx7OufxVTGR6lAO6gkEsGnDB5lDdCKzIAdTyKdLHAEi6GZxPlKBS+8cBQr5RqufcUtmN9/CMvlspILB+9P3oOo54I4TNpayJ8pko1cA7G6UH7uYr0j90lVDazbTp89I4rJYj4rbEPVc1ElpOPUpWUUUjHErSg6/aEM6NhPieLB86WnJXGGV9iwYqKgW7i4gIN7d0odwTwQkn8e+tznXtb6vu6GQ+h3euh3aFmnzgVuGoV8AUnLQNY2MJayRKWUsW0kbBJpYrDIVI1qYvEU+qJzPasgKht2IgXdtNDpD0SNQW9oWrnRO5W+lOzlyPRdbQJPnjiFc2sVJOJpCQhaX1uVIefBHTO47YZrcP3+OZQKcSXndphHMEK710eZwOy5BZy/tIp3vPMH8eS3nsFXH/+2yK05cKBfudP3ZY0kSyXM7tuPzNg4HI12HLTWCMgWoT2DqAqV9zbrXZ6JHC46Q0fJ4Tkw1VRQEq9Na30F555/FtFBR+pGPsu0SCCbMpeIiwWVePUShDaYQZDFIsH7iIsje2aQiUbRY/ihZQkoTWUEA0f7nRYM3UU2X1DAOu3oIlHE4wn0Bl1Z/6w92CfxfGZtTZUK7WZyKQsp25TzrdXpwrRtzM1OY8+e3bDjtqgpqtUKarWqDIRvPPIKlNI5PPnIQ3A7VZQycamfCfLX2m3UWx0hPIjCYKj8h1Xvz2eVKiFbwuHO16oYwMX8vl2489bbcOuNN8pAgENxqogKhZKA0wQMTfEs597KMERPect6CTz09efwkY88gIsrdSHJDJwRPD2DvpuEkSKLPSWK5bjXwIVjj6J2+QSSJgfqfC20fYyogGzPR71SlbP+4FwBB/btRjppYdjvIsp1J1wDDkiUhY70CAp0kYqfZ3t4fhDf6ZIFPBqi5xu4sLSGCytleBETpbES3nj3a7G2dA4TGQuZaATdZlUCpsm8554TiXpo13qoNrqoOUOcXFxBhXZ1Ehiqwv7ULqms/ThU4YnHZ4d7lxGhLU0CppXGicVjL2uN/0v9ou8Bq/8zYDVg4UkQQwCK8iFjc9ATBoFKhxUZZNCYsdAxOT0J0tI31bth8x6kigiwRtZrhGESASArSeIBy1SqDYY8cMoLPPHYk/jkx+9HZ9DHffe9Db/6a7+CWrWMTru1KRvbbB7pdUaPLN9DqViUgjz0pFQTYTV9Z2OlmDQRMQPvy78bCfOFkoOQ9REyeOTQDQ72K4Ev2dC2Tc6VxUAA2kYNfOiDH8bnP/egMD7Chlsy7YLrSgnjlgyKIAKLRXXR+HN5nZV8NPAXDK63NOvyhnhMbA/PUUb2MvGhPDpKaa6mpN2ajr47lMbrV375lzCVS2FQL6O5fBnV5WXUy+tY7zt4cXkdKwwhEeaZYtsIa0WmnprILjdBX3eEIWWW6RgcAqtZA4dvOCIp0IvHz2DHxBxWTl7A8HwFY3ZeDju/P0LT6yJz4yxmjuzFo098UwGrh/bh4pkLqC1eRmk6j70HDmKJwOo3z2E8kUGS00wNqLfaGPQHuOdNr8fPvPen5PqFLNpNmVRQtYbMlpDpSSsBFdKi0pVjQQhGp92UZiwEIzgwULJ7DQYT7qPRIKxCTaxlWhg0suG9EvaqBGew0OSENaXAeSY301s4AKlCZlIYzCD3nwOBkIHAMjOQPIQNXwj4hmykm191+1XvzcJYve4uePTMTacAym747FCjQn/VQfN/EF6lgFVOJkFgNTUmQBKclhQOApRuyql0aAQ6c0VgnAWzC63WBcgydhrAqK/S0TmAESP5UIa1DbhUT3swwhBHUGWtGqxfJQEjWy4l7AqYilFMKRSlpjqD7SZL0LJFeG3K5/pAuw6NVgSE8LaBpAqiVUWK+r0aW7CpUMBq4J+8mWmvmtCXA6yqYkH9HGExb+otQ8bqPwWs8isDVjOviUzII0jbljBW83ELk5k4pnNJWFkLeVtHf+chTL39HUjnomgN2AOxcQuYleIJoN41n0EKB8SegR5oAoLSZUrBmWJVoqjzATDKfUFdK5ktc18N/k9eV1ATFdMluZZUKQSP+Uu+n7T3bIIIvLIp4mvzXPFNtWgrIInxhFPYkIUvN2AryaUIgGb5+2Bwtm1lbF3v4D1skoNV2J9cUX5/Pt9k7QO44HXwdb8s7JfbtGnMD3W0dBdPeN/G+//9L+JHXv8K/Jp7C5L2DGIWgVVX2UGwJvsuj1V1fXQpGFmkj1RwFYMUugOMOh30WlVsNCvojnowEwnk8iVk03lYb/6Fq17jv/9//xs1Yd/GpJPzMRgOht9wE/ANWBbhGRSCqyK/lkBD5Q/YbLWwsbGhUupdT1QOTEaVxoOKDxkOsmklfqwatE67g3anK9JnSif5L3KpNCbHxzA9NYHieAHZXBbZyQn0NA2f/fQDOProUdj0/ZL9ksF4Huyojlw6AcukLNOXZ4MFsLxm8dpTDLjOyEfbceVndx16Y8kNEZTDplzSjiObychnJp0SxhLlbxJGYaukbrJYJyZmsHvPQcTJuhdoSMeoP4ShqwCqvuHJ86INfbgDyn55TkcRYVgVpwpkb3gD9PwhssWS+KCF59N2sFsUCKPB5l4fgi9kwTBdmsMJTQrgpgAAIABJREFUYf0GYUhyztFTMpClhiBTGHgYBjjS054fPEP4b77x1S/gC5+5HzvndmB65w55Xe1OE51mG5qRwPnVRVw8dxyd9VXYdg6vvfcHMbtjB6bGctg1MwY7xv1X+XISOFehZkp5U95Yw8rKUgCeK2sQ9PuIuz0k3C4yBmu8EvqtKkb9OmLxGOKz+7DkpVDu9tHtMO1YsZ2pKuIZSBBU2fAoqyfWDJZFRqlqfFiLKMsmDgK4D6p4cwWoKMYLv45N5qa1TjDEUoNydX4HJpNbaqqATMB9wIhHoQ9dLDx2AkvPfBv5HWnMvvpmWPEZBVwFAyIF7ikvSO6HfB/84HWXfT5QezEMU233SgHG9/Cj7/3Vq17f/IL3/9j3oSoABQcFI5i0a8okkUnZMBJjiE1di/jMHrRGLk4cO4Fei56XcXz5c/fj5OlT8FlH0Y5FPJ1VzSOqHgFOFVAvtjiK9h+cWepMln2FDwLf3pB+vyauPbQHzkZZhpbn1+uoO2qoz3RyYl+01JKzNBgkhzWN2FIF52sIRPOZlbpI5LSqFg/XjAoL26q/ZL0EobX8PYc9rE1FkgUPHJPcdesAP/HWviSKEx/lKMOIxHD+ooG//XwfXz2mwcyYiLSHuGnnCD/0Ng+7ZmIw7SHiCb4GDr5NRHTW1HEZsPT7Bs6+WEBllZYLUbQ4aBo6uFBz8PCpFbQdyoRpd2ZhNOiLR23IvA1B4fDGS40v1i2sR1UOBRnNne4Qjf4I2vQcHCsOu9bCcFBTw+2A+CJvSsDxcEAYQrWhskbxSKS+UQ1EUO2oGoD3XmBv8UkPeiO55crKinunDHtYryWziBRncc0td+Dn33gDcu4Q3YgpHpKyzbJ+JVjKVPZhB9/89D9g1NvA/gO7YNKqJ5lGKpEKuC3KeohghWYmUMhNwdTIAtfRcvp4/PGH8Oh3nsGdb/sB3H7v29B2aJcylLVFH8nw+en3usrGQ/l2qTUfhDKKXVrMFmUjVQV8TzyX+FwPRh5OnDwh50Ahm1YDnsAmgD3vixcWMJFPIpmIiWSbr5REAO58ZNYpL8gggAw+KvUmKuUKJopZuaZkALsjB5/+iLLVu9qPA9deIwPnXqsjr42B0DxD8sUikqaBUsrCeMZGzo4hYZIJTDVHTOwHCKzSDz983tiPcNAYicQwgo5Ku4vFtXWsblRl+JmwTYwX8sLczWcZLhbB0I/h6YuX8NjTL8rQNG3b2LNjFr1aE4WchTtedS2mSinETTIn+8Ks5c+otdoCrH776RdQrrTxr3/hfXj+2An85d99ElWm0ycsOA6VOzqKe65BaWoKvhFDjxRLXYXZsUZQikIyMgMlXJDDIAFmQlBRMnZ+MKCLVhO8SzJgiwDLZ09h7fxpGBzEsIYkVqh5iDH0kINRxxGv9GI+DzNFa7M0YmYEXruOvtOQSp9BsBJmDNrdDeEOHSRpoSa2HbSboAWOGmRS+cABcrVWF7sgUc/I5h+VgSCtuTIZW/rwfqsr9VMhnxbLPg5zU+mkgNudXgcLlxZlz9w9vweTpRKWzp9AeeUSYrIfq5DXSruDWouYRUjAUv05P7gPMiuE3uZnujXkxgu48cgRvPOeNyEbt7GyvoZEMoa4bSGRyCCXI/kl2A+EmMBQRLK+OcRKw0Ua33jyefzeH38MldoAZrwIXzdhBBZArubCMkYY1C+ifOl5mNoAMYM5LxxgxmS9SW9BW4oRPb37KK+vii/u/Mw4Spmk+Jb7tD0UKS0HQ8p6TQHjaq1FowydVIQ91j9ikcEhmhbD8bMXUOk4krnBvJ9X33Gr1DPGqIsjO3ciG4+g0ab90AiaF4FOX+BhVIIxHUPDequHYy9ewuVyVXoynZ66gUKX9SZ/ajwaQS5Lr/8sirlpaEig2/bwia9/7GqX97/of/89YPWK2xsyVj/4oT8XuYaiXAfm+CI7px+HjxF94VjsRunhEpNCn+AJDy0aVIvUI5SsivyCvmcjKZbDAomyQ5lai0WAKqAoBxMPUVcFanDDjts2vvqVh/HAA19AfzDC97/jPrzvfb+AVruJdqsZTIGVpF8YiMo8UAqTeCIuxQH/nK9NBQ4FAxDV9stCZeFGE2QiNxLcEQQUsTSRYIBQDh4AnQKOhMXcppBcTaE3ZSks7lhIRnR8+K8/jPs/8yXZqCUwhZTyTUBFgclh86+gC7XJvfQj4GmFhdEmgBDAQNtZWoFkVmTW3NRkAs1CNWRM9uR6/eRP/iTuvOVmHH/0S4hWLyPN19frY7HewuOnL+BSz0Pfj8qBwg2O14kSOJH/0/dEGAOhKb+HYUpHr2jBy5nYf/gQBv0eLp4+h5nSBFqX1lA7eRkzVl6kumxE2xggf/0MJo/sxmPfekpYY7sO78PyhQWULy5ibGoMe689iJXzC1h+5DTG4mmk6HUEoNnqCLj/mtfegV/8hZ/fZC8o6r4CoXn4SRMQ3KtQetZq0nBchbLIvQ2+hkUqk4bDZFGR0dBbjl5vBCC3JdWGBxgPeGEdBdJLZYmhJMusZBkuJuzuwJ9WNQIK+FYprsrfRt1/FmSKNcO7Kg0GzeuFpRQkEDOoh4xqADceufmqN2gCq/PX3iOAaiSZgmabIrt1nTb0Tle8gDSnAwwp81VycB52vEZRl9djAD+ZQyQ7JUUmJJiF7FOCq5yqBy/JiAPZIqI5Nh4juI0K0KhLw617DPwgEBtOJjnrUPCc8jINwbFA+s7SXyaIypcrtFKQn8QYzEhS2E9yT7wuNL8PnzLl8TFEc2MYtRyg24HWa8Pv18WHNfRLVY2iYn5CGBdbHyErXLWbbFwUm0nqJbmfbBbVQb/JON2EgrdA4u0rWcC3YOIkQ2ahWCigMlzyEi53xSt5KVtVrXk/SoCYISUmbJHURZFNRZC0NVxTTOHQxBTSmTQu+y003nEvjhx4DezuCGvRISwmXLLBJ0hBSb2EOilgILBuV7dSWIHqz8N3Kj9bpPQvBaLVDeDXq6Yp/Cilx7beTVD8yT8Ng6jk92rH284wVXhv6OiqvsWVV0YJUrceie3fM1yjcndC/4Rt1/UlzFbu9Szag0CHnu6hOurja/oaRo6OfauTyEUtPGk8gg994H342Te9Av97/zYkjFkYZkTsIlx6O/KMFFuKrfcijCqCLmwSuO45aGER2e/D63bgdTro1qtYb1ZQY9KyZaKUTGMylYX+nt++4ln4p//3t//PX9oEJkLlg+wzQaCYAu/Uawou+qZtQ3gsbXq0MvFZfC81CaiqVqqKxc9BqICZKpFZPLpiMWH3K+9qFSLZarextr6OtbU1XF7tottmqrWLsUIeO+cmUCpmkS8VkCkWMTk3gWqngb/7yOdx5vlzKKRM2SvZsDNZl6wc+oQaUTZXTI4luwEKuB0weZ1yVFXAJ1IppFNp5LJZCXskmzObzyBuxZFKphVAF4So+bGoDHjIpKB1z/TcXsTTRcnWM2EgziGRQ6sBFzqZ/lTgGCOww3E7PiI0MFUVEDz6MQtbTcNQH8GJ+EiPFZRfMb8hh3Qi0VQbpfISU3UQ91rKNRPxeCDPVU0TPemE8cvukAMK/tuAYRyCMvyVTB6+76TJEKmYMDSmxkp46jvfwv0f/hgqy2uw0kkcvumI/Eqgbc++vZjbsVMsgBYuXsSJF49JLVQYm5Qk4NnpMYzNpXBm7RTSySQOFK+B5UbQITPZVwMF1jiNXh2XV89Dq9RRaK1B11lj9BDt9cV2YeRGkLWycCobwg7OjY9j2R2iUZxFHzEJ9YhFCFZH4cdSMKIdeK7yW1V11Ta2tYAbWyGj6ixVZ6pI2wPgVKlVeLvIvFS7hwxZBXBV1192P7GSGAmDign10YQFm1Lo5QpOfuVxPPbQo+Id/8YfeTuuP3KDyDiDrWlTEcMag3YYznAgoEuYKaBqEda/fDZ4lgZsQfEIHeLH3vsr//SC/u/8i//jzYfVMSjHpa+YPLGoNMR81u3SPIzJfdDyMzh26hya1bpIeh9++Ct49tmnEQlAX0V/3vKmV9cpHNypH6wuXXAaKgqR2j9Ejk4ZaQQHds/C9DQJXFmutVAXlp8KPWRKtTq4WW8rhY5Isl0q1bhXcD0rIFp53Kq9k4MKI5A0s57nOuH1lR4isDThOlKqMlU7EZgnyUF8lQWGiCGX9fHee+u4cT89xF1ohgdjZGNtbYQHvjHCpx/TMDILyOsVvOt1wF13Kl/VuBGDZRM8YzAnwSqIBQh0G6Y1RGtjDKefLWGjHMPiRhk9x0UincO59QqeXypjoBkwY8oh3Ol3pZciU5reyfS2dbes1DeJFfJcyxBFR2vgoxUrIJ5OoNdYh99ss5sJbnrgWhacbap6DE/HwK5K4/4xUtd7c5gY/LtgyMBnX2U7BFY/2yzNxBeWQNBgKMNG+qt6VhJH7roHP3nf65A3+AzTU1JJ6/VRBCPdE2BvUC3jzHPPYnLPNCbHC+gsr4giKsdQP4LtXLNSpDPslLLkEtLJnPSKVBpsuC6qrR5yE1NIFcfg6TGRwgt4tK3/IqhKBQUHfkPoQpLguJQgd1j3C8jFQQDXofSXXKdDCZDjfsEzQoYykslBqxcd5y6vyyAvblP1SCuAmAxtuqxftwU5CyOZZJVeXxLQmTrOvVlUbqMh/uYv/vJlre891+yEFY1IUj1Zj5VKnXJOsQJIWwZmiylM55NIEUy1LfHSTpmGqC/ZW8oAV9i6vDsM//HAbWtxeQ0nzy+gORjIfk71CGtE7uFklxOczWXSiCfTWO308Y+PPIHLq2XcfsONuGZqHOdPn8TBA3uwf988EnHFSB/0u+LTzAFrtdnCYrmDrz7+HQHJ3/evfh6jQRf/9W8/iieeP4N4vohMcRLpwhi0bEaeSwLlMjARb3wmrwf7fjiml/WsFKVhKpsMVAMPTAHAzLgKZNZ9pOK29Bnnjx1DmyBihASOLqbGihjL5WUQWN5YBfSEgJn0x73jdXcjX8jj6FPfQZeqPdpKxWJIJWyxUOHAiH0gFU2NdlsYjZlcQRieZKGyRiJZiUSujQ3l303gj/2x9JiegwRVN5m04CjtZgPuoAeb9UgijVwmg2KuIFYHbJ1oe0gbHHq1ZpIWKquXYTuKscuOy9Gj2Kg30O0rlaUWeINyUUUtC13fxaW1FcQnSxgrFXHnrbfitbfdgrXly2h1WmLnQUsaVvVkrYY+9LyWDPGj7YItJLmY6MEINH72oWP4j3/43zAc0ouV3rpqP9NGLXh9hmIP5V6323VQJcL9LmrGRb4vBxXxFfbLge1UZX0VnVYd0xMlzEyOo7KxhmGvC5NrjbaTAqbSfjCwsKJFIfcMl88ys2boABdDY+hjYWlJVAGsQ8fHx3DjjTdgYeEsuvUaSnEbrzy8H5mEgV6vLh7rnkf7HwK1BrRYFFY8hVanj6PHTqHebAopSpi2EV3yZSwzilTCQDadFCuIVCKHlctVnDhxDg+feOFlrfF/qV/0PWD1ijsbAqt/8Ae/pxaFSPgVwMMPaQZkg1OnNEFUFhpS+OoKHJTCyTTlIBN/KU58gsN6+4/b7iWpCmDlkcriiJtoCKzGYha++MUH8ZUvfw39/ghvffOb8DM/81MY0DA+YE1KYR2wAFSxpvxkZDrOiUmQnhs2u6oZUQwSboaZzP/H3nuHSXaWV+LnVs5d1TnHmZ6eqBmNwkgiSEgYIZFNtInO6dnFYffB2NgYBxabXWANGFh7bWzAIBCsSCbIgISEhMJocuyZnp7OuXLVrXDvPuf9vq+6piXZHu3vnx8PpaefaXVXVd/67hfe97znPSeJhYV5SQQJrPLvq6q4K5tp8+u2JuiK+aDYpxwfHmxMWOUwJwPAA3zxni/gn//5y/D7CKx64FiUQ9+ECK4AUdlGYAwQmgBXAzY12FdNQEEDlG1qGTQRsar0qMRYKvpV5RzIqhB1YF7/s69Fu5NFMDOL1lhCKPlzG2kcn13BkzMryLla0JmsMbZOsiJKF3kJYmvS8iD3klpDUQulrgjc1hC275xA1a7g4oUL6G/rgr24jpUT0+gNpuCrK6ZyATbarulH5zUjeOjRx8WFd2TfBBanprE2PYuuvl6M79uJxekZzNx/Gh3hOBI+uiE7yOZVe+BNt9yI3/vd326A3w3tVAFWVbvYJhtY6wBLlX+zNasB5jg1SYoY2vI1mxqrnOvKhdnoqZrXG7DWMGDYsmIeTHTb2zsVUCqJnGrLNWxlORDNzxg8aJ1ivt4kzPzeaMEyGOfrTavcjdfdctV7swJWX6IYnqEIEA7A8pE9WoanUIZTyKt2ebJKuRa5xqS905U2V8ex4URa4Ev2oU7GUoFMAAZxRBmoNaxZ4aEWWIkOeGItqNfLcHNrQD4Lj81W/YKWmLh6YFU+sCHScI1Kv3BMNIHk4RSAekkBuH3d8ERTqBdqcCkNUCoII9fjsuarGE1XAqsqYTaPTWBV6fJyZhhGsTLUItjbDKxugomGhcv3agZWFWwpmYgykJMWQJlNpuLTACybr+SZgFXHy3SH9nMBBAkmhfxIRD2IhQPYnkpgb08KfSMd8NpZnEx1Yv2VL8O++CjJdMK+cHyaBc8ARQBWBVCKGRX1QnUyLeL2YvRk9PbU9V4BjDZYowJfKCBa70ftcWVYpz/2ZhGpaWBMjtkMrJo19myT3Nw9g7Vr6eLG2v73FscV+DWBKmNCRr0ni+mIgzkHOGmtYGFtAbm0H4XHHsP3jn0A/+WNr8AvFa6FP9wLKwwEyGyn+L7XlXajLfZVgn+QhStC/WJCwvbxIly2dxZLEgAuZ1axUthAzbWRDAQxkEwh/isf+vc+xtN+T2DVFDBNUVDalaXtU4PhGkwxY2ykUsy/5j4Qy+NeKKy8ak00VpkE8fxUrH/15/l8k8gyOTLt0bzFdE5m8nHmwiwmz0xjbnoZNbuGoYEObNvWg1SK7NFW9PT1oW/bAE6ev4h/+NTnkF3OobM9LiCMaleti7QFgRwmFGzFpLad6/WKWUhbRxd6e3sksCaYSkYqDZVY6FVmV9qhXDzE6tI2J9fv8wngS03bocFtaGntQiZXpq0jwp4AaiVbWt99QbYGUlewjqjohDsopW14atT+8qNSsyXZ4BfFgcg+9sSDCCdj2mCFhhIlGSu254vEgpZQ4n3i2cwzjePITge6GnN/4O/IEmYLH88b8zqOsWGzUnKG542PDMYIr9WH7cMDOHXyND7w7vcg4Yti9zX74QuHpADQNdCHfQf2o6+vXwqQBPz4vjQSpDlXpVLGyswSstV1HM8dx7dmHoA/EMTP9N+CW3oPodXfjnI1j5rPhuUG4NgW/EELl556GPXTD2BwpBX5ag2F1TUUKjZqRQfVkhdPHj6F68a34fnXXoP1QB3z/jByUZ4lQXhpvGKFlOmYp6KkFkwxu+lfA7Qatq4ZM3Weqkczy1exeJW+vzH9Moumyr9VocyLOttpAsqYcOHEOTz0hfvw8GOPonvvOG5/46sxMr5NAHiu3+YWdd4H3lO2hhIIFE11acfWnQ5N5qqmoEr5HN7vt/7S71z1+uYLXjtBSY0ORKlfybiFrB6RJKBDNmua3UBqAP7uHZjL2JhfJFCUxI8eeQgPP/ygim10i3BDjcZciTaGbL6w5n1ZlWQIUpIhKJkuetuTCFIWwefHUjaLXJVgqjIfqguXTJ01hshg4iWRsairuJmt/4opCZn/qtunJmCpyJJZSgbJ6NKbGMkUyQ3rmdm3NNDorhb+jTv2ZfFzL7OQCNki1xJwvMhlfDh52cH//qqL03NebEvaeOsrgecdCiHZXoadF6xGuc2zkMj7zHF2EohFAtwdsDgTwonjHnzr/gvIlnzYvXc7ksk4Hjw6iaUsPSD8cKwgoS2iskqvmgA8ZUpYUKlUhfQg+yuZ6BUWSxUbPF3zoBDtQ8RTh706DZcsO61bLmepkZgx3g6Nf1noZxccOyiMVJoCW7fmDz5d8BeJAE1AMO/N/aBE3Wey+Am2tKREAz3VOYbXveFVuOWacTi2iuV4vnGvtJnbWC7yy8vCpOzbOSYEiPL6OpzcGoJ1OrGrLkJhmQsw6UU01oLW1nZhpcmciifF/IzzifJBLKAp7w4lc8AH5zBzGP597qunL0xJDseflypK31gx21XhhX+TXyZmL1MDmdI8YhKsCoTms88tb4hRVDjE1mgFrPI57LohOCSkfHacEC8iuzifR8ADKWps/t0q/v7jn3xO6/vVd70QO3fskPH//vd/gHS+iJrlR2s8gajPxXB3CmO9HSIBFWYrt4+gUUWBnJWijH0yGlUaxyRDcb7ZNcwub2A1kxdj6EQsIkAR1w/3exAkr1cR8vvR1d2FUKoV9z9+BCfOXsbeHeMIlAuYPPEUXvrSn8ENN1yjDGtdapaX1Hwu2Uhnizh5aRnfeuAJJJNtePub3oj2RAhfvP/7uOfbDyLZO4ChiX1AJKK0QnXnAIuFlGOQrlAtk2H2eTNvzZ7LXErWIuezlhn0BaKyRn1BZb4aCwaRXVnF5dOn4OTXELQqGOzpwbahbThy/CiyBWqRkg1PDdkoJnZNSIywtLokxRClBU0piAB8loNkPCx77dTlWcwtryLRkkSqrVPAYwWmrjRMJDkHqf0pAL7EStwHlT5nW1tKzohcLitdssQYxBPGtVTxN5lEazKIrq4u2d8JNM5MnYenVkPY4RiXEG1thRUOYz1XQCFflnGjnBp1Ssn3pW7t5fQqCqijY6APY0NDePGtL5RrWF6Yw9jYmBRceF2tqTa5b5VKDe3t7bJ22EFD3xXOdxaaqfXOsQ8m+vG/PvWP+Oxn7gXHm4XsfDmHeimjugD8BPZZNFYyRWTw2jUW0Ng5xM9PyoUisjjVOnp6OqkggrnZyzIPCfKLxFSxLAxgrlOOn3nfqhiOU49VSzJ6eI8iWMrkUWThSvYvYHh4CLt378aFi5OoV2xMnTmF/eOjOHRgN8J+SjisyzgKcZDM5xpxoJQUGDiepWJJ7gvvH4vpUnskrkUSkqU6dcOBKOp1L8rFKt7/mS89pzX+k/qinwKrW+6sAVY///l/uqI9hxNJqpfUwatyo7B0yxYnH3NFtkQrswIGsARXFbBIZ1ZjLqV1wCIR2UBMImaMF0ybnASjygpSjCaY7t977//BD3/4I6nw3/6iW/GOX3ybBHPKUEUFDCYBUVqkyoBDFpoGMkxVm6wPqW7XVfInWnLcCNjeKJQpxSRsiBhTs6mp9YhD1ty+pNyH65J4KeFnRUlgJZVjwLH65je/jr/723+Exworl2IP22ufDVjlZ9KiyU3NyVcLrJoggQmpSd4EWNVMU/51YVXW6rht1yBu2d6DBMWu/T5k8jksZEp4+OxlzGRLKEpioMZSmMVa/oHAqjHtYrJRjVio9cWBjhjGdmwXyv/UhYvoa+2As57H4tGL6AkkEaA+V91Fzi2jdW8/OvYN46FHH4PH9WJk7w7MX7yEjcvz6Bnow/a9O7E8M4dL3z7RAFY533IFOh8WcPD6A/iDd7+robulwDJtZqF19wxYsBmMmoTHIDvGGElrP+r5JPNKXKVZgdamO1u0CSWobCRQm0ZWqqgQQCrVqkjUQlXhumHAK43XKogj80Lja0qGTJsJ6OSNm79JutULNgPqQ89RCmD02heL26dLOYBwCB4/50gFbp5Mzzxga8aqsEo125bz3mGSb8MJJoSx6tDkIM/1Rq1UHsZkk6gWQASTFFCCFYvJa5BdBQoZWLYtBlJKA0xprMpKaDBWm1mrijvZUNI0dLqmcXKtEFxvGFYgqvSNCKrWCKwW4R8ZQJ1ar+W6AKueckk0ZC0CwIqnrHdAMla3MGGb9kbef2G3EXI3+ohXAKtmHjUDq+oNtvLODeAm/AnzeSTb33z20xmrDdixwSZSJl6KnS8MKZ8H4YBPJAGiQT8GkiGMtSXQ3dOC3a0J0ZD61zsmsO/mt2K05gMd6B2SbzTzXQykGqvciIuoWSoFMwFb1WdS5OrNtnwDZzQKPNJ7+MyM1SaifuMpBsBV730lJ3UrQ/WZkn3zp5qB1Wd6r62BzBWMVUMYFjBZzQeOK/e+Rbg4WZ/FD+e+hplfvBfTExv44G+/Bm9Y3I9AuAsIsZhiix6hE+A4KcaF4dcKDCFi/IIOqS8G03ZJtIBdakVlNrC6voiV7CLK5SxicDAQTyLxe/941fHXH7zn1/RNMvdLnYdMOJR2rsbzhVmpz08NXDUXDmWuG8kXLQnExIdnmylYGWDVFBzUuamSXvkK+AVo5sOu1zE7s4Qzpybx1JOnsb6ewdBgN8ZH+tFJcLUliaFto2gfascPH34cn//M1xF0yYAik42GQjyXXTHmIOOJcUQ82SrOwh3d3Wjr6BQwhgAjwVRpuRYgW+nFa5UK3SLO+MAVp+lyuY5YvBXDozuQaGlHLpNHtVJDMpqAU1XGWN4QC1DqbCdLw5uvw87ZcG2ahdAggyxIiAs2WeBlq4aSZSPellByPARkWLSr1+Xc4r+8TtP2bOIhJhMM+kVmJhRCKBxqnG1MMoycjYphFMCgWB1eBdb6g6JN292RQnppGR94/wewNrss869/eAgHb74ZXf19GBobk7OJcZDCEzQDUbfR8zOGw3S+LmIhv4ypwjSm1ieR3lhGe6gde9p3oj/RLWwPOGFYDjtZqsif/BHsiw+jvTOKdL6C7Noa1tIrKK4DF5Zy+N7j5/GSHYN49Q37UE9GUPBb2GjfhlqqC3WbKsse2Z+9gZi0XvO6TeHdtP/y/wW81AVzUzgV/WCdqHN8TEFZSTOxU2RTb9ic22QgET1j8hiLszhnYfpfH8UjX/kXnF6dwfAt1+JnXvMKSToJENW9lnTNmDPfxBRMQsmiJrCpmJxMIU3LukpieT2Mv2jEQtd3vubtv/LcpAB+bl+HxGoh6sYSSdV7Lj0N/KhLe3Mo1QMnNYI1tGBhvSDsq2PHn8J3v/ttxTiXY2fTTLOx0WhgdetebH5vgFUvuyV4LviGS+iLAAAgAElEQVSAnjYai5KZWcEyzVkcIbOp813k41U3mQFWTYFaijZesu7CEvNz3UbCQURCIQGLRLdQ6Mhq/Qp4alfE6EU6fLSMlhrbmhRbCH6xLVlAGx0v9UbqeNvr69i3LQ8/u47JlCsGkK7U8MBTXnz9+34cHC/jFS/woq/TQShSR7FqibYik3+erSzoUCqq6nhRLjPRBqo+P546FcU9X1rBwirfvxcvOjCBqalZhMIxrKyt4dLCKtLwi4EUi0DU7+V2VGb8Q1NZrzIHNHEex50Ehg3Xj1KkF1Ytj9rqZXjFdOeZT0QVN6rOKTFY4VzXmv3SUdjERDX3UV6jDbPMOdBMeOFe5PNawtKsMwaIRFD3BhHtGMWLb3seXnPni1At5dS1U3aEgHU8Ioa3UY9fALqCW4NNIgvnZ70M1CtwCaBp9h1Z9WytJwEmGqPxXkjyH+kcFAai8ibg/qnOdJWHNMg4wgJWcnXL62lcuHBRClxyTaIOQPkugrhs52a7utLqZBcfWXlcp9xXmwFXvvfk9ALaWpNilEhAn2OrugoUiYa3QWRLhCjjEV3ooFcVzBT5gUB5HZ/6yEev+vzmC77yqfejp6cbJ0+dxcc++b+xki3DCiYQDgUQD3gw2pvCzpFetETDWFldx8z8InJFJTXEzo7B7nZ0JhOI+Fl8U2siX65gaT2H9UIFFVdpkrJ1vlIqIbO+Kvtud2sLBvu70E+Jno5uXF7J4v4fHZazq6+jDbX1eeycGMfB664BXMYBFdQqNZSrddFX3ciW8PjJS7j/4SNoa+/B29/6Flx/7T6cX1nBez/0UVhsPe/pR9quwC+m2EpiT5lOakNnYajyzDZnktJ/EsKRZisTY+B5LHNDSDAhYapT75ZPiwRDosO+ND2NlUsXYFXyCLouIuEYSpyHQQshXxwJgpnRKCp2Scyf/NxLHVcXPv3w+xRRoas1JTIAly7P4uLMrOgCU2s1EIgIgEhsguAqHwT7Oae4FlkIUmeFwk8oZxOJhBHweRHU3SelYkFwFeq60uQ1GvDKeyRbUhjo64PPdbC+siQFs+0TO7CRpznYKjyWH4V8CZS2Y4gl3FJfCJlKCVV293R1iDTVHbfeht6uDizOzQh7lXkp2bDd3T1aUxzo6emVPalQyMPj13uJxl9IqOJajEVSWFhYw7ve/T4cP3FWtMxrTkWz4vnXVZxHMhzvj5DjSgVZCz6fkviirATXEqUbWltTwuDd2FAsUp7psRClU2hqVUVvX49INZFZzoK+EN7Y9SDAKo3NwwJ8LqVzqjtCp0mjo8MYHx/H1NQlKUxMnjuNVCyEW2/cj7aIHy1h3mMyXkkcYuTGXD0omrQBj7r3JARy72C+TlNWHSJJMV7OHNHnj4hG79vf9/HntMZ/Ul/0U2B1y501wOqX7v38FQluI1AkwMiKgZ8t1IqaXyyUBYQMhZXBTuOAF3kAdbib4JMHGjVYVdKjACKjmWES4c2AVVUZyV74zD99Fk8+8ZRUUl502634pV96uyRF3Hwl4RL9RR3Qbqnisp2Ij2bmjgFHVGXF6GGpw5ksWAWsKh0vbhaGGWKSTlM5k2q7DuSNdpQinqlKFQ90CoI/+OAD+PCHPga4QQFWqUnCSnFzoNp8K65grG5pft1acTbj1vxvM5Ao3TYit6AYRSowIBtZAYW8n9f2JXH7nhEko3F1bytlZAs2js2s4rGpBWzwHpIazzYDVvJCKqmR4Ea3sYvAfRCo9yeArpiwO2qVCi5OXkBPqg3+fBVzh8+j0xsXYJUVsTzKaN3Th3YNrDJQH9m3E7OTF5CeWUBPfx+279uJtbkFXPzWcbQFo0h4g9KeXygpBs81B/bij97zBw0Wj5guaMCSJ2wDCGuqRl8x7XULsowfx4ri9tJ6qF5L92VhGQgrWrXdNe6bblFUc0t9SRIn7BcyUipap4drQ7WoMplWwbHWhdM6osocgQmBCvwkqPX5xPyK941ahQzsGMxJOuTx4Pm33HrVe7OYV117G+oEeoNheKJRCTJ5/5xiGV4yCehwW8wq8McMjBgD8ePbcDwReFr6xPzKLXBMyNazBVyls4KYLwRa4Ebb4aFBFmy42XUgtw6XRiJSEeU4EVhVbuoN1KMhAyBIZxOwap6jQT2NDnk8EThsESGwSn3Omi2Vd2q/hkaHUKFpW0kBqwR1USYbt7QFWFUg4RUSA00jq67k32KsbgVWzbVfeXvUTxWq1ZhFDXRPoFY93FvBRWOG1DQGkhUroIeO9AEvEPb7EQtHEPH60R7zoLczit5kBBP9PfAUqzgx2Im2t/0W+qjTZBfABh2CPnTb9ZMpL6CbBlPN9wq7lUKQKQaprUuPmf5MBoBVvzFCqOrzN0sBmPUpz9uCOj8NVDXXshWd1sPaAHL/A+/TDBg21u+WHFWVZJTMAlskAyKRYCHj1rBQd3C8/AS+++534cz2Ffzti96COzL7YcW6YPmrwtyjLARlM8h0lBvTAFd18URl+QISiBwAi3nFAlDOwckvI59eQya9CLecRcguI0VDhj/+6lWv8d/9L29vsNo5RqawJuZkGkiV5FC3rDezlbYCrWJYqQtHhrnK/Uv2OSkqaVMJDWSRacVA2hQ2jdSFJOzCcqVWaxZTUzN44omTOH9uAclgALu2d6G9jayBLozv3Y5wawL3fe1+PPydB2XeBamjLEUYF+FwAAO9XWjv7EIi1SqgaigcgY96otRk1O1jZuB0F7kGEUQPQc4Qu1KW/b4t1Y2+wW2IpzpRLFaR28ggIYkZWX0eWKEAaLWsIxphNvsyDipl6q4p4NdsYZ5aXTTM7YALXyIIX9iHWkVJGvn8SjuS4BATLlNMZhLVGFsdx4iuIUEibdbD56hzSANGJgltYgvz80biMfR1pDC/OIM/fNe7MHfqEl5w863oGhlEe18Xdl2zH32DQ9JGmc8rRh01I1V8oCUipMjAorgS9fA5FoI8z5DHsruGmY1ZRP1hdFUcVKcvwwrE4O/sQb64CnfpMELFVTHzWcvlUcqWsDC7hsX5DB6dyWKlFsCw38FtXTHs2DOM1u5OrIZasN42CHhpRKKWjZ8SRCzSbZHfMexQE3eZGNLEqOZ8NvFOIxbSWVejgE9QlmNYqiLSloQ3HoU9s4zzX/0+fvjQQ1iPAtffeRtuv+sl8Fte0RakVr0b8os+cjMQLkAN9UD9IdFXN0UGMq1FgkPLn/A5IhlEQEakoly8+RfeedXrmy+4ayyJeCQkBTXRD+S4ES30epGMhsV9ubWjG/VoL+ZrCSwXXQHrLk6dx333fUWBQ9SmZTIs+oXNB54Bsf6NspZmfwubxwe0J6JoFxOWHNZo2OILibEdu5YkcBCyhOoEks407eHA72PRmKwPgsTRcEgAFoItfC6LDJwRXNd8DbutyPblmmMybMzeVCGbzFAVQ1XZaq+L1lLPKll4/rVFvPHlRXQECADXBSCt1y0cPu/B338ZeOEhC4d2OUgl6qhWvMICY5jkeqjJ6UE+72IjXcXlNRfzc0C17kfZdbGe82IpDTF4Goj58Y47boS/VEJHSwtW1tdx5vICLpZcrDFmFQkEdTxQj9Qj5mC6k6mpaM+9bMMNoBTpBspp1Ncuq2EUIsnm/bmiEKYJJWzPF31C7kvS3a7Z+rIR6pBOd8qoeMQYUSpAVq6Hc5YsM7I5y2XlwN7Sgn3XH8LAtTegv6MVu7cPo1ZRDHzmFNRV5BgQhKMGL0Fbm8ZGuiDG3IpAnEwFMsEoEUdpBykOEVyPSCeEdEtqWbZGLV0X7MTcSzPZJYaQs0gV0GLJFC5duoSZuVkl1cb9i+ucbeY6jzKSXWb9ci9WRREV75vizZkLl9Hd2QEaG5LEI2V1Y6YkhB59Bgqb1sXS4iKiApptAqsc7I/+1f94Tuv7c3/xW8KKTOdK+MEjT+D4uVksZcpS1KOR48RQJ4a6U3K2ZLJZiZP93qAUAVkroY5oxOdDyOdBgOaD0TAyhYKY/MyupGEFYxge24alpUWcO3MafZ0dGOxuw8TIIIYHe+F1qREcgO0G8YNHj+L81DQG+3uxu68V3T2d6OvrFMknI61QLFdQooTDRh7fe/gYHj0yie7BEbzrD38ft931Utz/48fw4U/+Hewa2d8+mRfMNRQjvSLdMIIpaNMimdcyNZXEh8ERZHYKO98HD7tIfApYDZDpzDlL2Tt2elCTmwz4ah0Xjx9HcX0eIcnr69i5fxw9w10orBdQzpdRzBZRLtjwh3g+0+tCyR8xh2dhgbJF7a1s10+ILMbJs2eFQR2LJ8UkiozoSkWd6cxJzdxSjEfDyuVnrUo8Sc1mSi70x2NIkthCiSDKnDhV0Q7lOqEGMDtpKE0TaYliZGwU1xzYh23j47j/Bz/Ak4ePIhlPwbFryOdycJ0qIt4AStUqFvIZdI0Oo3dwAOOjwxgZGkIukxb2LYvRc3Mz6OrullZ/5qMsaPO619c3pJAbDAdkbSbicUSjcek24hoLBSKIRFtw75e/gf/2gQ/JfVD0FO7rPrUuXa4T43/B+LkuezolF0S7t1oTXX7KZXHPoGRCPJFER0eH7O2cC9l0Rnx8gqEAto2OSQfS/d+9H4V8GsEA4xV1/2OJFpEEXE0r6QbuFVzHfX292LFjHKur61heWsbkhfNIJEK4Yd8E2oI+tEcjMhZFmniVSroQ7xUMob0tirb2VvleCHSUHajVJKL3MB6jzAgNGS0v/ASQfQG85t1/85zW+E/qi34KrG65s83AKoNC005lqv8E/MQzVOQAlLt9qVjW2pus0HEvMK3ziqrP/dG0bDUS2i1t7FsBS8Mm4MFEmvbf/e3f4+SJ06i5Nbz0Z16Mt7zt5+H1brZ5K03STbafAsbU4ScqWg3zLcU2Nb83B6mp0qqAmLIG2hlZqmHKzZcgLs06mgMZAySb6qkCiZUejAR31RoSLTEcP3oUf/5nH0A+T0FrHgzGZEWNyFY91asFVk2AYZJoeU89BioRMwCZcsvkpsQ2SWF0uC4mUn4cGulEa7wFgVAA3mpJnJTPLGbw/VNTWCcQSmBV5ADoxKvaluS9yADmSc6Km9+B098C9MQxOD4mAuFTFy6gM5FCvOrFpcdOosOKCbDKDTjvlpHc04Ou/aN4+MdPiBTA2P5duHzuPNan5wRY3bF/N9bnFzHzr2cQtwKIM9mlIyNNL4pF7N67E+9973sQCqpWfX5W2WBZBCCIvSUBNWOzFWiRsXNcqXDxQOWBQx2yTRmFLbmHYS4aEwv1xo2/xypxOr0hWjM8aOZm5zE/v6D0WeIRuNR4CUWRTLWJeHmEum7hEMKhsASxqn1RQ3GaaUwQQLWKQUD7F9/+M1e9N4sUwIFbYAXCQDgKkLUqzq8OUCrBx2pcvYxaPq00UxuQp27vBiuUIVjxXriJFlgVBiIKWBU5ANTh9XuAQAsQawUiUWGyOmSsZo3GKh1YCaqqth8FrJq/ZDRWzUdjwGt+rdazGReVgvMzBIR5S8BENMPIWCllERjuRY3JBaUAikWgQMA1L59PrToja3Kl8/HWQX1GYFXYf9RY3SyQGFa5+rf555qQK2/c9PMre9H/w8CqYTtT+0gkGnwugj4LkUAAEV8YoZAPyRjQHvehr70dI8kOJPxezFgepH7jnYjRhd3OI0a2mtdFlWYH1JAz7fzC2txsG+SuZrj/AmZqwNCIIKg7p+6h+lfLQeiBNMCqgoWb9KT/A4AosYJnS++f7a41A7TN329d883DL3uHouKqwgXbMSmH4LHFyCFTqWDJCuP+x/8WTyx/Eh8ZvxM3ZK5FPtWLMJUyRPtOAdCu7nLQtFUNpLvSRixabmIkRVGysrBVyaawSuuoFXOw8xvwlgvwZbLw58vAH3/hqtf4O3/7rdr4RyedbBMTN1TVoWFaZ03xUNg7fpWwm04NdptwL+VeK2eZXZHvlQN7SABapZOoEge+l3RsCItks2NEzlgtC+GCmmOUBmLyHEQuX8aJE6dx4vAx2KU1tLXH0ZboxcDAMIYnRlD1OPjiP34Zp0+dRZia0LQ60fpfQ/1s+e9GS2sKqfYOBCNh0RUVFigNFskulYSdpoGqaEptQ0l2NGuUhYmenn4MDGwXja0yTa+KFdRLFSS4P3Lc2F4fCsjcMIAA3ZqDJSbtBG+0iUXAOJXbAqxWA4AvEUa+SHO/GmJkqQRUImPafg1LigkZ7wnBU9F+1eA3GTj5Qr7RDtf8ewOW819zXlFnry0Vx+zsNP7yfe9DMZ0V7cJwIIaXvOqVuOaG6xCOhVGy1X0lW5Vgtbh0C2CjYigD4FbFiZcapLQ359Zegy/A17oIxryYf/g7WPn2lxDtjMI71g3LU0G9sgqrXEWpWMdaZgPp9QJWZqs4NXkRhxfL6JqYQM0uYadVxJvvvEkSvNViBrPRbripYZGrqJNyWypSoF7uoQFDBbwMBASYbo5vlMGkMuUT/UN9YFwRl7Fork3AeP8N+BmKRkXaaOWJ0zj85W/j0TPHkNy/HXf87MulPZTMUrtURlDkJDwos7VT6+/xungtvC7eV4J5wstpamUlyC8FeynYKgBTNNO1YdEb3vLrV72++YJdcS/ikSCS0SAiAS/8ZAvKGraEWcXCA5PVohvCYi2GghWBLxLD0vICvvCFf5a5K91kBPZMK4K5kibG6tZil4Q5OomlkYwUG7xALOhBV0sC+Vwe6yWy69iGTACzrIBbUYsycmGKWclx4lyL0HAmGEI0HJakmQw6Hvpsi2Xim+fZ7XqEzcV7SIYn77WRRJJWZIIglDcQXIRAm5KfNdqBDoJoDxTxq28qY6KngkyWsYcyWnr0tIu/uw9IRnzYM1xFIuFFqeyVFlu7aiFd8CDD8KHiSghRcqKoVMvCZOSmIB3tckL60Rt28esvvRmJagUBMgVrNayXqji+VsJ8Lo+VUlkAXYInNfFa8IlrucSrGrgTqQ+vF3NlC+VwBzzlDTgbs3K2WJbKr+Q+6BjfADm8ELtaxr69uwSwvHjhohwzMvjCujTEl80TlazO5p83ipViRAh4KjYqpSIGevvw1ne8HdfdcguKkSDcmg2LetKaVMDncv6Lo7ajumi4p5Gh7eVcIwgnpns0qNMEARoXazCE95SEDRkL5lxiWKY+p3QmsmguRr7K5d3MHwWsqnXY3tElZ+vpc+cEbOR7kKlp9n1Zh1pj1eyfRh7A5IimEHPy7BR6e7qE5c1Y1TCfRSfXMFZJPKCTfbWG2bk5tCXjsofzenju8Pz867/8789pff/x21+ixqkO+CMJeCIt+PFTp3DuwiV0pBLYNz6I1qhPGIFk7lH6xrErWE1nsZEvIpfNIuzzozURx3hvG8a2jyKdS+PIiVO4OLeCUDSFbRO7pIV68swZ9Hd34rp9u7F7+yicahkb6SUpAHG3O35uBo8+cRROtYqX3nIttm0fEcIQySPcDdhZapeqKNq26Cv/6MencXJyAWWvD7e//G707DmAR44exfzSGnzk0/N9CU4xduBeKfshgXbFIBQpAEOQ0p2VspfrzYfgvyoMkVFKvXMCrH6VixJoFTar+lnQF0RmaQmXzhyFZecRsKrYuWsAd959K9bnFnDm7BQWV7Lw+2JSGKPMA1v/ydLmnkIpoXgsjFg4hDbpqmnB6ckLyOWLiMRakE7npAMlFovKfsTvea3CdtTnjZEEULq/9H/hHHLRFg1ge2cnOoJeBEUqgMAD9UTrIrmRJlMyEsatd9+J4Z3bRW6BQOITTz2FI08dQzQUQWEjJ7JevGav68FyPovlagkjO8Zx6y3Pw9hgn8RuVbuErs5OTM9cFnxiZGQY0Yi65oWFBSlgMZ4i6Muclb/r7u7F7OwsNjY2hD0bikQRDMexuprDH7znT/Hwj36MaCwu+zpBUnXusVuDZ7DOBNyKsPyDQb8AuTQNJJktVyhq2UfFEB0cGhLZAQLUuXxO9n1eE8dieHhYcunl+TkprPOcIGjuDQaRyeSRK5LQozqlOL40BBsf34Z8Nif7wtTMNNZWV3HDgT1oj0Xgd2oIOIplXCrkEY2E0BKn8WMME6P9EqsxrhNtZW2QKvOCMa/lkflertDonPJNNbzjzz/9nNb4T+qLfgqsbrmzBli9557PyqTmpDRtFmSZchKxGsp2A4KPArJ5qVPiQ4kaF1JlVG5qFISmRquihJN2rQ5Fw1BtPsxNQCEAjw6+THBKGvYnPvEpTJ5ni0cVb3j9a/G6171ai1nrJmGtO2TecxOoVYxTOfQ1E1E5yKqNmV+S3GizIAFYKZ7t0y521JbUWoMmEDeBvjmIm0FZ9dmUOQIf/NzccC9NXcSf/en7MTOzKkCtkASamY9bGob/vwJWeQ3GGGuzBZlUei86OzqkilmzKxiLWbhhqA0ROhxGYvDXS8LmObe4gQfPzWPZFmcBxR8UIyylhcuDn1UrqVbxcPXXUOtrgdXXgqEd24TSf3FyEu2xFrR5wrjwyHF0IHoFsNqyuxu9B7fjkccPw626wlidOX8B65dm0N3fh4kDe5BeXMHig5MIVl3EPARWXeSLauPduXsH3ve+98qmbYBVMVQhIKB1fpUW4BagywCjVzCcmfSoKiqrUZzXwppu0lRrDmolsNXt5KbSreae2pRZdZOkz7Jw5OgxPPDAAxgcGBbW58z0ArK5slQ+qzUb/qAPLbGEmF0xsGZlkSAsD3K2IfLnbHOls6phL914/aGr3psJrA4ffJ5orFrBiEgCWOQu1ly4ZWqQFmHRuMouKkdfXTkWbWWCeKCuVBhutBdItsBDK3epNFfgEFhlgOD3wgongGgLHBqi1cpAbgNWJgvXLguwKYGU6NGyRdowOBUot/nV3AKvk4kGMKlkAoAQBUJZohfqjEgmwouqnYHV1QY3EoGHUgClCpxsXtiBNM9SCmwGWFVA4tZHA4iT9jMlBWD2gU2N1SYHCpXu6K8mRnrzWxumugQemyDA5us2QUpzPWoP0yxnDfzJqzUbn1M75PchFgyIcU0gSE0oBz3RGMLxFgwFW9HXFcIymRmvfivad4/I+qYNnACBohtHdorOmCWZ2YQtDWNVpWiK/cI5rZox1WNzBNVINo/nJmOVe88mO6rRwq8zqK1JvOzTzwKs8m94NTLKf7aSWp8JEHja/W26L0zAGq8REwWleeugDL8bx7pTwYzj4rFjX8Xpe76Ll/5sBK/17kbSMwIvzzppM6Y8TV2MNqRFVjvWm0HSx4ICI/j3yFSo2FKUku+p4WZTrqIEK1cQh3m8/feveo3/p//8livkawxLTKr9BBoFYFWtybI3egmmaWBcA1ObxU11jkm7pNYD5P5DoypVuNw0CDRsQo6DSfp5/jCh5kOcZr0hwKFwqx/RWAj0+VrfWMfR42cwNT0Nv8OEoxWDw8PoHujG9MwCvvmNb2NteR0R7lfUIq1UkAqH0EtN1qFBdPb0IN7SIoUV6oASWOX+yYSLG0Ljs4iTrA2yaxiXdPcMYWBwDF5fTLEXUUeB417zIE7NNk4+glYev4Di9bIjsiIE2zxCRnThC/oRCAfEDIVzqOSWFbvVy84UstqU9AvPI7LsmESY1n0DoDIZM6xHA7yaVm3GX/wdW+H4IHhqumPMfeXP+XwCaUvpafzym9+BucOnceiaGzDx/Btx+6tfjm1jO0QTmgmjKSgzoVVno5JvknhBg+RSvHRKCDpANBiXAlyOLZvVDKyaF/GWBGYe+hpyj30DPYMR1JMufJUCqmUP8oUCCjkHy+sZTE/NY/VyAVNrGWTLDsIjI/B3dSCWW8NbDu3GaH8nak4Ry/Ah074TdW9CjELKmt0je4to9yujSfNlJKTMuEnsJ9uvMqh5WnFFgyoyf+p1uQ8caxpOXfzaA3jsG9/F0fU5jN99K372Da9DdyKJbDaDqlNHSLPQ+J5k9sSj1FdTxXOOJZNTGTs5fRwBDvhzBZIroy1+qdhWL2e9Jt741t+46vXNF7ztlXfh+OEnkV1ZQSriRWuCwCSN1rwIhCMIJ1Io5HJI5/OIdQyhfXQnrHgn8oUcPve5fxJ2lbSHS7fXlkvYIgXwTHspY3kC8yQ+8OAI+1wMdfL981gvlGGzDCLGig68PmV+SV0/M1fNOUpgJOBXMlrUoOaZwM4LKeAECaC5KNt0gi+haNPAjUzVkE56ldyXAS54PyQGF3Yj/eaN8ooDx++Fp1zFK26u4EXXF1Gh7mbFg4gfeHTKh499uQK/2wW/mxHQR3YDyv9QMknOGYKGZGJx/ZPdpM5f0f3jZsCilOvDro4Ifu75+2DlsmjhurfLIilwZGYFGY8XC6UKijUHdrkihnEBH5lcuvAjgJwywSnV6zi7UYId7oBVWIaVXRLQh9GNgC8aVDVFMgExqw76+/rw+7//O1hbXZZOv8uX5mUtsOW+eU9v3HExCnoGwJVSabKm6igWsrjrlS/Df/6930W2UFTvRUkxmtoaYzg59FWrNu8JY0A+CGpSwoWgEnMNyQXZach9x2fBSyRcG3eKdIycSTQQDunAgg7d2oyLQDzjEi3vYHI4xtrM74JkPkciWFxewoWpaaXR6vdLHmI+u2EQmnXbTB7iGWceTx0/K8BqSywqbdb8bHKOacIO17HosjIirlRxeeYyejrb5e8rXU12B9bxPz/wwee0vj/wzjcrJq/HQqq1HZ1d/XjosSfw1W//ANFwENfvHUeU5mHVEiKxONKZnABeq7kc5hdXZE21RqPYPtSHG8ZHMDrSD7taxGp6A+WahZJtyd7Ae8F27MHeXgz1dCLi96GQyyJfysGuFISRPTmzisnzl4W5v2+8D51d/JzK64KMSu5ttVJNGIfz6Sym59I4N72KY1MXYSVj6Jq4CRAgLAw7X5T5QOYf2bbsmJT9kfm5FLxU7NA8V5vxAaO7rWRMVNGUBRXLz45AsgjDAqyyyComk9TvDfpx4dRRpBfmEKzaCFtlHDq4C4PtSZy4cBkbVcAXjotGadDyiOkyW8u2bF0AACAASURBVPODIeqg+8V4zudxhcHc292D2aVFLC6vidQHuz5onsacs3GmaPBeCoFk0TOnpOF3U3crvUmcehljbS0Yb08ioo3mqpRD4Th4fCg5wPPvuhsvfs2rMLuxggzv8doaZmZnMTs7j1I2j+NPHhGd4qHudtiUY/BZWKzkcfDa6/C6l9yNajknjNb2tlZZe0eOHcXOXTuF1cmYZH5eecsMDg4imUoKWYldLARVZ2ZmcOzYCbS3tSOVbEUgysJ5GH5/HPfd9x28+w/+BImWNgWmck3rM7q5eMHCjeqooDkai3/Ei0KoUK6gqvSk+fye3i7RlaVuMU1JKd/EMypOk80w93sH2dV1ZNJpATgZ31EbPpMviGkgCx4qx3c0sDqOQj6D1mQCwXAE9331qxgeHMRAX5fMPye7IkV6As7dba04eOAajI0OI0zJAgHE1Wcy53WpUkG2WEY6W0Imm8fyWhbL6+vYSGfxzR+fek5r/Cf1RT8FVrfc2WZglZOayYJx6OOkVZudcjY2FVAuFB7MXJDq0FHGUcK6YwXZYe6onDzDYWpXaLMr1TPfYBcYtqWIHFPIXTRWHOTzBXz045/A9KVZWYBvfMPr8YJbnydAR5BuzKKjo8wpRI9H3NxUsCXtAgx4xDFUJXc8vA3rSvQ1uHi0gzwPSh6IbJmSVF2y9U3mlnqtYupwIXNhqjYvpUGrYCFFjpfvXUcAv8uXL+ODf/URnD07Je3gdEltZlttZaw29DefprFqWolNR7puMd3C1lX5hapQi+Zsky6ThNIelYSFw0H4XQfDMQ8m2sJoYZu6zw8fdXNqVcxnS3hiZg2TqyVYITIbVZLDjZcVd2pdSaWIgRTvs7eKel8CnsEUhiaUxurFc+fRGo2jM5zA+YeOotONwifxtQcFt4L4zk4M3DCBR594ErVyHdv27xYpgLWLl9E9OICJa/civbSClYcvwl+qIUzXYJDJU5KNd+euHfiT9/6RuIEa4JeAr2jR6TEIBIJyzQ1NFYNwbJn/cl8120pVrtU4q/liuHhNpgFyv5V2mDFO4FNVe4rcBWmhoNYM2wsZ6G4bG0U85sf05UXUagwAgnKIB4I+JBMpJJMtkkTzSw6oWl0OlmiU7oqcf175LPFEHF+658tXvTcrYPUFcCUYCQL8ogJWzYXFCimZQtU8LIctW3RTNYATk1XVDl93gnDjXUAyRS1vEUV3q2SskrnqwMPrjETYlyrMFQqIU1+V5lXUPmWrPoFVArIsMGyC/ubjNCiqV3w+ASI1xMlxkPviZZuuDy6ZqcRJ6zQX4PrPw+2gxitZtQ48VRdOdgNufk20vpgwqNWjNV6faST1ZRBSpcaqos7qPUs0VpkUKK26pz82P4P6vXnSJlhsgAA1U55JCkCDXQKsNpRM5e+qliif0o5kG6TfiwR1mWJhBPwuwv46OqNBtCTD6I+nMNKVQs12sfSCu9H/vOtFY5UyHj4a7og8CeDTVV+1520aVQmjzbTS0QyCw6wNrZQEgOr2FGZJE0BtPnFHvFMB6DIMalyaPo1qvW+GjjUpVrFktTbplgEm5nXFHtp0D+Ran/GebAKwBozdKuJAipPMSJFrcBF0QWgVq/UKpq0cjj75GUz+/jnUXl7Dr9/Zg5cvXgsrGkY9Rt0mrhUyJoQyr1iAurdZvSuTdD0XNGuVJlZySJKpwUIQwRq7BlSq0iaKO1521Wv8N3/r53TnhDrDDIgapGt4A1DlOW0MqLiHm3WuTzHTMirghDKTlBZmzcaQdnsplG4WKc08NgkE91NhpJDVxPtb55olWMG6jooDpPUsEoTlC2NhaQNLsxexMb+MSDiB7t4eBOJRHH7yCH74g4fhsegcr9uIy2W0t7VhZHQEg8ND6OjpkbOLUkOMPWhAwdZt/m2ezWSOWQTDRL7Gh97+YXR2DcBxvag4ZFvU4fdayK6tIx6MIeKLStLosAjKbmZu8zZbBXjOe+H6HNXdQZkADw26qNFmox4mfulFzakJIBQMhSWmoGu0tDnrQh4TA46/kn1RDCd1VrAtVbWl0eVduO9Nbezy/HoNUQEGKQ9AeZmAaAGeOHEGf/Fn70Jto4SD+6+D5QvgZa98BXbdeBA11w+7yA9CoJwxgWKqcv8gkGGkb5gkmQJ3EDHUPUW4/joqpZoAZf5QGB5vBeXCMjKTPwLWTyMa9sKmbt96FuVyCaVyHum1MlbyNSxu5HHhxDRqVR9iHheXHBet+/fAW69il2Xj1mu3ob0jgXSxgMXECNzYIDw1G0V+LgLlYmiqdBDFxMznQzgUhG2XVQuv6OQrEMewzdiCLPNOzha1L/FeSpznuMJADnl8yEzN48w938GjZ09gPeXHC15+J1784hdLC3OukJd1zGSZa7RuK7O0YCwqwKl4DujivGmpUE70poggQuAKfNFkAVFIMXusBiTe+LbnBqz+/Sf+BgszlzF56gQmT55AeWMVLRELiWgYhbJKTslC27VzBwKxFFaqXuT87dKK/dnPfUbkOMQARlX5r9xjtOa3KZHJjqVjSDFEMvIGrop7CZN4nCq6U0kpJGQ5VmQvUhSFwJ2ujinnee6Jlu7+oquzXxWZ4IpuaoAmKT5lSsTrssuK3EF2UDaTEx1FxnPC/JL8Qo232AUwIVay+MogRX6hi5eUcahWsbezjLtvtRGNWqjl63CqHtx/CvjmExY8wSh8ThF1xg8OzToZG1XgWjQ94x7G8VJxpsiSyDFTFxkGukwTBN492IpX3zABe20NSb8Xcb8PC8tpnJpbgq+tA0vlKtYKnLt10UiXtn4aQzJ+4X5IXf6WFmTLNk6tV1AOpeDkFuHNrwrwwy4sj85hFBCpjflcF21t7bjr7pfiuuuvwbkzp3Ds8DGcPHlerXePK2MuwIU2CFIUAB1j6K4+09HnISLiUi7Fxqte/xrc+cqXwgrpNn1bzWkCWQQp1IHuEZDOsEvl3JMcThUgbLb/Us5Y4iZXtB/lTHQ8uvBQExBRQFRYwsZj7mkEweW5Hjp5+yRO4T5l1rxhrAcEcOeB58HU9AyKFRteGu1WyBRUbFVTDDGFD9M1YPJbA/RcmJoVwJFsNoKUvA4pvkmRRwHb8l7wwK7UMXVpCgM9nXKeScwsGrd1/Pc//29XfX7zBZ/+0B8hvbqM7NoqqmToW16UKw42ijWsrCyjKxlGS4QakLYw6C7PryDZOQTX48XhI0fR05ZCdyoupnLjna0YHuojt1QKQx4WLSItwvjkfaJpT5wFP7jIrK6gWCjAdsjIs1FyaphZWkcpX0EvpUUqG0LwaE0lhUHOPU3GtVxDsWxjKZNFW9sASjUfJpcXsF6r4MySiyIJKl6/5Ixk2RJHYPt/QxpJx7HS0aPZgrpfT8XGGnzn7BCrajnHlfwK56HjVX4ulC8gqcvjI7CqHOi5ptxqGfPnJ1FeXkGgnEdHPIiD+yZwfm4Oea6pUBAt8YQqbrPgyOJOMCz3sGIX0RKLiE4p1+vy6hoyuYIAmXa1JoAnCz/M98n0VNiA9mrxUSIjIOtFzVMVk1G2gPFTR8CLnd3taAnwDK7JuvDXHTDUiLR14PW/+MtwoiFslPISIywuLGBheRUrK6uYPH0O546fQTISwQiNeiMh5IIW8lYdN99wCHsHx+DWCAp7pYhImQziHfuvPSBrbn5+TubxwMCAdE0q/xyfsFOJWZw9e07MLaPhqMQh4Qj3KJLnIjh3bha/83vvwdw8AeaIMNEl99M65gaUrOnCI4l5lVJZ9JQ5toxZZH+xywKoM/+lJAxlHHiN0i3luggHQyIXQBZqb1uHELUou9HR0Yl82UYmV1R7mMYm+Lr+gX6MT+xAMbchGsTjEztx/PhJbGTSiMdioi/rI2mBJCDXQSQcQndnu5xDBPo5r8iwFZmrelVij3yxgBy7ZG12IkPOtzoPGo8XTxw//ZzW+E/qi34KrG65swZY/exn/6HRlmJYFeqpm2265gBUmqQ8yxSjQLW0qUqP+n+/HOZ8mLYoUyE1LD+pcBrNTxFah1R4uEg3NjL46499QqpwfssSdgoTJzpvHrpuP1pbYtL6xEOYVyedBJYXx0+ckEQlGlOuh7wW/n2y/0LhsLjymbYOSTxZMfdQCJ0t2tysVRLKazWMRzH/0FVZfj5ZmF4yuIzmkarMGFYs++fYQnbp0iw+8cl/wBNPPKUqaU0PA6o2wCWN0hig2QS1/H0z+1TgWx3UKGKUBgO2aIA+7f1FO82H9s5OxAM+RNwKhtvi6I74kQpTx6oCSwAqFzYczBTreGxyGXlWsFn1l3ZRpUXLQ5KbEK9LabbWUe2KwjPWjqGdY5JMTp89h4jPj8Gefpz4/uPoqUXhLSvn7CJqiO/swtChCTz+1GHkM0VMXHsNZs9fwOrkNHpGBwVozaytY+1HUwjkbATZSuI6oo3DgGLnrnH80R++G0Fx71QyB2J4JLqwui2PpAqdfEnS7ygmplTRNKtXAnOttcR5IkGnZsio1yqwSbF9DEtLMRmEEcD2Fmo5yXzxKiDfclBhAO26eOLxJ/Hxj34S42PD6Ex5cezkNDZyZEaomIEtEvybfjlgLWE3iVFYMIhEIopojPpTXu0q7RHJgO9851+vem8WYPWGO6TVjIEVg3Th3bLXqVQBymVYThGo0zG1qtv0eWVMnlQCVLeCQLIDbjIFVF14GHBWy3BrSv/VYktONAwrFIFFTVxWo8mGLWdglfKwpHqrACXpptPJ6JVt9VeuEoOUibkJTcmY5PD2BbzwBMJwCFpVyAKss2EYNeTh7RmCG2mBY1fhJbM2uw43t6gMrgyoKmeyKaL8+8NpgJFmdqNqIdesCp2oCODeoAKp4ovKBEwDvZ5D+k9uLa6o56rXiXuu5oQK6KHfi0xxHv4i6O7xIx4OoSURBGOWiN+DjlgUnYkQkmE/Rtvb0BaM4NSBmzB8x22oVwtw6n4EfGX46hZ455i4SY6kEF/1vRRi1HUw16paHpS9QFUK0HI3BBQl69jos5mxVWCphbZ4R2NUlEaa4hrLqDW9h0lbSZ70ueTmMDVXULrsg02eWJKrNzGtNrHrzULY1rspWKYZbxKtm+zLpHVJgwfN9zhAWRf4sW7XcN63in/5xodx/G/OYGx/HHveYOO3nFvQXx2D0xKGZcWEjWl5K6LLJwC4CJkqlq/APAJa6FFroLuOgH7SVllzlCyH3mN8193y70/KLc/49d98/RUsJAMAEbjgOW2YquZckxYqEr10CzrHwbxGieyovZD7G7sEmEiRsUpdRO5RRvpBNKbJHiKLSwOxZCmJOYU4R2s2k2YXmNZuAgR8H/VeEEfd9fV1KY6GqeMML+7/zgM4f3ZSnHmZKFAKxUtNw74e7NmzC8PbtnPzREDaSTUjV9hYqshqXJ+rdRep1k6MjO6A1x+RhJ+u03yw8zyztgbYDnpau1G3XbhVMhjYV0wXdOVyLgXZFDUrg1Keke4e6TpgkccrmmSmo8W09vPvM7kxY2nugWJeqq4I7u8GbJWE360JsGeAcXPGM8HnYRSPRCXxD4f9Ykj053/xp/CtlTE4NIqbbrsVb/qFdyDV2Y5CqSJAmzm3zDVI3EVARLcsGiasab33Wn5ULWXQwuSHbMhyKQN75jEUF87CrW0gEmQrp41iroB8tgS7VER+rYS52RWs1IAXvObNePLYJXznox/DQGcKq3YJmVQ7dt50CLXZabx4zwAO7hpAtpjHxXQFvt5dcKIdokdruYrNJDGmnOcqzuGcNCwm0ZHkWuZZInFeXZhxZLZJgivt44bRYsFHA55cCZd++CRO3f8wHlucxOD+Xbj91XdjbPt2uLbSx6d+H+e4YUMaZqDMpVpFAC3+rNGSLB1KSqvRrCNTYBBNbYmRjHGqlmaqO3j9W371qtc3X/DhD39U5hv3ZjuXxtknf4yjjzyIXK4In6+GXYOt2N3XgbZ4HDV/GOsIYyXUL+DU5++5R5hPjJVM8fmKi1BaSnL2m64KE58rfVQWWdVWpu6N0uKMEwwVp2V1Fpr4STHQIEY5ZEFyfVIz3iazz0+ZhKruflPammTWs92TIC0L1nIOeTwNQxgDRsqZwL1VYii1fxPqktOrKY5WazuAah3oj+Zx8448RruDCHmqWNoA/uWIg6dm6koD2fIJSMPiK4suz/TYLAOq35pzg6DeYEsIr7p+O6L1ChKU/bCAp46dRsGtI9nVg7Rdx0I6jwqBX46TQ4CecVhAxpudJ92pGNbzZfzwcgZ2NAm3tA5fIa3OWHE+V5rMNHzig/NVWF8dbXjhS25F51APlqamcfihx7C4moZDgzN9thk2mflcbN83a4f3UklQSf1FmHsskr/zXf8Vu/fsRKnIlmmCRmr+yjTRe7qKS/R46GKGkRRh/GdMsszZ2tDM1B1hvGtm31Z5o9LpZmuweGl41XxiXEygR8nLqXi8IOY9CsSngRCBwly5jHV2KHn9qNqUbVAAu/n8Zj2bn5nx4P9LIctxhbjB/zf5o8T+Ir2kTG1ELgdkf9YxdWESIwPdDW1x0xXwwb94bsDqf3rzSwTCFxC55og8TjSRxGOHj2BjdQUdqSgiIXaRVkE2XblcE2ZrNBZFemNdWJrUWva5LkYHeoXJzAJANruB1dUVxBNR9PeMIBJNwK7aqNUrKBcLKGYzoklbRQ2MLHNlG8tr6xLDj2/bBp+nihp1xdlqIrEpWeu8BhvraxkUsgWMDo8hEI0g2ppEzevF984s4YdPnsJCvgZQh5r5QqUEpguMX8VrgbOnUXRWSZFhrkrnkPGuqKl8ink6z06ZdwqAUBJHLBaTHctuAc5ljxf+YFhY8Lm1FcyfPQNvIYOYz0JHX7dIGXG/iZOZrIubzFvVzOY26IrkCs35ero7UCgWsby4jJJdRbFcxXqW7N4ySlVVfOa+w7hIFeaVgWFzl67qbGIspOLPYL2Kid4u7BnoRtxbh8+pSMdM3rLQt28vdt18M3LMJQI+VEslrK1vYD1XwKVLM0gvreOR7z+Mbf2DuOHQAXgSYRw+fwq79u7Gvp274KlTAEW1x/N6FhcX0d/fJySd5ZVVGTeyRNkZaTo/2BFDFitB2O7ubgHRub5YzIpGEljfWBFsx65Y+MsPfhLf+MZD8AaCSu5FDAq18bfUVSjtoIhdiUSLjE+R3ViWR6SdWPzm+maXg3TfsHNBCivs4iS4rTtj63WMjI7i0M7duHTpAmbmZ3Ht9TfisSMnML+8Ab+HHQD0+lFyIpQOuObgNShm03DKZbR1dEghcXpmBoViQRUDRT1IFfP4N5U8j7p/xG8Yx3JukEwkhSAhjrCgovYRE6vxuh89fPw5neE/qS/6KbC65c4aYPWLX/rnp91zU2k3h9mm8KHKkHnImkUkDEGjwymEKhPsGGaWYhGYh0nkNsFB1drBoGl5ZQ0f/eu/wdpaWg5XcXHlgvD78fNvegN2bB9FSzQii9rjC0pFjsnTZz77GVycmhJnXT54KHMR0AyIBz51PhQIp3QxudhZPSeoKq0FZGGJW6dmILCa7uXnUpRzv89CKOgTvcxIWLXT8T18Hh9YOWUSFY6EJACnrtx9X/02fvjQIwKsKjxUV9oNaGCgh2dJ8J8NWFVjtqmfZMZaBZd63LUli9pKVJWcFR/qcwWdOrqifoSqJWwf7EO9koPf8ksSuVEu4+xqHudXy8jZVWGFckORILdaEeCUyQvfkwmaAVa92wisbhO3xMtnziFgWRjpG8KZHx1BZzkEq6gSnRKFrXd0YOyWPXjy2FGkV9PYce01mJu8iNULl9E3NoSRvRPIb6QVY1WAVZUMEFgtlIrYMTGO9733j5BMxRsuyUrQS5ry5N5zwxUDFn5+GXwFuJpgS7XobbZlN1evGwBa03zdBLS5Iat2BjPHDGtGVdgtFEsqODt18jQ+8qG/xk03XI/RgSS+/+CTuDS7Kq2G4mxJR3EpKmxqCZlrNKwwUynn52FQMTMze9V7s5hX3fgyuMKq80obuDCwyNQrUgbABuoEVllJJGvOQGwOPDw4hcUVgtXaBbelDRAQqCaMVTq+SsBNncVIGE4gyGZZJXRGB/RiBhbNoyhW//8ArCrNMDJhACsUlHVPOJXAKq2ICfQ6vjoCAyOoB/yol6vwlAEnnYZVXAJcAqtqDZoAaKvM3LMN7NOAVW1rpYJMBmNqXzMxYhOFRr+lalcxj00hgS2sIXmTZmBVQ6tkzDeBtMIWkgTHJy6o8SiDRD/ikQAibCMLB9GRiGOgtQ1t4Tgu3HIAO2+/VeQYSi6NDcgIVVrLyhxD84KN9poGQI1hRo3yKZaLmmWhYtV1sucBcWvbIrvTlcIHEwJqtvpdC/FEuxZe4N+g8IQlRbIQ2UcCoCqDEI5ewPUgRFa8q55D4NWcFFuBVS0D94xn1TPePwmKRAJOgTFNwKoKgc2900AuLIRrOeS8CSxVvFj1zuOvP/QrSBQs/E5pHGfaLmPo7f145aWb4fO3wgnFUKP/sxsWZgv114R1If9acNlXrVlKwu01rGteEAsbnBdSGWzSGd5+01Wv8V/99dduAqMa5BBwjs6pugDXAE61SSPbdQ2Ad8XvNIjFM5KJJkFEJnMBX0Da0qNM3kQLU7VOEbzj+SvadSIfoJiGsr/wYzaScm2Upq/PAI1kqhFM5PPYBbOezogWNbXMvn7fN2AXyxKU8/3IRAoH/Nizdzf2X3s9fOGgnK8NXSzvJvjF7htqGhaLNuxyHZ2dvRgbmxAn6irvD+c/50StiuW5ZcRDMUQ8YVhVBT4SAFIsXXVO2GFXTAzISvWwDVHHOyW7LONkkj4WxvhZCARwTAgU8fPxYcBUaovx9+ZsNYU6smCZKJj7YkAPYemA4+9DOGnh81+4Fx/5wP9A0Cngnb/2HgyOjSDamsL43j1yvpBRxWKiaZFvgCcEI2jS0aRZaq5Bro8dCh7uDQ5CsSA21maQO/191DMXRVM4FvSLvluRWmalirxPKZPF9MKamJhU8hb6R/bhhte+CZ/+5Kdw7P5vob8tiQ1vAMHhEXS2t2NPbxx3HhxFdmUaj0+tIDZxCwKpHnhZ0Niij26ASoJzm23AyjxD9nEmtnWlHSqt58KmRENjl+YkudkVnPvaAzj648cxF6ziurtehFte9EIk29uQT2fg2HXRbyNoznvFL2NkYUAZf0AVJwRU1VrzJiZogEk6oTRxhZkDHFfTfsxC0mt//peven3zBR/60EekoM9YNREJYvnSBdz3xS8gPXMRfR1xtMZ9aAt60ZlMIdLSgno4iVV/F2rhKL503zexOL8gIGfNw64RBSCaOFxORjlT2Kmx2XbOnxuAlfuYmPmAYFVFtM0j4aBo0DXHVXIPRIdTFdQI0LMgwHVKkIL7jlkHop/Jz+T1iQyAsORFQoGMS/7caO4qk1BVvJYr1/rQHrCVVo7OJmBVkmDGCHUXPdE8rhvNoi3sIhnzoFQL4is/KuPkIhmYPJks0Wm1xIhzU8+0+SY9K7DqAiGrhpcdHMfujjCcYkmKGksLC6j7A4gkUqh4fFjJFVHWhQCfdJd7pfOG1xkN0tG9S3Rq//nxsyiGkvDVCsKycyo1pe8ZUNIB7M4TRr5uPabL+L6bDqBvfBjrl2dx7vHjKJAFT2arlscwYLcAGUIgUPE89yyuGxZgJJerVYQtvH3PTrzlF96BNrYSV4qS1wlkpLuNlKa2imJM3GxAda4jmT9kcOp8RNawLrqJxJZyDW10RShiTgiBgDpXmAeSYWZiNR6okVBE8jjurfzsBWpeB4Myt2ZnZxCORBGOx7G6kRWT1s3WXgWsmnjfXK8BlczvOC7MLwn8N38uvo7Md44BZXHE7wBeAdkuXpwUAFPAfS0Rwud/5K+em8bqz77oAIb6BxBh54U2yrl4eUa0JikdNNjbLoCfj/roAZ57lDwoyX7OtUPt4AC7i2wbO4d2IJKIwR8KIJ1Oq326UEAwEEKyrVXmHd3dySSlURk7ySo0YHbq2MgVkOE8LpQxMDCIFLtLpEikWILMxWzKnuXymLt8Wdih1HNlR10wQtaoH8VqC45cmMP/eehJTGfL8EQTwgoP1jk3eC5VxPRPgFR27bBwo9vmxfCM94wMUJnrSseXebrZS3n9JHPIOcnzn19+fvlh0ZwxGFakLqeOlelJZGan0dUSEwd4FnvYPcJ/uddwHZSLeQHqaKaXiIbQ1ZrEyEAP2ltbFBCYo+45QcIKltc2sLi2ivUSpd9slMoVBEJhMdsTSUAyNsVMU5G0lIyqYtOT7eqtVdEVC+CmnSMYSIQRAfdjP3IeC2OHDqF12yhKVCQKhZBPb8icnJqdw6kz59HV2oWYPyI52sSecZyYPIOnTh3DXXe9BL2traiX2SmsJBKUDnG5oVvNc4365qLNq7ERxnMEXwmqdnZ2ivwcOycZ05ENX6+5mF+YU1qpgSi+8rXv4uN/82nUHZq2kkxEBrKwsmSvFwKThLM8G2Kyt3I9mw5izl3mHZSXpGmVejL3EbWvsYjB66ekX6Ilirtufb5IA8gO7w/h2997EIurGVQqOezadw0OHrgeXe2d2Dm+XebMfV+5Vz4LiX2MJVlAEBIRiydy5imyHYtFvCaSDjyegJw/lMfitmZkITk/CbSqM8lIEqnz6dLlq8/Dn9Oh//+TF/0UWN1yowyweu+XlWFGM9hkvlcmB6ZFVb0BqwumKsLfmcqjQfYbVUANcErgphezqfobHUsVPGl2i9ePC5MX8T8//FEUc3lpnTHVQ57+b3rjG3HDjTcizKo3k6xoTFxJi6US/vHT/4Tjp0+pANipi+B5g2LONh4ChPqziOsg9XsIwJn/hNHIzUKDc8JqYZJFwX/SwG0E/RY6O1uRiqtgUFgqjkqYeTDzwCPIdPNNL8SRY6fx9W9+R1oUWOk0kp/PxFg149sM4ii4Q7PICK4IXV4BQ88GrKoAU30i83q5F5YXHW3taIlHkAgE0Bb1I7c0j4HuHsvFaQAAIABJREFUDpTTi+jt6JQK5apdw48nZ1ENpYTVw83SXBurlNKmxSRGXMOVsZndFYZvWycGJ0ZRLpbFiIpA12j/MC48fgptBR+sggqUbY+DyHg7tj1/L46ePoXVxVVs378XCxcvaWB1GCN7d6CQzmL5oUn4MtSFVFIPBFaz+RxGxobxF3/+Pqm6cePjpkwWCzdwbvDqoZIDMx483Mh4MqC5CZ5MsG4Mq9QaIONJabY1QFP9XnK/tZ6qKQqYwNUEvEqj2IfDTx7Ghz74YbzqFS/HwX0j+Nznv4ajpy6KnpdUNKUFRkkLSHKr9TfVeKsWYwO0ms+zsbF21VutMFave4W0yQiSwMCXc4jJj12SNkyLbI0qhcOr0lC3SYKmtqCDujcIb3svnGSrtMkyEHMrZZEOkFZIAhHUYPIFlJEPwdlyEQ51Vu0SrBo1r57OWN1q+GQ+XDPkqGA2raPGtSisWCZAXmktoqGCMGdZ/RwYQt3Hm12DU3SAjTys8jJcFJUEgW6BlBVCVsSz9Y83jfK/D6yqRE9d59Z+dNVm3fxQKYkpgGy5nc8ArMp7y5zgfFTFDM4NcjtZXGVbbjxOVocfEa8HMUoERILojLWgK9GCyJvfgr6DE6LNVaW2Jtl4bO+R96Txl2aiNJlayCfSoCv/dt0UGTQqzPbEkgVkLAcZt4YK6AxsgXZDZF1E462okNkg4wxEPV60wIsELCTgQdBV7V3cowSMpS6TrACC+Zuj+G8Bq40CyKbawNPWhrknIgIhDFKlsivn0TMAq2rnqKLgBLHqAKvuCt7/X1+KV3V14zdXbsDJwhJO/UYab4wcQO/0COpBC75oDvUag0ihUynwVNpttdGZyiPV77Q2eIM9beaLsF2FQgrseuFVr/Ff+43XXcGcM3uTtOU2vVszQ9WAkc3gngAtBFC0nqRhRskZQtA5FBINcYJ/LDhyWhDssCsKxGPLtGEWsrjCVmoDjm0tAJpEX5IPr1fARwb61OtcXFpBa1snnnryCB55+McIUf+aDrMVmiVVMTQ0hJtvuQVtXR2yrwlTRYNAKl7QOrFsP6wBR48cQ8Wu4+DBG7FzYhcSbZ2qW0UzXOlmnl7bgFV14XO8kkR6/OxqIctfSfzYupOF2ti8dhb5GLwbJpQ5U4zuI88Ujh+fQxDAxDHmsxoGhJEqknumXa0NUGEYpTzfCC6EgxbuufeLeN+f/iG6o0m86tbXoHtiDHe+/G509vViPZMToIvPt+2SsIOMvqtpi5UisQaszNQw4GDOziFgJRCJBVDNTmPp+L2wCgsIRagLqfQRy/kCysWiJEaU/slv5DGXLiCXq8HdsHH63CJGn/dC3Hjb7fj0+/8EE91J+Ftb8Y0jp7Dr5luRCntwx55uhEqLOD6fQ/Ka2+GNJBGCjYqjxtacpRwHGR8tL6FYwVwq2pSGIDfPa7+K27h3SDzJ86juYvnUBZz40ndxcfYySkMp3PHaV+K65x2SNk46EbMNPRqOy/okEE8tXcPqFmkhbd7G7hgDZnEdEDA3oKQBVlTssFmsZZFVdbQqJpasIRd43Zt/5arXN1/wV3/5VyIjRAAhT03EjXWU8zmcfeDr8JTIJPagJRxAMhqR9kdqrqatJEqJFL72vUcwdeGy3MOql/Y05DWpRyP2ZFu2rHId6zcVZERmQRsUkqWrTChVRxpZpoahvql7Z2pFivlNwILrmwmvJcCqaquXRJvrX5ukyr6sgUN+bwBusx8ZQoTpaZDx1mZIBFZNfGyAVeIcfS1FXDdWgL9WQcDrCmv0G0+4uLDBNnTGKuzMIFzG00rtI1sfzwasSrt4rYaJzhhefd0w6sUCCgRc0iyge+CPREXTvkivCgHo/Aj7AtIeX6kpia5ELIrR4UEUXC8+8q2HsOKGYdUKaPd7UCmWVbHAq9aBYVHx+kQDm5JMlGqjOUuQ5AjqlQZRrRCoUswxs7b5Gn4fDERkzLgvUcaDDLUDBw7ArpTEg+GmF7wAPQP9ojfM+I6mO2zjJYhp9jg1zszNlMyaFDc0cKvOEAWom3lhOgjE/IgFCF1cM+cLX9vS0iayWAS8qBGZzeXUGtPvr7oWWxsFKwFCiyUsr6wI+NQ/MoqFlTW4zPv4d/Se0czY3UqgMPqrnGck2bAjz+SpJq6viPmvVwgVlUpNdP0z2Rz+L3vvGSbXdV2Jrkq3cuqIbjS60Y2ciUxSDBIFMUmiwihrxpKebMvjqPH4eebZb5xGTrLosa0wDpJtaaSRREtUoGgFkgpMIgGCAIhAAA2gAXTOXTndune+tc85VYUWKD7Afn/8sfjxA9Bd4da5J+y99tprXbp0ERuGBmRMzH7Av9//x396Xev7LXfciO7ODunc9PksjE5MIJpqw/qhAUxcHAaVh7rScUQjQblnvJdkJZMRCVeBV7WyKnalYu2wvR7kKmVcHBslzRyDfQNytrMwGo2FZU+tN/xTlDRUuVrDQi6PfKWO+aU8CuUqNvV3oT2VQISddVo/nQDhzPQcSqUy1q5fg+7ebskD2DnAQjqluKpWHEfHF/HgEwRXK3DDCQQooyXdJDSKUhIVcu5RQoIO7LbqNGllvpszQM4v6l8T5ONa8BBUDUihiXsitc99gaDk4F4rJN1VkWAI1ewCZi8NI+LWEPWyBT0s0kDyftUyatUKksGAmEBSUzUespBOhDGwsgepeETmEoHCcqmKQqmMucVFTM3MYmSugLmFDBYyeVRdrxgrcT1yfpNlbYqZHHPukx5vQGlGe+pSONk+sAL7NqxGioXbegCT1QI23nYLujeshdeKoFwoo1TMCXD8gyefQqlEUygL2zZsxZYtWzC1MIXvPvpdpDvSuGXfHtRLBbgEVkNR6bygpAfXl2Up42kySNva0g0jTeo6T09PY2RkBD09PSIVSNMqjkssFkcqlcbszLx0EnHMmXOdPHMef/lXn8Dk7KzIkvEQ4PwTyT0ppjEIo/+AX6QCuS/4KefkDaBGOQj21DuUYGLLfwCxcBhJ6iSHowJ+8v7yPFnKZKQ4f/vN+9DR3YmJmVk8+vjTmJjJSn4+tGUN7nvzW1jjRSgUFbDz8ccfx/nz55vyHzzbmPg3OlGlzUUXfJSMo+ihs6Kou1NFV1tiDEWIEGKClkwxkl48x2dmpq5rjf9bfdErwOqyO2uA1Qe/9sAVUgDmaUpbSU00VnQEjKQequPKQdRamWkyCszk1PRp3V7F9h8TjPJ9TEuV0uggOMNAJ4AXnj+C//33/4CAMmCUyohUIEpl3PXG+3Dr7XeIHgbPEy7mJbInylV87etfw7Fjx5TGDoNs3e4nbqgCTDYF26VSpn/eek1mEZoAWVqnGKAIQEAw2Ub/QB9WptmSoCUY6Yink3RWVgg13XX3fThxahhfefAheKkJqRqqZVivF1g116yC4aszVuX9NbDavIcEVr1Ip6jnmUDYR8FuB+XMPFZ0dmB+4iI29vdLRTbjenFo+CL88TYJ0ESs3Fb3TYIjCtOLWyc3HQUyVrsjsNZ3C2O1VChibPgcPDUbQwNDAqwmsh4E6HHERNvrILy2DWtv244Xh4cxOT6FtTu2YvbyGGbOjqBv7SCGtm9EIZPF1OPD8GdK8Duqxa9arErS3TewEn/8xx9BZ2eHCqAEAFZtHNSVknESrK/ZN1xn24Y4WjZbTsyGqdo5dEVeJ3Lc5Hm9jXus25/kPQk8sKKqkyVTrVagnYKLCM+8eOo0PvrHH8Nb7ns9XrV/C/76b7+A46dHBNBROq0SpqLuKKDVAKv6IjW7WjHuTPKzsDB3zXszgdWBXQZYVdpYClMjsEpjqRo8NoFVGkxVNLBqGHyUA3Bhey342nvgtnXAtT3wsJpcq0jwzuIH9YO8FhXLfXCF8QS4xRLcQg7eWhmoFa8TWG0xueJ107wpGJeqNNMxBoYEbVGvwLWi8K/ohU0mXt2Fk6vDzRXgLc/BdfMKRNRyAArkeWkhgtZBvjqwaqQATOO0NOe3vOwqbFT9W/MKtRcsezSAVdM4r1irKhzQ4Kq8hMFoQOoI4aAX8biFKNn0IQYrfoQsL9oiEXTHU1j9lp/Bips3o+T3oOwUEXIISmuzF6Ojp+UADCCnPsGIEegeQN3uJ3uk60HZ4yIHB1nUBUQlsBoUH3cP4vF2AVu53m0Cqx4vUvChDX4kyVAVgFhBm4rRqYIcuScvA6y2Aqpm9F6KfazuuAJxZXV6lCKi4ocuB8HVuxGwpkHLDOqYdEfxp//p/UiP5PEfN96G+pKDpzxHsffuBF4d2yHsAac+h4ATU3syVQCEicvzgYUMAqy6MMnvR8COexXXiIfMFN5nFo5UMYZ/hre985rX+C//6rsbe4Q6H9RZZxirrYXOJvhz5ewzr2GSrsBQrXtF7UEyQ2hQqdlFbD9ksq0AQGpjKXaJYauZxMiYCRpgxLT3mXOWfxpg0gCNZLAygeHsKOZLeOx738fs9DzCFo2HbFTLFdFj3LNnN7Zt3670ljULlzOWYIXZ+6kJxzm2ML+E5w49LzN637792L59D5KpNkSicfkcv9+S9mSeE2prJntCtaN6WagRPWIalDFvsiWRJ1OV31M5dyvgQ8VGKhEXVpBtN6QUGgmhbiszOoHS6RImW4ttjGqHMoxVk+RHYhEsFhfx4ANfxhf/4q9x07qt+Nlf+zB6d+2Vdt10R4c4RbOAIGtKZDrUmWbuicxt0UHUpSrNqDFzQ+4l56FTRW7iIhbPfwfB8iUEQzFl6kUmXLWGWrEkUgC2TbNTMppdLBRqmLk0h6AviEvTizgzPIbVQ+vRFXaxtr8NyZ4VeOAHTyPvT6N/aB0G0j4k7UW4yR7E190o+t907XW8NLmoNswjTcGTybiJ04TRqHWvZT55vKh5WSByESELsOYIo3bk2aM49eRBzBULiG8bwk13vRZDQ0PSbUFWl+X1IxAOoua4KIknAMQEjeNjZCRE0zJAaSu2M6q1y3li5m1DFqDFbEvYcLJe1HnQChIQUHvbe372mtc3X/Cxj/6ZFBB49jH2YDsj99wfP/gPmDt/EulIGNGgT7R307GYGD5V/VGUY534/tGzeP7EWdVG72M8q/SOzV4h80LYROo7mkdjr2D8x1VBkEGDIbbqrRSgxBjeGgBZ5pqwK+siAcPvzXZZvgfjSVM64/pqdCdwDTWcppsdRkYuhGQOSd4bZpZKFkDYSBLrNWMlKR542R7sQ0cog60rM0iHArACNrIlF9877OJynqwyxaDieeCj3uE1AqscQY5mGBXcvWM1+tNRlPJF2LklOUOoT8zzj2cbQWSCgQR7WCiSIim8iMcS6O3pQc0K4a/++XG8MFMQQ8Quzs0KW75Lws5TEiLci5XWNTsJyjVFdODXV/rJDLy0XromiCwv/Ph9PHc8WLduDaLxqJzDPT0r0LeqF8n2NiTa27GUUwY4ZEJSyz0YUHNCFYeYB1Rlfpv9RLwtNCPfFIoYI0u3giE4sI2e5JoW80Mju6HATxfpVEqk29gBSaYlJVYajWMcR3boxOOIkAHt82Fhdkbu++T0NDZv3YGlQhl5yltJLK5yASFPaCZ8EyRRc9/sjXLNfsoQKIkFM+8VkE/JOEpnaYYlz5OlDEYvXxJNYxaxmmBsHX/2kT+6rvV9++4tstewGFqu2Ziez8CKxTDY3Ymoz0XCcrGyKymkIoLPLFakrAj8AY/oRlLyI58rYW5uASMTk4i1pVGu1zB8bhgLc4vYvnETbtm/Bx1tCVSlC0WZUkubOvN75nd1BzmCs/BjbHoJlydnsHPbEPr7ehH0s0OsBJeM4mwWC/NzWLWqF/2r+9U5QzPcugcOmZ3FBeRtF7aVxJnpLL5/+DSmslVUA2GJK9j9qDpbFDHDy2vgz6hPre9VYy8R82KFKVD2p1GI1EbZ/iAZqwEBIEXag/eSklleyg0FEKIZ2+w4ctNjSPpVo1C5XIVTrUmsTE3OLWtWYcv6NejqSCMAejaQcUmAUDZwmcNkp/Lcp7v93OICxhfLmJiZx8TsEibmM2Dm5LUog1aV/a5xna5iPBPbKFfr0vnqVPJYmYxgz8YhJJjblm10rh3A9jtugScRExA2O5eBx+9iYWkJx06chM8fEhbo2v412LV7Nx558jGcOnkct9/6KnSmksgtzAmpwWNRSog6wBXZOxhfsKjV1p6W8eBy5L9ZOKFZFVmqnR2dje4krnFhq9aV0VU2k4dlhWTVzizO4p+/9y2MjJ2Tjh5Gy3aNuTLjCuU/4WHXj8NONGUMVisUUcjk4C9VpMMuErJEv7YtkUAyHkU8HERISGkBxOJxYeoyV5d4lPtdIIBsqYLRiSnki+wW9WH1+n54Q1GE2zpwaWYBX/3WtwXsFkkIzX41566Je6j1qs47g8Eo60njl6GA4WZXMc9CysQYDKCpSe9gcYH7ziuPRpzgttImXhkXGGD1G9/4SsN0YvmwmICSQTSr+FyoRo+0UZVp0ZmShC4QaOh4SfsGGTA6IG0N2sxk5oRmAELtk8NPPYUfPfwwOkJhJOIxxOIxLGYyyBQr6BoYwuD6TZhbymAxu4TFhUXMzs0hHqcWyAKGh8/KJtDKVpTgTzOnjF6oqbCIELy0cGqBaR0IazKXMiLRNXxqkXJTvPW2W7Bjwyr5fjycpBWSCR+F4mlm4brYt+9mPHPoGL7+zW/D4yPQy+Cv2aYvC7wZUjYCzasxVqVh1Tg364V/LcCq+ay2dJu4ADKcsytl1MtFxGl8kFnAzjVrpOo5Xajg8PBFcXNkYM4Hk1m2YvDa+Hdei2gzSV+ug0pXGKGNPVi9ZT2K2TwuD5Ox6mDjug0YPngS4bkaglVW5VyRAggMJrHh1TdgeGQE46PjWHfDdgFWp89cQN+6QQxt24hSvoDx77+IQLYiepCsPBFYZTLb2d2BD3zgfejpVXo5ZKJyUxcTKh5aWufXHMaKpaUqlILjtAIqOihXARgTYtUuxU1U2LqaRarae1VgybGQQJmaa7otStq1BCBikKJYAmdOn8Uf/N4f4s1vvBd3vmYf/vLjf48jJ4ZFAF65iSv9FrYcyOtbrkuMRrQDvBHt57gvLFwfY3Vg95vE2EXMfxsmJjZcasQSOGflmuAk9XZF/0gDj2RHcg6wdTzdDU9nNxyONdt3BFjVTe68fjK7RG6A0UsdYPW0VISXAVwtf41SAGqXIFNE2+Cowgv19QIU4ScIpYHVOoHbMrwU5+/olkq9z3ZRJ2O1WICnNAvUVWuZek/FVpUD9yehzZ84Fa4OrKpXGykAdZ1yTDfhUskYCWIolpX68CuNmV4aWG0CqdI2d8V+oUFB14KnriRK4lG/MFYZpIRDBFYDiAWC6E21Y/3aLWi/dx8CGzegZOfgcSz4vGRvKw0hxRjQ99uwlFrmopFwMQxW9a3YNuyiSg1WYYOq+SuhlseDVLxTXGB57ygZYLlMPgHaJYTZ8m8WlB4T9XEKPmZQ+nJSAMvBVZpxXe2hQFT1OwnhNWOZe7TRyV7+uoBbRdkJ47LtwbjvOXzqlz6E0W/b2LOpF2m/hdpcGdW2i7hhTS+2JFcJyyYqyTOTG9USJQEmk3Q/nbgdLRMgX05pGXqZKHAvVcYupjLOveqGd33qmiOTX/k1mlc1HwYkNWNpQCm5d4bJw+BV9h3V3ifGUwwuNTPJPJd/CnNSJ/RMEshapW4XGZ1mzptESEBZtktznxOQT5lhCVCruy54FphFYaQCDLOKxdpgOIQy9a89ARw/dgrPPn1Q9Hc5Xiyi2lUbfX29eNWrbkKqo4MOlQKo8iHtXcJEVVJFBHICVkgMJ549dEiYUHs278Krbrkdnb19CIQi8nzFVlDaxjIbZQ9WoKqMS42tfwQTlbkOzwF+OYIfXD7SmqrlZvgcsm+NLEChUFCJoS4ym1ZoM2Ym+eE0ZsujuV98Dd8nMz+HL3/+c/jKNx7EbTfswttf907k6h50buvD9h07pUVRzDS594lbueoBEtZkS9eQfB6TVA0Emt+ZgrnHLWF+7BzKl5+CVZmhRbVIAFDrkUzFarmEelkl5dLOyRbSOlCoOKjla+hasQK268WpY2fQ09WLgb5OJGMWrEgEpy5N4oFvP4F4/wZJqIK1PLbseRUCHQOwmcw6ZXmtmQ+thXq1P6kHz0NKj/BRJwPf44VVY++kX+bU9PFhnPvRQZy5cA61VBhb7rgF2/bvEUCL0gE0Vgx6aZwRFU35bLEkumvcM0VHXuum897xPvDfInskTsgKHJK5que52Yta2XBy7YwTtN6vYXHzWt/67g9e8/rmCz76px9V8Yawn1RbOIHV8wcfw+HvfxsdIR9SsSDCEUu0T2NkZtGN2ZfEwZFpPHLsJBwWR0Qjv0kyUPGRRxVHOXc0cGkAd4mjCKjJvkbzIbWmlGEfUCtVrgBpzXiINp1mNHHspDVXmOU0DNEMXomvm2emAKsNzVRV3GbCzXVJR2hlEKMrb0b7X+vcGs1z831C/ghcn4PuWBHruzKI+ryIRBxkCw5++IIHowUWs9R5zO/mkxPi2hmr3JNqdgUDbRHsX9OLOGqolYoSH7E9mPOZ8yvGsznoFw8GsqxkfsGHUCSORCINbySGrx46ha8dPCV7DjUhBXhknBVQOrZqP4jL/GHLLofKor6j3wu7VBbd7qpdk70rpAEGs3+bYpMVCMq6XT04gPe//2dwYeQcDh58FolUClt33oBVqwexmMshl8lKVBPweBGLBxuse+4BDYIN9e01U5V7HqeItGzLelVtvnIWqamj7p0GfPlzw2RlbM78kvF1MpkS9hylHMiWKxYI7FA2xY/5+QUZAzLskokEzp05jUQyKeZCa9ZthC8YxWK2IMZjrWedWX/NPUR1/5nYTgBXstf0GWjmsPyb+YfE6goops8DuwKymQwCen9tLSje/5E/vK71feMNG4WxyTWYpYanw9jKi4TXgy2D/eiIBdCdCiEeotSWLedxMhhGMhGFTxzmqRHr4OzwCA6ePo32jjY5o9mJSE+Sro527N2xDW3JuLSYF/I5lCgFwH1clIk88t3KJCUEojh9aQovnL4AfyyKdRs3I93ZgUiQXVEuSguzaA95sXnNKjkfyDaVLniHnRxVZMoZVHhWVusoORbOji/h2JlRjHmU2ZjqmGfOVRP2KmUoWLAxbNVG/Mdond1yulAp8jmUpmh0UGmNVYKqQQKrOg6g1BpBZ3Z6eByUZkaRnx6D5WV7vNrjw34v1vatwNr+XuzeOChGZH6vkjlTt1XluczFuNeTzUzwv2LXkM3nsZSvYHYhh9GZJZwZm8JstgjXIrNb7VtG6og5BvNKBiQcY54BdqWIoBdYP9iP7nQKyVgMr3vTvYj1tCFnk6lahkND06AXE9PTeOGFE+jqWIHe7j709/Zj5ao+fPFrX0Q+m8E9d94p15xbXEQiERc9XI4XGen5fE4AVYKnLKJIgZhdBrWaSACwSEFDUDJLKanINZFKpcQzh2uNwCuBU5HW87rIVRZx/uIpjM6eRZ2Rv2vBrvhQq3hRKXmwOL+EymIBKzo6EGesnM2ilsvLrtoRjYvsSTQSRpheIn5VfCR4zTEi+5j+OCKFxO5D5no1Je5HczLmlT5JMpkz11D0eLDoePHl7/4Ah04OC9DKNSCEIV08VjKAygvCmDLr5j+NCWlyR4upujF2lGxGCCDNs4rbF9f60uIrwOoV+cYrwOqVe74BVh966EEdNFJHSbmzKW02BSjFY3EJrnjIcaIFqGei3XpNkmCqgZLcCFNHUTplkktg2tQZbMW3JSB1HVTr1LoK4OD3H8PRH/4A3ZEwOuIJWOEQxqdnaVGHssePE+dGMJcroawrkVw0dJJrMgdVK5m0rBMMNNUPxWlsASkZFDQdZg0QJ+/DWrI2IVELjISNGiyfD297+1tx4NYbJZhiO4NIInghGq6VckGuo7OrFw89/Ci++TClAKg7yQBSMSaXM1Zb26H/tYHVVjmBNIHVVErYOdVyEaU8HX0Lwki8YWgAhaUlZBwPLi/mJDEmO6mRrIqmHuRwMfeZCRxBwVJnEOGNvRjaugG5TA6XzpyRytn2Ldtw5pnj8E+WEKoqPUOaV6Evgk137MLI6ChGRy5jw56dmLk0iqnT57Fq3RAGtq6HXarg8qMnYOWq4s7MuVQpKDdM6ttFwpY2r1IHdChIc7I81qwdkCo3k/ilpYxU5pi0lioOcvm83BsGaRRil3lOVoFmJfP+CdNBWCqKlS0HuE6mJGn1sdWKz/HLGggG2eIW1dqDISQSEcQTSQl+52bn8dm//xze9MZ7cc9rb8LHP/VZHDlOYJW8DQKWBIH53VQ1tslY5UGmgjmVdGgtVkCq+Nf6EMbq3jerqjtdyrzK65ZuiAxmQF0pslbZUkbNVLeqOJLiws5AjzrHXrjpDni7euCSaUfwha+VIElpt3p9LlzxEaMRAMQUy83nATIunKszVn86Z1TNGUno+NCMdjeQEmCVTDK7ShmDEmCX4CWTtb1XBPglWar54KvkxWHXU8tLZVxJZDRBnesDVg1YtxxYVYzLBg9Vs8rV4dwI6a90tl9+MxuM1VZgtdm2rvSStXGHS+dRuqBy/kPYqhEmIAQarBBCniBWd/bgrZtXY3pnD2KvOQCEPahUqD+nWEN+18i8KMaX7N2SCKlBVwGsWgfi76EdfFv5nlJI47eSqapeR/MqA14LuKcBJwXiqi9tkyQls1umpCRxnJdXaHEvM6/iHGteV3PwqM96tQfDJlUaaAKrZo81BkbLX8c5n63VseT4cLl+Fn/1vrche6gbqwd70Bn2IlxcwmKhhp5EFOs2xNEf60ePxXOkDl/AAQv5AphS3KCqABiuebaCqq4jxVmnyQSTEngYyKuWS7aN7fqdv77WJY5f/OV3XsFYNUl46700ibWAQ8ZMYRnLlL+jKU3r+dxgY4okjhr/SCQkQXmYmm9+fnfFaDLsIOp8mkcTeKJki9LSojkHi3QquVLtf+a+yjzztU5DAAAgAElEQVT0e0S3nNWahbkc/vmh7yAzNw9qk7Ids0rHabeOfXt3Y8OWLbAYnwjYRPBBJV4Sb7DbhAUlzjK/TzQenzv8PM4dOYnt23bi3je9FauG1opGGoFIadkTMFjtu4q9x3Yxdm5U5Wzh9Sv9VBZVKeMSkHPGSADwuzCpMW38bLnj3/kzPvidBawT9q8yveBr+J5suZfWRiYcfj/4Wn7mX3/yk3j4c1/Abet348P/9bfRvnsNim4FCcRQjwVF20yKgbowQXYpi2gsIBiQvRFbNKBjBRibe0agJzN2AlPnvo+UlUeYbdMlmlX6UHNsMTqpFvKSxBEYq9VYMGDuQSOiCHzRKAJsn3M8SHf2wPH4xUTGqrsI+4Io21586eFHMJx10N63GlHLwi2vfh1qXguZfAYBn7oWYffQYEszl+Qc1BJIkpTrlkE5q8mKpJ4mWzYX8jj/g2dx9LEnJGkM7BzE3W95I9Zv3CwGFuq8dUDdEYKsBMRL9RqscARBHmeVCmgtaZjT8jna5EsVG1Q8zM8VVhu7t2jioduyZe/ULGATKxDYb7wHn/8vAVY/+jH1+WRRG6DBb2Fp9CweeeDziNbyaE8EEEtEEQtFpM2Sn+fxJHF6sYx/OnwEBccLP1vQRU+uabola1fHvBKJaODCFDtETw8uUomk6LCzc6hjRSe8QT/OHjsh79UEVLX+rS7SaYMB1dPl9SAQVAmz3IsGu16fMbrLyCSzsh9xTHVx0hQuVLHVGGbpuJpsW/2d+GfIF4Hrd9GbKmMgsYiAW0c0BuSLwHPngriY4/10JP6l3A0lYK4VWJXtnIapPktkibZ2BbF9RQLZXBEhtvz6RbAHIcuPdDyCWMgSCRWCBnTWJouNjPBILIlQPI2jU3l84huPYjGfEzNKtly7LoFSvo5xqSXxLPcLro9gLAbYDtxqDQWSJXi2MEamuZhmTMv5TGNeFgOoca73a4LjO27YhmQqIUWSXKmEHXv2YGBoDeYXMyjmC3Kv65UK2juSst9zWhTzdCtn/BsQuTZqn5J9yOIR9xCRb9AO6GZeGBBT9nZH52ASh6miG2U4KmVKE9B0you29nb0rxqQ7zk9PSXnC7Uhp6dnMDc3L8Brf38/zp46oToD6i56+1cj1bECC5mCaGEbxqrZc3kNrYCpYqM2C08EVluBVj5fAX06/6PklOOIcRTXvTB3y6prwZxj/PNPfvf3rvn85gt2bVmjyR9eMUaqeAPwR2KwymVs6O3Bmr42xHx1hHxkgWuwnozMIB3gLcnrShUXFy6OYXQxC7dWEz3yof5+bFi/Vq15AWRJUilIGzyB1VK1LOdbnUUt6oC6QNUTxsWZLJ55/gRm6kn0b9yEUEcnvJYP7TE/Yt4ahlIh9Kei8FYLYnxLYhEN2bKFIqrFIuqlHBySsWwgZ1t48eIUnp7MSQcnjeVk36wVUS4VlN6mdMhosFu8qbQ5VTAq+IFhgDbiP6VTJy3qNPVTOquqoMr9ymPFEApFEHJqmDt3Cp7SksxzkqDYbdmVimP3pjXYtWkdVncnECIph/JmAlKrmJsFPMnFGKkJq9qROK5CA7FcUSQTJhYLGJ6cw/DoFBYKRSHxEMQza46hEWNaVWgGPHUlnUiiWW9fL9LpBIZ6e/HWd74VRaeIklOWdRWLxmH7XQyPXMDwmfPYvmUH+nv6kU60IZfP4qHvfVNkkV5/z12y/mSdk61bU2ufhRcWgvv6+pBIxqQQFgqHZI+kBAD3Ea4jjnOeXb+UkEildMyRx4ULI1LYiEWTAkbX6hVUkMVifhwz2RG4gTo8dgT5LNv6u1Gr+PHsU4cQLxTR19WFQL0Gf7WKRMCPCIvlkZCsYxaZmDdSB5nxFQtnBFVpMC5GpCykaWknmSXS4UXCk6XMlCUEraJuRfDDY6fxwKNPIO+EUOY65b0yBtS6O0d1K6suHSWSqPcB6V5TfhOKc6ORGZOsqc29gRepvUHtEQvzr0gBtG5yr0gBLNvyDbD6rW99TTYDtvhxc+MBxweBIx4gDPDF0dPjk81GiX6rMqRyRlW6OorNqDUjtVaWObwkGLDrCEfCDVdQA7pyAjMZi4SCeOxbD+HE0z9GTzyBoGMj1dmBS5cuIxKJI9Xdi4ee/BHmykxIVaDAhWNAVIJlhgreODR1O6DRHZWkq0UKgJuwyqVUcNcIAgRgUK3fov6nA8E33vcG3HfPHahUFYOXgYQRQxd3eQJ9oTC+/MDX8a1vfxc+A6x6VAB4BWNSftJsvTKHv6nyymc3ND40SN3ojblS08sEEOYWt7qO8zOpu0VdUoKKhUJeWgEU64LmygpsNO2Lot/Etgwd2FriRkvav27HYuBE1kPdRinpQ3DrSqzesRELc/OYPDMiG+D2XTtw8fhZ2MOLSNj0bfeizKO73cL6A7txeWYCY2dHsGHvTkxdmsDk8Dms2tCH1Vs2iTvz+cdOIDCbR7DuEWYK9VsJhIoWiw4sW9kt6r6qCpVXA8FyP8mOMiCXHhyTbJqxlXtuAj7tqMiAuBXoNgd60CJg36x2N1tYg8K45oNzopjPScXv3e9+F/bu3oZ//OwXcPzUOTjSIqfcJw0LhtfTep9NgmDuqbmO6wZW979WDnwCcQ3tVo6VXZMADA4ByqrcT2mMEx1P1SIn+kdMboMp+DtWoR4PqnZZUpUYiUkV1gPHp4xDfMJYdeGWqnDp8FspwItFONJ6xBq8Ns9qeL//ZByq/DXNzdLrg0ki11cgDi+tdwnF1VxJJFArwI2l4Ut1qGDIQ/adD55qBcgtwK3mAKcAql4S/TUNaSJPpdlPDYOp5axSzeZsXKXougmioLRKNFdTOYKqAkRTG1kanTQedSWMrJ7TBATVvmD+v3psrhuPW55nwCS2hTKYI7MlJC2PMY8P24ZW42dv6YATbMf0a+6Dd12P6FFbdLL3UOJDM1YbCa66nqbAge6q06wTadOXapv61mafUletvgHvbkess/lNWto91Xvr76xd0gybRTiv2gHcfL4ZXWHLaiDW7KGtUGqDwbBs2Bq6SBo4EGhdv5AAvDA1zd4vuDCb+B3MOwEsVjy4lP8W/uLdfwj7vBcbhlaiLx5HrZjBfP4yogkPtq7qx4b2fqSDFqxADcGAi6DXguWj2ZAPdc5DKe4RWGVCpM4YdVaqNlkprAiRVenWbfnwX1z95v+Un/7HX3zXFUkh9w9JrOXsU2eIOTaaoKli6BgAq7nXNXUh+Tqj0SkrUrfk8WcMzJlsE8BREiwmETUJLFkbZJDoBEmDQQJYEVzUbf2m/U/OPhaz9H3h8gqGo3K/nnr6aRz+3iHEUknQs55tbh7bRW+6C/tuvgnpFV3S1u2lq6zNdaB09lh8kTNAn+28bp7Zjx/+MQ4/+QzW9A7hXe/5Gdyw92ZY3iBsyvroPZwggMhTGNCIzJdSSQDSBrOG7csC/JgAXCViHFMW6ti2zrOATrwmTuB7GODQAJsEZiX+8FsIxcjqCCFpRVHI5HH/Jz+GL/zTF3DvjbfiN372wzj27AwCHWG8+WfvQtXnh11pgqeNs19r4l6t3EA2l7huuxHUAjT+cxFAFXMLi1h65n4BzckoIThTJzOV7f6FEsrlijAVxbBMM5LVOUrWkAJa2Imh4p8QEm2d8PtCqJXKCNH8sljGE88+j8ePX8DgntuRd8NYO7ROmEIcB5rkBfxeGVvGUwRp+HPGIlwgqg25Ccbx30ENrNpLJZz6/LfxzDNPYTRaxdDNO/G2d74bK7q6MTc3p7tQ1D1iu3+5VJJ7RGCb94LxLrXdmJhSZkr0ITWwK/eoZsv3M2CLWRcSR+prkk4ucTVvmltecT80IPuO91yfedWf/MmfNMFQkQ5Ra5P7xxMPfgGFc0fQnQojEAmjLZlClIygoB+BmoM8IvjnU5dwYnRGmXiQ2SXOyNyXVIFDimV+xiEeRK0QYmFlKEct4bJdQziZQpDfoVqUboTu/rXwhdvx4jNPyvMMe11iciFSECshuKiNstTBKO8vUijME3ThmvqOjkgBqLPexOgGYDX7u4nbWuMi8bPSDOzWuC7g4Z7sw1Agh5vXxVEIVTFXnoVj+/HcRQcTuSRqxTJ8ri1yEAT0CZzwMzmupiWcn0WAVIohfmVIY65Riu8Uj+FeW7elsLB7+2Z47CqiMxNIRH2IhuuIhX1IxxOSF7h+jwJWyVoNRGH5IwiHY6BBXc1j4ZGjL+CJ4QuYypWxlM2rzjDNKBZNaNFRDQirrFopC1jUOg/lXnLf10UrwyhVkgE0r6R6igK2giELqRQBqCBC6QTufON90kVFEkKpWBRjP3KIOzpTiIWjomlarhRl36cOIrWHOU8WZtUaY0s2YyPuH9wXTV5mcis1dk2wwqwxBVrZykiIMjD1ujiU9/R2o1isoVSqoburHbMzU5gcH5fYedOmTRgdm8TU1Cg62jvQs2od0p19mM/RfEcVNEwuZ/IYzj3mq2bNSpHPEH6EFa3WPR/m5yYuN2el/FznkNwXTO5oiD1/8P/81jWf33zBts1rRDeUOxwNkQgkhYMc20m0RUJ42+sPoFKcR8Bnw1O1EaVJk+tFOORDMhaVvLpSd5T5VNlBtVRGOplEPByV+869m+ZUbM6gJwHb3Qm0cg7xXK+KJnoZDs9Ix8KlmRxODo/i2GQFm299FSK9K1FhZ4DjkT0jGgohnUgIO5i5DsHa7OIinGoFezauRKJegT01Ck+1JJ4s2UoVp0dnMZbNwg3H4dY8sEs2imJkVAYzJ2M0RD8Ufn92KvqDETXGel9o5EZs1RYWPLXQ/dIyLvsCz4VoDKFwAp5gAM7SPPIXh1ErzSOou258Th3b1w1i/+a1WNfXJSxg6Zpt6bZRe4w6z6UoTYKEMdiigaNdEzPNbL6A6cU8To/O48zoLBZ5tmhZDq5TKdbquMnobsv+hroUZClPs2fvNuzafYNEqTSwpLwawWTOx0NnTspn3L59r6wr2+eIPMDTzxxET3sb7jxwByamJtGWSMIu1WBbHoT8FqYnpuV6V60eEKJFMOgTXdNMJiPjRPmPgOUXAlKukBdNVRpc00flwrkLkrum2QUYJkibQ63ioMrOxqU5VJzLiHREEPCswMxUVWIQy2dj7OI5tBcqUtATw0kxqmWOIoLammTHApve56WrwyN5M/1yWDjiGuB9FSCd+aJ0DZEgQcBckfAsB1hCGJ956Ps4cXlCtISZV7OLw5wNZo82i/Gl8nkT95qzpnXxtp5DSkJJ4UCLS7PXtcb/rb7oFWB12Z01wOoj33lY2vt6V/bJxJmempSDKZlKS7JJ7YtioYDZuVmEgiHEEwkUKyUU8nmtvak0qJgYURxeBdmq4i/tb8JSoS6lI60ijcNL6zMJa8WxZYE9//RTOPXMQURpdMLExu9FqVzB4mIW/Ws34IkXjuH8zJy4gvNh2vsNWEpg9YrF0mLktLytXl7704BVWahN13aOzV133Yk3veGAJBEMtlrF4Q3bipWyLz/wIP75e4+J8yj1lMhM+klQVb5B4660AquNduyWKv7yhWkWfmsA3/j7sjZnml9Qw4hjQ6Yt/xc9MbouMkgPUNhetV3wvlEHx7Re8XcCmhNYFSMv1vYJrrooJ/0Ibe1D/44NEmBNnh0RKYAtN2zF+aMvwne5iGTdjyqlAGgmkvJh0137MLk0h5FTw8JYnb48ganhcxjYNIDBbZtQKzoYfuQFBBeL0uZXowN5qSIJjgl6WoMiE1ArwFOJVpufiWeSqzUl9eCY35lk7WrAKufy8nGVwLABxOnWJlXY0vqKCjhSjFcHmWwG733ve/Hqm3fhM//4eRw9fkaANraUEEgxLTE/DVg1BwXv23UDq/teJ4GBgKsaHBN5Bxp61SvSSg+bLo2KCaYqe4qlQ/0jaeuzkvCne+Ekw9LN5eGcJgbL9iWCZ8RTBYi1qB0AMGCrFhWw6mSk3UfeX/5jAHl1lqEciA1gVVPmBcnzSiXTDSREbUDqOhWCMVW4tRIQa9fAqkBmAiJ7qeeWz8CpZgE7KzuGR4BVgqO6itkATvX9fhlgVYCaBrCqdIYMM/xfD1j9CZEANe9Vs7z83cCYAprJHkJZE5or1BDyRDGQCmP/plV4/Q09sKoeXFxzA0J334OKtwIP2/aEfWomb9OsSnUpqM+XZwibVIOp+rKkm8FchYCh6mEA1i4BVtVrzB9qrzavMs/X4Kx5X/Me8lIC0Ro0MnO2Cbe32KzoT77KdKJOknonxciSevUyYJU/N9cuFXQA844XcxXg3OxX8an3/AkwERJgtT8Zh13KYjYzgkDIwYbeAWzsHEJ7hK3ENkIEVgmOeQmskgGigVWCVDrZJZtHFcMVQ5WgpMwiSgkA2PzhP1++zb/svz/0C+9o7HdmL1F7nGqbNUIjCscwc0slDMvPEMO4bk2GJbnUs6+VUUxgisAqA3T1PiopNddg3t+08kmQLNIDSuuMCbQkrBpMExaRdJBqNgEDbCuIy6Oj+PoXHpLXkdlAdgzZGhErjJ27d2Fo/XrFdLD4fOpkqu4CvpmKC7S+nwZ5K3YVx46fwDM/PgS/48fdr70b977hTejp60fNdlFllwvbrjVoygSFoQC/F4E/gqMNwxIBV9TvWIQW7WAxteHf1XibtnLGQnQk5oNMVGNsRVCOz2H7azyahCfowfjcRXzuH/4GD372S7hly37851/6DWx61V4Upb/Wh1giiapbFdZbK9jTAMhbtIpbJ5CS8aDZHIfHhSfohV1YxNjxb8G/8KICRMR8piagKls6y0XGCxqQ0EC1OLTrh+pQUpISTER5/jFOdD0BBHgw1GxkMzkcP3Mez52fhZNciZInhGQyjbtfd4cANNxTqeOrxlHdNwOOMHleDqxyLnEtT7xwBoe/+h2MXBxFoL8DO++5DTe+9jbEfVEZY/NgZwqZQrx3Bvzl78xnELxl3Kpcjk2rKgGamhiHqXblivxO6V02NYXF/IaJoL52A7IY1iDntQEE3vqOD7zser7aE/7oj/6ohZGp5C6kaBHw49LRZ3D0O19BZyyAeCKCVCyKGOcTr4umNE4AJ2YKeOLUCOZLnDOqOMzvIIwhDRiyKEoyBbcN6jAKaGEFpP3VJnOIxjpk2Ft+JLtWIZrqw5mDT8paEABVt82q61dyCGJaKeeuYvuyQCbSMdLtwmhIyRAo9VQNYrQMQGtx+0qATj3JAKtmz5FP5riwTRrATlTwmi0DOF8v44cj50QuanzRRjHQB5capsV5Ae7tujKHUeyyK0kMHCcl3WTkQpQpo9rrOO8dpNvacNfdB/DaO27DkecP4fg3v4K+dAhD7XHERGqbrHnVDSXAgRWCLxRFgAArwS8rAttKoegLYHh6Hl/6xkOYmJoRYEbJKnDZ+2EJKzQoIDAN6jiGDXDQdMwQBNB7D7+PKY5xjMQokiQKBlEeF7FYEKl0EgMb1uGGfftknRdLXO9liTS4D3R0tYkhz/z0tBA0+CDg3tu7AvOzc2JaJGtC2nYtkTvw6gEy897s/dwoDLO7FVjlOpM1Vq5Irsnf9a5cgY6OLjFzCrPNf2Ee42OXUasW0daeQjrdjVMnj6GzqwtdPUPo6l2N6YWFFjMddZMMO5WMOaM7bYAUUwig87d5niHKyPzS8ULreudNl39rPVaTi/DP3/3N/3Jd63vzxjVyvvHsYVcGwe9qxUalkMGq9gTees8Bmat1u4QY8zQWA8BCkRfRkIVoLI66x4dSpY6lUl3WL/XIHW0sSVCP753NZeDz1tHX24X2NBnotgB4lRplDqqoOC6yVWAyU8Xl6SVcqoYR7+2BlWxDOJIApSSW8llZC5SpoVSfT3eP5ZaWUMjlMTi0Hp3xILyFGZSmL6E0NYZqZgnjJQ+m5hdQrFLD3CudJwJ6GwKH1sQnSMq9i4V/6n4b6R1zr6RIQJNQ0WdTpqCm+OanDivXlRUCrACcxTkULp9HvZpBPBSVzqjOZAx7t67Dxv5udCcjsLhvGZkk0ZxV65/nhQHT2JnC56h5QhCW+xo7b2pYKJRxbmIBp0bGcW5yFmW2sFNb1U92rpJLkn2uxQya8zASCUub/pbNQzhw4DViQFexy9rk1EUml8PjRw+hWKzglm27RIvUH7VEJmlmZg4bVq9GilKJ+SwSsQScSg2hRFSMr2anp6Ubs6dvpXRQRmMhFAo5wSzIVOVnk2DFM5Ks87a2DtnHh4eHMTs1K3tGd7oLBbuEifEJ0YHlMGcuncfCxaPCqA+Hu1C3QygVygLc0pSKTFXJ8KQ7zSOMWEW8Y2FUExv4Ox2L+S2/MFUJ/qr9LSQxH8ea76E8bvQaFpCbxKkgnjs/jv/18A8xW6qiSsKVxJ8q5VA5ruzODY1Uvpc5P8wCbT1bzJm/fPE2invyBFVweQVYvXKUXgFWl80aA6y+8PxzMmHZ1qwANGqfKNMiatgUC0WhlpdFZ7WK9o52JNvTotNCd1VhMZAhImxBVTkiw1Uo7/W6Eq7XLR+iBUbdPbo6aqd2Hqp01CNF/9KZs5i+cAET585iTWcXpmdnEAyFMT0zD4SiWKxUcPzCJRSNS6XWWnopYLWxiIzFlKk2anarBJkmuX4JxmqjfbVu49Wvvh3vfvt9sqmywmqAVQFFdYLFCvTnv/gAHvv+j6T1QbZVtmFf9fH/P7DKsYmG6RYbF8BUDjPdtktRbqMdykq60c1lcEEZBdH9EV1RxXCQIIJjSR0Zdnwn/YhsW4VV29djbnoG08OXRGNz5/5dGD5yCs75DFJ1uscCpXoVtYQHW+7Zj4VSHqePHMeGPbsxw8rz2WEMbhnE4LbNKOdrGH7kGMILJQRq1HJ0UClVhbEq8Ah11jSjxAypMb9hECotARrEIXjpCAOzhR2oKf4mWZO5Q7BQMwNMkaAJQjQBCQVkadhbZc46nNW2ODrg5k9ZDX7Pe96Du++4EZ/+zGdx+OgpqawpYPXlGautFTMBanW18VoiN0oBDO69RzMNqUuqEx0mOII61wDqeInGqnJtFMRXWpbZykZtMw8cfwzeRDeceEizNAKS4DuUEGAyY/lEf9Vljzfx71oJnkoOqBbgrRc0sEqZAQUOmuaMq30XPkPASwH2FKgqbutsJfbH4GN2QEYG9XV5zbUikOyEP9GhmIEuOTUBkSvwFJfglnMCrJJ968PVgNUmSPATOqjLGKtqHol/fYvGqk58/tUYqy3X0zJARiW2CZWZFkyWOSjaXxLUqiuexp7BNmzr68Cetd0I5AsYrlnwvuODiKxfiXJxUcaUHQiNddFgoZqgRCfDDRC1lcnaBEhlrTRgXnWxnfGuxl5oll2rRqskvy3sVbO/KsBWg4H67/wk1ZBt+L1KTkDHTQr8bwFcW9e5oqfqDgXNejB7PeF3JcrRBFaNPuW842K2Cpwc+QL+7r33w8omsXGwG/2pBNxqAZMLI6h7SljbvRqbutehI05R/joiFhD2WQj5glK1504pjFUpRtWFRaTMjhRjXXSh9Z9is+UBNv7an13L8pbn/vyH3n4FsGoKR8qHRrNk9T1SwLmSGmk8TzO+hGFE8QRBYBVjQxJII+yvso+G7A7BwHgkikhUOfUq4LbZctkauBrmqiTa1KcWXVMFbNnaNMSArLxnXMf8OAbaBC4eeOBhnHnxPDrTSXhdrzjSkzkz2L8a+/fvR1tXl3S9sJ1eBcPNa5HP1AVDfje61uZtGydefBHHDx/Fwvg0tm/bjje9+W24+abb4YuEMJfLiKwAi43UGHW0bp8JwHndjJF4HbxQBaIp5q4CEdTcM+xWvs4YXBlDHr6GfyfYJ0lqNC6tmpNTE/jU330KDz74T9i3aSN+99d/C049hYxdwYF33Iaqw/Y9JtVNM5/GeacBjcYaWTabGItIU6Kbgz8QB+wixk8+BHvqCKIBJaHAIjjvCRNzMtSYVDGh5LhSx4xdILxXBkgVAEK3ypmxtmhcV2d/gk+YbrliBacujKIQaMe52SIuTswJOPyWN78RK3u7ZH3QnIPjIaCpBi7lDNTacGY+NUEaF88/+jge+8bD6NyyHgfecA8G+/th83ywFXNYxp0gJOWEKhV5XxYEDPtUEmgBuvwKkGkxT1F5u1dLHyi5ChPvmffmz1qv2QDCAmJpgkErsPqWt7//mtc3X/CRj3zkilZ3BawqjUEUl/C9L34ayM6iKxVBMmIhQRmkYJRYHk3BkalZeOrsKI6Mz4hMgxSh2U4esgQ049wlsM/bWClTH7EsiX4gFACNqtiOyTZO7leU6ggnupHqHMSFw0z82QKr1hvHR2IzYZ4rm0AZM+0cb3ZcJtpqqmrZLT2HlATZT1bJTIJr7r15jpFsMkUcA7AS1Oj1erDDU8WNG1exNoaHTxwDjd0ns4AvvQ4hnx8z0xfFnE3iMR2iC0CuW3c5H6xQFFu3bBWm/IXzF1Aql9Hb24tEIibjFE8m8aZ/9xbs2b8btkNjnjIuH30OtaV5BGngSTkkxo00/BWTQp8Y3QQiUYTiSYSicXiCFmxvENFEG46eeBH/4y8/gUwuK/IJFNvh+qJkiQCYYrDG/YfSTaZQpljH5mGIAUZP2TBWaXSkCBRqvw6G/Ojp6cb2G/cg3dUl65sMQ4mVvB5USgV0dKSFZJFdXEBXRydmZmeQbkvLDre0sCR5npE2IbAqOoc6V5D9lszChlyEAlZbpQp4b+W7iNxYRVirjHVZdOzq6sTg6jWIx9oxPzOP8YlRZDKz0nGzZmgLxsZHxFV85cB6xFLdWCB7sqp0f80cae1sE2Yi5d5awHPJbQiWsT1ZWK1a/1x0MVtAN13w4SgbYNWcBwZc/W+/8X9f1/oeXN0nubK0H+tcKxlPYs+2Ddg8sArRgIux0XNSgCXzkvJHJGcE/V4ESYoJRVBzvMjmy5iZzaNEXW/KUPgDSKXT6O5ZIR0ds3PTyGbnxPQ0HCbATgNddoE4KFPSoWpjtmRjqepF3vZiKdopDHPb9SAYiiKRaiyS5M4AACAASURBVEOBZtLlkgD84XhMtJy4TlhcsfxqDtPcKGR5EKgWkLl8AdPnh3F59BLK2aLoMtfJAud+we49LcchA0dpFysIf4DnAGVoaGCk5o/EjaYDhgZVYjynUTSvR0lRiJyO0uSkVIm7NI/i2EW49QJiwQiCXheb16wUYHVFMoRYUMlYid+AlizkeMg+oqWr5MykVILMBVXyF5kgMfBzkK9UMT6fwYnhC3hueByZYk2AVRYvZO5LDKb02s2D80Vk6awAXn37Prz2wGtEJoQxDUkP3H/oLfOdp36IXL6IDSv60Z5KI9nTjum5OaRjSWxeswYL87PwhYOYm19AIhqXs40gYmZxSTCWVf39QoSjLmmpWBBJDTLOc8LstqXQy/8LhaJ0Bk9PTYu5Hp8XDkQwl53H5ZFLKOZKMl88i3PInzmFsBiOs/PBUuQ0YXRyr9e5kMSZKsYU4pbcr0YQL78TAJ17WjgsGE8gGESIe2IkCp8/IGZqvEZKHdTJzGdMSJJCKIHPff27ePTQCVQ9CmPinqpSB1VEN7GtWZ/NmKF5D1rze7NXmJzbPKvxHB378t8Lr2isXrHHvQKsLtvyDbCaWVyUygVZBqxgM1ghuGrTddvjolavY2Z6Wm101QoK5QrSbe1IxBOYmhqXqj6ZDVxgpJPzYGRCwUMxm8sjlUxK9Vt0aWrKBZ3mSGTAcoHb9RoqNRrnAJeGh2E5Dp589BH0JhMo5Uvi2sq6xVLFxrlLY1gsl8FjWAGEqsXFAKutrqZmUbTqmpqFY2QDDLDaDNSajqRSdRdnQO0w6dSxf98+fOB975BWw1KxJExP854maQ2HYvj7f/xfeOKpZ+CVthsCGNcGrCrgoBkctAYCjeBJg8Q/sQm0tCObjYWsCwq+E1jlgaFaFlkdVcBp68YiiZK0x6sESirMWgBaJVEMygmsuiglfIjtGBDG6sz4JOYujsOp1XDjbTdh5MQwcscnkahSp84j4Hk16mDT3fuRrZfxwsHnsWn/XsyNTWH8xdMY2rZOGKu5xQIu/vAUrNk8LHZ6e11hzcjmzWCHJhTGbOUKHTktVq3NtiRA/v8gBWCAVRkrDcpKp3JTHLMZsOoxb70fcv81y4pMNYVLOKiUFbB674Eb8Xef/kc8+9wLgC8gSSoTFKMZZw6f1uTBBJ7mZ/8SYHVgx+u0bo0BBWlsQracknMQxqeIyFdE68iAWxLn8F9s6wvE4Ym0w6V4Ptcc23wbTCWlXSczwuZ7ElwtAeWsYqzaJdF0hUNgVWDYl3RlN7EHEzmFaaqWe9H7pSGDNwx/UDFZyZQAA3K7ALR1wR/vknXJpKAu2jkOPMUc3JJirLK1hE6PNHcwZ7ySAmiyVSV4ayGMqjnQkrAYYFWASAJRhrGq/q1SRfV8JmuEcs17NG2ZFHuyNdK6UgrgpwGrsjFoDV5dlBFxWyH3I2ZFsXF1AltXJLGhsw1bVqZFv3qKa2zvveh84xvg+DKSVPN6eX/lHVsSWl63XH+Tlyp/azJOW4DVxrdQrTIcgY5El9JCkk7qFiBUf47Mqwbjp6m7alr+heUqwS7vRXMPFLjKsF5bX98CrLYecWRV8zsY8FQ0IfWaNsCqsBP05zHJIEVlwa1j2nZx9IXP4LPv/wSi1S6sHUhiIJmEr17F5PxlFGtZ9HX0YHPPOvSkQtLyGQ15EfH6BVgV7F+DuQQJFatIGQepDnOluaj+rszv+Njwqx9ddkq//D9/7uffdsX9M/sJ17h5CGhszMm0XrQJQFtBT5dmRS1MVukm0YVWgiOyV+rWNjIt2RIYjmjGpW4HN59pmIcmyTUJNRMyJk/8HGHLVCryPxlAiiFPgyL1LnwOWVrPnTyHf/rfX0EsQOAoKtdUtssIW0HctG8/tu+8AWXKgugWacM6EhDTFFO1rh5b/vme/JzjJ0/g8MHnkJ1bQNgfwj2vfzM++AsfQjAWx8zCgrROE4jgWdn6UMl1vRHrqDOT55J6ntKgV8m6YWgZDUICqUxuOH68V0xsZH4EmMAW8bE//Qi++aUH0Rdfgd//7d/DrXceQDUagQhMWF4UCF6TFcaZ7ag9Z/njpYFVJd/CBRgOBzB29BEULj6MJE0/aSDFbpVKTYrGZI8pWSB+L8YCrm4fJ1tLgcjiFi965NrogTU5ngssdnksZWBSKCBXqmFkag7r9x3AYtmLrz/8HWGebN2+FQdec4uYJvoCQRkT/s+HOfsI1ijww6wj9W3JriX4dHlmEmsGBtEdiqNi28j4XQRs9XqCm0F/QIgB/HuELdTagdpIDijZAWUUZDRRLcZ13DvqdZFB4H0yAGorc7W13dnMdzNvTeHWJHV877e96/rMq/77H/y+Mq3SvgD8U7pOPD4xLTzy+Hfx4tOPoSvkQTpuIRVPIBqKIBDkHk/SsB/nMlU8dmoYkxm27rMnWMmQ+AMKXDCgEytZVojttV5pfyf4ZoXIZPbBIljBdeuGEEusxMzwRdG0NTGPAKviU6DiILIE+b3JvCQ4R7kH+oyVK7Yw7CjBJCZSZCVpXfuXAlbNHP+JIoJO3s2+x/GOeoPocW1sj7rYtqEDwUEvzswOI18L4elTNoYnfQgFgqhSI5JsNDLMtIyHtOxq47LVa4bw7971Htxy662iI/riiy/KXF+7Zo1IErE9tr2jW1qx8/mMMAipVe/zBFGr5FEr54WxLW37bNUVDWnKOIS0AWpA3MypBc1CHD0Fjj1/HJ/4+CexlMvAw3tTV870wXBYroukFdlTxazl6sCq2XNVrK/kCuRPDyTPU0YvLkMqDKxehV3790jrNAE6AcgpDunYKOQz6O3tEW1VrqNykflYCd0rVmB2ekZY5lyfIv9BvVWa/FAyRIOQ5owxny+FUN3V2Pon900pdrDIVlOyAAuLc+JlsWb1Guy8YT+yS0Ux28rlF5DJzqKzfaV06fD5K/s3oGvlIJYKBRSKTaa6nCWGhGM6JjTb3sQCJvaRM6iFsCFnXYtkldmPWhmr5j0MsPr//uffePkD+yrPWL9mQHUD0h/E70dbMokPfuD/wr7t63D84DOiWerz2rg0OioanBE5kyrSHm5xH4AXpaqD8el5zM/m0LtihRQde1asQGdHh8yZ0fFxLGbmUbPzgIemv9zHub/VUKzSiNBBoeZiMldBxrXgj6XgdPahmM2JoRJ1BNJd3bLn8EygrIqHBSkdzYpJWyyGQJxsU7L/uYfKsQbXrmDq1BGcPnQYxbl5eAMe2B4HFrkdhnFII08f9VLJUiXwr/Y3XaW/orDEM0zuLTMJancSlAuF4LUCytyWFArmKtlFlCZGAbeMoMePjngQt+zejK1DvQj7HAQDZEYqEFd8KFg41CxwIdBQT7wO1CiRSANLml/ZdeSzBVQrLCg58JIk5jgYm5zB8xemsZCriLQMF5dii+sYWLMqW/MJ/v7973s79uzZKecPfTAkb4WLQqmEp144jLn5JXQFoli7bi2ciA+HjxzBni03YH3/ALLZRThWAE8/9xw62zuRjkTR1dmFUkHhOWvXroXf4v2qiGEj5QeU3rsj65VnHzshJyamMD8/L7FIOpGWawh4ghidHsPpk6dQyleQTiURqxZQPndeOorZkUXPE+6XIgfDMeS+ohhmKoBXoIj2EOHEFwqBxEcEUq1oHJFkEolECuFYTEBWZiYsXiEUkVyOoL0ApnVbinsjcwX89z//n7g4nxUjOQXRqGL6cmC1ic1cWaxrPUOW7wNmeV6R/2tglb+bX5i+rjX+b/VFrwCry+6sAVYLZaVxw81XNlAAYRE6VvRvtvyPjFyUw1kdUlwsAamULS0tqhY4fShy4RqHXNLcqelHkJaMgHg8JpujtNJRdyWrqibiLi8CzMDZF0+jt70Nx488L7IAHck0SuUaxhcWkKlUUciXpT2AIJ0kMBpYlaBWV7/NYvqXAquyHSiZVc3QcLBt6xb80i+8X66bTF4C0WaRimYj2zOCYfwtgbSDhyVZeClgVV1nc8G3VloMsGpA438JsMpxikViAnCbhIVtRKwOUwrAJMuy7WnWrkmueU0NnT0DbAqrpS56TYW4F4mdgxjcuQljFy5ifnRKRN333LQXs5cmsXhkFPEa2a7U8amjFnWx+Z79KHjrOPbMc9h84z7Mjc1g9ORJrNuxHv1bNmBuagGTT55DYD4vBy+dxdneIAkLA/Wacug0QVATFFJoDkH8RsBzDcCqvMbICGgwvTWYN5/TCLCWrSczjqadulat4X3vex/ufu0+/N1nPounnz0ildQawWy6hWt3zKsBq63ghnnf62Wsrt5xQBifwiBRPaCip0aZCoKPTjkPt1oSJ1s5GAUcVCC1iGGQsRVKwsPqtU8yZwW7KWV2er9LMs2ARvRjmfhXanBKRVIQ4K0X4VByQIBVxYQl47M1wFBHrlkLbA+UnkFZH8JWpTMlAVkCupZK2uoVTg4Cq0Ug3SGM1XqN7cRs+aarM+ApZuEQWK0uqeSdny0gFr+fau+7dmBVBwhaY9VwOa8OrCp2kGkHahzay6Q6rgVYVcZmisspc5IyDwDiVggru6MY6omh0x/EjqFurGqPIM8AemoeZwZ2IfneDyJslVC3y/CKoEfLyOv2cWElNRiO6hlKGVc9NK9Ua4Q22aSGXUrzqtb2c7OvyDs14i79ySI1oB4Nw0RTLNHPNUCvYcaquK25b7YC4a0/N0zYZctU/imFOSMRoD9P2oUcHxacKiZcFwef+hS+9MG/Qcq/EkOrIliViCPo+DA1P45MdQEr0kms6x3AymQ7opE64iEP4nSiJWNVDZrMMjLm1d6umBEcX2ri8lrVEiLoqTjca3/1Y1e73J/6MzJWzRibJzYZQhws9VnsCBFmRgNgbeqf8nW8Rumg12NrQFWlgSeaKvL2BiAVxiWNCegWrM99w9rkntV6dslwaMBW2Ao+vi4oSaRizJDpVQUZVeos53UrsI6MqMUq8Om/+UfMjs2hI5WQmF2cmms1DPSuwo233aI0WOuOaqsn81GfZTRH4cMwp2h4RKYMgfSaFzh68jiOPXsYublFzC/lsHfPfvzmf/ktrFm/AQuLGdl3DFOxde83zEqCAAqArDQ6fXiUMFnjuAiztVptgIYE+AjScZyNNifHslgq4P6/vB9f+uJnsWvNGvzXX/h1tCfW4NCLw7j35+5F14pelHIeWJxP3gpsJmzXCKwyUYHPQSAUxPzwYUwffwDJQB1hFvxqRRUD0pW6WJYCumLmEiBm0l8X12F+N+7zdGov18hmZZeDV1jGAkySrW3XUKq5As7yHi3li6j4gth9xxvQsXIIf/+Zz2J6KY9EKo3X3nYz1g32IVcsCuOGyTnH28xDtgrKmq1WG2wUAWVsShlY8KYiqBfLKGWLsCIxMcMRMzyfDyErKPEr7xvfl3OL94t/yjwRIzLKHIi+jWIcy7pUsS7BFrZOy9bVoqnKfxsGsmHAmbVngHTzfAO+8vrf+d6fv+b1zRf8/u/9jgYWlAyAAap4PgajEWRnxvCjr3wevswk2pNRJNMxxIN0og8h4lfF3JwniGeGL+HJ8/PaBEsZOAmQQeAu5Fe6rCFlDsp1x2OYa9zjVW3wBEoZeRfKBDySmL80jvmZGYm5VPLLbhGOI/dSBRLIuaBZeGuHViPhcXHm0iVUXJqP+ZUwkDBEmwV+M0itye1ywNWAh617iwERQ/4atoWD2BWJoWdFBNagB2fnhjGddXB4BBieojY8GXsOHJrpiBQ/JQ38iuQBYO9NN+JXP/xhdPcpbXLeZwVKatM3sssCnOu6+8euKfMoembXXLgBD0q1orif22U6n7tSJ6akUdAfhOULyP8EJ7kfslXb73owfGYY99//55iemZMuHU+dLD5laicyJSzYMsaiL0Czf6oxR83YSVypgVWz9/pp9hsOy5omiETQh8Dq2o1rEI5HxcBGmJPUeyzkpNOIBjiM6XmHx8fGsHLVKhkj7hGUdqPjOKUQeN6yFVyZ6Knz2RQb5Kwjc1mf3WaNmNyCzD251y6l/1XHZKlcwPzcDLJLWezdezPWr92C8xfOYWZmAotLcwiHKPexIC3XW3fsR+fKQWQKBWSyiw3GqipoNs+01uJH617O6+Naby2E8XUEwg0BorFwdaGO12ne3/z5W//p169rfd93zwEUi3kBlKgNvG/3Ltx2y63Izoxi9OxJpGNRdHa1IZMv4PzZC6gUy5JDRIIBMamquQ6y+QrGJqeRTnVjzeAgkpGY7L+ZzBIWFxeRpfkiaoglgkim1B6by5awlMkLoEpW6lLFwaXFPPLeEEJtnQi1daOYySqAjMzRcAQhKyLMVClOMg4X7XrleB+Nx6SrLQA/woGwGBhW7CJCsRDSJFONXMDhxx7FzOWLiEZD0lWmunoYL1Av1ZL1wb/Le/rJ0Fa6to2CsZBrdGeMT8mhUCJIdLBFboQxFvVZffDkcyhNjqJeLyEZjqK/M4479m3DUE9K2tk5d6QLg8AccyFhSTJeo7kxu3NoWFbD3FIelyenMT41i3ypDNf1C/6RSEQRT1AL3ovZ+XlcmM1jqVAR+RSuIoKNoj/dws8woashLX3g/W/Hnr27RX6DgLPETR6gVK1gKr8k5lVWuY6bXnUTzs2M4dDh5/DG2w8gFY5IB3HRU8fpixdlLa5MtiEVT2JuegrJZAIbNq6TsaPMYjSqtdw97E4OCyGOhDoCq5QAoQa0YDfyvW1xmJ1amMbR54+gVq6ju7sL0Uoe5eHziIjhmS3KZIo8oe4/F38DO9AhusI5VPgoUS4ltwIhkSgIxhOIt7cjlW5DMBKBLxQSDdmLly5hcn5R5kFUTKjDMl/b2tL4wbMn8Ldf/CdUvEEBsKXnWHenMak2a7E1hzZ7QOt5shxbuSJmbinsyrmj9ya+zyvA6pVb3CvA6rIt3wCrn/z055DPU9eG7Aq/LEBKALSlUwJ+kl1KtiP1liSIpDg4qyt1B6lkQlrGWeGPReiKHmkAJNzoZmdn5TXlMllrrGQzCFE6nQzCZJ0pQj+KxRIuDA9jZVc7irkcnv3xM8jML2JsbBwXZ2ZgcxO0IcFInXqdBP20LtfyqkPrgapaktRDaSWxpU0ZXb0UY1UFa0yPVaAtbfCug4GBfvz6r31Ivi8Zq1ewPU3lzgrjf/7NZ3Dk6PGGedVyxmqzYnJ1YFVtBP96jNVgIIgEnZzFiZim7QwUyUxRSScfDSB6mTN0s9qsNk05hOw6Aq6LXBRI7h7C4M7NGBu5iOnzo6hVKti0YxNqmRJmn7ukpAAqNgqVEuwYsOONt6BsAc8/cxib9+3B/PgMLp88iQ03bMSqzeswcXkaU0+fQ2SpooFVV3RcyJiSNokWN+PWjZJBokBAAvbp7ySafc32VLPBtoKZUqHUhGLDWDVi163zSJgnNP/Q1fgrAn3dTqKABbaWeaSA8B9+5j/g9XfeLFIATz7zvDCYK5WauIC/HLBq7on5jtersTq444AGKthWqfQCeSCK2y7dy0RjlYYw1FxV2kGqFVjNQVaNPZE2eMTtXbX5GXBNAENWpAWwldqhcoGv1OEWqX9ag9ehFADbsyqS8Mrnyt9YiWzO/8Z4MimT1g4DrDLJ9kvw4vq97EBRiRsTa5t02hLcZBzeWBucGq+dCBY1e7zwlopwCa5W5iVxUukfv5MCjhvmVQ0Ujk6RzWtSY99khahrVP9LNV2+gWpGf2lgVVKMFjXlJqu1kQQ1mt353j+dsUqg2VwDWyoFwPEHsCLlR19nHFG/he5EAGt7OwFfSRhC4TxwfnAHIv/+fWizAqjbxUa7vqwJlfFo0E2BfKo13yRvYhfW8i/Dt2Ug2OTekolKYNWMYCvjVBWLlumztjBQzciq1ikC9E24uQmuqhFrnTcGZtaHSeP3L8Xa4xNqmmUuDCI9mgzGyXResIu47Nbx48f+Al/5uX9AZ2wAQyuDWJVMIFgPYWZpBovlGbQlLQx1d2NVuh/RsI1EyIOEFUDMFxIjE2OWJful1ozlHuKX9n+lua1AHN125vFg7a/cv+yUfvl/Go1Vs18Y4NSsJ/lTSw4okzA1fgZobJyN0jKv9i8DChn2hjogWjnWumNECokB0VozZkCapKDGtQUAl3NXjEVUcdaYYJG5IOw77hsaxFVFsyYhywnF8NA3v4MfPvoE4mE6bAcFwHCqNVh+C7v27cXQxvXSSsi2MiYIxuRQznLddi/vy/+pjShFQ2qneXHs9Em8eOo08osZLEzNY0VnD97z3vfh1XfeBW9AGSnx3hn2oQF1+P1EzoBMz6rq1FHsSrUjEFjlcwiqkSlCIJUFZz44XmZMxsbG8KV/+DS+/fVvYm3XKvziL/wyXv2WN6AeDWKpWEJXZ5vsu15fSO3NMr+UVEvr2d3YT15CY1UR/2uYnziJ8Re+iTZ3AREfr6MOW/QNiyiQlVauSmxAB+QaTY60IUyN+njsaKorA7JCVf2OBS0moTQAIXpEBg/bS3mvaVxYrFQxsGkr1u66CamuXhw59Dy++vBjCEYS6E7H8ZZ7D8CKhmScOWYEQY2BldmODfPMzCmvsB29os/PVWzF46hXHAQqLiq+ioCqwmwulxssWFMk4Nzj5xigVcUIBEvZutmUcFBFBKWZbgBUk4C1Jm6tzDyZby3sOHOPed3Xy1j9nf/2242ChrSSa0KB7NNkarl1HHr4q5g+eRDpeAiRZFS0n6P+GMJs9fexmOTDbLaGb5wdQ7FcFFaqFbYQioYQitCR2aeAQtmvlAMzdfvE5MrWEhAueUpslY8hFOxCOmahu6sbHZ3tso/lcnlp4y7lCsJULtL8irIdtRo6Ozpxy437MHbkCH506DkQgqv7aKrJ5JhxhZKmUYm42oNaH+Z35mdmDZoijonpZF+x63hVWwxbwxbaemKo99h4/vIw5nLAixMuxnIx5RPgrYOFFoKllImV++zUcde99+DnPvTzCEdpElVQ+tH6jJTTXEt/8bOpicn9ix1KtXIRdrUiZAABVcj8ol4z7wH3D5FWUv9LV4Yxd5HOII+YyJ47fx5/8Zcfx8zsnNLSdZXOpOhkMk7THXpGA93EJ81x051bcrY0wWpeK/MWkfsiwiv7iQfpVAKrBlZi9dBqaRvnPSsVc8gszTUMWRk3kUyRTtM5PIF8sYBgMCIyCLFkQq6N7uL8TpZoYDa1VM05oDqcmvfWECPUvqqez3zOFMTIVmUn5OTEJCYnp3HgwJ3o7x/EyKWLkldWitSIXEBvz0oMrNks5lXcd9jubvbE1vOrdU2a35s5xs9Uhr3qXBOwyENmdlOjuzEXTeFRn1WtOcJv/sqvvvyBfZVnfOr+P0bdsaWdfnJiDFMTY+hItyEecBD1ukjHI0ikk/CHIjjy3DFkl3KSNwe8LkJklgcCKFZtVNgN5wugRrPBCsF81XHCPZqt4em2JCIxtmVz3wbyZKdmisjIXu5gKlPEXNWFm+hAkLqbVaY8dcQSMdRDtDn0IORl8SsBKxoWEJQyLtz/OdeCVgiBaFSRW8SzSPVEMfdn5xSLPrPnzuDgww+jujgvTG3mXHzwujnPuU4Y66v9VXVLyubckqMy5uY89gctRW4SKR7mIXydkiwRQLOQRWlqHLVaEd3pFNauaMOdN+3AYFcKsSglYTxYyuVRLhWlHV5JGvhl7YosStXG3FIWZy5cxsT8EmrMOxhzB2OwyDyX80HFLgTFpzJ5ZApl0UGlBBTXKuV9JF+SHJFrjt27lKNQUkhvvu8AXv/6u1XPIwtdAbUf5UtFXJybwoVzI+hLdmDbju14/NhBLGWzuOfGW+ElicTjwVQ+g8lsBuV6HWtTHUglkpgcH0NnRzu2btssuI3F4hnBZn43MeerIV/IiaQIL4THNtcfSUt2VXmS+GwfZjJzOHjwEOxqHW3tbYg7FeDyZYQIHBv5HxErUbkUm+dE9kTPcUOCEGap4C0sIvGeEViNIZhIIpxMIhqPwwpH4An4hRGcLRQwPTqJIk2raehWYv6oula+/MgPcPLiBKpiOEdfEFvyRYK7xrTPnMFmT1Tdx4rC0RpHNH9/Zdee2hdau5cVbsXnz8+/Yl51xbnsLj+pr2sL/LfzIgOsbty6s0WXQk1Atu6wDYhBNYNNtu+ptEqBfawwsl0kGo3JZhGNRcXJcUXPCu1WyRaDsryEYCYZsO1taQFkpcTbaL9VFXF+ZqFYkDaSrvY2JVxct4Vyf+LUi/jWdx8hL07a0fzCvlMOtARHZUNt0VBdHphJWmtYUBpYMdUiHuStTbkS0MnzuUE0ARappNZttLe14Td//ZeRTieQzWRkbIzLHVvn+bCCYXz8k3+NE6fOiNOvSmO1tmWr0Mr/Ye/No+U6qyvxXfdW3apbc9WbJz3NlmVJtiRbso2NjTFTjCFgRofJDAmGhARCOglpenVndXfSnQ7pQBJCYhII4JAAIUACxuABPM+SNc960pvnmueq39rn+76q+56FASf9+yPLtdbzk+vVcIdvOGefffb2sL+kNVgfiJe5Z9pvDTis2GoXBl7awKi+tt7hzrYnth8ymeMxiwQDJRwqKhHkNVOtjAQOVVJrHBHV300gptiCxKXIDMwHG0juXIeRy7di4sw5zJ44h0algs2XXYxaoYqZR0+iq+mgxFZ+ugNHWtj48stgp1w8/uCjuGjXTklkz+0/gEt2X4L+LRtw/vh5LD5+Fk6hJlIArFyyLaJZUy1shq1qApoVG66u0Mv19ARx3gTfBOgiGyGVNE9V2giMq962dmbfAWK1uLl2B+X9kbuuXQPVOFQtCZVKEe9972247trL8cW/+3s89MiT8FmOksMgm00HbdJCrYNlkyR07ola3Pl4ocDq6KU3dlARZe2uNj8yKBjgyybPVv2aOIYacFQ1slNo3oad7EeTUgDSo6u4fgzs1DWyxNCCAYGYVGnt03q5BLCyTOCTTAsyPGQeeNvXVMAhDyUK2QEujbqm6B+pY25Z1E/SwGRTppvpMAAAIABJREFUKwYyII66sNy4CoybtJBXQRoDy1a5glY5o2QJoNhMRNKbsnao8/HOFeNKb1b6leCqeVYxaVUToy2asDJvPUDSCvhUO7SbFUVGCR2apTN3ZQLZ0Qz1rD/6SDX/R4EsPrYaBcStudv1o7fLRSik4N2UG0FvPI2Ir4ZIAvDl/Mjufi1i7/4FJHwlVBtK71Z0kORYKJ2nEVIalGjTKgXEUWNSGdZ17o76N1+nfdHVuG8xCehW7FbTDqTvaPvKMWiTxO65rf3Kiovnpgw4vCzVFg2etJGV5y60jTJUZbkD/kk8rvcF+a62EZdi3dG9lZCMyOOLkzrvfAvTTR8mfEu45xu/j7t/7W70xrqxZiSOgVgUkaYfc9kFzBbmEYs42DQ8LO708VANKaeFFAPGQBABi2UDNneqh5il8bx5z0QGQAE54p6qwWYWMTb++p+aU/uZf682r2q/UY8rA2grHWoNyZvxqvfFNmiombNmvTNBsgT9sj+YH1Vg4icyVqCOOjW8CVbRXZ0JohRO9BCWFju+V5gg7HhQLBS+LhyJqFa+YFASCjL9CcRwfWZCyICWCeW+w0fxla98E9V8GVE/YxJlwlMrV7Fl42bs3HO56KM6oZBK6KQVWbXj6VusirkspAk7URkycr9uWj6cGTuD/c88g8xiBrlsQbTGbnjZy/GWW96M9OBacVaW5IAAfIMu6iqBIEjCB8+NjE/uq7x+0k5fqSCdTsMNum2zKn/Uh3gwikaNjLYWzo2fxRfu+Czuu+du9Kai+J3bfwsj/RdjbG4KN7/ttege6MFygRInSkBEXIdlnvD7O7GAdw2j07qjiflktsJXgb8VgGPVsTj2OMYO34tgcxpJGmyQDUqH6FxZHICLZbKHqbnHLqaa/BAgZawgrZC1pjDeKnyOrLlmE6V6Fb4GtXFV+2yFIIHtoFrjLPAh2TeIjdsvgxtPS0KWTqVxxxf+HmfPT0kL445LtuDqqy6Va8ZYky2J1PznuGTcxQstjGq5rwrMblg2Qv4Q3JqNitvE2fwEGKVGKxb8kSiazPKqVcTCUcAmyFpGqZlBoBlEwI0q6RsfwRRqgwM+asxLHFZHrVEToyM+mg0+6zUpU4Uf0V+V9vXOamSMoPi8mm+KCcdj5jh8oRqrn/y935OEXIAy3dZNgFW6C4IhYR6effIhHLzve4gHfQjHQkhHQog6rjDaCHrKvWlZeHIyi/3TU2g4IYSoo+qyLdOGr0m9RQgLSIgElLKgYan81oQEGtzUG7ho+w68/FU3YcPIkAKt9f3hGFQyYtKOo2TFWLBtNSRX4Lz98R134AePPYWFlg8Ni/FcTUkT6T1h9cJnYnfvftF+Dbd63j9qThLAtFoI+HzoD/qwO+pi1LaQWtuLM805nJubRNO2cHjSh7NLYdhOAw6TdUIaARuhBsdaDd0Dvfj9//M/kEwlUSkUyFtstwerxZzEDLUXGY19gu9Kk5rrW0MYhBJ7cL1pKEaf7E9ax1dYoezuIbuOoADZ68EQIkEXJ48cxl/+zRcwNj2PAFttQSkABUpyjWkXzCTmVECgFyBo5xIa4DcxqgJWlY+CNGexc4C6mI6DgaFubN6yEfF4AtlMFpnlJSwvLYrOrkN5g2ZLXOa7e7rlHEm86RsYlPea7kPqTZMhLd+hdVTNfFUApyrSK0YqzeDKQj4oVyrI5anrW0FVpATqcn2rlJ0rlpDJZDFxbhI0ePrQhz6IZCKN8fEpnDz5DBKJJKLRNAaG1iGaSMNxQ5iYntYGVh3pEC8oz7XDFELMmBKSg85tOfaNg7uR8VGkNZ1HGoDmAl4PH7v9Qz/zvu194Wc/9fvSpcX7cezwQUyNjWG4rxejfWm0KkWkEzFp3a7U6jhy7ATmFhfl7SGyn7XespCVmg0UyuyQoNFeUwDCIPdYJ4h0KiWgeL1RQSafEy3Q6YU85pfyyFYrWMqXMJeviIal2zsAnxtBpVRHKBSEG43AH2bsbaNZqSMUiwsgRvKUMPurRGBVtMYcTVSVWIxkodNxBUyjFinluOJ2C8cefQQnnngUAfbiC6hKhqkyiJJ8usW9neCBkaKjbIgiYPEzLRrNcb12+F3KcE4MkwhiyvUgRmGjnllCfmYcvloZfckUtq4fwGuu2YXBdBz5fAmz88uYmJkXNq8USCwfhnrT6O9OgOzuSh2YWVzGmYlp5KrsurSQLZBZSoJMBXNzCzIuIi67HyzRqC1W6ihxzRQ9+iZCIXWOQhQwoLyexxz71165C2992y2IxVyRX+F+x3PPlPJ46sgBLC0sY+dF2xBJxfHg049gtH8Ye7ZsF/MpElpKaOLYxHkcP3sW24c3YO3wEBYmJrF2zQguvWxHW5JKwGIabtHTpq66NIQopSWeTEcIMRFZ5uotTE9O49FHHpX9P5VKoNsNwjc5DjufEwKL13CSsZXFmEjjBVzz2kxjxhlcFwKOkkBxHJFPoXGf41JrOoaAG4JPcCf+OHCsgHS+cP0q0AsmEMEzBw7jk5/5LBbzRZGuEDBXz1uuL51k0uQWOr9kaqPzA44jk4MShG8XV0wx1OQMmv3qxQ44ABcXZ1/QHP+P+qYXGaur7qwBVtevv0glXKvaN9SQ7TxWgA+rKvJ8FVumOLYNCCjsDV2hYTI50NeDZq2EUEDBA9J2QeFtccsMyKJ/5ZVXYc3oiKoCsYrid3Dk2En89ec/LwG/tBprcwNZkDWwKq0xkqR2nI69QKP5d3th09qhZhExZ9l+j9beM3Rx/p2LUSQcwcc/cjtGR0ewtLTQBlZl09XqzIGgiz/99J/hyPGTAqwqqOAnAKsenVSvFqxhwrXviWbdKqbgSjMmc+xyDQwjz1Pt53Nkb7DNJ0imD1v483l5GxkpEsho/TLvGDDBiEqyFUtCAg5xQvZJ0Fh0mkjvWoeRK7fh3MkzWDh+Hq16HVuu2I5KroSJB48iVSdjtYGgG0bBqWD02ksQG+nCg/f8COu3bcPS3BLGnz2EbZdvQ/fGUZw5eBqVZ6akndxfU1eiWCmjVWf7ngrkTHDkvW8mwGxT/NtJ/Uox6w6wqlo0+D5l0KLZa8bEykP/7wCrHTaX+RzvvDDAqCRn1RI+8IH345qrd+NLX/5HPPDQYyKhwY1N9DefB1j1aqwaAPmFAqvrdr5SMU0FDTcApg80kRcd0mad26206gslXIBHpQlpS9upDTs9iEakm1m9OCe3mtTq1cEmrVNtFVCRodpimZuaWdWKtPhRb5VjgpVv49Hu7Y1Rl112PrUOSbu+Ar1VRKLdhAW4DGlnYX55TemMMXGLx2EHI5IkM3kkrZVBKseMnFO1iGY5A1+tJEw3AhKEjdWjc+/VkawEOtVrjBNwGwVWyYzAEgRWVwKF8g6pzujXa3H31cCqtPWtWpdVs6Xhb3rW3zZTUxc5CHj7Awj5LaTJTmI7HSpybrFQGD2xJAbiEVihCqrLdSSveB1GPvxLaPqLol1GYFgAfG0QJf+Se2DB4jqriM2aHUfg1bA71frdbvfzUEN5RQisCjBLIJFDbhUYyjPyGwd5MecgGKxBDK1NaqQEFNCqv7flMdsyLFv53WGkm6smc5PHIJG6cp+Wn/atbaFBsEH73cvaATJUGphu2Ri35/C9L34CD3z8IQymejA4FEN/NAq3aWF2aRZT+XmE3QA2Dg9juKsP6XATXS6Q9gcRdRz4KfWhazPm/iqzKku0/PyWlrLRmqvqKjSx6aOfWTUafvr/ehmr3n3csPC8SaX30xSA3WmxM+PcsBpMUmzmiAJPGtI2xjVM1iUNftMgiBpeRjtU2vyphawfJilVwAvXD2Vqo8BVxVIygbcBpcx7+H1kQs/mcvjCl/4RJw+dRMJxEeCa4wZRzhWQDsdw1TUvQay/R+RJ2EkjRU+TyKzS51SHxWKNLcmPFA/QwtTMjDheE+QYO30Wk2Nj2H7xVtx66wcxvGUTMsUirEZTdHSF9cqEjgyUVhNVMT+xVBsrZVDQEqCQ16In3aMYIfU6YrEeabNt+GiGcwx//ad/iZNPHUXAKuKXP3Q7PvK7v4OFYgmLuQJ6e/vkGGni4X2sCPY9TJ729ZZ7yyJTXYAjshEjFnD+0GOYPnIX7OYSuqI2fNLGzzigivxiRlg7ZKtWay0BUcnYKRSrIsdUqpDBWket3kK1rnRwOYcszWgt2gIBgc3dlNmW1lqfhd6BNdi6ay+afsVIJRBPptvBw8fx9W98C9FYF7q7uvHqV+yVGIUJHoFV16WsFFs1CXR0GCdGp7/lb8HfspEKp3Bs/jSOLR5EKFBED40yfH5YgSSiVhTpSD/8wR74ak1UW3UknDAoLFQpUBKgiqZVRSRoo8Y8vqbkMsi8VfNXuUAbtos3JhJXe4+0RmfudeIIJqSMrRjf8jN+8U3v/ukT+gKv+L3f/URHK1MARMZiXA+b4jbPvXf22LN4+q5/RtiiKUkIyXBY1ijXr1pjeew8lumijfvOnsNCFXAoeWBRD7AFuxlAq6FeIzr60lWmjeB8jOHoddDAZbsvw+vf9EaMblgn0jpmLBrmtnT0CPBsS9JOAE3MbQmIVKs4d9f38a/3PIBT5SJqNIiDHw16EPwEG4LnA1aVVJcyMOH6wU6BWMCPPX1dCE5OYW3KRWprP876F1CozcANBbDviIUDZ/xoUIi3biEQtFAF1xhX4p53vu+deO1bXo9MZgn+el00aM31kFjRxMrSUaGuF5836ybvszFKa1BflcWWCqVCaiJ3ovIUJTdBkEFpTgdkvNfzBRx78jF8+657cXh8RrSQfZqxqlj2Kv9R25pSAPXGn6uHjolbzfMEPAmEEzDn+OW45E93XxIbN2+QeTc3O4f5uXksLi7KvVszMojh4REpgjFHGxoeku43upaTnUwgMhJmUddFQGsA8/uUlAylRUqiT0vWWb5I8JSmeDSpKiFPVnOxiFyebfgKcPUSJiiFQA3aRqWK/PI83nHrm3Hbe27DQw8+gvMTh9E3MIJEkoSeNQiFwkIcmVyY13INBKg6c9e7B5kx1QFYtUa0vr+yHwgYrIyuzP+b+F4KXDquMeOBf3uhwOof/NePtnOQ82fPIr84j3UDA1jTl0a9kkdSzA1dLGdzOH12DNMLi0JECPlplMmSt/IDoZksuwn8NLUKhRB2gwgFHLh+W9reOQdpUrWQy2F6IYeJ+QyW82UslwrIlCootWxYsS6EUt1oBYLCSiYrVAwn/UoehRqvzAm6evsQioTlOVmfNeOYBJhiPiMkC5F0sYOwAyFY4QiazOPKRQSbNYwdOSQ/BFdVJwU/QxerWmwXD2hZEVWskyKEMB75OuoS87M7TFZKHYlOvpYoo7FXNbuIwtw07GoJA+k09mzfjJdesQ2L0xM4Qem65RJypTrKJIPYfrhBPy5aO4hNw70IOarQlMlXML2cxfmZJUwtZECN9r17r8C585N44smnkEqmkUxFUCnn4fMHkS1VsJgtgDx85teUVWHnFglh0s2iNVw5nwlIb920Fu9+960YGOiBG3ZEdpExT6QrgYOnj6OYL2Hj8FrkaiVMz05h7/adSLsxFCslhBMx1P0+PPDUkzh25ixuuPwqRJ0AMnPzuOryyzEyMoIiQXapy6icXc0JRSYQNKHelGKaWdvkOvu53ldx9vgZPP3EUyJBMtzfhzjPZXoaIeq0GjM3MQvWgLcwepXgG38IpHJtcxzqQ0sbnBQGuV+JWVUoAjcSgxOJIBBWDGiOI2X2xUKwMGXgYz4XTuGLf/81/MXX/lnuV3veeRa9lWuhmtPy4JjQJBpj7MenO/hOBzdiOiv7+irpH1O8WnoRWF0Zi77IWF257Rpgdd26ze0/mCBJgirNBPW+awX45AHvTHBhACFxGxR3UFW56k66YlLA5L9Bo5yGAscIrLJ1hHpdDDK2btuOeDIhjBA+Ry2Oc+OT+Ms77kAmQ9FtBbgw2FbzRYEj/17AKj/LbMCSmWjAWRJCaiDZfnzo/e/Grl07RLdGSFl0UzYgHOn2gaACVk+cEtaGgjtXtj1fKLpeYbKl4Y5/H2AVoBQABeeZbOZzFCMvyOJGjRZzvmaRMe0z3uSNlR1udJJc1+m8ru4rgdXeyzdgzZU7cPr4ScwdGxOoaftLdqOYKeDcjw4h1fCjlCsJu68YqGDjjTvRv2UU9971Q6y9eAuWF5YxceAIduzZgeToEI4+cRjNw/NwGj7Y1KpiK0ClLMZKlKXgvWaQahZWc49MkPSzAKvC0BKNzRcGrP6kYFYCL0nmmVBVcPsHP4irrtyJO+/8Gu69/yE0WwxO6iuAVWVo0wnsDHvMLORGeuCFaqyu2/UKpR+3AkCkwZQGVtlKQcoOXS6FTW6A1YbSPGRrTXoAjVgvbDhoNito1spKqoL6qzIVG2rzZhWR40OYG/zMBnz1gjynGKuK7arcwxW4oa6lAVYJ7vGDtHkV/9022dYsT+W0oT6bAB0Z1oku2A5bewwcqIM0AX6asOoVNEoZtCp5BfAadyW1ejwvY1XN1dUJjG5ZlNGugWDD6PQUS1SRVB2vDgH11JdGcPXJq9qcFG+yA2KqN3jZq+qCKA1otiNZcCwgwBvAoMkGYq4fXdTlSoQRCAPl5TK2XLQHOz7yEeRGYqg3KcugcFTFPDbMKwVzKsaqliORr1ctvoK9GthXXJ/0Z+j4hUtmmsCqEXjR91i+x4MN+VcVfjqsL3VuigWr+MASAAlQZP5vJezcBl5XMGq1Lqw5Li0voEBexTQiy1jYSsagoqWq/7N1C+P2FP7pz38TT/2XpzHaN4j+Phdd0TD89RZmF+Ywm5tHKGRjdGAAIz2D6IlZ6Alb6Ar6ESOwyoCfIL8wI9X9JLjB7gyajPlFCkC3hplr42tiy8f+/EJbw/M+98Hb39qWJzFroQBAnVrFipZ882FiNqAZ/uZ9piXT7OPmeZtMBF1IMW3R7eKWaPXZYmZBPSyyVslkCrh2W4fSWyjSXHe5B8Is1XsJ2UpsFSPwxoSM94dxBPfderkMn+Pie3fdi3/957sRCdjCtqdxVoN6gcUydl5xObbtoolVVdrMQiGuVc/V3KJ5kcP2/rZBoRpXwXAEQyOjAqSUikUszC3g8Ucfxbatl+Dpg6exvn8Yb7v1VjTDDnL5AqIIoBVg8lRVbdrC/lYP7lE0eZFr1GiKXAFBZ7rtZhYKKPiyeOKZB/F//+CPUJnJYrCnD2+9+bXYc+WrcGZuHnteuRejmzcim2fhsybsjdUPb6y2+m+BpoUSzSUcJZcSchxMn3gYE/u/DaeVQyxkgZ8oLNNaA9l8DsVMTsAPAqjCutFgaq7URKFEsLgi7ZwEFCQ+JHPXx1iAuq9+FHx1tZYJaB5Cmdc5FsO6i7aid2AYlkUmsV/053js0VgCX/vGt3Dq9Hn09fVjw2gfrrjiciWbYlmip8ZknsUj1b5IvdeaANViktSgXqWNcmMJD+7/Pmr2Mvz+JuJ0FQ4Q6A4h2LTg+Fy4oSQSDk2N0oiE+lD3JyQxpAYggS3H8qNYLcp+ogpO1LwEAo6LWiO/wsXcjOV6VZ2HAU078UiHQUhQ1ujF8rUvGFj9xO8oJ2W6XVN3U7OzuPbVLQICDuZPHsJTBFZ9NYQjIcTcEMJkq/rYLky2K9mCDRQtF4+Oz+Do1BJgOajQWFIY+7J9KBaQ/DZ7s9qfnbCDm9/4BrzyNa8QcIOAmdpHFTPVAGIKhFa7BMG7arUs4BuvA9lzmWcP4K5vfg/PzE4jT6Yaze1FiuHCRmzesb26oCB7hBVQQLjVRNxv4eLBQVyRiCF/7jwSqQRGrr0c/VftwGxmGpNnD+Guf3kah04WYUdC0gUn97NVB0OHNcND+K3//LtiEke2lMsioDZoMV1EBmRXeboC4AyT38Slwp7VcZ2JleU12nleWa5oVp9ueaZM1Mzpkzj9+MOgSe+jx8+jYAqcPEaRuOoAABJ46X10dTxqrpO3ECBxpWbG8n0EfEUn23HQ05fGho3rBHA9d24cs7NzAorymJOphMw53m+y7ykVR21GakrzvQRqyVIl6YLdBmXKiFQoJVKWH35OGzAVJmKn7dY0hnFcG8kxBaCxxdoWJ3sp/JRKWJydwE2veTl+6dZbcedX/gHpNJm2oxhZfxGi8RRSiS4JXRfI5NN5nGgn69jNtAB79yIDmnKsm73C5BHqmirdZXOvDLDKgpoxWPTuMb/xKx/8ufdvvuG/f/LX5PpyD8wuzAsAOdCVQm/SBRplJGMRhINBZPNFTE7NY3puQYhGNIkieGV6r9j+HrAaCFP7lmbUSjRdrofocVYqYnI1nytgdimDHIHuegOZah3LhTIqVgBuuhdusgtOJCH7Mdd0m+323Isp61cgqKZMCu1QEOFoRPJK7n/sUJuZnESxWJC5T4kCP48j5CLa0ysSPvVyERG/H6loFE8+/BDmJicQZG4pjWSmI4bFHg5+ZXQkPwTjAtQaVh2u/BvvjFp3GxIjquKskm5x/D7U8xnUs4uI+n3oicexebQfu7asw9zMJPLFGjKFGuaLFTGm4hoWDTkY7klgw0AXEi7HXg15erzMLuHUuWnMLxeQ6urB9ddfi4WlDJ7Zf0CKEaLVXC+jq7cfY5Nz2H/0BCotSzTfqZnLOEZiatHNUsUYPjgHB3qTeP8HbsOWizdIHvbII49IC/zoRRtwZmYClVIVPbEUMuU80j1p7Ny0FZVcUXwyRKqEmtVnz8IKOtjcN4TDBw+iVWvg+muvQSKd0mAmNVC5njeE5KLMa1UuL0Z27EIOKc17FnEpa1AqVHDq6DE8u2+/gKPJGIuULpylBTj5fNuIVVZvbRRJ81eVrmignXurExSAvKGLdfwufg918APBMEICrNK4KiTznYxjxqbsSJFeEeaSPj9yNQt/8CefwQP7j0rXy/MDq51OSJnHAqzyQam3TiLS2U9U956AyzpWl+ujNZpNHMzfiwsvmlet2JNfBFZXrvkdYHWTB1iQrFMFzjKazHuUNlsbhJPsVFU9BPjRACQbADnJDHNSquTNBvp70vjwh34ZQ709qNIps200xY/gYspFpqZ0CyXQoaMrNwUb84sZ/PUdn8f4FN1HFYhpAon/V8CqbK56MnqrlTyX97z9LbjhhpcKY1U2Wq3vohJ/MnCC+PRn/gyHjp4U8yoly38hFpxegwxT2MNKNYGpARPaUgAvgLHKb+FCNTgwKAESxcxZiTZGUN5KrgkSzULSCcyoz6KMuqTipQOREoHV3RsweuV2nDx2ArNHzyJgWdh53ZXCJDp1z7NI1mwUsgWBS8rBKta89BKM7rwI93//Xoxs2oTFuUUBVrfv3YHkyBAOPbIPzcMLcH1++HXsSCFvJtJkEhGkEN0g3dLjDSpNhV7O6XkYqyrIVKxoWUwvyFhVAIy5Fm3A9gL6X2aW8LNUiyDb32r41Q9/GLt2bsU//dN38P2772NzjgQBwpjUjFVlXmOSGBV0muDde29eKLA6ustIARiGg0oIUDOtE9RbEHtODawaoxoNkNJgIT2AZrwfli8gRlRso2TbnQCrBL+ll5KRkQgHKSYpJ7W0xOWpoyHMUVPL7ACr5hJ32JKc8zSrkhI8WzVkqVFQo9Xk5sfjox4s22MltEIrOQiLRYwGASXqtrUUu1riGAKrVTQrBfkBE0kCbe0NdqUGr3eudsbWTwJWCQJz1esofV4oslYgtNnatQaaTpLa7eIa4GSA2AFWPWBie4xodqyBOOX6+GA1qQ9IaZIWXKeJVMTBYCICOxJEs1LF5UMj2PaW9yB37WXwOWz3Nyz6pmafEhAgqKoKKLw+oneqAVijrSvzQZ+LrAf6uNVE0RqrsiG0hOBsGLHttn7dht/ZWRRMzIfdokyA+j+dmncYrx30Vb3aHINuBTLblcJy+TnE+tVR84qZc+GfldGggrAbbEmV8eVDFk0slIHz/nF87f98FEf+11GMDA6gtyuIZDgoAevC0gIWc4vwOz4M9PZgtG8APREHvREbPRECqwqoMbU2k6CJQYwwR8hcpSSFklvpwAktbP34X1xo+Dzvc+//wC0qZPS09csaQnMjE+d6rp15HfcEo8FnAkyykrzrqUlweRNk3Wrr8Ha0RYUZrJNhJkhuyFXAKjUcgw6CBJo140Vax8hK0fpivAbKBKQlYCaLMexI4LWLJeNtQEvaCv1BnD47gS/+7Z1Ymp1HmG7a2q29UixhsH8A17/8BrjxqOiTkeFj1m6vTrgq9irzIdF7tSzRiUx29yDkRkTK6Pz4OVlDKuUqutLd+PRffRFTJ8/ixmuuw23vvQ2jWzZhqZCTv1MXUSRV9JgU6QKyx8VlWLna0uiC10S0Vltl3HP/Xfjy5/4OpbEShtIpvOP9r8WtH/p1LC9XMTE+hQ2bNsp5SEuxIF7ewsqKsPaCY4MFLkoVVH11uJaF7PhRnHjsqwi3phFl6zalDGR+02W8gmwug9xCGcViBYVyFflyHflSFfliGbkimasN0Z7kHBFglUur1pLlMfLsnbpPDLUCPgu5Zgvx7m70r1mDnoEhBEMRMOmS5IWJC4F4N4xzYxP4yp3/ICyrgb403va2t4rMFDX0e3q6EY1So5ZMX5VwCzhH/VzuMS0HpUYZDx64BzPzx5CM+eWc/fEIXBaQS3VYzQqCTgtuoIneQA12zUauGkYz2I9IuAeuP4pErAv+RkjYmj6HTHdq9zKxd8RciVJ9xrzMjCeJGWpKi04KzuxoqimgVWJe6fzg+xRT1YA1LxRY/e3/9HENNpHRwx9t0kLdzSY7kgKYP3UI+37wbbioIxpzEaF5FdlCNiQmIzBCBmqJBklLFTx2chIFMo9FtkDJanjjnY5JYkvMZ19980245e1vEpM1Al1M0A0TqiMZomImpXen1jd+rpihiI6pjebyMh79l3vw8MOPYx4NiNo3QdyfsMo9B0z1rGVk/zcoBUATG18dQ1EXN+68DOviAYlVpgtVrHvpSzG4a5f75KAUAAAgAElEQVQwsIvLc3jswUfw5S9+G+VaFlaQ73MREVZdFTe88kbc9IabsZzPyLrMJJxaior9rnWgVTWyrZVqYmbv+ksWmEhq6TZbs5/VqhVdBFOXWu2taoeilvPS+Dmcf/JBKWLcf+gsposswqvxJ3mILAOaiXUBYNWs3d5rxn+bdZwFS/5brX2quMf1OZVOIhgOYWpyWtqipauKTHl5jWLs6vYumYeq+K9avfmQHFBiaJ6QKozLHqQ7Fg0oTa18VfTTe7yOw9nB5SUUyFnybwJQW8gsLqJRLeCWN74aqWQSRw4fx5qhHvQPr0H/yCi6ugcQj3cp0z2aFerlUsXPHUkAc32810ldKzVHvbml7Dnk8eg40fxd5UAMb1cW7XjMt7/vfT/3/s03fPI//TKWFhZRKRaFzOD4WkhQHzgRQiRkKx1VtkQXq1jOlAXgm8sWZY0jqG2z96ZRR5CsXaeOcDCEkO1IHM51u0Jz6koNuWIZmVINyyUFJnI9Z949X66hUK2hGQgjmEjDH4kjnEjJ3sZCGOV1CIRJcaBWR5BjyB9AoVqBTY31cASZhUVMj08Ik5RmZqGwK/8m21UY7GTtM0duNEHZiL7uLnnf2eOnUFzMwGVHQ5kgfFk6qkrVIkrVXHvdV3roKuxTtRt6MShwVbV36zhSMw7j4SCq2SU0ixn0p+JIhF30p8LYvW0zCtkMJqcXMZ8ty/men5rG2TNjiLshDCTDuGhNHy69eB1GBruwuJzHkRNnMD41L9fbZwfQ1ZUSCaFKrSFzxLFb6O/vRldfHw4eP4Mf/Pgx5BvURKb2rJI7VPJ6nc4BHi+vZywcwHvf907s3LUdMzOT2L//WZl7A2uHMbE0h8xyDvFgWMzltm+/BEknjFKuKNrYjhvEQmYZMwsLcMMRJJ0Ajh07gWAghOtfeo345Ega1SIgXkB+OYPs8rKwjivlIkr5Akq1OkJRxRpN9w2ge2AATshFdjGDY4cO4+jhQxLLxSmFZfuxfOI4GktLcINBAY2psc/9SEw5LSUD4roRkX4hEYp7A6V1PCG7Yq2KRq4rhpNuNIYA4xIxj1a5uUi1iacHYAUjeObYWfzPP/kMzs9llA648QLwSKGYlK7z28tYVVOT5srmsXJvUas011iTM5jv8L7uRWB15RL3ohTAqiXfAKujo+vbCYh5iQSOmmljgsn223VAbgabqb7IoF0V/xtQ0gk5+OCvvB8b161Fo1aSKoQ0/bKVTCuFcW3khBE9IcuGYzGR80tl7vNf+CIOHj4qAtfC/9FCwgRWBQT+d5ICaAcJnKweYNWcI+UA3njTq/HGN94srTIMGkVwW5sXMRmjFMCnP/PnOHjkOPxtbdoL66J6r60XPL0QsGoCN9HA9ASX5r60AW2txdbWG5GNxoeenh4BJtmCU28opiorzOacjTmDN7GWxVDuiakWigefVCdFCiDQRM+u9VizZxtOHj2B6WNn4FgWLr/halRY8bpnPyKlJurlOtxACDmriJ4963HR1Zfhh9/7AUY3bMLc7DzG9x/C9qsuQ2p4EAce2ofWkXm4sGETj2sCFWq4AQi7ytnQsFe84KpJan5mxipBeuo+eYBV8xmyuKqyd3tumATJXJOfFEGJ5g91w3wN/PpHPoKLt6zD3Xffh3/+9nfRQkBVVwk6mYKEbsn1BntmA/YGey8YWN39cn0eyixOxlzTh5YAq6ppQ5WLa2iRtWoSLI5tFj0ItqUG0EoOKKCTAGyDjEcCnDSRktKnsD5Ec4yttfw3kwqCMY2KgKrUbzXfpaxX1LVVl1gzVeUZPzMJ+GzVuiTBk0byWMSWiiu1XAW81izY9FrFb5RKuh8tbuTGT4tfUC8D1TJQI0AvFJm2PMfq+aTA2tUPD7Cq2ZsKJCBy618BrKrA26SJkmm0QcJVW5I6f03nlPfotVUBqwaK1PpfHs6rd5lV0KcyuaB6PIHVcJAAZxAxJj+hsDjBXtWfxsW7rkL55lejSs1cuV1K21mSIM1QtaxaeyGX5FK30UOzLGWdF70odd/E6EGOgWxtMlZ75D3ywZpKoXjEKtnmX+p2Vb23fZadczVJqHyPukL6sil3bj1aPJdSz9H2dVZ/UsfegYPbIHH7c9V94gyg2Qjv+hKaWCq2cNo+jX/4n7+J8382ht7BHjEGi4QcMeHLLC8iU8jA8vvQ1Z3EaG83eqgxHg2gJ+xHnAGn5SpNTDkZBbqRqRpkpd5uwW9xfVDXRGnBKrrYtt/+3AXG3vM/9Z7bXt8GdExyqtYPdbFXJ9ly/bSLr/lbBzDtsIm8xR1qmsvxan3H9hqr5QBMAMrnqbNHvVRqVDJ4pn6qOLDr1n9TOODaK+2FZLXp9nm2n9HJmNeDGlzCJiQbimAbHXtbNr729W/hR/c/iu5oTIo3BDF5qmwFvHLPXly0bSsypYIkNMb5fcV+SeafrbS62V3S298n4KkdcIRVUSzkBFgl6Ldx0xYcP3EG//r178KOucgsL2Mo2YV33vpLeMmrbkAoGBbDJ3P9VGGNhSGxx0XIJWMjgKrsuUo+4ctf+jK+/o2vwSrVEG/48ebX3oJdu6/Aku3DK95wA1K93cjmuHySAVoVkMqw2p87EjqFl9V/Y4cAE59SfhKnHv4HWMtH4bpBWCLlo8YHu4doViO6iostZHMF5EpV5Mo1ZIq6dZdsHimg+8SQgyCoIrlY8DX8qNo1VEI0ZfMjmbeQbIVwxFfAlm3bsG7jJrQsMpDpOKhaj4UVQ51xJlaBIO695348/fQ+XHTRZtx002sE1HHDQWH3ilav3qONg7gymWkhFHRw9NxhPHjwR4i6lgDILb8PvoQryVOprJjh8YQfbP4f8BWlc2KqbiHToMZmCk4rCJetsqEgoqEY/KE+9ESGYZfJiKnCFyTTR4FBpiur3T7IWE+DqgJSaQCLoCrvswLDVOeWmUsvVGOVwKr5fKUxqAoU1AGstSxJbmePHcCBe78L16qJFADBFQKrlIox6yDHJBmqS9UgHjg+gfPsApOxwGPlCFq59wlrFS1s2b4Z73nfbeIAT/1GFgpYROnog+tFTG1bqsaqW+YNa5XmTgJW1RuYOzGGo/c/ioPnxzDepDQSO7t+MvnAO7a9c5ndGk3qq1o2aK2zbbgHr7tqD/q7klgoVnAqk8XuV98IKx5BsUDzSgv1ahNf/NxXcXDfE4hHfQISBQM+OEEWOG5D18gAKjTnZWGF5+pXnQZGGsXEZhIX6wPjkcv40DGdMqgiQ5UFgbrSlRZmq+rUkzFBWRhbAe+8+GSAV5aWMb3/YTTKZTxw5DxOzOVlIxPGHqUVWsr4V3IBvZd6wcD2/ugtQupxKUAGAYsmdR9DEsPzGDmGaU7Ec52ampK1Rsz3DHlG66zLXkmjMd2hp7uJ9dqncjeJI8T0txOhmD3J7OTq/9Uur16vaDiy32vJj/Y1FpUpC3PTUxgaSOO6a3djYXEBfiuIgYFedHf1ordvACPrNknrdZmGefJRHVO/DiCq2dgeYoSJ1YzWosmx1LmquNgURQwzVeUBiqW9elx+8L3v/bn3b77htz/ybszPzIo/RSIcUo71viZSiTCS8TBqlYKSVai2UKz4MDNfwOn5LMotP1zHj4S/jmalhAyZjAEgEgoj5roi9cGODxJpyBou1+rIUzebobsA501hwS6WaeLmhxWKirYqY8ZInAbWaSlSEhxlkZSFQRYLWKiRYioLXaEgMkvLYjIWi0bRv3aNaGcSVFXawhwbLFY1UCqRva7WSrLnB/r7YdXr2P/oI6gtZ4VVykKW7fgl7q/XuT+V2qksW+d5HqJ/LZ4LzA+MHIkac2Sshug9YPtQyS6hVcoiEQlKkX3TSB8u374ZsxMTOHV2AvH0AC5/ybV4at9+/Oj+HyMcDKAv7mJtXwLXXbULV+/dicXFDA4dPYHxyRlkc0Vk8wWUKWkAyi1EEI3F0NeTwtBQH2wniIMnzuCf7v4xshUfKg3lU8EYRugUmjRj9gueGIvst/7SW3HZzktw9uwpTExMiDlY3/AgprMLGDs3jrA/iDVrR3Hlnt1AsYbZmTlk8lns2LlDJAoJmnMWLczO4Nz5cXSnu3HVnivQFQtjaXYKc+fPI7+8LB0aQnjR3Ro0G5zPZjGfyWFsahbL5Tq6h0ZwyY6duP6l12JmcgJPPvkoLI7HgIW0G8WZ/QewNDmJaIjSKbyXjOMUGSjEdZjyZCEXYZqIOqpLJeCwmMP9XkmPMC4j05ds1XCUIH4coXBEYjliPCz6V2WOKdOzUKIbn/3SP+Lzd34dJXYoeZj67UxL84RWF09k3fEAU8aVx6w3Zg1Q72OXmUZfVm1HZp1dXnrRvGrFuvciY3Xlmm+A1eHh0RUsORmIHrq0ScQ0ZVU+xAwy+a3Zp9z0jeaUYrHqpJYbdauBt7/tzXjJVXtRymdlI2XQrPQ0CEQpV1mln6Lc66Rl1/KLpsmdX/0qHnjwUZmYUqnyAKv8XrP5GSF4b7AhR+gByHj8DGyMC6U5HxOwtTdiqZ4YBoLSUeImde2eXXjf+24TDSYGStxwGIBKh3KzhVA4ik//2Z/j2YNH4HdCWiXwuQJS5rq1r6fHaOWFAasKinlOoCXAKkS/TPTD6jQHUW0+5jp4K2leoNzcR8unGDfGvZkmLFycS/46endvxJort+HogcOYPX5OEtwrXn41aqUaTt67H7FiE3VqrNpB5Fo5pC4fxbaX7cEP/vVurNuwGTMEVp89iO17dyK9ZhCHHtyP+qEZhKghqcmTZKzyXsSjMfnNDd6wVk3CY8bp8wGrXvBV1Bt10iZmAoY9oJkBLxRYlXHUomwE8LGPfRTr1w7g4UeexFf+/msCrPL6M+lXrRHqnnnNq0wCZcaFaUd4wRqrV7xCNihhpUo4oCUQiCZJcqBYn2gRrFRtNcLmZBLUqqPBKnOiH0gNMOIRRg/BSR/BUgafZPoIQKfb8pk0iIsuE8yGYouSXSosI1YglSyBMWkSkXq5+GbL84v5FCvDFpM3BrLUYJM2Dlt0XAmQGiBY3pbarK4lsbwAgzaK97NooFpT+XofAVUBVhWbiAqb6rGyUPH8wKrWqdU1TToZK2BVsZa8SZ9aczrayl5OjtrM9bd7dFhls28zVtV1Mex/1Yrvqcx7lnPOT7vliLMye47CDpCKBOGGGIS4iEZs7OqP4KXr16PwqtdgYvs2VAla8N5pIxxRLNCkJflOModFp9QSFqnJe6UYZoBYamtLSqNasTj0U9GedrLFlnieBbVWRc9TG0jZnNiaCdtm7eggnNdJQFhFOG5Xj7WcljrrtlQB2/kZvK6s6KmzUomv9zMMmK9V6szdl2SVGotLrSbyRQsHG/tx53/7OBb/bhHJ/iT6YoptSoYiTQtL1NOygXg6gaGuMIbT3RiMh5EOthDxu3B8qj1MMSs4vpSpCj/D8QMBm4wgY9Sl2MEch5f+7h2eu/qz/fNd7765vX8b4FPGoW7TNcG8d3zKcx7WsVkXeWENgGCSS6WhphzTV+qudtzPyWIx65QE1m5IDB28STXXa67bFSJerZa4SSfSaQQjYQEyqKPdrFVlHAW49gsLTemm0VyK5jYBfwhP7j+EL/zdnQjVA5LgNS0N2DVaWL9mLa645mpYkSDKhbxo7jGIN/NSgRjcAwkosJV0CMlkWq0d0slYxez0NPL5PHI0yUr04c6//zqys0twaczl2JjLLCE3v4ArLtmOd7znvdh5xRVy7pSrYcskGYBMGoiqsyWb44UAWKGYx//+3/8Lj//wPvS4vXAc4JZ3vhq/8rGP4cjxDGbPjeOq6/YgGE8iV1XrpMMxIrWPlXIlnZHxXGBVwAEyBZsNhHwlnNn3XSyfuh/JAFm/ZA3x8hNUqaJSyaNE06rlChaWK1hcpqlJBRkyo9gmWmsp1qxoCqqZafuDsjZz3Xb8LurhBprdAYRydaROV1GsWTjmZLB+/SaMDK8RDTpet0AooJgmTQjYzHtCtg/B6ZmZGQGjGaMw9uNvSifQoIMxB81PTTGV19rIEv346XtxfukwElEHzUoTTTsMOxaWFsJSmXFkHeFYE0l/ERvsIupNC6eqLpbqYQSiEYT9TdTyFcClAWsIswtAX3AtLh3aBqtBHWauLR2ZHrM3y/zRun8GcDGsVh4nY1s+CFB548o3v/39P9ukXvWq3/zYb7TnkjL34A8LCi20bCaqAUwdegZHfnw3In5lmMLihqw3RnZQZLPofl5GDXE8Pr6AA5Nz2sCEIIXew2Xt7bScB4IOXvPGX8C1116LaqmIiOsKG17iV+6iunNIdtK2eZVaDzgWCSoIM5q6muUiqiUFzDZmF3HizFk8ceIUpifmpWvgZ3mY6yl7KNcl0eJjUt/A9Zdtxg07tsAJuNh3ehzh0VFs3L0D5ybG0azaiMXjcMI+LC0U8eD3foCpU/skFm65LWza+hLc9JZbUG0pLX+GB8v5LCgVrYzJV3YScbwaxr9sSV4WFY2rzP+zIESQWWuxspCkGNf8XC3rwCIHd6xKA8XTB1BYnMOjx8dx4PwcCJkoHWpVZJDPkr1RxW8XAlYNkG/WdWPiZ4BVxvKOreQ1+NmxeFTm2szcnCoKsaGJbH4NfvJetlvodUzj1/IkPB8+2C4skgzUJNZgrheEVow9dQ0791BJzChvro65Txt0JYjbbGFhZgY7d2zE4EBSYsmu7j4k011IRGJYMzCMZFcfWm5UWtlNN53RRzWEEYU1d2Q6DIiq9kWlH8qHaGbrc6KxmnndamBV9gxdRDf55wsFVn/1vbegmMsh7A8gHQkL2EavgnjERTQcRLmSk+JjoeZDoWbj6KkpHFsqAcEYaoUlrIlaGEzFMD01j5NzGWEhR6NBxLn/MY+ljwJBfikkNwSQZEEmU6jIT9kKosnxHKJJVRShREpYhK7jIMu274Bf9j/OYfG/9Su98EQkinwmh7m5OXT19WBgeAilegNVehtoeQcyhiV24zyQQoPhnaqx0NuVxOzpY3jmwfvh1MsI8PoTMPX5EQvT+ErFHUbTnPlLgJJwbKVn7q/BfLO3W0RmKT1G8kWlCFTy8PvqAvRtv2gUOzaOiPxAqdRAPN2PwcFhzC0s4dSZsyjlM4j4G9g41INrrrwcl126DQuLi5iYnMTychaFIveQBpaXC9LFQXyChm7JeBR+u4lKo4ET47P4x+/ei/kiyWlK9CPgWKgJiKrWjLbWMudCo4xffOPN2Lt3F8bOncb09AzisQSG149iMjOP/QcOIRWNY8eO7diyaSMKM4tYyuQxuziLtetHRYKJn1sulDAxO4PMchbDg4O4/uqrUZgdx7kjB2HVqnIvnSAL+yx8tKQzp1wqi1bycrGKseklPHboOA6emkS9ZeOm174cr77xBhw7dhDFakGKtN2xJCZOnsPU2Dgi4aAUMEluUUtGCzYJRaLSxk5FMdyR7MK21frBe0vgmwVz7k9uJCrAKuUfo8kEYvGknDvlpCKxuKzDwWgMhZaND/32f8HDzxxCo2m6qoz+t04JPJqoHfxK5QVeX0Tt39xeC7z7s2BRIjfZ6TA0e5L5zBeB1ZW79IuM1VVRy2rGqkm8VoKmGuLTSa8CA1QGbjZvSbw4ICUAVzRu2fM9FT0mLDfe+DK88eabUS1Rn0M5AbI9gE7jqj1at0YSdeKclE2Lu64f3/r2d/C9u++RYFJ9vw50WHX9NwCrXiDWbOxSWSYgpEFfBfwSoCBbo45LNq7HRz/2ERTyWQHJWLFTJyy2L7JYkLH69P6DIgWgWqpWMQFMhVbrBq4Gsk3F18gLGPF8tQhcmLFqmH/qs4zZjjo0tpFEYxERqhYumRawVviZCgLNAsN/e8FKNWwU1V9au8S4RjFWq4Em+q7YjNErd+DZp/dh7uR5WTw7wOo+xEs+1Ct1RINh5H1FBC/qwaWvuhr3330vBofXYnZuARMHDuLSq3YjNTKIQw88g+qBaQFWqR7EfZhC3RxPCZoU2bYk6Pwx4LAJhEzwK9fABD2azWzur3mNQC9tKQClscOEVCQCDE6jx7B6XrlPyvDTBQXTwqxkMjoTjHBPKOjHb/3Wx7FmuAdPPX0An//bL6EhzrNKY1WgFC2b8f8SWF2/50YlWq4oippS4oOvoZw2lW0LwVT+nSxT9ZsgqwCrBOvi3fAl+9HyszWzAdSrit1aI4DKwE1pnipwlZspN1gmV3VYdZpg0NBK6awqzSrDlNVzXFHr9AVkFZrgqi3mb/wtrEy9BlFqoFUti24q5RYEpU6TdS89s7KuNBhU8Ri1pg6LNK1aGS0KuZN9J7dRVXk1fbXNjOxIBHQ27A5r0tjOG+hOtb01EVSftYqxLxIJHu6pcbA0a5ispupgPO3/6h3qseoDn/Os+jslAAIgGM32OQJ4lrTDOg6BqiBiUT8u6UvgdRsGUb30cnx/xMVsNaP1t1T7De8zgWtKKlgB5WAvTCAGyGxnYquO1nXl3zhmRaMNIWGpUCetYfvgJtLaGRT8izo6agPy2ARpZACmWDrKpEr9l8cQkN88E5pl0ZSBkCmvuY1giyxpxfBUIK66eyJJoa+UFCkkYVWjgT/Cn2kPe2WoRd1BCbDY0qd51EyrsjWgXPZhX/1xfOmTH8fCPy0i0deNbhouWtSOK6KcKaHWKMPvkLGQwMBIC3vWjqI/kKSSGRyyFKwknADZi/y3Eh1gi5RU6/108yWwarUZq4JptJrY9Z//ZtUu/dP/913vuVnWLJOwqjZLBUxzezH7sSl6qiGlFX6N5qxu25T3aKaS2Ufan7si8dWjU75DmdwYWSDR6wo4iMfCwlLlGsdEQjTVyWh1XcRiUSAcwmIxh7mFRZw6dxYsng2NDEjC3xtJYP3AsG7HL0sswFZBxgNzSzn89R1fwNy5WTFpq3NNYQt6E+jv6sbV178U3cMDyBHQ1Fpeyq1dgZBk6ZBFOzg0JO7WTPR4Sar1ChYWZ8RcbG5uEf5AFNOzWXzlq99AMhpD0Ga3gdKFZ1IyOzODkN/FG255I970lrcg3d2FWrOhNGZDIbhBF3NzMwKKnh87g0996o9x6MAhDEe7EM4Gcf2ua/Gm996KwLoYei8egRsLophlM0AT/oByFLYCrrTFcwzJWrGq4G0KsOq30QNUK3o86ce5/Q9jat83EW5lESQbpFVF3deAHw7q9QqKhbzSfM00MZfNYzFTEHfo+VwJxVoT/lAUoWgCjhuWBJeFYicUQavpR6lcQbnVQCacBaLAmmezqI+XcNDfQjVSRyKaQMyNiczC6PpRWET4pKvJFiYvH9QVjEZjwnAplouSuCfiKbmGNGcSxrOjgA4yJQXI0Jq+hVoBjzzzABYLkwhQwoK5fNCG5SomeKMVRDjsh+PWkPYVsL5VQBk2TjV9WK5Hka/Yog3rb9VRdXyw3QBqaKC+VMFlfVuxaWgbSiWuSApcabdTaxNPzl4WC/jgvObaTlkLzj/KfvBc/H5HChI8T8Yqt77r9p8+oS/wiv/8yd/TAGZDQFUZyxaN8CwxTAk6Ns4/+yROPnwf4iGfAK0OTWFtrocEorVusbRs19BoRnFgoYDHzkyoMieLrErGUzneay8Dnnd3Xw9u/cA70N9FGa+SyHX4uYiJNKmSPpI4UlqjNYGgzXZU2zqPRWmZ0iOzhprNomwDiUgC+/cdwbe+8R0s5/KdEGDVNdDLt9oRdaumxOVs029aoEDUmt44XnvN5djYl0Ku2MDDh46h++KL4aTDUgRLxLsRCaWkxTgYdXHm2UN4/L7v4aJLdmHo4s0YHFkDuAHRCHV83D+DyJdKyC7Oo0EjXpvMYKXvKwUjHa94gUIDJnN/lBhaSwEQVOVFYtFFddyZKqbZudhNRFNDB/bCOObPncZjh89i39lplAnOkHUsZmDEjNRnmZjTFMDUtdHFWI9kiykG8DhpLiXjlcC8dgTn+ZAhXibjMZMTzWidQcg+znklHdyyr1FSQuU6ylZSdRhKkURLxXi1pk3Mba4R417zUH/TAL5HCsB762leTDBubnoSWzYMYs1QCol4DIlkGrFUl3Qt9MbTiKR64fQPomIHYLNZSutuck81uYwBVgUCkpxRzWnpMBNbAUXQMTGKjC8ttyAyGvrvCkxVobQ3V+Zx/8ptt72g+f2uW24ESZi9iaQYBNVLedRrZSSicZH5qDVKYjq1XG5iZrmCJ4+cRjbUBSscw/z5U7goYWPnpg2YnlvCM+PL0pHIHCTi+JFyAwiTrcxz9alYn3ehUGliLldGjqGyP4gm1+VYArHuHrjxuMRFjMByhYLk6dFYVGQDZNwb7et6S5i2kVgU3UMDKNWpCd5Q3Wac8xwvXE/09TbrqBQXtGQDtWAHkjEcfPTHOHPgKTlWCiXVGIs2SnLcIufvU/sB83IyRZlFlMm85D3jfRcdYksIK81aDWHGWzQnFF+FqrTK79yyDtdfsR2tUkG6X7Jkf07MtEku1DMf6I5h89oB7LhkC0ZHRzEzO4vFxQVh2nKOMJbw+yNi4ki2PI3CKpUSioUMCpUqxuez+Or37sdMri7aoNRqZvxcF/NSZVrH3FW6mIRAVsHLb7wOr3rVDZiYOoexs+cQjcSw+ZItGF+ewyOPP4E1fYO48qorEQ+FcPjpZzE5NYtEOoEGzRijMSTjcRSyeYwvLKJarmDTurXYsWEdFsdOIdKqIhEhQK0KhMJ6bzRQKhcEWC3mCsgUa5jOVnB+roCDpydxanwKxXIJb37DK7F+wxos5xdEPz8VSWBqfAaPPPio7Llh7SdAHWrueWGb4LEGUEn2EDIF9xfmXR7jZz2XyLYlOV50wzk+xUCMXT4u4vG4FN97h4axVG3hs1/+GuaK7KhUwLDKxY3kn+4+M3IeEix11kPTFSjxhzdPF9KD7ovTsZXpVm17YKyIuVpYXpp/QXP8P+qbXgRWV91ZA6yOjKxVAa8kvZ3gXRYoBpS6Ms8s1CReJmDwvt5YrpjN1Gw6/JK6M3oAACAASURBVFzSuXfu2IEPvO/dqJdLSmtRtHiYsGpGqQbDvJVLAV9tPx5++FF8/m//Dk4oqlwIteuomj+dqi1p5+ZcBCD0gIZe8NBsoAZY9V4a8z6TiPL4zebMRSmWiOMTv/NboqtC8EYxVpWYt2qZD+Ev/vJzePLp/cLuUAGPTow87U4dUE5XVWThMVVbFdp4maSGAexlAptEywuKGn3GFtu0NWDKRY8VIgmyxFVWtQJWK6o1if82TE8VHDLQWMn0ZfIgphHcKAmwNmqo200M7t2Kwb3bcOjxZzB/elJes+vGK4WZMPaj/UgW/aiWq8I2rtFNfiSOq978Ktz1w+9jZGQd5mYXMPnUs9j1sr2IDPfh2P3PoPzUhGIaEYJrKLMqPpiUi1skN1Sts2rA1RVMBo/uCsexd0y1gVUdhK4Gkr3grKlEm7mxYrx7FlzFFFYVWPm+Vl2qmB//2EfR35/CiROn8Zk//xwqFWqRGlax0uAz45X3wNwv1U6l5uK/mbG6+wYlKij3VbFIpPbRVKCHfK/q3dOgI2++kgWgCRVZtogkYCe70QgkBFj1tWoidyDagqKnynOWA1bmZmSLEoBlqz49sRjo0SRLtFHJhOXZMQkz2qTaDl6YknoEiz5TEC3LQYv9TZLQarmBUhF2rYhWsyqMHaSHJBFXOpAWaLrOBI7Vcr9fMRfrlSKa1aoWL+fxKofezj29EGNm5XOrK6FmU27S5oKAvIdAJnip0SZrZxPq8wgWPgfAveDOaxIv9R7zbgOnGmCF6qoCJpoWLa6blg/RYBOJoIVwNIR13f14xWgMIxs24kjoIoxNMVhvoNaoigZShetxrYU6SvDZVfiou6BbRMnu9QXZ8kyQW90z0UkUQ4GGmH3UbQITTLRpZNNA1W6h5HJ8BeAju4qGQ1Qr8DVQDDNJU6wrsm3lh2Oe7CO2nfkaqFQt5GINVPpKwpgtk4mg10fbp/S6OOfo/E2Qg4ANnVcJ4nIfCPpcBK2QgJuRZhSxVkxaL5la9iGAZNOB2/ArNiSTiHoL2WoD4VYGj534Dv76E/8X2SMlOFEX0bofFV8e9WoWVkkBF81WDctOAO+4dQDv7LsU2Tk/juWWMDa9CL8dRVeQAKpKHMnYCzoWwtS/DdAZXbmjU56fpgJGV3b3J//2546/fuldN7VBH7Pn8jvFodnjpt5eZ3TrqfkivkcZrXD9Us8+N0HvMLbMHFDrCN/De6z2SNFSFAY+WVBky/hFZoEtiWSuRSNRxNNRZBoVfOfAY3jm1EnYFWAms4R6LAi7i0F5ADcPbMdr1u+SdYktkD4rKPsHmTaFYgn/8q1/xSMPPgbHComsCY0cqGtNk6Zr9l6Fy3Zsx2wup1rPQoo5q9pzW/C7YfT09kiruQrQacxUEpaqSKPYPpw/P4N0agj3/PA+HD9+FNFQUrXDa9YZrw8BjmxmAaVyCXv27MHb3vJW7N27V/a/ufkZPPn4E+ghWzMZwac+9YeYOn5e2swnm7N480034Nfe82s4/PQ8Cr4qbnj9tXDiCQF9f65Hi7r0YkMlrY4s5HA8B8N+ZM/ux9jDd8Jfm4ETCisH92ZJOhB4m6vUU80VkcsRUMljcqGE+eUSJpeKKMOPvjUbkO5bI0kkgaAGDQBbvMeUDCijXCyjEipgIbWMvlkbQ08XMRau44S/jHQ4Ih0uAtq4rlxrShFRey8SjQgII0C7Ll6rTVAx83ht2apMcFVMzOo8M+7hLHhT3iAEAi7jU6fw5IH7UPPnEQhTC5Ct+S5sH2UeqBtdRzDuwB9vYkMzj8FWATNNC6ebcWRzIRQLbNEPwm7VULbJ/KTJZwO5QgX9oQhetu2lCPlGUKoVO+uquJ4brXmzN6v9VDpRWGgKOGJCw/nhOCGJU4xR0FtufWEajP/tj/9QHNidgB893d2S0FPJx1+pYmlhVroGJg7sw+ShZ5GKBsXpPmj5ZbxyXjMJZts8H2zLZVQ/mavix8ensFDVnWZifMh2c1M8ZMLrx8tedh12X7FD7gs7tMiG43EwNqe+iZjWSLFdGWQpiL/ZLk4TTBQZDx3rsK2eQJVA1o06ZuYXcN8/fxf7j51RrcOmnKgPg4muomyo9Uk6IESGB2jYLMLVMRTz45VXXIJL1o7K+Nh/Zg5js9O45Kq9SA0NIJJMCEBYK5dRyGXl/QSJyNLrHhpCtdVC0HGlmw6ULGKcH42K4Q/N7hgmsG3WaOfK2qe7dEzMpooAjjLU9ZATJFdisbkNyClgVYA6g9DpqMCyqnDyc8iPncGzRyfwxNlFZJtKp5HocLmh5ADYBSSxgAcUMOvySkaoNufSsaTZDwi0C0lCm6txjtJoajmbacec6ngVL3n1Q+Jpg1AovZvn7BlmH/HG3hrXVQXTVYW61TG67EFCoqgjtzyHiwdTWN8XRywSQjSeQHckhu6Yi56uHoTXX4J67whqDZoEdfJBsx96j8XE0+2QTJNVvHmAtK+LIZLuqPSAqmoOqVK7d7/l8b7vne/8uZZv8+KPvON1ooWcjrnC+iuSKe0EEI7ElNFztYpCpY75CvDkqQmcX8ghkhpEvllFuJzB3v4uxEMuDpyfxlTNQdMPFLJLCJaLWNOVQMSl+ROnKxnFLTANWSg1MVVsoNDkuqt8AqLJLqR6e+EL+KnaCrtpoVgsSiGSjGSTGwb8lOjxY2l5CQE3hFRPD1okPbGzUbddKykQBXApORRFTDHeByJ9p6UgCJZb1RKe+P5dKE1NijSHyLo0FJDvBbBlnLd8cKNRVghQY/zWXpcVKYbdMq4F5GdnhYVab9bEzGvX5rV4x+teiYjVQKFcwtTCIuamlpDLLiMccjDU14PB/h50dyWxfuNG9AwOI7e4iPGxMyjkMiiWC1Kkioe7EArRALMhMgulchHZXJZd+pjLl/G1ux/E8Yl5WNRhrZTlHBqM83QhgaAy555o0fsb2Lp1M97whpskFqFGaqtpYe81e3FiagwPPfIwdm66BC+77nq5jvnFLB58+HGJ73dcug00LONY5TpFgDToayFqtVBfWkDcbqE3ERMZKlmjtYwH9yQW/nhvM9ReLVQxu5jHufkiDp6dxvl5ug0UMNDfgxuufwl8liro9fQNIJOr4Stf+brc22DI1XqnPBc/nAb3dHYcsUjkk8IeO1hdGgC2n1O5ifFwUKQC5csh3YJS/FNyjxR6q9pBjC3kMJmroAxHEYFW6SFLEYTjbBWD36wpqzvaOrFvp1P1Qjm+dzKbolk2s/SC5vh/1De9CKyuurOrpQBMMsWXCaCjqwLPAVb5dw/opjZfAxx2Wjq8m06t0cCmjRvx6x/+oGgtciKJXqosrh22pPcQJXCT4NTBsWMn8Ud/8mkBWgj4CYiggwqjTcrvez5gtVON7LhxPh+wKlwqnZiaaqWcp8+H3/zYRzA81IsWWQlM+Bl8SOWeZlYO/uqvPo+n9x0Q3TYm/KwStifzKnjEe85eYFXapTUTSYBdLRXw8wKrkrMQWNWJDqn4PG9eXmqqqYCs0+qjWrs8jFedaBtg1WyI1M2sWQ0MXbUVvbsvxqHH92HxzJRsPDtvvBI0FBn70QGky47o5vEYqo0qrOEYrnnbTbj3gfvQ1zuIpcUszj+1DzuuuRzp9SM4et/TKDw+JsmVIkcrEJXHyed4HByrfM64sK4OoDoLpxrHJrAyv73B58qASkNW+l6uBla9oMKKwEwTEJRWFtlwDXSlEgKsptMRkTv44099GqVSTRJy9TmdFkM1ztS4VMDuvx+wunY3GavamEonA4pcqQsbDKBZyaYuqTDHGdCQWVpTv+l+HU7ATnShGYopbVQm8ARWBUQlHksWrmr1ZhDIDZLt4Qw8iLESUCUYy8/na7l+eNkLRk1TTCzEEIm0Q7puEFB14LNDaDEosQj4toAygVWymA2wOqxYrRLJ+aRKLpIBBIupASQsEQr8q6RJVdGp8+llgf3/AKzKAOSRdoDVn9wA6WWraqkR/ZRRJ5XjFz1RBqyK1SIAmab4pJIOesOKObCldw129DvYONyH0PpX4GSxC8W8D061jpLobpVg+8rwUw8LFZWAC6uZ40QZkkhRQLq6uDbR2IMLcUPaTUu819UG4sUQcgTS2Z4U0Aml4OYN8sEIcSPjlBR7ST5MsdC49tX8TTR8NVSLRWS755G+tIqtayJw+VmtDGrNuswfJttcEblOzfkVB6MmesBNNKwGmmRRtoIoB32oRZoIl5IojtuYy+fg9FpYF3MxVImhpxKDG0sB4YB8b7w4iEh2Ft/5yrfww2+eA1oRWBaZzi1k6f7e9CHi2nCtAHyhLLa+fgB/sPMXsXEygLn4FD576FkcOl7GSLgPYdRhBUKIRiMI2mXEAhV0hRw4fibxvHbUkgoIK4SgF+fRnv/6pZ87/nrne5QUgHcNVG1XipVkgkuVDK8snpr3SMK9qhvCvK/NNvK0ca78TDWCzR5pzFFcFuH8FsI8Nyk62vBFghjLLeLZyTPYf/4UMpmstPGWrSbqCbrE2lifGsDr1u3GttSQBOVMLEFgnv/W6+bTT+3DN7/xbRSzFWFUc0xIm2mrhU0bNuDaq69Gk+283OT0NeAYY5tZvKsLIdfV6yzdksuYX5iTcR6PJrCUWUSp0sDcYh7f/MbXUayW4LSUvm+7tVUtHKCkBd9PUKIr3YWLtlwka+Dk5JRICgwP9WHLpTtw4PGDqE+X4dT8uPKarfjlj92OoYsvQ80hK5WGDxEBfWXaevQRf9pgsAhmU/faasFmSx7tER0XxbnjOPzgP8CXOYFUOCS6ezTts1u2sDJrlRoa1ToK+TIymSIWl7OYXqhjbGYGFTuC9VuuQFffqLBaaNBRpUlHuSxjrFiisUhd5BumfOMIdYex6ck8mrkGjiRqKPtsxMNKgoF7tSl89vb2Ynh0DRJJuk0rwEISPd2ey+dMAVtaASMRZRrVZMsyQUvAZqFC+oZtHDr+FI6OPQE37kMwEkKtznXEJ4ypCkLoDhTQjIbRCAM7rGX0+woYqzs4XY2imAuhUiC4yzWNRSDuezyWAHKlOuKo4zWXX47BrlEUq0rXvV2Q1XZzRnaD7ujsQlF/19IqPiVnVeN106ZWHDtvetsLY7T98m/cjr7+fnR394gOHSt4NJOpT43h6JOPoprLY/rcWWSXFtAdiyEWceEnWKwLnYylA4LOtURvjoWPxYoPPz52HuezJcUOZnGkqQzC2O7K167fuAHXv+w6hCNsLY4is7So2jOD1NEjezmkWH8y/5XMg2IRKfY076fSRSRri0zlEPyOIyZjrh1Q+o/VKp594BHcfc9DKJQrKsplkVTiZm4SynxVTBJ1p5vsPxYN0xoY6Eniiq1rsXvTGsQCflSqLdx94Ci279mD9Vu3oCrxjU8MyWiQR03hRpWdZiFE4kk0AzweAvo2yvmc6A7nM8sCYAtIXq8Ke4rrWy6bRb5QUDqpjEl1DKrAOhbcHBWjahIDxyILzd74U+6JBuragJFshOzkqMDJzaIydR5Hzs7g8EwRC/migFjFehOZCu+fLQw8hUt1QE8zRs13tcert3gsfgkcm5x/CiFkfkXmfr6QB+WmTIyrfCtU8XL146cBq95j6BTpFA4s/88uJw+w6l3zOq9XzFCSMsqFZWwbSmNzfwLRoC3GOKlYBD3pLsQH1iC8fivqkRSqWlrL5Ibt/U2vN9490nu9VAHcFMLV2UosroMzby6rl34Vp+p7aa71u9/+9p+2ZF/w73/8iQ8jn1lEyAZK2SU0alX09XTLNeKYq5DlbQVxZHIRz5yeBCJJBNwEcoUsen0VvGTdEBYzORyYWkAtmESxWsTS/CzsYhFD6RiSiQiiLo3sfCLXkCvXMV+sY6nOgjj3tpbk1vFUGlbIFTM47pFMWwm+8d/MG5WsAhBywgJiVVo1pLpT0p2RXVhGrVgRs1QZl5K72tLhIWCqdASqygjZ37y+orUZDoshXjTkYO70SRx44AGEyJfttBm1r5nCGhT+wLXH74akUFjXBQB+X9ANCUiKSgmlhQU0ayXZq1jc3bZuEL/6zjchYlGDu4jlfFFiCEa1fT1puU6UK+vpSmF07ShC8YSsreNnz2JuZgZLmSXRIo7HexCOhEUShdfEgKuVpoXFUg3f+MFDOHxuBj4nJEU1Xt+GkX4i+YY5tsgRBRAKtDA03I/Xv/4XkO5NYXx8AjPTc7hs906cnpvAw488giu37cR1175U9NzjkRiePXAYZ86exs5dl6p1tlmTOR2oQ7Rlc7PTKC/OYagrhe54pFP0kHhKrck8LsYtuWIJhVIdMwt5nJnL4si5GUwsZGDZNQwP92PP7ktFQoD3rH9oBIVCE5/7qy8gky0gHI6puI57iuQCigEumt5C9FBFe/qlcMEioMpxwK4H7udhx4+ALpZRNky6LFis4xrFXNC2Uar7cHpmATPZMqogocJ0XnYKGyoP0kZmFzCXNkx97/w3810dZ0eexDtBVxdh+Dd6LLz46FyBF4HVVaPh3wqsqoGpq4OrgFXzVWbz4sI32NeHX/+12+ESGNNsNWlFlnbFldo78tlkwmjH0vnFZfyPP/wjCfLFOEEIDqoVxQt2MXjzVh5UVViBVV5gVQBQDVoapqYJBkzQsyKR8lRCytUK3v2uW3Hl3t3Skky9MAEFpDLdlPb/O+74Gzyz/yAstjJLNbcDn6zmnXlvy4WAVXPsRsP25wVWJYABk3nFICFjVc7Nx6RSGWoopl9HX0haaTwmPrxW0lZJtqhgXqI8hppVx+Cei5HcsQGHH9uHpbFpqW7ufPleCWLPP3AQXWUHpUJJkuIqTYQGo7j+1tfioScfQyrVg2y2gLOPPfn/sfcu0HVV573vf6+99vuhtyxZlh+ywQLEQ4CFg5PGpNi9mNyYnDhtzEjsEvcW5zS0cc6g9CR0xDkBRiknpTckrWnrcnEopsXcEecWU3BanBIT4gTEwzU2tmWwbEmW9dza77X3Wnd831xra2tbsrcwGGx/20NDlrSevzXnXHP+5zf/H67+rUWYsXAB3t75K4y+coQ7qHTlyn+XXugqWYQTCaNeaBk7glk93+LOklM+zySsFndynTLglAmnbDmdQOdn59jOs3NsBRxhlZaeN9TX4Jvf+BMEAuTpZ+LBhx7mJaZOlAGVCycq2BFWneN/sMLq7/BkBmcrYi9VEhvJ94gM1dXydWUrk+Os5/yKooEViaGOsOqPQquohumjlzSJbDRgUJl+6XVGS6vZb5UiYnNKpC1kyuaQE9vDlUQSFpbHPVbHy//4IIGvi9PhepSvq05RqzT4ofsArFQK7hyZ2mdhUR2rbFK/d5ZukShoOC9gO/qbE3TRfREHCxrZE0zwX55sqW2x7DlxsmE8SoMIUMSqylJaKBOFTvmp/srKCmEqSXWK5f+U/di2BigeiKhoHrWEjQakLIBSp8QCGmv8aAzTrLgHMwKVaKxy4YqZUcy58kbs15twckBHgKyo8hRpnYbuSyKYJ8uPHHfAjSwlF6JBmBs6RcBTB5GXdVEkFJUhGpC4kSM/UVoK6/MirNchkrCg01JiyrZMM9gUNeymdpjamTzyHqPgt6h6yipFFtky6VkT8dwQ6i5N4vpZM1GXnc2+eLwkl3yhOUqPp/24HJFATnnJc1YehivH10L/KOA266FISgPuk0PY33MQh0+8hxmWH3qwAj1pF3pjtEw1Cj+NaOiaPC6ErDH0nTiM7iMGfn0gi4PxMeTMUYRNum4THjdFAVei4dIgvnrrXKwcWoyx0DB2nXwL3/u3N1GVrcU19VE01EWQ1VxIZnOIuL2YEQogGKSkO+T5SBGsHhVhS5FeJD5awJIHtky7z0bCqjMQpO8FPz1KRlGyJLTQJtrRY4WIeV6iRoNoZetT+kXCTOnvCpmqKdqgaB+njabIFdKtgpYGSkpl6C7sHTqOf//1r9E/OgJvTYQCXNBYVYVQJIh+K4nGSDU+NeNSXBluREj3I+fVkHWb8FA4IS/jpyVlNCgDntvxPF779RvUTKm2nyJvNA3hgB/XX3895ixYwKIqJVyiwR29w+rrZqCxeTa/N2hg5Vh8JBIJZDO0jD+CQ13voGlWC/qHEth/6CD8YT9HxTnvP45K42WVykKDEjMlEwlOOjEwOMgRyN5wCDXz5uLT17UjdWA/frjpMfRn4rj1t6/BNz77dfzny8cRbK7A739zLUbzQCpvwEtCSSGybeJk4FSFgtphfldBQ8owEAnqyI71Y/+uHyN94g3UR2kSUueBMtm2kHyfJm/VVJpXq8RiSYyMpjA4MoZ3TyQxkjYw/8rFqG64FPGxDHKZGCc7Ir9F01ArWeLJJNJWDgNjJ3HccwxXmg2Y/2YS++pNHMsn4NUjiIb9qq9hR8jQe41+jlZVqmRhNTU8qKbmjEQyKjMUBaXESBXhWVlZwRYB9Kw5QQZZvJBDoJ0M6tV9v0DP6DuIVlJEshs5w8X3ZOSyMDhiPAN3NAAtkMdVrmFUahn0mFEcSHqQGPMjm84jk6T7yiKnk1BFUaABJE0LtZ48ll9zGeY01iNnXcb41fJiardVH5PujfogWSPNPzsiMvvs+3y8PS0rV0KWzvt+cfX7S26z8cHvMjMSMyj6n47lcQGjb+7GsddfBcXh9w0N492+fvh1P2bV1MLnU/YjVKfZFsWeVOG6AA1JS8eed09g7/FBJXTbhYzfLZrF0eX/x2dX8HuKtNxoRZQtPcjGIRgMcCJRmnwjv2Kn3SlEZOUpW7aa+KbBclVVJUcuE5NsPoexZAJWhp5zGkY6ieEjR/Gb1/bhxMAAxpJZpGnultoc3QuT7Abs9om8GmnpLfezYWLhjEpctvAStMyoRk3AjXAwjHd7+jEYrUT7jZ9AOpdlv0eqV9kUeQqm+D1B3ymCPRCMIFRVA28gxO+1FAmr2TT6e4+jYcYMFvBIiCW/XxJXndVS3H4kkyyuOuWCRYqxMT52KBzmdy77Q05YFTM+AeXsp9pg9WZ3Z9PwjPQic6Ib7/YN4sgI2c+QdYkXg/E0esbSLLCxxRCtEiqKFC30O4omZkoFA2Wdo5JHqT6Yig5vaGzEif4TnJCX3xGqZ1QQQUvbn3KFVWcM5exfGrHq9LdLg3qc7XM0xZvNwkwl0DqzCpfUhlDp0xEJhzCjMoqaqpkILrgM4ZaFyLu8yNjRjM57rli85f5ZUddqwt/YxkL1J/hZ2AzJO9zZzhlfKH60PF0dzLHCo+2+/Lu/O+33N+1w34bfR1U4iL7jRzHY14OWuXO4vMVGhkHvJkv3oTeWxq/ePoKTSQ2B6jqkqR+dTmBB2Icrm6pxpH8IRyj1gEvD4OAgYkND8OSyCOoaKiMB1EaC7MdJ4nPMMBHLWUhSn9pDFjskcgY5wpKs97zBENtDZNMGt3H+YEC9fw0S8GgVSBDZvImqqgpOatR9qAv9x3tQGamAvyrKAUU0uUCTKNzesFcueWurdydNlFEELLUJY6NjGI3FUFNTgYDmwpu7X0Ls2FGEOLcCm/OrMumMwXlCQE0S6/6AimrMW+wDS+MmsgaiPr6fxrNZWnuhrP3y2Qwum12PDV+9HQFXBhr1b/NgUTgYCHBix/jYKMZGh9DSMg8N9fXsa5tNk+1PPw+d6L108OBBpE3wCgzy/qYyRatWKAo1YwIjmTz+v5/vwVtdPXD7AuwjznYrHKWp+mc04UJ9Wfq/322hoiqMz9z8W2hvvxrDsVGcPDmAYCSC47FBdL7xOpZevxjtV1/DZYEsSg4e7sLB/fvRcf21nMg3E4+zaFkb8nNkrpEYgzuXRW1FhC3BaGUABbcRQ35n2cIqRe2PJdKIZwycGErgUO8g3uk+gf4xEk11LFrUjvraShZBdY8XDU2zEI+b+MEj/4DBoRFencsLHOxAJK+u8rColUxUlGhSnazJgtzm0DVS2831ivyxOQeDSvBHEaz0d+rD0fvey3qED3mXByMJsqzIs0e6BjVuc8pEoWwUCavFlZAncIss1Yr1Ih7LTmJxVVzenDbKOaYIqxObOBFWS5r8qZJXOQXPsQLgThlHi6lXLhVEEk2cj5pFmhixWvp2IWG1rroaf3LXf0dFKAia5Sehjfw4nSWsjoeVsy8Pj+0ZMloi9/Bf/xDv9fRyZ8URRrnBsqP86HfvV1gtfhFPJqzS350XK81YLV9+Mz6/8haYRoaXWJFPW85OVEAZER/d9PfssUpZb9XyB5XISxGcKKg4v1fXMLUVgCMQc0Uv8V50OgITnkWRFQCdlSJWncFMzqAIQ8egnjoHyvvSMah3BOliLtRRVMKqixtP6uSSkNG0+ApErpiDfa90InbsJHyBAK7+zCKk4kl07/4vVKc8/H+OPDWzyNZ68akv3oLOfW+gsmoG4skUDv/yN2hf2oGGS+dj73O/xPArh/il6/hAORGrThmhFzTda3HEaqmwWhCkTxOx6rysnWfucCzmMFXnzxEllHCtfMa4nFBjbebQ1EgTCV+Hz0/JJML4m7/5e7z62uvw+YN2Ebc9b2xfJ3oRfWjCKqkPJGqyvyjH+vHyaxbl+A1oi5K8Df2fvhucwdeiVCA+W1i1k45wVArbC6iZZY52I4GeIkLZFsDiyFTKhsuRsXw8imRVHQq2AyiK4nZelAqMEhBZpGSfVUqWQsIqtUHKFN1Kp+HOp9V1UnRIRRPPANPPxJ7ukyNbC82ULeRSxKztNes2JwqrE6+h0LoVNWV2O1fonY8vfzNd5D86UVjlGXqO+Bhv0cYPNl1hlcRs22vW9pkrXKFj0VLwFFIe1XQ9jREP5tRX8bLQypAffq+BeTUBLL7qWsSqLsGhniwyYxkkTJ39mnzeDM8u02w1RS1lMrRkkma5XUiZARWhweejZ073QOXJRIYmrqrrkInWwe2qRiQ9Au9ID6qzlJxGh89LS82pfaHBPj1HVfaVOE3RkipmU6c6Td6L+RTmNKRxTXMl6r0NgA/IU+QoTbTxpBivp5LlbwAAIABJREFUo+Dnq2yQ2SKfHVXJb1a5sGrQvH46GHKjvehLdOHkYB+qE15UuqtxyNLRldEBPYiQzw3dTzYdYdSa/TC1Yzhw4DCefa0bv4q9i/l1PrS4Q0iYSYymfEgkPNCjLjTXuHB1OIpDVgL7jx5HZaAKgWgY9d4w5ociqKkOIYMcunoGMTRqIuyNosrvRtif4/bY6/ZyJAV70MKFz35/+sLql9d+ttA5dKLoWNQqimaa8K4usjBx2j9ONsLCy0TbFGfFhpqwGreaKBZSuU2mKANbfFX2PSqizp0zkaHIccrGnk/iX996BUeP9SHv1lHt8aFmRg2qAj6svPx6xGp86I4PY75WiSrTy0nTqINOyWVo8ESdcJo4oWuKVlSiv38Qu3a9hH3/dQCaqcOg9Y0cRepCfX0dbli8BHUN9ZxogzzieLn/WBK+YBAzmxo5QRLdB4s9NHi3lyy/8frruPXWz6OxaQEy1DZ7NPb5TCVTPGAlocWJUCJvNxa5yHqCJwKJkRsVkQhqa6rRc/Ad/P29f4l9Rw7gU6uX4hv3/CHC/itw6O1BBMNuzJrdSEHeMNhVTrkNO+9c55kViw6n9KtcOfg5gSCtY6cIowEcfGUbEof/E1V+ssSgFRSUhdwL9c4nnzg1sKIs6SNjaQwOx3FicARdAynMnt+OhnlXYIyixJIJ+DUve1JSW+AyNfZVHcsmMZodw/FYD6rqPLjmbR9G02l0VsThM1wIRKoR8qtkfsSWE+V4vSpq0evBrNnNaGpqUhFQtkhKIl4kQjYzLsRiMY6koXJFUavcD3CWMOYNHqyl0yn88s1/R8I8gVDYh0w6h3xOlRedlpGSHYCuIRp1oz44hgWuFPy6heP5KP5rVEMqpsNMW0glc8iQQObOIZ/RYOo+ZNwZzIwEceOChWiorIQ33KasJJzlwBTZyn1eNeFLf/N6lM8+iyx2tI6yL1Lex46o+YXf+/3SR1jWz3/72I8wOjSqkjn6dPjJLy+eQP+rP4Nxoodfr2M5C0cHhjAyFIfHtNBQHWY7BbIcYSGOvafZ8JT96w2XB2/1jWLP4eO8JJ76+HT9LBCbOVx66SW4+rprEKPl4fkM15fGmTMQIkGVkrWllCcufRzrBocB8aFnXlER5Wsg78KxsRgS8TjisRivkLDIhsZIQ6dVBieHMNB3Ev1DI4glUzzQT1ISHFoOSjkYlCER33dlMISaaBR+nwcLmioxo7aWl1BXkMih6RjJuuCaNx953Y1EKsmZyEeHhtDTfZxtKOob6uH3url8k3dwuLIOtQ0z2WKEfodcGn3HjyEaDSMUiqi+iO2jSwwoclclxJtol0WAeWltLIbRgeGCfRUJBep9rESGgkDEuRxUIiv6Tu2vh+rd8YPIDR/HWDKNd/tjyuPc50N/PIOuoSTG8jSNSmLx+Ko9p49a/L04yKBgEVSIzLLzWljgOrbgkgU4eOgQt29Uh2jMooILCm7cE8ppucJqsWjh7MPtmR2xWny9xSfgfoZJ744MC0J+3Y2WmjAW1IYR1YFwMITGugrUNF6Cytar4a6bwf0jsm6n8YnTZk5oO1UGsgkrO5xzUkTbeF6J8bEttcYcdWyPMZ22mVcJ0SoK+/3hvA9Wf+ELZdXn0o3uWbcK1ZURDPX3cn2ojJL3dx7JuLJuGcvn8ebBo9jf3Q94K2C6vUjnDfawb62LorW5Hgd6enE85yaTbgz3DyIdG4NOs7X5HPyU0d3v5wmfjNuLFMjaSEOO+gicRFpHIBQFNA8njgrSxICXAmKUDQoJ+yQyUmmg9ti02/QgXDj89j6MDA6yF2ZtwwyehCNbPGrrqc9uZ37j1aTqeShvW5/Hg+GhYQwODaO6phahcBDhoB89hw7gwCu/RA29M8x04ZkV2LN/PkXXWzyWcvtU1CpZgpGASsJqwOdlK4DMyDDMbEoFBOQMzK2rwJ/c8buoD+lw5Q34fAGEAxFexk4TJT3HjyGXNzB/fguvvIyNjPL1DQ+PcBLGcCCErsNdSCOPigoSlZW3q2GoOkx+r2OGiedefh1vHj7GEas8TnTROi2VEIm25+RO9rvP73ahoiKEWc0zcfPNn0Yw6OcJmoyZx5GBPvT09uBzv70cNZVVPImXpGRhJ06iv6cHrfPmIkLRxZT4MRxGMOJVqxPZok3l8qBJJeqDZXklqnpnOcmflbCaxXAijROxlJrMOTGAuJHD5ZdditmzG9kCiNpaWvZf39iEwaEUfvQ3jyEWi8Pvj/A7nJ4rCcgUtKpeNM5oyg5rcimPbw4k0N3w+8h7XK1CUpE99koHWnXG+UBUzg9KWGpZJAxTYjCyl+Hwi4L6USySKu/kiVGszsSSow2Mj6/td7J9eqdNdtojvo2iHEHF9VWE1YmtlwirJa35ZBGrLJo6JsO2FcApwion/XGWTjiC6umFVeqcUEN1x1dWo7mpCT6viiBRnj/KxNmJgHFeqpQogioEDxI9Pjzx5D/j3198SS0lssVe7rzbpumlwqpTiZzIy9NFrDqNdkGMs+/PEdicQQJ9z+YNXHPllfjq798OjaPfVK4fdq6iAaUviEcf/Xt0vvFf0L00u0xth5pdVs3OqZFqKqaUWgUnJN2OsrM7Qk4EaaHD8D6FVVqKxYJklpZmkU+cmqllYZWj6CZGyxVHBCthlTKPq2slmSer5TBnydUIXdaMfS+/irHeIQRCQVx10yLEx+JKWE16kE2meQafhLGxsIn2//PTeHPfXlTVzEDKyKHrlV/j2s98AnXz5uCtHS9jdE+XGlBRYiBOXKE8y5wOYsGWwLYJUPcwvuTK6VTSd5ogKO14FpZ02h244oaVu8A29wniaVEkgFNGxxviicIqdWbmzm7C1//71+D15RGNVuPZZ1/Avzz9DJdfFaFAA55xW4oPy2N1bscyfom7aJKCIzadCAm1RI48BblUOkkRuDzT+n0Dbs5u64ZJEavRKlh+JVpxEeYkVVT+aaafxFNqFzIATTZQh4oGDVlK5kHLQEhMzahl+BztSomxnA6sKuvjH5V2iIRVi54DL9Xz8vJP2o4iWEDZSfOUvCrPHStEG3j5FCW24khb9nijSqnenFxi2ceHaqliQPsXT0iUJ6yqJX8q9GFyYVUNHJSPmlqqp9pUJw7EOY8TsXpqnXNIOEzs6DXqZNgd0/Faai8ftgd/nNSJmNmHqAu7MbOmGtWBECqjJs+OV/rcWHTp5Zh1STu6RlPoGxnhqEp6/D5K7EQRqBaZ+1Nn0Q0jRz6HLsRzXhVlSk+HkqJQSChFZZk5JC03knUzkQk3AvkodKsPwcH3MHOEJhUoYpYm49QyMm5TOdJVrVLgpApsYaASHZDnoUEeUcijLpxCTa3B/or0PB1BlzqMlNCHf2a7FUqQZfGghJYWUVST160h6PLCa/l46TN1jqlY11U2AGNVeCOWQFea/LgqUB/yIeQHQi4PZmAYRnYQhwcP4mdv/gaWGcb1s5oR0fMYGE3hN4fHsK93BDmK2vNkkB8y0NBkYs0n5uD6xhaYpAP7s/ChErl+QE8HkNA1vNZ7FG8eOUEWfgj5wJ6jNGj2umg5lErscs+WndMemFHEqhNB50w8cftldzILA5KSJVLFZV+VZiq2p0asqraQW7oicZW8JulLReOxoMu5I1RbwgNN8oizNKRhIuW2sKfnEHbtfRW64ULaMnF1oB7XXX8tXj9+CG2+GphVAfxi4DAu9dfixoZLgYSBNEUnU7nRdPjYj5cis5WgQYO/gZEYXnrpZRzYewhuy6PEZE35pF5x6RW4uv0aBCsiHH1NZYy8HjlazrL4/dLY2IiKaCUvSaYl1rQc9sWdz+OSuQvxqU/+NkLRKKBT26giZkmcddp8NSGVV/0P7o+4eHCVIR/HkVEcP7gPu158EQf3DeAziz6Fz978O4C/HnXtzbjiuvnI5N1IG3GeHPBYQc6K7szZOH0XpzBMJa5SLaH3sJfqVD6Og795DsOH/xNhVwx+L02EqMkPiuY08jQRmUQuYyJNAmk8g5F4Fn0Do+gfjCEdmYOFl1+HHLxI08R3Pod81k5mSC09RTmlEhjOjKA33oesK402VKH6kIFXK+IYyafQ4K+FO+TldrYg5tC12R9KRtE8ZzZ73CrrEo1FORJWyY+U7pvEqeHhYf4/iT5kpUGT6TxEc1kcMXm0+wh+s+8/YQWSIM/OdFJ5ges0oA5RUjk3MlT/vSZmBmKYn4/D0jUcd1XgnZiO5DBgjGVBrwzqH5J0n4nRK8aHnJcipytxVdNlqApHEKmeW6hfLLBSAiEapLKdlZszHNODUyIr+d3leDJA+ceO3zvt+99+d+206zft8Gf/638i4PLCFwqwXUrYoyHZ3Y2B138J3UixNQMJ9EnDQiyRRCqeQIiSiwT8KsO9vSqJ2wKvGxFaAaJ5cXA4hV8ePIoUJXCjyHmKJssbCIYCmDNnNkeSh0JB5LIpjk5raGjggTH1x1LJBJf1IIvfQfbgIzGVhFQSHYLBEEemDfSf4C/KOk9saJKP/BiD/hAvMaZoutGu99B7YB+S6TTIZpjKKvULU5ks0iTokF+434dwwIeqUAiVkTBbiHi9JiqiFRy0QUl+si4P3j42gDcHYkjncrxsn7yTx2JjMHh1mQ+1dVW4bGELKiuC/C7zhSsw79JWZLMupBNjQD6LoYET/Eale9e96t7o40wSsNe/HX1XHJXtlPlcKsPnpfbCpFV2tnWaaSpvZopu42g4jpxPc1RmOpOBlUjAnxlB1BVHPp1BbIzEhSwn7+sbM3B4OI2TSXpJK5s01Wqrz2RthNMPLrwfHLsyTtikJrgpGvfShQux/8B+jIyOFLxwVcAAt2ynlNn3J6yOL9ZyrIxKr7l4/MljHhKdSezXvbhsdgMua6pFcqify3Vz8ww0LbwWNfMvR97nVdP0puo3Ou9Bpx1V7yc1MV0Qtu1EPvxcbRuSQs+L+qucWNbOcG5PRhbEak42Mh617girv/f5z7+v+r1h7W1s40FJhha0zEV8NIbeE30YieeRhoYTsRgO955AkiYN4OW+Wp5WCbk8qA34MKsugp6RYWSDlTBTg0gNxZEZSyhxXDM5+i/Iy7W9yHipDfHDon61bRPn8vk5QlJz+znild6F5E+eTqa4XHF+DNtDmuo6LcOn+vHe/gMYHRjEvEsWIFxbiyStDuKVZdS3s6N6bcsXu0Ni2/VZGBw8yccPV1aipm4Ge7+SRpAdG8ZbL/0c5sgQ/DxJppAWRDRCb+cA8XgD8JMPre5BlvrbnNjKB79XhyubQmLgJMws2YuQ4ArUBFy4478txw1XLECGfVWDCPgDHIlP7xxKVEUCL7VfA4PDcGkeDI2M4MCBA/wOqqmq4nNf3d7Gfc7Y2BhH7Dse0tSrHcuZePHVfXjj8DFebcfe0i56UysLA+rv8viAgks0DT43UFkRRTgYwPy5s3D1VVfwhCgFnx0fOcn9i6WLbrDHFHlkyRqEyrOZR8jn4edK4qybxvWWspqj62Ex0aUmKOhnmlh1bHkcGz2ymIgnDU5YeXyEkl+NIGlZCFZUYMaMGbwqzaODI8QpNKVp1mwMjqTxt5sew8DAKAKBEKhNo/tWK0nsMZ3zzNST45AHXn1KK9I0dyFXCo3pNLLVYscmFbzn2FLR5B6NKbMZ5QdLNmB0PxRY4bR3kwmrxQFWhfaYReXxFa2F1TS2T7Qzznfqtwir5TdjIqyWz0q2FAJCQAgIASEgBISAEBACQkAICAEhIASEgBAQAkJACCiB2yoNAxAwQkAICAEhIASEgBAQAkJACAgBISAEhIAQEAJCQAgIASFwWgIirEoBEQJCQAgIASEgBISAEBACQkAICAEhIASEgBAQAkJACEyTgAir0wQmmwsBISAEhIAQEAJCQAgIASEgBISAEBACQkAICAEhIAREWJUyIASEgBAQAkJACAgBISAEhIAQEAJCQAgIASEgBISAEJgmARFWpwlMNhcCQkAICAEhIASEgBAQAkJACAgBISAEhIAQEAJCQAiIsCplQAgIASEgBISAEBACQkAICAEhIASEgBAQAkJACAgBITBNAiKsThOYbC4EhIAQEAJCQAgIASEgBISAEBACQkAICAEhIASEgBAQYVXKgBAQAkJACAgBISAEhIAQEAJCQAgIASEgBISAEBACQmCaBERYnSYw2VwICAEhIASEgBAQAkJACAgBISAEhIAQEAJCQAgIASEgwqqUASEgBISAEBACQkAICAEhIASEgBAQAkJACAgBISAEhMA0CYiwOk1gsrkQEAJCQAgIASEgBISAEBACQkAICAEhIASEgBAQAkJAhFUpA0JACAgBISAEhIAQEAJCQAgIASEgBISAEBACQkAICIFpEhBhdZrAZHMhIASEgBAQAkJACAgBISAEhIAQEAJCQAgIASEgBISACKtSBoSAEBACQkAICAEhIASEgBAQAkJACAgBISAEhIAQEALTJCDC6jSByeZCQAgIASEgBISAEBACQkAICAEhIASEgBAQAkJACAgBEValDAgBISAEhIAQEAJCQAgIASEgBISAEBACQkAICAEhIASmSUCE1WkCk82FgBAQAkJACAgBISAEhIAQEAJCQAgIASEgBISAEBACIqxKGRACQkAICAEhIASEgBAQAkJACAgBISAEhIAQEAJCQAhMk4AIq9MEJpsLASEgBISAEBACQkAICAEhIASEgBAQAkJACAgBISAERFiVMiAEhIAQEAJCQAgIASEgBISAEBACQkAICAEhIASEgBCYJgERVqcJTDYXAkJACAgBISAEhIAQEAJCQAgIASEgBISAEBACQkAIiLAqZUAICAEhIASEgBAQAkJACAgBISAEhIAQEAJCQAgIASEwTQIirE4TmGw+TQLDe7Dpr19A49p7sbJlGvt2bsKdm/qw8rsbsaJhGvt9VJv27cDG72xHw/pHsb79o7oIOa8QuHAJdP3kPmzpX45v/mEHoufoNj+Kc56jW5PTCIGPAYFe7PjORmxvWo9H/5BenKU/fwwuUS5BCAgBISAEhIAQEAJCQAicgYAIq1JEpk2g8+/uxKZXi3fzIDinDctuWYVl7bXwFP/p0Dbc/f1dmP/Vh7F+0YS/nP68IqxO+7nIDkLgQyEQ24+dT23Djje7kTQA+KJovu6LWH97B2qnUaXP7tpi2P3X38KWwWW493sr0Xx2Bytz74/inGVemmwmBD4SArbw2XeGk1/nCKVnukgRVs9ESP4uBD56Akl0v7QNj/90D7pj1AlQff4VX7gdyxaeq2nOj56CXIEQ+HgTkHr68X4+cnUXAwERVi+Gp/wB36MSVluw9A9uwnw+toGBzp3Y8WovAovX47t3tCN4tucUYfVsCcr+QuDsCST34JE/3Yy9gVYs+9wSzPYDGD2MF57bhW60Y/331qP9rCv72V+mHEEICIFzQcBA795OdKecc43itWe2obNqKdZ9RvUG+FPTio6WcgQXEVbPxVOTcwiB908gic6/+zY2vWqg8caVWHF5BXUCcHjnDux6D2hffz/WSyfg/eOVPYXAB0JA6ukHglEOIgTOkoAIq2cJ8GLcXQmr7Vj/6HoUr3qPvbIJ33msEy1rH8ZdN56l2iLC6sVYtOSeP2YEup6+Gw/+rAKr/uJeLKsqurjhnbjvz7Yhtfxe3P+FcxM/+jFDI5cjBITAWS/dF2FVCpEQ+DgTMF55BF9/rAvtf3A/1i8q7tfbdTe+FPd8fzWm4/T1cb5fuTYhcD4SkHp6Pj41ueYLkYAIqxfiU/2Q72kqYRWIYecDd2NbZiU2fncFGuk6Sr1HWTAdwLK116L3X3dg76ABeKJou+VrWHdry3ik62TCqjGAPU9uwtZfqyXJnnAzOr64HqsXF9kP2PutuGMpep/fhs4e2jCI5hvX4Ztfmo2up36AzS/b+9e0YcVX12HFgqLOYrILOzZvxo59AzBMwDPZNuQE99ImPPp0J3ozgKeqDSturcWeJ3aVeKwaGHhlKzY9vQfdcfs6Fq0+dQl1sgs7n9iC7Z299jlbsOTz67B6Ue2H/CTl8ELg9AT2PnYnHnmlHev+dj06tOJtY+h85mm8Vrsc6z5tC6ul9XNmO1Z9dR2WNjt+AZ3YdOcm9N2yDkv7d2Abl3daUrgE676xGrMPbcUPHt+t6oqvFm2/s25Cm8DtznGnbXEEmTW4p+k1bH5+Lwbsurjyj9ZjWeGcdM1JdD27ubDNqce2j9W4CusCu7Hl5V7Ufm4jNt7aiInntO8/th87Hv/xxDZi7VqsKF4SaQ5gz1Ob8fTLXaCVk9RWtd1yO9bcXNTGSeETAuc9gTN4og7uwZZHt2LPe0kYvHy4A6vvXIOOGufGyxNWYwd24PHHx/sLLTetxdc+34ao3Sb1PrsRG3/agFV/EMTux3ejt2a8D3KmfSF19bwvhXIDHxaBGHY9dDe2Di7DPX+x6hTx1Hj5EXz98aNYds9DWNUCOPVwYtCF/d6336mA/fNNa9DR9xNsfzuGdic3QVl94fL61clDO7Hln7arMYDmQW3LEqz86uqitufDYibHFQLnmsD06ilfXRn9WKc+r7l7Nl77x6Lx+m1/jPU3N4/b/pkx7C0eW89cgjWfr8COH3Wiw8mTYo/Nl365A30/3Y79saLgrAnX4kF0wVKsvXMV2ooWvQz8eis2P7MbXcP2WPqqFbj9y8vQUjzXU8Y90a2Xdaxz/QjlfBcMARFWL5hHee5uZGphFej96bex8dkGrPnBXVjim0pY7QTCzVh6y21obwK6X9mKba8MoPlzG3HvrSzHAqXCqtmLHQ9sxPa+Riz5vTVYsRA48NwWbH25Fw2n7EfHb8Wy25ahrXb8+NFoELnGJVh1SxtqBvbiuZ/sxH5zCe76/hq00QDN3I8tdz+M3cEOrLljJa70dOPZH2/Gru4GrPzOvYUkWsmXH8GGx/eidvEqrLyuEcHR/dhJx4rTsqjx5FW9z96HjT/tQ+ONq7HmFrrgHdjyz7vR27ASG7+1Ao08KOzFjvs2YvtwK5Z9eRWW1ybwi2c3Y3tnDh1/9JdYd9U5M7E8dwVIznT+EHh7Czb89W5g4UrceccytFZNUR6d+knl+EsrsbRhFLue3oKdBxuw+oF7sJSjXdWAqhNBtC5fhWWX1wDHd2PrM3swEI4iaM7EkttuQVvtIPY+tw07DwBL7noYa9rsJmEyYbUfiF6yDLfd3IoKpx5iYgTN/ic24OHdQXTcvg4rr/age8fj2PxiNxpu24h7b6H2Ztw30tPQhiUdrZjdcgOWXBY9VVhNdmLTn29Cp9aKZbdTfR3AC888iZ1v54qWRBrY+9if4pE99jkXAl3/8SS2TDjn+VME5EqFwNQETiOsDu/Cg9/air5LlmHNF5ej2fgVtv3tNnSaHbjrgXVoo/7BKRGvpx4v2bkJ397UieDiVfjKze3wvrsdm5/cg+SSDXj4y618aWoA2At4GtF2Ywda57bghhtboZ9xX6mrUrqFwNQE9mLz1x7BnvbyPJOnI6x2Aoi2tOOG6+Zj/iXL0D6nvL5wWf3qvh2477vbMWi3PbXxX+DZf9xe0vbIcxcCFwqB6dVTlNWPLXqvRskKbBlaK0ax/2eqb7707oexeoHix33sl5RVyKr2RiT7f4Xt1K83G8cTUPOYvhPQomi5+gZcu2A+Wm9uR7NzLcEOrLp9Odp9R7H9sS3Yk1yCDQ+tQasGGG9uxp/+aA+Ci9dg3a0Lgfd24snHd6GbxtL32kFcZd5TWce6UIqF3MdHQkCE1Y8E+/l90tMKqzzAwXhjOmnE6mEsvfuhQqNMEWW7H9mALfvasf5H69FOgmOJsKqWOfRh2T3388y48+l6+tt48D9qsfrBDVhKs1u8X+nxu7Dtzx7EThJcHliNFify7tebcOc/HC7MtmPvVtz9xFEs/8Y9WNZgn8Fe8ozb7se9t1AEaTe2fes+7Gxcg4fvWjIeYXtoK+5+aBfmO8JqZg8e+cZm9H3mHtz/xeIL3oZvP7gTtbc/hA2fjgK03R9vxmBhNl8JvNu+uxmdl63D/V9SA0f5CIGPisDAr7fghxQFZkdeLrzxJtz6mQ60FImszjKkYiEU5l5s+R+PoPM6RwBRwurhm+7BQ18arxPKboA6akVtgrkHm762GYdvvgcP2fVn0ohVrMDG76y0JykAFUEzON7+YC+2/tnjOPqZb+Ke5fakjRNZb67E/feuQK0j7pQci3iXRqx2P/Nt3PezBqz5/l1YUpgpt9uvdx1B124j5hYPRmPY9cj38CxuxT13LYXEon9UpVnO+8ESmFpYHXjxYTz4fA3WPmBPXNKJ927Bhkd2o+2PHsW6q1gSxY7vbMT2JqeulP5s16XwKjz0rWVwAlhiP7sPdz/tweqH7uH3vhJ0gBXf2YiVM507LGdfqasfbHmQo11YBOzJ0DKT0U1HWD3Qvg73r+8Y70OX0xcus1+t+iPF/QAAb2/Dxsc7sXDt/Vh92YX1lORuLnYC06un5fVjp3ivZnbjkT/eMj5mje3Cg3dvRd+Nd+HhtXYUBK0Te+lhbHhitERYPXCKpQhfywuBiXZj9rjb86WHcM9NUahtmifYD8Z+/gi+9xxw6913YWkN1DZn7Jvb253hWBd7aZL7PzsCIqyeHb+Lcu+zF1b7ioQPGyGLnEW/LxFW+ZxdkyxH6tmOb393B5odQXNSb9YpBn/2DFpxlOmpD7RkGVP/Dtz359vhNPiF7acQkJ0lUuPH7cX2P9+IHc1FA0mKWO1rRPstK7B8URua64PjSywuyhImN/2xI2DE0PX6L/Dirt3o7CKbDA8aP70ef3p7Gw+MuH6+vQQbHl6D4qmAPZvuxOYBR8AsXRKo7vJ0g7HOogHd5FYAJZE0ZXozl3WsU4RVux2pXYMf3rVkYh2d0H45UXA6Wj61HCs/tQTzm4LwTLBS+Ng9YbkgIfA+CJzBCqD0iKXvyTMJq/b2AXuAVTic/d7/LHzSAAAgAElEQVRvsQXaSduQsvaVuvo+HrrsctEQmJ5gMx1hta84mED1BNTqrdP1he3AiTP2q+2I1b76dqz47HJ0XNGM2qCs/rpoiu1Fd6PTqafl9mPLtPbgOnkAS77xMNYUT1iU9sVPNzYPr8ZDdy8tTJxSW8Dj5Ja78OgdbYWIVb1lKZZ/7pNY0tKMIK94cT7l35MTsTr1sS66wiM3/AETEGH1AwZ6MRzu7K0AJhFWudHtxrJv3Y9Vc0ojVg3seeTrLNAUvFsd0PbgCU4n7SyF1diBnXjymRewtzvGfqfOp9E5/ikDQ3uLkt9POmPudB4pQgdF90LelE9vxo5Xu9HLXqzkObsOa29pLXjIXQzlSu7xPCFgxLD/Jz/Awz/rRgsLHjp2/dUGbD0wxfXTch32XP6IhNXYfux8ahte2NuNWKboGgvXNbU4NFGAnSy6zT5e6SSNGcP+/3gS257fi24yWdU8aFy8Bl+/vQO1Mr47Twq6XOaZCZxOWCUvxG3Y/NwedPeRx+r4Z3wy8wwRq4e2YsNDu5Cc4kKc40wq6JS5L6SunvkxyxYXKYHpLTE+O2EVwBn6wtPpVxv9e7Dt8R3Y816vyslAuRDuKPFCv0ifqtz2hUZgOvW0/H5sWfV5qmCGsoTVLmz9Hw9iV3yK51EUWFE6NveQj+vXVqOjnjrU5d8Tnen0x7rQyobcz7kmIMLquSZ+AZzv7JNXfUwjVtlPshOzl6/BqmXzUROIIuiZPGK1Yu0PcdeNRQrJ+45YLSkQmQF0vbQVjzy9F0HJuH4B1Jbz+Ra6seuxF3C4pShBVeF2bHuNGjXTfJgiVruXYcPdy1FYietsqwUQDVNd+QiEVds3ubNJ+TzOrwkgGvSULPEvV1gtf1Z8wlM3kujeux2P/90udLetww//qEMi0s/naiHXXkRg6roTe/FB3P0vMdvbuAEV4SA8/Tuw8Tvbi5I8nkFYtd+rNV9+CGuvPhW8zu/oKSJrytxX6qoUaCEwFYHpJcUpS4iZoh9wyhVM1hcuN2K15GDGYBd2PfUItr0ZxLJ778cqO9+mPHchcGEQmE49Lb8fW1Z9fnMz7vzR3rOLWK1fg4e+cuVkL3jur0/8GEh278X2xzdh1/E2rPvru9DhK/+eznysC6NEyF18dAREWP3o2J+3Z55KWI29sgnfeawTLWsfxl032gaE0/FY7SpKJHVWHqulwm15VgBdT27Agz9fOMHHBcndeHjDFowWli19wB6rk3YUp7m88rwtSXLhH28CMex84G5siy/DPfetGvcmpou2/VN3L1yHR9d3QHkeYqJPEm0XiyEWjtqR1x+BsGpHrS0sSirHns5/tQFbRp1I2nKF1TJ9nBxBp2TypdSv9eP97OXqhEA5BKaqO0kVxV6oY/axSr3Iz2QF4Pg0XzPRvw0wEBs2EK1S/YxJB4Dl7Ct1tZyHLNtcxAQc//T2P7gf6xdNSMFd6B/c+8AqkFY58Nx9+PZPxr2PGdspfejJ+wFOfoSJy/xL2pcyPVYntQ6barXZRfxs5dYvHALTqafl+pGWJaxOUScn91g9Nahq7+Mb8Mjr7eNJpO1HYgzHYFRFEXT6CKUWXCUaQXn3NIUAW6aF2IVTWuROPkwCIqx+mHQv0GMrYbUNax5aiysxip4DR9HVuRM7Xu1FYPF6fPeO9nFD+kmF1U4gbGcPnwMceHYztrwygOZClu5Tk1ehNOv4HKDrpe3Y+sJ+1HxuI+691U5McxZWAOrFtBe1i1dhZVsFMHoYLz6/C10xoGAFQP3Elx/Bhsft7a5rRNDJRh4Hiv1aVfbSQbQuX42Vn2oB3tuF7U/txP6qldj4rRUq4Y4dUbdba8fKr96KT9YY2G/fV0Opr9wFWp7ktj7GBHp24L7vbUc31dfPLUFbbRSxeDf2/+t27O4PYOkfP6QSQZTWz4UeDOx5EU/9ZDcSizfggS+3wvNRRKzanb69tR1Y9bkrUYFRHP6PF7CLKvW0rQCo8ndi059vQqedwfSGcAK/+tmPse2VJNrX34/17TTwtKMH3mvG0rW3YxmzeAE/fmZiJvOP8VOXSxMCZRKYelJCJZxIonX5KiyZ7YHR/xp2PtfJSfDKtgLgKrcJ397UieDiVfjKzTeg1tiPXT99GjsP1GLVffdgWc1UXnDl7Ct1tcwHLZtdtASS6Py7b2NTp47Wm2/DsstrgHg33tq5A7veo7rsvPdoRe42fPu+nUguXIZVN7eiYvQofvHCdnT2F/ehpxBWy+wLl9Wv5tVnu6G3r8S6Wz+p2oyfbMXOgw1Y/cA9WFp10T5MufELlsA06mlZ/dgyPVYB7H9iAx5+CfyuX3ZJBZL9v8L2Z/ZgwGwsSV41yWrV0muxx8BP/2w/ar9wP+65uRa8+uWpbjTftAa3f6YVnsFf4YUnt2FPcgk2PLQGrTSWLvOeyjrWBVtG5MbOBQERVs8F5QvsHEpYLbopzYNocxtuumUVlrXXTlzmOqmw2oelX+7AwHM7sHfQ8RT9Gtbd2jIuyE4mkJL/0pObsPXX3cozKdyMji+ux+rFRec8C2GVItm6nt2Mzc/vxUCGPJlasPT2m5B8bDOcyDznrjlT+o93o5e3a8OKP7gWRx/aAkyIjCOPua3Y9PQedLN3ahDNi1ZjfanPYmw/djz+FHYesL2gws1ou+V2rLm5iMcFVobkds4jAqUepZoHtS1LsHLtKtvfyJliPrV+TizHH0HEKvW3Du3A5n8cb2tablqLm+KbsfnlhVj3t+vRoZUfscp3yvX1x9ixj5J4AZ6aNqxYW+LdZrdVT79q+7r6atGyeCXWfakDtZLE6jwq/HKppydwmtUV5gD2/LjofT2zHas+Pxu/+tF2xG7diPs/R5OhZ7ACsE8eO7ADjz9u12Gn/fnqanTUqA0mj6xRfzvTvuzr+OQmSF2Vsi4EpiDg+BA/t1f1ZbnP34HbvrIKS5qLo1iBCX1j6svediXwxA6MJ6uaQlgtvFvP1Bcur1/N9f7JnTjA/s4eBOe0YcXvrsGyBROvV565ELhgCEyjnpbTjy0rYpXgmTHsfeoH2PyyPTYn/9NPJLH5makTUk9gfkqfugVLPr8OqxfVOoMLNZZ+Zk8hZwGPQYr6AGX3zWG3H2c61gVTKORGzjUBEVbPNfGL/XwScn+xlwC5fyEgBISAEBACQkAICAEhIASEgBA4nwlQoueSgAFlD1ZiC3I+36NcuxAok4AIq2WCks0+IAIirH5AIOUwQkAICAEhIASEgBAQAkJACAgBISAEzjWBAex6aCOeNZdg+ec+iRuagB7H+qrjLvzlHW2SrPVcPxI530dKQITVjxT/RXhyEVYvwocutywEhIAQEAJCQAgIASEgBISAEBACFwwB2y5sx5vKCgC+WrT9zlew9pZWO3HtBXOnciNC4IwERFg9IyLZQAgIASEgBISAEBACQkAICAEhIASEgBAQAkJACAgBITCRgAirUiKEgBAQAkJACAgBISAEhIAQEAJCQAgIASEgBISAEBAC0yQgwuo0gcnmQkAICAEhIASEgBAQAkJACAgBISAEhIAQEAJCQAgIARFWpQwIASEgBISAEBACQkAICAEhIASEgBAQAkJACAgBISAEpklAhNVpApPNhYAQEAJCQAgIASEgBISAEBACQkAICAEhIASEgBAQAiKsShkQAkJACAgBISAEhIAQEAJCQAgIASEgBISAEBACQkAITJOACKvTBCabCwEhIASEgBAQAkJACAgBISAEhIAQEAJCQAgIASEgBERYlTIgBISAEBACQkAICAEhIASEgBAQAkJACAgBISAEhIAQmCYBEVanCUw2FwJCQAgIASEgBISAEBACQkAICAEhIASEgBAQAkJACIiwKmVACAgBISAEhIAQEAJCQAgIASEgBISAEBACQkAICAEhME0CIqxOE5hsLgSEgBAQAkJACAgBISAEhIAQEAJCQAgIASEgBISAEBBhVcqAEBACQkAICAEhIASEgBAQAkJACAgBISAEhIAQEAJCYJoERFidJjDZXAgIASEgBISAEBACQkAICAEhIASEgBAQAkJACAgBISDCqpQBISAEhIAQEAJCQAgIASEgBISAEBACQkAICAEhIASEwDQJiLA6TWCyuRAQAkJACAgBISAEhIAQEAJCQAgIASEgBISAEBACQkCEVSkDQkAICAEhIASEgBAQAkJACAgBISAEhIAQEAJCQAgIgWkSEGF1msBkcyEgBISAEBACQkAICAEhIASEgBAQAkJACAgBISAEhIAIq1IGhIAQEAJCQAgIASEgBISAEBACQkAICAEhIASEgBAQAtMkIMLqNIHJ5kJACAgBISAEhIAQEAJCQAgIASEgBISAEBACQkAICAERVqUMCAEhIASEgBAQAkJACAgBISAEhIAQEAJCQAgIASEgBKZJQITVaQKTzYWAEBACQkAICAEhIASEgBAQAkJACAgBISAEhIAQEAIirE5RBrY+/zw0DTBzFrwIYN6suQh4NOSMNGB5YJouuLQ8dF3Du0eOo7amAcHg5Acz3Bo8uSxyeQ1NzZX4z2d/jsf/3x0YcZnwu4GhY0dgmiaq6poRqZ6B2GgMDXVRLFl8A6695irUVkahufLI5wykcxZ03QNYJgALLpcLlkn/p5+gfrbo94DbrfFx6XcTP/Z+tAPtZ1nQNLUt/5+2P2Ufte2px5peJfqw9lf37EImk8Hw8DCy2SyqqqoQikagu90wszm4LAv0UPPEjm6R/rnUF+3vcKDv5Xwm3kt5+5RzXLjU83Q+Luc5lT7Gsg4GeH0+ZhEIBmDxc7XgmeL5lnnI972ZQ2n6t0J7TmSsnrn7fV1L11gMHt0LXXdDszQuC7Bc8Oou+NyAF4BWOLKFTN7EaCaHbC6PrAkYAHL0ZVrQcjnkTRO5fA5W3gKyORx79z2cPDnA2+dNg8ubx6tD13WuW/Sdyo8JS9Vb+tK0Qjl0yqNTJ8GFQNVProd8fepZmhqgud1waW4EgyFEQxGMDo8gnUiN3wGxslRd5yNx+zHeXjj1n7dRjUKhbaD/uKE4Wxa1J+NtAT+VicV1vNxOUcYsbYqnz9c4+cHULhPrqTqRqrdut87t12gshngqyX/RXR7obh265obmsmCZBkzTgGX54Ha7oMHiZ+ymZ2FpGEkMwshlUFlZCb+u4dA7e9Hb8x7qaqqAXBbBSCWCwTkIRP0IRmrg9gTgC0Thc7mhu/JIZkZg5g0E3D54XPRQ8rA0E9CCMOGH5s7DRAY5lw6fFuB3i+7WkHflYLlycOVdME2Ln41mAdSsUxnRdC/crhy8bhcMeGFaVH/VfXOx5caM/6MKBnFyadymq2dmwU3XQ//XqK23+Vsa/55249+VsHfaN7c6aKG8OOXGaTudn4u/T7Y9/51ubJJjFX5pl0nn3HTti69vLf6z/F8ICAEhIASEgBAQAkJACAgBIfCxIiDC6hSPwxFWkQcCegRzmmbDgzwPnC2TBvEWDxJdLgtH3+vDzMZZ8HhIajn1k3O54KV9TTcaGiPY8vf/hJ/87GVEGmqQjg3jwBu/QThSCU+oGo2z5yMaiSCTjiOZiKMqEkbbFa1ov+oKzJ07B9FQEEbOQC6Xs2UVGoFbLKyQuMMDcRZJ8wUhqlg8pPE3CRAkPGqaG14vSUjqUxBtTiO6fVjCaLm1opzz0zbJZBIjIyMwXWCe4UCIBVYSofMuem5aQTxyxGc3CbC2SF3O9ZwPwipdI5ULes6RSASBcAhejw79XAmrBbGnHKJn2OYDPNad//MvUFNTjfqGev5eXVONquoq1ERCCPs8CHq98HnccFMxgYls3kLCAgwSUKkMkbiazyGXN7nMGPk88vkc8vk8dGjo7+1F73s9yKQzLOSTnEnile7RQeWM6qhlKmGMBFUuS5YSSZVYSedQQqqql2oihT4swir5TNVbzQWX200HQjQSRcAXYGE1nx1vj/gYdD77AMUStVP+6Ttf1yQTCxo1J+ps9sSNI7Y5V1P+86U6OdmH7ocnPyb7OIKyXW65mhI+Fgo1pNNpFlW5XfPo8Og6vB4vdJebn4mVzwMWPSODhXRN16D7dOSRRyKTRiabg09zw+PWkc/lkEkmEBsdQN7IwOvV0Nf7HmbU1SPoq4dpJWCSmJ7Lw8inYRpp5HIGXLqG0aFeJIaOoboyhAWtl2Mo5kJF7SWomTEf/mAlafc8MWbm81weVBtC391w69R+a3BrGnJ0vSQOU7tOQjzdbC4Nl+6FS/ez6kq83JrbbvO5IPH+/A6wJ4z46PY7gZ9e3uTj0zMw8+p8XDodQb1o8qxUWHV+Lm73Sn93ur9x0SPlnnVgVQjOtD1tI8Jq+XVLthQCQkAICAEhIASEgBAQAkLg3BMQYXUK5k+98Lwa5FsaKoJVmN3QDCubZpGFolUpcosG9NlMFn19g5g7Zy4sazxCrPiwOYsivnLQ3QFUV3nxwH3/G28c6oEn6EV9dRhvv/4ahkbHMGv+FZg5Z746btbgiNl8Jo3Y2Aj8Hg+aZ83Ekuuvxvz581BXW6uClPI5GIbBUUyaW+d9SUigv9HA3RFLODrOiWy1TKRSKR7gk+BWLKY4kZ9TFcVyhM3TFeMPe39HJKKIQOIQi48hFouxQEGiUzAYZGGLhQs7ypUFhxLhppyqeD4Iq859cPnQNATDIVRWVbJw+KF/WCEsEso4EvrszmprkXwQjrR7n8eb2XoLAuEwQiS6V0RRU1+HuoYZaGhsQFVVBepqalBTGUEo6ON6lMtnYCHD9YpEO7/PB7/Xq8R6CgbUSMAm4U4JYrHRYXQfPIqxkRiMXA4chUwCl1tTXySAadSOsFTJ+3DdtSMRqTxSWabnxmXTjhRV0csUo2iLrBRtzeGrbp5cochkj+ZFbHiYI3Cdss312o5YddipJzEulBZfS7G4ysIcgZ9U85xaWFXR0ZN8pnxm4/dVuhdF5/I92HdP10L1mNrjRDyO4ZERFlWp3nu8Hv6u6y7SUpUmzSK1+gr6/SzwJZMxDAz08USDz+cDdKD/5EkMDw/Bz+IsL1mArukYHRni9sPjroHbl7fbWjdc7iB03QR0D/yhSmQSJ3HgjX+Dlh9DXe08ALUwXT6EoxHU1NRiRv0s5KwAUpk0cnYEslujiFkqWCoiOJvNIGNkuNyRWJ/MZOBxe5GJDyEeiyFcMwvegJ+fiWHkMDQ4jNGxGD//UDAEv98Pn9fPZTTgD8Dr9bDITJHrfp8XHr43D3xejxLw83n46D3g1hl7qeip29GuU7Xd5YikhW3siNWpBNXSc9DPIqyeXZspewsBISAEhIAQEAJCQAgIASHw4RIQYXUKvv/8wvM86KQFo3UVDZhZ04BcRi0xVWIHRf7oiMUSiMeTmN08C7mc+nupSEfHMKw0wr4KwEzgT//8e0jkAoiNDWLOzDq48lm803UUlfXNqJ7RyAILRVA5x9HdpAvkkUolkR7oRXPzLFx37TXouP56zJrZyNeSyaaVwGqa9jJjtQ/9TAIEXzf/TUXLUcSripQajxxyhNfTiZ8ftjB6puI+1fmLl/E7y6dZEHJTJJibxdXR0VF4PB5URitYSCEOxMzZ13l25d7j+SCsOqI5XSuJyRQdWVldhdrKirO2dTjTs7J1u/HNigQ1ipJzPrwM3/6cuuB/4lmcoEtVD0347OXOZV1L0UaNl98Cjy8A3ReC2x9GMFyNcEU1AtVR+CN+RCIhhPw+eD0kzmWRpbo3OoBEbBTpRBwel4lQwMciXW1NmJePV1REOPI1Eo0gGAoiNjiK2PAoslQvWVi1HTbIssJU9Zu/CpGLgF60VD9P4qplckQh6VEFSwgWGMctPqg9ImFV93hQXV3DbVZybIyFVeccXFZteEpgHOfPgqq9DJyi2J2/FbdjhSX6tljLRgRniHqeMjJ1yv2mfvq0HN25Hk1TAiAJgqNjYxgbiyFvGCwYOh9q8ti2gP6RbQsL4hqL4oaRxqFD+9D97n4Y2REEfC5URsPIWx5kjTzCwTCi4UqEAhFURqsQ8EdwrL8XtfV1iETmIIc0LLeH65Pb9CBvpWHAjXjKRMhnof+9X2BkeAhtV34GgUA90ukUBoe60XP8CHSXjsbG2WhsaoHuDSOZTgGuHDTNRCydRSadRo5WG7gsJNIpWFaeLTw0Vxj9PfuRHhlApKEVg+kETrzbiwNH3kMikeJ2TE2skRibh+bxKSHf5YLbtp7wsHhKgjRpyC64cnlUh6P4xKJFWPqp30LA7xmvk0XPiNjTs+Z6WiKKTyaQ0kF4+6JjTCWsFm/jWBcU2gV7/08sumy61Vu2FwJCQAgIASEgBISAEBACQkAInDMCIqxOgfpfXniBhUnN5UZT3WxUBqOwyF8VbpgcBkWDYS8GTo5w5GdtTSVyOfr7uLDqDDA104W0K4OaSB0P5v/X//6/EaqZh6yRRHfXQUSDPoQqa5G13IhEKxDwemFQmCsNTinqlIUQcHSpx8wgFhvF6Mgwqqsq0HHdtehYdB2amxrg9+octUVfFF7mLDUtFkqcsS4NYnkZqOOrWuTveD4Kqyy0FVkhOI+VhSnLxMDwkLJPoOXcmQwi4QgikSgLrMUMJveknbyQnBfCKktw5MurF5aWV9HS9woSVs9ZO6OWtxed7hQnTcfTs7AdxSKqvTh607JYyFL/V8Ig/a4uGH1fN1E9//Pw+Hxwe/1wk8AaCCAYisAT9sMb8CAQ8iEY9MKna7CMDIx0Fql4BplEHInYMNJjw0jFR5BNp5CKD8JLHqcAPB43/AEvwpEw6mpqEQoG4Qt4+TtFLZLoSkKZLxyAz+8DiV3Oh+okRSGaFF1uWRwBS3YDeV4ib2tati3AhOX6HAmswev3o6KiApZhIZvJFDxJC0IV+3aaHEVMkb7F9WWy5f/OfqdEsbNg6widSrSc7DOVl+rpJkdUeOkkH162ru6Ton1JSByLxxFPpDhqlfykSUCkSF4uOVQ+cmrShH7v8+jssRpPjOLIwf9Cb99xzGtpQVVNLfyBELy+ABJDw4BBfrh5XtqfMzLI5UykknGkk72Ikl+zVgV/gNiRP6obukZhpuSd6kbOIi/XDHLxXmieABpnXw7NUwW3J4K8C8hbOQwODKC/511kM0Bd7Uw0Nc9G1mVgNDmKZMqCPxjgemqYeXhoyb/mQjqTQC4fQnK4C+bYSRw4YWJ/bw/ysSxML22j8eQZvYfYVgKAYavwVKY4spdsC2gSycwi4HWjsboW17RdgcXXXIvZDTOh834Fv4dJRVHnfeZ8p1OwH7f9KY1cnTSStSRitVR8nSxi9caOy99XHZedhIAQEAJCQAgIASEgBISAEBAC54KACKtTUP7n55/niCev7sPsxnnwuTxAjpYCe1hYpWXBbpcPPT1DqK2tht+vw8yToHmqsOrJa0h5sqgN12P3z3fih09sRW1TK/x+H+KjQ4gPD3IElC8URUVFFPksJcgiUVXjIDPyaCQPPudn3e2C7rKQomXuo8OorqxE28K5uObKy9Da2opQKMTLSQ1DXY8zWKUBNiV3ymTSHLnp8YzbADjbnO9WAKX8ydOyu/c43nnnHRbmWhcuRENdPQZPDnJkVzgcZu9RYqMsFMpXG8+1sPp+1r2zvmKvl+dnq2mor69HOBT40NsX5QxqC6N2vVACngWaNyDd1ImeVJGVQN6VVxHhtAy++Mui5FAqApuFcJDwaOLyJlpuPf3Pum8+i0QqhdF4HGOJJFJGTvmnkhDPihFFd7vgpQg/i/w0ydc4BTOXgWkkYGUTMDJxGJkk8kYWuWwW+XQaRibN7QMt4XZZBidI4nBTuKB7x5ephyNBRKNRhMNKaI1Eo+wFHKmq5AkUXyAAr98HnZdue9g+QEUBFkWa8vJ8i4VXOr43EEAoEIRB0e5GngW3CYKpaXEZN0mszRlIJlN8nY7nK4lwOiWpYk9O2/tTSdtsd0ATMSRqUlQrfXGbxNc0Of+phNWpRdypI1apbLBAaIHbMPJQJqHQaRfZn5VKG90fCZ1UTnImewl7vG4kxkZwtPsw+nqPIeRXHGY3z0F9XSN0+HjCjO6J4oMpwRW1nSTTmjkX+nqO4b13f4O6GTOxYMFi6H6yf/Ahb7qQt+Jw5VR5zOSyHGkadPugsy1EGok0XSeJngHobvLNzXACwuGTPXjvyEHA40P97AWYOe9SjjilMu3zB5G3NBi5PJLpLEZG+nG8L4PM6GFEkcKbx0zENAsByw9DI0saunY7QtT2bNV0nZ8VcaBn7Pf50dTUhMtmz8JV8+di3ty5iAYDcJOdTC6nVjdQEreiFQyTtYXFkah2yrdTrAOmEljVu2iix2rx+2kygZbKyqc+ceX0K7jsIQSEgBAQAkJACAgBISAEhIAQOEcERFidUlj9N/ZSDfsjmD+zGZZBiWlMFjgsk+SSHIs/fX2jmNXUBMuV4CiuU4RVGkxSuJIOVIWD+KcnnsJPf/EGGmbNhmUZvDSVhA5KgkMJaCgCiMSBPGUX54EoKRrj0X60uJV+ogExRWnRviyippIsAjU1NuK6a69CW1sr6mqr4NZcyCaShSzgjndjJpvlyM1wKATdozJNu+wltqWZv4sRnUl4narc0mC71CLhXJRxXdfw9jv7kcxmkEglOTnNjYs6OHs7WTiQRQBFspLASkIXiVhKsDn1eovFZ4fDmYXYKZLxnPbmi5bJlyP0OknBp0j8o5bxKgsLt8eDuvo6XuY+1cc5jHNq52pK76T4Z2WnarGtp8qTRALVuMhFghEtcVa+oSYLV+zvyBHFyr+T9udETxytaQurtphKy+IN2pbqBsUk2h6kN7d1vK9idHIUyBo5pNMG0pkc0ikDyVQG/fEEYmMaRmM5jIyNYGQkgeGTSYyNDGNoJIaxeAyJeAzp1DCSyROwkIDLysI0cnAZ9J0iHpU4Z5kkrqp7puhTOy0VA6Il3hyRzpVc+avyl0fj6GKKpCY7gVA4gnA4hGg0hAh5wobpO/78T+IAACAASURBVP0uzBMoFPUKvw8+fwChUBAe3cvlmTLOU5uiMsTb9iW2nyaxI2/OeDxeKOvs28peqmpbksSd+E96NmyK4nazR6/X5yUjAOhuj50kafJHQM+5+DNeV0pLkmNHohKFkchJ2ZVIhOMv5KG7PMznZP9Jvm5iTFYsbo+XxUw3edPmwd7UBk+AmUAuD8o+Fk8MIplI4LXXO5HKxnBJUxMCvgq48mkEvBZCoWq4AxXw5OKIEytKXHXsdXhcgC8cxGgugpM9R9Dc0IBI9Wz4gmG4w1XQkILuDsHt0eFyazwJp8ELy6X8Snm1gcuAS/NBc4VU+jEzjqGegzi4by/M3ChymoVw/VxUz7oE8ITgoghYeDAWT+P4iZPoPnYcgwMnYWWymBM4jrk1QXT2eHHCXQXLIMHdgFvXWUSnc5L9Avv85rMIeLxoqKnGwpZ5uLp1IZpnNqEiGISHkxtSGVXJzRxdnCwWikXvyZbzF//OSYzlPOPSZf1UjDjIuKgNIztiPqcdWcvvS+ca7ARujmWGs9+nl1z9vuq47CQEhIAQEAJCQAgIASEgBISAEDgXBERYnYLyU8/vQD6noyZSjXkzyF81hTw4bAsui7z8aGllBkODKY4EylsjsKxxf8Liw2pQ2cWDuoUfProFvzk0iPrGGuSyaRYznWz0Bc/FQibwUy/OsTh0ItfUkn6KYCXBN6dEn2QMNVVRLF68CDd0XI/5s2aygDJCS11JhODoTAOJ2Bgvh9e9XhaFNd1NOV44wklFrE0cFL9fYbRYkCw95oddyMlX8dCRwxiOx5DN5+DTPbhy4eXQyWzQRfdrckbx4eFhFiTIK7Ouro7tFIiZE83HmcVtxdFhzqLAGZNevR9hdZzKmYXb8SiwSSMBHfHO8dj1elE7ox4hHz1zW+SYIuJQyWJOaiUq8erDCdxsYZMjJkmMc4RQ+j1tQQKoSZMRBnKUYC2Xg8G/U0IjLbPmJc8cYajEVCWo2hnK7eNz5KodzZojYdA2FHCSOv3eJ5d9YEWInzEnj9JZBMvklL8phY3T0u+4QWK8hYGTBo4dHcC7h49g6xP/hL7RQyziWbT0nJef55A3ye+YWgxHXLRpWnlbyCoWHW2v1UIyNbWc3WHKzM08J9NzlnbTBEAgEICfolSrKthioK62jqORa2rqeJIgUlXBvqs0cULLxKl+U3QjfSgjfNbIcplXky30dF1I8WWNC/GmlWMhWKf2gfyKaUk93ROJ9Ox7ak/+TPoUxu9xQjkuyjg2WdQ3+7zyaU2eQPL6PLByGt5443UMDg7C53Gz5YLP54fL42fedEiXi6I0dRj5NEyKODUyiCV7EQxWw+fx49CRt6DpGqqDKdQ2tGGQPHBHToIcXLzBCtRVzUCkoQFaMoFXd22DMTaMlkub0XjNLThw4C3UcqKzBowOnkS4sgYeKwUjb8CTt2Bl88jAQNqIw5UZhZmNIWtkkMlayOZcMKwk4PLBMqPoHTiG2GAM8xbMhkbief0czJh7OUx3CEODo+ju7sO7R3vQe/Ikx+F6daDBm8A8dzcaqsJ464QHva5aZCw/eU/wPdHH8dimcnHV3Dlov6oNV11+OSrDQViZNCc6JG9cy05G5Twy5xlwBGrJRM5k4mrxoy5dyu/8rTghYnEEq5vfU+P13ZlQcNpSbm85aFpNbFEd+O1PX/eB1XE5kBAQAkJACAgBISAEhIAQEAJC4IMmIMLqFESf+rcdME0PZlTVo6m6GtlkAi63VyWSgcpGnUqlkIzn0DhzBoxcDBanBz/14wZlqAayiTH81Q/+AX1pHdHqCA/+6WjF4pwTrceD0SKBtSBOFkQwiuZS51KDUPIZVF6CtDQ5PhZDNp2G3+vB4uvb0XH9tWie1QgPiacU0UZLld0q0QlHxdLAPJcvCImn81wsHZAXR3dOdv8frbDq5iQw+w++g9jYGObMno05TbM4YpXEOYoOpME9CakUvTo2NsZRq9XV1QgGgxz9R1804C9d4locvTsVr3ICTk9Xqc9WWHWEEbV8HuzDWVVbzRnBlX/pxLOzKGoLH040KZUtEhbJSZK+kwhH0dtOcjQSrNWSYxJOVUQqCXc5k8RU+2+5vIpY5ShKikx1FUTW4uzx6noLJcwu4ErqI79jjqq0ozspSnD5Fdd+sG0iRYq7XJxwyuPlFD+cXEjlq1dL0WlygoIxhwdj+Nr/9cd48fUj0HhGguqVob5MkoApYtWpp0o8VaG5Tqr6iRF99Hf2AS5U7KI6zi2Fimx1WPNzsu0ACALx4eX8uoftBPwV5O9KNgOViFbQVwVCoQh7hZIXK0W8BkMB+HxeLt8U+ZjXVH3gmFU7ypYnWUg8pMRIfF/2deTyLNQSm+l+JmszOFJeUxM7NPFBkz3UdlJk+f/z43/Gu+8e4eX+9Fx0zYLXq0NzexEMB3kiyO2myFANXq+F6sogzAwlHQOq68LQ/RSlS1GuPgSNk3CHW4AARajnYKUTSIwOIZYYQDZ1ErmRk9DyCSxsnomBgV4EZ9+Iy65bxtYthw68hcHufaieMQOa7uPrNQxVJ7xalhRr5E0dltsLl1tHzowhlRlF3vAgNpLFif5jMOPDFIOLeQuuRN3secj7KjGcdOGdQ8fRe6IPI7G4mnDj++NYc8wMjGGuP4N581rxdvcwDp7MIuXxgOuOmYdPc6Gxrg5tra24qu0KXDFzFl8TrWZguwfOgKjavOLHNbF9UVHTxR+eRMqrJ1wqonJ0ur1xcduo2kUluE9s+zn0mf9WqMO2Ky7bTdhtj5EzkElnkEqnkMlm8LU7fm+6xUu2FwJCQAgIASEgBISAEBACQkAInDMCIqxOgfqpf3uOZCg01TWhJhhANpmE20uJjnjVJX9GR+P/P3vvASVZepZpvteFz4z0mZXlvVP7biELomVGixG7iMUcgZBtCSExCBYkQMycZWf27O45mtmdQYAGDSCEDIjBSLSEXEst205tqn1Xl+sunzYy/LV73u///4gb0Zmt6upWizlz45w8lRlx7febqPv87/d+QOxggoWrolYqqXLwoHbsolC2cObkk/j//vAvEVenkMu7Ajj5ZD6seiSckvT/dcBqH0goSNN7oJVrkuo0Co5aFiJCwSCE36yhXCpi985tuO7qK7F/3x6MVMriRUg1IbcT1attKwWbsSC4hG5owN3TgdhhiHIpsPASTn1JmxAuMK261qzLwzr9VL1e5fO+dQMBK1+i7F1dFdDK/QigCFolukalqc9sIMTT3/slXeaGG11SrCRletDb1xxwoH3YxsU8CuUSYlpZGFWo6WfCPZRqlHDUpOMblakf+T3o2vM6jRMEMeGpKSqlr6NX3f6pt8ZrCpngrT1tXUeptmmz4UiKsPL4ZLqw8vQkVOVyhnlPKevYx6/ecnkeqxsFnCr0c2dDRHaM+c1FeOK9mSCMIX6dBKqWrbS7C2dW8PY3vRvffOw8wLR/QkeJRagL3EWwNUwVbKR/twQgqjR9vlTbKYUqX4xlb1uBV4kcR6kylUrU7MdYOUzMZ3w0/BcvVNsWH1vH8cT+gQCS81cuV4RXyEuxJgJV9vFioSCWAoV8Hq4TSkEtflYsFkQVy7GRK5cEztEGgL7FhJuEz6Lgt5QKdvi14bgYXm3QfUXuSdLElRcw/ayP3PcI/umzn8fZhZqCg+B85SOJWJwrocOKgG7pS7YjFhfTE3mJf60ZY7TgYHpyHGv1Gjr1OuYmRzA34+D4mQBd0EagKynzjmshiGxYcQc7pnNAZwEjJRuFUgml0VnMb74Oo5VRNJZPY+H8KRy/2MLZ9gjgjMLxYrg5Fs9S6mAvb2GibCNo17G22hQv7pGyhyCsYWnpIhxEcFg0D1W0AgfnVmpYWPHRpGWM5cAp0EpAHF5FjVu0QuybCnDN9h3Yc/CFuP+RR3HHkUcRjuTh5Sexd8cO7NmxHbs2z2OiMgLPYsGrlvpuEJcNzg927/e0KW56fhFInlLgm89s+n3LAoNu4R5NHfzKG5irxAtY2dakLQFSpa6UT7LY3qjCWh2/q4sv0h88EMU7x8LvvfdXnt0kmu2dRSCLQBaBLAJZBLIIZBHIIpBFIItAFoHvYwQysLpBcD/5+c/Dc0rYumkLKraLoNuG4+aVj6oVCOxZvNiQVNyRkQLCiL6cTz2YgK3ARnHUxt133Iu/+PjNKG/epPztQnpS9uFeWt2j9IXrwwoFy1JFbARMKCWgKIy4mwjvVFET+u2xWI3vt6Xo1aa5WRw+dBA3XHcNxsfGkHMddNtNAb2maE1aRfh0/e9SwN8PEqzy3JKS7ShIJ5XlBT4rP0H+qKI4g78TrNZqNbEJoHLV+K9KaDfwMl0vTs+HYlVKxqcg+/B1sEewP1HhmbiOqEgbfkOl4GuIJ/ev/Q4pgjQFpAS+ymcKnPYNEZWXqrwhEExhMcJO1QcV/FSqNVv8JpkGbPqLVEmPIgGpnuvJv2yHnMN0bg1Q+R6PJYCVdhcs4KaOY84zmb+8IlxptXE6XgsXlvGR/3IvXvQjV+GlLx9FjsGwObps2PD0qCStCnDh9Are+ZbfxLePPikFgOiNrAwTxAVW+ZSKfywBmRnRSnlqIJWo97TiXABTSGBoXv0xTg0pq9vLrqk0af7NvmzAqipkZEvFehsFUa86Xh5eroRCaQSFMn9GUR4dw9hYVawv6NdKkJqjijkO0Om0RblNRT4Vjx2qB7s18YUNoy4qo2W88EXXwyt4oPetyDbXeemr7X3SGwupQZEeS4LhYtZzyoG1t77ytW/i1m/cjnY7QOxyUUuBa15jEgWi/HW0p21EFXACFO0Qc2M2quUY2zdXMTU2gvMX66iHquiWE8UoFXycvmChFdGP1kcYOehQwQ6I5+6ubVVMuy3MzI5hdvdVcKMWpqa2oOiWUF88gycWFnDf8UXcfTJAkHPg0nsbVMOGqJQ9lHL0keiiWWvDsRNUq6703XqthfpaDY7nY25+AmefbKDWihA6gFeYQlyqwOICj8ujUQEL5D0bO4pd7K12sW12O7ZuPyxz2OPHH4czXsSuK38CFRY6sy24BPZxLBC+7eqhSiAvY9GWaUKN8tQXVY+Xql/UMFZjVzyQI94XF+q0Yl+x0n62RG/BoN8vpcFTVjLpNqbunQpan2piX/1IVkDEvhXr9lD2FMaf9X//7V//Pv4XKDt0FoEsAlkEsghkEcgikEUgi0AWgSwCWQSeXQQysLpB/D71uc8jXxjBtrltyLOwVBggthwklovEaknhlPNn11Adq6BQVN6kadhpAIiAj8BDbjTA5z57C774lbtR3b4ZfqfFEuhSbMRAPaOAlBTfjSptax/Gp56rX0ld1Hy6IriyCFCqWO5DtVmz2YDf7WKiVMR1V1+Bl7zoxdixdYuo7lqNNQFvLKR1KdDUhO/ptl0PrG4Etp5dd37q3n3lH1OFFUA1qdQEUnyZazHXqWBsLEpVViBfXFwUCEi4SshqFKxSJEanRf8grQCeDqxqzC79iWDVR4yl1VUstVee4hmr1KGElqbauyp8ZPoT9zf+sul/6dtIOEgAoyAM/TgJIulHrPYXcKqBKP/2mWaeJMh7OVFKqn25DY+m4A6PYyCPKBnliKliOxtqxC+/Fz18ZBG/8/7P4PW/9Cq87ie2oFqwwYpOsc0boT8q1ctMvw5w/ollvONNv4U7jj8hsIiwT41Ljl9CaAW5lGqPE4QCpWZNhB8Zz1T2Hx6DyveeX61WsAp8FUCmFOq99jCLMlLoSRW9MnOItI9dAAsScUHIy5dRrFRRqoyiVKmKNcDY2DgmJsa1LUBR+napOKqO79gol8qojJThea7cb722gkZzBX/7d3+NPQd3Yu/h3Wi2Oz0rkfWivt68sOHCRJygkCsgiG38+cc/jbuPPAinVEFIKE0lp0B1S6xOEnraMt6hUot2ul3YSYiK08E1uyewayqH0e4qXnDFDtx65CS+dm8M365i0+YAe0bP49RSBatxGU6piEIuD8cjzwzhwkE3bqMatXFoxyyS0QMojhaxbesOlPNVHD/6AE6tnMbiuaM4e/YiVmoVBCjBch14aKHoFbHaUMcbrQZSVGt5IcDS0gICf0X68FihgH37p3D/PafQjvNwx8uIc1NwcgUkri3HkgWEJELRsXDtljy2TZQwPjGHwwevgt+JcfyJBzA3M4nq7NWy8GGLat1SVhLypaPmNmVboTxNhX9rwLpeu5j3eAzOe/zh7/Th5lxp+pb0j17f68+BaRsB1d/VJXCe5HFEldppye98L93Ppbgdx4v2DOe1ilLdtvFv3/trlz+gsz2zCGQRyCKQRSCLQBaBLAJZBLIIZBHIIvB9jkAGVjcI8Cdu/jxGyuPYOrMFThjAlurlfDD1EFttgScXzrYwNT0GzyM4IQRKq0z7XpF25MHNd/GpT34Gd93/BEbmpxB02rBiR8CqSQFWD7Y6pXrd6zIpwurYaTWk/C2QUFdZTzkfsgRPL20dgOs6kuZtd9potxoo5fO48vBBvOTFLxTAShBLnzuTqj18KX1lbV+9aYpdbQRXBpRpWnH3TMDt5Y8DBRxod6D8KQkY+MCuClcNQ1X+bfz/+LmJGyuRU8FKeEXAyhRpvriNabcBJZi+YJOif7n3emn7Kd/Ep3iTSqka1Veke1KZHIc4v7SIVsQ+rMAe74k/plAXAacCc0oxKkWLBHgouNL7EQDniB+mUZBKyr6AF5XCLypVrV4V+KppC5WOVMCy6JpRYgoP2rChlWo2rZZTm66vlry0/sLjGZkeU/Ft3HPvadz34Bpe8dpDmJ8G8hGBdIhQ3D7pgWpBMtKR4PSxs3j329+P246dRhwEoqaUavSiNySE1erUXrq/bidBs5QUqr7G8ajSokN0unVtJaD9U7VGVoHVvgWCAay8Eoup2uJbSSDOwyrQGhKmEba6TP2voDwyjsroGCrlUVRHxjA+XhWoSsUqf+i5mndzMjdwHOTyeQGr+UIBjl1ATsBtgI99/CPYf9UeTG+eQlcUowbfp6OupY3D/qtDvpySpm6kkhFw+tQ5/P0/3IyjZy4gVx5FzLlK0XnlVyvp/zaigLEGHNtD1w8EZDtJiMl8jL2zDqL2RUyMllAutrBQ83CuVhaLgfFSF3snVnH3CQsXoil07SLcyIaTdBBbediRjSAXYTwf4kUvmIQ9thO5Sgk37NyNcmEKCwvncG7tPJYf+QJOH7kD51tFWFaEeuihFpQwumkX3EoBQeKg2bSwVmtLtgBfIQtI+W2MxnUc2j+OY0cXsRqWEFaKsEc3Ie/m9b2qRbqCY2NmvIrrt5dwYOcOFKgyLo8glxvBau00KoSwpa0QL2T2SC4IiY2GjRwFvXyfsaMLgM1eSWWtBab2yyuV2t/P7lc+ulSSmoUj2knIPGTsRrS6XTx/NexXVh790RtQCRwEYhcRBPSp5vcJv5voP6x8mI14lu3PluX+oriW7AI1T7Mf/957MiuAS5vPsq2yCGQRyCKQRSCLQBaBLAJZBLIIZBH4QUQgA6sbRP1jN38RW8ZnMFedFqVN4iSwmYYKVRxmZfUs1lZszG+ZVio1K0AiarbBl0A9O0a+G+JP/uyvcaJWh1f0YIX0SjTwwaRRMoVYPeIOqLpSqb+miEhaPSTPyHyolgdeFqNSFZXNSwHC4RR283kskMLvdlDIu9i9cyeuPLgPB3bvxOTkpHi28kG7V0iLD7v6wJYU61Kwi9XUzXUM4JWhaxn+7Pvd6Z9J2r65luECLuZ9gq9WqwVCVoJI+rUWCqxKru5dgVvlk2l+N/8aELbe9Xwvte+lxCh9jIHjaSAl/NGzETlA0+8IdFHKsz5YFa9TA1M1QFV+vcpGIddL7zdp/sp7kd6j//29lHVGkhBG8vcArYaL+x+uYc+hcVTLCRzhoKyiblTNKl3ckbR+B+ePnsDb3/JvcM+p06rieuwjYZq6NgLgQouKjDqGaRdlj9CH0fT35IvjkFXlRbkaBpJ6z/HMthLBrB7novxl++j2UB6WfVgm9azEwtUR5aJDf1WvIFYAY2MTGBkZR3WUalX+XkG5WEKpVJa+TBhOWEooKyjX8eDlCyjm8ih7eeTcEJ/5p0/gR/6nlyJfLaMbcqunwm0D4tKLDeYSub1Z0OB4YZ8jJT1+8gy+/NXbUFteBvI5SFE0sYyIxXJA/J9NITWCOhZUY/+Gi8DvKLgfRpgtdpDzfFxsEqZyn5wUqRpzm7h2zzh2b9uEY2caeOSJBXTtAmCVpP2J95LYlljTqqVUyeHA4d2YqhaxZ9MWlPJVNBsraMUOTt33GTzy3dsQemWU3QhNbxZ130KSm8e5FtDsukrlDAJ3ip0tJGzTTgOT1gVctd3FxZUYD5x34U1MAUUWRsyjVMhhojqCnVs2Yf/O7dgyO4PO0pOYqORg2zmUKyMolfK4cP60FFHMVbelFndSc7x8Jw1/Gam52rjM9BfI1IKdeOVKZ+oro+V9sbMwi3qplH+qYbUVgFGf8rtS1Kl+RwC9Klj3VPsUsziTVl/z/P3CVgoQ8/W+d73tv7/pJbviLAJZBLIIZBHIIpBFIItAFoEsAlkE/oeJQAZWN2jqv7r5y9gxswmT5THxGWSOMlWrfEguFHI4f+EM/E4ec3PjCqNYhCB9xU4abjo5C62FFfzRRz6FVcuFl3cQBVTsmOIe6kHW+KTykoYBnEBTSfnUqEZ7UpqUf6UCogpQKTONvYA6FiGaulEDNAhtwGIlhK4CJwguAsRBKOBoaryKgwf245qrrsSW+U1wbZUeH8esem488PppyaLmXef1XEDDZzMaLwesbnTN5qGfgIfqVQJWwiiq/liFne+bVNY0YDXXMGz5kL6vjc/5vaHl8L7pv1nJXfSEVqwKFFXKsD16OKq+JMWPNDg1Kb6qF6c8F79H1fdnoxl9Nm377Pbl+GOnpVqUWr4QixcCPHz0Iq574XaU8/SrVP6wBE1G6SxIVYauhXOPncDb3vT7OHL6rKSlJwaschwao2NdOEhpLdU4V+n/Oa0CplJP24FEMbphU3lO0npEIK2CifTCVbYCypNVLBd6cFW1gPLBVcWCRBBIBavNyvKeqFYLhRJGRsc0WKUVwIT03ZFypVekqtlJUG800KS/apggEmhrI+faKNOH1Y1x5KFv4eff9NNICg5CTiNJ3zs3bcJLxfPwS7idwyJ5BmxTdUrdY4Jmq4MgUffmS0E9W2xJxCYhVKnjhM7qX/pxhqC3qh+EaLabCDk/+Q6ilTOw7RZ8dwqttg/HLuPC+ePwV45j77yHg7uuhuWN4+t3fBfLrQBueQrNbgdB3JV5OYo5ZiJUR1y89MVXoWB1MZEvodmOEVBR7JRw+smH8N0jR1HwKhhxQ6zZU6i3umj5NsJCEUg4inwFViOqbXnMWOB7NVnFdVtjnDrfwWMLRbjTM8gXHVyz7yAO7NstWQPVkbJsG/s+ls+fxHilhHyRCzlFWEmEldUFpSYvTSv1p9L99py5zQJdL/49/wnjkdpffOvNkSn7VUnl12p3RemNwlVWGVSbxKrwlEnzT6f4K59hs5uyNpCCZFKATi3oiAi2V6BO2YmYQlfmu4rn+b1fe+ezG+rZ3lkEsghkEcgikEUgi0AWgSwCWQSyCGQR+D5GIAOrGwT3E5+7BXvnt2EkVxCvOQGrhCNxjFI5j1Mnn4DnVjE5WUZCtSrVm0NFXAxIGxkp4vEHH8aHP/rfYI3NwLYixCQS9GzV1cCVwqtfhKgPQNVDrHyilUO8ZCoJTeo23xfYwBRerVg1YNdcA1W15gFa1K18KCZAkBRvpaxTKiLJb2f1IjTqa5TR4dorD+PGV/wI9uzZDTemVx4LvoQCnAmAeLx8odxTzZlrNw/HzwYaPtu+/9yCVVayp2oZ4rPKmK+srGBtbU3A1PT0tChZxedwSKn7dIpVYRYbqD6fDkyb2DwdWI2ZLiz9xcL4KNO+2U5MC14/iV6p0zaIuj2ohN7o/M+2zZ6v/dWCg3R4sfk4caKOWq2BF1w1D8+OYBGOiREqh4SqVM9Ua4fjzLZw5qFjeOubfx8PnT2PJPLFh5RKR0LamGRVFIupYlNG8Svp/zl42reypzKPYwRhR8aUH3TlWLzGiICVY1KrB9neSlmsvHCZPs2XsbZQcJX+uPzchuN6cMVntYhyeQSVchWlUkU8VUdGqijRAiCfF6uHpdUOGs0W2n4XZJ8CwzgvxIkUxIqiOlYbZ/Du33gbujavz4LF2Az1X/4dJf0q8+k27el4tcJb7ofH1nGV+UMDZDI9ZggY5bdRRprxlKd/dERhrgMnX4CX2HjsnltgWW3sv/7HBZbSM/jBI3fijq99Adtmytg6NYMkzuH0hbNwKiO49qWvRdey0Q4TdAMbUchWjtCtX0Swdhb1CyfhNNbQ9GPMTJZRKo1gsR2g5W1DwwoQri2j42xSEDh2sBq0kHQChH4LUeLTulrUyJHfRs61sH16BPunQ4TJKP7xm4/iBT90Pa65/nrsHqO/bYJOq4Uo6MJ1aTtho7FyGmF7DZZD5W0OlbKCq/XGGryx3QNWMuvOd2mLmqEVsOHtB1Wsyj/VzGUm9oSpqtAaPYG5CKDgd3oec0SEbDySTT9VAN4sPg1mXSSIoxBRqL7LqHw16tf/+AcfeL6mhOw8WQSyCGQRyCKQRSCLQBaBLAJZBLIIZBF4xhHIwOoGIfubz9+KfVu3Iw8bfugjIVxIlLrKywHHHz+L8fFpVCo5JFYHSZzvgRRzSAM1pydGccuXvoK/+adbUZjajCRqI2FBLMftFfDYCKzyWAJOddEqgSu6gM2AMtGAV0lrVq8+VJW/hh7AJalZUnCl2jYrbGtQo1KVqVeKpdp5c20Vec/Fzh3b8ZIbrsOuXTsxMTYqkJH+gfxxXKaqauWc9o401/BMe+WlwMRLPeZzCVYZJwIgvvjwT4jKayV4X11dFV9Cwip6sPIzs136GoyaeKPrfzpIein7/VQdOwAAIABJREFUDO8vxXAsC57nYGp8AoU8K78nA8XRetzF+CiucyIRYBLKrAeAv7eo9lKb63neTqvGWUwrTPDAA6uYnMxhy9ayKFBZjkgos01QTodVItg+WH3ywaOiWH347AUkiapUL/8mkbbl0BauPcguEj2l2HOo/lT9h2pivtgOQdQF/SkJlUSxmhBiKV9Koxyk6k/S3vUPwalRERrFKkdvImpbQktP4Krn5mQBhMrVnFeAl8vBy+Xlh8tGrMre9rngoj07xbdThcC1CIIdtLs1FEdivPu9b8dqpwmHlgYDVgR9qxC6oa770vOMeHayL2qIymtnNXkZI0rQqlSMUYxOzIUcXz7joobETeSNMZLIhWt5CHwf8Ndwxy1/jjCq48offjsCK8FoqYqou4Kls6fEymC8Oiemo+cunkHXSjC77QrY5VF4YDE1D3FC398E3foS7vn2LahWcohCG/l8AWsrZ1GwbUzt2Isdh1+BRuNJ1C+cwfSu69WiShCha/nw4ImyP4wDuLYLSn+PP/4Qzj15FDNugMbiCbzoxa9GMwCW6jVMbT+EiC6+VCZzWlZJ9mi3Wjj9wLeQNBYwTssAXQCutrKA6tgEJg+/qjfXp2Pdm3N6yunel4L2KU4ZrPYU6fTW5Y8a5qKAZip/quCfgaoKsmpdrG5/9mulciX412pULsboYnjSx03RK31Mpc5WxaxE/cqiVvJ7LICb5/izD/7753leyE6XRSCLQBaBLAJZBLIIZBHIIpBFIItAFoFLj0AGVjeI1T9++Tbs2bIF8H2E9Drkw2ECgSFR3MbJY0uY37wJuTyVaR0kkVKuph8ezaFnxsr46F9+At+45yiK45tgxR3Ekorv9Ss2D1kBmKJIohZKXaPxWRwGhrKNAFdlCWAem9XvSgn7lCJZ2gZACWGVIo8vghUCDlE6SlEcIPQJe3yJwbYt81Ls6vD+fZidmhDoSuihlLBM01UA8nIB6eXut15TPpdgVXly9sG2aSPeK99vNpvyw/dpEcBiQAawDiu6nm6Ipu//UmLxtNs79Mm0xb5ifGwMOf6tSFb/EkSkqvqM6UfGOzd9nb3z6O3NZ5dyjZc+JT0/W5IR2wSayvwU9XaIO+5YxP59Y5ibLSDwmX5vI08LTouqbBabAmJCI1phODZO3f8o3vrLH8CjFy6Kspv+qkioWFXFeQQUMrJW31NUwJMUBMuJAlQWSbSylccPwq7yWI1Y7EcrYAVuUT1Iv0sVH5VUrUBVuo/JIoyahdTAFSU6fVZZeMoVuOp5eYGttiyGuEqJmygv0/58w+P0+7rDsmO2jU6ngS27pnDTr74Fa60mbMtVHpwGmom9hLHyXN8kwqIFiYZ3qu8YSxSlmidcVH6bFuKI/tAW1tpNOQfVq2a88f3QimElBNRUmgbII8Jdt3wCfrCM/S/+BdiFMYxVptBaOYtuewGW00UhLiOXK6PWWEbiOpiY3Y2AdgY24x8IuKUxqBWHqC0tYmxyAvBKcC0XzfYa0O3Aq5QQBzZOHfkaLj7xOK790Z9GqVJGFNiIPUrCCc/VnEtoTWB7+tQjOHP6BCbLBeSSNrZvP4wz58+h1lzB5n03wHY9ZSci/YX7KV/ZC6eOolrIoTI6IYs4rWYdCxfPYd++vUjKMxKX/iKatpyQAA+PJeWVqiww1p0t9T6c5wg11VxOJS4BJ/u0UhObQlaq6JRRoaa9qamQNy9RT+vFKAGoQzBVgKr4scYKTHe7aDbbWFuro9Vs47tf+LvnZ1LIzpJFIItAFoEsAlkEsghkEcgikEUgi0AWgcuIQAZWNwja5279LnbPz8NvNoW9RJKpb6PgeWi2lnHmiSZ27NgC26XytI04qCCxFVjtQQadXj9ZyuE//KcP4eEzNRSqc3CTroASwtqB9Hy+p/3sDLSTh1Wt8jEqreF0WGMVQIDGVFIDUM0Dt1K5akuB3kM1SYryMSRAUc/hSt1IWMFiVPLArNM5uQHhDJmrVLcOOhgvl3D1oQO44bprsWP7FgEeBKxGWXa5wO1y91sXFWwIETYeLRudX1LoCUq0YrgXX30oAi5+bgArVYcsEETIytiYVO3vNU6fK7AqyjEqbC0LxUoR42NVqeKtOmivpw7yl42Yy8A+3+sO/uV/HooKsw9Wl2pdfP3rZ3HDDZtRKcdotxMsL9exadMIqtW8eGQyZGmweuK+RwSsHl24KIWJaAUAhBJh8Z/UMJQYVBwrTb/hv/RYFWW4UqzKv3EiCkeBT2IrQF9RQq1QzRd6bpBC71q5qGweFIQU30tZQOHY7c8btApwCFcFsNKb1QUIiiUVn9CL2zoq/T69jJMuuGUT9AF+2MWhq/bgTW//JdSbLfFwTc9h5h4H7UBkpEinEBtP+o3SI1au0bzJy+nDOKrnWZyKLy70qHmobyKqxpKqLM85MkRXFLdjxUkcu/dOWFYDmw5eh9VOF6VCGXFzUVLxOY+P5MuAVcDF5fMIkxibtx6AH6rCgbwGKo/VnEsAnkc3CuAhom0oAqp/kSBI2oiWzuHYQ3fjwXtuw6t/9iZUxsZRyFXRDGO4nFcT1RcIWckZ66vnEEVtgdsFfxlzc3txvlbDytoSJma2IUo85aNtAsXCXo6DIGzD9ZSfrSieQTVnV3xvw1ipgtNgVYaqhvqDI1G1oRQbHJoXGU8/UEXtVAq++i4Ty5l8rncY075qjuKVKniefl8tsPHeVV+MoqSnSk2rU40/a6fTQb3VwkptDav8Wa2h1eig6ys/786pB//lTyjZFWYRyCKQRSCLQBaBLAJZBLIIZBHIIvA/bAQysLpB0995xyOoVCoCCSkTMxW48zkHTzyxiCgC5rdOyYOfKihF700+cmsvRl0dvlgqId9Zw/v+rw+hGdpSSb7LAi2ugzjwBWia9HLzsMuHz3TKuHjS2RqYplKxzfbyMJ5+X+Vt92wGyGbTD9JaR9dTv8nW+noVEDFP9io4aZCYToFvt9vKfxbAy66/Ci+87npcceig+Ai21mpSeCW2FZRmOq9J4e0XeSLY0So5nRpqYvFMR6SBkemYqGM8HSm89LNcCuzlvfD6CVh5jwQGCwsL8vfY2BjK5YqckO0r6kMN2tJgKl0AK311BpyZ9hj+bPhv2V6oGwsl2RgbGcHoSFmpAblxWrF66WF45lsOhz8NdIZsBcRHNHVdT4n5ek15mTYEAvgEVFE5HuPkuRif+cwZvPZVm1HIt/Gnf/QwktHNeOOb5rBvOofQTuBwWyobExuRHeHEXY/hzTf9Hk5cWEDMNpV2pXeyaFZ1Kr+yXZAxp6+V0DNJ8j1/YwGr4otKlasCWuKBTKUg4ZyMDaVYNS/TdwgnmWpuwNoAMGM+tn4Nqgq5oDP4mSq21S9ElR7zMoosB3krQsdv4uCLrserfvp16LbXUBCPWqO8VX6+sj0v1eNnVDTqOUQrHWF5PXX8IKjTwFU0kRo2a2joEASnUsnp6yrXCwuBFyHq+rj/O19G2Svh/IVjyMHBxMRWnLx4HDe+9sdQ8EZRW3gSTuTDyZfhOhSlRmh1Q2zdfQj1bgKXFgValWnOZeIqCmSZqwAnYcr/RSB0sLh0BsdOLuLwlYfg2QmqxSl0xA5XpbdD1OyEvwmajSV02i0US2UgaWFs5iBOHH0IncYZbN/5AkSRAu2qvfvzYnrQDbczi6gN9wnZP1Fe0MNjSOHQQa9k0/ZRQH9fdd2cu3gN9I52C1WiXDhU4LJdxA6FENiCy+8yjguCZKqNrTyixEKQtCS+ojhmEbQgROwHaESBFEar1dawvFLDwuIyFhcW0Wipom3K/NmG5XpyHiqXw6N3PPN5J9sji0AWgSwCWQSyCGQRyCKQRSCLQBaBLALPUwQysLpBoO+955gUdPGZ/q7rSvEh1XNtHD9+Dvl8CXPz4wI/VGokAQhVSoOFXKrVUVw88Rj+j//8UeTKY8gXCuiSHxEgiSKNSlClXDUqr7SyUakOVWVy9cA8WBBnIMVcfyZVolPFqtTTav9lwKrk/+rXoMpVAYT0A7v53QBfVeiK1b0jUTg1VhYxUi5j357deOF11+DQ/n1S2Vo8WKWyt4JFAlL0wcSkYKjoiUBiPqCvozR9OriZBo/mWtUxnj+wmo6xAUaqwNUqOp02iiUWDyohl8uJOphxUxXilZp1PbVfug2GY7Ve+xiYkgarrmurwlXlotpFqOL3Z4bZ6Bp7bdJvHGVdMdQve/e0zuU9h1xVVNo2SSdVpg5wYQX41F8/htmJcYxVY3z075t49U9uxetvLKBa7CKOchR1SrtRgRjbEY7d9SjectMHcPLCkipqRjAkytIIMQvUiWJRpU+nwaqgLYtg1dS7Y4q/2o5KVb6UWpUqSv5rvC/74zgNVqlENTYVah5RwaOCPT1uDVyV1Gydnm3GlBxZ1JKqRZSSVteapwIRQNEBukEXY9u3Yf7AXthxAE+K36lUfCkgRSWqwwrvLK5lihVpYKr/Zjq/8nFWfqqycKSrxasq8Tw/3yeUVQX1mCaf3r7nL0ubkthC0cvhyRN3YXG5hZmJEoq2g5V2AT5qOHjgAOpLdSyceRx5qpTzI7DpKW0x9R/Y+4JrYOUqkoou895QR1N/qkJnMhVHDpaWHkHYsRDVFxFZJYyMj+LCxdPYu+9KeKWqVnwq2wdR1SJEu7mCdqeJgldA7K+hWN2MtbVVdNpLmNm0V4psiW+p/g5RMJ0x6GcbpBeOJL1+CLb3h435HjI2C7p4oVHEGq9TWcjQdyi+qbEAUS6YcW6n2j4SuwiH3R6e50pb5bwcnJyHkGBd+h+hKhA5CToI4YUOWi1aozSkuN/S0hJqy8tYuriMRr2Beq2OdpsqY96j6gtqztIeu72ZwUL0+F3fn8kqO2oWgSwCWQSyCGQRyCKQRSCLQBaBLAJZBJ6DCGRgdYMgPvzQaXnAlar3AkEVACU4eeyxJzEzPYfx6ZKqAC9SNPWIaxJeDTAaHx/HbV/9Kv74U5/F9OZtUhSFZXEU1DSFQpQ3KV8GKhrQasCDFGnRgEbAh6IfAkMMzJWr4IOxBqvm1gh60opOVRZFqUj72/Rpgko5fmqlb3N96WvsK9sS+N0O/E4Hrg3Mz83i6itfgMP792Pr3Iw8oAdBFyGVS1Isi0VaNihuoy8qDVINbHi6Pr8ejP1BgFVzrSo2Cm51ui00m4QJDaUgHZtGsVCWdhFlm277jRSr6ft+igptnYrsabDq0UdyfBzFAlN6xSBVO3SuE83nELgOY+1+Mrg+r+5yugSOvrSUKjOFXZXqs4/kzZXndHyf6VyoUrQZBypWE6w2bXz2sydw58NrWFgLUEgm8JP/ahyv+eEqimUbXQQogfHjXAABq0fvfARvvekDOHFhBQl9V5lCbmCqJOVLYr5aENF2G9yd92HbBIVqCEuROD3mTF9QHpf6GOsoVtXwN2ByMB3cxML0E7OdWXwgVDXyWaOi5T7G11P219BbAVYCrwS0k+6EAcLKKLoe/VlJ0kJFh9NF9TRAdbR9QlqVasaEIHWBqLpKvOyjrWE10OW8K6fnZ7QwIGSlApvwVu9LFWXeq8IJAkxuSoDiDPZvncO2iRGcXghx7uLjOHv2LPyuJ8pkKfQVtGHHEV6wfx+CMMbiWhNJrtybu3lN6ty6iJ9YovA6HDF1yLl5rK0eR2vNx87pEeRHprFYW0arVcPc/C4kbkF5VCfqemmv4CAQhW8cdFFxLbRrFzE1tx1hHGFtrQZvZA6JwwJj2mfVsXvF8dRilLqmdNsquwf1Tn8eNipVtUDVf/WVw5JVId7d+ntAt52ML81Z+b2nshM8WDkPXrEMJ1cQ8Jt3HBzauxsToxUsrjZwfGFFLBJor7G8toKl+grOHD2LhYsXcPHcOaytLksRLsJa3q/0MxmAGuPLwgHjyzcVZO+vq1mIHrv9mQ7vbPssAlkEsghkEcgikEUgi0AWgSwCWQSyCDxvEcjA6gahfvzx8710SAGJEdO8bak8fezxs9i+YyeKFYLXCDZBqUIo6mFWg0PHtVGtVvGpj30K//j1u7B5+w4gYnp8XkPNfrpnWunHh17jo6rAKh+CB1ND0+rG9L59iKNgnQK06d9N1Zh++r/ZrvfQborurKMaNQ/raXgoMJDFcRylQAxDXyAr4fF4pYSDe/fghdddi717dqOQz8HvdBGG3QF1VhoCrad6XB+aprBBr/L6cIM+d4rVja4hDTrTAFtZAyjfVcdVhcVarQZqayughWG5NIIqC0p5HoIwVLYSVC8T+KV8XIfv6FLAquwjcMgSldnExLgUsFJtTc/K9QsLyefPcPrpgVGzn1ZfR1Rg6irjSlGpimTxpYr6mMUBdVbpbr20cVOMzcAkXeV+6Noq7tPD+Y1uRU4lXpOhcMGF5Qjf+PpJbN47g9sfaeOeu2IRoF5zZRWvf3UFc3NAXg7WB6uP3v4Q3nrTv8GTS2uIaYDJAlaiWFUFrBKm+EshK8ZBYyx10+pIQhK5iCG54z3VqWkjZQ2grACM+jo9JPuKzsG2TPfTNFQ184rxUzZtLVdmFPMEzfql+qC6Ts5tLmIEtGYenUAnV9SFjPoRHh4fBKDpuWX4c+kJ+oZ6fa7HDnUJLqNoX09iTXWn5cOJKihaFvZdWcXIzF4c2DqDvfMzePR0F2fPPoRvf+vb6DRY+YpGDZyjbMyMjeKmt7wJd95xB770pVuAyljPAsWsUwwIu6UtHZDLunAxNQls37wL+/Zuw659V+Eb3/o6mrUlnDh2Ho1OAC+f02rVSFSuecdCzolhJzEKdoQcQoQxxEfUK5TRiD3Br4V8XhZaaB9SKBQFplL5Kz65VATT81RU7vTLtcVeRT4jeBborLb18ixWptTA8p62KHFcVx9HbSf7MOWe/ty2K+flj6iIaTNBzwT+cBHMziGOEpTyHg7s3gkriPDQ8VP49qnHcPbcChaeXMbZWgtN10Wr5MAKI+TDEDlaWnS46NZC2GkiZgZDQE9iGnZHYhOQaKsL+V4xCz+60Fb4yG3PcEbKNs8ikEUgi0AWgSwCWQSyCGQRyCKQRSCLwPMXgQysbhBrglUWITJgIolCeeBcq9Vx/lwNu/fsguV2pGCKi7wCIFqBxm0JikrFvECtD37wT3D/k4uY2TwniiUWRFE8hWq5vqfeoMKIVboj/YCrCtwMp8hvpOhUFcmVKlSxC/V7H9Ao6GbSz7lN2gpA1GcatqTDY2CfuQ7jBcu4sPI506H5wwd1prszBn67hW6zIQ/LB/btwY0/+gocPnhQAGurttzzE0xDF+OzOnx/TzcshmGj2dYU/Hm2Q8qo/TY6zkbnF02kAFOFsSSt2bbQaLTQaChfQcL30dFRVTiMgC4lI0wD9DTwGm6Xdf/WCjcDVovFfM8UYiOs+nTmCYOGEimgpn81/UuqiceqCI6vi+AMpDBru4c09DNHS4+BtNJRPl9HmVv1+oV1nkkbG2gm6jkLaDRinD3bhF0YwSNHmxjdXUKj5ePxR4Gzp0K8580jmK+qvZhNHtkJHrntfrz1pt/HudWuqFVjAqIeWKWSU4FJppjLQskAsjZ2HQqsqmR71UfMv4NWAGlFuS4sp5WhBH7DL6U01XBSq0LVXDB4HPMe4a98llK3pxc7BPAhhp9YCEfH0SmOSsEupXzsvwbG7HrqZ12kq3efA54jQ20sqn5eExWOqhhX38NVAzg75loVCrCwe3cBUzM7UbK7GHGB5VYOXiHGPUcewdJqjNihPlktVE2XSnj7m38RD913BJ+5+XNICIo95VXbu6eerQvVopyuY9hOjNiPsXVLAbu270F+tADbHsHCwgW4SYDHHjiBWoOLZ7q1uahFcS4iuFQ6C3B3UfJsdFiULKJHiqPS7aO26gG0TNF2KGbxQbXbYEDV+NF2CWK/oNW/tCzwtKrXQFUCWccVEMv5QLygczmZpz0vJ99t+WJRPufvAnC5WGZbsLkoBFfGM2NA5X29voYLa2tYWK6judwGRsZhX3MVxl/5w5i++gXYbnmwmy0kKzWEFxfQuHAOjeUlhI0aOs0mGqs1dJt1xB0fSegj4sISf7jgEtOSIoEVqXHjP/itZzK0s22zCGQRyCKQRSCLQBaBLAJZBLIIZBHIIvC8RiADqxuE++jRcwJWlepHpc3zYXPx4hIajQi7d++EH9cko99FARGLhYhqMpZ0UaoTi4UC2s0G/s0f/L9oumWMTU0gCTsinWKCKCsnmwfo3gO9ebDXoKNX2EqKhygvTvNKg480NBkGq8ZjtVegKpUCao41CFaNgm4wOGloohRNg4VWeu8p7V2virl4sQahKJZYz2bXzp245uorcc2+3VLMi/fONFFVsXzQX/VSLAB4lYSXpjp6+qp/EGA1reYlOE1XbVefUSVmIYpD1Ot1UUbzxUIxIyOj4rXYUxAOwURu9xTFagrHDShdNVilsm10dAQlFq/SleWfkpbf61SCNNYdFYNgcHCTNLQX1XQci3+i8QTuKVJ7u2lIaVKZBeX30dFw317vvvneREH7xj7DaVOpJZXlheo/Ns6fa+M7334CC3XgJ39uL0bsBMcvBHjwjIdDe4Fr5hyJjBVbCqx+53685R2/j7PLVGdTscoFFR4zktR5ZQNhSfozf4x/phodVLdSmqevQRR7TIfuA1a2lfFYHRif+l7NeGNBrXR8DJymgtx4r5rPVVxVtXY5vq4Qr8AqAa9pFwWFTYtQMe9aELAaT0yjU6yo9G0J4xByH/JNVvNimov38b1SDpveKKsO6l5UA+nmoTJVq3zVRKcFvgrA0XvECX0c3lHFpuk5oLuEqFmHm6siLjg48tg5nF+xBJzK8aM29s7P4q2/8HNori7j0eMncP/jx/Hok+cRE1Ib9XvvBlVNNeX4Eog379ysi/mZLZidGUG766AbdmFFPh5+8ASW15qA7ck8HyPUvq0sfqbGtWQ2xCyAxu8MR4o7JQ7hq7KNMK+NlfvpbTbo+NJRVdW0QfQ9hGdTYFzaIT3/8jOCTtpcCKePkFDGzb7NcVcZQVKeAOZ3w33xD2HqR38I+w/vwpaSB2c1AeptWEsrwOICmgsX0FxewvLSCur1Gpqrq/AbTQTtJrqNBoJuB0kYyfloq2EnCTzbgmc7WL79C89wdGebZxHIIpBFIItAFoEsAlkEsghkEcgikEXg+YtABlY3iPWjj56W4hpMZ5Xn0ziQtMjTTy7BdQuY3zKNrl8XTzibD9BamWTxXwFaFip5DycfexC/+8GPYXbbDhSKRcSRr6pE8zGaIIMPshpMpGESFX9SgZopmnyeJ7AVmwGlLOPvyks1nVas0o0V5FJqHwF5GrDJ+xpMKM9H7duaVrNq8CLpmD2wYh7kVeqyeLqKT6Q6t+EP6jyqGr2cK1X0i+movM8wUOok2iRsmRrH/n37cOWhQ9i6eR45x0Xgd+H7HVXQi/gp8OUcjL28J5W71fGV8yCtB0IEURf5XB5MdSWj6gPZZ5rYfnmDb2PFrFEN9z0PFWRSyjiyNyrBCFgJl6kYq5RHRUmWBunS3rHuA/oSewBXUbPehfeuxSj8HAvFSgmFEtO3xVg0tbmOom53ieowzDWFboaBmTkjVxcUw1HQK3V9vej33tewTIonmRR3s0O63QbbwfiRyrv6vnjsyWLpshpM2WMkCGOC7zwatRj33X0KX//8g/Cmx/ATr38JSsU26g1gcTlArW7jxS8cxeRoAkcqrrt48Nv34i03/d84dsFDLt9F5EfKEoA4Laaak2BZKVNjFqWylGdqLke7B6oa6VHK+SJQ9g8EsnYHDopA0pWAxkkgoFv1aUK6fjubdG3VLKrdTOo+/1aLMjJY1HUYqxLjxayLYullEAVbNUqVXqFtANTRuVUEn9LryVl08wqsyoX1jT5VW2gomu5GaWAox9Ido89uzdyh57PUBrwWVqXvd7L+FRHAEWJztpio5ODxvu1A2iFIbGHOrU6MdkAEq5YGrKiFK/fswhtf/z8jbDex2mjhtnvuwdfveRihRSA6/NLFxQSUx3DCEDs2lbF/xzbMly2srLVh5XNo+iHuffAEFutdRFZOVPw8pwRS5niu0Cl1MqvdU73Kl0MlKz200wsaaRKtx6zq+rr99XhSi1sm6H0duukLaqzoOUh2pfLX7VluKOyqPlcg3tjHqEaS7yj2Cw2O7YAKXBtJtQprYhbxlr3AdTeg/JIfwuaD27B33MM0lxbaQFxrIb64CCwvoru8iNbqChZWW6jXaqgvLqCzuoyk2YAdBsglCSqei5FyCaOVCqqlEkYqFVSKBfzxB957WWM82ymLQBaBLAJZBLIIZBHIIpBFIItAFoEsAs9HBDKwukGU77//uKRpig+deJ5SqRPiySdqmJiYwNh4EX5ApaEqcGLUX47AET6suhjJO7jz1i/h3330izhw4IBWeKqHaaVW00BMUl5Tvpo8nzyAEyiqh+VecSvCFg3YBKy5SgVFyKkqiSsvVrOPnEfbDZjH7975Wb1cPzwPKA6fknTavzZjKzBwvakYGqAqqi+Fe3oP9io9ue8fa4U+H/Pl4Xnfzp244ZprsHvXThTzDrqdjhS7SgQkK89B+gSGUQI3rWxNIAWxOkFDFJ+uSx9AdUFKMfgvA6xuNJhZsMWodH3fR6fTReCHyOfzcj/8lzE1RY3McdbzujWfpeGb9ATPQa5cgJvzlNpMgL3xv2Qb6SIyl6COfbpJiddIn1iaSirkreD3wMuknFssBKfHTbr/pNtLDSz9qVI59u9NAaHZ8sjlzZO66JuoEC0bzVqI44+fw5G7lnD64iK2796KV752DyaqFtYaEW6++TjGZydx48smUc4HQOTiyDfvwS+++UN49c/8MvYfGEe3FaO20kCz0cZao4F2q4HlpToa9S6ajSYazTU0WgtoNpcRxTV0gwCFQoRWu418rgxYPqzIUwpmtwXXs5FzgNDvSl/m4o3MA0wt14XRBKxJu/WBuImRo310CfFlkUXm6hGUAAAgAElEQVT7pxqluVmASS+wGFWyaG1NpXZZxCABBNp8b2wagVMEPCrv+3pIA09Nk1GBuf5LUXjDA3sLODypKbjU85WVkSzXrvrSIPgXsCpzpXo/EgJNSKiU7735UKtQ5QhhF/PjVbzjjW9Aq7aCO+6+B40gxJFjp9Hy+/YJfbsCtRDCNHh6ethhF5NFC2MFBx2/iyAOYXsek/3RCGy0OuZa+4sqA2B5aKHC9HHJjBiya+iN6dS4kPjq7w8uzPVfKj49xa0U3NKf8jtAg3LqfKVtZaHK1s4j/LBgJk5D0uVvV6w9fCTdFqwOwaoLTE0AO3bBOnAFcocPo3RgD6Y3T2DruIdJJ0Z3yUJcW0N8cQXxwjI6S4to19YQrlwEgi5ycYSK62CylMfkSAXVYgGFnAvps/Qo9gNEtBGJI/z+u952eWM82yuLQBaBLAJZBLIIZBHIIpBFIItAFoEsAs9DBDKwukGQ7733cfXwSewk1aETUVKePbuG+flNyBepNKSakmndVBPSx5TPtJGokfhEW3IdfPbTn8RfffUB7N27dwB8rpfmKexCA0lRhVqWFD0StNDjsPThVMo1AaqeKo7E86fBkwEKBAxUvxpwmn5wty2lGEzDVaNyTYclnV7OOKwHCQZgjQDUDZBKqiiTR4sA3gsSdJp1gUV7du/Ey37oehzctw+VcgntRlNiQpDodzq9AmEErX1Im6DrN+B5eVXFmgnCOuX+cqwANlKfPpfjsRcvAqNedXdeN+B3lYKVoLJcLqNUKglYprI1DVR5jxKHodfA9RPCeS7cUg6u50lBJelnPYClYUxaDaePNxyH9LnTp6TykkCLYJh9k9dkxg7Tn5UyV0tatSoyNKBoAKABLPs0jMKVOrlXQ7wHV/n+9urYZTULRYCSBu8A5JhhN0Sn7ePRBxawUrNw7NQSXvdT+7FzRwm2E2JhKcGjR1u49ooKSmUqGF3c/pW78YY3/hf84UffjxtfvQMsam7YtBbxynW32xSmJuIUcOrkOfzKO/83FEpz+JGXXo2//Oh/w46dszh67DiCqIC8VcB1N+xAFK7iviPfFShLRWbs0H+yDwr7bUHIOuiYy1jLe+Ifq8YifTvVYs4g7FTKdgVszaKIzCvphR49L1FVGdgWNh26Er5TQNf3xReTsZQ5RENNUceK2lYX3mIL6fdUGr8G5lp5bgp39ZLWzTUbgDgMG3uiTQXvey8z70gf0+RWF3Drw0hLFKLj+RzeddPb8MTJ4/iLP/9zTO/YCR8u6vQF1X6mSlmr9JwC4NkPuagjCDVCGHQQOWOiNBb7hziC5+YQcEFOfHP7hcAGOqmoU/Xx9GITD9+3zVBb9xbITGGx9VTp5hpNHzDbsNgUq2bxbzF25r98T6g8V1ZgeTkkbk4Vp5JCVu7AQoi6ngSOT9uKGHEYIGn7QJTAmp6GtXMvkr1XoLBrN4o7tmJ0uoKxio08QpSX68DKKkbrDcyHMWYcGxOeh0lPZme47A+Bj26jjmZjTRYXmt228rHlOenpy3nRsvCbb3njZY3xbKcsAlkEsghkEcgikEUgi0AWgSwCWQSyCDwfEcjA6gZRJlglvAgJsyxbUrPpubq42MS2bVuQWB0FU2MNVplazGd5PrPSl5XPr1GC//rhD+Ou03Vs2bJFQKwpSKVA6KD6SuCRBqasIs7zu25PT6iqc6chqVasilIrUl5+/bTQvmpVKIl+AO8VqRG4ptSvBqgoQNv3+eun0/eDJKqqlA9gT9U2pMJNQ4l0iNNAmZ5+BhCRRTM2nXYbRTvG/OwcrnrBFTi4by8mqmNwWd1aFIupo+n7kutOop6Kr+cLmbrOZzKYng+w2odBg6BLQVZXbBM63a7EgzfNauHFYmkAKhr4Mny9A38TsnkOLFYJp/pZx68Py/tglccTJaQpnjUEx9dN7aZimLaVUSRQle0pKts4RqvbRSDexBwPqrhOT8G6jpek7qQ9qGRUiERbcpUiuesDJ97Dlmr1mTRtb9uERYMcJnYrXXVtKcK5M8u49UtH4EdFrLVs/MzPHcbBfaMqWdqmv2gI6hKlfRIXt33lbrzxzX+BD/3pb+FVr9mi7R04fjhIjFpa233w2pXYFJ/+9K0Yn5vGtulJ3Hn7Mdzwom1465v/AC/9kRvx+p99CQ7smMajd9yND37w3+P0Uh2PnFmGTysB7aWqmKFWAzMeWp3ZU4oasKrtRLgqk1anpr1l1ftaCSuJ7lo9rxd2eupXwvPIx+z2rXjDO38VIzPziAIWHgrFZ1pU1TIfanWsVlkb1Sg/k7klThAIjFUFzgjSBOz2fHnVFfDznk9vFCEIlYUKtzf7EfZFkZiaSP8jeGYfNX1RLkz7L6vPtc9tCORdBz/1Y6/F+XNn8cVbvoJidVSAb7vVkeMrAKx/RDWv59BYweJYrFgSJBEnUdo18N4i8SHllwCbm8YPyuZF7d/ztJWuoT5TPVsvcKV6soLgakKnIjltEyDD0mQlaO8GBdBtsZahujkiOKUqndCUwJQ/rofEyyNh8UT6zcq/HhLXU/CVheCGVetJAid2lNVN2EXSaHFFEc70JArbtiG3cyeq2zdjZtssdo+P4EApjzkAu5IIBcdG2Y7hBm2060001mpYqTXQarXRajcRdH35TpRFQA3mCerDMBBP7lCrVv/d+37rssZ4tlMWgSwCWQSyCGQRyCKQRSCLQBaBLAJZBJ6PCGRgdYMoG7Aa+L5AIcKilZVVtNsxtmzdBD9oaA6koJGk2QpYVVA151ior9bxnz/0J1hGSSq/S1XlmKDJpPorhaI8Jw+BDD60q5R3/Tn/SYCAhT1UiXnll8mHZw01CLAMSDDAMmDl7pSgLQ1We4pVSS9W0IoAwgDVfmpvXxWWVqwaOCfAl/hJ34NUqhbLAiIPps8qQmdABX9PV3/XGb4qDrwOPmwHvtz/eLWKHVu34PDBQ9ixdTOqxaIC3hFBk4aS4iOrVKrD1345g+jpwKphjunjqkI7z+zVg9ZDCsL0uQ1IVxYBHdiWK/2QP+n4PS1YZV8jtCZcs6m4U52BfYjKRoXtdfto6wZj4DBwj1wwSIHWNFyPxUJS+b+WikUUc3mEUYxas4GG35XxIYsNpoq9ZYkXpnmlPXoluVzgqfnXbKcTwVOKZ+5P5eFlvdg/qY+1uMDhIGhbWF7s4Oj95+HHDh56bBWv+bFdOLh/BJYUkSK8530o6Tj3Ilh985s/hT/6yK/hxldvF5UiEuI0qnSpWo8Q0e7CUaCcMVdepxZiwrKuUvrSMuCP//Bm/PArX4SXXLsLt339m3CjBJ/9p7/GvY88hqNPrGGp0UVsuQKvlQq774Gq+Fs/7byngO4VQ9KLJ/rvhLYmvc/6ReYEGGrINzwfuY6FbreJPQf3412//X645VEkflf6hCS+91SkaqJKr2mYxZ7+NaoWW29+Mf655oCyjRxALwpokKgkpH1/0N7YZ8q7hruSEi+LLkpBy10JVzlbs0DS0sWL8BwXlfEqOkw75zzC4lxazqwALwFoAtAGQIp+xWB/jxILdA1gwSoDlWVulssViXDv3D0YLGBZXY9ZxOr9myQIpPhZf540MFzUzr04pMYNPYJTrrh6ApWxE3Js88tDoCoVqy59ZWA7OcDJaRsADVVpCWDZ6HAs9YqZ6UU2AeGq3/Je48YaCq6FnQf24tDe7di7aQpbpiewaaSCCnt+0ELUaWG5S6/sAO1WF92ODz8I0e5Q4eyLjzYtTzrdDlqtFjqdtk77D8VDnO3ARRjaldDj/AO//q8va4hnO2URyCKQRSCLQBaBLAJZBLIIZBHIIpBF4PmIQAZWN4jyffceB/0vpSoyLORyBZw/twDL9jA7NyWFqwRoJcrjlNvKg7flwU4iFB0LJ0+exh99+C+Qm90iUInQUooWiR8qj6uqhg+45KX898RXNFXgR/wVmbKZgoh83Cd463Y78HKu+HKaQkfGl5OFXwzEWA+spiFZpAta9aHXIDU0fo3mcwP4CFcIMojpJM3cqL2Mh0EKGPTVkn1FGfcVMKyFWlFIgKysEVjwynMcbJ3fhBdedQUO7N+HibEq4iBAl4pO+gB6Oe1DexmU81JH2tNZHFzmaYd9L3kpaWCdvjRCCrY1X7QH4I9RBA4DWbNf7CQIkxidkMWSEvFZZVxNxXoFUftV5QVVa3VpH9SolNyi9mU112jOodRyFnKuh1K+AFo8MBytwEc79OUMbEdlCaD8XC3SqfTLFNqSDw3q7VtKqNGVeukU7Yl1rBAupTkV7LLQaicIQwv33f0APv+5f8bWmU142Y0vQcvfitnNDrZv4yIJrT50sbQYiJhLboX41hfuwE1v+wz+5M/eh5ffOCnrB+I4KqpzZQ0iKfnigsC5hDFQFh+y4CBI0hPVZaPZQbGQh5c4OP/EBVQnRvC3f/sP+K9/9lfoRi5OX1hCkES9xRkDnhWgV3c8vHDh2kaBTrBqlOgEVwRYJk1dF7wT4JcoAC/SUGUj0FOscr0jauHQVVfine99L5xcCTa9RXtlpQgkDQRV9+vQi7M3kehr7JVK6hc5S28zUDzNqDZTENZYTKj+qyBmr++nthf1rO4xSv2pejoBIWMf+SESP5TxZLk2iuWSANT+olUfVCuLFeUHIK0m8E9n14cRZM6kQpQ+uJy3pIBfpNW/Rq2aslAxxf1Etap6tvDinl+q7vemSJ8sgOj5tTeO9GIIxxMX4LTvtBT5sx04uTxs15VieA69S11XrEA8V//k+G9e3iPAJDin60x/icV44CrFbBTEAtGlUGDQEZuWkmcj7DbQ9NsIOSRsHrMAO+F8QesSH2v1OhYWz2Hx4kXUaqvoNDti/yLFGCW7w4FLqxJXe5WLWFjrc/V3yPt+9VcvZUhn22QRyCKQRSCLQBaBLAJZBLIIZBHIIpBF4AcSgQysbhB2glXxI9QPeZ5XwJnT51EqjWB8chR+UJeUYKbnqhRUDShsT4BD0bVx5MjD+NO//DRmdu+VB3g+MPLZ2SiWBEMSYvEazANzCpB4BKsp/iTqJmIwpv5KIRUq3oBuHKG2uoTaygoK+QImJqfkwVf59nEfBVa5vyifCAr0fUnibUpeJn6sQy6XBrwqgKEAjPFzNQgsDVZVyncKpGj7gDT4UVBapdU6DmF0X/VIuGNokVgESjGvCN1mHW4UYvvWrbjh6mtw5eGDGB8dlRRcFrVKFzpKF/F6zkbWcwhWezDbGgRYKTYkl50GpvlcUZSrjUZD+hPtKUZGKuIrm4bj6X2oVu1GvsCPxFWKUimIxqrkoqDT+lTt7UvlmkUwwwJU0t7K35Yq67xWSiuOqlqY/3r0USUiJMgRD0rVFFQHhtKftDpRGUvKtuKs+xSrhgShtmJVn7HPKiAVESpSTS2AUlUr5/UfnJq9rOZNEKC2HOPWW09iaRm49ZZb8OUv/jM6tQacUgeHrnot3v9v34gXv3gapVxOwBPQgZUUEMVMs47xzc99B+98xz/iTz7xK3jpy7YJUAtZjb4boVDMA06g/X4Za6qEVREm8d9MPAQES4y/wzFF3SzvP4SbuAhaXfzme/5PfOxvPo+4mFd2ConydDbQVsFCFVNTsKhXyIkelbbyPY0jjjPlwSxtJrYlxpNZKd9lbuCPLOToeS8FVtllwriD3Qf24Wfe8IvSfg6PyxR7lc2eshswWexGqW6aSJ3fLAz1ZghDzE06u74rUVTrayCAM39zf1u8e224fL+ncNbbCwNlcAcL2KnMAmXX0l5rIu/mEPohvvClf8bLXvYyTM2ovmQAp+rjCsrGAqlZ8MlT83UcwuGcKj6mjA1jGsuikkOoLgkMylt4eN6jXYCZj/UgUuMptXCRVuMqWG8gvVYqm5bXQFWKLDIujoKoLALluI4spLDvUP3vuLYCqa4nPsg5x5X3Xe7D+9CWHWoBpG/bQUDPS3DcPBqdDs4vLYELXzmvgEqpgolSHmUXaNVrWFxawOLqCi5cuICV2iq6oY9CqYhypYJ8jn6uBTV+I6q5Q1Gv8l/JuqDlQ6A8e1U/5VgH3vfud13WGM92yiKQRSCLQBaBLAJZBLIIZBHIIpBFIIvA8xGBDKxuEOX77zuhU26ZwkvllY0nn7iAmdlx5Ar0WNTKM/0vyQiL+PCZsEgYZCf4yle+hX/4+newadOWntLQKFcFMFAJZypXa6WngQ5EVVT+CVCgYiiJBVKBCqmCA68LxLkQLT+P8suvx2te/UIcvesenLr3EZx57CS6tbrsX66U4HB7x5PrYwVregK6fIi1tdrWVIumolZ7+qWVrQYMUNmklHaDFcPFR1CT1LTKrYdTNEBLAz8DztYLvxZADqT2K1Uk1WKxpI/aSYwts5tw9eHD2Ld7N+Y2jaOaK8GKIvhJhDCJBHyISo0n0b+ba+jrxPRDfEoprDSVT309nUXAetubPqJOn7ZTSKfBa9iV8jZU6uf+K31etgH/JlhlwRcqyPKe8l99aiErVbhmLVhDPerCdvOoFIooeBZCyxP1I9WSBH4qbVp5Q4r6jRBK1ICJFFCj8s21PAF1vHqBhEZZZnEBgJFOkPMc5KWAGNDqdtDwffj0TRSFKaEdwUkkcLLve2kKKEXwI70AIH6YAaI4FPASRvReDNU+EakVQUyMt73mdZc1T/pJB63FCJ/+0jksONtw4v67cM9td2JhsYX6Uhuzsx4+9IdvwvXXzqDoeHAJmgWzRbAiVlOPcetnb8dNv/pP+Mgn34cffmlF4rFwJsCX/v5b+OFXXYG5/VPCyizQg5Px8kSpa1n0Q2b6teSaSx8VEE0Yqvtqt+Xj45/8B/w//+EjuLAUgCsPKoW9iCBq6EUaF1HchWN7GnRrZapKeodNwwVZHGK8qBxWFgDGYzWK6B+t/InNPKSC2VdXsl2VshBo+G28+EdfgZ//pV8UrS0BGdtEVKBpT1L9exQoVaz5zMwpbFcFb9XCTw886rWRNIjsWaXQ21THJu0DOug+ml4j4nU7SKJArl0wJ31RpagXGSaVnTZyXh4XCQGXl1Gvr8miA8fR6OioLFwQCOY8D0GXliq6YKBYWuh5Qw/VNFw2wFssBVQVMMQhFZqqqBiLeplxVJHj51WBROJqs8DGffS8rHqFKkCVttNQ2xKm8kcpVaVwHMevx8URqkEJUglO1WfD/5r35H1t1WHOYeZ5xontxeNw3llcXEQonsoBgm4H7U5H5hJeD2PGH69QlDmjUChIQa9u4Mu8zRhzccgXqwBV7E76EFcIuXAY9rMrTN95/7sysHpZk1y2UxaBLAJZBLIIZBHIIpBFIItAFoEsAs9LBDKwukGYCVZFnRlHYgPQ6fg4d3YJc/NT8HLKz9O8lPpSlZOJHQueVuD87d/djDuPPYHRkTF5eDQPzZLSr55aNWzSnnJaEciPyNY8PihrkCZglemTQYxujvDWRWz7WOq6mPrp12DbK6/HWtjFPguYPXsRq4+dxp133IvHHn0ca0srcPN5jFUqGGUBJM9Bx46kCIkUaxdvQT74qwdoAtx0pra53rTSLA1QZf8hGDgc1jRk7H+WSo/VbxpVrNnGQBZzvh4QJZCJQthJgoLrYe+O7bjq4CHs3rUTY5NjsAi3O11ROlKl29tfoI8CwSbtuAdbNRCi2mu91zMBq4Mq3+cGrPL8SvWs/EoJNwg0CH0IGQViEIBS6UyIRAWiDVxYO4/VTgNuLo+cm4PH6u7sq1KoTEFSKkOl33l5OF4BDn1BJUhUMmpfT53ardqEhYMUEImSLihq82wPMxPTmKqOI2c5aAQ+Hj/3BI6fPKHaQGCfAqsdXcBIiuJwcUGnkVtMU++lrWvoJ4WMCFr7acKCOS3gd990eYVtwgRYPdvBJz9/AueTWTSXLyDs0BOyjZxdQOIv4B1vuw6H91aQE2U6aZzyUlZgNcFXP/MdvOM9N+PPPvk7ePlLSjKWOw3g5k9+F0cfP4Y3vPVfYX7PhNSccqXLxbKfqBF12jhBnty6ng+oZmVbsFTbY4+exRvf/F48+OgZVXgotrFl8z5s2TqBditAFHqoN2pi80A/y5AFf8IIvt9F1+8iiRsKojLGopKkwjSEa3fhugSFvGJd8V0XizIqTTNeBaILWE3Q9Dt4zU/+BH7uF38JPhWauj0UMk/VPVK3iJgq8pTqWsYEgSEhmrlnDdyNSN7EQqXI919MrOerN+/qc3AhSH1gEur1PuzXAq2VNyrz2Kli9aMYZdtFMV9QcD4M0WzUUautIZfz8MD9D2J2bhbbt23H8soyHnnkEcxvnsfcls3ih9tT/eqxKAWoDFTWQJp93UliAZU+fbXZVXnreiGC6lZRc/tdUXGWi0U4xhNVX76M354yXGU2EAyLfzVhqlbzileyQ0W5AqkctwJWUxCVvw8A1PRnUiBRzRe06+gVE0wp0mWxTeZ4C41mU9SofPHapaheuQQCYno/s+G5+MFFFYJT/nCO6nRpV0O/1bbEhGBVLewo5ap4z7KQWWgsKnSzJgkysLrBf1Kyt7MIZBHIIpBFIItAFoEsAlkEsghkEfgXEYEMrG7QDGmwWiyWsbS0gtWVJua3zMJ2BoGgAquKvSRUD0UBYj/Ah//847jYVT5yprgPt1VAS5n0CSjT6dYDykSW1OmlugqSkTRdJ0yw5gawIxeuHaERF3HFTW9A4fAsFkMLHRbNido4XMhhXxCiuNbEY197CF/79tdx/333Ad0Ak1MzmJydQ26igKDdRtIhZmPV8wgRC0Tzr0BVeU8rqAzY60EXra6Se1D1tAbSXg1USUPowXCvD1apklz3WIyT8gYQBS/pM1PPiadbK3UgCrF1y2Zce/WVuPaKqzA/OSWqR0Im403KdFjNwRXAEpg8CMmHoai55ksFqxsdL33vaZhr4tT7XNsDDJ/3KXDaFHixHNTrDYEUBCNUjNFrl4q5duzj4RP3Y7GxBNvxpDiMgxgBQbr2dBRIS8juOChXp1CpTqJQKAkkEZ/EtRWxH6BFA+GNVGsPA3TabXQ7TI/vCtSrlsdw9RXXYffWPSh4BTSiDu568G7cdfd3Ra0W+h0U8zaKBVdUhIyBAkTqTvl30VUKSQORBPxLZ1Bp3SoNXAEg/rzlde++rImUoK65EuCbd1/AYlTGaJHgEqitNhB1bIyWE7z0RdOYm9RWHZKrT8W2BqtOgq/8w7fwK//68/j43/86rr96QmCzbUforrq477sXcPTIMezaP4sXvWY/LJeWD4TIrqSU06LBiRRwCzh+zLhLpBSUQNS1NR+33/UIbvnq7Th5cgVf+dIdeMtbfxm//ts3CqimwtgPWghbOXS6IbptH10pdNZFp93FylqCTreLVqMpSsH6Wl3a8cTRI7j9tlsQJlTSUhUcKC9pvbCSdrNVKkv2mQSNbgev/PEfw6t//McRcPEoVbCup1jXwFvadh1PXrblgPdqqvWGx0S6YYlIzas3vtj/hywlzBwl8xY4vqXsGLxCHvVuB+cXFnBo01ZRPVNZrQrtJeIP/PBDD+O2227Hz/7cz2J6ehp+18d9R+6ThaZdB/crP1Zta2LmcVfP4crwQnVU4cdUeNIfmhBVjq8tMsTORUHoVmMNrfoaPNeGR0W0SzDZHwtJzwpBgdS+YpUgVVl1iIJdrDp4LwquioLVy/XUqaJaFR9Tpv4ruw7xXNXerFJYTlsCpOciMz8QEPPFY7PA1urqqlLO6vk4V1DF9Ph9wRhxHmq0mwL5lSo9ln7ZFbjakbmGkFUKsYkCPVXMKwOrlzWfZTtlEcgikEUgi0AWgSwCWQSyCGQRyCLwg4tABlY3iH3aCoCQ6cyZcwgDG5vmp6SaePplFKuigLKZwm+hvrCC//SRjyIuT8hDvFEamgfy4dMaUKT8KbXCkkWZpBq2SgslW/CSBD6ru/sEHjEW7QoOv+0XkN8/DrfgoQkbD9caWKx1MOm6uHrzGK61YkwFFpYeOIpvfPlruOueh3DuwjLyToT5uTmMj1VFfUgFEdOTqabqF7uRR+0eNDAP22nIJxBDK1aHIWoaxqYf2tV2fYCa/mwQrCpYoZkFiLksx4KUhmF2rAYjrsNK9D7WVpZhRxG2z83h2quvwvVXXS2Frug3yAd63qf4TQrXVmn1cgatykpfh2mjSwGq6W2ea7Dau6ZEQeAe7KaCUkv8qBxj+y0sLMh7TGUeGR3FxcYCvnXnLbiwck68FZmS7FjswaF4oqoUYlabjwScjE3MoDo+i0K+KKAtCAlWV0UZaTkJPI89Ui0OEKYSWudE5RyhWBjFgQNXYNv23fC8ImrNNTx+4lGcv3ABq6srWF5aQKWYw8T4KGZHyn0QJACJ96VgKZVxyjOStgS646sSWOpzgazKT/PG6y/PCiCBL/AyiB0EtoUcgVmUSBGees0CxXflMkEp/VAJc9V5WZTIipVi9Qt/9w285ze/hL/8m9/Ai66viiezwNUoJ8T0/ntP4osf+wa2z2/GK/7X6zCxeRSWa4laPNex0Dy7JGnS+c1VmTdc9ml9b6Y/il0ILPht4A//418jjjz8xu/8L3Bd2gJwLKhK9k95ibXAOgWiAHz2776KX3/P72K5vozYCmTxwYzytBcr3zNWAFza6fgd/NTP/zxe/spXokuwqv1vzc5qSGv1KrTvqJk5eqpOXeBryB7DjBmjnDbzRm8MpgSsMgbEC5VQVPk5p8cF91H1pTi+E/hRF5XxcVheDheXV7B7YgaNel1UvDPTU/A7HVw8dw6rqzXMz89jbm5OICTvpFgoCpx+/MQxgYZGtc9pQ3ycGePUwow6rwa6iVGYK0uCs2dOYdPcrPhBS9o9i8lZCQqFnIBX2LleM8r9a7Bqxj+Vqb3vCb2wwPHLcSMevLZK9adi1dFgta9kpYrVUT7I2mPVfKY8lB0VS+1Xa87J+dXcs8z9loXaWk2gqABZkma9DeNB5TQV022/rRWpKj5U1xv1KufhgDYAARXvCryaxca0FYDpA5li9QVTVhAAACAASURBVAf3H8TszFkEsghkEcgikEUgi0AWgSwCWQSyCHzvCGRgdYMYHWHxKqYuE3i4OZw4cQrl4hgmZ8YQxaoye1odJeCUnoO2JYVrTj7wKD78yU8jNz4vD9XrgdX0/iYVswf5pHgH668ogMSHbPG/pMclH8KRQxB1ETqTePnrfhrRSA6N0QK6kx5QsbFkAydbAXw4mHSbuKZSwf/P3ntHSXZV9/7fmyt3ztPdkzRBGkkzklAWCCGSBAJZFiIJGWyCEBhjeELYD4MjwSbJgIEHD/ww2AJMNBZggQIopxnNSDOaGU3qmekcK9/4W3ufe6puVVcLuddb+r0/bs2a1d1VN+57zql1Pue7v3uzpqDN9zF3chb7ntqPo/c8juNjxzAzN8dFTrLZNJJmAlRZmifDoaelhFjiHuoBkwWiomBVXn8zjGytWm1M95VHlts278NKWkobVwKolELNFcx9Vl75AUG3AG6piNLMHMrFPDKdWawZHMGGtetx+rbTMDI0iLRlsZqMiq+I1F7xkvBAAJqVrABW7lDPprZrtdfvUqzK9hXdV4JFCd0ItPB21BpME2NjY5iYmEBXZyd6e3uRzmZwYu4E7n/oDiyWZthvUSr5qBgVFb0iBRsXQwsC/puKs5mJFPt2ivxuagc2+3AmTLMGduR5qY9oDLDImiBAMp1FKtfO6li7Wub/pPgrFivI5xdhGTpymRQ6U6nasSRIp2P6YQOrt59I1fewL/BNh0D5vNMu+92jXIstuGo8K5aFalbQObI98KAoBEZpJ1J0kjJQVLen/k3eqgRWCVr+/Pt34303/wr/9oMPY8cZKYZ5quZBdRUEXJBKgZNX8Ytv3oMTT03ixW8+F+svHIDm6pjacwgTe56BAxWnXXERrO40dFKrsu8xaRrrvsW8ghAo+F9f+hEKS8D7b7kyLIKVINwJRU1Elj7qN0vLD+IV5s0L/wv8xw/vxntu+nPk7SXYfpXHETI5IIW8Tx7MZAIhU8EZrlK/V1Cxbbz1phvxwstfwqndAiyqrHatgdHQ0kHATy671Oi/Kp9dbVElvD72Ww1l//w46jYp3NbCImi1AnVS5hy6qtTboyznRQXvpP2CKAyVyOSQ7WiHV7JRLBSQX1hAcWkBlmkgZZnIZjKs9rUsE4lEkmElKS7pXqZnZ/k+o/bL4jmFEQ5l1bStsFERizekTiZIOzcziR99/zZc/pJLkUlmkUiGXqRmWDiKBan1hZ4oWBXjL0F0ATJ5MUkqt0PFqlCrimOxFQAtTOjSHqDuryq2if4tfmdgG/av2rOXhcOEvJxBKt0mWSSwepf6Du0TqmcpVgRWSeVeceqp/uTVTN7Y7KfqkGWFsK0gCwCpaOW40TP26m0pBqurGtrineIIxBGIIxBHII5AHIE4AnEE4gjEEXieIxCD1RUCLsGqSLnUcPDAIfT0DKKtIw3HrTZ4dvIE0CfABNiKwkDr8bt+i2//7BdIdA4xWOVJKBcBqSucoqosriYdfs6AQZQrEUq5sEqzzxNdn/0aoVjIV/Lo6N6Ea696g4BCnoJ84GI+o2KmA5jNeHDbNCRUFd2Giu7wmHO+hvEA6CvMAeOzKO45hGMPPoH9e57CUrmIRDaFru4uVj3SxJfSNqWVgYQuciJcm/STZ2vTq1lFVocQoWdf6O8qoUwU4LZSfRKvINBMRX4CSpcPoRGl8pJi1a6UEFBBp4UlTEyfRG6oB+3dA+zbl7ESWD8yjDO2bMGmjRvQ2d4O1xepq1HLA3GNUZhXv6lIfall99qssPtd/Xg1YJUAG0ERenF8QkUb+TNSaj6pVSlNl2wARkZGYJgmxudO4ODRJxCopTB1mCChUMwxzNcZ3fM9C9AqiuAQEKLtRKo+Fa6hZPBE+J4s3iP8XsW9CHhCL/LWpLZMCwOkqCNnVZusJaiPUIEb8oGVBYBqYssQxLENhASBMoqs466pEsMA8FbnbX3x7wp1y8+JiVE6u6YRUAR8RRfFpEiNHrBOnMEqAoqPJkAutVdWsGpsi3D79+7Cn9xyJ77LYNVg+EwLILonCsWRFYNTcqD7Ku69/Qnc/187cerp63DFNRfjkZ/fjtl9Y1BSKbzgLa9Cx4Ze6AR1yQtUGK7W4iAVqbd+5t9h6b14x3sv4vT2wCNlYhVAFKxyHrrYl/wGRF2ysKeIuH7/Oz/Hhz74N8g7eRSdPCsnVfa4JKjcqCQXTzYQSvbAwzs/8H5ceOmLYId+rsK1QzybaJ/lvk9AOKJMlV6sAhTL/aL+w3KhRSg9o+OFT0W4wjT7+gOlewx7LN+kSMPn6BGopGsiewxdhU1SZEWHRmnrXCyKnmqAMpFq8mpmO2GC4XVYSinq1O7Jv5hVqGERJ1LKsjI3VKdy+5eielrsoRR5agvcDwwGnvOzk/jal7+I69/4OqStJKyExXYmvEjGBa186JHCVRKsinupe6zK7xHZ71ixyn25DlH5b43gq7BjaASpBFbrcFWqVcX3jxhbmsGqzv60YvGJXvPz8zVrlVqwqeeEVgD0s+KIcVX6c5OtrgSrBFRpTJafy7bTCqzS8T90442r6uPxTnEE4gjEEYgjEEcgjkAcgTgCcQTiCMQReD4iEIPVFaL8xK5jQOCw/1216uPwkWNYu24UlimqmfPEV1ADMRGlmWcQwDEcdGXb8b1//iHueGIvMp3dCByCH1IVKbwM5UsCOfLq49+pSjspCP26akxWk6bPuaiQV2WoNltwcPqZF+PyF74UAaVyq4Clkg9egKLrouDZyMPBxJAFv1dDe0ZDW6DjqB/gznIZDhLIKj7O1IFtvgfn6DiOPfAoHvzVnXhiz9OoKAY2bVyLwaEO2L4PswAU2RvSg8Npxi50uk5Dg++RoklMzOVkmiAaw6iIZ2p04i7C1+xXyxnV4UsUu5GpvlxVnFPG66ngvD88VtsRXCxOT6A6cZIrVXefshltA8NwaBJP6adOlYtaDQ4MYPupp+KFO7ajr68P1WoJxWKRARId21HIb5OOKXxu6ZnwMxaku3bN7PcaFrFpbkatFbp1aNG8fbPCN9o+mn+X55Xv098ERMfGjrNqdWh4DYaHh6Hq1EaOI1+YgKYRWNJE6m6ojBR2mIK6kfZMUDhZVE0cvcY9+Rf5l0zPl4+pORW9Driiz7uOzVp3Om7/rbLamZbVvVije5+7ZXVglYicUFWGFI7ljWS5IYB9RAgp4hBQhAiC0QICFV9Scdttv8JH/vzX+MFPPoKtpyYFjOUQshEnjw/lkg9PcWCZAQ4+PI7P/89vYnSgD4Z1Ar/+6f24/ua34rXvfz0S5N/KBeSM2nXVYH0I/b7wsZ8hs6EHb3nTBXhm3xwKThJn7EhA5xRuuh96mmEA+TqF8pwWISiwpEkk2Petb/4Yf/GXn8FCOQ/XLUELyEsZwnOVvValRYeIEcN16mWBj3f8yftwyUtfimKlKoAz9f8GuMq9WjwiSoWveY+KtxmuRqCpGANat4cGuBqaWDdsGu64Yl+TFbLE0CyuJVI0q35WcVRhQxABukLyWh+Lovci320AwPV754gFjigspeqYn57G1/7p87jhTdcinczAtMwQVotFCEGCZV8UbTIKOBlqyoJVpFpltTot1uk1z2H2Wg0XTIJQvSqAq1CxSsBaK1bFylaxWFOzA5BwN2K3wYs5ivRkDjA/PycW26jIHAu9hTWI8F6mAmouF6higCoXWyibwyPFqkj9l1BVWgDIhTqWGTfFNrYCaN0/4nfjCMQRiCMQRyCOQByBOAJxBOIIxBH4fyMCMVhd4TkwWIUDQ6XCQGWcnJjEhlPWiWIoErRFvP1kIZdAd5FLZvDVf/w/2HVyCun2DvgE9MIJa135KU4soCxNrsOJNBUXCgsEyUtjsCoLXBG89G0EqoqFkodLXnQlzjn9LJ6w0rUZii7UseTlSCohBAxBpvUq5jM+3HYLWlcCFU3FfrWKYtVBJyyYmo5F2DhNNbF1toCZvfvw2N0PYu9DO3FyfgZd/X3obu9E1tBRVCmN2ofpEYT0UVY8WAEn6gulooSNlNoZAQQCotSBsSSoy0GLnFzXt61vU4cfNRhJMIyqaHsu5o6PYf7YYaRTGfRv3gI928H+fgwjqWhTVVSpJh/cvo42nLltG3accQb6u7qg0eSfgECoTuNJPz0j8rlk31mhWmulPI42o5VAj9ymFUT9b4HVqB9DiDsJaucLeSzl82hvb+cq3YapY7Z4DMXiNFRNgDdKN6bq8FyFJ3yJNij+Ftq81q/6NYYWBDUp5HIaGlUhP5ehrqbgbQFWW+0vt3/B5kufy+GXbfOzH/ySFwKSiQRSSVIQJlhJa1qGaMPSz5KgVOj7SgsIARWUIzVgoOBHP70Xf/e39+CnP/0INm1NsgJShESAVVKVEnwsVRykEgHg6jixewn/9Omv4f47H8VCYRLnbdqK19/0Lpxz1VakshoUsx6Aegy55+CTH7gNa87dhjdcsw2/vfMwfn3PMdz0gUvQ0y69d4Wyt97PQg9eYQ7L0NWzPXz9q9/D337yi1zYLPCrgFuFR+ptj2CpOJdQf9bTsjUl4MJFb3vPe3DZlVegVCU7FA0qC0nr55TnFtceHm0ZSJV9ePnnrfpOs3r1ufa1cOmrBchdDu/kMVcei5pRe1RpK/ZuUNkzcHRoZYbB6sLMLL76xc/gLW+8Bpl0jq07xFpcXfVNaufad0KTcrQBrIZjLI/zcryXnqs1sCrsAIT3auih2mQBID1WxYJd6F8c9umoLYCmi+sSilUBViuVCqiFe2SP0QRWaeGRxlhpoyChKf3teSLlX1oArARWo7GMweqqhrh4pzgCcQTiCMQRiCMQRyCOQByBOAJxBJ6nCMRgdYVAP7HrCPvkGZqOyYlZFEtlbDhlLftN1tWkYQXoMBWaJ8W6B91T8alPfQmzgQY9meRU02iaexSiifdp/h1Oqil9uskygNNWQ0sAdgEIPPbxKzkaXnP1mzHaPwzPpYRrmsSLKt4EyFRS1wYBDPrECVAJPIwHNvJpHbapotQeIJ9UoSc1zPoO9joFtKtJrDcsLmiTqVbRf3IeMw/twTO7nsKBZ55BqbSIZDqNnJmAYSXhJwyubh6oVP2a0qTrkKH5PqPwgT+rS1MbnkIjRG16QJFU5ZqKkasZcfSRn5lGfuI4Ojo6ke4bgKeSApBiJlKk6bxCXeXBJksHL0B3LofNa9dj26bNGF0zjLZMktV5pGCj9GeKpfQ0fC7A8LmA1QbAHN7i7wKu8nOZkisjI0SmkZzvsIJ3ImVhfO4AypU5rlbv+4znQ8Vq4/asPpRI7XfATbLGiL6E2rXx1er+atcbUfkuu+cQLsltG+NdvzDRXRScs+mFqxoq29s2MUClQj4GWROEldItBmEadM2ASW3cTMIwLai6CTOVg2aasDQTlm5hbHIeh4904Y5f3oyNm01OPZdgVShFqWNosKsuDCP0o4SGpWkbt9/2AL73L/8Cx61gx0XX4qpXbceZ5w1AaxdFk+TihIiPkFl+9D3/grNeeQFec8UopiYc/OIXh/Gy12xGbydFIlSLk0qS2wNZPiwHq3bJxhdv/RY++8VvwmdXCAeBU4HtVlD1bShhhXah2a2n+BNYrTo23vSOd+BVv38NSlUqeCXsHoTKMATyoVJXSESXp/TzwwofYyh0rQtcJZxcQcLaCnpG7TmawaYQubZYJmhS0EfHpeZ2F45mrY/D17scuPIt8rk9QCOXXp2L6n351n/Am15/NXLZNlhUHS1Uv9cWFZqKVclrqdltSMVqBKxyq+L3o4WthKesKARXV6QKW4C6FUBUrSoXjOiczQXi2FaArQBEWyQrgGq1zNYfBFbFeEoWIAKYSrBaU6HSN2mtSJXIaGgoWBV69PKzihZECwMQg9VVDXHxTnEE4gjEEYgjEEcgjkAcgTgCcQTiCDxPEYjB6gqB3rXzMBRVFOYZOzoBwzKxZrQfdrUSzRatpWuyYpUqPFsa5k/M4uOf+zK0zl5R2TlUJbWCchK4irIgIvVcTrSjxaFkEStXCaAHAaquB8Vowxvf+EfIJtKR9GGf7Qto0qsYpLQMuNgOiY3IboCqwju0v++hqHiY1T3MZVUsdVmoZgHVC2CoKg6VqxjTFFwQ6HiFomKxvIADExMInjyG3Q8/hqeeIj/WEjqzbRjq7AWSOp+Tr5lJRYgkQrDRDNAYvKlio+hnDKRCVesyaMHwsDFdVxzA54JWmmrCt6tApcTKQ0814cnccvYkjVgLSPpB6mNSFzouUokkVwnftnkjNm/ciIHeXp7o02fkP0mHEhBDkCH5fJpB+Ep9dyUo2xybVkA6GqdlYDXizUjbERQ2TQtmQsfxqafg2ItQyAM3ELCN/HibWWgNrIb2Da3uoVmxKrdpBVZrn0XJ1wqBaXj+EajbGBdhP9Acq7NPuXhVQ6WV2VAzH62BaY6OBGXU43S2TyBIKZqxUKyaisWwrBooaGu/CHf/6qNYt0HjAlChtk+AOE7B1+A5pPz0oZuAx/FQ4RUquPMbP8bE/iM4mT4TF5+5AWdu70Db5h4BKcVFhZ2ICmYpuOVd38Kl152Pl102ysXrDuyfRtHWsH1bZxgX0lqTXygBVaFcF7izrlgtF8r49N9/DV/9+m3wTWoLDuCRH2YVTuAicJ0wTZusBKRyleAggdUqrnnL9bj2+utRsV0uzhVdSOFuH02NjzDHhvcjVgFin8axomXba6l65V7Y+vmHxc1+lwI2PDP/4LEnagXQAsouh7vLvaXl0ELPn2wYVBgoLi3iS5/7JN5w7WtZUU5gVSjhQ5sROv+zKFa53Ydjj/zOaP5Z811loCoKUnFhqaZ0f7XJJkDsJ8Bs/ftItD9a1GNPWV6sEYrVublZVKsV/m7hMZ9gPI2hDFbFdwBZAciYNoJUAdulUjWqWG0Gq3JxIQarqxri4p3iCMQRiCMQRyCOQByBOAJxBOIIxBF4niIQg9UVAr1z50FRbd4JcOTwCfQN9qOtIwG7SumyTWnUIRzw1AAd6TQe+83D+MptP0Db4DCnlROck/CtFUSj96JgVaaHykk8++aFyMbXqDCKj0rFRVffOvz+71/Pto/FwiKqdgW9PT3sOUo+eqQS4uIrhgevAi6qo+s0sfWhG4DnK1AcoOB4mPFtzCcCTHXrUAcslAPgMHmvVjxcrKn4FUp43NNxnhXg7IoGjM3jt3ffjXvuugOHDx9CZ3s3BgcHkc1mubAJ+ZIy9oiAAwYOUU/SULFaU2wtAxlNhb54Wk8gognEkBUAi6l0fjaaRt5+ZFcg4JKYvPvExWrQVjgUCozCVgE6eRiqfO1epYTerm7sOPU0nHPGdgz19nFFeJvUyqE3p7wXfq5c9GalBPrW0Oi/C1Pl+ehnM1iV79H7VJCJYEo6nYbr2Rif3QvfL0JliK1zyj/dN6WpR48prQAYpa2gWJXQZRmVjezQSnUb7WLRZ91y2ybFan1focqTL7nvWRsvWtVQmUiPht6hAh5xTMMidOKA1CPZVFfYJBBg0kx48KAGSZhKAtUgQDp3Lh6461MYXSf2qO3LVgAiUgSbKqUqV4L3fR3TU0UM9ltY3LMbt97yT9htnoFb3nc90vP7cMoV26ElLfZ6ZRsNVj8G8Ksebn73d3DVH16Ci88fhe9ryC8Ucft/zeDq1w4jmaICSARVCZ6Ll0zrp2dNIwg92MJSAR//6y/h//zrT+FqBMEcqIED33fhqz5UXxQVov+kuJTgS4WHsmPjVdf+Pq5/+9thc0q3VKu2buOtgCmPaYIa805ijJPPtdGbN/pgCXi3UqxGt2n4nM/TOn1/JUV5DUKHB3025bn8rHmbWptmGwWy3CDYrqNSKOIfP/NxvO73rkR3d/eKitXm9i37qASr0b/luRqAaAhHVc0QljDkj0pZDE3K1Wa1Km/boIQNlasRKxfpQDI/T2CVChoGNZBah6fiPRpTowBVLphRm6n/Lp5pQywjHquyfcRgdVVDXLxTHIE4AnEE4gjEEYgjEEcgjkAcgTgCz1MEYrC6QqAlWK2UbFasnrJ5I1Td5YIckYomNQUdZ8SqAdoTKfz4W/+O/3x0JzoG1sDxqco4qX2o0rooANKs0BSpl0K5RIrVqFKVLk96rNLnLpkaEqipuDh123l42SuuhFN0cfiZfYABBqnd3V3obO9k7zuyGAhQhUJqTkVDfsnB3PwicpksDFNBIkkV2gGDUjkdBXO2i0m9jELWxFKvgR7VxUBCw6OaihMuqSHLbDUwoOrYblpIzxVwYOcu3PfLu3H4mUPsvUeKrEQiAV0V6aj1yXNTAaKIFUBriNEEK7n4dl1FJyGDgBdUAVxndZanuKL4FHR+XqKyPVV+pwJOVK1dbM8xJxSra0JxRV63usbVuSulMryKjfZsBtu2bsUZW0/DQE8nUglrmQduMzxu1aRa3d/vUqbW7k+CMul/2OyxGkIR9i4MfPYLJY/VfGERE3N7qYQSK5a5gbDXpigC1gBxZAX30Ge11T3UgW5j6v+zKVZbgaJnHdsiYLWVYjUaE/p8x4YLVzVUWumRmhKPnSQYYgp1uaD0wiqBryEQkNXnDkYq9gRULwlX0ZHruAAP3P1xDI8KVad4hSn4vJAgvEptWthQVRzeN48f//sjaB/owoZUgHvuexR+9xZceuYozGP3o//lZ2P91lMQaFRIi6tWcR+u5Iu4+abv4Ib3X4sd29r4USq2iu/+6CjOf0Enhtem+FodW4HrBEikBDCmFy9GiCpyWJpbwkc/8hnc9sP/AkwVnltB4FbgUQErXWGfYcbuXGDIrvlkwndR8Ry89NWvxltvfBePJeTZKxdQ+DxNiwuiGFT9Vfs8bGviE1roabFN01Ml+5NW51gRfrYAq/8tMNusvl1BGbsyWKXn7rJiVSE7iHIZn//U3+D3r74Cvb29PD4S8IyO9WTvslKf5wWpsGif3OZZlatq6LUdeq5SZUOZ7t9gDxDxZq0vnIjvnMbji8VBUgjPzc3BtiVYJfguFtAoFjLln9bVoun+tTj59eJ/8nuhBlp5TF7eFmKwuqohLt4pjkAcgTgCcQTiCMQRiCMQRyCOQByB5ykCMVhdIdC7dj4DXVexNF/G1NQctp66EbZbDH0Dl0+AuVSLpsBCgFs/91Ucmi+irasbFceGzj54BFtCsBpWX+c5pKxwT3YBIViVk9CGtMxwwumHXpmlsocXXfJyXHD++SgVHezdtxuJdALTk1PYseNM5LIZVq/5nrAocEld5PrQNWCpuAQHCZSrRViajpRuwEqYMBIGdM8BZY1XfQ2LrgdX91FK+xjvUFFNmVhIqij4HrIa0KdoyMJHUgU6Sh6WTkzi8O7d2L9rD44ePopSqQJDM5C0Elyshfz9WBWoEKClQlukiuPICZgVCsx8eCH0itoCSNsAxis1GCNiRKJg4WdJadAeSXhJKUuT+LCgEJ+HCZqAXrQ9ixRDuCMhmriegL11tQBwCCB4Psdz7dAQNoyOYP3oKDrb2xkckzKWr4d/Rm0ChN/ms+tYG20QJEhcGbiKVFzZLmQ70TXy5RQgjJBxKpNBti2L2flJTM3ug0pwhwp7s2Q39OyMqlIjCkJ+PisNPrV9GhcHogsNYZMOFx8EBq9Vqo8et+H8cq2C2kF9o2cDq3xMBqsXrGqoNDLDjVYAbNkhst/ZH5P+FgQrVKiLayNQpqtJqIEF29HR23sB7rvvsxjsk3fJSyyifZINAB/Dh+qoXDiqVNKx87FjOHDkBBIF8qNcxM5H96KaX8RgsoCX/N6Lcf6rXgy0Jdl2QFQ48lFcqOD97/4GPvCxN2PTpmwIbDXs2TOH4xNlXPbCPiQMHY89Po9SoOCcM9qRtOgiSDNP10ZtFVicXsSHbv4EfvTzu6BbOny/Ap9sAFxb2FzwAo/wDvV8gmaisrtHbUtTcfFll+Ht730PApWUsQqLQpcBS4FAxWe1xRABqykuWqDVAJooDyePwcsd4fWS0l94NnMcQAta4rjCv7Xm6lr3HZFb8MJJuG3t2FFiVztSw77imdW3i94Xt+ToZzU7g4Z1tlpbFL2IUuVJRQw4FQef/9Tf4rVXXY6BgUG26qB48yKPHMPkaCT9tpuU4yIlPxyxROMUvqeRBZe68pQsLML0fnquBFbJZiZamI2gqlSq0vt0RPmzBnHJc5j6uygQSDFYmJ9DlbISfC+0fyH1shirua3wfwlWo883jHuoUuX4hgtatdBKGxg+ntg+BqurGuLineIIxBGIIxBHII5AHIE4AnEE4gjEEXieIhCD1RUC/cTOQ1T/AzPTeVQrLjacMohiqcCAolUKM03lTU1FtbSEj3z8VijJDiTTKVR8FxalX4cp8FKxShNQqhjNvnnhhJ6UaTT55SlzNAUzUoTFD2z4mgXH0fHqV1yNU9ZtQNXzsO/AXuzdtxfrR9bhogvPYo+7ZDKBw0emsFQsoLunG0ePnMDouhHk2ix4HnnnAaWiDadUQTppob0tDdf14JA+T9FgBgp8L0AZHhYUDwUlwFSbBydtAGkDlqWAC0aHMNJSVSQcD5lCCf7UFA7s3oNdj+/G4X1HORW2ra0dmVxOFAuChqpClcVpAh76FNKkmr1QI/aSTSq4lunjjI88tkuQLCKqhpKPuHHfkKBJGBP1AlUD6IpK4kSh+GUwLdKiTUVHVy6HrRs34vStp6Gvr5u9BxVXVMFm5dYKvqIS1EjlZxTcRJ+3fP7Rpik+r4PV+j2Biy1RDF2XlKkmMm1tsDImJqePYWHxSE2p1tzURTyEkrHx1doLoC40rLdR2i+6END6HMs7mURfzedtDJ28DgmTIj/DPrV9w3mrGirNzJrafiu1qdr7fOOh1yRTR1okUOHaFnraz8Tt930R67rIh9VFKSArCuKiJjmy8lqBF2gwffBCg2KpUHWy4FDgVVU4dgmP3/8kPvzBz2B6agKvPLUX7/3jt2PtledBz2ZR9hQk1L2tEAAAIABJREFUFGB+vIwPfOAb+Nt/eCP6htqhBQo8BSgsuvjXHy3hokssjA4kcetXTmBgbQLXvaINmYQBRaBdBIrGkG9hcgnve99f4vY774NuqNAUStl24LhkB0BAuO6tyopDUl0GAWy7jFxnB7bt2IF3vvePoZmJUIne2Fa430nlZUCesqESXCWIK2BZAEu0OV4QIfoqLUKY0sIntSX1Z4cKcZFFRxJKUAqfl1BGyjEzWgBvJfWqeL9uC/BsKtcaHo+kqMuxexloZQQcKRAW7QsMtEnVazOU9KsBPvepj+PKKy7B0NCw8FgNvxMY4vPvje283seb1OXhBxKiSiVrVGFKi2r8N8FTGp+kApWVq6It1xSs7OtNz6D+3UZK6/rCHqlV64tGi/MLoceqsFghlTyrl9lnVcBVl4GpKAAYHV9o0Sw6ZtR/F0DdJ+/wcJFNVcnnGPjgO9+5qj4e7xRHII5AHIE4AnEE4gjEEYgjEEcgjkAcgecjAjFYXSHKu3cd5sn4+Mk5pJIZ9A+2oVQuPgtYBSvGTh4bw0f/4YvoGdnAk1HHD2BFvCEboBqrjcQFEFBkL9UmH0lRbymaPkngU4Nh5XDta16P9kwbHIJ+uo3AdZGwsrAMSm13oRsGjoyN46m9+/HCF76AU8H37h1jJVk6p8K0MujubEcyQZhTnJ95L892fbhsoijsCRTXh6Xr8Cs+xnUHJxMOllIqnDYLJF/t0QHHA8oqYCsBLN/FSKBgratg7vAU/uvue/DAffdhauwEkqkk2no6kct0s/cnAR/XrYTFdjyipKwSpRd5xUpIKgpHLX9gPKEnRZWoU16buMv96oCiSSYZyTtlP8wwxV5ldSfFQeWiVcR2NF2ACl3R4FZtFBcXYekGtm/fjvPOPgvrBwZ5f9upwHUdVhRymi+lkYeV0glwEERhMBS5Vn7+EZAu/47eqWwDZCkhPxcCMqFHJK9Mz3NgGEmkcznA9DB28jAce6rBO3F59EQKfLPqtFW3oFRlARsbrQBax5evsrVadZmPa/14dZeDRngrHupyn9Uz15+7qnFyZbAaylbDe6zDVXHf9Ix9UlyS8tlLoj2zBf/4nY8i68+jYpeh5HoxMDSEzrY02lJAh6mJonGcJg1MjE+jq7MbqSR5X4o2UsxX8flPfQ9f+Pw30GbnccX69XjrR2/E6a95EZDQ4QXA4lgRH/jwt/DXn7wOQ8Pt3M4JrPqOhx/fs4gnd07jums24hv//DQue+kgLr2wHcRILY2U3AS5NGiqgvGxKbzzHX+Oux54GKalQVNICSrVqQTChD8xexRzuxU/HbeEdRtOwcDoKP7wxhuRzLSJwnihAlxCx9CoQzwThpP02BQo5PXsuDA1HSVSM4bqburntIjDcSZARypIGgN9D6rnAqoBx9eQJguU8Jjil9AjmH1U6z6dYpNWmmthydD8aljceBZLggaoKo8v5LTispqtAthflRY8BFgNHAWf++Tf4RUvvxDDw6N1sBr2hdWAVTovW63IrIdwDOHFu3ABkMfMaFEqgqy0oBfuG/VV5dGTj1EPBHuxhn/z+MiK1Xk4jl1L9SewKhyGFXihcpUWmaSCVcRc9OfmJyPjKjyqxcIitzsqKki2La6LD91006r6eLxTHIE4AnEE4gjEEYgjEEcgjkAcgTgCcQSejwjEYHWFKBNYJchw8vgM+vuHkMoosG2Cf/XiMM27WrqGRx56FLd+43tYd+ppcJ0qfEWHGU78pcKotl+YxSknlxKsMiyjCS5B1RC6ydRXuiY7UNHeMYBrX3stkmYa8/lFTM4cRV9PNxTfQldXJ6ssVUODyxNUFWPHplCuFFAqu6hWFKxd14/9B/djdM0Qhtf0w9BUlCpVkEooqanQA8Cm9HJiHOTzGPpPUoo82ca6rs9K2VnTw1xCwWJOh5nRoFkKF8GhK7dVFUbgo1sB+gj+zVVxYPcuPPbAw3j6qX1QSw4r/1KpJAzLYi2TR4V2Qr9ZCbVY3ctpqiyPbQh7bWK+SrBaO0cUblLqdlgRmx0ECERIywKCvaykUlAuFlGtVJFKJLBp3Xqcse00rB8ZRto0KPGan53niWcp7A+ExyvdgSiLFAG9UlEW3l2zilKCVakyEzBJwAf6T1DV9xxYiTSy7e2o+iUcPb4fgb8YUabVz7fs+HxFrZWqHHs6R8RDNLp/87HkA3pWYFsjqKFKL+ppKmNQA75SycdXEsJ1AYFOX3vWqsZJMzPYsF/re2iCuyHYVRWT61l5joV1a87Hg499BQcPHUKFFlFSaYyu6ceJ+RJVi8PmrixMJUDR97CwUMDJA+Po6OzGwEg3TNODofrQfAuz44v4sz/9JH750x/gpVtOwxVXvgQ7LnshfnPnI3D7BtDhGfj67Y/gm7d9EB1ZAaxdxWNP1Nl5H//yoyk8OdYF3ysiUEp45Sv68OIzNLSnaXmAVIBUuMzHiUOTeNvbbsa9j+9CIkkp+Q4r1xkN+j4cGrNqYJUS9UXfs+0izj7vPCRyWbzlD/+IbU7Iw3mZR2rogiw6LI1hCtt++BqQsixsGR1Fe9YUTY39NsVYIbLCCQDTfYliforvY26pjL0HjocLLWHfjwBSsf/y9P3wyppgqgSwK7Tz0GJANoxmQMuxCKEqnzEKcNlLNzo20WhGkNABVRdUXBWf/eTf4fLLzsW6dRtE8arwyiUYXUmxKuw/6s11Wd8TXxINnqg1L+8obG0qUNUIVcn+IrQDkOcKLQpCDis8e4MAi4sLXOSPXtxmCIDTNwRbkqhcvIqoPtuw8FYS2Ar4Wu/D9YUykbQhFvdKxRIXieSxDsDN7373qvp4vFMcgTgCcQTiCMQRiCMQRyCOQByBOAJxBJ6PCMRgdYUo7951iFU5kxPzWDu6AV5QCIvACMVg84vmnIaq4D9+8gv89O5HMbRxHexqCQFMBiuySEm0ortIv6xzgZpqkfxWI357Qs0VKsAU8j8FRtdtwSsvfyUs1cKhY0dw4PATDE7OPesiDA72oFTxoJk6e2sSfBg7usi+oqmMhdmZPKePWwkDnlvF2tF+9sXbv/8wg7m2jgwDz672NFsbBi556Xlc2ImUsKCiVFBhuAECN2BF3TSlJes+llI+ChkFblqHlqA0VCHqoqglggCd9LPkYGliChO79+HJJ/bgyMEjWFpYhKaZSKQzyGREqrVUPNVTzRvZX1TJKxWrzcVPGhRpDXJXYQXQDFaZB5FMOISJpBAlNbFnO2Lir2nQTDP0oyRw6rHtAoGGhG5gTW8vTtuwAZvWrkNfVyc002C1IlVZJ7Da/PxlO5LXwfA9VClH21j0cxkboYxVoBNAdyuchptIZtHW0YFCdQGHx/ZCRbEGVpsLpy2DiQwOl6tX5XYSrFLKcKtra74XYTMg3l12LoLTtedBSrjm7eqpx8ICof45/S12VXDayJmrGieN9EDDNa0Eh+vq3BBcMQRUuS84VR2b1r8Qjz72FaiqA5vaiW9AVwKcXMhDT1toNy0QbprJ25ifXcLCxAxGhgdg6i57+Ha0tcOxHTi+jrvvvh/7HjmIx351B86+8Axcc/El+Ldv/Rte9eYb8ORDT+JL9+3Dz+7+BNpox5CDK6T2dgI8ebSMgzNZTC6WMTdXgaukcOkpSzjvzD6kTBGiwHdw9MBJvPnNf4Kd+w7CsGiUcVg1LphZwGOe5wnVKvcdUlvS+3YRL3nFy1Hxfbzxhj9AV18/qyKFKryuEufzhMei9kKmHwTsqoGDXMrCuVtPwWAuWQey5D9KXs7Udk1yo2aHWh4UCR5PL1bw24f3oBRQ4bXQd5NTz4UbazgwivuLgE2+IkE/62rSlkrWiJWF5LYtfFbrbhmNylcx3tA5GuGuwkCa1M2kWPWg+jqD1RddsgMbN26qgVXaWyrBnw2sSm/lVuMFn7lJtRpdxIsqVhveD0Gr7J+1759aXxMre6IIWt1DeGlpEY5D46EockaAXbcSMCzyBdYYrNICoHgm8kGEilVhj1tTu8qiV/TsqDXmclnk80soFQq8P+0VK1ZXNcTFO8URiCMQRyCOQByBOAJxBOIIxBGII/A8RSAGqysEes8TR1AuFzA3W8S6tRtRseehsnKxdRo0C/BcF//8ze9i/2QRic4sfKcCBBYMlfwvXYZyUYDDqsUQLhFMqE16Q24iL61B2agqWCrbOPucC3HJ+S+Coeg4PnEC99x7BxTfw9vedgP7p5LIc6FQxf79RzC6bgD5pTIy6TYuUEUqqsDXUCpWYVeLDDK7e9owMZHHwcMnYBkGhgZ62HOVVJnZdBqppMnWBr7nwgt9YXVKdSdVJqkZVYerXweuhrIHzBo+prI+SlTlKq3DMhUYSgDdD0CaXyq01KVoUAsllKcXcGDnHux65FEcfPpplMiPNZdDd3e3qJ7N29NEXUz0a4peWfWcgItKxXIox7gOS5+rFYBQlEbUnIJsCmsGAgqui77uHobD07MzKFYr0CwLumaINPsQjlDaqlutQvF89HR1Y2TNGpy343T+PZ1Kwa7acGxbIHOyBAhhTBRoPBtYlW2H2ppQF1LqvwGqCUYemKRKTKVyyHW0Yy4/iYOHnoBpuHyN1PaiCjWR7tuYWi/4TKNyNdpe61YAjfB1mfq1Fsu6FUArsFq3CogqaWX/ioLVmoQu9IKUSlIVW9dsW9VQSWBVAqUorHpW5SoDYlLkgf1JnYqOtSMX4IEH/jc6c6RGpuZnID9n4/CJIwwUnz7wNE7ZugnZdDuOHjqBpJnD8bHjmJo+gnUDa5HQFYzPTaJn9DSs2zaMxWN5vOetf4TzzzgVH77+DRg/8Ax0xcSB6SV8/rcHcNvPPoa+hAI3xIqUpq15AarVAONLVaBNxYH7K5hZKOPsCzvQ224hZwbQuXhegAO7j+ANb/4T7D18MPRYdaGwwlyAQWpTUrHKSnFFKFYJrL7ujW/AiZkZXPvGN2FgeCQsiCXaUSsrALIq0D0VvkrqdQ8ZS8MFW07BYBsV3wIXOHIAzMwvoOw4GOzuQrpWjMnjQnMzeQd3P7ibwWr9HKRmrUNV7kk1gCeepthWwk4BQ+X+0RG82QpgmUpVKlQjitEGlSxfB3u5NCpWyYeB09rpDl3ogclg9aILT8emTVsawCrZg4hrlsrsZkVt/V5a9bWap22TapW3bfGeHG+iP2VfEOJXHtFq/UMuYEmLgKWlJbjkfxsK+blQVaDCV1Q4XsCQ3As8RrE8BtfWw2hMlUW1pMcrjUth+/F9dLS3Y25+hr8D6H1qt7FidVVDXLxTHIE4AnEE4gjEEYgjEEcgjkAcgTgCz1MEYrC6QqCf2nMMS0vzWFq0sW7tBpSrc1xFPnQgXbYXTTKrhTy+8pVvo6h3wNbJCdVF4CcYrBKwkGCV1TkE5FilE4IAmn4SyJN+eBFAKFWYPBHWNBSqLl582ctx+pbt8KoOjKSBik2FtXxkkxlO2bYSOsYnS/j5L+7BZZedjbYOC0/vnYCmJ2ElFRiGBsvIoS1noVIpI53J4MjR4zhyfBanbhmBlUjgzt/ci/Ub1uK0TRuRNVWWyvqqCo8gJl0757QHcDUFhqtCJeCk+dA1FXACkJnirOLhcMLGYgYodZlQMjpSqooUgIUgQNJ10OMBa0wTSbuKI/sP4K6f34PHHn0czzzzDHK5HNatW4dsNstw1fWEcrQGAkL/WaKe7IcaiRttI20E5Pa1B8fsIuK5GMadAUcIk3RNY4+/NiuJV7/8lVg/Oox9Bw/ikV2P48jYGCqOg0wiDcs0RQEurr6ts+dtoVREuVJBjwqcse10nHPWWVi3ZgSWYaJcLsOm+wj5yXMFq3S9UvFKsaB7SyQsTjWuVsvQdRPpdAey7W0Ynz2Kpw8+hqQJbnfkVSvBPatc9SjAbFwsiMKb6O+kRhOvZgVp69RqxqqsLo2C0xAiMV5vVLIKZWrztnXAWt+ejiyOu2XNqasaKluBVb6zuslr5LgCnrP1AoN0g2Pu2jo2jFyMe+74EhJtJi8wqEUXc0eP4vDcEu79ze24875f4y8+8TkYJQWPPLwLN7z9dXhq31E8dnge3WYKB3ffjqPHJvCiK69C25pObN+wFVdd8jJs2b4Vt/7Fn2Psl3dBdXVMVYBP3L8f//LTj6Az8OBR2/RJJS+sOvQS8Nudc5hecrD/iI8lv4JzNyewaW0Sp67vhBLQwg7w1OOH8LrX34hnTowzWDU0WtIRixYUT+5jXIhNKA6jYPXtN74LTx48iN+77vUYWb9B9EP2EF5Bsaqr0CljXNNg6z6Smo/zN23EmrYMFJ3SwlUGq8enp9nPeaSvj8pasSWIQHsBZksBfvPo06hUQgVkqFINReXsydrKCkAqWeugtA5WuUBe5FUbTyJFAuXHNZj7HMAqjx3y2M1gFSY++4m/wwXnb8OWLVtXDVaXjWPijZpitbkN89gS8VjlolQhyF0GVsOCcOLe6zYjoqBZ/ZUnsBoudLGumMYFKjimm9DNBHTTkktGYcG9sCnRApxL34nkN+zxf1byewRhyWJFRXtbDtPTUyiXCmJBSFFixeqqRrh4pzgCcQTiCMQRiCMQRyCOQByBOAJxBJ6vCMRgdYVIP/XEUczOLPCktLM7B49S4InesfxGgMUoECMx69TRk/jit76PxMAA3KUiHMUHuW1CIw9Mn705pUKV58Oy+BAzVQFVRYprk/9m5BoVU4VbsXDVq6/G8JpBWKaKu+66C1u2DkPX29Df3wu7Kqpp64YD2/Exsehi4sQs1oy2sfp0754xDA51YWp8CX0DaaxZ04NSMcDU1BQ6OzuwsOTi+MlplEpLGBrsxdBAF5+Hi8vIdFnPh0ZwjhRJVLBEURlTlqsuyhUHmaSFdEqD5qpQHBdFz8WipmHG8rGYU2HnNOimgkAnT1bWvSITAG2KigE3QGlqhlWsjz/wMPbt24d8qYRkMoVsrg16MoG0p6KkeDA9HwUTMFy3NolnACaTVxt8E0X6f/OrDhjEZ1Rkip42PXsqCNaXzuDNV1+NtZ09cDUNxWIBY8cOYdehg3jy5DgK+TJ0lWwCwkrc7BEpwN9iuQinWkUulcLGkWGcvmUL1o+OIpdIsW+tS2nXFNcwa16qzCiu4rpCgM0puaLyPBX7EnBU5/fIX9Vxq7CSWaTSOaSySYxPH8DhsafgsC2kx+pby9AZepMSzOSq4eIeWdUWFsFRyQ6gZglQByKMWmrFqzhK/CGr2cKACoDaCoTWK47XIGsN4kQhbQtgG8JcyWYlqJXH2dS/eVVjZTNYbaVUbXxPqtXrXpbi/lV0Z/sYXtPCCKmmq1UbVbsK26lCN3R0dXYyQCLLiHQ6zbYRfgjJFxcX+frJc5O2GR3oxfj4JLef7s5eeGTD4frIV01sv/BS/Nt3PwSfHpknKrXrigIr8FF1gekJBTsfP4pHdj2DbM8I+oeSaE8HePGL1sAgHKx52PnbfXjdG2/E2Pw0dIPGMQ9K6NUrCnNR8TUB7aOqT1Ks/vHHPozH73sEr3rN1RjZvBkaWQGIQSzcVqZ7ixZB4wF5TOuk5FXp/AZesGUYw51JqAEZJABlP8BCvoDutgx0zmcn3BrADVTeb7Hk49ePHUQ+9PSUfJP7eASE1oFmEHZxofJkC5ZaC6nD1Zp6tWk4aFas0q7CEkEcr/FzoZBv3EacLPBdBseq6iHwbFhaCp//zN/j9NPX4sxtZ8I0Q38G2jYEnc+tITcW4Gq1aMHvcaG/ugK29l3Ffb6xX8vtGjIjot85TLHrgSos5Wvtg96teC4XQgycAMefeRqevYBKlexjqEsYApzSd6DvwSVfXVKy0ndGeEz6PJnOYetp2zE42I+Z6WmQ3QCNb/T6s/e857mFJt4qjkAcgTgCcQTiCMQRiCMQRyCOQByBOAL/P0QgBqsrBJ3A6sTEDDLZDNKZBDwq8lIrXFVXTMp0c0NVceDJ/fjnH/4nUn2DcIsluPBgagYXb6GXKHoUmdSGgJYmtFKpKoGt3FIeX05+A4OqjOdwzWuvQUdHO0OXxx57AI5Twfq1G3Datg1YXBLqWDomqVNnFh1MT+WRzgSolhVWqPb25nDk8DS2njYCXddw8sQcCoU8BgcHUXVsGKbB3nkzU5NsC0D2AATnhK+emBITUyC/T5qouzap+RQ4foBioYpisQTirgSSDFNDyjKJy6Ia+CjBQYWqS6d8VFIaKhkVgaWxik0lu4DAh6EoSPlAeqmK0vFxPLP7SRzY9zQOP3MICwsLyGgmzM4sMskkvIQOteKywo0hBZ3IFQW36t6IjDvYb7EGR5aBB+kpqCLg+1LhlMvYODCI6668EtlEAqriQ1MMaIqFgl3AyflJHD0+joNjxzE+NYliqcQerJqhhwRD5Mu6lSpDWgLO/T292Lh2FBvXrkV/Xz9Xa3cdlwxba6Cy9rxDmEmxp4B7ns2Qh6EqV+kmn0sCFg5MK8VgNZmxGKyOTx3ktudUbfbQ5UR/gnG6zpBVU4RFgEwXJugv/tWhaRTccK2iWvutq0ujACcstybaucgr5j0EEI2oV0OwGlWpSi/V+vHEORj+hhC3vpgh+syGng2rGjaNdH/tmPLYYc9c4XiiwJK0L2i4F5eUvFJ+LO65fg/Ch1e+6HdRyT3gCujiIkJuxU3Fhabr3PdIKEjbaKoB103hyqvfgO98+/0M/TUf8FQfRkBPi4wBVMxPKbjvnn14Yt9x2Fo3/vQDO6D5LpIkAw10aFqAu/7zcdzw1j/FVGkCKnm1Mv6sK+cJrMrrFSnvIVgMbNz8ib/EvXfcg5e87BXYvGMHiXZrYFVs16hcpvHBUzX2mCWlO6WBE1gd7cqB3AcIthZsG4ulPHra2xmsEtgnsCqBbdEB7nhkP/K2UDXy+BhJ+2f7jyZ/VVath8rWKHCVBd8aHnDEdiWqbo9uI9LZ63YJURXsSmBVFG+i9u4KsKqn8I+f/TRO3TqM7Wds/78GVqNtt2EhoAVY5W0jovDGftu45tRwLCoMKC1YAqBQKIhMAHq+gcfewolkDktzS9j96AOo5KfhOD40w+JCbaRg1XRDwF4jkpWhCmsAiqdppTE0tAG9PV2Yn59nsErXQOPTh2+6aVV9PN4pjkAcgTgCcQTiCMQRiCMQRyCOQByBOALPRwRisLpClJ/cdRTHx06ib2CAlV00gVRVoaCJFhKhSSFNMg1NwwO/eRC/uO8xqOkcPKfKykcq8+SGRYso1ZEmoxKeChYjinZECwtFFatRhRRtU/Qc9HatxWuueg0y6SSqZRcPPHgPnEoFl1xyATq7ulF1XK7UvPepMQwN98LzFfZTHV3fgdnpKtrbE5yOrmsm8sUZZDLteGLXAXR1dUE3TMxMz2BkZAClUhndnW1oy6YRSDjEle1J2UbKTg35UhX5QhHZZBLz8wvo7e/ldPhysQpTA0pVB8VSGRZZrRo60ukkVFJ2ahqqrgMHPpZ0H3MpoJjR4Sd0uEkVlkp+rIDLCjYfWcdHplhF+fg4Duzeiyceegi79+2F63lo6+nG2r5BTsGv+iK1VJNxFSEOi+yEyisC2pJlNcBVAVZ18kbUhR9upVDAeaduw1WXvQRJ6DAShH0IQigo2lUBvgIVM9UiTkxOYP+hgzhw9CjmC3mougbDSAjIHVYp8x1Ks/ZBRYc6cllsXL8Bp285FWuHh2EpKqrVqvCKlbBIluQmMK+o7E1LMIyKJ1F7VBW6U8I+HnTdQiqd5WucnDmAxcI4qxFtUkvapF4mFZlQ3ZEVAAF1QzcY+FPbFH6x0pdRwNAGwNRURKoGUSMxZHgjrQIawKq0BQghKWFv3q8OTQX4lZ+HvSD03KRt5WcqVUQLlbHrutauapw00n2833LFn1DdylctTZzNfQUkl8pc6gcCIIdgNYRP0gdYVIWn7QkqqjWVHz27usqz0TPYpQrydFyV9KACnJMq2S4beNP178TXvvJHcOj5BQoc1YUJncEWRa0wX8HPf7wT+45M4alnCnjfTa/Ahee3Q1VsIDB4Yej2H96JG956M/LeYuitSv2ZOwivRwDVmn2GuHZhp2HoAT5266fwyx//HOdfdAl2XHQRfNsHyPZD+oyG9ytjx4pVVYdGxyaltKLhnM1DWNvdzjYi9PlcuUxnRC6Zglv1kKE2SdSVq955KHsq7nh0P+bLpDwV11kXnYcKUvYNiChHRecJ3wsVnrX0/+WKdbZu5s09Xpypq6pDTSV/LuJUswbg49UVq2KYiahJQ7DKLrK+g4SRxhc+/xmcsqEfZ+84uwGsNirBWzfnBpgb2aSVYpU/bkr3l21ddFUxzom+HjlYJDStwKpMVyjkBVhlD1UFsAMflpVBpVDBgSd3wS7N8nhjWSnkOrqh6gmousGxpUJpvIATWrjIn7qZQt/ACPr6ejAzM418ngosUptRcEusWF3VGBfvFEcgjkAcgTgCcQTiCMQRiCMQRyCOwPMTgRisrhDnPTsP49ixkxgZGQFUUkOSaoc0kApPwKNejDTJJDj1Hz/5OXYdPA5XT3AFbvY/BKVA+kJhKIgLT85ZKRhWkyblYGO1eFEZXvCBMD2dFUgqJhbyOPfsi3H55S8R6eeqjtnZadjlMoZHBuC5Cheoml9axD13PY7h0UEsLZbgeA7O3L4FJ45PY2i4E5WKg+HBLkxOTyKb7cSJsUVU7CqshIWpiTlYuoXh4QF4ThmD/e3w6X50FY4rQBEn2CoKTk7O4OT4JLaftgkz82UsLC3xvZJSNWEYaEsnoHgKKtUKSpUlJFIJJJJJnmQbzE80Vk4GboClwMG85mI2pSGf1RC06UhpCqhIVpGUXyrQCQ39UGEsVjCxcx/uvee3eOTRx3Fk4jgGBgYwONAP0zTgEvQMhEJWKIaFZ6AEDFK9VldACjUXbULPkvYhBa5dKOHlF12Ey8+7AKZn4a4D09g3Po+LTx3C5sEkqpUCDE/EHLqGiudjfGYKT+7fh70H9mN2Mc+FscxEgmEyHVOYPfiBfr+6AAAgAElEQVSwyyXY5QrbAqwbHcFZp5+JzZtOYbWuLE5FwEd4ItbbAVXcJjWhphnsq8pwXlWgagbHPYCNidn9sL15aIEoDEMFZSqOiypVoHdc2G5V2AloGqdom4bBiwPRIlcyVnWfSQkd6+nw9JkEnfXYhsCSzh2pVi4+D5WrEbAqQWUUnlLF+WhKM+0nziOOzceBgtHO4VWNlCuD1cZ+FwWrBNPFKwqDibdK71kBtGqp1dSOQhWy7MvUz1m1GoLhqKUIp98rwhOXuaBHij1Simuoli2888b34x8//SZ4tNjgK/AUDxpVYedr8uDbCqaPBii4Pn525x4oahp/+PZNXNyK1ON0zh//6w/x9hs/gpJSYZ9YXiYIgaFQg9Y9jCVYJWuAbNbCX3/hM/jZ93+C07efhQsvvxxO2YHK6loJFJdbAQSqAZWgJC0EQMVZmwisphkae4GGyXwFBY9U1AbKSyWM9CSRpVUYbu+0UKLi148fxnSeMgZCNWvEBqC2RMIrJRG4yrcl/w4Vw/Lv8Ck26muFZUazFQDHgB/ecsUqK3pr9/7sYDVpZvClWz+L0ZEunHvOuS3BaisbguWNu9EKIPp5w/gWsReIjnFiUbDxqHWI2vrYPC5GFqeKxWJNsUrBcRQgkcjBLlVx8KknUC3O8Al0I4FMthOqbkHlInsa/NrCRH1BgRd6jAR6+9egu7sLMzNTKBWLDFbp9eH3vndVfTzeKY5AHIE4AnEE4gjEEYgjEEcgjkAcgTgCz0cEYrC6QpQfeWAfZmcXsGbNGgQKFRqi1EcBxqhQUc0PVRZP8gJ8+9vfw7HZIgI9AdJimjTp1jRWVXLxoHDyLye6DNkIkDWBVVYOhspCurzoxHhyrohXvOzVOO/cs+AHLtTAQCJB2/hw7YCFW7qps7ouXyghlUpgfHoWC4uLGBkdxeT4EvoH02wD0N+dw8BQG2zbxdycjarjIdeewsmxOaStDHzfhmUCPd05aFSZinOTTVZcimRbUutSRXIbswtlOI6H+cUlpDNphrCB52Lj2kEYSoBiyWXFGtkCsDWr54RAiAgIAThCacI7shT4KPouFkwP+ZyOcsaAllDZH9RVfOjwQEXYNyom5m0PY/N5LDy6C48/9DAO7d8P33OhpwzoSROGZtVSrhvBSd03sAb0qLBLBKxyCnDFxnVXXIFztmzFfN7H9x45iR8/MoUNHVnc8OI+7NhgwbFdqK4oLMYWApqKimMjX8hj35HDOHqcbAKmUbRtAaLYj5Osd4Wi0XdseLbLhaiGBgZw+qbNGBwYQGdbDkaoiiSISH6sougU2TGQslGoVilVnhgEQdZMJoNKNY/p+QOAmkfgCVpM2xMHIqhHauZCpcq/+/wsBcwzDAOmSipWShsXYDP6v45dBNiUrzqYEan+jWq3+rYNEJtcP3nbRlhKbaTBRzVcUCCoWlOzckzEuYbbB1c1TpoZYQXQfA/RwkaNoCtUrNb3qKlmfbFkwi8p+osWJhNvinYuFK9CiUcgVUDUumczwW3XEarVgK1HVF58sCsm/uQDf45P/NU1UFSh2vQUn1PnFRptXA3lYoD/+MEDePCxJzGX19G7vgMf+uBrsfO+w8imszjvgj5895s/wdvf9SE4loOAe6DH9hts78EwkspJ1RXeBOypAvzAQBc+dus/4Eff+T7WbtyMl7zqSnhVTyhWa4tAjUpf6tOkWFVpHAzB6o5TBrC+t42vm+I2sVTBsfkKyrbwVN00nEGHpbJ9AFkc2IGGe3aPYXyhEoJVurpGb9Na/Jh/hhfDdq1C4SruR4BR8UzDhYom8WorsMrjLytlo/vLBS8fARmJ1hpRxIM1VKwGZCETOEhZWXz5C7dicDCLC869gPuahOpSsUpjfquX9F8Wn7WGn7UsCKnCfhawGvVLld8vz3Zs8VTr91YsFBkos9qUijZ6HhKpNjgVB4ef3gO3ssBt27KSyGY7YJoJOFzsCvBJrR2q98WTCL8DjST6B9ehs7MdszMzqJRL4nmraly8qmWriN+MIxBHII5AHIE4AnEE4gjEEYgjEEfg/5UIxGB1hSfx27t2wrY9VkH6oGIzpGYSKd1UPIiACKdDhvIfp2Lj6//721iwVUrKhqt7SBDIUlBTrEZT/HlCGyoRCZJIkCUnus1gVV7m7EIFb3z99TjllLUMPCj9myp+K5oL+ORlR/BM+DcahvBDnc1TGriDhcUiqhVgeG07jh9bwHBfG3p6U5iYXMLYsRms37wWxdIiw0hSbS7MzaKnuwOZlMVqLt8lkCKKrpBKjf1Vw2zSo+N5TvH3Ah+Vqg1d4ykz+rqzbAlwfHwBnq/BShhoz1lIhMWwQkQGH1TsJSyGxB6JVOAEKAcB8hpQNFVUEgoKOQV+WkMiCDAcaNivODgUONikAMmiA//ENKb2HsSBPXtw6NBBLBZKMEyLlZykZJUFbQSIqBcgY8gXKlYZk9HzJSDu+viDa67BpoEhzBZ9OJUifrWvin+9fwov3pbDe17WDz1w4BB3DuGDSOUW6k5SFS4VSzgxNYXDJ07g6MlxzOfzbA9BBWzIT1NAC8D2HPZZTasaejq7sG54GJvWrcdATw9MTefK6SLduA5XqDgMA0dFFEDKZLMoFGcxM38QmlGG5wm3Xiqmw22Lf6cUawWO46Bq2wxsSVVNajJD1ZAge4AQrnJl7hCyEiiLQtQolGmGq+JkdYVws3+qqpg1KwCpWOUCbhGwygsM/F9AVeEpKy0FxLUM5RoB6XMdWK3sQOtNIzAuugFDR2lxIL0+ZbEuqa6VhbzYk1O0ZYopvSQUlipQ2VaERYSMEx1Y3h+p+4S/LMHzatnAn33kb/GxP7tCqK8DBWQboJLHLnwsVIDHHi3grl/twve+ezvGZ5bwltdtx6c/8zY8eu9BeF4aF1+2Bl//4m14///4CDyTroDUqeRdKqCZAKukhq5DNAlWN2wYwUc//yl895vfQc/AEF55zTWAK1ojp5S38FilXkxglWwvwAtLCrZv7MeGPtKdE1hVMFtxMF72UHHF6JjVffSmNLQlNGi+B0/R8Js9J3FivijiKM4kQGekeJU4P70RUa6SLp7GktDSoO4ZWwfA0Vp20kc1ev88LtDBuRhV3aJDAFoBeGsAPmIVQMA6CGjhxOaYphM5Bqv9fWlceP6F/9fAahT+yz7I70WU09F+Ggaooe3/TsVqSM6lerdUKNbvmXyoyRObFuIcH0f3P4VyYZoXA+gRLS7keaGAQKwolCa8cmVxNPrJiujuQbzgxa/E4OAAZibJq7pQU8/f/O53P9duHW8XRyCOQByBOAJxBOIIxBGIIxBHII5AHIHnPQIxWF0h5L/42YPIZNLo7G7nqutiQiom5OSdySm+9C8ATF3H8eMT+OZ3fgyXABjBVFaTCRBAQIH8LOWrBiLCNFxSLhLIlEIqVgLVlFYC0FCBI7taRVVtw9ve/Gb003VRdXgCc+QpSl6cDL7qN0R+diSCYjijqbCrNsNiqmqfzxdZE9bb18MekZNTS+jo7ETVrmBqcp5B3EBvB/p6ckSGa16RpHJTFA9+QLYAGo4dm0RbWw7lqgdFNWAmXaQsC9WKj4q9xJYC7R1ZnDw5jxMnxjE0PMSAijz4hvosJJNJhhNcc4qL1lBMfXgegQxRiZ1S3CmVnVKgl+CgTMA4oUNvS+CE6WLCpEJVKiqkcAp8DPg6hgol2ONzOPH4Ljzx8EPYeWAvqMZQT7YTuWQbfFPlgk+KS6I7DZqhcjEgx/NhkodDqNTrTqTwB9dch85MGrbrsbp0etHBZD5AV9bCmi6di+4Uyz50y0MyZaJaFeCLvBUJcFMaLFkxsFK0XMKRo0ex5/BBjC/Mcnq+aSWE7ywBdvJMJXU0PTjX51iuHRnGli1bsHnNGpi6Ac91+T89U3q2PgFi6EgmUshmTCwUxrCweJT9DEVBoaiSTlTjZujlU5x9VpPZjs3tg+6fbBDougnUWqYJXSMFK5cU4p8CEoo2yuCJVZOCsMu2zbCGVJfcqMO2yenvjHnY75Pgc60IFD1nsjNQSckqASv9LYp0CZ9aqaKlz4WlQF+2e1WDppkbEosCdVGjuDay0pSgMWR44gRkDUE8rzmBnLqdSN0XAEv+DKufh3FqgFssXG1Uvcs+X4sPjRwhZCbYartZ/OVf/xU+9P4roDFUVOBRoSuNvFFVnFzw8YvfTGGhoKG4NAt7qYwzNwZ49VXnYP9T40gYOWzcksWn//7r+Iu/+iQCy2UVM1946BPNak+6Lo0WNUJPUwqJ52D7uWfiQ3/5F/jut2+DZaZw3R/cgHLFFu016kkbPmuOGB1XIY9VD76i8f/T1/dj60AXNIWXqlAKApyYy6NgB+ihMa1Shev46Mql0U4VunwFD+ydxL4lBzmlDE3TUQ0MGFxELuBro7bAfs2k9KXCYGQzQD7G5N1qqTwmLBXJ85oK8nlQpYqb700U3eMFl0i6v2xUEiaSMpXHU88NfWdpcFcBr9rQ/njc5kZFCxUCJsL3kE2l8PWvfJkXqS695HwYllBsC5OC+gJE7WAhnJdtTy6+SLWpOE/Y4JobH9sXyIbY6KUq1acrdRqGx01NXJWLDaHiulQq1T1WqXAhFZ9KkK+4j/EjB7EwexyqZsGtlPDQ/ffCcyizIoBG3tA8xss2IyCr6wQY3LAVr7rhnejr7cfU1AQKxUWGz5QlcstN71pVH493iiMQRyCOQByBOAJxBOIIxBGIIxBHII7A8xGBGKyuEOWf/uhe9Pf3IJNJMsCMplpKsEpqs8D10ZbN4uGHd+J7P/k11KQFhyb8Chis0uSZCs1E06Nr6rXQ95O85AisSpga3VbOmelc5VIJ6Z61uOG665BLmXAJjOgqV9gOWZeYpjOwqhdhkdWu6bxsSSAEmZidL7G3XbFYxvTsIqxEmj1b5+YWGbAM9HWgrytT81DkSs8MgMmzU0Ggeti374iAs6qOUklAhnLBhmXp6O42kWS1q4HJyRlW0pJ69MjRY+jp6cX6NTlWbUarpst7J+BBnnzEOubm5pHO5mDpOnRFQwUuKp6Dqu5jMamgnNFRTBjIG0DBd2AGClKmhqriIReoGHQ1FPYdxH13/BcefuBBFMpFZHI5ZLJpGIbFKcjEQijGBLkpdp6qwLNtrO/rx5tefTWSrHb1cfCZI5hdLGJgaAQWx76CXDaHgycW4DgB2rIZdOQs5NI6PK8qACjDHpHWSgpiqpBtBy4OHz+GnfuexMmpaZRdVxQs0nROrxVg04RnV1EtlWFoOtaNDOG0LVuxbngEGSvBimVOJafUcMVEMpFGKhlgMX8MhdIE34dgInXvyejvDL9C9Ripxug/FT6r2C6rWRnoaxo/I7oWsmKoKUdDRSb/Tea3TYWgxLEFXG2tZg3hqCqLWIn4q6oVglXhqUr/yWeUfuoMWaNwVUN3un1V42SirVGxKtOwo2pFVkTKYkZc3KiuUJfgkClUQEXEhLo0qhqMpnA32CPwFYeJ0E2Gl6EhRt0mgVWPARw7gS995Qt46w2XcGo9+ZUKsObBDTSMzdm4+5FJpNu60ZnTobgeTl+nI5dSMHFyHgaSGBhK4W8+8gl88rNfhm/Vi2mJywmLmhHwZNsIoY6mBR0qxHfhSy7Be//HB/H9734fcFW86R1/hFK5Al2hpP0oiRO2HhIIUhk5AsESrJ66rg/bBrpB60C0AJW3PRybmMPsko2hgV4MdRiYWShwkbU17SkG+Q8dmEbB8XDuKX3cT10qvEZt2gsQmCqrxefmSigUi2yHQcB2bn4BCcvAhjUDbIny9KHjKJScmlKSFk5k5j0rKanteULd2vyi+3OZYxIoJUgoFJfcOnxhnSBfrcGqj2wqiW987atI6Douu/R8GKbJz89vUCxL5W/zNdCzqavUGywq2E5GbB9te3Vzivq1ic/rFigtO47wq2nwmmWwKp9oEKBSqdQ8VqmNk6kEWQF4to+JY4ewMDMGVSGf6woefOA+9PZ2I5k0oRK011NshcJewrQcpGhcjK2jbwjnXvJydLR3Y2Z2EsXiEqte6Ti3vPudq+rj8U5xBOIIxBGIIxBHII5AHIE4AnEE4gjEEXg+IhCD1RWi/MPv340NG9ZC02niKoqa1OAI+6z6DL9818VgXz/+9d/+HXc99CSS2QxDP/LZ5GlyAE6vjr7kcVjTFsIrqvjOm9cmsXISzFNmhjZUKXnLGefj6itfCZ3MCXwPvgoYpP7jSvcytV0UYopOtuXvUTUszW5VXUGl4qJSdfhnoVhmZRcdm7L1Byhtl5VaMk2fJvjk/wj4GqmygIW5MqamKugdyKJULMEydAaKVBipb6AN+UIZ5XIVuWwG+UIFrh+gXK5gqDvFqkgZ2xogoLsLU2xpSl8qF2E7wn6BADQBTUpXJ9hga0BF9VHQfOSTOvJJDXZCQ9VQMK/YOGnbMEwdI4qBEceHMjmLQ7ufwIHdT+LIgQOoVEowDB0JK4GEabFbJsEcAqtupYLzt52BK154GaclUwGzhUIJD+/eg1Kliu6OdvS35zA6MoJ9JxdxYmwJpF9dN9qJzjYFSYv8Vkl1J1SxIpVcqDupQBU904JTwfGpCRw6MYbj4+NYKhRYxRZQG1MVGDqp8zRUiyVMzU0goRk4d8fZeOmLLkXSMAUQ42MZyCTTUPQKlvJjsN15BsGyOTUDVQnbayA7VC2S0o9iTcXGyCaAvRH5OnRYhskqsqhNAAOpmsdoo2Kaa9U32AdE/FbD9Hmp0JQFsKjtsa8op8ALCwCC/ZpKRZzMUDFLfwt/2a5UblXjZCI3ED6JRiBFz0rA6DDVXHTKsDPVFblS1idS/ht9kBv6cBM4ZaGhEPA2eKuy8pesA8hzNlyQEX01VAYji1tuuQWveuVZCFzhl0vg8/9j783j5DrLO9/f2ZdaunqVWntLsmTkRfJuwMbgGLBZkgBeABNIhpAJCTC5k89NQkJIcjPDnZs7ZJlkJivE4ASzBgIBs3mVjGVZtixb1mbtUu9L7VVnP/fzPO85VdUttRNr5nr+OfX5NG511zl16jnv+zb1fX/P78egPo7Q9iKUqwFyeRpzwlJCa5Gq3MX4+DxkzUT/Cgv3feEBPPijRxFqAVtdpO3zKVBmYJu0uZOQkzaVSKX5tvfcjg//6kfxja9+HdVyAx/5xMfRIOAva68IrF66bhhXrCawKvEca0cxpsoOZhbqKJoGtowWWHHqRRFyGin/Jew5NgW/7eB121bDUKj1XAFlzCMO2GqA/Z5Z5B2zipscS+qNJlRNhU5K/1DGCycmMD5XZ/sBAtG09rLVhyrCxHgNSr1we2wFxL1kfXc3pIusDUiJypYMvWt28v15itUIhZyF+z//OVbj3/am10EzhBUGnWWpTUYvOE1ff5FS9RWM+AsD/WW8XFO1bccpOBn2SUBX+rej3W53xg3hdwLkBFaJMU+fFWCV7ocXhti37xlcf91VGBoq8d8nsq4ISREtUXghbcpICJQYaq4fa9ZegWKhn8Fqq1Xn9ZHmfAZWX8ENz56aVSCrQFaBrAJZBbIKZBXIKpBVIKvAq16BDKy+DFi99NJLELIiKW2FT9RBiUootQJYOTyMz/7pX+DweAW5QgGO5yZgVbTUktLyQmpUdhWUqc2/B00xTCExlmiPFx6M9G8ZtUYTt7317XjjjdezmpI+nJKHK4NVehJJqbhleXFraQfk9kCe7gd28XqKKjM8DQJqhye7ABe6IqOQNxnapqCTg264XVSFR7auER0To1L1kS8CDYI7tgXfc7kt3rJlHD8+AdO0oGsGH2uYNtdjsEDKWaHiTB90rZ4HNBotVioGYcTn4ZZ3UqrS+/Z9mLIKTZFgWlbygT2CKwNtKUZLllC3ZdRtBVVNQUWLEKgRAygp9LFCUrGyHaF15gxOvnQEB57Zj+NHjsG2bAyv6Efo+gysQ9/HO97wRtx4+XbEHgWYxYgVFaemp3H0+HEEroPXbBzD5rGNqLViVCoN1FsO388odLBy5QADOtKrkhWEqWt8T4k6pOo4AqgE4f04xHxlATPzczh+bhzTC/OoO20OxCKo6TQdTJ46jkq5gltvfgPef889MHQBpal6BCEL+QLCuIF64yzCmAJmwo56cJESM1GpLgb5CZhKWtfJtsDxfB7LZBNAgJUgCEFVguG9gJU2BZaOMYYwqWqVW/8TS4COsq4n6Iq9RAVwFmFWAqzS9wKuEETVoMpGxxaAxoaqaBgpDF7UopnrWyOOSxw+xG0RCt9UvSk422IIlWgDO+3bvGHB/DiZcz2mIULTKGBzL+ASGy5iEyTdVBBqZlJ2CosD4V1MIyd5hBaGB1eyP7FPE4QAFatKY0gdQBqwgjKOPISRS7FUDEVdj1cwyFoIxwd88kaN3Q5Y7QBFev/wEupLKk5xHI2jez70frz35z+Eb3/z2zhz8hx+7bd/i9cjXdHYC7b7WEaxKlPknIQtqwexfe0gNFWBCwVVN8D0QgMtn0CqirGhHEyWkBN0I+2phOdOzWK6HuLmbaMwZApLAixVKEhZmZ/S6sTWoQOkCV6HAXxJw/7j0zg2PoeQLRR06KQiDz3IZLuRwE2yGqHVLR2r6XJJK4+KAO2WxxYofFcjT/gWJzdoEQxl6CvuDdnIkOIzn7PwpS9+Ab7Txltvu/mCYHXpQO6ec7Fidem8fWUTYHnFakdtuxSsJlYAaWAjgdXUX5zBahzDsPvJVhYz506iunCO120/lLDnqSdxy2uvRV8pD5c28miuU7YiqaEjsrGhNTWEXihh7di1KPUNYHaOPFZrrN7PFKuv7O5mz84qkFUgq0BWgawCWQWyCmQVyCqQVeDVr0AGVpep+fe+sxsbN26AH1AadbeVmlVliTKUQIyp6eyx+p/+y3/FXCA8Q6mNuhP4Q4A0VY8mPpTpSxJCIgjHqr9elRqDVGpLJ+0WoUhKmY/hBhHef+/7sW3jBgRESEjcRlCU26NTsNoLcXrhjfCwTD+sL04kTwlTcmWJNybFKjHsSX0ICVQEBCY8KKqOw0dmEQYKPN9BLMnYvHkFPM+BYZA3ngzXcaHpGqrVFodnBX6AZruNgcFBbi9fPSySsXuhBNWi1nRw9swE8oV+aKqJVruFXN7k4KucZbDa0/c9BFEAkyCfpKAu+zAhwSAPhiCGE8VwJaBpxJgxgbk+Db6tcNsq3Y4chT1FPmyqe6WJnd9+DCf2PQNbdhkseVEAXVFw99vfiSs3XgK30RBtxFQDTcN8pQLPaWO4VISpmuzVGus+t7XWqhHm5mushnP9iD1oK5V55HMmBvoLME0ChKLpm+FnQDCMLAIkbn9tRiEmZ2fw0smTODc9yerYyakpzLx0HI7Txrvf9W7cc/fdXDeyg2DVs6yiWCzADypotCbJkIE9NNMG4t46c70jQhvd2ncgXzJG6TkE7igwy/VcOOTv6zjsXUlYhMa3YZhsEWBqZgJCu5YXS5Vy/G8ChknbOIcesaxaAFeh2KRTp89LAaOAjLJENgDCl5LtAQi2Kio2rth8UatmfmC1GHdJOBFPUSpLCsWScUkqyEWt152pkkxqPkyoD3vVv+xb2uOT2TlHp22bcR7tSojrJ28OthZJQr0SP8s0qIw2NMh3mFXPpBJlrxGyCYhA0nKG0LHDsJGgq6zQZgipvHVW+5K3qGGQtQZBbGrFTseNLKweKEiNfH5ZQU9rBWBqGnRDR6vVwBtvfwPe8Obb8OhDj+DA/kP4jd//NGqNFoPVf4sVQCyrCGIJm0b7cPWGVXztkxUX4/N1TM5UaBFDf9HC5WODGLBIUaowkIwiCYdOzeBUM8Trt66EpcY4cXYKfTkLQ4P9Yo1MA6Z6GDht1oiuARrDMsYrbRw5PY1Guw0viDA6PIBVw/1Q2DOalKMSb9SQ9YEYb90wOxqWXhDjxcNnMDFVEVYd8IHY7+TILRojBGhpXhN0DDxebwq2ia898CU0qlXc8dZbuK70Qr2K1d6BvFi1KuZc+lg6Hpdu2qWw/sIA9pWD1V4rADrnYrAKeFIM0yyBGPXsxGnUy1O83kPS8NSux3Hz9Ttg9fejqebRhAqDwDmpjSWTA77ycJHTNawduwyDA8OYmZ1isKqqwmP1k5nH6kWtcdlBWQWyCmQVyCqQVSCrQFaBrAJZBbIKvDoVyMDqMnXe+egBDA8PMjRM/Uq5/Z+VkwmwjCIUcwXMzczg//2TP4ebG2F1IUEVAk/MzaKIg6XSD7u9KrXlwCoJOMl7jyI+BFhV0HRDKKaNf/+RD2NFXw6B47HKj/iKQvFJnPPU9drrDdFJlUZpEnN6bawHSwAOsWMGDGRjQNYFnGNDr89RPsJfkoALp5ALVez4RFW03dYdtJ0KNmzYxOAvCgj4BFi9Ns/KtEo1QL3eQqFgY2aujL5SEa1WG+tW5LkuQp0oasRf5OsYAbWqi2rN4Xb4ICSVno/BvgIGSzk4pKxFyNYAJqOLCH5EsDUUreuKDjmS4AYO5ABoSRJmDQmVggqfIKsOBq/kw9qo+Di3+xBqz+1DePYgJF2BR1YIqoJbrrkO127ZBptad5OwG2JZhmmyUrHlNtmXlTr+G04TqqFB0Uy0Wz6cpoupSouhFYEegqYESEdWjGBoMA9LV2CrBMRCxKFIaOf7mUBLurNkE3Do9Ens3v8snnniCeQtCx/6wAfxlp+6DU6bbBuISVG4lIpczkYQVNByZ4BYtOsy3umBgx0Ik1gt0O8XAZ0k2koMXnFvaNzQZkGb1I+uyx6L1D6dhkrZWlfBmnqwpqBRwMauB2sHPvb8TLy+AKgCtCZq1kXHJRAx+ZmARhKuuuS1F7VS6nkRXtVJkU+BZxJgJC6FwsGSvn0OoUt8UdOfcelIoUn2BQTTkkAhopJ0rCJ8dTvhW8n3bAWh0j1TWPmbjn16HtlRMDymuUaqTQ7uknkOKJKBWDIASWefXlVXEcUhg6qY1wAXqq5AAXmTBlCsADLDK4GaS0AAACAASURBVMC0qMUfMHWTX1PXVeTyefQVi+wRXMjnGbC6NCkInPMmTIhqtYyQrAf0JvqGB/H07j3Y/cQe/Nb/9QesaKZX6/iO8J3oVaySiJE8VkOkYHXDSAHXbF6DIJRx9FwFC+0QDYfU4EDRVLBj0wD6DfbCYAhPSPGlc2Ucmq7gtu0bYCoxZhaaaDXr0Ewbg/157gggawEa27wJRPVThTetEgd8fXSlLR88X148MYFSTsPGVcMcbEWAn15H4dCn8x90m51Iwp59R3DiXBmKZiRQ1e14n/7rYNXCN776ZVTmZvG2298EwzRYjS3mXxfSi3G9ZE72hGotBq4XbulfbkKIY5cHq/zaXInF513qsdoFqzKv1V4MWHYfh9jNT55BszLDftv0d+TJJx7FDdddAWXFKpTtFWjoFEqmIApcNBUTsaxhNHAw6LtYv34Mpb5B4bGaKFYplC8Dqxe1xGUHZRXIKpBVIKtAVoGsAlkFsgpkFcgq8CpVIAOryxT6maePw7ZN+IGXKFbZFFG06cYRAkWCFEQYKBZxYP8B/NX9X4EysJJBpGjxl4ViLYqgarKALj0PBiYsVBMAhSBWCqPoOFIykXsgZ7FLKhpuiP7hVfiVj3wAOgFQT6RT0wdbJQmyYbFfqvzrJLD3tCn3tB6naj26JHo9gkakouz13iSDAvIhFB+4E+bF3oLU/htBIRNWCZidrqJep+vRYOcl+G6MSrmKK69ch/mFFqZnaxgdHYHn+azirDdqsG0LA3nRyp4+0vZS0uXpmspQ1adP7ZBBSdSaLsE2NFiGgbnKArw4hG2aMCQVmiHD0skSQUBgVmpG9MEf0Im1BhLcKIKDCAt6iKoBeLaOek7BmZqPAzv3ovX80+ivTyOSqeaA73rIqxrGRldjbN06rFk5iqG+fg6Oiqn9mtS8slCNEmxvtQNW60oIGJUYWg5NPxbWELKGlufjpZdOwrDzMDQFBdtAf8FGIadDlkJEpIAj70EGPDJ0RQd0A9PNOr776EPYd3A/BvMF/Mxb78CVr7kMUeBDePMSiNNZ0esGM3C8OSDyhFqPOVnS4t7jHZl6QwpnXvFgAMsGn+kPxNhhbB1RoBdYieZ5ngCsrouAr0GFrmmJRQBBv0RRmqqxRa+8mBkpPE1MgBe1yCfvpav+FLNJqF3FoUmnvqh9HOOaLbdc1FL5if/jMzy7CErzORk0k28ygTYBtxfZHaji3x2DVB5pAuYFURu+F6DhtBAGMqrlaaiVCgYUFT7VR9UQOg5iy4a/bjX7c7JXsKEjZ+e45q7rCUW0GmBAqkCqHYQbEOyjMaHA0EK2xgiH3gBfzYswNPK8pU0EWWdVeyh5kFUVlmJjfP4svrXwFJwFB87MAuTAw0ChhA/cfjcG9D7IscoBSjx+Er9XnuKSCK3izY44wuzcDPL5Auy8DScIsf/Z5/Dwjx7BJ//gD0TwEgfzpWBQqI+7zgBUI3Eeeg+0cqwe7sO1m1dzHafKLQTQ2VeWaqDLMVYVNZgyGTor7N9M/sHHzs7g0Ewbb7p8DQq6zK9LqtP5Sh2tZpM3bwb7+mCQknx+AWEc8aYYeTGLu0RK8+RaJBnHJptA6GDdyn603QBFW2OvVAbcPaOpMw2kGH4E7H7uGI6fLUMmf2fa6EHqtZrC0OToRLFKo5UUq3TWgm3jW9/4OqYmzuGdb7uVrVEInv9rYLUXhl4sVOVNvfR9pXP8ArNG/E24AHzlv13d7ofOxgoBaeoekARYpfV2YWocbmMO9VoDkqph966HcfW1l0FZvQFTxbVoGzqKc7NoVqrwSv1w+vqxMvSxxXUxtmEz+oolzM3Pot1uJEF1pFj96EXN8eygrAJZBbIKZBXIKpBVIKtAVoGsAlkFsgq8GhXIwOoyVX7xxdNC8ReKVtHOI1agRxGaegQjVDCYt/Gdb3wP39r9HAqDgwwiheJMSZKTYw6IIkqQqlYJWtAneEUGe1Zyw2qihmXVaNJyTgoqboeFglo7wKWX78CH73kHHEdAGHp0LAcEFemo/noveTG8upAma0kRErZ2Xgt0AtjSn1O7LH3kphpRavbsbA2aZsFpOwwURlcNwPGAmdkmVq7oQ7PhwvMasC0Ng0N9rGRLgV4KZ+jc5yYqrEY0LWqLJuBLEIq8Jcm/FNAMA7VaA81mC7puwHFc9BcNFIt57qhmOMgsQKgg0+tleEYt8GHIqeOOFKNhSjg+28JTe57A3OnnYccthpGsTuU0dvKrjFjN158rYNXwCLau34ANo6sx1NfHAV0EF91AJI4T5Gm3WtyGTyCO7A8My2QVbRDLDHKqjRaqVcbHcJ0GbFPG0GAfKw8VJUIuRyYMEmQWj0mYazXxg5/swunKHAZ1E3fcdDP7upKKlOA3tYmrug0oIWrOabhehZV4UejCT4OY+FwCnArQslgl1wtWO8LR7qDn7zisLVG/uj6FnZFS2YHnCfUq1SiFkTSuVYVCplQe4+kj4XiJl2p33HUVrknAV+LJ2vtzGiME/9OfUd2v3XrrRa2T//1P/xKRpCGXLwGyzlA1Cn2Efhs+WVvQxoYqlODCfkAoUCUleV+6AVU3oJBa0tSgxgo8KYCqlbD7x/8M/Z8fxPa2i3owg1J7lDSPUDdtgve7vwa9ICEKBKjitSCBx3QNDSnC9ngncOjPMNuQoHoLCCINOVNmFfbU2l9Hq/86nm+hZECjJnZq4ZcjbrWnTZiCpOJ4cwqfGv8aasfOIT61IGCxauC3f/rf4+rhLeylTPeK5m6aAi/WJ6H07F0zGB5TUJwb4MiBg/iX73wPn/q934ekC9/UDlhl/9Hex+J/0zkHBgZw45Y1UCQx92mMMIzl16QvFp+zmpMdKyRgcnoGe8+0cMsVa1AyyCZArGFuHKLpBahUHTQaDudJVasVmIaGzZvWos9WOXmezy1TQBXdTAXHx6twoxDrRoo4dG4eW1YPoGiobMfCoXzc6k+MUaj16WekzN994DSOnp7hOQ5WmJPtgngfooYUjSW+p/lP22Nk30DPKeby+O63v40Tx1/Cz77zNraMobWb51MHTCdn6tlsEmrz5a0ALrRGX2hCJM0ML3uu9DgBWMXfly7YTcBzTJsAbvJ3kbb9JARSBJPmUahgYWoCQbvK1ifQTezd+Sh2bN8Cc9V6nC2tR81rQHvyKVQrVagrViC4cjs028BNnocN6y9BqVTCzMwMry1pJ8Nvf+xXL2qOZwdlFcgqkFUgq0BWgawCWQWyCmQVyCqQVeDVqEAGVpep8pEj46zMEx9suy32BOvUOICjSTBjDUVDw1/+xefw3MQCCv39HRBLH5rTY2NSwSWKqPTDIv2bOopJ3ZeqB1NglKpJCY6RMo/UjtWWh5tuuRXvesvr0aIQlQTE0uUznGGxWBeapmDk5aFq6sC5uAhJjNDS3J6eD9pLE81FoAtBTbLWI5Upffgm2BNCw/RcA4VcrgNc+/py6O+zoalRp170ngmgEuiZmqkKRZ6ssFI1l8vx+YqFHEp9FkOfal20oxNkJrBazCnsMUo+pQLOCKXrIosBAiyc+i78L0nXSu/1xPF5PL7nMZxZOAyYFEojYIyATqK+9D2FOIV+wOrMFUPDuGT9Brxm8yVYM7wCfYaJIBRqTnoeHUNqxbbTZk/VMAhg6CZMw0YUSqi3XFbBERyenyvDtHIcAmaZBkr9NjQtQtEiMCnhxNQEHn7qKcx7TQxbObzjjW/CqhUrGazS9ctyBM3Mseduoz0OP2jw+w/DNlwvYMjDIWwcckRBbPS1+J53xiqrC+l3FxgbHDIlakrjzwsCBEESKMbnE63YAW8uAKpM3p0Wv3+6LwIQpaJPMT96H0IxmNgG9PgRk3+ozF8C+hGUonbkubk53PvTv3xR6+SnP/lpqEYOK1augWHleCOEAJjnVOC4TfYnTedqOgbIFoB8XUmxqJK/rGlzS7ec74epkWqadjoszL64H8N/8zVYlX04tWoag0+NIu+riHN5VP/s01DW94EFj6lKOLHDEF7GKraGn0N45GuouBridhWIKTBMhURq776rUBn8NbQ1g/18Sa1O3rPU4s6hVJICW1YwbbbxyQNfRPX4BKTxMgNp2ky4a8db8Z5r3wLKqKLNCjEWeu0izl9DeL7IpET3cOzQS/jG17+F3/7dT8EsFDj5neapeDNLW9oFBE/PT/UkcHbjpetgkoqf1sAkaC9xWRDjI7mjHOIHsDL1qZfm8MbLV6Nkke+mQKuBFLP3KVQZjbaPc1M1TE3OAH6I9atXYsPqEmz2aw2S8U7q5Bhnp+tY8CNcvrYfp6bKrDJf1Z+DykQ3UXCTaJZ3AWQOraO5+tSBMzhyanoRWBVmBbSmiHm1GKwGYg1JwOqD3/0XHDt6BO/66Tdz7Tt/I9L6dd63mBedDaGLAKtL51YKVlMAfKFJ03uM6JlIH2J8pOtgutnEEB4SW7KY+X5IkYLy1AT8dhW1ahmRZmDvzkew/crNMFdtwJm+dZg7+CKulCI4coR628M5JYfha7ZhW7uJTeu2ZmD1olaz7KCsAlkFsgpkFcgqkFUgq0BWgawCWQX+d1YgA6vLVP/o0QlWzaTqrfSDJcO6yGdVo6EaUD0ff/iZz6Jh9nPSc9rOvhSsclNzT8ANqT3JF5BhTUex1QURaaiOxL6NBA48/My77sTrr3kNg9Xu9SSt/gmgYDCRJpR3QGuadN19synwWKTGTX79cppW5m6c4E7t4cJDlj+Qx0K1yCE6iS0l/ZwUmm03hu+HaLfaHDYVBh5GVgxw+3uqVqOXJghBXqHU1u+4MaamFvj3YUDHB+jvL6CvqMJ1I7RaDnTT6qr9giZ7jHLQWALsSKF2PlgVPpl83XKEWNHwwuHTePSphzBVPQlZjyEHAiIQNExDvlhJTMeRipW8Rh2H09gH80WsGVmBbWMbsWHdOgwNDnGgDgHcwKeoLFKt+fA9X7TKKxo1oAuoq8hQNAuNpodaw8HUzAIMM49apQ5N93D51nXQ1BiHT5/Co3v3ohY4WD8whHfceiv68gXxHmh8yJTKTVCZPF9nuEWZQmFEOjxBeHENYUjfU1BW2EmE7x3+VH/y1RQ+iynYSb/vlPW8GUOp8FQXqpfrOgyLW60mSKynGxYKhVwnsCv1byQY1xk7PWOWw8FIMpiOxWQMUwATw1UKQQoCNOpNmKaJ97z1Qxe1fv6X//QZyJqJkZE1UA0B62kMO84ctyGT0rDr/St8OFnlS7CNlLiaymCVgLiSK0HJa6A8Il2xUD99DoW/+kfY8UMYv6KF0okcBp8YARoSyh97F9o/czOZdvJ1k8UC1YQ3FaIQ/ZqCte1Pwzm2F21YcJuO8FrWVSg6QUVgeuQ30cjtgC+1EcFg1SexuSii6yNFbYQTWhV/uPd+OJNVRBNVtuDwowDbhy/Bx95yL0pKXrynpL7iOhY/0t/xJgOpNj0fp4+dwpf+8QH8+m/8JoZGR9H2aBNhebC69JwExTetGmGVdQpcyRaZVbFRJNT6aXBYJFF3OZotB61Axc2XrUK/LcAqB41JIlSK5huJSGnaL9QDHDk2hRga1o8WMThI9iEqECXHKRHGZxqYaIW4akMRIWScm6ljqJhHgTxD2LJAgkpzWCx2tB+BUJKw58WzOHxyalmwKoyphcKU/ZIpoImUq1GIvnweP/r+D3Do4AG852ffyupu8TeCePT5HquLIOe/0WP15dSrvYrVdINj6b3518BqZ0PFSzb2yMKBLFNAitUuWA2cGuq1CkJNx97HHsHll4/BXDWGM8U1aD7zDN6yZT20Ug6T49N45OApjNx6A3aoKsZWbWawOj09zRtpmWL1opa27KCsAlkFsgpkFcgqkFUgq0BWgawCWQVe5QpkYHWZgh88eEYoApeqQAkigdq4JQYr5TPn8Jn/9pewVmxkoJWC1UXAMoGnKaziFmBJhkqAcglY7RIlbhAWH7w5Ql3G+953L7aMrWaVJj3SUKpUscrI8DyoSj/rQpNF15Xwq6UgVfw7dbRcCtR6U9KFOpQhL4FHTjjvBnUJlRyp8ASQolZi8qIkTVg+byUKL4Kc4l3TtdEHaj8k/0w9gVsE4Ki1Nkbgk2rVYHBHoJUCrjg5WpJQzGlsHUBKQzohAd5U+yZAR3JdiSUDPYdsBZxYwk/2vYifPPsYas4kNF3tqFUXww0BZDnIK21TJxjlB6wqJkVhqVDA2pWjWL9qDcPWwVI/TFXlawpIMZr43hJkDlyHwSBr3CjhXjdQazThOiFmp9tQFA+bN66EKsfYd/Qwnti/H63AweVjG3HHG26BodF1JvdGlmFYeXh+HW3nHFtPKIotADjDa5LpRnwdBFgp8AhUp8RRMhWOMujkK+qq8ITCTdyf7n/TH3QnD9clioSC1XFQr9cZfgdRzC31BJVJuaobmrC/IADfo0oVI06MuY6VQ4+/qixRHYUnar3egKYaGB+fxC++7xMXtWR+9o/+H8SSjuHhVdCtXDLiYzQb83CcBr8P8j8W41n4rrIkmK9ZRkQ1N0xYuRzsQhGyqcHMmZA0E43JCop/9wVI+rcwv6WJgVIOxS+uAI6paN54Kep/+EuQ21RrYVkhFOpiY2FDvoHhmd9B/cwEXCWHZtuBTpsWmgTZsGA5DmYH3oy54r1wNQVBrEJXyVNEYsUggcJYi/C0fxp/88w3gVoAlxSrmoxQjTCqlfBLN9+Fy4Y28pyi+cObBiGF7CX2JT3rSLpm0awlsDp5ZhxfuO9+fPRjH8fYlkv4+pYFq+TRzHOxu8EhNjpSoJyscTwOE39Tmgtcc7E7Q9CRgGvOMHHTZaswWBBzRqVz8NiU4Hou9+7T5kQQKVgouyhXmqyK7yvEWLWiBI0CxvhlIpybbWCSwOr6Ih8/W23DDyKMDORQdyK4joeRfgu6RBsNdLupzsDTL57DwROTDFalSEDTLiBOFaspMBYqcYbEUcBg9eEf/Rgv7N+H97zr9q5ild0+hBK799FVqwrw3gtDz1+XLjwFep/3/x9Y7VoBSJHKilUCq81mDaGiYc9jD+OybRtgrd6IU4XVcJ9/Bq9fswJGjoIMZ7Hr6BnYN12H15kFbFyzCX19fR0rgNTmJrMCuKglLjsoq0BWgawCWQWyCmQVyCqQVSCrQFaBV6kCGVhdptD79x/vwL5edSe3p0ohtFiGaedw4Mk9+OuvfxOllZsRRV0laQoU+CQ9YDUFiKxY5ZRwSeSF9DzOe70gRn+pH+9/310YKPUz9FmkfiU/QkGmOo8uYGU0cj4gZlZ7vkotPY2Auuf/PlWT9QJa9nsVVDd5fWFWyGpfspMlSRq5HcoExwi00JMF7BT1oJAsshKQsbBQZuuAoaFhBnR0Sgr5oQd5JxqaBM8PUC5XGeg4rsc+qwMlG6apI0p7rJN0eXFBKexIGWMCtaiF2Anw6JNP49mDT6IVzkPVTEis7Oy2wqffEwij+5YCb9EqnMDWOERIQUWQkDMsDBT7sHJkBFvXjmHlyiEU8zmBZUNSiwoAqWkqWx1QnUzLEvngsgzPI4AXwDJEvZ7Y/xz2vnQEXtDG667cgTdedwPbSERUxwCQNY3V0gvlE1ioHOCwNEUtQVWtRMEokuUFtxT3lGwCeu9vZ8xxc6+oGf9vJ0mcbmnaqN+9zcK3teu/yFg0ElYQbfpyHAG+yEJDpYArk6GSZWgiuC1RO3bHc9pOndQ5eSm6HRSORm3vlBR+6tRZfP/BH+K+v/zKRS2Vf/rZz7KqcWBwJaxckQPPCD63WwusWCX/1u4YT4Ll0o0Onm8SFE2Hbeeg9RXQR8pVAuU5HY3pKnJf+Tzs4oOo9Zdh9uvIPVmE/nAJXn4E9f/8S/CHhjo2GKlyl2q9ffQw8ic+i8pkC65iou470P0AkhpD0UzYfoSWuQLjpV9E09qGCB77vNIuAYEtavcPzRgPtQ/jq3sfhNQCnMkyZAp9MgArkHH3tp/CHdtu4s0HUgDz/EsAqLjt9O66aWF0T6ntPnADzE5O4fOf/wJ+7kO/gCuvuRr1ZgsKb2LwQrfoXoTdFKvOz3n9SALDEv+STp1Fd4CA18IaQCihyWOENihufM0KDBZJpS5D656ROv/RDoFy3eHxrUjg9WFissretGNrV2JkMAedgCiAibKDiUoDV64vsUKeNmlOzzQgGRZqrRih62Hr+iKKGktpu2D14DkcOjEFlYO9umCVLoWVqTyGUsUqbQ4lYDUMUMzn8djDD2PfM0/jznffwXOANhgYmy4Bq4uhqrAZSOdjd04mK1tHnd9dqy+0bnPnQ2ct7K5ty63xy3mssgVIolhVZFKsymwFYKWK1elJhG6d55AvqXjq0R/jNZeuQ37dZpwqrIHz3B5cMzoEy7YxPTuNvccmoN18A262S9i0diwDqxe1mmUHZRXIKpBVIKtAVoGsAlkFsgpkFcgq8L+zAhlYXab6+/a91PHAW6xaleHLIYwQ0KwcHv/Og/jmrp+gMLwRUuQK38DEgzKFRdQqqXDwjviiB33AT60ALgRWBQwUKi4Kulm7Zg3ed8/PQFPtRSqwjhqM09zTD89CSXoh9Sq/dqpqfVmwemHomsLQ3g/44nyiPZcVqvzaApZ22/LFzxieUPZLSIrAHp/NJGiKPrg32zHqjTa3k5PKsd1uoVgswrY12IaOar0O28ohDGP2V6WvgT4LhkkhRKTEFC/LnbwJ+BRAWGSyCOsCoaSdqzv40c6f4ODxvQiiCgwlB1/zGB6QgjC9ZwKuCugox4l9A0EFppCcD89BVuK1yX9UgLl8pGJ0xTA2rlmDbZdsxmj/IDRZgReF8OMIgefxxZJKz3Vc5GxSPQqFbhwprN59dO8zOHD2JIKgjTff+HrccOWVrMol2BX7MXRTh6pGODfxDCamn0TESrs+yEoBkHLQVPI6FZ6OQgVGgVdiEyB9dMYEk56ee5+0bPPz5LAzxDobA6RvJdFt4r3KauxkjPuhD8dz0Wq1+R75noDpBFgLOQGWWL2azAs6llLuhaI7USyS3QR5fEaAYRVg6DaazTb+5TsPQlUN/OdP/fFFrZ9/9sd/gihWURoYQb5Q4tcg9WGrOcdquyB0F52X51kKkclzl8aApjFYlfv6UdAt6PkcVEtGbaGMaN8DWCk9iGawwAFjBaMA9b6VwLiG+q/cjeZNOzobJPRCqWfyVau/j9zBL6K8APikfpUcmC7BRS4ENDmGFFg40f9uVI2fQayUISs5ugFQoENSFDiGjwebL+Lbe34ANAF3pg7ZJLAaQ3ZD3LbiKtxz3e2wzByPBVWleSM2H2idWvrgNn05hu/6KM/M4fOfuw/vufu9uP51r0XtZcBqkMy/dK1Ix0ZnoyKBp3yvO8OO1pFkg4aUoqQK1WjDJMY1WwbRl6dNFhU5VeWNCfLGpblDalrqMKANBrJqaPohjp5cwOTpaeTNGFs3jaBUFD7GC+0Y1VYbl28YYjCoKyHm2jKOTrqoN2LEgYdNq0ys7ZfZRoDGLG0NPX1oHAePT3bAqvBUTa0LhGL15cDqzkcfxd6nd+Oud7+to1jl902AsmfOvRxYvZCy9V9TsHJHQaqMXqJ+7b3Xi85zAY/VpVYApB6PKZQvsQKQIwWVmSlWrLpuGy4kPPXIj7F161oU12/Bmb61wIH96AtbvBkQtluYKPto33g1bsr3YfPaDbzOU3gVbcxkitWLWtqyg7IKZBXIKpBVIKtAVoGsAlkFsgpkFXiVK5CB1WUKvv+5E4tUnunTFHjwQF6ZKiwEuO+Br+PoZA2RrEOmFmuZ2leptdaHLotgKgJgBA+o/b8XdhLESDWei9plWeQq2oPpg3+r4ePG667H29/2RoSBAE8dIJbAUQEQLwBTGXqJZ3dfbbE9wNISiDOdD90upG5KjyWfzfQhntcFNMt98GfQeZ6hKwEeWXiytgma+ghCUo2pyNkGDF1FuVxn0CJUXwp7ixasrsK29/XoutJwsF5PT1J8hlBx8lwZP979QxwfP8DwSlVihEl4Va9qlc7pBzK34NMYCEMHsaTAjzVW1CmyUFqSlpHOTRBOlRW4FEhEMDmM0V8sYnRkJTZtHMPG4RGUbAqpUhEGIQddEZjRCDQmST7UBl31PPxg106cmZ1GHLVx1+3vwKXrxhj6UrI5PSgQC7GHsxM/RK16GK7noeW4qFZ1NCMdBvmclkocAkbeoJqhQJNCVkzzWEq9f1MOTiCJ7Bgi8UXen6RCVckGI/XApOqR2pQOJ0+GWOFgJ0qaJz9PUqOqCkFWcCt3u+2xgpXgKumFCazTKCHAQm395B9KIEWNSfNL/qY+DFLekn9orEBTC7Bzg/w+9uzZiz1PP421a9fh//zlT13UkvkX/+NvYOg6bCsPi6wAYuF32XJqaNTKCMJ2Zw5wjVJlYPpqDIAVtnMwiv3QcjmYtgndLCJoVOCc/ioGoi/DLVdhBRqUjTq0QzqizxWhXPPTOPvhW+FSAJ1CYWkOpCCHnOXgzf2fxcThU3CqDpCz4JI6HiG3/BuRDUmbhR7IqMmX4gXrl+FpCvRIh6Ll4Wh5aHEVjh3ivtldeGH/S/BabURzVUi6ikiVeRwOFvrxiZvvxCXaCGKdxqAOl2LmElVj7/rSO6dpg2h6Zg5f+Lsv4M0/dRve8s53oFyrQ2GLBLHC9D7CRYr3ZEMp2YTpzFFeN6SEpdJcPd9fl85Ja+olY2ugqxFkVYFqm+QDgmGdgLKEctOF4/rIWwZslWxWgEo7xLGT46gs1NBfKKBoqDCVCJMNGXZexvZLVsNSIvZPlWMZc06AWiih4gCNmoPVgyZWFxUY5DssyXjuyDj2HZ6EYsi0xwApanTaBMS8SPymeeQk/qqJFUDetrD3qafw+CMP4e47385zUrdMeJ4PRdWSzZ5elXg3vIq9XhcFjKUbRqkdwvJq1Veifu3dZ1u01vNGTffaXF6rYqgSeUWzaB52fhBSJGFhehyhW0XboY2rELt37cTGNSUUN23HVPfJYQAAIABJREFU6eIoStVx6GfnIMkeCrKE066L+sZt2F7IYcs6YQUwOzubdCvQ+iHhdz7+8Yua49lBWQWyCmQVyCqQVSCrQFaBrAJZBbIKZBV4NSqQgdVlqkxglR5LIYMU+wgVgz9Uot3A397/FYw3IqiagTj0WTFGjyD0BLgi1SYBjQSipucjyCrayhfDUFZ0sppVtF5LioZWw8Obb70VN990HQc5da6JGUQSTLXUC/YCytQUrPZ6rl7o7TNrS9rne9//y4HVVMna+YjP6r5eJVr3lZY/TwJ0OV1ctFtTazMFP3kBgUChim02Wqw8EzcohmXqGOgz+Z+p8i59Nc7+StRa/DvxJH5/fqTi8IkpPLr3xzgx8SJ7k1IIDsHY3vN0vqewlsiDFrWwfdtmBoGnz06g2nTRDqltmUChxkpY8gSlV4lUASVUgjcE0ijV3jAwUihh5eAwVo2u4P8WLJsVzDRmSE2rkCJSVnFuYQ4/3P0EpupV5DXgzjveiQ0jo9y+TKCL3gupOMOojvHJh9BsnkDgh2i0HMyXY5R9icFhX2kAuXyO1a3kI0vBawQ/U7VxagVAfrFkV+AHAYdvefTlefx96Abso0u/i1iRK+rte6RNk1kZaxoWbEv4qRI01lQNmq6B8ut9Asi+8CF2XKE0pp/RPdE08l81oMtkOUuAO2LrB1O3YJlF5O0BWPYAzFwOjz32OObn5/k+/eav/M5FrZNfvP8Bvn+aZjLYZTeLCHDcOur1Cny/JXwjknnUY3IhxhkrcxOwWiglYNWAZhQRtutwz/wzBsP7EVXLCDwJhbVFtrGIH5NRfW4r5n71w0CuD4FHfrohwljDCquBGwp/gvGDpxGSSjVnoc1glU1JocY0xn3o8OEoAziq3okF/Wr+GQHoQMnBkiOUrQCfO/cwjh0+Aa/lIJqvQCI1N4PVCIZi4P1X/hTeuvUG+J4ETTcQUCYXqc2TOXshuOqGPubnK7j/7+/H9dddj5+9+25U6nUOY0sm4yI/ksVgNVG1d7x0e7ZuaL7xYOLCLtlsEf+WJRfbr9iKkYEi35VKq4Va0yGNLizLxtx8jcdD5HuQI4qfihEpJmTNwPzcAmI/wOhgiVWSCw5gF2TsILAqR2LnKZbhxMBktYHZRoRGy8dIn43RgozBnIYIMvYfmcCzh8YhazFk8vuFsNPofnWDt2jbhryMRcBcgLxt49m9e/DIj36Ie+56J1ti0GZCGrCXTKbOGpauZfwDfj9d0NqBnMJQpTP+l9/AWmrrsRjgpifo+rAuPqdEIX8JWKX3Q2CVHrQxSM8kx3ErPwgq5cL0BCKvhlY7ZLD65K5dWLs6j9Km7ThXXIlVzgJWtcml3GOf6ZfKZUwMr8cNK4bwmjUb0ddXxOzsDK8N/PdRlvCpDKxe1BqXHZRVIKtAVoGsAlkFsgpkFcgqkFUgq8CrU4EMrC5T5xSspmAlfRq1fkayBsJm9fk5/N0/fAO1JJmbfPYIqtGHUAouIXhKtI0UVr2KVFJYpa3T550/ha2seiJFmwbHCXD3e34Wl2/bgsBPwaoghl3Ier7SS/yu+zwWwfYGWZ3f9StA0gW8VTvv/8IOAYs+4Hc8EtMm+SXHLAUAvdfEYJnBqoBX6YMAAnubkp9i22VA57mUeh+yarC/aCyCEmnoEoPVHiiRAgsqg+PL2HfwOJ7Y9wjOzL4EhRWSIjinF5h0LkJSuM21qLTxwbvfidGhfkzNzOHEmUkcODnJoToLlRZafsh+mBRKFcshdE0TqlWCYwxxEgUzBSBpKgbyfVgxOIQ1o6NYObICBcuEGgKGbuLomVP40dNPYrJZxYZSCe+54x0YzBXhBQFCQYzZY9bzZjE98zhcdwJBEKFab2N2vo2Jmg5dN5Ev9CFfLMK0CP5psHVdtOwnalVu8w1DBEEIz/XhOKJ9n/5Lrfye6yJ0Aoas5H1LFgYEPQj4uX4TgRcyqCUvyb6+HAo5GxYDVvJUtaDR6ymqaO+VJXhOwP6rdG6XYBhDSguGTlYBLEaErpJKuYThwVUY6F8NyypC1XQ8uftJTE5N8fGf/NjvXtRK+aUHvsbvX5E1hroR+RnEQNttoF5dgOs1F8+V5FU6QzlRrLJfbLEEzc7DsHVoRgGx56J95vsoBX8Lu11HzXFRWmHCyCsIKhJa+4o4u+Uj0Edfg9gPIas+nFjBpaVxbI3+EqcOn4GmmICdQwsBNLrOkHyVgcjTocsOoMWYxNU4Lt8Ll+oqB4hlHUXNxmnLwd8eexBTJyfhOy7ChSpk24CkqYja1GKt4caVW/Grb30/gnrI44egK6XBiTXiPBm5CJbzPVSqdTxw/wMYG9uID/3iL6K8CKzy6pF4pCZy9HQzQ6wsApymtUxU9mI9EPVf5ELRE8QnRSHWrl6JYt6CF3io1ptsQ0DH0NiuNx0eG57jAqEvQtok8h62eKMh9DwYKkXY+4hUA0NDNq7dug62ErEalsBqhBCzDQcvnSuj7QMbVg9htKjC1kiZKeGFIxN45sUz0EyqFR3TZo3uhcBqDNpQ6QGrloX9zz2LH3zvu7j7zneif2CAgXaj0ehYYVwIjPLPEurf2fxIYC6VkYZt72OpQjVd77r/XdyN0Pv7C4FVcduSYK7E4iZVrAqwSvryrmK1PDOBmEP0aLxGeGLXLqxaZaN/0w5M5IexrjyJoixz4FrcbOO5dh0zw2O4MZfHtrFNKBYLHSsAYR0h4Xc/fnEBdRe1MGQHZRXIKpBVIKtAVoGsAlkFsgpkFcgqkFXgFVYgA6vLFGw5sErkIYICU5Zw5vgx/MO3fghPLwBxwECOP2xyC3XA6lUKxUm9BRmmRgKG9npS8mdXTstOQ3ISu1SZWqZjyIqBn/+5e7Bm1QqEJC1bEjzFxzIw7YLW3sT1jv1Aci3p66Xp7+eVgBWr58MVet5y7aK9H/AXAQJCDxfwD+z9QN99ffoAL3xQGfRxAHsCWUkBxqpChdv/qe2WVKu+71GMEAz1/EAWug7W4PWA3RSC0PtrujF2P/sidu9/DFO1U6yspA/y/Do98KKj1ooV+I0yxgZV/Lt73gEdAkqVaw2cnp7F6NoNGJ+ex/Ezkzh28gwcL4AvCW9TtgmQFaiaiN2h4DB6LYbwBEkDAsQ6hgb6sW3dGFYPr8LK4WEcOHoEu/Y/iwW/je1r1+KdP/UWmIrG/pyhQknwMQxNR6N9EvMLexAGc1yXatXDzHwZp2d01BstuH4A07SRL+Rh5ywYhsqKsDSZnq6JzkngtN0mmNpKvFHb/G9qWZYDCSErWF320iV1LVkS+B55oEZs02BbOixbRT5vCuWqbcKyLOQtG7qhs4qV7p8sGfzeXd9Bo9VkRayiacjbeehkVaApbDXQVxjC2PrXYOWKdcjnBmDaFp7euwc7d+3EmrVr8cv3fuwVLnni6V96gEKvaCzp0BOwSnYHnt9CrVaG49QZrPbOSR6z6asRjIPMdhRmoQg9V4BpG1ANG1IItE49ipL/5zC9eVTaAYZXkn2IgmYow1BUjNffi0bhBiiSCi9qIJINXLdyL0bnv4YzJ2ZhF/OIdQtOJIC1FsQIyTagLUOVfBhGjEbcj0PhvZjTt0KWSTcYo2Dksd+axxeP/gD1UzVWe8fVBiRbh6xr8GsNqIaBIcnGJ+/8ZQyHeUo/4/ArEfzU3W1J1w2qAamp3TBAvd7CV7/0FRQKRXzsP/46Fuq1HiuATnGSugmf6PMeycYJ/VzEyKXKdlHv7qPrFR1T8hZD2iQ0igOwCG4SmFbg+1GyESNBV2QResXhV7SWie6AKAj4fQRhiNWjJdywbR1sNbF0JY9nhHAg48i5CuaqbRRzBi4fG4TM4VEyDh2bwp7njkOzKLxKhRRTWJZYd5azAhA/D3j8H3xhP/75m/+EO9/zTuQLBRFelawzukqq2GVa+lM59RJFPt0foffuqlnT2i0LaRObl8V1Fkd1A67Ev9Pn9CpWxZylDS3aJFL4bKFE1grCCqAyO8mKVdcjm5IQu3btwuhqG4Mbt2PaKGHF+GkYpgSd/KclDbsbZVSGxnBTaQCXrB9DoZBnKwDyWBWbkcCnP/EfLmqOZwdlFcgqkFUgq0BWgawCWQWyCmQVyCqQVeDVqEAGVpepci9Y5Q+diXoqjTAqmTp+smsXvvPYXkh2PxCQS6EElUKbgpChjKQqhAOZxnBAT4Ire0Fr77nTD7Pcss9t5TJqjQZWja7DBz9wF4p5UtZ11a+LLl3QyM6POjC187Nuorv4EaHFLozsPVd6na9oACb0sidEXkADhnddcNJ7zk4SOf+wp+26k6ydQhc6BymByc6UwKeor3gtgqwEOkR7ai8Q5bP2KuR6fAJJTbxQc7Frz3N46sBjqLpTbOfAQJdgiDjZ4oAnWUN9dhI3XDqKe97+RkyfPYl8YYC9Qyv1BVy67XLEsoa2F+LZ5w/AMG0cmyhjZn4B9VYboaRy26yiGSAkwQ3UDI8JsBIopt9KMGJgoFTCyqER1FoNTM7PwwkD3HzZZbjlta/ndm4CKvRFyJbSzivNg6jV9gNhHdSpW2+GKNdmcXbSwezcAsqVOsMhK2fDtEyYZg6U6s3wQhb+vxwSFTockhXRayTeqrQ5wONR0thrlZStIlAqYAA7ca6BaqXBalcC4QROCRJrugydbAcIPpo6TJ3UoSqHfOmakqhYZWE3EJJqVYapCbsCgqvU3j40sApXXH4dNqy7BAW7n2F7tVrGg99/kIOL/uNHfuMVDdP0yV964KtcfPKE1TUrUSlLDFar5Xm0e8AqHdMJWEo3QXhI0/vTYebz0HN9sGwNsmFCik20Tu/GoPtfoUfjqDd1lAYsRFaLbQFKsoEF9Y04GbwJqkTq4zZsS8H1I9+BdWoXpuaaKPSXELKHL23MRFAjhcGq7IWQwxgahSopEs461+Kw8g62J6ERUTAt7LLO4hsHd8I700JASteWA1BNbROtuTJkU4Pkhvilm9+DW9btQBgrwsJEIe9QAeqWqlYJt9K1EKT/5te+ycrQ3/q930OlUWeFOVmdpI/zoV3XBiCdo2Kypsr0BFjTS1No2wVC1aI09K8TlCdgPqvjI1I4awL2J4F4HX9kVp/zG+LxRaFwdK0rhnO48dK1yGnkM0BTXbS1l50Ap2aamKu3EfttXHfZBlTnp1EolDA5W8ceCjXUSUVKGxMe22bwOrPUY5U22kgDGwYMfwmsHjl8EN/46lfx/vfdhfHxs3xvduzYwWpaWtPYLLrn0akDjYElaxGvc0usABbVNjnPUgUrB2z1ANze10vB6nn3b6nHqu/x/BcQXkIgSQxWyaeWwCorVsk7No6xc9cTGF5lYHTsSsyqRQzNngVaTQ4Sg6bg2XMTqBXW4nWbx7Bl4yWLwKoIwYszsHpRK1x2UFaBrAJZBbIKZBXIKpBVIKtAVoGsAq9WBTKwukyll4LVFDZQ0AmpC1cUbPzTN7+Fx/efgJYfAAIHESVsJ2CVPxOqMoJYKHsYLSSCpDQFXXisLlZ0pR9qCcMquoLZuVns2HEt7rnzZ6FSYgrEh+8u+CBQwI3vLwNWhWo2fX3BJkQS/YUeKQrtVawtfk1x1IVUT+n5EiFX8uE/sSRY5sN++kGfW7Mp9Ig+yEcxKFWceAP5GwrP1cTRj1qikxcgz1lZolZ7ATiWgoRexeqi640lTM3VsGvPPjz14mNw4gqnjzNuvlBQDEPHEM3yBN5y/Tbc/fY3ol5egKrncezkKQ69It/EVtvBipWjGD83gS1bt8KXdJwdn8Lzh46gFUmYq7dQbTrwo5jBIXmv0pihL5LKEuSMuCtb2AZQTagWBETeesMNuPqKHQhcFxGlcUchdJnawGOUG8+j1ToEKW4i9CU4noqWN4t2M4LrBnDcUIRLsWpUtL8TWKV6E4wiNa0A7pEI3xJGu8JJIt1UCAkHE9BK7k/goV6r4eSpszhzegLT0zXUGj5c6saOhZqVfHEJhmsqtf9SCJUMhQLHyDuUVKlsEcBpXwngpbAtDZopwqxWjKzBddfehC2bL0d/cRh+6HPQ14mTJ3Do8CH8xkcvzmP1K1/9Oo8VWdbYcoHAGo0xP2ijsjCHVrvWUaxSVc4HqwIWUi2NfA6GXYJpq5BNEwpyaJ3dh2L7j1CUJlCveyjmbPiKh0DxUPQ1tPsuxQnvbgTeEAO4wUIdV/V/DcHxg6g0AxQG++GHdN+ppZy8mynCCjAIIgYhAjWGpgNtZwC74nvhSsP8+5yl40facXz3wD7IU034UQDVDRBZKnKFAmozc5A0mT1Hbxh4DT5223sRg8aDjpB9VrsrQqqip5+Q0tOPYzSaLXz3W/+C6alp/P5n/m/U26IdX4DVC2+giDMuA14TuMqKd5p3CdjtqCXTjSFar0ghyWsoKbW73tI0ztjSgn8lg07BSvdk3gi/Y3Y6YBgfQsbKoRxee+la5HWh9qdwKtoYGy+32Qqg3HCQt1S8fvs6zE/NwrRtzFdd7Nl7GLJOCxNJXd0O8BQbOiLsjWcRdzCEDFZpPaXwqmNHjuArX/4S7rrrXaiWK7xxtmH9OoazrJSnboclNiysmE48oXvXYHrPDHNZOb28YvV85epiK4BFEDsJLzv/fLSFI7ohUsVqClZTj1W7MAQFMiozAqw2fYp4lLFr5xMYGNGwetMVqCp9KM2fgVutYOVQP7zYw+lyE6daBl5/xaXYsu1KVtSnitUMrL5a/zcwe52sAlkFsgpkFcgqkFUgq0BWgawCWQX+ZyqQgdVlqpeC1aXqKUlS4YcN9rn8/Oe/jBem5gDDhBUoiGSCUpSongQtcStqzAq+tLk+bS1O28MZrSbwYNFrMc3QMbuwgNtvvxV33PYmRH7AClABELpItkeUmvw8MRbtog6GZqk9QCJYXbbdv6sxvbDf4r9lwPXyAQEd0qO63xMwIKvCSI6hBBE0WUJY0FE2KaUbGCRo6scIvQixF8CJAoSs7pRA2fEUIMPKTVKckXqToBMxFgqx4aZhei1KCJeI9DElZDBIkFRS8dLpSex8+gk8d2QPZINAjSK8FhOFVqp+TfV2PgGa1jxW5WS84bXX4dIN69Df14dnn9+PlSMFrjFbE8gqqtUGVq9eC9eXYBg6Tp0+iTVr13Ab8rFjx7Hv+DgaQYg2BUNR4rtVBNwQhiIjZreA1C5CWAUQwLvrDbdi3drVCHxPAGtSQksaZNRRbTwHxz8NShAnkRyBWfIJBUMzE7puQ9ctVuWqCgVKGZAlAqoyA00G791blNwvoR7ktmqqHIGqFOKQwjb0UKtVMTF+EpMTE5ibL6O8UMPCQou/ylUP9VYM1yX4rULXdChqEkYkOwxOqR1a1dTEZ1Jch0KhV7rGv+srlXD9Da/F9dfcgNHBUVb5latltiw4NzGJD9/9K/+W4Xjecx742jdYvagZJkzNgk9K0Jg2QlxUK/Not2ocOsTWH7GY1+QPKsSPCXQm9bGiwOLwqjx0S4Oq21AUE87UAVjVP0dJOQSnHcI2FISBxKpETW5DKQxjKroT47UrWKi4IX8Kl/Z9GQuHZhCpClsBuCEpA31GkjSmSJ/MAktWVJMNhQKEKva334DT8dXk/szq+e8oJ/CTF59CPNXieUXD3zUV5HQTrUZDBOlFEfIe8Jt3/Dus7lsPSdMEUO8B6b2qdxobNNfqjSYe+v6PcejAIfzRn/0JGo7L40KsR4vV6YvXtW5QX6+qPfVj7i4PBO57VavdVnc+H4e6JRtVfB8E7OsZuh2FqvhZ6t8qlKsEXMM4xMqhPly7bQPyhkKnZMsQ8goleNriTQhSVUvoy+moVpus6q3WW3juuQPEbhkUk2KbzQxofUsgLm/K8PcB+7wSbGWLBtvG6RMn8Y/3fwH3vvfdHNRGGwyk3hYhcInNbK8TQnLtId9rDQp7PHv8nkjV3XSabBXD95PqQOSYH+wEfkFIu3gi9K7LZAUgNqc6tUzrSt0QyYPeD4XXib9j5EsLBHGMfJEUqwoqs1MIvQbPT0NTsPPxx1DotzC2ZRtc6LBm59FuTqAaAsM5A40YODgP3HTVDmy5bAfy+Txm52bYCkDY5SDzWL2oFS47KKtAVoGsAlkFsgpkFcgqkFUgq0BWgVerAhlYXabSS8FqVyGqQFYdKIGEv/7rL+NMu41Y12D5OiSieklbqPCHE6hKKG/EIwWrBI0EsDsfrKaQy48VlGtVfOD978Zrr78KXpupYedci9r9WdWUorFEzZU8U06O6W3vXdrq2wtBlipW/6cGY08gzVI1KYFVsowNFUDzAoaKTsnAo0aIquTBimJskAxsihX0B4DsRPDckELQ0aIP+KQGDiPY5GmpqwIsJIoxgqRUKcIQDH0oRKzHYiCEiuePnsbOpx/BiydegJETZovk1xrEfJS4VwlcYIsAKNDdCoZyErexttsNDI2M8LnvuGYbxjZvgmFZOHj4GBwvRi5fgtOqwc6ZmJ2dxuaNGxmk0CmPHj0BK5/HfK2OQ2dmMFV3WFVKEJjAYmoXQZYHvu8zcPjgW25HqVRCEHiJ5QG18GuIwhnUm8/Diyb5+qOA2vg9+H7I4NAyc7CtPmiaAKsU2KSqZHsggExnfKat2dxm3FUAi/smlKppXQgo+YGLer2CuelzmJ+fQb1R4zCees1BeaGJiekaJmeaWFiowXNF63dMkEYmr14RTEPzgEAZfc9txVHAwEkmJa4qc/jVlTu249ZbbsGWTVsRBD4qlQrmFhbQbLbw8V/4rYsanv/wla/DsC30FftZtVor1xD5NL9C1KrzaDVriAKPDX8ZWDL9SvyNeyw3CMCZ+X7oeRu6ScA6z1YP7dnDyM3/FfLKXgbLhkaJ9TFUyYKqu9AsAw28CYcat0PSPFxeeAar9e9h8lAdub4iFJNsI3y2FaFtGWaXBPuoNjwuI66hpsg4216H5/2fRpC3UIGJb/nP4sXjRyFNuZCbHuKcjiBnQDUNhNUGFALyiBD4Dj541dtxy6bXQlJ05GIZPvtTdDdU0nVBKFYjNFttPP7Qo9jz5NP44//+53DYHzhRxLPtR9Lev0R5mS5bYiz1puaJ+967NvSC0lQB2lHy85gV47b3OsW45P8VYzQJzusODgFleX0mf0/LwLrVK6DS/Y0DnitRJMNxqC2flKdCbUozod12ECSBdnUK60q8hcXrCIApjkkgK8NV8oIV4JVuXs62cO70adx/3334+Q/cBTufW+Srnf5dSO1ROps6kgRNVlmJu2fPHux64gnohoYbr78WN7z2ejSdNofVEWpOz0H1JAua89Wq3WosVcZyLXvA6qLf94BVuj6yLOmAVUmA1VxhgMFqdW4agddA4AbQDRU7dz6CYl8OY2NjYl0qNwB3BhNujDUlG04Y48WyjBuu2oFLt+1ALpfD3PwMg9n0b+inP5GFV13UIpcdlFUgq0BWgawCWQWyCmQVyCqQVSCrwKtSgQysLlPmC1kB0FPDKMZAv4Vzx8/gb+/7J9RJ6aUb0HwZktIFqzKFwYiP/hzywx/okw/epHLj9msCBMu8Pv2OvDopKORXfvUXcMnYGrjNsMMklkLS3oAm1l/1Jmr3/JuvaJnUbwYFDGhJCfm/bvwtBaodSBJJCBQCHTE0P4Cmq6j3aXhBBapSjAXJRR+17UKFDqAUyciTv6QnIReQOpXgnodW5MFwNfhSjEASSJDhEwuthHciafyopkRf1FiCGwBPPX8EO/c+gpMTxzpgleBLkPi1cq0SKRnVzGnU0S838ZGfexdKwyN48fAhHDl6GgeOnsBQwcboyDA2blgDz2lj9cqV2LBuHfuONpp1zM3Poq+vD7NzcxgcHEFtYRKXb9kIWbVweq6Fh556AWfmFojCM1RM7SIYrHoeRkZG8KHb38bq5xRssAIPCnzvHFreIYTxHP+bFK4EdcgmQTct2HYBtlVksKqoBFZ1fo0UXNAxS1XTKdgRieCpgrD3+xCe76Jam8fMxFkGrK7nsGLXaXtoNBxW7S5UaqhUWnDaAYKQIJbwx41g8nukuZEGufEcIe9GUi6T0i8JIRoeHsaVV1yNK7ZdDdvKsUqvXK6AINcvvv/XL2qgfuPB76PYV0JfsQTPDTA9McOKcFmKGKw2G9UErDKiEvXhNDWxEdIZw+Qnaxehkc8qe8PaUDQT3sJJGDN/hby8G74XcSu9CIfSIck+2yDI2jocan8Udfh43dofoFh+GuOnW+gf7kekUIt6xEF4JEGmOpHaUicQnYBVar0ma9SGn8Nj5bvw7KSB/itNfLP+NM4enYY05/KaI/N1GfD6LWCuxipKWCokz8X2wS348I63IacXkFMt+Ek6Xe/GEMN3SYIXBnBdH0/ufAIP/fBhfPYv/hti8pH2F4PVC0I73mBJx1EvWBU2AjSWO76oPXdUqKQFuGQEK4nxwrYDdBCprXtW0Qu9tgjQ6m5IBbKJMPChkpA98oVKXSamztJVfggLBrIfoGtjXSb/nJTjNP+6Lf9ikyMFq6S2Fb8LOdiK72FIimUTE2fP4v77/h4f+rm7eaOkM45400b4Jac1Sv/LvsO6jSd2/gRf//pXEIekiI8ZZr7vfe/DNTdcB9/1O9cj5rEAq+nj5QBruubzWrdEsdo5PtlkSZ+brj8Ee4V2Gsjl+yFDZbAa+k14tKmja3js0YcwWLSxdcNqSH4b42emMGgAbdVG0VTQano43FZx5bXX4NKt22HbdgesputCBlYvaonLDsoqkFUgq0BWgawCWQWyCmQVyCqQVeBVqkAGVpcp9HJg1Q8jbFg1jF2PPoF/+NaPgHwRMqlPfUBSuy2s4gO5ADJa8n36YbwLVkVI1SK6SgCCPmRLMhotF1bBwic+8UvoL+TIxhXUrd776ADUhBsIZir+0fndvwpWU+iQKGzTTuf/RYPwQh/sBcCltnvyNyTfyACKoaJcVPAYtcLHQD6SoJJNgARY5IwQAw4p7SQJehyjGAH9gYxCDBRa5IFKKryQv6jdl96ss36qAAAgAElEQVQV2QOQ2o+CfmJSsSaBN812gCeePYCdex/FbHUCqkkBWERaKIyF3BYXiYO5Eu12Eyv0Nv7Dz9+JnG2yYnBuroZnDx2HPVzEAikpZ2cxPj6BUqkfW7ZswZZ1G9Bo1GDqClaNDqNercJ1XCw0pzE0UIAcqJDMEXzvsWcwUW5AMTQBtgk4qnS9AUIvwKaxMbz3tjezejVtlU4VpJ57Gn70EiLUBSQKqIU8QBQq0AwCq3lYZgGaakJOwCqpVjtgtccfM4UnqUqVAU8SwMaIi0GzSDr3/DbKlTnMTJ5Gq9WA77us8vM8H47jwmm7aLfb8Dy6CQJw08YEgSG6H6kVgPB4TYEZDXDRfk+FCOmeRhJy9gDWr78cwwNDsKwcByYFno/b3/TBixqlDz+9F6ZBFgkG2i0XMxPTiP0IshyhXl1AvVbmOpKhRGeXIepaAaRzm+CvmctBtftgGjqDbAqw8iuT0Kf+BjYeF8rHUIaqEGDVIUnkjUvjK4dpfBAnvEuwtrQLG1sPolZtoDjYl3h+0uYAfZG1CPmcghXPtB1D/JNhqySh5RfxPx7fjIPzfdj87kvwnfKzqB+agV9uQjI1wNSglwrsDS2R5YHrwQ5ihI4Lc2QYH9l+OzYPjkExch0t6XlgNQmv8rwAe3fvwT//07cZrOq2zfMtWXAWqVEF8OQFbYn3ceoL2uPfy5NUPLf30QWNIqgqBYed63uZHSAeq+kpe87L60DnpWhdEGOT5n8KOxmmJjYYhD1lUqBykJjEmyWksCbLlxipwlUoVtPNsxSq0nuhjQ7bMDAzMYkv/P3f4YP33o1CgaxDBFBN7QzYnztR3Kfvm+ZGw/Pwxb//PLyZaawf6oeqSJgqlwFdx8999OM8hknhSTYxHIbHoFqA1aVr74XAc/JEVkGnj8XPE3ORHqliVdzv5cGq65Fa/v9j702g5DrP88zn7rX13uhu7GisJAiSEAlSXESRNElRMiVZkrV4iWxZkeRknJkkXpLMmTnxmThKYkuW5UTxKsuS5ZFs2Va0WpRIcQOJhSBAkFiJxr51o/fa6+5zvv/W7S6AgO3BeGjnnFtHze6urqp766v//6H7/O/3vjbbn32avqLFltGleOVpanMVhgs5aoEuW0AQGZwObFbcegsbb9ymwOrU9CW1zmVg9bqWtuxJWQWyCmQVyCqQVSCrQFaBrAJZBbIKvMEVyMDqNQq+/+UTr1N2ysWmIITRkSV87at/xfd2vorT06cuOqXrU1LQ0wvjJIFaQI2uvENTVZMcLgWr6tq0Q1maXkwrsBZpzFWrrL9hHR//xM9iiHJLqWKvIA/t809tBdqXv5edu1y+X02lKsFFiyqy5JkKWFzBetMSJaq9qx+/3WV71Wpe62JesQsBq6IEkwCXosWlEhw3RLEoQT0ak3pAS4tZLl6hQEPa+8MYX1pQ9aQlWmJ9BgWyxhaDoU6XG6G1IqVAFAgivpyiWlMwRRRuhsFspcVTO/eyY9926r4EV4lkTvUJq3PqMIVtc4eYerXM1tF+fva9jzAxfo5CIU+t2eLSXJU3b70ZzXCYr7bY8eJL1F2f+UoFt9Gi2aixeuUId27byuplSzl/7hyeW6evlMdrRdTiIo/vfpUZCRnSQPLdVUK7yBGjgNgPedOWW3jHW+5RUDbx+kyDjSLc1nEiThEjfpcS+NVS4DOOHJx8UVkB5HJFTCMBq6ZhJ4FfbfVlZ/BQ+gEm4zgJ5JFbp5IuUbFKIJa0+V9iauIMrVZTqVXFV1KgiIAe35MWa1H6iZeqAOO2MlaAoCWqbVMpcBVYTeEqAr0kxKsdUKaZeF5IueKhmyVGhpawdHgIS7dxjAL33f2T17Vk7jh4OLFB0HQCN2R64hKB6ymGWq3MUy3PEIrHaRSgCZRXveWvl3ErL85iDivXi+M4SrWq5/KE1Vns8S9i+o+jaRGmJiFdHlEQkxOFuwaNsg+lbexufpyjYzXes+a3GCmexXTyyl9ZPoIErAZqHDjKZ1Owqmw4mGqTwLTyPPeKxovHNXIrH2Jq2xq+d/oF6q+eU5sWTk9JBeg53UVagU8u1Fh5bI6BiSYTXRrnbhrgnRvfzGPr78WwuhZCuq5stRfFrVjEuq7HgX2v8NU//TM+9V8/S1dfH57rLyqe22i2c63oVKyn/tDJfVfYALTh6pXrxevXj8SnV3kid4hfk6W0/Rml6tj2RlUyiNsbRwLLxa9UfheYKuNRAKiC+YkSViBqMuaTTZYkCKsN/NVrySaB2AckatHOr4XNiPZGhGyAiGJ19tIEX/j8H/Lhn/qAsvQQqLrg2Xvl/lr7/GVuzJTn+eof/SH3r1/LaDGPHvrUwoA9x8a444MfZnDJkJpzsrYlx5b30JFCdhXA2jlp0vrq1wCrkSb/frT/ZYniZKNAbRomYXbKY1WsADCpzEwqxWqzFZDLO2x/7imKtsbWTaPUpsexPJ+8rjNXbWBpMV2lHiZii+7RjazfcpeyAsjA6nUtadmTsgpkFcgqkFUgq0BWgawCWQWyCmQV+AeqQAZWr1F4AatXu0nIy/LuEr/927/Hy+emKfQMoIW+Spq2rASmKmDTCVY7bADSv6l21gWFUargaitN5SI7hPlalQcefoD3ve9h3FqIJmakV4DVKxWr7cvf11kBXPlekvN4PShKlKSXi2gVrkgB8NW5aqK8usbt2iopAYQJADAk2bvLZrwUcVSFSxnkRZkq3qgRCkQFukaZkHnx4dRMSu0QG0F3EzToxWIIk/5YozeEnIRZycu7EXorIGr6yh5Awq4uTs3z/R0vsXv/C4SGi6YHC4pVJQfs8MNVoCWK8JpzPLR1HR94x4PMlyvElsbBsaO4scm6oWEFEpcMDHL65Ak2rh/FcQyOnptj1+5dTM1MKRgxODiIadrcsn4tt910I5ppsfe1s/z1zpdpihbRkHOWhCJRQEvbd4g4TNx3193cdfNNCVhNaZLyOhCweoQoPkOMT6zEg9KeLNRaQF8CVh1HwKqDLlBVt5TPaqIAXPSrvBpsSeBSClm1xGdVBichzVaF6ZlLzE6eUWEzSi0ciGJV/F0FsEqAT5woU8UyQz4vTWCqiSbK2XZ4lQpya88ZCehRYFsLVQCXWBaEgcHMfIOZ+RpdxUT5W7K7WDmygW23vf+6ls6dr7bBqszTIGZ2YhK30VSlFRuAynwCVuVLVKkqoElA3BU2GmL5YeVtjFwveTuHlTfR8yXiWhXr4p+ge9/CMEK0WIC2R+BH5ATAmiatWRe7p8h3qp/mz763gg+u/xw/c+8PcT1RcVtoup3s2PieUilahqkUvAKDbVPguEbLc/jiDyLu3tJkPHwzXx9ex55je2ieukTXYB8r6zr2eAXdtji2sYQeRNzx7CWGJlyOvGmA/estbu5exse3vZdeewjsRVuITri6AFZbHsePHuMPfvcP+U+/+SmGli1TYDW5SX06SGd7Eyad/+lqc/lKsQhXVdt/h2LzsvGotrQWfVLlb6oroGMJu3zzSF6rraRte+MuvF7kESvfUjMBhNK+H7hKuSqfr97uCuj0O5XApvR3eZ10A00C3F4HVRcsD9qPiyMKuRyzU1N84Q9/nw//5Afo6etV41udcxosmFaxbTUh5ybvsVapsuP732Ndr0OuNo8VhcxX68S5AssefQ9dpW4C8YRtr8HKj3dBXb5YxSvVq6/7N+EaVgChmu/JvwHyXpVStx1eJfenHqtGG6xGQQNRrOZzJk8//QPyts6bbr1ZWaTYnk+g60rV7ohPsGkyF0FpaA3rNr3pMo/VVMWeWQFc1xKXPSmrQFaBrAJZBbIKZBXIKpBVIKtAVoE3qAIZWL1GoV/ed/xy1Wf7ojJXKlACfv1Tn+N0NaDU1UMc+IQCiZSFZ9L+L7AoVawqtWnSD9v2CGy3tHaAzc6LXpVAHkLd83j/B9/F/W+5lcpcgIlF3AFWOxVanR6ropBLoFmKO9oekVe8VzmOSoTvdCBsQ4FO5NoJLC73cl18wb8JrKaPuhKwqtZb8ejTYky5WO+2OVOImJacew2m4hYDmsmIaFLbsED0YxUiau0TdKKYAgYFEZxK2ZT/YKD8CuX99UgbufJmlYAs0ANUC/TYiXG+//wuXj68G2zxrg3b6kABe4sqTXkNAYvSft+sjnPnxmX82I/cT2/PgLp/90t76B0apLfHplptUCx0MT5+kZWrlmOaOiWnj1cPH6S7r08p5I6fPMuxE6cx9YANa1cxNLKM8dkGh05cwNdEudm2JJD3p9q+Y3KawcNveYDNa1cpaCk3UeAmPr0urdZhwuhc4naoRHeSRi5q3pxSrDpOQX1JWr1AVRUMpUt41WJrdfoZpa3QiVo1QWDy3tPf5T0nMDyg0ZxnanqcmamzBJ5AQwGroYImCrQKLJeAJdtUYFWosYBcgbqW47TVqmbyntvemclYS4CxBLXFsUkQGZQrAXPlGjotBvuKjK7YyPoVN7Nm7QPXtVQugFWVpq4xe2kSt56A1UajwvzsNGEo1gYyaNqWHVcBq6J2FLBqOmIF4GA5JkahSNxqoV/4GoXwf9D0m5yYNVjVF9NnR1i6oTZh9JpGnG/xpfHP8uUfruPW6Dk++7H/G0ObIfRlo6ag1IGa3yJn2spvWdifbeSUvYhpOzx3QON8ucRP3DXHzhMBv9P1CPuOHyKu+Qx393Dn0xN0X2owu6qLPfcsoWyGbHlxhg2nXQ7ft5IDAy2WeBYfv/N9bBjZpBTNCehrq9fbP5uaIVFaCpidPXGGz/32Z/nVT/5HVq9dT8tNxqQalx1hfJ3q9k6o2qmSFzuQZDwna6QaXx3BVwpoy/2i3FUvIots+2CKsy6uVMlPlx0pPaPLLApiTZSmiTWIrMlqGZY6K2GqbEikFq6JHYAoWSM1BhKFqcBfgaKRGt+pcjWZL53nL7+LqlXWzEI+x/z0DH/4+7/LT3/ovfT29S2+jUR+m1jGJiu3AsayiaFsH9A4dfQg44f3M39+jOG+HpqVOstXb2DZQ48pKwBZ+0SZLOclryJK/rRMqp6pQLj9HhYnTftRsr5eoXJNHxMJsl1QrCZgVVW6DdGDOPFYlU2RyuwUod8g8CIKBYunfvh9bEdn65u2Ko9lO9ZoiacFkJPwQmJqQUypZ4Q1azZTLBRUEJ5szKSK8n//r7Lwquta5LInZRXIKpBVIKtAVoGsAlkFsgpkFcgq8IZUIAOr1yizgNXk4rHdPtpOgu7tzTN7fpbP/N6fUjYMSk5ehYdoBRuj3RK6GDyUgCtRRKXwQK4pBYip318vGFX3q6AYPyS2c/wv//QnuGHdUuYqoVJpSixJeruyvX/hdy1SF+PXelx6v8DH5GGvB68pIFY1uLYYdeEY11Sl/g3DWA5txjoNzScXBbi9ecZycEFZciaKs25Np6sdOiXIwEdjUvw9dWn9N5Qi1TU0+q44TtsZVF24G7GG2Q7kysfQ24DD24/zzPPPMXZuP7GdKGd1aRGWNK02IJd2WsW4wwSOaH6VJQNFCo5OV6FAT7FEeW6SN9+xlc3rNyp2cfz4cZqtFl09PczPz7FqcJgjp8bYsGkjJcfBbXjsf21MpcK7YcjF6QrT8y71VkBoWipExxLVXBtQCdTpyRV45/0PM7JkCWEsXoo+hBa2XiRmCs9/lTiaWQQpaUiaaeLkunHsPI5dxDASFWSiWBWvz/b4TOFUR9t0Z/t2OnaTQJ+k0FHsUavPMD1zkbk5aaN3CcV6wfNwfR9XvreSZG/TkjZ4CeQSoGslSlWBraLIVWpVI1E66gKLE2gsHqpiYSGRRUFgMV/3qDaa+LUaN6wb5a6tb6V5yWXz3Y9e10L5wv6DiwFhsc7c5LRSBoqK23dbzExP4PvNpNVbxoYag4nHanJL1L5yzlJfO5/HzOXQLYt8Pq98NVvnf8hI/HlenfH476eX8vDIPD+xoqaUeqKyNkODyIVf3/uv+cHhmzCCJh/Z9hI/ft83KXjzaEaBIHbJ6WKLkcMNmvi6R9HspWBrXJwf5tPfgJ964Dx3rclz5mzIb88X+PZ4jri3m2IrYO2JOpteq3Fxcz8v3zeCO1Nh2cEp3vJKjaOrLV65uQuzBQ+uvo0P3PcYtsTF6cr9WLWTK/dRsdsIPFxTJ9C6uHBmgt/8rU/yy7/0K9x86zZqbnNhfbvyw1hQq3YA0ET9KxBy8dGL60cCL9Wa1BF4pdbQdCMg7fZXKLbtj9qpsl9wGVgMGes8rzSMLH39xfG9eEKXjX+BngneXVBsClSVoLW2mFutHwvq7kWXA0IBt4Bj2tQrVX73c/+V97/v7fT19an5kG6+yXuT9c1WdiuizlcOGphBhGUYnD5+jEu799ATevT0FtA8n4lGnYNBjoHhQYaWDrFi5UqKXd1KtS6he+m/Lwu1bW8SXU3NmtZn4bHtD6e9tZJsDMpaKLB4AawmCmU/gmKxV6mqq/MzxIFH4IXkchbbn3uaZrPK1ls2o+sxluEoKxbZkBCFsMxveW27NMjS1Vso5R3mZqYJxdpAoLJu8qv/+l9c1xzPnpRVIKtAVoGsAlkFsgpkFcgqkFUgq0BWgTeiAhlYvUaVUyuAtP0xhZb9PXle3XuIz3/lO4SlLnKOpSCK6ThobbCatjWn4Eo6y1MloGCANJQjvf7uPIX0OC3PpzSwhF/8hY/Q32VTqS+C1SuBqsI8nS3Kf0ewqjreX9/dvIiO/pb2/87zvh6wKs+XtndXC3C0iPkemyNWhK8L4tRwicijUVBwNyTSdBro0vBOTrWgwgw+ZS1iayxKu0WYnMIZ9RZjTUGQSI/IRRqlmZgjzx1k+67tnJ44hOYI4AjRNZGzti0alLpY+E+iYAt8n6FCi7c/dDeWY3Hm7Dhnz04wdvwYS5cOc8Oa9axauZxGtcySgV7WrF6J22owOzvP+UsXWDu6htiXd2Vw4vw51oyuor9/kMlyk+/teonTk3PYuoMjWlsV5GRKDhV+4LK8v5d33n8/XaUlKpQKTcKQLGwjTxSP4/uHEJOEK1t9xdfUdko4Th7bErAqgFO8VRfBqnwGScr6lQFDnSnuCehKwrLafsGxR7U+zczMONXKjPJXjcRbVUKrXI96w6XelHRw8XoVrG2BLiDVVMnqhtn2VVU+jYmgTtSHmibWAVY7Id1TXrMtV6faCJmemWHtkkHe9/YfI5hvUT4/wVs+9AvXtU6mYFXNVQzK07MqWEx+Dzw3AategzDylM2FgNUkXT69JWBV7so5BaxcLgGrtkk+V1BrQjT+AiXvd/jD12Ke5AaWWDP8b/3jbBvW8DxXjfkLxwv8+93/hjPVPiy7hOV5/Nx9T/HOzd8min2KAskNjUigtOersWdJOWObv355C6N9J3nz+jot8oyfizlJjV89NkytZ4j6xfP0+Sb37asxt7Kblx5aRvdEneGLdW4cqxCNFDm+rkBomWw0h3jHbfdih61ELSzzRYVu+YkNgnx1D2AO3cC5qRa/8en/zCc+8c+4954HaDTF+fjK8XJ5cFK6PiVWI1fbUWqrKttepqnKUq2hSh/dtklRT03U+Avjpr35kyLZ9DmJyjU51mXrk560tF+5YdSppE1/TpS0yS6YUq6LEjT1VFXwMrVUSaCrsgiQzbN2N4D8bugGedvGa7b4zKd+g7c9ch8jIyOJsrQNi2V9ksdpQYxlysabh4VHa3qCs2enef7AIdyZS6y2HfpMk2I+z0m3xjPHJpTi1nEsVqxcwTvf/Rj9AwNKOS7nLZsYC++rA6z+bWt3Z70i5S+SgG2ZCylYVV0ZsjaGUCj1Ypk6lblpZV/Scl11jjuee4axw4dY0tuDbejYXXmsnKXU3blcHjvn4Dg2pcHlrNr8ZmzbZmZ2WgURylog2PXX/tUvX9ccz56UVSCrQFaBrAJZBbIKZBXIKpBVIKtAVoE3ogIZWL1GlQWspp56ndByoCvPd77zJN98cgfFoaWJujEMMQ1LBd10qlXTi1NJe1Y4QEGc5GL/ahf8nfc3XJdVG9bzS//iJwga0PRidbF+rRDsy9r1JWzk76BYbVuJXmaL2FmO9DUvBxCXh6Kkj782WL2aY2vyrJAIK9IV8HQsjfPdOgdVG7uOJZ61Aq2k1VpUp0FES9c4L228mkFJKimqKk1TkFXsGRT/6HgDiZ5NVV7pfEV7KGDVvuhy8Ol9PP/iM4zPnsLO5ZRHoYBVaQtXbbnK31M+28QH0XNdtgzrfODdD9Hd3YMfGpw8Nc7xkyewCg6np2eZnBhndvIio6uWcde221i/dg1nz09haiHrVq0kaPnMVcpcnBpn1epRDCNPE4PvPL+T01NlHKcLQ1S4wiAFLZomodtk06plPHr3XQqOKmUcYltgYRk2YXyWMDiGrtWvSF4Hy7KxnW7VKmxbeWUFoAncFDuAy8KrOoB0Zxt2h1dkAmcWwWoQthRYnZubpFEv4/stpTKTcKNW02euXGdmvsr0TIW52SaeSIxFcW3oid+qllgRqHHQ9myUz8m0ZONBtNQSYBWimQZ+YKg69nc7/Nuf/xgrCss4deQI3VbE3T99fdBFwGo630QJXp2dpzI3n6jyfI/ZmUu4rdoCWFXt2R2p8Z2KVduS8CqnDVYtcraMSAhn9nDi9B/zmQs21YE+4jjHjfWTfHxoklu6I1pEPLd7hN879n/SDAJyRoHQNLFx+Vdv/RMe23CAqXqDkgQEGRY+AYOWg4/HicllnJjS+cBdFwl8G8/LMVutUuoa4YuvdTMRDNMbVuizHFaWwegqML+iix5PozfQyLsBue68shZpEtKDg1dpUCdRnxpKjCs2CaGqkzj7Rt1Lya1/C6crOp/+9f/CT37oQzz86Dup1WpXXUWvtn5euSl0+bqR9punbfXJ93RzK53vyWZQG5im877tDZ2us+ruKzxe05NULfxtT1+1JreVsWr9aI//zvX58nOME/uU9vFFeS3heOItLO9Xvge++A0HCk43PVdtNsjZuvUGf/Fnf8Zdd9/GunXrlP+w/HthmInXq0hUZd6LdUxrdpLymcM4zTkuTDd58rUxkcwzWijSHUSU8kVOhQ1ePltR6nbbtPD8Fm+57x4eetuDhGECQRe6I9prpQqGu4Yf9pUq9YUPtW2NokIaBXIHordO11v5MEzyxR50LaZRnUcLfDwV2OXw2sGDHDlwgMBr4bdctU4kcF3Gl8Bk+TctZvUNt/Loh36OXKHE5MwsXtCSGDu1DvzaL/2bq46v7M6sAlkFsgpkFcgqkFUgq0BWgawCWQWyCvxjqEAGVq/xKQhY7bzITlWo3bbJH//pn7N93zH6ly7HQ5SkYMeSMh1eBlbTl04BpoKuHW33qYo1vaBPjyHHbbkBt927jX/6Tx6lOuMTxAKjxHNvEdIuXNy24UP6e6L0WbxdTeEqf1VWAHK7Rq//3x9YvXqRRZEpnqeSKGXnDE50aYzpMYnhQaiAR6+EWKHRIKYlnnwippMwoTimLME+ukYPJj1tBZscqdPvVfkGRhqhWDlosUpFj07W2f/ULl7Y9zSV+jiWXUi8EEWxqpRp0v2cqKVEpWmqsBWP29f18MF3PcTJk8fJOUXqNY/JyQk23bCO7r5epmbm2PnSXppuSMOVtHCNZqPC+qVDPHDHHRTMPBcnLlJtzdLX04Vu2mA4HD16mkvzTS61fFqmQST+mbGJLr6WQcCtN2ziwTffpQBE8v6kRdvG0qVOJwmDkxiauxCok45bAatOrgfbziHwTxdf1bbH6rXAajoWO8fWInBZBKt+0KBam2a+PEWzUUtgUuApf9V6PWB6psbZ8XlOnJzi4tlxojDGNB1iPVYBXcpCtS2ZlnFmCGBSIVcR+ZyEbCUJbl4gY2OA0dWbuXX9eu69cR1zZy7hNaoUiwb3/fT1QZcUrMr7NHWLRrnK3MxMou4LQ+ZmL9FolJUVgBKqKviWALWkHotWAJbpKGsHUa3rto0j39GZuHiYrx36AnvMHKGpzB3QGhFv8i/w0ZUVVuY0vvDc3Xx77L2YtiiRxZ6hgR+WWFOa4d88+BesX3IA4Vg5PcZ1bJxAJw4LvHB8FZvXnGX1YAMvsDl3TqNVFli7nMLAGnAGKMaesg8OHF0pAC0vRLxSXWKaprR1BxQijZaooMMQ1wArziebCm0lZhrSRBTS0rtxNr2VC36e3/n0p3nbjzzMY+//ENVGfVGtueDNmngAp/C6cw1K1ajJ2rPoiirzdrFtXS0LC96reodaWL1We74ngWhtS4vLLEvESiAmCGQeplYs4g+a2nvIzwFhO3BN4L76PRSPYBnH7QA2CVuSQDbXxVc2Fy3lHyx/F1VyvVJRfqAtt0Wr1VR/U8Ftoa/mrlh5yHeBvNLSnzdNHnnHIwwPDyuwKnYYqgyyi2O4RJpF4MLcxUt8/8+/yvLeIv2DQzy3/xWWdFuMLunHDHxKVo6xqQnOViP82EDyw+RYvX1d/ORPfYCBJSP4YbAAVpODJKrbxL/g9bcrFe8Lj2iDVTlHOUaqWFVe4OJ67IeUuvuVfYTXrEPgKRuXXD6PZdvUW7JW1FVtGpU6rXqDWrVCs16j0ajRqNUZWb2eh9/zIQqFIpPTk/iB1w5XjPlPv/iL/xj+v1J2DlkFsgpkFcgqkFUgq0BWgawCWQWyCmQVuGoFMrB6jYGxa+chcrncglpKHiZtiqbr8t8+/0UOnp5mYHgZrhGoMBoBdqKITNuqU0iqLvrbF/ZKnaTay9O21muYrIoqKNJ49D1v4x0P3kZ1Rnw1HXTdQ4sTf9ZrwdLkIj3xJ0xv/7Bg9dozTwCw6ncXZVXe4Ggh5Ky0tSospSmFrqiWLBXgAnUJrSImrxnKo7IRR+Q1ne7LommS46VvX4JXEr/OJBDG9qF2ZJaXnnye3QefwQvK6FqiMBRFmGp1V+nk8goCZRMIIVYAD24b5dEH7+TcuVPKK3BqcloFvqxYuRTbKCqw8tprxxgaGqaQy1MuV3hq1076tQym6DgAACAASURBVIh7bthMf6GP+fIctcYEpt5SSuF8oUjk62hWkbpmMllvUPECydJSytxaqLH+xlu59dY7FOQTkKRa02ML0xCvzjHi8AxSkc72ZfnMlVJVKVZzWKaAVfFXlXFkKNXqAjhvg6krVcdXtkarRLW2Utj161SrU1SqM7RaLQK/he+7eL5PrR5wcbzM8VOznDh1idr8NAPdebq7CwqqagIZtVCp1QxRsBomtiUWAeIJq6EsDGxbwbOWB/2D63nkkQ/gBCaHnn0CozZPT6mEmXd4+8f+j+ta2p9/+UCSKh8L8LJwqw1mpqbb4UUR8zOT1OpzhKHf4bnbkXifglVNlMGJWtV0LHSlDrbVezp/4ST/7cjXOK9Jq3yA5caELRujGHJXfJF3F1y+vOPHeHXuHkyzhhYlIM7ScwQtj/U9U/zLt32N9SOT6G6Abms0jRzTk/1MNTS2rrtI6BUYP2ZxdipCr+nQ08PaDZtUYFgcmvg6mIaxkEAvmxZioSGw0QpRYE8gmOaFhI7UQ9rd06C9ZH1SPqCGQSsqEI9uY84e5POf/Rxbb9nK+3/2o9Sa9cRL10xsHpR3rp60uV+5Vim1YpS0zXeOV/V7JKFSifJTfQnsDEK16RGJf28QJNBSQKcvwNPHcz3V9i73y89isSBqUbGmaLlNBURdUY0KKE0hqUDRUILW2krTsB2YpeZ6unIs+g/L21BewGq8GmrMipWFGr/KuqMdFNj2z7ZMqYGu1NmGldRCYLtj2XSVSuQLoh6XdTzZTFA2AKplP/EjrszOcvHIUfTqPHh1Dpw8w0SjxpYVS1k+IKudjx1B2W9h2wX2HDnNiUvzGPkicRRwz5tv50fe9qhS4afQWdVdb28KXA2sXuFLczlkFYVvYlKtLFXaa6KMK/FHlu2+XL5Lbfx49aoCrPJZGjIWcg6+fJbqcfKOkzkn408AvqyrbrOFZjmMrFhDyTFVAJYnPq1iOG1Y/FoWXnVda1z2pKwCWQWyCmQVyCqQVSCrQFaBrAJZBd6YCmRg9Rp1/sIf/QWrV6+mv79/ARAIaG1MTPJbn/8iZ2dbDA4vxzVDyRihEICn/CETBVUnUEiVoaliNb1oTSFs+tj0fuXLZzl88Gffz+1bRqnPuMQCxAwXTflVpondVw9n6QSrfxOAfWMUq9ceyIYmTe2i4Y0wCxZHCxFToBSqdWBOk9TtkG4sSppOM8m9pz/UqGlQ0WMFswUgrGm3tnceTViBT5gEV0VJArjpasy8cpEXn9zO3uPbieMmWmwnQDUFq2ECUwUUpH6Kgefz4JZlvO3+bTg5i2bL5/CR1+jv70OljAva9HzmZmcZ7O+n1WyqgJoDBw/R1ayyvtSD5VtKoeW6E4RmA0fS5CVgqtSDme/C1HJKqRrELXxRxWkW05pNz+gWlqzaKMYJSeCNSjK3MPWIUDtCHJ5H4daO1n0ZW6kVgCWt6mIFoGCqwFVT+Zh2jqMrP6XOtuCrKVZdr0alOk21Jv6q0v4s7f4tWq5PtRZw9twMR09McG58ii7H54bRIQaHupUPo2HLuct41rEEPqXfBcwZuvIzFcuCMNbp7llKobiKVw5fwG1E1I4doBTMsXJkJV09Q7zvl37tulZKAasL7dyGhVdrMjM1pQCkwHyxAqjVOsCqCly6eniVWBuYtihWbQzbUSo9yzCZnbzAp/Z9hTNWA8vTKPgOXmMSP2+SC3SWT00xPvGz+H4/QdRA97vwnCaO6iKP8b2IDQMT/O+PfpfVxXEFo/zuYZ49sJyV+WPkChHHDmhI13mPIbMmz0SlTH5wObfdcoOyx2jmDIwYDD/CF28NNHJhTKBptIIQ23EUmJSdGOUFHck8SOBZ8jkkfqRG7BLEORpLt1DvW82XPvd5Vq/ZyM/9r/9SqZVTACuAU5SJSp3YaCRqzlaLZrOpvuRnt15XwFN+Tr/cVjLmQ1cAva+C0FL4qdSkUZJ436lolZ9NM1lv1Xg3DAW1LTsNSLMwBdiblrpPNhossVqQDTJdHmslINiSIDVLwX2BhQk8Tb7UJoTshomTRTtoSc2bdpiTBDelStfEizT57KSdX523PE78W+S+VPHc9nMRkKr+vWgHI+ZiC80S+wWXHU88wS3rRxk7eZwfbH8JvVBgac7m1nUryecMHENH63JY11PiuUMnePLlY/hmXm0ErV42wkf+6UcJ2gA1VVmr79LNkAZTdaaHdcyiKzdYlHQ4WSzUpo6CtJpGo15nbOwEFycmlcfq3W++g6GBPvyWfO6emgeyqdMKVFxYElqVlCJxaVAMO5lTsjaFrsvk2WO05qeV3Upsl4iNHL/9m79+XXM8e1JWgawCWQWyCmQVyCqQVSCrQFaBrAJZBd6ICmRg9RpV/q+f/QK2nefGzTcquCpqvGIhx5GDp/jCl/8UVy7iiz3YVgHDMPF8F8tMFHhpwE+qiBOAKRejSrHaDhNRV5Yqar6tPlUqseRnPwxxBvv4+Y+/n/X5ESpyOWuEmJJYfy2Rq1wwq+v/zgcshrcoUPg3jKhOAPt6Z4CFq+BrvsK1XlvpPq9xAS8X7J4eU5QU7B6HF82QaVGsRjp5SVuX9yMp1FFIaBjMxx7zxCzXVMQT80T0CE5qA4SkNVUu1BcDawSWethK4SXkyJ6LmXzuJE/vfoaj5/YkCuM05KYNJkWlKABCQli02MIX39XWBFrcoKu3l/Vr1rBiaAnN2SluvmEN3cUCfmwxcWkGLWhih03On77I0mXrOX9xL3Z5hoGcAQIU80W6dFu1utZadaWaKxQKlETJlpeQKRtDF7iahMJEmoblFMgXC4Sr7kDLF2hRJNAcbHMeJziMxkwCcBTUSWogEENgUc7pQcCqaTnomrx2AmcFGCWsZNEvsk1PFuBQConSD13a+eUziwlouWUq1TkFisVvNXClrdqj6TaZrjQ5c67CwdcuMDczxdrhAps3raZ/qF+BPKetalSt/211Y6pwDGMBYC6hr6tgGzfuYa7cx/GxC5x6bQw7qhBfuqRaqletGuZXfvNL17VObt+zH90yVd3UPHUD5idn1fsQ+Ds9M069NkezVVcqQoGPMrwElimVZxsuqXktUFUgnZPDFKjX/r02P8MXd3+Fvc0z3NR/DzfGy6k0z7Bn+kXKBZPguIl+6VGlwPYiUY9Cw8hjN2cxtDxeTiNq9XDHqr38/EPPs9py2dPayvmD09y47DiXLkQ0Z226CiZu2M3J6UlOXfAYGuzhQ++9LwnRChN7EpmCC2tDLNBUbCZkgpmyNYGme0SxKOJziKxYC321POlyUr6HQ42W3UOjtIaofz1f/sYP2L1nP+vWjRIpCwiPRrWmQKmn4KiXvEbapi/q8zasFLAp98tGlfwsXwI4ZR7kpHamSVdXF4ahqfvksVYhp/4mYFRtRjiOgqNOLq/UpAkEldC3RCl75aZVOpaVWrJjJbwMIsah2kiRm4RUpeJVWb9ESfw6he3CeiE2AqK2FaVtohxPVZ3qvoXgrcstC+ScgyBaaNcXL24rpzNVbnLo6e/zvttWsOvoOb727D667G5u3XgzpZzG7OxZZLdoxdAIa3pyWDY88eJ+XjlTVV68xZLOx/7ZL1AoFtvKYAmxMlVdlJe0YSh4LTVP/Y3VubT9VxP7E1E5+2rMiMJY1Lepx6r4QM/PzvHED57g+ImTKkWw23BYMlLkwcceY9XGO5TSW2w/IvH71mNCz0ePYnQjR4wnQlQMUbEGMboZE3lN9v7wGSbOnMHRNXK2SU+ugNZ0+ereA9c1x7MnZRXIKpBVIKtAVoGsAlkFsgpkFcgqkFXgjahABlavUeVf+aX/i3XrNjK6bpRly5YreODYJjuff4k/+9bjBNLOGXmYvgd2HqPQS07SzqXttg0z0ov7NBwlvfBvX7kreCdX7+pxCWNNgpLCkIE1K/jYR97NUNxHU5STRoDZVqte9ZTbYFWx2rZiNiUD6e//UGD1dQqo9hsQAZ0oSuX9z/VZHNBDpVIUQCpN+Xoc0IuBg4avoXxWw7a5ovitNrWAQfFglRbatlIsya8WYJSG20jkj6VUe2I9YE6GnHr6CM+/+CwnJvYrNZu0HCs1V5pIHgWJX27kE4UabhAy3BXy0JvWqPbjMxcucXFyjqnpWdasXsWKpUOMjCxhttakFPisNXW6fBPXN5kovwLNeQrS2W476KVecsUSRdtWYU+i4hPIIQBG4Jzj5BQQE8WmUocJ32m3WXvd/Thdg1jda7C6homtCoF2BC2eR49SoJ5ANAGrolhVYNV0lAL67wOsKkgSSZt1mUpllpbbUEBOgKS09TbcJjPzDU6cKXNk7AK1yjwblpW4YcNKegZ6cXI58uJBmnqqmqKeTaCY3HQjT0xd4niUR22o99MKhjl05BQvPLNThY/lDB937gIlPeZL333hutbJ7S/uR7MMsd9Nju0FzAlYbQUqMKfemGdmepxQWtMVKEvGTydQlQMrj0xp/RZYLLBP1JBtsNqsVfnSC3/K3vpJblt2H+u8IabKY+y8uJtKlwMnA5z59yr/WWHWlq7jintuHCi4HooPqmtQajV52x3HeNPtJl97vMEqXmHLUIg776Hl+pmu15mablJ2PSKtQFdO5z3v2MZg3+CC3YGChUEChZWVhK4TeE1spV42cL1AhaUpKwAZc+LPaZr4saZ8SWVulEML+tdQWn4DF+bqHBs7QRQEKjhJWr9T6GwbyWs6tozBtnq0wyYgsalI4Gr6JY+Tm6ElcFRZNCjwl8wN+ZySQLnk77IhYYgtRtvvtnMTIF3vrrbuyH1h26+1U5Wtnq+imS4PzrpSuZ1C0xSyprYFqapWWvHlnORcJTyvs3V+oZOhvUZLG30KgtXfZAzYGnOVFkee/yGP3riEQ2cn+fOn9rJu8y3cv/Vudr+4ixNTp7hp5Si181OsXaIzPNBNZOZ5/NUxpoKIXBzxvp/+KYaGlrQ3BBLYrMau+FMvqE477ldq1OQm41zGikwLWVUSS+QkKFDWlXq5xjf+6utcOHdRjSdbrDCCgJGCjp7L8eAHf47i8qWJElp5iqevqyNeuYahBpha22whrJHPxTNjHN3zIkGtjtdq0NNVZHTpUroNm0998/vXNcezJ2UVyCqQVSCrQFaBrAJZBbIKZBXIKpBV4I2oQAZWr1Hlf/dvP8nKlau58abNDPT1I23r0hr+nW/9gO9vf1GlbAvc8eYmaEUmheFRli1fp9pKxcsvafFMrihFdZkChAUPViVQFVqzCEJTpah40q3behMf+YlHMRsWkW4Q6wFGbF4zaCqFqEphtKBCXARB6jz+hhH1/5ditRN4XHl4QSnSRB87Bud6DA7jYoRm4lkI5OKYnEAWdWGvKU/VpqjRxC4gFvQmoWHgEWGrYLCkvVRBmPbBRI0n8i6lY5Vyn3c59MTL7Nj3DBdmXlPKN4Eicjzxc0xYd4wX+8ReU0FKCabZtLLAP3n0HhzbIrZynL80y8GDB+kpFTl//gKXyi0mZmYIpmf50O3ruXV4BL8RMeVNQFTDiD0MLHLFXnK9PTjFIrphKiAnh5TWaVH7Sbu3BEzZAhxV4JGcV9IWnS92EVs2vlEi1zdC98o+vJIELFUx2vYFolhV6kQBq7aDY0v7/f97sJp+bpd5LQp50aQlu0WjWaZancP1JEU+IAySRPRGs8nkbJ0TZ2Y5MnYRt15mw4puNq5bpgK+UrCaqhcFzFxmn6FbRFETTXOIybHhhnuxnRX84OntfPkLf06j3GLJSB+WN0vj0ln++rn917VOPrf7ZTTLVKo6pd71QspTc3gtUW3GNFtl5ucmlRJd00VZKJBoMbhHDqpa5EV1K8Bc2s0dJ7E5ELBq2/jNFn+246s8d3EfNy2/i1FrKdPVM+w6swcvZ+KMt9BnP4ArvsmiEgwNYs3CsMS2wiQSj0ltmsgzGB40WLO2xoU9X+ejDzSZG3eYmTeZbcX4oSSoA5ZHtWpiahHveORN3Lhh84KSUkZSEtAkmxex2jgQn9I4FC9TjcCNadZdAq9BHLjKJiAS/0/dJjAdtOIAS5aPMrBmE3qxj0iAmEBYAXCiPAw93JarXi/RTMsYTABpAusWlfSyBqabT50fnvjSVsoVzpw5reaCdAqsWrWS7u5u6s36gmI0Ba/JGF1UXC8EbS3M/WQuX5ZpJfNJKHZ7I6bTPkOB878DWO1Uroo9weVw1U/OU6wAlG9s8prqf2q/R1M2ETLuVZCW+lxkTonna0QhZzExPcvhHU/x6I3LOTNT4a+e3UsYO7ztHe9k6YoV7Nm3h1vygywdm+NQ6yiFoQKabfPUsZNMy0aTr/GuD76PjZs2qjouqpaVbFl9OLLutbfyFtS1rh8pewQFVtXmYFvlLB63sViuJH/fvXMXT37/CXJ2TtkbxIZGXoPbl/SpYw3dfT9r7rmbWDZB7HxbKRvhiYewFxLH4m3rypBXYF/3Wpx+7RXOHztI2GwReh45x2RZXx+rBpfwX/7ye9c1x7MnZRXIKpBVIKtAVoGsAlkFsgpkFcgqkFXgjahABlavUeVPfvK/sXT5Cm655RakRVPAauR7fOlPv8FL+1+ht8fCLU/RqszR8gLM3iH6V29V7dxKTdVW4am2VMGC7fbUTtXSYrJ1mwSqzJgYP47Y9sDdfOCxtxLUJOTHUj6eEpWiAp+uckuVdJ1gVdRn6f3ylH9sYFWCn1RKdZfNxaLOcUI8Uayq9tlQtYT2aCZWrNHQYhqinJO2aQm00sEWL9Y4Yp6AAXRMgRboKuxKFKyCcgKlcU2UbaYPwYka+57azc59zzBTO6PakcXPUSnRQlFRxRBGtKSl12+o3z2/yT03L+PRu7cyduw4A8NDSnFXmZnkrjfdwvzMLBdn6uzesY+xIwfpjWvcsGSYrjiPJtBTrA+1QLXV9vX1k+/NYRa7sKyCAquGlaj3AgW+khRxBWBMg9BzE4AlQTShSaGvC1eCeqKIvrUrKK4fIFKEWoCFgPQ2WJV2aQlSsrsxTWmvFm9VW3mz/l2sAK4KVpXSLyQIm9Tq89Tr8/hBKwGOQQIdBaxOzNY5fmaOY8cvELoVNq7oYe2aEbp7E7CaE1VnG6imgHVRZShtyxoSpN7ds4YbN72Vi1NVXnpxP7t37mP7rp04usWqkSXU5s7x3cefva518tnd+xKFpuTjSJCQH1Kdnsdt+ArCu16V42OHOX/hLJadU/PacZJ2dQFp6XxWykonhyGqVdvBcES96mA5Nrgh39n3Lb5+6PsMDW5kpDDMXOsSZyZP4QQNVgU65069G0/vVhYSZiwwWSc2PdAK2DLWvTKhrrFkuEFj/HmGqxf5xZ8zGT8jHrw6w/0GuWJEQQCWYbJjV41y2WLDxjWMDCyjWq0p799avZak23ueiAXxNJPZUGeyKin3Pr2Ow6rBQQbzJnndJbbzOKUuZW2QH15Nz8Y7MPIlpWBNxNEyzhK7ALXCRZF6ba0dAKXJOExVku2NnrRuSp3dtlNIPzz5XcDsEz94kp07d1KvV5Xf6YaNG3nooYfYsmWzCqGSeSzvQwFb8eOVYLo2tO0Engpnto9/5QBRexBt4NoJVtMxr1SrCojKwxIdZ7qWXnaMthVAClblvKR9PgnmShTwCyFdScmUQrU6X+bChQvMzZap1+vKi1aU62I3kDdtGoGHPzvBB+/dxtiFCV44cIJmGHPjps088rZHePzJ77NpKuR93aN87/w+pkZ0WjmDvWNn8Zw8hgc/9v4fY+OmTYl/sWWqmrmuHCNW4Vn1euJ5Ozc3T6VS484736xsFWq1mvKtfX67+E+HDPYP0NNdVOpXmf6y8fCNr3+Di2fOqlZ+CW4UsNpl6Wzr7aK/u5v9zYBpQ8e2cvR2D9DT18fwshH1ZXf1ks876rwkoFHEq5fGjvLKrmeYmzxD1ApwHBudkD7HYePy5Xzu8eeva45nT8oqkFUgq0BWgawCWQWyCmQVyCqQVSCrwBtRgQysXqPKv/cHX2Xz5i309vaqRGqhEa1qld//4l8yNnYMPZojqM8RSYK7laPQN0JhxRYF6lTwS4ffnyZt5W3vv8vaQSWluX18US4pbCVefYbOw+95lEfufBNN18URbaYWECtn0f/ZwKrAvrTJ9Ipi65pS8/oli9NWxDk9oKGZCpJabWWqoVp3oaFDOQ5xNcHUASUM+jAQrCea1ED+K4qqWFrFDQVdBfKIjaQlfpKif2xC9cA0u7fvZPe+p2gEM0o9ppRuEo7T9knUw4BmEKBFHp7AEr/Fu++/ibfespaxsTGWrh6lUq0SNBqIY6Dlh6wqDGGSY746w5PPf5O58fM4rkEYtwik7b1QVJYCPcUc61f20tvXh5MrkBN4ZTlKFRlGsYKrSS+/hChBo15DF79Zx6bVapDv6kcLLVqNJoXhPIO3rcTo61YgMgWrUmUBfbaTwzJLlylWdU38VQWuJpj9Wh6ri5Aped30JrDFDxoJWG3MJ16KAsjDZOzWmk3GZ6qMnZ7jxKmL6GGVjSv7WbtqmFJPtzonUeMKmE7tADrnhuQEiQdmEMHqVW9mxcib2PfqK7y8c7+SIh88cYRDew/R1dtHEFV4/NuPX9c6+cyufehtKwAFd0OozMzTqieK1anpc/z3z32WEyfH8IOIUqnIxo0bePDBBxkYGFBALIWDAlTFdkGsAMS3NQ2wEgXqM0ee4kt7/gK91I9tFGgGNbTYZeX8OLcWC/zg1R/FDQcxoiqm1Y1uRKpVPYrymEYDtxnSN1hisG+W0/v2YnvjfPQDNo/ePEPeCunu89E8Cf4JaHoaO/c6HDlpMFOuU52G3l6LZctkIyCxmZBzLhQHeG28zI5j55jyRT0akA9d+h2dH3/kdm5Y2kW15Sr1rShY9b6V9Gx9l4KqKgBO6ibwMAyS9nBpI1fgTjYBRFQv4HnxY1nY9GmvgUoHqSUKWvku5zQ/P883v/FNXty9RwFasQGQTaRmva4A6Uc/+hHe+ta34gV+YhXQDtVKhublxtOd8PNqgyNqWwGkCtfLx/flVgDJ85M17FpQVdkLhKGy9AhCL5kvbQsFVae2Z6u8V7fZ4gffeZyTp06p95i8JontgR5jBBqBERO7Ve4eXcu5qRlOz5XJGZayGRkaWk7Unaer6bFm3iP24EV9hlaPw9RUGTEv1SOTYneB3t4eNc/k+6ZNG1kzuoogijl5+jTPPP0s5XJNKY5lw+PDH/4IlVqVvt5ezpw5xXe+/W18z1V2C3HssnXrVt7+oz+qvFX/5I+/SOh6mJqJ+rfNNOk2ddbldHpKJY7XI8Y9j/lqHV+i4OIY29K5fdttDK9drzZn8sUiTlePArfFVoOxvTvYtWs7ppYEimlxwNKeEmsGB/mDH+6+rjmePSmrQFaBrAJZBbIKZBXIKpBVIKtAVoGsAm9EBTKweo0q79l7jFyuoGCBeKSW8g4nx8b4wlf/iqlqjYnxE8SVCWzfx+5ZypLRLZQGViaQoa1oU0o4ueyPw4V25wVfQbnaFrCatsqK7iuFDbbFj//M+7h97WqacYjly+uEIq1LWtWvcutUrHYgjeT4bcrxD6NYvXbwlShzc5pOrcfkkOVR1nScWPxQRa0qcLStLGt7rlaU16KmQlbEn1Z0TXKfhKn0C6QVu4a0DVnVPVJQU/LSpWG9UIep3WfZuXsnu/f+EHRp9U+irlK1qrTda6GHJ8BDoKGECukRb3vzOh7Ytgk7l1NhRQcPHqLHsTlz6BBW0+futdsEsVJtTjM5exTXn8fULcrNOpV6wEQdTkyV6S6arOvSGXQ0SqUC+XwBO5fHzhewLFEsikA1aScWiC6QSdp5BdiLZ6VmFzG0nEqx17pNBrauJb+0V7XqLoJVDcNKUtBtq4RpLFoB/H8Dq6LAkxbyBvWGBDtVFJQTf01p+5VxX2k0uDBV4djJWU6evUhOa3HT6CCrVw6RL5VwnPxCeFUnWE3HaRx5GGZewdUb1j9MzlnNzt3Pceb4Wdx5l5YfcezMaY4ef42hkX7+8stfvq51UsCqZupKfana+SON2myFeqWJbRkqvOqT//FXOXP2VJJgjk6h4PDYYz/KnXfeqdR+Um+1gdL2WBWgakiyvJ1TilUrdthx8gX+5KU/p2kKLLIgcHG0iPu0KTbpGl8++F6q8wOYcZnI6VL2IKbYIEQ2oV5DC2H1Co/q/BGqjRHcyn7WDN/LJx59mQc3HKLm2mh+iBl55Ip5nnguYtcBF183uWl0DSPDQwr6JutSiGM5nJz1+O7uo1yYqaDnuxTE1sIAv1Hj9tE+3nvfTcrWwBRVeNzCzS8hf/t70ET5LGuJbEKoNc5QMni1brXVsMnGjyTPy/2JBYqoJVOv1Uqlgu8HDAwMqvEiQFL+9u1vf5vH//p7ib9rG1Smnrby2l2lAv/8F36BW269RSm6ZQ0QqwFp64/EzqAdOpUOhk5YeuV9ySqxuGGQPlZ9zKJcV2C0DVhTtaqM8fS+djiVUrkrdWqiohWwKorVxC9V6p38XdCqvE+5NeoNvvv1bzE1Pa1U0Ml7batizRgncvD0iEZ1lv7YoUFEU/cYCGBd9wB9IyswR0a4ND/FxcMHGIpszuAyF/tKQSp2J7Gmkyvk1ecgGwIChdeuHeW+t96rxuZTTz/H7u0vcPdbH2B4eCmHDx/hnnvv5YmnnqSvp4dLlyaozJexbJM4lPlep2+gn5/58IeZOH+Rv/zaX2DJBo1S/YbkHJsSOoN2SLFYYKpi4g0OENk2nmEqm4Pq7CTr165m+aqVeM0GPf19hE5OrbuDYg0wM8ULLzyP6waJD2zosbKvh8Gcw9dfOX5dczx7UlaBrAJZBbIKZBXIKpBVIKtAVoGsAlkF3ogKZGD1GlXe+/IJpVzTYp1Aixgo5tixfRdf+ea3cImVYtGvl9WFbL53iIGR1eSc0kIidKrEku9GOyxGlIcKIKUKK2lVbadWGXKxH2lKYWkX83zsn32QlX19BGGMGUljJMS6jzTpGQAAIABJREFUgXEFQFiABskrLSR/JyxV1GSLeq7LdV2X+x6qR18D2ibHSP949QddG9peG6wKwLANjdkukz2WR12T4B4NI9YxRaUpMFQ18ktwFZSjAE/UmEqVqmPGGi0BLGj0yv3tsJXEkzV53yqoR1qVYyjMhRx/4QQ79m7n5X1PkrOToDFRYQqcSUBJElolBgK+as2HOKiztOizdGkvy5avZPnQcuq1GW5cNcT8qROcf+VVbh5ZiVPoxg086q1ZdDtCt3TVbh5FJmVf4+RMmdxgL2HgMnnqNHGjRYGQAcdgaKCHUn8feiFPFAaYQYwlYN42aXoufsslX3DImzl0R9Svom6N6N+wlO6Ny8DRlbJaATSxQlA2ADksq4hhSOu9oywlNAEiSrXahv4LfrzpSHq9+m8RTIlLgiTA16k3Zmm26qpeEtgjw0P40HytyYXJKoeOX+L8ufP0F+CG9SOsWj6UQGRHfF9NLM2WpCJ0M/EiVq31aqyGhL5OV2kpo6P3Mjsds3/vi1SnZ9E9qNRcdh0+xNiFM/QNDPLdr37putbJp3fuUcdWvpeiKMagUa5RnaspYOc2K3zmN/4zLx9IvFgl/EzA9i1btnDnHXcysGSJ8gcWpbFj55TqOJLgJVGG5sQaQCe2c4yf2M3jB77IvrqGn+8VQ2AGKfNzwxWsswF/cfztnKxtgHiO0MopxaJlG/haDs0XOOljO3NozSqG3kO1dRK763429E/y0Xuf45blpzHiptqIEAXujr06L+wLsHtzLO0fYPXwOsLYTRSefoSVy/PM4UmePnAaUW5GmqE8VhEleBjRZbT42Udu55ZVA/jymrFHZBQJb3o7Rq6oYL+sY8q3UzxYxRNYBb9FCiwKkJQ1R8CrzFOBruI7LXYEP/zhUxx45RU1RzZvuYm3P/wQvT29TMzO8alPfYapC+OJv6wMJqXmj4mDCAnD8gKP+x94kNtuu42jrx1V8HPZsqWsW7uWFctX4PqeOr4m9hmihFWbVouBgCkUTeZHsgYnKtQEpipVant1VuFTyn4juV++yxqRgtQ0nErZEog6V/xUvUB5kMrKUXNbBGLdEUHYctW8VDYfhPhhxNNP/JCZqWllz6GOLYJ5WX8MUanLmNTwfVdt2ITqfEOcIKJXM8kXuigMDpHvKTE9P0350hyRbdDwJQRPNiVkzdGVdcy60bVsu+UWLFHCGhrdvd1MVJvs2H+Ic2PHefCht3PH7Xfw/HMvcMcdd3Lg2FHGL01waXqCaqOCmbcV6A8J6CoWuWXjZs4fHePEgaN0OQVljaMZITnxGPYDHCNiaGCAyrzLDXfew5b7H6CqiT+4zvlzJ9i7f5daE0Pfo1goEsiCjcfWUpHlusEL+1/h/OS86jDQI5dl/T2s6O3ja3uPXtccz56UVSCrQFaBrAJZBbIKZBXIKpBVIKtAVoE3ogIZWL1GlV/ad1zcDjEig6YRsiRv8+3/8TjfeXa78lG07TwqPzw2VOK6wBUJcUnTl5X3YpqInV6yt5WjC3YA6qI5CRQxYwl60XFj6B0Z5Bd+/sfpsnPgi4LNIFCehQI6EuXTlbe0I1Z5HqrjJMBDbteCnp2BMn87WE2PePW2/usBq44f0yzqTJUMxgwBFNIiDPOqhT/GFo8/DHKYlOXyXkOFWXkBWAJktUjdbwUR6wVSXHFLQIkYBySt3rnJFgd2vMYLu57i6JHt5O2cUlwKHEx9EpVSVCVWJ36u9VaD4b48WzcMUStPMX5xikY9otqqs27tCD2Skn36LOutiJVLl9DXXUSEfK04JDAFumlKmWaYNq5m0NQMZj2PYxdmeO3sDJW6y7AWsMovM9ylMbR2JYVSF474+hqaCrkSG4PyXBnDjCjoNkauRJzrInID8oN5+m4dxegtJmBVfZDiz5pT3qBGG6xaymPVbINVSSMXF9q/2QpA/n55m7SmgqvEf1T8VVtuI4FTAlbFjiGMmC23uDBZ49Wxi0xevMDSXptNG5ezfGQwAau2zB3xZpTApzZUFbWxMhyOhJoT+RYD/RsYHLqJs2dmOfryy1w8cRw7MugbHObJ3Xt4+cQYrSDg6K7t17VOPrVjt2rbV/MjBau1OrW5mtrE0AOXz33m02x/8Xl0x8aIYmxTWp27lRVAsbukgLdA13WrRxldv4HhkRXJ5odtKAjuGg7x2QNcuvR7/OB8jf3eMkwrz4OlYzy2LGT+FYPxFzbwXWMLZ82CaoP2DA/bHiDW8thSVlvHF7/m0CcMThE1Zil1j+I3y2wePsFbbjjBttUGG0Zays9330GLwycLBOKna/ncvuke3KCiAL+NWGJofHfvOE+/ci5RnYocvw1AZSkKtAY/dd/t3HvTCmoRFEvdypvXW74Np9STtOFrorIM8ANXAXr59FJrCeUzqoKPZOMjWQ9lTH7lK1/h2aefUT/7caCg+tbNm/nExz9BJQr4D//+12iVa2ruyLopry3jyZZxG0Ghu6SUxTIe5+bmiAPx4szR19ej7Bl+5JGHldJRrAJk3nf6rqpzkPMWBan6o4DMZMwq0KrON9HaJhA1+er0RxVFeOcaseCrKmNWLDwk3MyyOHLuFHuPHqIRecoeYUX/ECM9/Qowy7iQdePA4YP4XkguX1RQe2RkGTfddDM5utRryfl4LRdXVNFhSCGfo2Bb6L5s+oDpWApKtkIfw4QdO7dz/ORR1q5bTdNr0Wy16OtbztqVq+m2HRqVCgP9vdRbdaYbc9ilAnOzs+TyJW69eSuvvXaM5ctXsnp0I023ybGTx4htOPjaYabnZjB1HQeTvKyjDY+45lG5NEWtImsSygu31ahhaxoj/QMErkdueAnr33IvfqkbPwhpNmscPXOUMr5awyWgSvyve0Kft5S6sKdmueTGnJivUa81KZjQZepsXjHKX+55+brmePakrAJZBbIKZBXIKpBVIKtAVoGsAlkFsgq8ERXIwOo1qrz35ZPKV1WPdAIT+iyNz//RV3nl9DiFrm7V/puq/pIwlSTEJbUCUL5ytq1ggHWlVLQDaAlYlWRyAasSuVTxPG64eTMf+/Bj6EIBgkgpDCUMRdrg9Wv4lbZtA5Mwmf9JwKqousycyURO51VHWmZNpe4VlaqoVU2Bw0qtGit/VXn/osZsxj5LkURqaInCN4SCgNkOY8cFICityFJZPyY+W+XgriM8+ey3uDR+hJxlqxbeFKCk3wUVeb6nlIvVyiy33ricn3rX/XQ7OvVawLGTF9m9fz9+5DE3OcXFk+eU+nRlb56tq4ZYO9JFMSdqPp+c+IpaSWJ8TnxWI015rc54LY5OlDk46VMJbEr1MkOVC6zsgU1rl1Hq78YUZacoTS2HuudTr05TkHZsp4BT6kfTdAIrpP/mUQrLBxP1bRRjio2C5WCo5xaVMs40/h7AqijwBKz6VWq1eVxPDBbaEFq1Q0fMlJucHa/y6th5ytNTrBwqsGnjCpYODZAXywNbPBQlMcpqh8JJ6JhIjRN1oxsHmHqJgSWbmZ63mLlU4+LJYxzd9yK4EaXuAXqHl/Hsnl0cGTvK4b0vXdc6+cMdu5Q35AJY1Uxa9QbV2aoCq2bk88e/+zv89dPfR7NNbFFvygxve9MKlBSIJzJpUbavXbeORx79UdasW6s2SwqlAmJCUb9wEr36GeZaVb5yqpum6/Ovb5+nx4lpHLbo+1aOF7zV/HnfZjytn6aAVbNHAUZH7yISFas+jRNPEPuTmP40hGIPEdBozkHUZEUh5C03W7z34Yiw4fPyfpPJOlSbdd7xwLuIBVTK3BJFp67z5CuT/NVT+9UxRNkZRQGGKEulBVvL8c/f+y5+5G0/Qt+SfgqFJQSmxbTX4OixY0oVKgrUnt7upP2+3Qaf+uRKXdKfjUhX/qnPP/88v/e7v0vOcdT6JFszgSghmw3e9e538Y73vZt/98v/jsZshShVL8vMlzFhmeqrp1iiXC6roCd5nThMjiNKUpnDH/v5T3DPvfeo8DTxhhU4KRLqWN5TW5Qqx1X+10rJL0BVfKtFzZl4xnZ6ri5A1TZklbVqQbHabv9PX0vUqLLp09BjnnhpB4fOnmJAoOWa9dywei3dZk6pWi9cOKvUtgOD3Wy88SYKXf3MzFfxY4Ntd95FlOvDFzAs5xgn3rN+q8Xs3DStZj0Z52Gk1LmyPsk40yyf3bt3cH78NBs2rqdcKSubgdtu28LM1BSRJ5+8Rsv3VFBbyckzPLBEjd2p2TkiXefMuQuqRl1Wj1Jb54sF6s0mDa+pPuc1AysYWTJMb76E/v+w9x7Qlp3lmeaz8z753BwrR+WMJUASGWwQRmCw7MYB201PO/T0co89didW97jbdLdtcMN4GhwAdztgExVBEhIox6qSVJJKpcrh5nTy2XnW9+9zqq5kFQ3VPRrPmn20irq3Ttrn2///H/bzv9/7+jHN1RqLM3Pq3AtgbzcbhF6btaVFNedtXWcu8QgrBeKC2ztPMZqTruiW2jgL0UKfNwyMsiXyOXbsOBfe+F6WvZg7vvZ1ylZISQ+5eONG/nLvy+c1x7MnZRXIKpBVIKtAVoGsAlkFsgpkFcgqkFXg9ahABlbPUeW9e45K46ZSrFoFB63d4g//zy9wshXj5IpnWl6V0qkHGPpqVXlJ+TkNYNEUWO17q8p9fT9U9Xj5T6wKY9F8Gqy0W7zt3W/jlve9Ca8ToscCAQQOyH+agjiveRPBX6+d/38crJ67ff9cg/J8FKu6+HWWbY7ZcEo+vZG27AtczWkpXJWbBFQJVpD3sBLoCBCRVOlewJVcqFf7yeDrEsLVkwU+kuB40D60wrOPP8ud3/4yfmcJQ5RTygqgp04TVCE/h2LLILA8oNutce1lW7jpxksJPY9ydZSlJYEXM4wNF/HbDY4cOs7t9z5JZ61OxTYZy9tsHCkxULCpFkwGBqu4rrTmC1QUv0tD+Vq2ux1mV9rsb1sciQ2MhRm2Npe4YCpHZWqEXF58Og1st0CSc2mtLCsbAdOyKZSGMN0CnaBDdec0Azs3Ekm4vSj5dBPHyqn2dN3KYwjE/D5gtT9e02p/HysAUebFHl2vrhSrfiBgVeCaiE1j/EDAapsjJ1fYd+A4nWad7VMVdu/ewOjQAK6dglXbMSRdS0E2USSKN6QElElbfcHMk8Q5cuXNPPr0cRy7wqmDzzF39CXCrocf6oxPbmJ60zQvvvQsv/PvP3le6+S9Dz+GYQpZTGGpgYnf7VJbrCGd8TYRX/7SF/nKbV8jscXvV1TjogLXlUJPkz+9lndRVwrQfvMNN/C+99+ELvPeNCjYOeozc4TLv0/ZXOZAXWdxzePGXRaaHhEdTHDuNFlbLnFrbgOPla8iji0c8dC1Y4x8npx3ElqPYycrytICyyCMAsIgBsvFLQwTBx1iL+LNly3z9l0mi8cS5ho6nt/m8suuY+OuNxHaA5haTLFU5hvffoi/+uptdJOQxNRVUrwp5wOoahG/9tGP8c5bfgbT0Ai6Fo8feIG7H7hNhfbJTYDfxOQkl156KVu3bKbgOgpmKq9QlW/VtyUx1Pn+48/9MffefffZYD+x1xDfhzhi06YNfOLf/RuefvgR/vzzf0ot8NBlrIr6X72ZTnl0CK/eVFBVQdtYVMaph6mEuolqesfOnXzsl36BfL5AN/AULFXqTzlH6nhSmKoaBHpLqPyrCovrdRT0A6rkbV+92RL1FKvr4Woaepd+1lDXePKF53hs/158x8JFZ8DOEXU8/HZHvV6rnQbRXbRlh3wApbiWwLq1WpNALEhcg8BPw69knZfgKPm93emmSltp8xezDAG7YRr8JbYBomw3TPk5NTlQwDnuqjkpa5zUUiwLxKM7ls2AnqI4MQyltJXxqst3jJ/aH8RBxPDQKG97x7vYOL0R09OliKktgvj5ihpZt5TSWWom63V9bYWDLzzP8UMHGR4Y5K03vY89B5/jju98C82QOidqXonNS5L45KyEN+zYwWa3wOrsYRox7L7+JrZu3sn+79yH3V5g54YqW8YG+PHf/eJ5zfHsSVkFsgpkFcgqkFUgq0BWgawCWQWyCmQVeD0qkIHVc1R579PHCDVfKUmL5RLzR4/ymT/9S+p6EVv85eTiVIWzpCAh9fc8G1wl8EH+yAW16HTkQr+v5HpFsIpcHBsJWiy+hVDzPH76536Kt1+1hU5bVJiiiOt5sa73Z33Vca+3Akjv+h+xAnh9wKqZxLRLFs+4EScU+NCxiKkmGjnNUGBV4IqA1WYibnwSWJUCVk9LyMvjEmjpMSVhOspQNm3p7d8kYT3SAoodk6X9Czz92BN8+94vY2ppgrmA1VSpJm3CKViNxNsS8YzsEAYt3ve2q3jDBeOcOH6MTdt2M7ewROi1KOVE9Rao0KkHHniU9lqDbr1Dtx3QbHsMjIxy+WBCqZCjmLcpFSSAysaWFvTApCuR3kSsdWKeq/scXvYpdyN2OcsMjlYYqubV2FF+qaUKBBHL9UXkAIv5AfKDo3S6HvnxKhOX7SIpO3R9H0czccxc2sJurgerAlDEDkCU1WmbtkKpr/BZ/X4eq6JK7dLu1pRaMgzl+CXkS+aAgNWIhZUmLx2ZY8+LxyAMuHDrELt3bWB4oIrr9BWrZs+uIIXMBha2IWpGHRbbzMyukh/ZwsuzbcYnNrPnoe+ideoEUcippTqDg2Ncd9UVLMwc4hf+6T87r3Xy3oceVVYE/VR7acOPgoBV8ayUDnwt4vavfoU//5v/puCjtGCLWlrdBO7pulKxpj6bofKNnJqc5Oc+9jEGRkdIDFFaurC6QjD3BzjMkBgRkQeaa5CzQDuu4XxDY7XmcoiE+8vX85Izjq2XCe0EM6fhrj5Ct/ZULyhLI9RNXKdEqTqIWxogMhIqToVms4XhrbJjKGS63KFgdCGyGB7bwg03/TpJeQuGHuLYOW679at8/nOfZqnZxCymQWGC7GxD5w0TeX72Z/8xQ7uvoFoq8+JzL/HpL/0JC2uLyjJDxpco9UUlKpYIWzZtJOeY7Nq9m8uuuBwnl6PT7Si1figQLY75/d/7ffbv3cvE1DTXXH01Lz/3AidmThH4ARPjY3zi//gEbhzzmX//SZ4/8jJdpQ62FAA1HROzklPzSlkMqPCsdIbLmirvI+tquVLhH/6jjzM+OYEvXq+pGwoCRMUGQca88kENApIowbItDNNUys++u6p8PjWeexstZ60AEgUz18PW/s/pSgur9TpfufWbLNRW0HIumlgDBKIETrsYxI8XU6xjxFZUehtkPEUYygs2/TtUmVkCQ43UiqSn/u3bxQgkPhOYpvwMZM2Sz9bbduv7asvqFaZwWSmSZQ0U2wcVpijfVXJ/lI79OEmhas8WIgpjKvkSH7j5w0yOb1DeuHE3fYwolUUNLzYi8t1mGSmQFdDvdTv4nY4KQZuenGDLrotpB22++Jdf4Bu3fh075yjFrHyn5uKAK4ZHuHrnDiLxaI26uFaOrTe8hx2XXkfJyOGvLRCszmF12lzzsV86rzmePSmrQFaBrAJZBbIKZBXIKpBVIKtAVoGsAq9HBTKwei6w+tQxQkMUqxoDA1X2PvQIX/jKnSSlYRUCJBfhctGaBlLF6UWsujBOL/rlYl8Uq8prtadYfS2wKr6AEmoil9q+H+MbBv/kn/4yF044dIUo9h1SlVpO3uC1taHrrQDSj/T6glVpJX6tW1qP1/ZlNfSEZtnmBSuhoSwPRdIkQCFgAJu8ptHSEpa0BC/RcTQoyqMEQBsxZpIwkDb2KhC63gqg/44CwyTyqtQ0OPnULI898j0efPBr5FwJuUlTySWgZb2vopASCWaJkxBdi7n53W/k6p1jtJtruKUqLxx8mXLeoVtfVW25AyPjvHToZZZPnGDh2AnK5QqLy3VGJqbZMV0lbDQw/A5V22RksEy+kCP2urRFWedYSp3bCkz21nReXm2zubPIVCXH1HAew4zUKS8US7hOhTVvlVZthZxZoDw+RRIbxCZMXrELZ8MwXhgoP0RTQKWbS60EDFuNWV39EWXi3wWr/XOX1vDsuVy/CSAwKQw7tDo1ul5NtQGrUB8FVhM8P2B2scbzB0+x5/njuLbG5bvH2bVzI4OVsgKrMicsy1AKSfEUtjSHvJYjXO2yfHyWxvEZjs/OUt2yE3t8M4ZdUnPPFh9c22WhI6rLQS7aOMXKyRf51d/53fNaJ+956BEVviSAVD6zqZkKNq0trOGHIa4JD3z7W3zuS3+MLx8wlFEiqlpdqSClQhKyI3/LCJJxMjwwwIdv+Uk2bd9BLApQu0BUbxDN/jtK5iId30fzYpyqSIsjzEUX4yshndUKM3SYMYe5o3QFtfwksRlTNF2i5cdpNZ9Ux2pGBnk3pFCqkOgFfDw03aHTqeO3QmU/EHg6W4YKXL0jYNj2sPIVrn7nb0J5O93mLAPFMvXVRf7yL/+Mh594lICAvOswWCxQtGzec911XPWODzKx/XKmJqf4V7/9G3z9O3fiJQG+75MvFLGc1FpC5k5tdYmg21R2F1dccw0fvuUjjE1M0Gq3wMnRbXc4euSI8gzdvHmzUpbOHz/B6YU5mp0uqyurXPemH6EUJXzlv3yeJ55+lDnfB93BjCAnAUo5g1ZT3GHFnSWd2Wq91bTUZsOyVPv6z/78z7N1+za6nqceI+dFVNBBHFNfW6O5UiPxApbrNXX/th3bGR0bo9FqpOBRAGWvzf8VPquygp3DY1Vtymgah48d4/ZvfQs979DuemrDrb9Sq46DJCaS9UTGfZxu/iREuG4Oz+soKwZdd1RN1UooG0TKhkB+ls+RAl9FZtV3TkqOUzsEWTP7z5MwMrANQwFmsbsQZbYo2cXD2DItBcXltUR5qqxDelYI4i0t1rMf+PGbueziy1lZrmFbNpEfKUAsMLVUKGIalqqT67hKce75qS2BnAvbtCjm82imrZT6jfYaP//xj9H0m2hmguPXuX7LFq4aH8NxDMySy6CmUzVzaNOb2fqW9+EObVLjDN+nEOmM7xo+rzmePSmrQFaBrAJZBbIKZBXIKpBVIKtAVoGsAq9HBTKweo4q73nqKLERKWw3PFDh7m/eyd/e/RDO4Li6yIykddPoefX1VECiLE0VrD3wIi2WAljXMcdXBEbJ1bWhctCVWq8rycrlAX7zt36ZcSvE91NP0bTXWmCtXPifo+l+nRXA3y+wmqpBX+smrckroli1I9a0NHm9rIm3KjjixacyoyXMKqEeJwo+FIxUhSZBKQ46rqjaBHwIfFj3TtL+myaAC1j1KK3pHH70BA88eDd79n6LnCNgqKdC64NVpQCLlQpVgmcEmgRei0t2THLljgkmx0dwCmWOHTvGxECBoh5iOyYLq6ssri1z8MWXeWbvASYnp+i0mlTLRarTk4wWS6weOUQ+8hirligX88TinxqGFB0TXI2i7VJL4JmVOvOHG4zpIVtHChSqFrGWjoJydZzETWgszyvlY2lsmrxbpNVuM3zBJqoXbEJcDGyppeFg5vIqeCgFq+YPBFaV7voMJE/BTv8m9fD9llKsSoCVeHPKA1T7cBTT9XxOL6yx/8BJ9jx/jFLB4soLp9i1c4NSPwqIUVBVFIQShmMXsEKD5qkV1g6dxl9o4NWWWO40KWzayNDOi5lfarJw/BSubtNKbI6stNmybQfNk8cIVk7zu//1v57XOnn3gw8r6NT3TJXWZoF2tUUJ5fLJWzpPPPgAn/38Z2lLq794N4hIsKdvFKWepUmbNXTDiLxlsmFqgjfdeAOXXHU1nTih6JZZbfgYq59m0HueRiCd/AamFaEVDOxlg85/84nmq8wj9gJ1Hne3sqd4rVLGl52QbuMxgtqzoNmYKjyrhBcFdILUpkSUry3ZgUmKJFYDS1SFocX2DQ7Xbu5iWBYXXvvLTO2+gZXZF3HimJHBIRaXl/nzv/gCmuazY+Mkm8eGaC6vYFfHuPTdt7BxywX4AfyDn3o/B04exjRdDMNUIFBmmrSQt1otCH0MPVbg1/c9Lr3qSn7pf/k4A4ODkMuTE8/OXE55htZrNeUBmnMlgM1RgFig4+ryMjQaPHHrrTz50H0cWlmh5YeMV0ZwHYuVbpOaFK/ndyp/C0ztnzsBesMjw3z0536OkfFRFXol41Za3QWuzi8scvilg7RW1ig5OeaWlxQkHhkfY9u2bYxNjKNbstESost4FtW6YHS1HqRAU9b7V9sAyO+iupUx8fiep3niqScxSkVlLyDPF2WvcnjtqUJVVKECuGlOm4w/3w8wbBtRimpa8Eqf6B7ATwTRRvJVIVtI6SqnMKra0xNLgHStU18zEhiGRiKEtBfIFSURlinAVUK6TDTdVAA3VIrYvgpWAz9m+/YdfOQnbqHV8lS7fxTIronUIsYybOVv65gWOcfFsRwseS15DdWtkShwK4pY+c6rlMpUB6t89k/+iL/9xl9h5RLetnmKS6fHSKIWkS6ewB0qjstQuYJbmGD0ihu48Lp3Edk2mq0RtTpccMGm85rj2ZOyCmQVyCqQVSCrQFaBrAJZBbIKZBXIKvB6VCADq+eo8uN7DuJGLlE+ZtA0+bPPfZnvHTxKZWhIARi5kJULe6VcFcCqfpagqZSiSsukUlWh4UqASo9Q9duulY+eqFSl9VMLiUOTFb/NxRddxW/82k2S2KSUVuJFmHrupd6AiQT9rLutf91zDZhzqUnPPj7VT8l7nO9NFKM/7E2zYuZKFsfFo08z8LUIR0FOjQImeR0k47shSkmB1z2wIJ6qjm7QVN2wCWOxrnz8VDiNgJF+Krj8rEn+l051ocPzD7/MN+/7GnMn92DjEiTB2eRvUYKdCaUJ8COdJPSpuh6bJyr4XV86e9EMk0a7zZbJITZNDjA4WGWtVkvz1r1FFk+fZG7BZ3GpTc51iA2NTVu20GzWKRgB3twM426JkWIeq2RiOjpF8V4V0Oo6+L7Oc6ebLB4/zEjBZtP0KLZr0g665FyLSqWigPBavYlu5xluUjgoAAAgAElEQVQYHFXKTwlY23D5DqzxKqEpPqCuApeGnlNATJe2XYEqCgaK2k/agtPbK2D/9zmJAmN8v0m7K/6q7VQlJ6FqosYT2NeNODHfYN+BE7x86CiDZZvLL5hg+6ZNlErDmLkY19JwkiK2O4ix0qZzbI7GydP43RadoEG91qAZ2+RGNjG1aRvzs7Osra2ii/pRy7HYzDExPMQzj9xNlBh84ba//WGHnXr8tx54SM1P5cXZU0DKXKovrCl7BbFseGHfPj7znz/FWmMFX8J2NEN5Ics8FM2hJsBbni6wMpdny4Yptl58IZe8+Xq6mDiuQ9iBcOZrVPy78bWYINEoim/zYEIh0Zn/owhttsiMAFotpBrH7M1t5sHKFXRKVZz6U3RX9oFAfFsUv3m63S5h1MUUKwOBfjIue+uOAEe5FQoF3nGRyagRcuENH+by6z+mLBfmDuxjz7e+zOnjx9GdiMnNY1QGSwpU2naBelLlwre8h60bt3Pft27lt37nE3iRhWEJjBNPUFFeSmhROt/lfRU+jCIFdf044P0/+UE+/qu/zJrfVWul3CdQTwnupVxh6ukq81na8hPZxIhi5g4/z57b/pqoscaa32IoN8jMbIOXOi1WRL2vXkPUwRqi9BdAaFkJA4bD7t27eM8tN6Plc2otTTSTIAqYnVthaXGZ+ZlZwmYNsR+R4/fkeA2HsYEhRicmGNuygcCMKHRCPCPGMxKsQNaddLdGgq5kfZc5cNY+RFhkpGpy1/33cuz4CaVY1dXzznYMpF6or1i1z2xY9M+b2ox7Lf9s8U1VT+59D0gPw7ruANl0ec3vFjE0VRsBafeEeLJWiyVVf1HZR6JgFeCrNu3Stc/SbN774zezY9eFtBqdtNZJrACs+j6Teiu4mqNYKPZ07alq1pLNEvFz7YUnmrZBIVcklyux95ln+Pf/9tfZubnMO3duU6/pBV0VyKWFAXnDIGfruNVhKrvfzI/86E/ilgaVH6xYJFxwweR5zfHsSVkFsgpkFcgqkFUgq0BWgawCWQWyCmQVeD0qkIHVc1T5yX0vY/gmRtHA6nT51Ke/wJFml2K5onz6+p6pypdPWGfPp7J//SyqVrngFMWrY55pCj2jaE2DUkStKte/kqxuUg+6vOMd7+IXb3kTrVUBACJrSi+QRQ2rXqXXIvrDDI7XBaz2FKOvPq5X+Mm+6k7L1jlaNDgqfqYqGT6hIlpGLcFSKTjCl2PWtIhuouHHMXaiMWhaSjcoarQcOnmVNJ7KhJXCrAdgldJM4FdkYJ1o8uxDz3HrfV+htnwQM5F4olSx2k83Vwo1BU98BWOjoMOl24f4wLvepOBDu9XlxOlZnnvxJRVu1WrWVQhTvd5holJmesSiVNA5cXqZ1VoLx9YxVShNDqdUYGSwyPKhI7jdhFHbYnAgT77sKP9VUd1qtgVugW5oc+LIYZZnZ9gwNcrgcFXZEkhAjaj/crk84h272uiQy5eoVodYazdxpgeYvmSHUsO6ThFDszDNwt8BqzKSBLL2bz84WA3xBKx21giEGIoNQCxgNVXz1Ztdjs032P/yaY6fnGGs5HD5rgm2bBwnX6xi2AJQXAp6BW2xw+qxEwSLKyStJp7v4cUB9XaLjpbDrE4wNDrF7OlTysvVyhXp6gXa1jBxs8GhJx/EcvJ87rav/jBT4cxjzwVWG4s1ul1Pzd3Tx47xB7/3H5hbnFHBYCo8Sjwl/UAypDDimInRYQXqrDBi09QUxeEhLr/+eqqjk8qbNegmhLO3UvK+jW4nBDJ/GyG5IY2ybjD/XyLimQJzmoZPiGZElNF51trJA0PX0wnniFbvI44bFIslNf8lxEnWj9QvU/w4e23iPYgmH1K8R99yQYUtBY3pS97MtR/8dcbGN7Lv9m9y75/9HiUbcoMl3NEq+mAFd2QUpzJA3qlij26glC+z99GH+cM/+ixdX1MQtB/0JjlGMs/S8D21m4Gl98K8kgi3lOc3/sX/zs6rLqPT6aiWcwGnlpGOuTjSFKgT64VQdivEjiOKaS7N8fg3vkzcXCa2QuJmxOmTaxwPY5a8QL1/2mKvKW9P23YoF23Gg5iNmzZw/Ud/Ej1fVerP0IDVmsfpmXlqa2s0VlZYOn2Sbr3G8MgouigvbZeRgWHKlTKDU6NYJQdLNlC0XtBSGCs1pgRMKfirrDDSv/vrWoiEUrW5/e67WFxZwyjkhFyqoCa1IdbbgOuD1fXWKOs3N/qbZ6/Ar4q2ilpdfcGkd/XAcv9xahXsbYilvDV9nNRH4LeoZh2xpYhiBstVgm6X5aVldT5EiZpujsjfCVsvupgPffgWtbYEfohj2cRBuvmkNiFECa+blAtlikUJcBSP6bPes0pRLOtpFFEZKpFzc5QrA+x56nH+r9/7BG+8ZAODRVf5upphiCnA1kiwbdGvh0S6TW7rtbztJz6OUxhUa6JYGlxw8fh5zfHsSVkFsgpkFcgqkFUgq0BWgawCWQWyCmQVeD0qkIHVc1T5sacP4iQ2Vkln7fgs/+kzX6SbK6tka7nA73v89RWr6oK5346pnFFTRav87dpnIVZ6bZyCELmYjRQoFSWWQSeBj/3sT/LuN++gtppGqsgF+Xol6Xor0+8HLdd/rNcDrBrfR+56zuPMmTzthDw5O0spn2egUmHMtKiI4lcEaqLik3CqRFSnqb2sK++jaczHPloYMqE5FC0DyadXtRXgesYGQDpoY/KhQfelVZ564EnuvP9vCfwlkcIq+4AzATUCS1QLsbT9egTy5kGLG67YxHvfdg21lRUGy2VWVtdYqbeYnJrA9wJOza3y2N5nWFheImyv0W22abY8cpZNteSQL1RVi+zgQInpDQN0Og0a9QYsrHBRdZhq3sAua+TzEtWFgqJ5u4CuWbx8+AjdbpvJiVEcW1RvqY+h6+ZxCyW6XkS97SmwKhE8TTdk13VXYBUKWKaLY7jQa+Fer1h9NVhVOOYcHrnrx5EKqfEbdLprBIEnzb8idFMeugLJluttTiy02PfSCRYWltgwWOKS7WNs3ix+ii45p0JJL9FZ7NB54TCa30YPunidJs1OBy+OaXserdjBHd6AU6iytDCjwJybL+M7A2gjG6kdP8Lc/r2qZf+zd9x+XuvkXd978IxitQ+/5IXaK03qjaYCfyvzc3zq9/8jy7Ul1lp1RL4Y99qrbT3BBbZPT1MLfDr1JoMDAyrd3alWufTKN3DFG65RLfy1w19j0P8WhiNuvyZRKyA/DBXTZPHzEJ5wWVBgNcIzdQpBhxI5nitczrdHLif2l4hae3CNOlHUotvpqhCyKEowZNOmB7ZffR4vmc5z5YYKk1t3c+NPfYLhie3MP/cs3/3SH6BHDfLbpyjt3kLo5rGcolJwigK3k5iU3AIrM7N8+g8+xcLCmgJ1AszSuawR9zeSpN0+jDCNVK0o88+PfHbu2sVv/O4nlJKxf1yy2aSsI5QHaNqOriw3ggjf84m9Ds8/+ij7ntnL4dkT5BKDASvP3MoyK/K43hora2rBsSgXi0wMlhlcWmF84ziX/vRHCYwyBB6ek3BqtsXJkyeZOTlD2G6p168vL1EqlxgYGlVeyGJhUKmUGRgeoDxUUEpktX6o9vsYSSX0RRIcRAqq9j1Q08A7Mdo1mJ2d485v3UFHQGbBJe746TjprUNqbvV+T590Vu3bd2JV3Q6v5W38arB61nVbQWb5/nl114KyQJHAwyhWYNJMNDprDRI/xBRAHoqntzqLvTUzxbEf+qV/yPYdO6itNbEsW3VbKBVt77tKaiLzYrA6lIbw2RLG56ZrhzymB1nlRcUMQb64JODs2aef4O4v/ymXTVeYXT6lvs+GSmWKtk3RFUsQAcchnlVm5w0fZOePvBvLLjJQyisIu2lr9bzmePakrAJZBbIKZBXIKpBVIKtAVoGsAlkFsgq8HhXIwOo5qvzEU4eUh2K+ZPHCk8/yh3/2VfJjEyroQy5k09CQXgu9IReyvdCqPnBQnqi68mO1Rd4mF57r36t3wRpIM6YKRkkwnDK//k9/los2DbBakwRseX7Pt7XfCvqqjKgfBK7+vw1WzzmQyya3z5zg3/3+Z/GWV5i+fAdj01NsnJxidHCIydFR1dIcWBYty8LXUw/WUQw8EpxEUx6ra7r8nHoQGv1U7x6UFnQw4OvM71vg0Qcf5r4Hv0ZEMw0jOhNUkyq2hBLKeUhEOxjqaGGT97/1Mt5w6UZeev4FlWq+tFLHMCxKeZucbWPkShx46TCDVfHo9JlfWuKJfS8xP9OgveYR6L7ylywVC4xPDpIfKNEOoDU3x0Vuni0Fg1wVilWbnISdKRBvYLtFsTxkcXEJXUsoF3NEsa9aqCUAxxb/ykKVekvawkHLOcRVm+3XXIxVLGBoDo6AMiuXej2uswJ4dXjVq4Hcuc6XKEe7PbAaht3U7VFZUUaqlsu1NgdOLPLok8+pNt7d26bZtXWC6QlRQuYZsCfonmyzfOgkldCDqIvfbdD1WnSjkLbv02p2aSUuY1svJIw1FuZn0OOYXEmUlRvJTWzk9HNPES0tEAUB//yL/+281sk7v/tA6vUqY6YXhCQ/d9farK7WsG2L5uoqv/8fP8np+ZN0Io+oGynYr1qe45CybVEt5FlodwgC8dsVL1uDji+KRY1rrruW973vQ3inv0elfTuG2UYr5umsNamMQVEzWf6CQXDEZgEIBKLFNiUtwFJJ8RYPFC/jgdGrsIJj0HmeTuu0SnwntpR/sITnKcV7b71R6nYBW3HMQDHmxovG2DI5yTtu/gSjm65AjIy/8uXPYOoeu669irlunZbnkwQxmi9WJiGuW8CRUKVanT/5zOc4fuK0Um3Ka8pNxtMZL16xI5D3EwWieNbKIqdrdLpd/tm/+S0uvuxSgii9TyXQ9xZB5VcaSDhcusap9PkoUmFXM3NzyqbDSqBiWDzx8CPc8937VMQfuqFA+2A+x1CpyPaxAfSTp5m4cCfbPvAhvLiEFnTo2hEnZ5ocOXyEudOnSSTISWwAgoAgCChJGJxboBP4ylpi64ZpqlWHqGDhxxpGIut86ofqRT6J3wu662+K9f42XJsDB17i3vvvITYt9FwKVhMzDbw6Y/3yGqM03cxIuxm+H1iV3TWx8OjfBHamr/tKsNqfx3KfbESJEY0RxiQCejsepgrRUp4DPaV+ukEoPrFT09P8/K//BrXVFbWbJ37I4hWrMLq8RpJgyH+6TiGfV2xYVO+iWJfBZ1vpXBIVsazZ8kSxjpianuLZp5/k8W9/naK3wouHDhAZBoPjEwwPDZA3NIYck3KpiDOykcFtl7HsQbvTpllfVV7Vn/v8Z85rjmdPyiqQVSCrQFaBrAJZBbIKZBXIKpBVIKvA61GBDKyeo8pPPX1EJc3ncjrfue0+/vyuhxjdsBGtlwIt0DRtTU3QJRhEQkkkYbzXjpsKKzUFWvow9tXKoiQOCRNdta5Hoc/QyGb++W/9NMOOSTPQ0IVjrPMyVDYA61RNcuj/Xwar7arBfZ0W+57eT3TkKPP1BZbnV2msNYmMBKPoUCqXGR4dZWR6msHRYcYHBiiVyrRKNkU7T0UzaEhraRSQNy1cab3tQW6xB5C23uEOHHr0NA89+F2efOq21C9T0rd7Sd+pergXViOwNRZ1GuSdmA+95xou3zlBbWUZzS3zwktHGBkeottYwdI1zFyJ0zOzTFdMvK5PqVrh5WOHibsd2ssrnFjpMDu3TFccI2wbqzBAEOYIwoAhM+aCosGmqkalCAMDJUzl15soeJrLFwnihHa7m6qfEzGaVPgEzbCx8yU006HZCfBNGN29ifFdm9BcV6kPxTPRsNxzgtU+iDkDbP47qlVRqXa9Bh1vjThKk8+l1ALcBEyfnl/h6RcO8dTe/YwPVrjkwm1s2TzJcLVMMVfCrJVZfXGJXLuBY3RoNxt43TaB36bjtWm3WzQ6AXpplMntl9Dq+syfPqF8IMtDI8SVjdjFKrMHnoROGytJ+Cd/9IXzWifvuP97Z8Cqqm3vj1frKFWybIiE3Q6f+k//gf0HnmN80wS15RUaTWnDh3wuh2PoeJ02anPE0JVKURc1pmnTDT10Q+dd772ZN+4cID75XymWGiQ5W1lMFAc1ZWOx9iUb/6jJgthQiKGFHlKIDETEF6lAt4h95St5vDBK0z9Mp3MEPREobcnegEqal2Ndr7rtK+JlHF23s8jF0xVuvOm32XrF21n16jx7Yp/yyhWVceB5PZ132tLtJrqyOIgtQyW8/82f/QX79x9QKs4zKk3l0ZuGnMmap8Bgb9tIAKppWjTqdd7zoffygZ/4oFJ1qqCpKFZwT9bMZqOhVKpiISDHL/PPD3wazRqG76Enkfo9Z+eYPznPN//2yzQ8sehI0+zHSgWmBqpcuXGUYK3BwGWXUbjiGrzAQg8D5Tm8tNjgxRde4OiRo8pyQDYBZD0WW91SvqQsMuRzVV2X3VPTjFRs4okKbdGORmnwnZ4EeFFIEqRdBv3NmH4tBKw+/vjjPPrk45huTilWo5YHlgQcii9vbyfsNebWWZW4qFtf2ZlwZm0Xj1WlHT03WF3/PdAfBxLgJRFxmh8psGrEiQLbKoSLRIWPpZuDEW7O5QM338zWK65jaWEO17KU565mWASibg1jAj8NcOvD8749gAD1dqtFs9lUFhWO4zA0OMhApaq+98bGJ9n79FN866t/RVnrEIny2XK44OofIVcqcfD552guzhJ5sgll04oMaq0mYdBF0zXEdiIJ+v0I5zXVsydlFcgqkFUgq0BWgawCWQWyCmQVyCqQVeD/0QpkYPVcYPWpIxiGhHv4/M0Xv8K3nz3C5KbNxL6HJgrAV4FVgUv9ZGa5r98ZL76CZ9WtZ3331MVwHBCI4sewiMIum7deyr/8zQ/ghhqtRMdWMCJVeQlQEHgRx+kF9g8CVPsf7X+mYvVcLePnE17VKhvcb8mnMtgQhdS9Jt22R6fWYqVVY27uNEunTrM8M8fy2hrdICJvuhSrA+SmxpicmmZqYgprZICRgYpKly7pBrYqUNqW3NFiRmsRzz54jO89eC/7n7ubrhZh9ltcz9gypFYACpgIWBUfSHzeePkGLt42yujwkAIxL7x4kG3btqCLetQ0ODqzRK3ZohQ3VaDUxMZNHD15jFatRlhrKYi7NLtCMVfELRaJc2WOLjRYqGlolsaEXueavMamikluwMUu5ZQqzBRoa+q4uYIK4un4EVbS7nk8Cni1CQSC2TnlTRjYOpuu2EVpegTNdTA1C9fKo+v2DwxWXw1aXz01fAmc8URhWiMWKwalDu55UCYwM7/EC4dOcPzkaTaNDbFlwyijo8PKE7bglll4yaN7tMGY4dPtLuB3BNZEak51Ow267Rq1MCbOD5EbnsYWv9lmDU1SzYtlosomHNOlfnI/ESG65/GPP/Wn57VA3n7fd1+hWJUXEfWetOkvLS2nIV9RyGf/8FM88sRDXHbNZYR+l/nZBYqFMuPjE5yeneHUzEnsUMc3ZYNEx4hQrdeiWPQSj0J1nF+95Sacxa/h2AsYFQvd8MlXNOwoofmXOQIBqzL2kpiOniDukkYsmwQdsCLi4e08aG9hT1CnUX+eOKyjJRaRbMroEXqSqkYVvJSm6jBM16e4wCVjPldvc7ni/f8roxdcy4njB+kKOpRguCBSY9iIIWh38LqeWousKCDJGXh+xGN3P8jDjz2moORZyb2KPFLvoTaSxM9T/kXXMExLtf8HYcjGndP84j/6OKXBqoLvAlFt3VD2FosLC0o5KpYA4tEqvtVS3zgOSbyYwAtVEFa54GJ3Pe6+7TYWa3W8KME2dcbyebaMDHLFRBWjUKF8zXU0qoN02gGJn6iQufrKKs8995xSlNbrLUzbxXZcSEIq+XJqxwKMFItcPr2ZEfF22DFGXdkeyIqmYUS+Og4xW+0D677PqlrvLYN7v/Md9h94HitfxCrlCZpy3tJgwzO3HlhN18903qyfbylYfVU7gnpA6sUt//Vvr1asrv8+6INVBT4FpnqRUqsqmwb5vbeJJOdOFKmFYp7dF+zmpve/nzUtR6O2KoeuVKeaaROEMV6tzdzsKRbm5pWNgEBz2QSRQK/A7+K123iep0KxZJzImLIN2QLUlCp4w8bNLM+fRvNWlRLcypfoBBqzSys0Wk3Qg95xGWi6hZ6EalMTwyHUHYKG6LmzW1aBrAJZBbIKZBXIKpBVIKtAVoGsAlkF/n5WIAOr5zgvjz/5EradJ2ku8MlPf4FTQY6JQk61tUorrLT+S7iUqNLURa9qET7rVZnaAeqpwsfUziid+mBStX5K+7mW0DJidM/grW+8nl/4xTdyT9fmORIucwx2W2m7uxtFOEaC0zLxvQ5G3iLX0YkTn64hbeiGAoO+nmCJp55qj9dw0NOEalErybFGMYGtYQQxhVAnMjXVgixtr6ImU4os8RkUBZ7YGAgoEgWbHhIYMVbsKN9XUXoJSBGfUvH+tKQd/Ry1XO812AfCArFOVBOOJiF53VIwec1IFVUToojToZYkrIR+6hcYhCwvznHy2BFOHT/B7PHjrC0sk/iB8vsrjIwyMT3N9JbNDE1MMDgxQaFUJK+ZTM13efrBl7jrgW9w/OVHVHu8AuGq9V/aqOXnfnusqC999UnEy9LrdlSb68DAAJWyiW2EXHrBDjZMjFAtFjh8+BCupVPUuzQIMTohtcVlZtZqnJqZox6EaCHqPIjya2R6G8fXuiw2Q2zNITZihp2AK7WALVUdczJPVfwLTUk8tzAtA0v9btGOTBUe1ek0FRySMJkwSNCLFbTKMKO7tzK0uYppOyq0yrQked1R41WgsITlyJjsWwGcATWvgD6K5rziTKZASRSFDbrdFgJYExlVirYJ5E+T0uv1Ossrq3hel0K+QDmfo1gqEhgW5cIwc88c5+RDzzPkW+iFRMFWxxJVXBOvXVOKt5XlVdqYuCOTDE1totvq4GgJgVsgHtqME/kEtePYklbuBXz0d86vTVjAal+l2ldeKrDaDVidWVKbJ5pp8Bdf+BPuvOsbbN6xmUq1wPDQMI7tqBo+vWcfMzPzOJZLEAepH7IQSwmz0gzlMxl4CT/23jfzhsIsSXwAZwRsXJyKTy4xOfmNgPyBKnO6p3yWG3rAYKhhS31LJYKPfpjqpRcwd+Ik995+DwcPHjgDUNO5lAK/PlTtw0J1XnQYzGnccMO1vOHdP0rHtClYhgLZrXZXbQQ5psXS4qKCnALTbDlvRfEaBT2M2fPUE3zz67fRbAg0S99HeXj2bAHUZ1bK1XQDSbw5BbTKv5XKDj/3K/+Iia0bSIIIWxSIYcT8zGl8z1M/K3yZiKeyRrvZVN69ajNJoKamkyvkyLkuj935TZbnF9HCiIqbo1ooKM/jqcEB3JExdrz9HSzqJqeW17A0Eyf0Wd23l2ce2cfcYI4Xj5/ESnIU7DKatYpmlSlFOn6ryYWXXcTbNm9GCxq0d0yxljhEvqx5EU4IfoJSmPfXbjn2NBwqomvG3HXXtzh97ARmsUCuXFLqa4W6e1YjCosaBmFv802+O9ZvtgloTb1dJWwq/T6RUKi+8l4WQ+lqUOuoasFP56ecDxVCpd4qwRCfW/luUmtbiB7ryldV1nypv4xvsVuQmwDtju8xtXETIxs28cGf/AgrSyuqBV/WxJGhYRUqduzIEe65/VaazQa+7/d8dmUTYn0gY4p9FStWGYIyOwICsSKJEt577Rtonz5GybU56Pu0/ZDjx09hGHa69qZs/QxY7m9QpmpojVZz9e/n/3vKjiqrQFaBrAJZBbIKZBXIKpBVIKtAVoGsAnLVkvww0sf/H5XsiadewrJc6rNH+eRn/wK/OE5FAmZETWOaZ5Lk1cWfggvpVWW/RTYtVQpWRS4kra6p/WAvNkSSmJVvXaKUQ2Fi8aH338QtN1/G9wKdGboUCbjAKrJmSLAN5BJo1poM6RZHXEkVt9muiUIO8h64sUY7iTClZVN8I4OYlsKqFpZob/WEnA9dU0CfhifRTupwxJs0Tfc2REAby0W8TiAKNOGncpeeEOoxtvLUS9FbOnRE15W+xn/vJrXpQ1a5yH++EnNEfTKTgmYiuE5eZZOo94COoeEliYIuJURBqhEI0NETPD9gcXWZmblZVmqrnDw5Q21+meZyTQEA8jlKo8Pc/IEPcHEywOPffZY7vvsVFk4/C4arLugTFcbzKqiaSFK5tLmnfe7iPyhqLKVSE+uAMKAgnoAFl2q5qMbBwECRC7fk2VHNU5TOavKqaN3GIi8vrnDk9Ayn5uept7sMTmxhsanTim0FtWJDw7JCpqI2F+ZCNk2VGBgs4zoCR+WsiDpVUwnd5AoK5jSbdZr1GmEYKD9EpzqEOTSpwOpwH6zqeQzLxDTECsDs+Yj+IGD1757H9WBVoG4QypkSQNMLYeuFJwmc69dKxr0E5yh7DNsl55bQ1gIe+uo9LB04xs4tO5ga26B8ZYPOCu3mivpMJ06cxtddxnZeiFEZIG1pjvANF2dkC0bQJWrNqhCz2A/58L/+g//esHvN+18LrCrYFcSszS0K1kMzTW7927/mr778JUYmRtm4aUoFHcm5EZD19FP7WFleU/NcxqsSdfY8TmUuaXpM7Ce85S3Xcu1IA0N7jtxgjIOBVYD8ssOx29sUVoZZidsYScKqFjKsW8SOifvON9O+5nJaouZca/Hkw4+zf//zZ1rS07UmVaue8fJc5+WcyOYKCTe9/51c9ba3Ejk5uq0GUbfbCzDSWF5eVuBSQobKpbKa26trq6yurOB1WqzOLbLn8Sc4enJR+ayuB6upX6dAQwF6KVhVHsACpTUN04j54M/8FFdee41SN8pGxvziPCsLC+n6Eab/Jqpl8VhVKv84Vj9Lu38+n8e0LArFIo/dexcLs7PkbZtKrsDI4CDlQpGcoTO5Ywfbr30TC0HEzPKKWsc0aeGfPUbtyWdY6nR5od6hvlwq1ogAACAASURBVOYr25aR0SorDZ9B22L7ximuufwqRmtN5rxVljaO0k5s5Yus1MBBjK/Wo576VAVbaQpEyxo7V1vh1jvuoCmBZ3mXfLGkfErFDkE+zxmbEbEoMcx0zRQw2vPn7p28dP1MxDogBfPyRwHKHqhXv8tjeopX5U0rft9xasmQwtb0ZzkudS5kMIYR3UaLRq2unirPkbVMaq7bFgPDI2zcuZubP/JhFufmabVFzawzWB1g7tRJ7rrtNpZmT521fuit8331bn/sqW+/HlSVny1Tp+sFVAoFPvLud7D/sUcJkpihiy7jxMwML+7fr74LFaTvfZf0f1//mnJ/qylzLLtlFcgqkFUgq0BWgawCWQWyCmQVyCqQVeDvZwUysHqO8/L4UwdxLZvD+/fx6S98ncr0DrROm1A8VXsBVmcuiuWSVkJk1oWVyH19oKUcCHst5+tb6QV5Crg0g5C27fIrv/TT3HjtVu7wAkxLZ9LQaCQBBS1VicoV6OpylzHb5BnTU8rEaSGheoIt7cPynl5IqZ3QzekKnpY0HUf8PaM0fEb8GwUGRsrDURJzUuWmHL/SqsrLKf2UtPemMlwBq6JKTaFR/6JfaeVSyCr//opkru8/2JX3rGHwbDGmJlzaAzOCrqMTGzCiQQA0iZVHqoQXFRONnEibtJ7LrNS6BxIkPKkpbdTNFu1Gi9VanVOL86w26lx/5Y8w3Szy8Hef4M77/5p2/SSRtE6r1thItaCKQktqciZhW+CqgFRRg/XOm9wvdgzyPL/bIYrSEBwBnVVb45bLNnDD7l0MVkroErQlXpxBh1rQZa7RYO/hQxxdWqRrVjm6FIBZwHVNYcrKczAXB+zS61w94jA0UVXhOpZlEEpbtrTCS4t1IacUgZ4XsrCwQL2+hmFp5KtjOCPTjOzayujWQSzXxdTzCiL9zwSrnr9Gt9shiDrqmFKYIvULz5zw/jjvAyUF4gwTU3co2QUac6s8+O37OPjwi1RzVS7evoPRogNejebaCiePz7PS8Zm8+FJyYxNotoV4Ecemi12ZJCdA1VtEk7bjIOKD/+L3zmtlve079/8dxaoCq2FMfX5ZtV/rlskj99/H5//Lf2Z0wxgbN23EMDTyOVe1zT+z5xlajbZMoVRzKBsHArl68CkKRcVqcPGurbynCpr7EoWdCXlpk27qWPstVp6JsKIyK0mXyOj5gCYJ7rYdWLe8h27epuH7LBw+zZ6Hn+DkyVNqs0apEtVGRQqn+rf1ilVRzOZMjUsvv5g3vOUGOip8PcLRdYqFomq/F1V0qVDsAfsmnWab4kBFqXWDdouw3uLFPfu4/7G9eEF4JuhLxn0fEsp6KGtdCvXk7xT6xYHH29/3Hq69/o089vCDdNttNm7bTOhJaFlXbeLIWhN4PlEQpiFIuoVtWeRyOXL5HKZjYzkOh55/Ts3VgWqFYi5HtVxhYmyMyPPpBjED0xuILIeTc/Po4lEsx+O16T79GCefewZ940awHdWiXnQqLC6vUbV1Lrn0Qqa37Wbp0BEOtT1qgwOEouyOREmbbob5yo9ZNscSlpaWqNdqqtyy6bK4vMTBo4dpdNpojkW5VGGgOshwZUgFOeUKBQXhpV6FvGzERKrrQYKdRJ2ffof0NeI9eNoDqzKOBKAKNBVuquwpZJ2WY9MEXsp2Wepz21fAykiQc6rGYZJw9OAhntv3TOohraB7+l/o+Ri2Ra5c4U1vewfXXv9mlheXaLVaKohscmKM5/c9y9133EncD6rr+xf05v3f2ZNV3wF90CuWFBFDeZcbr7qCo8ePYw6OcM2N7+Kb3/g6xw69gGWmG226ZvXGce/z9wZz39agUV85rzmePSmrQFaBrAJZBbIKZBXIKpBVIKtAVoGsAq9HBTKweo4qP/bUQfKmyaPfvZ8v3vYw05t3KOWMtMevb7tVV7w9xZioT/u3FB5aqapoHYRa/3bK01PaMnWNoFzht3/lI4xvHuMLjRqRnWNXLo+mR+QSnbyuYwhAPe0zWrFYymssJzCUMkK8RMPTwG4HOIHOi8VA/ftEYjFigIVGTtSmQUQp0Kg5UA0N8hIGIyk4ki0ukEzCSnrwNHVQ7F0s9y6YBSzLo9X/KvFqSlZNUU79ECNW6jOria+khrfcUoDKGCyhFR0FHPS8Q9uBlgi4dMjp4CTSRp0eT+o4mypl5RgEzCbiG6igbKJ8Uv0goBjqtJ5v8tDDj/Cd7/01obdCoLwT0/b2vhpTgSJlCyDBLgIzU5AiMOJMYE0UKGgmKkp5vMARSYOfsHV+7dId7JycJiladGOPdq2ObtpYRodI2viTmOdPnOLb+w7y4nJEoTyImzNUq79plJUqdcJY45JCwNbRItVqWfkRKmipSeq2RSJWDE4BQ7ep1essrUjLeoRbGcYd3sDwzi1MbB/GyYlPawFdQoM08Vj9YRSrPeXZOliXfv6Yrr+G53UIIwnROrtZ8Mqf+7D1bCK6pNsr6KablAplBSUf/Ov7eeieR7C7ETsnRtg0XCbptFmZWeXE0grm8AgbLrqY4elpDFsAtE2g5dBlbMRrwqOVfcNNv/HJH2LUnX3orffedwasqvmsVH+pWrA+v4JMWanf/qef4vc++TsMTAyydft2XNdScCvyfV56/kX8ZpdmECnILh6ryttU7U6k3slm4LN7yzhvcUpw8nlGL4/J7XZovhAS77VIOg5GCDVCPNPDiHQi28S89lqKP/ZWDDuiHUY8+8hennr4CVZXV8/4O6fq0VQdKrc+6OqvQgJWZfNjfGKU7RftIj9QoZgvMjE6RqvZYHVpmW63q0Kkup2OCiC6/Oormd6yiSgRpWOTpNnh9MuHue3eh+gKjOupIWX8KzsAgX49sCrHIOFQqfWEoRSp49OTWK7FoQMvMD49zjvf96NEAud9TylTRaEqrfUlSYW3HSI1LxNKxSIDI8O4+Rxtz8MIZKMjUmp0pcbUdAaHBhmqDihfTtlmaTTFpiJidHwY4bR6CGsv7eOZO77B0MQw+Q0TFB2xETCx9Dx5y8atDqEPbyPSXU40Vjk2dxrDNtJNI1F7hl01j+srTZ544glOHD2qWvpN3VDHLdBUksYkvMxPYq668hpu+rH3E/rS1m+qwD3xdZUxL5slsvnVajfVxo0voViyvqi5lHrQqvXHD/B9T31WsUuQjQXljao8thXFT3+XZa5vx6E2hvoRYqlyWtr9n927lwfuvw9LbC5kA6nfVSE2AprG4NgYP/EPfpZcuUi33VF2HrZlMD0+waMPPsz999yr2vrXQ9T1atVXTL4eWD37bwllU2N6cIClVpsL3vxWJqa28uW/+HOl5pegPllzTSNHFMrm3tmOjz5UlXG0trp4XnM8e1JWgawCWQWyCmQVyCqQVSCrQFaBrAJZBV6PCmRg9RxVFrCa02Ju/eo3uefZ04wPj1DrNNAkqVtX6PEVNwkcSpuBzwZUmaadKrd6ir5+K3z/MWYkTpUaoRFTGp/mX//KT9AYKfCV1hrisjjkOliiUu0EdPSYquvwY90At1TkuTji4eVlrhkaYqPt0NYjpWJy64GCcPM5nUIiwBVyJPhJpNr4W6KAjXQO2l1KfsyUXaKqmQpYmjHkPHB0MOXCXLhHIDYFAgBScKpHosqTa/veZ+15LIrC9Ye5ycW5qVv4QcjqaoPaWoNcIa/UeKvLNUpDg0SlPCteG18HN2ejuwZaTldqW8NM/xaIKkemoLZ4M2piFxARi+IuiRlsRZx4ZJEHn/gujz76FZKwQ2CA6feBRq+dXVSRPU9E+RwKnIY9pVoPrkp9RM0lHFq10wro8bqULY13bRvjqvFhBW5801GehI3aHLl8zMjwsIIqkWXz5Qef5LY9h9HcMvlqSSnzXPJohkbR6bDJ6HDFsEm1UsF2DBVgJX9yrkUkXqMij9QN0Awa7QZ+6GPlKhTGNjKwfROTO0ZwXBfdKCjFqqGLx+oPDlbXidJ6ish+u39Mp7uK57eJ4jRJXsZ7mvUlLczrcEo/EKz3T9I6Ly3LloAzUSVaDmPuCE/ev4cHbrsXbbXOZCFH0mpSX1xjdmUVrVLh8utvYGhySgUjGY5NgKmUdnFUw5JxF8NP/MtP/zDD7sxjv3H3vWcgYR+sqs0QXac+t4LvhdiuzYmDL/Gv/vn/pibF9KZNbN6yUaXai+rzyIsHqC2ukNiuskAQ4C8bBS2vS6T6rnO4Xocb33MdF7Rdgof2MFSuUdhlE53UiU47BIZGM+koH89ID3ATjdVcDvNH30Lh6ktZ66wy/8zLHNj7AicX5hXIkzmixp+qc6r+fgX46iuJowDLdrEck+nNk2zbtY3h4XFe3P8ie558Uj1PgLDR2xIRv+if/sWfIV8q0vU6VNw8reUV9j7yOHtfOKIU28ozWjYwRNEtJ1+AtJkqVvter0ZvvElgkiceyaLu9jpc8YYr+JG3vJmw21aKValZvSZrHVx00UUMDA4ppeXK8rICl8OjI3R9X6lCg1ZLbfoIR5Q5I8cu6thqZYDR0dEUVPq+CkoTCwE/DBAXFieKePSrt5O0fEauuZrBiW3kDQc7V8LMmTjFIrniBMVShdDyeeCe25hdPqE2M/K6iRcHdLwu37nrPo6+/DJuLp9C9L6vrWQsWaZS9HcDn/fddDMfvuWjnD45o45HgvZK1bJStxbdnPpc8nw53rAHOkVxL9DTJFX6qjAvuT9IwWoQiF2KbOSk8DT9rpHwMdH1v3IjQ36X54pDhMDnp554jLvvugvLNpUfePoE1DkXJe7GrVv58Ed/jm4cEvoejUYjtRIIE+74xjeZO3UKQ7xmXnV7dQdGap0iD0oXAvFg9TyfsuOA32Z842Yuf/s7MRKDu++4neWlWWxTU0rlRDeV+lYWkz64l3Emf5QX9/HD5zXHsydlFcgqkFUgq0BWgawCWQWyCmQVyCqQVeD1qEAGVs9R5Sf2HIFOnb/40l/zwppB0dTpxOK9afUs8s4GkEgYSR+s9oNdlKrKFLWghJykwSevVpYJeBDFmRd32XXRVfzmx2/ieMXi+TDEjRLVBj3X6bDoCzQ1GNRMfizxoVTgcS/ge8vLlEs2w26BjabJNDr2Wpeo4PCyFTBp2PgSJKOCqdIL3lwzomSYHHVjOlqXAc0hn6RhM4QhhXbEoqWxZmtsxGJUYK3YAooCLBC/U/EvRFkYqHZZpeoUwCIawrOqufU/r//cfbWvCu/S5Pmi9EpVoBJ0Iq2yopySYBPpxF+tN/GiSAU46aauAFsn8jHKYlJp4knwlgmBK0eWBrsoWwNRFZJQXW5x4HtL3Pf4XTyz73YMYnwtwg40QnlEzydWWmVfDVYVyOlBVQU0RE0mMDVIvVmRIDPxqQ18HD1mc9Vld3WAITdPFLbxm0sMlnWGh4coVyQYKMeyb3Df3mPcv/8EnpWnVKliOxamHVMxYTQOuLjUZGiwSr7g4Lo2hqkpz0JByH7gK5jqSIuxZtD1QjAd8iNTDO3YxOTOsVSxqsCqqJx/OI/Vc4FVlVjfXcH3Owqspha0oloUZe/Z9PP+5kFfCSznW4KzTMMhjhIMNScM8gWb9nzAvX9zD43js7jtLqunZlhYmKEbx2y84AIuufY63HKZONaU36zAewF4JALZAvxOl4/86/MLr/r6t+9R0Eb+9L0rVZiVptFcXFPBZY6bY3V2hn/5279OvdvCLZTYsXMLo6NDmEnMwomTLJyaJZFjkzmhW4Qx1Dst2p5PqGkqSG76gu0MNkM6p8QbNqBoa+QjnW1+ng2azrOs4cYCLBPs0OPk9BQj77mRGgFLtSbz+48wc/o0ja4ohc/e0rF7VkHfvye1Ko3VZkOcmOiWxvBwiS3bN3LRxVfy8sEj7N2zRylWlQe0JoAroFqt8pYfe6tSe8t6IV6mnbU1nn16LwdOL6V+tz3gJRsPAvCUP7PVD0ZLW9fTlnVdbZwEsvbFAX63xdvf8w7Gd2yiubaqwKrcTENX7f2FYoF8Lq+AnMz/oOOpnwW0ptYHAv4CwiDCtR3y+aIChxIKJZYBtuuQLxZxnVwa8KTuSzAsg2MvzZAvb2Zo625qXR9HK2NbLpoZYjsaOTMn4mIKlSJrh1/msf0P0sVHa4fIf/fcdScvv/CCUubK55ZWe+URK2NfAgqlLd/QaHd9bnzHu/n5j/9jZk7PqBA33bUpVSpq8ydn/d/svXmUZVd55bnvfO+b48UckZHzJGWmUkMihCQQNmAM2C6XwRhwu/HUlG3sGtwud9nV1WW7y+1e1e22a+GysQtM28VkRiEQg4QklJKQkJQi53keYp7e/O7ca3/nvcyQQFXV+Ye6/7hvrSBDEW+497vnnOD+zv72duAYFqIglrAzhlVx5og1SxrDoBLWNJU3K9ejWCmhI2769NT1rJnqJFD2Av01q+9zzdfR8iXRQrGyeWb/k3j061+H5ZqyLvrdADTWljBDpLjz9ffgjW99u3g90+KE77e6uITZ6Rl0anUcPvASF/rratkfaP/vDTq1xos5iwKrXNMNHesmJ7A6ew3lSgXwSmg3a+h2WqKSZscGH1HKLgla6ag3e6UittOuvxb/Xyj7jKwCWQWyCmQVyCqQVSCrQFaBrAJZBbIK3FQFMrD6KmV7/qUL6C7P4m8+9lksGWXxQQ2NhBij14bJcBqlAOKNIG9a++FVfTUTAZICq1T09VqN18BHAbIwkaQRNm/djnf86D741RKMUhF2yUHq2RIutZxEcGHB7IaY4M18zsI1PcHVKMIKImmD3Wg6GIOGUiPFopvimaiOsu6iYrlItRB+EqNgWtjd0NF0U1yyNYxpBhhwk4uBjgRVJai2Yyw7OuYtYCjR4QgQVonVuUBB1VU9RkWzUQZQSGgTmkIPASsCYgNw6EdKJR2PlQCSvfwMlCEMIITQdAnOoqrKYMt1qiGm3x4FotRmsaxBDDPWxU8wZIgUW4apIE1MUXARqFDl1SaEiWJ4o0W0gwCRbUEvukgKFiJLg3utgePfvYJHn/kqTp56ApZuKohBRap4KKp2//51FFgh6dtM3FZ+iLzOcmyJLzCDgInQNQ67MJIIYbcr7cFRmmAi52BT3sKYl2I4Z2CkYKFQZlq4A83UYbtl1Ns6Hjt8HgcuzqMWWagMlTBWNjFIJWS3g3VOFwMDZYGPnmdD0wihqYBUQWlBHIr3pEEFKPmubsGpjmJ4yyasu2UKXiEH3XBgUPGl8fWWBOcwF0fFlCkfzL7KtA++FRTt2Tv0WoYpT+Z4Zq273UWEDI8SBTavbR9Ms4TKGkD5RarUeP6MUJXt4QTl3BywDFsAq5430Jnp4OmvPI36tQXo7S6CWl1CsQzXxdDkJAbHJ2HlCqISJ4BjSjwhbhy1pJU86LTw/j/86E0tfA9+69GXeaxK4BLb2nUd7ZUa2s2ueGR2Vpfxr3/vdzC/sgjdsjEwWMbG9VPKaqLVgt/uoDI0jGKxCIt2BWGMZqeNK9PTmJ6fhR4kiAwTjqUUfFTs6lS9awHuSGy83xzGM8ksnAQoxBpC3cLF2zbCXjeKpcVFrKy0sDizgpbfftk4vaF+5/x8uVq8D6ZMbi6kOqiILBVd3Lp7B+644054+SKOHD6CR771mPSM873iNMK2rVtw+527UVtdhpbEsBiGt1rDpbMXcLHWoiAchmWJ6lLGRBwLbLTp6UvFYS/A6Hr4Et+X84Xt+1qK977vPaiMVnHxwgXML8yjVC5hz55dcFwb8/NzCDtdtBt1abEndCNANC0Ttm3DdT35l8sJlaqeSw9WhluZ4kNM6O26ORknOcdB0SvKvAhNC7FZhm8MII6ogFRKTkujA3UqdhsW0+ttKqpN5OMYjbCGbhzDTXV89Sufw9//3V/KJhDnIGFvf3xzXeDGgs3NAwLCMML6rTvwL37391BvNtH2O4BtolAqi56foNOzXYTdUICzgNXel3jm9sA1x7mCq1xr+BUh5Jxbs07JnOUaJT+LESVdtLs1dLoN+GEXHb8uSvLZ6QYuX5yFZflYWFjAzIV5pL5SvZqeh7f9xLuw49bbxEvbMlIsLSzgyccel+t795378MRjj2NlZUnJXF/h5dvDoD2Y2vPj5rGD72WiFXRRLOcRd9rwaf9Ajqrxs7krc+Nvp/h3y5rbn8prTWVSdDvNm5rj2YuyCmQVyCqQVSCrQFaBrAJZBbIKZBXIKvBaVCADq69S5QMvXcT0pVP467/9CpJyFVqYItITaUEWpVKvFXRtS6QETPUeon7rfUnLrKgpbwAQuZGkP6KuI6ASKwqkVZPwoFQpw60UUB4ooTpYwcDQEKpDIygWShgdLiOygY6dIrQ0gY5yz83AljDAcGCjVtBxGoGoTHMwUUt91LUEI4aNu1sGzngRpi1dQIOvx6gmGmItwngKbI4M1FwDJ6NAPFlNKq4SwNJTVBo+As/CBSNCVbORY3u3eASmyPsxQsNE3QgxDh0FzYQbqjqZkpKVwo0haiqGadX1CG6igrH4+kBPVYo1fQNNg0+8bi5AeMDbdfFflO5jBe6oXmPt2CJLONtpdwXoEkij4sKnR+t0B8cPncY3vv1FXJo+CJOALyIs7Io6dq3CktdIvFZ5/x8EkizeCTrS+m/CFQ9AQl22exP4Rt0AUbcDUtc0DhCmhniAjropdg472DrsoaJpcDwTOQY0mVQ5G7BMD4lm4ko9wVPHryKNQty5cQQl+GjUatL2T6WqZQGOzabdnl+pY4hyl96IBLkMGKLCLbVs2KVBDG/Ziqlbt8KruAqq6jYMjcDLFrAqFqIcc6A9AIGaoLDrUFm+6XnWynjtqc8kfCeJ0O3Oi/9sP+RLoHlfYdZLTb+haFPvK8CS2wc9pSqhC3/mOgVcO3oRB79zAH69Ddsw4BiE+wTINgzHgVssS8u2WBnweMU4g0DbR9gl1Gzi5//dx25qnXzwm4+8IrzKkPlnMIW83kSj1oRr2ogDH3/0B7+P8xfPw/BcgcWjoyPYvHkz1m+YwtDwEEqlQRlHouDs+S0TYh0/cgQvvvC8jEvXccUDuN3xe6nwEQbTBL9mTeKks4K20cVIM4EflXH2lgHohQJWay1cuzaL2Ofak0oY0Q9//CBYVc/jGkP4F8M0NezYuQ07d26Dm6MK2saRQ8fx0oFjSg2pRXjd3Xdh86Yp1FaWsLq8BEczsLq4gtWlFTQ1qk8T8Vnl+kd1qWwWcZxZyvJEBb7R11VZKtCPl4ccBRGiOMCeXbfgfe9/L3LFEo4eOyo2AYNDA2g0a6ivrohdAIP01NqoSXI9v6dC1BK/arazmwJQc1S45vMoFPLye/5c4uyovoeGfKEE3StDc8pIzCISjddObYpRJS/KW8uQ9ZYPAlMqT5OE3QU6PKeMNAjwv/z+b+D57z0q6nGejAT1cbNJoCoDrqj+VNCV67vjFfChX/8whsbGUWu34BWLcHM5uRYEpgUvhzgIEUaRbNqIWlUsNWIYUBtxnDEEq6wlwStfG0aBbC71/+5QUczrQDV3EC7jzKWXUGvPAppSuBLc+mEAS5tA0HVRb55DbXEZ184vI2p2gURHrlzG23/6Z7Bp83bkvTzOHT+I/d95EhfOnIZlmhgcHJZOBHrCUgm7Vkm61mdc/Z1TqmXx15XvdbTadfFj5thTdjj6DR/gvl1If0z3fGN/2PjutDOwelOLXPairAJZBbIKZBXIKpBVIKtAVoGsAlkFXpMKZGD1Vcp86OBFfP/FZ/GZLz4JY3AIRpSKnycDpKimWgtW+29BJtRX//Wh6tq3X5ve3QdSN36v2uAJ9ngDmkQmOt2WtH3TM5R6T9v2MFQpoFQdwPDkONZtWI/JqXUYYKt5MYeczZAroJ0HZiwg0uWdBGCukr10utjmGzifS3AZCeYiA5qtowodOUTY7gMbdQvHTA2P1GrQ9QQT5TK2QEdVA8q1LmoVBzWkKKds05WuUrGWpV/rqqNjTosxmKbI0bc1BopxAjsBLrohcqmFiUhHgWFbGuC1Y4GzoaYCtPREecEaKp8FiakjkjNXKlcCxoQ/6YEXUV/2WvWjgLaIGsJAeRFaHpOxExy92sDhE6fw4Ff/M1YbV5TqDCbiqPMyqNhPWee/VIdtGa1g4+gA4jTA9MIyrlxbQL3WgqbT35KgI0FMsNv1Bfbp9BrVTSRRBDtpY13ZwJbxCqZsHR6/rASua8CyTOi2hYrjQLfLmGnEOHvyJHJpgPVjY2i2ffhGDMclTCTIUenkAihtiGemaVviPUmtMlV7muXAyJcxsmUrNu7ZAXcgL4FPVKsKWKVilVRVYCoVh8p/tQ8BFSjtjWmhrT2lcQ/OESLHsY9usCxguQ9U+br+OKbS9JVjmm9FdaYcuyTF26Jmy9PGYE7HkWdfwJVTZ3vemJ6oEE3ZtNCRmibsXAGWgFWiJqqlQ3BE0AuSSeVJ5OO9//Zvbmqh/OLD37ju56jsANg6rqwAaDGwulQTdbOlA3/2f/4JXjzwIhKT6eUp7rnvHrznve+B4zriv9mqNyQEqg9W++3inmPj8MHD+MbDX0fXD8UbtzxQxSpT5QMfnpni3XEFSTHGuUILU4mJYEHHc04ApzqIWtPHar0lkIvKalpR/LAHgdYr26fVWsNrqgA6bQa2bd+CrVs3wrR1WJYLzy3i249+B5cuXUJloIQ3vvkBLC3OwiLIazXF/5LjbN369WhHBhYWl3D50hWYto3q4KAkyHe7gWo977WuKwsA1lF5A1OlK5sQ3DjSErz3ve/B6+6+Bx2/Ix7BV6ev9BSJKVzLVGFWQaD8W3ut4gJWTVdO3fFceLmCqIlNy4Zl8l8DAfGkZsAwC3DtQQwOjsPOF5FaLmLYMm9lTU64hqsuA8LVfjeBjIEkhWVz00WDnjoS3vXb//TnMTtzSkLLZNOldw34XjwuttZTGUxfUsd2we2gN//oW/DGH/lRNP0uitUqNEPZpPDcyjymOIYfBAJWpXY9sJqEymOUoVOyncLNI/qwyt8FejurNe6HMwAAIABJREFUcCoJguv9nt+HYRtPPvMIDKcL3aZ6voE4deS5RlpFHBpoNM7B4kCIXfjNAN8/cAzloXX4R+95P7Zs245vPPRV7H/kYcRhANc2KcgWNa549NKGRYLSboSk9ddgwm5l/aCgqgBWKo1NE7X6kngycxz0Nxf79euP1+sbMRlYval1LHtRVoGsAlkFsgpkFcgqkFUgq0BWgawC/99XIAOrr3INjhy8gEce+Qa++eRx2OUB8R+lOpStpJLY07vB7cMkUVj11Uy9G9C+qmctUH25R516H6ql2O7Jm+d+KEsaMcDEv/6e0kUJQ9re2YYeSiI1lYy6pJdbpRLKA4MYGaxiaLCKUrWMwcEqCpUi3KILrWzD1W2scxwsugZWGP5kxNB0A7GmfPkmWgmKroNLNnCKXqJxhJyhY4NhoeKHmIwtPOkQoSUo8nxFKJdiMNKwzU9xwklFRcnQLN5cE9AwzTuf6jjlRKJIHaSlAb0n4wgW3yBOUTcSDMESZSxVtm6oPAHEX5H+rrQDkKAXAkalSLvejivt65KrLSCg34JOs0t+3nPna3jpxGE8+JW/RZK2BNawxnHE4Jcbist+EA8hRhB18eNv2IM7t4+jXMwhMXM4fuocaktLCKMQK7UW5haWMT09IxC3vlJDFGnoBlT+mdDpaZuEGB4oYe+whUrOQU6PULQ1FPKWQF/PMqCbDlLDE5VqfXFZgKJp5wXmEqyaJiEQ1bEM7UmgWzpsx4FmGQhpU5AkcBl05LhILBdDm7dg25174A0V5Tr0FauabgswZD0Nw4NtlWEaxeudvRyTfUgKjfLnfjBSLP6KVIgGYQfdYEkUqzeUqmtUbPS67SWX95Pd+mCVbeKELozMoQfmynINF751AZ2VZehRF2EagfJcgThUA4shgAbToXdmToCkSmn3kSYh0tgHEno0+vjZP/jETa2iX/ja118WXiXwlopVBjN1A6wsroIeyJ5t4hMf/yge+fajsHJ5dAMfGzZtxM++/72wHEva7F2Ndh6Ez7GMz35yO31hOUVOnTyNb3/7MczOzeHOe16He++7H8ePnsKlI4ewc66NgTTE8WoH5bwFu53HsytL0Jwc2r5q9aZKPmZFXk2w2tN299eWG9YOCo4plWUiitXNm9fD9RxRf5Nbzs8t4YUXDiCX87Br161YWl5A1GkJ4PY8B+MbNsi1WZhfkeu2sroK03JE2dxqd1Wrf1+pS5MJUSwqtT4tRFhX2YAIu3BtC7fcuh3vetdPoFAsotVt4ujxI2g16mIrIdlKPSWj57pwLNpHKKuCiOp2XUM+X5TNBPrfOpwLuiXqb688hOLAOJx8Faap7CPof0orBBWoRAsG9cWrwvckGFUbZISYVNpyjMYwLQtGauPi6dP4V7/zK4iCebHRoAWIZbF2aiNC+VYriCigVbxgU+zbdzfe/pM/hU6coDhYgU4gT89sACVaW6QpglApSrnu0ppE1MUJVa8aLM4V8S6mhys7Etjqr8BqH1D2n0N7hmajLQrgO/btQbM1i9n5i1hoXEOj2UTOGcDK4grSeBG6rCMW4gA4/OIpjE9tx/t+4Zex/6mn8MwTT4B4moCYx6f+vpky9+hf+8oNQ+VHrECq+humgqbUJgrHXYRabRWd7g2wuhb+/3CwqtwGXrl/0Gk3bmqOZy/KKpBVIKtAVoGsAlkFsgpkFcgqkFUgq8BrUYEMrL5KlY8fPIe//9Rn8PzxBTjFgoQUxexmNKic63nCrfGceyVYfaU6de3H3AAg/fe5AQSltZsJ4ZIAvSZ9Wlp6AcO1BPhQXcXWUt5oMwGbafX8Wa8ZWW7GE9MUeMAwo1zZw0CugNHqCFyGxQwXMVweQLGQhzNQglXOoapZsHIGVq0UHUsXe4EgTmFrOnJ+hHWpiWecBB2iVV1DV1N+pOsCE7sSA087IXwtRZnoIiQkAEagoZwAl+wE+cREjjfOGkN6+N8aVvUUK0aCMn00Uw12nCCPFD4SdAi2YGAg1WETMMUpzK5S9NK3U8FAQapIQ+XvKUEvVGCGicCMZ06v4pnvP4lvP/pZUBBHtRghibxUu6Gy7AMLAbNxGz/7Y3fjji3DAgsS08PFq9MoWAoyGpYrytLpmRlUqwOYvjaLE6cv49q1OQEXjaaPMKQHJTDh+pikh2rBQcUBBoo2SkVPwqikbZbQkQAoTLFab0v7t+vocBhoZfEaK+Ua1YMGlYa0AiCEodpOPC9NOK4r3pzFyXXY8fo7URobAEwLpulAZ9Y4VWRiQ0FlXRGuU4VhjChrACHYvdAxEaQROIc9wMXRFCIIW+h0a+h25wT+/5fAan+jQcCMABcVVqWComy4Tg6PP/4EZh+ZxobRERQ8A+2og4AwBjpcg0CMGmA6ArgCsmTzgEcaURXahZEquBqHHXzgT/7hptbJz3/14etWAP2ALap4CQVjP8TSwrKEqeUcC1/+4mfxuS98Hk4urzxkDV1Uq1Mb18N1HYH/Eq4ldezDL6UU7fuCHj16BE89/TRdGfAz730PJtdvR2d+ETNHjmP1wGGcCRfgldiWnsPleg1p6iAIUvED1bnpQsC21nryZWf9ciuA/qYPYSXVrNy4oTfu5Lpx7NixBeVKSc690w5Qb7Rw5sxZzM3NwyOkN3UE7TYKnoMNGzfALRTEb5QLy8ryKurNFqI4hR8otaWsZbLhpNrYCX8J8SUUSzZCDAkCo2I17znYtHkDbr9tL7Zt3y7j+fCRQ5ibm1Z2F9R+i22BiZznwe75tsqoTDTxWWUIEqEqrS4sy0Zo2Bid2IKh4a1IzSLCmO/EccvPplJVtdbLf4vnLwO2aI9B64bweoCZrBmJLkFxvJa2ZuOFp5/GH/6bDyPn+nKuPkME6ZPqFRB22xJeZ3Gd5Dkb3DRwkUYR7r//PrztJ38ay802itUKvHweYRhJbYoM6NL0G2CV7f6iLObxKTWqzQArqvZ7GxVc22kdwLWW1gAyr2QR4wt08as9fvwYfuRHflTWPoLuRjCH1dUGpqfncPrkMXRbC2JBwL8R/Jwr52cwtm4z1m/ajEOHD4q/LTcJUv6RE/sBFZZHmwfbUYrV/rjqz3EBoD0P5v7v1J9EWiWoYDuet4KoNwLubrxe/f2TB2t43fzl5SGIWXjVTS1x2YuyCmQVyCqQVSCrQFaBrAJZBbIKZBV4jSqQgdVXKfTh54/hz/7ir3F+yYCX92BohJymqDvpqXcDXig/wD5YvXGDqSjIDwOsN1Sr6ia5789IlY+kQmu6pL3zXlZUXwahjSaeorZnSGutamFVKi6l7qRKMpWwFMKMhOCDvoGJBp836YkP+BF8+lXG/NwAvp2HA1PCjvLVEoYHBjA8UkGFateRYRSHB1HMF2Gx/dYyMWDomMkBoZEipIouAbpIMeRrGLA1nE5TTBsx9BhYDmOELvDW2IalJXjOCMBPK6QaKtBQ0IDBdop5m6o8Da6poUVoRQ/LiCrWVGwFCIZoO+AhQcnXYFypodX04bk5eC69IlNp03WpjCM0JaATRRnQ7nTx5NElfPOpL+L7B74lLbZaqnwL2ZLO0LC1Hqu8LoQSOd3HL/zjN2P3lmEsLddRb0VYWlnEaNWVwKRipYplBhy125icGEOj3sDpc1exNDcv4PDqtQW0feDqzALKroWibWC06KBsJhhwNAwUCBhd2JYlbbeEP7phodPpYmZ6FmGSoljIwXYYmqU8FgmdUi1WoFegoyOt/amuCVhN6UtaHcK2fXsxvGVS1J6GQbDa8z8UMEJVXQWeMwzNHOrxjD7cUJpoGW/Xxy0tKLrwA57rCjrtSzLubviyvlyxuhaY9PDKDW9VBleZNhwnh/379+PoPxzGumoVUxNjMB0DjdBHvdGAQ1sDpswTxNoODEOpCkVFF3UEporXauIjClv47/+Ph25qqfzcQ197uWKVYJBfHEBRguWFFYHZBIzfeeyb+NjH/0YguGEamNqwHuumJjE2PgYqK5Xi93ryzo3jkTwfDYZmoN1p4+Tpo1hYncGOXTswOr4DBTcPO5fH8e98F8+98BxC+vRSBaik7zwMAasIY5X/9kPP9AfDq/g0pZzlGmIin8+h223Bsg3s3r0TE5PjsuES+BFWVlZx7doMzp47L5s5EjKna1g/NY7bbtuDpeUVUYkymGlmZg6LS8sIaIPBTR4qMcUUWXkA8z37Lexco6g7FgVjqomPaj7nYteuncg5Hvbu3SNWJleuXcbp0ycQBl3ZHOJ5y2aQbQvk7r9vYtjI5wsoFEsKVvfW3OLErRgZ24Iodpl3J+PNNBMJfqLCX1SvvSA2BiqJIjnmsRuora5IgBY/j/M+ClPuRwhYdAwXz+3/Dv7kD/8ZPM9HGOuwnBwqQ2MYn5jEytwsrlw6D4MKbyrBTRvFXEHOY+fWLXjvB38ZS+2O2LYUyiVEYYgkSsUKgJslVKxyQ4zhVFSsrgWrDLki/JRHT7FOsMtj7NLjOYokwItq9ihtY3FhBSdPnMMDb3xAwDTrHlJRq+dw/OQJVMoeEIdYXVoVKxIGqX3y7/4OpYEyoiTA9JXLAtWThECXfyzUhhkM+tA6MHoBf7LB07N9UHYhqkugr1BXiVs9/3EL8Lx87+8WjbH5d/KG5PqHKVb7YHWt8prXv9Vcvak5nr0oq0BWgawCWQWyCmQVyCqQVSCrQFaBrAKvRQUysPoqVX72ie/h3//5X2E1HVKts1EHluFKgJUmPqgKiF73++xZAfTfrg9bXw2uKvDUS1BPVYjJDd/WRAXKUFYpUcl8JhPRUzipjZTWAVQ5EawRkrJllBA1AhJbQ2yosJDYBIxOCM024JjMNYnRtG1UdAdp1ELb8GF0U+ixhU6QoOlH0OhR2o0QuCYSz8Y4vTtHBzE0PoTRsRFMjaxDebCE4kABA5UcooqJkqZjQDNwyGL7P+RrKQZaRorNVJKmGi7amkDYq1qAiVTHDs2CEQEHTR9+mCBvebARYyzVMBHo6FgQX1ieeU48V1N4HaB1ZAHzc6sCjOjZSFXnunVjCNMO2q06yrkc8p4Hw3JEXffsqRU8+M2P4/K552GCITup+NbS+5Ngtf/o38yHYYixoolf/sCPY9NEGVevzqHtJ1hZXUAxZ2F5cQHjE1NYXFpCu92E51go5guo1RpYmp1GGgW4ePkqYli4OruM9Zt3wW/UUWCXcXMFhcTH5ACDdzxYjgHblCZ3UaJSLVZbrmG51kEu58DzVCgQlbf0NtWplpb+ekPS2XWL3psQRZnh5BHni5jauxMbdm+X0JwUBF03wCohtWUOwHNGkZql60BQnfuN9l/WRgX09AC8v4Jmax5+5+J/E1jtA1YqcXmdlBWAJR9RKJTQarXxzY88jNlzF7Fj4xaMTI6iE/moN+sQn0nbgkkPTfrQavS0pdqPqkmqVNtA6sPgDIi6+OCffu2m1skfAKs9KwDBz6kmYDXsBigXPDz/3NP4yEf+XHxpqXi8bfdubNy0Saw2ms2meGX2PSg5j7k5wutGK40w4IYMQWeCensJ04uXcPXaFQwWNmFybB3sXBFhN8LBQ4exXFtBEEQoGiZz3hHoDOvSkYSSTteLEvvB02WN14Ld/rFQJUhOVi6XEARdNJp17Nq1DRs2rkelUpHXEMoRnp44eRoBg6mYTG8b2Hv7bahUSlheWMbw4LAoJqdnZ7C0tAqNoV7Stm4gZrBZ6Pc2NehNKgxN6hEloXihUgBJxayhAbft3SVK4LvuugObtmzBamMFhw69hIW5GVi2CqFi/WybgVXqewGthbIoVemrKoFTVKIaJoY2PSAhVZy3ojymx6tmIOyG8tpCPi/HpDxfbbFA4FDkc6enpzE8PIxcLidrAUEzu/Bty0DsJwJW//zf/0sYeguxZmPfPfdj5547cPniZaRBF2dOHMfCzEXYniuwtlwoyjg1EOP9v/wh+JqBkckJVIcGZT3vtjoYLA/A1E2ppwKrkfioEqxyHae9Qd71EPkBGo26+PEyCI21GJ+cgFvIC/Dnc7khEyc65uav4Py5E7j//jciCjTE9M62fLQ6ES5euoTtOzaL+tfSbKTgfErw7/7g91EeymN4ooqZa5dQX15Ft6a8XKUTQgNGRsawfeet+N7T+2X96f+96/9NU5uGymqCD1G8ildzgkK5ANfJw/dj2RAUga0EWKnHD4JVFdjV/x0HO68Z51GjvnxTczx7UVaBrAJZBbIKZBXIKpBVIKtAVoGsAlkFXosKZGD1Var8rU9/FX/8ic/DKg/LjXCS8qZdqQfXitN4gy5wtQdJ5abTeHnQR/851Jz1Q5LEo47QJIkoDILfaYmXXRJTqUaMqNOSEhEDe5g4HacwEk0gKdVjol+jqi0OJc1cefIBjuOJAlSUhTpvcqnKVB6ADCYhpGCzrIRk9UJvCCB4HLz5p3KJ3n88U4bI8EvCVrq+gIxE8+Q98rkCBqv0cx0RcDM4OCQgplItolTxkC848AgHXRPswe9YJloW9Y9KJWrBFE/Vy7GPWapcDQvDqYnRGNL6fwwBVixgADbY/E5MOFhPUDu6gFaDsNYWL1BNb2Pz1jFcuLCK5aUlpKaLOGyh7KWojI/hwJmL+NRn/xJBsKT6/6kwk5ZjauuUlQAtFwh/GQkTRyk0o4PX7dmKzetHUMrnJShmZXYaY6MOrly9hG237MHs7AKa9SaWl+dx1513YXpmHs16QwD8zMxlNFa6WJzrYmpqHCtLi/BTE2cuz2O0kMPdk3kMO0wud2C7lP5SjUkFLb0XfTTaXblerute9+xU4F15ePJ6M7BH1KtUmFoWvHwBuuehMDKKqd23YnzHdsSmco3kdTYZYJWa0J0BGLlhRkj1PGn7gTwEqWyTVj6PHPPSRJ2GaHdnUGteQRjMrQEiN/xpVUvyjf++EfBjwDTY3q6CftQmhI5yuYzFsxG+8H99FOHMMnbuuRV2pSCBPhEiuJ4rMJbCTTXGI6SRDy1qI427SBMmlYUCsX/5zx+/qXXyc199SHlE0lOyp4xUvpEq5KuxvAq/7gvMW5i+gP/t3/xrNJIIWysF3HvnXdAnRrAShvD8ALEYL7/8IcFu0pat6kv9JtWJbI0+evQY5uaWsXnzBngFR+wOut0Ex0+cEXiswrQ0FItF1Go1BdK4ifLKz7juhcnPp1JQ+TVznvIaBoEvr6Bi1fNczM3NYXBwEFu3bUSpnJegt0iUkAnOnjuH2Zl52LqBkZFhbNg4IWCvUilLy30QppidWUCr1VU+z3xdrIKpeKF4ffubQ/xMsX4QWxN6mOrwu13xUL1j723Ysm0zcrkCxscn5DyPHj2M02eOo1TKiaq2H4Tkejm4bk5AqpOzYVlFuDZhO2ueh1HcADM3hnyhRNdUNVeiSNZBDh3WT1kSQMZhfxOM3rF+GGNhcQUjgyPIl4u4OjeDrt/G+uERFCwL3Y6P48dP4U/+6J8B4VW+Aya3bsed970RszOzOHfkKFZnZmR9Tu0EjlYQC4Gq1sFIdRRTe18Ht1TG1h3bMTo+Jv6oBKn5XB6e4cj62vY78KlkFTipiw3K5UsXcezIIZw6dlS8Z/1uW+bpQKWKiYkp3LJrNzZu24Z8uSwbaxyvV6encfHcObzl/jeJMjrh3x/LxurKKqavXcOO7dt6nQ09NakB/NVf/kes1uax6/atML0I3W4dy1frWJxfESAbdUOMTmzDzj33Yv83Pw2rE6BpGXA5hvWQUYqyXtKzlosMg/Ycx4Tr2kolbNloNltoNLqinOcVoZI2Tbjp19vEEcCq1M7XOwd6umzpxuh5uNZXZm9qjmcvyiqQVSCrQFaBrAJZBbIKZBXIKpBVIKvAa1GBDKy+SpX//j/83/joVx5DbmgUBlPKefeoKZ88hVHVo+89J9/z5pGtkJLCreBq/2ZePfuGMlCeL29DUMvgqgSmtD2rhG96W/J/2XppkkhEVEIBmkvvxaCXDs3fE7apf3lcBKsEJQJwhbcy9EbBjTiKYZmENoSwcjt/HXz01UZUTPFmX4Eh5XtIFRifT8AhKqtQ+fjxi+2tcnNsEgISsNjI5fLIFwooFmkvUMZgtYTy4ABKQyUUy0WUi0UUcnkUSw58Jms7QKgKK2pXL9FxVUvR1KjQVW5/VU1DeTnE7LFZBB3Wji3YAWwnwvqNIzh7cglhp4MIJrqdOoarHsyBCp46dAhfevBvEcc11U6usdaSly1QlbUQr1bxNAT8boSxaozRagFRIBgYrXaAsNXC+NigJNoTDDYbqxgmRM6ZmJgYx+Ur83BtG436Imori5i+PId2I8bQUAW1Rh21LnDgxGV40LBvQxU7h/MouoDnqCAuJIacvx/64mHJMdCHQjdCX3i87NClio/gimAV0EwdNlW6tovC0AiGNmzE+JYtGBwfRyIFZKI5g4UcWE4VmjMEDZ4ooPtJ5xyr130UeR3Zakzlahqg2ZlGo3UVUbjwXwWrfeWkvJ94bfY8UiUt3JDxQQuFy48v4+RzL2Lm7Bk4nomJ7etg5ggZLbFJEDVcT8LG8UgLAD1uK+Vqqnxgk8jH//CRJ29qnfyHh76ivF8ZvkNA1Qtc4maHZumoL66gvdKCl8ujvjSD//DHf4iSZ2Df9m2wiwUscHvCduFwjq9BnvyegFxgau9fAcMcbQyMihNcm57B0aMnUSx6mNo4Jdchly/jxMmzqC0vwLaUUrlarWJ1dVXqxf9+5eMGwFabO3yIR6etQp+o4uT1LRYLoq69fPmyjN+p9eOwbVOUw7ppolyuoF5v4vix43AtB7t274Sm9QKaetYk9HvlZgLBahD2FPbcmOj5bPK69R/87H6gk/iCcj0R+40Ud7/+dXj96+9WUXw9X9Z6vYbvfvcpuJ4lth58vePmkMsX4Ll5OWbNJHxzpP09TUMEcFEY3g7TG5ZNGQJLrlG0AeHiJapXKl2peta5YaI2JVgbV9fR1oDF1QbGh8dx+vIFfOaRrwqof+sb3oT79t4GBCHOHjuFP/3j30XoX0XEOWE6KOQK8H0fvt+WoKuIgXxOXmwRKjbgdev46V/6NYzvuQunz59HrlDA8OgIya5cx2KhiKJBYxOOFHrVBjL++O+jDz+IF7/3HJYXF2HqgGVocExD1pWR4VFR/67UGhgYHsE999+PqY0b0O4GmF6Yx7WrV3DHrbsFpgcpgTnzFiMszM1h3eQkbKrbU6V8pxr4S19+EEsLs5jaNI7p6YsoVT1MjJRlPjRbTXSCEKY1gKkNe3Do2UelG6JpAAWqWVOqgV2xp9A0dfy8/h7nA3cJkwT1Vozpawuo1TrKEkDMibk5pP6uKKWrCh5U45brnxrHtP/o/57jt1mbv6k5nr0oq0BWgawCWQWyCmQVyCqQVSCrQFaBrAKvRQUysPoqVf6j3/3f8fALx1EaGZNUesIpKm5UZPEP+qcKSFoDVl8GqnqAdW3bpNxMStANgaiyASA0aNRrKlRIgofo+UhlIoErw1jYzmqIPx9VizdUPrxtVSnptuX1bqqVHydJnPoMlTIt/oSEHWu8Mvk+cUIlKT0KTWltlkioJJH2Xb6OalZCCvHfk6RxwYHX4ZxF79UwUgqsmGpX1YacsreWvq6aLmnXnuuIkqxQLGBo3SSGygMYHRrCYGUAlYEBlMplVCo2opyF2GJmTgpfA0qErvNdXD4xD7/NllWmmvuoDLiYmBzCiRNzMAhMNRPtTgPjEwOoaRqe+O7TeOyJL7APH7okhMcKQifEtSqNW3l4KhBBn9Ofe/MWvOmN96LT7WK17eP7B4+gWVuGCROdToSZ+UUsrdZFCegwaMp10Ql8jI0MolRQnoTXLl6Fnjoo2V00uwGW2joOnLyKJEgwljdw94YKJksmSi5giepZtfXzOhOMK7/Yl6cVUWnM68gxYNqEq/RANEWhJhdPNzEwNoFSdQh2vojhiQlUt4zDrQwgEGGZA8cdgUGwqrlyfdeqDAXz99q4CeAJVpF20excQ715FWm88v8KrKqgILbF0wrAFtUgweq3H30CwVMdCehaWZzDxQunERgRpm7ZjOGBKlyOM3oyEnxzTyEkzO+KxyoVcikVxlStpiH+yV8+fVPr5Ge/8qBAJJVironKfK1itbVaR2u5Ia3nadDCg3/7UYyYXYwNjmKGfpUMW3PzMr49wkdeQ46uXtCQgE6KX2nbESmYz3kbBgFq9QaOHD6BMOpicmoSju2gWCpjYXEVF8+dlZAmvj6fozdqV0DeK8OD1LVSMPWGIl6BVZmnUOOZ44iK8snJCZw8eVLm/+TkmLS+1+t1uR6lckV+fu7sObBbe9++veh0m6KQ5kdQPRzFGq5dnRUAG4YKUtLXWew36bfaU9n2j1N8S8NYVKpKa5sI6B0cHsaOnTswOjoqx1cdGMDQyCCOHz+OM6dPolRSkJKfSbUqVds8Rsd1ECX0mQ7hdzuAU8Guu98KGEWZLwMDA+JdSmU9LQ28XE4+j9CY6kdZ+xz6r5qwUw3tFJhvt/DS2dN4/HvfxUqnCboX25GO7eNj+MA/+klMFKr4n//5r+PyxRdg0n2ASsueBy3XJc2yEKYpSrGJ4XIOr9swinzOxr0//yEUxzfg6JHD1GgKWM3l8+KPSsVt1StJcFa73cHyyrKomvc/tR+Pfu1LMp9tQ5fQtGKeAV4GLKqXc7QPKYqFwNziMiJNQ2VoEI0gQq5UkJ9TZc31OqKPNCAdBVyj6rWaqEjpKdvtct45WFqsoTo8LJ6wF8+fg6aFyOVtrFs/hqkNowi5YWeUMTi0DScPPQLPs+CnidSOq2g35Maajjgggw7lZ2kUih8wGzuMYh611QCrq21YtMawDGV5II0Wal1T47fvHCzJXQLFqXBVSmeg1Woi6NRuao5nL8oqkFUgq0BWgawCWQWyCmQVyCqQVSCrwGtRgQysvkqVf/UD/xxH5+soVAehUe3ElmZdwcm1wOs63BCFnkpOVtkzqr1xLfhQ6pwbr6f3H4Em70QDvwE9bWEc/xbMAAAgAElEQVTdOKOdYsyvBkjCGO0mE7U1mF4RuWJZwb92R0Anb0SlrZ5t1nEiEJYp5WwRTaIEYZSoABhd+TwSMLBVuB9CIh6uPZWbBGdZqm2WqlQBrWugTV8Jx/dVCk8FdcTHkUEptiMKPVG58u6eHe5iN9ADP2EsLc08/iChr2CE1GcYkAnD1GHaloTkEBJUqlUBrWMjoxgYHcHg2DA2lgcxpDmIQ7aIMtEb8P0OXI/nbODAsfOwJHxKQ7Oxgi3b12OmE+Dhx76OAwcegaH50oYqKjMef0rllTp/uYYJ6xUgjkN86KfuxK6dOwSWwXRx/MQRDOYJpKrwwwgnz17BlZklFIpVNNst8ak8dvoCgqAFPQ0lOEyLNbzuzn3QWtNoBMDVpQBHz80L/KTkdnvVxm2TZYzldZhIxDNVGIPA9pcrSfvXSFkZaGIDIFDVNhQol3wjejamGBwaRaFcRtcPkS8WMLprG6Z27YIzUEUCS8CqZVLlp+DFWrCqvmfgEpWcTB5nUFobzc5lNNvXkMaEbQpE95VmqnY3rAD6ilWlAFXBSlT6afTU1VV41be++S109y+KeplekkuLizh4/CiQd7Dvzt0YrJZ7QD9CEkc9D89AAVUC/7grylWGWP3GXz97U+vkZx78MgydbefKT1YU5qJcZV+zBr/RRmOxJkjQ0RM89cVPwV66ALc8ihlDQ4dhYbqNxLJgi98n30sXwMWW/74CVjYtUgUVgyCU8c/2/uPHToNKTS/vYHx8HJbjwHZcnDp+Ss3POBbV8CtDsV4J2/ut9v3nERwSnPG/CWT5fLb/T01N4tChQ3KcGzZOIYp88e6k5y2fzzVkcXFRYNzevbtx+vRJ1e4vbf/c9LExN7eIZqt7fWNFJb2ra7xWnd+Hu912F6YGVEoFJIjQ8SOMTUzIhgVbxqnIvf322+X4CHn3738SzVYdrVZLoCM3apRtBxD6XfCKiyI10XDrvvvxgV/95whi5cUq9hILi6JSpWK+1WhCMy35uTo2yM95Tnk7j6U0wJee+Q72H3pRugK48ZPSDsVPoQcdjOccfOj9H0TSrON//f3fgBWsyNTl2hYzSJB+1px4RgInNrBzrIQPPPB6jN9+B+xb7kbYCfG9Z57E/Pw8ytUKLHrNysYIMHPpKq5duybXmNdreXkZly+cl2PnVz7vYnigApcbKKYGh0pbQ0fQDZFyM4CvqdWxUq/j9jfcB6uYR7PdxMZ162EbCmDKFkyaYmVlBYMDVfGNDXwfYeAjny/h4KHjmJlbQqtWw+XLF6UrgH65e2+/FW99+wMIog46oY0gyOHQC0+iUnQwXqng8IkTmF1aUZs/AVDwimIJQZscLfIRdJrwbBtx0YbfMeF3U5gOvWDVuEnSQDaGJOjM6AWVuQypU2MoDBN0Wj46nUCFMCYpmqtLNzXHsxdlFcgqkFUgq0BWgawCWQWyCmQVyCqQVeC1qEAGVl+lyu982y+gbpdgei6sKITO1sde6z5BQv9x3TNVPOF6XnE9sNp/Th86kJz1rQEEkCSq3TsIm4jDVYwPWviNX303cg4TqzuIAl8AQye0cODIBXzv4CmUiyZ27dolysrVlRX4QQjfZ7u2jiDlnX+MTqcjykbRFmk6XFPZE4hyUNMF9EgrLmHC9bblGI5jK5UboWevvbn/e1HLMqxG2tR7KiMJXVGA1bAY4MIW4UiUbGSSAntEBUtAR+0WeSbBRCwqp5LpIUxj+EmoVLIEo3HKU5DYJambbcCiytXNoVocwNDgKIaGhjFYHRT/x6HBsgQ9FdOCtKEGsS4QZny0gpdOX8RnH/oMzpx/HroWApFq/4+lldxUUJs/IQymv2nQlXbkD/7EXSjlC2i0Omj7EbrtGjaMlRClAYrlASwtt1BfbWDDuvUo5DxpqT5x9jwoFKRtw8piAxfOn8eWLRtRm5tGN7Zx7Nw8Tl2YAQwXaRQhZ/jYO1nFjkG2k4ewHQsmPSKDQEASoQuPa63VhEk/VV6HnlpVXVOCVuVHyutqO44AJKr36JfrDI1iw747MXrrToRw4TpDsKwRFSbVe6xVkKWp0heKZyXfM6qj0VZgFUnnvwms9jcVeKyW2WvrT3k9CcFzaDWbeO4zT6A1v4oCLSQMC80gwOz8AgpFGwMDZXi2JV6qMe0Ywq6Mn0T8GpQnrpZGdCjGb37suZtaJz/7pS8ptar4kSqoo/7VYTom/FYLKzMrAnZyjoYXv/ZFxDNn0HDLmOOwttlqboufsXia9sCq6NklJZ7BS4Ya01Ekc1Sga0SlaAPnzpwXoJZqDF+bhE1vSteF3w4FxnEOC5QNVTDW2sfLFX83QvT4HAYxEVqpdnWldGVA0+bNG3HkyBH52aZNGwTyXbp0CeVSGTmP9iEBlpaWsGv3bgwPV3Hx4nl4Xk7OjV6Zy0t1CWhLEo4PquCV528f+suxrlFZ8zhKuQo6zRpGhioCxC9em8bA8Ki0xHP527p1M/bs2Y0BqpTdPJ5//nt49rmn0ai3rkf79W1XuEFEP2EJR0os/NR7fxH3v/2n0enGYh3RqNfRbrXFEoDrWjfgXK1cX2+pXKXylQrYZT/BV158Gs+dPCwKV118WUO1YZQaMLmBVl/GYL6KoUoV505/H+H0WZipDy3kutwFt0P4XIbhWYjx1t1bce8dezBw131IhqZgpzGuXTonIXdULdMCghtWtHHhWPAcR9Ywrjtf/tKXcenCBZkbuZyLSrmEUs4V5bupa3AMHRaVqCE3f2KYtosoTXF1ZlbA6vimKcwtLeDeu+9Bt9mSkLXE0MQD+sKF87hl5y0wxPIkRRKF0pr//SMn8cILL6G2uoqF6atccJDoGh544I14x7veiiCm13OCbtfGCy88BatRw2Si44mTRzHdanJHUFSqI2OD8HI2ikUHpYIL24IobWM3j0MHzmFhfgXFqot80ZDAtOqgh3zeU+PU5qaGWusIasMgRRhw46GF+dkVzE6voN0O4TeaNzXHsxdlFcgqkFUgq0BWgawCWQWyCmQVyCqQVeC1qEAGVl+lyvff+25YYxuQsrWWLbE6E5WVR+pahVYflPLGnwo4PhSAvfG4AVP7Kk+lJqKMihCk3VqFiTZet2cKH/y5tyEJGnDcEnQtkqAqMz+Kz33tu/jPn38U73nrZrzn3e+WG1GGTAV+KMquC1dX8eDXHkUUd7Bnzy3odDtottpodwI0fEtaipm4TdJJj0RRg61pyyS7yeVV+2wfrF4Hwn2/TxEn9sEq1bvKYkCAsq48HalSJMyV5wlYpXKR6eERiMZE1UulJAN5HFsAGZWYfF2a6gjoJWukMKjmFZhGMKXONZFwIZUWLQpaghKHwTwequUJDAyUUBgYxECpiGrewfFzszh89Hmsrp6HqcdATPCciEcg1WZ9lV8c0f8xgR+0UR0s4Xd+7g0oFkpYrnex1GhjdvYKtk4NYXlpEdWhccwt1LBUoxVAUYJ+VpeXEHY7KA948LwCksjEkaPHMD4xiObMHBq+jmdfOoXLV5ckp4o1YWL6+oKJO8eLGMyxFT1Bnq3KSSpWDgo2KKjWh9dWj68pla/y9qTPque6kpKuTHh7ITJsKTYt2LkRjNy2G9veeC9ipwDDGIRpDEobvLJzUNeuZ24hoWnE5vwoTU8Q+jXUmxfR7NDagMrn/7pitQ9WCeUM3ZV2cbZ288GxUCwU8OTDT+H0/ufhBYTnlqSdM5ytQThWyMGj12YcIiFUpZI4iRFL+BVtG6hdpHIxxm9+7OYUq32wKgrVl4FVDbqlI+r6WJ1ZFe/LStHCqScfw8yJl3ApNeGbLiyb4xoo2B5SqrUJ53twltdElJxUjif0tQzR9X2BapyH3BS5cukqVlZWZa0YGqqiWCqIitvUHAGcVG32YeV1ixE5/1csLirf6zpAJLyiKpVgttv15ecco7feegtOnTolqtTx8VEBq1euXEWpkBf1M+cyA5tuu+M2MNyJalq+Dz1yebzT03NYWa5JuJ54M4siUtlV9L/66md+Ju0+pkbXo9VYEYuSdruF5WYTiQB9zvUY1WoZt99xO3bdugdBkODxx76NCxfPydpECM/PkTZ+5aqARKONRwLLKuC3f++PUZ7cjCTRxV5hfnZO7ADajaaAYKre88VSzwqhLN7TEszn+/jod5/G2SsX5Zqk3Q64YRGFHRlXhLaayfUnAELOUx2GGUNbXUTRr6Pk1xDWF+EHXVGPmomGzWNVPLBzPYY2b8bWN/8MmomOIGnLBgrVo7QgEKiZsF68mrxgQNHL4an9T+GTf//3spFRKBdQzOdgGTocy5CwQSp+czaD51IEvlLwQlTVJtrdLuxCGXvfsI+Ow3j9XfsQtLuqm8FyRBl97txZ3LJzB0xDeXezS4IA/6XDx/Dcc89jZWEBs1cvQ09jOJ6Ht7z1bbj/TW+UTaTlWht+YOLQ4RexdPD7WF/zcbCzghlbhxYnKOeAPfdux9T6CYGlDB4jwOW6H6cGrl1uiSdvZdCE7bHrg+Y2avRwfVP+zj2/bi6MCVXjVKRzQ8HG6VOzOHviqszF7JFVIKtAVoGsAlkFsgpkFcgqkFUgq0BWgf+/ViADq69yZXbf8z5MbdwkUERydNaoO2+o25RySxRq4jEoKEDuffvtp6KwYqOlQBEVWNUHELpOsOqhvryIvN3AW960E+96y5uwsrCKUzOzGBmuYv3IoKiPPvapx/DMs8fwL37pR7DvnnskVInt9/S148330VPz+MhffBx33zGKD/78z6Lj02OxjbBLwzsTRy8s41Of/iq2Ttl44L59ovRaabQQNLuYq7dxeamDdpOttqvoBh10e6FVVsibXQuFgQEEnUDUgrFpw6Ray4zRiRpwNFellsdsGTYQxV1AjxBHqagR2THLFtCE0FRTdaJXoul4Ann5GsWZebPNeifibUkVq4oKY4s1W0NT2KaqOYEza+13mRCvIRZeqwK5+sn2mq78CukLq96nD4RUyztVV0nsy/H5kY40SlByI7zvx/ZhbHwCuUIeq6vLuHLpNPbs2qrMJGHg6PEzsOwcCqUKHM/B9PS0QBTP1eHkPLS7MS5fuIwtG9bDbyyh3rXw8KPfE/sAKpRp20Cwq8c+NlUd3DJZQsWMkdNS5F1HzoWBaYTPbMUOqZimIpLtssLmCVTpt0vow+ugi40D24ZpX2DZyktSeeq6GLrjNtz24+9ErBdgmwMwjCJ0TaV6K9Cj1KSiU2XAjMBLwnEffriARvsSWp1Z6D3rCKnzGsAuXrvXgauCf6oVnmDVgZnSY1FHzPdOdOSdMq5eWsATX3gInStzKNgWrLwHzbUQ+iEcy4RjiKZYgDfHCj2BxfNT5lhvgyNJ8Vsf++5Nra2f/tKDL2vXF7gsmyNq7tILd3l+CX6ng7xj4dTRl/D8k99CaHmILReW68J2LdkkaLV86GEXE6USRipl5Yfseag1G5hZWYE3MCIAMGp30O60sFJbwtVrs6it1gQYU6FLEEkgRgU6oSbnilgsiIWHpjYqfghU5ckLbOXmBwOEPE+1VIsyUlmAlEpFDA0NodFoSGu45xDUxWg2m/A8Kop1Geu0tdi+dYv4HM/MzGBxaRVBEKmwKrE3oCr1Roq7gH/x4eVapFLfCcsMuvmaLkwGquk6GvVV8RSVK9c7B85Itrrfs3c3xoYGcH5uDodPn0HcDUXZKxBe1gql9pSAsTQQ0Ll177341Q//T2h3Itimg7Nn6Utro1Kq4MyZsxiujmBgaBB+GolfL60OCm4BcaGATz7xTRybvoqYtQno28uNnYgGodC4ESRpcKqefXdYwkgj5toSI5/4GA9qWB+uYNKKUMiZGCvlYI5PonT3j6K6aQ+6VHZrKbqNDtIgUmFi9AruKXxt+nXriWwKfeyvP45nv/MdVCsFUaoyWIpOKvQSlo0lsT6IpVuA6waPiRtKnF8cHlFqYnzTekxu2CSQutmti0VGqrsC50+fOYNbbmEYWS9oUSwmbFy4fBXPPP0crl2+hLmZa7B0DcOTo7jn7tfj7rtfB16B+aU6/MTAicMv4PKZM7C6IS5cvYS4Z32RL5l4w4/cheHBMhLDR6T7cMwUJrsWjDyCYB3iuIOCu4ig66NLVbDA1L63M1dTpXRmJwSD45Qfig5DK+LsqXkcOXQOsZ+B1Zta5LIXZRXIKpBVIKtAVoGsAlkFsgpkFcgq8JpUIAOrr1Lm2x/4RUxMTFz3KXylUqyv0up7HPbBal9deKP9n/fC9IqjWvMVilUCMs1C0GnAM5fwU++4Ew+84S5cPHMZzx48hqGhQbz9zfej1vHxp3/1EK5MX8XvfOgf45Zde3Dw2HEsrdSwaf16TIyO4MnnTuBzn38Q7/6JO/GOH3sAQWjAsFNokYFC3sG3nz2Fv/yrT+LdP7kXP/2OtyAFw2A6sFIdHc3GJx/8Np7bfwDvfMd9GB2tYHpuBa12G37Dx/RCEzOrdbiOhthvokNb2EhHEHaRujaK3hDCxEfkhwJBTcdQsNJPJN07ijpKTCm95fTyY1N3Csuht6zfgy1K+UrvR9tw5faa4IZqLyZdx2LHYCLpAW6+H39PdZQK5Aqvh2zR84/1Jlyk/+IPavwUCCQwIVgNecOveYjbXRS9Lhy06G0ggTP0y3RMDTu2bcLEUA55x8PpsxewcdM2TExOwc3ncOrEcaRBB9VqAflCHmcuXEFtqYaxahWxFqHddfAPX34MMwvLCsKTiOiWpNoXjBBbRovYOJhHxdbgaRpci4CvFw5GeByE6IahtPcLtBSQT39CBVapFCOQ0RkWRehhskWdbbXKYmD0rttxxzvehdRi6ncRppWDDkcpfwWqmgLIZPOA+EvS0/h9iI4/j0brElrdeRg9oNoP/LruGfxqYFUUqzbs1OEUQKjFsE0PrlHAqQOncODJZxAt11HxXBi2iUBLpDWb7dGunoAKXQH5ApiIenr+vWJFG4vK77f+0zM3tVB+6otfvg5W+1YAhHcEq6ISDlMszS/Cb7fhWSYunDqMQ098FanlopXo6KYagjhBx/fh6Aa2TI5hy+gwzUClXXvLLbfCdF18+sEv4+TVebheGVE3kPHd8pvwfdpmKC9VUb4WCgJXm822tMqTmvU9cOUEOYj/C2C1vw71Fc4SPKdbMkf6c0GQvJjockMhEusJhyCPreZUzvtd+RlVvIRytDlg63/fc5eAcq1FhdogUupLU+TUyrqCUL7bDeDm8zI3O+1Wb4NKIXGeSpgC7AFYN1iGrccojI/jwuwc6kv166FqEpInsJ+KbhM09SS2/ZkPfhj77n0ruu0QV85fxpnTZ7D39ttw5fIVaTGfmtosym3bs2G6DlwvB9vJ4bHDh/Ho8UOIEh9pEMiXQFWxACBUVSBbPdbaL/QSuhTXRMH0MaH52GhqeNugAc9rwZjYgMq+t6PrleBarkDtTqcl9Sbw5oNzkqDZEg8Pbnp4+MR/+jt89ztPoFrykHNd2RxhwBU3n7ipJ2MgDAX0ymw11JrGvze27cB1S+iawJ7778Ce9dtkQyzSCIp5Dds4c+YMtm/f3tvsUGGDBLMz0wt49tnv4cKZMwJWqda97a7bsWPHdlE3Jzp9XNugSPbk0RfRqNXwpnvvwxOPfltCuXhc6zavx87dO1BfmsPgSBFOiT7DESw9ls1AXduCJG3Bs2aQxjoSnZsulmxwcf3ul5q8medKRS8tKci3Q9/EqRMzuHBuDkGrc1NzPHtRVoGsAlkFsgpkFcgqkFUgq0BWgawCWQVeiwpkYPVVqnzfOz8soIPtu2s9DtcC1v73ArN6itU+WO23/ysoYvQUUEppd923VBKeUkRBA0OVAO/9mfuwdf0wgpaPGDYoWpsaH8TZyyv4s49+HWauiX/1a78o3oEHjx7DxUtXsWn9RuzZvRuff+gxPLl/P379V34St+3egYNHzmC1XsMtO7ZjcnQYn37waTz01YfxG7/yTrz+9t1otCK4nglXN9GMDPzHT/wDlufm8Hu//U8wMpiT1lyCI8sy8PRL5/DJLzyEt7/lTmzfNIXVRhut5RpqjS4uLTVx8cI81o8x8d1Co+mj3enAjxI0uuSTjkp0p5JN1KxMrKb60oFpKyUcE8pZS/oGqqAchvawDZ5gR/k4JlTHEaxKG3EiUFTCZgimRFLcb5knrKJHbCwtzn2lsVyGvgduzxc2ZYGpntKpCjUQt5u4564NuOf2zajV21itt3Hi1Fl0Oy3xPvQDX7wbl5ZqqA6NoFIdhuN6aNVXMVywMbVuBNXBIZw8exFhN8Dk0BBKZRcLyzE++4VvYYVegUkEg2CZHoWGjjQOUbRSbJuoYmogB0+LUdTZzs8AqRSmYUkKe7PpI0kCGUcca4SqDKSRwBvHFMUqwSohDtWtHT+QkDOCppE9t2Lfu94Fa2BEzpOwU0AqVYD8l3CVQU6U1Wn04aUizpLP6/qLaLSvwveXld5XarfWDkC5YL5SsSrzQd7Tgg1HQFKiA55VQH2xjZe+8QxW5hclcMyi3YO0+scyPgj96FtpicJVwXOqOalY1c0eaOuhrw//9VM3tU5+8vP0WNWue6PK2JCwLfrWUl4ILC8uotNoibJy6cpZXHv264g5Ng0XTqmMfHkApm0LIHQI8tJIIFisAXahiFyhjAuzC/jYZx/EfLMt6wBb8EUcTC/bXms//7VtU/w//Q4D1Hqhatw8EJsMdc5KRfnDHjeC8tZu7PAz+mvX2nWJXqVyDPQ5zuVQyHtoNJpyvUMqaxlMFBMIUkmuWv/5vzw+Prgm8sFrTMWtgrjq+OSaGxa6YQxb16QFXTZS+sF2PW9pzmMTKaqOgXzOgjM0iLl6E43lurw/T5XrgMx9dgUwyChOMDixHv/0d/8tOpEF07Bx+IXvC2gMk0DsD7Zs346gG0koV6VcATwHpmljodHAF/Y/jrmwi6jbVkrViCpVrgE9T+l+QL1atHtfwmhFOU0rEgGuvY0NN+dgW9TGXRsN7NqzG4PbX0eeiaJGv+YI7cBHkCbityu+3NxPobqXGzpaDM/N48EvPIRvfOVBFFwDFucvg6pEcU6lrlLac+3jOdLaQ8K8GKbY81DOFRgeBbzx3lux/tbtWPVdsRuhMpi2E6dPn8aOHTuubyKkBOqmhUuXruHF5w/g4pkzWFmaRxwFGFu3Dne/fh9uu2OvBOE12oGo70+dOIiVxQW888fejjPHT+AbX39Y1thtu/agWBnEiQMvYtOmCUxtnZDNPMvUkVgt5NytWFm9AkOfhWV4oLhZbC0oQL7u00urF+WxSkGu2kRL0WmnuHxhGfXVEJ1G46bmePairAJZBbIKZBXIKpBVIKtAVoGsAlkFsgq8FhXIwOqrVPmt7/4duRml4osAoQ+O+nBuLajrJ6CvkTtd98VUytW+ZrLXwixt70qhSSVmp72MdWMufvG/exdGqy5MgWcm4tREuejg2RfP4i8+/i3s3FvG//jBXxBFXBDHaLU7cB0Ppm7hE596EBcunsXv/ObPY3RkEC8cPI4r07PYs2s7tm7Zjo/8zVdw9PiL+Je/9T6MVwfw4sGjaHVjvPneN2CxmeIjH/s0pkYK+PVf+jkE3Qbqja54YQ4MFvClb34PX3/kcfzeb38AU+PrEYQxDEI+3cbjL57Co4/vx2+97z6UK2UBq0HAlm0XX//O87g0fQ17d22nSA6NRl1UcUsNHwuLDOchoGO7O99Lh8/Qe9ORtvEoDMRrkC3E9BQkqCAopQNoX7zH2sVUtTKFmgpLgW9MMg9FlUfFap9HvfK6KWKjrBmC/4e99w6y5DzP/Z7O4eQzeXY272zexSIRIAKXAMEAkgApEmLWlSX5mpdUcJV0daWy/7Jd9h9W1b2yZZUYBZAgiEAiZ4IkACITWGAXm8PM5snp5M7tet+ve2Z2CVxT6yrU/aMPajAzZ07ofvvr72z/vud9nsglxgTVa+Fzn7ocu3cNY3aeQpscnDpzGpVqGTptUxBifqGOk6fOoKunjzYW9UYLJ0ZOQTNzMHRq2ZZxfnKGAUlvqYjerjym50PsPXAKjhew36RCMIqgCfunUjtsiM2r+7FpZRfU0IHitdlfV40DGNTqH0qQQgl+4PJ4pH2i+w2CcYbBakFWAOsKrFyOwU+z3WH/Xdu0UFqzClfc+nFU121A2yN6RApVIYAU2rEEVpKClaCrbLKSOox8uF6NVau+X0u8MX8XrKbAb/k5QucMefoSWFVjHZEcMYTUYgP7Xn8XM3tHBYjjgCyPgQollvOrRwGk0IMcB1Bo4CyCW6qZsN0g5R/5Tn7rO7+5pHnyngceZGWupJBCU3yJMUKMXoYcRZifnUOrVocmKejMjOH0i4/A8z0+b3OFPCzb5jHGvp/cqi7GnKKpcMj2QjXQs2ItnnvjHTzy/CsIyN4i8Pk9JW45F7YJwutXBNkhENCa3It57NIYIbCYtvy/x96KY3jhLV30Sb+nliU8HyXi19DtoKdaRqlgo91uotlqwI20JHArgbtJUB8FQvG+KYrwYU4S7SOG4XSchFKVNpoANfnhyuRdTEFKpDuVBSik40YbQPCP5rkum0C+j5XbtmKh4+H4waOsWEwDApePKSgWdn/yNuz+2KdRo8WnSMKRfYd5u44dO4LhzZtgUPhTuYqB/iFYhg3ZMqDbFl584xX84rXfINQVthOgN5EobIt9opfGmKjico27AKzUsk5fdDxCRUWkGgDPvSEsRcFgbxlXbVqJ3Ts2oWrGcNstXtyIZbJDIVsOIdGUOfBKYhBcyJfw8vOv4N4f3QVdCqHRY3mRjhTEpPYmH+gQvuvCMi3kLJsXnsgGhcYgnfuxpiInGbi5x8b6W6/HOa0Hni9xEJUAq0dZsUrHTZxHNEY1HD82ggN7D+DMyAhmp8Z5XjVyeXzyM5/E8KZNcPwAHTdCq+3jzJljbBnw0RtuxMzYGJ568gn+3Nq4fRdyxW4ce/ttDA70YN3mNdBtBbZtoRk2oH8OYT4AACAASURBVEvdOHrsTWhmG6ps8ZxG5zbXl9TOpBAmR5aArABkBKRqTYIVfVfC3KzDIY5+p35J53j2pKwCWQWyCmQVyCqQVSCrQFaBrAJZBbIKfBAVyMDq+1T501/+u8U2WlIcpan2DA6S8CR66qKajGGFuFC8wAaAL2aFoowuaqnNOf076Z9IhecHLWiKhyt2bUJPNYdizkKhYMPOlzHU34Mnn30BP3vsdVx3/Xr89X//p3CcNoM0uj41dBPT07P4p3+5C7Yl42++/cccIOJQynIgwbDo4ljCf/6nB+CHk/jbP/8ah6YQ/Juaq+GyrZtx/Fwd//zDn+Ij127E1z9/K9599xgOHB7Frh1bsHXbFnznRw9zqMzf//mXIMHGmfPj6O/NoVTuwYPPvY4jx/fj7/7kM7CplblNrdHkQVnB/33X/Wi0Z/A/fO2zKJhldJwWAinGyLk5/OT+p3HVznXo662iXl/AQquDRifCyKkJeIGLSqmARm2BFYx+qMAJySpWQxh0GHGQIisgVZ2qMYhSkmAlqi2pqVIV8fIgseVwlY4TtxrT4wljeQHysosvfuYK7Fw/jFqziXqzhWMnDmP9+tVoNmZQzufRrNUxMTmJVWvWoViucmr1kWOj6O5fwa3r5Aq67+AxSGEAU4rRCgIcH53F2FQHHqmT/UQtxwo+glcy+8Zu37gKG1f3MrCOySMx8KHELmTPgRZ6kIIABmk7AwrYidiH0dQVGJoOSRGKT/L8zOXzXBuCOqTwI6WbUa1g80eux/qrr4ZLqsmY2v/pvZdUeezdkIQFCdWqUA37fhNeUEcQthMf3PcGq8sVkYsKbvYsNaBJGoI4gk6KRwd47pFfQ5tqwbQs8R4BgW2fYTqBY4QBIq/NEFpV6NwRSma2QVATCMrOxRK+fYlg9Sf3/3wRqFL/f3oeL35HhIXZOTTmFiDHMsLmPA49ex98p82t6wVLR84yODhMsSwYhvC9FNacCu8HQXdJzyHfuxY/eeaX2DtyChLZVhDQg7AHIYS65EkrI/DIY1iYMS/WlPablJLvI1i92KYkndJYUcpWA6KtffH1Ikqbp0WKAKoSoae3ghWrB3D48CE06okHND9DAHvR3i/mNQbJpCqmMUgLTrQHDMtIfU3jTeFnEfTmfVRkVm2SrQAdr2TaQkwK88BnsKppMVZu24ZiVy/2vPoW6vXGonVAujBFJRlctxW33/FHUDQLfhjC8SMcfucoRk6M4saP3MChZwMrBjAwsIKhNSvlZQVzoYMH7v8pThzaD/SQirVLgFWqf6IK/d3iLjs3xApE4m8cQdZMQDPFdzPH57yiOLx/O7dfha9ftRJ9RoBGh2wtCILymZXMW7R4QfbOHkzTxrEDJ/Cv3/kXwG9ziBZtByn/CazS+cCLe77P5zF9sZMDqX0VWljRYecKUGIJH7UUXHX1Tpwd3oRxn45tzDY2R44cwcaNw/yaDKnJfkZRcXL0NA7vP4SRI0cwO3GebT4qff340te/gmpvN8hoo1530Gq6OH7yMGYmxnDL7pvgt5q484c/YC/sDVu2I1/qxuG392DN6pXYceV2DtWjMUDmL516gEOH3oBVoCAuBQgc8VlInQsEh3lMi+3UTZtV0jOzU/A8B6pqQpYMNOod+M7CB/Fvoew9sgpkFcgqkFUgq0BWgawCWQWyCmQVyCpwSRXIwOr7lO0zX/n7xZZXDgphVRkbhQqlG4PSpaAecWG+RD5S2CFgRvJ4SoVO3o+fS+ocKWKw57gduI7DreHU4h1K1PZsoq9UQtupY64OTidft3olcnkTlXIBxVKeE54dx8dDjz6FNUNl/NW//wY0AlHU0ixbsHMhTp6awj/853uxfoOJP/+TL3L6eqQYopXXb+OlN0dx90NP44+/8lHccv2VmBxvYa42j0rehJnrwT985x7YloT/9M0v4/TZCfz65Tew67L12Lx1F773o0eAuIZvff02nJucxPjkDLasG4ZplPG//fOd6OnW8cef2w0lJmsDD2o+j/3Hx/D9Ox/H3/77T2D9htWsWJUUCzO1ED+8+yFsXteD66+9CrPT0wxq55ouXnjtLQ6hqRZNNJpttNoeg4tm24NG3o+xz+2kVG5qJSX/QYJADKCT28VglVqlCdjJmgSn2URfDvjybZfDNgsoFMsMVg8ceBe7dm5BszHHrdDHT5zg1+zp60e1qw+TU/OYnZnDUG+VYZJh5Rm0UvAY+YTme4fwxNOv4o19J+BFlHbtcNp3FMaQ6CsOkTdVbNu0Gv29RfZYJHsBGkuGLmOwr4j+qomD+3+LaLQBTSYoyjIvbh02dZ0VcARMNLIEMA0eoz6PV+HnKlk2BrZvxfZbboJSLLP/IoEXsQiQwMDFIqUumGLMkz9uEDbZG5RFd+9hBUBFT6FdurAgVKUKVArJIkgrK+yX6867eOzex1F2ZFSrVZYN07ggEElA3HU6DMQit4XId7lNO91O9qclKwBWPUb/v8Dq3ff97AKPVYKrAnCSTyQjQdTm51CbXWC/VdlrYd/T98Br1WFpMoo5g4OfLDuHctVGwIFk1B6vQZUUhEGETruNmZka1NIgFrQ8fvHW2xibnILTbLNXMKs4CSRL1Oou4Cel2dcWFljNR4pFarUXbrvLQN9Fc9bF6tT0GIhFBgFWL1Dc096RelSNOf29a6CKK67ZgYmZSZx86zw6jiOU+pqAqFz3RLmankMpDBZqw4gBKqshwwAFVcXw0BDmvADnpyYQEBykqY6Uq+zZyk4LrPItGzKisIO1l+1EJ1Zw8tBIYgVAMF14uDKoh4RP/ME3sGXX9Wg1Gjxfkvh65MB+HN63F9dee9ViQNPs7CwmZybRacyhNt9Gu68CzS7BX2hB7e+CD30RrJJFyQX2CRd/HvCCA1kcCCsLobLWOBAwJksO2sZcF0Jdgp6zEHgydq4dwieuWIv+goYChbBFAUI/4NAnAr0KB5GRBYEEZ8HB9/6ff8LMxFnYBsHPCDpbmICtDfhYku0CnadUZ/adlRiq5nN5dFd6eNs+u3EdtvVUcXZlP0ZiSwT7uQ6OHj3KVgDkwZxaKhDYrM83sOeNN7HvjdfRoXAx38Gm7ZfhD770ReTKBfghUKu1Ua91cPLscYyeOI7PfepTvI3PPPE4jh87go3bdkJSTRzcuxfrNqzF1u1b2DbDUBS0ZAug4ESpjkgBxs/X4DUXkCsW+Zg2G03uNKBpaGJyihW5tO+HDr+LOPBg5XMcftdotBBRyFh2yyqQVSCrQFaBrAJZBbIKZBXIKpBVIKvAf6MVyMDq+xyYT3/577ltl25pyyIBF1JaLVeIXQjrknSTpNV2yWdV4NRUsSo6IQlgEVCJ4VEfOnvwparBGCHBUZJb+tTqTu2bOQSOg6bbYQ9KUjUSUOO2ZbINCGPYRoC1g70wNAVW3kLOLqFc1jE308Cvfr0H64fLuPXm61DI5SDrBvK6BctQ8NSvXsOrb+3FX37rK9i8bhXclgdFoeAoFeMTHfzjd36EHZcN48uf2Y2WS2FMLkxDgRca+MGd92HtqgK+cfsncPDYUczMzeOybTvgtA38r//ln/Cha9fhCx/fjX17jqDjNnHZtdfgV68ewEuvH8bf/dkNMMlzs15DT183To+7+Mn9j+Jzt+zAFbt2oeN0oGk65lsyvnPX3bjmyi245rJNnMLuBgEOnjiLV1/fgw9dsRWRbqDTarEv4JGTk5hb6LC3IvuBLkLEJEE9yZXnY0feiaTd63TQX1Fwyw1b0F3Ko1ypYm52FqdPjmLnto2oL0xxGM+hQ4fQN9CP/v5+OG6As2NT3HI/ONAPUzfR7HgYGT2Ngb4eSKGLQmUAP3v8eew9fBaqbiGicBZSZPohq09JxVUpmtixZQOKBYMcFKHppPg1IMkhtu1cixuu34nzYyN48YePw51roKibiH0fshLDMgkgJ+3xqkw0XbSPJ+COGoAV3YA9MIDNN+1GZc06xBRWxa3mCaxjRV3iUcvt6WIAE3wLAocV1UFEajOhMEuVb2l41eJ9SWs/ARGCquT1qpCxIrWqUxiYaWFubA4P3/sw+lBAV7UClQ1aCRiFcByyOugg8BxQm3rgdXihgT11eUFDtJmzAjNREF6qYvXH9z7wO2CVlZnsO0sgEWjWahxgFXkh9MjD3md/iubsBKtUS8U8ijkTdi4PO6cmr0X7KgAYQ0SEaLYCjE7MozSwEpFVxKPPvYKRc5NYu2EjNm3djtn5ecxOj2GhNYd6cR5XDV2Dd9/ag9rMArfWC//gxZB6MVslIVbpIk1qE3Ax3F6++HOx9yq9BsG9UPKxdutq7LxqG86Mncb8sQZ818f4+QmhYE7OIFLa8zzD9hkE9jSEdNxC0dJN+JeWiHJxiCvXDuHm667Ac++O4rd7DyEySIGrI/YjaOQvKhPQjdlqhLx0w8DBum1bIGkGjh86Dq/j8NghTTXNa3SuWJaNz3/9z9DdvxZz0zNw3Q46nosT+1/H8SMHgJDsCSi0KeKxT9pxnQLcYgPx9u2QKECtEyDqrorzjhYIIno4/S9ZTBClFpYXyz8XaFyzHQO12MuApkHRNFb9+pLG7fgMgFUNkWUzLBzMxVjTU8DlG4exeVUvLCmCHAQI5AgKL2wE8AIflprDvT/+Md565SVeyOJxTSOHHhu4i0CcIDu5YrCFDPUNWCZKpTJyVgWmDnzlhqswoMmY6OvGKbnEjyMVOM1XBFZ5kYkCFFWaEVQe3+++uReH3nwNehSgtjCHTddej+2X7YBqaPD8CG0nYLA6NnESp06exNWXX46CaWL81AnMTZ1HqXcFphs+Du/fjzVrVmLT5mHkTQO6LKMpGwibbRQLCtpegKmpOkyFOig0tDod1Op1VMtlaLKK46OjvEhB+WRTtXEOSbQNCwvzLZw+Mwa/7v43+s+nbLOyCmQVyCqQVSCrQFaBrAJZBbIKZBXIKkDdjcuvxrOKLFbg43f8rfiZWraJJqRt/wRX38Pv8HdVYxcqWBch1LKWXOot5aClNEwpUcBe/FoXKqpSJRdvnFAhcZgKtR/7cJyOaDFP/BtZ7cX+iASNaJsCEk1xq2neLsI0dMzOTKHTaeDD116NFQP9sHQZtqmh0t2N8+dmcP99P8ett+7GzTdfDdeVYCCAYeRwbqqB7//gu7jpI7tw6/VXcpq5H4Wwiznse2cW3/n+d/HFO67C7g/dgLNnJlHvLGDFmmE8+PiLODs1i7/8kxswOxHi6NEjuPq6nRg9E+CxZ5/CN7+8GyEszMxOore3C/NNGz+9/3589Q93o7/ajdgH8iUdr+8/jTd+uw/f+sYtHJKFgMJidPz4sZfw1oEzsPUcIJO+dMmiYbG2SS51JDlQ5Bwi34EmNTA0UOGaaJqBZqOOKHSxZdMaKJIPQ9Vx4sQIdu3cjmKxyBB5moKsKiWU8zloOm3zPBbm59BVLkLXKMWoirvufxKnJmrshSuRnywhKJ++KJ3cQV93CTu3DsM2ZQavErXT6gY0Q8JlH9qEq6/dCUVXsO/Xr+OVh59G2VOgk1+jLnFQDNknclK4qnCrPLeRk0+jrvHfDdWEmiuga9tWrP3QNVDyRQ7RWlRVE/pURdu4JAk3SdrGKPbheW34QYdbl6UkcEmMZRp9iQ9nCltjej61/1NbPHlJitAeSabvKizdwtzUHH52733ocYro7irD1IR6VpEk9tF1OvNcF2qDdjttYQtA1g6UMk5t5okfapoz9O1/efGSZq0f//R+0eKevF6qWOX8LgnQJBntZhvTExPcnq8jxLvPPYja+Ch0K4di3kY1pzAcJHWdCBQjdS6pROkQEP4iL2QJ9VYHUasDWc/h7hffgb3xKvzRn3wbK1YPwvFcRK0Iz4w+hr2tN/GR4EaMnTqN2vQcFmZnMTMzgXp9DqHnw3eD5HwXKkrBWJPQqCSYbfG+5fPMRfYkiyCW8KNELeAFbL1sA5ygjYUZF6Zq4/DeI6zUFYFUYgEioIWeWGZFfLVcwDwpHWMJpmZC1TW03Q5WGhpu2bYSm9aU8PZEjOdePoTZsA5Jz4sWdvIXJkUwjVUea+RLHHMLOc1bBGllL+AAMI+8WkMKBZMhGQbWDW/mwKeZ6Vn2+CQvUt+pIyKv5TDg+Yda1EltS9Wh7fTJ+mLtFoSkOg5CSN0DfI4t+V6nw2e5r2pi57J8ZAm59iKElckDleCynmPrDZ5UScVKYXB0QtI5ougo2zY2DhawdagHuzevA+IGadGhkF8yQVZoODFyAj//3vcRNGchKWSbIcPlgLAIOQKOmvC9lUKyAJGhyqRUV1HKl1Cwu2DYMr5w/Q5Y803MDW/ElFliRbznuti/fz+2bt3KVgD0WcGheSFQb85h6twcnPGjyIU+zs/Moe9DN7BvK39mqBoHVzXaHV5kIxVwV6nKFhjO3BjOHnkXRrkP86GN8XNnMdjbjcH+Hp5vyGO1QZ8SzQU+BuR/PTU7y9tczhUxW19As91CX7UbqiTj6OgJdPeVUepWoRRpQdGBW+tgfsbB+fEazh8cu6RzPHtSVoGsAlkFsgpkFcgqkFUgq0BWgawCWQU+iApkYPV9qpyCVVI00cX+ojKVDPOS2/J2/+Utskus+oKYafZTXQ5JKTSFYcL7gNX0fZY/J338cqWs2A4BaUWLLsFfSvYmUEGBMaK9mcAqQQcCsPQ6oWQgCiKYps4XxPUatSAH0EgBqSHxs9TQbrno7algxUAVpUIelWIOlVIV41N1/OblF7H7xivw4SuGRXK4ZaBcKeGZJ9/E0794Cn/x7Tuwa+NW9mEkRVKjBXz/X38Ku5zDv/vC9Wg2Ag6K6l01iBdeGsFv97+Fb3/1o1iouzhz9iT6e3owNhvhlddfxR2fvxnNWpuT01es6MbLbx/HfK2BL3/6Gpw8P4NqwYJhl/Hde5/GqYkGipbNrdTvBVYFl4oQKNSObwFeDbs2VbF93QpM1mpothycPj0Bx/Vg6wYC34UTeZicmMSqVUMM1EjBNztfQ19vLzYMDqJYKGJyahKFnI6uah66GmOubeCu+x7DdN3jFnHygmXAEUns70hgaM1gD7ZuXAMNPgMZUivTaxu2hBs/djW27tgASZWhBhIe+t6Pce7tQ+i2itBJner7oMwjnRR0qgi9ocfSl05qVlODKelQDQtSdw/WXfthVNesYZ1uCuHYo5b8MhNlJCnm6EYw1fPbrCKlIKvfD6ySBYD2O2CVWuS5oTsCfvi9HyA3I2P10AA02hKyGaDWdApG8uj9PIarZI1BAJgUoLxQwLBWwFVW1MYxLhWs/uie+y4Aq3GihGWfZOLhsgqn3cbU+AQ8h3yDYxx+4XFMnTzIYNW2DFRyKo+DXMFkmwgGq0lQE6fHx3S+SQjcEJ3Zecj5IqaKvdj+mS8htno5uK1a7sKbZ36L5w4+iZs3fwLX9F3PtXe9FuLIYY/byfFTuOs738Gx/YcWF1KWQ3FWIiZWAsvnjPezCGCFcKLS1C0Tpq2iu78MWQViVYccKTh28DjikJSTIuFNknTIMYXWBSiaMS7fvhX7jhzHfNODZdqshHQDD+tLeVyzsoyhHhWlrh68snccbxw/gfFWjFimVneyPuBsex5lVG4GtooOSVc5yI1GCg1Gn1vmwbCPguxc1+PtIWhPHqM0p8kKLSyIRYF0biPwTx6skiJBi2J4RhGhZUMKVMT9q1jNyh0CqfJ3ma3LxZ7MS/UULqk004pug+TLyAGqBom+yD9X1TmwS1YMSLqNwO9AR4xKzsIffuxKXDeYQ+RFcMg/mML1fBrbAfY9/AgOv/0qAlXFxEIdzYD0vzLvp2WYYl6HBMvQYakqdFVhK4DB7kHkyiV89PJNaLkdTJeqaMR0ICW0yCP62DGsXr0atm0Lz3A/AFoNHB85BE8qQm+dQWNsFFJ5ABs+fAvazQZ/XtBClefHmG+0YFkSnI6LYr4AW5XRnB3D8f17oNgVNCOTLTO6igXYps5+svlSHshVETbrkElJDBXTc7OgNZ/eShcWWg20Om1U8kU+/hMzUyhWyqh0FaAWaKGwBa+zAKfTQaPVwqtPjn4Q/xbK3iOrQFaBrAJZBbIKZBXIKpBVIKtAVoGsApdUgQys/lfAaupLKPxQRVAVXzkuu6XttimkWvoTtUwvKV3pfvF6STw0P5DUOcvBqrhvOSRJtyF9XYamF3lair+J12YImySpp2FaIomZLstFiFa6reTjSr8T1OL3ZEEWhb6E7EoQRBQCRepJHQ6lzHdchCGFR1Hjr4xcvsoKMcCFZikwTQu2rSOfz2F2usOK0+uv2YL1gyugKgEHcoWBhUefeAqbt6/CV2/dzcFFllWAbJi4867H0fBm8a2v3A5J0dFpN6ArGh579iWcOX8Wf/iFT8IPAnSaTdi2iWde2gM7Z+Pmq4bxwuvvYP3KIRiFbnz3vqcx35Zhahor7ZYDlCXFKrGVGB7752qI2+P48id2YveuzfCCJieHHzh0AuVKD6pdPWi3GjhyZhrHRk6jv68XrUYdtWYLp86cZfUipXq7XsAty7uvvxblooW8rePQyQbueehJdAKFx5AaB5wiTx6bFKATum3s3LwWG1b1c/o1HStiWaSztfMKPv0HN2H1un7GoPTaB17bg2fveQgFX0GO2uwDgukxgxZdlWHpKsNV2VAYrMqWBp10caoFT7fRs2Uz1l95JdRCntXFrEZM1I4C4ItwGfp5EayGHV4U4NbpxTH8fopVAVZZrcpAn74I9AhIZJs5PPbIoxh54QBW9fdCiyOGlhqltTNgFeCZAnsiAkE0vhhkUeu6CE9KA6aCKMJffPelS5r47vrJve+pWBWnQQxdVuB2HExPTPLY12Vg9I1f4ezhPdANA4ahoZrTkC8UUemyeLvo1Bb7S+pVDZqiIaK0cwqSazTRdAJEvSux9sM3I+7bhnyUw2v7XsLTZx/FZz58B65edR1a9RYvitDYpHCy1sIc7r/7R3jxl0/Bc5rJuSt2ObVyYNfN5Ly+0A6AbEuEdcCixyrNBAr5mkYMKSvVCp9LQeiwb2m5twtz07OIPFLHkk+nLyxJ6D2iAL1FAzddu40Dke689wnMNiNWEredDmJNwgpNwUeG+7FlbQVdpQIK3SsxTl7Fx6ZxcuwUvGgGCw0VOcNGNW9C13TM1DsYnZjDvOND0gjsSgzxuW1dEdYBsidgMG2JppKqkhaSQlZmcqAWz3FJq7wsw/MDHt+KRJYbEiI9h7DcB3nNekQLDTEn0Lhf3vPPKVOJbQsXOB1awthhseZso5DYBdCJqWqAbgAE1ikkisG/CsganbREq1nRumNdHv/p5iuhuQ7aFFDnR7AVHWHUhHzkBOZO7EFHkrFnZAQnxqfQJlV7THYaMnRqoyf7FtOEbRiwdZPh/rpVazCwYh3Wr12JY50aZsPUz1ts+8zMDCzLEgsntIBCitd2HadOH8bpOQnK/BGojSlI/RvQteEyDpLK5wpso0LhYLRwFccO2q0mCnaBA7YCp4G5ibNQjQJqHWB+Zpq3ixfoNBXFYgFapQ+duUkg8BFLGuqtFqLQQ8my2f+ZIHBXsQxdUVFrNVHu6UUQxBg9fQi9vTlUqmSLINTyT9yz95LO8exJWQWyCmQVyCqQVSCrQFaBrAJZBbIKZBX4ICqQgdX3qfItX/yPizCCfe2oZTjxebzYyzB9iQtdFZasAJZ7sorHLCWrp6FYKaBd9GWlQJtlQCSFBsl1/6LKdTFYi4Ow+FEJvE1a4NleQASepAE4QiBLylYCsRErlDjdm1RexGU5bCZixRcBC1KZqbJOfcOIZIKCZI9AKVERAyQ/8uF6FDQkI4w9VsnaVgFR7MLzPW7nVbWYLQZ0tYh6o4lqt46Vvf3I5VXkcyXkbAOvv7oXZk7CZz96HSSN2qwt2LqFnz74GF+033HbJ2DrFHoTotX0cNfPHsbmrcP4+FVbMdPoIGcaOH5qCv9y/y/gSDkYBBgTuL38GCwyE4IEikbd5rDjaXzt1ssw3FXAWG0OxXI3Q9ThTVtY3KZpCs6dn0Wr6WD71q2sqJybX8DRY8exYuUgyIlgenoe589PYdvmbVDkmIHrS3vP46lfvoRYMhBTS3vsIyR7CfJRpLRvOcLHbrwGa4b60KxNo9NssNeoF3golDR84aufRO9ABR5ZRhDsbnp49t7HcPKtQ+jWcxzqwypjBbBlGbamwjBVqIYK3dKh5SxQs72mGIBuQypVsP6Ky9G9bTOPQoJVQqmaeK6yP6VQQBP0JrARhBSiw7T3PcFqOoYJvrIFQGIFQD8TYKLxRW9CY5XC1mZmZvHzf/4JwmYLPXYOehwxRIxo7JBnJ20TK8WpdTlIxq4AidRCrpBEl/03Q/zF91+9pHnyzrt/KlSAqQJWEWFSIqMphiYp8F0XUxOTaNUbMBQZYwfewOjelzmES1MVlHIG7EIBvVULqqahUaeQr5BD1kzDZCUnyUBjOo8cD+1aG16soTC0Ad03fAkj7x7B/Y//CF/85n/AZRuvRDsEcuSe7DvQNeDYwX2478d34dA777Afaqq8TuPFGAwK2rdYA6FYT+AaQ16h6EznjxQOUhs9qM1e14RfahggIIW7ovKiQeC6i4stdBwHumKsHlqJq7dvw/CaPjTbbfzLj5/EZD3g+YL8Qt3Ix5Cl49OXr8fOTb0ol1bBtGPoJi/DIAjOoNzVwOnxPigwYaliW91QxeHRMTz8y1dwZLKGUCEwryNHKsvIh+N3IIV0zMWcSIeItokXBOhMkmh9geapJbBKqfMEjkNTguS7COUisOUyoH8Q8vgcLyYxtGebl8RXmOfBpJaLBrbiB7It4HHJ8JUWqVIbBmG7AZXUqhpYPs7ewjQXSoBlswVErNvorSr4H2++EussoBP63NqvhhIkxUN09Dikk3sQaipOzc7i6Ng4To1Po0P225DYEqBUKDDwJ6V6wc6hUMhh2/BmrF2/HYXuHrxZm8Ncy4emkG+tL0efkgAAIABJREFUUKF7HtkeJL7ItFhCfsVOA+fOnsDx8x2EEwdRCNto6hVIXYO8/EbKe7IkkFUDHgUChm3+yMrZOfZmDf0OArfNwHRmronA83gRi0K3KFyOuhakXBVefR4afa6QetZ12Tu5aFrw4xDz9RoGe2gcSGh3OrCrJYyePIV333yTz/H+Fb3o6+vCQH8PHv3ZM5d0jmdPyiqQVSCrQFaBrAJZBbIKZBXIKpBVIKvAB1GBDKy+T5Vv/sLfCBiReJimwGI5oOAL7iRx+71fJrUCSJKlk4v1VPW3XP23/HXTVv7loHbpZwHAFhVopDjlYBUBBwiiijRtAQzoP8FdFnGMeBwnaKVejXTxGwrlF8FVhKyQjOiiX6Xnh4gpwT6idvEIPgiUahzGQh6aHqWBs08mNb26glVw0nkAP1TgRQSlCd4IxR1BvijqoOWSGWUEKdYhKx0o5MVJwSzE4fSI/TdtzcbY7AxytomNK4dQzGsc8hIFCn71+m+xc9dmXLdlA2JdQcm28dbeI/j5s29Atssw+LUTFeYy+MRwKf0fKWObLQyUHfy72z+ELlXCxHwbplXAmbFJrFs/jNNnTqKnpwvjU1PcUrtyaICh6NzcHM6dH8fmzcMMqdudECdGTmP1mvX8vsVCDg8+9y7eeOcgZNUEyNsxchmsko+p67SRt03cfuvHMTTQA9dpwmnW0ZifRb1VQ1evhc996RPIFw14pComK0eoOLLnIJ6951EoTZ8DsygkifKBbElGXiflsALNVKDbBPhISadBkQig5eCrJipDQ+i/4VqUqxU+HoTgCbAKpTQ5ngo1qk9ep4HDwVXcPk32Be+hWBXjTYSxieAqYQUgvFUJ60pQZQKn1PItIV8q4sAbe/GLBx9DZ3wGXaaFomVCVYiMJecMbQ+rqdM2dzGOhf8jAVsx7v/yB69f0jz5rz++5wKwSu3bfD4rtI8RDEVlb1WyAqgv1DjBfn70IE68/Rv2tFUVGXlLg5krYKCaR75QYO/PM2fPwrZsVCpdyFkWckVCpRQXJMNrOQzuQsWAuuoKBD1rYZQH0L12BVQKyotNmASXAw8vvvgsHn7gHpw+eQIgtTABWgj4S+dpGkZEAUWpC8ASVE3A6kUKdeEDqzH89X0KUQvZn5S74rnFPWLPy60b12P7lmGoMqlaA+RyOexY20TO6oKCMrfCHzl5Bv9051NohtSWL0OzTbihj9V5E5/atQ5Xbh+CWarAIDEnIhgSqXwnoWk+5mvdJLQGIvJJpXFisi3J6++O4q6nXsKMFyBX7ebQMPJS9QKXxx5BVArsI5U8jSuVfIVZ+E2qf7H9rGzmYRQhCCNEpHAOHHjdQ5C2Xg3aGrVeY5AceS4vdvCYS4PcaIwmKt+lgUWKYGXRu1jESyVTKs1V9BspQhVhCUDHiuupGqxmlS0TsWEjZ1u4btMgvratn1vkeQ6KAI/qMDcD+a1nMD07ixbNE6aJ01MzmKm14IfktWpz2JtJlgNxxAGElXIZm9YPY+XKjZBLFfx2agGTCw5ipYM4EmF0S+emqA/V0pCBVruGQ8cmUYxr6ExPoi0TDC1z3VgVrmjQDALbEjTJ44UCqje9pu87vOBGQnKn47NVga6IcSBqF6Pmy7CkEJamgrLCaq0WfLeD7mIRbdfB5MwUhvoGGEATmI8NE2+9tRenjxyD73eQr+Rh2Ro2b1iP5391aar0S5oYsidlFcgqkFUgq0BWgawCWQWyCmQVyCqQVeDfWIEMrL5PwW76g7/mvywqky4KrEoVfhe34C7dL668xe8EbS4Os0pb95d8WFOvRAKrZBGQKgGXb2IUEUgRbalpcBX/wmBMPJLDq5LU90XbgCTtXWTdCG9XUhMK6wDxXLYlYC0lPZ1SpCk0hdrFCUCEUGUTUuwhYNWWCJmhbQkImpFHpmwhjDvcxh9JhF89yJFG7JQa2RFLLchkPxArgmXIBHBJ7aYhUusM5aLQQOxFCGSCKQHkQIGet9BszSP2YnhKCDnyoEs2OgwAXFQRABS2ZenodALMtADNzEEJW+zryTnayywQhNIttURQ0W7WMDyk4E++eCP67RwcI8T58SmcOz+NLVt3YmZ6CqZp4MTpCfT09qGQMxF6LqYmJ1FrNFnJB9dDxwlwbnwaw5s2cau4JEX414dew9GRM1A0ExLDLIeagBmo+E4H3dUKbvvsraiU8pDJF9frwK3PYnpuAn2DRdz6+RvJfpLhikJwVTHQmm/j0X99ACf2HEK1UuWamoiRg4RCAlZJsWrmdJjUnmyakGUNpmJBNfKIDAvmh3Ziw8aN7A3KAGZZ2zORNgFWyePTQRhTKnfAIP7fAlap/Zm9VWOJw6korZ3S4Om9ioUCjvz2Xfzipw9i7tR5VMibt5hnUEZAlW5kHUBjnOEbQ1UBVqmVnWFMHOOvfvjGv3HKEw//4Y9+kvgRE6gllaEYIwQZ6fwggBV6ASbHxzE/O8cqwdb5EZzY8wIruBVZgqUrMHJFdOcNVKtdsKwc3n13H06fOou+vj6G8aWCjWqpyEnw5MG64DQgk++tPojq1Z+CtfMGhBPzcDUHauggchp44pFH8OAD96NYKqNQqcIslGBQuJhHwXQCYhNQpUAhgvuCM19o6SDmhkRlmSgW6TEMzWgxxPPg8uvROZwokcMIH9k0hG989Q6UbAVx6EClNnxZQtk6itl5BREG4cPA8fNT+McfPoy6pzJQC6QYqqmjFDj4+M41+OzHrkRsyjCVItSIAs1c6LlpeA4tihSTKYsWC2TomolO28dMLcSTvz2KV04cQ6BbgE9KXwdhSOdNAEWhbSElc8jhcgR4SXFMi0E8D5GHBiQGx7RPDqkz2xRiFaG5bTuk/i2Q50lBvyDmY5qECMYSXOU5c8kKYPmgosUjnit5ZYPGphgrlAUYMVhlIs/hVRIp+xVhVxFqeYasMCNIZhGQ8uhbUcDfXNWDActCy2lClQ3Euoq400Hwix/jzMlT8AMPQ2tWoxnGqHkeKEOMrDWq5RKK5O0cRbA0HYVCET1dvejrXYWoWMY75+dxfsGBb7iQYlrIEjYzwtM5CTmkiScEPCnEmbPTsGQXBcNkpSzNlaTS5sUMVYcXxJhdqKOnSjML7TXZpiQQWo4xN7fACyh91S5+L6onlYqOyanpGqqmziGI5OcwvbDA892q/j7UW02cGzuPlQMrkDctOIGP2VYDBw4eQm18Eq1GAxbPhzKu3nUFHnnsoUs6x7MnZRXIKpBVIKtAVoGsAlkFsgpkFcgqkFXgg6hABlbfp8o33f5Xi2rUxTZpuvQm8pPcOPGcSYxQuZHSU3hB8pW28CVkLz7R2izgEN2XqKyotToSqtK0jT8hDsmFfszvF8YiDZzaLFNBnwCo4mJ5yVP1QiUr81GGKiK9nWnesrTwpQbi5UaDwkJAhNuI24XKWfFaF7fWL9ZEXmo7XdLILr7SBeFdBGPe6z0khhzpLWkNT5SSBHrT90+hAXstslqNAEQScJTA0/cK8OF9on2gY0HhOW4LpYKGjcMD6Okpoi+Xw/T0JMOcbVu2wLJ0+J6LI4ePY/uOLdB1Co2KcGpkFLoKDKzohx8pOH36HNqtNoZWrGZ/Smof/r8eeAnzC7OLATu8nQnoaDfr2LJxHT5x040cSkMqVoZerov52hjWbszhQ9duF0cu8lhgTPtsQMP+l/fgybsfhBnpsHSD76fE9bKpo2josBUCf6RC03gMaeQLmrMYzBJkNQq9GLhiB4pb1iLWdCgUYk6J9uS7yuMzEDYA5HsaU5t1qkpNx5Tw8uXxHXriHGC7DFXAVG5Hp/0RqtXlY0a0VEfQ9RxmJ+bx9itv4NDrb6I+MYGybMBSRDgPtdvT+UIEi7aNEI2kSlB1nU+vACH++s63lo2V3//H7971Q2gU6sXqWhWSJiFSKLGe3kuDGpK5p4/pqXHMTs5BCwF34RwOvPYrWLInQCzBNMQo2RpsK49KTx80s4iXX3sTM7PzWDXYi0LehmbnOZLJCWMEUBHKMuYcF9OTdfSuW4fP/elfw3EVjJ14DWd/cS/ePDyCqbYHq1hi0Ow6PsIgREBgnnx5k6AvXdd5/iHPSlaaJzYAaa1Fe7xoCaevdL6wTJMVxPQcArSUQO+HATQJ+J8/dzXWrKbxpDBAlRUdpL8cXHkO8/MWgnAVvDjGTLOOh36xB28ePgvdMtBpkaqWrD58rC7l8ZVbr8C6wSoKpoxCfhb9q0/Ad8uYPLkVXtiFUGogpkUUXmBw4Tab8MIO3hit4edvjiAyLUg07khR6zYX593U2iDtFEjnZlEXgq6pAjtiawLJU+DFeeDynbygINXaiD1PDJRF2bpYZmGVP817NI4TOwU+X2nsJ2RfQFYB9umLtf08fSc+t3TASL2qWYhZLU6qVQWgY2UUYeVKuH3HAD4yqCF2G9BjC64c8fGQpk9i/LU34TUm0dNjQYIPT/Zh6AXQ6M/nS8hbBYb6qkJzV4yiVUKpawX0vlV4d2oOZ+tNPr+pbcDzXPZa9si3mD6faE5iRe+SjzfNaxRmKD4nRCAcjRuCw64fYWJiGiv7KzwGSDlN+0kuMIpuYmx8DLpmoL+7W/yNzlGd5hcFe4+M8PO6KkXEsoLzY5Ooz81j2/btDG/3vfMONg1vRLVaxRNPPgkYOqbn5nB25BiD3VKpyuPxo9dfg7vvve/3P7GzR2YVyCqQVSCrQFaBrAJZBbIKZBXIKpBV4AOuQAZW36fgH73tLy+Ah4sgkU1Il/xKBVwVceopwCTFDl2kpkCSwJbwjBRK0kVPP/YEFA37Sxf67D+QqE4TJRoHVgnVEYOmZTehOF1SvaYK1VTV+l8Dq/zmizfxM+3D8mRscd9yALoEPX8Xrgr1a/qc9FnpFqdhXunfwyVGvfgc5h0JWBXvu+RHy89/DxibKn1TYJBaJVCv6nIl3wWFk4RimMAfKaN8zwFil9WfBCEZXskyyqUiNIIYkgTXaWDFYA/yOZOVoDOT0ygWyRqgj0HgqVOnWZW4ds1a6LqJhYUFfPeBl7ilnm4MLGiPKDgoDOG067hi5zZ85PpruNWcWuiF4WmEjjuLdZvy2LJtLYOGWCIYRM3QEXRFR318Ds/e+yjOHRhBTrMZtshhAJta1HUNtq7CMg0ohgJZlaFoGsy8DVU1OfFbNgrIDQ6gb/tW5FYMIFJIVUr6YTFuw8iH55Fa0CXXz0XricVjm4y7SwWrtI9+LHFIWOAFaM8t4MzxYzj8yhuYGxuHFSuwqLU6UayqqgSNYsUZ3mi8yEAQ6D/efWlg9Yc/+IFIu9cI4GqIPI99UA3LgJovICAYHEWYGz+PsbNj0GQNQXsWbz7/NNTYZYhMgCkIA3gOBfRIUHQLdqGIc2OTmJ5dYMsCGr30OC+M2a+SKkyPDUltyVYcHrbf/HWYxSG0j/0SRec8Tk7XMNF0ELIKlYZ8skiTqNBJdUo+rlR7Hkc+qTmXfFTT84A9apM5gyAshcuRCtjQdX6e51ErvlAheomlwOev6sPwChvduSJINBrGNG7a2LLpEBbmDdTn1qNVL2G20cTBU5N49vURTLRE0BT5AKu+g5UWcM2Gfnzutm6sXhugWB5DzqTjVcTkmSGMjW1HJFNImw/fiRB4LtxWEx03wJ7T83jm4Dhg26xU9R2h5FV1UoAnwVLJfMRwlXxHSGFN4yn1WSVRZhjwPubkHHythPaGdXDomNYakHhM88TLcJS9s8laQiFH0HQuF+A1VU/TchPfkXhZsxkAbQ+XXVhoEJAliEhgVSawqpiIkwAumZXjRShWHtcPd+O2Ld0wog7kQAUxfJrWbciYHzmAxuE9sNU2rLwKn1rx7Tx01eDgNwKZpJSl852+DNVGodCFfN8qnPeBI7M1tMnrmvybKVCNF9NiBvPpsaYpVKjAyZ+ZFqXCxKNWdErwZ5KkotXu4Nz5SaxfPQCFfY/JNoH+JrPlwZmz53gsDfb18LnCkJsXG2QcGj2Dlb0VFHIGQknGwkITtbk5rFu7lt9r7Nw59PcPoOM6+PULz6PU1Y3J6WmMHj3EkLlS6eaugBuuvRIPPvzoB/zPouztsgpkFcgqkFUgq0BWgawCWQWyCmQVyCrw+1cgA6vvU6vdt/35IjDlkJhFj84Ugwq4mqpWBcwTqp0U7FGrKrdQsn8jBfHQxSe1TCY2AKyGEu2lQskqQAqjxBQiJEpMBqSkUKWr6otu1La9XFV7MWCk9xSKzkThmqpdl73OUiiWCMlJ3+VCqCp8NFO4thysLr5/Anl5e5PXF2qw37VCoBCs5bdFEJ1YKIi/pWFcQlEmQMGFsPfieqRqNsHALwz2WVKwEgSgmlIvL+mxZIYx9PpB0upNx4kUfQQNSKhGWIx8DWRQK7gK3/FZvUot4SaF/rTaIIDV09vNXqzNZhMHj49zl3CqNBQdyEIp6Llt7L7uWlx1+TbEQQBV0RlqENCF7GDDlgKGVnXB93xADthSgZRnJGM0JA17fvUa3njiV9A8wOCWe/K6JX9QBTlDhBKRJYGqEVxVYNgWNPZK1KGYFnSriNyKVejZsQ1S1ebgMYsUdtTiHAuwSmnx6YJBCu0X658e68hj+MeKVVnj2vx/KVZVCWj7IRpeiI7roZTPoWhbaIxPYM9Lr+DAK7+F3CLNpMqghYC6pJD6Uvi10vlCYOl/emDf7z/bLXvkd773I5imhKAzi/bMecSNBVgRoOX7YAytRVjt4mPRGBvH2dOnEcYyAreJZx/5GZqNeYZFPilQA/LyFOesT63XiaKPMdyyACShLBcwWAxghVuySSmb7xpAKZ9HRanD6nRwcqaGqY4H9n1lb11NJNgnYJV8UlM/ZB6f1IK+TK26eM5S8FdyP4FYGpP0e6peTRWtS3NWhLzSxtqeArYMrsSKARmVfIA16+bQVz0OK2eg3TLRqimoN32MnNFx7zPzeP2EAqNEtiEe+swY127wMWQAN9+iYt2wBMsKEbomqzUdT8WRAzvRbHQJeO8H8L0OAq8Jz1Wx73wdL4zMoUMw0HcRBQF0KeRgrfS8Fi3uwnuXVKqkDKcbPYYJJY3fgCxHZNhKDoFewnx/HxxS9QYeJApe4vk0XeRKLAAo4E1RE8Wq8GpNF59S5aqQxNJrJ/MQzfD8nOSLPFA1jbxIEJPHKh0bhYIAFcR6HpKZx7ZVPfjq1atQksmCQOFxTXOCIucQubOY3/My/LkzKJZUmBT4li/yYoiqaDBUQ4x/ckaWAF0lf+Ii8qVeeMVu7J+pYZZAPIUSSgqvQ9HnBt3IYoA/ZwjqJ4rcdH6lOtPMllrQ6LqFdsfF0aMj2LB+iEOzeN95XpcQSQpOnj7FfsIr+nuFpUKyDEZq/f3HRrG6vyrAKinxaW4jH2F+kDh3m50OpmamMTU7w/PSsaPHUZuZwPz8AvLFMmxDx84tw3jssScu6RzPnpRVIKtAVoGsAlkFsgpkFcgqkFUgq0BWgQ+iAhlYfZ8q3/S5vxDXgAkIWVRLMdgTUkvxp2Up3ITlkrAdgmOLPp5yzG2ZnusQsYKmC/CUPibk9POQE5vZQ5FCWnSTAYjwDhSKQQ4AIq/LZLsWlZlSohZaBhEvVqy+F1ilHVgCjWkhIpEUn2DR9wKry+/jCiRhWvzz+1gBXAxW6bFCBXaxIpa2SdgJJFfhi161yxWr6d8vPj7p9vD39wCry7dXlEt4MlIYFz2BXo/azhf9bdl6gNEwglhBJNGx8hAFhCEokMlHHPqIA5kT1l2X2rUpKZ1UYXJi3SiOK90YCrFakGBkiE9/8mPYuG4Vq/a0BKxSK61pRRjeWkRXT44hbAwfKqmgybk2DoQi9uwUXvrZk5gdGYMpq9BkBSrBVQnsyUnel5apQ9cVVvwZ1AKuixAaydSQ04uI9QIq2zYht2EInuTDNCwYunEBWBVHiuhh6rGaKqwTmBJ6DKb/LWCV9qTlhWg6PgNKW1NRydsw8iYsWcWh1/fgmfsfRmt6HnmVFLmAH3kcrkTPJSUh7d//8vD+S5onf/C9f0Zr8hwa547DmTqN3oKB7q4SXKkLQe9a6Gs2QDZsNCamcfLEKJq+z269jz5wLyYmpzgJPiaYxhYghLOJkorjQypIuhHopnUQXj9IPI55vFM1eYGE6qnDUjVsXrcKjZlJFNUYY3UHkxR0RaLImMAq+R2L3UzVqvTz8lb/5VYYdO4zwE1avlOIRkCWF0CS0D1WaSb+q2kRVT2PoNWAKcXYNGTh5iuB3VdOIldowzBlOC0NUuDDzivYux+49xngmYM6Ag1sJ7G+GuBrnwqxuhihVAZWrAFKZRNe4MAy+iEpFqYmSjh1eCWcto2YAu78DqKwjcCXse9sEy+cmEaTg95orhPVdT3hLU3bf3EgE40Fhn3LFOq0+54fotPyEdhVYNUqhD6BzA5kP7ErIWV8WlgmkDyBJQtdotVfYQWqBI+OX2IXQMeVlf2kpvbEglhIwW4Ev3UDGvkWa6TUFJBWhAHGiEkCbHdh/fo1+NOPbEKfLrFqm2Z1XhyTNPaRDRdmcPLlFyAHM1jdbcE2LUSaBU3VYRkWdDqOHNgVw9BMlHJlWEYBUqEL5zzgdNuFaYoQORLJz8/XoRo6jzlueAjFAhtDd/4MEFA6YNAcIWDIq6HddnDi+CjWr18Ng715iSnT5xSxUQUjJ0dRyBcw0NudWNcIdTa97tv7j2FFXwkl20DHD6Go5M8do9Vq8eciHUNaePJj+kQjxXTEKtaB7gomyLu62Yala1g71I+fP/DgJZ3j2ZOyCmQVyCqQVSCrQFaBrAJZBbIKZBXIKvBBVCADq+9T5RSspr6EKYAMWZWaID9Kqk59VpmkUFO5CNhhfELenwRXggClUgldXVV0d3ehWimDfA51TWcVEoFUAm0L9RoH0tRqC5iYmWYFJF3sMhCRJG51lRNwecFmL7MCSO9PL5xToCoA5EWWAQlUEPuWgkzhsXqBScB7WAEsh6u/L1hlH9pl7bwpWE23eQmWivbVpMpL/p7L4BQDqoug0MXq1OVWAPT45X8Xv1MLsEBdJAcVPpWMrxK4LKA5HUN+Lz/x0ZUIyAhvXQp3klUmDSLAhcGaaLFl5XCsszIvVfSmCljHcZHPGfj8Zz6F/p4y+w6Swoz9PiUZ+YKCDVtKyBWS9mcQsJWgxiEncgeKBC2SsO+5l3HkN+8A7YDBqk7+i6RkI/AoydA0CaqmwrR0WLYFlcacqkO1TegUtCObULu7UNm0AepADzTbgGno7KvqkZKQ2qYJLtMYi5PwmsUjk9hCRJRoT8o92v7fT7FKdeoEMWoEEMMYRdNEwTKhmKTajVAwLEycPIOnf/4wzh4bhR6RSpdCz0RdFSlm6PW/P/ruJc2T/8c3P4mw0YLUbmN+YhKKraF/1RAq5T74uW7oq7bB7lmB+bkFHD18BJ2OB9008OTDP8Po6VNkMsmBRWTOQPCTBaki+YoQGS8OkBKaarbcvEN4cdL6CuE0H1rgQit0Y8uWzag4M5ifn8fJ6QXMUjCcRopVSo+n9xGt56SIJrhKUJXGUqpITWEjLcbQfEHj1jTI71LAyNSDlb6ngJV+ptdK4SoB/Yg8cWUJrttBQQ2we1uMOz7uYXh1B81mhMg3ELoOikUZx0/F+PnzEh5/W4Mby5BdBcNdDv748wG2rbZgFhwUywYKZfJspTGkQJFNKLBw8nAXJs92IQgNVoIHvsvWBPvPNfHLQ2MIRGc9AlL5Bz6CBNilc00KWJdEwUIRTOOQws1o9mi2XbRaAaKeAcTdPZCbbSBuQaLhmninpsdOnKtizqHFMWqPT5WePJey9UUSnra41AL2y6Vke5FHF4s2eUXmeZ2BOMFr34NHC2Z2CVK5D+t37cJ/+MQu9Gsy2mREQuFZClkSEEjW2EO4ceIYDrz4GAZLMXq6KmwhkEu+CCSTYpa+66oGy86jmO8CYMA38hidncX+/XswPjOPHVd9GKs3bcPYzAx/fqT7x+YSvICU2NOQrUWisubwRKoBW10QjI1Z5UpjPfBJ1S8Uq8dOHEcxX0B3tcwLQ6zKp8fJMo6eHkN3QYdlqmg5PiSa18h2gOeQGDp7uHr8iaSZOuYX6jhz6gy2Dq9FJEuYnJxhxfzq/h7c+YM7L+kcz56UVSCrQFaBrAJZBbIKZBXIKpBVIKtAVoEPogIZWH2fKn/09j+/ANylClACqwzPGJcs2QGwijVJFSdlFCnsqpUK+nt7sXH1apTKZeRy5HEpFHek/IlY+iNahuliPL3QJWjSaDYwPjmJ46OjGJuagusH4jHLkOeiWlNeUp6msHG5JcFS+/5yYCnAZIrtlkCpwJ3L0eqFCtWlMKnlEHf5tqTbsAhnL1CfJriUQCXbGS4h3OVgdcmPdcljVRRrSc26HLIwGEmUgvQO3E6fCisTmHuhdYEIr0r6fYWSS2wQ4iSUSSgKBSjjG4sSCeyRtQIdfQoAIu9T8h6kYyqgAh9XOqasUGV9YnJsBbwlqNHpdBiYfP62W1GwNAYTIHCq6gxkylUda4ZtaIYvQBgF2UQRTAo7i3y41PJvGJg5dgZ7nvgN5s9OQ4kjDn4iAGlyYBFBPAH5BFi1Wa1KATOqlWOfUnq/WNGh9Q2gtH0L8oM90FVS4FGbdifZv8TblsJtFlt+BajnYxb7wgf03wBWCVq1vABNRyi1y/kCcroGnXxmKeldDmEbJrz5Gp5/7EkceHUPlA6BefJ/FUCXFMH/8PilKVb/8Y+uxdzsAjyHQroCGLYJu5RHqWBBy/VCH9wBe2gDGkGIwwcOo9Mgz0sbv3jiERw5dhQxQ2lAoYClxMaD/UwTexAGnQTckoEgxl76Bcg0RiiNy48Z2O7YtgHe9AykyMfo1AIWvBCSQorCgFXPBNyp4gRCaTzQOEpDrFKoSt9TRSsHVlGYlK7z49NzhZXSiSI7ha0cxJQoGH3PY99YUmnS8S0ixs3Xufjj2xywxWZItqIhq6tHT2lCY/GeAAAgAElEQVS4+0kHvzwgwSgZUJo+rlwb4Mu3R1g3pMOwfNg5oeRWVQMK2WjENjRFg+NoOHGwC7MTZLmgotFswfc9nJz38PzRcTQ9B6omQ9VMBK7DHrWp8jYFxen8w8F+PPbofCTbDhkaWXO0fdScANKKVfBMG9Z8A747D0SkhiXPa2rrJ5xIcDwWCvdFg2mWr4qFFj6dxXyV+mvHNDfQf2RJQdibLBb47+JxQkNLnwkKA3CHAHG+DKV7JTZ/+EZ865OXoxL6aCsGVJo76KFRzCBWJ6sPv4XXH7ofQWcam7asgyEryOeLKOQKQgFNYBUxq10lI4euyiAMiRYlZDQ8B6+88mv85q13sPv2O3DDp29H06PFO7L38NBxyDtZjB+n0wYdc94v8mTlxS+hhqaFArIEcJw2Ivr8Ya/WgMe1G0Q4fOQwyrRgWC7ywhDP+zQrqioOnjyD/q488raOtkswVqEXpZkQYUA2BaJjQzwnxuxCHbMzs+jvLnNNSQEcBh4sFbjnrp98EP8Wyt4jq0BWgawCWQWyCmQVyCqQVSCrQFaBrAKXVIEMrL5P2W787Df5L6lXIgWc8O90ga8IdSLDCG7VJ6BBwUPiwrNaKmP71q1Ys2olSsUiTN1Au9NCvT6PiYnzOH/+LKZnJuE0WxwqUq50oVguwzBtlKvdGBhaia6eIRiSi9BxcXDkOPYf3ItGo8EX+wSCGJREEXxStLFHK/lQUlu7+BtbFEgyyGYgVqidmIJekot+AivMTcjrTkQiETEhWMBJ16kHLIPXNDFbtODKSgLTWCBGjxWp2NzZnKi6GLmRepP9HQWZELB1CcqKNuSLvVdFK3V6cb/0PNL00rYQJFxKp0/JKeFiVo1dZN2QYiwRQLNMNyiYyQXhNPRcdrHkC316xdQrN9HV0j5ChS8FiKIW1MBArIZw6aEh3Ue57xqndTu+izAiowDyYuT0IRFixIpW4bfaaTewaXgdPnXLzQxWSN3MajtS9SkKuvoUDK3NE2OEppu0h4ijOjnB8hgLQeplCX7Hwb5fvoGz7xxF1GzBknQYig7bUKGrBJiFNyJBDFKuUtiMaZAyVOPQJt0wEUs6PMNAedVq9G7dBq2ngk48zyn08GlchIgUH1JI4EUcSx5/qbcvw1ZSrBIsoXZmCsYhWEftw+piLS9QK8ch6p0QLTfgFvtSzoJtUVo9QWSx0EDjIGdacJpNvPzMr/DW079ELlb4nHFDag2X8F+eOnpJE9/ff2a7AFS81hALJahOfq4hcrkcrO5V0AY3QaoO4cDREdTnFpDPFfD8889h7963OQxscYJIFjYEZKZ7xVhMR5xwDEmMQRJSl9pdxBEdEwVb1q+EEUmo12YxNt/AAqv8yEuTYFvixUx4isC4pomWbApYU8gmgM4z8P10nOmUo1qT1y3ZjtD9BBrJQ9jz3WTuSGwvFJq/xFxGwDrwfT7/+dzkUaejUo7xZ59ewBWbyI4khKRF0AILk5MBHn8pwEMvSwiMLlTlWXzpY8DNu4Wvqq3pMC06juRTTN64gMpA2oJh+mhM9+LY3h5Mz+g4Oz2DjhciV6xgZGoW756bgSuRT7DB85LntEGhgLQYEHo+z7mL4Xd0biaLKjQ2eLsVGQ03RkPvgl3MoVObQlxvsj9yutDEC1qprUpy/ouDKkAzLbCQOpzrnaytCGiaqGPpkazkFPMcK0kXvbIl4QsrSXBcH+QuSv6qkZnHrps/hf/ucx9DVYsQBC6PFmqtlwMFgRzxwoY7N4Pj+/ZiYMMKDPR1oTU2DrQbqBgqVILtNJfSxpMliWqgXOlBMV/hRR0vCDEdhphrdFDpH0ShuxeRrEPRdDEfc8iU2EeCqjMzM5ienoYPGbqhsYKYIHcKsn2f4L5Y4KLPFw4+832cOnmS55ZKuSwUu7zaRB6+MkbOT6FSzMG2dJ4bFVVnFWzbcbgm9NlFr8WKZEmG03EgxyEK+RwrqAnOhoHPdhB3fz9TrF7SJJc9KatAVoGsAlkFsgpkFcgqkFUgq0BWgQ+kAhlYfZ8y33jbNy9QU6ZQiAAe/UzKH1KHEUshONVstGDrOnZs345rrr4ShZyNKPTRabVw5OgBvPLKb3DkyCHU6nN84UnqVVOXuW2VgAG1UDdabbikntNNXH3Fjbjxps9iaHUvLCVGY6GFhc4CQjeE67qsOvJ8jy9OO50W/CBEq9NhdRRd4NL99N31PDjczh0j8nyGsqJllb6Edyspg/g7hTQlba3UwsyqogTIUJlYKZe0tS/6ISQggQCtaAW9sN0/hXAMPqQlf0SuZ6KAZCCVBFmJFl/RspqSq8WQK4a4y8OrBHAVAGhJdZeq71L4vAi4lvkbcKD3YoCLeKdUjZkGDF1sHUBhN9S8qiqUfq6hEzXhRxosWcbK3kGUyyWolgnfjTA2fQKT56a43pRiL7izgFncxu21ccWuHdh9/XWISTHGrcm0D1RzGf0rdQyssMW+qWYS/lJLWrsTmwEOIFdw4s13ceDXL8ObmYMeyAwncwxQY04TF+pfap2XuD2cPBtlQ2F/Rk0zOWDHl1WoxQK6Nm5BYXgtQtOH47WgJMFdlOBOqtS0Rlwb8pulv6fUSSYorPIXHwNQSzqBVQH6UtUk/U6qyFonZDWbpUgokbeqaQKSKtrTl4W2maaJzkIdv7zv5zjy+h6UNBNeRLAnwv/5xKFLmijv2JxDb3cPg1sab1RzqiUpyk0NKHf3A5WV0Po34XzNxdgEgaIyXn3tZT6XGbb9v+y9d5RlV3ntO3c8OVSOXdU5J7VCKyeUJTIGG2OwjS84DMdrMB7vJj/z/GyME9cYG18emIzAYJCIygilljqp1S11qK7uqq6unE4+O74xv3V2d0kPjfFu/6G/9mE0XV11wt7fXmuV9m/Nb05JIiNMe80hUL37mser1NItsw2TKlShYz76O4tIeC4M08J0qYSyy/GgwocI0TnS+cyo1T8KQxOrCp+WD4ZcW6WUBHK5nPwReEWPXpmXIRqNxoXNl0jpKepWw5B1hesaySw5v8wtwn5dx207S3jvfRryySZCI4QdGCgvmzg6FuD/+V6IlycMrC828f63AtdfnUSxs4FmRcTH8h7cyOE6R2BuBHlRMlpIYWo8iZeO6PjRwyMo1U1s27EBxWIOPz18CtOlmsD/QEvAJRAVhbWJ0PUFHtZ9ziMXplw3NWZ4/JxjpmlgydNRzQwgrftozp2VeWZRJRmtLCv8s1euGZpG5avauBD1pISAXVxf+PJIXS+ev62AsIuBUOrnhPX1mrJzafgerEIbvFBDW/c6/MJ73obrdm1E0KzKcXOGpnQbTc0Xm4vKzAwyCRsDW9ahVq+jsbCAoDyPhN9E4NRaNhC0iiCYNJDJFtDe3gnTTKoxlStK+BnHE4PWPMmd4saRsjmI1vNUiuM/EAX9yyOjMgY4tutOXVmZ6Nys42YW5DP5J/L2bdTrCBn41wr5u9hxEGJiZhH5XBapJH19FVjla7kRR69wLh+NJjeguIliolqpwNYhmxoXP1dZqHzhM5+9pDkevyiuQFyBuAJxBeIKxBWIKxBXIK5AXIG4Am9EBWKw+jpVJlgVbiI/X9F+3lKi2XYCVPJISErTw0BvL6698ips2LAWjlPF9NQ4jhw+gGefexqnTx1FrliEZZnir5rNZUR9ypvLXC6L8fExAQiex5R5G7lMFpPnZxDYBey+8hbccdvtGOrvRiBGg+pmN/L/sxO2utEVeqX8HBmUJQ3oDCQhSKXCSVRHjvjWUbXGgBK37ouayvE9Ua2xndP3mvBCtq7yJtoRJZEoLcNQboR5gy5t77yZZspzq63YFeDaCtGKfCRb7bbiOSp0U1MBXa3mesNv9dmKulZ5IlxQjNKHUvw0V7bX8vQvmhSIurVFTSOb2SiQKgJZkR+uAoEXlavyshYEXqmkjKDJyu9dsDkgajISCAIHBtPgdQc97Wuwa/Mgeqk4thuAsQyvlsR0I4XTU7MYOXoY1RrVdgpKRkBMCx3ccN3V2LN7J5xKTakb6VNJwGkDaze0o7M3I2MihCktxbx+yqNT/aE6lIFUS2OjePaB/8Di6VEYzRBmaCBlWUiaVKAxKI0QW7WpJ1MJZFJp6KaFhGXDMCyVWE7lIqFXZxc6t2xFdrAXdVQBNMT7VdkbKDAuV/JVitUWqnotWBXFqkpsfy2kJhhbqhHe+shYOorZtGxQEGoR8nHcEpZFyvBCLoeZM2P47ue+iMb0Agw/lPH58e9emhXAe3d2IUHvWZs+kFSfqvNjyI8FX9qbk219CNrWYB4FTC5Ukcuk8OKRg3jooR/LMSr1otoweNWjBVZfe87Rc1TzcwgjVCpzsue+jiJyJpWZDmYqFdQCsVeVsDuKfpnWzskQgVXWRRTkVCJToZxKyTVmsFE6RXieFKjG9m+lpBXvCgVPmw5sUymJFUBUwJKbAPS95Bz1PHWtxa0kDNGf9vGBd/vYub4CK1AK9XrNxpLj4YmDBh58zMLlGxt4y40GBroDJNM+aq6G0CPQB1K2UuYS7ruBgUbDhJUCXNPCwWMZ3P+tWUzO8f37cetlmzE6eg7JVBaz8/M4MzmHJVgSIBXSJsJVVhwNbsD4oahx1YYMlZbKd5br4mJooZ7uh+ZV4M2NwQhU6NnPe6g5RaBKFbBSnnIjhbXhZhFhczTvotfLv1uBWRFUjZSz/JmMYUMTlabP+ZpOwzcSyHStxe23XI933HUr3HpZHTsdUgmsc2n4rouMbiFpWaiGHpq0OuD49BuA7yB0mvAdT9Twru9Iaz2DrTLZvGyUcM5xg0CU41QwE2TyIsg85Cqg1iIeI6E01aE87pmFJYyMnIbjtTbixB3AlDHE14lNBEE9vb4N2i1QRa9g9krgyvc+dXYSHR1FZNOc01S4G2pTrzVmxW6Am4A8Fk3H4sICEoaGdDot9eDvSrX+h/jXT336jfhvofgz4grEFYgrEFcgrkBcgbgCcQXiCsQViCtwSRWIwerrlO2G+37rwk8ipSG/oRvKH9UyE/AZZhSGGFq1CjfdcD162tuxsDiL5/c9hSd++hCmp8+hUMihs6sdqVRS/P8mJiawtLggrZS6zlbZFKqErMRnuoadO7YjkUrixOhJaEy1djQUetbhjjvfgquvuEJaweXGNvJulLtltsIqj0He4FKtpW5mVbu+rlkSsKPa/X1RjjEgZd+h/ShVKujo7EbDaSKbSmJpaQHZZAqe6yObTaOjowMBgYvTEAjEBHdRwjaaF1SxosAMCG154+1KqzpvxgltBO66jgAbx/XgMXiJ32eQCdt5Az5fQaLoj0ffyih5W0SB/EyVch6FxETI+yInUcAkChES+Eze1QIir7rMhFkKiSmguRK2iHq2BV8iiNtStoWSX50QlZathxheuwY7N+zEquJp5NMHoVlTsPwqgloHFhrrMFnfjJdOzeLYy8dEYcxHBIAsw8ddt9+KDWvXol6utKwMCOlMMDx809YBdPTk5bzZ6k31IBXQDIdRzci8rqaCkfUSXnjo+zj17NOwqk3onqa8VgWsKlDJ8cXzpd9lMsXgtJTANVpE6Calr0y5h1gCJPtXoXfzNujtNhy9KqU2Qio0W5CuNeaoaYwUqwIRxdeTkEaNRcKUnwdWWYOm62O55qLp+cjYBgqZNBJ2SsbmxUfL41JapTUUclm89MQzeOI734NeaUALAvzXbx64pIXvnnVF5BjgZeqwxDKBc4UnaqCYSaGnLYf2rl74mX6c9/KYqYUC606PnsR3v/sd1SYtnseEoxdD4dRFjiDWz4d4aqCSxyr1JMFqZz6DznQKpVIZ8/U6AjMpGylu02HxFbxt+QhHwDnyVM1msgJWCYkzqaTYSnAO8hipROSHWbYtc5HjkPOZoUf06BX/z0ZDxqX8mwFFnM8yN9Umhjgm1DXcsKeGX3xzDV02AbAvgNT3NRw4qePz3wZuulrD1VsDtOV9uI4BnTCfilWdnpw6KpUQi0suxuZDnJ+gy4SFRhhioWxgegniIbwqa+HXbtsLix7EhQJmFxbwytgkTtdDzNcbqIgFgqof/Uh1CQdrbci04CrLayYSWAxt1NO9QGMJ/vyYKuOKsMGVCmq5bLyaAvWbYhdAexfh0WIL0NocaDF0tVET2QJwmWkpWrne8Hi4mcEWeG5ANRpS20yhgJ1XXo1Ve67CYFc7tm1YDc+ptxSvBmxLlxqwU4AevIS2TQmrI0AP1brJzRWxNfbF2oWhXxxl9EpOp9KyUSLru0ZYHoXz8fdD5Ber7EaiB8+Dv5c4lrLFNpw5cwbjE+eUVQA3g6iwpy9vy9gi2qyLVLoE9RxDK0PS+JxXRsbQ292FbCYlimyuPmJL07IRIeDm82gDQEXv9NQUMkn7VWA12tD89Cf/7pLmePyiuAJxBeIKxBWIKxBXIK5AXIG4AnEF4gq8ERWIwerrVPn6e3/z/6Oyk5tvja3gFty6K6qhnTu24c7bboFhhjgzchwPPvgAXtj3NPLFHIaG+gU0TpybBFsur7jyClSrJezbtw+VSkVugD3fFQ9Wz3NgWwauv/ZauQHdd/AAauUauruKSCZzWKjouOWet+Nd99wn78k2TLlZbnFAcfqjusqnSoqwhwBVx/z8AspV2hbQ05Q3uAaSmRzsZBbnTh9HrVpFk+EkLQVTNp9HqbQs77N6aBBDQ8PyWmknj7KemLnj0jfxolKPN8qiZmTgDlVltCMIGFWi/EOVN58CqsqmgG3gdQVTfV/UhwSzBM71RlWeS49CuZH3VfuptKJGqqnWz/kZEkTTggMXW8gZFEV1rGpjjR7RlwJWVwDVlX6Yyt9TPXOlSi0MPfihCd33sWXTemzavBMdNjDc/mOcOfs0Dk/YMI2qAMAdq4F641acrW7D/gP7cXp09EK7Ms+jLZ/CfXffhp7OLjSqNQGSVG/R39HO6Ni4aQC5IkFJUlrrQ400SYVfSXs2oaXO5HFdfCNPH3wWh37yfQRzc9AaHhKajoRhIplQbdLi/6hRPci2cUvGnC2KVUPAKs/XsEx4VIkmM2hfvQFtG1bBz2nw6L7INuIorOoClXk1WGVLbwRVXw+sRnVtNH0sN1y4gY9cwkI+lZKgHI7hldBH5hyvBRVylgXb9fGtf/kc5k6eQVo38CdfeuaS1smtOQO5dALFTAJp24BFtaCl4Fg2k8aq/h50dXWhFiYx5WVR1dIw01lMz0ziG9/4mnhcCgQm2BOD4RWPFWD156lWBY2Lk4K4G1OMjGxCR08hj0q5goV6QwKJCF4dAnmCW2axteYor5kaB2x5N5FOJsQ3N5NKwTJ0OISpYYhisSjrRKVWk+P0RInqicIzGgcRfBVrE9obtCw9JNdJCWZl/nBDodOu4cO/1MDmPgfLJSZZqaClZ18O8bnvAsW0ie2rXeTzBuoNQwLZmq6GpaqO5RpQdUJUm0A9yMBxGzIeuYDx/BnpRuuI/lSI37r7WuRdB7ZHNaaHhbqLI/N1nC9XMFtvCNAlZPTYYk7rCMLE1voTteBT2TrR0NBIdUFvLCJYPCchU5rW8saNvFVb6m9lVWKg6Tawc8dWAZanR05LcJgKJlS+wq9VrdLi4NU2Aq0NHhJlvtJpwqnXsKp/AO//tV/FFdddh1o6gdBrQmPwncBGBeYJs7lmi/e1WIJQ5elKKJ1O4E11qOfA4wYV11+PClzlL8trmkgmVC10UzyAo+WNteHvCrF+EIWzCj+LICe/JiDt7OoRkPryiRNYLpXkPahepqethO6Jn7jaLFPt+voFe4AIrEabkEePj6K/r0dU3rTaiJTP4pMrFizMsqIPtyEbbucmJtBRzMnvSb4/Nwf5O4LHHIPVS1ri4hfFFYgrEFcgrkBcgbgCcQXiCsQViCvwBlUgBquvU+jr7/3tC2Bt5VMIJwnByktlXL77Mtx5282wTSYkH8bXvvoFHD9+HHv37kVHRztGR0dx+vRphIGOVDqB9evXSZvpiZOvoFxeljZtAkTeFPMGksCULZCpZBrNhouazzbsJDrasmBY+vSCjw998A9xzTXXqAAjV8V0K/Wqclfk+xAAZjJJTJyfwAsvPAcbywIYqQ40EmkYySJq9RBuaCKXNmEGDkC7AKoN7QycZlPayAlmiDyolGQIDuFnJl1EW6EoadABg2JavqF0OSWYoQ+ix+8RsNqWqApBFStbl9n66bfSrA2lqLr4UNYFcgMvAFeQqMCX6DMEtnoKsir7AvXvSEW18u+oPZUAR1qaW63NERiI4EDUmv+q9wjUcahaKoVuBGzrTQfbNq3HlZdTPZxDXpvEYMf9+Mz3l/DI2DqEiRLuuOajeMva57BcmUa5uR3nz5/H/oMHBF7wwWMb7GvHfXffgUySnqxUhLHZVxcFVypnYWh1H2zbhG4kBCiy95pt1AJxoLxvVduxjmqjipkzxzH69MOojp1GWKlD9zykTBtJSZE3YUm7L5V1KtTM1nVR0Rm2LYCQDp6EdJQYeoQ6hQIKG9Yjt3YVfJtWE40LSszomkmoFdV0Avc18Ur8/wtWqzUHyw1HtGxtmQRyKabFp5RKrmU3QLAkwMl1BQI7niftxU//8CG88MOHkPaBj33h6UtaKj/w1ntw5MB+lGZn0ZY20J4nmLSQtgzYqTRS+TZRki9VKsh2DaNz7RZouW5UqmV89atfEpWnqKEl8O01h/AaxerPg6uESz7tDAiXjBApM8RwN9+/goVqA00YyiqAMIwbG9Sat7yHWZeoRryuNq+vZUHnRkYIsYGgpUgyQYBGCw8mwddRa3J9oVI1qQKFxNuZx+G31Ob0mjVaKm+OCWX9K+PfMqA3XLzlWge3XlmDQ99NR0faAp4dNfHpbzuwwh5Y4TIcKqt5vLQtMeixKUl5ovan32bgGbBtbgSZcJn+rhOw6dBDE1u70njvDTuhlUsoECY3G2IpcGh8Fsu6gcm6g5pHxbwjKnnbTLVU0uo8OIYLhQLqvo/ji3U0U13QqjPQStPi7QnaarQ2TsROo+UvKxDTDTA4MIA//dM/wvzcDL78pa9g7Mx5FfLkO69aBy5c8chPuAVdo+/TOsOQueqjVi3hnrfeh9//4/+MUrWm3ovrlqt8ulVam7JyiVTJhqXGPqEm11CuvV5TteITdkr7vqnBIAlvKfklpMykRzFD5Bh4pwg+YW2kzhVP2Ja9A6+9ePTSFsb1kKDyOZ3G1Mw0RkbPKo9Wy4LXbF4498jDW7Xr075G+WHz/cWft/U4eOS4gNVCNiM+uzw3gmE5HqmVmtfc6Gs6LsbGx9DX3Smfz/eh5zGPi9c0BquXtMTFL4orEFcgrkBcgbgCcQXiCsQViCsQV+ANqkAMVl+n0NffSyuAlvoo+ruV+ry0VMbm9Ztw7523IZvW8dKR5/GNr38JlWoJ23fsRHtbJ2ZmZnDs6FHlQxoyqIPtti4834FlqYCiljGq3BgTGlFpykAqwimbKkXiCAuoux6K+QI68iamZnX81m//Z2zevFVMGMNW4I26Z1VKIM1UaqIDB55FszqLX7prE8hvqg0H1WaAU2NzOHBkBMdPn8Sbrt+DbesGEXgO6k0frpVFzc/h4UeehOcs4crLtiNlG6hRKeY2sVwK0TewBhs2bFI3yCHTxNUNs2/aOHduHAunXhGYGiZSsHgsto32oXVob2uDxhZ/8WwN0GhUsbQ8J+ozHrtFv0/LloAZBOp7BFCECGwFNywSV19UVZKYznNttb2qeG+lBOT36TsoqdJKEyiqTGmfZ2t9GGCxVEa1WhOWQXBBUODpIrhFs9YUwEfFrNgguMqHlmrZXKaI4YEOWMk0GpUEhvOjSCX+BZ/4QQYHa+ugmYu4Yff78N7hlzG3aGKx1iMBYvsPHMD0zLScD6H4+jX9uPOOW6Vll7CZisKQ4VAag5PyGBikeozn2gJdRJ9UCDK93qQKlco0wqQAs0tLmDl3CqUTz6MxNoJwuYKg7sAyNSQ1W6A428QtkzVTTb1G4MNKJmDZCamheLsSlLAFmeo2Jsz3DKBz6xZYXUmEVgNhyxNXzQpBfQI/BC9y7LXAqrID4FhU3rCRL6xq7VUK1KVKDcvVhnxWRyGHfDoNQ+OxqLbuSAEXQUmlmAWS+QzOHnsFP/nSV6GXa/ivX9x3SUvl5//5M5gcH8OpYy/h1NGX0FicQyGtIZ9JoUqbi8DHYG83tm7ZBDvbhlnXQNnqlFbsr3z1yyiVSyqMSawAXqtYXdEmvmLt4IFGFhXK91Ylx9NzWA9c9LYV4foeSk1aJHADgkpaUyliRZnYqrOuyeYHa8lgNM4pVofWDgLMTUuUfzwuWnZw/rh+gNJyGb6EKiXkvSSA60JIGBWEnlKlywWmRlIk+koxbOoIXRc7uhu49+YmMhkNXoWbJToePgb84AUNeiIDM6jBF1/SEIaf4DaCCsnTuE3CelmqIuJNKi6vYsMQiK1AiG1D7Xj7VZvRnJ9H0TKQs0xMzizh2MQ0zI4uTDdczFe5FrGNnO/BdVQTP1keZzJho61QQKnRxLEFB41kG4LyFIzKHEx6BVPtLWpOdf70thY/1TBER0cn7rn3blxx5S6ceOUYXjzwIo4ePSnKSl4D1lx8plmnlk2IihRTliui+qbvKMcvJ3LI8MAm3vbud+Cut94NLdlq02+qMDGDa1Kr/tz1IDCN1KWi3OZa2VL4N5sErFyflHqW7J4zUAu4nijrB1rJCESFhkwyDdPg/Is23dSaSV9hU9S9LffwVvAUz4G2IvJ9Q8fo2XHUnCYMy4bv8HeSUqtGwVWRMjjyVlWAtrWOeh5GRs+hWMgjQ7sNem3Qc1Za/wmzVa2UN7iOpuNj9MwoVvV1i00J10PlcavA6t//5V9f0hyPXxRXIK5AXIG4AnEF4grEFYgrEFcgrkBcgTeiAjFYfV2w+mF1w0wVYUCFjVL91GpV9HX34+33vQVtRQuHDz+Jb3zjywIN9t54C5oND+NnzqFer6JWWfk06nYAACAASURBVECjtgTeFLPVPwhdCY9iKArvjAnOTN5kthLpqTYS2CE+nypF26GKNWEL6Mvms8jbIZLZTXjv+z6MjkISGuGqbqv0eHlPD7B08ULd98yPsXE4iRt3rwetGsUzUAvx0sgEHnjkAKrLS/jge+7AlvV9AiADx0O6Yy3mmkV85CP/BetXufjtX/0FFLMWXNdAtVHBo88cRWiuQu/wBvFtJWyjaMrUA1T0JJ79wQO4+qmHsFu30AhslEwHD1FddcebsfOyK5Q9ABVX8HF+cgSVyjmYDA8KDTh1D6OzZZSXlrFudSdyyRycZh2+ZqHqJrFcXUQ+qUJXNDMBi36tRlrCmmAwQTzNvHkBiD2dQwIa+Fm2aQs0rTUbSPoQf9nT0+dRrTpIpBKo18vyXFuzUCim4ZWa6B8cQCKdguYFaDDQh2AJPpJhDn6whGpoImyksbXzSVSrX8af/2QAZ8M++GYKa61x/N4VHmrhO1F22fbs4qVjL+PkqZMqJd13sGfXFlx/3dUCkwjn6EfKy05Q2jfUie7eHrGLII4iuFZeph6y2ZwoTempyIvOtuC55QrOjZ3A0thBGDMTMOZK8Akt2d5OH1YGB1HFSAjNgCpNgQ3WUb1XS/Gom/DgK+9QzYZnJZEdHkT75g0w2vLwNVo3sDeaveG0dSDca4FVBlexBZlt5pGaVqcKlyFJCgiJYyfPMQgwVapI23vSsNHd0Slt7Dw2MeX8OQ/iIkIsI51AeXoGP/n8l+HNzOFjX3j2ktbJv//7f5R5RcDYLC/h+P7ncPiZn6JcrsE0PWwdase2gS505HLwrBQWkMJsclDg1Nfvvx9z8/NyngL5XxuI1KL7BOGR/2cE3JQ/KjcNFMDkpgIBEr04c4ShCUJPtdZESmmlmgaSyYSoILkBU61UBdgbli5t4Xxffp+gPmFbUk9C2kglzfekElCFgSkYqYCgAtZUlUrgUhTXF/28dW4MyHJ9YDBTwbWbKljbm0BSdzG9CPzwUICD4z5Mi8dnIqCZqd9QmwI/57HC3VgdQ+szCPWGCkm87coNyPgO8skkTA04+OLLqIY+ij19WGr6mFyqwCH4ZZ0Ctqhb0C1bNh6SlonetiwWKg08ObaMZqaIsL4As7okdhb8KDORUu3znEMtBTkhX19XB26682Z0D/dhevQsDvxsH6bmlhAw4Kx1jJHiPTottu/L3BRbFxW4JuMdQLNRF9X+H3zso9i2fQvqtZKsTbQ+UedNfK02EeR6t96UV4aAle/Fa8/OhCgkK7LSkN8hKtdPteZTi9tS30rLv8xDQ4IMuZHETgl+n966mVRGfs9EmxzcYJJQNMPE7Ows8oU8yo0GFkoVgLY3Tdo2KPgcnX+k9I2+F9Uj2hQhOI+8eyOFtZwL7UhMU9Yt8Y+GJht6oyOnsGZV7wUVtTy31cHwd38Vg9VLWuTiF8UViCsQVyCuQFyBuAJxBeIKxBWIK/CGVCAGq69T5uvu/Q3BqoRFkg6tWWg06kilM3jLPW/GxtWDOP7yfnz9/i9gYnISb3vne6AZGYxNnEe90US5tIDq8jQ0r4lGvYqFxTlUq0yADpCwbbiOugmP2jF5GBHsUoExSv3kBh6spC0KtFXDw+gqJHH0+BRuv+PduPGa6xD6dWi6LUo0CT1hSIgWoN6oYf++n+D6KwfR19GJw4ePoFJexOVX7IaR7MCn/vXbMK0Q77rvRnmPpdISOnJ5WKl2nJ728cUvfg3vuG8X7rjpGkyMnUW1qSORppoIWKrlkW7rluZ1/lvEWYaFSt3Fi//+b/jNl49iUPOQD9IYRx3fM1M4/663YvvOqwQyUrVkNZuozh3F8HA7PI1qTB0zkzN4+LkjmJ1fwvt/+U7kkwbm52fQv2YP9NRWfOp/fgLXbM2js7NLINHi/BwOj0yjUqrg9us3I5vrwPzyIsbPz2LNut3IFdoFSKSsJF44fhQvjo8IfKC/qB/6yMFEXwWwwypqgY6Gm0AlawJpoKujE0kGOdkJqV+S3oykPAHhAuBoJqwgwI7+h3H8+I/x54+tRzmZRlAzcfnqcXxobwEzpbeh5hGeBTh+8qSEWGkalYg+rt17GfZctltacDnGCFZVUFWIvuEOud7j586pEK+W6iydtNDX149CvihKO1Hl+r60q09PjaM0OYLamZeBmSmE1QbYjmxRoWgpxaqAVWkTVipS8egkUGm1jlO1KlDfUC3CTT6vWETbuvXoWrsOZldRPDeVCptqxSZTdESJHYGiV/lNrggOE6MKaXdWwGS65AkcTFkEq+1IJ9jSrawQfl7rPMEqEa6RslGfXcAjX/oqmlMz+MjnnrqkhfLv/u4f5LOo0s2nE5g5M4LvfvMbWBo/jYGuHNpzJjoSBrqLbUgXCvBTRcxZPfBSGXzruz/A1PlJgZyezo0CBRCjQB9+zTkhs3EFxBbg1lI0Sh2o8APHkyNK6nQqIQnpEcSKbCqUEpBqVZbdRy6dkc2Baq0mNgEqyV55V0pokXjrsk2bfsYtVbF4a7bay301bpTSXI5cYKt4Zrb8PlX7vjongW4M6/ND9GUquGJtCR2pEMWsjrqXwHeebuDoFBWYtowrbrRoQRNY4We68iK9LlgNgaTm4b7LN2JbVwpBrY5q3cH05CR8y0Y63wZHNzFbrqHRgpmmiOW5saL8gjMJG0O9PeJT+7Xnj6OWLML0qrAbFdk4En9PWmxIqJ+yVIhgYULTsPOayzCwcTUWxs7hxPNHUPUDeFS2eoThF2E3Xy/gE8pOgRBRPLO5ccRlwnNELbxh+xb8yq//mljDeE5NbDnErVg2mOiRq17PR6T6jD6H64+MHyo4VwTfUaFKmK5sU5SPAN+P15o1YFAi/Yr53lxfuBlIKwaZVyGQTqaRz+dlU4XnXq3W5WuOLXYc8HdcKpfD3GIJvm6Iaj8KklL+2Oq9ouOVMMWWojUKVLMtS8D/yvPiz9wgkBq4DjcZHalfveni9OlTWLuqX8F9KllbFiz8+1Of/NtLmuPxi+IKxBWIKxBXIK5AXIG4AnEF4grEFYgr8EZUIAarr1Pla+/5oLoRDZTSk0pC+nTecONNuOqyXWiUZvDNr30e+w8fwLU334ZiRw/On1+EkUwhU8hjaWEK9cUpzJ0/g5mZ8yiXS3CdpqRzExJlMhn5ZAlkct0LASjSmnvBL9Vns7UKG0qnsHPnTnhuHVMzs+jt24Jff//vQIMDU1chIzxYA5a0eE9NTuD4S4/hLffuQM7KY3pmBr5XQ2d3O+ZKOj712f/A6kEbv/SOO7FYXhTvv85cCoaRwqP7RvHYkwfw4V+7DTs2bMC+Z5/B+clldPb1YNv2XTg3BRjpPCwx66P2lO3+KYxPTmHxP76C94yM4rizDN3OY6EyDatnFRof/HVke4YRBLooa5vLC/CDMQyt6sK56UmcGR2FEWoYX/RQWpjAhz7wFliuhumpaVjFIQSZ9fjKVz+NX757O5KWheXSIqrlOn787HEeAv74A2/FiZFzyLYVsVxxUW2mkc4WRWlKOPrFH38PBxfGYeXS0JsezJqLzZMVvLfk4qbQw1LvBuh//If4+8d/iB8efgTZ3k4BFT16Cm+79hZ0ForSokq1aYAkAt1AKqhjx9D3cOTg0/irB/rhEArULNx3cxl37NmEc0s3SBo626JHz57FocOHxP82Yem47ZYbsGnjOvHSpbqMGE6pCTUMDHfC9TxRuPJ7/Jrjoq29gI0bN6K/tx/JZKrVkqyjUi9jYmICtcV5NCZPYe74AWC5DK/qI2VAwCpVjLSXsFtgleq0COQLOKNHJzcRODrFlzGAb+hoWgnYHb3oWbsB+a27YSaTcNjGTdsEqlV9jl0FXjj+VI68oEX1JyQk4ZhW3r9UZzabdSw2DTQbDQFhbYQ8li0emISd0WMlYOVQYxu3lbFRmZzF41+7H42pWfzx5352SevkX3/ir2HaCWl1rpRLqCwuoFEp4/gTD0KvLyKd0FFI2Shm0shls+K5uqQVUc+34YFHn8HoyJh43rqGAwNseVeP6JiZCk+wGqWpR8BZYBShUQs00yOY6l+WjYp1qkzZ1i3etS0PVL6vTG/+XxAKJKcXJdvSNQGrClpT8SsgNPLLbSnhIx9M2khEwVcRTCRQpWZaBWppImRVNgwKIq4Eq/z4gUINV6yrwmLYnhGKavT7L4QYWeSYMUU1GlCVCNpwKPXmax+vB1alXdzzsLk7i7dfsRp+rYpq3Ud9aQ5uoMNKZxAYFmoMbxJAZ4mPMDeUHI+gz0A+m8Ha1UOohgb+4Uc/w2xI1XkVnZYOp9ZQ3smGsgHgHgLBJR/iyUwFfsA2fQ92woJJewwzIZtgVMayFpGKlK/h1wk7LTWr1Wqy8ZbL5XDZZZeh6dSRyqRwzY03om/VoAQCaiHBbohk0lZ2KK+CqdxIUxYFBKkRuJW52ALq0biQNUHAqke5qtgQ8Hk8hwhyFgodKBYLonKulMsolctqXrfenyC1WGyXOigPYwvNWh0zs7MCRAfXrMXk7LxsmAX8nBboXKnYXdn+z/eO/Fc5zmhR4TSVL230PH7t+FTPGvA9hhV6gG5iuVTG2bNnsGnt8IXfidE84t+f/Iu/vKQ5Hr8orkBcgbgCcQXiCsQViCsQVyCuQFyBuAJvRAVisPo6Vb7m7l9vKXw0Cc6pVGoYHlqNu+64DT3tWfzggW/gh9//HgaH1+Gyq69D3WU7r42K42G5wpvoJsZOHsHIKy/CdRqiKqLqi0CEoIYKJyqJohvPqIU0gl303FNtlq6ooKhI6u3rQ7E9j7m5SWQzvfjl9/0u1q5fC69Wlw5qIhWqGKlmGx87g9LCCdx12yY4CxXxLu3ozKNSq+K5w2O4/4HncPOeXtx723XS6s5WWjg1pBMZ/Ou3H8dLp87hdz54F9b19aJRLcHzTdhpGxNzDSyWs0jm2xG4hEpUGYaAncapkeMwv/1v+M3JZSz6Hso2U82rODO0GrO/8svIFvtbYTg+GgvzsBPTGOjrweTsLA4f2o+B/gEcO7sI21vAe95yMwxHw+joGUws1TAy52KpMo73330dPDdEw63AgI3vPXEEhfY0+tpyePzxp9A10IObbr0TiUQ/Gk4AokJirM8++C2cNeoITA2icis1cOdEFX/a9JFdmkdlaDfSv/+7+L3HvoknJ47AKhYQNB0MJQp49013ot1KSW3F15QehwDSfg07190PZ+EAjpxhe6slaejr1+sI9VtwurQLblMTkDZ6dgwHDx1EELgo5NK4+443YaCvVxRlBELKBoB+kzp6BvLSwk3IwU+qNxqiEuW42bJlKwYGBiTgjMo1jpFGs4ZzE+cxv7iMvFbH+cNPY+7kK9DrDmwBdgYS9N9kyz+tAKjaNdkGT2lh5M3LFnP6TdKWgErtUABUg7rkZAaZjm6077gK+Z5+OFZSfDQp4GXEET0TFTgklFMZPCJOlSpRZxoKUA01ekG6otyer5akFrm0LS3w9NflBoG8wc+DcUL+DCSzKUweP4Wn//0/4C8s4Y8uEax+8hN/Dd00oZnKekPqoml45tufx9zIUbSlU8gkDGQzSbRlsxL45JgZNLJdePTQCRx46YRqozd4frbyIV2pWmVNRGX6alAsz6Mfsai9PYQtJaQXKNUvgZsEE7Xmf/S+Sl3JoDplq5BmejoYfsXXKXUp273VVwqSWjKuVPhatK4QevERwXqC9Ogh3rotf1u5eq1QMmmb1xl0ZqAzuYztA8toS1qwLQ+leoif7A8xVmHrOc9ZuRob9FX93wSr0WhJoYm7dq3GUFsG9UoNXnlJQr4sbiYQhuocq7rAwHQiiaSdFH9inksum0d/Xx9cO4lP/eCneHGmCl3z0Z1KSEgc4adm0R7DFnW4tMzrOur1Ohpus9WKrlrxlWWLGtcEq6rGhgr4akFR00hIrTdsWIdMLiObCH19vRhc1Y9CRzvyHR1YKpcFblJFnLDoc6pqrlrkffFupppY5qP4tJpyVbgeEHzy/SWsULypW96oom6n+l0ZCCi/5YshZITtbcUiOjs7xVN3aWkJZYGrravNOhqGgOA0FdCGgYXZGRlLk9PT2Lp9F5aqDVTqTstDWIUIRu35K32QozEaBf7JMZu0IVCgN1Jgq40jbuBoauzLWNGwsLSM8bGz4mnMTcyLMFZ5rP7t//1Xb8R/C8WfEVcgrkBcgbgCcQXiCsQViCsQVyCuQFyBS6pADFZfp2xX36XAqkE1KKGpYeGWW27Bnu0bcPb0S/j0P/2tKFiv2HsDPN1E/6oBpO0kzk/NiDfmmdPHceLYAbjNMtKprMDAnp4+dHdR2TqB5eUlucmW9OMwEHWP8l5kyrgKApKbV2nL1lCvKx+8zsFueM0aEJq4/a5fxB13vA3N8oI0SkNTatjQ1HDk6EuoLp3FvXfsROAzFCtAs15GR0cbfvDI0/jR4y/ivW+7Clfv3oRypaxasN06DDOBz3zlR2gECXz0996FsF5Do1aGZqRhJDWcn2rARQ+sVIGR1RIIQ1VtYCVw8NALWPPg/bh9oYSlUEcXW2gbLp7Ysgbzv/orKFrtCBwXgRFgcWYcqzsdeI6Dl0+cRmdXARvXrsNnv/Igtqzuxu237MTC1AzKlSXkuwfxjQeeQjob4u6rd2F6uoxETkch24Fv/eAZDA3ncfX2yzA5OYfJuSl0dA+is2szKjUfCVvH7PI8Pv/IA5hPBHDrNVipNBLVBt5/toIPOzoONamIy2Em24Z/Krg4N5yB5vkwnQDbB9bgzdfchLxHaO3Dp+2CXkfoG2gzJ7Bt7ddQ1MbFi5eg12FrPNI4ePatGKtsRuBRcerj1OlRvHjksMDE/t4u3HPn7Sjkchc8L3mtJfxG19HWaaNUKmFpmQnrCqgQNlDlvGvXLqwaXIVMOiOKWoIQr9nAuekpjM1MYbC9iOb4CI489iC8pWlYDoGXBstQgWgEiJIkb1qiuItaehUYVVCV4412AUQ4LtuMGZRFgLVqHdqG18Ho6IObSAlYpDconx+1kvN1asyy1VpBKcoxyYxs25LxWalWMDF7AoHfRCGXRDaZEB9cQ6MH8Ksn5AXlmgAuBVZffuZ5HPrxw7DqDfz+Z5+4pIXvE3/1CQkPErjaagsnWB3Z9wj2P/pDdCYMFHMJpFrgN8vztZJwjAL2jU7jocNHEbCeokBV/qQraymK1ZY1h1SgBSwjJSqtAgjJCOwIRxnaRZrm1ulbexHSXlDASnhXKF7ABH68hjx2qoJp+XDB21I5pkpNBKxe8Ewl3A5FSUiQT3sKUWC3/JxJw1U7t9tqTW8pl1tqyKSZRmgE6MnWsLF7GRlDRzodoFQN8PiLGsarhMEhmLPFczPErfV/X7HKceR6TQy3p7F3XT9ycGXOhq5S+3MucIMgm0oglVDewclkRlrZubGUTOeQz7dBT2fx788fw3f2HRPunG1ZJjhuE5qlfGz5h57FfHC+sVR2KgXN1OHVG9AIKj1XFLhJtsS3gqYiCxe+zrYSAkdXrxnGr/7q+3F69BT27XsO+WIR2y/bjVWr12CxXEZ5uSQQ1NJ0ZHMJOV7xQG3UlSWHacpaIXYOpikbKxwiiWSyBVOp/lbAvDV01LVrAV+Bry0lK2Fms9kQQFsoFNDV1SWbegsLC6hVKzIP+bP5+QWpQV9fHwr5PE4dfwX5QgEzc/NYt2EzjEQGi6WqBI9FY3il72808V77PdkU0NXxRKpnPlf+7au1gup1AcFUZ2s6SsvLsCjNjZ7X8pWmCvZTf/WJS5rj8YviCsQViCsQVyCuQFyBuAJxBeIKxBWIK/BGVCAGq69T5b13fFCpl+Smr4r169fjvvvejLRWwxe/8Gn89KlHsXnbbhTaejG/tIxcLoWO9gJsM4G5mXnse+ancJsl5NtScJoa+noHsWXzdjz77D6US0soFPJAoMKsqJbizTBvtqU1k5529ElMJi8EgFD4xiASk7DHtJDNZLBhy1V436/8ATRnQSCVoWckEEuzdYxNTOLw/idQyDto2kWxCDADF9mkhvGJaYxPV9HdU8CmoS7xA6SPZ9rQUPeAJ184isD1cNebtiNBAGGZCM0MzJSBsAbk2rbASGSBgN6QmkChhg4c/PHD2PTYA7izEaBk2Gj3G1h2HDxy85UovOeD0B0TOj8raGBsZgS7NxYxe34OR145ge3b1qOvpw+f+l/fwj037sHm9R2YmpiCYZlo6x7EP372W9izZw2u37kazz73MnLdGQz3rsLX/v0R3HbbduzdsQsvHTuBRD6H0M5iqZSCr2VgJQ0cHjmGbz73OIJCStS9qVwW1uICfvv0Mt5XN3HCXcYaM4UnzQD/rasdS8NZhL4HO9Cxd3gTbt9+JXQmcounqQnfrEPz0ujNH8DGwa8j5Vbhm4DFjlk9ROj24Nmxd2DGWcWodTiuh1eOn8DRl48KUFgzvAp33nartHRHwIJ/K5CvI5MLRK06PT2FucUFGRsEFN3dvdi7dy82bdyEYrGovDGpdHVDjE2PY2xhCkNdfejyfTzzwL9h8uR+2PWkQE2+Lz1W+YdQjv+WRPRWOrpSlVGaR3pDgEe/TEOgR2BCPHy1XAGZobUorN8Gq7MXIf1CBfzSCkCBQqGD4tmp5o7yVaXq20I+V5TWZI738clDcJwqChkLuUwSNpV/IdPDLwgwL8xMgYtCXAnOknj+ocdw4mdPIxOE+N3PPHpJ6+QnPvFJpbA12MKuVIgMM1oaP4GH7v8y0m4FnXkL2XwG2WQaWYZryfkU8MpiA9/cfxDVQIfJFnS+RwvURSBU7DFaYDX6XtRGzs/jz4v5AkLfRaVaRWdvF/SEiROHX7oQZhSNDdWir8CtSL5VhQVsWwkLoasClKIxpGkqUIvXOHqPC+DeoFEAwdZFT2faEvC68TUBbQlaYVbROfHvpJFGaIboLzYwnF+EFfrIZIFKDXjhVAJnyjy+QLxieaz6JVgBqKESIDRsWX+2dyewszePUrmGpOYrf2BoSNom2nJpZJM2LIvXzUIylYZuWEgks0hnC0jm2nBoqoJ//O7DWKyUkbZ0NF2qJAlK+ToLlmXLGqva6n0kslnACxA6tBJpiFe1Rv9Qhou1VKqskQSFtYKlbFNtjhGO79q9A4ViXjxzy/U6dl1xBYbXrhMlea1SlWvtN5vo6CyIUpSXs1apXAiPq5Ur4n1KBWu1WpXfB2LfIBsdCgSra9RSIAtYVeMiCoYj5KWPdbNBawKGTulo7+jA0KphOU+uKTzetrY2TE/PYG5uXsDr0NAQThx7Sc7T80P0D61GsbMXC8tVuD5V0QreR+PptcA0sjHhz+X4uAHQen5kBaCsAqjKJWTl74EAdap1bQWn3UbjwrlJIFcYyjH/zcf/r0ua4/GL4grEFYgrEFcgrkBcgbgCcQXiCsQViCvwRlQgBquvU+Vr7vowSNM81wfvK9929z3Ys3MT9j//MP7h7z+JRDqN9Rs2YG5hEfWmo1RHlilqxAMHn4dTr0vrNj0RQ60P73733Xj88R9ibGwC/b0DqFSXJCW63nCQbevCnfe+A5u37RAv12MvHsYLTz4iQK3Gm82QXqseXM9BAu3oXdMuuTDtuT78zoc+IsyJIVf6hRtZgjSJJ5LWXraFer4D322Cii16blLB2HQDsQZwAleSqqmoIlej0pCvK1XKUh1aEfDmmMcyPLRe7Ayi9s4ojCf0azh96iQmRkagOS6Smg6PLey2jTW792B49QYJ9YLFcBsNTz/zDOrlMfiaCa28gM7eTpxv1DH2yglsWN2NQkcvG6yRT9koNX0889wB7N2zGdu2DOLoiyPoHexCYGt47KH9uO2Wq7BpzQCqdcKIPBw3jVrNREiAkjHx2L6n8dih54BCCk23jmw+D3NiEn8w7uOOZgKvhFPYbPXha5km/rmzCaevH6HrIQsL91x+Pbb1r4ER8LhDMJMn6TTQ1/40VvU9gYyxTD4uMeBeoCGhMUgswHhpN45NvgmV0ITrBjh64EWcOjUCx/Zw+ZZNuO2GmwSG8NoFPoGJCcdtoK0thUxex9zcAmZnZjE1NSNtvPPz8/AMB3fecSeuv+5GdLR3wdLMVgAPcGZiBFNL0+jtHMCGvtV45bnH8dMffBX58jKTtqTNX6cNgs5jNCRNXnwcJQ3cVoq5QIUaCZQjNBUlqmpdJ8RjqFWQzKNteDP6tl8Ou2cAnp2C7qnUcNcP4RAeUQ3pefB8V4Xj1KrS4jswMChAh2D19NiL8Jpz6CwmkLZTSBopNe4EyBC+0JaAKmy2P+uidDMZsBM08Mz938X88dMwtBC/+y+Xplj9y7/8y4swVFet92LHoQV48ttfQfXUAfQU07DSKbQXisiYBsyECYtzBmn84NhZvDQ+A50Gv/SnNXRRNHuBanEmPaL/KdW8GTuJbCotta1SAe65SBWKsmnBQCMqvnuG1sNIdeDlZ38mzzMttptfVKLS39QPCBdbQVlCuFRbfMjwM1oICIBm8jp5G60AFFiN5moEVy+ogCNY21LUKtuAi4FVK1W4lmbDtgystcq4dkMO1aSDucYsAs/EC2cCnC8X4NYaMEIPLpWxlinjIFJjRi3hPB4CUraJUzG88ljYmi/Kb0JM3xMP58t3boXmOcjMnEc+YyCT8pFNGWjL5cVnmOp8AatUrVoZ2GYaqVQWtpWEq9l46NCLePLkaUyVG1gqVcTHVzysCSvpCSs+qhZSqTScZkOgaGSfEEFEetvS4iCy6uA4kU03blZotNpQGySJpI1iMSubB8m2PO5481tks6JcqaBeqyHwXAn86+wqIpvKiKcpbTwIWalOTyQtGScLs3MyFg2bCm4NKXqWtuD/ymuoatcCq63jU/YxarODYLVRZ4idj97eXvT196BWc1Gvu+jp7sDszBQmJyYkAGvLli0YPzeJqalxdHZ0om/VBrR1DWK+XJLzjjZ3VgJ6jj0qnCOoHylXpRiiilat/BFslW+3LC4i6qRv8gAAIABJREFUS4ELnuI8fteTjZXoHKLr8PH/47+8Ef8tFH9GXIG4AnEF4grEFYgrEFcgrkBcgbgCcQUuqQIxWH1dsPqf5CbPcXx0tnfhPW99G5Kmh69+5Z/w5E8fx9r162AlEjh3flJ8IQk9ErYNz21i6vy4ABDexBO23nbrL2Bq6gxeOnoQHe2dWF4uwXFqonIaWr0e7/7lD0C305iamUO93kR3Zwf2P/konn7ycZg2FXFUMebghxraCl1Yv64f42PjgJbHh377D9HV2Yam05B0crnZptJKFGkMnyGXUmn2/L7TpLJVlzCt85OTGB4exsT0JDo6O1BaXEQmmUIum5GbelEl8bUtYz5pDfcI6ZR3Y+TbKDBOV0oln2nxCOALYGKYloakTkRqCuzhzwmJH/z+Azh+5ijyTO3WPDQCB01fRy6dhNeso8mgIj2EGbqo+RqMRBppw4NJu4QgCc0MUWpWYYRZZBIudEuHYdIr08LVV92Egf5hUW5Z9AycmcYroyfRFDWecpVM+j7WLlaR85pwtAY69ByO2RpeMQK4lgnH85G1Eti77TIMtHcpuBDqMBwPfcUjGO57FGn9PNyaAztpIdTplwnoni7KvmWvG+cmr8Pp6lWoVMp47oXnMTUzCQd13HrNNbhmz+UK4gg80xEGVL010NffgXwhIa3J9OAtlcry9dzcHBbLc9i9ezcu27UHnV09AoTo48lwnXPT45hemEJv9yA2Da5DaWoUjz34dbijx6E7ATQ/FO9OAndbM5T6T2CNKWAqCrMi3Gr1HJOwy3VV118BO1gpIFtE+7qt6NuyC5neASTSWZVeHqr2XwEiYSBhbVRfE6Ty0d7eIVC+Xm/gzLkj8JwFdBRsAatMspfPkNZ0+q0moWl8L0fZY9DN12brdAWPfvEbqJ2dEpD4R5976pIWvr/4i7+4AFbZGs/gJUIfKqTPHnoWh370LXRlLeTyaRSzGWSpJifg0oBGYOGlmSqePDaK+bojileOdY5/ttpz7ivFqIlEwpa5yI0WnWuCbaFJ32TWy3HFi1S3TRS6VyFTHMTxfT8TlZ4AVHr5tpSoVJRyHaCyT2CpQFXahlDMq0PjBo54bipoSBUqvxbfzhWPlTYD0fyN4KYCYK1281bqewTDjEQKBQCXoYlbtg1jxG/g8dFTMEwNE4seatYgQnqY1uZl3HAjx9DtC5s00WdFkE2NF3oWRwBZHaSIckMGtbXjzrtuw5tuvREHDzyPI9/7FgbbkljbkUOWpeF5cdxapoxry07CSFKhnkEilZH11LOLqBkWTk7P4+vffUBsWqjW5jhVlr0mbFGFJgQCM1SNNYxAobJUkIW0tZ5ShawUq5w7ovYmWLWoKiWUD5HNJlBsK2B40wbsvuoqOI6LWr0pnQlypr4rAYK04pifnlabb4AA9/7+XszPzsFrOsoDltMtYYvdwcVNs5bNxoXrqjZBIiuACEqKNzctARpN1KpVmZf9A73o7OyGYdhIsc1/YR4T58bgOjW0dxTR1taDY0cPo6u7G919a9HdvxrTCwwZVC390di5uPmixmM056PfCcpS4uImTRSoJde+ZfURbeJEYFX+3fJjjQBt9PeffexPL2mOxy+KKxBXIK5AXIG4AnEF4grEFYgrEFcgrsAbUYEYrL5Ola+9+0MtxQ2we8cevPn2W3Hm1EH882c+iYWFOWzevAV1p4nxcxOqkZat1ZaJcmUZ1UpJtQFrGgYHhzDQO4yDh/Yjm6XXqidQky2vbd39+MBv/KYAu9n5JTRdX/4wFCioLuPg80/i1MkjSGXZ5pqAaWWwbdsV+MX7bsbjD38fP/rps3jfb30EN+y9ER4DsgSq8oQUZBF4QM86XamBUqkUZqam0WzUkUwlMHLqJIZWD4uiMJ3JoFlviJqVII+toTwnx3UutL1KSyc1VytaPCNQQjhIkKM+XSLMW5X1leJWgJ1KNao3l/Gd79yPcn0OKT0pqsRq00GzqSGXsRG6DjyCNvqV+h6qvoFUOo3Qq7InHQHhJW/ewxDpRBpBcxG+loLnN9BOIHPHfWgrdqLZrImnIeEjk74D1xUPSB4lFXOhZWCuvoCsZSIJCzAS0A0bBttSWwArnUqrGpI4hQYK9glsGHwQBesstJDPs+GFHsyAIV4EPp6kePP7CwvD2D/7q5gtL+LQk89gamFWlK1333E7Nm/eCN9ptupkwHUJFR2sXt2PTMYSj0Tfd9F0mqhWK5ibm0W9WhHl2aqhIfFwFG9QUT36Am0XSvMClId6h8T24fC+x3H+2YcRVCrQHU98ghmCZDI1nhBR2t+V3yKBk2ichSUFAkCiNv4oEcmT4mniu2q1daNvy2UY2r4bmYG1YIiPaRAiqnbykAnrrBv9gx2mg4cy/ghQG80GpmZPw3OXkElpYk/AuUI1cb0ZwDKzEqJmWjwURwG3UIeVSiDwmvj+P38OtbFxmScf+bd9l7ROfvzjH18BVgktCVap5LWA2hIe+trnEJZm0F1Mo5C2kU+nkWwdE61tl10bT50Yx8GJGQQaYV0gwVNULRKacfzT15L15HzjxgeT5q2kBQZVcfzSK5SqW55IKt+DYtcanN7/vCTMK/FpIHNPwBW9bilb5RYF4WArOT4UUwGyTBWAJhsHrcAsCaJaoUpdWaiVEEwBTTV3RTXagqqvUqyaNvp1Dbs0B1dvXoXzSeD7Lx0Gg90nS4DRtgFJw8TM9BlRdlMFGSoGrNrXWR++Pz1Skxls37ZdxvbpkdMSztbf3498Pit1yhUKeOs7344r9l4OL3Ak/G/s0Atwl+aRqJahM4CKUNm2YFGtSzBuJ2ClM0jmCkhmctASNjw9gUy+HYdeehl/9w//iGWuu6LkN0WRbydTCmBKy7kH13UuhENdgKqtohFc88F6RgFWAuLDAAmbfqm01aBq1URfXw92Xn0F2rq7Zd3j5oLGTSZdQ7NeRWdnm/jblhYX0N3ZhZnZGbS1t8k0W1pYko0rfgbnC8Eq52PoXfQrjTxeI8XqykCtSJ0s58J1rtkU1ery8jI0PUR3dxfWrF6HXLYD8zPzmDg/juXlWWiai3Vrt+HcxCjSqQwGhjciW+zBQqUsFjQrwXikQlXq00AA7sqNNhWkpb6vVK0t73DZWFOuv5EaVV7Xsg8gWJUR3Apci8Dqf//on1zSHI9fFFcgrkBcgbgCcQXiCsQViCsQVyCuQFyBN6ICMVh9nSpffedviHrLtFK480134vJta/Hoj76Jf/viZ9Hd0y3+dxNTkwJfxatSlJ0hSqVluUEnXEkkUujvH8S5M2ekbdWyEyiXlwU0NBwP9779F7Fx6065Cb32hhvw7L4X8OLRowIHLaeBo0eexQvPPSYJ2IadRaHYi3y+F7fv3YrREwew7+WT+KUPfwRXX34DfII4SiZfBUmUysjXAzRqDdSqTfT1dWN+dhpTU+fxzDNPSqAJb3zZjrph4yZs275dWuVrNRWqwvATFoJAgUiSKc4rPyMqX5SBQwApCIUtysLolMUA1bIe27k1DYsL45ieHsHOTavFixCNJs6OT+Opw0ewqiOHy7eth6NTwelgfmYRzx8ZkePYuXUYhhGg0XQwNVfGyOg4BnqK2LR6AG5oiHWBbqSxdfs1MMys4F0qZC1Th990pJ2W7b4EoAtLS8gWO1B3G8glEvAbjrT7FrN5eISChFiaUlBGsCIVlrB2+AH0Z/bDbITwrBCTCxrmFgmSTBRSOtqLPuyUBz9MolZN4PiBX4A/PofmuXmc1B3s02u48ebbsHlgLVyHSk5+jiU+rNA8rF4zgFRCpYUTTvLa1BtUri6jWS4hk80incuIepLnIf6Oji9WAY7XRE9PP7q6+gWOlBamcfLR76B8bhRmk2E8Bgw9AbMVMkQgQxgqnpErUskJ1/g/pX5W45oBPp60aitbCNe0kejsx6rNOzB01c0otndL7XVR7nHIME1czk4pBCXtXLWxU5HZcJcQ+FVooSst9I7vYGFpBkuLDbQX+9De1gXbJDj2FTyDBaomfaeGH372M5g7fkjUnh/78oFLWif//P/8sxaYVhBLqVYJxw3kUgkc/OmP8fLTj6A7qaEtZ6OYyyOTTMNKGKI8dD0Tp5YdPHLsJCaX2brPjQDOE64ZhPkKjPL6cT/BTppiv8D2d8I3O2nA0AzYCbO1SZBENj+AmZNnMDU1pcAqWmCV4Eo8UNX15nsShBPOcWzbJqeQB59wNaBKVamyCfUiOPraIkWbIyvn8ko1a+TnGfmsZvQE+kIPOzMhdmzqRGKNjuOzJ1Fxk3j6mIeTkwaSVkJ8c2FYcu4MI1JqdjWOCNhXr1uLd/7ie3H9DTeIj+jLL78siuT169aJVQXHcEdnD1LpFCqVZSQsHSHVr1oCbrMCt1Fh8VXbft2VzRWYtHFIioLbYCiblZAAKq5Ehg8cPnAE//g/P40lrr28Nr5Kpk+kUnJcTW6ySJCYUqeqx8UQsAj2CXBuQefICoCZY8lEUm0cSdggMLx6FfbsvQJagp6vaQXIDUr6PVQry+jv7xNv1YRpoVHjZkIdPb29mJ2ekY0HwlR6v4rfKkMNPVdtlLWAY2TVodTISpVMz9iVf9MKgGCSfq3czKMtwMLinASDrVu9Dpft3ovSUk3CtsqVBSyXZtHVMQBN8+T5A0Ob0D2wBkvVKqo1ZQkT1WElWOX3IoXvyvHDY2QAV6RmjV7L3x8XKtzqeuA1iBSr0XtEUJVj/X/8yccuaY7HL4orEFcgrkBcgbgCcQXiCsQViCsQVyCuwBtRgRisvk6Vr7vzP8EPmeDcjre/5W3ob0/g61/4W/zwx9/H5q3bRAE0NX1e3WzSBy+VkpbneqOmbnI1E/l8URSQ0xNnMTgwhFKlhIZTl1bMQr4Hv/Zbv498Rwd279iG8fPn8NOfPYVStSbqzKmzZ/DCzx5BZXFC2olDzYKdLmJgcBXmxkfgNGrYuOMqfOj3PgbaMbrNhhh9yo2pqNSYVi7aVZimhmqljoX5BeQyKfz4Jw/iySceRaO6KL6ZkjNNlZvvY+tll+Ht73oPFhZKkhTNxGjxfJTWXaKeiwno0c2yKFtpP0AYRCjnB9KmTbhENVhAF0nNp20iErqBmakTWLemgISZxP5jR7Bn6zaMnDqHbz38MG7buwNX79yEHz/xOLbv3IHA0fGN7zyKzRtX4xfefBPSpoem5+D5F8/gqWcOYc+uYezdtQOj4yNo7+rF9EwDRqIXgZZhDo2gYMIoKuWovFpcWkR7VxvOT5zHyOkRLFbLKCZT2LxlC9r7uuEuVpDqaIPJ4gUBPC0U6wSG2AzmjmLDmm/Dpl+i5uPUZIhXTprQjQw0s4ZswhGPxIRWRXslgY4lE5knN6Hb0ZHs6kSpsw0PdWhY3LAGiXSb1EZS3ZmhzkRw00dffycSFoGYauEWCwLfETBSLy2qFmixD6BSkXpFH6EXiiqN0CedyaO9ZxD5zl4k7STGnvo+zh99HlppAUGddgBsW6bFAv1ZV6rv+G+lOY7UZ1EauNBCje3d9PGEQCKfHoqWjVShHb27rsamXVeirW81PCOhxl/oKQR/QTGpgncuqNHYAq8zJdxHs+Gj0ijj3ORpzMzMo6d7CKv61yBNhSrDsZo+PBfiCezUKnjxR9/G5NEnYWkOPvaVg5e0Tv7Z//hvLcWqsgGIQBkhcCKTRmnmHJ741pdhLE+io5BBoS0rAD6VSCJtWtLqXNYSePbkWfxsZL4VgqUCnAxbWS4QoIova9IW/0wFryFKVU1XbfAcmxR2Vhvsby9g/uwE5mdmxDZAPJKZpC7Xm6pr5X/Luooq0POxfu1q5LUQx8+eRTM0EPBcxCu5ZQbQUqKuBGPR1ystAKK5HH1vJVhlbZKmix2pBPaks+jrTcNeo+HE3ElMlwLsHwVOTnHThGMrQGBQZUkeT0sDE03XkWO+8pqr8Xt/8AfoGexDrRXYp6CkahunfQjBJx07eK686BIeBV8U3aGloe7WRMntNRwZ97Tj1U0TCTMB27DkD+EkVdiO78EMNZw8fhJ/8zd/i+mZOWisq2+IZQPPi8+hjzAVtRqDoNQMuKC4fy2AjsBqVB96FnPtp48yNyQMQxOwun7zOqRyGQmZ47wBfNSrZQkKHBwclKAmXuGJc+cwsGqV1KheayCRTCKTy4gVAtfParkikFz8c6NgqNZmDy0QpCuhNY/5d2RTYNOfVRLKWEZXNjO4QTM/N4PSUglXXnktNq7fhpHTpzAzcx6LS3NIJTMolxfEM3b7rr3oGliD5WoVy6XFC4rVlSFpK48nGj8r4SrBKsFoZFXA5xCEy8bNBYCt1gixMJBwKxXCFv3N1/+3j3z0kuZ4/KK4AnEF4grEFYgrEFcgrkBcgbgCcQXiCrwRFYjB6utU+Ya7PoSmF6JvcC3e9da3A40ZfOGf/hyHX3oR6zcx6OOsqD2jG1i2lJbpZRf4ojai5142W8RyqYqkqdo6F0vz0K0QTiPE7p034aP//c/Q3d+NRq2Ep556EiNnRlFrOhL8QSDQKM1hcuQ4jh8/Cs2wEDBkBwmkcgwGcbFpw2X4nd/5qASgBExZlrbKllJUIBnhaoByaQm5TB7l5RL+9X99BmfPHIdGv1Kdf/iemnhLhroh9gZDazbjne98ryimqJRKJVOi5pQ055aScWXojNwUR1pWqrYkrb4VpMMbe81DaLgIPA2a62Nu6hVs3dSOb377R5icnsTQ0AA2btmDJ59+FjdfswXnRyfw3IuH0NPbgW2bduK5F17Gnss24e4bd0HzavDg48SZGn70yD5ce806TJ05g0MnTmL3niuwefMe6Bo9Z+k1SdRM/9sApmXBcx3MzEzj7MgIjrx4GJPT50RJmzL+X/beBEyq8kz/vuvUqX3r6n2h2aFBEASlRZGICyi4YBSNOIqjZCJZzMSZz3Emmgn5J3pN4jdx/mPmC2aGcXQSNSMZxYm44IILirig0GwCzdJ7d1UvtVedU1Xf9TznnKZB0B4mMkqeytWX0HSdOuf3vuftnPu9n/txIFxXgxkzZ2HcmPFcqqvqFJ+gQbMZDlwq7p5c8wyqgu/CUSjgYK+O1shEVITnobv7Fei5/UhnFBQO5lC+S8XkeBCj1BDCipezQfMhHxy+EAZ8IXw0bQT2lZaR9xNFhWIbjC7tdrWAkrAbDpW6kKtGbiKdB4vCOei5hCGoUq6hTk2iNCMDtahAy2rcwAiKCkcgjEDFKHgDYWjN29De9Ab0SBuKaVKaSc6hxkBUZ0+6OmUBG59FLy4jN51kdOUs4hrt2tnBTWIgi3vs7iTFR4FaPgIjp87AhMa58FWP4M+g7ElyABqRAuT0s4RVVlvZ0UwHLBQoAgCIJWNo6WpGd/QQqivqMKp2POcCR7t7EB9I858TmSTUIqAd3Ik9bz+LgpbED/6j6YTWyb/9wd2DJd1cSs5fhrCsuN0s5r37+9+ha/tmhANueEM+lHlV+FQ/PFTqbwdysKMnpmHtx61IZVLsSnV6nHD73HB7XVCddkMo5PvSyD0uZA2Hrq6TaEqOaJLGqVTeD7erEmG/E1WVVSivKGNxNh5P8CZOOp5EOplEippfZTIsQlWUV+C82Y1o3bIFr737HkiCy9tVjr2w851qjpUpXB0hZpmC3FBx1Sr3pv8OFVZJrHPrecwp9WOqx4nSGj/yNTo+OLQHkTiws72I1rifIybsJJbb7cY9ZzcEMmp+d8mihfiz274Bj4+aRCV5Hpuq4KCQZon6uZzO7uEsNb/LpKDnstBJ0Ke5Srmmqh0KjQFFYdDGBDVLy5uN9yiL1nTXk3vX6XBi7759+If/+yC6eyJG5EPRyGUlJy05ZGmzgq+ZOyexRMjnZG0EsHvd3FDiTRYrc5riBBzU/IrcyqZ71G5DuCSI+lF1GD12NErCYR6zdCqOgf4IXE5aSWj62FDQ8wiHSxAKBbmJoMvl5RgEfyjI55aIxXnOWFEZQwVKvqfIAT5kbC13qOEyNjZNSGTmpnDkXtWzyKbT6GjvQEdHFy6+eAFGjhyD/QcPoKenB9lUgoXV2po6jBp3GjevyhYK6Il08TkPLdHntcLMeR3qWB2MiaHIEE3jdc2YT8ZmHwurpvN28MY1eVIUAF3DUPGW3nvXd//8hO5xeZMQEAJCQAgIASEgBISAEBACQuBkEBBh9TiUz1mwnLucT540E4sXXYa+rm345f9difaOLlTX1uPQoYOcU0qOMyrDpofrjJYzyjG5SzQ51txIJlMoD1WwyzKVTsDhKCCRzOLSy76BKecshjPswaSGapR4bIhFWtC8dze2bt2JQtGBmafPQOu+D/Ev//RzuL0B5KmTu05CZZ7zCRcuugY3L7sN/f2U2UoiBrmv7CwysDWOH6gp46+A7s5DeOmF33OuKsVIxuJRdpfRg7chaBhygtF4CqirG43K2nosumwxAsESaBmNxdWirchCBD38WqXdhDBPmYrsUDWbnFhCHbuPNGSLOaiKA3oyjkRkP2ZMrcXB9l7kcwn0JgfQ3ptE8+59uHbRPARCYRxqPYBEMomOnjh27z2IBefPQOPU0chrRRQcNjS3p/Ffz72Gi79yGhyZLLoTSWRyQP3o0+HyViJDDje+MIVFbsr1pK7ce3bvxCvrX0CKcnDtNtjIXWtXkCvkWagaM34CJp9+GsbWjkfRRg/5Weh5N4L2dkyvfxKq/QB0RceO3R7UjP46ppx2Dp57/m5otjJgnw0lL29FTcSDKSUjEAz5UCxmWHPJ+7woej1wJ3U0jyrH+7OmIObxA0WV6+WpSVMgoMDnV6mG2+j0rpAjzcY5iZR/m82nOBOSGnSRI5HcuDTmmayGVDKBgpaDP+CD4vKhoPqhuvxwJPsR3/cucu17UUjrzI8sgSSssj+PBBqW4E23nimisvOYxntoOTm5EHleGdmp9F8qbVe8bjjLqjByxmxMnD0X3vJqkOHQzgNA2isJPSrfT9TMJ0+Com44/Gi+Ag7eKEhnU9Dyfew6dDu96Ghr5/Jot5NKtotIp2IIhcoR8Lmx+al/Q3p/E/726e0ntE7+4O67WZhiocyMQSCBlTNPXW52Hh54byOaXn0OQZcN3oAbpT43/E4PPOR2pOxIEo6LCt5rj+Gjzg7knW64KUfVQ+XcdtgKJOoDGrluKSOTcic13fyvIebl9Ryyeh4Np0/DRZdchnH1dbwxY8QpGPcSiajkkKUbjJhRYyISJn0+P/yqitf/5V+w/p33EaXmYQplspLgTg2XjmxcZYGyBFRLPDwCIG1GUDO1oo1dsxQr4LDZUO2y4Uy/B6PsCsKjK7G/0INDPe0o2BXsaLfhQJ8XdmceziJJ0nSP2uHOKzyu5TWV+D//770oCZcgm0ySb5GvbbBJFHGgRnlG+CavQ7SxYDQEy7MAqZk5o5RjSznLVCXAAif9O7u683wfce6pKf6TG9bn8mDvzh1Y9a//hoOdETgoCgBUNm+IkrQRNrhJRE5QU0C0RFVDZjUXR1NMJKHSygl1OqhZGZ0ruUqNqAe6R2vqyjFx0ngEgyHEBmIY6O9Df18v5+w6Kd6gUEQ4FEJ5RTlfYzAUQlVNLb+XMlkp5zqXybBDmj/DzF21xFWDH3Gwm45UnXOZqWoik80inqBc3yxyHCWgM19y7CdTaW6e2HaoHadNGodvfWsFSkKlaG3twN69WxAKlcDvL0VN3Rj4Q6Vwetxo6+w0G1gdKXpa3MhVyo0OzTWf2dF0NTfhaO5zHARtspmNsIwMYbMBoinQUpzC0OgAa17+xTe/dUL3uLxJCAgBISAEhIAQEAJCQAgIASFwMgiIsHocymcvWM4PftOmnoNLL7oI3W3v4hf/8CMuka8bMYqFj9GjR6KzswMffPABizT00EgvElbpvfTATa6d0lAV4mZOnYIsMrk8rr7+r7G9I4x93f0YN6Ea584Yh/mz6xFyJfDUU0/hUGcMDeMn48Cud/D0E4/A7fGj6FLgURRkNGqaZMctt67AeefNQypFZeAkYpCAY2aCkvhVKLCw6/WF8NabL+Cl9c+gsrQM0WgP0pk4O7+sFz0c00OtoZsVOf/Q5vDjiq9ei3PnzIPL6YaW0wyz4RDXFpfQDoq4BXYWUrk4vfjhn8SRIrnYSBQqIJvohZKNoHHmeOw92IL+nk6MGDUWu1p68OZrr+Jbf/JV9GfS2L19G6ZPn4kd+zvw0muv4ZbrrsCY6iCLcg6fGxvf34M33n4fl8+fCT3Si6LXC9gDcPproBW8KCpujgLgbt3FIro7O9HfG8EH729GR/shaBoJrYaoQmNED/rUfIzHzePGBecvxIxZZ6CopaHnfKgNbsOkyv+E29uLaKyInbu98IfnwukpoifyAWzqdChvpVD98rsYG6zA2Np6o6mOloFSyCPjcCHrsSOQyaGzNIj3LmpEb2k5kHewUARkUFPrg9MJ9PXHoeXJ6ukA9XkngSWdSoI6b4XDYZSXUv4oZWzmuZN5TzTCzatUpYDamkp4OSfWgTxU+OxAtn03Oj56G4VkHMgVkc9SebUpKhpePHbQkaPMEkNI+GFhz2xARM2RaFxJUDUEeEPcIvHN7XYgZ1fhqqnH5PMuwPgZs2H3BCkjwyh7t9l5HsZilBUbRyKRhJ4jIYbcfwqcLjdKQiXskM4XEuzI7evtQ1tLCwu+Pq8XOV2H027j/F9vZQ16d7yHtx77JX78nyeWsXr333zfEOFIVGUB0c7jRaX81DWLMlO7d2/FB88/Da+iw+dzo8TrhdfjgEdVWERjR3E+j86UHa8eOIRoDnAqduRp90Mpwl5woJg3fsbacCCXKm9i2FRolEGJPM448wwsXnI1Ro0bww7roYKVJVpxnq5ibJoYjc3I1WmHksvh0PMv4NmX38C+TAqaosIFFXkbCZDHXtw+TVglw7KtSI54yo11wGErIuBQ0VhVBld7B0aHPQifVo0DahRJrQsetwMf7lSwbb+KvIN2fRQ4XApy0GAzDppEAAAgAElEQVQvetiVfNPym3D5dYsxMNAHVdc5g9biweKy6VIklzv9zxLXOPtXpaZiCud1cg4n5auSezub4/uWMkSt7FN2X6sOOKmRldMBj8cLPZHE7vfewTPPv4IdrV2kGsNmOlaJqeHCpnlPDmsjAfRoZ+9QivxZphBI3yfBk4RwEszJ3U8xMPRVXlWC8RPHwefzoae7B5GeCFc40NiNrK/FiBH1UFU7u1XrRtQhGAhgIB5ndzIJkT7ahKFcbo6LMNZp4kL53SSe0vqcTmeRSJF4mmUxNZNO82YUNT+LJ6gMnyIADNHTelEUAmXQUuZ0oj+CG2+4Frf86S3Y+ObbaGnbgaqaes7yrq4ZCbfby5UW7dGIGddATaoowsIQ7AcjQyyB1HTGGvPX2Diwxpe+Z4jBRqMr6++WO9podGe4hK35YP3cHSu+eTL+v5B8hhAQAkJACAgBISAEhIAQEAJC4IQIiLB6XGH1Vn44PGvGXFw4dy7aD76Nf3xgJVKpHMoqKviBf9SoUWhpacHWrR8Z3bvJqVWgLtHuQQcPPYS6HW5kdA1Oh4sbzQzEElh68w/R1FWK9/ZFUcjk4bHruPm6M3HT1ZPx7w8/hLZoElMbJuPNV57Bpg3rEQyVIVfMw0UlyFoRgVAFvv3nf4mqqhGcz2koA+SAM8p4ySVHgieVDbe2teE/nngYDruGoq7zA77X5+JqbM5HzeX4yxAU6CG8ANXpRH90ABNPm4Gbbv06gsEwshlt8CGfy8HpAZqaVJnlndQ0XuEGR4aDlcvAySCZ08B5nbYC4vEo0ul2TD9jDLZ+1ARbtoiysnq837QHXZ0HcNPX5qM1GkMsGsH4UWPwzpbt2LpzF27+kyWoKqE8xhwcbg+ef/EtHGrvxIXnT0dfRycSeTsqKkfDH6pDIkVlsEZHdiO3L89CzI7tH2Hjxg30yI9EIgZ1iEBMIgeVq9JDfULTUFtWhUuvugJ1lTXIpuwYWfEWJlY/B4+SRGe3ih0HbEhl6dpz8Pj80HtGwP16CrXNrTh75ESUBUvYLUbOQoXFCCdSagHuXAa9Ph/eu+w8ROvqUdAMRcHpKmLixFrkC0ls37kHh1o7WVi1O93IZDTOUCWxpaK8HHW1dSywkohE19Hd24W+/iiCXgdG1lWz+011+Fmo8LmcKCSi+Ojl/0KseSfUHImxRSg0HGZep9FrzAbFdJiyQY/GNG+KqyR4kYNRsbGbjhp6UVwFjy85tKkxmcOJvkIRI6bOwNzLr0HV6AY+dzpOrL8ffb29iEaiiEQiLACpTg+LTn5fAGVl5fxnEp2y2SQ8HjciXd1IJhLw+/x8h5Lw6fd7odgLcPpK4bRRqf6v8c2/feiEFr67v//XLOqS8M55pma8Ac0NXVHhdjkR3bsd75OwatPg9bkR8LjhJbeqrQi3g4RpcgvmkVI82NTahV0dfYDiRDavGY2MuHmb0cTK+K9xrxg3qwKn14krrv4qFiycz65pEswo75PbVpnCtnHtRpk5b3mw8zDD4hutOS7VjoGt2/D8U89hS3cnEhTNQM3tKXqA3cCf/hoaBUA/ScKiQs5yEtWVAoKqgsm1tZgVCiBxqAWhcAj1c89C9TnT0D3QifYD2/H87z/A9r0p2H1uULIuC4FFHQUFGDmiDnfe8zewOyk7VYOHxEhyjSqGQHmEUMmXbjYyosxVFhLJ4Zw3xG8zUoLWGRZZ6WfMzvMUCkAv+r5xXBLMnehq3ovmzW9h78FWbPq4BUkSUtkRazcb7B3O/mWbtZn9eazYBOZjrnvWedM5kTOW3kdrKB2XXKcVVaUYN34MC66HDrWiu7uHRVE655JwiJsf0nhTo0Kfz4t4PA5Ny/J7Sagllyoxos2sTCbHDftoLacvOs6gYFqkXO2h52XMLprXVm6wtYHAf+cma+BIgN7uNly28CL8yQ034LHf/BalpeS0HYX6sQ3wB8MIh8r410E0mRh06NJaamQ8G4I4vSzhd9CByvEElpBqOJMPO4DpvYdzVC1hleIBeH/J2pAbIgZ/77YVnzWN5d+FgBAQAkJACAgBISAEhIAQEAL/awREWD2usLqchZczzzgPF5x3HjoObcKDD6xEOqPBFwigtbWVnVHsmtJy/KCsFYwsTBJWrYdMEj+8bjcyJC4WjQ7eyVQWX7vpbuyI+vHBgV4U3R4gpWHppWfi2zdOxe8eexiBqnrUVZTgvh/chdYD++D2+FCw2eFx2hBP5jDzrDm48eavw644zeYoppOoaJTpk6MwpxlC6EcfvoffrXkUfo+KBD3A5zS4vU5+eKd/JzcYXQe9OPvQVkCaylC9QXz79u9BdfpQXlFrPMCbAgYLD6aoSu+jvuXkrqLSeooMIMOlrhTZFUpF58U8NTFR0dbZjo2bX4bDR02XbFALgJ6z4VBHBF6fA7VVQeQdTu68ruTzaOuIgKrXqyrDcDspq5McsAraWvtQgI7qqgA//OeyOqqrR2HaGbOhOrzczIsiCMgxSJ23qTz6jdc2YM/H26HrGVBJMecPKgqLGSy+6kaznWQ6g4suvAhTzpwOF7zI5xSMqV2P0WWvwA8NHd0qPtxbJGMjvK4CBpJ26AfCCL2uYUwmg/PqJ7GTjZxkumKDg8qp83bk1CJsuTT6fH58sHgeovUjkM9RZX4e4RI3zpgxEYlUL2fNvrlxE3K6DWWVtfAHwvD5g+zsJNGF3MlUwuxwUjdwEqkAr9uJEZVlqKkoRcAfgJPmlJEayaX/uze/hh0vr0Wxvw+6Rp3RrUxJ06FHgjiJp5yPy8ZjYx6RuEoZlvx3Ej8MAUSnrNN8gf+u61kk83l4K6sxa/4laLxoEULVo9gx3BeJorO9A50dbcilUwgE/KiqqkRpeQ3fM+Sytpx2iTgJqR4W0Hp7qWFOAT6vj6+Z5Hq9mEcg4IJq98JTUg4k2nHWrEtOaPG866/+HzNjlZqP0RdxJKHVhlzBBrfTgci+7fhw/TPwQIc/4IGPmlc5qUES4CDxjiIx8kWkqUFSXxbv7G1HkjJxCyROkuBllO8fFuQsgbQIh1PFpVdchmuWLkEqnWShizY9aOKzeGfmvRqRn8bY0LiQuE3HJScr2S1pnhX6+7Hp9y/jrbc2I4I8UpwVerj7+tGAPiGmDmlw5aDNBYoCsJMrV0ed34OLZ5yBMUFqyOdAZzKHMV/5CmpnzkQ6qyPV34N33nwbv37kGWS0GBQXvc8Dn90FuyOHCxdcjMu+egX6EwPGPU25pCrNW3IyG65GPh+u6jfzUk3R1Po3o1GXEQtAjfH4+6bUrOUMJ6uR5WnKz7xhoEBxuNDXeggt773J7s4N2w+gM6XzhhLd5+ya5BvEOI9jCauWwDqUGf2Z1k3+MoVkcqnSmNDhXE4nwqUlcHnd6GjvRCwe57WF5gRtTFjZ16xwmgKlkYtaMHJTrSZV5nVRZjHd5JYzl53KpihtsxnXQSIsM6Hj2OjL2GAbWl3Af2eBWsFAL8WwJHHN1ZciXFKCnTs+xsi6ClSPGInq+lEoK69BMFjGDbWS9LvBrEIwfq8djgSw+AzlZDlWrSgL698M0dvYtBm8RnP86Vt5Gn9TULVcsSTefucb3zihe1zeJASEgBAQAkJACAgBISAEhIAQOBkERFg9rrBqOFanTTkbl1x0EaId77NjlfJMS8srsG/fPtOhZDzY8gOxAhYpyZlKD930UMgOJlWFzk/wKuw2DclMBldc/V302sbj7V090NwF2PM2XHXBdKy44TR07N+PulET8d4b6/CDO/8ShbwGh8sJu80Fp7OIdKaA625YjlmN54FMQ5SnSA+7xoO3aggNNqC7p4dL3De+vh6b3n6ZS8WzmSwLdIWiPigssvPLdB+xSmkrsuDlcnlQXz8WI8dMwKIrroZOIhupZYZSNFjOawhfRUPwIwcZZxAagl06lzGctHkdTtWLj/fuwbPPP428LcNZh3R+FKEQCAb52NlUCpqNflZFXid3m5NLkim6oEjOXBShFW0IeCtQzMehaxmQuJDPpDD5tGk4f958o0lKNgWbjfIsqQlODt1dXXj1pfWIRjqR01LcBIeEDhJEuPmMJSqTSJzXcfrU09EwfTpGVI7isvVxNc9jTNkb8KoaeiJ2bNlZgJ53IOCzIZHVkW0OwvtqGpOKdsypGscuVY1K9W1FeMxs3Dw188lm0FFZhu1XXoi+igp2rNL41laXYlbjFMQTvdjatA0ffdSEeEpDuKwGpVUjECqtgs3h4G7iPT1d2Lt3F2IDEVTXlBnNZupGYMKYkagIh+HzeJkbuUqp+zoxi3cfwttrH0P04x1QyEmrG+5Hoz8VlfyTIG4krZJySsI8/TOJHbopeGncAKcArQBk9QJSWQ3ZnIa0loO3NIivXLEY5156OcpHjoNWVNHXE0X7oRa0trSwE7OutgZjRo9CKbltnW709/dzMzHOkyS3n2pHWWk5SGClkmgam7KyMp7PVPocKAujuqYGLtUNxV8Cez6F8XXjT2idJGHVEsgMoUrlhlzU5V0rKnC5HOjevQ3bXlkHj6JxFIDX5WZh1a2SP5LEPbZ8s0O1L+fCGx+3oWUgYQjaLHixfHTE+bFrFUVMOn0i/nT5LdwBnrIvXQ4VLoeDM4zNG8wQs9iJznsdHP3A97bpWqXmTixW6Xn07DmIXRs2oanlIFoLGhSbk8dwOK+hoqFqpzJ9895ADlNHVODKcxpRXVaCaCqLfQMxnHnpxVCCPqSSGkcX0P3xyENPoOnDdxH02+Cy2+Fy2OB0hXHj129BWX0NshoJoEXO/XSptMFkOCot56flaLRSYbk0PE+N2szoCZ6D5FCltUrntcJwreosaLKr1aZw/jCLciyaKsj29aPzo7eQz2Twxs4W7OlJsHhNmzwcrVA0NgdYrDWFWWtTbCi7YwmrHFVgMzayuGEh/Tmf53nrD/r5Wjs6Ojgyg+4jY0IYX9b1Umk8cWDnptHvz3TF0uaGITrT3BxUNq2cV6scf/Dvh4/LjaLMsbfEVUtg5UgJm4Kezg7U1ZTi/LlnItobhaq4UFNTifKySlRW1aB+zARQC7RMrsCbKNY8Zie7mf1r5KQaQvdQYdVwoRqxKpY4br2PU7xNB6uVs0vnZji0j5yvFvMVt9LvYnkJASEgBISAEBACQkAICAEhIAS+mAREWD3OuJx10Z+yQNcwfgauvuIKxHq34cGfU/OqDtSOGIE9e/ZxKSeVY/ODJAmpRXI96pyxSg/X9LBPD4cOhbqI098pk09HMpNE45wlGDH5Ujz9cjN0Kncuarhq/iT8zZ9fhEhLHL3RHvzrP67Ey+v+C6HSMuiFNNx2LxLJPowcMwk33/It+PzlfI6qSiKnmV1H/cC5O7xRtk0lzb99/F/wzqZXYbfl2TVLogJ1LGd5yOoAP1h6aQgZqsOOvJZHOpXDpZdfjSuvvh7Rvn44uBO12cTIZNff14f93R1c+kvv5lLbog1jakcg4PdDL1BJvA6P04333nsPm95+FXYly+/O2+zIaAXu0q1QCTU1AFOp9NeDRLrAIrXP5+IO8OQPI+FpIEdCoAPloSJUqNBJsVSLmDx5OqadPgtZ+ndq5FUkwaXIx+7u6MSzv3+G81UV6JxvaAkc5FglMYIccYbIQc2CbLj48sU4Y8o0ZFMaRpevR0PlG9D0DNIasKcZ2N9qg8/ngD+go2uXD/ZX05iZVXB+5Tg4UUSqoEG32eBxkNtQYfdqMZvDvkkjseeSryDuDrBwltdyGDumDjNnTkEq1Yu+3m5EenoR6UuiqHrhDVbC6S1BkWIbsmnEY1F0tR1APNaF0rAX4bIqlJfWYGRtDcpLwvC4vezWI2EmTm5dPQ0VWex6703sev0lFHtaoWeUQeHKRqIGCT8ssoJzVal7N80NElWp7JjiJnIkjGXzSOs60rkC0jkdOXIkO4E5lyzEBV+9HqWjxkNxupGMxdFxqAVtrS2c/ziirg7l5eWc2Ujzk3Ig6f6hjFh229ls8Hrd8HoCnEeZTJG7lWICyji6gqbdmIYGBMtqodpt6O9PQs9kMGva9BNaWf/yL7436Oij+WF8UVOwIop2BwurHdu3YOfrL8JHEQ5uB9wuF5feO6nBk2LEE9AcorxeDUFsbo1iW3sPH5cE/SLVrHNIrZFfa4lptEmy8OpFmDt3Lrt4fR4PN1LjzQly5prNgFjOGmxeZWRl0piQ05x+jjZxMpkUcmlDmM1392LP/gN4d88+dLZFOI5jOC9LwOLzU8CNzZwUYaLkMe+Mibhw2iQ4HR582NwK76hRGH/mNBxqa0UhZ+cNEafXhr5oCm8+tx4d+z6EruVQ9BQx4bQ5uOy6a5ArFuByOcnWjv5EDC4jQeSIGAAW4NgxfDhj1lqbWJTTae0yG6qRU5pEZhJezcZX7BZlE70Z60CbOSQvZvNINW9DsrcHmz5uxbaWHmiwGdmt1OjPbJhE+17s77Y+w3RVWvwsB6UVBUDrxFBhldYQp13lsaPvB4J+JJMJdNHmltnwTeONIWOuD23+R2dKL2rux2uiuRZTTixHMuQLvFlllfZb84iLBoZEKtB7jXnGeyqDsQXGNZiN6mh9KxQR7erCjGnjUVtTgkJeR1l5FUpKyxDyBTCyZgRKyqpQ9PiRVRwcETI0H5Wu0RBM6bhmpvcQEdU4D/P3kBkVYDlRqXLAEluPFlYtUdkSYS3Wt91yy3CmsfyMEBACQkAICAEhIASEgBAQAkLgf4WACKvHwT77kj/jjtYjaibiuquXoJDdj1/94if4aOs2jBs/AZ1dnRgYiJtNPQpwOh3Iajl+0LTbDRckO3PoId7m5Lw/Kuks5tNQHDYEQ+Nw1S2345n1B9Ae83Am4gXnjcRN152FF57aCEVvw3NP/gp6Og2tSI1qdKhwYCAew7VfuxnnX7AI1EuKHrbJ9WS4Vsn1RJ3kDdelURYK/PY3q7DpndfgVI2mIkb+oFnyze6hw81IqAs4J61ymbEDWq6AK666Fl+5aCESaY3L2sn1ZBrpkEqn8OIrL+Oj3haoHhdrc1Ta7cwXsfC8C3DG+MmwUyfoYg7FvIZIVwuCPiDktcOmJRGJ5/Hu1r1oOXgAl188G+GgC8l4DIo7iB17O7Fr18dYcOEcNIyrRS6dQX88gbe27UBrSxeuu/J8zkDN63ZsbzkIRQ0hEKyBnjPKXclyqdPnksgZT+Cp/3wSrS0HoCrUpMtgQYKIkRFoZFuyeJNPwx+owuXXXouyUCk35BlV9gYaKl5C0ZZDJk8Nq4rYsc+OWCKP2ioFPS0eaG+mcUZXAReWjUVAcSCl5FCw2zmDlFyAOXIX2lXsPXca9pwzE6kCCWTgzvATJ4zC6ac3IJuJQdeSXIJL4mE8W0Q670KmoCKbzsBhV+CyF+CwZ+B3Az4P1TX7ULR7EPD6EfIF4XJ7oLqoeVcBmZyOfLofiqKjP9KJD154Gul9W5FLULd5o1s9CS1Uhs6OMdJXCyTUk8vYcN1SpASJQlmtgIxeRIpKwDMatEIRqtOFaTOn4PyFV6KqYTrUYDm3wurtakd3eysGYjGEwmGESkIs7lCWKLmmjQZFNPfAY0DCldfrQS6no6enh0ufKyor2MHXG42isroMlbX1cAdr2dWrZ3KkyuP82Y0ntHDe84O7TQEzz6Iq3wOUF0vCnuqCy6miZeu72PvWqwi6bSy0OlUHHHYb7EVqUmQ0VjIcpBryBT+2RZN4Z38bz7eCTtZAQ0Dkjvd0fDO7tryqAjf82Y2oLqtALpNGgcQ4l8o/X9SLLC4alelG+buhi1luR+OPdC5GlqmRYazZqXlSHiFfCB99uBNrf/dffK8MqfI/gpN1/1qH5rZRJPhRmX5BAXnQR1YGcfl5Z2F8VRjxVB5vbd+N8smT4Sz1cnV6KFgOnzuMdC4Fl9+D/Vu3Y/Orz6FhykzUTZ6I2vqRgMfBGaFOmwKPw4VEOo1YbwR5TeP4BYqDsBpUkXhIryOa45list0U6qwoABJVuYye5i79j+YuRy9YnMjKb4OqOGGPtiJyqBnv7DiADw90IlOkkngqk6dmYLRWGscyHJhmvrApbg4VnS2hb9DpzPPFKN13kDDPgnqBr8fjdSGTTfPvCPq9YK4uvCbTadJ0oPuLhWS2qhoxKyyucxM1G0fL8GeRWGqOnnUOg/m0Q8Rz499MAX9IFMDQgberTr7nezrbMWlcLUbWhREKBhAqKUUgXIZyfwCVwVL4wpVwVtcia3fArhvuYY5iIIevKWhbwion81KTQmpcyO5vEmLNKBEz89YSYHk+myK6JawaQvFh9kMdsPRncaye0BInbxICQkAICAEhIASEgBAQAkLgJBEQYfU4oGddvAIFJBEI1OLKK7+GERV5PPfb/w9PPf00Ro4eA72go7W1hYUnKgqmB2RqrETOPnowJnHV6LdOD7uGu4mzAthEprCoc/a8r2LaOYvx0lt70BHNcsfxaQ2VCHsS2PLSQ9i7dy93huYoAIcdifgAGqbOw8033wqv1288vLLoWuQMTPa7DXZfNtxtJBC98MzjWP/S8xwXYLcbbi3j50h8MJxN9KK/8x+L9ICsIJVKs5h18y23obJ6NDIZHS67grwpwCi6jq6eTjz+0jNoG+kmPykK8TSK6SyUlI6vnbcQ08c2IKfljJLhdAr5XBumT6mF1+GELZfCgY4+PPXih+iLtuF7t14Al6qiL5ZEQbHj1Xc7sHPvAdx63XxMGFmBZDqC6ICGZ1/fju6ubqy46QpUBJzIZPJojcTQE3OhqAZYoKDS6aJNQ44yL0mg0nW89MLzaNr6PlS7WXYLGwvig2Wy7LoCcsk0zjx3NubMu5iFarumIuDfhtNG/Bf8tn6k01QeD8QzdrR1FZDKUBmyDYV2Oyo2Amenw6hxVkArppBQbXDYbHAVCyxQdowbiX3z56K3shqFnG7UeBc1TJ48ASNH1kHXqfNQHgWdOn4n0NWfQn9aQSwDxAcicNkdqAr7URVWUR5yIOh2Iwcn0gWFO807VDe7qB0qOZlVaJR9Szmz2TT6BjpwYNu76N66BXpPF4uT3M2cHIBUYk1ONOpaz1mqNhZms5rO5f6aZgirfTnFuN5cFl63gsqRtZh5+XUYNW4C3IEAgqEw591Ge3rRG+mBXbWx69SYX4XBsmd2GJoRGiQ2kTOZzjceG0AiEWfBrSQcRk+0l4XXsooqhMqrWJjOUWREOsnZsQvmXnhCS+WP/v7vOG7A6VC5IRgJ35Tlq2Zz6It2wwEdbds+RPv2rQj7Xdzp3qWo7JKksXZQd3WyrbKrlNYAO9rjObz+cQeiOXIYKrBR0zLa+LDCP+nOV1VccMH5OHPWNLMDus6ZnHQedM9BpYxS47gkJlK5upEIYMR70IvERJrTlrORyuq5iRi5Z/M6uiJRvPr0Ony0ez+XoQ9KsmapO7kzDWc5lZkbReb0mVx+b3fwtdcFVCyYNQVTRo+C0+HGR/t7cLC7E1POORvhuhr4SkIsEFI0BW2E0PtzOQ0FRUF5XR1yvPZ4kE7EqIMcsyD3ejab4/WA1pl4PMGl/PQySvENh6/laKT5wBsfJF6aWaTGxgeJ2ZZT0uxObzb7YtaDblO6vhyciR4kDu7H1l1tePdAL2LkTOe4WzsyeSMOQNEN8ZMVzyEd73m1HuKitURV62do3ad/J6Gd828tYdXj4UZT/bEBoxHckAZOhqf/yBeLouRw5gMfLuvnU7IaBR7VPIvPzexPRpsZQ3/ueO8j6zdtXsT7ezC5NoyxVUEEfG74gyGU+wIoD3hQUVYB79gp0CvroeUVzsUd6h4eWvZv/b4ZejXG7xPj989QEZZ+vyjmeQ4VVY17yNzaGuJ8tZy5X1+27ITucXmTEBACQkAICAEhIASEgBAQAkLgZBAQYfU4lGct+DqK1IHeUYo5c+bjnLNG44PX12D1P/8SvqAfLrcLbe1thiCjk7tTZVcmCR5GSSMJIuTQMwTVw41EyI1m46Y3Rfgw7ayLMG32BSgobmjZGLpat2P7+2+iu3UXnC47Nz0h8S+dyiJcUoblK/4KNTU1MCL76Fgk3pBziz1BR2TdkXhFgs3HW9/BY4/9G5KZAdDpkFjIGXjUIZvdcWYncrNbM4mvJHikkmlcvPAKzL/kMsDmJvkFBTt9itGExwVgd/PHeOqtl9A9zodiVkORnIQAynIqrp19MUaW10LXsnDYncjEBuBU+nHaxCrYKCMRMSQ1O37z1AZkUr34s6+dh3Q6hWxcR1X9CPxufROa29rx9WsXoMytIqvHoSt+rHl+E9KpJJYtmc/5l1mtiCz8aO3OI5mzcal0kVxWILHEEHzojD/a8gHe2PAyd57n5jlmiSsxoBxXEs3IvVZfPxoLLr0I5RUjoOezUDQVqqsNU+vWoMzdYTBX7IingGgij4EB+owi7CSgtjow6rUQJmUD7O5N2zR4qJmR04NOfwh75s1Az+SJ0KlUnB2hOagOG8ZNGIfKynJoVCqbJ8EzjUwmjXgqi6RmQ1pXkEmnoEJBadCNylIHyoJOLtlOazYkKKu1qEC1u/jcPG43vG4X7E4H1KKCRDKB1s4D6Nq3A+m2Q8h37EW8fwBamvJWSXg2mlPRxgCLrIUitDyQ00lYzXPDs1ROQW9aZ/dqidPOzcYmTJ+CyRdeAbvbi0BJGAF/iBsFJeJJ9EWjcHucCIVCg8KMNd9obnLzHwfNQxtHZ5CQkkzEkUol4fP5uDR/IB7n94dKS1FWVcv3VzKZAjUtshV0XHrhwhNaJ7/xvW+iqroa5eUVUJ0OUA28w+mE3nEQu97bhFwigc6DBxDri6I8EEDA52FB3ipLJxGU3MPsclZoY0VFb9aG13e3oCVG8QZ2zt+kJmMkEFKOMP3s2PHjMO+C8+H1OeH3+zHQ18tl8uSI5W7wlNVJrj8WoknkNjY6KALDcgtmc9QVXmPB0e1xQ3U6YVMVeOwOdqrTv2994228+PJGJDNZIw2W3JnkmGeLK9ApUkQAACAASURBVOm3vA3CqipdC4m0JAw69TxqKkow67TROHPCSAQcKrK5Il7ctgunNzZi7GmTkCOHIW0k5HSkUyl2redzGlxuN3zBEhRo04Q3b+zIJOLIaxkkBvpZwHY6nMjpOQQpU7lQQDwWQyKZNHJSNQ1FbgaomU2MyCnsZC4Ol8sQonXadDBcvNaGkCVcDm2WxA5WkrvzWTjj3ch2tGDngS7s6EohmkjxupjSCxjI0vjZYaO4EnNNtSaUJfAOFSmHiqy8bnKeKG1ikLBpKIQkBgdDIb7nKEfYEiJJwDXWbMt/enjqfpawOvQcDrtoDR2Y/075yEcJsNbRh7pueeMok0Mm2Y+pdaWYWB2C32WHz+dHOOBDRWkZgjUj4R17GnRfGDkW4ym7+0jB2crHPdpdenhMjGxhbuBmvlhctrTjo6IDGCU7Vw+L0NZa8ac33HBC97i8SQgIASEgBISAEBACQkAICAEhcDIIiLB6HMpnLVjGmZ6ptIJxE6bjmisvRLxrO1b9099h796daJg0CdHeXvRG+2F3uvmBn9x5JArQF4mpg5l4phBpiKvcG9t0aCmcD5q3q3D5fFCKGrIDEbidNuTh5DxP1mXp0bbgxLVfuxGzZp/PwhU51KymS1x6OSSbj7MxTUcgueGysQgefmQVdux4Hw6nUQLvcwcGH2S5sQqMsmx60d/TyTQa58zFVVcvgapSVIEDCgk39iLnp+ZzOtyqHe9sew/PfPQmkiODFKDI5dR2txNjbUFc33gxAt4AcgWNs1lj0R6UBrMYNSLAzbrySh6ptA2//Lc1XJL6J1fNRVtHB9J9A5gwpQEP/cfLSBcKuPmqi+ChUnVbHlm48c+/WYsRddX46qXnAnoKRcWB/qQPbT1Unm6UzdqhomAjVx81uykg0tPD59C09UN8+NF70KhZkk2BPxBgjpT3Se6zyqoqfGXefFRVlyKfJTsvCZ2kPuUxrvJVeJQPkdejqKwwWCViHkQjGlrbdOQVBwLloxF/yYGzdicx003ilRt5ex4RtxO7zp+J+PQzuOs8uZAVcoTqGlS3EyNGjoTX74PGCmcW6WQcmVTcyMu1U2MlJ4o28iQCPrcdAS8Q8NjYTRZPFdCfzHJzMYfDxQ7D0pJS7vZNGbvkQu3p68XuvdvR3bofaioBd+9e4zMGksinNOgauVap2zx9kTtV51J/MhRmKV81l0c0XkBayyPgdSLoVOAPejC58UxUTDsPUJ2GSKk6DFciuVajEQT8Pni93kHHHotjZikx3Q8kntL4kBhF8zaVjPNYeH0+PhdyVpaWliIQDKGiugbpdAax/n6OT6Bs2isvv/aE1smVP/0RO2mpcZFNdfD5OWzAwNaNaP3wfThhR0dvHw50dsOtujGirBwuVxEqZ/CS887YlKAXicOUV5wqqth8oAtNbVF2qg4t34ZShN/nx6WXL+LGQqTlBkNBnoduj4tjELweL7tfiT8fl4Rns7SbBH9NN9YWigEIh0sG82pzeR3xVJI3NnK5DLRMCn37D+G9D3agKxJBPJVDhoQrO8UcOFGguAEqMSf+lCShUnl6gbZN0FBVgskNEzC2qhRlHjv8Xj8OtHcjGizBjHPPQUbPsWOYcnkpmoNiP/Rinv9LZfAebwC+cBmcHh/yxQLSJKzmMujuaEN1VRULeCTEUn4uiaskqBN7yoslkZbEVaPsvMCOz3g8zsf2+f1wcPwBNQA0yA4KlgWrkZXxPiPPk+RkwJ7LwNHfgWxXCw50RrG/P4dMtgCny4loIoP2eAaa4uIMaNqdsiIRhk4qSyyk7w0VVo2V2fgeu1VpwwU2FoKpyVpXdxfnA/O5GhL8oAh69KQdrrBqnYP1/qMdq3xOQwTWoZzozzoKLLwX0klMqg1jQrkPJS5y5PtQVRJEWbgW3vGT4R/bgLzNiayheA7yPuLYLLAfvpIj/o1jLGiT0RwLc8zymuFUt5yuHF9j/l4kYdX4/WNEIFjcb7zuuhO6x+VNQkAICAEhIASEgBAQAkJACAiBk0FAhNXjUJ5x0VIoUJHOFOHxVeLqxVdiXJ0P63//MH7z64dRXV3B4k9nVwThsgoE/AG0d7QhkTByDalpEosgZn6k9QTKTlYuvyeHkVEuWbDbuExcyRfhJpFHy7PYauSdkoNHwVfmLcSll1yJPHWXoUw/h9HJngRWq/u39UBqXRKJq93d3XDYKCczgbXP/BYtB5tZAKFmSj6/m7uxG12ZKWPTEHRcngBOmzIdF1wwnxua6Hkbd5m3HLIkrFLJLWUkvrjpNbze0gStyg+tIwrV7ULRrWKKvxpLZl0IKiym87MpOvoinaivc6CmygWbZoNddaGrM46HHv0Nzjt7OmZNHY3Onii7mkorg/jn376AujGjcc3884xO9nYb+hI5/PO//wfOnd2Ir5w1BXk9g6LThWivAz19eWgkLtpIwHCxSEmuPHJbDQzEuPlQIjaArq52dLS3sThEzshgMGQ2rlJRW1sLf1kVUEhDKVAubpbdwHbVi4AtAbfzDWRSryHg1OB1FlDQihgYsKMv7kFWHYW25Dhs29KCMZ0RnKu4EVZV9CpZNNd4MHbRIoQrx2AgFYNKogSVc9MIUyZjIICCYoPDpcJpLyKbSpgl1gW4nA54vB64A37Y4YQx4mn+OUPILCIWTyOdy7JwXxIKY8zocagsq4Lb6UIqk0ZLRxvefPt17P94O9SChkp7DB5FgT4Qgx5LQE9r0LIatHwBORLo9ILxpRWRyRpxAP3JAouIIR8Jq4C3NIyG2efAP3oq3B4fykrLeW6RsEriTX9/DMFAgIWmoXOTxWIWmShf8nBXdRJiyLFKDmN6D90o5AwnJ6TXT0JcCIlYP1KJBOf1ZtMp/Mmyb53QOvnLh/8JA70DUMjd7FLhtisoJpLofv8laF3t7OCN60UcivSivzcBR6GI6lI/i8SUp8lCHDdL4sBTuG12aDYHtnUOYPO+Ni6Jp3lH18qN7Ao6Jk6cgOlnnoEYlYfnsygpKUFNbRV8JKgWCoZbO2s0daPrp88i6c4SomktCYWC/P28riEejyGZSCARiyGd01AkZ7GWgUobCtT8rLMH3b39iKXSSGQ1pLgBGcVYcLAAKKyErrvE60NZMAi3y4HxdSWoKi9HacCDkMeNoqKiP2eDbcw45FU7kmlqOpbBQG8v2lva4PP7UFldCbfTjkwqCafHC39JBcqra5FMpfl70DPobGtFMOiHzxcwnPW8hjmYATl3KfqBULJLd7CUv8hNziindyDSZ25Ykdv2cKQKN/2yStULRjwCu19JKKYSfXJntu2B3teGeCqDA90xOBQVdpcL3YksmntTiOfpjiKxmMbzcJn+UKenJVBa37MqEA4326J1Os9rF60p4yeMx569exGNRjlDlddLMzvXcPwf+RqusPqJWADlsFh79PkO/QTLCZrVshxfQ5tiY8v8GF/uR1AF/F4faipCKKuZgJJJ02GvqIKtaEeeoqqLh0XOoSKz2YFskP/Qz6PsWWveGl3xjBdJp+w6NqMRLK40H7h5nLnxQv+1HKs3LFlyQve4vEkICAEhIASEgBAQAkJACAgBIXAyCIiwehzKZ158E5frUx5hKmvHzGlzMP/8s6D178bqX/0jdn28A1VVFZyZSPmQmVwOkWiUhRFDGDBEU3o5LFGSRQOrG7YhsJLEwaITOdyKJLZx4S5go/xTO4o2O2afcz4uuvAyeLxBzqKjslNyKnFpKeU+0nOr2aGZHu6tJiJUSn7w4AEoSgEVFWUY6O/Fxzt3YN/ej1nAUtQiu978fh+i0V54fW7U1tSgrKwS4ydOhtvlg+rwwOF0maXClBtphuEpNi7H/v2GF/Bh3yHoHhX53n4oTiccAS9mjZ+CC6c0wqHxozRdJVpaDyIcLqK8zIViloRVBa2HIlj/2gacfdYkjAiXIFMA8kU7Mrk4Xn9nF+pHj+KyZFtB4dzGvv4E3nz3A0ydNBGjqio46zZrVxBylyOPADv+nAp1uVdB/YOgUFftItwuDwao9F3LsvutveUQNyoiMYvGh8QqKjum/xapnJ4iD2g8bDolsXIptqOoweNIwqFsgWo7gEI2xu5SXS9BZ98I7G1VsG3fAPpjPVBUHSV6DAF4kVbyKBs3EpdeuhB+XwB6RmPXL7nHyOGbzGYQ6e9HT28vxo4bg5qqUi4xTsXjUJUCPC4FAb8b/lAQNpsTWk7nOAOKbPB4ArDbHEhlUkikkiw+VVRU47SGqSgLl8NucyOZTeFg2wG88eYrONi8GwoxKqZQ6nbBkYojG+lGLhaHlqH8S3KnGuX/3Kwql0cynUWWYh4UB5xOFX4HNR9zwV9Vi3HnfAXOSsrhdCHkDxjNlApFpDMZxOJxBPxB3lywHNQkqAx1pHETJZsNHq+PBRdyrNI9xF3WXS54KBLArrL4RvEU0e4OFHIZ6uzETbC++b0fnNA6+df/52/gsTnh8nmgqQX4HQpSLS2IfPg2VI1Eah25PJDSioglU0gnkvCpdng9bqPDPTsjjY2IotOOgOpEUXFiT18ab+85hDTdx5SRardzEzyvz4NRo0bCF/DC5/NCz6URDodQXV3N9zNtcFC8RTaT4Q0bj8fLTbWIA81JikPwesnFqyHS3cVf1HWeNkQo+7WoOuB1++D2eFAS8GCg+SA6du9AKpOBTlmo+SLSmo50NocMOeoVG/xuF/weF8I+H0oCfo6VcDoLCJE7uLQUbqcDOZsDO1sj2BqJIaPrXLZPm0dxmi+5DJxOF8orwpjcMBYlIS8Lpi5/CGMmTkIuZ0MmGQfyOfRGulhOpWtXnca10YvH2enkdYiiGNily65gsxmfmWGqU7xEIsFuZtp4sgRYarRGbl5d03hzKkfO10yGhf0MrcXJJNzZfgRtCeQzWcTiOmzFHAo2GzrjGvb1ZdCTop0TEmuHtvQ6HDVwtEBpiX58rmaUitGwKc+bJeTGndjQgF27d6F/oH8wC5dFUcPj+ok5e2LC6mAk7GA8yxHCp3lvWSzZCUyiM4n9qhOTR1Zjcl05Ur3dPK/r66tQ1zATZeNOQ97lBM9uym6mqIsh40Lf5moMGiczfsb6DPqdxONqN4RV60Uub45WoENyXI7xu3EwboF3G40qj8H8ZZPt9VdffUL3uLxJCAgBISAEhIAQEAJCQAgIASFwMgiIsHoyKMtnCAEhIASEgBAQAkJACAgBISAEhIAQEAJCQAgIASFwShEQYfWUGk65GCEgBISAEBACQkAICAEhIASEgBAQAkJACAgBISAETgYBEVZPBmX5DCEgBISAEBACQkAICAEhIASEgBAQAkJACAgBISAETikCIqyeUsMpFyMEhIAQEAJCQAgIASEgBISAEBACQkAICAEhIASEwMkgIMLqyaAsnyEEhIAQEAJCQAgIASEgBISAEBACQkAICAEhIASEwClFQITVU2o45WKEgBAQAkJACAgBISAEhIAQEAJCQAgIASEgBISAEDgZBERYPRmU5TOEgBAQAkJACAgBISAEhIAQEAJCQAgIASEgBISAEDilCIiwekoNp1yMEBACQkAICAEhIASEgBAQAkJACAgBISAEhIAQEAIng4AIqyeDsnyGEBACQkAICAEhIASEgBAQAkJACAgBISAEhIAQEAKnFAERVk+p4ZSLEQJCQAgIASEgBISAEBACQkAICAEhIASEgBAQAkLgZBAQYfVkUJbPEAJCQAgIASEgBISAEBACQkAICAEhIASEgBAQAkLglCIgwuopNZxyMUJACAgBISAEhIAQEAJCQAgIASEgBISAEBACQkAInAwCIqyeDMryGUJACAgBISAEhIAQEAJCQAgIASEgBISAEBACQkAInFIERFg9pYZTLkYICAEhIASEgBAQAkJACAgBISAEhIAQEAJCQAgIgZNBQITVk0FZPkMICAEhIASEgBAQAkJACAgBISAEhIAQEAJCQAgIgVOKgAirp9RwysUIASEgBISAEBACQkAICAEhIASEgBAQAkJACAgBIXAyCIiwejIoy2cIASEgBISAEBACQkAICAEhIASEgBAQAkJACAgBIXBKERBh9ZQaTrkYISAEhIAQEAJCQAgIASEgBISAEBACQkAICAEhIAROBgERVk8GZfkMISAEhIAQEAJCQAgIASEgBISAEBACQkAICAEhIAROKQIirJ5SwykXIwSEgBAQAkJACAgBISAEhIAQEAJCQAgIASEgBITAySAgwurJoCyfIQSEgBAQAkJACAgBISAEhIAQEAJCQAgIASEgBITAKUVAhNVTajjlYoSAEBACQkAICAEhIASEgBAQAkJACAgBISAEhIAQOBkERFg9GZTlM4SAEBACQkAICAEhIASEgBAQAkJACAgBISAEhIAQOKUIiLB6Sg2nXMwpS6BvM1b9w4uoufkeLB57yl6lXNgpSSCGzb/6OV6sXIZ7rvoyTt4v+/mfkpNKLkoICAEhIASEgBAQAkJACAgBIfCFICDC6hdiGIZ/Eh3PrsTKZzqOeoMD3uoGzLlmKZZMKx/+weQnP0Fgy69uw6r3PwNM9WKs/NEi1Az+WApNv74XD270YP73voslDcE/PNm9a3Dn32/AuFsfwIpZjj/88eWIQuBECGgRbH5yNdZuakYkC8DhRU3DfFx/8yJMGrwNmrHmzp9iw7jleGBFI758s/fLfv4nMrDyHiEgBISAEBACQkAICAEhIASEgBAYDgERVodD6Qv0M4aw6sG8r1+AcYPnNYB969dhw8EUxl5/P+664HMQ9r5ADD7PU4k1b8au6OFP2PfKamzom4El18xEyPq2px4zptYMCkSRTavwwNNpzP/uHZhX+3menRxbCHyBCBSaseaHP8X6vhrMuWoRJtENkonggxfXYkukHot/cA8Wyf3wBRowORUhIASEgBAQAkJACAgBISAEhIAQ+EMTEGH1D030cz6eIaxWY8VDKzDjiM+KYf19d2JNzxzc8cAyTPqcz+OP5fDsYG072qH6x3L1cp1C4PgEtLcexHceacac2x/AsqlDfq7QhEf/8kFsHL8cv/j2l9GhKqMuBISAEBACQkAICAEhIASEgBAQAkJgeAREWB0epy/MTx1fWAWMf1Ox+Mf3YFFlB9b9cCXW1izBcs9GPPpWB8qvXImVl1EBu4bIpsex6snNaEloXL5bP2spVtzQiPKhdbqxJjz+i9XYeDAFTXGgZvYyLAmvw4PvNw6Wwlvns+TrXmx8ZCM6yiwRMoXmZ1dj9QtNRomwqxxTL1mO5ZeNhdekab136bfL8c5jG9Dcpxk/99Xv4PbzdKxftQprd0SgFRzwjmrE0tuWobFsyFCkmrFu9Wqs458BHGVTsejW5Vg03voEAIUINj+xGk++1YwYXaq/HlMX3oBlFx8+j08b3E8VVqkM+rFVePzdFqTo2LUzsOTW5ZhXPxSihpbXVuORZ5oM1szhJty8cBKCCn2yOU51y3BX3QeDvBzhqVj87RWYbx2rcx1W/nAtqlc8hBWDivpnHZuOP7yxTu1dj0d/sxZb2jVAcaB87BwsvnXpkby/MHeBnMgXgUDkuZ/g7qfTWPTDe7H4KGdq86ur8erA2bj2qqkIDs7xFXjoGzR5rbVpKW6veAePvGrem2VTseQ7t2NOfj1W/XItmqJD1qabGlHO94u5zv2+Gktu9eKdJ8w1zFWDOTd9B8tmDY1CGd7cR6oZ63/9KNZu6TDXkbGY89XlWDp4LOsetc7fOI/Y7nV45JF1xnnSPXPaItx0RATCF2GU5ByEgBAQAkJACAgBISAEhIAQEAJC4PMkIMLq50n3czj2pwmrTY/cgQffasDyX65Ao2KKAZ2Ao3oq5jROwsixZ2PO5CA6nv0JVj7TiZpzl2LZwgZg9zo8+tuN6KDs0O8vQg0JGIVdePTOB7AxS2W+SzCzMoWO99dizaYIMCRjdDDz1VGDqec2YtLosTj73Elo//UdeGCjF403LMfi6Q60rHsEq19tQfVVK3HPQiOddPC9lY1YcuUc1PujaHpuDdbvBoJBDc7TFmPp7HqgbSMe/91mROqX4P7vzwcHHVjn523EslsW43RHC57999XY0FKNxT+8B4uqDVGx6eG/woObzfNoAJpfeQyPHnUenzZMxxVWCx1Yd99KrO2bhPnXL8a86gFsePJRrN9TjaX33YV5YUsEItZRTFqwFIvn1iC39UX8++82I9V4O352y1Q4LJGpGwhOmI+rLp6E0MAurH96PXZhHu76+6Xgdj/HEFaNcfy0YxPjYYx15zr85EdrEZ0wH8uuXYDyxJt49l/XYkuhEbfftxxTXZ/DRJZDfvkJ9G3AT7//OJrLG7H8m8vQWHu89NSjhcnDa1P57CVYPLsewUgTnuM5H0Qw68Skq5ZiTh3QsulxXnPqr70f91xsRJwcXjdmYPGCeRhbfnjdmLHiXqyYYWysDGvu0/33E/M+vnEJFpQn8eazq7F2i47Gb/8My6fRNX1SWE1tWYW7V22BOnk+brhmAcojL2LNY+uxqzADK368AuYpfPnHWK5ACAgBISAEhIAQEAJCQAgIASEgBD6VgAirX7IJckxhtaChY/Oj+MUjm5GasQI/+8aMw4IdFmHlDxcbYim9spvx4PdWo/PCu3DvtUM6dDevwd0/XY/yG+7HHecHEXv1p7jzic6jynxT2PjzO/DowOHSeON8gEU/XDnEtdaEx//6ERy68C9w1wKrxZMZVVBYjHvvWQTylRnvDWHZA3dgjmUyzW7Eg999FE0Ny/DAX8w57G595m6sfLYay/7xdswhoa/pcdz560NY8L27MJ9FVAB96/GTv14DXHUv7llIn9CCNd//CdaPHuo0i2HDgz/Gs7gMd90+j8/j017HE1a1TQ/iOw8fVQZtlkBvOfMOPHDjpOOyjr30E9z5pANL778L84KmaHPUOBll1lEs/tFKQyQ+Wlg9zjgecWzX8MbauJYhn0VAdq7Byke2oOHme7F08pfsJpHTPWkEUnvX4aGH1mJXzHClj50xBwsumY8ZR4isxxFWQ0fe48acb8KkGx/AHXMHfe1Y+4OVWFe5DL+4fQ7nGh9z3aC813t+ivUOc20a5jrH6+F3VyM66OY3Nm3W/Gg1tkxejnuvp1CVo8/fXFdqluGB2w+vUUhtxIN/+Sia596FB24YsraetNGQDxICQkAICAEhIASEgBAQAkJACAiBk01AhNWTTfx/+HmDbq1jHCc4eQm+++35MKrHj12+ii2rcNuqfZh/1/1YcsSzf4chYNQbIiQLijs/mdd6tND4aQ7ao09xeO/dglW3rULnUKFjUEzBYaHxmByPfq/lWFUxdu4CLJ47B+PqvHBYIvMwxuJ4wurx+GxedRtWR0zxeOtq3PZPuz7JWkshlgY8fjqXTxunzuMLq8M59kfDG2sSbcmx2lk5A4suX4DGKfUo9375ercPYzjlRz4PArSxs3sDNr70DjbuNmIxgpOX4i++O8/c0DmOsFp3ZGm9sTYNmfN8rtbGw9GbOZ/Mme7gzZd6I396mOscH58cq501mLFwERbMmor6Su9gYzoD11Hnb25ylN38C9x+7pH3Cd//HZLJ/HlMMzmmEBACQkAICAEhIASEgBAQAkLgi0hAhNUv4qh8yjkZQmYZlt1/M04f8nOqKwjvESXbxxbsjulOPIaA0Xmcpk3DE0cpgHAX1j+xBi82tSBGGavW6xMxAkcLJMMXVmO71+Ox372IppYYZyNar5oj3Gcx7HrlMax5oQktFLJqZsV+5+g82eMwP7awmsKGn9+Bx3cf503WNR5TKDr6PScorA7j2MMda07d7d6MNY+sw+aDHUZebHgqFt1yMxY1GOXX8hICwyJAIuvGVfjZr5uAuaZz+3gZq39oYdVcG5f/4+2YseUYLuxjrHPsp6es5CdXY937LejgzOkgpi5cfowcZFMIPrgGd9+3HvVH5B0bdHi9eH/GMZoLDoue/JAQEAJCQAgIASEgBISAEBACQkAIfMkIiLD6JRuw4TtE/2eO1aaHb8ODW0/QsWrmn26pMzI7x5V5EPQ6DNGh7bOcZ8MUVnc+ijv+YQtGLliGJfPHocwThNdx7PcODrGWQkvTWjzyqw1omTq8juWf6lhtmY877lyAo/r2AIoHQb8DOJ6r9Ig5d4LC6nCOPWzX3pE3gRZtxoYnHsSarV7Mv+deLKn/kt0kcrongUAMTU8/iXdgNaga+pEaNj74HTzabK0fX2TH6lGoshE0v/E4HnyyCd4F9+Dea2jyi2P1JEwo+QghIASEgBAQAkJACAgBISAEhMCXkoAIq1+yYfsfC6vDzB403I6dmH/XvUMiA46XsXqU63Tv47jj/g1oOMLRNcz3YnjCavNjd+CnrzUc6QxLbcQDdzyKAcuxepyS3eM2pDrGXDjezxpZpsCSv7sH881GVfz2WAwxfxBBihs4DuvUGw/gjl/njsxY/Sz33jAzVo849jAzVvkam+fjrr9bYjTKotcxmmV9yW4VOd3PmQA3y9s0Fsv+/vbDGcnGTYD1992JNelFWPnjxaj5XByrR2UzWxmrfrPB3TDXuWNHo3yWECwZq5/z1JLDCwEhIASEgBAQAkJACAgBISAEvjQERFj90gyVcaL/Y2F1sFu21U1+LHBwA9Y+sR67woux8vuLjFxE03W6EZMw/6r5mBRKoeP9tdyhG59Vzm+KGk3ljVhy5ekIYQD7XnkRG5pjn/3eYQqrhvDbBO4qPjUEDOzDqy9sAH3E4SiAGDbcfyceP1iPeTffgPkNDkQ2v4h//91mpOZYZcqfPgGOK8IWOrDuPrOb+PWLMY+P/SqeeHojkrPvwH03TjIb7fwEK58h1uSsrYf20VqsfmwzUo2342e3TD3cZOy/K6weMY7HO7bVGf0zxprdvxuhzliM5Zedh3JtFzY8/TjW76nG0vvuwryhwvGX7H6R0/0cCaS2YNUPVmFLtgZzrlqEmXVBIBHFro1PY/3Ok+pR5QAAEMNJREFUNCbdcB83wvtk3vMwXdrGiod1P1yJtTja6d4BVDZiyQ0LcLY/gheffBTrdwON3/4Zlk8zck87nrXuvaVYPPcz1jllBhbfehnOK9Ow6421ePzFXai+/n7cdcGxzh9IbVmFu1dtgXf2Etx08dnwJd7Bi4+twebUDKz48QrMsHpvfY745dBCQAgIASEgBISAEBACQkAICAEh8L9PQITV//0x+G+dwR9CWAU0RDY9jlVPbkYLZwp6UT9rKVYcnTsaa8Ljv1iNjQdT0Mxs0jnp1VgzpDnL8c6HuoWv/td1aIoamYVjL7gZFyRWY/VbDVj+yxVoVI4nEg/PsQqk0Pzsaqx+oQmRLGWCjsW8Gy5A6uHV2NiwHA+taDS4Un7iY6vw5Ptm1it1Lp+9GMuvb0T5MJpYfaq71Tz24+8aDXsc/npMXXgDll08Fod1FQ0tr63GI880Gaxd5Zh6yU3Hz2+0ZsPRGarHdJB+1rEZwLDGOrZ7HR55bD12d6agwQHvqKlYdN0yzB8vCtF/6wb9Y/vho/NJrblzDW1kWPm8n+UANaH9N5tXLfm6F+88Ya5hrhrMuek7WDarfMgIDG/uUx70ukeewPrdZr7wJ+7jYwvBfM88Yq5xigPlpy3CTTcvwiSJJf5juwvkeoWAEBACQkAICAEhIASEgBD4IyYgwuof8eB/5qVTQ6gjxEezxNexFPffOQ+iH3wmQfkBISAE/sAEhr+59P+3d7+hdZ7nHYB/GJ+FaEUhSAw7wf2grNgt6h8xpph6ZXGJXCKD1VEPFhNLLIJEpTFUK55LbYhCnLJgmAvuqDx2WuwWu1Ab4kE0YpVG/eCRuGyCIRYbWrNFJDbDJlgUQdAwQ7KOHMt26xA/mvLqOh/Fq/t57ut+P/14znPu8cLKESBAgAABAgQIECBAgACBRQKCVa/E7QWujOXlF15NNm5Jz5cezUN5N2/+/Mc58cb0TV+3xUeAAIGlFBCsLqW2tQgQIECAAAECBAgQIEDgdwkIVr0fdxSYOj+aYydHMjF7FUCSWkt7uvv60r3wFV94BAgQWFoBwerSeluNAAECBAgQIECAAAECBO4sIFj1dhAgQIAAAQIECBAgQIAAAQIECBAgQOBDCghWPySYxwkQIECAAAECBAgQIECAAAECBAgQICBY9Q4QIECAAAECBAgQIECAAAECBAgQIEDgQwoIVj8kmMcJECBAgAABAgQIECBAgAABAgQIECAgWPUOLGuB5fNDNRcz8vxQTj08kMPPdCxrM5sjQIAAAQIECBAgQIAAAQIECBAoLyBYLW+88la4NJKh508l24YytHXtR+pfsPqR+PwzAQIECBAgQIAAAQIECBAgQIBAIQHBaiHYFV1WsLqix695AgQIECBAgAABAgQIECBAgMBKEBCsroQpL3WPgtWlFrceAQIECBAgQIAAAQIECBAgQIDAEgsIVpcYfEUsd9fB6nQuvFpP/bWJXH4/yX2taf9Kf/q3tqVpHqpxFcCT32jNm8fGcuG9meS+ten4Wn/6/3xdah8AnTo/kiNHRjJxZSZZVUvrZ7qzs687G5obD41n+NnhXNrcm85Lr+TUW1PpGDicgdkrU6cvZKRez8h/Xs7MtaTW0p7up/vT/ccLO7ntHas3rVlrTtvmvnz9L9rTvOrGxi7/6njqJ89c33utKes+150dT3WlrVF6RbwUmiRAgAABAgQIECBAgAABAgQIVEtAsFqteS6Pbu4yWD33k8EcPNOUzh396fl8LZMjR1J/fTJrvjqUfU9cv5v1erB6MWnekK5tT6S99UomXnslo29Npb3vYHZ98Xo6OT0+nL3D41n96a7s+NqWtF4+nRPHRnPuWkcGXhxIx9xj14PV8STNbR159E8eySOf6krHunM5uvtgzjR1pveve/LZ2mRe/XE9Y5Nr0vP8vnSvmdvJLcFqY82mjduz8/GO/MF/nUr92NlMbxrMwac2zO1r5j/q+dt/OJumjb3p37o++e/RHDsylsk1PRna152PdgPt8hi3XRAgQIAAAQIECBAgQIAAAQIEVqKAYHUlTr10z3cVrE7k+LeP5O0v/032bGnEi1MZ/e7unLjWk5f2dad1IVhdne1/ty9dDzY2Pv/c+z0ZemE2nJzMie/sz+ja3hzctWnhtGumz+TQt47mwpf25OCOtoVg9XxHf14a6Lzx3MTx7P7J29nyzT3pmgtRk7w3mv3fPpF89aXse2JuJ4uC1fk1P7E9B77Tlcah2Kmf78/un9Xy5IE9eaw5mTy5N/tPr8vA4YHMHoyd/Uz98lBe/Jdk6+5deayl9DDUJ0CAAAECBAgQIECAAAECBAgQKCEgWC2hutJr3lWwenuk8X98NsPvNALTxonVNTcFk7P/2bgioP8HA+n8n5EMPX8qLX3fz64vfvBygOTs8LOpX2zUm78KYNtQhrb+vrOii59dFKzO93j/Xx3Ins0Ldw0k757K3hdG0vaNw+n/3I0Tq6vbHsuWbX+WTW3r0nTfSn9B9E+AAAECBAgQIECAAAECBAgQ+PgLCFY//jNcfh3cbbA6dS6jPz2R0xOTmZq9Y7Xxmf2a/NxJ1N8XrCY9Lwyl+/0T2fvd0axr3Jf6gVJzQe2/dcwHs3cOVqfOj+bYydOZmJyau2O18Vm7EMIuClZ/fTyDB8YyfQf9hbtbZ0+oLqpde2hTer/+ZDr/6OYQePkN0o4IECBAgAABAgQIECBAgAABAgTuJCBY9W7ce4G7CVavXb/XdPzhrvT+5ZY80nJ/mptq+X85sfrW0Qx+bzyf3NKb7V2PpOX+5jTV7u7EastTB9L3+VsJV8/VWPz3mUxPTuTUkeGMvdOe/u/tSqfTq/f+/VORAAECBAgQIECAAAECBAgQILAEAoLVJUBecUvcTbA6f+Jz/U2nTKdz5u8Hc/Tq4hOr8ydTG/ef5qPdsXpp0VUAF44N5uVfrr/5uoHpMzk4eDRX73Ri9dpEjn7rUMa/sCsH+9o/MOKZTL03k+YHZ38ta/6Ua2tvvr9rUxZy1vHhPDt86fpp24WeVtxbomECBAgQIECAAAECBAgQIECAwMdaQLD6sR7fMt38fLA68/hg9nzloUWbXJ37P9GU2szZHPpmPROtndm+7bN5IFfzm1+cztiFqeSWqwAuJs0b0rWtKxseuJpzv3glo2/9bzoGXspAx2yAmUyPD2fv8HiaNm7PzscfzR/+9s2cPnYiZ6c7MvDiQK4/dvurAGbeOJTnfjSR1o3b09P+QHL1N3n9tbHMbuWOVwHcZs3WmXMZ++efZfR8a7bv35OulmTq9Zez+6eTWbe5Nzu+vCG1K419bcrggd5sWLVMZ2hbBAgQIECAAAECBAgQIECAAAECv1NAsOoFufcC88HqxdtWXrtwUnP61yOp/3AkE1dmklpz2jb3ZfNv66n/6/rM/SjVqht3rPbu/mT+/Z9GMvHeTHLf2mza+Vx6/7T1phWmzo/kyJH5eqtqaf1Md3b2dWfDwm9L3emO1elceLWe+msTufx+UnuwLY/t2JzpH9VzZn1/Dg903jh9+vBADj/TsbDuLWu2bUrP00+ms6XxyEwuv3E8wyfPZnJqJpnd1y3P3PsRqEi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4P8AUTeUqaZKWwk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AutoShape 2" descr="data:image/png;base64,iVBORw0KGgoAAAANSUhEUgAABVYAAAKaCAYAAADVtAJTAAAgAElEQVR4Xuy92871ypIlZHt+/1q7dqslWoIGqdVXwB1IvA73iCu4RbwBN0j9Lq2W+iBuECpaat6ETe3aVRsVqlr/Z6OIcE572nmyneccbha11/o87fTIiMjMkZEjxr/7V//tMuACAkAACAABIAAEgAAQAAJPEBiHYXjPKulfLJfjz5+/dN88um8ZhsHrpu3VxtvpI6erTZT7PzB6Avbut+922r+PMPKf9B++z9RUX0h97/M1GvoQ32dq79P/2M+Ojo30bYijv/kxHs/yuIWfcwGjS99924bph4bGe32THzyXverSx7v60PdD1udYsdw9y/exF2zdF6fPRwaK67627mykMvLRy3WcjzsE6Gsx0zMu+Pbl+3GXf6D5TM2Y5QbjfEcwXwnxTZ7x8s533voNjZn+I6z+FSXh0lpbLgyIt/p/GMa/+V8eW8DNV+NnQAAIAAEgAASAABAAAs0gcGUefuVeD4Aurfd83+1735X13ZVnenw33+L5zNF33ed7H73b697xxEP7ftrnfbsP9eUJjPdpiONlGBgj13V6pmcHuJ7LRuzxLI9b3s/xuncY7P5zeIjnMzWsjNlgfJ/5vs9heL7PI8S9HcPVgfSwl8dNu1uM7TwYme/3nO6j5xja5PnM7MSqs52r3zjv8+maw9d6xTeTWRsa5PvMd3ODfNh5M9AHjuM9U0FtuTL4Wb811DeRn7VErIb4Hu9JgsMafQZml0H7ThpczzH/ffzb//WxBdx/O34JBIAAEAACQAAIAAEgUD8CV8gm7/mtutG+8FmWYZic8+71Wb7vtt53ICsePdP3xwYTef/c/hw/jNZ14WQhY/bN8Gr6MgzLFIBYPbzM693qe47Y6b/vGkbqmb4Ncbj4++WORb7X667Zuv27b+J++lyDL3t9z/owT1vnla0zHsgzl2UZJnfw8IvPDOQFYtUZY9aP8P0e7X0GX/Z85udtjh95PlP6x+Nmj1uEyJqGYQmxeXP4Wq9xxRZj9Js3vra5Wqi/MVut1DOm257hHSBd7hKgLe90/KekqJeRuT5oNYILvq99Ysi2eAZA45eF6COOsAHsN8QzQrXFbgrj8i9ArHp4C24BAkAACAABIAAEgAAQsCFwZY1z5V4f1K88zzdjyLo22f3xyrxf284rjdeA8f654zm+r+H7PLNVvJ45DcNIID29bsovnPrbsmi8ZRteICgmbxhmAxacNuqxIHa+bmeQznvXPrHed/ij7zNP3b1mFh7/+5Xn+dq6bz9SW0Jl4THsnn7jXOcfPsAXI+19lozV5XsYhvmCYwaKMZeIVVfsWO3KFyPr1960de27DUZ4uZ0eMcHZg4GIsktHQ2yNCvFNV5zc1RaXjTkBNmeG+/z0fc9l4zA8PcRznvTRPAzz3/kMLp7ohPgeDvYBsorNTR7/m//xPw9hSZ6g4DYgAASAABAAAkAACAABIOCLQKgJte/7dvcle3WaF3m/xfdGWkH43nsD/vNPQr1M3/BLn3OnKSQ18Mtr+OWf/n5YTORqWkA3iO98T5A+vfuQcA0OxhVdMqC7333ndyasvod/+PWfD/PXP7lIrvq3Qb35b+eJLfvnMg5/903/259+mIdp+PvhRyLP8G+XPwp37wxn49KCkr7tLib4XekILMs8fE2/H17/8f+wI1dLb/Wz9v2jr2n4lfaPh//uv4aXPcMSvwYCQAAIAAEgAASAABAAAkCgGgQyLH/olb9+DT/++T8elu8M76+mbypuaJHdqm/UuHwPv/3+vxyGH/90GAbKXC31KhLUUsFCu4BAZgTm4TX+fvj9f/Y/D8v8/2ZuS5rXk0oG76t9/ff/FaJVGszxFiAABIAAEAACQAAIAAEgAAQ6RID1PH/9Gn79Z//YLAfQIS745EwILD+Hv/+L/2L4/vGfDOMlOYBM7cVrgQAQKB6BZfkefkz/aPj9f/o/dUOsqk4BsVq8eaKBQAAIAAEgAASAABAAAkAACNSMAIjVmnuvwbaDWG2wU/FJQCAvAiBW8+KPtwMBIAAEgAAQAAJAAAgAASAABJpFAMRqs11b54eBWK2z39BqIFAwAiBWC+4cNA0IAAEgAASAABAAAkAACAABIFAzAiBWa+69BtsOYrXBTsUnAYG8CIBYzYs/3g4EgAAQAAJAAAgAASAABIAAEGgWARCrzXZtnR8GYrXOfkOrgUDBCIBYLbhz0DQgAASAABAAAkAACAABIAAEgEDNCIBYrbn3Gmw7iNUGOxWfBATyIgBiNS/+eDsQAAJAAAgAASAABIAAEAACQKBZBECsNtu1dX4YiNU6+w2tBgIFIwBiteDOQdOAABAAAkAACAABIAAEgAAQAAI1IwBitebea7DtIFYb7FR8EhDIiwCI1bz44+1AAAgAASAABIAAEAACQAAIAIFmEQCx2mzX1vlhIFbr7De0GggUjACI1YI7B00DAkAACAABIAAEgAAQAAJAAAjUjACI1Zp7r8G2g1htsFPxSUAgLwIgVvPij7cDASAABIAAEAACQAAIAAEgAASaRQDEarNdW+eHgVits9/QaiBQMAIgVgvuHDQNCAABIAAEgAAQAAJAAAgAASBQMwIgVmvuvQbbDmK1wU7FJwGBvAiAWM2LP94OBIAAEAACQAAIAAEgAASAABBoFgEQq812bZ0fBmK1zn5Dq4FAwQiAWC24c9A0IAAEgAAQAAJAAAgAASAABIBAzQiAWK259xpsO4jVBjsVnwQE8iLQNbH61//3v1zywp/z7fTpP9d/xpwNefzucRiHaZyGur/iMQyGB4zDMr6GYRiHcQyJ0DyMy3esRlf9XA4qC/3/aw4vy7AMr2EYvwLbTdVdy42nxeEwTMM4/ojyMcsyD8O40BuiPL/2h87Dz2qR4aiw/BiWcaq9G6K0f1kIFxqv4lzLMA9Bh8E4zczzVI5r9eHDzR7GYZ5lnoPrjACNJjMbfgx8FhquZL6zLJgvHOCX+UKtVyybqRWPz3aHXVOZManbhtro65BfUXVICAmE5lkLjeXLOND/jX3NyzL8pOVWgnfF/pYYz5/neSCMrvTE2DexSt0wD8PwW9UEEDnEOE4Dlqk6tyJ3eA3LSBjJ4iPYxSMDEavXnC7Y+wt+kEyjZZFR7zUNy/jFzU81eawFK+lWIpzjRB2itNNMK2pB/LOdRI7J2FXXJdHgNcyD+BWuIwLjsCwJyLGxPttJZitMjNWFD8Vjshsh5XEdEeCFKo9VAed/J5hXcpXtB31w6oNq54IgVm3WnHJuDHK1nbhSbTiI3AW8tcukapqxnHxqXuSdkgiFwWvfxZTkMxNAFy4QqwwWkWOUuUqT6fqMijJVkdmlt3oOTuMrGjHGmXXDPExVZ2ZeiBiXb13W7MbLP8z8A8pyjkccZv64x68X8ocyVmPHS8lcHXnQx6UQkLhDw1VlBBBljTGpiv7U8DKSIZ9kQk1bFyCAjBFlmXljR3ys/Lgzz9NKqlbQ2MRwqi063v6OPl7RcDUja9XSx3WRYyBVSyFVt7nPNZIjcbjB6zwQAKlqBolmHkJyphrLJY3leyaClf5XGkLXw0wKuUU4jCvkKohV7jra7v8exuE3zmys6ZpGcgM4wrHP5GQcET8pMqPI8X6iFzSOw1sV1UgCqAkbLcC+eMcwPnFYU7RZE5BpoyLiUeVPRNajuckmGZX1R0WZq5w1xqQqxiudlanNinQWuPCmBS4NAkoSoHBilUmq5TXMvNGFS4cAZaqmyv5R7+c5z7r5hTnEYUSvglURqaN05EZ9vpvLrusi5uvr19gtrsL9Y4Ogm3JwpiqxUWp+nJ6L+u0bGaumrmdJAKKgPabMIFbfKCq91Xo0M2lgQ66q3g0kO4EyVdMs4imDbOLMZ1x60oAo1lqCNklHyEI11+SxVCtaeCc1neYsTaJHylgtFZDM7apHEkBIVZk01hIHEnbuQuRPBnKMZ4keM8WEUJTwKo47HP/LxofiMWWrYrPCNA+kDPk0maoH+lA2lKG3qu2YOsixNGuHEuLd1TbknhfXYT9XUW3/fpCqpnFKZmE0nqfeBNwoMMlcJb1VXGcEKOaof1z4gFj9QIhMm/RWiSAreSlP5q+KVZXcTpf5xfo7HeOWxUaqCYAM9ESuIiqZho46JkOiq5rKbmJ5QOjnqmJVpI+ZarPi8xsUMQ+R9T0uUuSL/kvJcUcmi9BVNXklHePOQKqq5hROHoaOZdeeRxkKyseu/TLq3apYFRHy0FXVk3esq5rRr2iZOlMhNMzRdR2kNi/K3NZRfYa+0/VdCTZdx3oi6ihQ3cNBrJqJ1Zk31/PHG5YE4KOm+dtSkoGreONDroJYPfWcKmZVot6qTEFAqjrcjSbT0QsVGNqwkFZvCeGxpJC0teWtDVlU89TUnvR4v1bbKaqBeRvDsyHJVBW/Sn8hc9WEuSoTJxs7JV4bqYqJ2rl/EhWrshrGmpWJ7jGsela91YLwkWTIzIR8icFmbVOaYlVuAJQkQAlElLu1ee4ojyBLqW+YB/Mnby3JlsuznSfIhv3tTtgs7INvPg2k6hk41UdSrKqQuLMsAykCsCwBqUWBYP3oOCn2ZS/MDWL1YOtCIVDG6j+sfyloNr0W13qxxmFJ7boZaQP/bNNVTVBV2dB22YUnvd4y9+EDQ375cSqzt7yMcJGOUMcwMJjsulbp/mSMO2oCDVkAA/ejdIwLK2ZF/rSwBADGKx2pOnCWQp7Nis/2CLkqBa3QV3tsZEwXSZJSLiJVRQIAfaXzK9FVpSs/PihmZfeassixQsiNUgLNoR2ljQ1l2U6hnVZAs0CqmjuBSNXvZSxo3kULPpIEIAIRxOqx53wkAUCsGu2dJAEo+zD/xGxr4jJM44sOuBcQKstrAuWVjAl1VU0IQG/VZhuiU1LaRfqGZDs4/rCLNu9+UpXK8w/+ogIkmZnYXPqgf/hfRHO1DP8SOkrpqpbm8QW0J5euqvHTUczKbBUkCbD6VUaCVYpVSaYqNiv0vUWCTCIFVcoFSQDrjLCo+WBJdlOK/Uo7SiNVFTolridK6blS1OyLcvFSOmedqX/nlIGyYEF+temtgnM6QkVZq1TQStainxeIVYNhyQKeyNUSjldKeNwkAAqKDIU0RRWrYpwyZtzIkeVxGBbKeuayCbgOCPDydK2YWwQ4rMMGUvXYF0pXlQnnIrLqJKdOpDZEZxrXHgFBR8as3OQq0d9E/uTUOCzZOpQ2Zmk2DHLVaDWcuZpXb5WLW8ylZDmX518yMhCxWpJf8ZEPzt3HpUegDHIM2aom+8y5pvLxmTLsx6el/d0DUtUQ82imzpvrOmquDDuhjFXSXJWrpDE1Pz62zNXxr/7wr5apJJIjP167FtAk+reVBMppVLRQnobXSLmqOdtRVOe8GyMSAKqoThn4yPFBIlZLIObL6zemgLKPuGQ5pKv6A5mqGhPhzYqFCsCVc+QUkgB2X1bEc+4NQSJUiVjFZEzXXyXoqtrsaIYkgAEezlrNJbexjLIQQ7Eqbe+o7TaKOWURq2tzF8qlxWVCQMb2XDl2IFVtlgliFX57B4HsS7w7jU7wG4pydPy/lIQVY0wm8nctZsWRuagNywQd5XgFnU4WvdXPG8c//uFfL8PyE5qQRgAp81AKEuW7IAFgXwYS+UPEahmk6tZWOj5I9pPTdvJZre3NquROTnJVZTmXRByW0FvvrGsqVlXsUnDVg0TmqpYSl9zetJs6aknMRXVG6KrqfZlIVaJXSqdY8mZmlhAHjW3g1SJVe0/Tyq0arSpWlejFaT4vyFuEkitNAuD8aSMfHVxzlFIZUBCE4z8kfdahGrFAqtZMqqq2C4mHtVZ8T/V7A0hVPU48e1B1KypIlGMSeCVXy+NY/Gwx5l1SzGqWQl/ri5hYpT9MXLAJQUnfAUSs5sMHEgDWYZ8X8XSV6PRcuKCIo7kxQ8u9Z8s8SGUp3HvGk1+J3RApj4XqHkdZ4KyaswUP/LRbKEVl0H+ffqC2LYQASnmJN/8opCBTyi/3fBdrY5ZOqq4L1Ixaop5oZrlN5svpJBOgq+ruZtFVLZ0go1g8DtMiOvMYtw6jViYmhrwZMwi9j9Vmo+nJeXds6vWOTO5cPNySrVrOKUAfwKgvv0s4ZOrT2Az3ELFKmb07YvXfrGzq9yAkEMjVD5KBp0KEiSJXU/aa6Ai+WOMQ1xGBz4zDMvGRgZ6m/WkJjjLR0LdqOwKWqtVCHA7Tj1QvrOo9pOM3DF/FL/xEboM2VJRvYXmkDE0ITiGeU43pMnP4WiUAqjL5RI0tVVfV9PmQBNAho+IOb1pQDJrixh3oqtrdU0SXSNKH7ovbF6ECBWWuYj/QNh8MhbTrOTVscrm+Id7fayNWCQmQq/HswffJIFUNsa1CUlV9CR15/+YpD20KIm5uPSwbpawIsBr++Mc/KGKV/us3NCGNkYOWjWmLWbECB3RVzT2yFtUpf/An35LM1Tqm/b7D5/P70koCyNEvzhgbyycOn6N77Qk8KIy0lVOyBMDxmxRxiGJWZ2SEeBZJgPgbplSpfOaYjCh38jwqOlSl5iwkAcwTEM49ibYBpRan5FfQVTX1gpCqRWqqWodfkomSFKDy56/X5hEh7k5DjpWe4RwCyfvPqNku09jPfWxb/iVI1c/e3c+8Z54H1klKsrjYLDIGmONrVlsrsUrpCDtiVY6piCYksutOsPEEiHBJhw/tCqBclWkIosm0ZPLWMQEQchXFrEw7eeqcgdK9ijH1oGeL/iPHOqSMfIAsxOoX5cjHAD/aM2UHdTuGEe1FlT5YClrRuBXvosnizIQ8SNUzyrXoqhrsI1expnjmGuTJkrkqsSfGJVkQilSFX52XMrJIrY9UlS/hE4IgVk+uk4YUA6lqi1ktzI3T2FGMyJ/mmTFWWiBVTetbIiRpHihnyGr1L9ETpSKaaWy0treoYlY7YlV9Ag32IIDMHUoLVMpcjRGW1Fsl1fpV6c5GbGcQCYD6Mg7J6UQWAFHJZCOCUbyLssbGSTR5cX0iwBIATKzWuIjf9ETrbH88a2SfYvInUtyhidZIuqo12k083N+jOetp1bVZcYgMq/3Ex6rGNxBBxrIbgTfqKB7PMzLATTYxD69qSVX5JslaRdQ0kBHqWGXwkQukqivOho5lrvfF+jvI1VjInp8LUtUQxyTSDzPPA+u/WBjzm4o1ITnp2JvCX4z7jNX3MkAyVtfCIPWbQegvUNk/pLka50KxKhuuI2eq1qjxoTJcRBIgEskRxySTPJURiVrMihZiZDtYypw7lHZT69usOBFAoPdOXfteXHDmYfi4M6NYlTk+LrSNVjOpqj5t3fBC6DSsKANrZi7j8D3TQqyNxVjoCQTPoFjnrXaDBLlqs404xBh8yoR5a3PjOPYTOprV/zyQquY+5Fk3zwPpqn28ku+kjNVvTltt43tCeSCfDqSDn5vG6p5YXbNbWHMV1xEBAm+MVsxqHKZxRJ1K48j/GobKi3lJNXP4lqmLVcGvsEGbFmKQANBhLjkzL6pXXHWwl2EeOsZmv5KM+ZCD+kxHldmvcJ0ZbcpSaGkjB8WsjFa+ypGE2LiQE+KvarXYYkeCrVhVI6sTsp11Q7k1YiuULYQjyJCt2gup+mY0wPqFckPb8Bf9HTW+gM/RNUaqSj+QJABlrsq/Ydz6tE4NsbonWGmGBwJI79C0SP2N8RmCVEiT4isoVqVHW3Z7qOhQ/QtVRRySKiEuQ3+z1nOohZMccQ/jp+30mNihkKrkW+0MjpKZCUmAo63KhqkUs3p+QVfVjiFlgIeLYc/7K8wTwhLzYdpUyFM4nj7MXF3WhdjSQpZz+H5hhJvbyEEhK5elhCFW6944dmH09O/tzP/OSISxn6cIl/n7p3mH4K3NnEXNxap8rPXnTAQrrbUQW/d4WYhVug16qzbjYl2t4R987M/jnoVJVfp/uDQDI5PXRP7Uj48a5KflZ3vr7gDGG1YSgEhVyf5peeJ4FfY3qUr+1FRWHSFBZzFosXoVldbvF0CEWH0GjpTt+UJWndZkaLNiarSSu/gWLgMCrLFFGvk3EGJYSQIAuqom9Hgzp4E54Of3rYdEybUexuUbVlfFT8IQY/WvHWJ1Vutz4zD2Ewv9ep8LUtXcd1zkiRNX7kwGKrGJZRl+Ek3IzW34Oy92h4NYXRepy08M+Fpgld4qFbO6a1gqF3NiYhXXGQEpVlWnrqq1P3lUooxwLFR1OAWRBCDZiOYyXMJECS5WNdSuq2pegsOv9NgsRIytBNA9SxI93vYIjntonH7VjK6q2bck85kIREymjyQZH+u+QT7Tz1gCoJEiF4G86f0Y2cxR2qqhn17C85C56uqF+wRZ4wSHCzjH33uI4/dt5yG4jf4cpKq5Y1l0i8fx1udHIoz5/S3SADIdbP2b3Q7tR6xy5iokAQzLVKqRtv5zx6BocSKZqnd+7e7iuu+QJA5FqraIkPgWwpGOUH9azIqkI0gCoEW7ue/XmwQAkaotb+bI0VzxLdiAshg5+qUkAa5v6lAxpnmArqreA4l07iHjUBGr9+NQu7/cNDN9wo6Kx8sMXVUzlT+uGzmtx/GNXOVxC3OXD5O4R461PMd5HkV7srF79vMc4xafAGLVzAi1qatqIZKXZVfMqvUx2u3NHsQqPWQZluWbDuG4n9jlHZRq8Pe3iXqRAIAx6kyHqri3pf+oIRDhW9qooQ4uD7dGcBSr0vrTqqs6EjE2EgnU9uJN5Fqgt6q1Bc6UvyYLAF1V2wSnF1J1R9HfyMzsYorIumN+matSt2jiQme49AjMJK3R9Cbg5lOcW7nQmgsZ4UdruE6MIVPVOmJ1SNxftyFE5bMfAhMTAt8LzQPplG1PnA4Rq5Sl29M3m33Ak1iVByzLb2vVZYC3h1RVox5Yb9VXClpooxdV4+7KAf0CspRZGYdparEAyCcGPIGGJIDRMGQidDGzbvyBYlUaRIWjJr3Z9rPq2G54frPZz4iBf2cVsngfRr8NUyJVKVuV/i+uIwIjk2N9YaOKoYEA0u8MSv161575PPdGyF+LHkKq9kWQsZzEQoXQsNbSbgp6b7b3ZTdXPKtX2wKxarcSF4Ph7XpXjLGReymNQyQA+rro/NKwjMP3sgzzupzoNb5Qz18iVqWYFTQhT7s3b1WJ72FYfnNOpOX3NGkiWrU/J/QJOc3qqmrJLiX9DN/STqL5P7IAnY/prMf/e9C38YPj8y4hx/o6HK+IVWSuHrZ0xKWYeHaRq0QRoViVefdH+dUdn6z5N35ZmTV/4ZO2j0rLWMeP8ZBGC7H2N7nuYriRqrxcufuYKn9HttPXF/t3kx85hrWVCdGeSQ9eTfiuJfxNsps7AZ2+q/vRVTWZuuisErFKWPQsv3aRWF3zCKmaOS4dRbZqrYpmpu3ifVRIABgw7PMY98ITaTm6jOuMgOyKScg2XlysCgvVIz5Kx2/kQl49LjiEPOx5sDc7jehlmslVikikq4rNCj2G01pwqFcaxJ2V2et4JqdRKKP3c0x/66qiWJXRNAQ5la3apwWNnP6DjHD9fMa5wurTaDy+undiFeSqh5HoVudYmhqB++YTS73OATdYZtZbpX/vF4uLxKqAt9CxZRSzskQmkgRQ5OrRuCTR/ovJH1ynCRP7I8kj9IePLLYUuQrb0FKrb1mAs1/RImycfnQd0C2rVCbHpFhVrwPepicKgnVvKUoSQC+5IaQqNiv0voVj3GpWyHrGOLqsW44OnLm6C7t80ptJVRxV1vnVSkd3JwFwxmJmvVWMV/roq888hE9ZKWfE6Dc8yFz1X2ciU9UQg2jVTrqqXSas6DGhzNXvWdI1ehy7bhGrciyXji27jg/6O21bdxIuv60ZQGcSA8WqzL3NwYmJ1f7IHzXIS9YqfEu/4DJJAizDMv7SeJX7+1GSj/8vpK3an199UogoZmXesKBZ0Gfc4aPKpFfcLRlv8TkKRVQEDthsG+6dxxfzxhZlHW6+tcxUrKrnTS4r9TPMVFjx7Vc9j1nLSqzeH/tb/uWZGAOpClL1msWDXPXDC8SqgURkXVXEnc911ioJsBZL9rOwdu66SawSAEKuSoYdrjMChA1JJnzmzhOxAV1Vk70oCYC2K5W7vEUGetFbhW8Z6NX3KC97Ysv4RaXOOqvE6LIk0ZKiiAN5BIWVFGtCESvT7juNW2rMopJ6vUpHuH1roIxDZCnsgILeqplYpb+sGfNcNZhsB6P7ES/Jmafj/z3K1ZhjDopZGcarD7YH5AZIVY9x+3BLGmI1Z6x/cn5fhOnuYyT5ik9aMDzarL1Qm0NrOvZ+4zOmIFW1yAmL8bo1y3mvQG4UG16U7NKNmtfvD3norg+IVUWu/oQmpDGWE7GqyFUKMONA2aoP++z6yFHBL9iRiBzDhHrtLZUV/mhIqqDn7zVRySZIFHqtEgD3ntXyr2Td8aP7TNXPPt70RM3HVOQYS5cXZdZRdc/hB4hDowH0rqtqAkZms/V7z71ZGscT/qmxWhXr8Qqpeu8d1pi03Ef+aWtkDfTsKWsVh/UTnz2rrdgto9GVY5W0vrxvDQ/Re3dd5D6UfXW5ZBHx/nf17ZFbYAAqz1u3xpxnLweZ54cdjJ/3gIBIspBUlBRavM5x5vaDd2C42V2u9gs2Qq7i2hCgM7eTFLHqEJvnxCplrKrKp7CrAwI0uClyVUhV0Kp6I+GjykQ6X4/cDVsd+Za7EFrDABg/jaeNa7bCMoI4NAG1LF/iVz0aifWblZ6xgQAh83oE2n2N6CCELvnGnfavLxeCg7Lqblw8AX9OHN1690dzmVkIcx2x5GPcuI4IqIJDt4xv3HXXbecLRerecR63PZBfxDxS+cTcg3zxnuhyw3G6QzZMHz7kxnvxkzgIPJnPX8mS27/n+LsnbYiDSoanrkEH5GoG7Ct+5bKuxxWxWvGnRGz6MpCmqOil4yIEhFSVNUCPMechsaqM6HuVBbi2oxraBPPuUNLXnFZf6yTxe5hGdWiwfee7OrnnLNUOi1X52HlXHtQAACAASURBVD8f5b5DNsdcvbkazkTefeLB134k6+eoUyc7iLvEBVdr9X9/Mkje6a93K57FB46Bqu9HQscXzXsw1forKsYkEfm+ndb67fZ20x6zysaE7ZixenLOqE3L4Qn18sX6mLiOCMigxMQq/Snn+Fx454Bc3XfQmqmKk1xaq9XNj9+1ChCHzphJet29NUXhceNK826vq668pOJ7Jfn7c3OcMBPfwpxZ17VcrInyGTqPO7QuJ2L1YWZKxd4zDIGIVQrUK6ma0aiyHXvZkSK6JQUx9lyM6FAY5NNy6JchdupzL4bvLKrEFXEdEaBFGGmUENHh168qqLc8cWBKg4jPlYwv7Vt9+0pn7+EHZXUgA96lECBCdWbtUJ49Apg9AiNNDkmvmHCZveNObyDKSA1ydd/vEmnUogt+JdiocVtlca//1XM8782v3jEa+KxQbIR8r7bg+m7JAv+cH5c2J3R9Q4q/i96+hCRE5xSI1/sOPnnyVtUQawGxau9PwocyV3v2LkWqsmxEveb/uOUPidVtNzU8IfD42wp5gGiryiLsXMyqkEbmbwbLSczd7/aoAUx2BV/QnNVY5nbcVC3i/Ujn/EaevgU02E9UrAmZq+vkkKrcoyCTyRJVFq/YCy1Y14I76U236DfKJi6N69gQlLX6NHyTPELGjfUyDYZVxrTj+JMNuDK/NWCr3vqgIZINArYr06OwvvoEXvnONJ2z5+BXbgJIkn1wAQENAnyq4mwdpLrPc0LOzPzcKASOhAAlIoxd663y5voqk9VzfHlMrNIxbgz6prCiSFVFrM7DwuQqLi0CCxGrIMlk851I1fs6ja1aGGv9EOl8wgZ2Y+tzqu/eO7kqhLyqxo3jTJu9KN8h4YhjzKFJtKgl4dIhgKxVWmx9U5V7NhJYyoECsm6OggRyRJUHxbjqjlciyYK1lb4XVUaqCZ8tuw5Hc42rU0mvwwUE3ggwoerYHEXmqt1gZpZM6G8uRISqErzs3aUeEas0qGHgt5Cq667OttQgb/selgEFiYyoUbGmztdmHJwWIlY7B0JjJITNmfxRN2KiaB7QaMpE5Gqfl9BfRKoScdgrCjbroL+ZsKHdDGRm6mlVldvRa+yhnN2X5O2ywBg2LI524hrHQa7ax6Q+8YEEgM9MxeZbigBy+Z/Pe1q8h08zdTZsQSLCEWs5W5XmNJ/6qvtfUeaq1BjEWG/Y9umumJXIqxFv0WKkvP5NN4lVQU+OYWCRqoOddDF1tbglnZ6IVSxUtebKEfu7S1JRCYOPfFQZfnW0D5VxaMcGkd08DFDmYZ/Zh5uuKvxqsw+Vbal2ms2TaSJWZcKNyzSZ7nFWuemqwjI+7eIaMdYneegXS3ouZgVS8OBVazFXH1zgU+4NC0gC+MWgHu6SJEt/snSeRRoAa9WjddBceRzmuYc5Ea0K1PH/Hr7XLxLcJlYhAWAGWChVvZGtynXDMvyDXw91ede8Vs3tq3qlHB/4gq6qxuaFLlWV3G1OAWLVho5oQvZCrioqkHZTVTYmBv9PYpUyFGgy7ZpQU9Yqjr2bfEuN6z2Rq6yrynYDn9Jurl88cQIiyDxy9YPNNUK+t+WBSwJAh4cQQJAEMNnKCEmA3tzoOAWULfOLUj40uya9VZCrR/NR9QmGtZhV2+ZFaysuJo3rjcAtYhUSAHoLInciSpWIVfdFkgDQWzXi1FExK7VoWFZSte96emeLYHxGdYzb7Vk9kRs+aHzeI3Ube9BbFbtRpCqqlZ+nfzJiyT/uiREfElvJVRypO3qVQDh2IpkgUUTpFV+PQj38wierbo9DP+Thvd7vAx8Qqz7WccW3IAlgR7RHSQAfG+vlHtkul/nfNb9ai1mBVDOYSvvFrGbS1vdYO/TiS+o7LxKrMujrKjH2Bpzue2WZqpcA0C5ql5/DMEISwEyu/rwU6Gu1QVkwqGJVboKj1u+8227WbvEkf+QdkrUK8seEOCHafvYhfaFkqkJX9cMS1JjDkyI/UnX7PeUpzLwVf2USftf36/tdD34lWc6S947x6sNGeTPnfu2BPsjD+15NhfTaszkVM8SfEFfP9nEnU1U95Z24IEfCgO8B3paJVawB3LH2qgTAict4F2ti73K/sJs7hC+jpF4uurzKmLTx+UoCAAW2df15kViVQQkDv941KFeVsg19Qos6pCpZqyBX9YhKXkzrF6XRQ1fVbAH3Cw5BFsDkO5K12rZvSUYdSFXNMvVw/N9nxNo/hTJXe5GTuDP6tE2uSrEqkKo6v3pKjIFYtftbm/ioeYqsrdpagN+Jn5+/UX1+d+2p8ETmqrkvWiZXn1tgw0/gYlXPCFHiMvj/Q+bqccuC/11I1S0ruAVr4qSVhWrB4HpMrN4d2HqAnuhUPwmAw6SBw9pv7yy7HrC69I28yzxTEkhzl0wY6cOkWBU2LI4T6mFYHhfyArlqoqxpqKe8s9YuJR0xr37V2veF+J4nhDNFLCJWmVxtMTA/BHjNU3j4lDJ/rqq/4vjXuX9Eou75RKVN8jCcPbdXzOqTWA2HVN1P2vuBGmeejDfwK4c9UEYdpst1O82l1o/DEmC8IqNh4rCLYk2XAH7fTLFnboh4/mZdVWYt7gHS6K+oi6fxx+CZsUrH/iYsoozGcJdWVQ+kKnKUuYpRTQsxL+AbxIaOUAw/UKzK4FdyjNtHr9gWpRu0m4CDUouZq7RzPjMh/9R2AgJdxKNWUf0gWbwoZuXu0rYyV6GraupxdcQ4XLwBCWT3rjYkAUCoWmduu6P7TwhV9Q5IArh8SjIPcRbBPbK3cIeQquGIMXXcPeQzW8B5iz+U5amSqer8Mi5YxqRquLlOnUgYWj1+DdP05Ueskv8RsYpLh4CQqvdD1KoHOXwPA/+DS49AewV3OGtswYaFrr9FVzWUfgvIVXNUIbqkLcmN73em6v2o3GYUpg08tVnxfEItmasYs2x0WytyG0qvWDJVn9tOc/5FElmBPwrkqmXUWkm3wJAnfpwsskOQhokbnuR1e0mEEBjt/QlyC+cufEsukFViypzExnO9RGb9YfWGRWpDfVHo0TAXUmHfW3vmKmXd0to8/GwnLM5ZnsbJp7/woSVLxqrKtphQrMrSSyIA8DyIsE4JyFUL0nzWQOoXhji+kMXz5KU8qSPicPyRsRXlvpp3Ph9LABy/DzNFO7la/8YFT+zGr2FhYhXXGQEpOhSKGFOjHshVva2p/OAWTqKIrio213U9HUoCQPdskKsucnXL+qwv4oNYtdn8fp4fcs4Pn7J7Cq9P1szV+nwKLXYiwLqqzzmL83uExRC9VZWZGeM9zi8s9AbJ9yTJhDj4x/1sTr9ZJpaPwMbLAWsmVbfTxw5ilXZT6QdxO6zep4eiVRUClFFEGUDt6R6G6WMhV2u3R9Em+RFEjy0MrmU8RQ3GyxhCAkA7ZS/jQ4tsBQ2b36yyHnIRk/JTifgRUhUD1ifuISUAdD06izo/LgMCdUsCUJbzNzJVNevIZRinuBm8IIEcQYXllGq81DiLserYe0+LVbmsAZmrbmKV7gC56rKk+v7OhJ7sBEZrvJCH9HiKzNiMPc7FWarsPV+O1w8hO5hPLPHxf/TnHtdllCS5jVSV/rRqrKJYldk0KRWasw6DhSi1w0MR6XtYQK4aF6kjRW3eMqkjKH1+CFV9lUrltRJYIQP2R5DiLqVK7vGCNwru2HpvHsblu1q7/El6xfx58ewnlu3Hfa7oIkXFZT1NEPc76ny6jFR1bpZysSrOUgg306mzF/WtTjGGg1z1I4LqsStkqtr6Sh3Tj+VbR3+CLMCB+tltktZErqIfHRGQM1WF7ox7lFtlZmIubuoRWodKMas6OAxKWqH2xrWbekZw3jZYOahxfHHBqn1faohVJcQv2aq4dAgoWjW8Uwj6lDn2DaEbY1SiRWqFFalX4jCcdmg73ikDPvlTzGPc9Pw6CY4UPS0T0+/qaEklHSHkIa4zAjShToDNMg/YuDijz/Nnln+pL7eO9IprPLYWNwrIGEIT6lQXyFUXuarG9fBz8tB9LCeuym9n6O92PU/Z+DSlWXfCp1w9so5b9Q1bHh/W1y3chQn5nM9CcWn8ua4eFWJ1phyxoo/gEkk+DSQFJSdtce0RoDngOH2Squxqf/zDvzmETTmiAlLVZEBCqsbl7jnxeliGn7BiI7lKmXWVwUOp9KwdiuuIgNAOkskb72KGY/0n3ltqfbIQq5JdVwsJJL1JWc6xbafWXk1EqjI8Sge7VqzitXtTgqxnY+ebJ9NcuTQeMFU+OU/GIYggm7HsC6eUalSfp6zKXlCnxzB2pqrui+BT9n6WehDI8UnvDWHfSLqYcqUby7nmwTotTPnesMjFetp6jon1aGO94/lz37qqyFU9g3nQVd3foJUCgASA2SDl+L8kRMcNURSUiFitZyH23I2vPKG2YlYkASCkKibUn/1Mi3fRVY3rUfu3IrPOvkidWOu57EtIVdJVVbaTzn7KRkZaJ/O1tH5FNC75Fq4zAsxR8iy64Jn02mzyKyJW13OD6M4PBGgDKk8WDogguymWjU8eQr42580xP5aK5vXqy0fv47WgVfT34AXBESBSNf7xf32zmVpl38ozXgYHM/gD52EutJgVk6rEd4kOFC41N17hoOP/cmrpjM+OWF0P41JqKzIUtEbEIrVJmXuVtVr+QiyL1/Ei9We2RY7PN6uCTCNnqmJw0WFGxwzSYyMTaboQ7869IlmrZRNkdJRmgV9pXEqm0aJVHH8L8NQA6K06hoayyVUpY5eWkPcZS7Pfs56Fy0Wqqu8vmzzM3UtqXC9vMUjzDJB3Z/vIkal6bMXn0WXMCXX4jDOI59zR7er7RQIgwxzw0NCZzrznmIteBSz5/XLSgtcyBW3s8Ax1oZOA5Y2jybvo8EIWR5h+MZKq7HKbFIDswoNkMHVbelqVOpAzgIbfcttSue9fSGu1XOKZuTvarEihcVhuLxlbJse4cxHO5dpN/q6U/cpSJQGkdWI7EFTfW4uyaZXJm96SRFKUJtLwLx366yGw9B3j8ca3XzGJmCsuezQ0yy1lZByCWLV3fun4YI312X8gVrMEs0svfevfYki/hFvum0UCID85xuWsOE8jf1ty98kh+vG/KnK1jLZJsduaimslxW3VVbWtOz+kAFKJhicFIdDLpowL+IWP5UJv1czOlVfMapvcv5hYjV2HMZCZJ32MHONWWXVJX717GWaKZuTLI1fZr/hokyLky5g45rLe83tlOy61BMC+HTJ1FkmAknbhS+kjiTglFrOSo198/AuXFoFSSLHSycPc5rPJkZSwkM8nHZG7H668vwTfgl85egySAFdMOuu9aoZRhF/R6TfOyiwhHmftFsPLl2Fm1YT8+EACQN9FvLIap2Eaf3EmHYx//MO/5lpf0FU1Oxsx00Ss5r1+DkKw4tIisJRVzEoIBbIZkgDIHyxLs5o0xap8vxr6WrWQq5+6qrljsq99pbhvy1QlWY1V5CLFiy3vQDEreweUJQlAhKpsdmG8+ui3teZQCQvUfbtAAtm8S2k95xoj9hu24k+l2U/mweG96VYSLpAEcIxYiljNfGwZG7aOfiokU3Vr5SpPxeThOqDmDkAFvl/I1VwNW89SQQJA3wFcx1VJANj7iIlVSADYSFU6apo733DNcVl+Q3lGY1fJPksplwTHr6L1X/NhpTIOS1nAZxvJ8nXBpTeXk7lKxI9o8iJTVdeFKgOcNgPLsGqQqw76p4ieEr8qhZC/FJwS3FyGBIDW3/OtwhLg/uwVeYlntWmyjVMlEYjPkA3z6xIkAI5fsidW0V/nfoYkQBjbj/2UUiQAdP61EaulrP9i94b/86WIXr65uxQsRb/oemyczMWqjvePf/3//NsFA4hmAFmX7q+CtDEXJg5JEqCMJbN/uEh0J4u4kOZqvsCwTea/RP9xhALksffzFKty2SB8yoZQ7mJWIgFAxI/4Fa7TlHXFhUjn0i6Qq6YeUWXGco7pG6mab9wszWL37ck5n3Dhkpc8dLUu/98Zn1U+JldrSrafHJgci4aWiI8QHCjWZBy31sxVjBg5PMj+zqVgbXQ6Tk2XxGVlPbAi1aPbxk5qclV0Vb8XSSTEtSFAZko1cqbph/fp4/FPf/XvwCgYrEgEAEozs+9VEgDdpu223MWsaLxg4oe0VUGqnkjVZVr1SUrzKx7uMZ5YEMhJrkr+jyJVS7SdXKajFDsp5uTWK7bQh1K5ANcBge1QXD58aKOLytRBsmbfOeVmqR6dCOSqg2jg2JNnzCiRNMwdhEvMVIVP3bAK2utGxvwN4OL9hGV8MiYW+X2Z0KvblDBPbPZra+q7FPE8suZqmovr3DOpyuaDjNVP2InHGX+9lLAHYtVCqhItVp7LkxOQ1ir0VvVdl1cSYKHgNLwuOWGa4Jn3LVvRoR88qJbnVwqfZKNZ3g659fZ8kgAzZasulI2JbNXPrlM5j0oe4VbHJvgRslbdIKcnV6VYlSJVy43KbuxC31EPsUpfDnLV1v+UfRjaPuzvE0IV/mRDqWTSee9PyFw19yITq0l9K6Uf1/Uu4cPqiTuSFa7aXBfWKVpL2KQiV795bYXx6ry2mgaRALiWtAJi9eAh63SaEn9T+M7Nd4BctQOnFvHpjvLI0QZKxvz1Zp+2/TOy2GXwT6XPi4YcA+Mhv/jd37RIUbXlaRQqJsXFk6/xxdmqGPh1iJNf1YKNxGUsVM/9yMeNeKGRTspGSNVrE8YUPl/CO2SNmirKhflikKtmHAWbFFu6dRHyYSzP4ykU2w7zqRrmVpAEcPStKmblYQK4JSYC4yC6qnVdotSimPn62h8PbYmX86yUbOJhIyeWkKl67stxJVWvy6uBWD2hSVmqJAFQ7iVhiFyBslbTZ7mUi8yuZRysaZGaprUs40UER8H6NmmQ0L+F9Fvon3q2t6GxZepJEbtIE3d413YkQr7kiJzPs1SxqmpI5wUnLUz0OHN5/Mf4KUCce75MQ8l6bPm8ai1WmmjuEOo7QaxaiFV2q/h+pVpQA2kYyu58nqPbqK4BI/iUvXd5k5RJGR8rwD2xECi1WJXP9yJzVT8jlCFrHGZKW41EZPDmOp+yrWYF4WNSYe6ZXsPEa8/rE0EQq4cuIFK1TAmAs61skgAY1fSeRNs9QgDFnsQxwbFAAuDYD+qoxzJSVl1tF/zK1GMjbeokyK6bSVeVJhXr4F+bBcVrL8U1tVkR7y3hn7wWk0lAHoZve/wnSr5b7E0L8l4qBFfPscH4yH++IfZ8Idb3gAhyE0FxsCeflWKluDRrlV0hqBoxUpmrKdYSNdnPPt4QuQrrT997ND9WJ23Tv/35G/k0I095YD06NMnH5gi6p3TuUHgL4P7GnZaabInTWqzqXkIPiNWdJZdZrMoWuCgkqcxVkECa6dxKrMaTBJBMVRJ9hkaJdlBgmuCr0iETkgDm6BNfb5WOqMgx9xRHOJ9PEFM/QTLAK50UIXPVYS7xyFUUq9KPVEKa3JtIp/Z966wwYWZmSd/t2xaS2wgfNyEBYCIFFBlZI6Gqvmmr1r2ts2r+Hl9f8b5PSWdhGeoNWZAbmVStdA64A2DLWgXBquMxKGmVsldDXbJ6o811SACcMOViVaSrel0CQD0LxOqOqi5dAuBoADKGkYt8rwWtQrldS88RXb9YiQQyn/hqYkEWvtdV8KYs8FovzBTNPce1JKN0rIgNoFiVCVwhVeudhNJyQAgOXDoEaMtU8lDCXtBVNXsUCwDEmiiE7Ubr05C16gY7FkYt2I8bPf87lJ527bgci1nxyNtArPDvSfedkAVwYxTsDhEsXpMN611d7fGAJIBtbrLqrQaa83PSSkCiNphdZ38Q6aoSn/PshG3XxOqWB1Vfruqn/dEy7Cf0VvUrVBEAWjOkQk+GuFL5+KqYOIwTyYQSoIzD+jOAUmgexumFFE8VqibkJbupqiBTG5PGYPiMREjWTzgLsZq2WFOwPkjwIJmbqII7IV5IcwTaBnk2YQzRkjKfQVGHTp6U2bo7rYpFHt5pS3m/2U6jPOt0SADY+rYVYvVMAMU7BVeer1xr0ZiqlPm1ZrV1dyOZqh9+xZIANOdpYc0Y3txEEoCe+2ySIpmqJAEQvo21PlE4ZorpX7d1Vfff3jWxKkCIoir9v+cmm9Os5pVchbdoe4FTS78D7zITwXE/XTyntcR+NwXuLasu9ttiPx8+ZUOYaNBQupBCqq7EIYVk7KoeoF91kR5OrmJ7jOv5amooWavwLzNeYTYtlF+1cGzQZVt3/h56w/VOG0L/BsSqHVHB57nMTIu2E9oWW8JI6a229E0h+5vwmTCkh4T09Kw2i07S5i8dMH1GHEYFPuvDBZ/5AT5MqqJexdmfOAH8NUwTJR48J/a7J1Zrz1X9tBCSBKDMVVx6BESuOcRFwUk0ODAIHPGUQ6ytYRPGbkLYXonPIDmSp74ly1xVkAl+tfWzsr32/EplroJctXn188zVeXnx9kc0TZwSg5JXm9rWxgS56kOuehmK9iaQa3rsWsxUVV96lAWADXzagJIEoPQ6YHM/tph+ycVcG153boXinhNc4dHP/8R7xazkxNLMpCrWVqdeHKdhnH7IqaUAV9fE6kRVPJsyMjre9D0MYxzdwwD2lv8RLAlwb8DfJlTkfCQBsGU65/+wUloguqohdn1K+aIzwVVey/K3SFRR7xJkXBmUs5whAXDuS6WmrbDJ39uhWiBTPJEEUIvxUM9u4TlbPt39zFWRAMDJCgMF1Lw+OshVSyRgOZJ14+JS4bK2Cfm7sVPZmiLUWibWkLnq3rRA5updTzL8bpSCQy1fnJe5iKaoyBiDCNz3t9KivXL6iDNdmVQNQxy2Yn/Kl6bpl0fFqo54dEmsrlOilVZty2klWfy32wRHKw5j/I4HkgAyaaQCF2HSxVvDmuBZOIu31eDd+pTmiUUKNnfIVVnWUu4i/MrcA5TJ29ZYJVNmiakLkfKoZn7qfhnPaQPvXtYqJADsMa1l4ue4GHsS3Vv+7RNJgF7sx7f/eyNWfXHp8T7eKF1Ai4Xs+zYlAD4RUsSqWm/Dgo4WREkIo/zjaVx0YokznX1/4Pnc2m8jOCbKVA18+rhLYnWvq9reUlUWYCIJAC/SO/49SQAJ9FQxDun0OlzlGHerpKr6YkVwtBc5wgySord6BR0lHSG2c+WXYVpc7lPe+6nrZoX/RKrcb7K1DOSqvd+ukatCqlKGS9tHB+/Zel8Zh8hadVgJZa56GVJfduMFye6mliUAjljApxyj1bpRiqzVq16kv791CQCdf4FcNdsOuZe7ThylLLygq2qCkXVVfwRfd3ZIrJKKQvtHuCUD6OfAW4a4TgiItt/sJTm37cKL/mNb8hFhjEOotNZ0VU3YwKdsVnNFb1Wooq+VkAep+omryubsxa/IGPjQUpig1NhTxBr8sBG/Il3V1je67nWynDDsL96ADLItVP02TZGlesawp0xVEKwXYy5prV78CW4/zAQb11XV9beKKdtBJljRcX2wkatHbGSNSrVgvpuTvHweHZaRYhLVySEJgPBz5O6I1baKVVkmifwn0hMVTVFcGgSYWHVjIwGenJAIINCqp4llk8WqXB7jthvXE9r9u+TKufIrWStopM2K9rRDQ/XtlsXby6SS9ESuZWaGwrr056xTZadf0Xeo6q+S5YLriECv5BiIVRuxyktRq7OQ3UAL+gwRiFXEWBMCkAR4ahujHOPu7PosEqc+vj8cXCzPPI/DTLIbBxuhkex7oVowlF8H3PY4ErE6jb8G1VXdP78zYnUcXp1lcCyst+qX5dJZ3JbPXYtZ0f80LrY4VQj6jydCdd1KXMbwqfR12CLIVdugT5mrRJKZ/ErpqrYvH3HNmtXCnTIO+5RGIHIVY5ZxoboqEpv/TkrHtK0BCQAdRr2SqgoLkKuWeMySAJIb/nlBAsA2ivUkAWAjEEG6233LI4/l2mSp+bvljErPY5ZortIJU8xn9Oa+sCSALMfVuLVIwVIuWIXrPfdZ4ZmGH8M4EacT5+qIWO0lV/U4HSRvI71VLFS1LrQePbVuCPKuD/QftcQqZxz2XHEa5Kp5aDLrrW6kKiZLZ/xoKtlyETifyQzIVTtK+qzeT13V/UTbB/P27+l5gbrvXZCrZls/F7PaiFbYjz1G9IwPfMoxYqGY1eUBdstU7Tvj8FMWoG8stOsFJla3M4J0Ymle2pe8vOxQvNx8DdP4y3o6JY4tdUOsTp3qTMjuuyJXQQKdHJEhIdKZMusOpDSRriNpqsbb2bgcGAr6AWUa9k2qUmfApyxL1DVv7nNTh9xKJAB6zch0OTFNkLCRQ7kaWKzavEu2J/YXFSoQves4E0aX5Zb8955JH+2maMmdlbltprgDGzrPkfeY9IzP59Flics942GKOZS1itHJHeAkAREZhwoplg57T3dgQYdIzNgQmSqb67S+WiABcHSzcRymiUjVuH7VCbFKtCoF836dkRLDobdqG8yo2JcQQGoyRDtAIx9zx7VHQA1uIgGASxAAwaq3hE1vVeX9yKAPUvWMlyAEbHbIsFQLLh0Ccux0izucpfCeMPY71zH5FUiOw1JsW6XCwTQIHHVDAdLZfpRPwbc2bIQAwnzQ5C+87Qd4rOGETr1LPQ+M4zvPYvLw88h7mqhcQnyjYtuuixIyfi5bzYrn0ryySf/sOQ9JTFVz4bErkD46teVhe1ydQIj96a/+XdMhblyo6JAg0XOQksxVRa56WEZ3t6iITQWtJJgsHKCw66xd1HMl98eRriErazqMPuwnspRvthYa+Od3Bjjs57BURSGvg6URzTzP38j80RE/Kw1PXiWiGyrLGX51hKuEhdHDIBr85yB/XJBKhhRsx44T8DFtWGxx+ElEVkULXdYa6++P182no4BrSy9lH9LN86p+/ATN6yjthEBucwjXagdR3KHTOog9x94SkyFO56oN6HSzfWxh/d3V1/k8+uI9rvFaqtzTuhxrcxO0WrnCAgAAIABJREFU5FM/E+RqNE6s0pAg2aq9X9vgDL1Vsy3sdP1YAqBn7VAzSrKABzanQX9RpHzv0UZPxRP1I6Rq6ogcivS+M7vyn9DJRgX86mw9awbQFfhVl1NF1AfuyI+hVdGThzx4//unvGuvbwSRz7RtYdrour4ICdHgkM/w96GQb+3hWfXbRuxeCjF2yJbi/evJb++/9fOXZ3mRfWYm7GhDa1/ACrh8WhFjs45jSOq1rEQBjgGccSDdWfjVAR4m4b+kyv1CaSyp11ihxpn4z5nnYfh2J/8+akjDxKpKoydqFdeGAO2EfQ/DGNmySoH80lbhOoHl9ev+qHLqVXUpE2lO193NGOV/ooq73rg3TaRQ9kJEf2ZH4k8Jp/d5V/9RlqZFgHGxQ/xJoRGTaSO2UsThhl/d+Mm5EUEectFujhPns+3vuOPsnvHs4+L/2pXtEb8FZb6BFqhYpGrIH9JiW72KKy5n87B97Mk5/uli4F7zsEz7TtkqnXQEfOtAOL/HcLGnc6G4lD1W9ruwcXHoH5oDQnPWsPiUbNW3jCGdYGLuo4C5a4Fu9v1NerT+a7OrnzD+6a/+N8toLcfo7wzn7+MDd3680jf33qwgENBgWodJ43vv3O1wwqnlRvC2AV31hff9Qhzul623H/Xgh7nfb2k6a72k75cHYCb5KWfy7gd+RerfEpQKtKDibDuuFnUdg1vtNr1mGpZxWvWRntjOje+4/uVZfjFSxnOWN5f9Ui7RBALo1Envhfx6QPKJV5VtAc9bB2L1jCH0MQ1r1EVmgNMajMmvhFzFdUZgPQsHcJgkPBKpIFY3i9myVT/ntkRwPJYbaNQ1Fbnasx3JphZtANL6CjPks6lPXGCbfWgHjxSyQlqhKTSQJECsXJbxb//4vzc6JNJuquj6wRVlUvju6JX8AS5Hl9tX4/5ArNFh+8FnoajMB3g0gBFxiEuHAEWaF5NjdIHkMFnJMkyxRvpKDZNtBn6l7b3TQp6KplTaz6majdizIT1NGK+Odkf2IeczNpIMxKrbO0EAybwGGeAa6n2d05jOjsJ27P6FMWtlcXgu6I5F3dwhRyTXTFX9WD4vdO4CoOlsgvyKMldj4NMwsUoreMqsQxYQkxnrrg8Wqeawu+Yp7G7oRC7hzkjEkyXgI9CNw0zaNrg0CFC24bkSIyaL2qFeJkrIXBUCnnfg13/gWwYE9seZcDTXZSaIO+uIhQzwk6mojLppPC+1uBr1rnyOy876+ztij+rznrMLTQSG6+wok6s84oME0m329BdPZAbITCoyVfXdv9dVNRrIOHxDEsCIjuithpcEaJpYFbhmXqj2fsnmBvJ3zXZAOzu6XR/YjgkzWYj0jg8Rhy9kihlpn5c24xAEh21EmocJqYfDrE5W4PjXh7FIZpRs6Hxewv7AdOyzvd5jDyQATIPVMkxEOBs8aMtcDb8Qq399IsSqTme0/m9zxxNkqlowWjPrbChy4g8GLiNEfWb1kkFMw4CTFVq74OP/PEe2b0bwKn3B6RSTc1EhKyJYQ15NE6sCFA34M2ev0qSpt2tVQFrJjf6+36+/9xIAx19AEsA6IeLsuj5nRJJRh6MW5tmgaM4qCYCTZ+HYu5GOpkJWPUdrznLucLz2G69kXuOcUMO/rAtVf6zbuRME0LkvFRlImqocdy1xR8hVya3DpcOSiuNS6O4HH0gA6D1h0wD3J3VmYjj4xHc/9uMTR3raDFSCRiwdgRNLJ/OQhKbXR7Eqlw0tC6VA+fuh63kt/Z0lAeYxqN5qB8SqIle/uzQroQVR+dUUCGSC7Nr1AblqxI+DfJ/4QFfVNrzuNWfNk+SeJoxXJyNCrva3aYFiVS5LUTZh8qt1O7U/03EB9/H33mIPMlXNBJDMAu2kKq8kVp/6vmRpPd1MxGqfpFhPZLKPRUt8JYrU3x7kN+5NQ5/3t3RPT2OVkoRQNSvgVwdLXiiJ98fKW/hZOXsV9FYtG+0iCSDju3+8Mj2wE2J1I1d7OwwvdoKdCp0DyByZtDF9HClwrrhfPKzjrg71VplU5R3VOrooXSsVIFuxKte7e5o0urD4/DsVs5Kxq5dLkao8bHWU9eTTv6diVeZp4ntxiqRVM7I9xR1kqlo8bFmG18VxnGTZZhBARlA587DxGI5MVceodZOk6Cku+4z7+3v6kASglHeSELsYlK+CWdn928mKH8N4o6YHyFV7h/OYTofbAyy3OiJWCVTaTaXM1fYd9m0b0FW1LD/PRXUcrldZKE7Y3K7IVSnIhOOAGvuibJX38X//OIvJtNlX+8lcJb9CsarjQkr9uxDNvtk8233wLZCrIFb1NiCJFtdH8q2YVcI5VlWvWoZ5dmcAV/VJu8buN7mwAfjZi3cyVY92sBWzYnq+VjOJ0m5Frra3cSGsBemGqmzVKADW+lDWWPkapvHr9hdw4gJnruLSISDFrJ5j0xmxSmw0Eavtm5XUWJyQ9WPwESlUdTWTt88j795hhovEte5bKFZltwc/CQDdM0AAmZClzNXW/WqQyTSyFD6MYCsGs//PFxaarAeJy4ZA63EHEgD63qd+p7oLd9YDQqxNw88O4vK96NGuJMDx5ACI1TjEqv8m4j0LrfFXyvZaHbNYtnCahpFqmV2Y5tTYl9fbPA3TSBIAzy4Us7LjF6KYVXfEqpTNJQKIiu6067n0hVIxDtcRgWsSALpfY6lqtKrGydVl8D/i3pXnsUuspOpNcqzVyWIIO2g9axWkqpn82dzp/nwFvmX2wpaxoTngzXAcImwV/QxVIPAJPlz4ouF1xNMObPHoMiQAPKwiACsmR5dpva4yGe+Pfx4tru6W1sYtPmODzXWDHRJbRRIAYXwAxaxs80Glt3of6w6JVQKUgnXb0yGk0lscx1tX1fQMZK5aZyFNkqtyYBC6qqaeV9g8U7FubbIYcrbeKrnKB3EhAaA1FVnEqz/dn+jRnAfJdX2Rq8hUNfe3Ov7/xKPU02k2+I29dgPYEnf89aFDjphxnxWK5IjbysRPp74OlLL0dileT9AVwlsT4xH5dW3Ml9ciZ0peDd18sBoiVV+3dFVt5jcv65otso3W+Hgasyhz9e6cuVNilbhVlbVaY7eb24xMVXt/3pMAOD4TxKoLZfGvdi4hVUlQvZ1vCvslSgLgOUBtTBbDovum1ohoa+xw98xZdc/tJg7ieZ4anoiQxQt8y9yfrWEDYvXc1+xXdLaC9nICurYUs8KlQZwTWVTiYa1xfpNk2aym1m+JZaUsARnUq6Slgr2vtnisryv3ubVnhZNYEQmyqBO2AZKdy+2syy0bh2GZhmm6r6tqeiV51LzQqeaQI+HlDyz2B0/I1X6JVQ7YJAewVq8stnuvNEx0VXH2S4+ZTKlfVwC13Aty1Q6kktwIBHfmx8wqyxljkKYnSB4hrOxIayRHOPNdBnWENdwzczxJFkpEqtKFRepnH2yZqmEDDvzKMWrdTVHI4UKWd6JYlRkcip9ErIa8yK9oNYHEVcPcm7SeKz7Svd/owli19fG7T9/kTFjH2rJW67afkLHm+KzaiVXe8B1HzAHPHctZqiMXqwrrV+pVIFftnjnP4/BNFa0u4t83sbrqrd6pChozUN57NhFZ07CEnjHea0yBv1Jp7yEDFMhVa0fzRLr+PI63rio2zTXdLcW8rg48rgABAsiEkCw1WihmRWS8WjhhsWoiVpl2drmL/99RzMoxZNVPjYFUtZGqvIyPknsgi9T2y3f6B5v9ne1IkWCsMhGrAcepg5Ep8pBVg0KOh/eMuahf1T1XFhko0VeNZz9FdZhvY5ZxmCYqVhUXF9JbpZLucd/i+9Hl3KeW+9/fNK5fW/x3TaxKF0pmXc17ze+DEoGzxsox8ectCSMBoGsHyFVb70hWeL2LVSF/wmZjPrfmUp7Ahyp5tznG4F/3hDFuH43sVzVflK2KLIVjD8bP6pJY3EhiZhQHEGzqHLNw/F9vErEkAE7+y+QqnRyjq+4IHda5ZJ5Mi/j4MS5cyyEBYMdS/CrO/O/sW6qQFfxK1yszZ9ZVRlCiWJXBweLoqpq8GXqr5jgnkgAydvleIFbf5Op3lVOh9/Q/Ernha0jl3qfykWOSY/VnZcbrPzUZqm+hSoRq6CPu8XDO8OTxxepIMReQIFdN/VqrJIAoag1TKEmWDHYf8ZXhtVXNRFPEz6j+0TWSq8hUPZvdnhijLVL/pdE9E2b6cJUFuPeEln+1FbKqjgCqjbCKbEafEgCxvWr7GJo9LJQWjv449XB9c2UULTW56Th8BS9W5QoJpLdK6RrpvNnVonL+TvPBn1yh0g8dEKtr37FCUmVZQGvuCWeNRTnbVI5d327JWqrA2yFuv6iBI+/3v93+S9nVrot8lhJB8Ctzz4YrVuWyu/omjK4vCvF3yQCa3tl1fgN+iDc/e8YyzKwbVUt7n33t9V+rExAxNwKpVe0czb2Osd8vaos7IFb1xCrhItIpJAEQP+5woaYmRJD8/OTaXaKVyYWOEvTFtbaZ766praG+2faclJmqx3aI/czvYkcpvreWd1QzZpHv44StwaxewxRBXs1pwywJEDdRxtmGgm/4nodhTQp3thLE6h4iJlYpczX+5MvZMx43rFPFqiYoHp8V8JYYuqqm5kESwNpxCxGrtWStit3IEXdcZwT2mbzxMapmspjBVGgzkAmD4scs2e3lDQtIAJwsJf3x2LU/oAlgH7YqwQcSAPpuJL+iLYrUpQdEbxWSAMbZcuHFrNTJARCqZr9KJQGga8HMa/X4c88MU7rHryx5viznlVZSFeurc18v01qwKvbGusmvKQUqz7sfG36CB4jeqvtFIFY/MFKVzOsI2pyNieBksPKUpKpqAsjVFshVJlU5W9UdQPu7g/zqtcMmDUglTxbz2gBJAghlWfqlxisUKtD1lOq/NP60bXJtmoel20+u9pUee/bkD4igvZVs55VS246aCars1dTvr+F9JVczB7HqYUEXNAc9nnbpli0m+x/PvfSCim8uebxS2tMja6tWDHKUphPlTBIAeYlNroqy5G1DFHgDPJTsl8hV8TGzAYNYPYFNxwyoRlq5F+vM0L4PdFWNnRSvWJXLLkCu2slV0TIu9RIJgD1xWGpLc7QrbrEq1xeVPGF0tT3230eW2yibXJ1H2o3HbFpvC6mJ1V0r3pl1sa20zueXHncgAWDwqIVG8nx6jKK3OlQmgpTKR2WefKUgSKqW7d+D8eoTdUUolJAtCkkAu0dQMatS7Pedu891GeqSAUkSd1gaRZGq+efIpLcaX5E8CbLBXyLFrOwFYEGsamGnzNVyi1nxVBGkaoGkqmpSXXqiwSOP5YEl661CV9XQcRJwWBMpZzGv0gmOlH50etdKrOafkploQ0gA6JBJVazKxzbhX2aUSsVmmkpOAfCxujj35JIA0H0NHR3EjNDczyVVM1d+Dr8yzQVpMlhOzCk1LseJateeWlJGuBCr0zBivDrsVPD20jAxqUoFXQuZwfOYBXLV5HGktUrkqukCsWocP0jGt0xJAEgAWBZAPOjnFmBG1qptClAmuUrEDwYSfb+JPwmpmn/gx2Ta0EtFZq0uH35VSgbFtSVKzLtLOsqIglaucSumJVx9NjJVLQsbtdFUQIa8ylot+zzBVesLd39J4zkkABz9qjbZw3X/7Se9/akSHezbH3rzhyX5FX8CH//Pv364CWe8ny0TE6ulYSMyNlgTmzreVswKxKqJWKX/zpIA5UyHhK5TEgDx/LzWJ0tPlbLrA3LVakeFFbOSYlXl7MSX5YOrXnFBWfLFTRoL6TAuD1XQQuO9CYgJ9dtCPgtVZZQAONksiFWXG5cSd1CsSt9TJWWq7lvIxwddxtXt3/PHnc+YjKPKR1MsSQJA5yYLrydA2umxIf9assgCqGJVohtKyRndBjnth48L8Tk/iiNVVWNJqoXSC+Fb5+7jApWz/HO8xr/96/9jGTgo4dIisPzk/1xCPJDNQpA/Jktlbcwiekq1EH5ljCpM/pRBPqNYlS32K1K1rLhTCsFR3qhZTjErltZYCVVkqm6WIosc9e8lzCw+rRi+Zffq3PggU9XSP4uo65e4jwNJgHL9Cpmq7r4ZC5IA0BO/5c3GymhRvo0L8avXMEzlzXNy9g0tf5mufEsA5GyN/d3QWzXjY9JbHf/8p79clpn2UsvJzCzJxGQSzXXSslN2LExQ4oyxgA7LV6zK9vFlEIcFdM+pCSIHQFc+jCTiUaYqduT0NrLqqhY6oc5NcJToV9Im8a3cmasirSEXxq16iFUpKlOudeduWe64A2LVbAGqiF+p8Ybm8DOcy9CByzDPmTLr1oy+Uu0mf8yT2XrJ9FhJmqK5++vz/WvpqAxj+vuELXiLjy4RYvU1TNNXWaZiaA2Rq2UKY+aHbyNXN1kvIVZZTIGy6zJ4Xn5c3C1YeDrkvi/SHTMvlKFPYoJXaATKVi3xykcclojGqU3rxkWuti7DF46nGMFX8gjlTqdzkxy57Nb9XpEEyNNzoquK0xWH5c1KqJS/eAex6vKvXHEHEgDnnnkXHBpLKqtjtqBv1q4rSVvZZe2p/i5x53gsP9bb9z4Mv9KjLAkQ9SQe5IrLsWw09HPTkc9rsar1hC0kAA49uUoAlD8XlHbz6bOlhPTC0B4R5nl0GuWbBvZ1xcXEKgPHIxpUgIwwMzZ5FqooVmUz/vWociYKwc8tQa5accpErkICwNYrlG1Y/mYOJtLmPlTZW34xKtxdQqrmoXTDfUX4J+XSObv+JbLBLhPD67/u5RepYw/IH4NlrRtINZ02/V5EfRDXEYGNXE1BOuxjcor3VdXfPC+vh1RVPEY942xaa0g9XtE8cFLnEhHqdp09SrGqQk8CmqxS9FbLkoRL60Hmt3GBSvpnzb98E6sSlOY1c7WU5pbTDt5h5szVlNMhGdhQVMdi0MXpqhrDElapNndOnDH/LlaFxBFNr6iYU88gmnrSWM7IZI83LI7/lttIM7sFsVq+dfi1EJmrLpxSxh1IAJhj3ZSpOIvLPnR/V4WAcEbQ3J8Kozv4+v4GpKqNKFglGSpMNVQxWRVO8rWH1u9LOVZxnvNUz/ohWd9zpurXIMW86ruWVRKgvpbHb7FIAtCceRw+iFWQqzYCjyhOIZ5TLE+3HEfoqlqm05Xt+iBz1eph74JWcYMg9wLvGOLSI1C+BMCx3SknjbVZzZhszJJiVcj8+bSQVEdbw9vlurELTUgjtKniDkjVcxcoYozOVqSYk4f2LxSzsiOqji3TXSHHlH08Dvnc0PaR83kiAVAn+SO4EcGBrAnj2pky5oNvRq3HW6hYFU4saaEnXVUiVmu+ZpYEqDk2xEOfPODnz+VMrEpAIgIRZ8C08L/1VuMGbaHgsEg1u0ANEgC61ufT6o0XTgI9OYkkANnNC7qqxi7bF/Oqa7maiuQIZO3pHsOVsuOP56pYFRarZ2JV1hl1+ZPSAcBU0E0AxXRmSADo0aV4T8u7miQA9l8imnVLxuoNMa02zLNjaEKCWHX0zXuqUNt49eFdoDAs3RzDr+R1VPB2/SdMCGjoKSSNQKQq4VP3Z83Li8etyj8jSidwYTKlsfrxBt7NwEEVI+qMzfcq6h22b7blL4KTCVnJT6Apda1uDXLV7FvkAXHwEd9S2Zhh/baNp1HMeVWa/yM9AHLVbInxMldXvcCp1AKCub1Tjeq1jlfwK5cFxYo7yFQ9I6+wJv2+cawzW1V9Fc92uJgVLk1PRyXHsAF4QPy9g1aXrqrNc+b3aZ16x94YkeEtlxAka3U3v4G+/qm7mGgjtdnpVXkW+PZpNOrOC7JWTb6pJ1aht+qIZSv5sx5dlqqJYS51WLxWDY4wKNifsuYppHhVpHdAEsAGLG3qiC5k6Gsa5kq1bUIjcX4eHeMmYixcLIvfZvOiO8e7i39npMxVrhgKCQDNhFpiWCsL+FjkYfF+49PAd6V3n5v97kGmqh4nlanKiVF+UBZ9Fxe+gAK/sY9CZdchU9WxruLj/+2QqvK10Am3r7VCrLPW07sgVQ0DVt26qib7Ablq9iwjscohCcWsLDGJAjZlrarBKMzcDRIALhzXauWu24r/O8hV+4AfmlwdV1K1haVYaOOWDPBWiuSBADLYR3BiVSbUarOiFQIxlHeJhhlTq6EemfU58Cs3/CEwetfiXnXq4FcH3JdleLXhUu8PQ+aqm/R7qgmpfg9/Ms0PVvk5d5ir5g6mDaFlY920CNKZPFZNrUx1gkCiNH4nLlbV5mku6K3qTcVKrFJAgiSAlf4ZBiZXn190mFKiEiQAbDskw9BSgIpz5P25NRbwhKB6q1Llvu5DgzH7ROmqtnO0IwTBERPxnM8eOTMljEIS+xSqv1q6M64We3I7ipCZmfwbYr4wED6QADh3korpfK4ixKQ7ph3ceDZFiu/3kbUbD2j6J5J5+KQQIIhVvYG8MW24IA1nPQdOgmrJ3e5khQtnIcfcB85WbQmR598i8eZrmBo4CWhm5um0BdbWR3zsxKrSrIPeqtnLGBvKrnt2IVPVhV+txapc3wVy1Ry0QxyQE7uho8q4dAioTNX28AG5atmiYnL14UWbFfArB4iNEavr18K3LFNCSZO67VyQADATQNNIy/j72N7ulAQ/5DXAKguQ4HWVvUL6fCZB2ofyKshYPXT9250ezwiKtimMWZYxi2IqJ7P428CbqOaklXYkj4IZ8TIO4/TVjK6qZTUxUObqFdsJhnGhD3ISq9zuZRnmQJmZheLwqFkiCUDkqn9QOr6Ql7lYpBr6oVVSVS3A2lwoPHIq9eOHmzpSD30tdDYC588+aUsC4BRTcQTM4IJSLUVkbO5dyFS1LFKCFIS41y+pfoVFqh3pu/jsSR8QQEcCqD0JgPM6AMWsHJ7F5OoV30CmqmNU4Gnx3ZlAqhEnzHvmWRJZrthPmDeX/pTrWrRiNhOw1HbtqqvacBb4/rOht3pYWf/5T3/pxTYovdVrexqlB5OA7Vt+3hqa3id/mFTtY3C7gros/Vf9lis/rOpe6K1au+sGuSpBTY6oeAW4quwlRGMVqdp23LlLcIRAuPRniCTAPe9gPV5sBL67+Ghn7S/cri/ESveH0O27E3sgAaDphXWDrDVdVZO9vSUBQhtkE8/zlwQ4yga0H5OvdXAPEgBHRO7E5Guo1n234ONieVTWuBS75WRFXBsClLTQsK6qcdxapgBnt9swJL+M1fVbl/n70RGnNiAzT4fGhfC5dolOCRapZlTXbMPGSWfauABPYfGdi+SqZIBD+8XqV0SONe5X9P2YTNvGrKtZqzSRFjoWC9VPXFsrVmWfycjiCknhZpQEG/+NC0gAGLCkonsjnQfzx/LaLLy8u5dlHL47+l7/HtjijquYFYhVRwRfj34/OWnp329l3CkhuZ84chV1n7mySABQpqrUZACxekT51bauqsWo5gVrboLnErHKTgRy1WhWCxUEWUjK1/9S6fT+v+jnTlny90H+SK9Cb9XsXGon1WdStOqqMrnaj7/4f2m7uqomDHwmjP74NXTnmrXqdhPJYkCmqq3vVWxyo9mKBcGvfMgLd28jU9WM0Xq2wg1iQ3dIsR0pMYhLh4A7Yx4SAK7YRCN6P2PVHo2tWBPTIHCxHQJeYzpOLJ1thgl7Ipx/dJt0wKt0kKvXiVXagRdyFdcRAV56st6qD/lDSEJX1UiE8B/kqEE/FyQBrH3tkbWqyHgU1TEgSdvL76JDPfkWMlfNvrUMk0cWx3u8Qmr9G8onVarbGNdWwt3Dftr43utf4bNQBbGqW6dSpqpsrfd6fbMctutobo/ozANl9dJ1zFw9/jtOVhzs47087Wv+d1qvY8wyBg79mLXGoYnW5bjO9jQME5OqPY9Ywmv1XszqcsaqDGSSmYlLj4BIAhA+5oELmap261m6I1UVHiBXbQSQHOMxb1xwsarOBzYTfnKYUlVy73NS7UNy9DeuidaqvbYbJAB0duE6jtq+LUESwKePbXEHEgAmBN9lJ30gbvIeshsqi+uXqtEkBJaPEnIVxOq1fqcpdK+ZqnukMBe0rLRW0nnvW5JD/yL28JrB9XL38hqm6auXr7V+J8VlGbf6jDS3iFWQqy7foW1mylzVLsWYcCWjw06qHkfJOux5Vwzk6h1yVegh6BWbsXt1Tzr7ifO74nu7f58WWqzuqy5DAsDW25uuKt3V94IDC1X3QvV4BzJVQaq64guJ71PmKi79esqUeIj11YbXFpuJ6Fg10mFQPNeRjHCQzUdzUHNl+b9y0o1iEfzqgBQXqxIJAFwbAkysLn1m794mVoVc/YYQtNGTKKv3XHVZhXBUKjIBt5JjnS9SJSsTs2n93oReb3UZXyKvgUuDQH+6qqZtG5wAMzvISEX0jvNG6Gk5IgqO6qpKwiBX7aayxweZqmasUALjExs6WjljPqgxmHPGPIgfg19BAsCwnFDriVbXDne131fK+UCs1r+8CtvPvFUxUqZq2OdWjzOdJuDTozSaM2MY5JMexXeeqsfvp4fEKmVm0pH3MIAFQb2khzA2IpmgupIFAnBU2dhL/UoA6CCB3IbZnVXskTvIbqCratms4JhDUSj+oFJSCDa1BQSQafHFYhHvP5JP8XGeBJORGuxGtXHLVIU/ffQbZwDhcsWdvT/Btza0yK94pELdyYMJkW4drSbgXTrf0m1YHO/jmH27oOk+zj/ogzs/Va++81sFAj2DNWmxCaiPzb5znLvjPRVbWzvwxiO2n1z/8XYC6UZNl5VUFc5Cvft6G45zhA9SxHe6sOeHb/tC+IGF4jKuMwIUa6fpl2EMLY9w1/xYAkXMOHYC1iNilQkN6K3afepDb5V6tqcq99fCjUyp+0wd1yMlO6nQ8TOTQLJxMQ0zNisszgYJgDM4u4nutTB18+67s4Gbr3v4s2n55slHi3rFd4gsHREvXHNd/frQLDx+7q7W7fGQqLc8Vv1Smww3Ut+5dqAieHy/UvEhvvcf73ub6H1bvf+6ll+JAAAgAElEQVRL1Rhfwn0cOGv++QvvolXk79QcUDaPH6zkFbfzZL70pG/U4vbJN2h7SDaNsWFqXknMtOn1wHSKdIzHjZI1+cjV3J8Y9uOGFPoAIpwFm3kWfIDSuas4vRDOtQNmHF7T1/B6/dKlxTwmVkGuOnhVmkDw8UqRfkbwNg38yKizkavhRt3cw2LYmR0PZlTlHsO9wURIAoD+hA2LT4BU5oa/P/jfee4KX1ohnJ+fn3SFUJLRSjONvg2CWtSF9f8reD1eFuw4ja0/bwNypekV3UukmJAc+3WqrDny9X0pAMosp0abUW2O34dYoJqtNdz6IacNxrChbX4D+7GRqyCAPtHZiMNSxohy2kEZh0SqTqJFy3k+OeNGOcjoWvINYvUNyzSupCpp8lY533lma0GI1Y1ctTUmxmB64eOzkgtEroZQmXiC4RoQ2dCfXHd+vWrYGJov//nOc598Ry2/laMLG3F43wY2YiEH1jIwP9oUfg9c++Mcq/aY14PVdz/5/jv4K0YmzzGst/h8LSafqJ3hFqmJGpz0NZAhccFNlU9xHRGgwmdARYfA9B7/AJB1pYAFqhYejFdnWGROKeQYX7zU2goSIRJ9IkAzUGSubpiM4wvJTgYnkUzVLZOX/WrNWoVfaWLR6lu9Y0M+RZmq09hvAfJgxKpbv+8OIRHaRPNNaJlaxITR0qFS7AvXEQHJxsRiVWcZgotMFsNr57Rki4g9a2+u7D4WqVZqA9mFns4vQ1a+eYVnMxPctm6PAgo9KbYMw/QxiOfZZEtgCEFegQznlSck2QhU4tbalMgjyDHufQh+Z9chQ16LG1f+IAfrfLmliMMgAauxh+yx2c+V2WxYVBQDva7Le5cEYF1VIlWnry4zVZVNBCJW5egXLj0CavwCueGwEBRCOwAkZWRAApntRmFDxCoSyMw4IfYQNor8gSyCxVJkgwvDudd0ZssG7x0wZKraDOZ1cqi9FEnnDIcBOIxZGzCYA34aibKNaaKsqHPs5ZxVVJXRE9Kc5LOSq16jXHs3gVS1r6lUsSpd3EHmqoHnYf30YehXEoB0VX8Mr9eP7vnAAMQqSFXbsHOcMmOy6CJXv9sbxW99EUVpEEAu6NTAL8e/iFztneAwDPrIBmdg7lcFdlliC39fJVta+JTE34DMVRCrJhZDqtzbxqWdeG9iuy39dT3Pl+nbSeMQ1xkBOXhiLzhE+FFmJmaEegv6nktQfs9j3SZCPk9rynorYfOW1tA0TTLC16OCZTW9iNYouY0iGpOwEUpX1WY7CZuT9VUgViPCb8pD6Hmy6IZbin31fYFUtfW/bZH6jWm01XV6jz3I/LGYB8VdrEJvDz09a66OlKqB64RAvcWqyunMXscsjFU2G/Sr4i4kEGKTDklChbPrOoMHuqpmv1KEsyv2gFy1j4+9kaubrqoqQl7O/CFHSx4Sq9hNNXWaa6zCYG9BjsHrlVwlUhVZ4HeJVSI32HJAEGkh7DPuyLFb12QxxwBczjuXYaRFKPzmdpds6/deQJQMZ/iV2WREAsClSef6+22TbOKHihzrzc56+15fY6U53pVM3nnudS3hIH9WvXnKXO3lggSAuacJGyFW/S5IAoBclaX2OLxev7tkO34WVu9dD4hVkD9GatBjntwnwXHBUbrVWyUh/l4W5v72IIUK3OQYJAHcmPYYe7BItdkFJADcXuN3R29Zq8hU1dsFz47XiuV+lqPugiyAdV7dQXodJADMHkNc4BXyRz0J5KoZ03lYhh64Z5CqtpFoHOgo9xX1OWStukd28q2mE+aXYXi9fh1ery9kM+3M4QGximxV4wTQ7W98R48Ehyc0kuXRnSQASFXr0H+BcJ5Jb9Xf2Lq7s6fYA1LVQaqiWFVQ/++FXJVwjCh7NB5JOWA15xsXiFUbsboscxcZ0hizTFbgJwFw/DUkASxkNZ0PZMmEG+Gqmp9QlrN/NmY1nxWooYIN+Zb/A9UaAnqrdsxaJlen6Wt4Tb92MSb7e8Yw3CRWQao+JVXV73siOK4YptzbE7kKXdVQpKpsWgixiqPNlgl12zPp9xFcLFJto9WN1ZT6yYVJ+PXYX+8vepAEQKbq2T45Q3X9z/dijsdRp3rdIkjLe5gv37OdIPAW/hA6sXR/7QlytVdyVUlHYMKiswDSx7wiraHftEAxK/ssu72NC4rFX6/fraQqfGvf/zeI1fsDW+Gj9uPm3ViiCn3YPMHxAFrGpnWNJJCqxkHJUwJA/3vRW73rlw+stpqftht7lPYjBny9MSqvgHfEctaWM1dBrBpGnJVcfUqOgWK1bwgqaaBYvpvnuUQc5nlz+W99Rqqq7wO56iBX56W5+TIkAMx9rrB5Ml7tM1dx+Mk826as8Haucfj6+t0wjcgC125W/PlPf3mht6GranOMC0B+PKZdciNQGGlcb3UZXphQW0zl0aA/rMWsAplii49pL/4QnX7vyGCL/Xv+JmiqpujnVolVSACYrWe6LQGwfyZoVes8myfad2fbKTz/7jtArBq2K9bik/TXJ8yzZI21N9+5a2/n39HMaW6omBVIVZttbPIIj9ZYO8JwmZ/4Zzg7LvFJnOTTBLk6Dq/pl2F6/XgUjUvso+dtWqiU1xUpAJCqMUjV/U7q805t7wkqTJO2VquT6UuK4e11sfWLngz48mCSBCBytcWFWBhjaGOw32FBWWMTJnhm61iGkTTVAFEYB7I8pTVyFZmqsUlVRRrCOU1Iy3jVphbt8/lO9JCW+AWrYnHAVF5krdq7kHjVNrLroKtq7mmRR3girXF8tvgV9NdcPFHdviVFzr6+fk08DtTxOp6ZTF9XiFVIABgneoH6vDmCIxAu8pgW9VYhAWAzkXCLDEgCuFyxjdizZXqFsx0XcjX+nUq7tblNVWJvCLlacxbiRmQF5DdK7KrbbaLZ8d1yVbdf2vkPax+z9nIGGK9Mxhzn5AnIVdu2KxGr9WfXkXYo/ErXzyKrQdiExkeIVbKdzgcnw+ezsGHF4JBPfb2oWBX4wHMXj8NIReDIr/ykAJCtGptUVc+vfbIYN5y2Ra4ugwSn0INb3D5I9/TQuMxU0AqJQMYOrD/2QALA7p3rjDe0D6CYlRX2+otZkV5xurhf25sIGpIAwJUWgfrHK8Er9DwnbS/EfJsifmL4FmQBrGvaNWu1Vn4MpKrZL4VUjSc/95bbwGLr1Alqj71GcpXs5jX9yuRhjIgccyRJ8WzyqWFaOR03sQpS1dYpMQaeViaMcYy5FXJ14p0NXJ8ISBYHBSdVfCgcQrJbSFnC4Z7Z0pNaiDtYpLpGqxgjVkteEOdb6pYEALFqsoqJZEcwjsdxGsdTj+NVTQWtVFthO6ZOjkmqbu8kgoP7IosFl/1Smil8M0tWdju31snJCuiq2khVwid+Ji/51DzjFIdt86ImcpVO47xevwzT9KOWYJC2nbRZQdmq6+XIWAWp6lqmxuq9FkiOONiocwbVjPYaGECq6mxjWxjFK+JABAf01c2eWXPcwSLVFXEpoxdXHgTGao/HQVfVYDELZaqmIFZrlpGI6221jleQAbDbxUielWDDApIA9n6orZiVHG8XYRZcRwQ20jmBaw3LTJsW6AeTHfKmThVGSsWqvobp9QvkjnT9RTGHSdXN1i3EKkjVXKQqvbfWCWOaOFEzuQpdVZeNxCbIIAlg74H6Yg9lnNBCzGVZvf59Fb7q9fML+m6RBajFUJGpajMd6KqW41j1jVkpCPly+udaS+LoqpraAHLVstHOp7xqWY9u2qHX7K2Hu6VYlZp7xF5jKURnNp5a5jvp7YBLcheuuUrFqihblYpsoycPNkI7FJoMcBCrN3wp1S6DOByyFfRdVKMkAEhVl7ulGvC/2a0wTNgWG66+KuXv3IvoS0t3IFO1FFuVTdNa4g6IVW2CAh3/5yOnJVkV2lL6AlV8f1kJDvTXGQFxqByFUUCuusjVteJ7wWab4oh7wZ9vbZrCJtX6at+Y+btW1NK0m+U2Cr3Ibl4TSQBsx9wLbWryZlE6zzjRJuC5kJeBWEW2qq2XUrrBPM/Q8DKzP7Sfmtyh7r8wzfGm++3L+0sa9FPppNFYNmNlbOzwGhapqvEyWcQGlL4za4qPeeNPqrfXQqxCAkBvESNJAMhuTiqTwXs8EVAEWQ4CwdVE6Kq6EFLHuF33xfg7ilm51rwl661CV9XcewqbHDFRrSOWecQM3dBFUvsjJavkFz9FV5WKVX1hpqOD7KCrur9FQ6yCVHUNMH5mGe6umkiOcF/t+aSFk+k9b855G0hVF/qpB37ordp7pIa4k9pmXDZc3t9BrJbXJ5S59t4WKLB50jjsO+m7BhIABZrs2iRVkbpk28WYdbYfIZ3jF9VxWS4lsmCLVo8SIUMFiYq7xnGYoKtq6BaSACjBryAJYPObEiUBiFSdOCafMzKLiwEJGyRqXvYicAdiFaRqaaSqak8NJEdC2/58VfHk6upXJc/2s3Ve3iOVvFuI/ThD75d9/EvcCVlj+s6Drmq2kOb54lL1VpGpau5AijZQGvM08Ey3iV+Vt9kOQtUwUlEG+E7/MZPZ8GshCWBHnyQzy8qug66qbbQqgVR9cxizbChj48K8cVFK4qrSVQWpeu6rhTdyXtbMgwOxCmbaFKRyT9NArDqmW0upQi4gVXU9V9KxOCJWc/t3zsWE+d2CSimD/bGdWKjaRitYdJk+ddgTLFBvFcSq3nIm0lYtZnNUNr3KaU9Z3lbifBl9ZbIRIscKSeph4od8C+OnqbdIEqAUeET7EZvrur7KqatqWvPJiQI6ZI7riICkQuT3LSJTv16/Q6bqyURlS4CkEVzHuXbEKkjVUknV944PD2h0ZAZhad9XrLDII31p51SoWFUhE8bCxrGSiFUZ0ECu2kyknEJ66+CGGGjpLmSrFhburM0pSXMVpKq+q0RXtaR515b3IwRrTRYfv60yXint7fjvc70Bc/YzQtJHU5HFvEgSAJcZge+ZKKBcl5oD5j/ingsB13uJHCux4JBkhI8lHihwQZrk7zxzJ4ySvE3/kq+vv4C0hgYajjosq+HmSldiFeSPlVTIaOT7V2MX1bDoWf/zQsRqKVup3Cboqtpcp6TFBshVV5BTWRz5V/CQAHCMVsy0uPoTfy8FgVIkAUCq6mfTfPy/WOZSFXwsxZrLaEdZxGpeuaMyekRHrNKGAFVVLnOw4iPvRa0nyulJLv6akQBSBZmQaKSzCdJV/Sp2sw3kqt2Pcxazek2/Dq/XF7LAtW41DaOnZM345z/9n1iFWew8586BrlkgVx2Ti2L0VkGq1kKqqnaimJWpx8qRBCh1EVbGkqfgTFU1kJa5hs7effmKWUnHFMptZO8XylTltAMAlL0v7jYg75wZpKq538olVanNfCyXREVxnRCQzLpceqtEHEoJQVxnBJhUJWwKhof3LJAUbjRfCjup81ZJV3XiglUFG042hycJALuu6r5p45//9O8xchg6q1Rg8k4Us1m2/4uzk6s0qLnTxf0/qKU7y15oiKAEBhabxeWJP0oCBX1j6ptxkYrGMN8642WezFXyqzrxStFqFKtKgXK8d6ixKmdmG0h5Xf+WTaqqFqOYld030+utoliVrUdKlQA4tln8ith5TD50/alSJFKttcZhGkgCAGPVuTdEAoAywP1tFcRqZaTqfsCPNx2t/cmZt8NGSqUvlZbP3bdlE6uEDu8WXgiiuRFN/f5Ug/3nd4FYtfdzwdmqqQ204vel1luVMIex6mQyq27pVM0uxaa5WrH5B2966rFKvW+/CLuyIAsOQJEPFOm5WnABuWo2Ijm2rGpcxDc2JQEQ/031vUFhU4tf8cyDtHpBrmqNLZXeKmU3v16/K1KTtwgvJLkaLpLnf4FYrZRY5aAE/R+LpechV5ehjp14/xAR5s6SilW5vkgmi2UfpXF9Q+y/p4s9dF4IPmXvT5ypim3vqZ6fThIAEgC2Pl2pn2poVSHH/TMqUtlzKe9JN17JF9dEbqTuIyn+UZetglw1WwnNPkSPNq4lgVS1j1iqWFVNsUckATB2mXo2vt4qkao/hmn6pbKIHDfWyNMpmec1DBdJVR7/IQVw7qDI40NQi0g9YQza+NgPSy4JAAkAe5eWn62q2s/6UchaNXZnuriDTFW7TyFTNfYwkvr5aTI4IAFg6lfWVeV9tbrIn9R2WuP7Uo1bNZEbKfuxRlJVLbLfx5dTAlbJu4gbY3I10kX+VK/tRALl/dhxmMbXME51jlfsV3OdbY/ds0LvxfItKXL29fqluo2uFLjzDPCCruq+TSBWDz0Ub2iIYwqpJopxWh/7qaqqZ/xeXXgRRpl1sb+prucftc1qWnCAXHVQehEn0h+DFJzK0hHIVq0rIvq1Nja5OhJ7iOuEAIpVtW0UaebL9Wwgp+3tuk+eIGvVbi3xyFXoqpqR37CpaW21/x6OybxUx+LZ1M80yw89dlE25tfr13XDIu1IUP7b7pOq9G0gVisnVnlHIxHBUb4z6FqYQhIAmaom26hJAkBrPcs4YDPV7PnxYo8cD6p1spgmVoJUTYNzjreM67geerEBCQBbb6JYVQ5bT//O0ONW7fOcWD1ASxPZF1UZh7HelOa51M8qMzN0ZE7zBfHeIoVfKfsw7DuIAMI8UI/pXh6hdozmVW8VfqXvayoUF+oiu3lNv3JGJvDWoEq4PChADmJ1h2k4sw1l/v7PCT1R9H9zDXfGJlcnnj1CKcZsC7UO+rSLiuKVIFbLi3JrNj5mReV1TcAWhc/imLFItfQPlhkBjbfAR8WeJ9c6z4ndVS0d40bmqmU+SOTqvAzErYaYmkBX1bamogxw0iuWq/rYQ3IS0Fs1dng4SYBxeE0/hun1Qza8Ygf/2p5/o1jV8RNBrK6I1Eyqqk6NPWmszT8+2xuJXOXt+G1wqxuj8K2vfrCXKcvwHR6app4YOva0YTexurgtXVU6fo1TYHpbCU2sQgJAjzN0VWPFqnKfqwiyEGNNiGeUi9STlq1l4BqT85nnwGmZTyAu7Lc0O/lmguzpRRqQ9RU6e/rVPr8nOoyzDRvyK7WG4DlPCPPxAbKye0KQq6/pl2GafjRlO8G6kcX1n/sViNVVHDhYx2R+UGiCI/PnhH09p9KHnBBBAsDVQa0M/GI52Nsz9Xe4uAMJALtPtUWquuIH/h5OewykqtmaJs7caO3MSWvfEzYahBuzoKmq6xmRAahbV9U23wlnP2HtuoSnbeTqnRhEhRVVNibm3Lr+pKJDraytjt/HchszMimNsWcgOZJ7Xj6NX8Pr9cujY+733lz+rzhSPZQAUF/ZPbF60z6LtRIM9vquoeGZ+5oFgEL0+pqpinHf6AutDfwzyQKgv439HSr2tGY3QQcLJWAGOwwKa+kPe565SovV0r8yX/tIAuBYaDFfa0K8+Q6hEeK9dT1jy5Ii/7jjICBVrdsVtzCtw4YgCWDvJ9KEvC4LKXFromrcSGTQAqxI53vxqnzfEr+iZfqdeFz+94VoIek8X2Ix1k2u19cvwzSSb9EFfFVfUPHxcfqU1njST10Tq5cM8wnKiX+78OIbTqOHPZQkgOiq4jIQ2Y1iQ1mrrcaNZ7YsMef6RPrzra1OFp9hq34dMts+TIuCPgVckAXOZ76FbFXDOEULjhb06YI6Yl8PeyIJgPHKZCttFKtyeQLIVQe5SgWJXCB+/J02OJ4Vjrn0uupuFtK5h7hDahuc9V5dH8VtsPInVUTP723j8PX6daBMZ1waBN6kahhrA7HaqJWFyh5rE56n5CpIVZtdtD7o0zGMpVHi+L6/Cyv2NO60bjvP8L22RLn/LvyyRATuZq2CVDX3pkgA4OoZgSdjFsYrw4bFOyuqdcuS7DoiORBHzn3NkgAEkOfUhfyJiFVcOgS2TN4elh+8aTHDq0y+cEVv9TUJqYrx6ogmMfeUqfoKmijXLbHqGeerju9PJoxVf7hP429LAkBX1QVv68Gb54kjMleNA/7ltFXoqtp9igwOW/euuNPH369mrkICQGsXi5ScbH2s+vx2tUjtYfZ7LRpcz1oVcam+7MeNacu6qravRzErMzpEOrs1ISkmTasEgNvOeryD9DHHqS+iEeSqc2XAmzq2a9NVlUKCuHYIEJ0zfgUlVenpXRKrvUwrQaw6QshlcpXINNpRRXDaIyt2Jrj0Ag30Vm37qDy0eGevwp9cU53GJQBcn4+/fyCwzaNN49A2w+klHl8xEV5esOZYj+P4W23+CmRd3HuFXO3TdnzMoM1iVdYv54RMylztZWXpYwef9/iQqyIB0GNMduPJuqrDi5LrursWkpOA3qqx37lqjCH20Hmcr6+/QLEqLXq0u05ZvOGdqjtitbehD4O9bRy6KAnADoiBX49oP6Sq+n6QqzpLUBEWxOrzGTAr+D9/DJ7QHAIyrtsnhJAAMI1UhBzG8eacIsAHuefLYjfgf3RgS0aUYNOff0Fv1eyA6tiyiXtWBZkCuHBzj5CEFdLG7DdDnnKgsG+hN21eJWiLWZGu6u+kKFOH8dgVCJhQ5SJ54S8Qq+ExLe6J7slicU1O1yCO1h4ZYSBVrX3S406zSEeNKF5psQxX7OnRbvyDG4hVf6z6u9OcxYHj/yZroEzVCaxYf85y4YtlAf+5oaXGMSE5+iMN3fApXPrGBuTqdXIVpKrNu/opVmVDgddamA4bITrrrY7Da/oxvF6/uEN3j3coLedIY3lXxGqvuT8ucqNHv9q+2R2xRZaejjj1jZRxsdoxMDLWQ2/VPinSR14sUK2oIVsV4daKwFkSQPys43DstJipWwmAIzSQBDAZi22+jDHrEzXCSjDpUALAYEAgV23kquitvseucRwmFKsyAEabFeJXiDtiM6zeh0uLwJ5cJV3Vr69fuzw54DaPcRhflKkaj9DphljtlVTdGxkIVpvLmc8aLFLmAgtWDXwY8Kki7EqsxovT7rGi4DuM+j9ggExLMxSrKtieS2rapyQAMlVtfbPSPyV1X6a2iCY6Lj0CSjNeZa0q8hBznTOpKhs5RP6E16mr1T6FWKXWY9Wp60PC5vtdlwGEvN7ON1JVfAzxmj2K9VYZkVrDQ9R2q0QfkgBYxskhFhW1KWU+nE4sTa9hmeKOVyBWy+z+aK0CuWqCVp+5SqQqBjX9hFoN+MBHNG5mLC6MROFRHwk2o11yrBNGbMtHGwAbe/DnIgPEqrZ7KUuVcuqwOG3M+uN+jm6ujHFrw5xij2TTxV2kxu3lOE+Pl7VaAqH0fGNmZtKZtB8f2E4JUMQxnzWRB2vPI7zvQsnDqo35xAbuFsQiPaGMeyb2MYjK3P/gokxmwv6a0X5uEqX+cNHtDnmlGMO7IFZTm0JIIwj9LBCrNkQPZw2gq2o1vxQBKrT9x3oeJAHcyO516tx393oHhKRMPc/Tq4eD+d25dNnWOAouNOHv5LpUjIGJ1X4Lf5hN4i5BctfOwi2QuP/DPU7Px6+f+WlrVP+dzy9l8rR1lyDb+9fPfmdkUj/kwiJTF3i+No6NrFg/gvz+j4OIXtEyi913Yhktum61KLvd3Y2D7i8mMoslE9YJD9ZaW9wZd5Xcb9mNp/86mILbT4nRZp7XsjnSRsVrGEheg/0jxttuf3o3P2yeWH0S+lq1ApCrlp5lEZd1wYGdeMOCQxapGOyP8EwD7cQj5hj8i1NcnkbV/UT8ycPuZIUSgRWvd9+W8+SznsJb4u9X0lAEWaZnNvTwiObiU+jQguF7/nsD583yQxlIPFv2+7z7779KWsgCPhRufl9Xw11CONfQ0hxtVDazbly8myDZdjkuGiOK6S7eyGELygFF0e+k+MRzZGBz6ie2GjYZ8S+V+Vx0h2ZoHBGrIpkAKQCBn7xJZEew9twM8p0swP9DVbmnosovnCbI4LdsqX/+07+/P7vN1Ogrr236464A8XEv6ZTczVa4/dKgP3w6YbHaBWkk8aTIduW1rNzHr5ZlxuBmMg8f8u3WanadZD1Y1D232idPUHm9QUNBMw/jImiUqYB16mefLjRdBAGkM3Qexzn7Zz+ew4COBqQKUDYTLIJ8yDJMMBU7ku8sIAUUANPGIcCyJWQwAURFmQDK3lZk9kcxZyOc+b8tSNIwBaF5xnxQcRUTEaqTZGJ2dDjHOdLLHFCRqvuYMw0D4YXNHSeGoW8Y//w3/+HaStmHNAjdyv3zvNObiTxU2YcxG1Tns+fbziaO+zwv75rZhUbZFJi3wd98snK/W9Zv9i+KeeltsoYNi7u+92yhMA7fK2TPnhM6FpTyPI6pyzR8A56PLlEHBgHLgS58V+TeZ1+DADLFZZCrn8hMWJ26SVXlTpwNJDnzuM4I8IwC0DAwnFGXVS6iTAtVmarHlBWcJjD3F2+0P1dAKtMgPFvFxQMpU5UlAFwJT54Pbeg2Wc3R2HQ+RbFlrSI4p+zy68RqytY9fpciVx8/qKkHULBmAhE7qrt+lfAkRKn875fS/wFOH/avquQ25RT4mIgIcC7mh6/Rf8FQr4ecNr3uCBVE7MBsjya7oT33ZVyGsU2B1AfYnjPAVU47WA49rFjECy4j+dMDy2v7p4TMNl5tI9XE2XW4dAjIKa/eL5EAEGIV1xkB0xFuxGXDeLWeLP2mVKa1WFx/dkU+Jcfa4Vefva/8hops87iuM47xaxgga5jUbRonVglLkKt7iyJHxKJdPzEUW9lPqKVuJfRcTIO+WqQljVl4WXUIKKpQ7aiKUhwmSSbyR47HQRJglQCozt7jNlgym83k2EaZwcP0I/0We3qkF6Gretc/JQ+RK+9g9NKCyLGJw05/sUcOuGO9cDQMdVTZlW04QxLAGJiU3mpPa1ElAfDaFau6G7lb/J0tU/XI+bCEwgMJuRbxi/lNHRCrtEjtPZleTIgcUUjV/iY9bifSE/CsXILdHv0kGsLqbrPq/g61lUPRZyNWJRrlKQBSepeoPMQtd770Fsdp38Q6zjkrcMf5rqdPVQVsbBWaQa7qKVX5rxsx1iOxCo9r9gsAACAASURBVAmAJx5IxCokAUwI9kmsivzTxIV1sLY6Eatr8SUXMhtR9MQ/2/3t90Ij/l0Zrwpx4c1j8inKVnVZT4Xf97DJm7SRHRsiqBfGUaQUcH3SztucMBwyXRCrTCp2Tq6qw7gdhWVPLzlLABx/yFmrqMx4whOSAJ4m1u1tRwmA85Qbmatm42BKepVt6WkvjKQfqaiOjTjs1qX4w88SALqp4p5A7Bsv/der43M9YYNsVVdvf8oA6O9W5Koi6V3P7Ojv4zwsRDx3tn7nwjq9fbSHWas1gi+hA0kAO6g/aT741lb36ICqbxm5WBXrq1b9HWEbv3E41wpTQW81bD/YntYNsdozubrPgEpnWrW8SR3/t1POFNpR5dNCAqnChLV0O9oZGYH9Vo5pWiSZHjWU+4oMlvbx77hNk+mOZpaSD9ZjLqGPlbk2K7ZnQG/VhOe6mcrLtX6y5kGq+viX7z3Tmrnqe38v961jekfjFRM/KKpjNHBfUlU9AKct7Ous73cV+DZjitKSnVgbFCeWjr2sKsBc3b1iv1q1atu0nHK+qjNidTsMX04XxG/JJoTQ0WzHE1bfTGZegkE8W08AdbOD6mlUXd+mNij2BJCNWCWw1txEGveRUv+2nj2SvehikyVM63E3ZAB9BhIfCQD9JByakOeQrLyLrK3teZH6OipYhcuAwOXdvZWU72nH66LxsLU17VoiZ0RSYf1kEfobAaNz8+hxj6cJfJGdl2WgqgWtXuRL0/hjmKZ+Nj2v9KWsrFRp7Su/XAuWE7na0YayP0KXJwHmzaQ//81/6Gq25Uuk+XdG2XeiWJVpIq3UavwpC5lKQ5y+bIuP2zpMoN34Ck16fVgJN6y521jTHbIdOHJV2Ibn09wlNJVWxGpNfZSmrf7Zqvv2QLvO1js0D2hcM5M3PkmvLo2VdvWWhY5jNs8gXu/STiQBIAGgN42rEgDHp0ASwO5yUsxqjTwNxXW2m+E1TK+v1qe6l2OqMBbU2V+Xf/v5A+IwXqy7iisOAl1lrCoIeyFX1YI8junU/9Q7dqCI1YbGsvo7MuEXgFh1gb3fyoGXuNDy/bucOmhTdVSpGoJUtROAYgHXLxCrLlwlT7rNi7J/2vyyYF+l9gBv4USSAMgIP/UFZUdTsZ1bmAbr2agP4sI6THU0/JEPELwqAQBy1R9s2mTnOWFDm+2ytpoGSADo7UBSwCjbNEC8IVJ1vKbR6m+dtd/53Km6JFap2++QarWZi1qM19buFO190v90vAVy2ude4kGeFv9IjUlhwoW9Qwajkad79M+9xeajNW5hiIRsjtLLpEwFgvZ6PnDI1oR71vTucOSo6FClxQb1d4gsXhCsNrttUdV39akA67BwHt/Yk4g5pPkOFWzCpUGAKlK3Z4BMAIUgOFq0mYC6mJgV6A2E5wXrSSaSBqCr+nXXIsWqKAsc14bAe3NqoVlgqKhDTkrkauOndTIZUsfEqjqu2soSdW9BQm+0+GXP/cSvWJV9CQZJgOf9UNsTVF5dbe1O1d5Q+ZSiJNneUux5P7xHrIYygRT93iKt9bzH6QnS60H8gZPI3oqbYZrXzFPakwRAsSoP43yenCIvYWL13maiRyurv6WlzFWanYD8OZukOqp8V1dVb+SrsBQXxw0yClbvS/sPIE6VJAE4jFUKj5DEcjx9er1QZ+FgoSqpgrJVw15SzErIVVwhEeiWWOW5EDu0v8ZmSOBjPgu6qjZ0iVh93uest8qVQCsdzWIaYIPPbrwQZ4AeU1HnqT+EWukG+KQCH0EL1GUeh/kpzIV8m1ARc7B9+EI+K2AzQhGr4leouGzqGsmyp6IQLVzsVyhWZelKCqRKpDBAj/OjQK6akGTS7T1m1Tx4EamKef+xn8WT5LRa+DURtl3tK9pNbzVAJEv7CCKFSQKAMlUn0Q6tOTrEAE9SVliEMMLjSa7lxRIMuHRR7R7mXROrQq62ldsJXVV7eFiW72Dxg8nVNdhhN/UT1va0SJGxanacUNmq2xt4ok4bqki7P8HOMb72rNWVP3+9MzLvTWCCBfPCHvReqIbKVl2/b3MnTKR1Xb5lh9Rtj0Sq1v0FhTmkqzlqwGq9EJoLB+Pf5SRKzUYpmxWxCI7bwBb1w3jrIJCrxk2LZeHipiQTVWfW6jRMUyDt0KK84VljJMtfZGbinuIjrSkitTFjeNZj26+7J1ZbI1e/4RwG33guAaB7sJpmxZtQhHJ1PAcIxEAgPKkqrYQkgK23OD9Y6oNUe0l+FwggfQeGylQ1PR3Hlk3IiEXWSzxDAiBnSFR6qxUH5ojwvfnniO+I8WiQquZRaqV/oh/Vh96q2bLJr1gSoCZyddUvIAkAVQguhu/W+sxNEz/+XIQzYicUswplKyBW1SI+wPHwUJ1y9zkzkxHxnfBu+3L+LmZmMpGrYXWFciIV9t1KZL1e4pmm1KoYU1hs2nga75VHICJUbh0WqDo7UbTbc1GTPFbIh5u4Ciz6d98DW6Y/+VW8q5XMzPAIqVzhOos6gFQNbxHXnzihmJUFtBrJVdFVxWbUsVt5Y3fVP405Xqn3glx1k6vX41X6X/A8R+mqTi+RA8Bc8KMjFi6MGF+aSGG/jF+QBNC6wvW1KIjVN5BxMhrThCyiNmhKjXOzZ7zXhVJE4lzpraoJRpo+r+MtbQyY0P00+ZWUFoh78fwi/mvifkSkp5MkAJOrKVY1ob5hGYYXH1WGX50WqpzBmyaLF4tUm0HXWcxqQqA0dCplklKcTDWQELmqgnJNwTlUkDc9R2k91zNmCQEUQzs0Ntbxn8/nihJjwyMkilkZKaCfcwUkJfffi7MkER23rtxGJ9FVJW2HZEMW7ZGAXA0SNEGs7mCstZgVdFVtkziloxvEX4wPUXqr2HX7hKgNYjWu7dT59FDFqlxfT3n4SsnYdW9/f1eLjFqKWdEkkRITmFQlcrVmLYOA5rZRzLGkNfSNBbnqIoDqyFKTo8r0LamIw4DGn+pRyfdxpoGyjuIUHUkFWpz31JS1OkFX1WoEqdc8GLPsPkkSUd+FZ4Dy0X8iVkGrfnTmdpIotq7q2YaY/5qoX6C3apot+2awgFg9IBjzyHiMKYocCeV6jDEeX/kz02YhQxLAZi7JVzWV227ZzZc8yRR9muIdZWPt8ir6u5xYKP9a9+ExWh3nHesInroXt4k8NQhziK1btuNf29yqXHxQrKrA2MebRnVKSqRAswZydaJNXRxRPpkDz8p4gzRXTEx1riOFJ4R9Bydakd5q2McGeZok2kzDxJmRuWwnyKdEeYj0GY0ZOSUdp2GA3uqj/gWxqoGvHnJ1ozceWUFzP1ZDiiJW030gilkZ9noK30E1tBpkgxaYtFl1qgmgWM1xTBGrJU6mudWUoEq5x3UXho42kIhtx9VVNTV+m8xH+7zKH1z2Ih66qi7zWoUgXbdF+bsqZoWNCx285ZKrRAC9cFZGuz5ehnHKn4mNzFV7wPrJxawKkwWgeeDra6ANC1wbAiLjqDbi8mMzDq9hmbApeNdGQawakFuW77uYJvtdLVlKyQD5eBGRqnlKu/ABB+zGnbq9uEE+j2FW/tZUEgBHmECr2gxHnVrIE/HcJj2xBADOVZiRynvuBItUO+0sRUHLzLCBrqol/hQxbKCYlXXsKtKtqFgVJIi0ZPiyDBOTLvkvFGs298G8LANp8Jc0bPHxf0hrnNfGTKyqTNVCAiJJAoxl+Hn+SHOtBSBWjcSqKJeWekFX1U4z5CJVqVW0l/sCsartIJCrpUYUc7tkmFe5kCom5hv8t0O69WEZq8VbpqoUdmCaLl8XnT6TFaNKy56I1RmXn5snA1y3dSGrsIIM5zKW8X5QIvmMbNV4/R3qyXJcmipfh3piY88ZuQRSIR8lTPwrQTXuQj74UjNyFKuyr/SkKJ1IE5RiQ5cgjXYzrbVUGkS0l3g+WIqNkQQAEavoJ/3c61XY3ItI+RfIVU8b398GYtUCWqmSAGoZhnmaPjxJEbK86EASwB2NZLB134c78iMg2o95fUpQkIVPEYlI+bvl1ALupWXtrQJ8S2i6EimpUjqvDFJVoVGDnmjOnivJkpEB7rCEogYJSAK4/LaMjUCSq0FRHd3KSk0nSiPGSorJLhvP8XfSW82ZIibrvHEYJ5IAKGBSmqMTDO/cJABKI1VVg6eVXEW/XTEbEKuuuRkfJy+BUNhohbKWYlfMLfa9aYtVub5mGkcMJKYBhV2qMP0fV4d2/HdRcy7hQr6qrRcU/Z1HrfPcMilWRSMWJmb6fitvNAe5quspFXfEmnNfyFR1TdzXv+fvqq2hKGZl7bQS9FbVMeWSzCZ3rJGZuly0pinxgiSAuVeI2MzFYkiSExWb/zGMVHG+HCqlCDOe2bNoI6fgI/ckB8AZ/GX6fhEdeWjE+Oe/+b8KrR9XBlwSGEohFSQbaYZ9G9aotP9TSmadOlRJWk3osGOHbZIAOQtL7FtVVHpLGcGPW7HPjy/LjkGxmqg66bXco5ZI8UsvlWU5ed2L5xSr9JnkFpd1bS0qeLKfEbJ8GVIyt+GyMXCojBZw79WyuTTxHB6XBoGskgDkV3RUGTFPZ5sUeUpfx+SLy2V7s0gCEIuxinqlPCnI73oNE1eZx6UQeA8B/D8qwIYlASpoZyEmthKrsoDGZUIgXyGkD+oHpKrVREssOCZHYUGuHjsOWqs1RFud6EhJi0J1kKakNpXRr4qCoWNgOVhNJQGAZappmaoELcqwl1N85v+A3tP3DsWdPMWs2K+Q9lOm0zhapbL2lyWP7ZQP2irzk2U4R7Eqq33wRmCWjrlktshcNcPFxaxYKiqdHi2f2YSu6qlThFgVeZg6znPt9VYzLSouRYK8N++IVZCrtq7InblaQgZSXlO19s5Qgq6qqYWSp0BZJuVPTFL38b6gA+BJjb79feXoqpo3vLKwhmV1k7E1Kkshx5YpTRdBy9nstvxMXmQAmfqPlqd5LBy6qo7gW8sxBiZXESGNETLxVJkL61RAHKaceogriVxXDaSqwgYzDxu5mub8rRzKGYfp9cWNqcl+UvgYE6tLbcfrp2F4Zx4nDtApOiXgO97E6rpXaHz019d/FPC1dT4qJ3mX+1hnyT1W0vF/M7m6DS0YZDaUpO8w8JbnX+VpP1q3VmhDNQeDWF7HfbRofwQsVVNVtiqmXmfEXfOsVH3k/x7/Xvz586/9Hxvxzq+vfxLx6Z+PTrmI540u/+5IhkExL6olkYbbSdlKEilxaRBICItIayR8YW0dXiU26E+dmb1lAVbiM1r4oedPX9EeX5sLqfZuEgCVnlqgWNCAJMD39/8X1YQ+iFUhOPSrUxCr0g8LF7NKe5WjGpr2u33eJtaavk982na8R+37gli9gx5+kxKB/Aqd1762ljX1ta8Kc7cULkiz0ACpau6z+khV9S1+ttMfsUrbgnIeJfYlJwexcxQb52TP/yBXZeWFa0VgnIV0TkHo8RF35KpabS9FPwQ3fviTDlJFrHLaxBKrePC60kWxqlMXSKZqmjlDcJfiB65xuXIt6njEqszyD1IAqivOEzgQqxs2qtJdHMP9fCpIVRvKqlhVip54/g6ltwpi1UU+PMcaT3iCQF3Zqu/IjKxVbacrvdUUtEwZNdOf2H7M36bogRjt91uk9kesKqwpHcEPozu9A1L1Dmrl/4azJBciOOLZTvkoOFoYBZptGxbZqmf832oaVRKq+++JYjzVuxR9AB3Vj6G/r/RbWVe1CaTCfsTSykkFLmZVbw/HI1bFXgzEKrveh0WBWN3gSCUJAFLVHtREiruuS5GrOPyum9BtMt7xMxDjv6Euy9xifomVyn2xRK/qkUohCQBS1Yy9TEFrJVY3AtHmh/0SqyojPM5CAxIANqvjFCDf4aHA+1abeZOrcWyowA/3aJKSvoiDCUhVy3gluzkefVT6LS18QxyMFbnK5y5CkGRrFj7pFSN56LPPlOCd+FQjNjmJfm6NV0Zi9XMhAGL1aD7LWjApnlnVRxvGw+KMfr3oIHPVbCeo857Oh3Rvqk0CIC9adb09JrlK5E/8A9F14a1aW68EwBFv+4KgZ2JVZsvhPYCKVeEyIUDLd6XSXjNK0FvV9p6yfZYFCNy/IwQArIiGINoCd9n9x4U2nvstKe2XlLVK/4TpbtIqFu1QIL719DaCV6qrajBaToN6F7MqzbLt7clMrG7kKojVc0fFzFytlzZM42A1ZqvukRGVlfALsTTox32LKNdhaI6Lsu7pdUoAHL/kfZQtPYBFv1HtmscYW5Cteu76mTPpaAHfCjkGYtXl4CIJ8Gzs2n6NYlVmvGvPVNVsWqCYlaW7w55FmSrXCHTFoTt/fyMchmW704Rov6HsTLqCZGZGa2WeB88zpVPM97FZ5MTGRJqqD8e+PAjEfauYXlukqkKMtzYrJFezEqv7TAsQq3oiIobeKiQA7IGudlJVfZ0MQ88WYXGHhDxPB7GaA/c2SFWFXNhlWI7+CP9ORe+F7mnZHoqpMhkeixRP3GxQjeitxHr9d/Sesbou3R97whtdZKua3ZSzGFvZsNiWqVLYpJU4ESHKBoBGjirjOiLw/7P3HeByVVXb75lya3pIIYSa0HsooQlKE1CKVKWJUsQCggrYEdH/w469IiJVEUF6B0PvEIHQW3ovt987M+d/1t5z7sydOb2Xdb4n5iNzzi7vXru9e+13yZvcaUUmyGBNybUlyV/Ie2qug1kJj9ccwP1K1xBqN1lS2reqbZ+kXhApsVoDSgUTq0Zm468kAJOq2SBVmVy1Hob98jxkotYKa7+pNqv8+PcoEfBTEoAlAKxaMm3kTx0J1FB1JlYlIL54raaONLTqJw5/T+3JWZVY5YBW+gbhkZsg4pCdGQz6Wmp0VY3GEo/G43CIStLrJAfgfqVCEgB5UV1GuJ410xBJ+2EZHXJSMKvkWHxMiFWgUBibHNRCLqlfkgBMqlqRqulDSNNblUNwgkamEPoYE6IhgCxoAPdLqjBK6CWP1O6/PYAiR1HvrS7HLvZUNW6K9PYrvVU0E6v1myptLnc+p3OwKg+DW+I/Jb1VqgTLROk3pXtBSCZVDRGVO4/UeqvW19v5eJz4IcVGBYjDEOtC6bZs4wv5rjimyOV556qDWJolAJqrmyxyNRbEKhkIEav2uputPpm6l1TVu3Kd9xRSB+twharDfiorqJ2hM7E6snk5kFUY5l5J9bjOxGqzDdXoPi+hylJ/wcl15xspAeA6mQR8OHJFyMRq4/zl3FNFEhxpJuQ9mnXaB3TR9GQFTKya0oCONqOSjOWYBiaI2iTTPPbemHzuyHhiUuZwilEmz1W7Zxf0ntDX5J2rXutkboVMY0jVczkca3WfSyyIVSo+e6xaN6IXcjV9vpjWeNl/gyi2dG82aGpi5Sf7FsFv+oFAuklVPxBKcxpePFdZAsDKMtI9X8naM7FqZgU1jxUrW6lHkwNWmaKVdmJ1uPLsuWpqBw65MdZVbUZzhNRWpojV5rnL3gid/reETJTF0kWLK0PX/7lfGfUr7VDV4UCVdBNLiN5qrIjVzKxpXBu3O71VJlXNAU9LsCors9KIVT7/s0KKf/eOgB+Xwb2XIqwUeO7SR9oNuapFuc/YktGBqWaBVNXgqFkBe6wa9TF73ocKe6qa9DGysyz1qyr5w8GsDGzCrludDKzDc5UOAUQOZplFhi3CaLAlj1XT27NVr3rprZooaU0Hazjnrw7LYg9LuWTUxhJArsaOWOWOZEECCpES+wtAZ2877+xJ/yLNEgCNbcOSAEYbUyIBMzpJBdSBvVwCD6hIgSfL5Kp3clXTVeV1gM5Gtao5G7ghxy4DOTYzsWrUv6wkAao6xTzFxc6yIyvQsDshe64az1qCGTR9WFfV4qzCCsDIOkDwGcsr7zzo1iOteaMKtwujBbPKuqp61lkjVukgNcN2JSQB4o1BrIjV4Ie6dOTgRBKAdVWN2jz91//1ai7JVaYRdScucWAhJ6wMT1seB8lseap6BCszn9vxXOXr/1bmYP9A1Sql5P2uoFRaFYuRuVAYHzv4anprzUVjXVUbzZXZUzEiVq2IeRv4pfUVk4WgQE1s8PkZQZ5V/4NJRd5JGO6+RTArRcgCaNyzJF0V5FhXVRe2mvQP707FDp30VmMKRSyJ1cyucRzMz3bIVSZVjQHNkqdqIwqst6pvF5rOrhntLJcDvGAy7lmsq8rzV7N1aJSgmXWQBEBM10kOZuYgX80ysap5rEZvIfEkVrU5aSQ+TKpa9ccsSgDUYVK9dlvboUbfv6xaLPTfDSDJMalqSAAxqVoPDfcpPUMRh+0UzIp+rP4t+lQuJ/6bURuJmlwd80HOMCoxDmYVS2I19IkzkRma662yBIB5o2ZFV1UPBY0YlH4KPH0lsvvHrtCS9CGvw6w/TKya0+56FkJ2w35TZj2H+5X0WI1+YxFHYlXuTRt7kDrsDZT1MZnrb4HACK9VXhPW0KqOuw1XulkCwMSe5GkOd7kRCDAeuuQq6a1WSVXRpyhgFVvOCARqK794X3+PpNliqrfKxGok1uBXpsbkKnurGmGcTQmARjQ0UpWJVb/6YtbTYQmAegsYlrDLulk01F9PEkCewzNxaGw/jA1hUy6tqlpJtBR8XInVGrkqiQ0OVsWDr10EiNRQiVwdFvKz+2Wc3/Nx3KwnC4kAEtU2p4C0X70etHqphVeSymneEiavucbZptyWjTEx3pGT52r1ard1t3ISYsYgS69t4fR7P9zcmFTVb0wFqu2bA07bzW1fB0rl3uaPhdSFP4/StfYZW6kVCmObcvQ6IflThbin0kyuMqlq3GZZlgBoRIUlAcztpJl05hHJCDEZrIrxaSTHwpvK4z5PyfI1SgKwp6p+u1Fvqvlm2lpCJcMAPJSSiFVpQ0ysmsE4HIqRBx8P1patT7W1jiA4UuIzFgi/p+RqAYmshuXh/mf1ooWtefk8EBAMyqvd6Q4zz0R1U6cDstP3rcDwOz2r/Mxnqfpfy6qCim2CDFA89Ak3Z0dafm6+9YKStmgmiQR2gmpGkqTF4iggpkusejaEWgKeiFUfy5HqpOr1VplUNW/qLEsA6CHD5KqToYGJQ3202FtVDxcPa7/h5PxYCsehHHploH+zc7Hbe/mHqSYnnT3Sd+VI473mkVbC58w1YlUma6dnaOO1nXftFzZvEbyq5qkWTfuJ4JSxuI4bTf31W7K+VbhnNWKkoSNtx3t/0cavOFmA/R5uZEEaqWpn1vKaWzK/98M3L5k1Nyu1dljhvV+lDxuSAtB25U68D9OIhHmd8mK1zDakoSSCn8UUDyZWU9E/pdcqT2pWpCojZESu+jFc06K8FtzJXcfyZyHuz9meLItb/yh/auIGRS1nO9fV3KRf+ya6Onord5hfx+Goy4/e7QUzr3bi9fuk1j893mNerEf7ViNW5WGgE5vwt/1zhQk2qjNyFLbxgU+v1HRVk3ec4BMEFsnIlpF3LPiRCMiRhq7jMiL1CNQI51wVGybJrCyE+1UjQhoRz51rJDKSUCWN1dqTg+rDwY6VjSbxd7nu4UMdbcaSdyTj2acSQ6wKSkyIHFsN27WpMKrOo0UXd5+/k01DLaLecL4ebU270RFa+Q0z8liR4XRVkCM93R/wK0X32MTvS/8xcWi/gUDiU63UaixGB8llz6/VATiBtHVcE9XkEeJavujKpW3kK44IsujKG13OTK5q2GvEqvTbiG7MsUesRmExjcGqosMoito7yVMesbPnqoaZDMbEjz4lRnsH4csrfparWyY4jKyF3Vfqkam3E+5hNWT0SFXt17zsYwxXUxfLqXSjIOtjjyY8F18DSQyxWiZ3cR/FX9O0hCBcytXpPh9fW4sccrEhY3x02oEJZ0PjrI45tPHI+nRm3oGpY2WPUjbGhLCwOgSMfEiMpAC1LarMnsMJmjUDE6v1xKqMGTxSgTZsI44nsVr1w2xa3/CCx5wAYnJVoc06L250zUSOvnW6qnVvkbsGP/oIMLmqMYM8fzdbiJyryFNVf4XMkgBm4wp5rWb5GCyuuqr1bRZ7YlVsT6kDqrxJ1etshE0ZFYERDeE5Rf7hRx8BwobhqWHD2wqTntJwkEOkvPB85scAAcamBkyZrcQAAbkdrbcV63so2QaTN2diI1ZaVUdlRDfWxJVY1T80jg6nuPdZ7V5NXHXawsBPuznAy5qRaGu9RjtO19OddSsSFUa7xiEP3rGzJqZzUlX7gslVoz5MgbQomFUWmYw466omhljVrv8Tccg3BvWHKPLkpT+14Qggr1X2zDReWjC5KrFhUtU+qaq9meMrcyag8SZeTlTsr2FkJPJgQs+zmclV880wk6vq0CpfAut4JR3iSKwqlmGSeWzWa/es661q65k4iDd57Zd+fq8d/klC1bjvMLlqjHq2V0EsAaBvGWYSAI1fsN6qIbkq/egzRa5q0j1JuF8ba49VGpjLakVoq/LTjIBGqjbCQ90tr2mtM3BNCGievVmGRi4VuWMZ2oDJoMPkqlnPyfoGnnVVjReDZtqYHHyRiVWTw1AKNlRaFYspO27EqjWpqsGW9bHZaKufTb1VGXcgFl0qdoWQcjWkZ2gNEJOr5s2XPc/VbHoTWndiucaj27X2d555qNZd0DrrFL4hg1llh1xNggSAZmaxJlbLLAFgOBzQ4FQi0tngDfLKZL1Vs41adr16mVS1mGUtTnJYb9XOKiVrqyH2VLWyimYJgPovpBerRNH+stsqz3T9np1FdH27aXbDxKqeNTcGrOJDL6d9PouSAGIksUEaOsUyLe8LHUOb+HAwK/NWz5bnqjZHZ239a9Xz5fqOnMGcre5YEsAM2azorSaJVKX2ii2xyqSqcXci3qdU1VU17XRMrpqO9lmUBGBS1Rupqn3NXqtWC6msLSw5WJWRRQzr+FmZTPV3DmZlRY5lp2/VqGT2WK1ZhbY1JY86Z9tUmUZ27MfmkCNekyN4urHRzEWQhumuqpOmH/GuE1JVmRukUwAAIABJREFU+5DJVZP96vC87rpJEvRhPkFlDbOoFHzcbThXOnDnK7hGrSXJ1fTO60nRVa1vn1gSqyIgk/Aac7NoDHOwCD8vQkR4qtp0p9f0VnkNpd9WWSNXWVfVpM861BxhctWKAAp/fIwmR/ZWNcPd3FNV/0t5fZDnf310suG5OrKWTKw2Eqs2Hep0TIhXg3r9StNbFVe7FUB1uB6IZu5xluvwIRebgC5w2tVau96q9YkwuWpui+mXBGAJgGYLkL2C2p54HfcP660aYSekDUVYzzQO6gpkGOBk1S2WxGqJ3MVTuKhxP6jUviRsKg7c6ckcOZiVMfJSRykJcsjerYdJVf9IVS0lJlet7DJZE6JVbfQXjnwIaLzooxFWXgNz8rAkgBVa6SZX6z1VNSRYCkBDQvYON+RPLQXql/w0EmOEifRapVHLExMQS3DlejeWRYu8UJquqtjGuwSJ9VaNm1E4A6XW9rRgVamtoMv+6cVTtSFLJUeznstypPuztOqtVkBtnrwnVsQqAcjBqoyNiAhVQTo7tDPyysyaZ6YTiGgNVR/D0cm3SXmXJQD8J1VFigoJiDuljZJiNX6UM+0LIQ5WZWQl2gUlt1bEkgBWyKVz1mr0VGVitZ5Qlf+/S95n2KBog5r2kdmq9xj9LmhrlbT93KYQz+80UpWq5XQPEc8a+VcqJ8GqTKjDKiGf7kMv+6gPoX/xIixatBorVvegZyiHjlFjMWn6FEzbcCJaCvZTiveb0meQn2YEaA1Hso7+PHSTgA68UjYw+wOOmNHTFMwqabqq9c0YG2I1XxgrPDHpDz86A5QKDJkEq7LCjMlVc4QEOZbS8ZpJVYve4XHM4WBWVqNPSjtWVZXPqvZZ/H34yqmnystDRF4RGIGYzg08E6umlJ9rb7rmVNM6LnsadMTHVZ/g1Iw99aSqVj/vKKUnBXmV1r2naj0SLAkAYHARHv/DLbjjjSWY994KrKzTAegcNx17770bDv3Y3thpk46EG5E2W/FYqteQZfL793UBR+RqMr0YgzZ0aYlErSbfFpOoqxo7YpX6XT4/Vnir8qNPqpKuqhd0xJla1XOVMdZHIK1evSwBYGLxPs36LAlgNaokf7IfWUPWVTVrcTe6qkbpVVJDb1j1ETe/p4tc1ZMA0FDJthRAVQHU52GUPVeN+xxhk5aDHeHJ5LPtuBmt4viN5uflF7Eqiet0jcuO2m1oPu657M/4xRMr0Gf4oYKJm+yMUz5/Mo7cvs1R8vF6me+r6beH6oOuqlFLVyUBeDxrAkj6TifbJpNOqlKjBOaxKgLAKVC61j5jeV5BhKGSGx2v8TImpZHyCORObwmjZYmZXLWEKHWSCUyqBk+qajkwuWrVv9KyEmJS1bilpTSG3w+Tq2aIpmMTL6/jauuc5rEi68RqEDdqpPpxWsZlf0cdYYmqgkrC4WFS1dguvASrsrK2rJKrXXdcjhN++wZ6rACCgnGzz8JNF+8YyJrBMnvPLySbwPJcfbOtla8SAHoZcTArI/hrkgD0RrImL0mqJq/cjW0RFLEqA8DZIFbpvUqlglxhbJD9PLFpkzTCkA+kao38kWowQSzSEwtyXcE18jkNdZFd0DshnxYsmurhY7+q71+8UTWe8tNhS2LWSkdVfK6FPxIAzYViYtWqoYKgs63y9Pf3Wg30NwPZJVYpUJW/WI9MLdDEgyx4oGmL5YFSkwUINLOAEudgVcbA+qOrat5wWSRXV9/5O5z5m5exnKBRKyiXK3USfwpy+TzydD0QQGGLE3HH5fugJSD7Dy5ZDlZlhK1YHbuIBeOsrSR9mPRDL2d1tv+2otIN5bz9D2LyZpJ1VeshDIJYFcH/qkS5qceq1gFLlTJaiuNj0rTxKQax02XQpORvmVhv1RzPNJCrctnis+H4a4bRphYAqapVKB/sLjha3Dzkng7vKCZVjUzA7Bq3B7MZ/pSDWZmhmGyvVTvSEdkjVmvzdzhTChOsej0sqXqrYkQIx3D8GN5DS2P4AEcJXo8wi3qrlRevw2cvuh8vdQ1gkAg2IgQqJQxWFOTzORQURdhloaUD2x3zdVx97ozQ2t6/jJhY1cdSBqsKa+epJpA89M8GrXgMop6Tc+CeBgkArUX8JlbFGkRE05RrNENiVb6oolQhXxSVidWGPkKTUSkAUlU0StVjNc/raMORKeleveypajLpBEiqiv6lBHMdOqwJOfh8kjrwMKlqTqoG367suZo+clVex7V+skmsEgkR/Da1quBqsyWs2yptb8iR356dxqHu0hszcTdBQ4FObk9zYiMUxu2iLHmtlpe8grtuuAV/uPElzBuwak4F07f/MD532lE4br/1kRz/OpYAGNmytfmJnMDCvcslVUUF58RPEwJErIYxxnmFPk2kKmHhN7FaGTZwC2KVXMUpIBORq/Swx2rNNP3UVTXbCHMwK/PhIKnkKpOq0ZGqWs4yEBrP9sYtkURsyl7XD6n93o7HoffKS59nJlfTQ646kY7IHrFaicDjMInjsveRxSyFelo7EeSquAbKwaqM9z5VEYAQvXmzQK4OvXgjLvnFA7jtlVXodtAllbaNcfpF5+Arh2+EooPvonmVSdVm3OUISYSq37dr7bWxAlVJjmemvTr591Y+9sGspK6qds3dv5pHl5KfxGq9BIChx6q2SClXKiirtbMNJlZrRkCu9IRN0H4KtIQmr9UQ1xfRWbrLnJPm1csSABYNHbC3an3uLAlg1emStImXUz8/zQgMe0eFCE7ws2OIlfE9q+TIAjgh5LNDrFb9RyMbHiPL2Pee4GeCSZEEED5KVW1YP+uf9LRorKFZPBeCBIAeVqkmV1c/h0tO+BH+vsqdleRapuKMy/4fLth3lLsEQvmKSVV9mFVJjIUoAdBUDiUv8mdfFr0WUpCX95RD6SVOM0mLrmp9vf0iVhslALQ8mqQANG9MClhFEgDaw8SqRCIoXVUjY2e9VfNhIGl6q+ytatKeIZKqVAqWBLCaYuM50TeXmiUAjFpy5HItvPZkvVWrvhV/Dw4npKpYG5Vc7tqtoHL4e64wweEXTl+nbaokx6J5Iss4muo6yDXu5Crrqpo3prgaG13Hqnplpa1/lfHq//s6zrzlfSxxfQ9cwUazj8Yvf3wCtut00CFDe1Vb6aSt7fwAMFxdVcMSE7nqR3VSmIYUBIgfuZo2CQDNdPwgVmueqs1jThOxWlZVkLdqPalKhWFiNXxSVTMCIleT5pkZ5tgnPQDiP2QzqRofUlUrCa3h7WoIhmnT8ckr7gtVJlXNbMUpOean3TG5aoZm/BbR9aV1IgGgfZclYjVK8qfWTnEfm/0cTeylJfcttNKSGp2alJm9r4N9i5aoSjXaerA5JTN1LZBL1H1L2E6anu5n8b1jfoyrV3qtVAEHXfxH/O7w0V4TCuB79lZtBrUqARC6rqpR87IkgJnhx00SIK2kKrWBV2LVyFN1mFfoWvuM6H3ypBcoV8ogfdXGh4lVCM1ZkgGI4mFy1Rx10qyKM3HJEgAWvSZkb9URJAIHs7JonLhu4LVZK6JBOYqJwEGecTgwkC3E7aPfbPEkV2ulctbv00+sRi0BMNKKaOPjrIUcDB4Jf1VsCimgRBwO3KvDn1ijsgSArmVJ54h4EJqyueJRFu/dsIwVD/wNn//2PXh+yDq1Ykceh+21AdZfsQR3vTiI9xs+2fSYi3H317dFvM4HmFTVb1kpARCNrqqRrVEgK561jNCJC7kq3VXiuT61HsWs3/BKrMpgVcZ2POyxSkCWDEhVKmbWiVXhyatGu0UUeqviCrO14WTxDRmQKH4Pk6rxJVW1kklinh9jAiiO2LCuqlGruPE4DKKFmVi1QjV+G3hZImo5Z2VLP7EqcYnX+otnLaMeRpufuESjztV5q/Ix08gWk3NVtBIAjTaUHr3V1Xj8Rz/AmTfOR7/FVDR1WieO2mcrHH/otuhY9BL+c8Nc/Pp/6ohAVxt9+LO46pJDMD02cgBMqho1K7EVRKrGb7xhctVw3S4CG0Zv02nUVa3H3AuxqtK6QiRmg1jVglUZdcIsE6tCV1WtiNOfKB9a0OeZWDVsAo10jttWI86etFHas9y/x2faZ3LVzBri1quYVI07qVpfPg5mZdW34tG/vHg5p59YjRupqm2a+VCwuXcRrUB9Koeox57h4IHx6OKRL/kaaVVtzIlaAqC+XLWNc8IbrfQurjvr6/jOXON19vqjFKw/cxrOOnpXzN5iwyoM3Vh3z4345JU9WFwHzPhtDsXlPzgZ+2xUjHw/XHUzim3Qn+g6mmzrUny2Vg1QyHFZFC/h3SuINqb5Qo6J0YCTdlJV9I1yr6umk7qq1g4Hyrq1z6gVuuJeMVdEyyqxKj15oydVNSugJhWemdH0OVfGGOZH4qwnRtgwqWrS+jEiVcUcz5IAFl01Lh2LSdUkkari/IQlASz6lvViLeh51K0EgFaudBKr2u40vjruLAlg3DPElUYhCRB07zFOnw5s+dFHIOpgVWbtkgpJgMG3cc3Z38TFOsRqqwJsv/N0nHnULth9mFCtQ0T9H67+/iO4al4Fa0gmkH5q3QVXXXMe9tm0dVg+MDrbjt6zL7q6m1suSRbGllcVRa+Sqzw06jakGBcjmLSyQKp6IVatJAC0xlTWrnlaJeLQ6pJ7VonVIZXc6eM1RBGxGjcCMU4TTFwkAZhUTQ6pOnxwwZIAJo0Wh1UQ66qajbVePA6DHsOj9hwLun7e0o/OQ0Hb5tR6t7t+nmZiNf7cmLs282az8f9aBK9SlKpeXPjlFeMxN40BeRAfXVUjy0i8JIABsXrwAZvjtEN2xNYbTrXoFCuw/KFH8Jc7FuL2BUBvyy646lpJrNKjrcai6FncsfRRJ74i6tu19uyByVUjnKLwWk1zsKpGnN14rEpSVVstm1u4smr1k6od4jCLxGqpqqtqb5AI7y0xHBG5ygs2Q9CjJleZVE0eqVojV2nJxp1LrwVpIR0tNuytarYYi7vVMrlqtk6IhlyVuXq3nLQSq/EnVaVNseeqcd+Sm8ZwHyZVjfGW8ghyzImTBID+mieacdkXa20gVidO6sCpn9oXp+61mQMN7T6U5z+DP/9iLv64Ig7Eqna7w/uc5QvGsUlEusdFFWDbFQwK7ZSjv63jquwBfxQ2uVrOUDs4IlZVCuRFj307VVasesKWO2bWiFXSVR1Sw16K2e+pTK5anBhUJQGimHplnra6lf0GT8ubMfP+NoKV9VatCKAoDFLGquSnGQGv17jDwpQlAayQDn8TX1suepst00esxk9T1cp62ItLHyE57oR33C1oQ2/dybqpE/uGpiEoKxB3YlWu5sMfl31p3tK7uPasr+O7c1VMm9SKE087DCftsoGLpAfQdefVOP6u3fGj35+JfTaRHqvaTie83U59O3AHq2/I+AarsjI3DmZluA8dPoAK1tazIgGg4eyEWJW6qs7GfyZWdSyarg+Rt2rct/AsCWA+YGvks9Ww7vfv4S3f/S55COklhFilcTTvgxdXCIhGmEWwk/3IijGpatbQcZYAaCw3k6tWXdbZIs4qNXO7qf/VW39OF7FaDV/jDRIvTePy28QV2GU9nX2mET9hkKscrMq4beTIJo9ykkCo1pOHtWBJzmwv0rfVJbjjKxfg3EdLOO+io/Hpnaa4L073s7j//mnY4JPHYPb04oh0wpEE0OZFHuP0GrGsWgk6um/6YL8UO3UM37QONrPEpS49V+17SzqtYJYkADRs7BKrNVJVzFi2oWVitQEqEaxKrYA8VpPwaJIA9ps8CbXyr4xha9EyqWrSdkkhVatV4GBWVv0wrFGHSVWjlvDrGrdVS/v9u3moTL9zS2J6wS2kNTT8tp10EKu1hV9SPQ6jl2uJb38Lw3OVJQCa2792VJRLFKFaX5NkBrMawAf/uRL/en4dPnvKHt7omfKbePGBCVjvk0dhmwnNa7/gyVWWANAfWaUTWFI4C/06VMlVZ/xVfCcan0smqdUg9lsKyoGk6zMAPidnl1iVfcr5WpyJ1boGkxFEpbdqUh6xYCHvuiD6XFJAsChnWOQqSwCkh1TVasKSAFaDQBgDD+uqGrWCX9e4rVrZ79+ZWLVCNHivVb8X6ukgVmW7KEpy1oDGG1UrG8ve76JVSTMtINacJQCMrVFiE/y4FqRVO70SGmRZ7KStDnWh651ngHzBzuvW76g5KJNmo3NcUZduCI5crSc3wlhzWkMRjzcSqKtqCBx7rprZVF6GLPfR7GRQx6SvdNwAYodYdSMBoJWFidW6ViF2mrxVk2Zo2pV3DmZl3MWCDmbFpKrF8Jagw4rGmjC5ata2fk70evkwqWqEvt8eh24WKF6+YXLVCr3gSAi/SVWqSTqI1STqqpqNEFY2lr3fqyIPUjdNAUj6y/OjUjBZmR4/zQhoEgBJuv6v1441SYkgRlD/LafSuww9i17zd0/bvgM6NhgHI6rWfwk9lgBotgxpidIZLE0RPVhvNSxyNWu6qvW4WhGrqkqEs/vJnInVKto0OJVJAsD/uS2UFDWvVfemEEoxI8tEI5+DKACTquklVbWaMbkaBbnKpKoxZUL+P/LSb9Kf5B1lhom4/+RqLR63v/VINrFapUxSxo3R5iD5I4S/dqoREjR20ubSD1pC3hxjpPVaSiNVJY+dfIw0Yj4Jc2+lbyV6F73i7zXxtu3RMX28IbEqPL18a2YmVfVHP2mF5VSRqlpN8z7aj/9zR5QpSr1V72vCLOqq2iVWhde9GMDcD2JMrFZPfMpIjq6qUccmr0yWBDAe9oKSBMimM73N6cUPbxCbWQX9Wp43TiYQu5+EjBeOST3mCtoS61V//MY9+LI35sCeq1aHFv61cW256F+aWunTQKymb4j3v53DHyGCydFPvVXhrcqPLgJEBCRdAqB5zqJ/8bb5DsNc1NIgBpa/jsGe1T5l1wFlzDbomNyBvEGKYslPnuCec2RS1RhCVZDl6V0hM7lqyPOoNJ461/3U0pOkqjZ+ee6kiUzAyGNVkqrex/bME6uEIUXToz9peJhcNW9Fv8lV9la16DUp6VdiqFW0eLZpGCmCqIOfm0v2VjVqIbnd8BPrIGzBWZrstWqFl/uFdH3KQV5gTTaxWkmtx6F2pS1dI4ZVf7H+vbbiz8Ht+DM8FjO4uoBL73iNWLVukyS9kZRgVpWBtehb9CrK5SGP8BaAtplonTQZLa3W/lze9VY5WFVzg0mrS36wKitTVKB6IA+tUk/67zKUlfNJh0lV2fJ6xKofnqqaXWWbWBUnPjJYVTpoVdms5LXKeqvGQ6dfeqtMqmaHVNVqypIAVksS55N9c4pMqmaJVNXq6pbcsLLIdPzuzTsqDDI+mcSqJqeRXmJV2r8f43I6elJjLWqbTef142BVxphJeQRJjrkhAZy3RvhfJCWYlVpRMbRmPvpXvecOpMImaJm8IVraFFCT2h1N3HtUMqmq31CSq0iXrqqRSbLequE+QGh6Ow9mlWVd1XosdYlVj7qq9elnmlhNuq6qWafL0+Rnd/ZzN9Um+iuvkglMqmaPVGVy1U6X9zroiGWjnYwy904Y5FiUoLIkgBX67slV6akarCZvconVrKyVvI7NVvaZzN/dSgJI4lBShmlyzPCrFYVXVQY2IUkhV6ldBxY+jYG+fodNPAr5qbPQOcrhZ9XXna/mWALAGGm6XZul8YYlAYxpZ00t3968nnVdVTNiVehCDx8X2cPTbDTMLLFKC6ESBatK6YqITEOQq+7mwtR/5UUSgEnV7JKqoubkEZ5aHww/ur6bUUcbiJ0vw/0ocdzTqFFqbrCNe+1Glo89V83ay7kkQFiEfFKJ1QxwP1WDSku4O//Hs2Fy1ebZg6JWg1Wlfzh2BTaRqmKplIHOJX0IjRRHXcEX2EcDy+ZhYN1yZ+krG6Kw4aboaHH2mfa22GM76ifOPfHclSxJX6U5WJVVOzC5aoSQ3WBWTKqORLDeY7VGqjoapEyNNrPEKl3/r6RMAmBkS6uga8tePTOthrwk/+5WEoCDVZm0uq+aqioq/d1YvbILfTEztHjprSrIFYroaG9Fa76AlrY25CPv+E4nKfZUNTZxTdvX8Q4lZr3GXnEkyZHSE097EJi85dxrVbuM6zlriwSSSaymXQKgsdGcjstBW0180pdXbEXoestHeIDbeM8yoVS+oEWuzgaxSk2YFL3VvoUvoLdrLYoFuwd0FZQHN0Bh5uYY7ZJYFfiQR5it/sISAPpDgpoBXVWzZU+eV4QG8OTFIZZx55I7K+frxlROTdVKacSqn7qq9XhlkljVglVlYevGeqvmw4NTcpW9VcMiVYH+t+fgp3c+h+d62YvRziRXyLdiypjxmDltA+y8+VbYfbOpGNViazVrJ3mX79jNn3VVjQAOMuCQy0YN+DO5ieDHDAHrjfHIpbTdfuge9eQQq9WVX2a5seBtwb0VRfeltAotYrJxOVhX1QKblAarsrLMeEsC5KHkx6PctQD9Cx7FkFK04U1MbOhEFNbfDsXOsWjJdUFV3c/M1sGsaFyyntes2iGNv9NBM0kAZPehyTrH5KquAciDLCMda9ZVbQZtmFgdlgDwd02UOWKVvFTTFqzKbLAVUxUHszKdj+ySq0yqWkzrvnqrlvDOA9fim8+uwEB2VxPeap4bgwP32R8n7zoTEzx4G3grhJ0Ji0lVI4yzJAHQiAFLAljN7OZ9q7ZFtdMHvfVy+jppxGoGbikbNGo49uDdosJPwUpvlUlVK8LZeIMffmuGn2N8ydVW5Fo3QE7tRvmNW1B5fB66d5sJ1XAQrAArXseorkORP2Rv5MjDtbQQ5XLJNajmxKq20uGxqRngrOmqGpmY9My05/ns2kwT+aGRJACTqvrNScRqUN6qlGOmiFXifYSuaiK7jvtC01RFnqvZ3UiYYyemdBveKywBYICjr4RqLY+ul/6DC+55C0szfVLrvt/LLwvYZPrW+OT++2GvaW1eE3PxvdVCmSUAzElVK/xcNElCPuFgVlYNZXy9KwpCPjnEKs33PKnwXXb9/qVtuBo38HKdmN3x2Ho0ygn5sSw/mtdz3PqWUhmPfMd42TSLbwJ+/i+UxoxC3747YmhiY1SqNci98zbaXh5A644XQvnYTPld7wKUc4OevAaNyVWWADAajbIVrMps9KiR70yuNuMkydXacTrrqhrbUqnUi7KJl6/XOSxTxOoQ6aqSknYG537NazWDVbfVR6yCWTGpagJjQMQqKr1Y8t5ivLO0B72ZioRpy2RHvKSU+7B8zSosXrsa81cuxwf9pREHSOPGb4LjDjwEh89wGdrVeZHqvjAadbRlNpMcesskvhQnI3WyMIBZ52u2EukzpvWp8Gb8+BOrVdojPEg8jZpBf6xFwWU4RiKt9Rx1eJMqFZ9ZV9XYIqVcjcLEc8z0VpV1a5B7820oHfsBO0+uNuAq4K/fAv63BuXxrRicPh6l9TpQKapQ+npQWLAGxWWDKEw5BMpJpwITqiPEyoeAB7uhzp6JyuRW1wRrs94qB6sy6ll0ayetAbbdzW9SLoKJVX30JLUqx+KyeIVndz2kBkvSY1WLXuHOFo2/ygyxSqc+5K2a5YfI1chj2sS4AYROiY4nC0sAGJ2lVoftoIhVcb00j4GBfMb1hRx0mlIXVi5dgFfmPY3b3l6MJaUaadk2dgZOP+wQfHTjdgcJ+vWq3gTPEgBG6GZPV9XYzlgSwKwPNnuthi0BoJWOiVW/xsow0+GNlxHamiyA3J7auNIUZrPFKC95kMOkan2TRB3MSukfgDLvaeQeeQ7AlsAxpwIzRteK2PUCcMXlwPuDBgzNFOAz3we2H1P7ffUjwP/7PTBqJrDNLlD32BKVCS1Q886McaTXqp+eqm4O6OvHPzffa3X3cxyV5aCDL4oHw08jAiQHEKDbgRvI/Wp+L3lr0vFCi9Y5Pm6yjqNtmtVDNpOCoZIWDtuvhhuJRCaI1azpqhoZuzjrYb1V07GgUW+VSVUTuEKY9JlYdTt1qRhY+AT+dt9jeKKnVD29BPLjd8EvP/sRbFR0m67b7xoXsNahDNzmlPTvorjGHXfMmFy1R65W/cYiac4kEKsZv6lsYBfBbC4iMUIfM633XBUIMUwj0B2epxQZOoWfkQiErbcq2mP1CiivvQLlqaeBpWtkgTbaHzj6U8DGDbeV3rwduPUWYEFPAyswBTjuq8CeG478d0Gs/g7QZFbz6wHbzIZ64B6oTJZEjl1ypqZl7JwA0rczuzkHY6Ve7ocYlVx49gZT3ESnSphUKlqQwUaEqBd4R81pCiNHv7DHQnmjQut/ctwhWRZnfcvzdt5rtZ2CrmvFVonQASDZz1CgM1bqiVWCuVTJnq6q0chJts96q+bzSr0sAEsAmGDleSS2nt/NiFU5fZjvd8Qk7MtUa13WWL5RWYIHb74W1ywZxJAoYBHb7fBxfP+wGShEVmCNVPU6E2sVsJpMI6uoq4zZW1UfNiZXzcxJRoatPeH3iUpptUkwFOuu4F32VI4rucJE3cyYVLVuA29vSHrNjeX5MRPUtpfeajHy66onppXxDFfaj5q4LT8xMSR15q0Mdr+utXOOJQB0mixMYlVZuRC5Of+F8vzrQKkhwNTkXYBDTgZ2ntpcyoX3AP+6GZjfLaKuA5OBY88HZm/Q/O6aR4Af1hGr2hvKKGDmXlAP3huV6QVb/Z+ut0tJAN5hGfd2xqYRG7GfUwGSdeSnGQFVVURwdhrDC7nQvWcS0yTlcj/yuXxgB4KpJlaHg1VRH7S7WkiMabgvqCBXcwyJEYKaZy9PayY2FtLEZkSs5ocG0bFoCQr9JZOdnAK0jsHQpInoG4Vhr033PSeZX5ZXvoi//PsuPKrd+lIm44tnnIyPTtS8DLwuUtxQgfVnrF5x9Vp+L/nX/Eu9pKJ9S5d4+DEZmY3m8ZDGI/O2iW6RIbmUqu1EVIzK0KpIFxUqbSgUBbnCBJ0dR0SgJKAzpwOZgBbMrMuiAAAgAElEQVT5wySl1Thfn7+XMdx9a0hSmzbV7tNwaq6ypkQ+O/OOcppP0t6XuASLiVIuQVm0AMrTj0F55W2gb8AYpg9/Fzhya/3fK6uBp28HVm8M7LM3MNrgbv+8XwB/etogD7oKOQ7Ycheos3aAus1EVAyqr5FjYspW5JV3fvQRIKKM4alhQ6QqEYfZFnU0shUIyTxyQJBOR3lBHvLTjMBAqRvFXBF5JRh8lGUrn7C1CmgpViMKxq6VjM+pqfORDAA/zQjQerE+wIX30/7oJkdPZW8yD/kP5NWr6dHShs3qEbWn01evqtpuYRRFrHoCuvRYEBtTq4pWf88r4SzfjYjVluUvY9w/b4XS3W9S4gLQuTkq+x2C7u3HQ1NVsVnFFL1WwYrnr8PFT8zHOlGrAnbc7TBc8JGZGGW3wX1AQ9t6ktwGP/oIyO07A8T24QwBMeRHbDaxlwIQc2TEIDlr1lDeZkRMYB6xlpJaovyMREAjVzl4lcRFw0Oud4Kxl9z7c5G79VFgzSqg18bKdsYZwJcO0DfdrreAh28CFk4HjjoCmFqnxVr/xXM/AK55xcL8c0BxDDBtC2D3fVCZNXGYBNP2abRHqt9RyQCV/BghwORqtV8JUlV6rKrer7ekzuDKFXIeGj7qEvXLKyQJEAx5mGQAiVilQ/iiUkQugMWz8t7SR22Nae2tOl4AcUDWjPQSeqLBTGxxqLr7MlCkwfqLlX5gZMuMzFaw7qvj+5eyLsXqiasf6PhexIgTJB/FQgjAGBGrrQsewbhr77OBQhHY6zT07LUhurM8v/QvwkN3XIO/LpGxIvOjt8YlnzkU20UQx0pwQCHYjg3jiOUrNY6MQYplA8WsUAGsC13VkIlVV7BF9hGPLhbQ60xSQUURjswIfMi4tvKvC5uX4Qk+aAkAZfXLyP/qesDMp6CxXcceAlz86ZHnSuW1wLzHgf/NBV58ERhUgB0OAGZuD+y+O9DakMij3wdummffYjq3Ag4/BuUdOzSXD/m3zlaRyVVzWO27vNhvniS9STZD3phEHHplGpJUb7tlrQhSVf/J5woNMlF2U03ve0Ss0kM6tAWBj7+3C5R3ljxiy0474kqs2lgbMbk6EiSiVO14Yaa3W1lNYoSP9FgtsGRCE1ia5yHxlNKrN7gtmiGxuvBpjLvh9pqQvlmT7nU6evbYGN2ZlpxRseqpP+G8Z1dVFybjcdYZn8Fh+nKEvnZ9Pdk36THPjxEC7BvFtmELAepHMelIsSdWCVD2Wh02q5iYjS0zD/0lg07FxGpzS8jLUtVVIQWyisuAFLrRaNfag+1ZuYf/hNw97zurXeuuwHe+CnRWP+t+HbjlKuD5d/WltCbNAo74NLDd5OoHg8CdlwD3veMgXwWYcSIqZ2wzHOeAvA31HnnXLljcHBQ8dq/WvMJjV7RQClSqemPaIqtCKVF8MqE+Jf7oyMAQDS2coHIUUYP7l9ZqGrFK/01yAISPn7cLUk+sEnAi0nuGJ/v6IYA6GssjGA+KjedhmiQAD0n6mBVI0y7AOYaJVf/AVRfei+/c8hzkkryII085B5+Z5l/6TlNictUcMTfKtU7bIN7va0c48S5llKWLk7RhIohVrbG8SvZE2ei+5B2uFqcvRQ48EW3bbnVawcdeRk0hEcwmuRq0pyohq/SvQu5ff4fyynJnvaF1B+CLXwM2LALrngL+ci2waLl54IFR6wN7fxE4ZAYwsAS4+afAUwud5VvYGeq3jkGpjcgfkkozPwisMPljiG9WiWfhqcq6qs12QZIIkJ68VoQzzVgFobfKTAYBWU+s0n8TsVoQkgn+4JMJYlWy0uwiRd2PSFWrTuhs5kzP203IVPf1dOVdkPPpqaovNSF4iPyh4Sgo3UwmVn1pKpFIecGD+NF/noK8zFXAXgecggt3jVY7Oyi78Q+16FJivdU6oiO6ZohtznGRANAAShaxKmiK2LZt0AXLbs1tIGvDCSPY42QbZYzpK3INTcRqkMft8au8RigHXTJl8Vzkr/0PsNKJDgA1yYbAyRcAo98Enr4bePZNazaGKrP+3sCR+wNtQ8B9VwBOCV1lA+BTn0Zpu05xVdmKWGVJAGMLyqLXqgxALoNVMW/RaBsKyhX7gbzydOE9R+Myz/6NxKokngu+BbPKDLFKpiQkATJsUyN1VYNeAiQvfSPKmUyGJAGytVS0336ES1DBrJhYtd8OVm+WFjyIn/7nKcjwAwXs9qET8K29plh95vp3q0W0Rm3Y2Me6LkPSP2RyNektGEz540aqUi0TRaxSgTMqC5DhJbB1Z7Q5Gclrg4ykHqBSFUCulrNyUzAMb1XCM/fSv5G74TlrO256YzSw00HA0AvAK+86+75lKrDXTsAjd5t7uOqm2gnMOg6lYzc31IBs/IzJVfPmyYrnKg0jJAEgpAudWWyq36ZZh/AgXVW7hDMhSHMWXXsnXdGsP43EqhhbSW9VKfiCT2aIVTnJZzeYlfRU5eHJaEAxx0bTKeGltO5CWtB0SiBevUys+jcFVhY9jB/f/MQwsfqRw8/Cl7dp8y8Dlyll/LzLErXskassAWBqFFY3les/DtHpN3HEqiBXs0WOyfjb2aqz5QCrYWKTVK1Pjz1X9dEV5GqO7jOl39Y0IjD4uqrI3/RzKM+usjbpOL3RuisqF30CQw6WmiwJYNyAWSFWhyrk4ayikv4hxHFvVVVFyCM4ZXRojMoJcjXboOoRq9QIeSWHWrAv9xhliliVrLQSm2APjnuTyw+YVLU6AbQ3PNE5DwezasZS26pp5KpLM9X9jIlV/9Asv38Hvnn7XCwSSbbiuE9/ESdN9S99LykxuWqOnlgI2RumvDQDfxt3BLRLN3bXfEysWk3+mSEa7ZpM3LtAYOVzsdlkYtWAWK3+s5QESLflkduF5hEWmG0SisveQv7qa4AVQ0FmE0DaE4HTv4KBGfaTJmJeddEf7eeQ7DfTTq6SbihJANDDy94GW1UVlFQZqsrNIzxXc/lMHHoZ4WNErNL7pLXqNdhX5ojV7EkCsK6q2eDj9MyH9VaN0aS+JfVW3Q34eikzsepm6tT/ZuXjv8V5L6yr/jgBZ51xGg6b6F/6YhFUXQW5MQFpN7yMMmqR6uVKfxuMU0sUAq4lAEJwVEykx+rwzs2/OSuuBpX+GnpA3s2EpdkOOWu43OR6KHEiPtWuyKdREqCmeRlGz1KRe/pO5O59FugZTETb1wo5CfjoKRjab6K4umz3IXzdkkd280jye2nFhvYQQxysqsk0td1RuSqP4OXAKuvBrMyIVU0yQZKr7p7MEasEk5AEoIVQGPOhu3bx7SvWVTWG0impKmxHuIvLP/w0IyCCWfnYtZhY9cnKhpZgzm1X48+LSyLBsVNm4bsnfhgzWvxJ3wuhqpVAXHnnfmXYIDVJgBBYMn/MglPxEQHXpKpWhoDNJrHEKuGTckkAHlZNOqIPkw57rurjK/VW6ZZg+nT9wtJVHV4fLX4V+SuvA7oSdvic3wT41GkY3Kbo+Nic9VbNFxBpI1dlsCqS8k2Yjfu4zjNLinRVKQicHw9pipLmahYfM2JV8jwymBVh5ObQNJPEqgAuA+RqRaXhiZfUBks+6V3nAh4RrImDWTXBqsFJQxF59vrxMLHqC4pY88ot+Pmjr+NdwasWsc8Bx+PLu05B0Y/kPXqq1heByVXzBsme3qpPBprwZDyTqoI8dDff2YUu0cRqislVn6Ziu2aQvPd8IVblyMzPSARII7FGrKYHn7BJVQ3V3FuPI3fD3UCPPr1CHqFRUNi0rNT178pvBBx+DEq7r+eKENK8gplmMxpZpGp2Gh6qB3ljllJTI39bRZLO/i3i5O3tbAazsiJWqeXoBmVRKbo6FMwssSrJVRlwJ42PEH0WFy9SWkGPjebGW7U+S9ZbNW4AMWBXPVc9NhMcEatKBzChDVjZIO6/1+no2WNjdPvFInqtVMjfV1bOxT/uvgt3rSFdHqDYujm+e/bh2N5BMAGrIlf3T1av2fqdyVVzmFgSwJYZpeYlX0hVDQ3/1uVN+CaeWE0pucorQIOhwAdCdThlwW7IqHKMdzPekvypzlx+4h7BKB8VqapVNffGHOSufwDol7ePxLAFYIBCqCs5tIXshFZSyxgo5VAsKhhxAaplI2D/I1Had6orUrW+adlz1czQFddOQhF0H8MsSVeVJAD40UFA6KoSp0M9wb8ZJqt6q3aIVWoFCmZVzBVF/3IiZ5NtYrVKriZ8ntcdh8rCW1W6NPPTiIBXWlWmp0kCMMLNFiYkE0QEQm/WZ5tYVcYD2+yNoZ3HonD7P6GsqRP4zzKxWl6Mh269Adcu6seA2PuNwof3OQJf3mtqrEcGr3bjzeri/7WQsuEnEwgwseqsmXOFCc4+GLGDT0+/Sk9N3Den4ZcBLfrlepuRb15xV//F5dXKACzAVZJRk6paoXPvPI7cVfcCg3KdW64Mobe7gnxnKzpCJlaHykMY6CtBzbeivT0nPVdbpwEfPg6l/SZ7JlUpOdZbNTfXpN9MrQhSldqZidXGlqbZhM5MNHkEvzmdLOqt2iVWqS0KSgGFHA2q9uf1TBOrgmfQgu3Yx8zVhBzeRxysymoK8mvoFuQhSUr4qCkanp0EmxNhLCQTyCvcQ1bGxOqTGHf9XQAdc6IVmHkEeg/fHr0tQKFrEcZc/2fkVtN1qRyw12cy6LFaxtDSF3D9fQ/jgbVD1aABCiZu/CFcdtyumOTT4tsPbVUj8+BgVuYdh8lVDwNLQj71lVTV6hyQ12oqPFa1XbyDRXRcTSk1S9ogAA6IWJV7CiZXDYnVKjZOvH+CaH43aXoKVtXbhXVru9E3BBRGj8P4jgq6lq5Df72Hc66Alo4xGDfenvC9suY95K/5B7BwHQZ612KgK4f8eqPR6dPazi5GRKz2d/VAHWpD66R2tI6aCRzyCZRmjdUlVdXeLqxd0Y0B5NA2ZgxaKz1Y2z00wiMsV2xB+/jx6GytjWJMrlrtbJM54lO71hOHdu0uK+9VVAXlgD15s6a36oRY1YjnvGI/mFXmiVWxEBLkWDIHpcbBhYJV+e0unp4BzP/zME1vVbOedFiRfy2ukatucTEkVuc/hHHXPST8YrHV8eg9dGv0tGA46mjr0mcx7ub7gHWdwF5Homd2RqQA1EF0L3kTT859Cne9uxTL6qS4Jm+6Ly49YhdMaXPbGv7Zhd2U2HOVyVW7tpK29wIhVQMEKTXEqiBXkzNG6jVpsksfoJFqC/4As2Bi1RjcenIyaeSqdh3dkcdY/we45zd/x69ueR1LCwUUyQkjX0BrXsXgYAVKIV8LhFspoW8oj7ETp2LPgw7EKSfsi80nmLslKANdyD10G3pufhiVvjyUSePR3qLo650GZPND5UH0r14LdaAAZftj0XnaR1BeTxleiw9n2zsP11/yB/zk0VVobS2IG235QgF5tYTBioJioXZUXKmUUSqVMdiyAT5+4lH49BG7YOPxeXER2i/HmIDgiDTZpHmusq6qBVleDeYVhlFRICsiWLPwOCFW5WEp0JJvsX1oysRq1YoSr7dKbvSK9FblRx8B/2lVmQ91umJ1POINTTP2Qo/WzcGFug6vvvAm3ljWjR5VlTpC1WejrsU49NUPgPVm4rWNJ+LJAuRV9+pDZ/5Te5fjkHfXYnDsFMzdYDSeT2vjkNeDOoSunjWYv3wZFvb2Y63w5NUeBZtssS/OP3gWNu5MFghkNskqcbijb3K9VgNymwwX/uByk3KNiXrSRaxqM3uimmB4PZK8UodU4rA6lao40mQLqfaxyEbTW00SsaoRVo7k1fpewRXf/jN++99FWOsY+Tw22GwbHHLccTj32K0wymQuoJ/Kb9yD/j89AmWwhNbO/EitU8d5O/tgqNSHvp4OKFsei5Yv7UQyr83kZ9cbuO4bl+GSp7qdE6O5Fqw3Zgw+9Okv43snbwkKDZA0AtEZou7frh1cuE8jzC9pmyIDMunYTJgFiWFeBAt5qoZn6yoKuWIm5COdEqtkHkQ6k96qnYM1Jlbr6YcEB7Oi7sekqvHoGBSpquXIwazMZ6YC6a063KsOzLsD59/2GhbrnBXsXang5JKK94p5/FIB+nWypwXY/qqKrSvA03kFj8Rw8gy6SErLBBwwazaOm72Vr56qfgarssKAyVVzhJIVzErrzAljDa2M1Offk+g4kD5i1eGE5bMNuEmOe5UFamERqywJYNgQFFhXBvpKRjArdxIAJbz5+2/hE1e8iz43Hbn6TUvbOGyzzyn462UfwliTdKiMldXLUHnkBRTnPYXCmno3Aw8FsPpUmYzKtjuif8udkdtlrMEh+Bo8eNHX8PkH1zknVUfk34b9zv4ufn/6TBEclx99BMIj4ry1QFnohtItQ3YG05DURGRIc7YkNGfDe4gjySHnWE80vBL6l5MbYpVyJ73VfI587c3HHyZW69oquXqrrKtq1uWCJlW1vAuK1FzlpxkBgoXIVfv7mjLeve9KfO35tc1XishDGMA4AMttgE2SU3U34m18kfxXRrW0YdzEGTj2Q7vjQ5uOJ8EEX58wiVUqOEsCGDefXIzxwOOrgUeYWNIkADSoUkWsapXSor1HaA9OsuZRoBGt6tY0ok7FsgBG5I/277nYe/a6CVg18NTfceI5t+PFipPea/TuBJz8g0txySGTbCWWW/welMcehfL2UqBrHVAu2frO9ku5dqBzErDhFlB3nYXyjLGoFI1JoN7nrsfZ596MJwdt52D8YutUHPXlr+NHx00L0ZPPh3KHnETcyVXaPxBxqAVkChme2GdHxOqIS4chlpgOLYg8TPNdQbfEqtRbLQjvVbM9FxOrDQabRHKVPFW1/+MNdvMIFA6xKhfwReH1TFYU5llTiKOu66zIY1UVwazsbv763nwIlz30FtYMkW6wD49Uvxf/kz7FDBWVSh7jx0/EFtM2wHabboJtpk1AqxvJHLLhYkFzKPEBeH+SYHLVGEe6VqnwkOOPoUWYyvDBk91BMsKyNmadSmJVTBfJaIxklDIig7V/outzAWm9wy3TCGp1GSa8VuMsCeCGVAW6MOcb5+Ez93X5ZkttE/bCNbefh53txbUS+SqlPuRemgvlpZeB+UuAoRJQKQOqUzeDPEBES64ATNoG2Hk7VLbcBJXJRRvkz2rcfc43cMGTq0ZIdXkCpn1n/Pn2r2PfMaS3yn3LCMu4YqPpqmqkKi9bay2oVANVOe2hnvpT08e0T5fkYVoft8SqGFehoCjIVWN3JSZWGyyHrqnkcrnEeEixBIB51w+HVK0bGEE6JdVr72kdlTzUy2swK8dZ967Dgnlv45HHXsdzH6zDklU9WN5fQS6X5vM4xyiN+IDGQLXYhulb7Y7vnb8bNmyt/Ry2p2p9wQR5yAcWho0bb89VlgCw0ysjXct6bKLUEqsJIFeZXjCmFyI/IRQ335lgNW6heEoCuCNVAXXx47j0rMtx1WI7I77ddwr48Ocuw+9P3wgtLvgOpVKBsmI5lPmLobz3FvD+UmCgR3q0jjg4qnoftE4FxrYA7ZOBzWdAnT4N6vSJUDvlCoyub6t2DpyW34lTPvY3POUne6a0Y/ePfhF/+f7uaFV4RWjYr6h9YjgxkARASbiC8aMhoDVTpUqsRhmAXKq6Ss/MtB4KeiFWqc2IdCZZADGr6xzaMrGqQ6yKDbxC4MVwVKorr/BSFd6q/DQjEB0urLdqbo+kUELeh0H2LnXVfDz870fx18eWYs1QCX2lCga5ozgaKHJjN8TnTj8IJ8ye6LuUgKOC1L3MeqvmyMVXe4yDVZm2nDYeBjkoWnU6j02UbmKVwIuyccwbL74lszK6EH6Peh3PxKppI8tlWbw8V7UyObfOChbe+Fuc/+tH8Fyv86+Nv1AwaaPtcOnvv4ODprhPV4wTdP2rVAGRrSiVAWK66tfG1F+KRaFrpuZzEIs/pfaKoF5t6T+qWH3Pb3HSt+fgLfdF1v+yuDV+f+cl2J/0wPi43aJ/xWd2oOvt9Id1VUc2mbzjqqBUkXePo1xraMwJ6a3a0RP1u2uHkZ5XYpXKmFfyklzVI1bfXvyIamfd0dE6IYz6xioPoZdpB5xISs26qmawR0erylLRWoTWJPGZ0iIxUt1MCROSBHBx8G6jEkNY9sh/8ZdbX8ODH/TCD1knG5mm8pX1t9sL3z93T2w1NjcsnRCH4ZDJVXNzi2cwq2gXi3HvoJF6qvoETqqJVQ0jO15aPuFpNxleY5ggFYcJq1q8oFY8du0kru+JYFbCmcVvJXj3NaYwLu6ebjz0lXNwxpwed5+bftWKT1z8R/z08I4A0raXpHTmseklWlmK+y+7HN+9+W2ssJe8g7fG4uQfXIbvfHSi+Cau194dVCiwV4VncQwmCVoBDgkOP+rdeWBQu06YmqdUkWcecXqk52r69Fb9IFYJGyJX9chn5Y0Fc9QCRd2xeLJIrBIk+ZgK+1VUTaHEuu2s2jZtv8dl2KZuFbRnZlLbjjzraOnqb/caxMIHHsTPrpkrvAWGD+FbOjFz2mRsvuEUTB+TF17e/BgjUCmXoUycij1nb4otp1KYMOmhEJc9aqzPu2JgWPGSBGBC1cokIoqrY1wsl02WDWJVgy0e6654lMLKwiP6PS4TllZ99lw1NQSVTpfEOiNaq3YrASAr9z7+cOQF+MnCIGxewVYf+yr+cfHuGOWW93VZLG1PZZtUpXx6X8SPT7kMf/kgGLpo/X0+hxt/fgAmC29am2Svy/on/bOoiWcOVmVsQRQbgTRVZaycaMc+vVLStXciENP0+EGsEh6CeFYKglwlXkGbu5RXPnhYbS3kheag2ZNVYjWOkgAVVSjcROouHt9OFhdaVR4SFnJ0yYmfRgTIekkSgLzC/ZlKSlj+yAP4/h9fwktDtc1v57iNcdzx++KgbadjfNir0SQ3e66E9vYy6HAgTqRqPa0R8f4r1q0bL3I11lBFWzga//wZAP2rh0ut1dQTqyPO4+LRaPEohX+m519Kvi0s/CuSSIm1Vo0AlZ6r+UiJVW+kKoDup/CtI36GG9bVarnpNhth69FlfPD6Ury8pjT8Q37CaMxozaPU148Fa/pt3a5q3+gj+OMfzsbexCaG+Gi7KtKAtL0eXHY3PvPxv+KxunGzOGETfHXXCv7z2GJ80DeEHsG55rHrJuMwMFhCd98g1vUOYuWAjfA9o/bC3287D3uMkkAwuWpuEFGSduSNSa5g7NIyso2EBICqYEhwOnJ2iNtDZSJyNU3BrPwiVqmtpN6qEDisEauvvv9flbzGCoWcKbmaVWJVLIVipLeqooIKj06GY0/chm4RrInJVcP20shVz5PJ6w/ijEuexRvV9ZhSGI09DjoU5x+1BUYVPKeevQRyJbS1SWI1dsRPtTVYEsDcLJlcjXm3jXHfcnNum3piVTMnsf6KfgMUfQli2r/iOmFp85awHW69RuupOYtEE8zKM6lKFVr8EC485fe4aY1WOwV7Hv8J/OLo9VF5/13c/8gbuH/uUsxbm8PGG8/EGZ/dGTN7l+J/ryzAk/OW4LX5a7Fo3QDWDZZFTIDmrd5UXPSXn+CsneoiiobQDUXAKqf7znevwUePvxXv1pVvw1M+h1s/VsTQ/Pdxz4Ov4I7nF+GDSic22303fOcTU1FZshLzXp2PZ99Yjtfmr8K7qwbQW6pgSOhyNj4b4pJbfoZPbaARq3JcdlrMEOCLRRZREatSV1X2bm6bBlNQFZQEqRrv+UBce8/Rbj3e5bTb0fwkVjVytZgrDuOjzPtgjrB1Sa7KoE16T5aJVUmuyoA7UT9SAiAGBYkaCJ3840aqakXkYFbGxkKWTLIAQs/Y7dO/AP/+2X/w67k94kpFS/sEHH7Sp/DZPcdzT3GLaZVYLcbc3ZrJVfMGFgEYeTXrthcE+l3sJAAaa+vQczUzxKqGU4R6q16my0CNOg6Jx5xYlRCx56qeqdSmqvCDWflCrOJd/OzAi/C7YWJ1NL548adwxtYtI6tbKaF3+QAwphVtrXRjVOvRKiq9vVj6wVI8MeclXPfIQrw9fAOLkhiPz/3ip7jwQ6ND6WmuJAC0kq17Cpd84me4dth7dxTOuORUfHHLhkVlaRDdfSpaW4so0oJzGAoVlb4eLPlgIf770Cu4es4iLB6xlpmEC/7xW5y5WQ0K+TOTq0bGETZ3QN7N8oBA5sxL0VrLEB5SVzUZt4/TpLfqN7FKrUpyCcWc9OIaJlbJ8MmzrpCnCa25W2adWCVEaJMa5ZpNSgDwo78giy8y1J1IoUST2+BN0cgWFPh4CGbVfc+1OOavC9FXXVRtc+An8b0TZoSuQ5WqnpkQYlWOy6lC3vfK0MEFP/FCIPakKsHFxKq50UTkucq92aRZolygOxxiOJiVPmDDnqsKzVzhWLs/pCrVZyX+eeLn8Y03qnUbvTEuvuijOGpmA7Fqx1Yqg1j5xGP4yh9fwdzhKKyT8ZU//ARf3LXdTgqe36kPVmVbAkDLdfBtXHveD/H9Z7qrU8lEfOXS43HKZip6Vg0KT1QbF/5Favl8Dv1z5+C8v76FdzTXVWVT/N+tP8IxU0dWkyUBrKatsPpULSBTXJ2ePHcQDwmQrIb05CWLDadNPBS3urtORzCrIIhVzauXNFdHEKt0zkPEal7HfYyJVXmQJjyAIugDTKoaL8LIoOM+cEvyUP7hp3EhJHVoC3Rw4fTwrm8Z7vzRNbhsXlW7qmUTfPOHJ2OfCSlGuTyIAdXoqpgcnuj0rC3f4p50rNNYTQKSTK4atxJLAsTLghNBqmqQOSBXs+exSiCFN6GHl1O8+ovt0iSIVK1ZTsyvhNgG378XpdYqpUfYSKsPMqCVf6QqlbQfL/zfBTjhpqWCNBw7Y0f8+Ny9sPsUl8Ff1HWYc8U9uPT+pVhByY+ahV9fdSEO2zgcuyEO032s17V48U+/xvl/ngsRyys3Dd/7v8OwbXkQo8cU0U7yg8KNUUVpbReefWsQY0/cRXIAACAASURBVDdoweCStVjVMhqbTiiirYXIdRVqRcXQYDdee/Bh/PDRdQJbZb198Pcbz8XsqsZqvQXKa+c8Yhr1yqCxEdIRFWCIXcF0m0AL5uXfqBleSmkIZhUEsSrndAVCEkCTApDNIrtbvpAT3qv1DxOrEg2ht0oohThmE2lIxGqomYbXTz3nFHdSVaugJA/jq1npuSFcJqBxqRq56iSZobkP4oIfP4vnxXWpTnz4mOPw1cOmCw/hVD6Vfszr78GLagVLVRW9OpVsgYIJSg6bFDqxf2ubOxgSRqwK8jDEMdkdqNF9xeRqdNg35pwoYlUuC6uLH3MMM0esanCEJAnAw5uJ/SV08JeeStyy9S0rhxu6P0yL5WD1Vv0lVWUtuh+/Hud/+2Y83JXDuG33xN8u3BkbunBY1TCpvP0UzvzOM3ixAmy4z+n4+2UfxXSXyzons6Cmq+rU16E+j6Hnr8WpX/gPniMmdNTW+MPFO+K1hW04ZY9RI4P6DnbhgfvWYspOo9HzykIsm7YxDtm6E0VtIV8uYcn/3secZW/jz397AysrBWx/8On47aUHYIoBx8yeq+atTUGTghp6SFe1VNVVdWJzmXhXYCMlAJLiqTq81KmWOZ8rSB4soU9QxCrBQYeADcQqHR6p4sqyCGZVhxsTqzULCjWYlaqiLGS7k2vEQfa9pJCqGgaa3qrogEECk9C0SRLAPimqYulNV+GT/1wmrxQVN8PFP/kUZo9OMbKldbiuvx8P2dAr2jTXjgvbR6PoBo6EEatyQuM+ZdbtWW812kFxmPtx0x+jLbqt3LNLrIYzm6fUbGzZluVLCSVWpeUwuarXvkHrrWp6nL6vGsrv42+nXIgfva1g7A774tqLtsMkSwM2eWHgHXznzLtwzxCw85mX47qz1g987zAsAeCFVaUqDb6KXx5/KX67sIzc9Nm44dwNcPt7Y3H+vp0jK6z24ZkHVkHZqA3lZeswfpdNsUWj2sGS+bh1RS9evPIR3LmwgKO+/zNceuh4Q+DYa9XK6ILRoqUgZ0SqNgcbsypPNn4vC13VZD/CATNXSBwxrKEeJLEq5vSRHqu1xhbkqri3rAoGlonVkR2BSOcgr6doubEEgPEAlDRSVdt+EblKHuG8UWpuWzFggwLF2VnRVfDqzy/H2U9VZQA6ZuGvvz4MDZJLyZ7BGks/tBbXDgwIYtXqma604esdY9DmxtASSKyK/kWnhXz9yNA0qv4/VqbDvweAQOI8VRsxsBiSM0usEk4Beq26Gb4DMN94JplgQnUEoMJ7LGn+S+GZhEr+UT63dRDeqhoiK/72VRz75wVYNn1P/OeHszDFE1SL8YNTbsaciRvivF/+BJ+c4Skxy499I1VFToN49Zc/xbdu+h8wa29cfMwk/PspFSceNAnrt+aFNJpaKqN/4RL87aFuTNpmFJTFa7DBwdtjz8b4XPPfxG8Xqhi473k8MX9DfP3Gb2BfC8mvWiR6HkX1Gt5vr1XtijuF2OanGQGSR5DYJNseaYzIIYdCjtygkleXyIhVIlRFMKuC3IoxsTqyk5ApBa23WkEFFTV57uLhDKgkj5DM67+CPGS9VVMzKdraZJQw96e/wpeekcRq5zaH4cqvzoKO5FI4JhlGLkNrcc3AAB62kdcGVWK13c28l1BilWAR4zIv7EzIVTcGYcPg+BVDBBJPqgry0HwNnWliNUBylXurycDiM9kW7RBGxCq3ti4BRMhUZQH8aKMgSVVRvjUv46pv/RK/7d0OV5IUQNFLqRfgWyfehsWHfg6//9aHMcmDrICdUnjTVdXJoXce/njmj/Hw+K1x5im7YNrylXh9QS9WD1bElWi6Jau2tmKjaeOxy9adKKztweLVg1izbgArusooQ0FbRxFtORVjp/Xhrn+8A6x3ML787b0tA9Rq+rBqqsYJO61o/x2/9FZpeUDemEQcMq2qQ6qqqAar0m4p2G+juL0pWlglacM8ciIqd7LmrUiJVWrMQkFBPsceq3qGHSS5SpMNEatJM9iwBoCkD91kO5rearKGpOBbmCZlOgcjWQBzbEqY+7Nf40tPC4FVTNv7GPz6s1sjnHipweOgmwMTq5bAi4uV3KmMSb5aSBBLLPkFfxBIBbGqQWFAsGaeWA2IXOWhTJ9q0/Q3/emh8UhFGak8GY9CxaAUkqjxx2u1RiQF27P65vwRX76nhFM/tg12mGxf4KoJ7vIi/OILj2GjX/0Kp21rtSZ231gyPrn0vveXGFOx7Mbf4IoX12DGgR/CxzYCBlf3Y3X3EPorQK6QR9vodkwaU4dReQhrVw2gq1cSq8WWAsZNbEdH75u49DrgiM+fir1m2meYWW/V3C68kquaHi9pqw7bkXtTTN2XRPBLbNL3UKBkCmiVpCdCYlXCRBsCIldHtaU5zLZ7kwhCb1VexUg6degeU6sv04IMB7Myb2kpCWB2tFDCSz/+Jc4RyvjAuJ2OwF/O2QEdVgaU5N+ZWLXVeqy3ag6TP5IANqMa2Wqx9L6UsDWn64ZgYlVzlPeHsPEnFdfNGeMPtatKKURIHFokOSxIcGYjZhuBjft21wja4EpZl3JlOZ6+/UEsxXjst42HaFPdS3HvP1V86HvHY4p9LtFxFcW1+cDIn7V4/do/4cnJu+LYzTyQzCvexE/nbIsLL9jDsQMFk6vBkatSV1UGZOKnhkBVTBOlikY3ux+74ogr1YrG40LC9FYjJ1Y1cnVs50T2AjKwbD/1VplUtRo+0kKrynpqwazSNdxataH930keuz6I3sgvK3jlp7/A55+RxKoydV9c/cN9keojICZWbRuPsd3YTiLVL3rfvidfKyroBk6Vp2o9WDqcOhOrdQB51Fzl9YBFz0z1lQSWBDBqfS+eq6GSqtUKqN1v4uH73sMu27e6nGoqWPNuD4Y2+DA22abTQWBX59n5LgHQUITye3fgwSWjsNck96NbeVUvnsZ+OGC3dlf0esXVV86xTOIXbr1WqV+VhrVDk1jzYMqsCZLJYFWSt/ByKBRMKb2lqrExpLeaz5ErlPu+7a0kzr6OBbFKZjG6Y71qMCtnFcjK23Rt2btNkW5ouohDv9s/jegUiGDlYFZNpqLRNmbk6qq7/4ETr3wfvfR1yxa47PLjsYPbNazfxhpEekysOkKVyVVzuIRsguuJi4lVM3RTS6oaVJqJ1Row5Pnlvl/Rt9y39MxMoJJqUlXWmiUB9AeZYXpCIa9HZ30kcF1VnSKr5Qr6lryJUt9SR+uW2st9ePnFTbDr0VuiJaDbttKZR4SpdllGe5+p5TKGljyL7v4BuFuiD2FR7w7YbPtJrglmUc8MjB/2WqT5Lac2oJGqGnHoNt+0fkeevPQn7X68NIbklRxIFsAHIixwc4gJsapiVPsEobWa452qbqP7IQlAmqokAZAEwwzc8vUWKSkenkhv1fzaexSIR5unNhnRUE0BifTWlaVX5+DbP34Sj/dRtxmHo886CWfsPj7aggeZOxOrjtHlKcsYMm/EquOmyMwHWSNVqWGZWG0wb3l32bHNO//CcRbJ/iADxIi0gYCYtAS3fo1Y1bCx11ui8FbVYFZLvehb9ApKg7RIdfqMR278VuiYWAzMGjR9TKclc/N+pXcVBpa+igqFR3f8TEF+yuZoHeXtrg1LApgD74RcJW/MEger0gVU6qrKy/JZeYhczQlyNd5PTIhVCGKVePd8Lie86/hpRsALuSpPDTWFkux0RLt2lEZP1fq6U5fKk9OzH47PdkFN0HsSHx0foP4VuOcnV+OHL8sAVq0b7YmfXHgAZqY1ghUTq46tlvuUOWR88dSxSVkBmknZJCZWdczCoSQAr/xMupYAJ1sIseeqvj04kQSIklTVSq/2LMS6xW87t97c5mjZdH20BWT2weqq6rddacWrGFi7wvmkW9wN7Ru1+0IwM7lqDL/sL9YGR8GYiDh0Q5E7b/zkfCEkAFQFpQzyObSXoEBWcQ9mFTtilYwmn6fojMkx9DBL6opcFYNT2qlD962QFWRYb9XcRugcjFRcGuf83of+iRP+8B7Wis87sO8njsG5h22MjjQeADGx6mogYXLVkgv0dHXZVaOk8aPq4Vgaq2ZaJ7ryVl4Vi2rnCjFS2XbotcoSAHomVL3FlcFNhzxK5s1Wo1WIm33CHkhDy1h0Iw6kKpROKLl29C97CQOr37Y/RiqbomXadmgdVUKu3OP7fT3pzCNHnLAeJT8Rhcogepc8jsHu1fazLe6IlvW3Qkf7GpRKfZ7LrHkRhll3+5WN/k0rL0vqfqWqbKEg56MvcnxKoCqZJpxpNI673mrsiFVxlqEQcAqTqwZd2aneamX4ZCM+Y0NcSpIVUlXDmyUBmi2vPk6Krt5qaTn++/ub8cNH16AfQLFtPD524qdw5t4T0rclMSBWSbNqsGGBs4HShq93jEG7m31ZroT29jLIHtPysCSAeUt6u2CXFivxVo8sSgAIxJhYNTYcB+QqE6sGMGaQVBV7LSZWdQ1C7Auk4C6g0Mylv1CJQle1vsCVSg5qbjJa2jqglNeg++3bMTBQst47VwB1yrGYOGUUoPah1L/Yd3496GBVzQ2Xg1LcCC2FHFD+AKtfvQ+q5bVhmljGIb/p4Rg7ugBU1mFgwIW3q44VMblqtdYxIN1VYEh0P7kzY4/VkTiSyoV0lEvR5snKVOp+p5pTMKtCLr56qzEjViV6dFqYz5PLL5OrevYmzlFtukhJUpV1VfX7bdZoVbl2EpqiHMxK1yQEPnp6q8tfxuX/737cumgQJVpvF8fhI4cfjnMO2xitaZrfdIlVBecWCnihNITHAZSryDGxqrO0T5MtOFjs2H3VmFzlOcoKw8ySqkysWpkGRUwxfYeHJRN4Mkqq1iPCkgAGO4SqPIQeAR05qVouYmCgFUOdkzGhGq2ptOhGLFmwEi2tRRTyOlqEagnlwTwqHZth3Fb7Da9dexd+gMr4Mlpz3uma+mBVw46/1iOYpzeo1JVeQJ2wKTpFm/Wg6383oGuwgmIhL27BjnzESR1KpRao7Tth4tY7gIL80up25YIFaJ9QQU7xA4vgg3Z5Ai7ij/UQJl1VKbzGfqpNzSNI52El6IhbL9rsaS+Rz8leG7cnlsSqFo1RBrOKG2TxKI+QBNC5tlxfOup+FRGsip9GXIROSUZh0fRW2cNO3wD09VYr6HphDi75+dN4ZrA6QuU7sPV2O+CYQ2dhl80moCX+mtrWFt9ArNKG4oTiaBzYUkCl3I8H+ntxE0hQHthUacNX2GO1CVPuV+ZmJqd0pnqsO2PdG1mVAKiDQGisxoB/j5UUwMiFjWG/4t5m0tuYWK2Cw2rYxlaSqzqwyp4UrQTAENbNexM33vwoXp5+JM7/9J7YrEqsorIE6167E+u6BkQgaOl/U93tEJdYoT3haHRs/glMmNhZra6Kd6/4Fi55bwsceeDWOGj2JLQ5mpxGvhy6BMDyxXjo7mdw07OjcfZvTscuLdXy9L+O1W89it6eQSjEJdQNguS8pZLnX3FTjN3yQIzu1AiaIbz0ryvx9xcq2OOgHXDgrKnoKLoHQ9gJeV/yGGMA4kivVYpwrxGH7lFP15ea2dZ0VXk211o4r+RjqbcaU2JVwiY8M5lcNRwlzPVWJamaVfLQCDTpQE+DebaRYb1V48lXUx1rDmZVwsqnn8Rfrn8G9y8awkA1idyocdh22iTM2HAqNp06DuuNLkCtJNTCxo/FnGmteFV4NqvYbdU67LS4WlMlB3VcJ16Z2o7ncsD4wX4c8t46tMjjZUdPvqMd02dMwaaTPaxaHeUY0su0kdHk2ULKMmnZyP7Fi0Mn7ZZpb9UqUMPEqrY4dAKgj+8mjVjlnmbS+Ex4DIPDsgDGdiLVNqQkQC34Tsg9qzKAtW++iptueBIPvLsab3Wp2Onjp+HCMz+ELesdt/rmYeXrc9Dbr3+JOj/xI5iy+Vbi5pr2LL7tUhz5x7fR3j4Km261DT556E7YY9upGKURtjbHz/CCVakYWrYILz/xLK6/83W8tLoPvesfhWt+9wlsUYdFZfWDWPrG6yjpbvdGoWOzozBx8ui62lWw6Knb8PMr/o2HFo3CTjtuiUMPmIX9Z62PTpdX07Ssvfu/2myEBL6mBfsaIuI/geUPqsjaXpRsqFSVAGCnBIm2lASQXqtx20/EmlilUyU6ZeJgVsbdlvAhTdrGhyUAzBZJ2SZVNWRq5GqW/XeN7URPb5WW1eVlC/DAjQ/gN3OWwYE8flBzr7/pztofY0+ZiZZcGX0P34vum+ePTF9pA/bZAx37TEdr5S2s+eWTUEl41umjFLHZDrPx7XP2xOb161qn6cT0fZtKLTEtffDFar6IEvImNfgq+pYDk6oSSkGsyhV1pHuL2BKrGjZ1hxbcq0y6IZOqTeAETa7KlXfE6+9hUX0HvUO7067QzCW9V0N7ykNY98YruO3eufjvc+9hbo+WcxGzjjgNX/3sPtiq4Xy60v0q1rz7KHp6NOEmKV/VMn4XTNh0iwZtexWvXXkBTvrX8uEqFdvHYPstt8bxx+2JvWaMRkvRHlaCIAsSHHUQ6956C08+9TrmPP8OnvuguxpUFsC0I3H9747GFiOwGMTgsqew5r2XMTCCsRuNjs0+jomTxzU0YwlvPngTfnP9nXh0kfZTC3bebRaOOnAn7L3DFFcerASJ0JzVpYA0d5/QLKo2jzrM0p/+q9lS9W/ypCbikP62YTtepQ2FR7UvPdhGYS3xtdevxPqnmlbcSETLKgb8AmnOyscESzEouW8vp1/2DKzzr9b1mVerqMz7YI6tMo1q14u0Wr1wQZqHHMxKt6HEiUYDuSo9VWvd0L8WTkdK/gyqyceCbCdPkhLiuhA/jQgIfFB/hajuzLnSjbf/+xxuevAtvDS/C2vLZawdTMFZ66az0HHSNJSfeQkD9zSQqsPzVxHYeVd0bLkcvTe85Xq+Kk6YiQu+chQO3Tyd1seSAMZjSs1rNWKWLObDHpOqtQYaJlZHtJmTscPWUtTSIrwRq07Ka1kUnReqQXeGN/BxPDQNGgMz3KrjTZRFcNOsoX2j+UgFmWEcwK+OBXaLUn29AiJWfcLIMu9BrHxxLu6dMw//mfMu3m8avnLY5uCT8bXTD8COo5rbS+17B+s+eA69PQNAoR35cbtg4kabjPBUlV8N4Z6vn4Vv/k9n/ZrrxE47b4tjj94H+29Vl4khe+oTNk3VKaHv/bfx4F2P4soHFmCR3lA+am/84aqzsFuTjkEF5bUvYc38NzA4NAgUxqB92n4YO3Gczr6nCw/87lf40V1vYGUTHHnM2HE3fObI3bDPts6kv8rVK+5WxKE/M5SNvisyCi03nQJpxi+ZCvJUJYwsu4Tgz2y9ZQxCoMy/DeydviKqS/vQXJ20h9NE0vk+NWWZDCdmT8/A2kBL5JFY1cqmCmKVNFf5aUaAUBHQKHRaqKKMSuxco+PSbprmrNexOS718VoOjVwlgpUf/b5VFMYiN6wjSGhaCKhD6HpnPl56+X28Mn8tPli4Am+v6EPPIPXCBD4tYwAiOl+xmBhyLUBHGeiueUTo1rbOrrTpr1Iqo9I5EXsf+BFccPzGcHjbLFGgGk9ZUXa4qBcitc1XNBLqcai/HTNW5R4iSlOxU8yQ3hlBrIomdHoi6E+7uyJWh7MOuDFJh0Q4Z9QHfo0TuRqTgxReABr0Wh5wjIYz2lVVRJA4p+OO0wFyEMueeRY33vIUbn69G30mn6+/86H4whdPwGHrG4wrajf6l3wAjN0cbYZioSU8+J2zcMHzZmu5Ajbeanucetx+OGRHsytGUqfXv6BVKgbefw13/nsO/v7EEiw1W1QXd8CPrv4qDjQqXmk5epcvRX697dBqqEC1Fvd863x880UzLPLYaKsdcdqxe+OgHScI5xSzh8jUQdqXW7GqTs0kJe8PVlRBrNIjg3IHPEcmGDciVwVG/EipywoFu48fGIkhVgk6GcyKjUrPjEgOgC6oBEnn+GG/flw1cu9x6kcN4teJvZZIkKsiEQtxSE/w+eQpYhH92AiLms04rYT0WKWbUK3vvY/Cu/ORW7wUytKlQF+leqLRkKvmNOS1YdLwfaEV2HAWygfviMEx1TNyRYFSiIZSCxtSnq6MEacFES0SeUY3xmh4Dc0gsRSAjcFL3niTc5ygOHijagM1fqUamYlPcQxMoUaqVl8IitxY8TKuuPxeXP1ajwgQar1anYhP/uRHuGAbHaaw3IXy4zdh4L5nUZlyANpO+DgK6+m8py7GVV/7Jn71mrUrQA5FbLb1tjj5k/vhoG3HGKDlUxC07gV44O934IrHl+K9fmskgE6c+Lvf4asb6xSrfzFK9/4DA3PehTL7BLR+dDbyY3SizVZew0VH/x/utxE3IJdvw4yZW+KYI/bF4bMn6K5jqNRDFOW+dl+ZB5s6BEoVVUg0aPsz6STG5KqukVRPK/LViO5ZXTlrtkJdiojVOD4JIVZlxyO78oSjIDw8pSA0Utw/Xr6tEl9mmeeAgslO3j0h6b7GI76M0FmBkC8ISQmf6pKSZIalo4aXcEY2amdhEwYobvtQffntp6GofRj98jy0vfQqlPnLgaFej4NQGBjFLI/WacBuB2PwoxuIzUJWnuolgqxU11E9tVNmDaOsLhLtgMZeqxIlDl5lbS1yo1FbaPEm1Qiz6ulnUASZdVPF8A1eHOs1CvWmiqqjq+q77ah4/8pf46Q71togVGsl3eC0X+HW48bWFV3F0MAAhp7+J9SbbkJ5Ya/4Lb/TGVC+cBQKY1vRUt/UXS/gJ9/4JW541+4aP4dNdpiNr593ILY34FbJzcfbU8Z7116Db9/2Ht6xvWhsxf7f/Q1+MrtlBBal/h70P/g7KDffifIaAmIT5A88GzhhF7SNKo70OO16DGef+Cc844AmyE/eHVf/5lBsolNlQaqqlVh61XlrH69fKyirKgYrFRC5Wh8nhtaC2g1cr7mk6nvtwJS8Vkka0xMXlVRkJItF65w4n1UkgliVExtpcNgd+JNqNO7KTaZGMhP0NxGrBau7Ce6ySfxXtIkvCq3eCBneGKKoxTmNYdEiKxLZSmv3SnTefTsKry0BShZX3iMraQIyHj0D2PNADH5ovcwQq0yqmttl/VQuvRToffsHHgmwel+LyORqHbEasZm4kgLw1Rp0EqP1n8HyWI5F7AU0ArXhYBaMi8TFKxEWtIFHl35Zj1TViuMnuVpahH9e9Ff8sllM1bTy7Qd9H4+ct7GcPStD6O4ZQP/AENSFz6PzmquQHxwL5EqozDgDPcdvhlKhBaNHtaOjhWJqA31v3INLf3Yd7lngBOMWHHzuubh433bDjzyRq+pCXHn2X/DnlU7K1Iq9zv4BfnX4ZFEvtTyE3t5+dPeVoKx6HJ0//SvyfX1QWiagfOLP0bVjEbnWNnR2tKGjGpyr8v6t+MyXbsLLDohVYDy+8ONzcPJmIyemsiBVmbfQa0GaqgYqqiBV9Z4RN5n87GNOzCnG72ZVEkA4WFav/8eZDow1sSq7nDxZLomATEyINfZ1EaaKBHyrZ5w0tLfkWTLBaEyk5SORzzxWS4SYVG22FLKRtkWvYdQt90FZ1lX3Qh4ojgZGTQBa8/oyADGejEMvGs2AnetB3XJrlHeehsE0i6k2gMsSAMbWprcgYnLVundmnVytDK2KBfceS2KVPDgMYk4L2oyJVZ0Opm3qI2bqrbt+wG8wqWoEMGmqkgyA8eOf3mr/Sw/h0ssfxcP1S04bLd8y+1zc991d0Fkpo7erG+vobjU5Zg6txITbrkNhXQHomIzKrMOxamYLxC13JY+OsaMxtjiEBQ/+Def9+jG8a+P6e31xJu55Am756hYmlLw40nFxXKpi8LUHcM53HsP/HPlSFbHjcefj1ydtjY5CBT1re9A9SKMioFRWYtINtyBfGgLKQygfeg5WTJWXz5R8C8aM7UB7roKe567D6Zfcj7cc5ZvHrMM/hctOnYFRVVMRuqoiIJOjhGy0djpe0UhVM3SGyVXerI9sdE0SQMlV5Z7TP39pt62p6nHVVa1vpHgTq8KAADr5kcMjP40IEKEqRHzrfqBxqDVf1ddiyJoQIGWdPOHD2DCx2mADwlN10UsYe829QG/dSjO3HrDd3hjcaXv0ri8Xp2w/5h1IjElKCe2d5Uz5wwgOg8cWXQTM9hmEm/Sh4ccIAVpLZ/IhGagSE6tGba8Oe/7o9R+6akkRhblvNeOXdUkASX7xo2cZdF3ZBja+3LYo460r/oTz7lqB1Q4bQ9nkSFzzs0MxfaiE3v6SuL1IT8uyhzDxihurqbUBW38Ja47abDgYVq7YitFYjIf/9FN8Z46UC3DydG4yG7/4xoHYdqL5pOTcc3Udnv7dNfj2g8vR7aRAUDB935Nw+UmzMHFMC/r6S8PCf/nl/8LkvzxYS23LC7H66E3QL/5FQb7Ygnb0Y+m9f8UX//4/rHCULzB2ox1x6XePwq7j5IfEbUtvTOYtGqEcqpLOFGjb7JGH7XyjoAmjYUkAcqCjFbONMcqhPcft9SToqtZjFntilSYJJlV1l4OCUCVs9IanvKKgKMjVuHWReJRH01vNKjyy3jzpN1pjofcDTLjq31CWagvNPDBlD5QOPhDrpuVBggCObgnFw9yjK4VSQmeGiFV57TY6uOOes5UDB5OrFi2o7TMyeHlHEKsxeOLmsWo3gMPw2JRZdt7CeDLYp1gCQN8myBRIAsD243nSX4arP/dH/MHR1fdq6cZuiFPP+yyO22w8lOrilPp65/wHMPr6m+g6o3zW+wzWnbkbeuortewunHvRPXjHdkVrL+bap+C4s0/EuXuPsp60VAd70cE38fMzr8O/RhTUXgHbx07BwZ84DWd9eP0R0ijtb9yAcTfNqSWy5Rex7uht67BQUHnrIVz+5/vx2LJuDNjLru6tDnz6/y7A5zYnQlXqqhrccneccpo+IPPsL0tnMDuPDMpdfTz3MTs5k7DgGgAAIABJREFUJugdVYWQBJCCtAkquPOiahIAcdZVra9VjIlVecWdJAD4aUZAaM4KakwfH+pmpLWaFyLH/DQiIPDJVUWyMwgPE6vNja5gCGNv/Rtan19e/bEV2PoI9H9ke3SPrq1PM2gu7qucIWKVSVVzM7EzlWsY8qxljGVWJQGYWG22CXNP1cb3ZZCQmucqrwxHIKRF8nQ/2yXsSwfEYcJq5rW4prqqeol7JX0WP4Nvf+1uPOSc0ROlGbXjsfjtuftAcx5VMIixz/4b7ffPqflPjP4Y+r7wMaypb/b3b8YXvvdffOASsNGzT8TdF8yw8bWDuyiv3YkTv/0M3rORqt4rbduein98bRboZqL2jH7uCoy697naP0w/Fv3H7I81HTV4Bl+6EV+5/DHX+W59xOn44ynTMVSusPOFTsMQU6GRqk5YnWFy1Wsfc2lPcf+MyFV5Sy6983mlIoPX29lDxKG9YkmsamQhudI76YBxADSMMsjTVKk5a4YPdTYK1kTkKj/NCGRVb5VJVf3e0P7OYxjzzzlAP/WqHDB5HwwefSDWjGXfXtfjR5aIVZYAMDQTJwsieQWMkuJ5ywjQzDgd1nkRMrFaZw3VhV/tOqWdviLBFNcraeWYGSOyOXsJ19+sXD1lUtXIKqx1VU3syRX5M4j3b7kZ37z2DbzncsOb+//sXQd4VMUW/relkV4poYTee+8iReoTkd57kSIISBMFFEFAepGOqKBIUem9dwHpNZCEkEBCet/2vpl7d7O72Z7dze7mzvvwiTt3ypkzM2f+OfOfEh9izTddUUrItI0vS4XfsTVwuROV21j3ZhAP7Y/3Kvas5NZOjF79L94aOUXyZAtphv1r2yDY4PdGRjGXp+HpL79i3F+xMJ2cgO17qe74fV4r5IbVEsP/5Fq43nia28rAthB36YbkYkKGcxZAxumVGLDzJXIM9kV7Bp9yjTHvi3ao5m9mAU7+mTG8qrpEQPlWzZpbTi5U1kpmqH6cD1ylGJeD8KqqaprdAqscqJp3QVDsufooADS/onyrxGuVA1e1rrCFDVzlQFVdG60cvvvWwfVuMpuhBGR9RiCxtKDQRLK3iglSSIBVjldVv/aYAqySkjhw1cBsLAz4j8bTbA5YVdEJ6r1h/tt15vUgB65ZZc+z+0Kd/+mouUNAoHWZKRQA2g5cplYue4PfJm/H2mjFm31TCwDgURc//DgIVdkAoXxpHAJ+XwhhhIoLrEsNSD8ZhJSwIiy3qAyxh9dj2p5nJvO6KlvoXgpTZ/VE9yoeRjSaBxiiBEi6j+Uz92KP4tGYEaVqZuEXbYuNC7ugKHvX5JL+Bj7HtkP45HVuVkFlyLqPRGIFdyWQ+u63rzDshImRw1Qr5/uj1xfDMbKemxmtdu5PxDI5DeZl5r0B9cZUs7E5kDVXYdiXFs7ouUpsHPL839TzQ0HPJrsEVgmoyjjTG3MLX9AitGX9JMogwzlrygLF8a3qH6PCwreaO5tM0R5b6nfB1eX27hm8d+wBj/I6iYDi/0PawJrqfFQF1zzHrbkQAKscqGpZUFVRGgOucjaALuk6PSUAB6xqH3rlkzhzgVU5c1Dlc8CqVgE7PSUAN+7axt1kXlW9C7MJJlvMBYyZcBb3TPgkb9bimLpqOlp7Mb/wxZEI2rwI/CTVnCHAB6OQ3LgY4w2a/QbXf/sFy8+/gflwogsadPoUS4aVI1azwWQokJX8/j/o/c0tqECgBsvMk8GrNr75egDqBzDuu65Jz+B7YDP4Maq9dAU++AoJjf1ZPtVs3F8/DzOum+sny7Siao+xWNkz0PQ2O/EXBMnJlBh6X2tYAGr2IGcX5hEY2dMZvlXn8VyVEjDeAYOa2BWwqnD75XhVtS8yRL+kcvNCeRE+UfKHW4/yypYsRQR8Fji5vckzCY43vNE5Uw7PexdR5J/zoNfXvBKQd+qLlOre7M2+M/XUxn3hSeBeRAr2hZqNK7d+dRyoql/G+b1pJnaiM3NH5VdDnR5cVREQ57HKvOBn5pTictSciwfmW8q3yvwL58SgOhGdmhLAyY1cMxdUMiOIp6rFXA5MOGhlXj2MKcv/xd18OKwCfugx6UsMrc14Swoy7iJ49Ya8kVbrTEJqh0pII1M+9TH+2rgLO+4nm/38nVYW3Bi71rRDKSNVSze4Kkf0n1swZHd0/hwa3Eqiz+BB6N84iK5v7lEn4fvLPg3NcAVazUZC00AGWM2MxrEVK7D6qYIYwDxFCqzbBT9NrwNv8z53uq8IZpEtJQ5hlplZFDzkghno1BPCZExeJzu6zexowao0B8TugFUxDftljrHodGuSSoeImvHo4mQerMpIlPCtkhsNE/Z8ZxaqWt+ITUC4aJ2VMYEDVXWrslwuht/hnXC9Ectkcq0FyeAeeO9ngvpLEhH/Jh1pWVId0UB54AlE8PIORGCwMXf7JtRtz1l5Erh6SCFyQv5RDlS1LqhKMR/Oa9Xw7FbMLWcxm3Q4YnLAKljvDXM9VTVViUQVVnBKOIvyGJ4uhnNYSr6Ga7JZDtolI5EvmzXKfiqSgQfCrWrRZOxBK/Ymvp56BCez8lO7B5r3GImpXcLoJbYg/TqCV23PW2DYMKT3ro8U0tWoE5j7zSHcypdHGB/V2vbC2jEVjPJYVTRIF7iace0gJq74Fw/zh2+iXPvRWNK3ClwIS8KLv+Dzx7G8sqg4FYk9ylLnCUn4WWxY/zeOxudHGK5o0L0PFvQupRY4Kz+j6sjfkiWHPP8nNACWTFwwK/3SVFACMPazhdc0Sw6knrIIBYA0XxdNNmqojmqsCazSBzWPIs8bNauKuPtDIpOyBACOqQzWGkoCqyooAOiVqpniIQuSiM8AiFzKKwFn5VvlQFXd2s7w1GUh4M9tED1g3035dUTGqCYmPY9Ku34UW0+G487rJMRla7n+4IsQFBCEmtXqYsiA2vArLFOQBVbpxYWTgascsKpvXlluh+HAVcOydBqnQz32TWEHVulWpfT8scwGwlCtch6rWmcYPcEwx1PHT9wY6xpDq4CqVG2M1ZtsRPyzH1N3PMMbsxVNgLJ1PsLUUe1Qyg1wiT2OgG0H8pbm0xWZYzoiiQ9kX1yLAVueIdPsOgHfCk2weFobVPc3FbTX4VWXE4erO/Zj/rEYqLEYmNhGYZmu2P71h/AFUOS/n+B9+L+8JZQci+QBNZABORJOrsfEX5/mq86i1Zpj5thWqBpoqixM7JwDZCdbFaF0JAGrLJ0Yh1XV1xaWrsGBy1PwrfL54JHty+g1yL76LJUyQascNVkTWBWLpcYBqzK5DB7uASBBmbiUVwJSCqxaRjbEQ4HxXOUkrU0CAgBCggA5RWK41LiY9toHMzeicgYC9uyA6CFrygX3QurQ6iZEJRXj1d6fMfNwDBShr3SpT5Hi9fHdrI9QMTdkqVNoms5OsMAqBcdYcNUZOsyBqrpH0UJblVoFRN7kmROXdEjAGYJZGbg0LrTAKnn+T4bdMiZgHgVSvqx0GnTeQquEYiFz0MNprhQ4UFWXRlgNVFVUaLTuJOL415ux+EGW2fRTPI/ymDZvPFoGAkWe/AnvfafzdlvYDNlT+iNBIEXkLwsw7pT58KV/WG18MaY9WpdjI2aZPO2YYFYkqYkp5SX2rjmErbfemx9Uy60Wflg5FFVdAK+Li+F5ISJv60L6IX1Yc6QgG3dXz8WsWyqBvkzqCw/BZapgxKiu+KAs8ZHlEqFzJKCqNWxBqi+aL5mMnmeFZ2wEBFx1MJvZ0SkAFNplLWBVKpVBLJEbBlYZwnAZPNz8C4/GG9lTBd0z8ValIJAFzpWKBUkk4CgBtA0DkQ/hWyXAswXEbeRIWy8b562qDwBSnFQzEbBney6wGvA/pI+ohzSjhyUbz/fswOdH31GPe70psB6WftURVT0NZXSS31WAVdIjcmfh6Hc6SiDCSYbI0t2wljHN8a3qHymHx8U4YFX7AFsZWFUcVKl3C3dAVRkDheBN8T609GpqifIcfce1hAzylmFxXlVdzTR2TmW/wb75O7D8icSwHam1Lnd0m/otxlWVocitX+Fx/LqWXDWRM2UM3ksicWL9eqx8YJ6/akCpahg/vival80vrRUD+uc5a2VEYO/ivdj0IBUpZg1/CIbOno4e5fnwO7YQbrei85bi0x7Zwz5GgmsU/pi2DD+/N6ciHvyDK2Hs1E/QuhRxy+GSpXlVdU4rVXDV2DlWiIaHCWblOO4IzgKqEhWzBrAqk8mRI5FBLjMCWCWPZnNkUni7BzjJkxvLzVw1CgDLFUs3MUIHQMBVLuWVgAJcdfRgVhyoqlu7c71VSZ4c+O/dApf77O29Z3Nkj2qPJKNtRg5Y1SlpDWCV5CMcYI5qB3Ggqv4dw1qgqgL8YVhsuH1L7xne0cRjZBymwuqxykTFzQcHlEEjjyk7l2/V4AeFK4OjUgJwvKo69ZQBVYmFbKPF0liDJzsGh77djoWPJGbNsVLNh2NF32CUOLETwofhWsooBVmv6XiTcwg/bDyNS0mmu8H7hFTCtNk98UFxS8lOBy1Adgz++X47fryfwwSYMil5onWv4ZjYsRiK7VsIlyfxeb8u0gSST3ohPuciFv/4D86nm1QBzezuVxUzvvkYTUM4UJXIg2xVhFPV0ryqOu0dLpiVdtGwhjifL6ArnD1TAhCci1o4coCGWDJ9STJ94lr5C0sDq0Q2YokMBFylJyB9HKvk6b9YLqPBXnw8CLDKJYUEmI1fDkIDYI1E9nlCCcDxrWqXbi7fqjUPNNYY2VwNspTZY81WFkTZ6qAqXdLh/e8JeBz6l1nURVUg7dMLScUFMM685YBVneOoBVgleYUOyrfK0VPrnrHWBFUVteZ5AlYQC4id1+nwnqs65FvogFUbeKqqijr30ojzXLXzKW5k8zhPVV2CIqAqoQGwaTIWXJWm4umBg/jm9+eIMPgESr0HvmGtMGdYXbQ8vgyCt9qs1xKQ/28iXkVsRL8/opBjogACwupj7rT2qB9saSCRT23vPCLKeo9/9xzCkn9eItIkWfAQVLIJvp5UH40ObQQ/Wovfq1sNyDr0wL3wv7HgwH28NClYjhDl6zbBmP7NUKuE0R4YJkrb8bIrglVZB7XQLg/ywlSZjJ1jjida81osl0NAwFU7lwvBusgFsi3OEOYJ0rSvLAmsErxCIpWB8M4qnEp0AqsEpZbIZZTgmGTmgFX1gSOAKlU208bTpNxkrrkK+A7rPWZSZ83ITMxSEbUfbGyAmdFWzU84b1V9AFDeWeWWEAGf7bvASyW/+QGN+iCldTEjif05YFWntHUAq2RuMU+7HSdxvKr6xorH0NXYIHHgqn4hc8CqdZWQL7QRbZWCAspmqyTnuWpQc9jgIAbzFXgGjldV1xAw9HMFADqbBG6IkXD7GrbsuIADr4273mf664Neo7ph+pUt4Gl18/QHmvfH8atbMPOhKeUKULdDV3w9pAYCrYUjynWcRaXpiL54CT/tvIKTJlHC+mHo2K747L/fwIvP0KIOnkDrYdhzchMWhZuAqvID0KnHhxj0UUUEFHEkC9a6ixLDq8rSFlq3KvXS5SoBuU2aY7ZsZAHVJZeDx+ODz9fhFV5AzVKt1pkoABT9shSwSswNqUwGiUT9bKUFWGXAQhKMSdVdnANWc1WN0CNQXlWrwqpMfeT5lwvHt6pzeRGCB4GlL2etuJgx27xtAA4rdsNqResCf3iQwm/XGrg8JQYYD3BvgJyRXZBoVJApDljVOWA6gFWSn0wrR/EA5UBV/VPSRpiqshFcMKvCB64WNo9VhgLAlol9ZkY4DxWUG9xBVWUAWBdih5BJAQCHtlRVM+uyGa+qrvaZqDuyuHAc/uU4fr4Rjzc5xp0Iw5p9gD/jj+k8BsiKtsC8W9dw0KggAkIUCw5Eg/btMKFrGXhY8SzEMK3qAiplEEc9wC8/ncHfzxOh1Rk3j8wFaNqmMVZHn9F9JKrWBTMOHscJsREKxROheLHS6D6gE7rW8aHxArjESIA4guVIGVynIBLlE+V4unQfwyjfqn2Bq0oKABlLAVAQimOlOi0FrBIvVeKtqjmt8gCrRJjEE5N4qqrajRywyowwkQ2RCwFXbZEU3j8EXLWZY4QtOmbBOoR8ZtG2932UA1UNgT/651SRu4fh9fd/xEoA4ALU7oP0tuWRZtCY5IBV3Tu6BK4eUp1zxxH4Vjl7zdC8suBia0JRXDAr/cKye89VE1l2ChOwantQVV2XlGsejwPo1CVjotKasJ5ZJCvHq6pXjMRT1TYnKz3NMBFcBTIQcfoith56gBsRaUg2oCiioFLY5vUcVYhxpSW9TAvE0DcpSNVbDg9uQi807dgaQztWRdlga7mpajaCB8j1BFaWpCD83FX8dvAOzkZnIpN4SOrpR+nSgVgueoPSOpaxaEFZjH70GjF6yuDz+PDwKYq2bZuge/sqKO5t7ydBi6wkRhdC5J8tk0MqMw74N7pgEzMqwVXynclzzMTKHDA70WPKo24nSeGpSkDDAsLjrSYJSwCrhE+VgKqUd1Yj5QVWWV5VShegkgo7sKoQhzV5VXVpEU8OiIQc36pO+RBKAHLbYz9rktamcsCq7nXSmGfKwpxk+P62FcKILLYgH6D1UKQ29EeG3rHngFWdktfjsar4xt75VjlvVX3zymq2icGCmUtBakUbzFtYM9g1LmYiRlVYgFV6yKD/KEi9lrPBrDhgVevaYa+UAOSJe0GqjR0vtDI5X82Zp0Cbas5hIjsRT85cxS//3Mf1d1lI04UoClzQMzAdM3y0ZeDhYKQIXytMXC1CELh4o1GjOvi0U0M0quBmczHxYMSaI0/Fk6Pnsf3gfVx9m6UzuJVAyMeQYlkYp+3lmZyPLW/csTFdrDOWQhHvILRo3Qx9P66F4h42f0Jgc9mbUyEBVYmjXIFfWLAvcBmTkFsE1cZSJZiVvYCrzsarqirv/AKrZLgkEim9rGCSuj4rgVVm2jHP/5ln7upZOWBV4a1aAAsUSxpOvFaJuziXNCQgZw7wxHMVPBJH1H5kpLDvOVBVv9YaA6ySElziH8J/52EghX0bxPcG6vdGWuuSSNc57Bywmh9gVcG3ao8QGeetamheFexuwYGrhuVvd56r2m1Fgx0pFMCqzXlVdYmdGSTlIcyuEXqDqmP5DNSl2B6DfBkBSlleGnZfIuWqMwaws1VP8gP85KTh7aPnuHDhHo5ce4XHmXkbHeApwbHiecNzyXMEmB0pwLE8GKEAJcqUR6fWNdG2RUWE+hSsHhkFrpJuyzPx+uwNHLn+GEdvxiBGC7pXzV+MnwO1/JApRNcoPt7kEZ8AZapWRvv61dC5fRV4uzDAIZfySoDIJZvEgrET8She4HLAqm5tJZ6rjLNIweAYFOGSM8//7UVvLD238wusSiQyxgNcx7xS8VhlQFVCcKztLr6wA6u25FXVqkQEPOQDLlwwK51zjEQfFNihQ0Du8mgnu5ulV6l8lmcsqKoA9kQxN+G/5SQhDGJrdgWKNYK4dSNklfBCloBQdagmDljND7BKD/B2GMyK81S1b1BV0TqOb9XwAmlXuJiZzphOD6wqn8SZiTwbVgMTcuQOEgVX8wMEmVCrw2S1S4/VggXD7HXsiCYXSLAqQwLJ75ySyyBNSkDk8yjcf/gGz2MScPdhJMIz5fBxlWBFqBRV1VSCh/vvBdiQzMc9KSD3KYY2dUujSsUyqF+7BEJ83CAU2YsOmcgHKZMgMzYGz57F4PnLN3j0PApXnyaAxKINKyLFgmApymlQI7xMEOLz93y8lQsQUKI0GlUuisrliqF8uRKoUNoXIgGPHgFyZLYi5jOkMPb0O4/SFWZq4X8s6FZy4KqeEaDBrHjg8fngFxiwCsgJFSjja+mUKT/AKgFUCbCqD3RWAqsSyBh3cR2CLKzAqsI/lQT9KgBf1bx3dTwe3VDyu+c742whCzahomVIoO0n8Zx1dbKEiNmLHFOKImPr8eJfeO0/A6QrWO35gFtRoGQYZIHBkAX4Q+rOZxFWMZ6cPoLh1xINPzXzrYQNQxqjplFBsUxptZ3mdRGCV8wHYl+BzudWipbbUzArDlR1DFBVcRlSkDfwdjrz1Jql3M/taeMyUXDODqzaBwWA5qAwL3TIQYxLWiRgNwArNz669NMueFV1Nc5SBy2ZBJL0TKQlZSLh2SukPs9C7eI+IDRLysQDJKmJiIiXI61ZJfgX80GAvwdEInvdFEwEVxUdlYqRnZyGpPfZeH/zOoTZAagcVEQDSJJBlv4eDxP9wW8aCv+iHvDx8YDIJXceEeAni4CqTgr+5Gc9JyLJkpLXx/YpHI5vVcfosuPFI3yr7OtkW6MZhDvUmUFVInlzgVUaf0osY+SjJ/EeRpylQ5ljwF28MAOrDDWCPcCqzEgSYJV4Z1pqz8/PAm5v3xIThHJCUs/VgjdIOAoAPRpiBqiqWprH64fw+vs4eHFa3lrRjLnj/zhOiIGJ5BaXTTw5RhWTok4OH78n8XFWws4tFxl+KilFLYMBsexN881sD98DCK0LaYcmyCop0guuKi4uCnxWsYHqCrwdZorcFp/Zmz2toGywhzXZFvI3p44CpwQw01NV0VenBVZZI5qZU/kUkjmKYcQ31MuFtM2uXJ+NaLi1s9gFJQBd/azdU4csXyYnNpkdy4Y7ZBnQKwPBrIzVSqIHKoHLeHzdxBA0mA4bkIkAHVzKKwF74lXVNT5kz1J32LbjdaAAlIx4rPKok5ht5EIxLjK3nJgCQDGM5gCr5GWt2AhQlSIPjyLPybNlhhHYwgqskhsf4lJvT8s3mWYKcNVGc64AlhUzqmTPPGRBIpQABU1Hy1EA6AdVKZVLPvcMEtDK+9JluNx6AqQRxn/tM/VxnAiDEnmQ0lVPjv7BEkz2Id4+wNskIca85+O9DAh1leHLEpLCA6wSefD9gXqdkNW1tM4gA0o8mvUKz+ewmTG5cz/hvFV1i8+ezxnKJ2D5Gn3n/tiRcTFnBlZzQVW6gdilElJ7x5EVyBpSpcBqAcqFGDgcOKd1ZAmgSoBVu0+0iQ7QzgIQJHOdQ8BV26k5sfDFMvKHC1albcjJ69osiczuVZa5blJxEOPWyTzDSfhWbRXMiqBcMkJBYk9gl5XWNHOAVTHhVZWy3O0G2sW7G3FGTrhVDaHihQ9YJYAq4f6xL1BVMZ5kshG6HS6YlXYNJ+CqkHitFpA9xHmq6l95TOFVNbS2Uv5PaTY8HzyFy8sI8KOiQRHCzCSALoQAAVanJfLwhidHrxAJvvRW3z0SUoSY8I4HgYscXxQmYJXvBZSpC2mbRsgsJWKAZwOpIPlWOVDV0LwyNHoF+zsHrhqWv6NiY04JrCp5VQ2PW8HmYG6V+RwlgPZhKBBKAM5TVdecsFteVV0NLqiDRMEuKkbWbkuvOsakJ85gXFKXAEFxCFqRSfgfHUQ4zEsmFn3i5pjGgDJ8q4o93RBGl98hpxQAhWRamQqsSmUyiMXGzyrerZdnjMpd2IBV8sRAameeqpoTh9ABcHyr2pcTxQHe1sGsFPY7x6uqe5m3JKiqWgsB/IRSOQTZYvDJBiERQ5AtAeQSvDx6HGv+S4awSWcsbumtpXGZeHz2Hs6EAx0HNUSYiEc9ngsIl8/vHmnE94SMmAe5uwdkRYSQCkhUXuNTQYCrHKjq2KCqovUcuGp4njkiuOp0wKrDgKq5+pR7SCX/zXl3L8MzSDNHQVA4cLyq2saJxkSR8w3z3Zs+yNb9ggN+9MhX4X9o3SEgtHzkmbu1zhDWbb11SydHnmw75lXVeWdBLgRVtypunqmJirGX+RRktUZSUAAQb9XCkkwBVgkWKBZLITfhdQUHrOrQJAlLAWDviibgs+CqvTe0ANpHlqGCCGbFeavaHlQ1ADkh6dwZXEUYGjULg59G9FHlt/IcJD1Mgle1YAgJnQTrFV4AqusQVdK5ZaOWcqCqc4Cqil4wlxbWMRRtpJJWrcZmwKoF8SZnA1YVr8itOtAWL5wLZqVdpAqiXOoiZXGp5y3QVjujDbpiwSoYUNXOeVX19dcmumNBgdu0KAvxrepoMwkYQ2LBkKjcXFKXAI2TI5ODvD52xKQMZsXNr7zDJ5dTYNVar1EIcFiYQFUiYGOBVeIoJ5ZITfbk5YBVDTWmPBNy4r3lGAsUMRGFAvLs3RbGouMt2cS8JeCzrcTDearaG6jKtifxHbJ9guFqwnmHchnz+JSvl0vaJUADxdlAOLaavzboisWrcFROJA5c1a8KBR7MykRNdSZglc4pxzAB81iw9MpC9eKCO6zmyog+KSJ/teauxVEA6Fo6HIZXlQNXTVz9mTllrctSMm0JqCpxUODQDGEa/QnZpohcshVRvYz+0r4yKoNZcfuV1oFhvFYt55BQmIJVaQrUGGCVTCeJlPCqmm4IcsCqhsQJO4m98qrqWgbJZBPxScAmaxqL9rUIm9Ia+kScRNezsng4T1X9o+KIz3cIVy+ZW9zU0j62Cq9wa04thofJlBlfePI6KqhKj2HU45kbWL1neAe61HEaYFVJAWBBd16bLklMu+khzNHQeavLiQ0pbrUNhQNVdQ0h8aWWmvCc0uqqYG4FVtMdcxtkT99ZHlxlgEMmWJXpEIc9ycY6bSGva4m3qjNgziR2jLWevFtH+rYtVcAnFrNlbGZyHifnh8LCq6o6UoaAVSIbwjkrJpHgzEgcsKoiNILgEznaZ7gq/aNLFiQXAh460EHMDH01+xMKrgostSTpApnMm4Rmd8qBPnREUJWKV074bdi5ZZn9zIFGzbimWpNvleEM5OaV5kgoIB9HBlY5cNXw/LIaLmYFzNApgFUH5FXVpUWKwCDcrZTheWa5HJwBrk2WZLmRyfnOs5Nz4KqeKWNZcJWCqgTocHRjx3KLjLIkAqYSzlniDOYMSY1/n5tj6kPKBnCxhOcqfZBTiIJVac4N/cAqE8RLTILAmTmtOGCVlTgBU4nHr6PeiSkWJC6YlS7K2dgyAAAgAElEQVTQk+FbZZ51Wx4h48Af3cc7uWOS1al1SMhj6DYsrznOYA6xXMaW7ooNOVwt3XRblGfupm+LtplSB/VSMOWDQpbXauCqheXo0MAqCzQzW5UVUGcLy9pwccyJgEIciqfv3EFVRWys5yoVkqVWHw5U1aWXTkEBoNk5i+mN4dnseDnyB64qbBuyHBPeUGcBDi05jo7Oq6r7xMg4s1huXbak1Au+LOqzSs+ipu9bCqdByhohI3zXBd+fgmiBPmCVXOBIJIzHqrmJA1ZZM5oI01F4VfUtSIpgVuYqhDN/RzkzKSWA5Q9OHLCqW3PIzZgZe4DdqaKCb9X07czuumKVBlmab5ULWKVnTpm/51tl7PNbKAeu6pegI4CrDg2ssngqc9CwvH2Q3/lh3vdMP5i7ZO6gqi5DSwOrHAWATlDVkYNVGZp4HLiqU0LsymNIgjp/J2uxM3ljmi0IHR8qglU5mSlIe0v5Vrm5pX3kSTArvsAs+RRmXlVVYeoCVsnLWomU+ZOfc36hB1aZJypy6qnqDAsUBQ8FHN+qrk3M0nyrHK+qfnPBYSkAtHSLAeb51POZS3klYEm+VY7T1tC8ci4NVHsC5lxds1hv7B1cdXRg1QkeVujQNSaqMOcBpGsq5hNIJ7yhHAigVbhOw6uqS3W4cde7v5kLrpIZKZYRblVHfUNqsW1fa0EMryqDXThrUl62c3NM406QGXMCrpoazIoCq0Rv6Mucwpt0AaskWBXxVs1vKtTAKgVVwZA+OwesyqgDmWyulG+VQ4C0TRBL8q1ynqq6lyBnAlUVveSCWenfcizBt8oFq9I3p/K75dvv91wwK8NjYzaHusJWtKJJ4MjAKn1VkS8fBcNjV9A5lB5A3EFVZShYUl2zJxY94hb00Npt/RJ5IZENN6d06iABV1l6SKP1lPCq5tDgOvkHOYyu1EEyEswiW4pCQY8gUJ1X3BxT01DmnMQ3ynNVSQHAgapUhtqAVamMUACYz6uqOjiFHlgl3C3M/5wr0YA7JFiTFQ9SDisxOeFaJV69+TtKcd6qhQtUpb1ldYdwrnL3FtrHnxyl8uPVy1EAFE5glV4KEpiC27R0K4AdO8c5JLCqeBGuPMA7r8GkvLDKF4josFafjoarRCszSy6FBDg0Y9hJsKpC4xjF7Vl6NMR4PkjK/UgoALhgVTrlmSllAnk5G2ahrcNEc9TOWdw8yxWTXM4Aq0bwrSo8VRXzy4zl3Kk+0QRWyQUOCVbF8Krm3wYslMCqQnQEVHUWCoC8Wi+HkM9nAu7kX0+calIpDvDkNowJZmV64kBV/TJz9ptmIY/MLUsswabrniN8QYBVc1jnOFDV0LxyhNE3v40K8MccYn7za3WwL00FVy1jKxoUksMCqxRULQxGEnmYTV4ymWn0GNQAB89gqludWTucnchIkoO4+4/x74soRGdkIBt8hITWRqsaZREYqGcupL5HbEQyknIAoVdRlCvrAZ4gb59khFc18TWev8yCWM6Hi18YypVV1Tsp4u68QoJEqhN8JaCBZ2AJlCjqDp6rkXJ7n4jIJ09x53UkorPl4As94OdfGvUrVEHZskIjCyHZ5JC+foMX7zJAPJnomYEngl9QCEJKeWgvR9dBKyYOL1+G4/7rCERnAyL3AJQKKYNa5cohuLgJTTIjq/xtPMKfPsV/r1/jrVgOoYsnAgLLon7F8ihVSqSzRFl0NMLfZUHm6ofSof5w9c7NKo19jzfRCUiXMeAeTyCEV9myKOGro7iXb/E6OQVpEubkxRN5wD8gFMGhKvlT0hD7IhZJEimySLAq5U888PluCAgOhJ+/O/jupglBEvkOsQlJSJcqmLN54LsFoFQpf7h6mVBWehrinpMxfI2opDTkwB3Fi5VBjfIVUbKUHuV8GYvXKanIlAvgU7Q0gotqmSyKZkhlyIl4hchkCYjHLqNzrvDxC0BISU/whAznrISVu77Wy2LfIvz5Mzx8E4MEqRwiFy8EBZdDzfLlULSYnjaYIBJbZVWCqxyQoS5y9jKY0PwoXifrspvJeZw8/+ccwBkRqgKrlFdVIodUyY+Qf1uwkAKrzPN/5wVVc+cf8VqlXCX51xVbraM2q4d61vFN9zzMFWVhuDM0fTicHVQlEiFzSgAeBVe5lFcCSr5V8i9GThMOVNWvSYXFKOK8Vg2vKEbzrdoQM3Q4YFXFWdGwxJ0hBxvMSrnQckahxknVRIDdATd/SQaiLpzCjn9v4kRcHBJz4vCMbixuCBV4IcizDFpXaIOx7RugZHBenU8/+ytmn7+BcymZkPh1xr7x3VDBR1OKPEjlPMT9OgEtbsYgBi4oFTAW/85pARdF1jcn8cmyLbggy0aO1qnFgxe/BGp5+6Ooqwt4rlUwvFNnNKmkLEH9q+R43Dl9AEtuP8Dr7BjczslhzQ4RKrkEoYgwAHXLNMbgtu1RO0wfuCVF+sNb+PPcYRyKS0VMWhTuycSQQ4BgUSlUdHdD0cDq6FCtIT6sWQ4BgRqNVzloyaPCcebCMWx99Ayx4re4mZXBAoYClHcthgBRSXRq2BkDm1VDUICF15fYlzh16hB+evICb9OjcEuqgCpdUVHkD0/XYNQJbYQhHbTJIw3XN32NkY8TIPFoiAUfD8Qn9TyZBmYm4/6hHZhy6TLuyLORDUAIT1St8TUuDC+ftxOyd1g3Yz72ikSIT49AFDwQ5lkFnar2w/x+5ZQkGuJru9Hn9/04L8uiZeYmV5R0D0WYmye8hEJ4+ZRD00qN8VG9MHipgL2aFUuf/4d9F07jn1evkcbLRHhaDN7S2e2NqkWCESgqiqY1PsAnDWsjtJieeZzwFrfOHsGfT+/jblomkrPe4KmysqKo7eGJ0NKdMKNDS1QI1dArWQbu/LIZq57dx1OxFGE1p2Nbv0rQBu/Lw29h6769OJqajFfpb/Caaq87ynmGooRABHeRO0qV74LhLWogIEDPuv0+FjdP78aqx6+QlPkaD5SRzT1R2cUbLq4hqF2iGfq3a43yJRxn/afBrIjcOSBDY7ElgaGJbBjqR23AKqW8lBJaDQuvMQ5cnCqwSp7/k8uzXNwi//OiUAKrBFCVOhmvqi4dJ+uQiD57z7+yOPA80tl0U4NZcaCqIfCn8KzeBFwllAD5efbujHNK0SdT+FY5UNXQvHJmTcnbNw5cNTzeRr1c5oBV7YJUgqo2FJDhIbVRDi6YlW5Bs9wQBg/wDgiqZifg7LYV+OpZOB5Js5BBHAsAUEdC9t+l4MEdPqju1xKLhg1C05KqkpIh4vdv0fbKXbwm+UXtcPLL0WisAi6S2SSlvKpy3FrSG63esKULuuPZkoEoqjCg721Cpa1H8EavxvNAfAEl5LxGAocKm+Pn0VPQRRO/S4zG0d0rMPlpOKLBRHNWpSAgUCxphQCuCPOqiy/7TkWvKlrOQ5lJ+Pef3Vj672Wcy0lDOi2JvGrMtWhEkEFM/8pHucB++HXUJ6gWpNEJHg+yB6exaN9ubHgfj2S2TblemAwrL5GVC7zRvEJ/LOnVHhU0yzF3NUiIwr7t32Fq5DvEa5EHAfaoPOGOst51MHfQNHRVlak8AX8tmoBBbzMgQyAmdF2Abz8oCuronvAaJ7fNQfeoZLXWiYr0wa3ZvVFG05n37Ul0+n4tLqjl5qNG6ak4NqEZvFmUMf3Ej2h46BwitPSZDwGI3BlHKD5E8EedkO5YNbYTSrJ4b+5nciSe+Rlfn7+EU6nvkQAZdYAg0LgiEZ1nZF8EZb1rom/bMRjVVAtKm/wc2zesw8a4SERBCilE8IYYiSptZLTIDWG+H2FJ3/5oXk4FNs2Kwb7Vs/DZ2ySqQ6VLzcD5iY3gptFH6b1jmLlrI3aQaFQaSQgBBJDROQACCod8hBmdP0bjilq8ZBMicXjXD/guKgax7BWR6mmM+CdLwIMIHijn0xgzBoxDc7X5ba7CWf875iWTCmxocH22fpvsrQbiuapJo8UFq9I+SgpgVUqCVVkBdC5kwCqD2pNNtnAwlDBKRSabiE+iyHHgqrZppqAEMCQd7vm//q2kMHiqakqA6I6I8wjXqRgKcJVk0DW/OFDV0LyyNxPONu3hglkZIWce4dnSMbNsjBk6jMdqoQZVGZ1S8q3Sv5hD2mKEbjpqFn2UAHROOSCoKknEibVfoefLWOoRSN7b+PH9UcErGKEeHpBnJSMyNRpPJelIYcetSJGuODJxMBqEKAZSghe7FqD+tQfIAuDl9QmOT+qH2iywSj2j5CScKwNt3lszDE1fMKXx3Pvj2YIeCFE49T34DU02/4n7bNFu/DJoGxAIX5GQtRNkSM9KxuvUN3gqTkWSok2en+LYxH6opQJCxu6egZbXniKGBU+LiUrjw4rN0NTPBemx17H71TM8laSBQIGkjUVDp+PeZ43hpopwySSI+WcFOp29ghfs6dAVRRDqWgzVfHzgxpcgJSMJkWlv8UiWpYTp/L164PCU/qim+gxeloTDyyZhxJtUpFIA0wMl3cqifeXmqOeRhbevr2F31As8keewIK0PejT/Fts/VX0bb+7kkSPy16/Q/sYDRLPgaXHXsviocj1UdZUjNvomjsS+wjNpJtLZKiqVm4Ozw+vBUwGKyhNxctVM9H35Fllwx9CuS/Fj6+IQkrGLi8LJTV+g+zsGXlYkd7c22DpwDLpUU6UXkCH1zGZ0+usI7mh0p3jpL3D1s5bwZx2Q085uRpcD/+Amc2JFoLAMGvn5w1MgR1p2Ct5lJCI6OxFxkLIyc0PbOnOxtU8VuKo4iiac2IhRx44ogVwh3FBUFIwwrxCEiABpTiIi094hXJxKAW8CZfIF9bG01xT0r6fCMyDNQfSB7+glQgLVKxFKetZH77LlUNxTiIz0aFx8cgXns9LoGJMUGjgax6Z+hEAFtpoehT1rvsD4OCIrARpUnoM/R9RWB1bv/oG+v/2JMxIF9OuGUFEIKnj5I8iFh/TsJESkvEWkNAOpVC+FKO7RAT8OH4YGJVSFKkPE7rnoeecR3lMJuiDEtRI6VauPKm5CxLw6h8OxkXgpy6Jzl6wAVcvPxq7+deBpIr2CuZqZ3+/UwFUOWM0jTkqZwGI8CgiacIYqX7jndwCc6HsCrBK8IieHXNdYPhUyYBWQsLyqlhelnZbIHq6IxyoBV3Uewuy0+bZoFvNsWTffqsLOJiYjl7RLgHlmUPjko9AdymXMKYdWCRC7V9+dDges6lacwv58h9LYcPNKtwRM5Vu1oiwdD1i1ojDsvmgm8AW1aThgVX20FIuu1sO7I4LQcqSdXIm6By8iiu2pV5Gu+GtALzSp7J574/n6Of76cyWGvIpRgi9NG6zCqf7F2K/0A6sy8CiwyiRTgFUBJozbg4UVtEya2Eic2b8cfZ9GsECgF4Z2XItV7VlXRUkstn7zGSalM7ZnpdJjsXdIO5RWBTqTIrF3+yrMjAin4GtAkTZY2mcsPq2ugsiFH8WgDduwX8wAhh68ovi00QQs6lIFXkXYdknlyHpyG1v2rsDMhDTW2uWjbsUZ+GtoffiyQK3s6QXM3roSG7JlkCIIHauPw7ahteGh+lI84gImrfwRW1knxeJBQ3F4ajeUM5ZLVtf6Io7EklmTMJ92g4c2Vb/E1r6NEKDKJxp9G0s2r8PyxHikgY9Q79aY1/sz9KzGXhiYAazyUAajWk/H0o8VukJoA97hyJYfMPb5Cwr2qSZVYJVMt6Szm9D9r4MssNoMe6ZNRUsloA8gMREPL+7D0svHcVjM0DwU4VfH2ikL0LEoW3L8FYxf9AP2KCsKQLsK/fHtJ61RJkjFioiLxOlD2zH3/m08o1JyQTH/Ptg3vjvCFI6rCY/x0+blWPTuHTLAR6Xiw7BjeGeEqdJepMTj7w0TMfJdJltjacwbtBxjarJ1GQJWX5zH7C0rsDlHcW5yResas7C6S00Es9QQ5JfMFw+w59BmrIh8xXp4i1C7zHhsHdEcPkoH2bdYN2sclrH6VKPsNPw8oDG8VT2II65iya+bsSMlEVngo4RPW3zTZzQ+CLP7zUrZQFXw0HFabbuWkh2dAVcZtIKjANAuewKs5oilLO+sHucEM4euUAGrzh2sSr8GkKlGwB8CsHKXPXllRT3riHz0nOI5YFW3jhVGb1WFNBivTD69uOCSdgkI2WBWmr9yoKq+OcVpE5EAsRM5eFW3LuTBxWzsqapomd0Dq+wr70J4/6dTeej6ywGrxi20BDR0ROM5LQLb1i3B9DexSAPg69UN+8YMQhM1jzdWBJlR2Lx8Cea/i0EaPNCqxuf4dXgdMPiMbmBVHVQleU0BVn0wfcg2fFVLxzBEHkCz5T/jLv1ZiDZ1v8eBgeWYC7fU59iwbA6mJTNMrc3rLcPhAWF5LuPSr/2KXrv3Uk9GP/cW+LbPRAysySKdMgnubRyPZk/esUtDOczuNgtftvLT7pyc8ASr136H2Sy46iuqivnDv8XQSsS3QIrEK4ex4NAu/JEhBoq0x/aBQ9G2smagKAle7VmO3pcu4yHx/vXujZMz+qCqjrhYxikogLd3sGD5AvyQRRC2Uvix3yKMbKjhkiiX4v3JTeh+6Bj+Aw/FvNth6aCxuRQLZgCrpH3+Rafj+YwmUPY07l/MWPQt1qpyILAdUQCrfiJALJcj5dxmfKoEVhvgp1Ez8XFFjcOYRIp3B+ag4dXHYKDMQHw1YhPGV2b0Lf7kJgw6ehT/Uv/QQLSqOQnb+1aHq44YXbF75qLPtXt4RGGoUAxt/iW+/5j1Gg4/hxnrV2AbxTy90bv1UqzoGAS+Jj3vgz8w4Jf9OC3OQRFeNXw96BsMqMEeBPQCqxJcXz4QXaMZ/1HSlwEt5uCHbqXVzqASOZAtlUGe+h5XfpmBgREJrI764/MBmzChOvt59kus+3YqllFAvQj6tV2NBW01yI8BZF/ZiK5/HUM4GXev1pjbfzzalTFau+wio5JvlbTGEddjK0uRBrOirwcAeV52CSvX7hjFJ6cnUgoAa6VCAawS8RHgR1qoCADyqgzHt6p/GmkLZkVuU3O97aw3Ea01wW1RbmEGVRXypVy9PD4EHLiqVeUYz151OgAOVNU/Owu7t6pCOgzfKrWibbGcOWQd9vA62SGAVW4LV9FvRhgML5ticebmmFJA9KmS6rrjoJv7i71ovHoX/qMdE6Fzi1XY0z1IJ6NBzvM3eJMsgWexoggMciGfsEk7sForkPFUVZ9apgCr/pgxaDNm19Gx9IbvQaPVuygASR45N6+zBEcGsW520jjsnD8W41IYBIEvao3fR4/ER6XdCQarlmTR8UjM5sEjIADuqphT5B2s2LYUc5MyKI1B1VITcHBsawRpkmGqlhZ1DiOXr8Ru2mkXdG6xFrs/YdwMxfdPYcbO9diaQzxWA/BB2Z5Y3LMDKqs4c9KMJIDymzgkZvNRJDgAbnn4Qs3YiuTx2PDlSExjI4L5+XyKAyN6om4JF5b/gy1TDkij3iNFykORIH+4qNZtArAq5FdCKdkThANwFXXFxXnDUFkBDt/Zjvrb/8ITwkLKD4aL7J2SZqJ46Sm48lkr6nGZLZMh88IWFWC1PtYNn4keVfLON+nZRahy8BqldQD88OXQrZhSDUBONLZ9NxEz0hk9CPTtiV8G90WdknrWs5iHWLdxHualMsJy9x6B23M6w49yyT7BlvXzMCuRQLgClA/8GF+374J2dX3VrRAy/snpSEqSwt3bC67+KvXpA1bTI7Ft6WTMSGXa6+U/ElemdUaQcq4xcWCyyVNuhSH45B+M3LYdp+kXbujYZBnW/I9115W9wbqvJmAZC2L7+fTBb4M/RsViInWzSSKDOCYZGTIePAJ9IVJ4Y5uhagX1CSNhVs622s/zuS2SM3J+m2rc98ytOnVEUAYuU4yU+Z0wrm5dGpG/wFlmn4N4ilaTfqv3IDUjxarOGoUCWCULE1lv8q/aBbWUWK5eckBVeK5arlTnKUkzmBWzFOVvWXEe6eTtCQeq5sqEchmTCI3m71/OrCo0cqWA3ew4UFX3UJttSDix9jDgKjexdA6xHTjT2TuwSueVkrKG06Vcu4bsWXagQPa2fqlRAjggqEo8lniA9OwKlD1wEXFUvp6Y1H8Hvm9gjv4TYHUeGig5Vnvg6KT+qBWgzUI2BVh1x5SRv2JeVS0KkJKK18eWofnlu+xzci8M77YRKz5QvJmX4+WOyWh4J5KlLwC8Peugb+kaaFoqDJWLBqFoUCD8A1UBYvV6si/vRLc9+3GZQhIV8NX/pmNaa/Ytti6dzInBzoXjMS6ZATJqV/4ap0bVhAs9w6fj/MoJ6B+RRLlhhfBBrYAaaF2yCuqXKoMKwQHwDwiAb6CAiWJlbCJzlOqkvrGT4+H6UWj5PF4ZdKuoTwP0KF0VNQODEVasDMqHhsDXT6gCmGs0QJ6I02tnYADLsTqo81IsaVWC4ViNj8SpLV+gF+VY9USX+nPRMXIBJr5Lg5BXD6uGz8anbGCw1EPzUef0baQhEL2aDkOx/5ZjaToDYhYrNRlnRreAh5DBfzIvbkH/g4dwi/7aCJs/m442moGVcjLw5Pev8PGDV5QnGCiJ70avQF+Csb+/jPFLluEw25UqlRfh4JCKBq5i5XixdRTaPWWJCnitsG/mJNT2JqhzDmKPrcPQ8xfxlIbM8kBp9zA0CK2N1uXLIywgCEF+PvAJ8ABfFYBXPSqmv8b+n6biC5ZjtV6lWdg5hOFYlT69iCW7VmNjFon4wkerhsuwtXspjbMmc9mlHPG0SBz4aQ6+iCPsuK5oUulzrOzZEAEUFBfj5prR6P06N6hYGd/G+Kh0ZVTxD0aZEmEIC/aFh7cLePouDIzVxQLMR+RBorhLjCQPVUwZc1a8AuymyVUzqsc8y5FKCRuvao8t1XtTsRBVBMXUb00WgcYHqn1WrZuH1KwUuORxP89vfbnfOz2wSnkmWG9Vy4nNsUuiAXcEHCWAtlFUeEcJadhOIiNbLwZm6la6GOIsLW9uSHE8AYQuQvA8eKYZcqTrGRJIsySQgQ+hm4gpQ3FZqDh4kEvXDAkk2cQnXHfi8fkQkDKITWzIoBTLIEuXQCol5PJCCLz4TAjb/KZMCXJSMpGdJQGJgCt0dYG7lwcE5JbdmL1HCsjTxJBKNEivBUK4uAnAc+fB1RCymimFLENMb6SVichGKALfS8ebec1+U5mLISHk28Qy5QshIlaqsUYTqTwtB2KxjhETCCF0EzJGmDFy0TcuEkCemoH0tBzaVgFfBHdPN7h5CYmzh+mJeIIkpSE9S0oNLOJ6IxC4wtPfHXzy6i2/7TW9RTq/MHX1oOcyUz+yYHvtuSjHDWZl3oAqMUBjB0W5dCiMWdtOBKmEhPnITfQiO9/KbHofBCJ/thFEgrkbDZ+7INWqSYx2GtqQjVVC9Xyman7u+mfql6r18pS9kZmuPkxBKtUzwZjyDzyb2xTzJJ/7Vcz+7/HBhZs0mBEBo1aMX4HhZc0pVYIXv89HY5XgVYfHk0BSxE7W7J0pwCrQrPFPOPiBG9IyJODxxEhLSsLbxHg8fXEVe5/cxElxFqQQokJAB2wYPRwNVIJXIfo+1m9fihnxKUowMbd3PmgRVButytZBu+o1UbuiL/gaNkfM7i9R/dozEMiPJ2yGX0dNRtcKBuZDTiLOb56Czs8IkMVDlZLjsG/QhwhlA3nh8QnM+u1nbEhNZ4MtqZh6CEKb4vXRulwTdG9eHUHEy9GSyvHqXyz/eSm+T1E8M1cda1+0CqmHluXq4cNqNVClnCd4Gp69kCfizNqZGPyKCV41sPNSLG7JBq+Kj8LpLV+gDwULgzCi/WJ0j1qAAY8ikYGSGNpyMr7pVgr8jERc3/Ut+jx6iWyEYcHwBSh/dDQ+jSZkFAywenREc3iJSAApHjIubcXgg4dwm/5aFXN7zsHAaiJI08SAQAC+iIf4K1vx+amjuK7ojrA99n4xGjUJn+6z/ei39RfcoL/x0KzJZmzvpkq0q13fU/dPQb3rEex0r45lo+ahm4JzNPEF/ty5DqtiXiE2j3uNCKU866NL+TpoVasx6pYvksdDGumvceCnqZjGAqt1K83CDgqsypF6fS++PLALJ+g644NRnZdgWvO8YD5deRS6kZOOF4fXYezVq3hBuIL9+mLb4E9RTcExG3Mfm7d/j++TtY17IFoXrYtmYdVQt0x11KruS46FDpkIniOWyhiHTEvOG4eUhsZ+S7AuQh0hZ3hDhVba1x1dVEkZCXDhiyCwErhq58Bq/owrDlTVrv4K759ccFVzdcqfb6+ljGPzJ2/+VlyykdFgVlQs+dFB83tgypeSSxsx4XwkYnPI7aeWxPdAce9Q1C5dFY0qVEKV8v4QGSTJl+Hd2T/x7bUHiM3KghgCeLn5oWWTIRjRMkgZuRXIQPih3Vh6LwJvs7O1GLbq7fHxqYQW5WqgWdXaqFxO06Jj80Y+wqGzx7E3Kg5JEgnk8Ef9Sh9iQo968NbBl2RQXilJeHr5GDbduIBDacnIgowadALw4edWFT1qdcSQFjVRTJXkXrPQtHjcOnUU2x8+Q2xOtrrBzHdHoFctjOzaBU3Lu+TZzhS3iek3T2DxqSt4lJmh9LBgbEEXeLuWQsdGH6FPy5KMd4AyaeqgHFF7NmPpsxcIZ598EbQ6wKMSBnb+BB9WVUVXtVkeMjzb/gO+jUpCgg6eGYHIF2X8w9AwrCoaVSyPsmEeZhgxcmTevor9t65g19Ob+FdObv7JjOLBDV6oXeJDTGrdAe1r+ug08tR6LpPi/Y1L2HX1ODZHvUAkfaTFJHLoCvNuhH7VGqBHq0YoozjgsIa2qfYXWQFz6zb1a31jp19TGb5eg9pcKDMQjM781bgghGp+a00dYHLIoPcrfEtBZKbLSyJWB1bzM1pM/01vA/lKqAas5kqS7Oec13NezSL7IHVt5FIeCZA1h3msy4CHpkrJHoLFxvz1A9qfu4ZXdHJ0wLEpo9BUAcaYNOa6gRAnqRIAACAASURBVFVGPqqFmQaski/5EMIXfIghofYZsWbJCiogF+BwR5ki9TG773h0r5bXbpQ/voDF+3ZhXVwcCASrCCekaBEffHjyAtGmci9817sNSimpAGS4saQv2rxhglYJXNvjr8/GoJWmt6SmnMSZCD84Hw3OP0EO+CgX2B0re/ZGq4pM28haLH54Cl/t3YNdifHIgIwCt5rJR1AO3Wt9iildG6OoaoApk8Ylb2bxnSNYeHAvticlQqylbj4E8OYVQ7tqn2Juz1YIUX0SbjSwGooJHedjgPQoVl48gr0ZctQIGYhfp7SH39ubWLplBZYkp0OIpjjx/TSU3jsKYTcZv+mipSbj8PBm8HVh7MF0NWCVD19+MVRxF1GaAPLeNF2chreSZJYCgJQQiN7N52B+p5LUXpJc+xn9D/zFerwK8FGb7VjdzjBhbdK+qWh04yU7x6tifr956KvgSCXVJIZj/8+rsT42GtGQah1DwB8twz7G5+06oEaYim7qAlblUiRd/wW9D/xNKRSAYHzR/XuMaagNCCbSYeeWVIacf3/DoH37WQC5HlYNm4nOqly0r6/jp12bsOZ9Eog7jKbOMfa3B5pXnoiVfRvAx+A5MJ+KaOHPlaBqrh+vhWtw4OLIXiWTQariyUtwDLL2cUldAgRYJZJxEQjZIJ6WlRDv8rNT+q1/9jDjV0TtpGp0K+T5ZM/Nz9GEvm7igjVpHSvmJows2dpAyPwBq0Yrh9EZTTVn86M1TKNIjSK+4lm3qfWTEvLfBmOLCN88Eu1eZhiQpoDelJJWuXu0wPwu/dC5thZLTulhJMHDn2eg+5MYauAqpFKn6jfYM6ACNWZEfLI4JOPUyukYEsPcRBuTXEF8h4qjT6Nx+PaT0nkOKzn3L2Dxn1uwMZMxdul4uHbGPxP7oZYZy5D8yWl8sX0r9skYShBtiV42IAzTP5mFcY10GGSx4TiwZw2mvSY3+dqSL3o0moolXcPgqrSvFLojB7KScGPXYvR7Qm73tSUfdKk9Dj90qw4ffTZh0i18vmiZSvRTRVnu+LD651jbszq89BlM8jhs/OpzzNOBwytKI8a3C9UZPqqWGY6NA1qiuLE8YPJsPPxjNcbevk2NR10c6q68oviwSn+s+LQ+AvWVnZ2IC78sweAnLylPl67yiLQ9XepjTsdhGNnMzxh1tJs8FNuQg/L0clQJ6sNC1q18Oz/azUhbtiFENjkyhseKGNKE6secHSu/rcoLrOa3RPO+zwVW1b8ntg4JUMkdMxRyYdZ2OQeq6lQ0cu+osORoRGoWPbQHwNTY2aEGrPKaY/+UyWirLXCVwQK1AKsT+qN2IPtcWQ1ZNR1YJfJ1h5yCoqqXmo2CO2Bgw4/Qq2kpuGvEYVJrslSMdzeu4+jdGzgZ9QRX095ST0OSVK3x4KCRuDC+I4rTCPAy3PqxP1pFMY/LjQZWpVl4+fc81KfAqgCVg7tj6Sc90aqSiNYlkQEk8BB5Uh514Qz+uncDZ2Je4EFOMhI12kTWar+gcbg8vh38Lcl5KRUj4c51/HPzMk5FP8GNjPcgV1+kPlX7qWTIcOwZ3gVllY7+xnqshmJyl4UY5fccFy/vxtcvXiABYdjy1RK0fbIZLf84RPlVfYI+x90vW0Hw9+cofT6C2uBFS07G4REMsEpSxqXtGHjwIOuxqlsRyUW6FL5oX206Vg+opFzLzQVWk/d+jgY3o1j90AKskqZIpEh/chunb1/G0VeP8F96PAjRgvpZQohgYVMsHDUpF5S3CLDKyILsXTyZFKmXtmLg4WO4R/9rZXzbfz761tBwPc3JQPS/V3H87g1cjHmGO1mJFJBWH3ceKpT8DDsGf4AQY216g+uDdTOQywry/J95pWbduhyudHqxLqMUAJrYg4BHoFVOYKpjSoBVkmjQaYHI4vLhnbh/xCgEKNBL9e2Fg6gdQev5fLgKeNyFvIMMmX00Uw5y6UPsRHeh/S9J4VvHov0LAjcZn1wFFTGgbn9M6VoerlqfhEjwZNc89LwfrgICitCi5lxs7V2WLtOELkHAS8b59XMxICLeWBxYpZGBGNByBr7tWEwt6FPW3dOY8OsWHFXtjqgD9o0fhAYmelrIHxzFmJ2/4bhcqgIQ65aTOwFX+83DiFpahBL9DL9unY8ZabpDLfoGjcCpcR+gqLYDwJvbWLFzE1YkJud5HqZoUcUKX2Jvr5rw1+O9ILt7AAN+24NzWrrBd+2MQxP7oaY+ijDZO2z9ZjK+0uZCoUeFwoL7YcuAzqgUbEDPJBl4emANBt38D1FGqCQPJdCvzjD80LMq3LU5Mcuyce+X+eh8P5xGNTYmiYT1sbTHOAysp+8kZkxJts9DvXSI5yFnCymFn4eH3/bDYrc1ismFkYxxOqTrMgVXSXNtq0D2DqxS3yjqtarq1WtbGdmbEsnlHEGCrjFRBVUVeXj0kMo4JThKUqcCKIofxq3F2PLmtF43sKoojfrXUdGYBqyWDh6I5fVD4Sl5h+vPDmHey1jWRnJB1aKfYnXPj9GwrI4XTppdyWbc98VxMXjy7D7OPb6FY5EPcDkng3Jz8hGC/324GD93ocgqXv8yBdX/fUWBMp6gGX4Z/Tm6VTDwTlr8HkdWTkAvGtWdjyolhuHXfh1RoTgPhF2JrMfESmSCyBBwjgHosmMjcPfxfzj/4Ay2vY3CO7btQl4FjOr8Nb5pbUlklS2c+CdIJMiOjcbj5w9w6fldXHp9H+ey01mPRk8M6roFS1uxKKcJHquTuy7EhNLpiLm2AT1u3MU7eGNY19Vof3sC+r5OpiBoz6ZfY/UnZZC9fxLKXoqkcg4p+TmOjGieC6xe3IaBhxRUAERuLgjkCSCRKyi3+AjxbYRu5SqjSoXGaFHTS317izmBwas2UJ5cU6gAIn4ei7aPFKNQHT+OnoeuZbTMDYqWM4i5PDMBL27fwMWIpzj2/DxusggKH/7o3nQOvu1UmnlxppcKYB9mHvgNx+i33hjZaSmmt9BntMvBF6fh0YGVGHPrNl4TKgDf3tgyuBdqaAZFI0Uq2ytGZsxrvIh4gTvht3Hq1R1corQaJAnRpvlP2NTFMGWCOauFpb8hUdzF+XTUs3Sb7KU88vRfQo1A7XCeiEY3dZw9y9pyVQCrpB4BTwgRX2DRPZ133EhgNcgRgVVWkURCEq3bwjw21h55rvyCkQClhVM8BGa8f1wIH23BtMaoWl/uGI92TxX34EZ9wmYKw4R2n2Ni60At/ZPg2R8L0ee/JyrPb9zQts4crP80jOYnS7gLLwVXNs9Dv/BYgzQA2lsWgokff49pTXJdLLP+O4URv21VBw5FHbD3s0FoqM2I0NXlhKfYvHkNFr9/r8PDVNuHPIQF9cS2Uf9DOcbuzk3Rz/Dzxm8wW7u7KpOP1xJ/TR+N+tqcJe/9ga6/Kp4raW90aNkvcbhPTQRo1q3ILsvCs79+wphr1/FYaxFFMX/EMgzXd3CSvcOO+ZMxS18/dMi0WOAA/DmyI8qoRtXVyJtxei0+PH6ZPtU3NvF4NbCk92QMq5sXCJXf3oMRew5gP3EDMSG5e3yMU1N6o7IuWZpQli2zKgAyCgDZ88JjI6FwoKpuQRNbWkz2q1y3Ogr80ACVVHdsp0COAKxSiaiBq7aTj42mi9HVMJ6qmtHcjf7cqTNqA1UVs4mCqw4ErGYcXYRqx28gno5YEYzvayB4VUIyop+9A0JKoFhR1eA86sCqR5GPcXTSQNRReUVE37+xsnm4ehAahbNXoa798GLhpwhWuIs/+A1NNv+J+7RNLujfbSc2tGR5nrLf4cS2pZj6/Dl97eICf9Qt3hPbx3VACU3cUUz41tORkpCAdK9QhBbXAoimpiPu0VFM+f1XHGBNiOKl5uDB5LogUG3G6XVo+89J6gXIQ3nM6jodM9oYeBqV+ADfLfoKi9jL6WrlZ+PM2Ho0eJU4JRsZialIzxKDH1Ic/pr2BxFSShJe3d6LCQcP4ho7k8pU+AHXR1fI37zKlEKamo7khPeQ+JdGsFLgKsUmpyP+4UFM3bcbh9l9o2Kl73FhZGVmtzARWJ1a0x24uwYN/zmHNxCgQlAnlHl/EMdlcoj4DbBy8GR8Ws0daXsnocIVY4DVshjXdiom1nBDckomjYUgELrAw9sbbl4C7UG3Um9j1sJvla+4KlX6Dv8MYfujS6KSRJxcMwlj35JgUGTwW2PvzAkgmC1xN5YlpiAxIQcuPr7wKqqFgyxHjvT7J7D2yC/YkpZOzz9FfAZg75juKEewSp3AKiB7fhnLfluJjZnMs7Fa1RdhT/8KundrwpmZ/BibVs/F4gxSEwleNRmrejaAP/E4zZBClpWF1Pi3kAWEwS9Ay75GYhKEH8ZnP2/HCVYmYWXn4fio6nb/ioN4qYoJLQQxdBxo7c3fZDbya5ZXldAkaE1UZDx64W5Le9DI1hdINlVglXgkiEgcFx7fYuCqkwOr7JjxeHAR8ukzMC7RnVMhGE4cahKQg1yIaS5PBFgtqOeVxgyQNmDVjReIKl6hqOCShcjUd3iZnYC3Wgrj8Wpjzahp6EACUqol44BVPlJwfcs89NcAVt14JdDQLxihbiJIpBmIS09AZPp7vJAzT65UU7GQ4fhrWBsUYy9OLQKsyuVIObkWHU9eyQPwefNDUN03EN4QIyY5EnelWRpj7omBnVdjYUuNKAfGAKsIxcIRizFYC7CZdex71DhzXwcNACMRg8BqZjR+XzMfX7xP0+EhLESPTluwqqUe7w6twKoAxd3DUL2IL1wkCXiTHo8IcQobiVd9vEKDR+LIxNbw11ZF9F2s2vYjFpOgA2pJgHJuZVHNyxVpWe/xIjUWipABimzBgUNw4rMOKKl2eJLi3qZJaP/sPRsJluTmw19QFHUCK6G+rxuQ/Q43Y1/gdlYSfeqWm4piXLsZmP9hCOWedLhEuZ4Ltx2ZP15VhxtxkxpMAGdKAaDlKwL8iCjfqu1sHvsHVnMFRUxBBngujEkOmZzzYNE18pSvWI9aMJyHzGW7Q3iu3v0FjbfvxwPaJyHaNVqGPz8Nhda4HdnxOL51KcY/ew6418e4Fn0w/qMyFIAkUona+z3aXLpFn9iLXNpi/4SxaKVCK8AETSFcNjk4t3gQusQyyKPIexReffMRvBVzTg1Y9cGsEdsws5qK0HPe49CqqRgWnczaS77o1+IrrPlfGERK7FSOpLNHsPXODVyIj0d20f9hda+2KKftRY08GX8vHIX+8Yxd4hcwEje+7IgQgpe9vI7vty3HwlTGNi1fYhwOj2uLYnromMRXdqLzH/txhekdOrZcj98/9qfrcezh7fj6yhlcz/FAufrz8UfPEO3alPkMi76Zjh/ZN+UewTMRPr1hPkAuGeJOHcGv92/gyvt3cCs7FD9+0kD7Jb34Hfb/OAGj45jxCQkeizNftEcgka2JwOqXjb3Ajz6Arut2KEFiRYf5om64+PUQlHMD4n6fhFo3orR6rGZe2oYByuBVjbF5wjS0Km7C2pwTjV1LJ2NuKiNMf+/uWNevP+qV1r3Iyx8cxpzft+EPMTPbi/iMwrnpHeDDB6QPT2Pxof04nJCOIJ+WWDR+CCppezIvzsCT379GzwfhlMJC6NIeO8aMZhxA9ACrkCTi+Krx+CyO8W4QuPfBmZk9UUxfDIk729Hl938ovQKJUtup2XKs7hoMyCWIPXcK/zy6hetxr+FdeQy+6VIDXtr0V56MvxYOx5RUxmqoVGY69oxpBCv4SZswePqzUl5VmQwySgFQaDdt7UJSgqrkZ/2Pzzm+1VwRqgGrFG7mU69VSwWzKhzAKmsAuYiIu6/F5jtXkJNJgHqqalmbiMq4Chl+LXtUn7zAqitaVPsCi9pWQYinBJlvXuHG3XPYceciLksleZ6hVy0/E7v7VYeHGi+nYWCVLuXyFFzbOg+D1IBVIdo1X4HNbfzAJ2US7pf4eIQ/vYffz/2Gn9LVXSX5/GqY1+dLDGGf31sEWI17iHUbfsD3GgCfl3tLLPmoG9pUDYIbT4r3j65iy7GdWJuWqc7DFdAXvw/tgvJq0WeN8FiFB3q2WYoV7TVdOnNwe9M0dHnB+I3oSgaB1fgbmLx0Bf7QWYIATWrMxa5e5SHSZaRpBVZrYOP4qegcJASyMpAQ8RSXbh3Fj4/v4zlI5FbVFIDxHy/GzMZ5vUvj/5yFD29GsN4xzDdk06pWZix+al8TRf1cAGkCbp3Zhx9uXcINtfkWirl9FuHzurleJ7LH5zB950/YSt7XKRK/FhZ2GY0xzVXcgt88ws9/bMbiN28Qo8jHK4FeVXtiQc9GCDIcx8DuVjPSYxqMqJA+tuBAVd0qSYOjyBnKGl2bEjGkCbjK7FnW37kcCVglEmHA1cJ0yazoK8OrahQHmN2titZvkC5vVdWaFXyrDgGspjzH2rVLsSAuDsQ3L9CjJVYOmYRuWi5/Zf/9jcE/78ABqhw8VC89EYcntoQfu3wkn9yCsSdO4IiYhJiqgG+6T8cXLRTknCoSenUTczYswsocRsuqVJqHy2NqsAAtADVg1R8zBm3G7DoaY/vkCD7fsRNbM8nFNw8Bwtr4bvBs9K/O3pLKMnF/9yqMunGN5Zwshcmd5mJ+Oy3tkSfhwHdjMPA9AyQGhkzEf1+2ZoBeuRSPt0xEowcxrJ1TBlM7zsCcD4NJQPq8Ke4+fljzPRakMCGy/Fxq4LsR89C7HHntn4HbO2aj24MI+syeJ2iNPWPGo2WYloJS7mP+d19hDQus+hT/Gk+n1DZ/pZZm4PF+EjX+EgOi86phwaezMbqRFjokcSx2LZ6ISUkM0BwaOhUXP28GaiaZCKzObOEFZD7Diu+mY6EGvZTI53O8+qolvamI2TUBjW6TEFB5qQDUgdV6WDZ4BrpVNuU2XIyX+1Zi4o0r9CWXAP5oWGU8fupTC+4a/hHMgErxaNNnGBYeR21VHkphSIvpmNWJeRInv7IMDf6+zL7WE6FL+x1Y/oGWwAWpcbj2x3cY8TwKYhRBzWL/w3cDe6ACMU31AasAUv+egcZXnrF0DMUwvP1cfNk6WDtGkfwO536ZhZGvE9l1OwjTBm3AmKoAxOl4fmg9xl+9gmfUZqyHhX2moWdNLQeAzFfY/MMX+J6N7lYhbBb+Gl0P9hrDitiABFSVcgT7edchGqxKCoZW1bjdnANXGTFqAquMPUjAVSH9//ymQgOsUsHx+RAJmdvmwpvoY53C230dPWdAVe2yoZyHPAKu2md8vbzAaghGfTQf01toXLEmv8Uf66diVqo6TOYprITJfeZicBVV4RgHrEKegstb5mHIS1UqAH/MGb0ao8tqEXbMZXyxYQv+zCJxXxWJhyaNVuGPTxiD2BLAqvzSKtT8+xqSVJrg7doIi4ZNzMuhFHUUPdbtwg2ZRHnYdOWXw9AuszG7mYrJYZTHqitaVJ6A9b3qwE8VzIt5iu07l2J2AvvsSIceGgJWpVe3oNWB03ipcwbzUC6kLzb274zKurhQtQGrol54sOB/0GRbyry1HyP/+BNn1OoToVpIT2wb2xkl3FR+SInC1pWz8FW6qn6J0KTKF9jcuzo8XVXWnYwk/L1qIiYkq4YAEKBZ9a+wp28luFGbUIY3Bzdh3IWzOK9iN9SoOQ8n+1eESHMZS3qNzaumY3oaOYZ5oV5wK0z8oAu61NPDW2DHKyF7tqVrT2F8bMFRAGhXTsqnRQM56N/KyfQgukOCMNpiz3c0YJVIV8An4ZtIKgw2keLimAF5jDuK2fECaYWmGQOq5lotPAgc4imEHJlnV6He3+eVnOdubu3xR9/++KCaJ0M4LJYj88E5rPhnJ5YkJtHLdxH8MKjdD1jRUQWoDL+BhdvJi5QcyMCDn6ABFg2chH413HKnUPJr/L1zDeaEP6N2Cg9lMLbNTCzuqnJLbQywKpcj/tAytDl1BS+ptvJRLXQYfh/VCaVZDnrpo+MYu3kDdrEmh3eRD7G6x2B8UkfF9k2Nx7W/f8LYm/9S4Il4+1WqsQQ3h6m42kacxIh1m/B7DgM0uiIAXeuOx7JuteCvMB8Id+qL+9i2exEmv1eEH+WjfuU52De4NrVZyBEi4/IujD6wB8fpBBMipEhH/DR8EJqWYp/4kP/+9in27tmEBRHP8Yb2rAS6f7AA6zuzl8XZGXj/NBwP49LBcwtF3Zol4GFMkKHX5zB2xQrsVSppPWwcNhUfV1Ex1BJjcOXgeoz77x6iad1F0LT5euz7mBWqqcBqSy9AloKrPy/BZw/uK3WMh1D0azEbS7uFIEsiw9vdk9DsP+OA1R8Hz0BXk4BVgpY8wZa1C7EqLY31cg5Eh8r9Ma1jc5QOYm8YCRj16g5+P/gzVr+JQByVkxCBvn3xx/iPc19LxVzCzE0bcCAzg1Kr+rrUxtgOEzCsoS/JzqS0VNzevxATHj6lrwF58EGn+jOw+H8VmeC1BoBVRF3H8u3LsC6D1MCDF68sejYZjrEtKsFXxRCXv7qDXX9vweqYN6zDgisalZ+EjUMbwZPF6+XPD2L45m1K+jQevynWD5mIdhVZcJXoXOJb/Hd8HUbfuc/2GyhRYSnODw9jOyRB+sN7uPtODJ5nMVQOKwlffbSvVlh/NYsUSxlQldur8gpbLpPTYF7GgqpMCYQiiri6FAZ7R7eCagNWqT3IE1BwNb8YYaECVolSCVm+1cKJrRYm7wxjV332sKES/VXXlyQgiEhgf+BqXmC1BMZ3+hqfN9PywOP5WczZuRm7acjS3FSm9DQcHl4bLsqL9fwAq0GYPWwFxlTSIsnMBFzb/SOGPWaiuytS1Ro/4NgAxtDNN7Aql+Lhtqn46Mk7lQ2Zj8a1F+L/7J0FeFRH18d/qzFIAiRogBDcvRQoLsWKtLi7VPAWK1qsuLZ4oQUKpcUphUJfihV3LRQIBEuCxmV332fu7ia7m924k/kenr5f9t6ZuWfOzJz5zzn/s7VjwZghcKGvOLV5Hn1vPyDApE/5i0zitOlHWAFWlTIvqnKP01HiVFIqd2vmd/2ESiaJtsJO/MjA3//kkCBFjKXECqzqwri7bR6fXLhh4hGqxJ3IKENJX3VRZnefQg+jZ4dle9aAVbv2XJzcLpoDLeodLfc2TqTdtQdmXqiQkxGdljC6cvQGHXpuL1/u2MJ26QrVWMqzbsRYGlkBeSNOrKX93r+4ZPJ03mz1WNhrMB8WFif/UC7/OIkm1x+ZJR6rVGkqf3QugdrKxaLu8g4W3ivIR5UrULywOnPgJUZOyHfIFsoCVa0vEmJmSd6qgm8sHsaxUBmVTABAxvpSTokyIrAq/DYF/37KSSW+dkjqPKc18KqmTmsZq5WEgKrGLxPeLRmCEkAXzr+/LKDT6bPclTovJzvZKeToRn57e8JC/PAOfcVzXYSBj15OhSJf8GvvuuQzS6QZyY0fvqLFVW8DTZAMJ1wo4pQPTzsF2ogAfEJe4B0ZKNl3kquCXTsujO1BMdNb2/gAq6Kbbx6yfd23DHr4NKpfdasuZF/3glHK5bN5LI3O/isBlAIyyC5zppBjXjzs1Cg0gfgF+3EnIgBjFgI7u3qs6zOU1iXNZ33E2e30+WUb+yLDJHtDjT3uSjeKZ3Mhu1JHYMgbHgX780QXFkXnlC9HZ/aO6EhB6RLdUF+YP7sXD+UL3xApPFzI2kWWgyLZ8pNPpSM87DVPQl7ySBsseRALGTk5d+HQkI4UNWLPPjf4acsivn72CoXifVZ9PorG0Z8cy8TScGPNSNreemhwKpDhiAte2fKRX62GyLeSPO5FBkblTnDN9hHr+/elloeh2sQAqzItb4/+QNfdezljqMberi5LOn9K01IqxG4lgNUP4g2sjqF1KUWCAbWQM9sYsXMLhw0mqBI1ORQ5yO/ghptKhi78Fd4hL3iqDZXGUIaSgu6dWd65LaXym+iDJgyfndNpc+6G4Zwiw4HseNjnIp+DE2rC8BV0VpEBUXJ0klVh5oAJtDDilHEBq0JOt3fz2aaf+TMiXNrP7bDHTeVGQYfsOCvlRGoCeBTwnCeG/upEf7O1ZGH/nlQ2S+QbztW1Y+l5xzuqv464UtQ5H3mUKjQRb/AN9ueRRj8vJW2VV2Nh33F8ZPRcj3zOviVfMs43FJ1dLaa3G0CbSmlHEhApgEORvCwLVTWf7waBiGRVemewhBVh7bzrfKu2gFUhG0EHoJQlLZnVOwas6jMXZPGtJmwiZu6nrfOq2vpmlUKEV6avg1hMYNWDL1pOYlgtK5uiVoPvzqnUP/+fIQRF/6XZHRuxoGMvGkRlQ40/sPrP2qn0MvNYzc343gsZYuYBGy1R//3L+OTIP1JiAmMpUWY2h3vpLcckA6vP/+PH9bOZ8NLoVSBqdWNk50WMMAECTcc44vhqGu05YuYJms21J0dHfoi70Wk1BrCq4r3inzEkbDMDH/qaUCwUZ3avyfQoHW2oPVz/ObVvvYry0nVQuuAU+cYCrIyDY/XFHX786XumP3suGeTi6rx07o8YqDzO2Cd+JhykMurXWcmmljaMIivAqszuE85N+pi81kLf7p9hxoalfBdq7onaoMo0fupYyHCciOTO5qk0v6LnmjIWtUsPjo9sRh5r4VhPrrJm8wpmvXhtApza0/Wj1SyrowRtEKfXjaP5v3q/AmNROLbmz8+6UMmUpsH4ozA0NLJor4JMsHhJh1O5gW81E3xPXJ+QBaralpAeVLWk5ohdogJTFXuW3us55SDEjAisShIRy0XKiSUudU+137NAVduilraNRI6EAFczRDIrbQhXNy/iqyvXuBgZJu3TanQGwFKGCh0a5DiQk6p5P2Rev48pbc1j7elNNm5bz/QH99DHKcnQmEBgCsFBK8FESvI4VKR3ixGM+cCCi+fqaoqv2y9xtQr/0IHdfmZ+NRsD4H2EwUuWssmwMWRzaMza3kNoUcIwad/68r+tCxl24y7e0hfoE7gbiwNyItEa7LNiTOs4lRE1rYTH67QEnt3HVwqrAwAAIABJREFUuO3b2B4WSKD0BXLUaNCn4FJgh4ZIFGST56N24TbM6dGIvM5I4bimXk66W3+zbO9vrHn2mOeSb6+5fikNSeMUqPF0qcGwdl/QoZwJaf39c8zfMEfiqpdRluWfTqe9tQgwayJ74c2enxcw6cEjHouLI8TYygiT4E0BtIKA8SQ/SXllFvaYQNfyJoaf1o/fvv2CT1+EoSM3n7f8hokNcut3jjdP+Gv913R+JGBqJzo2Wsay5gbE3Hsv7Zau5YShT2qnThwe1ZECDnrwx39DH2rcCkCAgxWLjObnAdWwNwxh4J/zaPLXKcnzU6WqybJ+o2hcWIDOCacsCTy5hW+PHuXwGz9eGmRvqg8SjazkkZ2NigXb8WWrNlQqZGUDCHrM/h9XsPzhbe6jkZJoydGZ2PkyBPSrRYW7XUV61urBgCYe0dFFEf4c/H4Cw5/6S+/kzT+SA18Y6BZMxk13+xCTt25mT4jgExY6p5A0VhCmKaT/Ezon4PkcVCzQirEtW1KpiBhRC8pR/wf8vm0R33r74IOIxJAhzG59BgkBDEOEYdwV8srM7DqW9qY6F/aAdbNHMyNEPF+aCW1G0Of9XGlCnyjZORpNIhMiJ3IhzyivxZWsKh7fIfYroWXvarEFrOotZJFTR4FSHkuekjgE9+4Bq9JipKcEyEpm9a5Oq+jvFu70cURUmglJ8gBKZ8msEgSsiq+58QutNu2yyCqfn/5NJjK2vjGFacoBq0/3LKL98bNmSaXKV5zH7131/EZJBVYjzu2k77ZtHDEbueqsHzqcRibRX2Y/391N29VbOW/yR0eHpvzQqzu1jPxYMYBVJ1pVn8Ao7c90PX81mtsTNe0af8eyxkbjPYzDc/rT86URmCzO121bkfP6ISbeuWoASfUNx+qxevcAfdb+aAgxE08XYUidfvSP+JnGp65HeWSIXwoUm86Z/sarc4t5nlBgFQ3X146k6R1TflglZfN1ZImgHBAJdHUB/D73Mwa8ND2eyqlebjwbO5fG3hpgqwnk3MZZ9L5l7ilcpepSDnVykzxWL/04lVbXH1gk/MpOA6/2jKlXi2oFHZHbCVfyzLuWGSkB3gUAKItX1bYe63lVhcdqwr0UBKiqli4EUw5BzKjAqpC4XKYzJLNKOfmk3QolQin1vKpZJaYEjF7gCZ9V+rokvtUUnlvJNm66CF6c/pstFy9z3P81EZH+XA54CapClMuWjZw5y9C6wvs0qlCQbLEx6Lx6ye3Th1h5+jIPZOE8euPNPZH5FVcquubFTZadCiXq8En1qpT2MqEJMH7Is7/pNn8tRyLDcFAWYdbQ2XSw6ZGpwef3bcw7fZKzIaE4uZSnXYPeDKll4kob+Ia7Jw+x6uI17gc950rAc+nSWi3LQw1XN5yUahyU7rRq3J22VWL3wou8c43df//O776BvInQoA17xtmQYHI4elHCTo6za3HqlK1H+1qFUdvpKVmsho76Pef6+aNsuXaD+8HPuf72Gb7iOlzmRiXn3ORUu1HKoxyt6zSgdCELA+n1M07uXcfEK5e4qS3BkoQAq0LGr/25fvIP1ly/x8uwMCII5v7rh/jL81PdJQf2SjX2ysJ0aNGJBqUtb73DuPPrAsbdCMA+Zw2GNm3Be8aQ8shQfI7tY8mJczzQuNHlk6G0K2cwviL92TF3EQcc8uEY9piwMsP5tlk0Mq87tZz+R1+SLbsXdUs355P60RQT2puHmLLjb3zt3CjrWZkOH9YljzRMMpG0O8Geqzx/wpULR9l14xYPw15yN+CJBNoKcLJs9ty4KvPxQZUP+ahacbOw+xjzLDiY51dOcfDqaU6/DOB1kA9XI4KJQEkutSclnZzIk78WXWrUpFxRRz2tRlTR8OzgXn799yo3AgPJW+FzJrbwsLoDa+9fZefBA5wKCiYoMoK3gQ+4FKHAy7kAudBhb5eTUqU+onftkjgb5qU+iZ5ozGTlevOSf08dYOPNuzwJDkErC+LemycEKgpSydkZO6U92dXFade0FTVKWjCr6oK4+dtSJl24xGVZOb5uNZge77ulOrAqzJtwrUaKzMkqMSWg1WjQBz4mTUDvMrgaG7AqrToGvlVFIvlW30lgVTKkBd+qQobsXSSvy1qtoiQggNWELk/SIVWRfpJZJRhYfXWbVUunMUefBDWq1Kj0LZs6GOOBkgKs5mJc3yV8ao0K4NVD9mxazKhHz0w8G5U0qbOEda30FkNSgVW/PXOoc/yyGWCpcOrIgc/aUNIWZ5DvMfrOX8GfpgKRlWZym6H0r2kAm2MAq650rD2BMc5nmHdgWxTPl6iiVMkpHOpRHJm49Hp2g4UrZjIv1KBp8jrsHN0J+cGVdL501Qw0jA1Y1Z5YTpU9J6N4oUq4teCbNp/wQcAm6vxy0MwDOFeunvwx4EPyW5Kmis4lGFgFzT+rqb3rSBR/lqgmu111ZnUdRjsRUqfzY/Wk4UzRU5QZSlFGfPg5Q+vltskR+njnLFqfvmbmuVu6yEgODq6Ok0zH072rGHzsCMesTlInquaoSNNilWlYqiwViuVAJajEMjF+YExmlRmXcDHEicAMM6MoYnyTkI0wpkV4XGLxMcG3KsBVfUn+SZKRgVVxSBF0CZmTe0xmOKQm/5hnhsknUQDonboSXTJUMivxlTodIY/8ePEqiFCdDplcgZOrO7nFRWVC5PD0Fb4vXxMQYbSjZcgU9uTImZucBRRRoarioGouXy2vrj/iVYQWuSobhcu4xw7ghEcS8uAJz0Mi0ciUOOTKR/4CVm5Tg0J5fe85L4W3mzSmMmRqJ9xyuuGSN4EeWgEB+D5+TVBopMTzKJMpcHLJQe6CzpJdJ9bjcFugqqkmhYTx9v4zXkYYEs0IbzF7F/Lmzom9Sf5NS+XTPXvM2b3z6HTLiQVDp9OuUCLUU6Ml9P5z/ENCCZfOOqLt7ORyy0X2XHEMtABvbIlM2qyt/C4oH4UXpxZCDGHcZrR7Ri8Wa03b+E30OXYCrVjkEhDC28fPJT3TJ5WXI1c7kzsO2cfcgCMJe+zP89chUnZ60SeBITi75ydHnjhu9W3Jylq3AwJ44/ua18ERiAgDmdB1x+y4F3bFlgOd1fmq1RLy4DmvgqPHXengTE73XDhZOxMY+xIYzM0dk+nyX34mturHJ9WMjjaJ0L1EviJ4VSOzDMGY0jMk147UapKKqUbZgO8q32pcwKoQkIhEUctVieJbfWeBVYldRSGXsj4mlag2ketH1mtpLAGxQSa2iEOYOp3wrSYYWA1+xcVN4+jwwJRRFNQ5hnF19Hvo786TAqzaM2LIWkZ6Gkm2DFIOCcP78HqGnTjBBW108JiLujIjPx5O38p61/ukAas6Hv0yhbrn75qFg+Ut/CV/9KhELjO+MJPRf3mFqXO/ZY2ZBaeiXb1ZLDFkCsUKsNql7iQmFXrGkZPbmHjvfhRAWChPb7b2akKhnBB6egdf7PqV3411q/vxaFpDwg7MpsL/4gmshodyddPXtLz91BCy6EDjCqP4vkNpHMOuMGr6t2wx+RwHu9os6DCA1kZvAlNFTwSwyr/HGLpuRXRSBKm+IszsPo1egstV94K1k4YyyRRYlb/HmkGf08TSG8OkL092zeajU1fNgNWi+fqwrVtTPHOD7sEZJq9ZxDJDdmFb81Uu8sAq8lO/WBMG16tHlWJWU8Emdrqnm/cEqKYHgDJXyfJUjX08hVdURDIcNgTfquAKTxKKZKOrGR1YFZ+lTGc0P8kxy7W6zLZaJIdU9HUkhlfV9h4klyhbUtIrPPm+PHVqiuIAFABnJkpsIfRGgKp6PD4hSHQC5B7sz8mtCxh0Iy/rJw6laupjXAnobPSjIqIiVKNDY3BaSRBQb7VFPR1AosHVRH1FxnkpBiVAUroeEc6dLV/R5r8yrOndn1qeqbt3CJ0Jl9wxJRQ8KV+S+d7V6YiQMpYmHreIKRQZqkR6ZWZkAccHWNUn+lKgViScEuAdBlb1t5lKuRylcOXImsMZeZ4koO/6RUlELSVleRLqIpJeCM/VlDmmxv+TEgysBvhzYcvXdLQAVrPlHsH5YdWSAVgFj5ztGFZEydvwSGmeKeSBnL1xlP+F60njTUuRfH3Z2LORBEKKkjRgVcOFJQNp81gwFEUXAaz+3q0S7rbC217fYfWSKUzTk5dGlarlJ/Nr9xL6RKA2gNWppTU8vbyFXqfO88DwZq5sjZnXtTdNvcB781g+uOITZRh6FR3DXwPK47/rW+r+E09g9dltNmxcxAT/twa9zcGAlvOYUsceInz5bdl0Rj9/YcKbq6ZtnTksb2mFiDQxwOqj6yxcOZN5pmRVyGhYbxU/NXeEZ+eYuHQh60yYAGSqOqwfMJj6sSVdOL+K6r/+LYXI6YuMom5tmduuHfVKqJBpgzm2fCSdH74x426NbXY4ywtQq3R3VnSuhLNFtFP8Z1X6fNLghCOFLWcmuzMJd1zpc6CSsVfiEC88OJJDRhKVjVyfGTa5S8YGVo2rT+ZKZiWxOybWxTm5FSSd1Sfmk9GZLDm6pgc4on2eMxOQmFT5SABrJgFX9TzXAuhL/jU0Ss66VxxePpY+j3LQt84IprTKk9QhSJX3xTCHabVEaISHb3I2qfdaTcqZLTl7k97qShZwVRfEjV8WMve/IGRlRrGureD4Sr0iAHkBqmaNsRWZR/Gqit+SV0L6ZFapC6CnnlZZbyl+wKr+PCq4VgXnakKWs3cbWDUYQkqlAH4SIra0Vous9pMigcSE/1trT2iMAOXTOplVgoHVt35c2DoxBrDqnGckZ4ZW1YOISfJYTcjoOPBR7Vl81zoaAEwasBrJ6UUDaP803KwTcQKrr24wb/4MFpuFskP50uPZ2assEj73+C4/rp7M+CjM1hXhsTrjPVcU3r/SctvvXItqNReDW89lYi0tu6b159MoNDkvnzebyLj6rrzeN5vqx+IHrGoubqfT1t/4J6r+CvwwbAxNBS2tLpz7u1fQ75/T3Db56ux5vuTmiEoxN4REAau3+G7VN8wwk4+MurW/Z3Or7OD9DxPWLGODCfAqU9Vjw4CB1IsNWL20lppb/5Iy+kYVRW02du9Hk7L2iCQPPLzMyq2rmOr30iRBV+w6JiM3LUp0YUHX93G3yJuREO1Mt8+KhDuZxBbK8la1rWV6XtXkAVWNrUjJrASVjfSH5LN7MgOwKg4twhQU/9L+yjRpq4+U+CULVLUqRLHmpARQo+c91PswZgGrNqzm5FtykjZBEvG2WI8jDf9SzFNV6lcQPv+c5bisEp1ruCbnMp2Ir47fKwI8F7IJ0xNAJnvRe61mYOVJdomYV5h0cFVLwPm/uGr/PrVKZ0vVsCgBqkZo9XQNWcVCAsL+0woP8JSZV6K1d41vNf7Aqj4iQSVXRSWojM++/s4Dq0JsQqlUSn0YT1bJ3BIQm38yRFRGCUlsZnZKuSHxRdrILsHAqg2P1dQHVmUUcPmQxb16UMMkqVTSgNUITi0YQIfn5ghpnMCq/2mGzV3CdoshLF9mAjt7lkEtDks+//Lj6ikxgNXZDfKgDDzFp/OXssvk/YKFRnG0h5LxM77lZ8PfHRya8FPvntQsLCdg/2yq/B0/YPXpLxOoceFBVObi7M4dOTiiDYUM+bF0V3fRbdMv/G3SvsyuI5cmt8HNcl1LDLDqc5vvVk6zAFahTu0V/NwqO7rHZ5i0YjE/JAJYfX/rXyaJv0CurMuGbr2pV0qNo0J4AMng7mkW7t3D1if/cSfe08yDIfWGMa2FR5rOz3h3N0EPCl484XmYoJfS5cNZxrT1YRH7lABVhcdqshUDl6SwedTJHLacWYBVIWsxr/R37Rl1ggle1Yza92TTdpsVJScFgGUjGY5vNeXFbdFCxo0QFJ6qIoGgPlI5a34ZB1aIRPB/h2sE/2hybljRqqOvNQl8q6mu56nfoCBNyGh6KeycSK1W+qcf4qx5Zao50oVFpGlS4GTWK4NNqOdbfTdAsIQAq/pVR0Qnq6PA1bhGIAtYNUhIEFGrhQtQppjTSWTij0trMuTv+m05JS59xFJkp9KHgKWF+iQcWPXl5E/j6fk4xGwkc+QbzanPKycLFUDcKiInG0UY3XkS/QzcqsZ3kgasarmyfBAtH5oTDsQJrD77H90WruGoRcffqziVX7oWQyEMaZ87/LgmJrA6p2ke5Dznp1mjGRtkcqsoK8O0Ws5sPHGKfw31Zs81iPND6+JkB6/2zea9eHmsBnFo3mf08jeCxTlpU3EI8zuWwcGYTDbgKuNnzmaDqU2rqMn6AUNo4mmRcTYxwKr3BaasmM9qM5tZQYtGK1nV2AHNmxvMnjeD702pApR12DAwdioA3envqb7zuCEhl15IXm5tmdmmHTWLKSVdtDdyGfv7cfX0ARafOsGpsECemLHoWtc4B3U9to8cTI3oBLRxq2YGeiKjJ7PKAlVtK1uE8FIwhCsnu0rq9JQAycm3mjmA1WhJZ0wuY31iFV0Wr6rNKZNic8qkRemIajAGMxrQkexrjUmF0eaDMaN5SraWvHVLnqoShVhaWPnJ+y3JVZuRQ1dYvWGRYr9KbgqAmD0VF0ZZd0a2RzAjBd/qk3LqEAmrsqZVzDEV80sj6BGS0xsslskvKAFS1hM/uVaepNWTUGBVtCb4VlVyZbwuLrKAVeP4SDyQclTKzLBpZgGrVpaoJPOqxjaVhYeL8FxNC+1JMLD6+j5bvp/I14HmN8sFi0zkr/6lDN+QlORVtiSlwkXULstG4Ry1GduuPXVKxCSGThqwCi9/X0Cdv8/z1qQb7gVHcaBXFdxtJa96coRei1fzl1nX7enYYCYLmuWVsujKHt9hgxWP1Tkf5kEuD+Pa5sV8dvUyd6PqUFJIqeBxZFiUp6lb0W+5PMBDesJ392xqn4yHx+qzWyxfPYuZQUbUMj8DGwxjfCMPVEbxaX1ZOWkE08w4UAvyWaORjG+S23xAEgGs6i78TNNf9nLDrKZizO4xmS6lxdWCH2unDGeaKQODvBor+n9B8yK2yb8f75xF69PXzJJXeebuworOrSidT4hdJ2UyV8tNLi7evObexX/47fIZDjx/jHdkEG/Q2oBZszGwzXfMrh1H5tak7dNp97ZIZpVB+VazQFXbaiPxqmp1KZqwQ6KyEeBqMnmIZDZgVSbTSVy0abGnJ2VBEeH/WeCPdQkmN6+qrXEy5VvNAlbNpRR1OkmmdScpcyW+7+rXY2MCpYy2IsT3KxP+nOSfKiXy0kn7VWoUI3WQLgPpT2rIJQrKyEBOnwKIj9RoU9TOSU3ZJ2tbUbyqqTOvRN/1fKtp5SKWrNKLtbLEAKuiQpVMiUIh+FZj3wOygFUT8QsDSKmQo8gM8ZWpp6MZoqXk4lWN7WNVCiQAKLVLgoHVZycYtvQ79pl1VEHj9+ez4iMj12nSgNXsjk0YVsw0jakcR3tH8uUtRsWSRXB3s70wJRVYfXt4JQ0PHuW56dx2+Jg/vviEMrlsjI7fUbrPW2kWSq9SVmbqR4PoVcOAxtoAVuc2yyPRiISc+Y3B27dzyKYCONCt6WLmNHSS2KJ8ds6hwam4gdWQUzsYvXc7O6WMkPoiR4GLzJU8KjVqbTDPIwPwI6aBkr/QCP4eXA1HU7VMBLAafmgO5Q5dxjS3l7vD+0zu/DmtiovonbfsmPkZwwNMjYAifNboM0Y1zCdlsrdWrAGrJYuMZOfAqghqVAGsCk0RXqtGkMNMcyK0RD6+y8Gje1l0/RznBdWHWUM56NdkFnOb2MpaltqzNXnby6jJrLJ4VW3rgcQ3JjggU8GeFt4tKhEClgxh75kNWJUOGtLFhRGmzAiAip5XNRVUJ3kXslSoTeJoTCkPcCv9N/KtCtqNrBJTAvq9K/3LRvQzXEsUJUtch+p3aayFtSXC/0V0RWoVo/OeAFZTr9XU+rrkaScjUAJk8arGMtYSr6pW8uZN7fIu8K0mFlgVu5XEtxpHMqssYNVCa8VGLygBBH9dxitZnqrWzDfpoJEKrvQS36pICiJPXdMrocCq5uR31N13wgx4RFaWb9qPokslYxr1pACr9vRot4bJlWT69KkSJZUMuUKO2l6ggrFvFkkFVjVXDzJ88wZ2mnJ9y2qzaein1M1vY1Zf2kLLn/dwxeRnZ6cmfN+5O/WLGzwubQCr81oYMrb6XWDCwvmst8ExLlfWZFXPT2leQqCMWh7tnEPDOIFVLf9tnkjjKw8wT8cVz9VJ1pjj0/pQxNRhM6HAqjaUUytG8snDNyaNKinv0Y0lXZriJYXZR3D1h0l0/fehmadwhTLj2NqlHI7WnFYjXvPPT9/S785DM8C2Yvlv2d1V79VrLHpwVaZPZmWt6LS8OL6d0b9vZ5cZKaU7g5pMZVaTHPEUWMZ8TJxPpYQ7GWDbygJVY9exMOGpmor2tLiwUJmxICVOiTIjsCpGSsyr9H/XLjzH5FmeqrFMrdSgALBs3si3Kv6eEUDE1Nz99Feg8nS/ZwkTVtAAZMUqR2uHNHaGJF4ik7vYr1Lb9pAS0KV2o6k5QZLYlt5rPomVpNDrYjqJ8H/hsZpVTCRggHCiQNU0kk9m51tNLLBq3McFJYCgBrBVsoBVK5KREjsI98N0uijZQBYMf85QnU7xNVUCVFPVS0FPCRCdVTjFP5EEAavBLzixaQb9Hjw3C53OlasHO3o3I38UF2VSgNWcjOu/lH5FTA0x/f8WnH5xhS4nFVjl1VN2rJvCUN9AE+G7M6LjAkZWteY6qePZ7gW0OXHBLDu9s2tXDg1tSQFjVvm4gFXtC7bOHMZIC4oFYyeKewxma4865JGcJ+MJrGr8+eXbEYx4m9iMkKVZM+JrmhuwX6kvCQVW7xxnysZVrA4zJVBX0aj6TNZ9HI1Uv/17M8MP7uOwSVftc/Tm2PAm5FZbmQc+F1i2eTULXr2NokoARzo0Xcq8BgKBFxkRNET6v+GJ9x1uBGejfIlylCpkY42L8GPnkrH0fW7Kr+vGwCbTmJ3JgVWJYcMsm3nKrzuJbSE1QcPE9jGt3hPhlOIQn9rHDRH+JcBVfUmcDZFZgVXh/SMuS1M/FiVhWqhPVpW4sUtYSxnv6bQAVaNnk+AT1SfJzSomNqERNBC8fulUNEJvhLeqHu9Ip51MA6US5yo9r6oAx9IOwBMOG4m1jNNAbKncpC7drjmSnaPVprqdk8oDkPDmhO2nE4m8pP+R8PeT6w1BjSmcoTLpmpcUYFWIWC6TS3yr4r/WShawakMRBY+CUpHxCNaTa15lhnqkdSlGaHDKf5kADiWv51Q65sQEVvPzaYspjKwtQs7NS9iJH+j8+yGumv1ZznuV57C5fT6TvyYFWM3NVz0WMrCUdVkLcFUwJtgyU60Cq+oW/D6iG+XjmYToyZZx1Lr40ASwk1Gt3DS2dfFCaek9+fYRv21YxHifZ5hCcgWLfM0/g0pH9zMuYJVIbqz7imb/PjdpN/p4VaPqfLZ3MCKc8QRWfc8yZuEiNiZ6j83HZ82/Znxd12iBWwFWUXfgytS25IoxKOFc2zCFTje9eW02nPkY330eg8qa/PH5ZeZ9P5elYaadrcyaL0bTxIqncOj/ltL84CnumVTh7liTb7p/TnMByj97yNEjB9hx/1+OvX2CHy60qjqGHzoVkUCOGF3VBXF0+SjamnnW5mBgsznMbpgt5Sd+GrZgpAQQFzrpOdgiC1S1rSQif0NEGuxXokdiLglwNSnJrDIrsGqUj5QozgCxpOFUt2haD/mIqBzpv+mnY+mmJ2LNSWvwRSbTU9lklZgSSK+UAAIwFN6q0d6YWeNnHD0Rxh0amT64MbVZ657NZSU9eq1KvKpavZdzVom5nWs0GsT8Svui51vNjBdKSQVWxdgIj1WlBK7G3BdkB67ujxcHtHt2I/di2g93avVAqRSCE65AqdViVjvJJwFdiiariqufApQXWZdTA1yNCay60qXBdKbWy4HcJAQ84sYxZvyyko2CwM+k5HSszYwen9KkkOlfUwZYNZJVCO8oW3S01j1Wm/PH6O6UdRVejFakL5A208ujSxtp9PN+/jV51E5VnXm9htO2uMX7N7bRfMMurpkcS9VyT3o0n8i0OgbPSfFKnMAqvPrrJ0YcPsifAiUxKwo+abOBJTWNi0l8gFUdAad+ZcjOnfzPpC57HMmtcsZFXP4Y/64L501EIL7aEEz9dEFFVc9+rO1VB3cHw8PWgFVFay7P6ISbUTVEN7XheO9fy+Bjx80oEkBNJY/urO7fiNxG5gip6hCOLBhCL78Ik94qqVrsc9Z0rU5OY/vi16DX7F46lC/emHrBKqhWagwbu5XFQXzYhW103LaT06a12Tdh68Be1PNQxPQge3CB6evmsyDUVPZujOm8mDFV0ru/WVwrSjx/NwCr6RFczaIAsD2G4pAhEoCkpTktdEYY0tFh7wkzfDIzsCpGTs+3mv7MwSxPVdvzSqw5pjtMPFfRFHlMeLfIhHefVqZ3gTTaLPGZZpKTQDy6FZvBaVpHfLZD4/MpbMRKUWXiAJ9Q4NnUVomHaKIeiQtll+udxYSnqgDtbJaEMq8JRTS+Y/VmOJ4fIeoRNrCIRBX/4qM/8aw6rseMlGph4SKYSKtvPz66ZKtiIQ8xHuK/Cf0WgywluyK5+VaN/UqMnOMzV+Mrs7h01SjXWOaoGbiaXLpjOm6iAdtR0WYjH4NXVdRjnBfG8U9FfY5L31P1d7FXSaCqaDU+i33K9y6z8q0mB7Aq0B2FXCF5rloW2a6L+3X2qrjX5ncRWBVSsVMppMQ0WSVjSUAYAGl96aMWnJCpwLcaE1iVUzJfVz4vnYe8jkp0Yb5cuXeWX/67ZgY06kdURsUy09jSySs6w7z095QDVkXt4oAqea4azhim2mUVWCUXtfJUpoazjsCImEclmUKFY94WjGqdW1/Vy//YtHYOY/3NYUZ7+8as/6QN1Yu6oiIS/ytHWPrHZn4INQUDwS1XT/b2/5CCptSc8QAuRRVDAAAgAElEQVRWNTeP8s3WtawOtUR/y/HdoHG0iaJHiAewqgnk/OZlDL9+NdqrU9mEP77oTnl3w2Ju3H8Nhrr/7lnUOnnNjLMUeR22jxxMDTeDlK0Bq+Smf6M+fOQgwnNkRAb4cOHOUVY98cE/xtTPyeDWsxlXM6ZHdMTJdfTce5iTJnaBHbloUrYn4xtVpoCbjEg/b/536FcW3bzENbO6VXT6aB1zahkW3BdnGTFvEdstninqXJuhDdrRoUJu7EUXNBrCn1zh+80rWfTqDaZMsDlU7/PjqGHUjqenc8Za5az3Nj3yreqDBxJ6Es0MoxH3NwhDWniqpgcPDimZVVTYe8JOOJkbWNUvaGJu6bPmpo+iv6zIMlBtjYaeGzMdlKfe/HXsNBdf+nD60Q3+0zrh7pifCnm9qOJRgaY1ypDbuD+bdlcTwdu73tx89jbeXrcyOzeKFy5IrnzRl7i+l+7g8yaIMEPdKgcX3IsVpbC1fVETyatzV7kdGn3RI9XpWZBceaN1P8L7MXcf+PIGFbkLFMaraPbog+SD+9x8+prX4aDKWZgKxXKiNr1YNflG3Z2LnH6iRSu8egtWpoZXHPNLE8KDy/fxCwglEiXZnXNRplKBOCM1tNcvcsZfnAtiUwpxc+KAe/6CFCiSzWqMu/bxIy7e80ODGhcXD0pWELf9NsrrN/jcuMCByxe58NqXBwG+vFQWon6hMlTxKEfdyqXIkyce8/elP/9e/IfDd+9yyfcB14M15HR0o5BzPqqWqEXzauXI657C69LTh5w9d5Ld//3H/TfPeRAUgmvO8tQuWIzKpWpQq4wrVjCGmIKJ1BDy3y1OXT3LMZ/73Hz9DB/cqVWgOCVzelGrcnVKeZk4NFjW8OYNj67dw1cnQ2XvhGf54mRXyxBO+9ZGNuLSJa4G6XB2L4Knl2vMiDXT+v0fceXcaf5+6MOjVz7cDAzBwcENj+y5KVvkfRpXqUTh/DZQxPBw3ty6zn9v9TQJsRWZzBGPIkXJk980+UH0G7rnz7h19ynB8YxgkcntcXEuSLFyhkS7po2HBvDk3N/svH6dq/5P8QkJx94hFwWy56ZMsXq0rV2BvLGosGlV2of3OXfxAhf9n3LtyVWuhjtSOHtuCrkU5YPyNalXqSD2Ruo0CwHoLysMwGHgc26cOMLu2ze48cYf/wjI5exJqRx5KFqoKvWqliXfO2SzC8XVanVodIJ3JL1sWvoBzIx8q8kBrEr2IHpKAIWFl5hs69l9Oie1nLgoRd9NYFVPOJ9xk1mlA4MyDbqQHkBV/aQDAa4qUhhcjQmsxl/oatUHrP10CDUNeGT0mykDrBrrly6o5fpDqky4cZgU68Bq3N9k79Cd81Oa42x4NPToalrsO8Idi1edZDkp5uSMnTYMvxB/7uvMQVUZhZnUbQYDy1sYqvEAVgl/ws8LxjP6tXmdBdx7sKVfM7yiDJh4AKuh91k082vmmmStyus5kfODbXAsCIzx8j4+27KZPWYizcnorksZUcEgCKvAatzy1T8hp5znMH4ZUA0na+eBV4/5dc0kRr0MNatQiT15Ve4Uc5DzIuQVjyPe8tKiyfxuPfjt02bkjzqARXB9/SQ63zZPiCX64CzLRn77PBQRt4KaAB4E+uGtDTWjcoDstKn2FSvbF0Mdj7NLfCWQ7p8z8K2ml4Q7elA13UstTToo5CLAn8h0JCABrtpJLs8JO6hnbmA1Wj3EviVlXU6gfJJXwfQuj3pv1axiTQJpyasa1R9dOP9tX0yXM7d4qwkwTxhqeEhGLmrkLEvXul3oXTe3uVb53mfn1qUMve/Nq3gNs4zsysp83Woggz9w10cFvbrDih/Ws/7xHW7qNIj2SigieJn3c26PqhrT2ezOn/RfsYptuuhQb0dFJSa3/pQhH+TS86GGBXBjz2oGnjzDfex4v8wQlrV/n3ySfaPFe9tyvrpwjgvhMuydytKr7kBGN5bI5S2KhhOze9LWN5RQFLjn/5p7X1aM9Us1p3+k3Z6z+IaHo0FBNrtc9OkyjZ5lYpsLweyc3I9+b8PiSAIqw1XhRm65HC+PD/m0eRve9zI3Hp5sn0bTk7fQyXJSvXBLZvRtHs3Db+y5Johrvyzg8yveBGtCCdAG8cLiq1RyVwrKnalffTDjGpfGxZp4xDt3/2bCunX8HqHlmS7QwgNbTU6ZGhd7T+pW6Ma0tqVwsI7VxUt7rD4UFsDN3zez6OIpTgaHEEwYAWYPysgjz4GLU1WGtuxBi4o2kDWhGXfPse7gHnY/9ua5Nhi/GBBkdjwUaooV/IgvPmxOZU8rIOa1XQzYtJ1/VdlQagJx9vqcH3tUJ5vaCt+q7gWbpgxjcXgkBQv2Zs4nzShqmm/A+B1v/Ll5Yh+rzxzhXLiGF7ogCz1Rk0umwk5VgBpF2zGu/XvksPzMN7dYs2wqCwPD40w06yR3J58cihTrxoQ2dShgAWy+PbSITw4f40E8R82OPHzg+THTejYmt8kFhvbWMZbuWMevARG81oVgbpXLccGRbI7l6FGzPT3qFsHeLALNpPFXTzlzcBPfXrmJr/YNT2LYK3bkkjmQ37k0LWt0pk99DwOtUHQdERodGm0kb87+wYr/7WB/QDCvicD8pKTATWaPzK4yX3zYnXZVc2Z+xzaDLCMija7b8Rz0VHwss4GryQWsiiEw8q1KpAmGS3fZlrP7dOIAJsBVPb+W9fKuAqtCGsLdV6nM4ltNxXmcpKbEzU968Y0Sc0ulSNlkVokFVmWysnzdZii9qlvjn0xZYNU4wOKQapnMKrHAKqp2nJ/WntzGdSzwCfs2LGL0w8cW4fGxqVd2mpX/lEXtK5Dd0siID7CKlltrvqDRXVNGUida15jIko8KmngFxwNYfXSY7svXmdAAuNK50SzmNzFCx1a+w+8+G3+YwZiXISY/2tO2/gKWNzNY7okGVmWULPQpW/vWIoctA0yAu2c28vGO/VxKwCyWySoxr/tw2pexOBU8v8n3a2YzO9Aa/0PsDdjZteTQl90pG4u4EtDFDPNoVLShwSM8rTueHjwx01oG1tqXouCkjNNpSwFg2Tcpsk9KZpUw0O5dAVaFX5S4LE3ru5osCgDbszo98KqK3vntns3HRy+a0QxZ67UcOXkdqjC83SiGVDPJ9PjgKvNXTWGKCSIiSHBiBh/qa5Vhh7tDFUY27UG/uu56ENTnNOOXzWVpuPntlkzdlguTelDMFCDSReCzbxlt/zrObbOOOtKl8QyWNy2kt2He+nJy40Sa3fWXbO1srn04MqAVJQVNvy6Es2vG0+rmw6iLTjuHNhz5siflYnjGBbN9Ug96GQKLVC5DeT65PiqbS08YF1aOpPGtpyaAjJKG1eexq6sZl5W5mHX+fD9mIF+ZoDhKgxz1kds6Ion2NNRfK6nxyt+bzb2a45nLWJ2O+5vG0ODiHenbnJzasWtoTypE/S4qC+Xy+gkMuH7PAIzJcEBOBBqrLFZ2uPKeVye++bgZZfJaaMeTU4z/bjk/hQZK3saiX6ajqESNgnDpN5WsMJ2rDGFWp5LJd5Ec+oLjm1cy/eYFrug0EpDtjMYsKsi0xzJ5dZb0+YqWxWIOYMTlP5j7x062vvaPssdt3bfKUJHfpSlTW3ehYRlz71Xdhc103Lad84aG5TJPutQbw7Sm7gavVZO2Ix8wf9IoVgi2CVULtvTpTZUiFmCt3222/PoTPz68wwMio8bIsm9G2Stxp2Hx7kzt9AFupkFbLy8zf/E0Vpg4Qoh5LSxao46JeDDzeDs5ZYuOY0vfKtibbCgv9k6nxYmLUc4HYrcRJrd1T1gVrkoPPvBqzbhuH+BqXD5eXmPp0jmsDg3C9DRgHC/RMwciCELoZxG6fvApY1oWMaECMjzpf5c9v65g5oMH+NoIUbdHQSRCP+Rkk+WmfKlBrOlRATvDNwle1QiNlshbh/hmywb2RIoLDgWOaMyj66J0XEZ2eVkGfvgZfWqbTq70aMkloU8G20+j0cbhSZ+ENpLlVUERlXmSWSUnsCrEK/hWheeqGbAqfhBGtKNaEKxbX+reXWBVv0grFXIUWcmskmWKplQl6cVT1fL7BHhop0i5/Hr/rR3Mh/fM75DjkrGrfTWG1BY3i/lscJ1GcmvzZNpff2Byy6mkVvlJbOhcNNqrQveGYyu/pu+jlyZbbg5GdF/GZ6Xj6oXeUJTAVROjIvTKXwzftJZ9cb9u/oT6Y85P/SQaWBW/PjnHtO9W8FOE5W2ttcodKJujEbN6dqGqaR4v46NP7rDph2/4KsBoGjnSptZ0vmttfgUetH82Nf6+auJh4srwzsv4spKpsanl8c451D911czLskyJMWztUIGc2SH02Fpa7vuLW4b2nR0bsqRLH5oUj+1Ir+X6yk9pet9UH9TUKjWMVe0rkUNg6Fpf1kwZwWQTAzB2UctwwoXKJXqy6JMauMcFVOo0vDq8hk6Hj1oczqy3ohCGcZXeTP64uNUDQdDR9Qw/9Dd/RoTHm3nITlmF6W0+pV+NmHQFCVWrDPt8OuBbzQJVbWuPRAGgjTtsMC30T6xUgsZGKS1Z8QNY3yVg1bhv6SUTP/kk5ziKZFXCZzarxJSAxKuaHm7WX95nxZJxjAsUcIgMN7uqDG/YnPdUwtNSiSIyCL8nx5hx6QK3pdFUU9xrJEc+r44R69Tdv8Ks76cyy3CvqMrWnPm1P6C6cyhvwqxcNsqUqJ3yUqZYXpyMIKb3P4xbOo9lFqiMQlmLdT0/5+NyJrekYb7sXj6BHj4vLUAcBR81nssPjQtjJ4Cb1884seErmnkHSQOgcOrFqcEfUaqADLRBnFrzJU1uPTcZHGdalBvGup6VcDJDhYP4fXofOr3U21TZc4/i/tha2Andtqbe/51gyg9LmR9kbrzky9mBzf26UM1KkkypYt0LNkwcwOf67iJT1GZLt1bkfRtAiOBS1UQQFPCMqz63OPb4FmfCAgyAjz0Nqi9gayejQajj4a/f0OrURZ6Jeuzasn9YL6pERXxp8Tu4mj4H/+CMXjK4qYrzUela1PUoRG5lpD4b+qsrrD9/gmOhrwzgWTbKlhzLoQFloy9sIsN5umsG9f+5ItmSDrLcfFiuFyNLZeNNaCQKZTi+z+6x78JudoWFEYEcJ1l1vvtiLM1iwZjjvWboIvE9sIKuh/7iqoEENY/T+wwsV4VSeVxRa7VotBruXP6Z+Y+NHtUKSuTpxHd9P8bL1E70Ps/3Py9h8Ru9J6gAk0vnqECzMrWpnkMmgW66MG/+vHiUP1495qkERirJn/0jlvfrSsU80cqgu7yDQVs2ccjkQ7I5tWXjgO6Uz2MEMQ3PR3iz4ptRzBd5JeSN2dpvAFW8TBQw7C1Xfv2WAdduSeOgxI589l58ULQe7bzc0Gh0yJWh3Ln+P/Y8/JdrEYGSXthTmF6NxzKyfm7kRpz25XVWfz+NOVFOABWZ3bUzpd6+JVjSsUjCg3258/Q6h+9f4IwxD4OsNKNafsXg2tECe3lgEV2OHDNQgHnRq0ZvuhfS4h8UZsUGliNXueBRoBB5ChocE7RheO9dwoB/TnFf4Dvk5oMiLRhcqTDysEh0Snj55BoHruxjR7h+HbFX1mTlF6P5wOw4E8mtDaPod9NH0ncB7xZ0KEvrik2pmVOGXK5EFfmae0+vsv/mWU6HBxnmjQd9649hfLP8er5ijQZdxCtOrf+agd56P2VHVTUGV6xBhbwuyCN1KFRyvK/vYsO969J6KIqrU0tWDelFmXhSFcRbt9PLg1G8quk/pEt4ZOppkDK+3ZHcwKrEtyrAVYV+bZE8Vo06Zq+UIf5Zc1R4d4FVg3Rkgi5BJoGraVvSg8WYthKwYkrrbSfBN5YO1yfpkKoQlxd6QCy5Nchn/RAa3HkbB+hkj5tMIYV9ZXf7kG9atqJ68VjcDonk9qZJfHLD2wRYVVCz/BR+7OxlAqy+5djK8fR/9MrkJjYXY/osYUCx+OmJ/hBvSGYlwmJvnmD+b+tYHhgabyBNtKS068SFqa3JYSlgnwvMXbOUdSERBNqoUU1OKuepx8gWbfmgpA1/EN/77PltBV95+/BW+jQHWteawfcWwKru6j7G7NjJluBgg0yKsH7cdJpYhHq9+GMxHx45IxmR+uJG+6qD+KZVGZxlb7m2bwNfnj0VlTiqSMHP2devJi6x0E+JWsL3jKHYCR+T8XCkeoFWTPmkDZWkg8crfpr8BWPDYp8sDjjgJLMjf7aitKz+MX0beSbAEyKCuztW89WZU1xFYzM0ylVVgtaVOzO2RUmcbKqjjjfHtjD6r2OcCn1jkL113VKhxM2xKp826s1ndTKrNRa/eWVcbPShy6lfspJV2Za5lMRB8Gqlw/3K2GuhM4LKJr5Xgu8OsKqXkJ5vNfXnlVZAL+lYb1JfIuYtpgsKABEtf/53xm7fyHoJAHVlVPtFfP2+HjI1hg3KIl6wf9lC5jz1xlujI7tba9YM7sR7Bn5BS2C1bPlZHO1VIgH7MGADWAV3etYez7JPCkXvDy8vMHrmDFbGcI1LKrAqwJ0yLOg3jd5lTSeNFWB1TE3UNpJZ+W0bT7OTt/nXYgLIcKd78wV819TGRaoFsGqX/1v8v4zOYhpNySID76OMXL6QjUYZ2A/k4fTm6M2uOIDVl1eZPW8Gy8PDJC9SO3U9VnTqR8sKJvyzRnV9dpMff1rC3OfPDBQRZZnVeTz9qhlg9dc+HPhlGV/9+y++qKlbYSI/dCmLo0VQT9jxNfQ7cJrLIUFE4MWoTpMZUD0Z+ACenmD40kVsNgBv7k71mfzJYFqUtrCPg/04vnkmg/97RARq3FQeDO4yhx5RjhU67q4fQafbPgZng9x8VH4QM9pXJJuJc7YklohALv08nRE37+It/UFNjZJjWN+rInYGtbEGrArtqug5mq2DqqJGUAKIiydxcxk7sKq7sJ6u2/ZwztBWmTztmPxxB6oUsu5xO3PfNn4NCEAtc+c9zyaM6tCWYsY8DBbAqiz7l/w7/n2ry2HomV8ZvetnDkg6Zk/VYmPZ1K98FC2HGbCqbMneMX0paS2w0NZiG/SY/Ru/Y/6D2/igo1SpmWzrUhKVWm8LGmnC3+75mponbhrOeAUY2WEBn1WNHt+Qfzbz+e7fOCLtN46UcG/P0t5tKBbDiVRH6PXjLNy2jLWhwvdbjouyIauGD6F8DgOv6ptrLFwwjbUGv5SyFZey9ZM8FsnPdLzeO4Ump25KXrYqeUVm9plA86jcFGm9uyRv+1qNuJzQ+zNnhKIHV9M6VifpkkpuYNW4pyvlKpRyuTmwKiacg0qOnSImZ/c7D6xKXAoylEo58gSGyCVdDbJqiF0C+kRVxoN8Gpx1Yu2eng1NUAKkTDIr7bmfmHTKj2CJo8VKUWTDI6cHpQt4UbFYMfIXMOyusfZay4uTe1l88R7BEZGIw5xaZUelKp3pXNN0Vw3h4aEdrL71nOBIDTqZAjtlPvr17kyxeDoLSnyrUjIrA9+qz23+PHaEfU8DEQBEvIpchVPedszqYuOqPiSI+8f3suTEYXaHhCDC6QRgoJY5UMClAm2rtaTPB4Wwjw20DHrB5b//YsvthwTqZKhVrtSt3Z42VSxcOF/5cPLIX2x94IdWnoPynnXo27p4jEO47sb/2HDqOudeizg/caGVh7rVGtCudgEUEa84eeAQf/73iBc6HQqlHe/XH0SnCvEwmP1v8euBE5x4/ooIqV41HvnK0KZJI0pKQ6fj4c/LWfI8lFAbKqN28qCKR1HKehSlVPGcqGwknohrbLS3z7Ju/y9s9PXlqU4EKuoIFxypyjzUKtqYPnXqUrGopXVto9ZXvlw6doB1l85wKuQ1b5AbDFERXqUiv0NxPq7alk8bl8HVNs1XXF3OfL9LXMap+1lZoKpteYsVLVKrk7hV03sRNo86nhzh7xqwKlECSF7hqTe59HzFGf9gkxJ6L2QjzqjpZVoFn93PpN2bWBciIi1cGdVhMV/XiN5IxSFV6E7klfPsunSeR/bFqFqkJBUqe+Bq2OZjAqvfcKBjGVziaVtJcrYJrIJTjiHc+box2Y0qfPVHqvywm3soKOJSl4IBR/ifVhgJSQdWRR3lC/Ri6+CWFIzqfyzAqqXXaqAPq2YP48sgHTJ5acZW8uDOv//jF4OHoKv751wf0RBna7aKBbCat/BU/h1ePiq0XoDxEZItJAQRzt+zu9LBX48A2Tm1ZffnvajsbrCdbHqsavA9uIqeBw9yUcBlitJ80eEbRleLJWX6g9NMWfUt30k0DQ6Udh/MgTF19SCuFWB1fdeyOFje+7+6z19HTvPPSyWlC5akSrHSeJp6ZSZysoXsn0rZw5cMYfsqWjZcx9ImNgzB4BtMW/AjdxU5KF+0Bq2q16R0EcNN+cNjjF25mF8Mtmbe/CM59FktHG0tYyFvOLzicwb4GgLYZbVY/8VI6hqchq0Dq+Ij8/NVl3kMriCsTMN5MDIWYDUyjDMrBtDtscGNWVmX1QOGUt8KqCqJMDKUx0e2Mv2fu2RzL041z3I0r18FZ+OZwQJYdcw1nLOj62DVuo14y59LBvGpv97z2s6lP8e/ao6rQSZmwKq8IesHf0btggkYyDf32PrjClY/uc8TdFSsuJDNHQoiM6hiFLga+pTf957kaaicXG6eVKtQAY+o5FwhHJ0/nJF+/hIgLhfy6fsF9S04h017pT0+j4/2neaWTpwYPRjYfDKf13LRTyvfE3y5ZDH7DS9Ur7mWH1paSbYV7M3m7adRZHclp5M7FatUJndmS2RloACIjIyZiDkBo5wmj2YGvtWUAFb1u4cMtUJtDqyKH4TQHFTiR/MxywJW9fKQy+WolPKoG5800eysRmNIQPCqpvci9hY7paDbSIGeCqeIcCsomTFFuJjPtoi5YuuOWPfD9KFs0pWxLRsxqn25uIC1uIWM3/cKh16V0dgSwymMTSmmLx5FuLzGB58T3xMYxKsnAUTaOeCayxk7p1i+y1rTol/ie2OTh3jPGK0WW79Ef4TrmvhMgX5Z4qaiDiEDdQL7KOoTHqli6KRsNFZcpaXvsCJfmQxBvC3ChbTJoauiD2FatG9f8sgvEpdcOXDJYYfMWp/iMdQSuVqEhnC/JzwMVJHTJTs5XB3J5iBHpk7blDLx6X5qPyPy2wgVSJF1x8bHZIDlOLWHwdCeDnH/JaZdPFe2NOpndLMi/Essr3HNrHcRWNXbzHpHhLjkk/SBlGUlq4pFiOnFUzWqi/53Wbr0ayYFGe2ywnxevxd9ShXGyyu7ZCNJ4KpWhkxSopgfFxNYncmRniWxjwWri1GLBbDqqH6Phppz7NVoUcvqsG/icN43BHe83T+P9/88xRPsqVf6C2o+Xsast8FokwVYFZ+spHHNxfzWwUgmGhNYfTC2lmTK6WPzouUSeOQn+u7ZwR9aUDu150Svyjw4s5Ovzp2VQqaViqrM6zSaftWthL5YAKsuhefiM7yoJCojqCr2LIkjL+QBS74ZwXSD/Saz78SFyZ0pINlmsXishvpxcP0iJt29iTc6CuX/jB19G5M/jsAZnx8/o9qVJ3rqBXlDDkz4gsoiukmnJfDgPGr9+Y8hDFtJWY8+LGpSgxKeubAzgtPSjYLB5k4Oe030IzKYq5um0O7qHX2EkKw2G4aOoI4lB6ypsr3WgINCb2tGFR1vTv7MiL3bDV6PXgxrOZFhH1gB1Eze0p76noa7DvNQ+ltBvuwwhyFV9MaxbWBVRfGcrZnfuwvl3PX6o414aJsKwPsCyzfOZXGguPhwpEH5cSzvUiYWfl9DB4UrsjhLWc5BC2BVmWMsN7+qbn3F8r3Jsu8nsjhU9NKOykXHsrl/hagjmrnHagt2je5HGVvJzay1oAnh7p7lDDv9j5S8VyXzoLFXIzpVq0m14u6oncw9V60mJQm6xfyZE/jOgP0VLTmXg328Yt/Gnlxh7U8LmPUqABnOvF+kB7O71SOnOBOGPuKXZVOZ/vqtpK72ygr0qVCf+mXKU7qIC3JTvcnsgbkGztl0GWIbD0NFIdM7JmXUklLAqrSEyyw8Vo1CEnyrAlw1TWaVBawapCMTWd7lKLP4VtPFnBJT25isKl10KI5OiIsLtUiElgKUABnh++Pqowhbji2JXlzvJ+R3mUCcdLqsSxILoRmdhNNvjkrroyxsXcFlnOXPZV0+4uIiNYItskBV26uQSOIggFUbjuIJWb5S9VmVAVzVN2rdoH43gVUhC5HMSoBGKXvQEOGtUnaWrBJDAuklWZVlx/x2TKPuiWsSMKYvLpR2cKeoS35K5vakQgFPynp4UtTTGYW9AdgzqcQSWBUgU7uidWmUC8KsXDprI4N4kaMlE1qbRBWZAasqGlSawpdB39HuzhM0FOPb3tMYWEENoS84umkh/a/fIYg89Gw8jvdvTaGvj7+UaCaxHKsyCjOoiJxf79/HH8jp1IRV/QfzYWHxoaH8OaMnH7+I5lg1AqviVwlfEWCn9i2HF42kncTlL6NU2fmc7eeJ5uEpxi6dwwrpdRmVS0/jfwPLxrz/twBWFfYfc2Z4W/KGhOs5VgWEK1eijvTh0P9+YdaNy9yVxkFJzUpz2dXd0zAqsQCrgQ/YsHgcX77SRyC9V/5b9vQqHueqEPLnXKoeOCnJBlk1fvhsAi2NzfmdZtSCRWyJCDUk65JRWO1JKde8eGTPT3nP0lQqWBDPgu44uiTf2qDzvcfeX5cy6t4DRBpWh5wDOTikKQUSEo4uvkcbxOWNE+hw00fyRXBz7cC6bh0p5xFHX71PMGnlQjZKt49udKw5lqnNPCV+X0tgVS1Fn2mlcHYlLjSvNo45bYphJxwDIn1YOW0Ec61wrIac/JFue3ZxVXKYqsI3HYbRsVJCP9BkslpyrCoasnVYL0qGhksXqTIBuIgEQJGPOfLXNpbfuSKBnshKMqL5WD6tY4tjNRuVcjegTQEbYLQmhNeUoXubKuaRWvcOMWrNKvZJSWcMnOgAACAASURBVMf0xVVZkIo5PSmVy4Oi7h6UKVGB0oUc9Q4dlkPy+AQTli9gi2SsqGld/3sWNouLXiuEyxu+ptvNB1Iov1P29mwc1JHi0msa/P78jn5/G7lj9X1yV3tRIVdBvFzyUNyjDBU8C5EvTzYUiYySS9fbo+FwJZJVxTsaM51+kEqiBEi+NSc1PzMlgVVpSptyrJp+mODWclRF861mAasm0pEOGXKUqRRfKZIy6aPNMqYSp9yE0YlL3Qzj+WMcQUElYSeA+ZQTTIas2XhJKS525PKU9+dKhSYy5DhIJlAG8qgzClmskwJYlfjZMqzkU7Djwms1hflWsygAbI+fOJ9EaNJnsqrYtE7KZypDogTQA/NZwKq5vPT2mbg0Tal1JytZVSzzyrBXpbzFkIi1+c0TDv26ilE3bxi87ywzu8vwyF6Zlh5l6dCgJTWKmYesxARW49EHeQeezOtMFAxjBqxmY0iHdUx9MZVCf90gAjc6vz+KpR2Ko/I7z8Qlc1kUHIGbQx2+ad2HQucn0uHuY4KTAKzauw7kTn9XZixcxA+acCJxpEr5SRwWoKNcw/GZnWnur79qEsmrzIBVsaGIyfXkNF8unMNKCSFyZ1j7ZUyvrQJdMIfm9KfdMwGrgZ1DG/73VS/KW+I/FsCqeDaHyp2onFNGsWpD8dcE8RqRv92OEvm7sbrbR5SMSugTC7D68gLjZn3DWkkRVbSst4ofPooLiIKQo6tpvPt3A8hWnZX9x9OuZFSH8Dv8MxMObWennqsgyinDeDlnJy/Gx54Vea98U7p8kDsZLk916B5eZ81PM5nwSh+On7/IePZ0r0KOhFIsRfhz4PvhDHmqH59iBYextW8dcsSRJ4Dn/7Jp5XgmSs3LqVjsS1Z1qC4lTjUHVoszuFJTGnOCkZcuGeZYYb7s8C1DqijRaX1ZN+UzZsQAVnX47ptDs+NnEGle1XbN+GHgAN6zlvzsTQghAcGEmkV3KbHP5oiDm0k4WozkVYJa0Z0CplNWG0GQNoxgXThBaNDhREmvL/i5b3UcTTxgzZNXxWPOU5QpvebQrZTJs7pQbm39nrk3znE0Qi9/86LGy7EMdQqX5/2i71G/en7Upl6j944wfu1StkpzzoV+Hy5kfIO43GZ1eP82jQ5nr/BCSu7Wmp8Hd5c8iKUS8pg9q+az0v85D3Qi9MyyZKOCcwnKeVSlWcWaVCmTLXPBHjodWp1WSoqW4YtMhiqDurGkGbAq9jIB/ghwVZQsYNV8GoibJ0EJIPFrpZQ1neFnXsp+gABS4kvBmbI9SVjtQl2Ex7MAEEXJUh+LuSXx0cbkeU6YlGN/WoAFWXI3l5HxDCP2fHGbKnmKZKAiXUBJIUaCe1Uk3ckqMSSQwuCq/hY+Y+lNamiJkEqEVoegK8yoTodiu5IuvbKAVasqI+Qjl+nXoOSeA1nAqu1Zmu4vAQPf8O//fmXCybPc1YQRoA3jheS/Z17k8oos7D6evpWiOZsSA6w6ZBvEg2lNicLAzIDV3Cwe/T19X6/Ga80f+CHDM0cHdozsRLG7P/L+hl1cBwp79mVlwzpwYjIdbj8kIAnAap4yK7nb343nOxfR8egxLkifXZAxrafydX0nDk/rRFvhFmkFWNX/VcPjfctpf/hvqW/5cnZkU5/OVPPQ/xp0YBEdDx7nmFaAoV6MbzOBcfWNGYUMMrYCrNrWKDW5ZE5ULd6NSa0aUiK/6X4WC7D6+AAfL1zBcaliOzq12MDShrEliNX3IPjvVTTZs18CVmXyGqzqN5Y2UcCqniw05OpxVu3fxC8vQwnQBPOaCJOkssYvKUCvWqOZ3c4zSbQ/wo6KeHCNJasmMceAfRUtNYXfOpTDOaHAauhz9q8axWcSsCqjTJEv2dr/PZziMs787rNz9VeMDNADUB6FvmJbl/fI42oJrBZhbNspDPS6y8Ll37BUhOkLr2i3gfzRvyluLq/5adIAJscAVjU82vENLc5cleTo4NiGTUN6Ut7NQiue3eLXbRv47cUrBNOBThdOsFaDFhU5HQswqNdUWhq5T60Aq7Z1zI5cMgfKF+/DtI8/IJ8FXplQYFUur8Hifl/RzDJSPyKcV5dP8ts/+9np68fryDeGRGmmPZOTTVaYNlV6MaZteZyMdzv3/2bS2iVskpYqF/o1XcD4hrFfFAjdebBjOl3PXMLXGrAqTdjX3Dt9iO1XznD0pR8vteIiw7IocVNWZFDzgXSpYTGXbQs13f8i5BOpEUZgJgBWDXmHRL6SjFbSDFgVghKGooNSLrnUZwGrMVVHgKoS32qKxldmHVStTloD+JPRJrSxv8JUE3yrQnWyYAjzURQaLyjHJOBZcpdK3iIoAETO0KxiIXfDUpPRL1PFNm9vyGaeNbdizi0jJUByyyaLAsDWiqKTEqOkewAoHgui8MoUPNjWfDPfPSqAmALTUwIkb9FmJauyKdAMNaciIwm4eZ1jNy7zv/vXOf7Ch/90ERLEarRGVHZN2DloEHU99atzDGBVXoq2edzJrRKZz2PaMDK5CseCHZjezsQX0wxYzc/KsUvpKj/H8FmzDN6VJVk2YCatLg2l6NknqPBiSMMe9Cnjhf/hibS56Z0kYNWz3DKu9s0Hb+8ya/oYZhowZWfXbhwZXpYt08czx/A3S49VSQih3iyZ/Q0z3r5CpB2tUX46+7uVRGnELJ/dZfPG+Xz1+DlvUFMmV1/+GNeUHKYcmFaAVXH96oQSLWEEm4yBW74ufNekOfUrWAu9jgVYfX6cQXPns0PqtIJGtVbw88eWSF1MVQ49uooGu/fzny1g1fiKSHjo48O1a6fZffMKF1485Gb4GwmUitaEHPRrPo9ZjRKe7UdnqEXs46H3r/Hd6knMNQCrRUpMZnun8rgkFFgN9+PgypEMfqL3fC3sMYI9vWqTLa6Ie//7bF/5FaMDxZflpnX5vkxoVc2Kx6onMwbMo4uXjhd/fk+fv/7imkQJkI8Wjb5lUeMw1kwYwEyJg7YxW/sNoIqU2EvH013f0OzUZWnsleoP2fRpf6rksVi9H/7FqO+Xs9vqCiSnWbMtLK1nUDQrwKogKbBDgZYIDJivVFOOvH1Z0bwhVUpYj3c3B1ZzUDlneao5y6UEwTGKXIW9UwW6fFiHwlGe1VY6/PwJVy6f5djdc/zhc5t7Oo209hg9nx1kXnzx8XQGGTmKzYBVZ/p+uJgJDSwS9Zo0I0ZKo9VKwGr3s5fxMwKrQ7pTzto0EGd4n/84feE0R+9f4YS/N4/QGCgv9BXnsm/A8mFDKBc7JW/ybrgpVJsAVQUFgPhvZioZkW81TYFVaXuQgaNKTn5XsVFnLoVIDuVO6WRWehqA5D4CJ8eXp2UdGY8CwJq0JO86VRYnpKVsjKuM4FpN7tDlLE9V2/NWIvvPgBQAMfRHJ8j6s/hWY1uhk5tvNQtUtS1t4aAQYcgCm5a7ZnK0LUVbRPGtmtslWcCq3laTPFeTQ9iSs5q4Asyy/6yJM0OBqpYfINCMwNfcPXuMn88dZJXfcyn7uoyc1Ks4gT299CSblsBq4WLjOdq7KjkFHmMtklZgPJZJdcyA1XwsHbmM3q5P2btuBr0fPCUMJbVKj6X9s/mMfBWCikp8N3AYH7kouLE3GYDVkvO4OqiI9D2hx9bxyY59HJX+vzx0ruzJ/9m7CvAqrq275ko8BEuCO8XdChSHtlCgOIXi7k5LKcVanNJS+nB3K94ixaUUKBQp7q5JiCfX5n37zExyNblJbpJ7kzn/9773fjL3zJl99rF11l772r/nGBOVijVglf9nNWpu3Bv/jHt1jClRCB4qJZScFsHvX+Hkw79wmsIBWCmOBQNmokcJo3FjBqxyWUbi5cQ6UOh4xD6+hz37fsG3T58zkJJDVnT4aCp+bpmf7T9NSwLAatht/DJ7HH5gUdccKpeagt3dysHdPCGpWY3RB6eh3J//iEmiqmBxnwloY8xYteb8tFnjDYi+fRl7Tu7BsnvXcJV00aBG6YCOWD24LQpJya3snIskwIe0e3XPrmPT1vmY/CaIuZmbXw8cHNQcBW3jatbfoo/AlU3zMPL6VTwijU+fz/C/Tt1Qs0gi2dfuH8aw5Yuxj9UagE61v8bEjwta0VgthMld56BbaerrWPyzcCyGPH3B2JIq90+wobkX5vy2E/9QNSbAKhBzfitG796CQwbqrZIY23IM+tY0Y0eGvsPNMydwLjgSUXoesc8OYWGEFFbvgY7N1+CH2iLD3BxYVXfB5amt4a3nEXPzDBbt/BULo6RBWxz96vTF8I+Lws1KUmETYFXREBuGD0Z1gmCkhLjG1iYfTUpiYvKdiGiEPLqF0//8gVX3ruK6QQceKpQv2A8LujQCk3N9cAzfLP8VW9mwUuLjusuwqJltKQCmHx8bgRtbpqDrzYdMY5WkALYO7oJSieH81KaQULy8/x/2H1+GeaEEd1PxQrPaczG7aeIXFHa6edo/Ju79DBlAV9WW8VSkH+xC+5R0B1bJkCQlWjhnoAO0W9Lep1P9jRwl21Gmmd5qqn+Pk7+ALf5isvOMcNygiwtirgpbMbkYW4DWWjdiADnqlEo2liUALJzMVAIgdSUY0tLD3RIJXU7LtjjTu4SEIEJEiiOCLWRdVdu9S7bRkASAMzlACttC0zExV4VlK37VkoFVwbBxY8tqqmV7jU8+o5S5DDbMRePK2ZMr8vdu4sKTILyJiEL0B03QvqT1HZ7hxUVM/GUW/ieyNrMFjsbdr2qCqTc+uoYZi6Zghvi3MuV+wJHOpeCdeIR5vOXMgNWfhv+KPnk1eHNgARod/YsBXiaFa4ars3qjcFQkLmxJObBasPhM/DewuPCK2Chc2jgVHa/dwysrRB0LYDUmCCfWTEen24+YFqZ9xRvNKn2N1Z3LwlMCnMyAVd9803B/RKn4+evxefy47n+Y+z6MJfrxQAB6NJ2NqY3MgaQEgFVNEI4s+w7dH75k+Fdg1jZY3r0rakih4tYaz0fjzC/90fqp9HV18efUkahAzFBNGK6fu4YHQdFw8yqBjz/Ob/2MEPwWZ7dNRfu7z0Tc7QMsGj4LbRN6r5W2EGNVo6foCh6IDsOVrVPQ6dZjQXJA0QDbxwxGZVtR2YYwnN5+GI8VWfFB8bKoWDIAauajerw9uh5fHd6LE4wx4Ydun8zH5PoJU1aj909E5ZM3RJZnLgxuORejawrCrKYaq4UwocMM9KokoNeGm4fw9fql+I0tuFlRy0+JK6FBiGTf0Bhbe/dFJcZYBfDyBlas/gEzwwQuaf4C3+DAwKrCuDMu5BAsjIsDbi5Hw8378ZT93QudW6zClFrWgVWV3yj8N652/D3H3SP4Zu0ibGdarRy84IfmjX/CtEaWaLUJsKr8GJuH90cVSafUnkEQFoonN27hzusoZMlbDJUr5ofKGvga8hLn9y7AsJu3mSYquJpY3HcMmpCkQMhFTJw9HRtEpkuOXCNxYthH8LRyHiOX0RkM0L+6hrXrf8KckHB2IVg070Cs6FkfOT0A/cvXePLoAe68jEC2IuVRtVwgFNbw9XtHMWnNYvzG3uuBD4sPwvRWHyIgMXlXe+ySHs/QWmXQQ5+B2Qd0oUzya64CrjoFsErbgfzZA+GhksEf6+OSg5ta6VAAKD3Gvyu8U9JVzSgCCbSZcVMqWNi7DKyaeiD1MbuMVToGAJJBVesjXGKqSlkqMwpDnsYTJdyhjOby2Irve4kRLiTcSRmQzogzciCL1YFFZmGgKjNSxro5I0CemKsEsEpFBlbj3YDjeGaf5BXaFSgYW1Uu1i3g/GxVHs+2/YJvr9/Dtcj3eJejD25+XQ/e1rpU9wYrpwzBaCFaGj7+I/Bo3Ec2gNVpONalJDwTYUGaWM0EWM2F2YP/h4FFAdzehjpLNuOymYk9sg7Ds4n14E7A6gZHAKsz8N/AD+Lf8uBvTF+3CLNCIywunCyA1XuH0HPREmxP4hqjUDfAnhFDUU9KRmQGrAYWnIIrQ8ubMMsNF9ai+ZY9uATS0AR8Pevj585D0KKUiaYAnmz/Hs3//hevGCOvFfYP747KTHnBgHdHlqLz/oOiTd3RoOpsbPmigM1hHHtxH8ZsW4ktYmIkv6yDcHlCEzCy6b09+HLpavxp4KFEKSwaPh2trIGlBgNe//YNqp27I+quFsbPg+ehs0AStrvoDDxiKVRZ/IXh70VosPuICCLmxMBWCzC2hg3Hu7oRrTYdwGvOGwWzl0X/toPRQHr/k5MYt+QXkfkI5PDvjwNDmyCHLR8Of4N9y0Zj2FtxQKAKVo74BvXFMHdzYHV8u2noU0W6adDj7vqx6HH9CV6afzkBq736onJRlfiNPB6uHYJmN1+xkHiOq4x5vb5B82IJMDlurUXjNbvxmNWdMLDqlWMEzo+pA+M7EP7KVnTfvB3nRB/z8mqGpT17o4aoFyw12ZSx2gibRgxC1SQAq/z13zF68xrs1emhQF583eUX9CpjxRV4PYIP/oQ2J87iOf2Zq4yfeo5Hyw84wBCMPbMGY2SoQJNVKCpjSuvh6FzNFBQnf9HqDdDzejz7bTI6/XsLIewXgejW6DuMrR/ALhufHdmAn07tw0GdHipVVfzY6ys0sjY0Yl/j0P9GYFSwcMVRrXBvfN+6HvIlxnq129PT9kEDAc4sFDCJk1jaNjPFbyNpTFfRW3UKYJUsntcvAG4qDm6JMPhT3DsuWYFwOnVXcamst+qSxnFQo4VEVRl1bqJEcUoZXLXqK+wQT7p+KThnyqCq7WFIa35GYtRJX0pzBQGHbjS2xLvUFLiQg+YxJ6uG5DZSoPOcgS/hU9RRgt4YD8qZkVELzct0cSEla5KBVeOe5hkbnMZWcugIBgaqyrOVtbHj/KCq0Or3h9dg+JFD2K/VQotc6FxtCOa1+wDuZmco/cMzGLt4PlaJ8oklSvyAc31LCIlxzRirBYp+jePdq8OfGI2xViYXdlvGIsLjiwmwGohp/RZiGGUPD72A7lNmYoeJkZVoXGMednbMB0RH4sL6VABWKRL54DxUP3hGBO3iG2AOrAbtmYaqxy/hHXskC5qWHYjBeaMQHGuqNalSeyDi5iaMePaSaWYC2TGoxS+Y1VAUBeWDsOq7vhjGqIsAAatXh5Y3HWGGCJxbMwdDxbB1ynldvNAI7O9dC75xUpgJMFap4qCLGD/rBywXN1ScogKmtRyMXrX8TYk3BsDw+hpWrJ6PH4OCEMxaVQLftR6PobVFBuPd39F1yXIcZH9TolzBAVjaoTGKmutovrqHreunY9irEGEfp2yAPWOH4UPj6OkYindXUE4ti0JkFVrHSQKA8tTHzTqh/2HOwp+wMiyUMUf9fRrj+7Z98HFJU+ojf+cU5mxfgWXhEVDAC0WyVMK47iPjQW1DMHbPGYSR76WEbTnwael+mN6+CrIKJFShsBt+De79Ng1D/72O2+wfvVAlbz+sHvxR3KVEwsAqgHd3sHntLEx4G2q6r1U0xrbefZjGqkH6yqtr0WXLXpxjMhIK5PVpgMmdB6I+aRyb5iwD3r3C5T/moNutRyzMnYzZvsU6TK9lXWPVGrAKPgoXV0/DiDu3GDBPMfylSs/Cnq6C9IdUTIBV7iMs7T8SDQhU19jYUNC4J6qt1ObHB9F38VIcFyvMl2cEtnauA/8cZt3//hmObvsJXz14hDAoUSTn55jdpTMq5hIqCj+2EgMP/o6z4vcWzNocc7u0R+Xc6jjJER1JR+hj8eLIGnx74hDOS6/g6mD1iKGoKr7T8O9m9P5tBy6IddWrNBXzPysMlbEP0N8en8Tk5b+KlylqfFhmAhZ2LMWiF12qiMm1SXc2o+mq2uoHumh3BXFDpwFW8/gFCBmX1VIImEu5eJo0VsEp4EYIUIomgAxGbXGU5cVJKqOeU2lsScmsyGTykSrecajPSeuKJEmSA67KoKrtQSiFVBJbNaMwVc2/lra9xAqn/5bHlaUv0HlLAICSVmRQ1ba9MpKuakJeQRtp4cDDQQZWLS2VtGRWxFTlRKZqMgZk0oavSz7tUpeAb27ixwVTMC1aYgG6o1H5gZhUozxKBHrCTR+BF7f/xorjv2Nd8CuW7EWtLI/vWo3G0JqeYEfUx9cwfdEUzBQxKU5dGf2Ll0ZZX+sMF06hgoeHH/LmKIPatcQM3mbA6tTeCzGS2GvRL7DxxxHoz5hhQlGrqmN+x+HoWsUjVYFVaN5i9+KZGP7okRCCLBYTYDXkKbYtm4jer8LAwxv1ig7E5oE14aMgggVpOilM94PhVzB80hSsZIcEDuWKjMHeXjWRw5suuYKwemJfjEgIWKWfvb2GnxbMxS9RYUL4OHKjc/3v8XNzCZFKBFgFj+dbZ6Lr+fMsiZJQPFGzSAeMqlkbZf046MJf4c7ds1h7+RQOxYSLIB2g9OyCqxPbwl8CxaPf4fS6aeh25xHT36Xi7t4ES1u2QcOS/nB30yH03jVs3r8MP755I2ZW90GDEoOwtEdN+LF6DHh/9ijWnv0L1/VuqFClOwY2zG2KGfI8ovUErpqfrgwIIjbj8bNxALhaWQnjazdHw5J54Y1oPL19HstPbcLvcTfzPmjx4ff4qWV+E5kh/tZhTNy4FBsoi6PgaSjp/wl6Vf4INfNkgRei8Ob1dew9fwhb3z0XgXTWi5jbewJaF4v390SBVQC6s0vRcu9h3GK6s2IRgdUqRYixSsnfiGoZgSvrx6PTnedxksXeqrLoWKY+mpcoisCs7jBEh+De7b+x57+TOBgVKgL3wjd0aL0J06qLc7WZxqpVYJV+9vo0Rv/8U1xCLI6rhGkdx6B9hXiE0TR5VS40yP8RGgcmIJrLsIfCaNaiDEgCC9p3OLh8BiY9EcYXBzcUytEcUz5piqrFskKl1SDs8Q0cPrMFPz++j9cM1XZHgyozsLBNwXgiS8xLbJgzFJMipdRmCgS4l0Xr8p/g02IFkdtTj7Dg+zh97Xf8ev++eEFAH5kXHT/8Ct81zx1vf81jrJw3DYsj3jMbKpEbjYq3QN9a1VA8rw+4qEi8fXgV+44tw89hElvZC+0/XYJJHyVF+yT+len6v0hzNgMmq0rMpq4ArjoVsMqWKw7wVBG7LjHzZs6/K5VKqJRcsgCgzGkx+76aN0gTu33Pu9JT0naGgEO1UsE2JPKxyrIHpWRWSepb2n+LBk4OKJukd7nYw5kBVJW6hMaWu8IV7lLTx4mSmsxK0FWNExVIn0Y76VvpgErnx4zIAjc3Oa1TQjIrGVi15o6UekqhIIjMnkLgBj0pr/7WrEVzjpWc2PYYNt2e0Z9biy937MdBvdRyDt7wRnalGm58DN4ZYhEJAwtFVsANpYqOwKGeVeElYizcw+uYuSQeWLXnQ5TIgXr5O2PlkPpCuLUtYFUXgYsb56HH5StxOquePu1xakgHlAhQAOGRuLA5dRir9B387cMYtGwZNrDEOUIxBlb1Z5ej7Y5DOKLXg0N+jG7+HSY1FABOAVilc5bRWIl9i32Lv0ffR88YEJnNvSqmdR+PrqWAWF0Q1k7ui1GJAavE0ju1Fj137xQTbFHH1Meer4aLDNDEgFUKVYjGtY1TMeDKLdyN6zCh37MqVIAhEpQSigKs4zKye3yMNT37o35Rs5ni0WlMWLkM66LC4gBYNdyRQ+EJT4UBYboIEC9TwN3d8EG29lgxsB1KSGHT2mg8PLgCg44fxVVwKF1yCg70KWuS34yYqkxX1Vpyaj4K/6ychhH3buOF+C1quCEL5wYV9Ijko+NAX2KX1iwyFMt7V7Oqw4nb+zFu0zpsjRVCy6nn6FuycF7w42LxzhATNxbY3xWVMbPDaLSvYAqq2QOsIuoNjq/7AQMfvRB1WgWNVWKsErBKo40xdRkISXqyM9DnvzsiOE3tUsINnsiuUkGji0IEtIg0s0/BgG5Y2fdzFJAi4+0FVgGEHV+GPgcP4F9mCXcUzt4JKwa2QH6xLlNg1Z5RT8/kxszhv6JtLvH5h8fx7fLF2GUQfI1iS5jvqLygMmgRaYhCOPQioKxAPt/mWDqsO4r70LNGRIsn/+Dn1XOwIEpiHBMoqoAnvOHH6RHFxyIirh6ybHZUKzkICzuVt2Dnx/6zCp127ccdsYm0I/eAB/yU7lDyWoQbIkHqrMK44FA4oDuW9WuGXOasVntNkh7PiXOTXqe3clmRHg1K23eSnxG46swCbE4HrFIXEXBI4SyOSHyRtl2eFm/joFIpmI3k4hgLSLqqjqnNuWtRKwRwVfYey34im9CFjl2XOhKYKh9TbTo8C6nMJAR52iiS1qobIYh0cZFRqe/Jnd6SkMxK1lW1ZWQCxjjoeB7EWM0skzg7ICs48DrixtgHISbXTe35nUrtTGJsQmgtrVmSZIJt76H5OP3tZ4+N0+MZV5EAMLcNf+s4xm9ajaWRUUw71wNqeLBjpx6x0EMDDtnUhdCqYgeM+qQSAkWiKavn+XX8b/k0TAiPBzUEyMF24ZAFNfN2w6bhDZCNMKS3V/D9gjmYExENHu4Y0Xcjvqe8TeARemo12uzcFxe+q8g6DqETqwmV68NwcN5gtHtJ/LJs6N1kCuZ9mlc490UF4ez6qWh+S0iYFOjfGwf6NEMxpgOpw41Vk9D62i0GxnnkmY63Y6ykuedjcWvzfPS8cC6O3anwHoqQ7+tDAQ3OzuuNz5/FgmJN1KpmODO9KwpYS8BjBK5qzixC1e1/4hHj6ClQvMJPONktH7SG91j8dS9MEpFMZc5JeDmuog0j6nBjxSi0uflUZOBlQb3CfbGkz0fI7m7AzRVD0eDmCwb+5Mv2BbYM64jilEXduERH4clf+/DTsR3YGEOB9ARqKdh/FDAgFgbooUSAW1F8XKIJ+nzcCCWMyH3GVRkeXcPWfWsx69E9poNJkKYnVFCChxY65kMclwsfFW2P6W0aoHCAkXcYYvFw76/oduo0A7OKF5uCEwPKM2BVkgCI1gmMapvEA4MGL4/9hoXnT+JIWAiCr+rfgwAAIABJREFUaS8FJauDIF26GODhiVolRmN5t4rwSGgKe3YZS3fvxB8vHuC+IRrUuwKIybPv0IGDt8IflfPVQ9eGrVG/hKUQq+HvZfh090HcY1hEeUzp/B06lbYyIl6dwdhff8Fv4qWGh1dLbOjRFZXyU1SAYGFSXGEztC4aDw7swqZbF3A86CmeMdBXBXc2Sgl8pC+lPsuKGrnrol2lhvi0Wn64GwN+b89h4s+zsUmSgfAchJsTG5mA2PH9asDd1YPR83YwQtgbAtGi4iD80K4Mw1ZebR+HJhfvipq5wq8SOxPy8MWEYavR3ciPtDcvYOepfdj46CZu8TzzGncGi5Lsgw4aNv9kRfW8LTG2RXNUKBjPDGZiNNJL3zzAn4f3YcutS7igCUcMgWdi0LeB2YVn4L6PWzWMaNofX1TNYqPBBgQd24EV//6FY8Ev2Pwg9L/QJhJN0UAJL2VBfFyqI0a1rgBfVyOrEmBv4KHPyNqFiWwAhGRWzotjOCWwSjYl3Tq1koNCPqFauBg5FYGrpJkpl+RaQEB8MhOoKi2eBMrLyaws/YZJAtiptxrHUk2u+2Xw3zEtdeschQz75UxuQ8Exhp08M5t1s2gQe5JZyRIA1ocIY9TxgDajCoEnMDOws7Q+2CiZVfqNMGcDVtm6LiWKszHzxEsAZNjpN0Uf5qqgatxHB4fh5cN7uHT/IZ5rRW4gT9CGG7J45UKVcuVQqrA3OHPgMDocD88ex+q77xHg622ZsdzMqrwuGiF8VlQsUguf1RNFNnWRuH7kFI4/fIznGh907/0lSkhRxcHPcWT3XvzNZ4e3/j3Cy/bEdzUlMMuA4ONbMPnyW3hmKYNOdeqiYnHxb7wBoZfOYvNfl/EQXqhU8WO0rpEXbmJKde3lv7H7+g1cC4mEonJ/TKplkWtdaLk2Ajd2b8SuMD/46N/jSd4vMLeZH8DH4OHv67DsuScK+HjDI3td9GhqLhApRU0YMVc17/DHgk3429cPbtpQ+JTuhP51haw/z7cswJpIf2QxBONV8Z74oV6ccKqlb755gPPn/sGJF0EIhw8K+VdF+6almNZq7KX9mHT6Pry9cqF84ar4rGEhJlNlUWiDFRSCZ/dv4NT167gVEYpQrR68ygcB3lkRkKUI6lSpiBIFvMAllowsIgbhL1/g1t3LOPs2Fh4qUo0nAMcAlXsWFChSHfXL+ENt5ZO0N89h1f4tWP7iIdTFp+F0/9JsFiIN8Gh2A2hf4d+8xaP7t/DP8zeI0OgomxF4gx6eWfLhg0JlUKF4NqjsAcEiYxD+9B7+vnIeF4Pf471GBx2nho+7L3J450G18h+iStHsUNuKfH91C9u2HcIdTz8UylMaDT6qhjyiLK3pl+jx6uQpnHr2GE8jIxFQ9BO0+rAofETZXXo2ThJA+H/AB7/Hm6cPcfv5U9wLjWZneALJVG5eCAwojtJ5c8PfPwvcs1jp8NgQXN61GgeicsFfEYbngR0w8dNsto374l8c+ecRHoYEIUjrg+IFquDTesXh5Q7ob57A/OO34Zktm5DILLHCR+NtaHZ06908XkpC+k1kDMIe38PVx49wPySS9Ru13sDrofLKhWL5S6Fi8UB4mF8OiGBuHLiqNUDz/AEuXPoX10JD8Co8CO80ekDpg9x+hVC1ZEVULJIHWXLakYgnOAQv7t/AxWdv8D5WCyhEsFevgTJrCXxYoiSKFLAyHyZmByf4O88bQLqzGTYhjJ02Ji9Tks6YExanBVbZIVXFsYzd6beFdsIeY00iwJnAVY6FgcklORYQrhSZpngmK4wBpBTCK2XvMe38eHCVNtO2aYeyrqrtQSNJAGRG0iaNJw+lAtaIL5lsmrH6uYnprcqgqm0voTMqsVUz4ZLFGOAaTRA8VZLuYfqtXM4FrEr+IiWzsm4XQQJALtYs4FK6qqnUhbQTpDNFRtVBT67ZpKQwHC1cZkOLXXIZREZicl/gyN+FhSMiJBY6N1/45XRPHEx11Lt1Grw5uxfTDmzBy6pLsLV1Nob5xOgNTAIgXY+o0dGIfBeFGLjB188XblYBUkcZwrIeKVVXZlyz7bWqCXOVAHmehyZWC31wOMJJHsDdF1lzupsmzLO38oz0nHihrqWNYCa8XLfWlc6qt+q0wCoZkRZ6d5WQsVsulhZQKkgSQMGSMcolqRbgQbrjmRH8IUsRc0xghCcWQJhUu2aM51kyKxvjiuPpGJJZPcd2/0prPW0iM611eDpIcPAU5TbSD/5x3nFoS29VBlUTAFV5EVTNtAMLiIkNghvJbTCN+fQbWc4JrAq+Q2uWsDbF20dmq9oeV7RWyfOOYB8CD+mgKhdrAJmgISkNK/IZAlUJXE3Pucg5+kqLW2sXYOnbGNRv/w1a5Ac0BrKPDCeKcphsRjbINBab7soUMzmSOgI0en2mkRBL0vglCSi9IVPqqiZkJxUlGXSyseXUwCrbKCqFrLB26R4myUszxsMqMZmVdb/KJAKHyejKzCYBYM1ELOOySpiS5O20mYVIEoDCKy3AVQ4K+bbQ6ojLzExVySA0rxCwSmPLg6ItSGRLLnEWEBMqs4sdYyaLkKxKLtYswA7xPAFAmdtCBKxScWdSNumnr+XMwCodTmlcxVuHY7q8crEOlkmSNbJ9BAsoOEpuKvuLuT/EJbOiawuSzCTgME5nPxPbKzYIx9atwrKHQajZ9BsMqe3LwGZiq8pFsED8ss0J0SaZ2F0S9gkhyRnJTwgljbIsG2+rUtI3qbw9o/0fJayS/cfSi0jowZlKcGRwkpqT1K09t/nC73a5Wx6/AKsNIT9n4KqczMq6fegQT8xVmyI8KZkpkuQbLvIwD54XtFUzeyHPIODQTU5mZeEK5B00VVOyL2NGuCwBYHvUuLxOnQMnBCZlo+BYQiu5WLGApAkpmkdmjVn3EpqHdCxRgQw8M2CVFwB5ktsQLr3Sfnw5M7BKBmLAKjML7XPka1NrI4sxyOQxZWEa6Zo9TZatlGzBjYZ9mm7lOQLHOEECICXtt+KUQnUOrjTJmw/BsElphebeK7zXeyHwgywwcDy0emJnJqWGJDfSJX8gSEfEZ52UXNgRZ9GUWjslq2hK3y35G+mGGvhM7DnMkLzNkUNzsnPBh84xDGlIaXS27WZfK1MyAiwnzNdhAgnAviK0PSktSDGwyraHFLasIHZd0l5u30e5/lMUiqJWKYz0VpPaTa5vA3u/QGaqmlqKBrOkt5o+x1R7ey59nhPmHjF7JR3q06cZNt8qhRqlZ7MktiEDx5KyOqRno9Pg3WQKAoAI5EgsByM9myJiWRx7JmUflpI2JPaNFi0TGeGOPqCmzAJp/WvpWGJ94BAzinRVHXF4Sesvc/T7JMYq1cuSDDJNyJS9RdLAS0otbm7Z4x9PwYChXk2tfqV1SmCt2jBQiiccwQQp/QLWjKQYP4Fnk1IPCx50tsXcQXZISTUMcKYQ95RUYs9vk9JZ9tSXRs8IyQMFXVWLT0jxN6V0NKWRERJ8DW12UjgpO8NnOLgN5DcaPSUdshxZKXYbB7c1rauj76dEZ4Ier7MFdae1NYRV1VphRCgH7HnS44tS650smksrEA+cadZJGrCadOs4BFil19LhlLS11HYkhEt6M13/FzQhqdWU2EHaqjqTmzmPfXlDRti8ONaejF1HwHwaRV44tvWpWxstcUyPlsBVpqeVuu9LSu0pXUwEUCGlH0QWIha4kxknKYZMxWcFC5OWse2XCBIKKdxeG/08uTUxf0iJOyTnxbwwvmhcpTTUPWUAbXqoJie+FpEMkpygUhg7xsCqoMVG804qDl4bVXt7xGcPd7a7JMkcBMgzMkICCSrTwXSp2llJmbpon6xSEBkhVZvkcpULCfIcz8Z0OUNYaTCbcyhUmbHmxbDujPBhqfENpHuYlAGZGm1wkjqFtcrAtEPlYmkBCXSWzhB0YSoX6xYgqR/ZPoJtaO+n1fMgdQQqzuQ1LgOskuGUtFGkxAUpvSdPbg8keycqhVcku4JEj930BjqAuQnZC+x0suQagrl1nMB0cmthoVgOOBnZa1W67aFDvFwsLZDUbrDX5gnZmrGHU9QZAjQo1OGIjrVeh7CR5uHuwFNYSr88RWZz4I/J9nQ29WKMeecCnh34mUmuSpjXOBbGLQCGjvDPJDfDiX/AQ8cL9iHNTMY+dOLWplfTCJAngMyBU096fUqK3ytJAdBoimVhgymuMlkVGAOryaoglX9EYcrCmiXKkYi3OvL4ijc8W7dIqoW0emXDxB9URd9JZRd1vurpcE5OobLeNFrCCVSl9YrtNhlzLD0u45zPdFZbxAaVMLAy+/ii8P9YnZx0yJqfCJcVom3E6A/yFzmJnu1xbp6fwEVmBIc2k+ZjugSky/UkR8o5tCXWK3MpYJVRxkUYJUV76uTO9OylyYFEpJ1bilqdoDsIvDFBL9ODkI7kfmMaOF16vULSZmMAUHo1wgnfS4ub3hDPmUsr27gC3MRCDYgZBcBTRYz59Eua4oSuE9ckWuw9VELSJnlwCRdGlDRGOog5c9+lR9v0PM8yBzNGuJiQSL6Jt94TjDFPF8ppNTGnh0PY8U6JsarRC6GDqbebSrgxzgysEvuHDhySbUh63530aOVp2WqnErhKzNXMPrYY+yczgqoGLV7/fRRrLtxAkCo7qpWrj3Z1C5r6igiqWtO5lsFV23Mli57M5AOL9n+xej1br+RiMawExqF55lJRS1TSCZftZm4Bnp2zEoqCy+g2oz2OVidcrjvjtthlgFUJVCXpZ1cAZNLasUlQnUBnOqR6qhSM5SIXSwtIAJCc+VSwjQSqyr5iaQHhsBGv30L3FZ5qSpois+ssrMUT+CMc4mV2nQD8GAMc8viKt0Ac49DIKAwAUggAkFwsLUCBKGxNz8T2IWCVwr5oTk7PY6qzAqtsvTIL4yZ3Id9hWs/ywLKwAGNH0byTiffLNJZIOoK0VdNzXKWLe777F1NWrcPeoCjkzl4TX7XvhjqFTSdZso2WoqusGEeQXsuEdrOjs5hlSMg4E65ZTN6JB2INeuj1KRZ6ssParvWIMOcIDHCLcSVSEJmeKPusTOhAiXQnceUz6zmUkZ0IVCUw0EmLSwCrxqCqk9oxXZolAczkXxLgTA0hcNWX9FbZnCRPSiadw/OMdUjhp/ZLJqRL96b6SxmdnjHrkpPCI9Wbl64vYHMOW/hNm8EOqUyPVgZXjS1DDE06ZLgrBdZ8Zp12mASAyP5Jeq7HdHX5NHk5jSvGUrDyNtITdeMErWe5mFqAxhOBzwSupiBfkkubNSomCLEpzv6achM4K7BKocq8FeeQkr96yJIAFp3P9tCMEa7MnPMO2wMKwGqmA1UBRPwxFRVPPkYu7+r4pnVXfFbWy8RHaG9MsiMJ7ZBl1mrCcyqnUDDwLDPtCdnlsc4ArV6KsU35upORamCMQ5IAoI+yNfEwSQAhR4FcLC1A846SZqZMZB4myUIyUE4uV+wSwCrZUJ6erE8t5qCq9JSa4+ClIrp4Jhp19sy+bIUnZl3m1teitYxufAy8cJsqe0m88zDbiBIAli7FM51nYgBJbAV73C6zPEN+5E6SCUxvNfN5FQGrOgPHxpU8qky9nl1WiGGV5uNBkgRILOFOZhlH1r4zU+ut8sD7qHfppqtq3B/OCKwmFsZtrLea+WZl27OGdKZnY0upzFSHVLKKsM/JnKAq0VHeHVuP4Tc80KXGJ2ha1c/CUWKYlnPCO2SJwJIZgWl71mMBeM5cUjZCsipZV9Waf0jJvBJXRxDIGjKJxdYo45ltMlMgk5SsSoRx7Jl+0uUZpwdW6XhKoKq8aFmDeASmqi1GtKeSY+GVmRDfSHQwUVicu4pCwDIf/GEMqiZqqEz4gASq2oLGJPBQSKQnH1ONXUQCyDzU8YniMgvAKoR/WbKcM+EQsvjkuMsKSuaVgEHYvEyXXvKiZdVKtIlm804mm3YoZDAsKsgphpKzAatsvbIjLI58x1OpYMxnuVhagKKWGbiaSYzjcF3VkFjmhyovd3CedhgxWgtdlA68mwfUPonInFAofpgWWnscXXw1p3aH2lcUbKR/0/PQv49l2ucKNQfN+yC8CQlFMOeHIrmyw9dXDU6jgZbCKThAq3CHwjcR0JkWtohohL1+h+CIaGgVavj550NATjfALREbRGmhjQWUnmooPBJ5NkYHbTTZVgXO3ezZCB30sXpwbm5Q0PcmVIilFBOLiOeP8DhUD87DD4E5ciKHvzugtqPPjB/RGGCI0kJPt6VUiEHn7gaFB1ENTetKst5qrAhmm39rEpsY97iWhyFCC55TQplFKWRcTaxo9TBEaqG3Fl5D7qpUQUUhWuzWKr4yWqtidHoRkLfxEmpPpAYGMX8DRwkqVSooWMhXYg0D+DANdNbGAkXSKRRQkPQLsRvcjPw/8WqFJ6L0MMRqYVCooPJW2UzoZlGdlgev4wT/tGFf6lUCnJnL2AnqkHllvVXrnUdXFhK4am/3uuZzHHQU6UbjxU6/Sc/vdGpgVZYASNg1BNDZdmGakCoF3OTYSksj8TyUDHjmMpW+FlvPRAkAFr6dnrOPE75b0lVN7DaV7aVELWPZhpYdSZIJBJCx29TMgAKJIZXpmVTHCYdTXJNorWIhPHY0ks5kxAiX9VatG4vsQuBqppi8xbWKQpUjY2Rg1dwjaDyR7qx9Zw0h6YWXSpCJktctU2uSDVWUzIpu2zNBIVyGQnIdUV7t/AFNzl1FKDyRjXND1dozsaJ5DhtV83i1ZyEGnz2Jc+yUHIDG5UdiVeeiNn3y+a8dUfUZhyxQGdUpEG4k3ze+5jZAi2hkRa18PbFm8IfwfHcba9fMwbh34XCDkoXQCtCdgv1vOkfRqJDGBInVRCIXutYZi4mf5LXerlfXsGXfTqx98gBPDRpRhE0HA9zg514Mn5Zpi1EtysDbClAWcfhn9D9xDhcMBnBcCQxrMgKD62W3ai/9+ZUY8MdRHNdqYEBDnJs2ADmlJx8tR7llh6CFAnoY8Gm7rVhQyUo1vB7v/z2D7Wd/x5oXD/EWKhFH1UMDL5TIVhu967ZCi6o5E9fIDw/GjZO7sejiCfwZq4EHlFCA1nYD1MpAVMhTG52q1UO9cv5QGX07AX6JFk0E7pw8hG1Xb+MtfFGpXBO0r1sCXikBWJ8fRv/lm3EuJgzRUKFQtgaY0bsvKttyT9bIGGz6tgsmGJTwZigheUq8fxigg4bLjirZcsMXXihesCo6f1YfAV5ANIGqRsmATb45Jhov/zmAlX/9gV1R0aIvEjnKAAXnjUDfMmhWpjE+r14K2bNZt1bEhu746K4WXqBLIOn/JPIZ+bIKWZRZkdsrB4rlqoh6paujRqkAuCUG3tPrHm1H69W/4SlUUEIHL9/PMLtDF1TLn1DPxeD5sd+w/OYzhOk4eLvXw/h+NUD4unkhuRqW0NW+BUv4eVwyK3nFstYLZBUBXE2KURMdiU70AEUA8tAQcO8in+i0wKoMqibs17YkAMx/RYdUb8bMlCcly200ZYQVdCEzi2QC8xtijYkzlOwV8V5Bcw4t+vYeNuj8RQAQ+ZBcLC1AmpkEPmcGXJVkNXQscYyLrPxp6LBkETrEs+yvdhYVx4EiLsR9tZ2/yjyPERlFlQmQZzqDMZYCZGDVmncnJgFg7TduHAcPlRxrYW4baXYiDf6MvF+WIpaSQP5MfGLVvsCqmVMxOzIYoQB8PBthwZf98EkxK3ujlyfRf/6v2CPWqvJsg+NDv0BR67gie+rh4m6o9Sgm8XaYPZEjsD+ODW4E/9c38L/lk/FDbFKqyI1udUZifKOCUBvjuTDgzeHVmHTmKA5ptQlU6IvKAR/jq8/bo1ohY1CRx8s9M/DZucvMVkQJzOvZHCuGd0ZxX8vqwo8twueHj+ExASiq1jg1sRNySYzQe1vRdNV23GE/80bvdisxvpKZzfWRuLrpe3S5+QixIEjQWuGghhLFcnfC3E4tUNIW6Hj/OCasXYodOj1ibaBjKiigRjZUDGyEUa3aonIBo/ZwiewHQ1/ir13/w6hbtxECD1QvPhCz29RC7qxJ6TfTZyP2TUDVM7dA0LdQlKhfcxFWtkzA4RCOvdN6YXiEvXsWDrm9a2Nw26FoUcRGsqqHpzBj41Ls1uoRkyCy6INi3hXQqd4XaFs9DkKPa33IzlFoeOWl3dikF7KhsH8LzOjSFAUs1S6MjMUj7Ngv6Hjib7yUxiZyoX7tyZjbJKEfRuD8iq8x4GmweHFeDWu/GoXypnLF7FylIcDZXpPGtUyWBEjM+zlOuDTNiCdR0o3XaElWIzErOM/fnRZYpfB/J9enTbdetBdUlRpIYZWeKhI6lpNZWXaaoJmppvCJjDgrmSybQkImGfwx9QJpvraWrCqxQU7MTGKFMwZQZkAQEzOI0d/JJm4smZUIkGVQ+9BGkQB5V1r4k9CNKXqUIDECnJN6iKdjKEsUZw/LJUUtdNEfE2NeQckdMm4yK5IpJjBeGlcyY9XUV5MDqko10KUF6Rln8C1P8gY3Y4RnXL3V1NJVjbm4GV227cAZ0eo5/Qfi9PAG8DMhmUbj2qY56HH1P7xgz+VC/6YzMLmed4J9FXtkFloe+Q+3DAKQSSxTAqdMz9oEDhr7dF60q9gPMzuWgOrpdSxYNgUzjHBQ2rWpbIwADt4o4FsFveq0R/uaOU0uh8NObcTYP/fimMEQd0b1VOREUY8scDdE4VnMK7wWv0YBD1TI0wZzurVC4TjQVI9nu2eg6fmriIr76hxoW30MprcoytY94xJ6ZCGaHz3O7KVwa4eT33ZAbsmmd3/D56u34D/2Az8MaLcUY42BVUMMrq7/Fn1vP8U7o0p9lIVR3lMJg+YNbmrCEGbE/C2afwS2966FLGbSAPyN/Ri1aQP2GzSIN6MnSvrkRXboEBYTgue6UISI71HCA8Wy1cGEL/qiVj7hH6l3eHEfaHU7GPQMJzd8ix4vI9nzOQKGYkfXeshviS/aN7aDH2PXmqkY/SbUxFfy5xqILT0aIZdNvDAMv8/sg6Gh8ZTuPD7FUMjorbw2GPdjg/Em7t+UCAzsg8296yObOUv55d+YsXwJdupjjABeBQLdciO32g3QReNF7Ku4uohH7cNlQ8vGMzCmto/Jtwbv+hqNLz8xiv5RwRPxvig8zENrND4UyI8vPxqBUY3z2J7zIx5i85qf8cvbN0Z+Cfhm748/BteHr5m8Q3yjwnFh1bfo//it2KaqWDFqNKpkiX+C9sgx+uSAqvF1kL8w1rC8aFn1fZbMigUyuRACacco1ugE3MKVPsspgVXGcHElK9rhHI58hG4ckzJ0GMChoIQ7FM4gg6umfcEzmxBLQc00MzNuIaaqPunXhRnXIEZfJumqJmVcST8XklnRgp+RvSd5biBoGRMzPGMCz4KshsACT47vJM+qrvMrAsYojDs5EaeC3qoCanlY2dhIC3IbGXLaITCeQFUjx5GB1Xg3kDK5J3cmkPRWM4uiRFLsRPM4XViQJEBGG1sO11U1NiwfgVOLxqLTkyARcCyKrz77BiPrGCEs9w+g+/J1OMoTNOeOmqXHYmWH8vBJLEw5JgJBT0LwPloLEiTNms2AiwcWof+9uxB4rP7oWK0LehQvgkBVNKJ0gNI9C3IFZodHVoB/Ygqsuvm2xsImjfBh1liExsRzOFmoMklkKVRw88yO3Hl8TPVPgy5j1oKfsFonAGTeyiJoVvpzDK5XFv6Uz0LBIfrpRew8/Rt+ff0S4SRrAz+0+vgnTI0Dj60Bq/QNxfB91+noXNLUW1MCrMae24ghe3fhKNucqFHAuzaGNmmNhvmzw8eNh0GrRWzwRfxv53IsixQ4nRwKoWf9r/BtEyM08/U1LF3/P/wcHAwi/bpzudGkVEeMqVkaAVk9wFGiJr0eb27sx6J//sKZ0Fd4yVZ9NWqWm4KVbYtBJQG1bFDZWLfePcXJtV+hx1sBuvXINgQHetZHAf+kjGCjefLcMrTcdRA3LX5eHJM6/YDu5W2hhabAKufWCodHd0C+aA27KKaJgeQP9JF3sH3feix++QSv2F63HPo1HIzetYwQW20oLm2dg5F37zOGshrZUSl3XXxR8UNUKZIT7nT44BSIeXsX/1z9E2vuXsVNg5Yxi7P7tcPCLm1R0uj7TYHVAPRvMRkdfEMRrpF2oAqoVDq8e3YTe85vwQ5CpgD4+nbG9qEtEGhDw5W/sh4dd+7HXZgybjlFFfzQfhg+K2VL/DUcl9ZOQb8Hz0U2dE2sHjUMFcVhT62K1ZHYQRKBCytdTq4j8DTkTaG5eQRyj2Sf5I0XZ/sVyRxRwipXO1w5HbDKwnGZXos8dKw5eWK6qrYGhnRI9chMKeTsnSV4HgomCSDorWbEKZvWbj0v3BhmxO+zt6utPWevrmqCY4u0jDNBaG5y7MwO8WKiuOT83ll/Q8xvNq4MLrfup4lJaT+kTSRZVWINYTrhNC9nNIQjsQ+38+9M6zkDomPWogdkYFVwCiaP4IA5h9yGklnJW0LTwSbBEyqFIAmQUaYeFlkhrld2Ti9Jf+zFf1i4aiZmhGuggxr5fTpiz9ctkYtAtag3OLJ2Gno/eolYcMjn2wCzvhyAhsY0wCS8UXdmCWruPYJnDGepjCV9v0LLItZ1PM2B1WIlp+JIt5IguSKpUNQJscBtXpDqo3F390/oeekKC5X2VBRF94ZjMLa+eUg5D+7pOczcuANnosMRBQ5lyg7B7PZlxBxHtoBVoGi+odjQrQ78jQi8yQdWo3Dyl6Ho/zqcgcBqt0ZY2bMvahWwYqMXV/Dr6llYFsnBTVUA9coPxNy2BQTT6HV4tX8eOpy9iBeULAc+aFp9Cn78LD9UJhIJoiVf3cHuPcsx7fEjMFVsRVXM7/EVmhc17lwmvm85thwKrPK4v2oAPr4TZKVPFahYfi52dBK/0cLvTIFVj8CJuDGivMVTLGHpi4uYtmQG1mopZ0cBNC4/EFNGaadpAAAgAElEQVRbFYw/Zz06gMFr1uAMcyw3fFhqLGZ9WhZ+1tiyMeF4cGw1xp37S5R3yIbmdWfhh4bxGhGmwGpN7Jo4DCZKE3Gt5PF8y0g0v/la/P4qWDZyDKpZe29sOK5tnYSe919CBwVyexeDZ+QdPGB1qVC64Gis6VnRRn4z28CqJK/GwDFHFI78j/RE6RTLEG5H1Jph6shIyaxonxMr6qq6Wi87HbAqgaoZxtMd+CHJBVWlJkhJQSg8V56QLDtG0FsVEu5kpCKw6lIWhpGR7CF9i7TU06Kf0jBu8hkvlRKZJO9Fkt2B7EJJU9jMkwHGF4GqwkGV/jsDfFCSezShHwjsXUFXNeUVk9eQ79iR+iLlL3PBGmhYUVh3RjljCHrFlokKZGBVOEoyBrgDxhW5OrHBiRWegdzHoSOYWKt06e7qM3ycrioBHKm8AIccWoDux8+wxEwUnt62xtf4sUUxuN9Yj082/YH/eDrl+aBjw3n46ePki2cGHfwFjY6dZmH3KnUDrOs7EPVt4GTmwGqRDybhz65l4CWyKNkhnuk/JtDTYbfxv8VzMD8sHHooULXM99jYsZjFnk+S2oq9dgUn7z6HOl9ZVC5REH7ZpLptA6vuXAC+aDkfE6vHMylDjy5E8yNJlwIw3DuEUauXYy+bKzjUrr4Qaz+3nbGJ/28Hfnvsj3yBhVCieH5kkwC4Nzexes0sfP+ehAvUKOnfAcsGfo48CSSU4m/vRve1G+JkIarXWIZNLc0QPS5+RY9zSUcCqw//xsw187AslhiYxTD0w1rIGfkAO66dxhXyGfem2Na/FyrkttbnpsCqT+DX+HdENUFOz6jQBaDm5RUsWDYNy2N5cMoy6NdwKPrWFr9Vp8GzPVPR7up9gVnN1cKqEUNRKSHJ0pjH2LTgG8yKFCZ572x98MfQRvATzWUCrHL1sOWrASjhaX3aiz08BXVOS/qyZfDLsAmoa01a9uFhTNm4Gju1JMAYgN7NRqDYlV/x3fMXIgu1MpaNHGsdlIV1YLVCForkAmLtTVph58wtSAJI05irz8x2fnQSHiOLML1VF05mxVjOGtdJVmXePakFrErpGrnNF363awuYxy+AsVRpyZWLpQUEJm/KC+mtUtiySuKNp7zKDFUDgatCWHfG+Sy6iZd1Va33JwtVFrMqp7TLiQHEAKCMhsyncCjQ3CXIbdDYcn1kVRpLjN0iL1cW3iGAqiQ74jgmL0nZuGcAgCOFQ8nmz4ktnxEudRLSK5aBVeGywlGgqgC3CBrY8tiyvuempVylUCaeKT21BraD6iVswxEsZ7uaE/Uep1d/hfZP3jMP81MUxGdlPkehx0sxIywaPDxROXc3rBvcCNmtMR7tegmQEmA1Z54BWN+0JsoGuoFTUlIdQccvTs6JLnZUSnDG4OG9TWi8ehcesvZ5oU+HVfjGksTI/kp7BKqLsA3eYj9oDqxyyK72QrQ2EtEUsu3zOdZ0/xIV8giGiDi2EE0PJxFY5fV4d2IdRvz5B86yWvJhcptp6FrFBgKXgM35K9vRaetWXGDP5ESXehMwsXGehNcbw1tsmzUE48TkT7nzjsXRQdVgHkzOKRRCFJ20+XYgsBr0x3z0P3UKlwho8miFP/p9Cq+X/2LBziXYxg7TBdG17jeY3NSagKuZxqrfRDwYZ9rZ1G7N6wfYv2c1Fj68gfu0z3VvgS39OqOYhF+/fYCDexbjh6dPmSyEj/9A7OhRFwEJSgpr8XDnRLS78ohJamT1aYY57b9EtYICsmrKWK2HfRMHIJ+1W+foUJxeMwZDXkWwcejv2RzLhnVGISsuoD85E3WPXgFTtlW1xpFvOyDH/aOYvnUltmqoFbnRq8lEDKtt7SLEOrBa3lcAVVNlj0zzckY6pNs559n7mCAJwBSN7f2J0zzH9oB6HuR2rkqmSC1gla6IyDZ2A6u5/QJkXVUbrk1Dg6Y2RwwRWr+I3ULhlQKdXi7GFqA9ENknI+itSiwFA2UBkYuFBZhOnZhx2lHmYWOLUnbLnHALk9JsQ3qrri6ZQIcmdkh1IHDoKP9zhnqEZFWO15wlGRs54Y71HqalnMBndoZ31WVdTHJmsHESy+zAqsRUdcQ+0HzPQ8CqPLZsjS3SCKcLU2eYXZPehlTVVbXVnPsH0WvNBvypiTEjhCjgq/oQP3YdjBYlzLIjJfHTUgKsAp4o6JYbhb084alUGhEPhMnToA3BI3U77Bv1YRxLkb+wBPV2H8Vz9kRBfN9zNjqbhLfb9h/pL8LYNQdWy2BKu1I4uH07/hIfzBYwHKeH1oaHAtCeWYSGfxxLWvIqXSj+Wv01uj4MFmssjYVffoNPSidAM7Vhf+35DWi/ezeusb8Xw4R2U9GzUiKIuCEMJxcPQ8/nQnquAnmGYtfAOnGsS+lVUjIrhwOrmmdYPfMrzIrWQAMPFCr5A450LwTEvMHmuYMxXmSDqj074ti49shjIR9qnrzKB1UDyqCYuwfcOIA3GKCJDcKDsBe4HxuGCPDI5lMPw5v2QLMyRjZ+cRubN0zFzEjhDJa74NfY1LEisnol5Ox6BJ36H9ofOQvqvRzejTCuaWc0KSv8yFxjtU+z79AphwY6AwH5emg0YXj56jaOXDmMg+HBYjKxHGhVbSwmflbQEqzShuLk8lEY/joKPJQoW/hbrOteCpwmElc2fYOeDykplTtK5GiPBf0/Q4CFrSyB1VWjhqG0t4HJZKVWkcBDWRLAmoXpYsf1wGcWXWsAtDrh/OCqW9nUAlaJJBcWq7cPWKUb+MCs/g4BDlNrEKdHvZJjEajKWAoO8jLGHlNw8BJoq+nxaU79TjqculHSFBfdSEvGpQMqy6YnFxMLMIvQbbODQVXpJR6kt5pBkzWlxJUIkKTLHC+1kL3S1WjhElPVwHPQU9igPHdauANNN5QAJDX20zQdUzSBcBMvF3MLsHWLWL2uuG6J+o8JJYHLzMAq01Wli5xUWs5pPiZJALYllHeFFpMLRaEQuOpqXIQ00VW1eq7X4c3Bxehw/CRum/w9N9pXGYp57YrF+VpyZ/KUAat08lHAC2p4WOFFGRCDEDTDpR+6QYrajjq2AJ8dOY0nrMHVsbjfaDSxJdFp9FGCzxhzx0yBVYVnd1ya0BC3lo5B18dvIaRtKoVJbb9Ct8re0P21CA1+TyKwGvsK+xaNxnAxCRRQHsu7jEGDUollCbPsDc259eiwZ48IrJbDzC8noH3pRFZgfSjOrByDbo8oXRNQJO8QbOlfF9mt5IpiLGGOE5irQY5JXqW7sQcD163FUdozqCpiWJtx6C+Cwc+3jEXTyw9BPE6gNKZ1/RadLABnc2A1MS91R7ncbfF1s89QNr/RAvz8FtatmYIfhbxgyFdkPNa3LYesCTFWeR1Czq1CpwNHWUIsoCwmtxqGVhUFnVVTYJX+xQ3x6eH0iAX9R5rHFfDksuGDXO3xY496yGEFV9dd3okJe7fhADHhuPKY3HE0Pi8poKeG80vQ8o+TeM6g1SIY23Ua2lpcJlgCq8tHDEFpH1qwUnenFg+uJtY/mfPvtK67UgAlkZ00WtdnrDgeWCUsB4jUGNj5KlHGKgsbBA9irKbuEHTNgZVSXVVbX03rG22kWeILuZhaQExmRaxeyvLpihZiLGfK1Ckfkiy8m805DtBVtT1seHirlSBZCbmYDy2e2cVTxbmcZIKgq8pBx0BVKnL/Gvcu00WicZWKTi/ohMvJrGyZ2FX1VglQTSxUObMCqxI4lmp3pGIsrqy3an1USZwGSmSldCFwVdDWT8fkiuEPsXbJPMx49xokCkDF1+9L/Dn0cxT0SfkikTJg1RclvPKjqLfAWDVfyQ2aEDxya4stQyrFwa7v/5yP1if+EoHValjUbww+tgNYjdspEHjIPtsUWHXPPh43RlcEnl3BwnVz8HOEBnq4oYBvO6wf0Qpefy1GqyNHWZIupVs7nPi2A3JLhNG7v+Hz1VvwH6vXDwPaLcXYShwQ/QJ7lozFSEcDq1x5zOz8beLAqu49zqwaaxewyuzDKQSGmiOAVT4aV9ZMQKfbj5muaUBAf+zt1QT+EkJ+9yRmbFqEZdEEYStRtdQErO9ajjFR40tSgVU1cqkLoHqp9hjZpAKySbmmrAGrbcoha0L+z+sQfG4VOscBqyUwsdUotKkowKeWwKrtU35Bv4boX70+apUpgqxW5Yx1uLlmNHo/fAPiFntl6YM/RzaCt2SLkBtYvm4hVgQHIQbu+KjCJPzYojDcTAjLlsDq4uFDUN4BYzzRWYKSWXGy/n5CZ1EiIrjCUZT2N8RUZdLcLl4cDawSSS5aa0C0jjhhiQCrUog7Aav5/QJc3JSOb74jJQCstY4Oqd5qhZxx2YpxmAC0gm47KQehaxXmN7KuqtVOk2xDh/jUKvQOprcqjy0bfcCzCx0KP6XBFadrllod4qB6WUhlKrGcHdTEdKpGOC4ynbo0uGwmnXBiZsp3gta7myIt2KWOiyxcQqhy4okKMiuw6mhdVVuThCATRRcXrrfnSYuJj9YpAVx1jYHFdFVTkeVsj801/25D1y3bcJI97IZW9Rdi0afx/Dp76rD1TEqAVf+8A7Hq05oomcsNnETTNn4R28SJ/xH/XXNyARofOi1KAeTFd93noUdxe75AvIYVwUNzYNUr+yhcHi1IDgTvn4UvT1/CHQYz5kC3xkNR681xzLh6HI+TAqxq3uLPZWMx4IUQik/MzIVfjsMnpZPOWNVe2Igvd+3CRVZPCUzpOBldyluhnhqbwhCG00tHovtTUhYFCuUZjG0D6lllrNLf2YgirQ1HaKxG3cKsaROwRNzj5849HPs710IWostygO7+ZazY/iNmhZKiLWmKNsX+cb1RwoRFagascpUwt317lNLrmW4ou1znFFDqXuL8tRPY+uQmHrHKfPFh6fFY3KGQUPeL29iwdjLmsMxVdkoB8HoEnVmEDofPIIhUbb0bYuynnfFJOaGBpsCqB6oWboMm3tF48uQkdocFMZ1UweMK46sO09A5IXZx5B38Om8SllNYLID8hSZgd48yUJAGLXVxyHP8vX8xxt+9x2QJvD3qYG73QaiZ27izzYHVD7F42FCQxmpaFZqThWsL15ib08ou5Als3XLy7aCgqypI82WE4khglWxDc06UNn6PnCBjlcayllhAHGRg1cybUhtUlRYzus3wJvaYq8U4pcno45kkAAuvdJH5WtBVpcQxcqCyuYuQbZjgfBpN3iolaRkLGZflEm8B6gcKliJwVU17XRcYXHGssVSjjbmuh7C1iudZYp202BYJABAHNxe5iU/rnqXhRACZSwBAIqhqz7DKjMBqaumq2vJJSWNeTmZlaSF2bOdozXL+NT1ddFWtOdXjU/h66QKsZcCNF7o3mIuZn1hLFpT0WTIlwGqRDyZjb+dS8EhK8qxbq1Fn/X6mdQr4YPCXKzCqVALtDotBVIgWHnl8oRDlZIW9jh5Pd89A0/NXBZZg1kE4P7Y+WE6hyCCcWPMNej0njq8SuT2Lo7SnO64HX2Fh4XYzVg2xuL9nMcZcOIOrrImB+LrlDPSrkQCNMDoEMbFZ4OEnAJBS4f/bi3G7dmBXdCR4BKJnk8kYVy9HwmciPhS/z+2PYe8FdDPAvx/2DW2MHIngsVzwc5xc+xV6iExbj2xDcKBnfRTwt98/dOeWo/muA7hj9BMV1PDj1OB4HSKgYUzW+JIDPT+Zi+/qGyOBpsCqOudE3BpVHlreAI3OwM5YcTYyaHBry0R0uf2Y6QlzykZYP6wPyhBD9s1d7Nm1CLNevGSAp0e23tjVpzFyJZi8SocH279B2/+esf1UVu9PMK1VZ9QuLoTnmwKrVbFj4mgUoQ01RQv99xsG7dyJcxCiqrw86mN6p/6oX9Ca/XiE/bURYw/twzmjP6vhBl/OA2poEcnHgHrdeF9XpfoSrGhmfDmS/sAqDSvCMOSjlvVxQuu6YJ+02KHbP1bpyThd1bRgZSStacl+2lHAKo08rR6I1NJlDg/pytsmsErTLYGqbPhznAysGnUhA8fE/yS7Z+38oXRI9WZXGvK0ZGI2MbMnAUAqttdwfvvQei/oP8p3d+ZDgOnUpXKosvk7GTOTGEDO7zp2zhiOe4xpZqpIu865r1Np4We+IyZkkrvS1AfINrGpkKwqIU8j36EkaMRelfvD0lISQObMCXcoYzbtAe1NcJHZgFUWGpeKkRW2xhf5jrtC0JiXx5YRwCT+TzqgErjqrGu604CqZK8nf+G7ZT9jORMO9Ub3BnOcAlgtWmIitrcrjSyeSfDwlycwaNEiHGS3QEp8VHku1rTJY2MYafF4/xYsuHQOVzUalCg3EvPalQThqxxnMANWB+L82AYCsMpsdhyj16zGvpgos8RfAOfWDqfskQIAEPXPNgzftQ1HGZaiQMOaC7GseXbr7eWjcPrXQRj/zhe5/UqiYbkW6NWwALv4xru72L7pZ3z3ivRf3VExbzcs6tME/hZJjIyqfnIYg5YsxUHxnypUmI8dHUxojlbbwQU/w4k1X6PnO0FpNsnAasxbHFs3CyMfPEKY3VtVNSoX6o+FXesjIC6plCmw6hP4Df4ZVgVavZ6dr0wLj1d/zEG78/8y3VaVW2Ms6d0bVQIJ7NTi5e/T0eHSLQjc3XKY3n08mhVOoHGh/+L7n2bjN/ERn6zdsWvwp8gpgvOmwGodbP1mED6QtFMNGjz/czGGnD2Lh+Lvvb0/x7JuX6A0tce48BE4s3gYBr8Wmbt22it/vtHY2qMqPOMuJcJxce0U9H/wXPTXtGesUtNlvdWEO5DWLQXnfIQr2v9pKFmV0V2Fna7otI85BlglsgrPmKoUKcl8XNyRWQVW6RGaNvVG6LksBSD4CGPVMdukXaGtBTHr3ONuE5Ow2Ui7Zqbbm5h9VM4fAsZAVZaq3PlupdKt86SwGJEZRfNTWnm3BG57qumQKgNA1nyA7nNIboNkN5y1EDshPQAOZ7WHyd48DXRVbdmBlisJXHUFW6V1G2lskX1ovkvlHBLJ+jQ6n0qXFfZUkJmAVbZH1qcNA9zWvOxJ87I9HZMJn6EEcW5K57QOk45Io+iBRLv+yVlMWvYzllJCEqcCVidjd6dSRuBQol8CaIJxasMcjLj/gGnG+rlXxejmQ/BlpThINL6Sp8cwbMli/C7+S768I3Fg4IfwYAk8DXi2ZyY+jWOsmgGrBi1eHlqCvqdO4qZ5s9za4bSdwCp0r7Bx9kh8FymcJr29W2Fz384obYX9qb26B8O3rsdBniBYX5TKNwDbBlaDhNe9/m0c6l16ICbWCkS/pjPx9Uc2aJcRb3B21/8w9uZNvGRvzo3BreZiVDURGUzI1EFPcWrtOPQwAlaPDaqPQHv1Om9uQau120SWLr3ID0VV1mnJ0bogkX1Mz+XD+C4/oU8Z6XRgCqx6Bn6HC4PLMgkAi8LH4t7O2ehy9QZjwirV9bGwV3/UkHDk29vQedMO3GA/dEetMl9jdtNS8LH2TZpw3N6/ECP/vSy2TY2qFWdjeatcca81AVa5etg8dgBKxgHCAHTBOL5iAka9DInTu8+evRe2DWyCHMZd8PIUvlmyEPvFmjl4IL/K2zKVmyEWoYYIhIjP+bjXwri2g9H8A2nTHo7za6dgUBywWgOrxwyLB3vtGFqOekRgZlJtaXXKc1TL06Iensk+OlMEZUbSVTXuQUcAq6SrGqU1IEZn6c1WgVUCVXVmlGQZWBW6RWKqpjU0RtOQj4qywjo3eywtph8rKydj1RHz0JkmJeN2CokKeNBglJcU0x4UwrjtZ0Y5ysekMUwABx1S5WRWZv0i8qrdFIIsAGVedrYSr/8oc8DN+4aFqYg6funVbySP56Fw3nk5vezC3suBZd5WO6EYrT3Jqsxtl5mA1bTSVbXln0xjnnTCXVBjPq3GnEqpdLoLQWL/ONUloBMBq78sm4KZAhESOUjzs0NdFMxigCHGClhGkRCU1IokSY0vfR8dxfDly7EfeuihQKBvE0xt0hL1S+eASk+RYhw0Ty9h+6GV+P5NkAhEeqN9w18ws6EPKAEm0WZe7J1lG1ilBoY+wOZVP2P221cINXbopACrFDa+bza6n/1HBPU8UCJ7K/zYrRVKESZKZz3eAEPINSxd/zPmhkWJO7IC6FxnHKZ+aiTZcHcXvli9ERfEtmRRV8CABn3Qr4o/6JKB/VDBQf/uMS6e/Q0zr17Ef7wOBnD4IP9ArOhcH7ntkdZlyavGxTFWFR5fYFv31qiUVwE+2piKJTZEoYTCgxY64f9/vW0s6lx6KITkK6ri+1ZD0C6/HlGx9C/xReXuBcXdDej0xwFcExfLapXmY0sHiYFsCqwqPLvi2OjP4BejZdFLHCWx4w3QR4fj3av/sPXgGqyMoKB5wM29GdYO6oqSUrKs6OfYs2YuZr16JcgBKAqiaek26FujHHL7u1PYBomiA5EheHZpOyaePYWrvI6Rq7J4NsDUL/qZhPInCqzS94Q8xLY1UzHtvSR6EIAv60/A2Poiqm6IwaPf52PAxctMYiK7Vz0Mq/0ZPinmB10s9ZtYCIij/VX0BUzbsAJ/sEONGyqU/QFr2uVnD+kNYbiwbiqGPJQYq0Uwsef3+DSbHgYSeTYrnEoJzp0Q0FSYqcVqZWlDc9sK5xda1+PB51SwfxKqlGT5DGnJIkxC+1LyaEqBVeotSlYVQ8m8GKZjeja2AFZpnBGoas6gkIHVeKZqWoOqkgPRIYw20nSrIRdLCzBdPwKAnMw8TDpC1FWlVjtZ89LVlQT9R0CfzkmHaN9ESUFcQvcwjXuMyZEoCVx1rvBKOgRJGodpbBKnfx0bVwYemvRarKR9P4XecRw8XEgHOy07l5ZyWtdJ79lpShJ0VY3bnFmAVZpzmDxCOneZNC/TxUU6N8VpXFdqiHRMZXqrqQEQJOOL2UGVmKrpPCebNP3JGYxfOh+rGK7ljR4N52DGx47RWA0+9AsaHj2N1wQWqOpgbb+haFTAhuGe3MD8FZMxM1b6e17U9S+GD7yts445pQeyeAWgeJ7KaFwn0Mj/DXi2ewGGXvgrjhXJwQ/VA0uhuIc7YiNe41LQLdyPa4YKpXN1xIIeLVEojqFIjNV4jVX3LANw8euG8VIA4m/5239gyNrVOGD8SerWOP1dJ+SWmn13Kz5bvR232DO+6Nt2OcZVNhqtsUE4sHgMRr6JhIY9w8FXkQcVc36AEl4K6EJvYH/IK7wx0tEMCBiA3/s3RHbjPFe8Hu8OL0KX4ydxV2yPAl4o6lUElQMC4QsDYmIjcO/NZZzXa0VgjkN2dUmM7jgZX5SycwYJeoaTG8aj52sJEMyJ6tmLo4KfDXaswgPZfWqjzxfFoXx9A2vX/4ip70LBwwf1Sg7Dwq6V4WFrfPLRuLZpJvpdu858KHf29ljUrSPKs5D5MOyd3hvDw6XB5IWaBT+Eca4yQ+RjnAt+jWBDDEKhE8BcZEO1ov2xoEsFEHYYV+7sw+CNm3AWBtE2Cvgo8qNu/qKQRsObNxdxKjqUga9UFHBD3Wqz8fNnpjH8dgGrhHVf3YTRu/fhqKi146msi2UjB6Is+WHIdfxv+Y9YHhnNLgNKF/sWqzuVgZtNEj6PB+uGoM19SmEFeHi3wYZe7VE4O+WsCMU/6yZh2OPXcYCsf5YGaJLV+lhUqX2RPX8tfP5hfqMo2WRMeNZ+QvpCoGRNcoSgdYuKyazEexUHWT2J1ZDSK89k+ShhVUaSAJAMkRJglWxDeWCitbbJYPHAKunUUXgTR7qqliWzA6tpqaua0CggzToW9s7WYDsXwyQOK1d9nKzBQk/F8Epn+Q4GqlJjnGpHnf7WYWNK1FV1hrMG+Q7LuCwPKxPnYGQHlsxKYNc5QzIrQVdVWNicwXfSfzQZt4Bn2abTKllVYt9OvsMuLpwF4UiswWn8d5pviBXuFIxwUas4OfkDMwOwml66qrZcknyHxhXprbItYRr7rrO/Tkpmld5rulPpqhp32uMj6L9oCfawf/NGj0bzMKNJNod0a+ifC1DvyCkGigEVsXTgeLSwmqQH0Dy+gXXbf8bEt++tnj+tN8gNJXN+gSX9PkM+41BrPgY3Ns/EqOs340BG679XIo9HPczt2x81TLAxHi/2TMcnohQA59ET175ragGsUp2P1o9Hz5v38ER6AdcUJ6f2RF4JLLyzFnXW7IsLG+/Yaj2mVzMbpREvsX/VdxjyKnHV0ZxZ22FFjw4oazVZlB4Pt81Fv8sX8SDRHlQgq6IsxrT/Cp3KJyTGalZRyHOc3Dkfw+4/EjVJE30R0y1d980k1Lj2P3Tefwb/6jXQI4DJD4yuYdxxlnXp/l2Dz7fuZZILauREs8bz8FMj+k0YtkzuhW/igPjE2+EOHxQr3BeLO1SHrxV1CM3lbRiyawfOJ14VY4XWKjcR81sXjZt7pZ/ZC6xCp8X1tYPx5RNB3ZW+sEbp8ZjfpiQ8rq9Cy52HRL9SoFHD1fixbsJSDbGXfsOYPdtxCgpkdSuNNjX6o3/97NAbwnF2+WiMfi1Bwol/oNKjJdYN6ohCVuyU+K8Tf0JOZpWwjdI7mRVdHutEXdXEe9P1nkgOsCqliCPCSqRWAJ1tlThglQ6nGlgHVenHmR1YJRumQ54Cq/3mSQl3GANI3kabG4gldqBkVk5CWxV0VQ0Z8tYnJdMpA8OSyYxKyXsT+i0D5lViMqvUeomL1kv9Jeit0m2zkH05PQvTf+QFQXW5mFqAAh41emG9YrfN6dtVrHECMC8ks5KLpQWkdStdkTExCRwJ8ienZHRglcYTY3Akxzip+BuO5+GtVrJIHXl0mRqaXQoqOKiJ1ZtOxqE2xLGcU9EPklX1qzvYtn09Nrx9A2SthV5Nu6BlScdQfPlbh/HT/kPY8R4o5N8AE9o1Rcl4Kcq45pJEVmzQc/x9dB9W3L6NZzHR0HFKqBUqxua3VjjODd4eefFh0U8xsFUJqK08p7/+J2b/sTIZUjsAACAASURBVAObQkMQw3h/AhOLcjd7KIuhY8U26FuvEgKt5IvSXdmHeUeP4kikBwqVGIIlHfJab8ibBzj0x1qsfPIO73gvFMzbDcv6lI2Pog6/gTmLVuNURDQ8vAthWM/R+CjASlXR73HtxCHsuHYCu96/RTg4MXqehxZqFPGriY7l6qFdnXLImoieqebmBew9fxxb713EPwYDlOBYe+K/vTBalG6J/g1qoEBgEvs6Ngw3j+3Dqn8v4WZMBGJAEloq2+u6whM5PT/G/NENoT2xBrP+fYK3Gh2Ubo3x88h68ElsTPKROLtoPtaEhUOv8kPJSr0wupFgwKebJmHs7dd4RZMyp4KHQmWiOc3zWsQY9DDAAwX8K+CT8g3RuFJ+eCYEFr56jPPnDmHT9bM4rZFYuUb9xeVC3YKN0KlGPVQt6WN1wg3f1At1bksJp8pg44QJKG1dRhZ4fQVL1/+CReFRLOFaNmU+9Gw9HU3D92Lx33/jvwgdcgXWwPBO7VDYN5ERHvEOF39fjNUvDFC7+6NwkTbo3dgf4KPx5M91+OW/O3geG8MkMtz+z967xkyzZXd9q6q6++nn+t7OOXOxZzwYM+YShGNHkSUC4RIpCgmxAYMgoEyCFIJEIgLEEQkITOQPRBEJ+ZQokSD5kATGgz0Gh0gJdogjAskEAzIzwQbiMZ45M2fOeS/nufW1qqLf2lXP091V3V3Vdem67A2vZjxPdV3WXmvttf97rf9yh6k2wxMGgyt555O/Wf79f+U75VlM4nuQc9n1I7iMqS7dpwClP7g1N2Q9P0Yhkza7hf6iaYFOiTN3KLAaho7czH3l19+luQ/A6pzsHyS5RdH7DKwei1d1mx5pt26aWfFfrGNKiIlGOyP3uOBqDBwSNBreJjtWJWA2G/Xzqu6bhRjgoIQQVOrYAOK+96377zEf7TGTDy2oun3WsSuAsRTqrLpVJemXo3XrGMHi0T8+wwvE69ax0LGi1QNdBlYND7ipsGjiUC5j28xq69QMlH+fZIT6Z69xvKqbIrhbyPJ+LuH4TIaXJQvoZiaTqcjo7ES8lGpx3cQHoVJlOYtAFm8mslhyNLhnAMoMx3J6NSR5cPu4n8vk1bVc3050XYRwdHh6IVdPLuX0ygPLSh+8wM1EZktPTq5OxFlJFky822wpy5upzIKhnF6diLtaos/dr2cyu12Ke34qwyc7gMzomTfvv5TreWB8jeOKN7yQt955IiPmJuv0zAPxX7+Wb7y+V0ogvZXjyPDkXC6eXMn5k8ED7+k+USf+vgzFf30v8wWgJcPd/l7eSE4vxuIBBi8D8T+cyHTpyenlWNzdyaqPj5364l/fycI7lfGTob43/ng2Xcjk1Y1MtfHatgEH6VBOrsZmXrLIjyqo61u5fn0r97OYNoGmV2M5vXwiT56Oduvc7Fq+9uUPJQgdcQcfkY99256mYPf38urnvyHXC0fOn70lb3/TuX5gcD2T5cKRIfq3qVPbPnexFP96KvfhiQzOPQljQHcZSICOzja75yRvhF2dXI7EyZHInFuHIrbgBz5Ro6D5b9PhX3AMZMDn+j5S6WrgDW1KFmFFn34YsGp4VWfKq7r7xRRYhXtksWcp6yuw2jRQNZ5OTiGhBIBX1I5NCYSNaGalHZUtqJqqnmQb7kqlP6ZOm8xMuIyPn5l5TDlsezZlp8in1jgoWsiU+4euynt3Xk2UXLXvFGdGaSZvtY866O6sVArMQ7dx0B26/yO4jI/RoFKBQwCOAorTZWBVMw4LyKYOzeUwWZsM1vGwFj6DZlYcCNbpe2LqCBsGJhUGKh/oappuV7w5oGTDzf8oFvlgS3TIqsmwDK0GjWM62FWnhFnUwwoatbVAYQ0lQNy2qYSP79gtkA9Yj6PctNWPRcSr2nVnlw9YVdRf5n4gt/NsVZLO//CF/ykkW3WzWdXmFPYRWKV4hCzeelQ6v9FYvtUtMosyDbWZVVRLVNOa//BCZClAAaBBWf6p7ewvsKWimVF1CAdOyNOBKa+041ECWloZl3V7NQPPmjVmTlOb6pOPqSt6WAHofMyX2PNszAm/rFQ2DX7PY76agmN1omNRNiaZTUVGV4FV1vImZoBvzpVS2cQ0UUUmsoO/1XXLoYqpvmZWjeVVbcD8GtlQWWE2rW0YcfVSMS/Zhi/N/o5rM+e4UWZs9t/nvRLZs04BqgLM27EuASQyJzOYmdgH6jREeJZvdfdEKLiqzb6q1XcO1udLkZow3KNqXx5gFQSQ0Ph6GughYJbVyvlvv/BjIQ5qX8lrH4HVJvGqpmmhBtKuyVy129SkhADFFFytsfYU12ca67TjxLBu76YBtb+dy7nu99n1PDpwkplpGFKyuNMmvX2174I0tIle3DSlYvmQ+U1pVVzWVu3XtenuJtgCTI15Vdvw9vCEk5lprSo5W5iS4VCvAXNQDvBymsB1EVg1HOntyZAn5qGZFcuWta2UmFApoqqvtoipI6KG321wybW+IwcVdFZmXW9LbKX2ZDNXt+qJzmPFcSC+GFDV73qt8gHWaCqWQt1ftW3E4KFJmbAr1+r81UEJEPOqak+GtinPAe+bB1iFmOZmGmjSStbh/Pkv/JjJbd3jEPsGrCJD9U8N1zKTPQYZe8NfNKtGlnyd4cw0G406RnyiaikAktJGNgqqtmjdPx24tQLzdehoKc+INkTnQwMAVb05sryq22aN81TKVOBIb8/AHUMJYJet9DlDLkOvek5IuA3LAg67BqzG1BptWq/QJuVbtba11Rl6LgeC1YKrjedVPeJSgb9hvYozDquOHcr7VLNPrj53rLw3rvtOVYKr6M3CD2TutynSqWcGtBIwEJkH7Uzo0TPkiBag8aBLPVO69hQDrsITXv7mmYQVeK3jQ8A+IElZgVWg0ckykPtFkCt50QCrGUZfgFXNOIwygDIJJoPsqr4E/nU2qXAf7gPIq36XJt6frDo2GnWUdRueOqAOO1YloIAzJactO01lHs+GAPN2RtM0mk386bC6TWp8QGF5VdP9iR5WROBYW9ar+EvQnRPXgqvbVgoOA5VDvQrXQ6VgTK1RkuJ0DVhtA69qqu6EoaHbGLhK21KF+rQ1utFcCUc0axWAtYphaKDak+VchQy23dNwzprDnNaOiBOyzZ9QpeydCvhWtalOAKgKcGglvzl/MehsDiuq8WtV6oy5d2hK3ivOeq7+O6p5ArP60OyrpEfE3PoLKABKumcbbpMFWCVTlUQww6sKppNdQhZY3dCCGFTNkfV7dD1iunFIZ5Tmxm9jndPDvKh8FFyt1mmb7B+76KcZhFn42ykbFrMLusrYc4tUXwdlAryQRj7ZF58sjhNzwqYsr+qmtEwADUcdDUDaaVlQ2YiM9CQ+izb07BrHyIe1PUdMl01IEcBRZjZml4DV1oKq0exbvtXdZqClpxWAq9Dq06S8TLvKZtDNv+qRV7X577rvDS3f6j77MnyrZcTM8QHgzPKqpgodOQM4d4V2xICrbQaI93mPw/+O34naxkQpgIffS5Od/Ghf3tYNxIGfvw9YNdVKplnVIawjFlhdmZg2gqoPOCrgoThyqWmr+6kdDtTH1v6MVHq4VkcxKWTJX6INmQLSxe1Ig4DmS8Or2jr5RBzw6A7APA0w7HiUQMyRBt+q8vqVLB/N/gma20DwmLpgeFXbwVe8S05j19EMO2tZSSlhToCrbsnIcxV21RVgVddy/D7/pWR/Vqe/UBokOOZL1p06v6HKZ7FWDb3yqi1ss6rds6XNqlp8CLj5dehPz/CITOYYr+Nh1MyqqPvRpjo+HIdtSnfKJKrCFxkAiMN1DKsjERQVBS1edwtP6p4bsAeFEqDobBPezBfZutxX/U11338fsMqe83ZBhnwo7gGStsBqNKMxBUAbeFW3KaFmKbiunJFcZx3TupiUE9I0I6IErKhTWr05DooSDEsBkNTMOEuhCxkc4wGb1PI2YnUvJlU+j+AZcBUAqCzbAtgw2Zj29DrtsGLWAVCV7zI84Y4M7ZqVaqLahNEzXc0Ljyibjs1Y2aBAF4BVs1HtTsYhhQTQbdhmVumW4+ihTjlrumY5dwg4LOxr4htElCMAq8bnlODHSnu5IjdiT/GYmVnkTl38bSybIsuWNtXxfeVWtSMpAQOqmlLlztiVY8CsUuKdTiqNoUwocmChlCxL07S0K944z1TvAlapkJwuQ5mw+VSryi8hC6xGs4EI+Vf2ZiPPZJdxbdwUhAw7O5ISMABQeaWnmk7/sLBZia9KIJZNnm56TZZgzLdqSlWa/KbHeTeSweF6dktoFKegasQDeZyvae5TY15Vsuq6MgYRuKpl73YkJFAW32rMqVXFQVcXgFVi6Spkc0yV1mZWHCgf8yUa/GxPm5sW8ztsULuUjVnmdGlmlPYeKPOux78XYJYbBTsd+7TyhOscfmiBTGdLk6kaNzor78Xaf6dHXtX2f0vaFxg+0WJ+uZuSMWBonLma9xs1BvRDWfa4B9w2YNX4nFCbVT1yOefXQQusrjSr6sqZGLjGRZSZmdfoOn99GMrAc+SkpGZWVGD4EGvZsSYBpdWA/9E3hxX5XVMzBRoD80U3Ys38usPfKt5YnHhkzZvM1UOH8qo+2NXh9zn0+U3+HTk/2lW5gy5nGGXXFVCdJk9d4XcrBK5GThie66oAjrYDq4ZXtUurlVE5PKg2GUSBOrQWFzao6AZF+VYtBcD2mTBNh1rerGqXolEJ59qs1W0iwvdACaB+J2coh97MLa9qqmiVV5VO7h1H9MuuLi1rzWjCfeChNZm9+d4GUJV9eeuzCPN99trV24BVSv8BVckEPyRTNX6IBVY1U9URv2NaBkfJOaW5eVezAsrapp/ScAcAqAgnJBtUQFWCx5y+rU2iOuhdlaeuI6XKmwIYAsy7TmVdhQ8SeEN+ZJqm8O8w2+KUMAgdXdjsSEpAS+MqKONugqzRHcDVcZzybJ3q2rSwlEOhflAzq6gct8qKyjYDq4Yjvbt7DaWTcM26Zc0q6e2MbXkG/MkhIK0e8LuX5VzWekAnd8CfsCv8jymCWc1c5c82clkXEh4nzFnlRRXgdOnbZsBbDFE5Z9l4qrLlcFhlGXZN98Efs3aZL+zudx4qTj0UxLYyeh3iPygA+t5jOwmsGv5vQFUFnQuO3gOrJP6UIMeC01DNzwmiTw8EOKp5oybdNdTyODIP87pr5eNd4VW1Ln99XrvEq7pNY+GE5F8RYL5J1lDmu5CfMBrQGCS/bZEBTsDY94U/bT60TKWjhxXx96ru2IY7W82RTYY5tMhnsdgVXGxVjrYCq4Zao/3NqvbNLboz9lw9vLAjKYFDmlmhN1UeVrR5nkxlRffXcgVWcciRU67Wy7ZPI9TdrMhn3xcQ+018X3w/yAgX7btjt/5umsB1jFc1dYpM80hiQlWf3Dv1bs37tq+B9TFL1mrMq2p7wIlsAqtU1wKq0mS7eFswkV4Cq/HCp+XKHT5hZEGD85CuwhYA2nBLyo9E0xRP4IbMs9fQUmXbrCrh52O74rS5K7yq2xYzBYA8R0YldhXuUhjAYk+zLz1tzogCPfI/dq8ct+jcdpFXdZdtAQBRvmxHUgLa7R0DyygfmGoWNRxWtBVY7SKv6lbbckTOIhqkjOrTGxPEx1J6OsjYzMryqm5XDdN0qPwGeU1WxjjOscBq+iwhHy2w3eN4pstAu9w/chw2edbrfTc9rABw7pOSARxGnKL1SrsdTzN8q7vBVaVkWUY0UH3SnS1T+AismjVqsjANq1i3yoiLegmsIuuuNKvaZ/o0LIBbSzsul6Ex+x7Ysr9DO0and8DVfSP2R4ES8VvvtCkvJMLC7/ckoNYMoEG0EdunPD38O7Y1Xsmu2wWwmsMK0wjOjnUJxHb12FW5+xJi3bINd7bPc2a+Vbq/1tQ4po3AquFV7b49rX5hzLeaIeTpl2Cirx1oA8bd+VG6UY3443sppD0fPfUD03F6H4rWJeEp36rhkuiZS8k0iyZzdXsWCzKDPmzm+3Z/lSJRrVha0sgrk7g7d5FtZrVtSg0f6FZwVWNAY1vWMRkZxsAqsCq8qgCrZVae9BJY1Y1qhzNVN80PvtVTAKA+BTmZl5VQhq6r2YeZ0ukjULWna9tOqXaZV3XbhwPIkxVO9rMtVUlKCU5IwGeNqbf4HzITDKia2Wh7daF2f8Xv9Oir0RiSMrEtex6YPvFDj6ZEOw5MlVe1vsOKtgGrWhrXJ6OK1SgMtXmnUtn0yKfk+dSh5+manjZi6ghbUpkuH9YqNqu71vw8c9GWa+Mi0jgzsy3vXed7qr9JMSxDrUbm2KJXcU4e2c+iw4o8v+nStTGbhI0I02dV+VY1I3wdnSBZZb409IV2vV8HVkmQu5nRrKpcS+klsNqXbNVVVYG3juwxbXxhx5oETMOd/ZyQlgJg+0aDk7C6MqOapr4Dz5RX9io7I+MkYFts4AGBNuUTl3qZJnBm4bdjVQIGTIVMvas84LvmW/1y1HDH6kW6BLCtbQBQHbyqq2/VJmAVu1r2OOMQ2yIepKGVjQjXbYtlCM7MYQrNjyZlkP1T8kasK/4NiiwoAPq+hTfgqh2rEljzMxuZq8SANKta2tOKVKVhb7XoW2nFpiSiM2TTzMquWmmK4jrhGsajlCwLm6m6KauvX78UDsJuZ4HygEtYrkb1Clhloes6r+q2pTxuCmJKc61T2pSTNgVxDbiaNkxAHROG24BpHf5ho1FuKn2bJBwD8ycDe5aauthDRzJ0lL9uTW+U99Gxzaq2KHvMq9rnCh7WLQXm7ZqVqiXb+FbZnxoe8Po8aVuAVS05DWwnd3SHjPAcdL31KVMDngQdwCrfqu4dIlC1RrNqgCSyvQLZP9pcUXvO9HuP8dCwqUeVkdm0xFyl+hHpCPoCb+jc7+Px8X6pEf+RrWqRenNeYzhFywXC9s9CO65QIhKHBDrTNBBeVaVkacfr1/aWX7/+oHRe1bVDpD//hR/LFCN84sk7tX10VQ/qY6bqqizhrYtLwIyXtua2Jh9tCpLkWzUBteVV3WaXlJsqf0tPh2a4kAE0dG0GUKoOmFPUM4BnylTi7rnoTU38j21UTe3+ag+b1bZiAKiN81j1OwOMUXERL+ePTeCqfvL6/dsCrPaRV3WbJsDSQqO4LefJ9SpQA5/mqWxMw52YOsJWViQnysjGdCt/AM4aOJ91vpJtZrVb2jFlAlmqZKv2dwexXU74GkDVOg9I67SRQ59l+Va3Sy5uZqXJTlAAWKQnIaxfeP2+3Mw5rKgGA+tFxmrssPvEq7rN7JS3Lm5mdahX6/DvBpSeRg13YpPTLIUwsDD0xrxrBjgBdU+aVe1TewCgsyHAfDXOet/zm/x3JELDHbieH/xx6OiBhQ2oN2fOAKqaVdfkSa3t3UIZOK6M3Ww82LW9VoMeNNCsXvNCdfKqroqgDcCqcjlb2pE1zR15IieuqbawK9ejaHRD6pisVZZ0+HgtwJHi9MiMolQ5CHufqbopHXOGvE4LUNTGDo2XDnnuoc/KujSyq5osm9+sqgw5GPlnnwWtWFoGWtFlx4YEEOMh8XGUqBCEQaF9RxlTErmG3FP7oA071EIpAOa79QYJFNp9FU76IOs4uz2kCYp5OMQ6vvL6fSHucTRto/zRC2AVsbFBtYUGRoEoqwTgsHyrSYOKAaC4rFspADgxzLUklm+oTbwjsqFJQRmLTBO/75B3Ajw8G0IhfvzRxJNK5fXz2KA6WqpsdSepJ8ybllQeX4Ua9QYjV+TEIev5uK91SCBX9RsjEqWxUeCwmjfcd9fbycuqPzPT/S9OX6ReZzjSLTi2KRylsqHsPcrM3Pz7vnnPNCklXVSWauf5JlO17KytVcXeo14HZrbPeb54ZbIyBBFmc+tYCoAUHQfA4YDU6Es8B4fN/4Ez+Dj3eZU2fs0MOpDucHcbfZwBDgXk/pHpop23iTn99z+rQVc4rkmqK/75Dfqo4q8C7chkcViWc6wHh9KV8PuigCAbxEPv8+jL0/0IqgJ3KAlhWxuWH+aCik9c2Xc40Dd9+eU3ZDzwVipMyxVIZmC1bHnUeT8A1R5XKidEjQqduI5cjcgAqgaxr3N+y34W8gF4prySdPpWLshlCyXlflM/7DUFQJqI0R0oAc4BOQo2BlmLxXPOJzobsiPMG0xv7KlyPnbj8s3FygQk5yNX48S8r1Y4ttQNYLG7KH9cAaEgga3IYCQQgkZA1WJvWuAlG/pT8n44DIw38QdNhAJrqn0HfeVhv1p9VKQ9OW/E5mrfT8g5jNxO8ttK0H3V3b1vsV+s5juKWFH0jIdshX2SMddzoEzcYwsKknO0K4s3m3T3z3sZc25isaK6k28VMMBhqOAz3H52rEsAibia1WsbeK5KhnWGEvcFJId2rEkgPjyegjpbm9qtHVHMY1XISICD4/u5L/MgsBnyG0pBH5jbmWnKxBi5rkD3Y00saT3sRU8HnjZ/LZ47u7EmZuJYLXLQFgVC+UIZ85IPpwKHxjKm2ZflqUvxyKZxgdlo7Auc9/09i8M3KdeH3ekh3ftAPeCpWnLMjfZ5mAjNIoAGXI3RH6PG+d8/3kQWOeEy5Wf5n62/ijYFB/16R5q9ds3FIZWxz8miQC26BpHEXGOxJ6v/9Q/xuOtvmRf43PqNMZYUgZIAvtCR1L1JNTZwkCU8fJq6kAKTacCp3eNk4MjYMwT9dpg5i7MNJ35Y+JC0mAY0cUbMF00Dsg5FTl2JqlGs/qzOFjHPmedo3GMl8ygZpUfQ3ih2Md+0biRCiTsg2dDFL9sGlWkeEIvyoJOI1qxDs8Ga6F3zv1PUOMYPlB/TJmYkJYhN3S/XuUP7rTO7tSyMMlcP2ILmV98G/0IzVZfGrux4lIAm0ojIZB7K9cRU2DI0ic5yqG9VFTJ6TwZe6dXbzn/81//ynn2Gye4wwFL+7MaHdGftrZA/nI1Btfwcs2YLC3D4fJz/uX0wWk5+6ms6dNygPc9mWrUl2mxcDmlcEL97nrukh5+59arII+MEo0NX421TFhnj2dCRMQ2Jcn9Ud3+AyDSTF76x7n7mQV9msjBDmQcmG/yc00IrpIQs8TcXQ1dGdhP/IBvigJtlEJW5W6VZUxq6ccPJGx2Enbmr4KGV1aqsBk6oTfTg6+37iLM/LZdzuiagIXCHKmWNdqI2GUDsKexISsDw0dIiN+r63lshhdrlfqbAYZEAvpsC5CAHcAxwdXVYYHXHfJO1qhVo3dSJrF819QPNVrWbq3WJsZbPlyJvpkEC02G5sgeC6RqGObHPgmO+zEQW54/9+I922lQpjbsauXI5ssHQqmqx4NumQ9vd+XJpMqPGA0ezXAy4ase6BBy5HLrK7Wety8Q8BIvwztqRlADAKhUqsXTOATgAD63yrONkUaOv86Gj5ac2iiS7BUC+9/uKVLcC0xiHORIR8UO0AXA41gwy64k2JYBNXQxMdm/fh23ItE0DTAPBGFQ1Ptgclp56ntWdLWIDHBt6g16blR8E2pCJslw7NgAgEc1U3RYjW3B1u8YArPJPd1t9AuyjBCEOKwDkq+KQb62tRg2kr6eBTFm0UgZNuam4yJ8a2VqpZHvxKHnsxDN8q2WBq50HVpEue9O3xmziNW2294P1fhmsl2H0XigrAvApN12pNDhXvtX9LAJ9lCGchxdDTzzlKen3iE/i+y2F5NfHSz1Zdcgo1hPcMY2+ADr6rjtpOkOzprOhKwRFfR4z3aiSNdZvOSR0QKmOQpkENI5ZbagAF63IuetqsGjHugSQCLZ1qXQk/ZUOmar2DDB9/gn/OCRN0COEhuf51Ou37uyyGrhWB57JXO3biHlVl1AA9O3j93yvVnNRxq20bOkXW2B1jxB7mrm6jJpVkQxmw8BIR6IKJfCcmxmZvNCObNcfYkH+9Tjk2SocAFUoEwYkI5Tgt3sBrCInunV/5BQuhX4nAGF4lCnbU58tAXUAPYLJjIoNjKwfKAHQITuSEgAYAwBiw9HXweI28TlNjfPG+iqJ5HezxViGjtD9dVNDAA3JXLUAULq+cBiIbfUVAOIA/m7hR5xR/fUv27wJPifYyEOI2ZVHjqNN9BTi6LFvTpOd64Ra0g242sfBwbE2rOrjx+/9ZrLjaSCY7m/4X7EpwFVrVuvCVOo3B75VaH6o9OqPz+bbtVlVsBvg2Kt+Hb0AmwJYzXKY0ye9yTvdId12euS42VvdL32l17DjUQJxvwcaVQGs7kuQxxOzz2LP1R+vnF1jwC/IXC0jkaU3wCriPR2IvBj3m9cPUHW9sU52xev6lQo6+8nTVNYwSI4vhgSMPVrRckw4XKt9zeJgQSNotHa1suivtIkiHKKMe9uAbxXeQ1NQYJf8VTmxLwVcJWu+b7t47Oo240Ysh6tq/6V66hfIInSUWmOXzQydUMFDa1fJadesXhrF9ezUgjgHCgAbySR1glauMx9QdfdhhBOGWmlBlosd6RIYep44B/TlaJs8TVNcUWo1gFXbrCo5g4Cpd4vsZdwWWN1hBWStimk63eloOaKUncx95SvO32enbZ4k5/uSzDMPFVTd5CvedifTdNrSIG2TD6DqeOCpXRWJmXsFrLLgPR27ygvZs1ha9QjOH8AfG1CnmFUEqm479UFmJwoAGWoJO1YkEMJNYsqWAcn6JB7Lq5puCbGP4T8BVf0dQSD6YmyrXALxrtioUiYM6F7Zn008fphGBYAcfQOU9+ptGIovjkwQkopnu8dl+wVweGYBoFSx0szqatAvug0OAU3JYJ9W6r1WZWJkeg9gV3syLU1TXvyyq4fudqSA1FEzq66DZGFItpgj94ulbVaVvrWSW0DVnHvPrutNMZ8RNbMqdpNG/1r3VjGvqvrkRr9u7S9HZe2be9/EyDkGmZkcClocI2XN0qxeV/daIBmHHl70Dlj1XEeej105HfQLAIL7B1B1X7p4Dvvs1KW+b4DnXQO/TjOrseVbTRWT57gKAAGu9mGgLdhUMR9liQAAIABJREFUnOHSH9hr/+wiG7J+TAOQ/dfHnSvxy8XOCvc/q41XcJJKxnwZZSpN/35AH3jYAFZD0hT64U4yT4vy+IGp7k3hMByRnL+fe27UCC3zY3pxIaEzwNjTUTncWk0WGmCgHzqZ/HGTv6Oqd4OyRpvq5ABKWfOp1OlJyJNb9PCtetpEr7tOHLu6X/jat8KOpAQmPjHyYfQIXdabwroSZa4Wvk9DbwCv6t3ct7SFG/NDfMy/NxNfm1Xl7WOmVDYRuNpht3ywVhMJjjyacpsd/SErV6+A1VjSQ1cUXCVLqg9DAaCI/7EP35v3GwPfAGT7hvZddgikKQGDP4pf7P/dvvt26e+c9mgWRw9QRkBDNmIAHXY8SiCWBpyqW5pUpooLTBXdYVGzIykB1q3LUVxt0d21i4yxe7hD9wKHfdMS08CLDHBklGfTybp1Bd+qjaQTSqMHpp4jFx0/bCcbk4ZVh20VumxrZsWCViPvSg6oNnQ4bO9nFVwWrQBYhXO1ewNQw/CGklmXV3e6J4/1L4qruejknmF7tVUceda5rss0uXgZWoAuDa2ppSHTfGnWq259XvGpCkWup4HczQ+3K0TKgTKZq1a+ySmBMgF6Q+LlQ1IwewmsshiSGfVs3I+mKXD/2GZV6f4sDABVOQHaHxbFV+CQzoaGCDp/KF7crzb7DgZ0BiBjD9/VNZFAkVN4gMOufuMhehbbCHIBWM1bS0FGJlQtFgBKSh97wrYuQFg7OrT7qx/zFVvLWptmDnLCUOYAzlGTmMxqEIaa7UzZu5VqmtQCuRp45sA0s1Dbc6GpWHL0ENACFZvzRvm/oavJO+K4kUZoJ5qZmfcO3b9eM6Q8elt0a91i7knIgALAjqQEwMSuZ35hwNn6q93aFUaZq51xPY7I/dzXiqW8+4c+2OFsEcrriS9Fe3lhVwCrWiRoR0ICRMpnQ9OEMe/oJ7AanfFcjFx5MupuGQ8LPwCQ5VXdYhZ7eFV3GROgKnyrNrkuKSUcEU0duki3EQOHlP/HdpXf7eZ10+26nmpKQNVDCuOQJYv9xchkuFjZrs+9chkPXKUk6drQEnff0ADYkZQAoPMsKDbvp66puOgmfFhEa0INoAGeafjVpc28NuUMDvPHRSTalt9qQ9dDydTijwzhMqZ80FpW2rxjT2SudglcXQa+TBZkjdn1anPOif3uF9mb6uzzFV3yx/u+9ZC/A652JVqe+4HcLg455jpEcu36DZSFH9xBO1KOz2E/MVK/3BXtKW8+9UDQBcdwFd/Pk5LQS2A1Fr2Wx41MBlAXiXxZ73FS5ZhgeQrbiDspqCoHB0UKAEXNrA440GiECKp8CXj9TodkAFX5lPrvHZc3UYpr+dQf5b/qY+YZeVW3zR72BCh/Slfh+qe48U8061a3Gu6wVk3hYsvZ4KLxk1XSC1JxQqmy6atTwCqcUC5c+FbjQLrAvUr6tibdBrlceN3hMsau0B24Ve1ISgB7WoQlNHQNDTBPo7g+8GAfoksx3yq/LeTDDnl4qb8JJQhCocTd8qomBUssyFoORUKZo906U6YkUu7VAb5V7csQ0uV+eVBSRsUSPvrtoXB+fW94Vcscum55wIbl3rfMdzzWvTgmBeeBb9UCqxlngXCKzEOyVs+H3Qo8CagXweEcHBlF2MrLmOkl3JgHcGqtfrA57SFzleMe65TWlCE0G4yzoeFb7Yp1kY1JiYoFVddNPw6hyVTN0qxqn+PAts6j0tx91/bx72TKPxlRptKNr6dTOQGjzVPYnM9QNxnwqsb71CIbTO7GccWldjNXiKMbClTSV7C5oKT7fAAfbUk3PeJtKBck09mMDnxQibKkogu7KgVzVlpA0wgNvl5LZZM+UXHWahEfVqIKHHQrwJ/Z0n9IWrFW9ShGPA19BwCdq9gRtVlvDlK2PD8CXOXQtQrB53mPA69FY2hWRdKKHesSYAm/nQZyo9Qa5XoczczUKtNy79uVOQRchW+V/jFZR68zVmMhoVDwrZKt0PZBsMjiY3lVt8+k8qr6JWQpRM2szoaOjDSLyBJubkqdjcbVyGs995gu9aHIZKUJnF2G1gPqGFQtKyxCvk9PDMeNlfVGoCWhlnSfD9vecZlsOpH7ZVSO2/YFuPT3N5mqy1LQn8eX4xz53AJA6bMVhnI+oAlju/2OZqoGNg8lbZJZo8g2VI70IhngiZuHMmQjRgaQXbQS0jHllZ64OTappbvUAjc0wKEvU1uqnCpFDv/utFlVWVFg8jHl2msBZWjgT5VvlXi5OvGX/tVKGc/Buh/IZOGX7I9Lf93ab4gpzZahvLyrNu0ASgDNL7Tr1uZmS9fy8+Eg6huzX0AWWI1EeDoQeT72OpKlABl/izxrza5qrl11yhtkjV0OowyX/TZX3oNbcCdDmeC2vuEOGqPNqlaynO1UPyogS75m/5SkkzHlHZx1l4PuZGaWJJ6I0z9UYBW+1bZCQGzAYlC1LN0pS8ZNuA9NdViuypZNGAYK/py5zkHk/E2QTRXvEB9Mk7xB1ipNidro5wn/OLCwYWC6lhheVXO4Xi5QY/KJho7b2UZoRe2uzXyrVAECqlYJHBaV77F+j78hU7XqvWe59nosaVX33NBxNQu/LeAqXpgs57uFr02k7fw+6obyo/uhvL6vwa5ENCbsShVcWRYWx95U4EJPl6WZlQVWNREtFJJVyVIgc7XNJ81w/7Cwlb0RK0tJj3qf0JFlVMZd5nsQSFPufjF0Wq07Zcpk9V7I53zoKVdJGzepfAugIXzFdiQO8/SIE27MqqRDGcaZXfBTVY8giCaMUNq0zbZYpSZLs14FrXv7qj2B4cXE71RhV0gcziiynuGFbJ/2VC9/qi0uBqZzbpuGyca0oGr6nJkMeTJVq4yR2U+QAdSFKrgqdB/wZOBGDSpbsuEiwxkKgLIax1Qh12PdkzUKTlUAsirtKv4+C77tmmlHQtasOiaioMKZtSqU+4WvXOB2rIKqVJyIXE9DbZJXx0BtaDzdgeLtSsRFktiJu78C1wKrK+InS+HJCdl17Qqk40+wzap22FIIp6pTaVA09ujYbdvrpc0Cpzw0iQMAatvwtUylnoCxbbLhfWcl8apu+3YDzMcZQO3TnyrnNOYJx7ba1jRlRoMLuK6rFFDb7h2lajOv0wdwrDqdxx2TtUpmph1JCZy4JnMVkLUtIwZV7TZ1dcaMNNabVVU4pyFdhEVOPVfgw7YjKQFiQmgB2gCSkaE6XfqysIfriYk01VymlLtObKwNenM0u4+aWcWVX0d7j11bcjGNFSn/B5Bv0RJbizjZd97O4J2t166IddqcBFXl5BAxnHieUEm5KxnBAqsbswC4+vapq4rVpqEnPz6n8TacTps3eFXny+qcd1zCoNljYKttqcOoUck9x9Vu5m3aw7MRg1fVmlW6olCmXDKzRuqD2IRdthSYr9bEgOAgnjfgc1uaprBO3SoXW7vW2Wrn8vHuk2gtN5vH6mSkwLzjKLjaxkOvqucDhlIyei8G7ahksryquzWCJnkPZdxV7+RDmoJw2J6nn3DVGt2s+xMTep7JXG3yAFSdL2kcY8emBKiqIFv1GHtPC65u10elBKg0eihgC4455JrOfZn4EInZas81adJ3YB7Ih9PjNCCnSodEjeoizwK6c+SfsheFMmGwgyfcAquJSQoVVH3ntD28fjhPTjdsiUq6xSlPyRJHHlR+Om74VslSsCFY2mxw2kNWbxvAVe3G7ZtSZbvArM9mnGVIVl1dA+CHTWqcmWnnZF3ypwPkQ4DabMkEEsjdIu5W3ux3rUu3H57DQYXgc+ppOmTy8EM5cRxtZmX4o+ycrM6759AoDjoSp9EccMwkPXVs5JFmtWYd92vWbaWJgrvOgqtbXSnAqmlQ2Ty/Q8IEvKqzihsy1b7OFHwgMQayMY0n6T1wHK/T9FinoJiL/9x1G5kUolnOy0Am9rBiHU+NzIg+MNczMnmLq8Ahd4h7o1CAa8eGBEKoHx050cN2s25tisn5j37889rK3MrPCO+Bb3XoyrOTdmQpBDS4CAIbUKfH05rJW+e6D9/q+dCAh9auNifFgD/K49Jg4cTcP5Q42fEogVgaGhiV2Kwqq4xPPAOutiUzM+t3Fb2O+SA76nRAM6vmrui8J7yqcPLasSoBk1vCOQXZqvWtHGYetMSJg4s9JU59nTNsC77VJlMmKFexzQBP7oLE0Ww6wB86Ztc+QrKe21cFV5ecYr7VJoJkfmg6lZO4Yse6BJAIoOriyDRZTdSb5uiKoz6vzogiy7eTsAKoCm+xnb+V/RW0an4o11NA5+P6HA67yFxtWfF2FvUr5ZqhrungGCnA6n/41z6voZhV7s1FI5TnyrfabHCVsiYCRrvup9sKTsoERfUE1PGTxjQF0czM4zrHUjxIiTchexhQjLJlw1PSvKEZ4JSpQFZnx4METG6bGZT/HwNzRl8AD/nXRN05trrA5wcnJAt+0wa6owE11Bp29hIAkILOEa9q/Z7RzAiZmadNPvE6olIPnFCeNJRugxiQZmd2bMTxocnJhgJAxxGA1TAMdPOFbbWJq7dOXUI+A4/c3mYMtIZYdbpYGkC+Ga/VqLeY0KyqIXtPi1/sUI0IWK1rD7xLSc3eyjRjUr5iu2StiQvKQsr/7xfNoJ9jvaJS0IaESa2Os3rZa23G686/81d/OIQX0mYAJQMyYrCPnHna2bOJjltL3DWgtst+Uu1DwUktj1gaZwCOo8TyjQrA0l7Gcx05HzSzmRX2RKaqPazY8IkRsMpB6jEPUx8yM/Uo1UZmm/bFgQUNGJu2pi/hVV34EgIAHQHgaLJTZOtOFq8fHhcQx6TOXVEAqIkxz/Hm0BwrwUf7jEW9QUMbMtkzwK0zMuMgpwH+xglDuRh6dsXaMlOeS/aPKa9swpgslwr+2O1VcjbIjidbtSkxclN0pgl6m/YOxv8d366Ic+7m/uNBV1MFVvN74WOYnZtZoM2qmtQjD2CVzFU7khLQrF7vEceIAVbn3/iRHwqfnXrKAWT4texAAvDHMCg9fTGmC1iz5BLz25CNaWHV5NwEbFIpVT6ScDQzk9LKoSgwb8eGBELTefBMM4CaIR3dOoeUuD/yFTfk1RohoDiTd34km4qFwONZ7Dm4oBzDjnUJmJNUA642ZcPBYcX9MrYry5GyOmOs4CTHz0KyRo+vz3CKXkK30YCNWLNs22T1QpfAoWATBuuVyca0K1XafCzggUQ+DdjbELMDzJO52oDXaYL6Jt7Bcz1x3eNXo8x9X2hYdaz9QyMnJ3opzIkD0mNULO2SS1NinabOXRPA1fulr9yqR95CNG+K2HcuRT6c+MoF3qRBZMF+i7XLhhnJmSGB5WTgKY7xAKx+5kc+GwIAPR8PtDTXgqvrgmPTwwb+6YknDYml9QXjZlXNMsGGuAPN4DAZq8ce6Axly0Pdh9nZepgP3esYrlWa7jThQCwuVW7awnZsHY61FnMiM6oBZqUiYbGHqqVpmZnHni+ejz1xKAjlxrGHdn/1A+XktWNTAqYBCE3gDDzWBIAs1AyFiweqlia8U3M0B8a6q4HhzDymZLRiKTTdle1Itysoaxoz9F2wLVd98zF1pzEy2XgRpELmqjYFOQL6zH6PhIzJYinQrNmxLgEkcrcwzaqaKJ1j6EybdCR0XNGCoZonj8fRB+Z+DiAfHsW2mzxPVNa+vvePzle8TUaWb3W39ngOOMZjw3vnMz/yOTWxk4EoeAi4amHpdSEikauRI5ej4zfcMZm0jjopG1CnKDvcj4EBnpsyNDNzYMAOO9YlgMMeR+DqsWUDoBpzRtmpepwNUwR7PF7VbXqhmZkAQFFKuN2qbtoWTfTciMqGv9Wv1fFhBQ2ZmuORj+1pHp/P5n2m4Fj9c7NLCrzN2BU5A5d3jg/ON2fGTFkD69aToeEfO8bQ6gHLq5oqemJk9TsNyVRNvGQYGr5V165YaRN4zGZW5NIp+ENHYDsSEmAdb3rGoQVXdyiu8q3Wv2bRBO6WEnd7WLE2OTGe8+qeTF7D69zUoZmZHAjaApnEFLGSs55T+a/iiYFVrqST+dWJpyXMdmxuUkPl1jofHVc2GJ7p/tpgCzyS8jAzvm82HE2SDu9lupnz3yIylSPJqImPxWGfDTzloz3G0E0qJZU0OlO7IvQ4rp0fQw67njkPHYEjs0mDt2Gpwq4A5+2crc8O8uGc9MnJ8bJ6ATfYjDXonKsxKszWHfmQddhE3WUVfUK1xREyxxozSVtehA0R1RZXR6q2YL0ia+wYhyVNnxveT3lV+S8N1F2aWRHzAK7aaot0bYIOQDNXa4zDsOkZpcpNIjhskLFBV3Oz8Bv0RumvYoHVfVPk1M45fTMnG9M2q9qcGXzO3VzkZuq3IkZmP0HcY3fHKTaGbFyacrsrwGoYaAxyeeLJxcjT/17norbPFRz77yaQhhLAFTq+H0uztFlVw4DDY89N/HzTrKpZoGr8bgBA4wEnPkdTnaZMU+p7DB1XzqOM8LqdtnZ/9QE4jnGW29xpiWHUuFlVs2DVR7mxOYUS4FjZY82dQeNroCMx1Rb1Whb2NIFXtamKc7SJC/V8Da7iOehqQ2MtYh4O2S89Ub5Vu2FNbIuUb/XMq7eSCTwVkMOaVdKA0Vn8TfPhH9Mgbmw7Lm/1wnU2s0JvFn4o0+XS2lXKjHCQc7ugSrI9XseuV9sDHHY6cK5WHRGGTiizBXGgb+0qZTqQDdmqbUk8MPsJU6lTte4cLTwv8GCt9BoMVjNWjcPUTdiJp01lrOgeJRznBsAHCbh6DOo6DnyWgSV+TtV7MnkBVRu87oPHnz2UDzb4RQs4lkN/qgTZnisXg3obO8Slyk3ljDpUnmX9LhDH0COUdcOK7sNif2n5VrdKl0MdKlLqWtNZpQBV4eS1ni4JyAH+AKpiX80OUGm4I3Kh4GGz37Qi17LztkjkQjPm65lH5VVVf2znIm1ikI1WVrREV0eUV7JJtdOZmE4sKs5crdK2Da1GIJMFAIddrTZlTew3WQSt6+RugdU9VhPTAkSFlOXamElworr2dubbbKIN4eJmaLD9wZ2vh6RtGkrBptUWdlrT5o04eY0KwFwUKin/kxNPTprUrakhmodS0en92ckjUW3VrxbzcMzj8qaqH9iy+zMni2U7yk0xKToKGypjG8StqhodsU3DnXp2GUifRW3OYYWdioTVc6pNp/I2nKYaYB5w1fYyT8J4oXBMejF0TMOdGnbxEz+Qud+cRmdNWtKUdoTKk8Y0q9onnUDGrquly5ZtNSkrzwnlkmZWFVNoGQAI2hpLAZCcBdMEzoDOpjFm0wdxPfZEM6tjN0JrqqyYR89lr1XdfGJP08UyotZoqiSO817EfrOg+byq26TTBj9wnJnlqSBjjvGXJb+ENoEjy3m2tM2qUmQb+CJvpr5MGtVdMbsSaGZmzZU62d/u+FemAKvmpcjMfDI2HEDWOT1OlOGtC7X0lMzVukbTCcPrkkNaQB34TmuCIgMAkeXiWmA1RWnYm54r32rZS33yYdqNm8MKC6quCSfettPFvQ0llasvfzZwlXLDsgAl9Z22BRyYkt1bzTCaA1cx1Bpt051qZLJ6V7YbjqhdtcjnAADRv+rcjbLr9JOq0qHqZ6H0J4SBaaI3MA2JqhpQQC0b1uSsqm/Ne18yDckCb1nyj34muwiyVi2VTfqsV9nMCt829X2Zty1tLK+BHHg9B4D3y3bHyBa/2DX5joSsWSXHIxT+T+Z+67KcDzST7D/TRqU0yAvkw2nJQs/+FqVcyR6LvVZ1EU8pr3mUm2wFVrG10yGZqwPbzXxjaliMyY4CWDUNiaobmlX30FSnuue09s5k/yxZF9rDj8nhO6WDp4PWSr3SFyc74Yqy7go3qdjVZAlnVKWf0sqbszml1JQynraJR0tzh3EGULW+uY2Ty+b9YuRU1jQFwPBuGXd/tfJf15FQQdW2gWOmYsbQRJ2RXVehX26jTcW7Utb086hErszvQPqsU9iWPQRMkazyFTefrmarTsBlrDGhZyqZ7EhIwHWiZlYlZq4aGii6cfvWrlJ0juxvQNU2HQJuMx0Lru5wKo7pZF7WYP8wXZKNafr22PEoAdZveFVfT2LakXYLiMamyrfa7s8oXUW3AqsEi57LJtWTiygz02LT6/KHZ/XFuNpu5nD/wFNnR3pA3XRe1a0LvYicKwBU5pLWFS3BWRvfY5rolT9mPvyPVvZpkvUjXtW2SoezLhow0hzEjqQEaKCH7ym7vBJzYiNG5lhbdadKfcHf0LCqGo9W5Zube3PMMoIn3HOtbaWIm8zDU5pZlZzFobyqSsli/dm62I2joZrygR6hlSIy30G2M5Qb9twiaVxl8q3GB0WLIJCZHyjXoR3rEgBMhc6H/VUXhgVW98yi65ZyuAC3PhVLMV+xlfu63OfLUD6cQJPVDbvi605cDr3aGtVW4912AKvmgWQpPBl72s2cU0M74k0G9CShckK+MzYAUNmDgNryqqZLFXrSBRx+LU7hIIDWhjtud5xsmTZABgeUJGVuNAyvaigAq3YktqkK+rSFV3XX/FFRAJexBVdTpAQ4NnCUM7PMdQtQldLB9tQO1OUBDC3CzIeMod1DGxeQuepZuo20mdQGlVSjeI4ohUIJBsbBuolzKggy262OCjhrJm/Lv4PXV5ooxzRCsyMpAcBVjzWL/1fArrBLgHgyVYkF7UjGgTSe7Nres4jO9EFHQtcrXBLBYcX9Iq5Y6oPUMn5jxP99PQV07lamHKvVScS3alcuow97gVUuInvsrfNBZeWDGVWzmZdp4wJHno29Ut+P9R4n1WLcsFR5bN7Mhx6BjtMlbV4qfdkdNwcAuhi0poltvWIKKVsur7FDXFKpFAARt1m9H9TspyEfsn/IOGz74BPgW9WGO3a1T0yn64SatUpAVMZgE3bvm6xGCwBtSjSUex/JlCPrMuaryD2Ah8euowCinetVSRrHCTgG3ypxc9EB8GPOAK0TS1qVqTqBtqYbI9R+pjQFsXyr6TPKTA+8QSFglUOKCaAqGwg7EhKAH10zeTsQB25+nAVXdyi8w8p+uC/lsOJ+4Zss58Nv00mLDAIaeQVyAxdUBwfVbyeOI24JMU8XxJMJWNVAegh4yIKGzVirWZt8J5QXJ56cDcuRjMmqCxQ4tCMpgTAgW7U7qz5ZmeDyBQ7hO6sm2s18ZJqCFPU6hvunmwHjoQqAFcWWhEnpYWpRQR/6MiX/TnnCaWblaY5LyXdv/+0Afs6GxTfxbMBulnBGWRmva4WxLMOryn/vTtRJA8/TqJmV+WY796tzT1bv1aDYoY45XLcHFSkRoKmsCMxa3iWwhEQBNqnQbdjE1fQ1Fvl4LlWC+XxOTAEw8w340+Zqt6qiD+I/Eg8MtUb3Rl6d6Z4E9nyR4+hBVR7LivcQlP/TBM6eA25EgVBkzUMFVWlA2dVBdSD8+zndcifFkQlYZeuNsC5HroIclhIguX2C1++t03Ky6zRLoYWNY+qwEIKj5dKUxnVlkcS2KM0dAa7WIcSWPYPsDbIPi3RcBi+E14aNqpVx0n8RTJky7m4NLc0d4JeB6O3YlMAIyoQhzawOA8e0w+ky0Exn6702pWs6lc8ChNs1gCxUmo1zzxHTv9Na1+rsA6Gzybg88LBdqwc0A9yONGAVYAwucE3x7KDuUf/GumWtKl3/PeWihcomj4RCBVRprGNB1aRcY470PvQeyKc3/fLBodpUdrvCA5OwArWGzQVL6grNqq6n3eJVTbMIpbJxnVKSoNpucRmBVfOZcIo+H3sypqlM27+8gvcnS+Hts2KdPQFUAVZtQJ0yQRFPCTQAXVsYya6jm/mAjYI1ro3Jd5TLmI3GIWXdZpMaKnBoKQDStqkmq66rQZEB5lnw7UY1MfvajRo+2vy8ddjVhLLBZaQ5uTa5FSzADbsluRsTyFU77NBZry6VbsMuWpvqx1oFXYKhTMg39JDLZoCnCo1sOgV/uqxzYajAPFQt+bUnn6619eqB5+VK8kFvJotlp7PGDp1L1nK4MbGrPuw9u7Z/PHTet/0uzNFPB52BAkCzMa2zehCpcjkHos2qZsue2FV0oFwkCapsXT7G/XIBqxIGwknh28q3GoNb1pLiicN0aEb05OSwMh6qL+BV7XC2+ME6jpb5PhQJ3KKbS78CQJo91s3vO3jyQ0Cf0JR1H5DFgc5MMaqOljcdKte4hGcROlqq3GVPTmYmvIcWAEpqCwAQVCTYV54NB+DPHbWDXQY4DjIu08AL0Nkwa3TZskI5cR25eAAPu/yt+ZUBLuMnAy8z3yqbMZaqpQVVU4WNfGY9Co/GruHqtVaVVAfTzMok+exatwwFAGtVBP7kN+PO/6LLvKrbJi9PrNN5Bdj8QPhWlXM1KgpIEQBRDqZ1M19qMpiV57qQ8DtvJoFMFkZOfRnsJ0ZaUdDfdSsXsBr3+x0PHHky9mwG0IalxPJ5duJq9mHe/aaWN/XJAnN4Gsiflx3iVd326WRmng7koMzMHOJs4aWOyiTmzMz6AagMRPyWT31j0Y/+T0qVKePuZkHl4zejOyeuq5yidpOatB5wMWh+sjZNAYi/W8Y8dVaiqxIlDpjDAx4F010GVuOWXGRlAgLZsSkBQ5nwZJjtsN3wqloppknA2FUcZfdDRkAbNGBEh+xISgA6AJJ99oE6U/gffb+jKRnFNIMYENC5jwk9+/SmmGRb/us9zazwxHdzX32yHUkJ3E4DuZ33s1eORzOr6LC9jytXLmD1UXVCuRh5cqmZmX0U2243Qsbhs7FrMoAyehxAQ0BV66KSAgNrJlu1D7xI6AsHF6bhzo7jwox61bXLKOeGEiBLx2XWexb9mDMqqy12TWbpm1QRqpTZxPfF57DO45NteWW6hg9c0YoLbw/fhpZUKl9xHywl/zcuQgOs9um8HgDoEr9s48FUhSGrF77VXdCzqVjqF3CY1bpYo2joCgjUKzDyGnTCAAAgAElEQVSEKkHHUXDVVluka8s+cHXhBzJZ+hI3r8qqc324jmXqdtHtpjq75rFXvuQQhY4yV/WnGxsFuIppdNaX/UNm8bHvXIq8nviaydvHwV6bdYtKwT7uuw8CVlmg2HxdnXhaumwX/HXTAQAEGANcjVH7XcZleVW3S4eqeNPBsz/uCQAIcJXNmGnOYEcsASXIVr7V3VzGSC1uVmWll5SAgqohhxX9ko7nilwMqLboeol2/nk1tmWaVKaHQ6a0nbJBbKvb5BF55WcMyQ8dpR0xGeD9CSn5Yg6Ur/DLKon+fHtWTaHR1ykNKp2kZhjgMD48trLblCkVJxxY9HXQII6M8EM45vsgM8+Fb3WTJ5xkFTpyLzVpxVrVuiZgTVD59KFZlQVXC3gBx10DT1nrNct5bpvAbUrVUPk48upu2fvmk6aZVZQE1fWSyA1FOAhY1cOLMFSAA0oAsoDseJSAco9IKBdDT56OyOrdzj+CHE2jAivBTQmAKXLiAwF03wYHFzSUGbhWMRJ6AUG258r5jrJugkVtVmX51NfEF2vTnCzwnqoWJ6lPTzzl3LUZC+vWpaWnA0OZkNyGOTLzTbZqDB32zS/v+l4OVOF/NLQj/drGqysJQz1IBkDMXqvTFw0ywM7V0DUHpisD2RHj9NUf79MAYuMZXFA9zoZmn0ClBbrTL8+yTzvM31nHPcdQAsRrOv54svC1b4WVWXI1n/sid0vfyiYSjY0Ft9vaajMrtuPX00Vnm91m8zjJq/DR6NCre1+mi8A2n1S/bCjYDujfeeg0NOJ3BwOr5u1Dzawjc1W52fT/2yUsnlmU6gI+2pPtJ81z3zar2mYJbDaCHoPO2NS5lg9adHBTR4B9aGQFCLR6GMZ/VwoAy1ecalbIh0xVTpz7OlihKFGh7N1m1iW1APlcjkwZz6p8OKggW9UCQGlBtcg8NJkcfdYpcprPXFdLl20kmNQTpdtQyoTHv2mzqh5RsuRZdzjAgXJEMw57DqyyWgGuEhda20pZtwBX4VsV03QHTtWZ6XZrx4YESDyAI93SIzwKps/+JYuBhK6rdHz3c1/7Vlh5bRxWaHZ8IB9OAVWzSLQf12hzXOXBbsb36twUeJcsPy0MrPKQ06ErVxHfqjW2R+Vh0dJAeuRG5ZXrimV5VXcYGqVfLPzNsMWjvEUMAJ0NOIXvsyTSxU/mIVmrqw13kNJ0aZvAbVPY1WZVR1HqBj0U3RlbACh1RgiGrkauDKLsOoCN+2UMHDZoEhvxKoA/jpYqGy+dJfRqxItX8hIAQGStWgAoTbyhZh2eD2hIZA4BDahaMNqvZCaPe1MtOQVUPe5rNOjpoWaCoz9Zmww26OVreRX4Vl3X0Uq3KfyPFuFIyF3pERbwFds9RUI4GdGfokcbRvLF5c8UlrFLzqIK5H3DqYruFB3F4iTz66I0ZviG4jPwGO/xPrfTfjaB26cPpvm4SZQ7LDw2MbUm2hWYNeY7i67v+p4stl8QWDWPZ+91PjKZq1keum8SuvL3WAFGLqWnZNc9brjYqAKslmPYXZFY9B1RxqEVjvFBAKsng47NcUmfA7h6NYJfy9yQjDrbrCopXF1QhJLKMsK5kibvyLchhr4awrdqV63NqUBX4qxeDnUAVU33136DhmkqywZ1HpgsKTuMBOBZpVrHdjNPWpYmI8C3SgaQrPLHW9talRbgmII/GcGOftgeXMZOsSZxhQGFonoa+8rDPSaZc9t+jcqgO/uAl8Ofvq5pZayKZTHAKli0BzlQ6pGyPr5DRodMbulyv084RdV/VWYlzEMJt9g7i9jb3SKUm/lKhW2BBxf46cO7Gpb/wyfjEdw+9B6Kaj+sT5oI5VpazE1lovL49d1SG3o9zFlekUei3quoDbmgFGAVcdEU5HLkyfnIVUTYNrR6nGHdpLoi75yZhjvKGdVH4tCMSu/7cI6V4XozPrDhlwEaXgxNhottZrU+WYhk4JqMcHQGDsismpP1ut3qUUZYfbgCZv0Glnua6li2sXVZA/ygO2xW2zSyznv6N2XX2VMOdBwygCSFUyt+iwNk9wCYFPgS/amhIDpsGG7z+DaH3CMMHT3IsXa1ATZEDU4HZJBtCDY+5DlE3vFv2OjtAlfy3HsfEJHpXqqDbq5TK2ieTyLhGCtwcvOy8VhtmJF51VuNS2Nu/wNs6EDTx16yrNDEyWcucfNmQ6JMs9Hpi5a+aThkQ+TkNLNOUf7PfpQ13eLySRnhM6BMsGPFF0ZZvNfzpW3KmaIYk0Uo7935uscaD51e8sjvsxdWYZo1WXD1UVKsUTdTX24m/aKOKA1YRZQ0s3o29vQ/i5wk7FPgMv5eYDu39ngNbDO8EFk/ZCk8P/GUL6rwpqBlCH4son2y0oZV+04MM8i7a5foRmNorAoZoj/HGQejGPq6Rd46tXQjNO8D32reu1PQUuR9jPyL+boi/cO1KEIzFPZrwgAFKjZ1+x/S0ivCQ0BVleXhAtV5j3T3ELEpkJJh3tPvvQpt7P4GAiPPozFI2ucervvxGxz8CZHtlgKKHTIB0W847KJhEwB902OeAp+Z+6fo5/yAhkzz0JGvzE/kq4uRfH0xlA+WQ/E37IRmoG8NFvLR4UK+dTSVjwwXMmgZVU7cUOfMc1R/1l8/v1/J/4tV93GoFebV+HyEB5S7X3qPdCS5lbBLP4gQQoCNhR/YjMOUuWWtovyfjEPWq5OB5XneZgIWXH2UDN4PMP56Hmimsx3rEiBZ5eV9oPyhhLxUeLHdepTUIatPF6Vs1jd4sE1xcr/lQmyunLOTOIu+P/IoCViNIQZOwkLt2L2NazU2xodMkQPti0lTQvsD/ODqTw74+dobs3SHGV+Ca6EDoDFIcZDp0H21+eJi313MQFKfHVFvXA6cKEvhQMXo6M+UOmKlFPcQ+zGgbPZstYQoNbjnfz3ktLuYxhkQMblYxcAiCeCcpA5sMJ1qAQRCcIqSyWHHowSW0u9GXrt0gfOtZWj4nQkWre6kS4seaJDzty3ruRo/QN6GRA2HssUZ08CVL03P5O/cn8ur5SB3bMKS9HywlH/67E5++fhexm5xDrhqZGPuyloOHy8L2pCM+Y1mVlU+u233pqMwMaGh+ikWd7bt21ffVw+QoMiCHsGCP6mh6dQ3oGocplI1eUJ/gjZPfIXvznple6KYRreAqjSStmNdAmSAv54Ecj1brYmIMB43tjVrYatSoyYDDKzv8eBsEcqbyVKWfv/0oyRg1cA1LP4PHTz3LGfFYBbDQFv4HjV50bj0TYGhUOTZqafZh/0OFbdtUh15e+xFJz41TVCDHwOLDJrOiSrrvg2E1icLn0OGM5sN13OUMoEMuz5vwtLVmcXekbOh+8BH22C1r+XVFAAqkvhZy1se5yEsVSQoxNxvnMCPHgCO47xTU5+Kt6FkmaYyfadACkOaomBX+zln3/gD+T9uruQfzsYK4JcxyFz99Hgi//zFtVx6zWt7RKXJapMz3YQ5opmZumzZsSYB7GlMsy+yeg+pLOiIPLGrhW+4Q9uy76lT9PNloPz6q5gz5kTWMxWUxIl91p/UuYCuxaMvSn8HGeCAqtrorL9i2KIeobyZBvrPFJE+aoralvb9IEK02RqrAsRX00CPQ8G+xoMLDismgUy10Vn/PExJwKoxMHh/SBu3gGHSTwGqIh/+k8yfj50PFADqn8rtX73OBq48H1kAyFgVfLwGPFS76vHmYlNzkIgfgapxHjYnhaeqO9ay1uVlFjgy5qFN6Lt4FDi0oOpWZ0w8BEC26m/YpNomeukiw9sArPKvzz7aDwOZ7WnkdR+48hM3T+Rnp6elAaqbswLA+itP7+XXXFw3KoN1HkTNP1YcMOAq4OGVRVZTjYu1/FIpE/q7gV8Gj9mY+yPofl0B2DxZhom+DKzxaAxZq1QL9j3mSdOKPlMCsBe/WQRyt/Az0Wn1y6pEbmeBvJoav2PG+p4qrmSygHRyZ8pBDpQJ8K32LR4MApHrqS+3U3hV+4kGlgSsmowxylSy8P31zUFximq6VD6emo4Hjrx1OlCuEjseJRAXqj8dedpVOO723kcZxWC86XJvgcL1U0GTnaAZHGsre6jcWuNh/xa0LDbiwvU8cDX7sK8ahboslKc4i8T6dY0eVkCPECS1QzMzPcOlbkdSAogFgAy+1b4dgpGlAVfx7KGpTrqO/Mz0VH78+oncBl4tKnTh+vIbrz6Ubx9PannetodoZQX0VVu8LtIgKxP92Z/re9RPqf3h+CTKKp8O4K7jtKc/QbM2JoMCwF/pxl37DDT3gcjmfrGbGxNPxGFyn/cSu2YQ4KdvZcv4lMkykFvLq5qqGrNlKB/c+3pgsXXvGYGHpkIwHXxtrueo481CzZinuXJfImb24rczA6oGJVUh1TFTZT+jBGAVrlPKBqNS5bLfsOX3Q9EIqBOb+FDk6sSVp2PPLvgpc0wQ9OzE04Zf/Qmj1wVB6X+eLvctN5Ucr28OKZZ+OjgGrnE6dGWo4GFflrSs4jMnqWSu9hEgU+AQn5xVXD27TjfxKVzGsRjwy4Cr6JAdSQkAqrJm9W2jGigFgKPUGmmDv/1vN0/k796f115yiaZ+x9md/PrLD4/W5Ep5VTGuHWlzsMuu8q1aCzOaFG/t2aQCrvYpAwhgFZAD/bEjKYHJIsrk3SMc28xqt4DICu9TlZfhVfVXsjGtdcUSIFnlA5pVLVJwi4SYzH7isZjArlqrImK5V3C1J+nyk3mgFABQAfRpnd40i4LAanSaukKobs3qUcSEQqRFA6ym+CMFVGO+1b5txPYtY0hs5Io8H3naNbdvQw8rNjij+iaDbd+r2T8BpV/bJYJtQQlgwMP+6c92yRiiZ/hWyVz1egaQWV7V3ZoBBUCwx17IerYZQOlyxNPE4GpfNqp4FGIcOHnTBs2p/vKb5/Ll+clRl7BPjWbyrz59VTs1gIJjUWWFs8vfhoEMXVeeeGTXxezGRxVZ4x5+6rly0aMGlfOlLzSQsbBqUhWJj8k61POKDJoa861muTbD7Tp3ideDzDqNfsNQXk8NqGrtal2NkcfLe19uZiZhLsugwoJ9FvFOxp9kuW1nrmHJx/d0GuOB6tIP5cOJrweBZvTX0xYDVjVgpAyjMzZQyofEndcBVTlp3uVsMLa3zzyBGsCOpATOBo48IfuwRwBQXPqlHIc9dk6b2qCdcQVA1cnUGReaDTJXPa06tQDrqjxNWTfNrPrDPcYypdUD1qYSjtaAY6xXGdahqARM1yxKc6081+SptuXCuWr8t9PZ0mVoWIw9zQDkUxrEwKf6o2+eyy8cGVSNJ+gTo5l8z9NXcubWE7Q+NqvKYFeRJZ3QzEp5Ie1Ik8DVwDW21Vm7EgmpAAwdpQCwYEVSC4iRb+b5uTHh6fU4tOhJBlkeD4KHcnsArr6Z+dqsylJBrWqHieMAVF/d+1srT9L1KVRQlf0WZsU2zdrXo6RAgDhsp/9Htiggj9U241rm/NWdL9NtJUvNeM3a3uJAYNUs9ZQ2xQ2ZanvjFjzInIqJkqkTWO9kTQ9N9g+Zq33MzNw3nTgiOr1fAZB11SutCEH5H31jW3YkoFXNUk3yqm6TFCeprpyN4mZNPVCgHErDWQWNHaAF6Pp4AA67/qEHfN8DPcIOCoC1EFwBNMO1evJwaHHAgzv8EywKSgAOBLt8OOZr01JDr7E5KP8nU/UfzcYHzfS/+JEr+e4XF/JLL8eapRiPd6cL+anX9/Lj37iWf3Q7y33vbzuZauaq8nVWONTnKECmXSezPykM5HLgydg1zXfsWJcAm3jA1SHnOirWHLJtiTDZO8xsp/LU2VJeVbgxD6BHQFPYZxH7WPAnKd6uUwKQ4Xw98zNnY7bEXZTymtDOvXcb0yPk9amh7s8HD5v0vL8v5RMafBNDmUBFStcko03gpoHczexhRayABwOrZGLOlOPQlixtWrMG1JRxZzHzqIzlfOTKk3G/MjMzikdPey6HrlyQXdfJMPpREuawwgDzdqxLwPCqZuH9efydlmHQFMQ2s0pVJ+Igsla7zLeqwGHErWrNal0NkIc2gQvJBc8X8plN6mowbT3WqgTwPWce/FrdhMfQHRqWGoAjqTs/cfNE/vbdRa6Mu4+Oh/IHf8k78i+8cyVPhrsbXBGD/tzdXD73ldfy5778QWbl402/6/xWfsPlh5l/k/dCY1es5USBDwhgptuQrQjA8QTw0IKrCZnhp8gIv9Tsw44BZFGFG6Bq1lLcTErVkYuwq+ki0N4Dhw6qBKnW6VERXC5RdRVcpfQfCgDLV5xUB2LAr98sZeIfvvdkXfVcAyDmjSVzKWhLL1aaKAVX88XZTf/cydxQAJDw1OUkgjzzcBCwSqMCFjabVJcU9QOoui9TdeOnbL2uTjxtaNUxu8ujj1uvxRmRtQo1QLfc0uMns+DPl7ZUeVMJKDdVcGwPr+o25cGeAFZHke7YRf9RUmaxB1yFb7UUU23cTWhUpc2qDt+LNe6bynoh9qeUnGY6BEx5qNrWQKI1q6ue+VBpmxIws2Z1K1MBjwwFFI3O8M+b2V8/dX8uP3H9JBftxr/2yefyB37xO/L2ySCXwDHrL7y6kx/40ruZM1hdCeU3XH0o33l2l+tZWS8mNgZUDfNkqm7cnGZWcWZm1uf26bpT19WDi+7whBtqDVuxlK7FepDjhwqsFl3KAThGVBPYJStV2F0DV/HHryZLPQi0Y10CrOUv70O5nvq51us09MOAqwZANEeK1sAe5WR2nlACdIVvlUQnKABYs+xY2Vd/5kc+l9vTzHx4VXP/rPNy1ywFyuJoVJDXn0S8dU/GnlxyHG9HQgKU8DwbeZqt0LUBDs9hRYGD+K6J5OF7sjSr2vXx/N7zHCEr3GzC8hpnZ0WraGN8kqp+p2OiMbyqJmOV0bHPK6SYD/QIGgEfLhlAKug27EiTQCgnritw+3VFQmzEWKdMo7PkeLUcyGdfvyXX/u6M09Vf/nu/5CPyez/1QsYFTnd+9mYqf/yL78rffXOfSRWvPF9+x7MP5PlAj11KG8A+2lyxKNdcGMjYdeQiysws7QU7dCNkQ0OrAu6rOdKgcgAKgF1dOZvztrW/CQc5d4CqBcu5YmaOYZS5WvuHtOCBRAOAq12gS4j5eNEdO9YlgC3cLUJ572YpJn2lSJRiMCG2WFACmIjy8Liye3NlDs7gMR5DCdAB0Xxw42symEUD17U1Z8aqCRhtN710k9eSSrIUCjgTBQ/Hrpz0qPNpVgeKIyKIfgZApl6pG+bMV9BRz3Z/TdcEfA4nY0VGfJJ6fsKCViR4KPIWzf0t5kRZN5mrXRlqV2E6+NOVbzz0Owyo6kSHgMXyCgirUBvAwy4Ei4fKdNvv8D1jjwypbmStamUF/PFb4hx4Vf/B9DSzGP/db3tHft+3vi0nBUt10Om/+fJW/sDf+Sdyl7Gj6i8dT5Rvtayhh4D6z9yxCDARhkbC54CHbsQLWdaLduA+xNnQg5/D9axcxsUOiI4pEvRGDyt8y1OXNg9gzfBjlpnQowBQB0tzy9JjEzO3Ox4Eg0dvPpzBBm7HqgQ0A3wZyNduy29A7jqhZmY+oiEdQBFLVB8obNrczCrmVb2dcdBVomA6cqtcwKrhVbWC3Jz7WK8Ax9I64+bRFdwPzWSen3q66NuxLgHlhBw48mTkFTpba5JclVfVB56w870+L4ZuRGVThvOGb9V1RMFVgQfIjlUJIJHziDKhC5JZRLyqXfiWMr/B8D86Ea9qWXcOtSnIwLPlX2kSZSnnUBAgqBiMXdZ8HXKfyB9HnLxpd/jKfCSfe/2WzDOW7Hz3i3P5T37lN8vHxsPE7dDT/+92Jn/pq6/lr79/o2X+v/ljT+W3f/Mz+a5nZ6lcZayl//XPvS//xT/8RqYPHDqh/JanL+VTJ/mbYKXFgX5AU52yAL4oA+gBXLX5P2mTSubh+cCREac6LT3ZocqNOMfyPyZnmBiQLu4k9JQ9yMqEEqBAonzZr9So+7UZXI2pIwBVywTkGzVBBV6GtfL9u0DuNZO37L1nqBnPI88kNrQ35ikg4J0/DbV6kmqmtg324tCxvL7jsKJsvWmbNDYRi1Cr1jMDqzipydJXoMOKMjn5mlUHeW8JgZ1mKQxdBVc1Vmy3rpX+9nBCXg09uWh9N3NHA2kaFahdmZSL0uXV1huSsQN3S1msI7rfpWx56MrJkAJmK+t13QjEc1ylTFhpwt069VHgMKIAiIu/7Ew/TiMy0QZ5pet/KOOBYw8Et1gMfKtkrvKfbRzK/xhlY27Tnc+/eS4/myNb9T/7VZ+Qf/ljTxKauC/79N/6RW/J7//Fb8slSP7G+OL1RH7L//mPM4v40+OJfG8JWaus5WSrmrW8vDlmHQQ8vIgyMzN/WI8uBBy7HLSTuw67AjS04E9SYdnEz/1AphWWm65mj5Votp2xvrbyrWJPgKpFGp11ZhI3PoSDnNcTMnljvuLy1qvVR3FgQQ/KMONBa1flvfldcRoVTfTa1tyUA8BXt0sBmKd3gB0re6sglJtJkA1Y1YA6CHQzZkdSAhykaqlyib4Jh3Q1Ms2sSrxtJ6aPTReZh2+PPRm2WjiOTBZFCcM7MaVrH2E4tAw1QiV0Y2Eol2NPPJumkKo8lHUDrrY1YV6BQ+1yb0cyoKOTezXZ2spl7DoKrrZVd6rWGAAgwNU2reoxgxaZmAaQTx9fnY/kL715IdMgW7D9qfMT+W++61vkW85GiRt+ZTKXP/z3vrKTL/XPfscn5F/6aBKUfTlfyh/7+1+Vn/jGTabpHDmhfN+zD+SbR/NM16ddRKUS8qkyRD5xRMFVaJCqseCDP78BP8SuRC5ByciPagFCpnFOxKvKJtWuV0k10mZVUeJBVUoW00RBZWNHugTaBq6yHb+d+8rJa8e6BLSMex7I+/fVVx+zTkFrqJW8eDhLw7ahjiQjtKf6lv34m3tfpmyw7FiTQBCEMp2HcjfLAKya7q9QAJSf39L2eVHV0s1GVKpcMsgHFcCLU1dO25w+VsEkm8xDOP0cefvEa+UmPi5TyUgFV4EUm3tLNhwxBUBVb0kMfQ6dhMbSJRtuVS9d231NWffpsH3gqtoVbtmu+wltUV5VDisq0ve4qQin8PxrAbZRm0XFD4rXLcMJ2Ra/Y/gf59qsKl59k6L7yZsr+Vt3l5llSln/D/yKjyWyTvH9f/Err+RPfvHdnff6PZ98Id//7R9RioXVAb/qn/rSu/L5d99kfpfvPr+RX3t5nfn61QuNXYUPDfIOukmGH7ExjZtZUW9hx6oEzGHOmevIGeBqC5xP3JQT3SmrKqdLOkFW3WRZTyYvnnjoOan0Il2SaZFvGbSkbBm7oiHTLUkr1k2uTTniuF+E8vLe10zwYs2qsmiTwY1GimFsjx2y3KmL14CvcVCq/Qka/oEAh3Cq3kyroI5o+MfvfD2D/80XIrcTfE64K2PVeCTKm6YRx2HTJ77uqcFps/hXdSbmhCaN/u3zgWYC2fPU5AxfDF15OmpZBlDEUWcWNoa1rNWZxYFXwae1qT0E0nQzb0N2S72+zQRDAKsArC3Yoz6Ih4NUv15hteZpyAVqjeonlMYFZpPaJt2payJZx7ErslfbAK4SKM7JxtyRBU6W6l949ZZ8Y5nkSt0m1+/9+FP5k7/843K+cXD8wXwpf/Snvyo/+f7ujNNtvz8EWH1nsJDf+fwDGbvZozmTY+gYUJXIumplp6MwftlztGGTjRySmsUmFUoAbKvpg70DcQ72Zce6BKrkVd0ma9PA02SE25GUAGsV+9CmD5pVkZFpqTWSMzVbhvJqsprJWw+qEDezsp4u3XriJnpNtS6WqPt5INcTXw/Z2xC31uWniAMXy1DuJo9N4HZwrJpg0RCq1/WK7XkOikZgVPUmXgGOgStvnbcnXbzOWUQ+T0euctLWs0QU/zrwVG0CZwHVNWHGG1WcVD2bjVDGgIeDGAAyZYR2GAmwdz8dOprJ0QapKHBo16pU9TW8qvUUEJMxEjcuQHfsSEoAenCyFJrczEozkB2Tqaqb1B2Aw7uLkfzQ6xcyy0gDgER+7duX8qd/5TfJW6PBmoD+5stb+cwXvrxXbf74L/uY/O5PPk8AITdLX37gi1+Tv/K17BmrJ24gv/3ZS/n4MB8dgOFVrZd2BFZZgNWxa1erNCXhQOdqYOLBJh6axpn9VAGyh7AjKQHAMUDnujFncMMx2WMOVS/l9Mzo0vxiU26DM1fRmZu55VVN0zn2nS8nvoLO9XOehsq9DzBv7Io3tLHh4zyFMnLpbdFMmVD6fz2h54ldr1ZtC8zC90O5n5peObFObwVWATYocbenPunL4mOpcvWZCmSuPh27ctnSsveqAwucNJQAml1X9cMK3h+9YfE33V+b/rYFPzbnz5V2xDcHFvUMY7uA8kPd21tgdV3uJhii2VfT2UhY0siqsyMpAcQC1VhQk7+JgQPteupJK7JcjqE3NLE6pRJFK5ebtxZo0BiKzNQf736///vuQv76zZPcYvzDn/6I/JufekugRmB8fbqQP/7Fd/dmqwLK/uCv+Lh8dJzMkP25u5n82z/1T+TLd7Nc7/PrLj+Uf/b8NvNvtOkQNFC1z10oLFdPtVlT5tft1YV0W77SA9PmCShuVkWcY5espFoaXtW6DteTzydjFZ5wC6ymxBLwqHvNTPIBs6AZE6C8HRuRfBjK62kgH06DKFGubr9ofB2VTGapr/v5zdYIGlSyVnHY3rSMecBUMlUnC1LB7LzFmsT6AIwzmQdyP1uvPk4BVo0BAKoi0P0hdbMVtuy3Qx4xBUBtQVGUAfTizFOQw6r2JvzDKbMjz0auKT8te9JLup+C8XpYUdINO3abZRAosFr3gKKPsvdB1Pii7uc393lGUVnsyext6iZe1yt4eRtr+ced4bjp0DFABmwL39xAfOO4kxJtLViv4Aht4prlh4EQL2aprPjRN8/lZ6anB8kUkPTXv30p86EGo60AACAASURBVCCQH/rKa/lHt7sB0e94eqag6qcvx4nncWD5F37htXKs5h3fPp7I9zx9lelnWv4Vc2MeQbmdMNRY5wngof6/2qLRTPI5/kXQJbhyTkfqhmWu0ugWXa87G/P4c7L/DQCb7xcx+LP/+qquiPlWm+iXq/rmPPf13GatWdj4zcyX+4obneWRUZOuJUv19YQs8OO+FesU+ywqmuxISgDQmXW9KeBqEIhcT30FDk0+pp23eNYAVmlWpbLZCL9SgVWyVPUk3sZqCc1HJg9k8zXrGAb31qknIw2m7diUAJmHTwDIGiicWG+wK3tatzlzlMSJsOE4lsshkNZmTXqcaufIzJCZDSRCBsd4YErkmjR4wyWZzqH1iUmrMoeAyOZYdsU7ke2sdBtNUpyGvAvuBj7IJjWzwgsrGb82Ots//NCRz75+Ib8wP9l/ccErAGGhAPjU2Sj1Tj9zM5U/9Pd+YS84m/bjT4xm8juevRSPEqEdg78CAC0ffOQRNDsqpyTj+UKB+WNaeMFJrejnbN4vYy7jJixcUVNOaKBqK8qpSLZV3BafQxf3plRJUgHX1NLcKuSf5554PCgBjuD5Ul9zsgjkpkG6k0eW1V4Lj7PI+3e+ZoFnOSSt9n0CBVWH0Ek8rLNN0aJqvzzb3U0zK/ajx7Yu9cezQBtWPVaR2rmK98WzhQFV05LBEsAqWQqGUD2bGvTlqhhi0EYFwPjHOAUPQwV/np96tntliuIRO18NXW1e0DSqEj2swK7sqc/GzBlfA6h6TJ/DcsGBxXgYlw/aBeRxoljsAVcNH22ThuVV3T4bhlc1W8ZhlXOKxgzdMOoMW+WT2nlv1ioAMt1sNGCQmwAf7z5e1fhVD2lcdchnfs/Hn8r3f/tH5Z2TdU7W+F4v50v5Mz/7nnzuK68Pub1kbWClzbz2cM4e9AIH/MgJA7kceHLaDNU54Auq/QmbVLJ6m9DRnAwXeNgsTV36nFNqCujchMF+j5iHap2m7SUaIZ8QYLUZmXXsHV7PfK0gsGNdAqxV790GmslrEuWOHb+bOaKS6fHQ4tjv1BytiaFvZAPn6jGHHlYor+ox36KZz/b9QG6nocwpB0wZK8CqyVKAUH0ZpapadX+UmMlSkIgb87iTfXXiCv/gaLNjfY7g9Xs6dB46DTdBQgTStglcuqay2YAaoT5e1e0WQwANcEjZ+/FPdptn2WQeng7MaWoTBut93Y1jmvDdWd6B7Sl21RR6BDLqyHpuQ1fhLPIt+xp8D5mHTSiRI/7Lwqsay+CNP5D//uXbcpejcVVe+f2uTzwX+FifDGndlBzfmC3lP/2Zr8uPvpu9YdXmXc7dQH73i/flqWdyUdMGcaA2noSeuwGIC9xsbL+eDQcycOyqtTlnSIRs8Eu4nlm2NGaud/1ijngmh1yLhgCHee2v6uuJj6EAaBo0hs4YXsh6daZqeZd1f+RyLNnEFbUvp8sH2sKyvqsr96FZ1fXMVAQ2a5j+Dewp1OqpOLM29jBFeBvkQ5XyMQb68urO3wocHuOdmvJMMIvbSSBkrG5brx6AVXLpSBknqI6awTblOxrxHoBjTSlRYbF/MvbkgtLl49hdI+Zk20tQWvlk5MnYqzuETr6RHlZolrMtL09ueuioZ0DVJgTUOEyAH4DVkXZrsnO2OWdDV7TZ15EPUzXzG1C1cfFiAzwjMmG9okS7OQ04Ql2r4Fs1dBt2rEogDqTPjsi3avjjTTZmVJOTaZKqBlYBVf/Ipz8iV1tA1XenC/nBL31N/to3rjO977aL9gGryuUcPGYcNmEjGDeKG7kiV14zaZAKTUrBH8eVZueeI2dHapwCsOoHjsnGtCFFYkaJ/24BVZsQBKboG+AGh8l21UoKRykBnOOAYoZXlWxM/6jVbgVdVGU/h1YDCoBl0ETNDfWMC/DwMRxs4ntWNj17b3wsvlWgitd3S5ktpbE+ea/wKrsglPtpIJP57grbB2CVgFHLmxq6uFUmpww3jkuVG5FJz/uG5hQVcPWM0uUM39C3S8isezqEMuG4X075/2OJip2peDbYELKJJ6uuaQE1mOrZKOZbtXO2DgCF6nuUj/ZIojG8qgY8tGNdAlpZobyq/O9HmqAdkwJ/5SkG1rxXO7oqIRKy6zRDqmYBcbSlzRUVkM8niiqBVThVaVT10fEw9aX+8e1MfuBL78r/9eou30unXL0LWH3gVdWsgwYqbxDKqQff6upGtbBIOnMDQHAywsc0N615+oIgkCn88TntqjPC3/Eh+BwyVZuStJL2qugL4CogUM2q0woVOAa4iilNl4F8OLOgapqSsO/82q0f9a1ortayh9BwUF+xue95HEM0yQgncBnXuGhR/n/7YFd2Th7nPpT5IpTbKQeluzXC+cwP/5AWqlhC9XRBPTSrOo5l7XyqgocnXuN4D5sgKtwBmXVPAciO8ELoDR2KKf+y1D+rrsnsLkKafzRUNpo95omckwbkHEN7jqCwOR5pKBOgBTiObABVt1Db5PiKbl5qQFVHDy3qDMbySJPEQxqD2JGUAFIBIINvtU4JxV3uWa/yIk9VAqv/1Xd+i/z6dy4TsmAV+ekPJ/JHf/orBzWqStO9bcAqh4BKOxJVVjTVrjTmcR059eQoMU+T7dlwZsK/LzKqKcMOveEfIEfew4omy7KsdyNGBhyDfq7pI84es82s0mcKn1hnJ3OSVV5NltauUqaD2O/rt4HAWdx8y8IvG/599ssm5qkz8mm653nkeq7jTaeLQN7c7wcO63iXpj1jGQRyc5/erGrzXZ1//Uc+G9ItzoI/6dMIMTYGn3ezUYtShIA/jrw4HRwte6yW78z5kHgxoc8OdAlXR+hmjj1NlYvNLhKr02f4xlzlRCIAaOrQLAXKB0fpnH5Nfe+63st1AjknI7xmgCzOVG2u5tQ1A+vPQR6EpYZXlSzwZgKrceny2cAVz5pWqrKwiT/3PMMJWdMgU5WKpUP0ZhK48j++eks+WKZnlR76Cd/x9Ez+81/1Cfmm0+R9f+ZmKn/o7/1CaaAq7/jWYCG/6/kHcuqupyOwTrGRj//XpgKrfIMbilwNaHxht6drcUe0WScjnKzeOgCyIDB60+RszENts+jvlFYj4lUteq+6fm/4Vo9XqVPXdx76nLrAVfbjb6YA8pYIanOu2He+mfryasJR4HESH/Lpj4lcoZOgebAmBLTivfN9ZaGrnVAP2ocVZ61iTu/fLPdmYxb6lhb/+BrO2YyYjvM7P/fZ0C78ydlWc494VRu7iY84Ic9Hnjw9sQt+ms0SQJO1Cr9WXUO7vz5kKdT33Lq+r8hzTLOqUIKIbqzIvar+LevY6cjV0ly7TU2EcJoBdDFytcNnHUM3Y5ZXNVXUhv+xOc2q9ukDzayouLB8q+mSgsJm7LqVZwGR06LNFbGrAwOdWejKX3j1lry3KBdY/T2ffCHf/+0fkdMNB/NyvpQ/8cV35X99rxin6qbkPzJcyO98/oGcOI8bdtarBRmrerbe/LWc9x1FjdBiGqTmv/U+b1Hm3x2lAzinkV6F8xnHOYCHB5pVmR/duHsRA0IBoHbVuLfb/kLardvyrW4VUNXNrFijbue+cvLasS4B8Ap4Vb9xF9MjtMeyeFOWeezL+sukZiMf/E4la5buqUJ5c0eWs2m0aMejBFjBJ9NQ7ufZecCd7/vsX7R6nKJFyjfWhlU/pGzZkScnrlySpmDHmgRwEWTVvRjVw7eKMWnpVwuAw/pVxciFLPC2OB3NHjsBPIwXG7voGL1hBk1mlPLRViwWC6rutlbK/9tEjwDwQBANpcSxugrX7//yPZHsOv4Z2yrXwCJCloN5VTe/5C+9fiH/eDbO94F7rv6Dv+Qd+X2/6O1EZ9y/+fJWPvOFL5f6LG72i0+m8tuevXy4r3I5A6rGjSfLnYLS3//RL4uMHUdo2MSZYCteuyJpbN6WOcXfnAKuApBVAa4qHUsoCz84+LCiJnEc5THEgFAAPPYeOMprHPRQpYly2VPUS9Vy0Mse4UfIx62IxgY3PFkGcjO3vKppfm22DBVUZf/ZRq8PpEpGuJZdNLRHwBFM6uGRLFUmHix3Rdcu99NQrqda69ZK3aliXuLqOnBAKADyJB5YYHXLjJhS5fbo2Mh15MWZZ7nrUuYTN0Q36hcnXuUAEMHiwrc94JLTEDVHaWETB9b6ixPPEqyn2VYYyMnQ0+zDktf7tactbLOq1JWKJUqbK4btOul/6GbuRRlA5caKVcRZNd+TkjhHxp6rhxcGWi1PSOZoy9Hy/zIA+b9xeyV/4/ayVBmlAauUgf53P/9S/vQ/+Hqpz+Jmv/riRn71hcmCVV5VqisiyZf+sIpvqBnhEXhoj9vXhY3mDxxHq5iQUZkLlzaBC6geiAH5iie6ZbdXiqxlEIE/LXv56HXjZlY0tLIjKQGTfVi+16EKkGZVtsI2KXPA1Jf3vmastoMCIM1yiHlCORm4SrtTZrzTDTuNmll5XmmRoPJcLwJ5fZ89G7Mbstz/FdpgOxC5vjdN4PLECRZY3ZAvQRcnqsqr2qIRp4q/c274Vu2Svz55mnk4MM2s2FNWAQKhM7MlQEcz+Q2Pqc5wqwI45zn1Oeb7bj77ZODIeAh4WH7A2KTvzP8ugfoa5VsFXM1/g52/UH8cgart8sglC2LL7QhAiaVj2v96nlriU0ICaad2rt4Sv6DSW5GdQOkyB6dlDvXHJQLyPzcby+ffPJdFiZziv/uTz+X7v/2jcrZCBXC7DOQH/9+vyQ9/9XWZ4pChE8r3Pn0lv+hkqvdVUJXmQ/p/lSv7Ul98y83YFEBhDHgY0yC17yuqkxTzCmfd5cBRkFVnuYSgMG5WZcGf5NyxpQIcmy0pPG330AaeXvnZY+2WyuPblw2uclBxPQ9Ud+xYlwCYz5tJIK8147D9w9VmVo7tT7JlKjVjvqSscBIIX5PlvLSYxaa44Ui/hcuZQDnnsMDqisA0+4dSZdCftkWhISVOImdDVzNX2/b6OfU29+WmBEw0a5Wuy2XLJw4aW9DgNLfsiv3AZEZx4kNXvfYZ1uPXn44oXbYdd9b1wSw6lJyej9zSm4KgMfP861oxlW3Jrx95VRUWaMlbJ18Tv0yPuDoayrRRSMgFcDUGgMr4BkBDbVZVkt7cBZ42sHq1HJTxenoPDkJpXvVr3rpQbjHAzv/9/Vv5/T/186U9I77R88FSG1edu0vl1odX9bFiqYW2FSUGoDM0awKYb1dOe+lTnHrDkUtz06hdSgnA6nwZ6P7BLllJcbOJnyxNJngLLSrxQaxbYxrj1qOqrXlK3ACxLL5VAI6bRaCcvNauNqLvUBRwfnXvi1/ioeZxlQ2aKOJB18536kQYyoSi8SBnFNcTXyZwh9oM4TVJ48Mms1DuZ4f5HAusrohTSyq1M25796nk0z099ZRv1S74Sa+Ew37rBL7V8sDVmFfVHqYm5U0v5SBwDF9xy4ceXAAe2mZWKTNJ50pHzobOCh9tsQkHVKVMmYxV68uSskQ2UAB0YZiOy5QQduN7ypwTJEIjohPXcBkXWbm0VDkUmWujs3LHX/3wmfz9yVm5NxWR735xLh89GcrXZwv5Wy/vSr8/N/ynTu/lNz0hC9Z0cvc743FCoaXY1YCNWCWia/VNiZcBV8lcLZSxqk05qR7Ix8XWauHleHl4igFVu5bJqzzhNTbGzSHyRlzKgVgRu2IvTqOqu4XlVU2b0Lt5KK8mvlZKdmbJiuBUbRKna5ZduFbnnhiOdevEIx48TDZU1d5MA7mbAhwedo9GOJgKXkKbjy9DuZuwlh8GBlpgNZoYNhss/mVvNiqY9723ZPP19tlAxhWU5u59eMMvwExivtUyNhrYHZghJU52JCWAY1osu5PBATB/OqKZlaUE2Jxtlmc2GVAmFMXHTOMYA6rakZSAdnLXBPCuBEVRM6uHYNrO+qoElOonylwttlENZBY4ldgVzat+9M3z1oH9AyeU73n6Sr51NNFsOv7pZqMLthVlB6I7gKtkrXbFY5TlIbCncw4FY4DsgHknq25mm1WlTgkxMtmGbWxWtU/HYr/MgeABarPv9p34O5mHhw7AeJpVdQ2QP1Qeq7+DV/WDezq5d2d/tRnzDAcGVjUrMv/Nrl6xjLTS64BmVuytyMS8nvqKeUX1GmWoZAfuESotAoDzssDm0wKrUR80FAznXWTT0iStwuDePjeZmXasSwDHcjV05GroaQlzkaGgqnJGFbxRkZdo6G+1pLJjmw24CU+GroyHNEKzc54AVx3RRlbwZhaRDmvaAdQ2DbWEcl9LM+TJOFSu6CJSLve9it3NdIIdajOrLn1XMams/lp5/VxXO8MeOuZRZl0Vx4Dz0JHPvnpL3l2MDn29xO+gAfjMt7yQX3Z1Kh8ufPlf3ruWP/sP3yvt/tzo48O5/I7n74un2apmLe+OXZlGXBDYnHqunCsNUhWzX+qU1HqzmCbq2cBVyolD5p6GTOwh7EhKAOBnjl11VjyhnA6qb4zbVt3CnrCrvAMgnmZVpsu9HasSwNV8cO/LzayboKp+axiI67oy9Aywamp18utRdzXHJCPk4lvVZlWhgqrQ1pi1zso01hHfN6Cq4XI+XC69B1ZjXlWTpdCtcT505dmY7DrrjhIAEJQJI1d53A7dp2pJpU+GS7f0pvjXGDoNfNOSTnAlNYYo/l7l3CHuXHmizazswrQu1VBLTuEeO7SZlTZk0i731rA2NfaRV/XwRb8cK6jmLuS2EEgDsNqRlABigSNcAaAcgR8HQr64MqsY/PnS5Ez+6odPxbS0KzZ+7duX8oO/4uPy0THF7GYQp/2Vdz+U/+Cnv1Ls5tGvYXH7TU/eyC89vddDwPAAAKCUF6nhJm4YyMXAldNDA54a3vGYj4Cz7gngag75AFoDAMEhb1er5OzRsHSyjEsqjzm71T6bQ3bTzKra57T17nn5VlmmAFU5sLB2tRFhh6KNqq5nZPLq7qqtapHpveldSaWgGd3+1kwCebjIWAbJc0OaKmcQDfry4b0vU1Pulu9xnb4aiizDqzqZg18cRgHwoKXf99m/2Gu/9cCr2kGlwWyuTly5OimemdlB8ehpD+DqIc2sLK/qdo1QHr8gFILqrg5tXDB0ZER5peNGjrirX5vnux4XezJXDR9t9hHzqnaBkiX7V2e7EslyTgFFQpfrDuOOyyvN4LMJqAdXYU2AqjG4mvWTASSr4FXdfD6cv597/UL+yfwk66ttve6//M5vkd/4zmXi7x/Ml/JHf/qr8pPv3xR+xidHM/ltz15KGNL8o+uZ0qHqztMHYL7XoX+q7pARDt+q7uN3gexR+iUb1TmAfGFN7N4N6FV616NMXvYT2iQuX8jTvYnf8kV5wNXruS+TRWCTVlJkCa/qy0mcydt9ZSPFgljw8cCr+9+cxykgH8DVfZQbYF3Xk0CbVVV8vp7n9RtxLUDqdI5sQt1jFR29zljtMqgaKwa4xrOxJ2Sv2gX/0VziQBi+VcDVPOWVJmsszlKwTn7TCbGJ1wyOju82WOxPR54MIwTInHLZoXtSFnuPZlbZM8Itr+p23VFQNcoCN7hqt/0O65ZyhHf7Mw9yFohEG8VlRJ7Rl1nAJrUeYf78/ER+5PULgRqgyPixX/1t8unLceIWgDV/6kvvyufffVPk9jJyQvktz17KNw2msoh8d9ftCoGNJJQnUNlYOHBNf0wOjyMXniOnroir6YfpOsxaj8pMAVXtsp+wQ2RyBzBGM+BCVtquH2v2mNJt2JEmgSxUG/Cqko3JPsKOdQnQBPi9W19mvjIn9WRA0UjWKpU6XaPAKmMKQ82UpwnjLno6bVY1wyeX8cxu3WNOgzx4VUuSTW+BVS1VDk2H3E6PkG7Ljjw79Wwzqy0TDR3Ak5EjlILtGugMl+CYyFIw3cptCPUgM+yJpkN+D+wq+mgFD0eWEiDNbhwnVN8DuJrFSrQhU6ed8eEfxzoF52xfuJw1M9MNlVLCjqQEkA9Zq0PtsbRdRsAaZDiTrVrn+ImbJ/K37y4Kbf7+3D/zKfnn3rpIvDZcq3/ii+/K//z1Dw/+JOT3Xee38usu3sjckBUffK+2/RBaiHMXGiTbDiR97hx5QjWKUmhtB1ZpVmU3qUkJ6kHOMtQy7r4NtIWYBxDIjvR1C97MbdJhrXp5v7CZqinKw2HO12+DiFqDC/qlY5iUhoPEPD379iy+BNAZ35Mmm9kikA8nQaerSLPIaPOa+ID05j4olcu5l8BqXFIJp0LXcVVVpDBUcOPp2FPDs2NdAjhsuMdoaLWvIdEjr2qsOVaesTRxUjSA69NmQ7PHBoCrMbhh9cHog7EP7CluZrXL73BIQVBtmX+SUtLDCppV9SyYNJmZIiNIe+1ISACPQ0Migz0nw2mT5WwoAOqOc8poZPV7PvlC/sinP6I86A9rjIj8jQ9u5ff+P18upBFQAPzWZx8IIGO3msDtFwvrNDjypefKmK7CtWvH/nc85hXYytBx5HLgKl/4WhZztGcgc4x/PXPJe6dFq05oAKIcfv0ccbfuPFy9fZLUNkoA/PDr2VK7cte9XrVB/q8mvryZGi7IfjoeqGyIB93uJ8QdoJBEyXGD09V1if34qzuaVVmr2hQrsdDthGZV5VbY9hJY7QMFwKYCYXQXI1eewrdqk4ASbosTZgLpCxoSbXFqrGcz26wqRTrGKVH2xV6jbxU8bFJPBo5yrophZ7MjkoBmHtJwZ2i6e6YNBQ7FlPjYsS4BQ4/g9DiDg47LTq6GMn3SIWzrTJumrGYqGEPCF9Os6lhZzh8sh/JDr1/Ijb/F8DNM1G//5mfymW95Id90OtLM0p/84Eb+zM++J1+fHp7b/sTz5bc+fSlPvFnvDitWRe5JqOAqZ4L26OJRMvEyBD0UtABayaQZzaGEUYxD01K7XCUNmAPA+0X3m1Xtc12UvJPEYhNX0yW1Ca6yZ7hZ+HI3t3zFCfBHRHkx37v3xQ/67KlNJOO6prmpHojalWtDXUKttIj5VgEO39wHMl30p4p0n29e/fv9LJDJrHzO2V4BqxoIUVLZM94fVaQQAmhHLkeePBlnK83No6BduBaHpHyrKRxJOCg2dn3owph3Lk2zKrLqyj31yfsex7yeAJqsVdOsqc/BT3IWHAm0NO585On+dFU6ChxGINAx56+pz+aQGWC1zwNKCcDVfdUEfZUR2XXQAjzKxxxwQR3Bfx5zlAGulvn+l54v3/f0A3nqzY1sekQBkNiwh2zCRC51I2a3qGl6hl1BmxCrCdligKr2EDApLWRCwyH2V3ZE3bptM6tUVdAoGU5IszVV2og3c793SRlZ7ITM+HdvlmZ/ZRM3dP9AEQsAq91rpey3lG8VPlpHbqeBXE+xq+7tIeLKmyw2lHYNGbxkq1ZRYds7YBUn1dtlPzQNZZ6OB3Ku2XV2bEoAUPWtEy/KAHrUFOVVpQFI0P3GMXm1QkFnbeLQb50CU73g0GIH52Fe2Xbjek6a8T2unI/WD3UADqEB6K1P3jHB2qwKeoTOdyvfreX4FwJp+FZ7jIPtFBIl3XQ0Rz7qj5WWpRnA4XuLoXz+zQv5sEDmahl+kEzV7336Ut4azB/Bnz4rlJaWhHIK36rniudYL7yqZ0iD1Qou2lPXUdCHw3Uqc+xYl4Cp5gpkastNHwRjACCTuWpHCgAUUUUBGL6e+hrr2LEuAfab37gnk5comWEr4gycGsoJlAD8H0X1pqh5Fn2+qYUorPqrd9BKwdCRV7e+mBzwXR9ZVADF5uCQbzffahK6DhqOyN19ec2qNt+hV8AqGw0NikrQo4MmsyE/UvDwbKD8dXasS4DMQzbwL1YAILIUCBiPVVLZ1DnSVlWho1xjdq9h3IrnOXJxYspyrb6say4SOR24SpugTeAADoutyU01jcLvRbwATV1sV33oVr5PaGTXacflnq/faXJCJDHfqmarHoFXddf8vfEH8qNvngsg6zHGR4YL+Z6nr+TKXTxwOR/jPZr4TAcOfs+VM69d2/biW1EzG/E6vS0cVroN5aI1VTlpo+i7FKVPKvr8Q/TSkCM8VgHOlraMO7HBdqBC2l7FxLxrA5UDo8Ui826a8R62mOqRzD68ZptS6WGx+WaAkduFyXTOOsxxUJEvj59UYAOsjUSLvQMyMHyp2wdr+WRxqHZklWgbr6PZENyhywKcs7Hstzcp3CeZGOA71BRUi5Tqq4g2rVaKGnvGp9zdmbdi37UN9Ir/or861BfEi8A+YaX8Xf2A2lK9g++l79DAq6Z6uxfAKpMWUMZd9+zVqyuZn4ZSAR6+deYp/6Ed6xJAJpdDV/8xKFOxmapJLWEp8OGcbdgm/pj6jDkp32oMzK/4nP+/vXdZkmRb0rTUbn6PiMzcp6prQrcwYsCAZsCon4LHgCmDGiDFkCkILUJRA0RaGMGD9Bh4AoRBc+qcfc7emRnhd7sgny6zCHc383Azc3N3u6wllbX32WluF12qutb6VfXXJOVpu/79zJGmzjp47QHu2ncncDEPXAWgs2ZV196zS78vuwQpqKofZh10Nr9sELXj8hmqlkp68C7W+pvqSs87uthsos2GsqxGfEgh+8npb1m3AtdkcVwKdNU9UB9+RlVfAqXFv18+y/+1mt+N25Rp/k8nb/JvFt9lrHOeyruO86w/4e3+ZWIKTH0OYZfUUTOizedcuvTSR3OYvHZcf4fLPtZk/yRCSOD9GHbilj9ssbq/1t/WPlymR/trBHGNLaTP1aYylqs3p84k88Ab+p5wmLsiS0q4ZgKvsaLq+vpu+x+4VKUXyMBkQJXlPpHvm9jS/JyToJOWvb/baL35qjRBHbh4H8Xy59dQ+ZztONqV6foMb+hyHcvI8yTg0GXVJqcmUGfpWVTjXs0KaDDA6o4VrmHhddWgiWYQRV2MPPk6vQ1i31XZZO+NfL6OXfHJHEvpI5o4jHZdLofvr3xjNlqRm1LNzAw8LX0/9jnm9BRpJ+r6G2kDmqTg54FKQgAAIABJREFUakWFymKY1+iyZljUf33levahInlPeSn/EQpIlb+88Mo6UFr2zGuebTJTTDT5s6Hy0bL3Zhf7K8XWgp8bueFyjiVYD5XImEvuzS75EeC/Rpvy08HdCHIRtHAvdU1JRVZPxTJ519PPP4dj+ferb/Ijvm326ou7l38z+6v8rb99FxYNiajYsXvBA/1JTIB0H172rWb9aGCQtdbIjRp4lwu3oGHVfh8LLdieLHpYKC32yVSjIB47jARY5gFVX2nI1Kyr74GIE1mHIn9dRbKPWLOyzN4efFrTn0DQQjtOAyJaA1PqiNVefqxthvypqikN1D6R11UkSQp5jX0alndksW3adi7cj8aU9EZpun+D81/+7//Hg11+9ZyNQ1ll0a+z8kvLHdQE650i7jzV93ucm7BRrJ61WpvXIv006BhCrL7muDjnJe57iQcTN+Q7Il9G8K0WHWKzMo76Diu8RpD1sITch2SFAiVEdnQJXz0duTIJcEpVf93v63GoAM6GbN6OIwlkgI4rMp8Y27IA4rGOGNvyZGS5Wo5VJ20gWH/l6KctKtilHIfG5xDQGQUGLr43aFxWwrzz/7Ofy/+5eZFlDCzT3Ji7ofznkx/yHwfLk0Z5JqA88ZwUAGJPONyDahbg0cNYaCpPGoJNm5vMR95JWcMS2dCQKQT4ATwUmUH4bPc8uZnRSi/f7AeteERWABxbePzi1vrhh5iXI7INE/l9HcsqTcxAXywX7fnZwKZsY1yTlPC6ieTPyzBNULCe5lBrwiiR12Uk/DMbgIZjSt7tWasIyNGgxSSg+Wtz+x/nv/i3/1vts/9H5kU996wcK1dmP116MpkbzzNPnma+Xe1PhJVwEIO/xYZT84AjmYX7WCa+I1/mppnVx6htMpfUtdLfZ29U922Ofl+j8RRdGV+mvpKIs5O2S5yZPsANooZdycippHTXXJzGtijfweUsJp7MUnD1mtv28bdEmCcjsp6tVWXzS7fp67io+qgpmc/hsEomvOgGcUT2GFzGHfDKv0Zj+b83L/LP4bg2RYArifydv5X/bPJD/sb7yFA9nPEszBU4jgJkyn044GB7lkGva9V7END6m8N93n5PJu8Hh7yChyNXRqSv2nEkAU1GcB1Z+IaPdshjFyXycxtrQy+nxt66z7ID8/m+juUnmbzphxIYxBUX0fz0WRZVvo094ZAzD1mvVrtY/rIMtVmyoQ6161WmQ1SdLNeRbPd5RIC9DgDixUqmKgrZk2vRIKgxm9wvO//6f/x3dXGZzoiV0rhvi0Amk6Ev9wdbRrJGAVUvkbF1Zpabe1EMLdpHEoUm0vwy87Xbu83MPJYxjoONEOCqNpXpwCG+OS0pvhPZ2NoZl/+za/7JwcuRTRiZbuXw1rkiT1Nfs57t/iivT9gWsmEzPeSs3iSJJRLHZoCfcV4s4WTVZUs5fhnbIuCldCQdGczxn8Kx/L/7mUAXsEx8gZe1aPhOInMn1DL/fxWs5F/4W/FK1gcYAIjsQ7IUhuukOagCGuKPbWz9WMsAegiQbncfdsUVZLACHr6MDDebXeNP5MYh1XVkRrnXQAd6o6CqNh2yI5OAoXFK5OfGyEexsRM1waZ0v2PFVrzu0USPUtMBhi4IHAOqrpSw2GrIoYIo6LyJZb05T48A/z77wQFvec56FfaBUNk0lcgyCGAVadL962+/BOINeMF/X+DI/EmzFOz6VSCBKJb9DlDVDBzRLwsLAJ3TFQ7wTxNPbWzIg+x7SpwOqjCGLI7jb+egSrlyhqqmf0uUEHCVf9qRP6QGvquN0IYIAL2XKkOtYWk1CszDMF6SAa7NFU+uAADSJnpaTdBd+wJwXccmRXDqRqUB1PP+xMAdIwWAdIUfVOZLZlcZr6ql1jjxu2kV3XoHPUIeGtOyZap1xpYSoMjG2AXOoNsoaDLY5zXeaEoiPwA4tBKwz19b/dsQx3KXyPctzbzOC4d1yxbqFMtXg4LY1aDQMUNx9NdlqNQa1q7yurGhWdUmks/YBdGdwDazOuu4dL/suxp0vxa4HwSwmhHuw1v37dkXd8hemxJ3utzbpkPFBkYm7w7iZ7qum8MoUVZKK7/NLQBUJDTsaz72ZDE+pUyovvnq6i9Y7ClPCSObxZKbw5RXNd/B03hmsjKfpgDz3QV/bqW3uCDI5wHIhjYyAAhQ1YI/xbMPrypZh+eaClGtMx1Rmjs8/fkMWNWcHzgzXcdUWwzooEoGOKliazoq679av3uoK0hjtYlSztlzAEcis8CVOU0Y7chJAKk8B672KRjOMF3u33aJhFAAdDiYdYs528WmWdX6wtnTSRJN0rAVgsWzgFyGVcWUyF/TZlWGB9yOQwns9rEs17GEJRq006qcrFVAROue8npEVq9WMl0Jrg4CWM3EB/jxMvfkae4PkmtCObWiREFVG/UpcM4c4OGpOxNNpVnTy8zyHp5KzhxSHQVW6bA3pEOqAu+Jiajusq7KgzpMXN7k4GugRyCjt2gowDHyFFy1Z/y8hOBFIiuc4M6Q5KN2pZnONvWnyG72USKbKNHGVeeGZikERn8IEVr2w2NJOU6inJCe2UkPYsCnCq+qrazI72SwJXhV4cZMPq3zx5ZEnkeujAkI2jU/ZztgznPfUCYMYRCn+H193DhmCN996Ru1l4o48pdlpMGcj1rA87/EGwMeWnC1WEYsVxQIZi0qL81BN//ebGxoVvXbOtTzlR0fElA8JxZ5XUe6npcd8K0CrtrGwXmJaTWKNrMCgq4/BgWsIiYOqV8p6x4Pj8iXLMyQxjE26pOzGDbUZPICrH52SKXhDgDQwKveC0WkjQsmnkyCYXV2UFA1+mhwUd8d9+uXLExgYhxSPzEr/Wg20bOxK/OJd9WC1i8JfnwNtgX4TAbiEAabRpi0aFhlR14CiIVDahnMGTCejaJpDDIM/SmvM4k2sSLzEMn0OSiYZYCT4bzHuOw4lkCaeEA39zJ2peuWkyglgGYA2ZGTAHyrU6//AJk2ZFpFug+0K9aJWYnIb5tY3uBVLSkczmMka3iejVkUuRW8jQFXddXqqeeBWi2WX99Cpdaw43S5SuRtZZpVlV2vsjuwXim4yn8YUrZGCSUCUh375k9d2xocsIpcA9+Rb0+BjAZUXgmYqsBh2ZWthAL25RLMB0A15LSh3SmLFyoOJmS2kLU6Txuh9XVJqzO3LH1k1T1PTDOrIQwADhZ/a1YFs032Two6l9EFgB+4eodY9l5WPrORyertNQAE+UriyC4+T8RfRl69vQZQFS7nCqAz+kI1wZC7Cp/VhyTR9Qq+Vcfpb+ZqEsPFe1BZ0dsDeT3LZ3+3hqeuUkeqRLl6n8bDycysIl12gQCrkx7zrbLvNbyq5QJdVeTXh2uhR/htHQkZvZVGYoBDk5lpx6kE2AearN5+SidOYvnnn6FyyFcFDvuuLcz4Ep+z/ZxX9Zwc+L3vmio4O04kkPqdqe8ZvtUa5jVIYBXwbDp25WXhi++nWRw1hNcFhWSzyBdGNLiw6E/xlJFtCOhc8qAKMP8yNQBQT9WmlmpnMcVp4MrL1E8DYf2VEKXtZChcysasJcyO/4hZRy6mpLL8xwBwfJ37g8nMLC8ZE1imIch0TEZ4v+1qn9gM8CLdMFzOgGNxJXAdE2STiO6YOHx/9aeKTWXXkmc291wNuvdVMnEUyzYUKbnNqSPGTv4GTkfsgwYgcKTXUQBA+ZlPFVwnRXCzlybzkHVr7jsS9LDbO3pDNt33DTxQffUc9dQDq4IT849vhh6hDpczEqWiwFYIFs+BAVdNdm8tx1Vvam/7q/TA8CvNquC6rnB+uO2LtePuSpEVirxdSTuCzsApSvYqttrnZI06M+dTyZQmslT9/TCB1VRKi6knz30/xCcibKgtr+qZhQkOvx1RH8OZVXZQWvll7otvS1XeRZatfzjsaeDJYtLfbuZ8KxyH/LHr/rHVYEdshgB/qm6KTLMmV17gwa5ikGUNt+PXIR8oAfoaaVa7IrPOGlWhppIBrqVfFY9RnFXQHYDDcUAJmDWuQwEjUfwN4BgVYP06ZCQSx47ysLHPsfjPiWnpQTWRDd111Cyq2wa/WAR0FaYRWscXmQZfH2AVXxUQ1PEcPcT3RTxmDyjy24osZ7tgnaoNa/iv8KpmPT1qTrzJrus/nURds2PdMo1fawq47oNv9jtoIxL59W2vvSv6813NCIw1/Ocy0jXrKq+TVudONCDYF91pRsZ6l0RMJRPgasXbDhpYRZmeZmnTlJ4qFs2qlFf1KgusqFUduVwBoF0kkbYaLL/he+8oPHLly4xGaNb1Hx9SiaK6782sOqIOlV4zA1Xtun8CqqYHqTK8qucErs2sxp48T4fF1VtWAQlczCaUnvarm3nGq8pm2i5XeW1gmdpSXXFFyiFypQkj/FpVN4tl9bPL15H9g9sxnJl9kJDRFzJcKpfidnkiy7473PpRLJsaPHVHj0hMRjjgKlUFOvqgPmXleOm6RLTJF+BqX1iiqMj5volkd6HL/SXR9PHvWaK+b2P5uY4lbsAOFDzsESjf9JxzBv3geW5A4E2/YIX77aJY/vhjp0ELuw88PVmL/HyLNWmlKUyHc8TYt42Di1QUSxp79I2pZlODBlaxWqgAyI7ioNq3ULNpVkXnOOueTo1GQdV9ZDhna4qHQxjRjJd59YhGhXWms5cSRVW+1Yxuo7Nf8vHi2olRGzLZrsrnFiI4Z689xBP0yug2eqA2jX8C3Fo0+uoLvxYuOCJzzIKqhbqCbHaRaElltS3e8e0+goKmAWP5cGLjKtzKGwLpQ70/8VLOzI6nH7JWhVEsNKy6TnNaOV1XvRQFkHEshqdO94DXWJZ5FXSHRmhD4ZivMgHmkOrIrON8q6gK+vK6jWWFU25Ab6rIse3XIh94Vf+imbzNvC26k4GrzdyxX3f54Fttxo89RjqG/un/+7GTDclg1q5OpgEO8Fi5VZsCVTNtIRFq7LmWEqBA8fE988BLs8LLWcawgVWT7asdc78+BQoA9cWWNfuH0i9bU1loCU6cyJ5N0RULPz+la+WXqS/zsSXXKgKvfc9VzszeAEBpsyqbpJBb89V1arMqwLEr7Cq7MxvpX56CSgtauWWvH1dBB0D2YR/KlimltLyqxXqJKW21k7sxqmvgHy0DJ6BMQ5mA7DG7bh1KnX0TAqbZDlTGXeeug1efjDpTqnyN5vTDZ57O9XYHr2q2WDUhn0R1ZwHdhjWtnNIgEuTT5WZWgD80qvq5jRUIakJr+mRd21jkz280q2pgE3ggGORMtrNtwHhGW6D6Iau3o8FA1qjvq1D+ugrTD7SWdTjTlP5/fwsbOVsVaRCZmYZSwo7jfYLhMV6MyieyDB5YzQ4qk7Er356DznNN6MGAsxPZLdSqNLu29cLi4H3a70LN5L0+YycRwMNfnnwlgna4uR0fElC+VdeUdaecLt0Uj5lX+A0BVe0sH88iah9JogBQk/vpke/Il3lgmxecMRpsK+AQ39HNNJaEF+YQRlamHXkJ0KxKuZwbFA+3omRZ+VY7qzu30xbWccAfOr538qBK8zeCx+wDq3bjvp1Y23NnMsD3lFQ2DTgbrt6p72rDJo1j2LPq0byTvwIlALbVtZEFuX5sbTPg07lDzwlS/LaOZaklS83PL3e0fKvnrYalHEoSs2Y1L/9b2Su4xdsukj+/7iW2DvNEzIlEkRhe1RsmyqEyE788eHgrXWjrfQlacN4qs1+2wGo6i5SezsaefHnKupm3dXo/fy8tVY4pc282Xbyb0si/NUtNuAVUbe6LtMQpcOTbYiSe2+Dpt7lXfNidTOmpI08T32TXPexNrnuwdmLUhkyW//FQkhpHcAzQTPnOLdb9+dgTGg128Bx2ndKV+LVmAI2999LTroFAWBPAD6Cq9Zz5CYcagWBFk6Bq9hQ20mQ9E7y4PsBYQlk7dAnaCAAEuGq4/bpRzZQF1jEmyv9tbL1I6UyzKm3mdSOnQ+LPzHdk2qMquCbNF8q6uZ/SbTR54xveC1UhwEWmquVVzQuavd+PTSyAzjcyK30oZwioNrp6lrihiuqtu9fMij1OLP/8cy8EkbsECN96Lrl/HMeyXKfNFW/8QM7qgKtqW9bAjqUNT7jvHjSoPC8gC6ymosOc2UDDtzonu66rSsWGehvd5CB2Y5u+z+3hf9zHjU8vh1QAoC+Wb7VwHh0xlACGb7V7g+yfDdmY3Xv1m74xwCpg3jqMJboRPya29TxNgfkuKs9NZ8CUxk1HKWdmx7IPAVTJVr3lQezG4r/Z7QF9smDFrdQe2yUoaA6qt3rKzUR0sxtnGqlZCp7pSN2FoEWiEWNHM1tMlrOd01MlUXoEgoA3XszJHHuiosD2YMzZqYJjriOLDu0HwXxet5Gs9rZk6XRCWb/fdrFmq94iuH76PCoKRpZr4+z6R0l3mcy6my2gpW/MOhXLr2+RLMEtqF+y9ETv0iOgvt5EsoJXtbRMa16YYtpU3mpzU7t1OBIkQWtSw8ha1QaVnwjIAqsnOohD+sPLSHzf/EUXNtO8p2YqUI4L+HOPla2m7T7yZ8qruoVs/jYDP/TtyVfOXptddyxjDnjY1rc5AFDXyMcSWZPdArOGXWxOJpZSUxrr3BYco6Lgy8xXEMiOvAQAxgBXkVNXBpxaysfblRe+83uu9rH6nFsO5QmnWVPgamBZKUbtjvpI5IGbyMzvBpcx+8A4EvXHt8rGvKU+3vTeKHtiMn9Ys26fPZEoePg149/vjmu+6TRkN+8S36oCh9tYwcNbVA/cReC3eogjCjb/vorNPvBOeu47jqWI+mROTbCUBb295y2SMX5fh/K78qreSXFuZQeN3lcXK9ntRV6XkdkH3ks8ialk6lKlTqOiv3AzL6U3RD7nhgVWCySDUv3hC3yrHTpkKKgaS0g2pj0Y5WbVoZT7Dpm86Mwvi0DGROLv5Qjv6VVqPsuAJ47MAlcWE8DVbgiH96bsS4n473EWqynfR/1MI6rawfP2A7/8NPW0dNmOYwkgkVHgdoYzEwCIZlU2BlisyfRV3JFSdw/DolpHm1mZLAWbuXpiW47I2KXhTna4aaP/MYrCAYwSd2tXJ3alTYYAVRPN5r2PWcG3arhEn0Z2P3jq6Uy1i8hCD/H3ww3q7B0IcgGqhrfLy6jzWo//jcM6JfL7ymTy3gtU1dNEYvpbdOQocfe5Agfwtfi2jeuVSQb7uYnkt1WUBrruLqIWPzBRKp/lOtZ/3vvwqecJz9VzusWT8nsJMnonPoGdYtuywGqBabHYT8eeZh86HfHaZKlaXtViP4nqh7tQM3lvvcgAMU18V74tfD2stnNJe+x6AmUCf7pQqvLOcfhYkbXu6eg1yz2g6j07TsPTC9/qZ9HC1gnrTi/EUkUzIgDWtnqejAOSakrbrKpYMeDFhHNMkxTugwApwPEOrtpV631iMvFT+QVDVEDyTwszgAwFgGmuGMeap2THgQSwo10YyT6Uu2fyojKzkaOcq3bkJUBx4CJoJ9+q5VX9XGNZw39f03jIrFf3HhmlhE1iyUteq1HI6m3lOTTR0v+/riLlkLfjWAJk8gKqbnePsCrzLhoU9AAP25vx/BC90SCtowk+gKtF/PvOv/4f/h1okx0nEkAkLwtf5hNP99FtRe3fKQB0Q20dVE6RE5GYQ+qdW+MCHD4DAFl+raMpMYu94cwcBylJdgu9D++JPZGtapMU8hOEf4Rz1pRU3m9kXMZkPdvNdF7uRFANZ2Y7S5e1VJkmIJYCoNBoyAAnO+oR5abvzayUP6q9mS738zbHT3IlUQAo8zut2hNCq5E1q7qvS37UdJR8ruHvUY703ePoEQh6vYwcpQaw563jqQP0Zp9M5ir7ijYdRwkafwfgsE1Lj/fxTFriyPdNLK/bWBu7PmoouNpK8PBREjl+LntC6H7MeLR1GUXZhbH8ZRnKUoHDR79TO+aJt9BaCvaAm1jWNIF7oF3xPugOXMaArIb/1s7VoSVpMyuM60Qszn/y3/+vyWRqD6mnpoU+sweCb3WsZTztVKgkTiQG/NFGBVbxD+dRs+qiREJqVe4+EnmZBbKY2FKVQ9Fn6wTAz9PE0y57bRxsqNlMU1LpAs630/wfJjoI55HPI/wiiz3A6izjrnuYFNr5YDIPTTOr9ikt9r+N7kMd0c7Z+fyt4HImWPGImcsyXKAE8FpcQviIeTXrVqKZ8jTc0SNqi/aE7P/IVn3wOewRU/PpM03GdyLLDXzFae35g97ScxL5NjaJGnbkJTDxHJm1DCADOFSqI2tYRxOGp1ntRX7fREoF8OhBiobiG49YOB/98SWez7plEg8fLKDErFF/ftvL64ZmVS14pxLyu98liWy2sQKrt26uWPab0B1oAVRzrIEdiQ2pgGFA/Xg4nH/13/1TMpsHMhrZLmBFika677fnQHxtXlBWFe90XdqsCm5VOwokECcS7SB+vj8AxPKBQ3qZ+TIdty8S/2h9YUGFMuFpYigT2jQAVemovGfD2K5Xe7iYOKhS/kW2qmbLP8gpBr6rGeGWbzWvElkGx6RFzazQFWyezBZLAZCfM6SDvyHr8NGDBmhQblBGaMexBAz3mCjfahu6FyexCVJsd/hjksjsnB0dcOBVJaMuuhtd8XmTSaCJcuQpbW56Tz7KLtgxmjv3DSfto7XY0Bwl8rqNWgNwtGkO97HIr8tQ6AX86BWLxAcGwCFr16N1p03zlL0LywKBdhNrf5yE2Af+tgrl5yZrINhGaT3unQyvKpQ1j7aqDxkQQKbSgmQoO/ISwK7oHXO4X3b+5T/8U+J6jizmvoKHD7S5Vs4Z6j0fu0oLAFG2jsf5pXcZ6UE1Mg2rbDS1AFzgAL+PlFf1kQPgB3CV8twWqM0jRZF7NvIgs47sw7bwrWJL9+hy36qJKPkyzBdJP/A/Ptis1JbgEn2ZtTMzs6RIb3YZG2jAZ+yrDUPtigaCdrEqnA5ioxtOqy0ZmvUMoailBCjcXJBZZ8SDgB63ssdxbOhqbEnFyTyZrO/9vn2ZvPPAkamfgRwtMfiWvAYx9jnNrB7ImKABwFi0W7ltVpVXDFapX99iWac84I9Wncz78s8P8PDRb9W+53PG+sjqvfeaZc7h8KpCAbDTA8S936F9c/LxRlA5iryuIl2zHota5OWE7gCs+qa7qR0nEiCJbg61YSobBVa5Jghcmc19JTq240QCKSfk08wTQOiHDzITOKRSotKes9jDxZK9ADNEI69786oWCoCmFwoA+RK0A+NozTzxIjjsDFxtgWUZUDU0PJB2HEsATIwN0b15Vc/NA4sYZRhf5v4jsY3WqklmW0ELmqYAqMKrakfBQTXJmsC1Y89KJh2+GNsiMGhDgqd+MNHMqIUvYnpZPSaTQ4MVIetV/FBwt402TcdwSinfeerasLlIBcWrPI0oIbSWVaQ7ZEcRuHjEspWtUDTVUfDHLllHU4Q4aFalmbwtNHwCymSOtZAFqRXSYqkyjV/v7RBNFeAff+41MeP+z2+F+D95iURel5Gh82mpz8GulBJAY8n31p+2z59opcUsTWR5B1Z57fHEk+nU002jHccSQKleFp7MlI/2sfIBVI0g4rcH1byaOiJJCqq2wUEp4TNdTye+gquO8xj+vDbbs3Jmjj2ZQEdy9wU/k4yJGMIXZbPqCs1KDxom0tyege5QUUCTQTvyEmDd0gaMD9oMZc2qsCm7XBWDqtvIcKS3bfBG8BgHDwIO2yaP0/ehwGvqkSV1b2DV0LBEEdUDbZfSg94vSZSnrq0+B9AQcBUQEd/cPut/0LwBuSQiYzLmvfsDZOgLzZhWO8sDXqQBm1DkT8u9RC3msQC+ADx87Cn9cfZz6clkrZri2/sBrKxXf/y5U3qNtvrkS3K7zd8bz7/eGF7VtsuG88SEToPWuHLqwDpOIysNmGYZq2pmZNfRrdt2XM4JDfVHYM8L35RXPkqxyFIAOGzhQew2jqfiXeFVTSkAHg2Af0B2idJIAB4+TVrI1VtRxLe4nDKDl+nj+Faxb9NVuX1lGLeQd9V7Ihcizm1c+NkkvsyDHIF41W/s4/VZedzsQXQbyldsQdVC1cp8DsGKR20nPtN53o/ABRUXlrsuLylWirHLQcPRzNV7pc1rsCJJZLc31Cx2nEiAxpO7WNerx23UL1mWAQ8XcLPdG5fvgMIgEppZ8edevjHjVf1BUx1rV0daktEj/Okt0sqTtouHwlKTmWnHqQTMntBw0pqai1uPRH5bhvL7OrLr1elSJSZA+vMNLue2W5VZTX2XSqZ76M2t9bL5+yOV+cg7BlZ5DFQAE8BV23E5t7CgVGTVfVn4ouWVD8hcjeHTsryqhRZBpDvcRZK00EHhMgPPka9zXyaBXfCLFns4Ib/M/Ifwre6iWKA4tBvqg5lJe1Ox4AP+tDWWoxtFz5Fvi8AeUs/sFSjr1ozwO65ZSlejf5rfwPThjgA/ZKtqD7gWfxB8q3CEG3L+Nr/pfYWYVaMA/lAGpjzhNxaPcusnos0t8MvthOTvOw/HG/VEZbN95yu+8YRc8am8GVmZs9H9MzOveO27/RRwTMHVOwBkLFH4Y8AfZda421d240Hs/f6yjGTZkcU8Aw9tA8Zi/WKpYl2/ddiC9Yrs7z+9kuXc1kDX42yQAOmP10grlrqyTca2Rp7XuqbTj5vF4yfjc44yVrO/9gNHZmSPwc5vx5EEcEizsSdfnvy7USZo922GAodpN247L7l5CYk0txBUPXxRAI5vT74hEbdz+C4BXXId012Pbu9m3F5CWlKpFACWVzWnjuk+aJtm8rZZXXWx9135urB8q0XzZIKCnuHMvAO4qnaVNqzqyobxnvqNz4FrrOXL1btI0Bv+mCaDt/fL95yLa5/lSCJT31UO9VseVA2omkgYUT1g56Bo3kg62LBHvnZS7/H7JFEuSPY8s0d2a7rHt9Z8BjkI2NatxUNFzo9NLOx17PiQAJbEGvVzm8h3zleG1qSDAAAgAElEQVQd8v0mu84GLc7ps1Im6FHrdmv6PorlP3zfadKKHYcSMH5GeVW7sl4dvL6eJ/zHUYy1XZcKgVVeejRyZU5TkDtEC9supNP3U16/qScvdC+409AN9Ta2GXXn5E2ncg6qcXIX4KDutGvDncCVXwDm696kp79jqeHgDrCqHalvvInTg6o4rehy38YpBSTYhHFrmlWVkdFi4iqf8R2wwzKv06prAFTn49tHmg2vKrQaok3g+N/3AHNbJexPXoYsBROsuLWHa0YiJujFRhrw0HBCduPNm/n+S3dhFYErE36tm1bIKahqKGss/JOfFeixyFSltPLGW4dLKlHy780sakdh35S9t5i6suQ3NX/ZyBGZ+2nTlOZvr8AhvKpvu7gbanMDGZy7JRq62ify64qkFemcfnKKMJmZdhRJAIof39WTV+MCoqLi17ed2lZHHHLjMjhrV4nIZhfJ2yprAdcxDU2gkoAGyeiN3d8fz/RZYJXN82jsyUwb7txN3zrzIJz1l3kg08ntUw/1oKoUAHY7faQgWkPpCB1g99uoOx0AHFHw8IWGO9a2cjYPuAplAryrtxxYkx7EbPPXYzGnbgYuLeXT6pDbYYH/MvM0eGHXrbz1sG5NRxln5m2cD+vVzvKqFrou9TmAqmnp121m4DZek400PPPwhXfpvW8jjY+7Zu5x5FK6bIKDTR40TMWSqazYh6JNFu0EnMxqDKhqeMC7OIgj08zK8kLmZ0+rUVLwuWm/A6i62sfymjYDbvr+XdTF7J11rYoS+esq1n92cgAAOY5WE9hC9OIZ1KzehhPo4jiW7+tI/rqiu6K1qlPJ7/ex/Fx2n3N2pMFke9Y6nd+zwCoXQm48mXjKuWpHXgKUnn57hm/1duCqZtXRqZz0lo6ubbfUHUDVkA6eXampTIXBOvZtAd+qdUqn+oGaY1uGb/VW5ZWJ7ELpBBH/Le2n6N5wFRNH7VKp8uF3sFF8mftaumxH0brlKC2AKetueiSyiyXl02r63t2/H5QjgD9dClYcHrSp1mHNMlQ2t9Cf7s6x4R4zvJBNAqukirG9Yb0CXLXjRALIZm+aVXXRrvgaozuOPI+yjHA7y4cSoGKZZl/YViavayXEPnMTJvK6jTQT3I5jCRBU/20dy3Lf/YMnW0HWLjvyElDKhAYrUcAs3naR/OUt1KocOw4lYJpVva4i5QLv+jDrlqvBdjs+JPApsAqS53muzMgeuyF42NkJoazbd+UPXwCAbgOuAhjuOal23wYbn2aMOtyFCjx3ceCL/vZ5lPLcdPELbvPOmpCTGC7jpxt0M8eUoIwgc0zxeLvfOppIxEEWR8diFUffgF9+nt2+7P02FnDbuzK/45Gna1ej2CqVAym3ql2u8nOIPUGtoRmHHRzvmZnazCorzbXOM5tKCvQ5u489V7Ler00ArJoBvjcZq9auDgwnbfq2D2OlR+jyesVXqe64Bly1lADHDpL9IPKBMgHajSYGQPzPbZqNaQ3rSKQkqH7fxvK6MfRzXddHy7f6ucUgH23I3cBhaLOP5c9ve03MaOJ+Tdh6W+7BuXO5hgdcSbJ6IR/lWw08w9Tb6IGiLbNW/T0uAKvmhp7vyPPTSMAO7TiWAFk/8wnNrCjrbmbBf9+ox4mE+6Rz2Zh305EwVtC5YbHf7fU5MJE59m3ui2dZAXJyZ9l5nvra3KFJh60AB8Dh3Wa6Iw/i8CIi6wj+x+6fNOATXQDM23Urp4CcTdkMmc309Rsiw6sqsuuB3tzKWumO2wfxsN7CtargagMHsVvJ+1H31W7mUCZQbXHF5iSB1JBu5WSqanPFZveXj5JPc89NxPCqGtC5D4PMzPmIrOd00bJTfjSt2Naz7yrIes2A5xpQFf5QG604liQBoldtVhVLD5Lq3j8OKlE/2+9cozw9/C27fSq9jNupa1yJNgH+6zKUN+VVteNQAgQoDK9q/2TjOY5mrjZNKdFVDSoFrOpGOnBlvgg6C2LdcoKQz7cnw7d6zUb61AgNr2r/jLCJuXAoqdzTIiXR7MYuDsOd5mhmHZmZNpv+ZIOXOAo4v0x9LZNrwray8i+I1e04lgB2FCaJlsf1YXD4Algl8/kKfKMPoij8Bkrj4Fu9tozHNIEzoGo/NKf5KV/vE82S74t88MXwrULZYkdeAp6TaHadS1Qn5YKvKicNVsSGssYuVydrFf8zSWS9pbliVcm2+3r2gS/45WYSyNr9sRXfTjPrXEcWfv2QDj6YhjpU5bAPrH+nii/fkctXYSK/r00WeNczVTORs7flWwDm2ffUhQ47MoWVXzPLnUQ2njazqup8zFr12zqU72vbZPt0ArKqk+U66k0Q8PQbAeZHnj1rIZdSwKpeSBR+6stkalJ+7TiWAA7pl5dARkEDABAch1Ei0b5nO8aGlMal5HRnulT2YWBbcELOaSpjjSs3pRzenyY0s7pOOCxulH9pFYYdOQmQxbEhQ75HsoE7CnAVANGOvATIWJ0GZPXWty30ZR+bJnB25CWwo5N7j+q4dZr1kArfatZwp77+9FNnEqEh0dxzJXEScWqUeymoSjamtatjFUkpAMj+MU3g+qV7pmxZ5At8q1f45X7alfmqKU0Ya3Z7J8j1qrrTZwlV/zYsiSPn76tYAFfTvI/qN2r5Lyy4+skEOSZztRr/PrqSyI8NDatC2Vu7OhFwonyqUAD0gVf1nPaYoJf70XS6X8tyJa9WGljVvTQZQItAAntILRTyKHDlDy+BeFcCQJQ3Aap2lYi/kgZWvJjIY7yPJYz6UxjHouTTCG3uyzhIS3MryqXvl1O2vJjQgbBqJPVDMhzC6G5qz6nH2qLRfHFkHXa/S2WRHdDECkqJrOy977ZS5fsMt5Yr05Gxq0pZ4WkmHk0uyHS2Iy8B8FR4VfsqHrLrCFoox7wdRxJQLmPP/KkErCZU4ojsdgZU7RtweK2aOABAe8OR3le7Ut46X+QJdF4PX9dKrV+/RxwL39XgRVnRYFP4Y7qVU7Jsx7EEyDf4yypSeoS+Z8gb8LC87gxFV7AK5IJ8TJVXGeuiWVUsvy1D9cl2fEhAq7kSkbd1JNtd/2VjdAe/XMEx91BhKgGrusVzXXl+vh487KEslatnMfPkWTkzyzikvBRoVmV5VYu1A4kmyqtqQmKVQIAWK5xCfYko3+qXmeE9rKc9Lf7IK14tSVjkE1HOzPey7moSouRrqyWVabrLFe/Tu5/SVZkmeT0+bNDJ/GXuVYzE926mCz+IzRBZ4aYhUXm7wm/FiSO7rnZjuvH04mooN+0r+JMBPpTmTkewQ9qRk4BSAnDQqGBXCYFjuFX7l43ZhIawR15ves6RrmfwRJ7HXgrMNyG5Ht0jMSXdT76j5d1lBn74txRU7bVPLiOMgmt+38TyuusftUaRONjmKLhaU1Z9/VkG/WlW73tG+OcGFsax/Ol1L6sBAIdV5h1QlZM85f/rXc/3gQeCoZIp8Fz1z0MdFYFVIyb4VmdXgId9FTaLNboEsArAWqm8Mo1sRHQ37THAUXfuFVSNYgmpVelr4IeupyNPXmaWb7VIT3DUgKtkSFWBngFVNavOUgAUmp/SI/Tc52izppEnz1DZDHe9P+t+WauwKzZEZQfrHaCqNau8xIDENqFoqXLf1Q17ApgPfJrfldefsnrW5evQAw4acEKqZEocNqCB2ip/fN81p+LMclAlWLEz3JjlsqkqPqNll6MuLyMOqlYXiqaGQouZ734KrmbHBXhVl9iVXbCORemIQI9Atupg2OfSszpUUdayip0eW0EDjp2TEIH1RH59o1lVVu1mpXkozfU20iBgX5orll0e2fOM/ZQ2dIAqUQtYRbiTiad8q5XAw7Kz0vHrcNYvi0CmYzKASn5MQqMqA6raaGqBzJQeAefdb7J5uG0oeX/CtsrqTkkV6/plbJABfmj0NS7ZNAVbAjgEWO0rHl93Xk2zKsP/2PfSL2TEJhHbopmVHXkJkMGRNfq6lLlqeFUpVbZWdSpJlQ28qgOK5LDPAZhnQ12+hLD/VmhyTuGhFZl5NLP6ZFFPg+vwXA/BH1edfdYreFUHxeGXsOcReU6bWfWlmVDVuT93vaHb+OBbPWdd6zCWnwMEOMrIGTD1z0tDjzC01dzyrZ7XEGyJPTNV3WacWlciv69oVhVJOJBAVxl7MtckEoYir8hmgPQIme6MvGpVcOXl2+4rawKrkPE7Mpv5MrIdlwtnGL7VLwtfxiX5aC2v6ucOPtxFEqcNQC4d+tttcpffDmAe8HBeBZi/fNvOX5Ft+gBVX6a+4Ui6ELnIsjH7SsRfd1JZ+AhSwInU82TVIxFhW19mgWbX2XEsAd0MeSYr/DO7wg7ZSFte1WINAk+FV3VIp1TlZqNZU4Du1GvW1Gd7BLKYeI5M9KBR/KVU5MByNCA8vtKUU620ofNk6WyFSrdv6cVm1wN4uAgor2zpaz7otQDbMaep76iMikwLe/rrKhxc1ljZKfnTMtKM1SEm8uqeh7J3m8VSqC4ZZQJrOvUoh2O9C+XPb5avOC84kxz34y3qdbOqS/4F24JvlWompUUY0LpdE1g1IuUQBrhqm1kVqxjZPy8LXzjMn8umR+E4gFle1WIZYosRoOqAoj4cwgAPv859ofGOHScAkJYZAK6eB4BMowJT4m6zfz7klx1E2ETTyGtPE7ghLXgs9p4j354Cs0205nVkXKgCtmWa6BU3s8pA1aFlt5Txw/iaDcGKeJiF3L7nyiSg4t0iQIf6AmwB7EPZMqalLjf1u+97QChZ2OcMyB+XsSmaVWFPlFQanzNEpw1XryMz5cEuI7VhXUOcdOq7cprHgj/+vo6FjFUrtmOdwJpetyK/baJBV0myUhGwoFpwGAQj1XwD/kY5wt8dD6XtjvyHHzutyhnmTuczGcbyukzpfAa+SeZsOYZvFd0ZkAO+ClhFUNpReOaLbwGgnKXhi+ZTmlkFB+n0J5cBqu5iiS36U+ipaFYVpV2VB2SX6oRouPONhjt0aKy2Fvb6atO50pHZyNPM3tPB3yv/Y2iz6k5lo3p00KxqiOs+MpiMXHmZ+faQWuApkM9s4qWdYY89D6X/ZKra5SovOGRCIIcs+aH6a/wJ69aI7DGLAL0rSVZkywFj5pkMqUw+AKvwqu5C1i0LrObW8zjRTNWh8Kqe27yRnzELyHrO6DZ6vc2r9nFQJkBl4zuSHUXxx8t9Ij8huzZhwmr37PHV+Ol1CD9mLNGQSiuK9jupy4UKyS5ZxUrPectPj1osUTSrWoJb2FLAnMA2cDmvM87ZHjuRkp9G4GKilUzD8b/XAatp0H00cmVKaa4lWM+pGlm98GUuOMSfBts5pFKCMaRa3JLGqKICdN6GCjoPySgzEZmGOyZz1VaqfChOlrVClPl54ptu5gd6xd8TSR1YNW4py0JOGefskMEx1viniS8zS7dRqDdspOcTmuh9WBb6EibxoKgjShmViVVoIAfbGvLQjJ80KAivKOu2BTQO1i4n0YzVadY1F1CVyooQapYha07xt2uAdBfLnsV8QAezc5qATS0CR0aaQWb15SByoeIgoAOXMf8OcPhj4NmYRRpCkAde1V+XsVJBWT0yUgIAss2sin0K9gTVD27nxyaWvyzDQWc5F9pVIhJFsfxcRpZ25FBAiQkkUwmnnvmTdeuqlg00pGPPeeEZZ1fN9/1X9YVVg+N0RUzvcTWwqgAY5YMTT2ZT3zrpglmjnJtmVoBkh0pFeXuWjWm3SMcSYJHbb8PBd/DEISnf6tSUVtoCy2M9QT5f54Fm12VjG8USRoOiOLzoPpQiCXqEFHQeOP6jsmDd+roIlG6j+lJ6UeSdv4BDBlnhGZ6xZ+N41c6n8yLJfUBWOphxOQOOWV1ig+vIJKBpk12xirR+5IlosQXNFfcpr+oAFccU3+ZH9l/3+0R2++E11fnMU44BV0eOKa/UhawBv3pQA53tFcre9ZqGWjzrmt+fviPeBtCZ4MXvm0jCoo0OcmvATycqKO51TUSEyWsqS73ce0SRyO/rRF5BV+04kgD6A41NFiA8/Evllo8ILJeT8yXRAsZoa8OG7uc0Qr9jPPLpK5kvTpQz9LdleDEIGCex7FG0ms5JKzdq/taw7NQIPBlWRvP/avhUfqaYjj1cFS7oTuRIfNHl1BT+wRNrTN0lU73495l9ZBc2AqxyMzIzJ1Nfxqz6duQkQFbdH16Cj6zeWGS/Gza3zTk1UV7VjclUreXheqR/SADw8G+eDN2Gta7TyXUUGPs6CxQAIvuHKPxF/90jHSn1Kbp3d2Qd2mjqobwAD7/Cg21TwgvVaBx4MvYdLRdkv9jMkaKUxnbmIvU5EZmH5pUfsbFrm7DQk8AzWQqArGfH1QrVzB7h+teoDv6xVXbJAlc+3jzEWPed6oaJqn9Bpu2mWUedcZYCC5WJyQCytCP5HY+hGkF3iuas7i6R7XadeaQcOLx8Yi5QD6M3dVSHbzwHyZM4tA8JIhu7OvXIyMyAWtcN3l27oV/l8FMZXPsyWV1AmazuJFHffN17Xye7Vv46TuR1l8hfVoY64uajmaXr4zWL0OCKH8EqdE4VCR6/LkNVm6bA5Yqv1+7Lk0Q8Fw71qxxCu7+x7tvhj+9kVnVfscnfNQas8lIAP/N5IJ7lW83NkZbHjVz59hwoP+R+F0tia7/yusxuhY7TRFOv3mw0aSqPuxdu2vdd+cOT4T3sw3if2rob60wMieFFopP5bOQqwKF73U/2u4p/XLmpMQeCeptzffU0U6Nqdsjh3Ff6BHxODDhW/xDcB70r+gY4IacHmZlVvlOj1HFdTTBPyg6X11h27fKXVBfPLUXauADeOmpQz4zs66/jCc/08hopXFEGlH6bARYqWZa4XpohUUVxen5tlvVimgd+spBnf1V7rT/M9qqpOzXXoMMTLd9Y6RM0UzXWvWCQpwlXMMhk7VQdmQyqyuI056L8c82WrflQJmXdzyP2PDacfDgb0CIst5GQzWvHsQTY37xtoI5IZDrOqi2q2kLfpZroOYJmX7raWfHokr/ex/LbKlKaBDsyCZh1jQDX2zqSXRjpmnV1onaPBezDR1u3HL2PconI5K0XtOuqOBoFVrE3DmDzhf95lsKJtOptIM1NOFBi6HXWhmzzXwfByw7UVbBR9ocLyrrHroShiZpeM67lL/s4RNZ5C0cPTAZUqDvyIA+babduGLvua3Tkd0SZ87hqpvt1LMA0yzDzV/33yitSxQAO5HysM1U16ONdPyw/kfHIldEBAFT0RYdPqvrUQzVRub2DMPUU6Mqfm1lLO5leegP0Bq7nzwCyS/fo69+TdaJVSxVHBkVc48Y/cKVrtLHe+nesz8Ufb7KRElmkXMZmv3hsWZkHuXY9+3iD6r7o47fXyLEqpGqeGgSOzMa+Vu1c8+YV1a/VlzMLq11sugZfNyWt/s66L7fdxbLZmUPqbAx4WPdO/f2dUox5roKrepgf/GC/LbLcRLLdW7s6VQfWn+UukdXWyMbzRKlsMvczxD4N50zG2JajDb8GD6ymTScBVddhbDnBT5QmimNZbSPZbLM2Z47Q3+IDPxm8Yz4SACsVWat2zTJVJ/F+WKCqnsv/5T/8U+PbXs1gqRD1yTbedV7ESXluzLar2ubrOkgwTWzRrLVyz+UqKjDIXAXgMM8v99tDyz38RfVfmzupU0z/7bj1TzknmWXs1Xn/00NwBuypfFyRX558XfDt+JAAAMdme6YsLjWcqmePOvZ2OCdtOjDD58P7wJkJwGFHXgIc4F/mvhL022EkQGBgQwPBNilzSyaHg+pmTzdu0ZLup5knowAEyOpPNkXISA+pI09mE5MhZaUjCvyQAVQz7tYSC7jNa8D7uNpE2pAJXYEmikZxVm/y8uZwOsH30KCy6gbnNtP3wLsmCqqu6cZNL68HvknrHu2IymW5Mfz6ehp0EqWJmoz8K5I/Wveljb2QVlH6gGTD1iQCx9/XkbwByKfJWo0JueM3Yn+z3kWygprv4MCIxriua/fNRfObFtGM3DrISscV5gQgiPdOJSywL1/fOLBKBiNlGMN21cfqYSI7prN9EsXi0JBIO71bKZ0aEmAzANDXmffR4a0v1lbjO7LMSLoGY1d25CUQRtF7N24ADjIzh75ZPKcnzzPkU62ioK86p5vGff2s677KJfsuwDFtAqenDfwy4KqvPFJ2HEsAkRAwnYzTzqcDFRDrdxyJvO0A5O16ldvfUKpMuelBgwsDcLhqX3bkJaANPEeeTN4DggPcNyciZDmTOaa8nnakEjBQGPb0cxNro7OjxBNH1K48MjbsyEkATHVGp6+BnkXZ2/zYRNrp3sbWP9QjSzrb7WNZrvE5+Uw58AwwDJuUUOxYaC4ILcAAVysVSBKabNUhCqBRYJUsVbrmXc3n3bMF8L3cM854VR0JRo7MJhZcLQJWcUQvM18WE3fw4DOLFmXK213GZDhUN13sFAjk7CI2RR+HDYD5+dSWDxZJjEMqWavIaKB7abPoiwibRjgg7chLgKw6U2764W8AD8nKXKht8Rvriw4lx9kd+Zis3mEO9n7wP6I/1rLyOkCmKn7nFBtTgGPkyRiQw46cBOBZ/fJOmTA8GWFPr+tQKcTsOJSAqeL6uY618qTI6Thuohz8ZNjZcQCepck+VAeS2Tuk/SAehCPD286AquwDhwuB5a2C1Rufs9yEul6dG0rDaMHVs/IZLLg6QF7VQyVoDFhVvkUaFVSgABjSIqdcpEe76UQmE18mNZum9F127IG+zGhINFwAiC00NgWoapMUChb/JFEOv9OIKV2oKa2cavaYBYCOJZdI4LsauKC5wxAHdsWmkTJ3O/ISYK3aUG6qHdaOD6PQSMynZNfhl4cHcJzXFwN4aAPPyTD5VtkDrghWKK+q1Y1TXSHjcL2Nzq7lJGQupr7lWy0wMrQp8Ay4OqxKL3OmAlTdAapaXPVIOwCAXgFVP9kjcw39CVizkgFnkH221xl5xr4Gs6STAR4m8ts6lE3IPhBY1a5ZmY5QbQKout0birXPhm1mdV46aBSN4gZF9AOvKs2qBny8agRYzQAgQCDrmg4igtm/0uSpIDOKRWw69WUUWKd+6prMZsiVb3NPu1KbRl3DGLqOaWMwuOoMD6QdJ/AgTXWi+GxZHAAQh1QaWtnDSF57KFsmc/Ww2dcQdAzwB3OyvKrFs80mGlAVXtVzI/BFdQeAnmEB1mNJIZ/FbFjVKFkGOMDqpYPYEPzM6TeyN35dHfPU5eWQiE+zppSrd4hy+uyb2f9NA0+eRkMKmNKNO5bt7jwgP0Q94XzgOq6sdpG8bSKJosung1EAn7ENCBbpi3I9+674A4m1Ezz+yzJSKih7ujrELIw0KP+nuWLZMn8yMz/6tgzRI30CrtLU3RkIuGpBVXMmuqZ5VdZ6iU0jf0wbp8sL3FDMLgPIyFQ9d9igc+V0GmhE1Y5DB2/+fTZy5XnmmmjqgATEgrbbW17Vc1MOqLr/BP3B9mgKQtkyumPHsQQI6pDB8QWu5wE1LzCgquV/LLIH1iga6mhm1GfeNm0K8u0pSHVnSJ75kif5aGZF1vxQBsG/n+uwdCPPociF78SuAFXJkr88Epn4NEIb1n7nslw+riBrdazZdf33O4Abb+vLWWNV5NeHa0mIx56+Lw3tSLnKpESrmExAsP+6U3We2QaOB9LM6q/LSJbvwQqrC5muJBLLdm+aK3LGKju0aSf/zybVF4oM2wo0OazHusbcw6uaNg8sqzt9vO4qYBWBEPlRULXMnrGPEvzkmzSCc8Creu5SMjKnEy/tZt5jw6s5/3CtPg+oIZEBOChzt3ZVpDIc4veRyeA4Zy0KDdEUhAwXGqFZTsicKD3Kusee0NBqCIdU7GobAsjbxepUGZQeIYy1PM6kcHy+DmFPk5EjL4tgELpTdenC98DzDN9qn1d0VAU/TFMda1d5LdEGeVtKlcsfUrkLfhm+1T7rTlWbyq6HJ/zLqO8BU8Nx+IMsZ12vrCYc6gs+5/sqlD0lpyWX88SJhcy66Qi+VVMFZ8exBMCc4VvtLd1Gkshyl8jv6/PVbkPWCcBUgoCfJa2ck49WlYKtlrTHocm513yrWrZuQFU7/9dmrFKOa8GfnH/ItkF5XtViV4IzGmlH4aHxR112rWRBs5GmPG5OFkfPKQGUNDyksY7lVS3SDjJ5WfzL0iOwQaRTN7QAdhudlyiUCc8zXzlp+zzwyQA/hv+xz19a79uwJ5pVxXF5K4EHm6CF6WZuD6qnknfdRJ5mvq5ffT3EA3CsdwDy1YDDelrapV+ZoCjrONk/VV0OgYvFxFN+Nov/5Od9BGXCyMinj4N9zk8ADhoy2fEuAVO47cjrJtKARTUuZ/Nbyt3pbTGkSp0qKkT15Mjrl99xkkTIct6FIr++7WVfYZ9TRXZdvVbrjdPKCrNHrud3LLh6XgNYqTiPkrnauzHwZlWn81kzY9UsUJQNZs2qeqgqtXXfZKriqMrnxWt23cSTMc2aaj+5fz807t2Qz5O1CjVAXw+p2gAuNocxAxxaTTjUaORDJLUsqJr9FmCDhjKUgdlRcEj1Hfn6FPSabxXcR4HDmhvGPuuNcjmHsVaeVPM5iR5OoQQILE94gYrE4gEAwbfaQwAIbUFvFODos4HU/DYCgG+r+tyYMNg80QjNLluFMzD1XVkErng96/bOEkXjGAIW1rCOp159zj6RH+tQz571croTCQJXJlQT9BHkqOmvsp9x6qCKEnC1N8Pw8skfX0NTlWPPVkdTmySxrDaxrCvwqp7TDd3qwLlqNwU5ESEa5Vvtkd9xEkciuIptbP19vmsBq5r1GxU3ZOqNI67xIZleaXTsE17Vc7emNHc8pnww2y70aGGrIc/TLRWlcXBCBj3NANJS5R3goV2RitRFQdWo3iGezMyXeSD8045jCThwZgae/OFpJD07o+qHAsRDqxHaJnA51cfT7PaxllTWHb4v8odn+FYtAmgE0qQAACAASURBVFQkQygToPrpU3lllgG+2tpgRdGc43PIVIXS55pBQxmCyda08lJkJV+MPJn5UNlcI+X2/JbgMQHA15XJcu7JZzUmYPbGvy1DSa7JOHSMTdLICh5+O/ISABwbeaL7ZcSVdNzAOFv9vo7kVbOc7YxnEiDRgODCfh/Jz2Uo9U5Xp+cJk5lpt9vFeoZPH7k9oYjCN+yhBLU2dSiBWsAqJe5KbExuvR3vEsj8dZyRPtdw4H7Kt0p3WDvyDpso89e54czsU7RZQdW94dWyC//xvGNGcWyaVX3Gq/qZvbAvJOsZTsg+ARzN+Ag67Doym9DMCs7MZu7ahrtYXtXPZwHAGfDnOp9DUxBPXgbWCK28fidKtaHVKD2xLdapNYC8DQLm1IDDKlm824q8qkX6hLpMoYnS7LryGjeUK8n8AVyd+P04qFIF+LoOxTBrJEI2kB1IItHD+0+6le+baJJMtYUoB/bINrMqVDGOoGPPZNd1WQ3Z26z2sfy6hADSWtOhBJR6Lkrk53JfuRLw0/OWOFppYbcHxVIyzax6sGaFjql0s3Z1NNEVgVUOYCkFQNo4xi77x4YDAHRNSrQCQL4r02m/MlyaWs7YDJHB8QK42pN4vuVV/Vw7OKgq7ch16I8eTMlSoDSXLE2bD3Isd2wLYBWAtQ9+XbMx02ZVV6pOU+6rVfdhQw2wSqD0Olswm4HnqS+zqSuuY4OCR4eXBEoAR+ZTX9f2rtuW4VWN0pLKVqn0w1/GVJ2YksqmfA6HsBnNrPyua85tpocKJsBVQKDr/Nht3q/sXTmgvm1CrSDo8neU/d4q10VJImTHL7eAY83MM/tuMjJpcIp/tuNYAkgEcIygRWcXLfxxlMivy70GAR2xe5PDWQav+LnOfE6zFsB5y2aunpcpXS2CLpeiRI7EVydlNKtzbblbNWDVSWS/q0oY3pZPvd17ZDygoPYmW/W6RVrB1cCV2dTTzbnNsDueOxZ7bbgzIm21Ls/S7fSh6p3ZUBOFt+n0eclRGgc4di2omt2ZQyoAB3yr9fi5qs5ud67Xg4bryh9e+sG3appV0QTOhlNPtRBwjJLTKGpOPx03UaoWGoP0qZqgKQnRNAXf02U6Eixps4/1jzWrvGYAipGtWpUH/JKOoTMElKm6sCMvAcCfJwCyTnIZm+AWwCG6Y8exBNgDkh3/ur62sqJYsmpbY+/aY1svp005IRVcJWu1e76Hs9VfVpGsbRO4I/00zaqgq4llRbDiRimHqAznLLsDP+N7XEe62FaZvKRoJ3YPWDSt5Jn8y3/4p9I6r924I7v+nMrS5PskEr13xr1+AaLZxXjsyphmTVcCtX1b8TMA6G+eOKR2nxKADXWTAEef5nsfRo1zY2KdNGsie8yOAwk4LJSJlp1+exp1FgDiG8hNAPxpGuDog75oA5BdLGGDoCpyQeoj33AZU2JpR36nwHrOIb6Lzay0y31IEDAWMsiMlV2/1+mLnnCIh1eVQGCTgQX8GfejZBlw1bJE5TWGAzzNrJ4I6uiGvDt6yfxudiYb85pqt77Y0el30CDv55r16jb+BlUBXIXOxo78mqW+x0uz67pjVrr3+7GJ5ccmsuvUybTGSaxr+esKvuK0/PhGyk+wq0If7xu9RXtvC99qp3bLllf1U2VywUjLAqtEVDMi/g751rtYk/L/3IBngg30bAZ42Cmzu4vMDWWCI78ArnZoE30oHM3G3GNXt4oX3mUqbvaQKOVVbTozinMXugMAxKJv/Vl+M72Y+PI8pyN196RDhqrJAMcz2/EuAaYScCzlxoTW5xZjMnLlae6l2XW3ecYt3vv29wRwcwX5TABXOyYamr+tFJC3VnWsK6bahMwf1vMMCG1an1AXmu0ArnZ0y9O0SI7uRzLvNPBkDt1GZwRkmlUtNwTXrV2d2tU+EnnbxNp/4JYDaihsiyaeduQloFzPQXea6OGD37axNqyiiLQ7/uD22ods6Ffxto5Mr5wbD3SHQLJtZlUgaK1INkGLTrDTAapGIvEVzW5vrG4Pvb2DOUVxOWAVYAOOQ3tKPV32zf9OruRVPacJ7A0BNuZwQirNTcdOYrdWcSeR+diTL7Nu8dGysDHIGNvuLPhTpCbaHTek3PR2G2oFgGa+pdoomAB8zwt0GxO/cx2p0RtoAG6oOrf2bDe7v/KqAjqrcG6znnBIhad3Mc1Kc2/znJsJ6WY3NjKHVgsqEm1mdbNnNXtjDkVk1GlzxWZv3fm7IZGNgj+mueItB4cwKgqmpJDZmciJ2ncdzVo1fKuMNltYImGYyFKznG+sOLdUyobvTbxPS00TZANf8T3WctPAE7/set3nwW54SrTml7Movoc0nxvFZBt7bQKAgKoA83ZkEjBrt3I5w6v6XmF7ewmBXRhw1fq5ImnTII4EsTavVvreCqqSgWzn8XQeFRhnHafC6FLGKvIjqkH2Twem/fYeIn2CqlWa3w4BtFrEDVabrJkVmautN7q7Sd88SEsRHUeB1cW4Wx2X40g0+8f6p2Kl2e6jmy/C2BOch5TmdibB5Y42RkOHr++cmXd88BWPAlA1gPwVN+npTwF9NrtI4vjWK4npuAywOqcRmhrXrZ/ZpUkzTVOmEy/tSN3ud2edXW0T2UXWropmapc2q7pD8o8+HsxwNvZl5Ldbbx71djSz+jJuf1CHw+nrOlJA3mLkx9rC8k3GITRZgDHODc5WRfrpuoksJvCL2SrBIvlgW2P8Tos3zAQpAFXh5bX7jo9Z1Mpa+Io3kayhHbmzgwZYZRd46+DjnT+rscdhW60OtccpqGonMD/nsGkQxCHJsgywSnTDlqgU2w4CVFD15ot+IrOpr2UqLV7PGnMwVW+ETH558mTid0M+Wqq8w66qfmm/r9comONoIIdSlVtDMYaKzZHnmZdmAPVbvnW+jvK4l7mvZXJtH2S4mOyWe28Z2y4Zc27faFMdDhv3mUvoNgBXyQy3pXh5HUE+86nhW721r6uroVo5QHPF3e2zMeu+4yN/R4D0db03e+Q7bs7IHnueUm1hfd3p/DMN8NYBrrbW72g2ZqR8xbZp6Qmo6hAANPQITfOAX/YViVLYEPQyo62e+fKX3OqKse9oYLCNkuFs9dsqkleawCk39X32OreSdZP31SZwu0h5wB+VOZpxy9sten5mlevZaSm4SiJmSHP2JjWyP/dSUFWpfIxX/DRjlSxVSlXsKJZAfLcMDpOZCSWAD3+UnZAjCRCJA/j5Njcdl9ssHxa0jFfVTuPJhjpJlHAeUPV2hcoFAIfnymLWjeyxR+gMGb2Aq+3tZg6Y6miGgm1WVawh+Jz7l5sm2sQK3QFEtIfU47mBMkEbEilA9gjLvvxMeFXftmQ5X752aFdwOISnztBk3RdY1Uom19HsujviuZ2ZYuxpDt9qGzkzCVakvKrYV0tN/2FzvY8T+bnCru7/CqYKztBtmAaMdnYOZwFwDsqEie8Y/v0WiYd3+74xoKo22baOMZ06QwHAHnC1CfV89ahhKAHei30f9Rqtfa6u644jrUJ5UlCVxooWEC8AxJVX9ZiZ6SywqqBqROr4vfJbWqvruRfTfrg0RrmzfwLYgBKgiw1lbjm7GQg3G7vyPM2aptzyifXubUjDzQJnHVRehvgcU256/2AOwPxi2mbwsJ7ONfErPaROPHmGj7aFCFDWrRzdsSMvAdbxLbQjDzgFAR6SsUojNA5k9rBzdExVeSAfOGnbNtAYGseQjXl/j9w2aRy/j2b/bA2v6gOWK30ZBYAA5sc2K6tIW/A3LxnfaotAFipyoADQJnDWsN6njsI/zlU/VoZz9lbNFUt5FnjCR54mstiRlwB0JGO/Xc2soI74ocChekc7bQewKr5muQ61AfmjV/OsmVXKpGjn6UQC2JbvtAhaTZtVPWqf02YFMc2q8nT3hcAqm0Y20zZLoXhKaVb1GNkkEoxcmY4tuFo4M44osPo0aWfHZQNwmGCFHccSIJOXSCrg6iOGdj0dm4Y7DuDhY17jEZ9+8ZlsxHyyehVcBQBqz6ZV+cItr+rZOWSdovzrkYdUMhQAD8lctcBqwSHVFQVWg6Adm+nM9aE3dOO2rjA/Z7t9nJZUXnSfN70AT4xfHmlGuB2nEqApyNeJLzS1evhQQ4rl+5KmOvegEHv4F1d6ATwNgZz19vF75MSJxXVcbY7L+tWmPU8lod7wYhJ9xp7pav6IoG32aQ5VgLHIX5aRbG2FbW7G4yTWygoTBGzHak7Qi2NES17nhlZS79asW2SuPnwAqkYEvB7+Jq17AWVhIjiqsjmeq0JgNQwzgKMFE9sScb67ozjrqEy0+d7yodxMtJvwmAW/C13k7jh/zBHZvDSzmrcsi4N9NFljgEAWXDhWCm2QFxte1UduYdlAU/Y+n9iuIEVmOwrgow1kOmpPFge8qhu63D8IkL+je6v8KEQCMEaGFJmjkjxu3jxX5GnmyczaVuE8qnzm7QiYso5S3k4GkB15CZB08HMVtuZQyPnrZYru2NnKSSBxZMy6NfKEw+pjB8BhpFzX+OZHv81jZZF/+iaM5efqUUkrJ3tSPTUnEriuBgVdg67akUpAG7TAZew5MsLxPFCZeZc/v4Wy2dt8iCIFXW5CDa63bY9sKphsM6uiOcOcWK/gXH3YADPEpuw2MDcFOivvvKqfAqumoFqbVbHqtyOw8TCdOn2wiiNJKQAeLBvW+PHEk3FHmjXdexLJ3iBzdRI8vvTU0EaI7EIOqw9WnHtPRInnAarSUAfwpw3SIQpP2Tub6YfuFkvI7t6X6Ebad+Tr00gbPDx6kOVMhoKWVNpxJAFDjxCnPufxc8WGwvcd+bKAJxwOKXtQ/Ziw9BDvw/VssnofNWNZBvgSXlVrVjmb4hBP84/78xV/7uDwx2SutiExs42ueB64yreqmVIPGmSMvbYIkH+QGHKPTRzTyPX3ZZQ2Sn7cHOVlYnjCoYqyCRF56WBOY88VZUy487SRqcoS9duaICDr1Z1foC0GdOY9kA6VFW/rsJW9B9jlZO7YbjUKbEtEKy28exuWYl1psypAVTs5eWAVUPUT2RxkrJrSf+XTsoJ8F+ShKKAAaAd6n4innSttU5Bza9tk5GgWR5AmHz7qqIr+mGZV1q6K5uq9WVWLnE7gu1ryTvm7HccS0LLuwJWvT8FDD6nvwKHlf8wfVAmmhgZ0NqVfLTlwKDAv8vWJ7Lr2cYo+1tYppnRkPHaUkuQRABCaQlbLakf1gN0EnuoDprTeRtqxvG0DO6eSYDqy4GrR3GBPi5EnU5qbqju8p080wb+fAIc2WpGbHkTyfRXKbt82qzIIA4AqwKrSbTwQmG+jdHgnYuzIhgw7xHO3lSMRWe4j+W1F09K2Sudx70Wyys/VvtUc6dgWvpn1625687gpqfxkAqXwrd79JGp5Vc/OlRb/acNSDQ0UXvcOrGo5bvg4Iv7KGnenH2TGrs2qWsO2bN4KAGgyAQBicu+5UbyT8Gs+BungkDhoQAugzSsftCECUCW75TGcvDUFeKefZbyq2WGjLRrMe5hu5oHdR5/oAtsf6DYWE1/B50fYFW6YzsFkZLYIj7+T1Vx+DJ2myVSI47ZY1Mc7Q0kwHWNbI2tbBVPpOLHMp4H6n3vPHlgqoOGWTaMdRxJQnxPGstzAV9w+4WSlufOxr6Xv99ad9kkk/0a+6yolwEhjOveTEMEKMlXbluXchjnDlqAcwa7uOSdVv90ElJ20mdX9dKfqez7merMnJHNVM+bvJB7ow/74k2zMOz3wMcKt/dQfb/uHNQOu8tKsVugPtF525CWATQV3bGZFQ6YICgA7HbnJUIYY8Byl8jm/z3oHVg2vqlXrUwlkFADKT9I2RSNSGJiOwo8AONquLThrOua+zDik3nfxBYDCnmhWZaOpeU3hIAinalszOFjMxnQzn/kmS6Fttv9g48O2yFp9BN+qAoehzVIoUgHWKQ7whh7hvj6vikp+WXgyGXMQu3ssvsprPuBac0idz3wNmN5rBtEWSpXXD+xy/wBhl34kAdLVOhR8T5v3WmT/wC9vm1kVTy18kIuRK6M7cWYSPF5vIoFa437WXFqtH3ohFAD0Hfi+Ms0V2y2ftEqQjHDXZNi12Q88YmKhAxj7UCbc9ulQALC9+XUZ6nol98/nu+0HXnl3zp7Q1ay27eEBv/RJ6Axrl2JQN9afS+/Str9XvlXXEf8egrG8qp9OvxuW45xVYDUC4KDzl9XpI6Fm8ojhf2wpsML+cBR4Mp3Y0soii/A9kZeZrwDQPf01G68NoGpqV21z1o9+HwOqtteukA8b6KeprwDrPXXn0XNT5vlshAB+foFv9Y4dqYlvbfbtBeTLyO5W1xjakTbxqp7/Ulg2vizIzHw8D/at5qPOfTkU4Wuwqbk2JLq950FvAA45pLY10FVHlk39hiAFFABd4UhXnvCRm1YyNSWFftwHa5r4noKrt25mpXvAfSzLdTuznB85o+pztAlclNKOtBtWzSLrVAlqMPnW6OEjJ6fms7EtfM/4xvtB6Ph+bEL5fZM1u739GllTJHf+mSmnZw9omiu2FLQokIomOmNT5LB057XvNr9qW64rt0Z5kr1ITPGAHTkJOGA5NB8vgQY4/9F/+78kXdkw3nOujW0nKshW8dQVCAG+1TFZClo+aBeZUxFxSP228LWD5b0GmapsHO0ikZc4gCrAahdkg219mZM9ZjPrTmcSawJ0/vY0uktHavywNqtSWpZ7WXJ3npM1qyL7p/0jkSBwU9uy4Gp+vhK1rRl8qzcEVzEjwNS15VUtNBkywJUeYdeO5orl7DrRxqYz7WZe7hdDuorMqJlPM6vbNiTSxjGbrCHTkCR8+VtZw1/XkWxbyat6/v3BfjhPTAyfhB0nEjDNrJybBXXY98EB/tdVaJtVncgeWFXtahmmFUvd2yR7rmv5Vs94FQ24uzR+vc3+PglF4tC6tCIJQI8AFkjkogzG5vzd3/+j9mOy+69jceKSko6AP7y554nMZ8FdMly6ZnpZN/NfaJpy40gz4A9Zqtu94eGw48SuElPGTYlcVwZR+K9PI9txuXDCEnmeBfKkXMa3WfCzxwKqdgWQv7duk1VnuJy7VXcyHTtKt+HZwMWRyiRJbHjCp75MAqh+bqNRqMt6Z7rcd8cj30YW+bsmstkCOncz43ACMG+rLQqVhW7LgKuzoGmAzPjfMExkuQ2Vr9jpRKDrXjYlyqW42sSy2nbR5yQCew0+2VTq3Mgx3286Gn8S69bEd5oPCCainKF/fouUY78MwNH4x7X4hiSskB2/2Xc35RBrcj1XYssJUKhpjiQycj1Rrs+mXI+CXSLRrsXK/cBXUzHvqgnc+du//8fEgqoFW+okkbhLnXGdRLPqFjPbcKcw4uAkMh97miHVlD8qeg58qpstwOEDPUGLH73bR50iKc+mkcyxp6nlMi4CHyjh+bYItCnRrXjHiMQDrBrg0I5DCRCkUC7n9+aKt/RwzcqeZlaLqadl77cG5pt989veLSvjI2A6m/g3a2ZFpirgjzWr0/mkAZyhAIioPMlKFW877Y3e3TTw9LTpjh15CZD98zRquJKJcwNZddvoHZC3ANCH7LGk9S6Rt02Xe3okChrS28KuWcWeheLApvn3CR7/tgplCcihVePWr2XSVy7nbSTLTfdTDjlDaFsLu9UvOm6lfKsNNuRmzdrBG213CYXYEbyqUSxOhX4QmrFqxXm48IPeJ5JouWk1lPrRctTMTPhWAYAe/TItez4z6TqJfJ0DADWfTp/pCmWDYXcDhjebNeRDF0/TVKd7A3tazHwtzWXh7xJ/0T2krVm9i0DGWl7Z7BM1q0673HdTd5qVxvHdkAhlygR0urkxMk1BCFrYZlZF++jE8K1OvEbpSCyv6udWCZhKAxDofLo8NDNz7EpwRxqkrsiLZYpmVs9jz3DXNbBwsS9Yb2Ol1rDr1elaZYKjy003eMAv6bFWCY69RvTm0rO69veGb1Vk4rnSRMI2dDU/1rH83HK4aniD2TXhnrwvoKqhHQnTBuTdXrP4vIz+qJt72tsrlO84wp+rB9XtUABYzKJQlPCqCtyqFZsVWmD1RJyaFU1THcOL3bmBrQGswreqe0W7CB3NIRWnvzwFAkVSk9l1GN5uL1pSaUdeAl3iVT03fzSSoeydhjt25A9N08CTFxoSNdi8QBuAvHe5t1I/lYDSI4Sgql3VSRO8RGegk4BX1B6c8nqOzyFDqqlmVqgMWXVkgttxLAHNOFyHvVnLAVUXml1nZ/pUAshkDLg6aqIaJZEtzao2kQbXrbg/pK38jxGZqsioJz7HSTRgMRv7lkal0LUkMvFpomdswbRlrD4A1163kfzArmJ7pj2UIHZFj5zlOlSarD4NwFULrBbPaCN8q4CqgIZkZPZJcRr6FnhVRXlVq/stC6yeTALcHmSrdndblChgOF/42kWuuko0pJUtvQ0L0SRw5evcE7I5mgBX0ZYwpMGFdVBF065Nh/aR4Ke6ro90hQUACiwnZG6qmVvAHzgzyWBtYsDHu7NN4ApFSRYHXadNELAZeTcxZ3XvMRk58mwbxRWKD8oEgqVQJlw70xxW3uhy3/FszLp69tnvsoxDALI+HepGvisLpWq5hdS6fU949+eBJ7M0GaHu14RRLG/rSANd5gRhhZ3JErv6uYlls+tP48nEibWRDOcJGjH2YQ2uq/vnfgcn5DRwDWVCTXOgWdV3Gp2l65W1qw9p43Mo/2e96uMgkKzJbhb5y00vQUF2g3XpSN5BVSvbvOnANsK5s2YgxwKrqUiN8Sam81cPhk/5ILx1Nk2hcDbJ4HiaugquXjMAauHZ3m7hOLzmTv38LTbFQUP5H3sw+Ap46+CFbCp7rAdief8E9s8Aq08AQNeZlmYn0DjGjrwElB5hS1OdK4XcGuESEBSZjD15UR5s/rdlfz+cHtdNtBs1MlKOuRoulZ9kvKo9ccmNajAllVAA9C2Rl8MXANB01Bd/0ei0a1PTl3F9vlUFDlehZo9Zu/qYm6w91XJLs6qMV7VfOsg3cp6wDRiLbZIYO5mrdZZzgn/wqq72tlnVoXTROfwMa5XuA3uac0jiE0f0vq3HTa1e2Jbv1Eigi0XivQWsC+dBQVURzQSrOQYNrB6dSyDwxXprHFZqyv7GP0tkNPJkagnWC+XMIf5l5ilHUl1sFVVBZ6AA6Cp36C2V0PCqUgJ2hYe65QvWvDe6A9eqaV7ATfp1UKgplvefka0KuGr4x+rdDbta22ZVxet+IpqpGvUMc+ZwoJyQExO4aKKaoJ72tfVXho9W+VY5qFZ8zYxXdbXrH3BYURSFl8OrSsYhmeB9HKxVAECWbzU/u8oJ6TryZRJInWILyv8JAnaVQuxW+o5Ph67mbR0b2hE1raqe61Zv18x9s3VrqmeJ+pmZzbxNO++Czxl5pilR2YEf/n0dCxmr8Ij2TW/KyqHoOm0CR4M8miv2dL3KvjuzKRuwKtaYynyrgKqU//frWH6NOb3/Vt0T9AjRdYEcC6wiSDJV04ZVfXLemgE08dKGMhVWtEZUtN03YZmG++fLjK65ppt5VQnh6OkcrFkK7f7cu78d9kSWKrw/SvxcWbp3f+VKDyQTHICDxiB98hmVhFB4senYOvY9eZn5KWdm+buqH6Yhk+VVPSddzQDH72jKYtK/rE788tPMFw6qdhxLgDWdpimLqV8pYz4LAr5tIltZUaBU+J3lOk7Xq75qXaKZmQS96gaT+yqZ7LvIrHsZVam2SLR5oPKqxv3b51w738jkxyqScAA8fjQZnIzMWcKOk3VLG8U5JqhTUjzfV5G8po05rTyPJUBlBRQAfeNVLZ5nk7WK3lhwNS8hDQo6jq7tF4dtVvWpiD54VbmshDzP3G3gwKqBw0DuDa9q/4brmmZWge9doSb9k0v2RePAkedpCj6X/MyMNoLNIgBHPzWnpDDOXEazKjJVe2pWOuc03JlPfG1mZVxwfUd8nbTb92skQZf3r4ugGgCUiHI/buEBsCMnATLjDf9jv3WNQ+pXeMJ9RNA/8Li+ahvKBDJWFzPW9HIhK/zw0vKqFoqdw9qG7J/dMHwOAMdiAnhody5FCrEY+TL3y/Hvs8/5uaRZlZXlsSzZFzsCOAYIZACRfq9ZBDrhwSaoXAbjqL8GdPOXyGTsO5/Tr2liaiKrncjv673stSqn53pTYToz6rnX1V7oPzCUobhqGg204Gp+1pVv1XHFvZTYHaXZqna5ygsRmZCpGl/vbwYPrAKo9jslOtFDGLxsNN6x43T7JzIfO5pdV5ZvVe1PAQ7Dr2rHiUzTTNW+l6jw1WykNQPItc0qTu0ATq3ZyFOArGwWRwaq2s1T3qvAqAGoqpQ1PT9sZIewr89Bad0Zih9WyMKhG7Ur47GrDVQ+G9qQaR/Lpi/duBueaDLAX1c949X4REboAzQtplKnYWH24HbY1svIk7H3uXxYo34u97LDMfc80FV1WvFRy00sy52hWBtC4Jlvpmx5OnL1zGVHXgIkrNJI73zv10RL2//0GmnTUjOsk8okmSSxvNLIS4MVw0LHPvhW+7//reM7AFcD+FbPiSd2JKa61mIWOfGqhwkTkQZAVfVYf/f3/zgs6yRD9cNL9YxX9bw50rUSWgAa7thl6kNO6AKg2HzsauYqG6NL8mEfTRQ+HM5ZrLSfR55hZDI4hrD8KQAUeAqu2kNqwUaa7KipJ89TTT38dGiXe8urWigjsNSh+Rw2irOpCVwonUid7heXlK7Df0/GIZQABHfODfbQAIfw1A3sHFZqZlmnVmtTxj2kwR4n41u161Z+5gPXkeeRL/yzaEOIP1qR5byJbcVSgeFA5fN9FUrS0EG1S7YJaDgeeQLXvB15CYA5k7nKqpWcOB8SnX5dRmYfOCyX/KmqmP2PaValHOkDFY5SIbmO9KxtRyNuAm8DfhEULehghjSrsqBqoaydrOlkchn/KTNZwwVWU07VoRw2UEM3DwAAFBFJREFUsLXRiMxVy69VZBhsghYTVxbjz8t40BcyVUPLq1roXyj/D+NhHeLhWyVLAZDDjoKNtEdZd6D8Y2cBIIDDEI5Du5s+lZFyOYfwFfepuWI5SyHo9TKHqxeeLZsFdCg10zRFZDELtKnV6THeBLkoq4x73+CinDYdX0UgZ72J1LaGODigLsauBYDOTD58q4vAy1UyAXKQMUajs6GcH8raBz4J0OP3lB6hmWNq2ae347rESZRLlIxw9oY24/J4XkyjOAOuZtkIShcviXzfxPJjg11ZUPp4rY9kvxd5XYeDXsvVmkh+cpy0oVk7bL4tb4F84FqFczWL+PHfIguqnp0il2ZVFJ2Y9iCNjEECq0gu1qY6jciwMzfhkEokFVoAO/ISCHxRSoDpmQwg1AVOVUDVgQYMP1Ub+MYAf4ZWooJQOKQ+kT02Kst6OBwLJLPO91z5m+eRAkA54BC7CpNBcUZVmX1tVpX6nCEeVF03kW/PgYzoamXHgQRMVcA4cGWWVqMcigfgEFDVBivySkOX6c02ls2OspOmttPdU04AIGgBzpfmdu+bmnpjtGIWuDIP0m7veuNEK5V+LPcKcAzRH38m30gS+bnCrmLD4dvD5oqX9AtgFd2Beo2A+5D9yzlZIR9tZgW4asxK6Wp+XYbaXNHa1bHk4iSW72+h9q0Y+sjAVdvMqkATsB0oAVyTEa6+J4S68LBUe+ga9PH9ukSFiaFPaHAfOChgNcNREzLqBsBTV2Q+ABtQArDoD/c4UexYzCFV5Je5n2YAGQllQCHOSXlVBwbIX3LDmXzoUDkEXtVz8sC2qjZruiTbvvw9i/105Mm3JzgzP74K3QH44Y+1q/xsU6JMMGfYXM6JjEeuZq56XnbosqtXpi2xxAqOTbXawlGwVRsy7WPDxdYXJ9LQd2gG+D6SlS3jVomSWQcAlPYGaUjK/bgNMiFrdZYGdaIklqVyHFqrOp1h7Gq5I5M3tA0HNbPONDglmcWOvAQM36qjQR2CFf/8GsqA+jGVUglCp2AV8KqyZlmvY8SmZe8uWaulxDi4izRw4bpCl3uyVa3iFKuAwzreMKiq+jkkjlWVX2LI1IesaL7vyGxKwx0bFzw0N+VbdThoOPJtAWVCCqyKATa2O1PmZMexBAw4ZprqDHqdS4n5v8zLN2salC45JiP8aWoAIIYCh6FpWGDHsQSGyKtarANGN+ZTT/l6PUov7HiXQNY0ZT7xDN+qY5qcAaxas8oryj5MlKvO+pz0kErQCw7+mzazKhsIad86QPbPPHD1oKq8qlu7CTy1KmYNsPnnKrI+50A4LFXY1ZCaWWXn7ItLNHyZcEK6jvy+juRtF71nqmb7w7Jeo0gfLz6/6AK4KAEz4TStkXp0rfc6fqbCqrLdxbLchMM+WxXMFUcIldeBO75K/glN4a+suKz7Ao6jtlB7ZHXs2fPTXjH+3qlemY0cSD6s+zK1f2iCURnuUvfxpX6Xlv1/9NS5QvZFujkoYNWCqqoCKG8Grr47p1LaOIyL2AzR2OF5Yg7wLLEsbmSsXuEzeis8QFV4Va1wjG2ROYb+ZJvD3k585Q9LNJjzdTGS6YjMOkfBHwtw5AVpeFVpkMdGT712ZWn37QdQrALKU/Z+l81XxwRI5g+ywQlRVmntKj+BEZyz20gAV+1IJZAkSmUDB/bkgPewCfnUBfbrEurgK6uHd02Wd/hJuhyUCSOHfSCAfL5UGWqJa8c1+wXz3VeMhCCnQkqV78PKBEcdcrENXQ/ngNO7AeioyEE+p3Okel7cH630ZGYVCqV/cOZCdBhgKT301Lyd+b2SIVxUSINuxJFos6p3TMicUt+fX9kurrIFKqe4QVpTXVEK726gznYt43hMQbFMktyTqhQ7TiTAHnlNI693qt7LKveZEMGHjPLWG1eRdBo/IDWaJx177A9qjTiMBf5Q3/Uqnx6aWM/qCfF+v8KvUEUJ3mMCGnWMtvh9B5GxirEgMsOrWi8Sdb/pvs+TsmZW04nfoDrd593v8RQOGl8XnkabdztTqtzA3vker363Z2BL/NkNlFf1nKCxLTqZU76cueoqa3WdSHnxu7BTq5Hdl7aOrPLOp8//7BuoqvzD81hCNvJkORc8iP/U3DJXzySu+f56T/z4Fbyq+9Ds7+3IJJAoRQu2Bd9qsX44EtfkTVBwJY7N4bKy3M32Vuer8m/NTxzHTXmxqs84fhgQCy5jblIV0OL3fDu/q+N/FJBpYG9V59kf2mFoe87dQzN7XVN6WmOKqk9Kx34B2LzbZbvlD4DENCTqb+D0XRc+UQo+PwrhCn/0qnQbpbrGHrA5Al1T39WGRPQdcgbIrVo0MwBi8M2+aUOmgiuaUqdrJjB9rQZuUVk52Wqut5EiYx48P3YUSsDTvriPmKF2Tgi2FO5i2aE7duQkkEQi+02o3KHjwBevzjlwAHI1AWUSNWqckz+RzyCAVT3yaEQVQnUTFbADjhKR6ZSmIMfyuPYwXz3m/TEbWQS39vxcsfYcHajJ6nUd+Tb3lOPwEhyfHUNqv7cCSY/VS75BaTLKDsfQalT4Rdk7d/o65KGdGTX7p/p2SPmD0s6XdQRhAu71Z4VfRvDl1r9F+vziG2BL48CULZ+vfqELfJ2vN+BW3c/PbOA9c6PGK1wT7dW5F0fmE1cX/Ef7hBqff7OfZJ5mtTWZvJ9bVh3lMU94hMzNCsOo996Z0Pd7wEORAN3Rpstl73cAJpf+zcFUpxk+1/gd/fo6z05fI3v22XsAPLPnmXga9LLjQwI05FxuonwDQdTiyoy6rstZ+Yo3BLoSw5kZfHQz7/q3Nfb+aluOVuqw93mED23sWxq6EWsJlCyAqlrRZceRBLArKgEJIrNK+b4vTt1NX89lq1l1umRdsSnvkYyifSLbtaVHKJzSWGS/jSRJD3CcJcf+B7Vhj9SgkU8hGYHzqHE9ZffLnz/a+Rf/zf/8bqkUgihQ8iDb5XABsn7V9+WSTVJIzO6jCzTBRJpB7Q8HwEAlgO3wfPV+yKmu85qMXekwePKMK/QW3TvVfaVMcFwhwy5rCvLZV119qNSyoLpbUmO3V4hAP61S+agj8jT3LwBk1fWg679QYDJOZBOSId/1r2n+/bHzfWS6mU+04U7zz+j6HSk9JTMTvmcE5NhgoBapkv1jqweKtZsyd0qVcTkAh+O0mVXXbaGp98/WZxp3wtXb1+zDqvJi32MaMl3Bq1b1oR25PgN/qFpiX6wZLoFrmujZhetoFhUccx15GttDPIJhnQJUxa7SttMd0frbv6ZSHe1pzEnGoWY7qT0FgaZm2lEgAQOuDv1A4UjMPmcd1sYoeq1cZPJuY4EG4HD4riuBZym0zs09wCpnLrOmX38gdb781//2CFjtIxDgOIkEY8OlYMb1guuHcSZCpsK1gGA/ZHH8FbrUU/0WJwocUoJqN9LHMkJvIOUHXPX8uoBw/7SHbEfbOKZoXs3mmcwfEjgoy52NPxru9E8TrvsiDvDPU8rem1nsr3ubR/7abFFocsYhtUpS/SPf+p7PxhdvtvCAG5ZEQMPJxBNARBu5yK/t2BTN0PBBgx50ct9EGrC4JtO+jzJkR4O/2WJXB04HcHU2NtUWdk+Yt60xgYuRl1ICDNG+4CoVBVWxK1vTlfcO7AHJVj09e7ouiSx2zTrnT103qcXu1Rf/DB8v2Zif8WH35VsrfweF2ftEQoIVBfg7wGrgsm4N0Sd/Lk0SDMF58D1NIBnO03/1Pw0gBBJricGYxg4WWH3XMMp962amVjb6rv0gITJmoj74IeXhGPoh7GQOs00R2VHzma/g89AHznS1s51xi/UAQNWVMLUrrgEAotlXQDdzO44kgDUBPL/Mhp4BBLAhAgWABVXzRsL6tKKJg4KqDAOuAqrOpoEJKNvN9IHgDO0CG+mnmW94WYcon4RAhaEAMC55AEeBCmsMh/gVZdwnnDjojoKrE3tIzYkz7fkzH3nKt+rUZo2uMFEtuxTfC6i6tsGKwpmhwRmZqgQBiwZcqx7gqh1n5JN1uRqWgEj6229j2SsPuF2rTmc/DhOJtvlgRXYd61bg+wqu2pGXAPjO2KeS6Xr5DARYNUL0fRF/ZAmycUpKxn8AcFhD+5AADkgPqQe+m430KG1GNMhD2CcKwsF0NvVkSgbQEA+oqWy0vCmimZfl0ypSF+yKg/zpAODQTu82cJGTDXugxdiTp2nWZHB4wQsOqh/gj12pPiRgbAleVQ6qySldhMNG2pHZzB8mcHhBVbCt2cjQkQxxkIX5883yPxbOfeIoPQKZUUVHeLY5ZGZCZ6P8yAPe95xb618mvlCCOpShYS1HZLMzwKo2fLPjaLkipLXZXc449H32g8PRnSpqgqsxwdJhgYvhluaKkVaR2qLjY42hWVVEQs+Fxhicz8lcHZJfrmJbhm/VBEyvyVwdFLAKoEhmlIvgqki7Z9cChAGq9pH24dqpKgJVs3uSXUcWkAWA8lLWsm6agqQlctfOQ9d+zxaHzBZ4Ve0olgC0I0UZh2wUM3DVHlDzsoP7ZzHxZT7W3fSg1IvDKiWD0AAM6xhRZpoNL/hqY7IU8htBAB+R0cjThk02a7Vg3XISzVpVyoQBDfzw6zLUxjHWrvITT7Oq3QXaEdaqaWCaVNp1Ky9D+FafxyaoM4xVKxG2fz/W2NWl5ooDcjbppxpeVdOs6tLZE50ha9WCq3k9Ya0n0cfReOAwvDfNqnZULNlgxYlCOMKhKtrFEpU8e3quKyPLt1rogLWvDuCqT++P+qvW4IBVZEXHXFedUn3BdXVZZEGjxN3yaeVnMONVPUePYFLp2UjbErAi/aehw2zqD7LjMoFCw6s6jI1OVf8XEVH9pI6bZNVxBgBVvfkArh/5rnyZwbc6HAAIKJUGIBs6nOocD2+9/ky1OWCtNzRxOC8XZEh2y3RimgxacPVUooaP9nk+LLqNtzX8j2Q5D8B5VvxEMsDXm3J0PmQAwbdqaZCKAaBp4Ml05Io3AEoA9n6AqrsSwGFFlezF5TSr2lfYI5OsAS3ANQBHLwR35iNMM6v+g6tQsuzIALeVgMeakFYoaaZqRZ9DxuoI8NDuqXPWpU30PMfIpya4OjBg1ciQznqjQXbMNZmqNuhzZqVS0PnzkwaGRuML28yqSIY0s3KUb3VIGUCoDJvp0BJAFhoWTeAAyC4NbAq+VQWA7DiSgHJC+q788hSIYUzoP8gIEL/algM4hqUuxpYAf8iSL7M55gC2gAd7QMB8WZ0wfKsic/hoe2xWGZcsGeAAqzYIeKIh7P9oOrSKKvUe4BAGB79pZlVW64ZxHeKYEjAlGaGnaxbe2JFEXteRrPbnOQ6HMeNFALuj9rTdQY9weR94eIcsa7UuwNFXmRtfbhrAgmeY/WA12XZFNlsoWfa2EjA/X47Eaaaq0iNUGNiTgqtkQ9mRkwABUxJ9yO6ts6QPEljFAXGIh291MBshMsYj0zXYjgIJJKLcLWUyOFjMAFd1URuMAl3WmkyzJiNXFnNKwC7/putX8M2UKVte1eKZxJ4Af8rYFXcgewwAyNJt5OXJYk/2zxdsq9Zy3x1rA/Sh+cdp45jufMEt35TMn0QzDhnldIE9jyuLRTAIv1xV+hxUn6aebqb7vG7ROPDHshpwWFWWXb0ejuLlKqzlc+Blg3PVZJDZ8S6BxIA/i5EnowaagrRRsokTy3Yn8nMd2mBF4dHKkfU6rAyqZrey4Op5re8736o2qyJYURE4bKOfaPqdkiiRkGZVNWUDZKh8qz31y9fK21SjsB+svqgPFFhF5GTXueKPMvSn3ygQB1XTkMkCq6cGp7yqsQFWyw5tZgVfb59TXMoK4+Q6bewwcmU+q59KX/PRd/0Z2kImJqCqNavCHbUeUiuYlYIaBly1AFCRMuNvXqaezOCuu6u23+9hrFXbveFVtSMvAapOlB7htFlVCWFNxq6MJ/32yyXEkLuEtZ9g+2JKtQWZh/2zLrLFyMakusKOYwmwfm93hnakzkBbCChTqdND1akjkqPf0ImaRnGB7pf7ZVv7OJbvy/rA4dXCbesNEvJ4sStTWVH37IkvhmsVgNWOvATwNyQe9o2FPiJhBUqWKgeIoSgICSubOK2wrb9P1sxMf1g0SGVVhFWK8xYVF2ZNL+9/BgysmrIdP3DE8/u32H8oj8kWI1O17sJWVhG7eJ0BVROhXLnK4HccxABX+3gIqyKLYgAIXr+0acq1N2vp7/dxoodUu+4XT9AlXtVz02qAeU+bodmRlwBBnW+LQLPmy2UrdkeKyqsaxrLZl89y7s7XXf+mAICAP6bjdPmN3vuTnURmE1+CUQYA9QvkuFbCGtSZksXRL7mwRq02kaxrAofXyrXNv9cA6T6WtTaBq/+mcB5OAk/52XqGHdYXysEvx54rszQZQQ+qNQJDjbxIQzdhrUJfvq8Mr6odeQlQWbHdX8/lrKXLV3Ae9n1uSKrD/5hxhRNriaA4j2/JcrYVtoUz8g6qXrNgpXem3H3i+y2Z+Xa9hvZk8qvz0Q4aWGUKcUY+i33PNtIf6gmvqukebMexBEyzqjSjroZ4sg5yo6DPwHw9rQHEh291MQ9M19x6t2ntrzCnreVVLZwf5hqe+WvKuElsmU3hW7XgapGQAX7+5nkkXs/So9CZ9T7LUuib17jOneFTNftHD/H11hzTzMrwYCt42DP9uU7CbAgSrbYgqEMAow/D6E2ivKoaXO/HZzU2NQQAl5RxN4CNYVOTwDazyk2Oqp2RDZmrjK7vCrGlt20sy00oynTt1DhENKbF7bsRTRVXm/1VwYrDryJrVcuW7ZqVm+yM37kfzawc2azC0l3u26f5t32jZJ9IuGuOy9kkiXkytnyrxedZxwRM/Qry+f8Bs2me6kaKnNIAAAAASUVORK5CYII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6" name="AutoShape 2" descr="data:image/png;base64,iVBORw0KGgoAAAANSUhEUgAABVYAAAKaCAYAAADVtAJTAAAgAElEQVR4Xuy9C9A2yVUedmbe7/v/3dVKSEFIAiQwSAJzkbnFisGWbS4GDMZAuJQJxgkEE4cAsTGB4CSksCkbl6Eo2zEVCscVoGyMU+AYCPf7zdzMLUYBIwMWNyNpV7sSuuz+3zuTOudMv++8807P9Mx0z3T3PGOvrd1v3pmep8853f306ecUb/72T6kJFxAAAkAACAABIAAEgAAQWIJAQUSnWSX/y8A18ufLX47fXIzfQkRON51fbb2dP7Kc2kS9/wKjJWC3fntq5/D3MUbuk/7O99ma6gqp632uRsMf4vrM3vv6f+xmR91GujZkpL/lMQ7PcrhFnjMBo0nfPduG+YeWxjt9kxs8k71q0seP9aHrhzTPGcSy9SzXx06wdVecLh/pKa672vpoI42RF06uM/q4ToCeFjMd44JrX54eN/kHPZ/ZM2aNg3F9hzdf8fFNjvFyznfO+g2Pme4jbP8rYsIlt7ZMGBBn9T9R8eTfWWwBM1+NnwEBIAAEgAAQAAJAAAhkg8CUefiUex0AmrTec323631T1ndTnunw3XKL4zML13Wf6338bqd7iyse2vXTLu9rfagrT2C9r4c4rokEo7Hr6pmOHTD2XDFih2c53HJ6jtO9RMP+03mI4zN7WBm7wbg+83TfiOG5Po8Rd3aMsQ7khx0cbmrdYm1nx8hcv+fqPn6OpU2Oz9ycWB1tZ+M3o/e5dE3na53im82sLQ1yfeapuV4+7Hoz0AWO7j1lRG2ZMvgNfquvb2I/y4lY9fE9zpOEEWt0GZjHDNp10jD2HPvfizd8xWILmP92/BIIAAEgAASAABAAAkAgfQSmkE3O81tz4/DCp66JytF5d/Ms13cP3tchKxY90/XHFhM5/Xz4OW4YNevCcoCMaTfDqek1UV16IFY7L3N6t/meLnb93zcNI/NM14aMuPjp5SOLfKfXTbP14e+eifvV51p82el7moc52rqsbEfjgT6zrmsqx4OHW3wWICcQq6MxpvkI1+/pvc/iy47PvLxt5EeOz9T+cbjZ4RYlskqi2sfmTedrncaVoRjTv3njapuNhbob86CVOsb0oWc4B8gxd/HQllM6/lJS1MnIxj6oMYIJvt/7RJ9tcQyA1i/z0UcSYT3Yr49n+GrLsCkU9VeBWHXwFtwCBIAAEAACQAAIAAEgMITAlDXOlHtdUJ/yPNeMocG1SeuPU+b9ve2c0vgeME4/H3mO62vkPsdsFadnlkQFg7T0mim/cNXfA4vGWbbhBIJh8ogqCxaSNuqwIB59XcsgR+9t+mTwvs4fXZ951d1NZmH3v095nqutu/Yjt8VXFp7A7ug3o+v8zge4YtR730DGan0komqCY3qKMZOI1bHY0diVK0aDXzvT1nvfbTHCye10iAmjPeiJKJt0NGSoUT6+aYqTj7VlzMZGAbZnhrv89HTPZOOwPN3Hc5b0UUVUvdllcHFEx8f3SLD3kFVsb3Lxvp/7Yh+W5AgKbgMCQAAIAAEgAASAABAAAq4I+JpQu76vdd9qr17nRc5vcb2RVxCu986A//onvl7W3/BJnzOnKSw1cO9A9573CNU2cnVdQM8Qz/keL3069yH+GuyNK5pkQHO/e87vbFgd6en7L6Lq5jkTyVX3Npg3v6EqxbLv6oLefOT/7U4/VFTSU3S7kme4t8sdhbl3+rNxbUFM3zYXE/wudgTquqKb8hE6PPdzWuRq7K1e1r5n3JR0n/eP6TNfBi9bhiV+DQSAABAAAkAACAABIAAEgEAyCGyw/OFX3r+h2xc9k+rjBu9Ppm8SbmiU3drfqKI+0oNHXkp0+zwi4szVWK8oQY0VLLQLCGyMQEWH4hF65AX/I9XVH2zclnVezyoZsq9281nvjWi1DuZ4CxAAAkAACAABIAAEgAAQAAI7RED0PO/f0P13fKZdDmCHuOCTN0KgvqOnHn4JHW/fjopJcgAbtRevBQJAIHoE6vpIt+Uz6JHnf+FuiFXTKSBWozdPNBAIAAEgAASAABAAAkAACACBlBEAsZpy72XYdhCrGXYqPgkIbIsAiNVt8cfbgQAQAAJAAAgAASAABIAAEAAC2SIAYjXbrk3zw0CsptlvaDUQiBgBEKsRdw6aBgSAABAAAkAACAABIAAEgAAQSBkBEKsp916GbQexmmGn4pOAwLYIgFjdFn+8HQgAASAABIAAEAACQAAIAAEgkC0CIFaz7do0PwzEapr9hlYDgYgRALEaceegaUAACAABIAAEgAAQAAJAAAgAgZQRALGacu9l2HYQqxl2Kj4JCGyLAIjVbfHH24EAEAACQAAIAAEgAASAABAAAtkiAGI1265N88NArKbZb2g1EIgYARCrEXcOmgYEgAAQAAJAAAgAASAABIAAEEgZARCrKfdehm0HsZphp+KTgMC2CIBY3RZ/vB0IAAEgAASAABAAAkAACAABIJAtAiBWs+3aND8MxGqa/YZWA4GIEQCxGnHnoGlAAAgAASAABIAAEAACQAAIAIGUEQCxmnLvZdh2EKsZdio+CQhsiwCI1W3xx9uBABAAAkAACAABIAAEgAAQAALZIgBiNduuTfPDQKym2W9oNRCIGAEQqxF3DpoGBIAAEAACQAAIAAEgAASAABBIGQEQqyn3XoZtB7GaYafik4DAtgiAWN0Wf7wdCAABIAAEgAAQAAJAAAgAASCQLQIgVrPt2jQ/DMRqmv2GVgOBiBEAsRpx56BpQAAIAAEgAASAABAAAkAACACBlBEAsZpy72XYdhCrGXYqPgkIbIvAronV17/mW+tt4d/y7fzpd80/xZYNWfzuggoqi5LS/orFMFgeUFBdHIiooKLwiVBFRX0M1eiknytBpeb/N+XwUlNNB6LixrPdJN210nheHBKVVBS3QT6mriuiouY3BHl+6g+t6C5ZZCQq1LdUF2Xq3RCk/XXNuPB4FeaqqSKvw2CYZm7zVIlr6eEjzaaCqkrnObiuEeDRpBLDD4FPzcOVznfqGvOFDvw6X0j1CmUzqeJx2W6/ayo7JmnbUB597fMrkg4JPoHoeVbNY3ldEP//oa+qrumOl1srvCv0t4R4flVVxBhN6Yli38Qqd0NFRA+SJoDYIYqiJCxT+9yK3eFAdcEY6eLD2yUjAxOr05zO2/sjfpBOo3WRke5VUl3cSPPXmjymgpV2KxPOYaIOU9rrTCtSQfyynUyO6diV1qXR4EAVqV/h6iJQUF2vQI4V6dnOarYixFha+HA8ZrtRUh5XFwFZqMpY5XH+dwVzQ66K/aAPrvog2bkgiNUha15zbgxyNZ+4kmw4CNwFsrUrpOo6Yzn7VFXrOzURCoNXu4s5yadigCZcIFYFLCbHOHOVJ9PpGRVnqiKzq9/qJTgVh2DEmGTWUUVl0pmZEyLG5FvrJrtx8g83/gFnOYcjDjf+uMWvV/KHM1ZDx0vNXC1k0MdlENC4w8NVYgQQZ40JqYr+7OFlNEN+lQk1b12AALJGlLqSjR31sfjjTlWVDamaQGNXhtNs0cn2d/DxioerClmrA32cFjkGUjUWUvU895lGcqwcbvA6BwRAqtpB4pmHkpxrjeWaxnKsmGDl/7UOoetgJpHcohzGFHIVxKp0HW/3H6mgB5LZmNJVFuwGcIRun+nJOCZ+1siMYse7Qy/0OI5sVSQjCWAmbLwAu5Edw/DEYUrRpklA5o2KgEeVLxFpjuauNslIrD8SylyVrDEhVTFe9VmZ2axYzwJr2bTA1YOAkQSInFgVkqo+UCUbXbj6EOBM1bWyf8z7Zc7TbH5hDtEZ0ZNgVVTqaD1yIz3f3cqu0yLm0+vX0C1Owv1Dg9A35ZBMVWajzPx4fS7qwREZq7auF0kApqAdpswgVk8oGr3VdDQzeWBDrmq/G2h2AmeqrrOI5wyyUjKfcfWTBkyxphK0WTpCF6pbTR5jtaJadlLX05zlSXTBGauxArJxu9KRBFBSVSeNqcSBFTu3ZvJnA3JMZokOM8UVoYjhVRJ3JP7HjQ/HY85WxWaFbR7IGfLrZKp26EPdUIbeam/HpEGOrbN2iCHeTW3D1vPiNOxnKqr53w9S1TZO6SyMx/O1NwHPFJhmrrLeKq5rBDjmmH/G8AGxeoEQmzbrrTJBFvNSns3fFKuKuZ1j5hfq73yMWxcba00AdKBnchVRyTZ0pDEZUl3VtewmlAf4fq4pVsX6mGttVlx+gyHmIbLexkWLfPF/iTnu6GQRuqo2r+Rj3BuQqqY5kZOHvmPZtOdxhoLxsWm/DHq3KVbFhDx0VfvJO9FV3dCveJlacSE0zNH7OshsXsS5rWP6DH3X13cx2HQa64mgo0ByDwexaidWK9lc3z7eiCSAHDXdvi0xGbiJNy7kKojVq54zxaxi1FvVKQhI1RF348l08EIFljbUrNUbQ3iMKSSd23LShoyqeWZqz3q8N43tRNXAbRsjsyHNVFW/Wv9C5qoNc1MmTjd2YrzOpComatf9s1KxqkHDaLIy0T2WVU+jtxoRPpoMuTEhH2Owadq0TrGqcQCMJEAMRNR4a7e5Iz6CbE19w20wX/LWmGw5PttZgqzf37aEzfw+eObTQKpeA2f6SItVRRJ36ppYEUBkCVgtCgTrRcdpsa/hwtwgVju2rhQCZ6w+3fwlotl0U1zrIBqHMbVrZqT1/LOzruoKVZUtbdddeNbrjXMf3jPkkx9nMnvjywhX6QhzDAODSatrje7PhnHHTKAhC2DhfoyOcWTFrNifapEAwHjVR6qSZClss1lx2R4lV7WgFfqqjY2O6SpJEsvFpKpKAKCv+vxKdVX52h4fFLMa9pq4yLFIyI1YAk2nHbGNDXHZTqSdFkGzQKraO4FJ1WNdRDTv4gUfSwIwgQhitdtzLpIAIFat9s6SAJx9uP3E7NzEmsriwAfcIwiV8TWB80qKFXVVbQhAb3XINlSnJLaL9Q3ZdnD8oRVtTv1kKpVvP/irCpBmZmJz6YL+kX9RzdU4/EvpKKOrGpvHR9CerXRVrZ+OYlZ2q2BJgMavNiRYtViVZqpis6K/t1iQSaWgYrkgCTA4I4xqPhiT3cRiv9qO2EhVg06M64lYei4WNfuoXDyWzmlm6sctZaAGsGC/OuutgnPqQsVZq1zQSteilxeIVYth6QKeydUYjldqeDxLAEQUGSJpiilWJThtmHGjR5YLopqznqVsAq4OArI8bSrmRgGO6LCBVO32hdFVFcI5iqw6zalTqQ3VmcbVRkDR0TFra3KV6W8mf7bUOIzZOow2Zmw2DHLVajWSubqt3qoUt6hiyXKOz790ZGBiNSa/kiMfkruPqx+BOMgxZKva7HPLNZWLz8RhPy4t3d89IFUtMY9n6rK53kfNxWEnnLHKmqt6xTSmbo/PUOZq8dhrv70uYyI5tser1QKeRD9oSKAtjYoXyiUdCs5V3bIdUXXOqTEqAWCK6sSBjx4fZGI1BmI+vn4TCmjzEZcth3VVb5Gp2mMisllRcwG4eI6cQhJg2JcN8bz1hiATqkysYjLW118x6KoO2VEFSQALPJK1upXcRl3oQgzFqnp7x2y3ccyJi1htmltzLi0uGwI6tm+VYwdSdcgyQazCb+cgsPkSb06jV/gNRzk+/h9Lwoo1JjP52xSzksgc1YblCh018go+nax6q5c3Fo+/9jtrqu+gCWkFkDMPtSDRdhckAIaXgUz+MLEaB6l6bisfH2T72dJ2trPaoTebkjtbkqsmyzkm4jCG3jplXXOxqmiXgo0eJDJXeylxze1dd1PHLImlqE4BXdV+X2ZSlemV2CmWbTMzY4iD1jbIapGrva/TynM1WlOsaqUXr/N5Xt6ilFxsEgDXn1bI0cEmR2ktA/KCcPiHrJ91aEYskKopk6qm7UriYa0V3lPd3gBStR8nmT2YuhUJJMoJCdyQq/FxLG62GPIuLWZVaaGv5kVCrPIfSinYhKDU3wFMrG6HDyQABod9WcTzFaPTS+GCKI7mhgwt856t8yCTpTDvGUt+pXbDpDwWqm0cdYHTaM5GPPDzbqEWlUH/XfqB2bZQAmjNS735NpKCTGt+ueO7RBszdlK1WaBuqCXqiOYmt+l8eT3JBOiqjnez6qrGTpBxLC6orFVnHuNWZ9TaiIlhb8YMot/HUrPR9cn58di01zs2cufo4dZs1XhOAboAxn15jOGQqUtjN7iHiVXO7G0Rq9/VsKlHUhII5OoFySBTIcbEkKtr9prqCB5E4xBXF4HLjMM48dGBnqf96xIccaLR36rzEbC1Wq3EIZW3a70wqfewjh/RTfQLP5Xb4A0V41tYHhlDU4JTiee1xnSdOdw0EgBJmfxKjY1VV9X2+ZAE6EPGxB3ZtOAYVIaNO9BVHXZPFV1iSR++L2xf+AoUnLmK/cCh+aAvpMeek8Im19g3hPt7asQqIwFyNZw9uD4ZpKoltiVIqpov4SPvR5ny8KYg4ua5h3WjVBQBGsMvHn+tIVb5vx6hCWmNHLxsXLeYlShwQFfV3iNNUZ34B3/2Lc1cTWPa7zp8Lr9vXUkAPfolGWNF/MThcnSnPUEGhYK3cmKWAOh+kyEOUczqGhklnlUSIPyGKVcqryQmI8pdeR4XHUpScxaSAPYJiOSeBNuAMotT9ivoqtp6QUnVKDVVB4dflonSFKD456/T5hE+7l6HHIs9w9kHkvOfkbJdrmM/87HN+ZcgVS97tz3zrmQemCYpKeJilcoYYI7fs9pqiFVOR2gRq3pMRTUhkV13BZtMgBiX9fDhXQGUq7INQTyZ1kzeNCYASq6imJVtJ8+cMzC6VyGmHvxs1X+UWIeUkQuQlVi94Rz5EOAHe6buoJ6PYQR7UaIP1oJWPG6Fu3iyWAkhD1L1GuVUdFUt9rFVsaZw5urlyZq5qrEnxKVZEIZUhV9dL2V0kZoeqapfIicEQaxeuc46pBhI1aGYlcPceB07ChH513lmiJUWSFXb+pYJSZ4H6hmyVP1L9US5iOY6NpraW0wxqxaxaj6BB3sQQPYO5QUqZ66GCEvmrZpqfUh0ZyO0M6gEQHoZh+x0KguAqGSzEcUo3MVZY0Wpmry4LhEQCQAhVlNcxJ/1RNNsfzhrFJ8S8idQ3OGJVsG6qinaTTjcT6O56GmltVnRiQyN/YTHKsU3MEEmshueN+o4HlcVMsBtNlHRIVlSVb9Js1YRNS1khDlW6X3kAqk6Fmd9x7Kx94X6O8jVUMhePxekqiWOaaSnSuaB6V8ijHnkYk1ITur2pvIXRTtj9bQM0IzVpjBI+mbg+wtM9g9rroa5UKxqCNdCMlVT1PgwGS4qCRCI5Ahjkqs8VRAJWsyKF2JsO1jKXHco76amt1lxRQCB3rvq2tPiQjIP/cedCsWq7PGx5m20lElV82nNhhdCp2VF6Vkzsy7oWPFCLI/FmO8JhMygROctdYMEuTpkG2GIMfiUDfPc5sZh7Md3NEv/eSBV7X0os26ZB/KV+nil38kZq0dJW83je3x5oJwO5IOfZ43VNrHaZLeI5iquLgIMXhGsmFVBZVGgTqV15D8QJV7MS6uZw7dsXWwKfvkN2rwQgwRAH+aaM3PgesVJB3sd5qFjbPcrzZj3OahXfFRZ/ArXNaPNWQo5beSgmJXVyhs5Eh8bF3pC/JCsFlvoSHAuVpXJ6oRtp9lQzo3Y8mUL/ggyZKvuhVQ9MRpg/Xy54dDwF/wdKb5AztFlRqpqP7AkAGeu6r9h3Lq0zh5itU2w8gwPBFC/Q/Mi9YHgQ14qpGnxFRSr6kdbd3u46FD6C1VDHLIqIS5Lf4vWs6+Fkx5x9+On+fSY2qGSquxb+QyOmpkJSYCureqGqRazWn5BV3UYQ84A9xfDlveXnyf4Jeb9tCmSp0g8XZi5WjcLsTqHLGf//SIIZ7eRg0JWY5bih1hNe+N4DKOlf89n/neNhB/7WYpwnL9fmncI3trOWaRcrMrFWu8qJlh5rYXY2sZrgFjl26C3OmRcoqtFT7vYn8M9tZCq/H9w9QyMQl4z+ZM+PmaQL+u7/NbdHozXryQAk6qa/ZPzxHEq7CdSlf0pq6w6RoLPYvBidSoqud+vgCixugwcLdtzg6y6XpPhzYoy00ru6lu4LAiIxhZr5M9ASGBlCQDoqtrQk82cDOaAl9/XHBJl11oYl2dYXRI/8UOMpb92CNVZuc+N/dhPKPTTfS5IVXvfSZEnSVyZMxlIxCbqmu6YJpTmZvydE7tjhFhtFqn1HQb8XmCN3ioXs5prWCYXsxRiFdc1AlqsKk1d1cH+lFGJM8KxUO3DyYskAMtGZJfh4idKSLEqSl1X1b4Eh1/1Y1MzMdYQQPMsSfV48yM45qFx9atsdFXtvqWZz0wgYjLdJcnkWPcM8pl/JhIAmRS58ORNp8foZo7RVvX99Bieh8zVsV6YT5BlTnCMATfy9z3E8fm2sxDcTH8OUtXesSK6JeN47vMjFcY8HlUaQKeDuX/zuEO7EauSuQpJAMsylWukNf/MMShenGim6pxfj3dx2ndoEochVXNESH0L4aiPUF9azIqlI1gCIEe7me/XZwkAJlVz3szRo7nqW7ABYzF69MtIAkzf1OFiTBVBV7XfA5l03kPGoSFW58ehfH951sx0CTsmHtcVdFXtVH7RbOTkHsfP5KqMW5i7XJjEPHIs5znO8ii6JxubZz/LMc7xCSBW7YxQnrqqA0RyXbeKWeU+Ro97swOxyg+pqa6PfAhn/Im7vINTDZ6aTdSrBACMsc90uIp7XvqPPQQifKs3apiDyzRrBEexql5/anRVCybGCiaB8l68qVwL9FZ7bUEy5afJAkBXdWiCsxdStUXRz8jM3MUUUXTH3DJXtW5RKYXOcPUjULG0RtabgGefktzKmtdcyAjvWsN0YgyZqoMj1g6J++k2hKh87YfAxIbAseZ5IJ+y3ROnw8QqZ+nu6ZvtPuBIrOoD6vpBU3UZ4LUhNdWoSfRWXaWglTY6cDXuXTmgW0DWMisFlWWOBUAuMZAJNCQBrIahE6GJmXXFLYpV9SCqHDXrzeafVSd2I/Obs/0UGPhbVqGLdyrcNkyZVOVsVf7/cXURKIQc2xc2phgaCKD+nUGtXz+2Z15VeyPkp0UPJVX3RZCJnETNhdCw1urdFHTebN+X3UzxrL3aFojVYSsZYzCcXW+KMWZyL6dxqATAvi4+v0R1Qce6pqpZTuw1vnDPTyJWtZgVNCGvdm9OqhJHovrB6ERaf8+TJqZV9+eELiEnW13VXrLLSD/Dt3on0fIfRYDOxXSa4/970Ldxg+PyLiXH9nU43hCryFztbOmoSwnxPEauMkWEYlX23R/jV3N8MuXfuGVlpvyFS9peGC3jPn5MhjReiOW/yTUXwzOpKsuVuY9J8ndsO/v6YvduciPHsLayIbpn0kNWE65rCXeT3M2dgK6/q/ejq2ozddVZZWKVsdiz/NpEYrXJI+Rq5rj6KLJGa1U1M4cu2UeFBIAFw30e465lIq1Hl3FdI6C7YhqyrZcUq8JCtYuP0fErpJDXHhccSh7uebC3O43qZdrJVY5IrKuKzYp+DMum4NBeaZDxrMy9jmd6GoUzei/H9JOuKopVWU1DkTPZqvu0oELSf5AR3j+fGV1h7dNoHL5678QqyFUHI+lbnWNpagXuKCeW9joHPMNSid4q//t+sZhIrCp4NR9bRjGrgcjEkgCGXO0alyba3wj5g+tqwiT+yPII+8NHF1uGXIVt9FKrJ1mAa7/iRVhR3u46oA+sUoUc02JVex3wznqiIFjblmIkAfolN5RUxWZFv2/hGLeZFYqeMY4u9y1HSTJXW2FXTnoLqYqjyn1+1dDRu5MAuMaiEr1VjFf90bc/8xA+NUg5I0af4EHmqvs6E5mqlhjEq3bWVd1lwko/Jpy5eqw0XWOPY9csYlWP5fKx5bHjg+5Om9edjMuDJgPomsRAsSp7b0twEmJ1f+SPGeQ1axW+1b/gskkC1FQX9zKvcj8/Ssrx/5q1VffnV5cUIopZ2TcseBZ0GXfkqDLrFe+WjB/wOQ5FXAQO2Jw33HceX+wbW5x1ePatuuJiVXve5Bqkfqjiwoonv9rzmFU3xOr8sT/nX14TYyBVQapOs3iQq254gVi1kIiiq4q4c7nOaiQBmmLJbhaWz10ziVUGQMlVzbDDdY0AY8OSCZe580xsQFfVZi9GAiDvSuVj3qIDveqtwrcs9OpplNc9sbq44VJnO6vEOGZJqiXFEQfyCAYrLdaEIla23Xcet8yYxSX19iodMe5bxBmHyFJoAQW9VTuxyn9pMualajDbDkb3Ll6aM8/H//coV2OPOShmZRmvLtgekBsgVR3G7c4t6xCrW8b6Jef3VZhuPkaar7ikBbRos3ZCbY5e0xnuNzljClK1FzllMQ6zZjmnFciMYsO1kV2aUfP69CEL3XUBsWrI1TtoQlpjOROrhlzlAFMQZ6su7LPpI0cCvxBHYnIME+qmt0xW+KIhKYGen9dEI5ugUejQSADMe1bOv9J1x+3uM1Uv+/isJ2o/pqLHWHZ5cWYdV/ekWxCHVgPYu66qDRidzabvPfNmaRJP5KfWalWix6uk6rx3DMakej7yS1uja6BlT2mqODSfuOxZecVuHY2mHKvk9eV8a1iI3qnrAveh7qvrpYuI07+bbw/cAgtQ27z13Jjr2UtH5nlhB+Pne0BAJVlYKkoLLU7nOLf2g1NgmNldY+1XbJRcxXVGgM/cllrEaofYLCdWOWPVVD6FXXUQ4MHNkKtKqoJW7TcSOarMpPP0yJ2x1bFvjRdCyxgA66fJtLHJVqgLEIc2oOr6Rv1qj0Yy+M1Gz9hCgLB5LQJtvka0F0KXfWNO+5uXK8HBWXUzLpmALyeOZr37ornCLPi5uljKMW5cXQRMwaFZxle0umu28/kidec4z7g9sF+EPFK5xNy9fHGb6BqH4+oO3TBd+JAZ78VPwiCwZD4/JUuu/Z7u75a0IQwqGzy1CTogVzfAPuFX1s163BCrCX9KwKbXxJqiqpeOixFQUlXXAPOvcSIAACAASURBVHuMOQuJVWNEx0YWYNqOqm8T3HaHkr/mavXVTBKPVBbm0GD+zjd1ci9ZqjssVuVi/3KUew7ZHHL1NtZwIfLmEw+u9qNZP12dOt1BbCUujLW2/+9LBsk5/XVqxbL4IDHQ9H3B6LiiOQ+mVH/FxZg0Is+301S/fbjdvMdssjFhO3aslpwzytNyZEJd34g+Jq4uAjooCbHKf9pyfI68c0CutjuoyVTFSa5eq+2bH59qFSAOXWOm6XXz1hSRx40pzZu9rprykoTv1eTvy81xxkx9C3Pmvq6VYk2cz7DzuMPrciZWF2amJOw9RJ6IVQ7UDam6oVFtduylRYr0LSmYsZdiRJ3CIJeWw7/0sVO/9WJ4zqJKXRFXFwFehLFGCRMdbv1qgnrOEwehNJj4bMj42L7Vta/67N3/oGwOZMC7DAJMqFaiHSqzRwDTRqDgySHrFTMulXPc2RuIOlKDXG33u0Yas+iCXyk2Ztw2WdzNf3Ucz/fmV6cYDXwaKM6E/F5tYey7NQv8cn4c25xw7BvW+Lvq7WtIQnReA/F03yEnT06qGmotIFaH+5Px4czVPXuXIVVFNiJd81/c8oXE6nk31T8hsPjbInmAaqvqIuy6mFUkjdy+GSInUe1+t8cMYLoreIDmbI9lno+bmkW8G+m8vZGv3wIe7Esu1oTM1WZyyFXuUZDJZokmi1fthResTcGd9U036jfqJi6P69gQ1LV6SUeWR9hwYz1OgxGVsd5xfMkGXJzf6rFVJ31QH8kGHtu10aOwvroE3vhOWV5nz8GvxgkgTfbBBQR6EJBTFdfWwar7MieUzMzLjULgyAhwIkKxa71V2VxvZLL2HF8WE6t8jBuDvi2sGFLVEKsV1UKu4upFoGZiFSSZbr4zqTpfpzFXCxOtHyadr7CB3Qz1Odd33zu5qoS8qcaN40xnezG+w8IR3ZjDk2hVS8LVhwCyVnmxdeQq92IksJQOBTS4OQoSaCSqLCjGlXa8UkkWrK36e9FkpNrwOWfX4WiudXWq6XW4gMAJASFURzZHkbk6bDCVSCbsby7EhKoRvNy7Sy0iVnlQw8A/QKo2uzrnpQZ725FqQkEiK2pcrGnnazMJTjUTqzsHosdIGJtr8sfciImifUDjKROTq/u8lP5iUpWJw72iMGQd/DcbNrybgczMflrV5HbsNfZwzu5B83ZFYAwbFl07GRvHQa4Oj0n7xAcSAC4zlSHfMgTQmP+5vCfHe+Q0086GLUhEjMRayVblOc2lvmr7V5y5qjUGMdZbtn12V8xK5dWYt8gxUk7/ppnEqqKnxzCwSO2DnXUx+2pxazo9E6tYqPaaq0Ts4y5JRSMMXshRZfhV1z5MxuEwNojs9mGAMw/3mX141lWFX53tw2Rbmp1m+2SaiVWdcOOyTab3OKs866rCMi7tYhoxtk/y0C2W7LmYFUjBjlc1xVxdcIFPjW9YQBLALQbt4S5NsnQnS6tKpQGwVu1aB8+VC6qqPcyJeFVgjv/v4XvdIsFsYhUSAHaAlVLtN7JGuY5qetqth3Z5V9VUzd1X9Uo9PnADXdUem1e61FRyH3IKEKtD6Kgm5F7IVUMF8m6qycbE4H9JrHKGAk+mxybUnLWKY+823zLj+p7IVdFVFbuBT/Vurk88cQIiyD5y7QebaYT83pYHYxIAfXgoAQRJAJutFJAE2JsbdaeAumU+UcqHZ9estwpytWs+pj4BNcWs8jYvXltJMWlcJwRmEauQAOi3IHYnplSZWB2/WBIAeqtWnHZUzMosGuqGVN13Pb1rixB8CnOMe9yz9kRuuKBxeY/WbdyD3qrajSFVUa38evqnI5b+Mz4xkkNiDbmKI3Vdr1IIi51IJmgUMXrF06PQHn7hklXXxmE/5OG83t8HPiBWXaxjim9BEmAY0T1KArjY2F7u0e1ynf9N86ummBVINYup5F/MqmJtfYe1w158yXznRGJVB/2+Sox7A67ve3WZ2i8B0Luore+ICkgC2MnVu0mBPlUb1AWDKVY1TnCk+p1z2y3aLY7kj75Ds1ZB/tgQZ0Tzzz7kL9RMVeiqXliCGXNkUuRGqp5/z3kKlWzFT5mEz/X99H63B7/SLGfNe8d4dWGjspkzv/bAPsjD+V7NhfTyszkTM9SfEFev7WNOpqp5yilxQY+EAd8OvDkTq1gDjMfaqRIAV1zGqViTeNf4C3dzh/JlnNQrRZcbGZM8Pt9IAKDAdl9/TiRWdVDCwN/vGpyrytmGLqHFHFLVrFWQq/2Ial5M7hen0UNX1W4B8wsOQRbA5juatZq3b2lGHUjVnmVq5/i/y4jVfgpnru5FTmLO6JM3uarFqkCq9vnVUmIMxOqwv+WJj5mn6NoqrwX4nPh5+RvT53PXngZPZK7a+yJncnW5BWb8BClWtYwQZS5D/i8yV7tbFvLvSqqes4JzsCZJWqm5FgyuxcTq3IFtD9AzneomAdCZNEhYe3DKstsDVpO+UXaZK04Cye7SCSN/mBarwoZFd0JNVC8u5AVy1UZZ81DPeWe5XUY6omr8Krfv8/E9SwhnjlhMrAq5mmNgXghwk6ew8Clx/txUf8Xxr+v+UYm65ROVPMlDf/acXzGrS2LVH1JpP6ntB2acWTLewK9G7IEz6jBdTttpJrW+oNrDeMVGI8ThLoo1TQL4dDPHnioj4vkouqrCWswDJNNfcReXxS05Zqzysb8SiyirMcylVc0DuYocZ65iVOuFWBbwGWLDRyjoFsWqLH6lx7hd9IqHonSGduNxUMoxc5V3zish5Jfajkego3hUI6rvJYsXxazGuzSvzFXoqtp63Bwx9hdvQAINe1cekgAgVAdnbq2j+0sIVfMOSAKM+ZRmHuIswvjInsMdSqr6I8bMcXefz8wB53P84SxPk0yV5pdJwTIhVf3NddJEwtLq4obK8saNWGX/Y2IVVx8CSqrOD1GNHiQdieQfXP0I5FdwR7LGamxY9PW36qr60m8BuWqPKkyX5CW5cTxlqs6PynlGYd7AM5sVyyfUmrmKMWuIbstFbsPoFWum6nLbyc6/WCLL80eBXB0YtRrSzTPkKz9OF9k+SMOVG77K69qSCD4wavsT5Bauu/AkucBWiSnzKja+1Ut01u9Xb1ilNswX+R4Nt0LK73tTz1zlrFtem/uf7fjFeZOnSfLpPTm0NJCxarItShSrGuglFQBYHkREpwTk6gDSctZA6xf6OL6wiefpS2VSx8RhcbthK+J9tex8LpYA6H4fZorD5Gr6GxcysStuqBZiFdc1Alp0yBcxZkY9kKv9tmbyg3M4iaK6qthc7+tpXxIAfc8GuTpGrp6zPtOL+CBWh2y+Pc/3OeeHTw17iqxPmszV9HwKLR5FQHRVl3MW1+9RFkP1Vk1mZoj3jH5hpDdovidLJoTBP+xnS/pNXYp8BDZeOlgLqXo+fTxCrPJuKv8gbIel+3RftKpBgDOKOAMoP91DP32s5Grq9qjaJLde9Nj84BrHU8xgXBc+JAB6p+xxfGiUreBh8ygq6z4XMWt+KhM/SqpiwLrE3acEQF+PVqrOj8uCQNqSAJzlfESmas86sqaiDJvBCxJoJKiInFKKlxlnMVZ1e29psaoxa0Dm6jixyneAXB2zpPT+LoSe7gQGa7ySh/x4jszYjO3OxUWq7DRfDtcPPjtYTizJ8X/0ZxvXutAkuTOpqv05qLGKYlV20+RUaMk69BaizA4PR6Qj1SBXrYvUgqO2bJmkEZQuP4Srvmql8lQJLJ8B+yJISZdyJfdwwRsFd4Z6r6KiPiZrl3esVyyfF85+Qtl+2OeqLlJQXJrTBGG/I82n60iV5mapFKuSLAV/M500e7G/1WuM4SBX3YigdOwKmapDfWWO6Yfyra4/QRagQ/20NklTIlfRjyMRUDJVle4Me5TbZGZiLm7rEV6HajGrNDgMTlrh9oa1m3RGcNk2aDioojhIwap2X/YQq0aIX7NVcfUhYGhV/06h6HPm2BFCN9aoxIvUBCtSN8ShP+3QfLxTB3z2p5DHuPn5aRIca/S0TkyPydGSRjpCyUNc1wjwhHoFbOqKsHFxjb7Mn0X+Jb3cOtYrTvHYWtgooGMIT6jXukCujpGrZlz3Pyf33cd64ir+dvr+7rHnGRsvy3XWnfCpsR5pxq30hi2HD9vXLdKFK/I5l4Xi1vHntHpUidWKc8SiPoLLJHlJLAWlJ21xtRHgOWBRXpKq4mqPv/a7OmFTj6iAVLUZkJKqYbl7Sbymmu5gxVZylTPrEoOHU+lFOxRXFwGlHTSTN9wlDEfzT7i3pPpkJVY1uy4VEkh7k7OcQ9tOqr26Eqkq8Bgd7FSxCtfusxJkOhs7R5lMS+XScMAk+eRtMg5BBA0ZS7twSqxGdXnKKu4F9foYhs5U7fsi+NRwP2s9COT4rO8Nft/Iuph6rTeWS82DZlq45nv9Ihfqac05JtGjDfWO5c896aoiV/UazI6uavuGXikASADYDVKP/2tCdNgQxUGJidV0FmLL3XjKE1IrZsUSAEqqYkJ92c+8eFdd1bAe1X4rMuuGF6mlaD3HfSmpyrqqxnbWs5+4kdHW6XxtXb9iGpd9C9c1AsJRyiw64pl002z2KyZWm3OD6M4LBHgDapssHBBBw6YYNz7bEPKpOe8W82OtaJ6uvnzwPm4KWgV/D17gHQEmVcMf/+9vtlCr4lvbjJfewfT+wIqqSItZCanKfJfqQOEyc+MGDj7+r6eWrvFpEavNYVxObUWGQq8RiUjtqsy9yVqNfyG2idfJIvVus0WOyzebgkyFZKpicOnDjI8ZrI+NTqT5Qry77hXNWo2bIOOjNDX8qseldBqtWsXhtwCvGgC91ZGhIW5yVcvYrUvIu4ylm9/TnIXbilQ13x83ebh1L5lxPb7FIM8zQN5d28cWmardVlweXcacsA+fogLxvHV0m/p+lQDYYA7YaWjFZ963mItOBWz1+/WkhaxlItrYkRlqzScB4xtHV++izgtFHKG8ZyVVxeXOUgC6Cw+SwdZt69Oq3IGSAUQPtraleN9fs9ZqvMSzcHe8WbGGxmG8vWRtmR7j3opwjtdutu9K3a+MVRJAW6e2A0H1trUYmzaZvOtbkkqK8kQa/tWHfnMIbP2OcXjjya+ERNwqLjs0dJNb4sg4BLE63Pmx44M11mX/gVjdJJhNeulJ/xZD+iTctr5ZJQC2J8eknJXkaWzflq37pBP95F8NuRpH27TYbUrFtVbFrdFVHVp3XkgBrCUavioInl5WbriAr+VYLvRW7excfMWszpP7gxCroeswejLzVR+jx7hNVt2qr269DDNFO/LxkaviV3K0yRDycUwct7Le6/fqdtzaEgDtdujUWSUBYtqFj6WPNOLEWMxKj37J8S9cvQjEQorFTh5ubT5nOZIYFvLbSUds3Q9T3h+Db8GvRnoMkgBTTHrTe80MIwq/4tNvkpUZQzzetFssL6+pEtWE7fGBBEB/F8nKqiipLO6NJh0Uj7/2O6XWF3RV7c7GzDQTq9ted6QEK65eBOq4ilkpocA2wxIA2wfL2KxmnWJVrl8Nfa1UyNVLXdWtY7Krfa1x3zlTlWU1GpGLNV488A4UsxrugLgkAZhQ1c0ujFcX/dbUHIphgdpuF0igIe8yWs9bjRHtDVv1p9jsZ+PB4bTpFhMukAQYGbEMsbrxsWVs2I70UySZqudWNvJUQh42A+rWASjC9yu5ulXDmrNUkADo7wCp42okAIb7SIhVSAAMkap81HTrfMMmx6V+gPKM1q7SfZZYLg2ON1Hrv26Hlck4jGUBv9lItl0XTHpzPJmrTPyoJi8yVfu60GSA82ZgHFYNcnWE/omip9SvYiHkJwWnFW6OQwKg19+3W4WtgPuyV2xLPJtNk/M4FROBuAxZP7+OQQKg+yVtYhX9dd3PkATwY/uhnxKLBECff52J1VjWf6F7w/35WkRvu7m7FixFv/T1WFHai1V17y9e/7rvrjGA9AwgzdL9EJE2Zi3EIUsCxLFkdg8XK90pIi6subpdYDhP5m9U/7GAAmS397cpVjVmg/CpIYS2LmalEgBM/Khf4bqasja4MOkc2wVy1dYjpszYlmP6mVTdbtyMzWLb7dlyPjGGy7bk4Vjrtv+74NPIx2zVmpjtZwtMukVDY8RHCQ4Ua7KOW03mKkaMLTxo+J11xNrofJyaL43LxnpgRaZHzxs7a5Orqqt6rDWRENcZATZTrpFTlrfOp4+LJx77HjAKFitSAYDYzOzYSAKg23q7betiVjxeCPHD2qogVa9I1bps9Eli8ysZ7jGeDCCwJbmq+T+GVI3RdrYyHaPYyTFna73iAfpQKxfg6iBwPhS3HT680cVl6iBZ0+6ceLNUu04EcnWEaJDYs82YESNpuHUQjjFTFT41wyp4rxsZ8zOAC/cTkfHZMLHI7cuUXj1PCbeJzW5tXfsuQzwXorm6ziV17oVUFfNBxuol7MzjFPcnJeyBWB0gVZkWi8/l2QlYaxV6q/1dt60kQM3BiQ6TnHCd4LntW85Fh25lUI3Prww+q41m23bIrLdvJwlQcbZqzdmYyFa97DqT82jkEWZ17Ao/QtbqOMjrk6tarMqQqvFG5XHsfN+RDrHKXw5ydaj/OfvQt30Mv08JVfjTEEoxk85tf0Lmqr0XhVhd1bfW9OO03qV8WDpxR7PCTZvTwnqN1jI2a5GrR1lbYby6XluVpBIA05JWQKx2PKSZTnPi7xq+M/MdIFeHgTOL+PWO8ujRBk7GvD+zT/P+GVtsTe6p9NuiocfAZMiPfvd3XaS42nJZKBWzxiWTr+Ig2aoY+PsQZ79KBRuNy1ioXvejHDeShcZ6UjZKqk6bMK7h8zG8Q9eoa0U5P18MctWOo2KzxpZuWoS8H8tzeArHts58KoW5FSQBRvrWFLNyMAHcEhKBglRXNa1LlVoMM59e+8OhrfGyqoySTThs9MQSMlWv+7JoSNXp8mogVq/Q5CxVlgCI99IwxK7AWavrZ7nEi0yrZRKseZG6TmtFxosJjoj1bdZBov8trN/C/6SzvQ2NLVtPqtjFOnFHdm0LJuRjjsjbeZYpVpUM6VzjpIWNHhcuT/4YPgVIcs/rkmLWY9vOq5pipSvNHXx9J4jVAWJV3Cq8X5kWpEAa+rI7l+f0bVSngBF8arh3ZZNUSBkXK8A9oRCItViVy/cic7V/RqhDVkEVp60GIjJkc11O2SazgnAxKT/3lAcqZe05fSIIYrXTBUyqxikBcG0rZ0kAjGr9nsTbPUoAhZ7ECcFRQwKg2w/mqEddcFZdahf8ytZjBW/qrJBdV7GuKk8qmsE/NQsK116Oa2azItxb/D+5KSazAnnov+3hn6j5bqE3Ldh7uRBcOscGwyN/+YbQ84VQ3wMiaJwICoM9+6wWK8XVs1ZpFYJKESOTubrGWiIl+2nHGyZXYf3r9x7Pj81J2/XfvvyNcppRpjywnj402ceqALqnfO5QeQvgfsKdl5piiWVTrGpeQg+I1ZYlx1msaihwcUgymasggXqmcw2xGk4SQDNVWfQZGiW9g4LQBDeJDpmQBLBHn/B6q3xERY+5r3GEc/kEce0naAZ4opMiZK6OmEs4chXFqvpHKiVN5k2k1/b9wVnhipmZMX23a1tYbsN/3IQEgI0UMGRkioSq+aZzte7zOivl73H1Fef7jHQWlqHOkHm5UUjVROeALQDOWasgWPt4DE5a5exVX5eu3nhzHRIAV5hKsSrWVZ0uAWCeBWK1RVXHLgHQNQAdw9hFjk1BK19ul9NzVNcvVCKBzidusliQ+e91E7w5CzzVCzNFe89JLckgHatiAyhWZQNXSdV0J6G8HFCCA1cfArxlqnkofi/oqto9SgQAQk0U/Hbj4NOQtToOdiiMcrCfcfTc7zB62qnj0i1mJSNvBrHCvSfH74QswDhG3u5QweIm2TDd1VUbD0gCDM1NGr1VT3N+SVrxSNR6s+vNH8S6qsznLDthu2ti9ZwHlV6u6qX98TLsDnqr/StUFQBqMqR8T4akUnlxSJg4DBPJlBLgjMP0M4DW0DwM0wtrPFWpGp+X7qaagkx5TBq94VMwIZk+4azE6rrFmrz1wQoP0rmJKbjj44U8R+BtkGUTRh8tifMZHHX45EmcrZvTqlDk4Zy2xPeb82mUZZ0OCYChvs2FWL0mgMKdgovPV6a1qFirlPm0ZuV1dyaZqhd+JZIAPOfJYc3o39xUEoCfu2ySopmqLAHgv42pPlE5Zo7pN7N1VdvfvmtiVYFQRVX+P8tNdkuzqhpyFd7S2wuSWnr0vMvMBMf8dPEtrSX0uzlwn7PqQr8t9PPhU0MIMw3qSxdSSdWGOOSQjF3VDvSNLtLCyVVojxl7vpkaatYq/MuOl59NC+NXORwbHLOtOX/3veE6pw2+fwNidRhRxWe5zEyOtuPbFnPCyOit5vRNPvub8SkxpPuE9OpZeRad5M1fPmC6jDgMCvymD1d8qgX4CKmKehXX/iQJ4AcqS048WE7s755YTT1X9dJCWBKAM1dx9SOgcs0+Lg5OqsGBQaCLpx5izQ0bP3bjw/ZifAbLkSz1LV3mmoJM8KtzPxvby8+vTOYqyNUhr16euVrVB9n+CKaJE2NQcmpT3tqYIFddyFUnQ+m9CeRaP3Y5ZqqaL+3KAsAGLm3ASAJweh2wmR9bbL+UYq4ZrzvPheKWE1z+0d/+ifOKWemJpUpIVaytrnqxKKkob/XUkodr18RqyVU8szIyPt50JCrC6B56sLftHyGSAPMG/POEip2PJQDOmc7bf1gsLVBdVR+7PrF80TXBFV/Ltm+RqqLOJcikMqhkOUMC4LovjZq2wWb73vbVAp3iqSSAWYz7enYOzznn083PXFUJAJyssFBA2eujg1wdiAQiR9JsXEwqXJY3IT83dhpbM4RazsQaMlfHNy2QuTrXkyy/K7TgUM6X5GXWqimqMsYgAtv9bbRop5w+kkxXIVX9EIe52J/xpbK8t6hYVRePXRKrzZSooVXzclpNFn8wm+DIxWGs37FAEkAnjVzgwk+6eG5YMzy1ZPHmGrxzn9IssUjFZg65qstazl2EX9l7gDN58xqrdMqsMbVmUh7VzK+6X8dz3sCbl7UKCYDhmJYz8dNdjC2J7jn/dokkwF7sx7X/90asuuKyx/tko7QGLeaz7/OUALhEyBCrZr0NC+paECchFPqPo3HxiSXJdHb9geNzU7+N4Sg5U9Xz6eNdEqttXdX8lqq6AFNJAHhRv+PPkwTQQM8V45BO34erHuPOlVQ1X2wIjvwih59BUvVWp6BjpCPUdqb80k+L433KaT+12axwn0jF+01DLQO5Otxv08hVJVU5wyXvo4PzbH1fGYfIWh2xEs5cdTKkfdmNEyStm3KWAOhiAZ8aGa2ajVJkrU71ov77c5cA6PMvkKt222H3Gq8TxykLB+iq2mAUXdVb7+vOHRKrrKKQ/xFuzQC6I9kyxHWFgGr7VU6Sc+ddeNV/zEs+wo9xKJWWm66qDRv41JDVTNFbVaropiHkQape4mqyOffiV2wMcmjJT1DK7ClqDW7YqF+xrmruG13zOllPGO4v3oAMGlqoum2aIkv1GsM9ZaqCYJ0Yc1lrdeJPcHtnJpi5rmpff5uYcj7IBCvqrg/O5GoXG12jci2YY3aSl8ujQ11wTOI6OSwB4H+OvDtiNa9iVQOTRPkT64mqpiiuHgSEWB3HRgM8OyETQKBVryaWWRarGvOYcbsZe0K+f9dcubH8StEKKnizIj/tUF99e87i3cukkvVEpmVm+sI69uc0U+VRv+LvMNVfNcsFVxeBvZJjIFaHiFVZig46C9sNtKCvIQKxihhrQwCSAEtto9Bj3Du7LovEmY/fHw5jLE9VFVSx7EbHRngkO9ZcC4bz64BbG0cmVsvivldd1fbzd0asFnTYWQZHLXqrblkuO4vb+rlNMSv+n9bFlqQKQf/xilBtthLrwn8qfRq2CHJ1aNDnzFUmyWx+ZXRV85ePmGbNZuHOGYf7lEZgchVjlnWh2igS2//OSse8rQEJgD6M9kqqGixArg7EY5EE0NzwywsSAEOj2J4kAIYIRJDuw77lkMcybbKU/d16RmXPY5ZqrvIJU8xn+s29FkkAXY6bcavWgqVSsArXae7TwFPSLRUlczphrh0Rq3vJVe1OB9nbWG8VC9VeF2qOng5uCMquD/Qfe4lVyTjcc8VpkKv2ocmut3omVTFZusaPp5I5F4FzmcyAXB1GqT+r91JXtT3RdsE8/3v2vEBt9y7IVbutXxezOhOtsJ/hGLFnfOBTIyMWillNHmDPmar7zji8lAXYNxa96wUhVs9nBPnEUlXnL3k52aFkuXmgsrjXnE4JY0u7IVbLnepM6O67IVdBAl05okDCpDNn1nVIaSZdC9ZUDbezMTkwRPQDzjTcN6nKnQGfGliiNnlzl5s67FYqAbDXjMwxJ+YJEjZyOFcDi9Uh79LtifbFhQpU7zrMhHHMcmP++55Jn95N0Zg7a+O22eIObOh6jtzGZM/4XB5d1ri8ZzxsMYezVjE6jQc4TUBExqFBSqTDTtMdWFAnEgs2TKbq5jqvr2pIAHTdrCioLJlUDetXOyFWmVblYL5fZ+TEcOitDg1mXOxLCSAzGeIdoEKOueNqI2AGN5UAwKUIgGDtt4Sz3qrJ+9FBH6TqNV6KELBpISNSLbj6ENBjp+e4I1kKpwnjfuc6Nr8CydFZip1XqXCwHgS6uqEA6dp+jE/Bt87YKAGE+aDNX2TbD/AMhhM+9a71PDCOtzxLyMPLI+/rROUY4hsX2x67OCHjrj7XrFguzaub9Mues5DENDUXFrsC66NzWxa2Z6wTGLEnHvuerENcUXPRIUViz0FKM1cNuepgGbu7xURsLmilwaSWAIVd595FvVRyXxzpMrKyrMPown5iSzmKtfDAX50ywGE/naUqCnl1LI1p5qo6IvOnj/hpaHj2KhXdMFnO8KsuXDEsjBYG+SlahAAAIABJREFUUe8/B/kzBqlmSMF2hnECPrYNi3McXhKRTdHCMWsN9ffF6+aro4BNSydlH/LNVaN+vATN6Si1hEBmcwjTagdx3OHTOog93d5Sk2FOZ6oN9Olmu9hC87upr3N59MR7xsZrrXLP63KszW3Qsk/drZCrkTmxykOCZqvu/ToPztBbtdtCS9dPJAD2rB1qR0kX8MDmatCvDSm/92jTT8Uz9aOk6toR2RfpPWd25T6h040K+NW19TQZQFPgN13OFVEXuKM8hldFSx6y4P2nn8qufX8jmHzmbQvbRtf0RYiPBvt8hrsP+XzrHp6Vvm2E7iUfY4duKc6/lvx2/lsvf3ktL9LOzIQdndFqF7ACLpdWJNg04xiSegdWogDHAk5BrDsLv+rAIyT8jVa5rzmNZe01lq9xJvxzqoroOJ78u6ghGROrJo2eqVVcZwR4J+xIVAS2rFggn7RV2ExgZf3aPqq89qo6lom0pOu2Zoz6P1HFvd+4z5pIvuyFif6NHUk+xZ/e51z9R12aRgHGxA5xJ4UKTKat2GoRhxl+NeMn143w8pCJdtOdOF/bfos73twzln1c+F+PZXuEb0Gcb+AFKhapPeQPa7E1XiUVlzfzsHbs2XL864uBbc3DOO17zVb1SUfAtzqE82kMV3u6LhS3Zo/F/S5sXHT6h+eA0Jy1LD41W/UkY8gnmIT7iGDuGqGbHY+sR+u+Npv6CcUTj33fwGitx+jnDOen4wNzftzQN/PebCBQ0GBanUnjae983OGUU9sawdkGNNUXTvcrcdhets5+1IIfbv3+gaaL1sv6/bIAzFV+Kpm87YHfkPqzBKU8Lagk206qRU3HYFa7ba8pqS7KRh9pie3M+I7pX77JLwrOeN7kzXG/VEo0gQC66qTTQr45ILnEq+K2gOWtA7F6jSH0MS1r1FpngGUTjNmvlFzFdY1AcxYO4AhJ2CVSQayeLeacrXo5t2WCY7HcQKauacjVPduRbmrxBiCvrzBDvjb1Ugpsiw+14NFCVkgrtIUGlgQIlctSvOHxH850SOTdVNX1gyvqpPDU0Q35A1y6Lteuxn2BWKbD9oLPQlGZC/B4AGPiEFcfAhxpDkKO8QWSw2YlNZWhRvpEDVNsBn7V23tXC3kumpJoP6/VbMSeM9JlifGqa3dsH3o+40ySgVgd904QQDqvQQZ4D/XezGlsZ0dhO8P+hTGrYXFkLjgei3Zzhx6RbDJV+8fyquZzFwCtzybYrzhzNQQ+GROrvILnzDpkAQmZ0ez6YJFqD7tNnkLrhp3IJcwZiWSyBHwUuoIq1rbB1YMAZxteV2LEZLF3qNeJEjJXlYCXHfjmH/iWBYH2cSYczR0zE8SdZsRCBviVqZiMurK4XmpJNepW+ZwxO9vf3xF7TJ/vObvQRmCMnR0VclVGfJBAfZs9+4snOgMUJhWZqv3d39ZVtRpIQUdIAljRUb1V/5IAWROrClclC9W9X7q5gfxdux3wzk7frg9sx4aZLkT2jg8Thwdkillpn0NvxiEIjqERqaISqYdUmZMVOP51YSyaGaUbOpeXsj8wneHZ3t5jDyQAbINVTSUTzhYPOmeu+l+Ipb8+UWK1T2c0/W8bjyfIVB3AqMmsG0JREn8wcFkh2mdWLxtESYSTFb12Icf/ZY48vBkhq/Qap1NszsWFrJhg9XllTawqUDzgV5K9ypOmvV2NAlJDbuzv+936uy0B0P0FJAEGJ0SSXbfPGZFm1OGohX02qJqzRgLgyrNw7N1KR3Mhqz1Ha8ly3uF47TZe6bxmdEIN/xpcqLpjnc+dIICu+9KQgaypKnF3IO4ouaq5dbj6sOTiuBy694MPJAD6PeGsAe5O6lTMcMiJ7/3Yj0sc2dNmoBE0EukInFi6Mg9NaDpcFKsas6G65hQodz8ce15OfxdJgKrwqre6A2LVkKvHXZqV0oKo/GoLBDpBHtv1AblqxU+C/D7xga7q0PDa1py1T5L3NGGcOhlRcnV/mxYoVjVmKcYmbH7VbKfuz3TGgLv4+95iDzJV7QSQzgKHSVVZSTQ+dZxkaXu6mYnVfZJieyKTXSxa4ytTpO72oL8Z3zR0eX9O9+xprDKSEKZmBfyqY8k1J/HeNryFm5WLV0FvdWCjXSUBdHx3j1e2B+6EWD2Tq3s7DK92gp2KPgfQOTJrY7o4kudccbd4mMZdO9RbFVJVdlTT6KL1WmkAORerGnv3niaNY1hc/p2LWenYtZfLkKoybO0o68mlf6+KVdmniafFKZJW7cjuKe4gU3XAw+qaDhPHcZZlq0AAWUGVzMPMYzgyVUdGrZkkxZ7issu4375nH5IAnPLOEmITg/JUMBO7/3yy4paKGTU9QK4Od7iM6Xy43cNya0fEKoPKu6mcuZq/w55sA7qqA8vP66I6I66XWChesbm7Ile1IBOOA/bYF2ernI7/u8dZTKbtvrqfzFX2KxSr6i6kzL8r0eyazXO+D74FchXEar8NaKLF9JH8XMxqxTlWUq+qqarGM4CT+qRWY9ubXNgAvOzFOZmqXTs4F7MSej5VMwnSbkOu5rdxoawF64aabNUgAKb6UNFYuaGyuJn9BZK4IJmruPoQ0GJWy7HZGbHKbDQTq/mbldZYLJH1Y/ERLVQ1NZN3n0fencOMFInL3bdQrGrYHtwkAPqeAQLIhixnrubuV6STaWQpXBjBuRhM+z9PWGiKHiSuIQRyjzuQAOjvfe53rrswZz2gxFpJdzuIy/OiR76SAN2TAyBWwxCr7puI8yw0xV8Z28t1zBLZwrKkgmuZTZjmpNiX09tcUlmwBMCyC8WshvHzUcxqd8Sqls1lAoiL7uTrufyFWjEOVxeBaRIAfb/GUtVqVZmTqzW5H3HfleeJSzSk6kxyLNfJog87yD1rFaSqnfw5u9P8+Qp8y+6FOWPDc8CZ4dhH2Ir6GaZA4BJ8pPBFxuuIpR2Y49FlSAA4WIUHVkyPLvN63WQyzh//HFqc3C25jVtyxgab6xY7ZLaKJQD8+ACKWQ3NB43e6nysd0isMqAcrPOeDiGVfsBxnHVVbc9A5urgLCRLclUPDEJX1dbzBptlKta5TRZ9ztZzJVflIC4kAHpNRRfx5k/zJ3o850Fy3b7IVWSq2vvbHP9f4lHm6TwbPGKv3QK2xh13fWifI2bYZ/kiOcK2cuWnc197Slk6uZSsJ/jy4a0r4xH4dXnMl5siZ0ZeDd3csRomVQ+zdFWHzK+qmzVbYBtN8fE8ZnHm6tw5806JVeZWTdZqit1ubzMyVYf7c54EQPeZIFbHUFb/yudSUpUF1fP5Jr9fYiQAlgOUx2TRL7onao2JtswOd1eSVbfcbsIgvs1T/RMRuniBb9n7MzdsQKxe97X4FZ+t4L0cj66txaxw9SAuiSwm8TDVOH+WZDlbTarfEspKRQLSq1dpSxV7V23xUF8X73NTzwpnsSIWZDEnbD0kO8fbWZNbVhDVJZXlfF1V2yvZo6qaTzX7HAknf2C0P1hCru6XWJWAzXIATfXKaLt3SsNUVxVnv/ox0yn1YQqgA/eCXB0G0khueIJ748dUJssZY1BPT7A8gl/ZkdxIDn/mW5M5wurvmVs8SRdKTKryhUXqZR+cM1X9Bhz41cioNTdFYQsXGngnilXZweH4ycSqz4v9ilcTSFy1zL1Z6znhI93tjS6MVec+PvXpiZzx61jnrNW07cdnrOk+K3ViVTZ8iwJzwOuOlSzVQopV+fUr8yqQq8OeWVUFHbmi1UT8902sNnqrc6qChgyU857NRFZJte8Z47zGRPgrk/buM0CBXB3saJlIp5/HcdJVxaZ5T3drMa+pA89YgAABZENIlxo5FLNiMt4snLBYtRGrQjuPuYv731HMamTISp8aA6k6RKrKMj5I7oEuUvMv3+kebNp35iNFgrHKRqx6HKc6RmbIQ1EN8jkezjPmqH6V9lxZZaBUXzWc/UTVYa6NqQsqSy5WFRYX1lvlku5h3+L60fHcZ5b7xyOP69MW/7smVrULNbMu5b3m00EJz1lj8Zj48pb4kQDoawfI1aHe0azwdBerSv74zcZcbs2xPEEOVcpuc4jBP+0JY9g+KsSvUr44WxVZCt0eDJ/VpbE4k8TMIA6g2KQ5ZuH4f79JhJIAuPJfIVf55BhfaUdov86l82RexIePcf5aDgmAYSzVr8LM/659yxSygl/19UolmXWJEZQoVmVxsDC6qjZvht6qPc6pJICOXa4XiNUTuXpMcip0mv4HIjdcDSne+0w+ckhyLP2szHD9ZyZD6S1UmVD1fcQ9HM4bPLk4iDpSyAUkyFVbv6YqCaCKWlT6kmTZwO4DvtK/tqqdaAr4Gck/OkVyFZmq12bXJsZ4i9R9aTTPhIU+bGQB5j0h51+dC1klRwClRlgFNqNLCYDQXnX+GJ491JwWjv646uH05sooWmpz04JuvBerGgsJrLfK6RrrefNYi+L5O88H76RCpRs6IFabvhOFpMSygJrcE8kaC3K2KR67nt2SplSBs0PMflEGR97nf/vwL3VXOy3yWUsEwa/sPeuvWNWY3aU3YRz7Ih9/1wyg8pRd5zbg+3jzsmfUVIluVCrtXfa1039tTkCE3AjkVuVzNHc6xm6/SC3ugFjtJ1YZF5VOYQmA8HFHCjVlIYLk5ifT7lKtTCl0tEJfTGub/e6U2urrm4ees2amarcdaj/VqdjRGt+byjuSGbPY93HC1mJWByoDyKuN2rBIAoRNlBltQ8Q3HCuiJil8tJUgVtsQCbHKmavhJ1+jPeNwQzNVTGqC4vBZHm8Joatqax4kAQY7rmZiNZWsVbUbPeKO6xqBdiZveIySmSxuYCq8GSiEQfRjlu72yoYFJACuLGX947FNf0ATYHjYSgQfSAD0dyP7FW9RrF16QPVWIQlgnS1HXszKnBwAoWr3q7UkAPpaUMlaPfzcc4Mp3eJXxjxf1vNKDamK9dV1X9dlU7Aq9Ma6za85BWqbdy82/BUeoHqr4y8CsXqBkalknkbQlmxMBCeLla9JqpomgFzNgVwVUlWyVccD6P7uYL86tLBZB6SYJ4vb2gBLAihlGftlxisUKujrKdN/6/jTeZPrrHkYu/1s1b7YY0+b/AER1LaS83mltW3HzARN9ura70/hfTFXMwex6mBBEzQHHZ426ZZzTHY/njvpBQnfHPN4ZbSnC9FWTRjkIE1nypklALYlNqUqSr1tG4LA6+GhbL9MrqqP2Q0YxOoV2HzMgGukxXuJzgzv+0BX1dpJ4YpVjdkFyNVhclW1jGO9VAKgTRzG2tIt2hW2WNXYF8U8YRxre+i/FyK3ETe5WhW8G4/ZdL8trE2stlpxyqwLbaVpPj/2uAMJAItH1TySb6fHqHqrlJgI0lo+qvPkKQVB1mpZ+z0Yry5RN4RCDNmikAQY9gguZhWL/Z5y96UuQ1oyIKvEHZFGMaTq9nNk1lsNr0i+CrLeX6LFrIYLwIJY7YWdM1fjLWYlU0WQqhGSqqZJaemJeo88Aw+MWW8VuqqWjtOAI5pIWxbzip3gWNOPrt7VEKvbT8lstCEkAPqQWatYlYttwr/sKMWKTVnGnALgYnVh7tlKAqDva/joIGaE9n6OqZq58XP4lW0uyJPBeGJOrHE5TFSb9tSYMsKVWC2pwHjV2amQ7SUqhVTlgq6RzOBlzAK5avM41lplctV2gVi1jh8s4xunJAAkAAYWQDLoby3AjKzVoSlAnOQqEz8YSPr7Tf1JSdXtB35Mpi29FGXWan3hV7FkUExbooS8O6ajjChoNTZuhbSEqc9GpurAwsZsNEWQIW+yVuM+TzDV+vzdH9N4DgmAkX41m+z+un/2k07+lIgO9uwPnfnDmPxKPkGO/2+/fpgJZ7if1aUQq7FhozI2WBPbOn6omBWIVRuxyv9dJAHimQ4pXWckAML5eapP1p6KZdcH5OqgHUVWzEqLVcWzEx+XDzZ6xRFlyUc3aYykw6Q8VEQLjdMmICbUJwu5LFS1oQTAlc2CWB1z41jiDopV9fdUTJmq7RbK8cEx49rt37ePO5cxGUeVu6YYkwRAn5vUsp4AadePDftXvYksgClWpbqhnJyx2yDX++FFzXzObXSkqmksS7VweiF867r7pEBlpf90r+INr//RmiQo4epFoL6T/xxDPNDNQpA/NksVbcwoesq0EH5ljSpC/sRBPqNY1VDsN6RqXHEnFoIjvlEznmJWIq3REKrIVD1bii5yzL/HMLO4tGL41rBXb40PMlUH+qdWdf0Y93EgCRCvXyFTdbxviogkAPqJ3/hmY3G0aLuNC/WrA1EZ3zxny77h5a/QlScJgC1bM/xu6K3a8bHprRZvfOLH67rivdR4MjNjMjGdREudtM0pOxEmiHHGGEGHbVesaujj4yAOI+ieqyaoHABf22GkEY8zVbEj128jja5qpBPqrQmOGP1K26S+tXXmqkpr6IVxKx1iVYvKxGvdW7ds67gDYtVuAaaIX6zxhufwFZzL0oE1VdVGmXVNRl+sdrN9zNPZesz0WEyaolv31+X7m9JRG4zppxO24C0uukSJ1QOV5U1cpmJpDZOrcQpjbg/fmVw9y3opsSpiCpxdt4HnbY/LeAtqmQ6N3xfojkoWytAnscGrNAJnq8Z4bUccxojGVZuajYut2lrTDY6nWME38gjxTqe3Jjm2stvx96okwDY9p7qqOF3RWd40hEr8i3cQq2P+tVXcgQTAdc+cCg4VMZXVsVvQUbTrYtJWHrP2tf6ucad7LD/U29s+DL/qR1kTINJJPNgqLoeyUd/PXY98bopVNSdsIQHQ6clGAiD+uaC2W06f1TGkF/r2CD/P49MoRx7YmxWXEKsCnIxoUAGywizYbLNQRbGqIeNvjipvRCG4uSXI1UGcNiJXIQEw1CucbRj/Zg4m0vY+NNlbbjHK311Kqm5D6fr7Cv9P2krnbPqX6Aa7Tgyn/3ovv1g79oD8sVhWs4GU0mnTY63qg7i6CJzJ1TVIh3ZMXuN9SfW3zMvTIVUNj5HOOLuuNaw9XvE8sDTnEhHqWp1daLGqSE8C2qxS9VbjkoRb14Psb5MClfxPk395IlY1KFVN5moszY2nHbLDLJmra06HdGBDUZ0Bg45OV9UalrBKHXLnlTPmT8WqkDjS0ysm5qQziK49aYxnZBqONyKOf5LbWGd2C2I1futwayEyV8dwWjPuQALAHuvKjYqzjNlH399NISCcEbT3p8FoDr6uvwGpOkQUNJIMCaYamphsCie52kPu9605Vkmec5nO+mG1vpdM1RvSYl7pXXUjCZBey8O3WCUBeM5c0AWxCnJ1iMBjilOJ5zWWp+ccR+iqDkynE9v1QebqoIedClqFDYLSC7JjiKsfgfglALrtXnPSmJrVFKuNWVqsCpk/lxay1tFW/3bZbOxCE9IK7VpxB6TqdRcYYozPVqwxJ/ftXyhmNYyoObbMd/kcU9rx2OdzfdvHls9TCYA0yR/FjQkOZE1Y186cMe99M6o53sLFqnBiqRd61lVlYjXlqxJJgJRjQzj02QPu7uprYlUDEhOIOAPWC/9JbzVs0FYKDotUuwukIAHQ1/rttHrDhRNPT15FEoDt5gBdVWuXtYt5pbVcXYvk8GTt6z1GKmWHH89NsSosVq+JVV1npOVPRgcAU8FxAiikM0MCoB9djve8vEtJAqD9JapZV29YvSGk1fp5dghNSBCrI31zmiqkNl5deBcojIFuDuFX+joueNv84ycEZPQUlkZgUpXxSfuzqvog41binxGkE6QwmdFYvXiD7GbgoIoVdcHm2Ih6++2b8/IXwcmGrOYn8JQ6VbcGuWr3LfaAMPiob5lsTL9+m8fTOOYcEs3/0R7Ygly9vX1OEt0frphVoxeIo18WOzCjeqrj1TZ+lYRTmUaGYp+RAX5lBibGi35fkWa26slsZMzaXsr4wYPXR+huYaVIsAHY6fJTDEtLV3XIcKvTaZ10x94QjnmSS/CStdqa30Bfv2e8YqaipKI8JJ4Ffv40HnWrGlmrNt/sJ1ahtzoSyxrypzm6rFUT/VzmsHiqGhx+UBh+SpOnsMarAr0DkgBDwPKmjupC+r5KqhLVtvGNxPXz+Bj3IeHNChCrozbSZHiN3jfxBpXWwOmKLmzpSgD0G8AWmxYTTXG720NU+mqOU4IAuuxWk6maQeKPfJghVkPMeFwdIk5i9Tym+zi2jEzVkXWVHP/Ph1RtrAeZqwPd7mdMb07vglS1TJzS1lW1mQ/IVbtjWYlVHfBRzMoOHe+mctaqGYxcpzBjpCEkAIYRaqqV+4F7w6eAXB0C3z+5WjSkqr9NkA2Nx/OrNQM8lyJ5fiaL7hCnkrHKKwy/e8w6oa5AAPUai5IB/Kc8Ys7afuXugRHd6SFz9SQyBb+yMfzJHv+3L1K3zVyNmVjVtehyTUhDzmKjwmKFkjntM01o+7is+11bbllsj8HwOssTNjJWlblMdbx0mtH4LaVYFSet5HdBb7W/TweJVQ5IkAQYDEtEQq4uv/gwpUYlSADYJ5+MT04BKsyR9+XWGMETvOqtapX7tA8NhuwTo6vql3YL2eKxZ69JAiVDrDagqSSAH41wmZZDAmDAHP3gPGbvq/1dFt+eFmOrNXrFF/nKXEUG+FWnnSUA8qyNIufgTkfWVrRZIoqdWNXaH2dJkjnkKIhV2z6FxvO0i1UN+4sQ89nRxv5ixJyNCzMPELuRbFV/7cnhSRpvbqjM4CSgtT9qFu7D2rqLzzCxajTroLdq93PBho8uL7tQrGoMv1SLVY19F8hVe9D2ofOsdsNHlXH1IWAyVfPDZy1yNTViVfJSWGB9qUMUvGGx+ClLWxH57zMjVhu01/KtyDvXwlTwf15APiNTtRdXkQBgwnkJthEblOHkt5gRpkCsctdVwjwzsT5/3Fny24jNZ37TTqFqPqbzX77eLzFmDdAYHFMlmcXdBk5EtSStLPPJ9axgxTfVBRXlTdYbFjrTYb3V3CREltnJKLEqj69rqjxlZi5rbpy/VkkAJlfdg1L3SySbbsFkIU5kfLUqV1LVLMAWLMJ8QRzrcxZu6mg99KbQGbNJuFoI5CUBcBVTVzoCliKxyjPhJVMhZKoOLFK8FISIO1BhkTrSP3NjT2sOCAKog7EQq3H7xdLWSYLFBsWs4idWDbK1kKtTfAOZqmOxiv+euWM1EFSVbltMsZ+lPp3G76cXipM5YFECy94ObnRVPYtvxWpL0Fu97Bk3YrWltzptTyNWMwjQrvpu1tB0OvkjE+p9DG5T0Nfj241+y5QfJnUv9FYHu2sGuaoUqh5RAZ3ah64hVfOOO2sQQOkRq2oPKgkw75JMVWwEnsDr2ln+C7fpC7F5lpbwr+aQq5AAuO7wBsfcSdUzddhIAqxo+ikRq66SAN3igfnH5GkGc8JnJ+QPo7PGfHBaL8R1t+IzxvKYrHEtdivJirjOCHDSQsa6qrauruvSw9ntPAzJmViVoFQdlx1xygMzy1fw8UrGZ9qlOiVMACE69SF3yjacTQFM64+t7pZiTTABO/wTyVXNAIf2i3UQNLpImfvVGpPpVInVuZIATKri6Fcf/5NXsarhsVAXV3O4w63G2NXfO1VvFRIA/V3UZIDnKgHQO++t+QzcelvCKRGrJu6YTFT7Qv9SNgDE6iVSprjOkpOWq8fUhS/UkLyeXy1s7uo/dyGeVQKAM1W1JgOI1W43HfLWVR2wyqrGmpvhmUSsihOBXLWaVU0VAzRp/8+k068eQRN4oeZTNce4E2jv8iZuoa61vNWrPOG0k+oyKWp0VYVcXaV1ib0kX13VsUVWiI5Kl1jVRYZbzrJmMSBTdciCTGzaT9BxWYiF8Llknum6iEemqrVLNT65jPvJWMVoQw3ptdaMMB1i1UA3njEPCYBhM+PQtCdStY3GuViT0CCj/rinG5zGdClWBdwu7ELGeiacb3crj6BSNiBXJxOrUp1RyFVcXQRk6Sl6q26TQOiq2m1IEdSjBvu5IAkw2NcOWauGjEdRHQuSvL3Mmbw7lB5xmjDOCDZJE6vyvTWVDkOWbgJCAqC7QFNY9jROXSCgtJcrgTjDv5L/iQs2IFavulmLVe1rBtgFgWs16am2sPElPWK1orpJletmrnb/fb+x2TYHNP89rE3FHrcxZg2sv3vHrCYOlbwux3XF/9REpZCqmsm71wvFrGZkrMoyjAkOITlw9SGgkgCMj33gQqbqsO3UuyNVDR4gVweG++YYj50FkmJVOx/YbPhpPeV9kqon73IhOSYOazkQq5IVNkKuQgLg2jDGjqNONKUEb4ckgFOnDcUdSABYGSC3bHqnHkjyJsmsc07VmP+J6RGr/K1KroJYndbve85UbSMFYnVgpdWMV23f0kh0YPZwmsHt5e76QGV5s5evHfxOjstczp0tZo/WMiNjVfEEuTpkV7zNzJmrfZfu+rDRYSe1H0PNOtzzrhjI1Tnkqi5AcETFjt1h96Szmzj/tLlR+sTq+XtLWci3p0OQABgc6UX/0dyxxynkGR0sVAcsxUasIlMVpOqg2UglFOLM1ZBXmsSqrEStkplYX/XFZiY6Go30kAaVyLN146LR4t0lBTRGrrJ/NZmqzfF/+FUHMwnRKgGA64yAEKv1PrN3ZxOrSq4eIQRt9STO6r3eazYhHPokNuAacmz3gxzIVatrWfRW6+IglBCuPgT2p6tq27bxnbSaE7FaNJqrbeygqzoWUcIf1R1rwfZ/bwh43861/Yf5bUEbH2SqWrHVXBdcBgHNAArHrqZMrOpa9GwrIH4sfnPCCJ51Mb85rSdyxWWu9ntDOXeI1fSjst9+lq2KgjNV/T43eZz5NIGcHmXNVYnSXj5pUXyXaWr4flpIrHJmJh959wOYF9Rjeohgo5IJpitFIABHle2c2W4lAPoggdyG3Z1N7NE7WDoCuqo2tMwAt/eDlWd8fGbX5USs8gq1vcfMMnaSv7rCZCSmoXusLXpErj2yj/1iJ3+XDCCSW4++AAAgAElEQVRc9glOg07Ln+Bbl3FZ4s/OtVWv7Yezf+TwexDnSpdYbeZ/LWbV5k8Ss2cbVnsxvqAP5vzUvHrOb4218DNEkxabgP0O5DrHmUvKmMzPefzb+a3T338+zj9DH78hVZWzMO+e3oYLzI2vTn1Mmx+e7Qv+B5bQpwmCBPwVHsqxtizvUeFbHmGq3ZhvlWJ9asaht20XEatCaEBvddhEL/RWuWf3VOV+mvfqkn6fqeP9SGnWKnT8LHYkAzSTzyVV2KwYcDZIAFyD05roTgtTV3e7EatzZwMLGzfz52XNS3gm5NNqt8vnziGy+oh4EKt9aI9X63bpo5D3LFb9WkB0SO1AQ/C4fqThQ1zv796XmgtfyGvM/ei8fmfmgLognM0qnEDp+sDd3RPugC2xJ7O49fANlw3WTWOfG6bugMR/p8yUedNruenE/7GTWqhr8kKquS8x7EkvTehmJpwVm6pSfIDSdfdJeiGcqwVMQYfyhg6He7u0mMXEKiMJctUeJyV/o1YZX2T+DOFkCGeE7UuUfEsCbI2v35mdDGZc5R7DvcW5WAKA/4QNi2u/mpbBa/Oc29tnj06U/Vr96Ot6b5ji+SHyWnweB5qDgM9lwTkvcwqqc1qd2m9EPf465VA6PwYv2BZPRQY2M9QLyHm2oxPKdiYRq4tdKEQcOM9vQHD0d5CSqyCAuoS8IQ4Xm3V2D+CMQyZVSyENVTEBY5etm48gVk/QlEVDqrKG/A7nO16I1TO5Ojxd2jTubEouyGgmn79sSrHk101AFENfcs35dUMOWpqv/3nOc5d8Ryq/1aMLZ+Jwvg2ciYUtsNaBedGm8Gngah/naLTHnB5svnvJ98/B32SZhKCrxu34JD4/fuuu7vCVoXB7M06spgfsHDtP7yuXtBibOX3oARWbTZ23cZaMP0ssNo3fgljt76elM/eh3r+7e30axtFppc4pNavOLLDaBYmS/KiAjUbm6iW4RXFApqrF3pRwPmfyil81WasBTTTZRxvfSvYDPDWcfYozVctivwXIvRGrSowNTRhjWKhtN6EVahE7GgOuq8W+cHUR0GxMJ95wd+ApLjqg+dfOyQlOxJ6mNxt23xepyk8FsZqTp0z7FmwKGryAxJjl8IHT87XNJttYG2P5u480hFi+ZUk7jARASFKV25cisarY6DHutmudsusWprEs6beYfyuVP3getPPlliEOY+6rrdrWxqY9VxazEVHR7biUrTBxee/eJQFEV5VJ1fJml5mqxkY8EatjpKqLSeZ7jxm/QG6M9DEKoXUA0mp6Pkmg3LzMYMPEKk6p2HsXsYexacgfz3q8+RGrO19xTQiSml2H+U/4cgATOiXCWy9JVROLsDgd6ipkrp7RAbF6aSlmPlOWnBV17UdsO0oA4eoioEk+Dbm6U3hAqto7/pwB3l/QC5mr/dipfjrRfiUBWFf1lg6H290T7x6IVSwqhieH/ROCnY5n458txb5waVlc6GKOWYIhVvX4V57FdsYwcPk7iFVFaX5VYDvKeRGrWIy6+FPfYnXfWRyQALDZDXRV53iU/mbP5CqP2eVKc8DUMlb14MlwwSHGjzMzsX3R73/Har/eZSPk50eqfH7J2JykNXo+SzPCm6OC+Xy2ty/ZqySA0VUdsh1vIEf+IBCrATvItkQFyTFCRUvm6p4vkKpDvT+UwXvENHrQcfYee0Jkf+dDrIJUXTLq7HkJz8U5cV0jAFJ1uVXslf4JnaXa7pnUiFUuxukylisJhNjU54WMimTX7Qwe6KraY7IhnMd8C+Tq8Li2N3L1rKtqipAvH/dTfsJCYhUZdbbOHxurMNgPICfg7ZVcZVIVWeBziVXeSRXLQZpCL4T7jDt6XHtssjh3IAexOhe5vH53HvP3EnzkUOmutbTGLFglAMY06cb+PvaWvP8ux7pFT3MvfqX9CWK13655jsfVyl2vqtrrWmKE/Gn05jlzdS8XJADsPc3YKLHqdkESAOSqGacOh4cm2Y6bhaV71wJiFeSPlRp0mCfvk+CY4Ci71VtlIf59LSBcrOJUxGEEG0gCjKO5x9gTclGeB7G6n8XVuIfMv2NvWavIVB1YqK5Mjs232jR+uZeCVmtKAJieTyVjlbnAKeSP+T6Qq3Yfr6imPXDPIFWH4nxBfJR7ivIIslbHx032rawT5muiw+E+HQ43yGZqmcMCYtV9x3Dc/PK6w3WJukeCw72npfyg++1Z3AlSdXDon0A4V6y3moVNhPmIPcWekKQq9076xCo8xaeX7YVc1e0/2E6f7XC2IbZHfXqVWlpdV7vIXF3belIhVl0lALqWB0kAuy+aY8tZE0BcrXxCNqbfyBX/0xQbltdwb6tZQ0BvdRiznMnVsryhQ3l/F2Oyu2cQzSRWQaraQJ66zNgTwTHFMPXePZGr0FX1RaqK5dRKrLLGOq5+BPKPPWElAAyqaROrU0cseNMYAnuQBMC2Vb8VmOFmHjHmcNRpzPgy//se9Fbn2c6yjk+DWGU5n/lrT5CreyVXjXQEFgO9m4DFYZK0Rv+mBYpZDXFCKmezLEbH9muOxTeHhxpSFb7V7p8ZxOr8gS02w/Ddnrl+kz/BsQBpiUa5Z66CVLUOSo222rysQ9VbneuXC6w2mZ/mG3uMJl/4AR/EajLmvmpDc85cBbFqNyUfBatAsQ6RQLlqrm5BqSrO8ROry0hVY00gV0fI1Sq/rQtIAAyMVQVnqboVghtao/HfJJmlRnmLPpzyK2ZV0M3NQ1QW7pq8q06+N37ZRGIVuqpD/TWXwMmX3PBk3ZnrrdZ0mHQEwxOqyTxmHqmqn8fkRu60/NKOzC/+cI8vmyxOwTRNYnXuaDUFmX3fmyuxCgmAIVLVBzkGWnV8np1j/PJhO/NibtzEarNVIYFnyUapZo3lN9+Z1+d9v+KZU5VRMSuQqkO2cZZHWLTGaqVi1tUS//RnxzE+SZJ8skhbLehQ3qPycLsoGsfYR8vbxLP+wxQpAJCq45O9+d2Sh8PN/37bL02YZm2tPHMPka06OPRPEf3pfRDnVjG5muNCzI+/ZRd7eNe8XG+CB2LVjx3m+JTcyFVkqoYmVXU7cBmBlKMnnb9Jc+o4vuc3pm9FrcZLrBpS1d94jqzV4fjAvGqVCQEEXVX7yrosNVvV16V+Bf21MZ4obd/SImc3N/d9mU1Wz5GZSXkzhVj154BZIelxepcdweG1o3PUWwWpGpZUNU+HJMCYK+YRe86ExJId+DGsun9Pj1jNj5CY2mdr3q/kaspk2ZnI8kdvrNkD4d/l4/h/+Fbm9YbUDy3zmGvGqa0IVWMR8RKrYU6egFy1xwI9tpx+dl1R8ElAjFjXPa2yGoyNb3yUWGXbyWus8fU1qUsCsE/dHLhYFfjAXr/iInDsV2984scdXADZqjbHcgBvkk/mQXBM+uQJN+dFrtakwcn34DYB0Khv9Y1LxRpAmGdZ+zz92LOuBIABMi1i1feIFXUIiaJx6Rez2jDv9q1voMf+w+/T77/2SXryTW+l480j9Kznvi29/QtfQG/3tvFkTZQ4FLe6r6VOrJ63fbeflMRJrBriJwQ+kAUYXNM2WaupzhZAqtrDsZKq4eTnTnIbWGxddYJAkmhGONvNobxPRXnAbKfHvdinqGw4nXFiFaTq0IwxxMCTPsERco6dC7lays4GrksENIuDg9M5m8MXRrpbyFnCvp6Y13NyiDu+yXiXHgax6oLSvu/ZkJr0APw2rX/6lT9IX/NNv0i//h9+h37lsQd0PH3JPfpD7/6e9KF/+gPpIz7s3enZD3n4xJmPQKbqTOA8/KxLrLYzQD08PugjTFu3zlQ1HxkfsRqSVD13LR/Llb4I2ttpPpzny0dhyVJpv56sgK7qEKnK+ITP5GWfqirpjVSMZ9V2ppa5yv14ONyjsrxdFadkXsabFZyt2lwjGasgVdcmVc37ciA5wjiFOWeQzGjfAwNI1T7bOC+MePAPZD11QdBXt2ObctzZglRlJNMhVlOOmWHiwXpPTVeddIuWP/iFb6O//RU/QD/+5IDNls+kl3/oh9PnffYr6Hk36/Vk+03rEKspy0iE7ZdUs1ZjkgHgHoqNWC34NFeoSWDLJCEJMOyfqRWz0uPtnJgRaAERNpwFfvqZdF7BtaiueNMC/WDrVNnUCdzjfh7PxapuqDzcA1HeByjHHCFVz7Y+QKyCVN2KVOX3pkxw+HHmEfSNmEv4l3l+A3RVxwANTZBBEmC4B9KLPZxxwguxMcsK8/c0iNU0pnBheiiep2ovbGSok2HYKJOr/m36lv/uK+h//63xBheHR+lT/96X0V966fi9vu9Yh1T13eo8n5fKEvWSlI8nDsRFrIbRVbVZPshVe0xIS2/1rB2aZ5Rb8lUFcbEqM/cIvcYyLa1ErDeeOLcEwRC/lZLckQvScrEqzlYlzsoMAULKz+Qdip4McBCrMzp1rSWqOhyyFfq7KEVJAJCqY+621oB/FLfCMDG02Bjrq1j+Lr24YV/GT6yuNWLFYhFxt2MjunIGKBu1tHo1fesX/H36335ND//XxyMdq+qc3SEFFJh84b/e0kd96d+lv/r+6xZT4KNxGD1mmFTAn6RArvKcvoyw8EccxKp61BaFUUCujpGrTcX3gP679NFrHHFf2satfm+wWWt91f7O6qzhs9XnR/1ekduI9GK7OZQsAXA+5h5pU1dvFs+Oi5LnoddzTwuximzVoV5a0w2qqkJxIzv7w6qZqzvU/Beuc7xpfvu2/SUP+mvppPFYVm1Ixm2L9PjbY99FbX+BTha324CKm1hdc7QatyvcIerRScCwhQSAAvNG+pm/+bfoi374cXryqSPxkTke5x/cVVQXJd0KqVpQWRzo4We9mP7GP/5i+qi3XxfSpkTBui/F20YRYHJ1rTnEaGM6N8Smq9puXizE6hakquKAYlZja96Y9Vahq2rvPYPNFqSqWUfUlc4m0pj5TI3sy+6PVW9VdVW5WNUN+q2vizu6qhdr0uviVSBVxwaYZW40/dcpkRzTv27hL2pJpl/4kDV+DlJ1DOW1B37W/4Heqr1XUog7a9tMH1ogVsc8G3/vInAesWJcamwpWPAW+o8/9kP0z77uO+gbfun19NSY6Rzejj7iEz+aPvPTPoTe6+3WyVqFBMBYp2z3dznjJQUwt2vD2JtjzHXemljVPgtfVGesbziRBQRQP0qMDBckiu6STTboqvb3C0sAxOBXkAQY8psYJQGYVOXN6+02u6KLNNIgmR2LlrPdrzoZqyBVYyNVTXtSIDk2c4PoydXGr2Ke7W/WeeEKVbl8kuZCRbwKc/mIYPfEffxL3Wn7vouXWE1hwymY8Ub/4C3pyyFwtstUfYJ+8qv+D/oH3/mL9AtPTlnBF/SC9/to+vIv+SR6+TuEP7IGpbG4XUv9Kr7YFyOhanpyS2KVE9Lb+o9bWhckAYbRZ8lMPUEQywVdVXtPxEGqnjiMije9tjxbFovN9reDNy5icS2jqwpS9bqv6ua01NDubYdYXWfHP27z7m/d1kMJiNURq6ljFXIBqdrXc6djcRGQzUysbu3fccbEZokaKTgxZKtyv8VJrEbaaXEa+matilEWYJtoeKTH/+Xfo4/68n9Lb5jVGwU9+z0/jr7+az6BXnJv1gNGfxRXpqoqisZM1o0CGvCGGPVWY+6rLYlVsWKZB26/ScpOZeQkAppn0o9mSYBoCKBONe6kgfXc+C11VW1rPiFW65gjoedOmPA4raizvW8xmXpzeAiZqld918y4ypvRmh4tYhWkqs0HYlmimt3UWAiFCTEj6K2isNjosAV90eSHc7GqSCaMk9se9gcxEas6oG1DJ4RF2d/T4ymk1wxuERDyBl0Qq/7sbI9Piolc3SwK/sFP0hf+V19L3/FbT81XTb99AX3i5/z39KV/4UVBKJq4MlXPB5ZxdPk6ahjaOZbM1diphC2IVZ1TlE22alyRnyUBcNkROFZbbl2YOeD2R9xjtREmx2IsOKQcRhFLWI6u+4yUzZac083Nw5DW6LEMiToiqzHOlTbEKsifIQ/b0sjb7ULWan8vmX3umpdksWylSlOhqzrkVzFtEIBcHZtjaFGQGLJKYpEAiJdYjWXEGrMp/J0RiEUSYDNSlYge/5Yvp4/+u/+WnlxqEs96BX3Td/439LKbpQ+6/H1cpOpl2+KIyn7xXvq0uIjV2GlVom2IVc470EJ0MV5y5D2q9UQ8KEnxVybJNmqSKcgUa6G6jWBpXssSADfR6kyDXB22DpGn2yjuHMr7dDjw5CnOmLypX0mxKjct5+KNT/xEDRDt3bXVwGFrEcjVEdeKRm8VpGoqpKppJ4pZWaOO/GGjsf6iUTEuwuLKWI1txNp0KpTMy8+9tvaENgJa9y2vpv/nb30lffH3P0Z3Dj324nd+Fn3CH7mhX/75x+k7fruT/FK8M/3P//zL6L/4Q/5wjEsCwAEg3HKBwHb0DzcjflKVW7kFscqJBzGO56f5IB/LZVFRXFcIaGbdVgQQE4duBMceu05IVSbG/A2B3mGUPQskhVtx5bCz9rjFuqqlFKyK2HC8W6LrAwvJVnXdrSje+MS/xshhwTZWYECuxk6u8qA2ni7u6tJ53bdtsaoxLGW3MOYZydgHrPD3beIPVw2O82RFPMRqrCPWCkaZwSu2oTi3FyKof+MH6Es+95/QN792rBMLesX7P58+7s9+AH3Iuxf0mz/y0/QPv/E19ANvav3u8Pb06X/zC+mvf9jb8XkRL1fM2apePjDjh5jF6ZaZbSlQq+sTq3GTqidyVY4uY1y1hYj19VZRrGooXMcqAdBts2atMjsPEq+vP/UEpZE4DD9AF1QSSwDEvNEVHoX+N6gEAGeAu9sqiNXESNX2gL+VocX/3o23wwpOpcdkrN9O4iZWuc2yWzghiMbvD35buM1CA8TqeC8i5oxjFPcda9OcOlXc1m6e+qlvoE/+vO+mX7N0zeE+0YsevqU/+WdeRp/2Ee9Dz330GXrn079E3/wlP0Jf9pvtHz6LPuKzPpu+9NPfm57lgVlNh1SFIED/AnVd2zZjY3sRBmK12zNNDngicyxT2yLukWOb1umx5RUJIJGO8BDYt4Er6FuNPMIUAihogxwezhnhormK6woBQ6yGHsF4fDocHopSkzcKsxAJgMOkpoBYTZRYleUQdlIHjH0bcrWO/HjTpOjg8eaYilWNfZZOFuM+SjP2DaH/vl7s4fNCcWe3bJ+xGnrqFdqa8HyDwHqSANvkx/b19Ft+4hvoL/y1a2L1lohuH71Hn/zR702f+mfel5776CPXi4+f+Wf0+V/7OP3YG/ikgf7zTp/4RfSNf+1l9JyFOqu84EhnyQdidSiKrH2sMiXLYdzWzFhVYiwdzzJrrfXmPGmNhxJ35Wx32HYb4jDsW1J9OssjKPmTFLEqy3SMXTarC6+3yqTqLZXlvcQi8hp+ysk8B6KJpKr4IKQArjso8Pjg1SIw2A9xqzzkr9mbkAAYNu74s1VPBAfrRyWSUeE1oDg+bL24E2+mqoEKxKqj0eA2JwTWyVpd5y0uH9xHrD7zuc+kv/JxL6OP+RPvQc986OHhx7zh5+kH/sXP09f96Jvpl54ieuEnfBF90+cvI1ahq+rSc+ndsxbBCmK13zZSJFX1S1QSALks/f3K3FjIgjtMFqZrO6HjZEFlcaCiTGuz4rzWYi3jNNseumc18oTyLS1ydnO4l9xG1xq4iz76BF3VdptArHZ6aE0azodxrEdw+Gjt2s8wVT3D96ouUzmzbu1vjPt9XW2z1HZTQa7a7Wut2BO7zWxLrIaPbXFHmDxbF5r2LFbdcBzuowtitSB6+fu/M33BZ34ovfQ51xmq1idVv0O/+13fT5//9W+gNy0kVkGq5ulTDT22wselRquulbEa98mTMcOAJMAwQuHIVeiq2pE/YxP7PNn2DbKOkKU6Fs82jCRFzPOuDmdj3hzuQ1qjF/T5pCo/DsRq4sSqTBY9O9zYBCOtv68hCYBM1aFBU3eb0xw0ebDHZuoW5KoeD0rBbrYjVkGqpjUWTWktU58hjsjFIwFg0DAaq79+Q/S+7/Gu9KV//SPoHR+apmklzzr+v/TPv+BH6bs/7H+gf/RX5mespqOrOsWecG8bAd+Zqyepo0QPVIaSAuCliU79TMZh2nbI/WwyM9Oc0YbDXzLreNTyXO2dCaAU5oHhkB2gVVuas6ljVDV6q/Cr/v7mQnG+Ls7+PpT3JSMTePegyrgs0HIGsdrC1J/Z+jJ/9+eAXB3CKjS5WsrsMcQy2N0C4r4z1UGfiVUREcfo02tg4eIOiNVxj055xBr/OtzBiRy+A08VnXJo9cv/kj7jM7+Z/v1L3oX+6Zd8FD3/Zu43v4Xe9BM/Rd998+fpz33Se9IzZ9Q4Aamat9f5JlS7aKWXq6pfEIpYNfjkdIwbmav2GCHkalWL1vXcKN5+OnRV3UhV2bpINHnl9IUsJwG9VWuH+5MEKOhQ3lJ5YBX7VEesgPOUGcWqruYB0FhVSHJYooYjOQIa8WqPDkSuymA2YwW32ndv+6LkB3uBr6DjtjBG/3bfsSclu9kmYzWHESt6s968gb6J1ZgkAE7gPvEr9G1f/Q305j/6wfRxL3l0AeZHql71M/S9T308feSfe2di5bApFyQApqCV/r1MsnaliuZ+VerL03DEauNVqZM+HcOoKs9pmXMNL8Lf8czkKATZ0os1INMrdLb0q11+L4UVJavOB33t8sbw95g1hEgC+DCf8E1e/Q0+yNVDeY/K8jYr2/HWEexPHjLkkbGaCalqDMs3weHNYGN4kKTS+5wQQQJgrFtzGfjVcvKZxIz129S/+4s76WSqGozWJ1Yx65xqnynf74tcjZJU5bj6+K/SW594nA5eFomc9vLOdHjRO9DNBGZVFqrZnTnBGZohv/eXvZo6rRomY1VlANLWVbXZD7JWh0fUM7k6JwZxwVK2G5CqNpS56FAua6vuN4rcRpV+TA015+Rxa+6+RVnc0OFwb9Ex91DftfVzJVItlAAw37B7YjW3Jao/gmNrM/f7fqbEpK9FAMhHrzeZquDarB2V28BfsSwA+tva375iT2p2sy6x6iN2+Y2teFp4BJaTq8ufEOYrazq+5pV096Y3enz821D5dn+Ybh91D9YsAcALlnyWc3MIDY9dkMijDLk6P3M1D4sJk7GaJ6naTmLxNedJxF0mNZM1IafLQmrcKrkaNxIZevE2pHNq82RX49FNC+ivDeHFOs+TVgLNJtfh5h6VhdGvd58fufZdqvfJzK80mznLv2LXxOokw1yO9WpPqIU8hNP0A+5LEkB1VXH1I5DroM9Zq7nGjWW2rDFn+kT68q0p2s16xCosb5mNpvzrZXFn2a/D4nZ83a/R3Rsf8/iSR6l47nvRvWe6jc+QAPAIfYKPWiIJkAetGiJjNY9iVWPmjMzVYYRYEmDarIWzVZcVjhnrs7T/rqRzivPkqbiz2oZkvU/9Yeb3G38yRfTcPregm8N94kxnXD0InEhVP9YGYjVTK8NO6lDHLiVXQaoOoZv7oM/HMGqQ6h0T0EyDpXEnRdsBsZrpIBrZZ83NOY2ZVGWIqzc9TnevexXVvnQLy+dT+bx3oduHxztQJQBw7RmBqdRPG6tcrMd3xiqTY/u4NLuOSQ7EkeseF0kABsiRXeX5335sZ6qHnDN597D8kE2LCl5ls5IpequHUknVFNdXU71k2v3M3HOm6sFrotxuiVXHOD+tjyK7eynJEdnn+G3ObEkA6KqOdUTuwVvmiUXsdMVYL4X7+/S4k56uahu9dYjVPYxY4WwynydPjTsJLPjrmo5P/CbdPfH7Hrrpbah49rvSzdvwQmL4cchU9QB3Jo+YnrWq4lIgVi8NIGdd1SFTRzErOzpMOo9rQvL8pmwkADIJKp4/g/Uxi3JfRCPI1WEjciFXz7qqOuPB1UKA6Zzixiupyk/fJbG6lyXqdIJjZy43mVzlRS3vqCI4tS1F7Uxx2Qs00Fsd2keVocU5ezV1fwpPrO5lxNrZ+DPzc8/WYBuHxu+Y+epwP+PNqgdvprvHXkXVW9884z33qXj0pXTzto/KGDQ2DoFUnQFx5j+ZQq7mQqiaLvWXsZq3rmqvC0hCJmeuYpy2hQgXclUlALC26sNQdFXpwMl1u7tqlpNAcQtrv0vVGEvs4XHq5uZhFKuyBW7J4vXvVLsjVvc29GGwHxqHJkoCoErlAJj7IVUNCCBX+8zBRFgQq35mwHsbsfyglvtT9Pjy8IRwam5rFJg9/Xp66nd+dXpTbl5Cty98Lrkm9PAyFRcQ6CIwLgugdpOb9fghVpvtCgEnN4TGfQV6q3aMTGadjXs2BZnGUd7fHZqwwtqYrD+7P7/iHuccKOxb9Nu+1PnqLWbFuqoPaVGmHcbjsUghhKoUyfN/gVj1j2l0TwS5OtAlEq15z2fkAqk6CNAeB3yVjioIm6kDE+qR2VAOdhM2YxXE6lho3uvf7Yf8Ezj+b+u06gG99dW/QEV9nNCtB6offh+694J7I1SzPhKk6gRod3irRtzLuGvm0EJyZLhIXU6smpNc+yR+jJuAXJ1OroJUHQqy+ylWNYSCrLWEQdzhgOTwydeSAAUdyls6HO45/HqHtxgt50AbFbsiVvfqkyBWB0P2aMTWZSofcdphAHL45BzIMYfP7L1Fx/okc8PmfvLk31mPqWTiUOGI1b2OWJNNbJc/uD7wr/8l6WHq+GZ646v+Dd3eu3X/jupIT9//AHrGCx8aJVYhAbBLV5n00UNZqzmSqgzOXGKVx3ad/+1QAsBiVSBXh8hV1Vs97bcXBZW7KXQ2KQw18mrqV3teY503LTRzFVc/Am1ylXVVb27upz4bDNTVBRUHzlQNN1PeDbGKJapdhyOQ9Sb2WPtZg1qWa/s76u7SgRjwuSJsQ6yGi9MuXRHtPSBW53QNRqw5qO3tN5eSAAlnqnLHlY/S7eGWnn7s/6O3/N6r6HCPj4mQxQ8AACAASURBVD+OXTXV996PHn7b59Ph0Qd0vHvzYFILslUZT9VEx2VboBp8mtzVhjzMlVSdS6yes3iZ/PGvU5eqfSqxavws1a8I127G5niqywBCvh9pXm+escE6S1FSvVX+Xxi/+uzGJPqwBEBdlKMbzeG8PNIn1yQF8uqxyqYLmw9idSGAqf0c2au2Hus/a8CkKga1S8zaNoTd1GbA58qnWFxYnMtMhs5/zsmn/GesglRNbVzdqr2XOaqJE6uHd6RHHnqU6M3/nh784P9Jx/Jt6S0ves4AtE/Q4ReeoEde/jl08+LnEBVP0lNvfQ0dLe4DUnUrK03zvX2Zq7mSq3MyVpng0PkfSNWuhYfLWo2BUFq+MVM1GuHFEuonBiiChbZLYjXYaxJ78KlQMjXamEtsYK6GWyEacJtdw2snrtx5S1TaNqWnJ4hdbhKt/eF6xsjntcbacxfE6tqm4NMIfD8LxOoQop1iVtBVHTS/NQKUb/sP9TxIAowj29apG787nTtArKbTV3m21Ew8U57plHS/fAndPMwkzdNE/+KvUvXzT9Ldi9+J3vTyl3YyDGqiN7+abn/pN+mh176Ebv/y/0T0XO7Zp6l64jforbfX6x4+U5ArKTbfpucSJHPtzN8CaY36SOa48qXdKN26nS0xm8k97g9Lftrd3RPTzOiUkckLeb9tmdaQeO8OYyMN1osgn/9jL6JXvMxis6FSovJsa97c7ubGwfEv5tgjkgkNg4e1VuPnHP5aldznW/KyuBGu5+e1SzhiaRTPnw5ELK8h/rEVQvO+I5dfZU+sLnGAXDq5+x0gVwd6VkRcmgUHduJ7gTK6Whjsu/CUxDvxiDkW/5IUl6VRtT0RX/KwOWJNRW9p0pvboay6Kd8Ly7GjpUswyXBZ0u0Lj2gu9e7T/HeKWTT3nj97CQDtF8dgb0e6/Z3fo/JVT1P5Jz+a6NGmfb/7LUT/4P+i+ljQ3Ts8k55+4bPp+Iz7RMenqHj9k3T7O2+k2yeeS4cP/nSij3zf5kdHou/9Gqof/SN0fPF/QsdnnGkAYz0zYM/6J4KQL3PKDikDDMf9rt9slaUZxmePU4lV4YZ0npx4nnwQq5USZ5kWOlsKmFjNaXOgkKPdWEtco8rEqkomAB9Fh71KZUdgL2d7OSXeyv8wVe65qPIBpwmWBquZvwexOhO4tH/GR3PnZivE8eVLd4MHp6eskSSToqErzATXFd2tj1/VdYXBzdZZJ2X+gd6ctdtuDv7OX9Qtt9olTzB5va5WnsZ9Nzd+iFVTBG0JwmkgNr2V59yW6b/N+RfGVpRCTIchK6qayje+hm5+6EeoeOXvEr3fpxB9zJ8iOhWxPRL9zNcSfeMP24/dvejjiT73k4luTQ8fiX7wbxB92xuI3umlVH/Af0rH93guVQ8XdJRb5sfNPG2ICw/l+WXevkocrJ35kydgs4jVFshzT9V666coHmRisNCqVMK5LnpFZ3+14GJWV/LfahRnsplvVRFVeYYcZ481XEXJhGqpmZiyp4NLEBB8JNZ0CzKVRIxXQvPCXLq0eOOTPz3NRF1Ig5DoOKc3M3losg9DNijNZ1eznU2j/NLMnU1FSsxme0/XnQf/ZkO+5572btl+s3+na7Wk6SlTW50CwTEt5J8RWDbDM/RGbgO9P2JVF/FzcmmnWmlK95ucqGXWl9IXu7X1HGna/hwvSkJP3T2g8rd/iw6/+HNU/OKvED3N1v4Mog/5r4k+4gNbxCpPMl5H9F1fR/QDP0t018HkhR9J9Bl/ieg57e9tiNVvfXVzc0n07Hcj+s/+BN190DvQ8UBUgVw9AVlgdTrsaO2hXJjDfI9WLiZWdejCJdmFquY8lpqxN7BMpmoXF5wmsFuCSAKYU957M5jme+WEJGeqigQAvKprBjr7403j643jc9YqgvOa7jOdWF2zdYvfZcjVxQ/K6gEcrIVAxI5qq181PClRqv/7YPR/gNOF/RspgKycAh8TEAGTi2lewdsy+UyQfBGrBh3e9JpLfQfsxI0eXcs+vGiyAZSePugDJb5JdFHf0c0rf5EOP/ITRL/z+s533BJ9wCcRfezHED2z+4lvIvref6zk6gOWgaiJXvjhRJ/+F4me1b23IvrBLyY6Eautvz/8TkQf+Kfp7hXvQg9u48NnbecCqTqE+KVgx3mk4mPLedrOUmJVUi0wT5ZZjSFW1/bpFN5nO8INcrW/90y25pH9a7eSCexTeqw9z+g733ON33CRbb568SluWJh2/kvwy8kIZE6sClXWZK5OxibLH7AjIiOqr2ubXNVWRjYHKQ7l0HOxDfr63zGfzjJUePwopgo56pjBHcTqELhGMAE8IlsMFPy6tnJ5/L/PkuJZfhze9AdUvuqVdPiJnyP63dfYD6oc3o3oC/5XohdYFgCv+0WiH/5Vopd+INHLXmRZQfwB0Vd9FtGrbZ5TEj3zXYne9/2oer93p7vnHei4w6UadFXnDm2NX52yV+c+J77fLSdW9ZvkJNtJPzO+7wzZIj3gjvXC1XjVHFUeyzasIAlgNU+jt7qntaghlQ+tYlUh/Te1Zw9lqra/RZJYRBIA5OpafbwDYpWzEPeeTG8mPXqsAGd2+olVtZPLS5RLsNvTG49yrfK+VvDdx3vMVg5PA87EqjIseQz0vjNWQayqZ0ACoD9C9EsA9I1c20WY8sFb6ObHvo/Kn3s10ROPOSj/PEL0l7+a6D3v9zT6aaJf+0Gi7/5Jonf/WKJXvA/RQ33k8WuJ/s7nEb1m5LuL+0TPeD7Ri19G1Z96f3r6eYddZYgjW3WJX3Ahq/wkAUCsLrEJjcilFNaJZ1NryRf5/K1KAIyfUDoTRT7fns+zjjXPiHa03S4ZuuxTnK0Kv7rasJAdLF5DDWPD6/RacFQpBVyXtLNZbfjEZRfEKgO2d3IVhVFsbnMtAdC9U7JWUZnxCkBIAvgMxTk+qysBcD01yEESwDexalDa8+kCnS7uaBEx2f1dsNluEn37fV9Phx/6zWlf9ef/IdEHP/fyN0/8GtG/+ddE/+5niP7d64huXkT0QR9I9F6vIHq3zr31bxB9+d8YJ1ZPb7hH9NIPoeMn/zF6+uFpTU31bmSrjvXcpQxA/92GXOW/budjY18y5e++iFUqKqprluyY8vb075XCOnv7aIduM2sEV0IHkgDDoN6xjB9rju6CINNMS9FXdbC1vdxynvlNK0wFvdX1LGQ3xOqeyVVkQA05FEtFnHVVbXdyaEeVTzuOp8KE68UuvClqBNpbObZpkWZ6tGuERP1JlsaFI1Y50W9/9KLmg0ECYCDaTnCTDZYk9WN0/8v/ERVvmtBMvvWP/y9En/iezY/uiF75r4j+1bcTveatPQ96BtH7/+dEH/dniZ7ZfOObfpboq76S6LEJ7y2eQ/Rpn0dvfbf8/Qyk6gS7GL2VydU8Tlzwp3ojVpvRPFMp2l6rEOLHISNz1KQyvWEqCXge+TcYuyLvA15nHTNfbBkt2VK0QVEErmuSpgLM1N0r8atGqzZyM0++eTsjVtkk96cwehZCwEB1FaQcZSIk6R7i2b0Bbz87qMnH+xU+wOyntinBIWKVm9SQGokWKApJrMqG4K7IVSPDP3XauIJpb/wKNwmAvkauO+7f/PrP0s0//Q6ipyYC9v7/LdGnvoKorIl+/CuJvveVRE/2karNc4uHiF7wh4k+44uInnskevV3E/2TbyB6cuJ7/+hn09Mf+zw6TvxZKrefeh/V34b3Kia5SSMHkAmD6I9YPUMsM4FJmKbiUaadKmfEUmGYA1/3naAzM7PyPAtIzSbCt7eqa+KqBble7EtlcUtlmc/Glc++0vWAKa097clSYJDJ1Uxk2KZ9/djd/lJ8dkWsyiLVkUgb64JU/r7n46SDfcS6I3KDO9GOYlapWH24dmICPY6t0qQuR5Uvn+VvWBtvo887QhGr7eVbzhPpdl9ojJ1uOz77M+5nzcVmrYXYkW6///+mww/98vQQ8K4fT/QXX070az9N9EPfQ/R7LimvzyL6459C9H7vQPSGnyL6lu8g+oOJPfiOH07H//KD6OlHJv4umdubHLC1TCAZXDw09JS1mja43onVnUgCQAKg34emSgB0nwJJgOHYpMWs9J6Z3LWH4Of/EWI3dKDycJMxdTwPN2UseJy5mfeA06+4wN5BdFdxhUFgd8Qqw7gXclXzc9Oe8IUxe33qHDsQJSUc+wnZLVE/G8TqWPe0t3L2EXtCE6uMuJ46yBtPkKrjvjV2h/3va9nOm+n+V/99Kn73wfSmPvvdiV7+fKJf+mmi/ziQqdr35Hf4Y0QveBXRz71u+nsfeTeqP/mT6amX3GRI6bMe33RIdvULs1cxC6c8iln5J1ZZDLLQOl+ZXlJYR6iOjD9yQd9NlQDovgrkqh18Pi4vc8JUsxF6Pk3XViVBAqC/3zUFjLNNPcQbJlWLaRqt/z971wEnRZG9v56wkWXZXWCJAiJBRBEUEwoKgjkgHgqKoGL2zvP074k5J8x6Z86KAUU8FTFgRKKKIoqSJcfdhc07of+/qpqemZ3tnp6ezjNV9+N3dzvd1VXvvXpV9dWr7+lwBS57Vf+gykpgNV1QzWXWkRWb8XR1kg6oKn2LXG/hdNotJU8neQL/8J1cumbp4vfYZCRQr0P+Ra5KauyRrj2uxm8Z9bgVwCqTC5NuJpXYEpFvo+T0GhsP6UaqJtZqwKI8iQEKdSuR+8CbQNBNVuoBDr0ETaeUZxgdAI9UNd0KCXJIhpTL+VYNB1ajgicZqc31OabrWOYDFAAyAuCwo/Fmf9NAXky+KpBXFssLwgKnCDUAXR26fZyJLFkViQLnJSaB6OGUSO5yGeV1yCAl4CpLE8uLsRLIYmBVuq5q1IbFWMXoq41twDOxZ/rkQt5OLVlVsu9wSgD9WnBfDXT35L5mW9Zio5hAyYUXQ85kLeu5FcAq81zSv8xaCDEIPtPjcfWYo5F+xzzbERCEb/4seD/+WU9n7Xm3/QkI/uMQBDJok8GTVaVgSvqDU9hH6O43vcPEFFpp+iPmAatx4jG9F9Z8gKxOOPjTUtbSVeV0eVXltRchlhIzADg0wTxZMiu2LnQrrspAYnY93eP1glOBNzcUKaiCRKsaWxjfKgNXeTFSAlkLrNK1EB3QmRYDxK6MZl6vjDJ7Aqzqlw4FVyklgHkbVaN6zOvRL4EMT8SpX0BRr6N3PBi10zWgSylWYRWwKu3fRXLFMsW2ueEx0hu+tEumKSO0LY0rveNTuZ1Cww7kvPsRhD82uMHsmrex7aEIn38cGoszwxKplvkONYkdkiv8EkmhAeZKq3IvuGo6sEpmrKjrMc8HGaBJlSoIqMrX/YlCYiOJ3VYzfk/Ej13VVgcS36r59m/wFwgoTCgASKSqh3GHutk7GCwdaVRFIlXNkAyha/FSCgZe5LxaejLPamCVTgUZlsyK86omdw+iaFzuXylylU4Gbj0uNMmbZh4XKY9YVTYVo6JVY1+Q9qluwAasBFbZ9iVzuLOlRFXpLV9Mcl4OqNZ4CoDETpkh8QD8X78P7xd/OECCWprgAbofh9D5g9FEg0LcG3ko9Vpwg+PUoiKnP8uBVRUNsZsobkZNqFegvKpm+E6nG3hq7TNvH8TBVSUNkL0WowRwa9SqBx6PQdyhqZmpK55iFADkAJCsks30OgJAQW3u14wyjKwHVjMNXA3xwaEwNvRTAMhVLC2zzFtQGDXUeT1cAmZIwHhQlbXSPZQAVgOrTDruv5XAKQDUxqMRkapK3zBnES2I9fD/7114Fq+V/bBEZ2F1fIQyd7MAdDka4TOGINCewfzsWatbqGYLqf/OKQBSl5XxT7ozmZXZEauSnKP4s/GCN7VGDqrKizfer5q9B+J8q8omTvRAKQHcBK5G+AsIBYCUCM7UQeyyymPrEPPXIpS71cOTWRllIhxYlTbxBlwPN0op6dYTpmCE+YMw3fbZ+Z6ZkckEXDWWV8hOSRn7bYlk3exFl7Gtjq+NLKmlZEzmfcW9NdOzchOACGUoxGmysgdYZeCqmdCbuXJmM5U58J65LTez9hgRhhWaNUn6Yj1yZrwOz5ItzUQVFMMIhkhwhAc5ZgpRpu7GxgDCfj9yPfGQqRfofCjCpw9HoKMUO81edusmnoOqFhuW7OdYlJGbilXAKhtb7nP8jFfV/ZHsRtskjaqL8J+aNJs0a7Jb/bLRcperTwJXrfiW3m/QG40Sr6rHy+gA+K3P5rZOEyMazavaUnOS7EXBxykBZA1b+16UA6tRQZoT0ajXAaX2PoE2yJLais1Yai1yzlMR9h8TgXOJb1VaYDin7/a3JDMmTPfxfpqveTaurID26PrCwa7NDmBV0i/z++4r7HITL4kSYJ7GKo2aqYFG5Mx8A54fN0W5LBvqqhEQCpCb77UcWG2or0cwKMJTWIACinn5gfaDED57FALt5SXuxk08pwBQ8ikE7LSSd1aKXHUHimgdsBrn4cx0PwZOLQwAMoM71MBG2lQVvVdksWzogTJPZqUIAQXDLgApqf68NErSJW7AkhEWW/lFMg+QsWXVcpDmYOTgqhGK5sBqnBTdmswqkzj3jDDqWB3mg6rStyS+VX7q1lyDmQGsGmuVmVGbdBnd7GURicMnMeHOLXYCq1LUqoVrL92KkCgAKOWemxquu+fKFTQ/urFSKNLICqGxag+q9zQihBy0bl8MX0MVKqoDzdi9vDk5KCwtQZ4/FWGI8P/wObyzfgCamlCzYwfCuWXIa+2zHFitr69DoKYOKGqLorwCCD2PQnj0oQi0ka7+xy8EA2iq2o3K6iBEfz5aF/sRqKpBQzw9u+BFTl4BWpcVwuMA5yTRscn0JhVFZcczlp+PuocWwDpglZmam6JWPZxXNal/sHrP48YDLysdLOFaDTk8ApRe/SfAqqNX9lZqLc4vUpmYzavasm8U//IQvXC+VXnNp76A4MBqggTNvDJuxjAlqmb/HLC6N6ODuuq0NgqZUwIkU1bqTkmXyvnLlkiAXf+3QqdWfEOfyOwFVlnbSeSqOwqnAJDTk7UUAM1bUP/zbDzy5CeYsbIeuX4vPcbw+X3whANoEj3we2Pbn2BTE0I5rdCxZ3+cMfo4jBnRRRUk9W76A8I701G3dDOQVwJ/aR5ySb4ECw22vrYagd21QF435IyZAN8xnRDytIQhq796G1Me+gQLanKQ7/MAggd+v4BwIATR44VPQlEprUEIgWAIbfYdikvPOw6jDu1I+2VH4ZGqdkhd5Zv0nrQ7ro9bDay6BVz1EG/Iryi3MHQ6X9FcZDY5PHqvw65vO9DXxDWJBloRvlUHNpMF2njgoZGRXH+JKmI6IysjK1dHia0gfEmcb1XP8OHAqoz03AOuxuANPUaQee9KU4oErFrXQ57MSl7W7oxcdT6oZ51lx3/JHnZPp2rDTmBV0oo7KAE4qKo0Xq2lAIi1onrO6/j3o3MwZ3t8OGaKXiWvBIccfBguuHQ0jumVn/QljxhA8IVHEFy+B14/AS2t3TrU7alBMK8zPOMvh/9AFm7bfOMpYs/3b+KKKZ9gUWOK/Y97rDC/AG06Dsa/756EUXtbyyDLeVXV9BUhglR7zJTf3UEJYAew6mxwlQBA7JCJl+YSoGt5j/3UCDxyNbllBmkyK4fRAhAKAK8P5MCCl5gEGI0ji1S1dmUkrwUBXogengUhXRvlwKqC5EQxjY1GulpI8z13bKbT7Jzu1wioSqLqrC/0ggM/jWsheMdN8tabRgZ80SoKgERRORVWBZwArEq3FpwYpUA0KV3/59vUZC7AYu1VL8H9Ex7Bi81zTGn0UV60Le+KsTfdiKsOyUv6Lt08LF8G/LIUeb+tto4GomxfNPXshdDhAyC0U7DAtbNw8aQ38U2Dxu4nPO4pHYyHnrsKJ3SxztJ5tGoSnTli2nB+Miu7gFUKrlo3VDQMbpKsisOqcgIj63gPBV3sLzxZs7IOwqKIME1QYL+epBbQ6/+cWqPl3pgCqxKo6hCFEUoAwRnj3DkWnFpLOLCqICen861yXtXkG1S7QFUGIgjwcmBVVkEcXE3NMTvpKTbNS6CPdFhh3+QvtcS+FjTXjlOAVdYqlojHYohO1Vyli3tO0Zlqgy1/wGqNVeDrW27HpZ9WGmIreT1PwOtPjcf+xeqC8wQa4P19KbxzlwJVVUBDfTTBlfrbqTzhBfytgNJOQJ8DEDqoJ0JlPkpeIlvCOzH3nntxyYfbEUylepVn2vUeivseuwRDSg2oTKUKHq1qvoz1foFdl/bQhDtOLXYCq+SExTnXuhkS77UgG7dTbUFlZ2V5sqrk7WFJ6Rg1AV9dxMuK7LWkMAi7bY0lGyMUAARY5XpK1AebGpx2/Z6A8l4OrqYxeDiwmkRoTqUEcGPCkjRsM41XmHtioLi9q1hOCaCuPjbZqj/Hn7BfAs6B62KXpp1iOk4AViULcWLkKgdV1cavDXPVhk9x6bg38FVArW2p/u5H33PvwMy/d9EUIOPdsRHeJcvgWb4aqKwFwkH2T2uh0RVewFsM9BsIcb+9EdqnHUI5KawEVr2P8y+bgXl7tH5U+fnup92Mj2/oS7dKZhUeqaoiWUdEq0ptdDYlgK3AakREzohcFRn4o8mLmTXCnVNv/FByGjDGKQGS2wnhW7Xn7iZrF9vnCRA8hALAKat2Z4ytGAWA00BVST6EZ56Aq1xvWiyGA6tqazN6ndyGjY9Cu5y4cdZicOY+a22yKrW+eASBTyRKdkyHlMP4f9QUmsW/MzZnJxSnxas6gwpA0ox0pOSkCCDO1KQ2bqxeXzRi09tPYNzDS7FNrWlafi8+AP996RoM76xt+yQt2YWGBng3bYWwaRM8q1YBlfVAXRXQSNDf+IU98UU5QFk5QJJJddgH4t5dEO5SjnD7fIQjaGaqUv3r0asw6s0KLT1VfTa/bB9cft+tmHyANlmoVhx5gEeqqi3co4JKVaTmP+fgZFaOAFaJBmzev0vXlG1uhvm2qPELki8lexonFk4JoKwVAmzahWKwICeSbN4PgWScT3VSdqKRmdCmMMWWyEGOg6/cEzoAGsHvzLFvglp0VylU717s0PxxuvtmSAVOowQQRQFhbt/yuqVXH+yPVpUax3gFCVcTV1iiwmKUAHYmlohvlaPCWwzxXcZUEh8f7yw7dgrE6qSIVaJzJx2+eSKHks6yHGNGRrq1NLdbG3Ya9Svw0k3P4PG5O1CXbifk3vMW4vATL8VzNx4Ivw6F0y1GSIQQDAOhMIRgiKU5jk6sAs1aK/q9DFj1CRA9kt1r7FBgI96/9i5cv6BW44vqj3c6YQq+uK2/gVsmaWQ7izdPXRL8CSIBFgUpgKzhnVacAKzaSwlA1jnkqrKDAQ4bjYZ4HqfvY3jkqtK2mO2KSU4Wuj608qYg/ZYXHpplnhdJAtEpgP4PF8iGRq26oJ0OMbEIsCptxxzSKsc1w75ESPGi4KBqcsNwYsIxDq4qT/ZOu1LkOLdje4PkSEectCmULtLY2yanAavSbC5pzy4zIlF1fJuaTPo2gKqkORtmYeK4t7DAMBqAWB897Y/EjBmXYF+/XVan7buhP2bhtpvfxTvrjRdG/t7H4fVnzsN+rbW1KdnT1NPxsB/jBGphTdL1cgas2jtnJXbbEcBqJDO2PbgzT1aVdCjQsxxn2axce/mKQ1mLNJlV3NV8K1wfvbPJeVVbiJr5OJbUkKzTnT+y4vlWeRCS2tiJA1Y5uJp0C0RD2u27DusUEmo1g7Lnd2dRACTKgDhNyrnKI1dbTjAJgUj22A//qpwEnMOrqqQfZ0zwTgRWpdlcilKw2sI5qKomcZtAVbKKWfAUjrpqPnaqNTGd3/1dMOW/t2LSAXnpvG35O7s/ehhj7lyCDWZ8WWiLyQ/ciWuHGoescl5VFUU55RqDmj3RnbVzjp2cAazGhGY1uEoT67gA3lAzKyN/Z0OJ0XW5AfqR+s7B1WTgqjUoBo2KJTHgXh9tjJvsx8gxpLhzoRc13Xa93kNvCrHifCjYCj0qfSMKrLItqn2LfTuFkOq37aQFIBtkrh15TTk1yVh8a6VkVtQlcYA1KhqJg4fLJFUvZNVzdsc7aumnCJEs/m1ykE4FVtm2KHYFTItE9TwbufDKl14yQnTCOqti+t0Y/uCfqJfaJ7THMQMK0aq2AotW78a26PmxB93bFaHAG0JVdQ02p3RbPgfDJv0fHr+sL9wArf715L8w6rUdcZryYr+jBuOA7cvw2do6VDeF0UR+bdUOA0tCqG9sQk1dE3bXNqE6BX/Td/zteP+qfQwZC5xXVcUrOeOcTd110nZKyaycsUHNZmCVQqp8Ta5ot26TDacEUHZBZL9FpnfCrEPBTrPcj0gwOD8HVBNUEaMAIJGqLjzK4Xyr6vM7md4Zx2osPROH75LLzQ4QLxYra5YXTMlWHPmQnWC3VoFI4KrbFipa+8mfd78EnJOsKhVZEkoA+87EnQysEumxxAXWzB0cVE2yqXHE4XUYf71yD8b8dwWqpabm7YN77xiJ4zs1YNWCP/DJ/LVYsKYSNQUlOGjYYbh6aCG2rtqMH3/diJ9W78SqHbXYVRtAXVBESCa1Z96B5+KTp45DJ+cE5CkoJYylN16Mv33RGPd7B7z41pkYKNZj7cLf8f7XqzB3RR1y2rfD6eOPwSkdG7Bp3Vb8uGwTlq7diRVb9mBbXQiNIRFBma8UHnoFvn/8CN0gM6cASGUecNEzzcBV0m5r/LOShBwFrAphQBToYanZhUVjuhDgMFswcfW7cb/Co1blDYTsl6XD9lieC6ONKTKmvF7bgh2M7pFR9VFg1S28qrKdJn6Z0TvwIicBdrqbQAUgPZjCUXzWStVavlU7Io7co9owpIhHN7SZUwKoa8lSYnX15mTpExLxiPkbG2MEHIkDJAfwNkxdTgdWpZQ3VoiGMUbxorCtcYRgxLkPY+A1P0cjVn37DMUHtx2ATuzWXrSIDbWobPCiqDAHfh/Jn1il9gAAIABJREFUDBv5KRxEw64qrF6xBjNnLcOHq+sQD016e43GBy+cgV65juhu0kbsfPc+HDv1t6gsvD2OwCf3DkK75pJAqLYBTYIPObk+eL1xFh4Kor6iEquWrsT7n/2KmX8Fmt0s8ve/APNfGIFWOkTBQVUdwnPwqxSwIgCi1ffeZWTiKGA13geZMplENr/0MJZTdCWaQ5RNg4LObi0kRMy9rTdb6mSfFTIhwp/t30gSOC+PApdRIj0sIpk2XW6bouCjeuZFXgIKwCp52IptmDvVYlWUJI9UVbKPCJAikngZdxUJXKWnGnzeb759FRmfE/U+pmeuNGFV4S5TlJv26d9i3KruM1A7tOp0YFWazc3mW+WgqrwDiNmkQ9ZUf7yOkRM/w/rIaO819Fg8cXEflCcAq6m4M7FmBz5+9mPctagmCq7m7D8OHz99IvZKo75UvmnkMw3zX8fk6z7FYnrfHygYMAwzp+yPtvUNqKgOIRhiET6qRRDg9+zGnGdm4b7fGqLvFB95Fb576BDkqFag/ACnAEgmPBoCpEO6dr8amWOj4Ko9c64zgVV6X9k0gIxTACSZr1ySrEpt9PLIVWUJSeAqve9lxGY0EoVPohk9HHRrvreNrLUIr7adt+vUxkuqv1NVe0iGUnvmq1TbaddzSYBVaTtmV9Oc/l3zI1fZFU4GdfASLwHzZW+mvHnkarLJPhJNwE3eTBNUrFugl3vdKnw7YFXADcCqNJubBa7yZFVJfJojKADi2rdzLq4b/yw+2E3+lo9jzzoet5zWGUVpBiCE1/2Cux+fjxmb2WX4Xqf+E9NuPAjGpWwyzxWKmxbgsRuex1N/sJjbsiNHYfr4tthdl4viAi/8NDpVRDgUwvZ1O7EykI+e+QH8sSmEks6FaJfvYc+IIkKhMBo2/YU33piHz2pIbR4MOPdWvPX39DlWebKqZLonEXUpAt/mmZABNdvPt+pIYFW6fkJpAQwQc1wVPFlVcnkaArQZq7I0a+ORq8kER6JWKd+qIeOLBAt5eRR4gsBjx35kgZXmIitN6zfzNbKX8FBwlZdECagAq9J2jAtOTgJmRq5ayYvnPu26G1gl8ibzmJef6smannncP+6zdGtb7DYKAHnpRK+yWSQ8NwGrxPNEcxMZKB8erdpSmGF6LEoY/BwWURfehi/vfxzXzdyABm8rnHbpGNx4VJEOa2jET8++hclfVkPwtsMFd96Aa0e0dcnxzG58f/utuGjWLnqk1HfMaDzavRab9+mFgSXNd5sNK9fik6piHFlcjy+Wijh4REf0KpG4xkSI1Xvw7ee7sP3X2XhgeRjhVt1x2S3X4e/DijXJNvZVFrHHi5wE3B6p2mIrFuHes0fhjgRW40UkMB51IwplgORr7xailI6lMwdUZV2kaVgjU3Cm9c2I8RAKkzVhOP2oVZHJ2OPhkaqyOBH9Y2aBqlI/6erWQ9ZAxvhmI+zZCXUkBVYjF66d0E6HtsEcgE+CNxzaaZubZY7M7eiUl3IYcYeUKHsOrNphjfFex+02aW0yK3cBq5GNhoEmxs7gjdr2Gtgwm6tqTgFgTzS1kghCC1/EiVd9i63eQpx51VhcMzhfl7R2f/IORr66A8jdF4/PnILhJbqqs/Tlus8fx8k3L8Ym0YMRl43FlaFt2DF4PwxOwJrDmzZi9sZc9C4MYlVlKxx3VFHC7B3C6tlb0RhYiNve24J17UbgrZfPx34aCVaj3tcOwmhLJa/jYySEMePkY1/kquOBVen2ns6lCeNU5cmqlAAglswr8wqhBOD7ipZ6ZcFh7J5a2vKhEa9eCB4pPXPm2Y+eHjE6CjKqMm9kUfPxED5d9/PG6tFx4rspRKyyTRMvShIwFujjoGoSS6MZDc2It7LPujm4qiz72CmzPv2kvWDQ91kXvZ0ZkaoxgVsbs+oWYFWSD+PuNmaRxykA1Ia5Q9dO4ZV46G8P441NARx9xQTcdaQ+YDU0910c+swe9Dv0HLw2dSjy3XTjrXIRHvj363h7ZQ7OvmA4Tm/aiHlt98EpvfKQ42fXzYONTfhj3krMrm6Nw0uDWLazFBefWZpwsS+EX19bi8b2f+KVL3aiYvCVmP7v/kgnfy6nAFAZV846p1BzAhp+j2zAjb77rtICNwCrdCeqc9oikaqZCR1qMDGlRzOEV1V5p+6mSckAfWqogtABpL+zZlniMxWU1yDGZo+SG0skopNFq+p0XOk2wpL3iOPwGcUnYUmLzf5IisAqB1eTKcIoSgCyVqTXFszWukvrF8UY66xLu9Ci2RLfKvmBX1NpLh4OiFph5ZLHycydqhW9ciOwasQ8wyAAHqma5GjIigGc5jfC2DVnGq67Zz46TToDU47UQwUABL98C4PfKMR1d16H849oDY+r9hEiqj9/BuMfXYuDRx6Kvx9diD//3IM1FQE0BNlqjGw8i0oK0bt3O/QtCaNiax121jShcncjdjeRfYUXRXkEtClA98q5eH5FKXqfdTkmHJSreUvFk1WladIZ8RrN1mQ5F59rgFUinDQJITmoKj9AMpUCQK63PJmVgg3QoCU2z6U6vmiCYUoBQDLEu2rCt2SmYCuHbLkmz8HVeKNKCVhlBsI3UMnBVf2gH+dVTbJFzUBQVeqtdIbOJ6eWwCqduvmcbeJCgMQuWhvhaWJnEqpmi0WzI1TcCKwyQenhW41tUfjwTPBb0fgEhx+Rirvw+b+fxZ/79sPYoR3RSkdAT+P3H2LU90Pw5X9OSDsJlnV+QeZLTWvw6j0fYku4DBPO74U2gSZUVTahuj5Eo7tzcvwoaZuHPH/M2sPV9aioDqA2INJrkLkFeWhX6sO2jz/AjFZjceF5g1BCk1+lXujTGXfFPfX+qz5pxUmZaiNMfIC6DHbcbmVxC7BK9qF0J6ppWJGs5x6Q//DSUgL0Nm+WLLIZiqHJeLLKZMg5IgVMUxEReY6CqpxaQ85IKP0ES+WVFTYkEjsQsgVITq7SlIDVWBUO3yjYbL56Iio5BYCS8lgcL4sKztxCpqZsWdxkrhbd1jMJVM3Uid8awNhtwKpkpXpuSHAKALWx7o75KvjHYsz7aTnKB/VF11y1PinP0buXLcPT3r/h1hOLXQtfiBsW4d3//o7DLtoXZWm7xDA2fvIZlg65EWMG+DQBZOyTPGFVUivMdGA12nlrI1fdA6wyAWmjBGDJqtIe0um6RYe/F786yp6gDimMgFuDPBgIhFSWLtJeXBB89ECRj6zmkmThHNlAASBjQQRYjSYGzN4xpglYZWsad2wY7JnT0uNbNZLzzp5+m/nV9GRqZovMqtsbWfplzyLHLEmSeolT575KWcKZlKwq2aEMswUz9+NuBVYjMI5m+hkpy332LpvU/Ja7/E79DzOwOr8L9i5Q65fC740V2LCrI9oMOhDl+qha02yAQa+Fg1j3wudodWwp0hUFEMDOFdXwH3MCOuZEQKAUoWbOq5pMj9k4n1uXzMptwCoNtkghrI7GJxL+R4NcRCZVQ/O/ZU08XSL4xaOXFVfNImgyK8USoSrxeFl0Ih9bkXleEgSVTxZHblJwNR1m+czxrpqB1dg2NXOEYGRPtPKtkkBMGjmUwiLByHa6pS49UcBu6aPUTspXw7lWW6iNc60ab8nsEriZcKPxbdZbo1m9dTOwqhVclXhV2TqAl3gJuPXgOdxQgfrtf0EIBdJT6PY1WLPXWOzX0f0ARrixEg1rfwdySbRpGmVnE+p7HoGy0tjGQv36aYRmiw+oNASeoa9EwwmtiVx1I7BKD0xVxgznVU0yPjI8WVVybFCIXHnnTrfZGiZyM5SGXSgtmEUPPDQTPJddM9lFxCGKLFo1W6VDsSx6mJW9hxeagNWYEbkrIsPqpZcWMDCUtcNPTSvhjL/+LycBCq4K/BRQTjbs0IJNV3xOVxs/Sr9nQ6SqrPWYBgW6HVhNFVzl1//Vxpx710WhPVvQuGuDWgflf/d3g799B/gjEZrpVeKQt0QRgYq1COzZkUaDBCC3N3LK28CXELCRLGkK51VNQdRmnYql8Gl7H7EmatV9wCrTSjJgleYuiF5LtVeLTvq6NEtlO/WY+oGXk7RmbVvIXosQhRFwVdprSfsvr8dHA8GyFzqU10WY3v0iE3/2AooxyXggEnA1SzfqaQGrsTWOezcSZrupVMBVnqxKWQupyM9sHdpVP+dblZd8jNtH+SyQRbdS6NUu9Tn8u5mcrCqZ6GOMYiz9hXH2kSnAKpEesQ6lwqj4eUkya7laOA0bliAc1Bq1mgOxaAAK2mbQpVIxhPq/fkzjYLcAKN8fBTI8Asz7sHjv+MJBVbUhk40UAHEyoYYTbzfmeGC3AqtK4CoLUOAAh9zoogyQWQp4NJcH51tVWzETYJW6oMh/ewhYRigAwmSfZY4vUpsRnPo7WTszYJUXNm1lbzKrtIDVmNlwYDXZJosBQfIyIltUssHnW1V5CYpiUpaXjPZcbBnNoB8+eSWoOmsjV/SavLS15z7baBPKBGBVsq542L05AMTjO5KPQDePKwGCrxM8TVWo3/Idgk3BFJ2NF2h1NPLbFcLvrUAw1JQBB1q58OZ2RHj3OtRvW4xwmBx/p1IKIJQcjoLy1vAEtiIk817LESQdAqZSP38mqyVAQzMlIMN4QMO9wCrzu4lUapwCIMloyWIKAHmgueWBV1b7mrjOEwiDJLOia2YClHm8PFJVZkvK/pTFvKoyA4aBqyRqNfvAZp3AKp3SuA9SlIBS4iUhOTl0Vks0OykAElVOpnp2lcn4RXRWm1fWdl6iAOD2FJ21aHSzfnlkErDKjgKbp6hkvojP8/GuIxb/7PY1kAdhMQfe/L2R6xURrl6CyrVL6AYqeQkjHN4bhfsdjXwvIAY2o6GpSiJqcbGXLYW/sBxehBHc+gmqtm+Hx6PmI0II+w9Hce9+8AsiQg1rEQg1ysogdpBO5nY+plxsKJY2ncxTIgFX1UhF02yVPcCqcfbPxCLRREmXlJOPW+lXvQetenqh5lnU1Kn12zxYQ16iyaha1HSQ6b8TGwuLZL6K8I6rzYcEiI1wtaYqGzZ8jTo40jqqaIMj7kP7iKKvUvBQ63dTlY57n6N7iZSBVZvlp9Fmk2lFF7DafELSapDuNRZtLW8JrnIKAGUJZjMFQEtwVYDXAOBHm72642n5hFZ6l8ju6Hs6rWRHOZJ8bJ7A0umA4e8Qv2xMRHimAatE1BIlAIFYeTxHS+Mjc3jsoqlb1z5eBIOFCDQVoHW7UnaJTdyCyiUzUS/6kJvjkzl4CEMMBhEMl8Db7li07VrChBPajU0VO1FS0ORShjECXPlQW9EFbffKY32qnYfNv/8GgjH7/UlkgTL4up6MsrJc9l7jX9je0Igin3z8d5SIhLthw716plYoUddQcNWEDbwdwKqxS9vIYKLXTyP/W80tR8ef2oMqVqXnddrW9ByB5rfEyB1JYwWfIUNOWulo6U5MA0Yc0KdrB1panPqzMaMm6+SgKCCcMkAG6DkzTOfsSPpeOu+mLhOFJ0URhCKBU480lw8F5GmQRvZRsugCVluKUbeJZmQF8WAh5SyJO13NyA6n3SmlCN+0K3T9i5xvVYsKObAqL63EGEQtMs3cZ/XshySpEFeuF1g1qh16NCXXBvK3VJZE+ttvLOetHjmk+i7zNPp7nur3DH+urgK/ffM7Xv+8DgdeOB7nHtI+yg4WrvwO21cuo0cxNJFi3A5eDIssW3DBQJT1Owx5UmBr0zLceNl05Bx2EE4Z1g39OqeSycoefx2LVJP0F8SOJasx45OFWNrv73j+nM4RqCOIpi1foWLDqiSy8MDbbjja9ugFn1Rx9WI888QcbGizN844dh/06xwBaiNKpDQ/jlgDOsl+47Xi6pFl+FAlFcZiuYy5xST5L8kCwsEqU9ptZaU0nQ7lVfUwgdmCsljZYw3fiiBPBJgn8Cov8RIg9kLsRjNUnfFiJJYSInM+7amW6MOMF02LDnqRvcma5LRNk5+ltIPIPFvhwKolOiWAIYuQIpnj7PffDpxAIqepnFqipUFSSgAD7JRdJ9PH60aXZHrXZWSzbkB/WOQ+64/2+vR2Iv0OsGZL19C1tzz1L0t9tAfASL2ddjwZ3VLq/rjPV6qzDjNtIJWm6R0Let93a//TjzZKRStmPCPWVOLPb+bj+S/WYeWWauxsNQCT/3EOLju8PO5zQTRt+gQ7N2yUpywSStGqz2iUtIkDT0Nr8J+Lb8er2/0obVOGIUcfhNOP2hu9O8tkcmrRMTv0T8jj6rHzz3X48tOFePfnXdhaH8aAf07F0yPbxs0n1aj5YwYqq+pk1SEU7IeyfkORH7klSR9qXI9Zr72Jqe//jnBZRww/tD9OGdEP+3XNp2B8LKDOmHnQDDuxs07mTcimjBdJAszTpLXQSUmIbgVWY4CzFKkaf8fCDr+SkrhtfEgCyWxsgqM+TcaUBKpye2muGpHyq5J/sUKyvady3O4oJVvSGJq6SkNUryWNsuEjsfk7nShwGxpswicNA1bpJQNKVZF8OUQvFtp8mqj/xE7jRjICqEa/q9N/6we3NLZf0fB0diRaLwkWZ5xjRtVowlixrUrj4zf06d8YHRlTCwGKaYyChrmeXQG3TZ02fNh9AJD5QiJjQClVk7ave3UDq9q+Z8XT0kaeHgTykkQCbhhbIsT6Siz/+id8NG8NvvyzEtVSj9oMxEVXjsMlh5c3n3vFWjRsmYvK9WsQS2Xlg7egIwr2GoE2bfKby6TxZ9w04RF8Uiv92YPy8g449MjBmHhcT3SKB2HttqfaCqz8aSXmLl6J737bguXVUqJMDwZeNRXPjYoHVgE0bUL1+u9QtbOyWcuFgv1Rtu+RyPcndKh2Od55eSaemvUH9kR+8hV1xukjB+DUYb3Qu5MUwZpVk5AmrROvw+9ZxERGDsXNtBa3Aqts2Uf2DrHwA2Y7PAJRacAxQgBemAS8BnJ7ZpJM5UBVqX9eRhBlpkNyqSg9ogCPKj+9SzuXYrNZNo/sBVXpjFS9e7EhPjYohmUzoaaoi4x+LCSKCJIINeLGNQBAGS0Umc6RW4VqvNjZJhMWHpqNLCXJNR11WhHCaXJlldtOMpkRx0MOvdwABFkxytlFFSNKpgGr9KpynGD4RiyZlTh8PFVvx0/fLMOc+UvxwcrGlhvqwn449/JzcMXRXdDy8n4Dmnb8gKotfyEoeuDxlaBwr2NQVBThEo0XS8VHGD1hOtbLiKpVWSeMGnowzj2tHzqmEsBqxKCUq6OhGn/98Aumz1yE99c3yY7+ruPuwnvndo3SIkSrCVehbuNcVFdWQQz5IBT2QnGPQcjLabm7FDd/ilvunYlZa1pGuQp5ZTj9pMMxdmQv9CgjEue7U2UAiIOrdJNGEseYvG9wK7BKRo8nSgHQ3JJi11D5GGsuGTKjc0oARhnBAfiW/pcFyZFIVfkVMqEE4HJTmreIP8pWvlUWrkJS3Wa3z9UNrFJBiiIFVfk5WMuhRvjIKOgcBVY5AJRs30R4yrJ7SMZLJxazwWUSk0siqCr9QoBVArDyojzlc9kQCVDmKMP8TKYBq1IUUPyIMwaCzlTrcyC4umcLFn6yEK/NXoEltUnOzr2dMGL8WNx49kAUK6hHrFuDujo/cku7wqcE8FTNxthz3sTqJCr257fB0cMPx+QzB2CvQgttIVSDdd8txivv/4QvtwTQlOTTpSfcgFlX9kFiECp7JYzQ7t/R2NQB+e0Solrj6gxv+AhnXToda5LJIqcNjhl1OCad3B97l0lEtRbKxAWfipG1ZO+cbjYFgGQGbgNWm1EA0IhVmQOOaNRU9tqP/DBnIyu753Sy0eSZ3GVBVcqrqmYfnG9VaQoldMYkatXcOwbOnMCzmVc1XiO6gFUaS0ejMcP0v3lpLgEikWCYyUcqZIr3eZonhOByi0mARvVycDV6EY4vCRWWhgr+xpuQbIWPrWbunkdIRa//GzdfZRKwSi5UMuA50fNwbrbkvsQp4GoYW2fNwp1v/4al9WqbI9YjT6+zMOORE9FVZrIRK35H4IP30PRHA3wnTELuUb3YfjShBJa9gb/9+zNsSMHh5haWYdgxh2Hy6P3RtSiFF9J+RET1Lwvw5MuL8fXmOuxJZch3Ho85zx6HNi2+GYa47js0zfwfAhVdkHPmWfD37yQbSVj3xc046hG52N2WHSlqXYpDjzgI54wZhH3b8Nk+UULZzrdKk8cZQGuvNoTcBqxKh38sMkx53JCNfmopGNUklHm/Z+9NFIlXlejUKfO2U+wrGQVAYhs536qS1ojXJr4pW8DVGHVPdlMARHE+PVQADDgM0YhVXlpKQAJVE6VDwVVvtgw57ZZBlkoEXM3mwtwTH1dKNqB0kEOX0eTgIpuNJ2nfY7Ee2SWi+C26seMqU4DVaHSUrGGw+yjGSi6TLNAhG7SGFbj/kvfxv3oNsvX0wkPv3oSj42/4h4No2L0BobefgPjdEoSDHiC/D3xnTYE4vBPyc71x+V5FbP7saVz02AJsTfWzOaU47YyT8H9ndG557T7VOtSeq12Bx+6cjffX1KFR7Vnp93ajMO2lc9AnbgIRw0E07lyF0LP3I/zLWnbs0OMoeM/+Fzz7FyPXz44jpLLpzf/Dqa9vT/WLFPgZfO5kPHGa3iR4Gj7pokezlW+VWpVFCxm3AasUuKAUAOoCYuCqQ/yzA8dddvGoS6CqydwaDtSzepNEkBu2hAIg9XWeF2IKY1D925n3RDaBq5wCoLn96opYJbyhhAJAyzDMvOEj3yPinAJJ6BHItWUSucqLvASymW+Vg6rJR4VadDznW03Fq2TTwlKCBM05rMgUYLUlBUC8HbEoVibJ1JfdqVhi5jxj/+Y98NMsTLrvV6zTJNRSXP3qIzi3jL0UaqhHTUMA9U1NyP/6JeR+9SeEwnyITTlouuAm1HUS4C/IR1FBLnKI0YjVWDjtWdw2bSk0wYnFA/DyUyegl09TY1N+OLR4Bk6ZugLNU06pvN7uSEx94iIMp5G0IoKNjaipa0B9QETuRzcj/5t18IT8EEtPQ+OU01Dn8yK/IA+FBTnw0+VcI376z024aJYWSQC5vUfgw7sHo3XKvcueB7OREoB6EgsBC7cBqx54U6Z9YnMW54RU8hjZFbnKeVXl7YDcOvbQXDDaVnecbzXZTJwtfKshzqvazAzSBlYJZyjnVZUfUiSAt0kMq0bykmvLPJmVvAyzlRKAg6r6QFXpbU4JoLbxth8EUmuhsb8bl6wqsV1uB1aTR6q21EJ2bcS0WqGN40rcjYXPv487Pt+GKk3NLsa5Dz2Mq/t6EWpqQNXuBjRFdldFa79Fq69+BbwFEEt6ovGEoaiMEJB6/PkoLcmDt2Ytpj30OB5bVKGRt681Lrv/MpzXw4QD5lANljz1Ei7/tlaTJNDmQFx95xU4u7sfQqABldUNCESYnApXf4DW87cBoSCQMwS14wZgD61dgD+/ACWt/BDCFfh46l247bsKbd8t6IYbbjodp/bK43QtCpJjUTEm2Io2TZn6NOHnoxZFQFULu+omYJXEygsas3nFwFU2XnmJSUCC0rQBam6UIBlTJp3iuVEczdosIqjKq6rUSbJrJYA1H1dyEmLgqo3rQhNtU7pNEksUaOLHXFR1WsAqTchEozGzm/5aTs/E0EikKqFHSGWikvhWuUtqKc1sBFdJpnJuC81tQWJ8VItUjX+LUgJwvtUkU5E00cvxabpoBlNtavxF0lQ8smqFLR5wO7CaPFJVXh5s5jdHnto14LQ3bFpE1yzH/dd9jP/tDGkUSA6OvPwuPDCsCHVNATQGpcuhIko+vg15S3ew+nxdEZ4wBds6SNV7kFuYh9CfX2PK7dOwJKjxs8jF8PFjccvpnRHPQqC1FtnnN/yAe+6dgw93arTR3G4486rLcd5+rVHgaUJDMPZ+6atXIHeT9P87IDz5FmxrF/m64EVunhdoXIuX7n4C01Y0aOxGHoacOhoPTNgLJO0FLy0lIJG50IzDAsvvkGkleshlsQm4BVhlrIWpUQAk2gaPXE0+WjKbEoAnq5LXPvOhZJojuE76hfOtKsmO7kXJrJ6BwDOZi1kaYIsnrPQN1ZI30wJWGXDIQVU5DQXChPw59SmKmCNPZqVs62Qh5RHoUjrDS+yacub3Vbsq09lEcXA1FTln8qRoPqhKJOxmYJVsU9kFf21eh1MCqI0t68eVuOQDnHLvH9quvtNu+NB+v1Nx/8VHory1J3pc7g9Uo+jzJ5D7y8ZIZ3OAMx/F1l7xkLqIdc9PwZXfawUSSZUCuvQ9BPfccAxooKaBpfaLaTj12fWo01qnNx9t9zocV195KgY0ozytR9vXboB/o8TW2hXhs6/H9h5xTOieaix/70U8MGcDdtRqRpnh6TwMsx89jNIBkNWAthGptaPue17yUhJnZmqhC+7qJ/XHNijeDcCqxKtKPUeaQuLJrJTHA1ljizbYnjUj1BuJqMzYDqYpRnLzGNB6FCv7McETodxIsykZ/Fqm8q2GRMKxm8GKS7NrmoBVsrDhyaqUJU2iVJtoJK+2QqhWvTzhjqLQqHy0idR1T3MKgOQLvnQVShbgxH6471eSoPUAULq61P4egSfM5wB3K7DaPOVOOtLNRGhDuxyU37CSxziAddNew/kzd6AprS60wpmXX4dJg2Msn7m716F41gvwrtsVqdEHHH03dhxehBhsGMDy/9yI//shva8Chbj04b9jYpe0Gq3wUiN+mPok/r44kGalBTjzhrsxqVfcrCFuQ/sX74F3u1Rne2DEFag6pB1iecIqsODJ+3HXjymnymrePm8X3ProeJzQga0G+Jwlrz56qCMSbr801evQ1yRQlXRL6x5Cb5ecDqxqSVaVZCUZ4QmXMldnmAHpNQJBZOPKcuvT23C198k19UzfQarJQP53glnEXcpIr5LoW2SjxceW8k4r9YR7OhVh+uuMlocA6dyHygk7ZWCVClIMUwoAXlpKgNwm8Sp6AAAgAElEQVRKakySrEpNZoQT0kP8v9qDWfg7C6UnV7szs/McVE2u13SiVeNr5Mms1MZNJoKrMfYftd7r/d2NwGr0yqmuzrMtmNUggK4mW/qyheNq92q8/tBHePqPhjT14cWQ8ddjykjpbjuQv/UHFL/1IoQocugFBl2D3cd1j4sErcR3D9yN+5drj9BkqhAw5KIr8eDIQsM0I25djifu/ABvRhgMtFfsw4i/34erB8X4+HKqlqF02rMQdkv9LAEOOQ+1w/pgT/SxTZjx76l4UVveqrjmFWDkuNNx8xldkRORjfa2Z8cb8XcRMqHH8aAq6Y/VPtXpwCrhKWQy0r8J4JQACiOGEPxGMsJbbX/mjWGerEpJtjRQjkQpG6psAq5ywE0WbKOrHcK3auWBuzkji4CqnLRQWbYpAavshJiQG4csn/DNMQtja6XJqgg9gg7pkOUCiVrNVPBQr8TZtW4GsGZaiV2+zLSe6e+PXlCVbd0536q6JjJpZFlDASDJ1I3Aajq8qko2pGfeU7dLtz9hDbga/OEjnDf1N/ylY5O09/HX4PGzukYFXrD2MxS/NTNOAR6g10TUnzgY1QWR64MNf+Kde57FqxvSv0y416HH4dErB6KjIUSrInZ8/DYmv7IOaeOb8OKwCTfjpuFton0vWvkVWs16D6iLCyzocQ7qRw9BldTu0O947NJn8Xm6GDOANj0PxzN3DUW3CFjLI1eVx79EnqTD5B3jXOjtAf2YYdr9cTKwGonzYkcNBgCrDLjmkXXJjCUzElQykC8zd41pD3X6ItFvSDevqlIbIpQANvozfdIx720WJKY9+Z55LdJWcyxcJZP2i9pkkPRpMqbIAWD17sWq6xKylAyGCKiq+qiBLXRHVYwegYTT64/k5eBqcp1T+di7/jTcKDmoKi9S6mkMPErl4GoqppspkyWZ2qyLpXQXsEq2qcYXDq4mk6nZ4GoYq5/5D86bo5lRtFmj8/afjOn/6h/Fd1otm4aiD+c271jZsQicPhpV7QUEIaJhxTd47rn/4dOd6a9/fMXdcc2UsTh9byMsswHz7nkS1/ysA92EgN7HXop7xvVBHm1SGMU/z0TBp1+Q/xkreUehafI47CqK/GnXd7jr3+9hQfoYM+DrhvufPhvDilmdjFeU71DlRhdbIwgIu1w8doOq1MKDVcZPCgbUqCdZldrnKbhKgNpM45RQ63hKv5PdvptpASL3HDMgOjAldWl8yFgKALmPk2RWZq97NHbaIY8bwRVtR1dioCrXq5L8WQK4FIBVSgEQDhsCHNphDGZ/MxThVTXqO5RPlGczVxQn2ecQcDUzikhZSnhpLgEpSYUR0arxNUtRz0ZFPWSe3owANpwgFQKspg/0aO2Bm4BVYygAWkqIA6tqVmPm2NqJrx5+BzcvqNY1m+TuNQqP33oiOkea2nruQyj8bnVCx/ogNO5yVHT3I4gwdi+YgYdfm4sfdWG6Ag4771I8cnIETVQTZbLf69fiuevexovb9FQCdOw3CtdedAL6tCEjpgmlH96L3GUJleYdicAF47GTNltEw2/v46aHvsUfuqb01phw/fm44qD4bF4Zs+DRp5SEt+m5K8HFIhGIhlZuUWV2JatK7J4TgVVjeFWTK1JKhGZruLBFtpb6Z5gDYzdVNee1TP0zZj5JOVU5ACQnYgL+ENxC1zSlqjs2esMGRZirfs5lDxDWDa8nRjXkhuZTLJDzqiqqivhKiXM2acQqFWSEAsANire6jcRBBcQwlZGRhXBCejnfqqJIMwFc5byqyiPG6GjV+C9JUeFGjtdMqYu4McHVJ/yxM1UrdeIWYDW2zTAHqMmM64NmWY6Zm7wQ1r/1KibP2I5aHc33lQ3Edf86F0d0Yok+ir+4HQWLExHKdhBPn4Jd++YhgCaseu0+XP1lhb5NWl4nXH3LuRi7jwHgc7gCXz40DbcvrkkziVdEgJ7uuPKmK3F8D7L5qUPb6XfAv2pPgnTLEb7gVmwrJ3+uxooZr+L+D1dCD6brb9MTN99yBkZ1lZOFOeNWh8k44tV44hdHNCjFRlCP4BDgwUnAqmT5guA1PVqb2Q75Ih9bcmbrzjldogAwc85NcZA77DFK6Rjh0bWiaWIU4Lbia+76BoGevS5Jqib5yTCJ7ueusoWhsUOouB2WEhUAe5DwqpJYFGOBQ3eZv3xrCQhBQFVy8mN0ka4tE3CVl5YSiFzycDEfbYzhies3JoHoSDJhTMXLmSezUrM6aeZ02wxqbaSqJEU3AKtmRaomWhKPXE02tkzc6FWuwZsPzsSTK6Ws9WpjXGZeze2E08ZNxORhBCkMo/SDm5H7e2XCg37gmDux87DWCGA7Pr7hHjy1Rfu3Ym8U4LhzxmDKqZ2Ra5C7aVz5Ix5/fA5mbNMTte7HiItvw9WHk6Rau9H+6RvgrUxc67WGOO4+bOsOiMG1mHnHE3h+g45veopx+oST8c+TuyA+XpXIin2ZkwIoWRqLpjHIgPSYc4rv0khVplJHFCcBq8xLEh7CqJRMlRHnW002qiQ+WuP3ueYolQA/UrSqOV9wX62RCGQaqdqczcb8vtBQFs62oSBoksiK/Mfphe2snN9Ou+RIAefIGo1O60rAKuPgCFNwlZfmEiASMYpXVUm2UmQdT2YlLyHmrsmJv/usU7qm7MKmmypsMyNVExtOuXrdaDymaiC+chNBIJP6QFgf7ShuAFaNTFalLGN2b5CDq8ms0LxxJa78BpffuRBLG9Jfs3U97AI8fskByBGrUfbWXfCvq27ZmYPvwM6RbRGo+xmPX/MyPmtIc9QJBTj65FG45uy+aOtPsw7Z10RULZiDe19Zgu92pZ9wda9R1+C/47oC4hZ0ePROCC362Qo4+U5s3z8XoYpvceu1M/BjuqL3tsKRI4bjhgv2RSkLGFYofNWQKJh4kbsCXBVZMk2ngKpEns4CViPpqixcn3FwNZnLYZnj03VtRnp21booqMoBoJaIBQNVyT/rC+EyTjqpWd8kB33RC6+j96LEN7KsFXztIWc28RQA0qTeAliVxl0oTKIxdZy+O8hwjW4KCaW3IpKXmLHPI7gSPDRa5nL1Ufm4bKxzCoDksIyRCavUbJCMLV6SScAtC1QpXsmWVSOcDqxaE/fT3I44uKoGjpnjexqWfIYr71uC5WkOBaH9SLx0/0noUr0Frd97EN4t9S070u8GVJzWCRXLPsTdj32FpemcZwgFOGLEsbhpcj+UmOJmRNQs+hz/9+zP+GVPetZY2Hs0npkyDGV1v6Pd009CaEwURR5wxHWoHNYBdT+/jImP/YzE+N5U5hfBm4/+x4zCQxf3ReuUzCKlh1L5dEY94xZKAJqQKcIN6xQFOAFYJW6A7DjJ9Vg7YrOb3yPjYyzeNkmAFZ1SnCwWgdC2OLmBNo12UQTJp0ioC9NcFuhvuOBlV6W5emRkKcAbidDXL2hja2A7K5IJhitOFlRNoACQnpEFVsn1dpKwilMAtBQlOfEhkbxG86oqDQfOt5rcUbiLb5Unq0qmTauj4zklgNokbF50ndqXU/+dbYesvuAU3z4nA6vNNWjd4sid3GypW53+J01BE2mzGpZ9iavuXIxl6eyiPJ1x4ZQrMEFYjKJP3geqm1p2tePZqJs4AN+89Dwe+W4DdmkVhpCLAcNPwsOX9EaB1nc1PS+i8Zcv8c8HfsDPAe3C8Lc7CNdfdTaO9C9G21deR8uA+BzggItRd0xn/Pjh87hx9gbtHLeCF/sfNxpPnN8TeSmbhHXjWJO4HfCw08FV6o8tjMRMVSVOAFZJW+2O3qLJduK48lKVX+Y/x9AA7V7UCslEVjk0PwD3jYkSt5pXVVHjBFzl+pEVDzlsI7QATrJfNt49rqLYscLbSN+IRaq29DktgFUCqpJoVQ6qtlQROfEhoKoZvKrJDIIE1vHoOmUJkfNtD0mz5+jCeVWdBKpKbSFji17L40VBAs25Y5wjJmm8s4sqdhYnA6vWUADIS5+Dq8ms0txDi/CWFXj9P7PwwopGjQQZRRh2xkTc1PMPlH4wS74D7Uej4W+98Mwdj+JVraiqUIjhY07BzWd21wAk6hndIhrXLsWLz3yFaWsatMnC2xqDT70ED/VYhMJZn8uc3fiBnmeiYUgpnnvtTbz+Z42m+r0F7TBmzHBMPqk7Wqd1U5LPWy1ABAr9kKM2lv3V6sPapCOeJId06C0ZJwCrhGuQ3q6weT3GuAT52JKz5TC5xWqzflq2i/OqJluBhcJ2r5Cl1hFKAD62lOYIFrWa8umqnkVRSu9yXlVlMVHQOckBXBRYlU6jQuGQZdGYKWnXQQ8FwmEEbeKcJYmsvI6b0JyjHB8luncuuMopAJI7KSspABJbwiNX1caxuSCQ2teVfyeAqhSxmn4tet90KrBKtql2F7aucK5ftlc+Jo+rmu1YNPMrPPHROqzRcPaQ02UUXj1+A3p9+4u8eFofieCQEkx+7FP8qkWAhd1w1d9PxtmDirS8Zciz4Z3rMee9r/HYnM2aImxzup+EmaO2ovyb+fLhWoXHIDDEh3Oe/AarNbS0zT7745/nDMHI/YpB+L7TKcTzpflqOp9z1Tv0uI1ePXWA74k0gawznEYBICnVbmCVRWyldbpguF2yOcsZbTG8c7orFOmVcmc4HuL9yGkFpwCQV6toI6+qkqF5IuCqbkPMyArsokGJF6aEBfIDpiQ7T5VbDc2A1SAHVRUlSQBVxqtqX6F8qwRI4ABrCyWQKZYmJLJPPYpf5qBqcqXYHVVCbEba9DjQfBzQJJMBoLR6aC+vanyTnQisMo3Z7w05sKpm3CZHKIiN2LFoIf772hLM29GAmlQWMEJX3HhSE85YsUGh8Z2xrn0+zp+7HnvUukfm5bxC9O6yD86bPBxH752bwhsmPRKsw7ovvsTUD1Zg+a4myLDHtvxwYT88PnQLhqzeJt8ooR92dKvHyZ9tSilaNS+/CPsedAiuPX8geqYXpprQDvvHuEna0l0tAVajyXp116avAk9ctGoqQ1Df17S/bSewStdfDkvgwigBTPbN2tVk+xsivR3kpBAWLwkDt10uTmwAoSsk1IXO8zccXFWyF3IOSA6Y7MR4OK+qGl4h+T/ltVcUWJWSVTlvENrvssgJHYlWtRdWZTcwaGQmX0vLGgWZXslNK2eJh1MAyCkr6mdsigBPbBMHV9X8rJPAVeeAqkRqTgNWnQKqxluU3XOnmnXb+7sFY2vHOsx+dx7e+2Ezfq8mqSySFT+O6itgargGfrnHQjl4cLuAN6uTrxZ9ggdFnXrhwrMOx/EHd0AhCSxyQAluWYMvPlqIt77bgLUNYciwyMZa6S3Fed224R8+BXa4UCmmNTTioU2B5BL1+tG9Tz+cfdpgjBpUJi/XNGTDNOCEI5Q0Gm/qKyROnkF2dvueaPJAZy1Mm0nfPmBVkAgAbAUTEk1R4urlGeaVBimDWO0thO6DjXFeElZbooA0aMUtEiPTGfXPDvaJFgmjxWfIfEFpUSwGeqRA9BBPVqWoesarqu5vhD27F4uENyUU5oxoctIkxtYUsh9UldpGkzWRyFXukGSNn1zgcQ6NFU9WpbwsoyQlds1dst/llABq6rAAAFJrQiRRlaNiJnylqq226gEngqqk7zxyVc0C1BdrajWo/y6iacMqfPq/BXhj4VZsbgjTbMFypawwjKkdghggdyO20YvT/vJio+IHBbTtsBdOGnkwzjiuF9rnqLfMjifEzSvxwbvf4+3F27CuUWkuElCeF8Qre4XQTqaR9dV+XLZDwK9BpR740K1HL4wdcwRGH9o2hSW5dklwSgBlmdEjOJuzUbuBw90uYJUACCxpi/MKm7OktvENV3MN2Z3MivOqKu+tyO1aJ0aqxrc4Aq5yIEN+Lxrxi1aybsTCVZzpj50wQ9C1RAqnAcLuqkUiu+LuLJDDCUIkbWgKk3B6+8/m4uVBuFZpZCaf62XNhFAC2O8aeKRqsjFs9/V/ubbxqFU1r5vapKJWi77fCaW6xAKkryaj3nZSxKoTeFWV5Gp35JhR+janHivHlojgzm34/cfl+PTb5fhiZTVqWnRKxJXdAjhf5ub+6p1+TKwQWlyl9+a0xqGD98PJw/pjyIAy5LhlfVLxF+Z8tgzfLvgTczY3tQSbBRH39QhgpEzE7YJNObiitqVFeHJLMOKwPhg6dCCOPaB1CktxvVblFmHr7ae29+k6QyDJW+yRD/XH9nxak6DsAFadxKuqDFIxIi9XKFGTxvU+zPACe1ZikShVhwLyeiWr9/1g2AnRxKn0goOrSlJiUaskgM46JIOAhmELv5eKhTjpGQaqkqI+oQsVlQtEwsXBS0sJBMIigg4DVSW1kqhV50RmOst6iNnbzbdKLqDx0lIC1NM42N8wcJXsxdSdZzbql+1TrZvsYzKWLr2yhFVOKk4BVqNXTp0knIS2cHA1mXJs2MAHG1GzaStW/LkJS1fvwIYNWzB/9R4EBBFHlQVwT0nCWAt48OJ2L2bUe7Ez7MNefXviqL4dcMABPTGgezHyC/wupbwTgYZabF21CSvWbcOKNdvwy+8b8HNFADlCGGPLg7iktYhmwbdhD17e6MMLjUCTvwgD+nXBgL07oE+P9ujdqxM6lOZYevjNI1eVxxZNZmWxX3QLqErEYjWwKl13pfsZh6+1WIiEHWseiw02jc/Zc8+V8KraMFemIR9rX2GJxYLOWh4nF4EgjS2+30oUlJWUAMRkQjxhn7ytioisHVKfA4SdFfPdNAwt81PEQTWG1bjILGtOiw9R8JCDq4oKsJNvlSerSrLBcTCoKrWaR66q+TU7FrUS65nV22M1WTiDYzWmEWcvUDklgJo9WT+2osvFpibUV9ehalcDqhb/hNb+rtirKDFMsxEVO3dhbV5PFBzYGh3Ki1BUZC2AqCZB/b+LEBvqUVNVh12bKlH57Xr06F6OsrxEXoRG7Nm8Gas6Hoji/nkoKyl0gCycPf716ya9GqTZw6rNDj3kcpEqrAVWY7yqbgBWSRs5uKo07qymBCC8qpyeQU4bzk1WpeazeTIrJQlJUatmsqjzZFXJ7ZPxqmpbl3NgVUam5PoQoQBwenQNiawjtABuWsCpuVgjf6d8tJYvbjmvqpwOJa4YJ1IAyLWXjCkytnhJJgFtk40+WZLLnM4DVUmfnBCx6mQKgES9c3BVbSRYN66an8FzfxfTTCRCPioSAaLopRFBrITh9TjRH3EdKq0/YgCZ2vjT97sbklUl9tAqYJV5NgoXOD5SNV5GdM6SoiSjV0L12UkmvW3NnM6TVSnD2wChALDq4MhY2+WUAMl3WQK8ghzZvTFaCNMEj3zdILtuiIKq5NfUZcSB1QRpEscUCIcRckFkHWk6BVdJMitjxlhG1RJh4rGQMoGDqskMyC2gqtQHnsxKzR1YAQA5N1JVko6dwCrTgPu8vz1XCNXs2Um/p37tKN1Wu9V20u1vau/FtqZuPVdjh5ju8wmp6UffU1ZErrqJAkCSptnAqrRSoKCqLVRC+uyGgfJxyaxIhzjA2kyo5s7pkd0cpwBoYchE7uTAL+ROVDXSnwi46hJOav3eRFsNxG96DfabErlaiNOcKCqDHaRrX4tzYDVOpJRnIiwi4EBeVSXNU3fkISca2gZqtjxNxELOeqzYJHEKAGWrchuoGgXNeES4iqvQPulo8z0SO55zV412Aqsx6btrAjB3E6bNwpz5tPmHFm6KcrZaR4LgXH+Tmizc5Q9S65P+pxjHOxA2aUHoNgoAK4HVWDIW99pmLCWte/ugfxQp1WAiLQCN2JNkzmUf04ALeVUVDZDt1vl5hbyAvPAaGuXPdlYel0Y5m+fFpJrToQCQ3uXAapx+yIlPIBxynaFRd8T5VpO7a5OTs3JQVV780e2pSyLA5XrB6TaSTWJmLXYlyyGXVJwNctgFrLo94pCDq2qLQ/PAVQ6qKoMDJmFuaso24XcOQMgJVYrUobxpAsmlacD8IpLbYyYvMk2wECuBVRJ15TE46spEkchWzaJWWeQqjwqXl77xFHoSryr3Z/GAKrFCkqmc4BYGeDCrh5LC9zjfajJFGAWucl7V5OYuigzRSbdwYDUiORLySygAjJ8U0lWNtvfIms7HKQEUhWYm3yoHVZVtlUWIuHvap1HhPHI1iUMyAwBiU7/TQVUiFDuAVcbjJzEXa5srnPa0W+dca+Ro/NiKckBa0wGXfCUyR7kXG1MAgjj8kwxcZdxy+tcndJS6GJE3kwqAXfIlmdwzg6JCopPgEZTyrp0cVBgXdchBVQUp021VMKNAVamnJGo1fVDLJQuOtJpJZnMPpVPRJx/Oq5ocsyDAqhZO1cTaOLBKtu/UQbmHV1XJJAjfKgFXeZGXALlMYoZ4SEA9l7ryIisT7FGKCs+EvpjTB6MpAZybrCpRfnYAq26lAJAHOdyadMGckdS8Vn0LvBYLvuhykc9YzWUTiWPMOLFkXIcMG3RG8q3SaFUXFzOBVRLbySJV3S2jePU2B1czp1/6TVhkcRQCOfbVe2DBQVVFfYgiBVWdmD5Rvw2RGji4qojziAI8nvSTWbGdlbHrSmN0bn8t1K9Tt6VPPlkPrBIZkmx6BFjNhEKuLXuNxjgyQTCRPvgM5lvl0aoKgGrENRlyzc4h9ke4jPnQSqYMI6QjXdQk/ljvwtwaw7EaWHU7BYCcVnjUqpqtGjG2SOQYBwHkJR3WHQWipkG7fpeutHHNy0Hp5G8kK3J6c03UF7tcuGYBq0ZFWNk1dpJ9V6IEyCTA2Eg566b6ifKqunxwGSnUiJ+ioGp6LsvQ1phXmQCR6p8XOQmQqNV0aFU4qKpsTwxU1QeoSrVnN7BKM+mRZFW6pwBHjX4StWpGZKajOplmY2jkoUHX/TiomlwJmQSqSj3lfKtqA08vAOQeCoCoTfhK1YRi2O+ZCKpKwkkX3DBMuI6uSN+CL5PtRp/aJDqNzAVWmXw4OKFkJ1J6xHTsyK3JqhL7agawyugRvJHYn8y0P5bMSu+aJx3Lc8M7oo6ISkIdoW/Oc4OEtLeRJavKLF5VJSlwvlUlyZDcmh7iWzXelAjRZFWZ6Yu1j6Xmb+jlVY2vLauBVeKcgi7mVU026Hxegc1LvLSQABGLT6dsOKiafaCqtD0lkas6zSeDR6XexbB7KACsBlYzHRzLrONNM4Z4+mOLRapmBievsZLNVAoAOSnxWUtOKulSAjDgkK0F3B48Zgaw6qVcgJkPOjJwNX3fbKw/c1JtbL7RfmDKKQCUD4FEBMPu9zepWymnBFCGndl9gFTAVWmOI9yqvLSUALn+HwOc9a+TshZYJYbWREBVlyfWUQRXCXhIwFU+imQloIdvlS2hMoM6wkjziG4uMnRMSbIiBxY0mZWRwsuourRuMti0z4Br940rK6gAYhLNfKvTvhHLqMGj0hntC+NMB+T1aV/MogPoTEl3p0/jScHVFM8eSMQQ3dBmiDs2GlilCVbIf7IguoMdCJIdRYYYg8HDi+6xUxYNGVNcljLQD10hZxeoGg1d4MmsFMYkhVYF5muTlbAoIJwFh1zpuK4YqJqyk1L9TNYCq4GwiJCYyVs4EV7Bw/lWkwwBErWqfSjFzqdVR1eWPUChsQwHVSWVEmCV020kM3At4GrsPNWNQ8Z8YFXi9k1x1+9GIca1mVmD22PAzFKClnHF2sCgWO0znVk9cFa9mU4BkChtbgdK9kdJaAjHWgoiohHgKTznLFtXbo2xwKoAEq1KvU4WAKt02Uv/ZVaCLiNtl9CCUfpC1cIpAORFFElWla3LIsHLr7ArjB21mwEkVIVFqqY0AFVHaCY9YCSvarxcshJYZcmqsuPiIedbVXYDxM1o5VvlFADK8sxETtVkkwgHV1OZYlMBgiSWO3euGs0GVrMv4ZAebrZUbDITnlGPXG0+8viiOqb1iJ/JLGxMg1FzW5ATVqp3JjKFVzVeBkYBq5mcrEptgHFKAAUJkfBukeyckh2XRmYrnrBIVogk6pckrMreQiZrzg8qr38WtSq3T2AZK7jclMaNGdGq9EBxZ8X8rBquNFlVOJMjVZubEAUPeTIrxflIC7jKQdUkoCr5KUuiVSUpENuhlAB8n5pkvacGrLovWVViZ80EVrOJAiBRrtkzS6ezXVIbV1KkKl3mpfOBDH4nm3hV5dTI7UFxo0UjDxllgrzkMnO+NwJYTfVaagY7FhCG+Ji/5eMsXtfJgVXOq6oM/jBQNauAGllhkMNkktAqkz1Ien2T873sBgaRFxeYnFTNilbNOmCV4D6UVzXLXBQZdD4yb/HxpeyuVaNXyEUfPrXJOqgsA1TjZSAdXKQ3HWbDW8kAIHdTAEjaMwtYZZLLXqctbt+M5ctX4udtlahsDMHja4eD+h+AQX2L4fErj53A6i3YtLsOTYIP7ffaC23KlGVY/8tabAiGAK8PXfp1R0FOXL271mPVX00gtEFKMIvHU4TO3dqhVSmZYFMYz2IIjWs3YOmq1fh1+240iB4U5rdGj716Y9B+XdCqMIU6pEfqGlG1egu2NYVopmAywXtyi9G5QzsUtZWak0Kjwk2oWbURv69bi9+2V6EBfpSWlKPPXvug/35ldO1gWgkFUbd6LX5evQa/7qpGUPShqKAEvbr3xoF9OyJfSR71jahatRk7giKK2nZCh655sSYGGlH711Zs3N1EsycTSfj9peg1oDT6jECiqKQiBrFrxRbsqm5EiM7xHuS3Kkbn3m3hj+t7aMNGrNnR0MIeSIIeX0EJOrcvRkGxF/BpkFZdHSo37sK2PQ1RdmlSX3H7LujUJTc1m4p8Lrx+C/5cuwbLt2/H1oYwhIJyHLDXPjiwVwcUtpFrkwCITdj55zZU1DZB8LZBt95lyClI0v49tdi6eiuqQmQdzfyTN68I7cvbo027FGxNqrqpCdWrVuPntevwa0UtRPhRVFiGfXv0xoC+7ZGTr0GGBj8qbbgSN/DUH2foItoYYNVD6ceyuUgrmv4bj4IAACAASURBVPhjrWyWR2Lf5cFViVeV+Wpe4qYmZFuyqmTal/YSHFyVn80FeOMivkmkKjvo4aWFBEQgxFjATRFOVkWsNhFe1XA4K323l2y6Utz7mWJpDq9ULZkVcVG8yEsg2ygAEqVAuFZJ5CovShKQZJMoIzLts62Im4s5wKrEq+pmyaTZ9g1r8fnXc/DOmuX4ta4OmwKVqACQK7RGV18x+pT3w+mHnoS/DWlHU4Y0Kw3b8dGrb+D5NauxPixg2LCb8chJ7eUb0rASN99yH54P1gNCCSaOfRL3HRqz0U2vXIXhv+zAVkX7zEPPwi7omV+E1l4BXXufgn+O7Is2reQ/17T8J7zx+Uy8s70GW+q2YHXkMR/ao1+uH22K98HIA47Dxcf0QEEyYKmyEn8u/BJP/7gMqxt24ffaHdhB4cDW2L+wHcr8bTGo5yCcOOBAHNyvhNygky+BJuxaMh/T5n2BWbvqUFG7AcsiTwoox4D8PJSXH47LjhqOYw9ow3KKGFXEMKoWfYuXv/8Sn1Xsxoq6LdgSqdsvtEWfnFy0L+6FYQccj8tG7I3C3IQPr/4O1z73OmYHBey/70RMHX04ukRwU3HVEjw940VM3UrkQuZtD4o9fTD1stswrqfMAfOip3HY+6tRjEosaaiFz9MOB3cYhMmnT8SpvSL2EN6Nb5+5Axeu2IwtCWuBHLTFoKIylObmIc9bhN5d9sVxBx2OwfsmQckb67F+7ud4+adFmLsnBF/jFswP1CMAAcXeLuhfWIDSsgNwzuChGDWwPXLicONEFdT/uhivff89vti4EVuCu/Fb4x40RB4qz+2CfXI64fShZ+PCIZ2RF2dXNAvu2nm4b8Zs/G/rDtSJvXDzhVfjzH1l5rJAI9bPeRvXLVyO7XXb8FtTDWoB5AkdcEhRa+R6c9EqpxvOHHEqTjmwjfLBhxhG3a8L8MysD/Hxnlr8Wb8VuyJtLfSWo5ffj/KSPjh24ImYfExX5GoBqQ2yTWk2YpyZpLArzJnGqxovLr3AKkufklqGaoPU5NhqON9qctU051uloQk86kdBZOSGLTsc5IVJgN4T5FGYCuZAfDA53CJzOwEOsxLsSmGokEAEGosQneNTeEnDI1kDrJJsegExpEE0mfco4RMltAC8tJQAc9eEq6TlLMYpAOQthm1ZCQMAn/k536qaV4mf5CV7kYBVtXed/bsZwGr28apGIIzfvsTV0/+H2XsIoBmii8P4KBfmp70o9XXBkQMn44Wx+8AfD/jtWo4HH7sPt9c00SeHDLwbsyd0lzegHd/g5HufxjeRX48Y+iI+PV1CnsKYd98EHLc9+YEa0RNJqxCgdfgwuM+1+PjCAchPAIQafvoU10+fjrcbaykgRfoRq1mADyLta57QHkd3H4fnLzsUrWVApfCKhXh21kd4ev1arANbz8SvavwQ6I0c9reOuOjo6/DISZ1bgqKhOvw24xVcv3Au5oUDaGTbWwTjJEV9O7wo9vfHv0ZciKtHdjAsYV/9ovdx0TszMDvcGAUBY7MIkykBtvKFcgztNQmvXTwQ+fEA8a8zcNJLb+FrArgXjsGXF43FgXuxtU39T7Mw8fWX8XEzrefijKMfw2unlrS4ubP1pcuw91IC3ceXvXHb2Ntw3eERRDe0HW/eew0u3EXsKrEIKKAbGSZ3wnZWltMTZw6/GvcfF4uSjb5VtREfvP4aHl+3HEtDjaiHgByIUTkQ62D24EUbTwcc2XUU7ppwPHqVtfxy/bevYNInc/FNQzVqiCzgQwCBZnokbxUI7XD6wZfj0dH90CoOXA0vno7Tp72LL2jVXXDH+Km4dnACgt5Yi1+mP4qxP/6CDTJ9bwUBjQhT+23j7Yaxh0zETcfvh9LWiQ+LqF/4AS599318GKyP6y97jkFzTO+tPJ0xvP9kvDJpX/htWrLGog8jNwdsaocVs58eYDWbeVWVdNMSXDV7jewe44zN54w3k82GRrQ/HRnHfzed9yULMKL9Ul2sHSSRHskFw0vL+VZUOeXVlfw0HZFH1a/TDvR8m9oK41sNa7o2w+SbzqedZ5vJNc8iVOP9jU59KQggK4BVQvxMKAAyw3DSN2V6Nsj5VhUFSOWTQAnAQVVle+OAanPZcHA1mW+Kn8wyI1JV6q3RwGpMUuZM+unPICa/+funuODFl/B2BHHMQT465ZSjV6s2KPeHsKNuB1ZU78QmBMHgrQKcesjNeP3s7rFt2bZlmPro3biDIIUoxBlH3IpXzuwq3/Ad8zHx3scxg/7qxSnHPotpJ0r3oEP44dGLccz6usi7fvQq7oMD8gtQIAF8oXrsqNuFVTVbsUqUYNICjBlyG14a0zXWppoVuPveu3FfPWm1gEK0xj6lAzCuTw+09e/Bol8X4IuqndgoBiL9ao8bxk3FlMHxvAQAdqzCc8/cgxsr6lFPa/KijVCCfVp3QbdcL4RQDbbX7sTKhl3YHO1xa4wZcgdeHdOpuQx++x9Gv/gm5oghel2sSChFv7aDMK5vV+Q2bcPc3xbg85pd2BZ5q8g/DK9dfgVGdjPABip/wx0P34f7a4mSPGgtFGPftgdhXI9yCMHtmL9yKeZV78BmhCMAYXfcN+EO/H1gXNgmtZUXmK34TsHcy8djYHcCCIqo+eFDnD7tdcxv1tQ8DN/vKrw6bhBK4wNJd2/HzGdvwvjNuxM61hG3jLkH1x8ZsYfQDnz02C0Yu0ECYFth/+K90Tc/D75QHSrrq7CpvhLrQ3XYE4lwFLyH4OVJV+Fv/eMQ8j0b8NbzD+EfG7ZQIJQs9AtRjJ4F7dGjdRHyEURFzQ6sqd2JDWJTBHz04MDul+Kd84ehSzxYueUPPPif23FLLbuUn4+2GNrtcIwoL0Mb1GHHlp/xxsZV+FMkBxSktMelJ9+Ph0fE7voHFryN49+eEZFVfzx+3o2YPDAeWG3Aov/egnNXrsPGiIQ8Qhv0L+yA7gXFKBBrsat2O1bUVWIrJIC+FCcefA3eOKsXfPGHAzuX4taH78XUetaaAhTjgPIjMLFnR+SHNmP2sh/xXe0ubKUgLSm98NB5N+GygfbwAsRHrlJPnMHuOB1gNbpFFbymXak0wNvYVkUsmZUFTbDbNjUSXzJw1YOwUdcgKKhk3w6fRv+n6SLkWk3lQxN+8ZIoASKTYJgcZBKXnCghdhCv1xa0yj02/Ai9jsWDUZDARGIzpOdkgeqFh1xR1lB0Y/h6u61V6LJ9U6uEcKQL8HtyTJ3OMx5YJWJuonxQagLXYIEufpTYvs+TmQT8RqiFgquMro46Z86r2lKq0ZGk2xMboTHn1EGj6cjYck6THNoSKT2IUZKy17cbDaxmZbTqnh146/F/4cIKFvtJQNHTBl+HJ07og7IIP2Q4HEDFwk9wzXvT8G403PNAvH3tv3GihBuaBax6J6By6okt4wDCYexZ8hVuePsFvBJJ2yvknojvr5+A/YsjXVn0Ega+9RlW0f/bE1NO/CemDGsLIY4ntmHhB/jHzBl4q7GJwJwYue9kPHfeISiJXoEXsfKl2zD61xX4i9bjR9dWQ3Hf387BqfsT4IlexAVq9mDlvHdx+exPMS86+nvjgXHX44rBEUAtUI81HzyJk+f9iPUQ0C5vIG7929WYNDCuQSER69+7C4cv+A1VtJ52uOTY2/DwiTJhk9HvkFNJ9TEd/vZR9Hh/HnbS9w7Ew2P/gUsGt2ITL512ReyY/RTOm/Mtvg2T2Iu2OLHvRDx1/qFoIzVRFlglG4kwan74WAZYFdCtzXF4+oLzMSwOZw/9/DH+8dY0vNQYH6tLGiEPrI7bUEE3dH373YkfL+od8/XBMJrW/oo3P5mOB9auxFrakVz06XYdfvpnf/acKKJi+o3oPn91NKK0NHcQrh05Cf84qhweCUcPhlG95CtM/fhNPLq7mj6bhxKcc+xdeOKEtlH6xuo5L+G8WZ/iU0qw2w3/GvV/uOuEds18fuCX93Dqy+9Eo7KLyy7G7zeMQElkz9UcWN0vAVgNYvU7D+KE+UuioKrgGYSnx12Mcw4sgUcCTRvqsXn+x7h59seY2VRHQX8IfXD7mBvwf0PiQNEFD6Ls7UXsd/TGvWfdhKsOyaP9YfIJYf3MRzHxu0VYIJK1V3uc0f9iPDvpAOSnQEOhK0pJcaZkGzFVu45OQer2b96kTHbVonpbZRogBivjR3FKTWRdZivmTOWeTUkQCg/RVU4K/lDPN1z5rkiiMVlEZljg4KGyDllYDy8xCRCfQ6gRGgmlIy8tJEDGFKG8JFaT481VnbayVYQ+wQevx7wDwYwGVskaIxAOg/CUcP8UG0IUXPVyAEjJqdDzHhq5yqmflWTEo1XlJUM2GMR23FR061LQAgUSvxN/omwEKGpEHelqTIDXlwxs0lZvth7kNM17A+e9/xE+pIRiRRg9+Hq8Mq5nAocqu04Qmvcyzpo5B58GQmjjG4g7x16NSQdHkJdty/DAo3fh9kjE6pgjbsOrihGr83DevY/jPaoiL0499jm82Sxi9SIMi0SsegomYMOdJ6GNwthe/d8LcMCqSHSrcDBeu/T/cEYvpvv6b17EyA8+xRL6/w7C61dch9E9E+yiZhe+fvl2nLpmG0QU4Zhek/DShUeiTALbtszHpQ8+itcipt657Ti8f8Fp2K9DJFImchAoYR01c17A6A8/x/f0DwUYVH4hPpsyBBRardiCb/73Kq75eRn+Qi6GD/wnnjmzP9okUoJu+x1PPvsort+1B2G0wllH3Y2XxpQrGzS7iaZaKj56DEd9MZ+Cj4VtL8ZPVw1H16KE1yo2Yvpzd+L8LbshoAyn9r8Iz11wYCxa+LdPcf4Lkehm/8mYe/k4DOxOOB6Bmh8+wmmvv5EQsUrqL8G145/CHYNjjaz84B70+/oXJMarKgGrZ2+ooBQOPXpei4WXDUarRMCvciXuvf8m3EntD/AVXYStdxzL5F65HtNfuA8XbNqFEDwozx2Eu8+5GuP3VyASrV6Be6c+hIerqyh9RIfWJ+D5CyZhOI0aDmHN23fj0AW/0d/8uSMx6+8XYEjnxCiVAH78zy2YuGoN1iMX3bpchK//eRTKIu1OBFafiI9Y3fQFTnnwuQhNANCqYBTeOv98jNhHPhIm+MdnmPTMC5HxBPgKJ2LDnSdGx0zom8fQc+Y8FgWdczLm/3sCDkxkSqjdjY+e/CfGbq2DgLY4ue9FePXiA5GralcpGp+qdSY8EAXG4m9cyFUS/30985FqRxV7QN4k4HI6K/t4YFWLiFhPybhLAfnWUrHLn6UrnCxP5KWkQrIdJ9M8u7nMd1nJTJ1ErXJ0LCYhguUQ4JDDqi2thhxWBOiBBQNWvYIPfq8NJOUu8d1+j79Zsi8jmy1s3zU/7VVA2i+26EH6iwmIyrGoZPCFolf0jBSb++tih/CSBgUDeDIT7tBrFlH6NiDq0XELI2Z/8Akkspd1IhXgibaenL7qvQYQEYPmsUVfiABWaZ6Sk36mogUKzAvpLN81G4UrX5DAsVR0KMk7NckrLlXpKtXpUSPS1tOr7YaK423AyIhVtn1PZRQ6XiyaGrj8yQtx8BoCEZF9+hB8fO2VODoCGraoqH4Ptq+tRIXQGt07tUFecZy8TAJWvYUTsO6Ok1CqoJrlT0zCwWullEEH4tUrrscYCTz98TUMfuNj/M5mFgzpdx2mn7E/ihMra2xC1aZqhD2FKOmcFxfRGsKW2S9i3GdzsJjW0R03nn4Tbhgay5JFXX5C2zZOuwmDFq1iV849R2L2lCtxFAlobKjG7zP+gzMW/YyNEFCasx8uH34+rj22c/Or2+RTDU3YvakaIU8rlHbLNSbZ9Q/PoPvrX2E77UtrnHXEjfjv8d2Qn8jJWdeAim11gK8VSjvmENHFigywOqiHRAUQD6x60adVHlbW1CIML44+7FHMOktKZhbA9w9OxkmbGtAEP/p4QvgzGgkjH7EqAavd9v4XFlx2KIoT9y2hKky7/VJMro5AToXnY8tdx4PgxuH5L+Dgdz7DH7QXJRh/xHX4z+i9kyRoErHr8+dw0qw5WErfKcB5Jz2Fp49llAg1X72EU/43Gwup6jtj0uDxuG7EweiWiH03hRDcWYlaFKJVWT68cYnAkgGrwXkv4NDpn0XstjUuPulRPHZskoRcCODX5/+Nw3/bxK5peofio39dgeFSNPm8h9F++kJU09a3wYRht+LxEZ2Qlwiq76lDVUUDRH8rlJQn6F2TVzHg4WZrKfOyCBvQUl1VpAusxladNEOB49cguoSU4stsFc6Oj52+JkuxS4Y8Ju2jSFRdLNqZyYoDZcoiFkWedZpIh1E6smhnUSYXiiFG6tJKyHgieYQkTl7J7/gEL3zRqyUu7ZxJzaaUAII/knja2D2XsG7b3FT2/yZ1TX+1yUAvsibiyZpaypicahPAOaZ4I4xKrxkZ0Qb99kRriPD15EaietPEKQ1qjAOrEclpGHFKDmybjU2idpIiOG1jM23/NBETzaGXIfZjJLBKlBMTTYYISNXiduPdOy7DxKrI9ir3LKy7ZzTapdN9k4BV5EzAjvtOYpGH8YVE36z/A488dwdurWPt9+ecisW3jkcv6RZ0xVJcf989eCJ627wVju1wCI7p0QcDu3RB97JSdChvg9xWZMEiI6xAJT576maMWbeTbkC7tR+P6RP/n73zgI6q+ML4b0sSQoBASGgBQu+9I0ovClIUBVSKgICiSC8CIs2GgoCCgIKAKM0/HQEB6R0R6b13SEglffd/Zt7blM1uetkNOx4PJ8kr8+7cad9897sdqFxYudYSqCqnsWO/Uf+3jZyRV5VnVp8J9KumvuDydt6au4RNxiiZdCifvgStilbiBZ8yVC9ahKL58lKgkDtOsdhtkq2Y7AseH6bPFzNZEbNk8KSddy2aFfehRP7ClC9elOKF8+AkMDxrhzDJBFadnF5g8esFWbhyLXvRUr7kYHZ+2IA8wgxh95j/+TBGB4NLzhYsrRfK+N0HOCs/JHFgtXS58Zz4oCpxxBOUz791lJHfT2eO2tZunoO5O+4FBPHYd8VIfI7cUkGEcvz4wRR6lUvCar7H6D/1W5apl1Wp+i1H+6haBg8us3DR14x6HCQTYOXReFHdszwtytSkUbFCFM2fD08Pd9zy6Sz6leheAlhtE6OxWpkYxmrEM65s/JHX9x/lsnz3C6wdPJiXreSBM31FxOFVdFr5P3ZJyalqTHtzEB80UBHz2zt4fcZPbIn55KJ0KlaNpsWK4ePpTaUSRSiUNyfOonFsgQBpYeGXUVmEk913MujCtAKrSrWkiJY6JqVm8M6gj8vkx8o4N8emIYHVFf1HRQLAvGSPNKYZ52iKbubzW2T0sdEogcO0Ig3Z0YoSVLX0YUZw0glm5vPtP9baXCT6EsCzSDiankVz7cG+bO2nYgPvAFdjXUZObBjl6Y+jWLaAAOvF/8JvXMRh4fO7RrRoIMls1YjMxQqzN9sgZGnsEAog5uhX5mY0+Uvc34s+JcHVbFDSG1hVetRzxFsNvMwPMyYzOlDRV3Xz/Jg7YxUwKsUlo4BVarFuzGBeigghLFqLMSKYJ0+f8sDvBrtOH2L1/WtckzhgEd6qPZgF78TN8mTgyY5f6fnnlhity7jf5e5UnnbFKtKsQk2aVSlL4UJmi7ygi0yd+hlfSvNoqVd+FJt618BNGCiRPbzx3C56L5jPKvmyEnzSfgTjmnmi5DSI5Pzvc+h/9Aj/ivVAPENrKJCjKp1KVqZ17ca8XDUf2jgsxxS3SYIBIZK7m3+my449qjxC/AtyO1XktRKVaVWpFk2qlMTTEsKeTGDVza0923oXZ9n8n/gtMoq8+dryY/fuNC+lwXBxHyMWzmFhJOTy+oCLXULpOecXtsrqJA6sFizSn/0DW+BtCCcyQoNWr0MXdYsVS2bwwe1HKEoAGhrVmsb2HsVl6P6pHwfR4JKv+rH12TZhGC/lS8KakTeZMmYUX6oNVLTYCE4Nq4spjVfIvuUM2LyV9eFhasKn2Ofp8aJl8fq0L1+HV+tXxEuE3ccZcxMFVgMesmfFdN68cFMyTDWub3H0405UKZREfW+cZvavMxnvF0wk+ejVZCxzOhZX5HGM0fhuX0THLTv4x8JjPHJU4fUSVWhSujz1KlegeOH03eykyG+tLPocwGpCK0qGppqRWqPRP9csTYeuqvVeZpIAsLRfUPal2WRBmKKBJnkXmyQ3knd19rtKhP87QFXL7SpkNQSwKnAdc4a8GJdFLIGzzvm5HpcT6xE6ldWbnjuubA+sCoOK0FORsdtRlM4nNWcdxaIFzBnQeq0RJxH27nAfCytqI87a9D7rsU/HdICqKW83cYiahVvnlFfYyh0ZAayKV6VEuTbdPiYrHhR4hXkzpzDcX4GjXqr5OX/2KK0mDkzhwJthwKpiGBdykJNowokiTAUkRQ3Fmber1otaZbuzrGdd8pknMo8O49K6JYw+vJf90RCOKVO78lzxDB3OeLnWZGjznnzYIo5u78O/eeXrBeyVVzrRovp41vQqLw+2EiUi3L7A9NkT+VQCsoV5t34/vupUiTymuhnCOLdyASOOH+VwdDQRCQBWcZ8rlfI1YmjzN3jnJTWLWHr4SHggx1ctZty/RzluiCbU7EBKsWkOCueuw9CWPRjQxJQJTH15MoHV/O6d2dS7Gle3reGb8/9xRVeanq9+yvSmOXi48Ue6/L2H42gpVvV7Lrz7jE+Gj2SWfIVlYLXrbT+1pjkpl7MQBTRRkkljjA7DN8KfW8ZIYtKv5WzD6r69aVpKZAr2569ZY+l0UwVWNc04OPl9aiTFCA6/xpRxn/CliK0XbOUiH7B3WFO84jA6n+1fSY9NOzkcHkgQRovMlXzO1fnopS4Mal6GXJJ2rWhxWmWsCh3eRWN4+a4ib+GUpy8nBramTCISu/LCwAB2Lh5Lp+tPZD18yozk2Pt1yB1TXwP3Ni6i366/OWQ0WGx3GdGgq8mMNwfTr755R0oP57P2jFhprMQXfNnv2CstjNW41hTgmOY5TWblAFUt9yvTnipaSADI3GrW53QRPeEoVuwYJ5bpebKRZKo6dFUTNrnQUxUSAOq/ifmE2KU7aZ/vQ6/E7CNYq0I2Ib1IYs8FsCoMqhfZup/zMVuRAHBQ6a0uq80BZzXpmbNWCX1/3v3H3G7KaZhWSgJkF/ZhahYsyrCSNpXU1Lw3O9wj2HP2PixnFLCqgPX2bp1keKkZsFqt4mfs71cRXQzYlgIbZDCwqkeHFgFCxi2l6VW5KX1eakydsi6JO/SjWxw7+g+bL55m38PrnIwKlezG+Eed+fnglal820qlMz7aQ6evfmS7AnHFAKtSiiUx09y9wPSZCrCqoSh9G/RmcofK5DXXM7h3iR37jrDu0hkO+d3nmjFCfl/cOmnw4MOO05jWLCkkMBntHfeSxw/49/BeVp49w4FHNzhliIgBBmPfX4hBbcby9SsmbVQgucBq3i781b8RxvNH+XHHH6wIjcRYdBJPhnuz45uP6HBPJBxz5+M35/LVC0+ZNvwjJkp2qGVgtcttvyQ/UDRJTuf6zO49lLcqqA2UWmA14joTPxnDNJWxaglYlRXy8+P8sUOsPX2MbQ9vcCEqVGGaxmlHZ3JTs9JQ/upTGec4yassSgGkFlj1e8jaRRN4566/9B/Poh9yclDj2CRsJuvdvs6+owdZd+kcB57c5IwhMialYWy7l2B8x08Y1zQdAf0kW8+krZH4hdmNuZpewKqyu9A9d8msJGvXEW5rsdOIfYJJVzUpYNWht2p93InVpU3Beig5450NX6PoqioRNQ46mHlDaYg0GBNEqljuhCK6VIdOK8bm58d/kuvaYp8lwFXBXk2P8twAq5IR8hyDq2JQiq+rmh7uk72eYU2vV4R3O+vsL9t7ZrWOYB1KVm9mvdDG3iP843n99sSawpIEQMKlgcK6s2f7ZRSwKmz1XICrZlIALvk+5P6nL5Gq6PMMA1YLMaBpNzrkdibw4XnWHd/IShXs0muK069RPya+XFZlAyYxQIn7IowQEYrfzescv3CKvy7/x44nN7mspDyhkGtTVo4aQB1B1Aw8z6dTJjFDsha11C0/ks29a5LLFA9u5XXG05vpuPBXNau7D8PbDGZCyyI4JRAGFbQHlfoQFsKDyxc5cOEkq07tYUukCejUUS5/B1YM7koF8yRTaR2PhT1EOttnITy6cZVjF8+w+/p5dj68oiZ6Ao1ze/6b/A5lTN+cEmB1QAsKBFxnwbLpfB0cSXSOTpzonZdxPy5mk2AhuzRjRb8BtCn1gC9HDGFKMoFVwV3OHZd5rPGkWZkGtCpWkmYN6lJMJAqLU24v+ojypx+rv6nHtgnDk5YCePovg6Z8xUJ1V1m0+EhOD61juW8I/xD0lSgDYXcu8tfJUxy7foiFDx/gr77VNUdLVvXtQ8syygbCKmNVSAGs/I6u568TIKUAunF00GtUUXV9rTW58eo/fL10NlMCwzCQjx4vjWHuayVUySCzu0ztHhzE/Rs3OH3zAn9f/JeNjxRZDVk0L7Bj/GAaCRmDzCjJ3HQqqx17nrXiGzO9gFXxVEUVQGH/PC+beIM1oevM8Fkbf4dINiT+T25/ceitJt6gz4veqnCZiGgBHDrIYHE9wnRYKsL/hQxAcvJlK4mpNZK1KsBVR0loAam3qtEj/k1reW6AVTmsy0zv2WcxlJLGF0zVuOmqUnLv83BtYknQBOFeJmtySEpYdAVhOyeNVuqoPW+9ywGqpn10sHe91YwEVk3bkWx9bBH1gF+mDOOjIFPyqje5/nlnClhb3xgMhN+8w9kAF8oW9SS3hy5WUyIesOpKxwaT+b2LmuzH3FX9DtN96kzWyt9raddiIavamUKPozk+sx9NbglGoziVfYX/pvaijIi/Fwva83/x0cpVrAwVWpI6vJxK8E6rkUxpaYFdFxRBeEAQvr7ReJYrgLOF6Obou/c59Of3dD1/pNxEdQAAIABJREFUTQXBCjGl13cMq66BiMf88d04ej0MlFUp7tWNVe92opp34n0veOtMqmw9zCN5WWmm9ZjER7WVNPbRj4MJDgwlLDIHBSuYp2VXALrIm1fZvH4WvW49VsPbi/HDoG/oUzqNfT4wnFD/QJ480VG4kgd6c4BYhP7dfciejTPpfvGGBPagFD988AV9yqvvTgmw+kE7yrmGsGbmx/T1E8m6itKnpJ4N12/wBA1VSw1mY4+GeOW+zdRRI/giEWDVJAWQ1/NN1vdqT+XoAALDjCJ2HWeXnLh7uKLLKUI4EtooZN2nFNlzSbVlWeYMmErvCknY8vQ6Xl20nL/Vy6pVn87hd4sqP4VEEPrED/9oV/IWdMdVJPuKWwTQGvKEo5uXMezoIU7Iv+WiV/MvmNdeiem3CqxGhnJt44902ndETV5VlcUfjKdrEsm2QnbM48XNuyQgrtNWY3qXjxlQX/EvY2AEUUGBPPBzwru8O1pzEWVh9+Bw/l01nmZnb6k6tT5M7zuNgVXS6HOJ3q4cZqQmJCm7MFfTE1gVphZAmkawo7KF2E/ivmcCAp8XEDm5PVHJVSGmy5QDFQ5JAOtWVmgc2X+nFS6YquL/7P+pye1SMdcJBriUIErhnZKZqRHgasr7ZApfZZeXiyRfOpnMKm197LkCVkVLC9bq84atOkDVxPt44qCq3BLIBwjg0Pk5Zj1bs2LMaZjm+WL1KomqlJNAR7HqHclaBNozuJrRwKqwrNQIT+kqym6cMpJD3w2g5W0VxNTUY/XgIbQtbnnxZzy9hcHLl7MwLCdNi7dl3CvteaG82gd9LzBr9lTGBgkKpp7G1SewqVc5y0nGb26l7azFakIpF3q0/5l5zUx0zvjAqjbnu9yf+jJxA+GNpzfwxi8r2I5BhmO5uDRnde++tCgXhxEQeI+tf25n45XLXAhx4ZUW/RjWvJCaQMqsgc6tocXPqzgsf52XAW2/ZUbLXGCM4tam+XTdtY9T8m9FGdn+Uya1MNMdjfu40AB2zh9HpxtPlFAxTSP+GjeIFz2Bp9f5Zdkyfrx2hwin8nwzbBitrCQlitoxHZ9Nx3gqn52LUe/+zMQaaXAs3xts2babdVcuczE4P71ee4/eDS1TYI0nVtN66f84IF/nyeAOX/NlcxU9TAmw+mEnKnpquDDvAxpe9FcBO9M3aGj2whw2d84P0TeYOGa0GnafePKqshU+48SASilKXm84vJiGK7dwWm3fLvWH82PncrhaYhCLawyhnPh1Om+fPM0t1f592s/lh+YuEBXC6T9+YtyJk5w0evFCneGs6GqlEW8eY/Scb/leir860aLmZ6zvWVbW3SqwKi49s4Y2C1fGaPu+1nwuv7dPjK4cxp7pA3n5ToisrUbXhC0jBtJEVOvRVbbtPsjmK5c4FVyIgW/2pktNc00KtU1O/06dRes5K38sxefdJjOsvjUjpcEXzW9NJls17m3ZBThMb2DVFLasSUfdunRs6XR9lEGjlcm7HMBqfLMKm0QLVCwV/UoCsqm4L10b1oYflt3BVZGoSkgAiJJtl72p9S+jhnCDAWNq+oc4AxbMTAEepub+1NbZju4TkgnCPmk5vHjugNXnTRLAoauaeI9OGlSNe79I1qSAh44xKaFdRd8Sw5Fg92b3opxnOaZ883Y29afUbDLERK/R2J9NMwNYFXZWYMbs2bfCdi+k26YdbJeL6Ty0LvcBv/evias5thrxjOO/TuGVs9dRYNhSTOj0GaMbq8IBIff4Y+FcJty4wm0BQRbowZre7ahonnQnOpJ7m2bRfM9xeZ14znd9Pqd/FZN94wOrOrce3JjcDo945o/i3OLp9Dr1L+dky7hRyacv295/gXwmHYNbIjT6J77y85e6pQXzvs6a97tQI45caEwfOvs/mi5czTH5i/wMff07pr6o0voeHePjr6fHhIQX8ujM6t6dqV3MMvjsv/VH2m/do2Zfd6NukX5sHdUASZa9dpCRc2czR2DPaGlQdSIbu5fDzVx7QUTnb/masn/9qwKr+fjsvR8ZnRb24M2TzPp1Hp8+8ZfqA2WK9GHj+63xsYDXGY8to9Fvmzgp7VGY8d2mMbaBCrClBFj96HUqekL4zu+pvPEA9+INWs7067aUWfU1EHqJceM/5btEGKvdbvtJvTefUsM4/EF93BUCcPLK/VPMXPgDn/oGIBhZXs7VmdRtBO/WtAIaPjzIu9/MY210uGS5Fsnbnl/6dOclScAOYe1n7/FOoMry1rbi+KT3qGRBAjfyzN8MWTKfJVEiO3AZ+r30IdM6KjH9iQKrkbeYNm4kn6nZuNzzvM6W97pQs5jlMSj89GZ6LlrKBtUaznn6cntSa2TT3jjFD8tmM8pXpNfSUr3kQDb0e4kCFtjbUXvnUW3tLq7L55Tkq+5fMLi2mZ+rJNPkGT4ZV6V2zSLrYf/JrNIbWDVZXAlb1mZL0NF0rO7YDFjuX9EiU7kx9bkphH0FG9hRLFsgu4KrYgkogEN1ZnM0v2oBkwRApJQAkFngUmcbFVx10ukdpCALFpTpF2PA1dSZ+LkDVoWZhD8+L8mIoowOAQBrXSNloKryFDGUCUkAvYNJb9GsWqMimZDKIT91o1gW3KV1gKrxrJ4WQNX0IAlW2+GhRWYBq7F6q+mNKmRBBzJ/ZbAff8waTC9fU051F1pVH8G8V6tSSOgrio8PfsrJbSsYdWCPymLUUsD1ZVYN7kldE1BpjOT2xvm8sXs/Z+SW3pWapfrxv+4v4GWK0o+GsBObGbxuDatCQ4hAg0++V1jYrycNY0h/yQFWgaCbLJo1lbF+QTJZEJRgeJtRTG6jikJGPuPCiq9o/u8lNaQ9D20r9WHmaw3wzq8awQiR5w4x/Y+fmRoQIkcWV00Z5o+YSucYTUsjN3+dQvt/z3FV3qajYI6GfPlmL7rVyh074IaFcvvQanqv/5ODMTauwMyeY+hfM4dy3bPH/PXLN/S4fEvW2Yk8tK0znF9eK08OUzh5pAG/Q+sZ8+d6fg8TepkaiuZqyq9DB1DfVO87D7l8/RZ3w8HTpypVyiYh+irqEx3FnRUTqHrsWgxztEKpEWzvVYf8JgKuAcJOH+DL1Qv4Jlik9tKQR1uHtROHE0NuTQWwyqU9jF26mJnBoTFbFe88zfh5QH+aFNFAyHnGTJjI7IwCVo0Q8vcCmm3axVlVmMkjR33GtX6bfg0KoTeBjKFh3N67hrF/b2FNRIT0B9FG77T8mrltPWLa+v7KqXQ4fFplduaigXdn5vRsS8U4oH305f2MW/QzP4WFIr7axbkxS3v1p0MlBcxNFFglmjvrf6D97oMytF+LCyU8WjG9Q0faVMmjyGjKNo3gzs7VjNy+jS1R4bJdtdqqfNVlJIPqq2h9ZATnl4ykztkH6oZZQ+3yY9jYowb5TD5nMBJ67jjTls/kq2cS9QeKMXfwt/Quof7o68vFk9e4jxMFvUtSvpy7ZfZ3Soa01G5Q47zD3pmrGQasyqlKAKvZT9fPoatquZNJCQA0ElRNa3HorSZuwewGrgq8UDBVoxz7K4sNL3RVTTNjWvuWAA+F5qqjJLSAKZmVYPemJiL1uQRWhRmfB3A1yihkn9M+uWXLjif1f1J36iOkJAR4KJirjhJrAZM5hbKWzFidTYtGhn1l049L5WfFAqumB6TOQPYIrmYWsCrnLSUlSCpbycZvu3uKGQtnMsH/mVxW63HGU5efkjndKaAL41awL7eiQvBXQ++hDBM7jWBkYzNd0/vHGDnje36KjpBMP40AYXSelHP3IA/RBIY+5XaYL3eNUZJFKkDKNi/O5n+d8stEakpJJrAKhB1dT/9Vy/lfDMWiFssHj6KDj/oo/3NM/uZrvg4VkJMAyZzx1HtSLpc7efQQEhrA7WePuWJUMqODM40rDmF171rkUte9crwJD+TA0i9579x1bsrv0pKL3BTPWZBiOZxxNjzj0TM/rkcE4otBXYDn552mE/mpk5cSU2dynZP/o81iEWavMEN0uODtVIDyufPgQgR+IU+5Ff6Uh0SrmqBudGv6OT93LKRIKRmjebRrFQM3bmKPUUvFimPYOaAyyQrYfniED7+dzS+RUqRAaR99ASrncsdNbyDwmT+3Qn25ZjSB7Ll5rc5IFr9TLnZeSQ2w6v+QjYsm8/YtXzWTrgtNKnzI0h718BLgXvCFjAVWxceG+rJ7yVd0uXiLYLUv58SNIi4eFHfLjStR+IU85kZ4AI+Ilm3oTGH6NB3OV+2K4Rx3H3T3LF/OmcKUUFWqCD35dfnxcc1HAWcdmgg/zoc84bYxUvq5BmfKlhzCkUG1yaH6QeLAqqhwJKd+mkS3c5clg1SLjjya3BRzzU/hHG64Eknws0ecD/PnseorejzpWH8ES98sKaRnY8ud/QyYPYelgnIjnyXavTDVc+cmhzaKp6Gi3f24HtPuWmqUHMqOj+rhpvZL44k/aPvrWo6hp275AfzU9QWK5kvjuJYOk7m9J7PKOGBVWWNrNGkLrUxjC6f77WJflapQ3HSvie09UGRyjzYIMD3tdTOxgu0vjint3568J2SfLA+ijUWWe6Ed6igJLSCYvFIeIT06llgPGAVBzJHMypqviQhKJ40TmlQks3pugVW5sBOakNmUeSgnN7llSofZLRuOcqlhq8Y1g6K3mm5jXLaysJTbkCLZ2eqz1M2g+Mcx8Zu3bHpqjAm3sSdt9cwEVhVAQoGjsmW5eZzJy1awwvc+9+UMpkNLtASGxNmxYIpr0OPpUpq2Dd9ndgdLacqN+O5aw7jtm1gbFkqIhO6MKoiq2M4FI5Hy33zU936F2f3aUzpeOLqBg192p9VjFS3Vv8GtaW9gImvGt72Rm8s/o/GxSzyRf8hJqyofs6xnjRhgNPL034xbsZzfQoMIlNC4mJ9NRUcODISr2W+Le/Vky0dtKaHmlIqXcDrgCQfWzGfgqfNcMwrYTXybjij5H7igkc/V40Ixt/K81bw/Y5rnj3UXE7gaHcbF9cv57NA+/o58hlDFFBhYLBtCsZlIPOKiKUir0l344b2G5DeRUgUzePMCOu/YJ5nB3sWGc2Z4XcvZ6hM4qpGQI5sY/Mda1kc+k5IOegntRqtgow5n1R6i1Sv7DGTrhy+SP26yoxOraLF0DYeEtXN1Zuf7b1JdzekUfmILvZYukSHpWqdW7Brdl7pCWxYj1376iCpnfdUaudC52Xf82lFlF4efo9/oyfwmXaQcX779GYPrqEhm5D0WfzGSgf7CQk40KDeSLe9XxyU13TDoAdt++5Xvrp7lRFQoz6RHx/dPYfsodOTVleO9Rt0Z82oZi1qskcfXMXjDVtYE+aMcR8RntJiWt87koW6xtkx4rRMvloyttPG/dby5ZDmb5a2FGNtlOp82NGOxRIVzbuU39P7nHKeN0bJHOmMkVPqrRuoOh6m+kt+pND0a9mJM67LkNk+mhZHgQxsYvG4DGyKCVZ8Tvh+33aNVJrOO6iUGsun9F/GMI1ERvW8e1dbs4ppIx1a4D390b0OFIqkcCdNpgyrfLu2nhFukxiVS+QXpdltGAaumCioED+GNAmS1RwvFmtoBqlp2O9OeKloyVdO3jR3M1cS6ugajsHn6mjzdxpbkPkjoqoqEVY5iwQJSV1VJQJ6e46eYrZy0Tg69VStOJ5JZCfsopLHkd7DnGlhVNvDZL5mVGJoUtmo2ZjelZfRNRTa9hK8zoteqYe/ZMDI3LeaVWwwjOGmyX99ySAAk5hnp1xEEK05OY8mfy9Lqsqm+P7OBVVFRJWtlNi2P7nFozx42XL/MlTAD/sE3+CfKiQp5ilDUOS/VStWjQ62aVCtnJfmNBDqMRFw5z+a9f7LkThCaiIccCw2QIKu73odauXOgz1WW12u8yKt1ipNLBTHjWvThb8Np+c9D7uJKKe+BHBle03qyoscXWb1uA/Ou3yEgOhc1fJrwSbfWlFYxO/Hc6GsX2LxnC2vv+XM34BYnosKIxokirqWo5OqEq94Z14KNmdCxPt5x7osHrIoHhYZw6/Aefjp6mqvhoYQZjNwPvMolY17qunuRS5ubCsWr0rHBS9StYBaeH7eLRkUTcvEsWw7vYvP9p9wTdYoMJRI9Xs4+VM7liqe7D/UrNKZ7k+K4mj0q/L99fLt+FQv9HqNLEbCqWDni/CnW7NnBtifBBEYZMITd43BYBAXcSlAuh7O0Ry6f1kxtXw0P8/a5I/RKV7HL6Eqd6p0Z1LoCeU1A3r2rbN6yhoW3Agkr9CpL+9SPBedOrqbdxpuUz63lwdM8fPjBezSKkX8IZuPU6fymcaNM0Zq82aYl1WO0eUM58/t3jL1iwCNvGVpXe4W3myaSPCyprhkZReD5U2w+ukfa/mnwXY5HhBCOjvxOxanslgP3AnXo3+glXqwcJ+ze0p7rzk32Hz3E+guXJVv5csAdbsnVXx6q5imCt0tBmtVqxZt1S5M/v9m48eQKa7bsYeutuzwML8Gw3j1pUtLCSyLDuLN3M1+duEpgRDjPogK54H8bP11R6uVyJVqTA69cZXmrVVtaVs4VKxNg/ijRLy+fZd2uHWx57MuTKA2a0LscijBQPLcPpZydyOmckyKlWjOydWU8zLV3r//DtF+XMu/pYwoW782iri2pKGQcUlpSsElKyaPtlbma8cCqOplrxJF7KtorJY2Qgdc6QFXrxhVkHgHwKaS69G1jh95q4k5t75IA0VJXVRzUOYBV85YWPSlCSACoTN707ltiL+Gkc7LrcTkDh3z0Gj16GXqT/DHtuQZWTft2XTbK9O5IVpVEF0sXUFV5h+hmQmtVMDPTeR2RkeNEpjxbnF7LAVscXGTKGzP+Jdkn6Cb9bJUe2qrWamMvyayyAlgVNsvW4Kr4wMAgnj7wx++ZUNzSoNW7UaCQJ7k8k7/AEekvgq8/4klgmFyYKrlmNDjndMezeD5ymidsiuuM/ve4dTuCCKMOl/xFKeadxHufBnLn7lPCo0Crz0lhHy9yWABsjQ+fcPNhMFFyIyHqoyVn7rx4FXbHySyZTwJQNW79jBB98yEPgkMJixJsBmGjnHh6eOJeJJFR18L5h/GRLzcfBBMVLTkRaLVacnt44VXYFRnFa6lERhJ47jCfLZvDhsKjuTispkxemOISEMDDe0GEhEchNufihbnc8+LlnRtdXJaq+YNNATnWmkX83ZIZTPcpGgjxS4ycgxUGUFLvTPHHg+H+E24+CiZa9Qdhe7d8BShYzDVl6wq/EJ4+fIJfuCEG3NA5u+NdLB8uFvwwpqqmvawle5h/jxGi7vry+GkQIWI3LHzFKQe5PQrgVTiFM32AP4/uBREk2l32Ayfy5BXtnsu6z4ls4XeO8sn3P3KmZG9+eKMxJb1SYfQMXLDZI7iaGcCq6i12m8xKhqUnOiCnwg+zyS1i2BaAqsR+MqhvOcDVxJ3FXsFVMfaLEHeZkMlR4llAWEQwwMVaMQW4XsqsaASd1qG3as1oit6qDp3VhXDCO597YFWYROqtCnA1Ze5oc1crnVBopsktls3VL8srlI6gqulbTHqrirXTl6af5fZKhwoIuwjmqr33LQdTNR2cIRWPkFIt6UeETUUNkr4lq4BVUbNsD64mbf5se4U97OGjz+xh/O8/s7fsFxzoLdPVZ4+SDolXstIQ9j7fJmq7B8cZ8e1srlQdy+/dKiR+OGLpQRkE/Jhe5QBWrbeeAp2ISV1ocNqXl5rC0e2t3hk6DqmJqkzAakaBqqZvcEgCJN6a9gauOnRVE29PqauaSXizk8aht2qtNcRM5axzVlm9Sc9bDmBVtaTd662KE0ON49QnsWEqrbqqlp+tTGUuOkV2wc7Wihm65lKxZkkKEsxVey0OpmrWtZzoT/LQwobdxwGspsY/bBwtT80npec99hAFcWYLvRb+zjnP1szs3YNGqdW6TE+7pdezTJqZ6fW8THyODQ+VabfC9WN8sWQDh4weDP9wKE0LpPCRmbVAM9qXlmhGM1bjtpKyYtbZFbAqmKqSsZoBYe4p9GCbulzsqWT4v6xV5ow84l2OpMzWdqOmgwubchOrlRFRRDIhkyNzRQIbCbOIRF6Z5utGowQPtalI1mQf3pa2Wgq7CL3V5NDEHMBqHFvbM7gqAvgcVHrrHSdjQNXY9+k0RjWZVeYsLtI2RGT+3WI4klGXdmYesQ/TOEJUEjhMeiarSsobJbhqw36TlcBq7DLahg0Ur4FNx+/2Ut+kvDNj/m4Xa9vrNzh48iYFXmhCmRgt0oyxR6Y/NYYlYl9+al+1TUWrPn3EkZ0PKN60GoVlQrIUlswCVmPyG9hHi2QqsCrXUyLzq6LDYesMUIcEQGL7KhElmbmAs0MSIPExz15Yq1EGBTgU2IWjKBYQs4X438RUjVEmygQDiT2dKVmTrY/JmWAOi68QeqtCNiEpcNUBrMYxnzxHtUO9VYeuahITTaYAY0actPbNzMzIwUoks3IWkgD2sc+IMYVDAsCyV2QmsCrBQxtm8GU1sKosxuysY2XkYGPnz7YHCQA7N3Hyq29nzFXHKGDetOqmPYs6lb3IAmQmsCpaSGkV4a1CEsC2ZcsMWeQ7yR+ksu7KaEPWsEcd4Kp9g6sKcOggg1lrxSihZZ5FeLMOLXqd3rGnsNA4it6qXrJ6E9tzOYBVM+PZG7iq6Koq2fQyG+zIuuk8ZW/OaLaqskaUKwxctFp0Cs0xZZXM7lcbNWg1RrvSW3VIACTllJkbzq0VJJekqpQFf89qYFUOP+LQwjHkZEHrp+8rYw6ebNHR0/dT7edpdqK36nCZRFwqy050pUCUzft6VgCrSli9kASwXWDVAapaP1gXzEhDFo6NDkmApMBV2+xXJl1VU5Z7x7I1th01IlGV0UhkVs4YRiN6rZPKzMzKitjmu8V87iTBVfPMp3Ha8dqDfQ6/jtN+Mpu5ViuzvdtDcUgAJDG5ZApbNU6HwoCzToCr9uA9mV9HMRTp7SCZlUMCwPqCOqvCRCR4qMk0xaFkdw5bAFYluGrTzFWHBEByHCpLMQZHE1lvoiwEEJLlN8m56Lm8RqB3WbyYl+ePtg2wZjawGtcVjVIkyvY0aUWiJLsLscqkPm4QIdzGLO5XImQaRfvWURJaQGjf2qL/RhqMqnaoo9VMFjDBBdFGDcI+AtfJqn2WJOihwVnn5NBbteKigrEqZAGUvDoJwR4HY9XMcCbWpwg9FbIAtlxE5xMTnGNisdBKWWYXoVOiUfVWbdl7sqhuRgVYFcCzrfYuBaBy9Kos8pBEX2uLequ2AqwKw4kAFdssmctutk0bJFIr03iYlc3naKJEgFXT0YVtelZWuo1tWiROrbKMrarWwQGsJuoiykpLn2VAgqXKKbqqWQ8c2mLfElwVwVS1hRWybCfHaj2J/mU7fizZmAYBiNuC99hO75K6qqigqkLlz7LKmSJ8lWRNSti7oyS0gE6jU8BVS8Dq1fv7RMJDR7FgAcFazapTg6QaxKGrmriFMiX8P5Eq6DVCbzVLx8ekXChr/i7mDBQtWlscrk3LRceQGN89TP1JGQ+zFoGxNXDVloBVBVy1RRAoa30mawa75L/VsXZNvq2y9EobZK465qpEPMKGNje2ueJRbJeljFUJJAitVX2Wdu24Lzc4BmSLbSHWgQqoajujjkNvNam9sG0wV4V0Q3i0KltoMz3dNioielOEAaJtozrqpCByWyjgqq3iYFlpLsFWFeCqpWRWmkt39hr1AgVyFIsW0OtsUyEpyhgdRwDe0XhxLZDVoKppVHLWatDZqC5kVnuM1qhBDDu2Rgq3rSVjVrdS7PttSb9ZMoptY60oDWRrwKptSQI4ANWkerHN5UZxNJn1Josh2tjGmtk2apGUh2fR320IVFXQS9uVBMhKYNXkHUahWWfMekkAhwRAwv5q2lOJ8HJpHxsrUu/VxupkS9VRgPCsazdxdhLuSFZl0SVEboQoIMpgxBZZjpKZKcBVW3JoG6mLTGal0UtwNe4eWXP21m6ji16HSAziKAktINZmQhLAlpwq2mhQqfS2VCsb8Z4skwAw/36hkQISXHU0UwLnEBOtkAQQ4KqtmCducJOt1MkWepUyYZhqYhuWkctEGzm0sDVgVbSUbYGrtuDFNloHGzogiLGQQ2vVsrPEi160nXHQRj07i6tlQwuLeJawTa1VWwBWhayZYK1mZTIrGVZua4B8FvckeSag5qqINmptNkmyQ281cUcxZmGMYITBKJMyOQQA4reRlAAwagg3KOIIEmmyjaVFTEVNzEy91nqyJhsYorKsCoreqg4RkWJi9mrO3dxjFKwxvV7rAFetNI2wj9ZGwFUBqUY7Rierncg22Kqx1ROgqpCUcICrFposDriaZaOi+mIHUzVhC8QP/8/qFrJ86GULjGdbBFbTBK4K6oeISRILPHHgmtxDV0XwLOmSGHnCRDtJLsEipdcnPP9K/kJWvCu5tjC9JzH2pzVQNSnqTXJtk3RLxL9C1FW0u/hXfGdq19HifkHBEEU8I6U2S2m9LV0vbGiyo5IbJ/XF1B9M3yJ9PC0PTH1V4t4pmC7SzuJfUbeUtFd6+lhSzzJVOjl+kJZvMr3HBIzFHcfS4gOiT4hniSZPy3Ni1hoZ1YFT71e2AKwqQcJCJVw4SuYzVx1MVev+I3BVZd+Z9eOetVo69FYT7/9ZxVpVdFUVUDU5y8PUj2J2eKcJVLXxwxwBrjr0Vq37lyKZ4KQA42KUPH9rr/R1BVwVk5kdOmcmVFkAq1kNjsl9j5QAcDSSpSa3NVDVVEfhN0Jv1RZAoEzoKil6hbJXUZirWVWUbY5jyje3vy2F/1vzjRi91SwMX7ZVYFWZ1zXJW81GR+N/Yi+rz97i2sOL7HjsD055KOnhQ80ipalbsR7Nq+VFa0kG75Eft2/c4k5o8hgJYvHhXsCHsmXy4eSktqzvbS5d9cc3NErtic64uxegUg0vy7Od7wMOn30gkzcq2z3xzBKULZsXJ1PvrN1nAAAgAElEQVQdw0LwvXyLS37h4OpJeZ+ieBRU32eM4u7JqzwIDCVCk4NipUpRtKizZTczRnJ931keyJwCLlR/oSKuSckB3rrJ+bv++EcYwdmNAoXLULpE/EEugQRAdChn9l8kKElmhwZdLi/KlvTGI7+FKkdE8PTseS4GGtG65MarVGlKFrDSg0SG3ps3OHryKBuu3uBawCOuhURS0KsKTYuXol6FmjSqkh8nl6RH59CL59n1z0kO3L3Gv753eazJS7FcnpT0qki7mvVoUiM/OlN7J/24lF8RFUXAfyfZcvIYex8+4lrgY24Y8vFS8Uo0LFaRVvWqUaxwctA9wN+fa6f+5c+zZzn24DYXgwNxzVuJJoW9KVWiJh3rlsQ9j7VJy0jktWv8czsIo9aZ3G6lqFIrh/XviQjgyOHrGLTulCpZnILeiSGkRgL//ZdtJ0/xj98DLvjd4Va0m2LnfGVoVaM+rWoVwcXVyusePeLMhXsEGpKY70QW+9ze1CjrhWtuC88yRBF07ixnfA2oXTDJ9nJyzYNXmdKUsOCzxpvX2LF/D3/evs7ZAD8eGl0p6uZJybxlaFe/Ka/Us+ToFl4ZGcbj/06y+fxVrj2+wu57D4jI4UWpPAWoULwWHWvXoXq5ZDiz0Lw7c5I1B/fy592bXHwWRIDGg1pexSibrwSNq9Wled0Cadgv2RZz1RaAVdGasV6py3TmqgNYTdifTHsqW9NVtTbYOMDVxIfhzAZXxTQTJkFV5c2OXVZs+wh7SF3VLE5WleTErV6gxaG3mpithGSCAJ/lfsQErArHF3qQep2gsybX1M/XdUISICvBsSijI5ee1Qk1uav7THdZZUKRYe9yTyfCnRwdLG4zCGs4abIutYODrWoFT4qRALBtfxVjclZ2KVsGVkXLCg5QouXeaWb9/CMLAsK4Z3xGRIKLNXg7l6SBT3NGtWtJleJxLzASeHgTI9euZEVkVAxRMbH3aXChdvG3mPtGGyoXVeoWsnsxQ/4+ytZgP/zQUMA5P26R0KPnD4yubvY0YySXfptMkxOXCVT/pMGJGsXeYUHXl6lURPml8dpJflgxny+eBIO+KpM69aP/C/mUPz45x4wlv/PbvfsE4kqV4s2Y1KMz1Tws1PzuNlpOX8whsUYiL2P7zmNM5US+0BDEru+/YsqDQAIMRjRaVwp4dWLF4EbkUTEzi7qql1ZRc+5aLia5/XClgpMb6Ivxep1ODH21PG5xsaKnl/hu+hd8F6wlj1sFOjfpz6TWeRNW+Po/fPXLElaGhBNiCOOpMZyQeFfp8dHlIUeuukzp/CavVsllmX1qjOTKqhm8euQK0YYg7pq9yZkc5NPkopxnNT7s2JsOVdIfXTVePcn8jRv59eZ1bhvDeJJAcS8XJfQ5qVHxbaZ1bkBRC+aQ1Y4K49rWVXxz9Bh/BwXzzBiKr9n3FNa64+ZUgm4N32Bwm3K4JcBMwzi+YByvXwihoB4CogrycddP+Ki+FXD1n/mUXHaAcE1xPmj9AZ+08kZvAVuNOH+SlTvX8931WwQYg7lvtkvV4koBjQvF8lWiZ6u+vNcgV4I2D9k5nyabdnE2SR9zoZxTbnTaUvR7uRcfNPWM/6ywOyz5dhxDfMMIS9aaSoe3azV6tPyAz5q7x94R9Yxz639h4MF/uG54xqME9XKhgCYn1X3aMqpNG16sYA0UNRL63wG+37yCJb5hBBuCeGRWr7zkxFXvRT3vlxjeoR11S1sBsJ/eZ9fG5Uw6eYrLhmf4Jfi+nBTS6KhStjvTOzWlXJHUzY9Zt+JJ2GC2AqzKcdvEXJXhlamzbbJcMs5FDgkAyxYTwKpJV9UeDtoV/3HorSbm/5kFrorpSSSrEmT/5B25p7TX2vf1UUaNoqtqR5iA2EtIZmZWbrhstNmlZIJWJzVX4wGrAmAQwKouq6mZNms4VW81c+b6eFZwgKrWJ37RyW2VrWqqtQQPxcFFMgkzNtoFMqRaou0Es85ZsGQym3loNCisPkeJsYCtSwBYaqqsBFdtHVhVGNlWfDz4OnO+/YapgX4xIKW1rqAnHy8W68xPA1pSJKd6lSGS+7sW0GLzPm7G3ChgTmuwgQZXTS5ql3qDLzq1ooq3shW6v/Ybmu07we14L9fRutFs1nY2Y6s9vMLChV/y8ZP4MKDGqRV/9evFC2WUU+PIM3t5f9FcVsifctH75cnMbFFEAa1u7GfI3B/4yRSyjgvtGn7FqjcLJ/z8i8upNn89V+VfnOn75hJmN0xkzLh9kI9mzeaXOCHSGk0dlg8aQfsS6iGApduPz8Nn2W4ex7Gja8wm0YiIVTFVV0wjgmGVE2/ef2UMk1t5xko5PTnFhGlf8q1gy+JGp4YT+b1rsfjfdeMQI+YtZHFYMM8k+K4nN1EEmH29wjLRUUBfkQHNezHqlWIJInce/O8LXt13mnMWWSkaBOExRAVLfNybMrVLX16vnJK49cQHZ8PZ3Uxcs4aFvo/wF4eYOKElknCLt2moUno4uwbWwc28CuEBHFu5mPEnj3LEEC0PGCyxbEy/y4EXHWv24etOtSiQJ+7LQtgzawTtbvip8K6WEu6tWfh+bxoWSlgp499f4rnxJKHoaF5vIitfSwjW+u/6nbF/72FdsH9MG5mzf2JdSoNnjjoMa9ufIS/Fqxj+m6dTZ8fROOC3hrg+Jo7uI9UqKj4mSjmmd/+MgbXj0LRDrjL7q/GMDo51cr30IsusJBdy4pO3Ot1avMewF02DBwRunc2L2w5xRc0aYG6dHOiIIhoDeop7vML33d6mZdmEi6jA/esYsXEd/4sIlf5s3m4a1b+DZISMC8VylGdktzH0rmFGPQ9/xpnV0+l4/Az3MeKEDtHzTDaJWz8tOahYpAuLu79KFfUwJyXLCKW9bGNBaFPAqgDzpNRgrI5IRm7kHUxV614rGIcKud2+1sgKmGdfdU7J2JHWazMaXJWKLgYjETZLeEqrBdN2v+hTgq1qdy5qFBhYLDMzbVbIfncrkglOscCq8olKd9PptZK96igJLSCTWQkAKBPHbLHYFQmr7K8XZo4H2TqoaupbCngo9Hozxy728hZ5Eq6GLQtwNbOK8ibH8svc3vbCTIhbb+k/WdSvbB1YNW2LEoKrRkL3LeTFtTu4II2Zm5d8OjGldlEiowygNRIa7M+h4yuY4R9IBAKEKcH4t6cwuI4KSESFc3fPHOpvPspT+QwXulZ+m3dr+OAW8ozQBPqLGnQ6PV7epSlTKgad5faab6i7/18E8BFbdNQvN4RV79TFM044suHket76dTmbEiBLjflrQD8alVMYkeGn9tBj8Y9slj850eXlL5nfrCjO4s9X9zF47hx+jvOMHE51+bbrIHrXMpMEuLSGxvNW8Y98Th6GdJvH5/WsOVsU19fMoev+Q5yN9y356d5wBHPfKKkcrlka5k4spurSrSqAq6FOhU/4qYaGx6GRYDQQGfWM+w9v88+tM+x5cpPzagSLRlubP4aP5BUJUits3OmzvuDTIAHDanm1wZes7OYT+8qnN1nx87e8f/exBA/15KJa/np0r1iJKgVzo42KlpJDl878yYIbV7lkiJAgZW5tGb7oO5W+cdm6Dy8xfdZEJjwTqxQniuWsy6iXX6aWJphQgx5t2BMuXDvAzIvnuCrZiM6ULzuCQx9WI114q49vsGzhVwx+4E+obOV8NC/dhm5lfCjppsVgMBAVdpGf/t7I6gghlilKMQY2H8m3HeLoIxijuLN5Ed137OKYBIF1eOmL07REXd6oXhrPqGiZfOPJjf0suvAfByOeqe/Ly2sNxrDw9ZJxZA5COLxgIi+fvxWH/e3Gaw0nsuT14ujNsDzD3lmUXHtQAuq1a0/mz9fLkzsWe8R45SDjFs5hbliU7INuGg+qe1Sjc60XqOUmYEcdTkGXWPnvUbb73eWGBAL1FMrXkdW936BOsVhfDdg+n1Z//s1p1RJli3/MH43ceRISgdDvjxSh9E9uc/zacdb73uGWvE5DmYJvs7p/ByqYGN0hN/hl5iQGPhEwJhT0eIXZrzamZIg/ARZQSI1Wi1veIpQuXYDcJiLt3XP8sOgbRvk9k/b2zlGNPg068rJHGM8MWpwjn3Di6n5mXTjHDfkWZ2pWGM+BAeXjd5/7Rxny3VwWR4ZKP82p8aJukRd5v3Y58otIIZ2eZ09v8s+lgyy7e4NrREspYU/3Dqzo251GcRn457bT+6efWCHHhRw0LNGe98qXo3ROxaauEVdYtm87KwJ9JYgvxoP29Sey6q2i8Xp7cn9QxuTMW/NYq5dNAauykkYUdFURtc0oYNXBVLXuqSZdVWGjrPfQ5Pao2OscyawSt5nRmHHZX8VcKRJWOUL/E7aB6FfizFtJ1mdfPUvZq2tw0jmhE9mDHSWBBUSbxjBWTX+V7DHBrBPJrOyrzTOtiYVdhCxAZhTRHlExyvmZ8Ub7eod9gKrqQlH4jWSuiqHJ/gbVDPcMoxG9VmG9ZHiRLNkMf4vjBZlogRi91Ux8p3iVPQCrop4J9FbD/Dm86kf6nfyPa+LvOd/h9Kj2lIhPcsN4eiPv/rGDI0EBPCMvnRoNYnbn0oqVEwCr5VjS7zPeqJgSRqLBCrAK7jlbsLhvP1qXjG3UgPVTqLTnrApsxGlsTdqAVQFCFi0ykCODXiRv3IjjlACrIVeY9uU3TH8WQLCZH3rleJmNY9+lmpl9Yy6LB6y6MXnIQkaUsODMxihur/yceofPq+xFDa93+o1lTdWFbhLAauCWmdTedoS7KtDZpNJgfn6tNt5eZu8yGni6ewV9Nm/j76hwydor7d2fP/s3p5gazR12fBtj//cbv4RGEKGtzU+9BvN2dTNgOtKXTbNm8tV9oQdqwL1IdzYPbkXx5EldJtqbH6ycRLND51W2dF7aVujLgnfr4mEWdR99egcfLfmZX6M05CAPZQq+w1+jG5PHtDd4cpyPvp7JokiFE+yZsxFfvNGf7rUsVPLKAUYt/IWFocESXEVTlVk9P6FfDZPPWwJWBVO5HF90n8TgWvE3JIkDq6Hsnj6arnceykMHnaYk/V/oy+cdy+JqjkyHB3B81U8M//c4/xqdKZizMr0a9GJ8+1iabHxgVcd77/7O9+ZSG+KbwnzZteRb3rlwTR6Y6LXl+bb3JAZUUSdNM2C1cf2ZbOtmge2dSOtFHlvHkPUbWBYSQhTlmfv+BHqVN5v9w27x3cSRjFXpxx75enF8TFsKm1ws7Al/LfyKt6/cljIWbtoi9Gw2muntCpNg3xfkz7mtP9PtwFEuyyMHV16oOZHtvWIHl6DN0yi//bh6SFSZVWM+I475lK8Jvs70qaMZLzUQ9FQuOYz9H9chRyrXE7YArtoSsGpymYzWW5V6nBY1WTJ5AWGDrxP7KqmrKiPIUunYWfxdouqSjewoViyQMSJoIslZhEEc0zmKuQUUJq+SI9SeixKB6+yI9rTWs0waq+Z/l+CqlARwAECWbCdMIxJaZWRRklU5dFWt2dh+QNXYL5CMcI1RAVcz1n0y0jUz7NlywBZhxBmsCaAxGuzutDDDjK4+2B6ZquY2EaeFiu9kXrEXYFVYRIF0TOCIL4fW/MyH//7LRRVYPTO6PT7myWoigji9ez9brgdTpFhZ6pYuTfny6kWWgNWeo3mjhlsKGsA6sCpC2d/rOI9ZTUwoUhSHp/fl5bvhRFOITkWc2H/vtqKnmGZgVTykJMPajGJKG1WLVfwqBcBq9MGF1PljO5fRUr7gm7yT4xxrb57mhLSGOx+9/j3TGltJkhUPWC3I5/1mMdSaluuNTTSZuYxj8rmudGwwkeXdfBSbJwas+t5kxcKv6XfPj2icqerVlfWj2lHIGn1UMDnXfkezvf/I8HFXjTcDukzji4YKiJgAWH13CG9XS/iwZwf2sfrCRXxzlqZ2qXJUr+VN3rRSVqMeMn/CYIYqpEnQtuDw5H5USygtKv8cvnkKHY9E4JanHB2qvchrDUqSR4Dc0RHcXPUlDY+cV8H6gnzSdTqfNrR+xGc4v4FX5//ObvXV1SpO4mD/Cmr/sgysikvd8vXh/LA2eMapY6LA6o3tvDHrZ/5U+239SuP5690qCuvaUrl3mZX/W8QvAQWoVbQCjSs34eW6sfTX+MBqLgZ1/YlpDawwT86vpcWCFRxUfezdV+fxYwsVsTYDVutV/YztvSvJiJzklmf7ljFwyy42hIYQQTV+HfIJr/kkfED08T/55XwQz5w8KONTjRY1CsYm57q2iRZzV3AkOpJotDSoNI5NvaviZtW3gvhjwkgGBfrJtvbI25Ud73emooo9P/x9FKWPCs6vKHXZMXkkjSwchETuX8ysa/kolNsdz8LVaF3XA21KzpLMjSTZmVnHDLRFYDXWRAIAEsmsUuBcyXBCgwNUtWil7ACqmj5MAVdFSV/fSYZ72cUlQj83PTeiMsTdKCJsM3cNbhfGVkFVweZNT5tnxbeLMUInklnpxW7d0bfM2yABYzX2AjWZlUMU0qLfSoAsA8ExZUIwyAHK4bgWmkCeqNon6C+WiQJYdXQtK1OCEVwkqzdjikZO+vbpOxljEeWpscBqZgvdpu9XiQMv0ccyq9gTsCpsEpPMymgkZM8CXtywi0uqsYrm68CCNo2pWsIbjwJxeqDYnVjCXywBq30n8EbllPDOzYFVFxqU8ObGjWs8QEuVKl9ypI8KGgbfZfGMMQzxj8Sgq8G3L7nz2+49HJd7p7QxVpVjZHDWNGD18CG0NOkmJhdYDX3IxkUz+ODqTQJwocNL3/CV11lW71zKpwGC26ijZom+rOrXHG9LuHM8YNWDaUPm8pElxqrAAvd8T9m1B3gg201H22Y/8kdHFQFKBFg1/Pcnw1av4ZfgYKLxZniHcUxqbiljV5zeE3iGEZ9NZa6qtVenxjT2vqtqtgbeZ/H0kXwUoMTVuFCKj1v3ZkDV4hQp6hK7n1VUCdJXUvLGUT758TtmhSt9vWqlSRzqX966amVUJIYwPVpXNXTE9In+99n663R6Xr0jWcZFPbuxfmAnKiZmFmMQm778kC6PlFRv7h7v8u/wVygkMUzrwKqOorz1wsfMfzNWmsEqsGqI5M6Wn3hzxx7+k8z4uizoNZS3qySB4ImGEMig6IJmk2h8YNWFj3sv5etqltZXBoK2z6Helv0yDF+nKcc3vSfzQVVLjFUNjetNZ9tbJi2KZI68t/5j9tIfGOsbSDR6SuSqRa9aLelSqwKlfJJHZw7/6xtKbTmuJpgqxfyPv6JnqcTeb+TR1oW8vfUvCRjndKrGyFeHMLqJgnRHHfiFV1ZvYb/8yYXa3q8wsEZtmlcpQ6HCcexuml7SdZEi5q10fWAyGwJsG1gV47JIqpwW5Dq+KQRT1SECZdk9FF3VrPHDZDtsMi9UyDcaFBDdUSxZIL30VoWlIw1GKZmTeatv+2lTweQV9lFI4Pbtj7JfGQVrVY9Ol3lJBu2ltRMFVsVH6PUi05V9O0FGNUZGgqsCNJS6qnbeATPK9vbIVo21hTKVOWsFu87RxOY+Ik/DNBqcMoTBIZbojpKdLSD6lhg2M2votDdgVdpHOoAGgq/x3VefMf5ZrDBiIV1BSuYqRDkPb6oULkHVoj6UL+FNAZHi3HwpkABYheK56tK9SjkKRUURlWCFbeBZaCD1OvSmUYzEpRmwqqnFwr512fPLApZHg0fBARz/sCkeucBwdhdjfxdh2JDT/WVWvurGrN+Xs0GuVlMLrGoolvdlmjzbzrIIgQDmpl3VwSwTzEDxvdc20PSH31V2aCIaqxe30nX+YjZJ25Zh4ZCpdPMK48GWGdTff4on8vcVmNPvM3pXtrCmiges6nnlxZn81tCJsEhT1IoGvZMTQVf28MPONfwQGKwks9JU49ePx9LZFNGcCLAasX8prf/4k6OyLlVYNHA83colMRpEPuTXz4cywF/h/lQoPYbDg2pg4t36/jGRxvsvcD3mMR7UzO1NBXcPinuVpmGpUlT0LkLRojnRWCHrpnw8MhJ4eDOj1ixnqdROzcVHbb9hWus4TOPkPvTqAYbN/Z55kqaYjx4vjmZWhxLkSLSuBm6unkLNA+cREeG5crbkt149aVVOAIIKsNru/C1FKgCR5ggp6RQlEo45v8gvvd+nfQXl8MG4fzYl/ncgocZq6GO2zBtH51sipZiWqj7v87+eTSiWBA6e2Geba6zWq/E121p5EBYhUqOJKCwBYGkIvrqHGbs2sjAwgDA0lC7YjVX9OlHJlEfOjLGq15Xm3ap1sXyeYiQ8LIj8VTvTvV5cOrGBK8s+pdE/V+IkzstNZbfi1PIqRgUvb8oXLEPDmiXxyKNRgOKYIlg/Wu6unEjtQ+cUSQxdC3aPHUB9s1x3CexxfT9DRXtHii/ORbeXpvJLZ/UU5cl1lsyfzPuP4ybGy0edPD7U8CyMj2cJ6pcpR1WfguT11CvaTulYrKX8S8dXWHyU7QOrsoHRpIOun9RVleOmY18br0epgJhgMWY30Nmht5r4CJLWXZEMcReyhQaBtzmAVXNri8MKsRbOdvIIJnA1TeEaGT27Zf7zEwFWlcqIuUeAqw5s1XLjSPuks3HENkoAq45TH8s2t29QVW6lJKihxaiAqw6kz2JD60VeWJkdNr2KEcFWtffTwvSyhuk52UECwNwmmam3am/AqrBVXEmA8H928Nm6ZXwfIkUDlXk/XnZvT9oVrkb9sk3p37pcnMQ6YrUoklfNjZO8Knne2aDlb+xsa0Il4gOrWpfOnJ/yEus/HcrYcCNuOZszv/t7tK+gxW/jDFruOspF8tC83DvMbhrFtIU/s1TQAVINrOak96s/Mt5/Og33n5YAV25NJaYP+JS3Beh4bwtNvl2isGITSV71cO0X1Nl3SrLnXN3e5MT4zlJHVHNtM6/88Ct75P3OtGv4Fau7WkgjHg9YFdfmpoJTQuZeeFQQj4zhhIhERhSnf6vBTH6lSGzC0USAVf91Uym7+4zUo0TbmJ3jB9IwKaAu/DHrZ4/krbvCPzRUKT2UnR/VI7dpYPa9wbqVixh96RK3LfqPngoe9ejgU5E3mrekSrF0GNENkTzY/Ttvb9jCYflOb2a8PYn34wF3yfNF48n1dFi8nJ3ych8+7TyBT15KSsrCyNPdC3lh3Q5V37UC33YZwsCGeYFnElh99fwtmaHes3BbJlWryP1Dc/kiMFRurgp7vMv+Ua9QWDTvkbn4rNiTAFjVPL3CvBnjGRos1gsutK45nj96lMMpweGGkSjfYEJCIhSg3VSccpAnrxtOcaQ9zIFVkaCpolN87YSI6DCCDRE8I1IyeN21ZRjbbQKD6sZBms2A1eRYOn+BgZwb0wSBkcaUW8eZsvwPVj64riZti/8knaYATQpWo2WpSjSvXY/qpUSMvymU0siV36fQ9OhZfIU7u77GwRFvUT0pYPXxGb6e+TkTQwSSrpPJ3VZ1KxGzzog6spIOa3ZyOtxfPQyJXycXfQlaepWmeeVGdKpfhSLm2sTJMYa1a+TSMCamIC1PStG9tg6sio+RYJ8mbewoRVfVseC25ByChCYAoOwGqpq+1QGuJj4kpAVcVXRVjTiEC+PbWEx1wu8EU1VgOtntMMe0d3TWOqF1jKsxjZ8ksCquFJtUJ71DE9LasJSeeqsOUDWJ9WC2ApwVZqazLj3BwxStp237YnEaplHA1fQoQldVGc/S6YHpUSkbeIYyOUrL2EBt0q8KmcUGt0dgVVg57vY9+upZlm1cwuy7AQQbwgk0hsVhkZnaREvlYgPYPLAJXhLvE8BqBHf3zEkhsOrMOx1/YUETy8Cqc95h+E2oy5Eve/Ly40giKUDXJhNY1NGdQzMG0upOEEa8mdy0D+9UeMwXPy9goaBKpBpYLcyS8d/xhv4qc+ZOZ/wjP5nNXegvbv3wNSo/W0/d75ZzTprBCmP1yVWW/Pw1Hz4KFFAa3V8Yzvevl5RjOxH3+fW7b/n0wV0JnhX2fIv1/TpSuaCZrycAVq33hVy44u5ckY9avcMHTb3ja24mAqzeXvgh5U8LGEpgSi9zYuq7VHBNos+FPWLd96N4WwVWa5YdztYP6ijAqmnICHzKmZ1rGH/wBJejQ/E3hPHUAj+jQO7WzO/ZmzZl0zjWREdwf898GmxQmJ5Qip96jeedmrF6oskdSQz/rKXjrytVYLUMX709gY/rJUWtNRJ46HeartzIBfkib6Z2Gc/QhvnQaEI4PH9SDGPVvUAv9g9si8f+mTTYcUgFnz34sP2XfNMsL5ycR9GluyQgX7v2ZP58vTx5xGc8Pss3MyYzQZ53uNKh/iRWdIuVEDB9n+/uVXz09zGuhz0jHCMR0eGECQRJ5075Ij3YMLRmDNkzIbBq3Upu5MTDqQKD2/XjwyZm6HuKgVUt1cqMZNeHtUjQQg/vc2T/X8w7cYzjYc+4ZghJ4Dl6nPHJ24QJHXrQpaY4rVC2rFdXfE6Lw6d5qAKrB4a/RQ3PJFr+8Vmmz/6c8UEChk4IrIq7Iy+fY+PenSy/fI5T4cHcNgrLxi9O5KZmia4s6Naa8rH5wZLrdolcl/mSAPYArAqDiRWcBn2q1nAOUDVx1xTgmCKNmcaxOR16QEY9Ijobf1tabZZaSQDRJyOijSgxD45isoCJnBApklWpuEV223uaSG4CVHWS4Gr2HTtS4tnJAlbFdCZChAS46iiWLSBYq2n1KcFRFaca2Y4uno5OY/9s1YTGEAwUvdbBpDS3jDzgk5qHaWfMZ7/gprR3KlNfym6TfVzLZAa4aq/AqmkLFU/Xz8+Xc//9x96L/7Hj9mX+CfWTrK3YOcmJ5jU+ZdXb5XDVWwZW6+SrQaU8uclhMfGiFme9M+3e6EeTGDAiPmPV1XM0T8bW5OnaiZTZd0GGWhcpMoh/BxVi2rhxzDbo8PZ4lTmtG1PT8zoT581lQZqAVR8Wj/6aNwtA5K7vKLvpiArW5aFHs8+ZlWMJZWJ0HC0Dq1H75tNm3Yg/FT4AACAASURBVG4OG404UYU5/cfQvaJJOsGA/97/8cG69fxpiAJNUXq3n8rM5map6y0Aq844k5donhJNrFiDJ8NeeI+BzWtQxBKIlAiw+nD5GMocUZPzaBrw5ydDaBojyWBlTIl4woaZw+l2T6Rm11CjzHC2fagCq+a3BIfie+UCu/49xOabNzgVcJ8rxkjJpDRtu5xc27Nv8DtUSwsYJYHVBbywYb8E1UTSsfk9x9OjVlJM04TfKBirnRYvZ7v8U1E+7TKFTxq4JqEHayTo4DJeWrVZ6hPnz/kiX7TvTg/JWA3h0HzBWL0tpQDyFBjMjU9eIIf/DZbN/4L3HwRgQEcxt2asGt2P6pdnkv/XQ/LaWGDVCH4XmfHtZ4yTegJ6mteawro3S+Fk5jY3fhtLreNXVdkBs+/TtOTMtH6UVsPoLQGrTujJiYFgoekfc3t+xjb7mIEvVSC/JXUFM2DV1akk7YuVomB0OKrkbbyK6PUulK3SnveaFY4f0R/3qsgogs7/x/ZTp9h26Sgbg54ijlBEnRTfcaK41ztsH9yW4pJkGx9Y1bi+xuGRb1EtKQb247N8O+tzPg22DqzGVCs0jEf/HWHDfyfZfuMs+0IDCBDr9JgL8tCs5iT+7JVCfdkkpu/MlgSwF2BVCTPWotUIh06ZFrwjWZVlpxPrQMlWfQ5EsiQjN60b9bQvvW32CSllrYoeKJiqJuDQZj8siyomDiuEBEB2h5zFGKLX6tBrRZypAydMJrCquIVep0GXXvSxLHL0jHqtGKtlMqs0vCBapKtSxbbT8Jhse2t2BFWVxlIkAWTYe1ocKJu1vKm9BatXL8DVVH6fQqzK7lNbyo2THSUALFkho8HVbAWsmgwo6T0Qef0i2w/9zcL/9rJVrBLRkN+5EjPe/5Q3RGKlBBqrxfiu20T613MTopKWRaVENG+8cc4MWPUYxqPx9Yg+sYn+vy9jlZQar8LMjsVZvu5PjqChjM8Q9naujFPEScamGVgtxtyPv6GX+J5IXzbPmUKvWw8kUJU/Z2MG5fiPqX4Bapi1BWA16hm7Zg/i1TsmXUZXGpVoQ7t8TrgInZeIAG48OsXyh/diQou9Cg3i/IhG5IyrG2mmsdrn7WX8UBcICubuf9v4ZP1a1gndWhEY7tKCP/r3pUVpC6NiIsBq6M4fqb5xD3dkO1fkhz7j6FMtiURjUQ9ZNHEwH4m4cKBSqWHsGhRHCsDa0CPQp6AALh/5m3kHdrIy4IlkZWopTp8WY5jdPikELJExzRjN412r6L9xPdvk0O7Ke62nMbttKuKyrx5k/OKFzAwS7ZeHjnWGMP/NSuRKNH9SNJeWfkKtE7ckyObu1obfer5D8/KC6SoYq0Jj1QSsfsCFUU3JK9jLN3fSdc5StkSGEY0TzWtOZOjTGbS/4StnKAGsbnm9vCK3EebLzsXf0uviNRnqXqpQT/73bjsqmDGdIy6cZMXxyzwOCycSP9adPSCTXSmL9g6c/+IdSog+B5gDq23a/s66ljoIecqp7UvpvfegysyGUp4dmf16F1qIAwLzYgas1qn2OXt6l0ErUNBYdDb2LvGIlEzgkUainzzi4rmjLD2wjRVPHyusVE05xrcbyictRby/gSu/TaLJsfNK8ipNY/7+9KOkpS1uHmbkDzP4QZ5U6Hi14TRWd1WTsSU2jYZHE37vNidP/8Wov3eoOsWg0Tdn+8j3aWTOQE/5lBxzhzI8psRgaXiZGOqjnqbtAZl0t5r6RU1kFZcyn3gFHGxV6/YRW87obJKsKjlu6JAESKqvJL9fiRD3yGwVRZocD0reNQLEl8mqnodNvbq9NoGrybNQ9r0qmcCqyQAGnPQ6hyakFX8QG/jUJvpSJABik1RkX5dL3ZdlX1BV2EM5J3RyJLOy7BxGkZUYCa6mFHd2gKqJLaizpwSA+RebElml1HeSO1LZLbBqCOf6kfPceBrA0zBXWneoTx5LGFt4BE+2zqDOnpMqk9Od4W/NY3JdjQVgtRxLeo/jjarJy+qt2NgcWB3Mw/EN0T28zs8LJjH4aaz2q6lN6jSYz57OeYi+eYAR6QCszhr4De+VUZ9+/RBjFixgYXio1MiMXxICq4YzOxny688slMlwklf0+nr81GMQXauriJe4LR6wmpcpA+cxPCaxVDS31/9E7127ZTZzwWAsnOtV1g7rlpChlwiwajy9jfd++YXlknLnwVv1hzGvaxmcEsNwrv3FG7MX8af6aRWrfcc/fQrLn4yXz3Hgyj0eRObAo+qLNDcl0IprBqORsAt7GPbzPBaroJuX9yiujayVptw/hmsHGT53NvNVYdHa1b9mX28f6w1wfhvzT4ThnK80TStXoKSP6uy+N/hj2Rw+vn4bf2HZHB04MOZtqgryqbUSfZ/vxw5ltCDxihRIebpxZHQnSkrCrDmw+h7/Dm1FYcE0/T975wEeRdX18f+2VEJCCb0I0nuXjhRfEUSQ3gSRKggICNKkSgdBmtI7oqKChaoi2ECQKr333tKT3Z15n3NnJtnszvZNsmXu9/g930dmp5x7bvvdc//HmID/Ns9C86PnGAyM0pVHReNZ/M4JMZA1RCkABlZ5Ix79vBqtd/yMo+yvBTH1rbn4oJpMZREkZJKhKfjtk3fw2j0xvlnXGuemdUVRWbAahAHdNmB+Dekj9Ti3aQZaHDmNu2zvQ4d8Qa/g2zE9UcXcFmZgtU7VGfilR3Enxmce+iuX8O+lW7hszIFqpSqgrBRWa2bzxOP7MfHL5ViUJFR0xdJj8Fv/qghTA8++m4QX958R22kujOy4CFPq2too4PF492p02bkbv7O7vYBxbcZj/MvZAS4Jz89dx3/XruM/Y140rVQRJYrKNQw9zm+ahnqHzzCtYo2mMma3HYiBdXN4/BS169vJjvVD0lW+AlZT35d5GiVasw+fFahq3RfINhwXeGEHCly17RNCR2Z7xkyRmHqOU07YmpmSSQDwKiQTz2GxCBm18nCuj8+Mq2mFrlVpoAnwZFZOglVhIa7T0oCWGdXke88guKp2MnKVoCHpkzi+LPM9u7jzxv4NVdMso1HxqXDVHXv55W/pqAFFrrIEBo59oXCZv0rxO2YD86sC4fi/nGUyMpmVz4LVp+cwe9VX2PvwDq7oeXRstxSz6lmBEodXotwXUqKeCLzfeRmm1VLLg9V3PkL7CibA0K6rmoHVHINw56MGCOI4nFjSD3WviqGSqfcJRd8Oq7Cgjhr8lT8w3G2wWggL3p2LviWlBxhwfdsyvH3g99SotLRPMAerFLk4AQ2OX2aJfhwvGtSrNBG73ymVFpeWDqzmxbS+n2JYeZM7cnHYt3AUul17wgAgEIZmZQdiQ68aiDSVBLUBVvHkJr5eOQ297jxjCyK1uia2DBmB1ylaV64kPcOhLz5FlxNncY/9PQJ92n6GhQ3JTzicXTEGr56+jkdQIU+hUbj8QVV5WPr8ImZM+whTSbyW4kLzDsPNMS/BGS+xeD0+Fj9Mfw+dHgp0MzxbJxwZ/yaKmh2VF36XjD8XDEa36xxCgvKhbslOWNKrIkKZzC+H619MQe1D54Ts8siJ91rNxeym1vVa9ce24vV1W0U4B7xYchJODiojDk3mYPUdHB7yKgpLKgX3/8XIeYuxWp9gcXw/HVilV3lyFEM/noXlovZh6WIj8Ff/mgizum/B4Z+5PdHotmhom2A1GwZ3WoHZtU3glD4Rf68YhTcvPhBtEYbXq4/Gpm6lEWQ67pqB1VpVpuO3ni86OjQDfAKOrp2OTicv4hZUKJizD46Ma4YoOU72+BpWLP4IQ57RN6lQodhw/PreS4igujuxGbXXbBMjdNWoXLQfvujZBMWsBUM/+g8fz52GaUkC4c8e0QY7+3VBNUqo9vQCvt60HuMuURI2LWqWGIWf36sCObVd7ug3aLT+S5bQTquugMmvD8Cwxnk8vi4StpIdnPA43vlYNiUfiViVXpwdX2cb7SS3Yn3DXYGq1p2CbMjxgSmSRasC8VCOG63Gf39qT2+VTtaSBIBkQ4VdmPgCLySrMmZ8t+19Dsjyc6mgU2sDOpmV02CVapLAIckCKHBV3q+d1Vs1yGrReV+byYo3ChSoKthWAKskZay0rTRvM4WBOjiezCowp4y2W2maLaXrAmf0zyhJAJ8Fq3G38fXaZZh05RJugkfu8JexoEsftClnBlcTE3Hzh7moc/A0hAOjxbF4wHT0omhKCymAQpjXcQIG1M4OpNAZQxl/pIogopYKUczAalR/3JjQmCW5if16JPL/TW9nUlQvYevQYXitCDIIrAJIvIuNcz9E/6cioEp9vBlYjb+OJbPGYlSc8KEhupqY06IBCsbFIcFULF2lRWjQA2zcuxXfiTbRhb2JQ2M6oYyUtd0eWKUHXNqP8evW4dPYBGbaELyAsZ0m44M6JqTNFlgF8Gz7NJTZd0pMTqZCucK9sa5jU5QvZLZplZCCR39uRvedv+AvTtBJfSFvD2zr1wKlWOZ1I86uGoVap26L1fwixrd8Dx82zQ+NKSDjOTz96xu88/U32C3asUalGTjwjkl4K9mKMi6R4LgTtDVuxwK02nsQh5iDRKFV+b74vHt15DBNyMUl4cI3y9Hnz79wBGpEqPOhYem+2NK/bBoEPrEF9dZswzHx/SJDXsL0tv3Rq2ZYeq5F73n3OKZ9vgyfxj5lMD1YXQrD2n+ECXWlF7cDVulI/v5N6Lbte/xq1jwswCpS8Mcno9Ht5m08YIgtN16rOAAbelZkEZvpmJvRiPizBzF+/UJ8Lgnyalvh3IzukIJz00sByIBVep8rv2H4qtX4LEEA1mqUxqqhU9DZFL6bgdXKZcdhf99KCKaobbk2TzdiYvLSB/O4vGYYqp68K2oHF8DYdhMwrnYOqM27n8M7MXzreqxLoTizQni79mAs7FxMqLv4O9i6fBb6X7/LolZDVNFoX3sYFr1WAiHZTRe7AO5fxMZNSzDs5p3UTZCqFWfir97FxelXLPYvGo2WVx6yT1CpX8Lmd4eiTQlJK1m6H4erX0xGzUNnWcSqSl0NK975AN0q2JHUcGECrYBVeaPR2T4V08ukIB+NVV0/8hhlMm3FhqSrGkASAOZWUOCqvQ7JygqKB5Ipy704K1NywqS3o5EjXdUAkQCQcSFaY2rEZFb+nL/DVutxEqyK8w+eg1arFjRFA2ddbq8XSv07mcRR2xh5CqV3ToTd4Rfx9QsDULuFhjICqwzOU/0p7SudF9Nkmkkm2PFtBarKGyhQdFWtuUdGwFWfBavgEbP3MzTc+TsuiwZTqatjeYu2+F+5QsgZoYX+wR0cOvg95hw7hN8MKeCgReWCXbGpXwsUIyBoAVbVaJj/ZbxSpADkg8ZU0GqDEJU9D0pUrowyLHGSGViN7IOrE5uBbm/8ZwuabNnGIsOEokWt4v2xqWcDFIjIQLBK21wntqHfF19jc4opKUoPVhMPb0XnL7biZ0qyp6mA8R0+xAe1rZPBxO0TUHDfBZaQC3gR0zqNwbA6LBOPmRSATMSqaIFnO5fglT1/4jQvLGmiszXBliH9UEdKQmUHrOLZOUxf+CnmPHkK8SQ7tOpyGFPvDXStUgjhSMGjO9fx29E9WH31HP5LxdpatP3fcmxskRbJyf23D++vW46VqTIIwWhW+V3MfrkaSuXWQp34BOeO/ISxP/+MXzg9g2hB2sqY2m4YBtcRQ0uf3cEfe3ZjxcUH0IZWwKB2LVHNxon+dG37yXWsWjQBQ55KWdu1qFqkMybWrY5q0Tog5gb2Hf4Ww85cEnQ4aW6ma4Rv3x2AV4qbDK5cEk5/MR9tD5/ATek6VRG8XfFVdKtRBkXDgmCIfYyz/+3D5yf/xh49tQWhFC0yDIcHvWSiyWoGVvO+g8ODTSJW6UfGp/hh7li8e+9J6nvRP1uCVQKdv2PQ0sVYneqGIaiWrxF6V6mD+oVyIYdWj7hHl7HnxO9Yd+k0TvFGUQ+YPrY1rszpivzipzoEVsHj/paxKHnoigg9VahQdCC2927I2hwrZmA1KrQy3qlQCSUY7ZQvarUOIWWaoVNF4SJqX303b8WmFIECh6IAurzUB6PrlULhHGoY4x7j/H8H8OkvP+KbpETh2L26Dra8NxSvF0+bAfCHVqHyF7txUXysGpGona8B+tWqiVqFcyE4JRE3Lv2DzX99hxXJom4EgLwRr2JN/95oXCjtfY0HFqPJd3/gH9a21CgUVgODGrRFtyqFER3OI+nJXRw/sQsf7vslTWM1qBVOTH4LJU1hvnUzuPQX+zMel26b+iNfkwKQXlzggmoI9kk/WWbgTFmgWjhGWrIqFTuqHKjwg/VBbPahLLKs9R5ykasUjUl75v6fksn5PpXaE0FnQQEgsP1KAzW0GgqFCrziEliVsjFqtar0kQmBZz+rX8ySWdERFRteRUCVsukpJb0FGPwJ2G47TW+V5YkLxF7JToNgerQ2jn8puqqWBkwvARDYGzmUT8iTzcp3wSqtKmLx88LpGHjjGtNVpKKBDjnVocimViPZEI9n0LMjy9Qrh6E4JnSdhME1RHhoAVYdGc1UiA4qj3daDMeEhgTprINVXD6IKes/x6xYSWc1FO0azMLq5nmgDeZhvOYJjVVzKQDxG/R6nP9yGl47ek7MPE//bgJW+Vjs/mQqBt6+wY7J54pqj53926OCID8qW/jjP6D3xs3YQgJlCEe9Ir3x7ft1EUGdmiMRq3TXuHvYsWomul29lwpGq1ecjv29igv69/bAKt3j2j8Yv2IVlsU/Z8Aqtd5VIQhV84g3JiAGHAN0wgwlBK9U/gCbu1dAuCk35jlc3zoHnf46jpOpcxkVsiEbcmm00HIJuMenIFHMpK5T5UfXRqPwWev8aY3wxlms3rwYw+8R+iyFT/pOxjumEgj2XOrKfgxbuQbLE5LYu6qhRihCEEn6i3wSHsEAKe5Yp6mASZ0+xLBacvBbj/9Wz0a3k6dMIJ0a4QhFDk0wOGMsnqS2BXopNSq98C6+69MA+UU2LryqDFgd8j8UZjw6recxnNiFdzeswSYTbi8LVulnF//GmNULsSBJwLmEkoKgRTZ1BKKQjKdcMuJgSPUH4T0K4L1m4zGnJQsvZsUxsCpEgn79+TS8c4usBwSr8qBHs0lY2EK8lxlYtVdF0t+Dcn6AZx/VFKxgMODK19Pw8j9n8UiUwqLFWLgqG/KqVUjmkvCUT0ECzZOZ5aLxRt0J2NLRPEuUEbe+X4w3fv0TZ8UH0ba0DjpEqUOg5VMQyycjNnWDgPqfipjcZTR6VTWLMo1/ij1LR6D17TRhD7pPhCoMudRAEpeIR3wK2xgR2kUhDGo+AXOb2xLkddQ69q6jr/LkyJX2PF8Fq2lfoGHjkwQzFAkA674UyBIA5lZhfsIinzOmXdlr0d7/9/QhKsQrJHDo/e+eOW8oeQ7TVeU4xZfI7CLWIkmAQNRbdRGsCg5LfRFJArDJvFIsLGBLb5X2NKiTUrBqerNJEXWBJQFg2XgUvVXrHQoNZNTlWEtmpSIwr8yT0hkwULVVLbyITgbyJGfjuQHLp8EqmYFLwrmvl6LPocNMq1AHDUKhZad2KfYtmQG2bCiXsw6Gv9IWHWpFmfAhDg9/WYXXf/oF/5mY1F7zi9CWRp/Xx2BqQyFq8emOBWjx80GcpHmF7i08nNUSLADs+T3sWD0FnW4+ESMEdRjUawNmVxQfdu4HvLF8E34h+BP6Gn7q0wN1iglPN575He+vWSJG+uXGwObjMfuVfELfcPcIRi9ZiEUJhNyyYdJ7KzFSPBGczjNuHcOctZ/j4yfPxShANbp22owVLwG48TPaLliD30meBBpUa7AIO9uZnj+W8bGEWPy4YBA6PkiBFmroUBLLP5iMdhQ1d3QRotf/KYLOYIzotw5Ty1nx07v/YOgnC7FCL0TghesqYkybYRheLwy4fxiDZ83DKsbgotG10UdY+aYUzpp2P/7mJfy46ytMOH0S5xlQVyOIogxYvRuhZ7OTSFTKVR1v1WyBd14pBK1cRGJyMu788SMm//wDNiUS3CSwqUMIg0AGJLF7aZAvtBwGNO2NIY3yQmPKNW+fweerP8GIx3FQoRjm9p6BAVL9OtpM713G19u/w/ILZ3HamIgk8Vs04JAEA9sY0GoqYX63kehdzZbWgBF3d2zApEPHsO/5I9wDJ9qFPpzaAkG+YBQJLYW2lVpieOvKyGEhxRqDHTOHov099lRULtgfO4Y1QA5mu/Qt496X41H34EVRvzYEb9T+COvalUCI3KnyG/9hw+5fsO3Kf/gzKRZJ0CAYWgTBiCRw0DM7U0KssuhUvhG61q2HGiXTK4Q+/GYKKvxxOlUGomPHLVhXx4qRHx7GwJlL8R0nRItGhjfE7I790KWSFog9iykfT8IMM6UMe+2eDxuMhGn106yQGIuzv+3CZwf347uYR3jO6k0L6hXosGkyjKz/idCVxTv13sLYV0sgTDYylMfzv37G53/8ii/vXsMFnuqN2iWhSCGHAfkzhzDUe6E7lnVvhhdzW/nuJ9fw5Xfb8cWFUziUHIsE8Z1IbIPulMB8IhjFc9bB4BY98VaNDAxVTdenZtxOu6+DVRaKQbIAUIu6j4oEgJx3E0SkbOVK5gGTcVDkQIpNrA+2ZBuK7E02KsmqTK0k9cg0U0rhIATKKYtPZiJac1KPrNPoAk5v1S2wygynVpJZ2Zr7U9QhadKaF0FXNbAjx6zZLdChqrTdQ74TxKLr6H8pCD6dvzA5Pku9VWFarRRzCwS6BIC5PVgyK0vO4ZLj+DxYpa82cEi5fQfnLp3H33eFFD4MI3AcNLpsiM5fFk0qvICcuS3HMv7qBez8fR8O63MiT7CNs8DsnkYkJsVDl6MUGtati8pSdOe14/jpn3M4/PAZYvO3w7y20al1kXj0V8w4dBs5smmREBuGHr1bo7AkKfr0NnZ8+Q32JgehdJlX0KXei4iUogefPsCx33/GlusxQEQ5dG9QFxWlzOMpsTj665/449ot3EnOhXf7W0t6BODqcSzZfQop4TrEP49D8659UIN0Dm6dw4atv+NmVC5EhwShatPXUdM8mE7Go/iTP2Lobw9QIAR4Hp8XXTq2RKWCBJHP4eN1BxEaFYS4Z2p06d0ZpaSERxb34fH88BHsOHkG5xIToQsvgKrVXkHLyqFA0jP88/V6fPk0HPnylEDdGg1Qr4SVnYRkA5Ju3cbJs8ex9/od3E9IRBKnRnhYJPJli0LRF6ritUpFEZnLDjKjBfuDp7h74zL+PnMJt6BDEDUydixdh8jwQqhXqzJKFNZZhosnxuLCL9sw+Y/92JUUjVkDZqBPGReaYrIe8Vev4/iF8zj7PAEJnKBXbuDDUDjfC6hZoRQKFXRMB5O7/xhXzx7DtrNXcCsuHgmsHYQiKjQSeQtUwpvVS6NI/iCi0TKFw+N9X2PyiefIkb0Qar1YGy0bicIYYhIq6UeqR5fw659n8O/9R3jK5cfrDRqhbnnrSbNA9XXnHi5evYrT9+7igYGQPm18aBERGo1yxYuhZL5cyBkdApVM1iXu/EHM3Pkf1DnDoY+JwStd+qN2WkCr2bfwuL93P/bev4sbsc/BRRRH7aqN0Kx8MGCMx+lvV2Hd42i8EC6X3snSLMmJT3CjaBfMfzVdeC8FrIN/+AiXz1/A8Ts3cSdFwzZNqf8xcEHIl7cIqpUuixKUlcxe9xITj7unj+LHCzdxP/Yp7sTGII4HwsPyoGThini1XGmULhoJrQ0TszdPMSLp5g0cP3MWZ57FIo6T3smIZH0ISpWqhLpliyKHTH/oguc6/JOM0lyVwKowe8riORQDf04epWVAg+bJFLnq27PA1KjbDDjNyABZAOuqWl1zspmJAJxlZjhW/t3hZuvahS40Q9P268LPxZOiggWELSmhO6A9WgEc2v8Ud7iGkAyLZ1DO/X7IE72ZMG+yNfuRTCJJAwW6BIC5h3BCw7JpRXfr2wG3tO+4rl5h+nDRUdwCq6kASK2CRklmJVstLLpODahNdjFoVyNt38feHr+rte27v1PAqtBSyTO0ajEyU3ETC4cmk5CCi7Rvoeiq+m6bz4o395Teql+AVbMKEHbiBbjhWeGErKjpjHsmG9b9pW/mAcOd54hN5BGaKztCcngirNtB49y/gb0/rMOI/8KxZMIwNLCW1T3jqlK8s8yy+k4MnifpoQ4NR/Y8DsA9m+8oUqPUBbzUxjL8w5x4gIN15sQdHb9U7G888QoxyUh4HItEXoWwnDkRGuWJmzr+JRlzZcZ0OGkRqxlzf+dtIa5WHawyiUFyDKpa6q06/3x3+nUHX9rqS3kACFmFsmxF6pI5/PlHlGwoiRIy2SE0mQZw2DDhWgytO++Y5rnS/0Una4EkIw9SL3LEs90Fiz63/mc5P0kWkxLppcmR+HN7cejbyIdpTmkIvPRmboJVybw8A6skC6AUSwuQVShLLjU6jqcOigt4YWNrfsJxQiN0t3P2Dz8UBlZK1kSAVSnybSuY6a0KvXgg+k36iYhlH6ycTLHectIOE0jTUUkXm6LtHGtxGp2nKZCDD3bs9Vy4Km1xnTXdjjd8vyNmEyVHlGmPpbGkCAVHbXP7CMZsOYDHmsZY+n6VtOTxjlSDJ65JdTlHX9jFh7JU5rRfYaq/701w1Us2UpRBy4qDZQz45AzPXHRo7/mZkUVjilA1g5ux93y1s29Cc2U1iwgMxLmynLUYOOQ4UFImxW3SW4hGA4KqSZTqnjgGyW0ofbPVRkdwVe1JnTFnm7cXXc/RRoWRoo+96KUy6VU8BlbpfQmsEmBVigwAYseWeRhSc8l63kosBN+tYx402Lq/2+uScixrfNR5K/5j7hlkES2TArCj38Lq3tVejH7ngaw+Lvqf4DOuHP8Q5AAIrrr+7WRxacGSNf6X9v2e7xfoWCX1PUr0oaVt1R6Q2NDqrJ6l9XxlZuIdaUJEJy2ypkVk4oe68ajUNYZi69yNMQAAIABJREFUpDQrOsnm+FN7MOGn/djB18XmPi1ROk0Fwo2a8c6fCiccpRMpYnSLslD1zsryprdibSpjoCqbefssWBXaEkWqGvk0CQAF/thyXgGuKkWYEScbKSFT4EXV2at/sk2KkUeikU7Ypp2iVOCqvOWkzQqtRtCrCdQ+SAr0MRoB3l4IuD0n9NG/ewisCkLzpN0idU8u4R2WzMm9Ds69PSd3V0fWv5r9RQ0EEQWSe4wY+p+lfuTkgsiT70omCSJJCRk9Wk8+x9fuJXXWaS3Lmo+61OIywByutiHT93fmHoIeT7BaA50yV5StTyHqmbqfLGzgGeBp7t6SLVMVsCprRmmXWbCRJAvgrsX98/cZyDt8z2Bpgd+Ov3tCDO7fTIAxRz4UsMyx5fh9fOBKnk1v0/phJhGlgFWZmksV2vSBWs2sV8y4CY7vglWhNRFUpeQ6piVQwYYj3iiAVWfm2Y7c1feuoQz3BFWJ/yjWSKs/4igGjqCqUYjkNRmjWIo45ci7hbNLQJEiViVZAN9rEe6+sRChSpGqgbxX4RGwKgxsHGuI3oJ33HUPT/6erEIaLrTrE6RRI4gyKijFwgJklWANddpi9KRiI1FOXWlV1lwhNds9VAjWqFmyEqVYWoCm0Vq1kKVRKWJ8sgegKtnSHyNWTY/vkMcI+12K71hrOwpcFS2j7N3Iu4ioNyb3R2HzQgGs6WyTmrxEsYtgl4yDqnR3XwarBhmomjpaKZsWVqd7gQ5XiVeQrirL5K6UdBYg0Jxg5JBiJeJQw04yCfNBZQPD0nkCVRKA1uO0eUwyAIHcrNwCq0J3JBhQz9OujzKrNm9iBFWp4zaIyJmmRyE62tFQFqlyYxnZh+Cq0lkL1kmLVFVGfou2ZdZzEzQkuKqokcj7CtmFwHNg9zzCGOUJCQDJyv4GVuUmRApctd//BjxcVaZ/1p2EFhs2cksrkatypnMl/Nl+O/W9KzIWqvoyWDWyU5JpEgDmdcvgT2BPeGy4uyAtEYhiP7QmpyPuClS1dA/qdRMNQiSvLeTMJAEUsGphwFRJANJaDZDIXinASYpWDWSoyrjN2RsHXN6u4QlNq1QsVFzpoOTHLwKqFM1ramRiqmE6RQTa2ohP8EenUWLraNOCJWVSiowFVGD9j1mhwT5YTeBMMZqcBahtWVMjCRSLCUfbPdeu/Ams2poQkd2UXtlGKzECKm2ABvYqDMxm95mmNSavA0Xa9spmshW4yoB9oA7oGaeramptX4xYZceVeWkkt+4fgusEqv/Yn9WpIGhCBlJJMPKMW7iXl8H/LEYWSeYoYZUUKGf9G6lFKXqrMmBanETTZqlGowmIcT1NV1WIWA304iZYFY64E1T13DLVP6qE7EERvEbSnpX5JJ1ajWCtaWZY//huT32FpLcaqNMhYbqotCpr/iR15BZ/50lPVM20jAPVd2y1QbKJVo0AnEoLVvGUrqqpjQMFrDL7KXDVsnk9uIHfftmBr+7qEZqrAro1bIzqxZW1vKfmAr5+H0cXGpKeMVgCUaXIje2BN6hnji/4GlilmbGB1zg8Q1Y2LezMCvnAOSVIx9slXVWll01vAQMPxBs4hwPlCB5Km+1KG0tvS1qjkiQA/efvG4P0rYGuq2pa+26AVQKqgN5OuHigdlwEVSla1VowPU2ig7Rq6BQAJOsizD4aIeN7GhIJHG9SwKr1urYKVU08JUithlatwFU5KzK9VQJkAUaeMwKqkn39Baw6cnxHgj9Ky0prWU9/WITefx7DCT4v6lfqgWVdyiKUIleVEvAWsB2pam4eIUlI2gI1wDpoe95CHVRARa5mDlQls/saWBV0Vak40kaoXWWeLe25sXf+nfCYI7b0zrd39K0oECzRIB/s5Og9/PU6CuAlqEo2ciakR4KrCliV9wwpkZU/y5IIUDWwdVXdBqvU7Oh/KJTeiraxv/Y9Dn2XsJtKnbftDormiCFaAQApxdICZBaKXE0zT2DYSYGqtqAq/c3+sE/TaAmuKm1Lvm0xuGqSodrf7eRpCQDJXv4AVh2BqtL3KnqrJi1FfxtLJo3GnOQo1CrbA4vb1kSeHAicoENFV1W+2xSHqLRNQEfmLpL+M11LEFGBQemMy0J/AyWZVebWvS+BVdJVNbJkXs53Pgr8sTbLk7RWHemnfG+myM7/iQmZFNlCy/oj+yQYeKS4GChHkgBMJ1wpFhZg82W1IPXjb/0PS1bFg0WrOrOG8Hc3cSlilXAhNUAFqqZ3Dwn3UMdNEgD28Y8QNRaqVUOtwFXZtkYRq7pUuOr/HbcCVW1BVUdaVNrvNVCJUc/+7zeuDFSsbamcX5y48qys/k1GQVX6rkADq/TNClwVPfrJDXy7cQOORjdD76YvoVge8d8Dgf8ERtfhWtfF00LedQOx6aACVl2zvc//KnN0VU3N5CtgldA6SQC4WvwNbLhqB/nfqQA/lQRgCZmMnKir6lmr+fLdpBVVspGSeTnGLOS+l7A8gVVppaW0szQrScmsUiNX/QhA04kcowJVLWG6K8mr6Pi/kJBJARbpLUp2UcHgIFSVfksRq8EEVxVzyo5RBFYD4Vi3UP2KtqqsEzh5PEWCP1qVikWu+tFY5rF5nCA+L8gC+HNRqTJ2pPJ1sOrqTrMAVz3oPHojDDEGcGotgrJpAJ0dr+QA/nkK9HpAFxkEVbCd6+MMMCYbYHRCXF8bEQJ1iMl945KhTxKiCTV8Mp4+eIwHMYkIzlUABXNnQ3AQD0MCzQDoEhV0UcFQ2fsOPQ/joye4+/A5niVx0AVFoUixXAjNRpnmbHyTEeCfJYPTaKGJ0Ni+ll7oeTKMai00kWY3pSiVGD30nAa6cK19O6bw4J89xfVL9/FMpUH2HLmQP19OhEY6mYGbhrp4PQzJRnCsTlRQaTTQhWkBqkt3XMsIQM8LnZunZBnYuwKqEB00YTbqhUFVcSyPNcKQJPiDeaHjyZpgLdQsW6fpe1J/pYKKtNmsFVnbqaEN0kIVxo4i2C4JRhgT9bJtgUXWaDXQaNVQ6dRCXThT6PtjUmDQA2qdDhryC0cKGSnJCGg1QJAt+/q7JIC9ynPEmM5d4wtgVTgJSGdsHPQnuTbHuhnXf++cVX3valLMdK/j9b5vJr9J4QisGt3wHO/7Lk+8EdmGJB1j9fbO19p/mrCeEPouBazKjfcqQW/Vj+xjMHBKsiq5ccYZsMoOt/PUSTkXOWa/SfrHFTQv1PNGhyJVzb84SCMm3FHGfAtnIJMIcFX6k78ZSWhPnsxU7h8tKu0r7OmqWvtewXfUzH/8zWs8UcdkEyGZlevRVZ54j4y6R0ZDVXpvXwarrkJVqb5oM9AjLSv+HD6ZORUfxfOIQigiNNWwctQg1I+24hnPLmLRis8w++4dPIMKeUOrYmavUWhfwsr1Kf+i+eg5+As6ZBN7W9rEMt/GSkMaPJJhQKiuPAa1G4MxtbR4/ttGdP3+RxyABsTViN1R0bDFKM2OVNCm9jLC78MjWmLzO93RsJhc78Pj4a5v8PFf+7Aj5hkeQ40Q0O+AYFU2lMtTCwNf64q2VUzJrvjQ5DtY/ck8fHz/Nh5BheL5OmNdr9aonFfm+/lY7P5kBobdvILrAIrUXo+zndPI1fEpnVH3iRrZwCEOzXFnwduIkjPj47s4vH8vlvyzD98mJUEHDes3DDBCqy6CluVbYfSr9VG6kP2eVn/uODbu3obFV8/jGnQIYXbjoEcQCoWVQMtKTdGzbjWUKOICFb16Gtv2/YLt95OAyPJ4u34zNKrkLB1Mb4Drayag08krOM8bYVQVQPsq72F1z2KWVjKFqhc+R67P94ODTuTElH9bsg2HFPCICi6BGtm04MOL4bXKLdGjMVlenA9IEUAMBKXZlL95GT/t2Yrpp47iLLQIYelDyHYaZNfkQq2i9fF2vaZ4pXIU1HLm4y+hx7Cx+AY6hItfICUgoWcLnhyOgiE5UTjiBTQqXROtalRGyRds0c40U/w3/y3UvJ6CcKiQjOxoU3M4VnYug2BbmwS3LuCr737ArpgE6DVhKPXyUHxU20rd+7UkQOZDVao5bwerAgAiXVX7fYsjcwkF/Fi3kj/BVVo3EDiMp01Ij3mPIx7mG9cw24i6qp54YxpHWOSqsnkha06mRyvKAnjC3ll1D5asihMkAJRiaQGnpABoTyPFSODQM4Ob/1QILdBUTFfVNawqTJuDNWpoKZmVYl4L16AFPMExIZmVvxmIvEfpoKz1B65CVel+tJiliGfyH6VYWoCWchSY5G/WEY7/U8nYtuWrYNVdqCr1xJ6KWuUPrcLLX+/DUY7SPobh1YpDsP6tKgi34Cs87mwejbJHrsPA6leHVg3m44vWua2fno49jE4T5+FHpzuAXBjWajY+bhSM+/uXof4Pv+OOE/fIGdESG7t3wcultOkb2OOr2LxhFaZeu8Rgp7WSXVMCHWq9hZltSiPclA0+OY8F8yZhbLzg21rkRIv6E7GlvQxZTbiDLxeMQa8HhGzVaPzycvzURsDL1DZOLHgHda4lsv9PFdwR12a2RbR5Z3D1b4z8bDFWpXBIstKeCDAHoQj6Nx6Maa0LyvcnfAoufDEHzf85jccMBsoVFYKhQY7gEmhdszumv1ECoY4xPXaz5OP78NGXq7Es0QBoKmF6m34YWD+X6/Mq/S18Mu4DjE8xeVdVbewe/z4a5Er//oz5SZtUZ79AtRXbcd5hf8mJ5i92x9p36yKC8TVeiAiXwCqfgktfzkHzg//hIYwwfR3zR+RQ50fNF9/AjLZNUS6/2V+TL2LM6HFY4HC3qEMBXX60bTwKc17LY3ugiLmFNfM/xMCnUs2qUTisATaMHISXctgwxIU9eGvpSmwVLyladh7O9S9s5Qd+uAnIPilroCoZ2dvBKsUaElj1ZFHgj3Vr+gtcJe5DR9wVXVWzcUocpSiRV7KHA+WUZFa2eykCq9Kc2Vf7IJIAMBgcnkB4stv2+nuxHJuORqwK4fQGtvvjkQgVrzeP4y9IWJUy6TGo6sacjxpbsFaAQEqxtABBVUpm5audkbU6pWgTpchbwF2oKt1VQ22LDWiKpeUswDYuGIh0owPzMtNmRrQqfbIvglVPQFWpuj0mCZD4BPtXTUKrKw/EaNBcGNpmHqY3NIvYvH4Qk1Z9hjlxBAqBqGxvYu8HnVAuuw0HND7E2slTMS3uER6zyyi61Ih4s59QxKlpfuQ82Rthase+6FDagLsHlqHOD3/ioclvtFBbOa2vQoQmGvVKtsKYlk1RqZDJfmDsHWxftwiDL13Fo9R7BaG4LhqFgtWIS3mIkylJIjSmMa8kBr08BNPeMAnffXgW8z6ZjI8EHspKttAmWNOzD1qWMQMQcbew+dPR6POQMLQGzRt/jm9bR4i/4nBiYX/UuRLL/n91aGdcmdYGeUxvcf0vvL9wGdYZk1k0rVBCUDaiIPJCj3txd3GV15v8rSgmdZyMUXXN6o1LxLF109HhxMV0cDpMXQi1iBob43A78Smu8ykMGpJfBakK4c3KfbCsZxnWP9kvPOKP7ES3jeuxh12cCyPaTMTkhnlg62S9rfvGH/wKXbZ8i5/TXZQfH7wxAVOapNFC1qZSG5YKOPMV6qz8FidTfxeNlyNMndSAR/EPcJFLTLWdDnkxpPUMTGkkaA2wWFVx0LqzdRqa/nEK10zAtho5UDk0EpEaI2KSH+KUPikVVlMccIHwFvhmZGeUNw1BTryICePHYY4Ucs1qk8JJzZOtciZ1CuSLao31b3dDgxesWytp/1p03b4TO9Mt1iMx+M0lmN3IBh2/8DN6fbYcW8S12gtlZuHsAJmIYNNHsxWMZCX7nuHdV6SPSs7sd/VmsEpRqiSx5umAHn9bR3jWZ3w/mRV1QUkcx07YOjR0eNaAXn03WnGmGHkkOKOL5OAXCfNB4QyE0sbSGy1Vb1WjAaW3kMZ2B03rHZfxAJMAULiqbH3o9UbHwCrHIjFVMAhCWEoxswABVb0QquB2YQBIq4bGs5uzbr+Xt9yA5MiChLBV349cVXFQsV14z/iOt9SRp97DU1BVeh9ymxAa0Dz1gn50H7KJP+mtZhZUJRfwNbCaERMiCqpLO07sRsO4sAfdlq3GNnHSViS6C77p1xrlUiMDjTi3ehRa/Hcb9+nAsroyZncbirerhtp9KH/tAe7ExiHBAOjCIpE79jDGb12LFWLoX2RYYyxp3AjVCkWAT0yBQaVGRM48yFMgFCqkmIHVELxVvT+G1SuBbHRPE0gljU1arRaR0fmRM68mXTLzp9/PRv1fj+EqRSQiGGWiamNwk7ZoXzIb0+BS4TlO/bUHc//cjR0GSoMZhLwhr+L7sd1QXuJyMmCVnlsg3yAcHdUA2U3nD+6A1ZQn2LV8JnpduoHnBDqRG6+U6YgZTSqhYK5QaDkO+qQkXP5rHfr+fVCEiCoUzdES6/p3R618UrXweLxrFXrs/hn7WN1qUTSsFka82g5tXsyFyGBKgsCBS76N3bu2YeXl8/g3JR4xTBahGpYPGI4OpR2RBeARd+RHtN64CX+zR4djYOvpmNUwLzSu5LzhY7Bz9gi0uyuAZ9OSP18/HBzeBNE6MSbefKGRDqyq8Uq9Rfjm5TCkpAinvtiiymjEg1PfY8xve/FTchKMCEKVAm2x7O02KJ87bZajOr8fI9Yuw9JkmitokFdXCh2rvIpuVcujVA6tsB3Gx+Ha2X+x+a8d2Pj4Ae6xn+dEjwZjsbRtEfG0D2VxSQ9Ww7J3w/G3a4N/Fo8k8QPVGi2Cku7j8Nnd+Oj4SVxl/x6Bbv+bj5UtrO1gJOK3uUPQ5dZzPEtnKRWqvPg+vu9VB9FSoLS5MS/+hkGfL8VqsR2VKT8bx/raILj0e6kj8/kjXlkLVcmU3gpWMwqqSu6ngB9bw6aQzIqKr9mJoCoBVQKrQiiYQoHSRmKwJF4EVT0crJrqTMJ6Im0S4mv+Y3cy6YELtLQW9bGxi0kAGAEuoxzHA3bNylvQHFZv4O2DVUHbRsmmJ1dZtL9P9tFTYp3U3XP3qpU6JCmZlY+1Ofc+3MFfS/YhXUjfj5xWJABsVbunwSrzHZUawalg3kGnC6DLSBLAFf7gTSYSdsozbyKtgFWh9j2jt2rEwz2r0GbXrzjBDvnnRNtXZmHVa0KEpfHELvTfuBZfMACTG60rDsCqHhUQ6orTcs+wfdZ76MoiOYGyxUfiQL/qCJMLrDOag9XiWN57KrqVd/zBbDy/eQIzV8zDlFiiuUEol7MVVvTvgKoWJ/iNuP7NArx75AZuU3YubTmM7zwQHaqIixUrYBUoio/ajsWYhpFpTdIdsHrxJ7y2ZAP2s7vp0LjyOGztWgah5pKlnAEPdy7Da3sP4haCUCyqMsb3HIKWUtDhwwtYvHg6Jj9PQjxUCNU1wBeD+uN/L8jYj+fw5PfvMfqnrdiYTHWjQsUXR+DXQTUQbnfD2cNg9fERvDt1LtbJdnAVsHH4eLQt7AhYzYaxfVdiXFmZG/FGPP7xE7y07188QhCKR9bE5O6D0epF6VoOF1aNQJPTd/GUFqzqqljSYxB6VMoue3qcv3ISn32xCKMePmeR3xHBr2DnmL6oLkWtmoHVolWW4dzbVs7pPz+B9ydNwzKxOy1eZiZODyguaw3+yu94b/EirOaoxnLhtXADDsQ/RxwjMyUxq8dUDKlqpQJdAavSCTGB/HjTEOTku9h1aifv5/zl3ghWPa2ras0qvgY3nK9dd34hQH9fWmuxNTlBVSOpqirRqua1Tye4Ezyoq2q1XSnJrGw2POp3ND4U6KPoqtruRwk2p7BkXg6AVaaryhnFzWFfnry4M7jI/zadBIAHb09W1mmEyFWlWFqA2Ycls/Jtf1QkAKx7t6ehqvQkdrxUTGaltC0rbYuiD320aWU2VCUL+hJYzYhoVdO2JfiNm84TewPrF32CCY/usWP3wcEvY3OP3mhelsdf80eg682H7N/VQa/it+G9UD2Piy059jrWfjoGg55QVIsWDSuOxfZe5eQTkluA1WL4rOdk9KjshPgnBQv+vBgtd/yBQ8xKlbB60Gh0KmllnE94hFN/Hcf+5xFoUKYcKpaMgFp6nFWwqkWhkDfw68cdUUgK8Iy/hc0LXJACSEnEmc1T0ej4FVEyoRZ+Gj8cjcVISkurJ+LQpv24kzMfyrxQFGXLSrCOx5Of16LDj7tZFKlaVQTvNBuHhS1N4K/5zYwpOLH8A9Q9/0CMNaqOXZNGoqFsVi3TH3sQrHIpuLFtEV47cBjXABTN3QFjX1Th0dVfMfXBIyRCh1dqfoyvOxSFTisjoZIuYjUSo95aholVZXyVM+LZ7iVosPdvXIcG5fK3xcp32qKCFKV9/yQmzp+OuWJkdYUKs3G4j+1oTsPvK1Hrmz04yx4Xgf6tl2BBY1GawQysVq66EAd7poYWp39B7j4Wjx6MkeKz8xabgmtDy8h8hAHn181A62OnmGZwaEQnHGmuwuRvt+ArMQq1aKkZODcwlRanv4dLYFW8ha9KAmSxrqppBXgbWKW1VVqyKjfHEweGBwWu2jISYVXfWYsSOEwyckyeL+M9xwHn8pJLqLth8ghGz+uqWvtEJZmVFXYkTsQJrDLpKS9ecLHwQTEpp5G0QDMvZsVLWo7916Dq1Bu41EhemxqrHC8ccVeifi0NK+ymUkbcjDnGTe0sSKNmgFUplhZg9lFTBkKqCd8Z9NO+xFP5Tf3POzIKqpoCIJIEUJqWvO8IGxd0TNn3+h5hfpK5I7+vgNWMhKrp4ar7fsNd3Ivun63CdgYgQ1Ey8iUMqaXG2r2/4gjbHCmB/q+Pw8yX7UsAWO0h3QKr0Zjwv6HoW6socgTRkS6ZOQLHQRVhenydx4n5b6PuTVGpNLgzbs9qA1s5fdhd5WSPLcBqNpRAAi6zGJ1saFd7LFZ3LM6S0iHxLrZ8MhLvOKux+ug6vtkwH/2u3wNJuYbl7oejQ5qgiC0tWzlj8/H4c+kHeOUixVsC4eEtsL1Pd9QtZmfc/nc9qm3YgXPsV/kxqfs8jKphb6z3IFiNuYLPlyzAhPsPEA8tmtedhzVVknDt0Hq0/vc0k6IoHPU/rO7fC3Vlcoal11jVYHD/TZhZ2sxARg6xh3di3M4f8WXsU8RDh+Z15uCrdvlETVgez//6HiO2f4kv9DTXjMTI1rMxpbEdr7lzHB/Pm45pDGpmR9uaH2B5hzIIJzBvBlZL11yJ493kK5U79yPafr4eu9lr58Cr9adhW3sZss4/wdpxA/BuAl2nQuPGa7GjtQZnN85F+yPHcYW0kCM7YO+gDqggtxHiDlj12SmQPV/OvA/zNrDK8SomP5eZaEyBq7b8Tc3GIW+2Ea0baKhM4ngWsaqU9BZgtjFSJC/NETKv0CnB1PmhT58s8LzNyGd1FLXqqgC8519J9o4UjckZ6WR2Jj3Qhx5DdWigBHkEncU1s1WwKkRjcjCwDsr9hZIP2cmhVyWVLLJPRvoZQYJQncZno8ccMqQbF5F9QthJQu+ZoDr2OYoEgC07ZTRYpWeT/k+IxpcOODnmWZ66StJb9aWenyXQztAeWd66vgFWVYJcTSYU8hkp66nrj+Nwbs1H6HjqMi6b3USDYNQoNRjfvVUDkeGuPwFugVUgRJUT5SOikVcXhCCLhmLAk7iHqNpuMaZXl94xAbtm9Ee7h0LG9Ox5BuPa2HowS/Hk2AeZgdUSBfthceh2vH7pvpj0KgdGdFqMqXU0gPEJvps5BN2cBavnfsHbn6/AV+Ib5Ss6Egf7VEceKe+VY28KGJ5h7+KRaH1N0CktmLc39g9/BQXM5QTM73d2B9ovW48dwq8wtt3HGN/AHkj3HFjl/lyOSl/vY8miQlXFMP/9GeheBMC/a1Fl4y5cYO+lQ+vGS7C5lQyYNEteFaYphTZ5cyNCJ+h8c1wKHsXcw4XYe7jEpcCIHGhetjsWdK6LfKm5xQx4+Ps6NN++VwTMBTG/6xQMqGWnEh5dx7eLP0S3ZwRjo/BGxd6Y3/YlFCAea6Gx2hmHe9RHaIoBnIr0NvWIe3YX5y78gcWnj+MIJyQTyxbWDBvf6YtXS8iMCqe/R6sVG8UEX6Uxv99UDCgH4Np+9P10CTbxJMNTFN3/9xGWviZjK0+BVRa96gujlnDE2luKN4FVGqUMvDpToSrVgzdDQ6/wE17t1Taipi9A1Yxdl3tFXbjwEskcj0SSR8ikeWDqK1LfL4JDpY2lrziak6vVlFPHe9uWoqtqvbFRUzJyHAwUJm9SZMCqsOtD0ZjKro+8QanbZrqqmbCI16hVCNVSo3OhJw2An+hUKp+K6hWqMWOinP2hujML/rAlsUrFZAGUtiXvOZSFW8Miwr2/88kqqEqW8wWwmtlzaY8ks3p4BWtXTsfgh3Hpesy84Q0xv9sAtC7j5oaam2BVwGpahEEnIx9gRCxSULLRRhxsLUatptzD5jmj0fexkCKodKmxODSwkrz0gL3OPB1Y1aD962uxvvjv6LloOb4W53jFCvTDzr5NUCTyGbbPeA9dnASr3JFv0Hzj1/hDfJdCxUfjz7erINrZiNWUJ9i99EO8KYLVkkXew7736yOnveo7uxdvL1slgt3CGPfmJIxrZI+kewisJsXh6PpJaHLmFlII5Bfqiq+GvIp8FPH57AwmTp+KOSmCoYsUHIQ/+jVALnPWaQZW7VWpVlUCQxr2wtjmL6Zp2Br1uP/7CtT7/gDuCk/D4m4T0LsGZYGinSQrffOjW9i9bBTaiPrBJYoMwY9v1UfRaEuwSncNRRAkzm2EAQmghLVC0SII+YMKoVuL8Zj4skz2KcNz7F81B2+fvcASZpUpOhR7+tVDNFUVH4MfZgxD3wexiIEW0XkH4uzo+ggzf22PgFXxmKJPDOj2nN+et3j2794CVjNLV9Wa9RTwY92vhDAE7/Jb6W1p3UDdMSWsynRw6Nmm6PG7CRsVPBINFAyWOZvr5h9BvkOJuZX2JV+9TG/Vy+CkydIsAAAgAElEQVSqtBan/G8UraoUSwtQlCpFq5o3KwuwSrCQOiaKVFXwj6UhyTYUrUr/ZUahoYy0REOEbE1KkbFAkIY6be9PZqVAVdvum5lQld5EOPKuZnq9StOyrBtmHx/QW80KXVVTa3k7WM2iubRHklkl/bEBXbbvwh6jhHki0KPpLHzWMqf7Y6GbYDWbJh+qReVFfl0wgizWmwY8ib2Pqu3mYUwl8VUTbmDtJxMw6IkAVkuVHIN/BlX2AFgNwYi+azG1nBH3di5H6z378R+DvtHo0GwqVjSKxReLxqL3A4qU1aB548/xbevUkEicWNgfda4I0aTq0M64Mq0N8qgB4z9b8drmrenBas8qiLYhjSpbKWZgtVSR9/CrI2D1zB68vXx11oDVq3/g/SWLsZzlNYvG0FZTMaNJlDBo8Cm48PUSdP7rkBhFWgFL3x6DnpXMEnE5CVY1iELlyCoY1KIbOteIEJ5lAVaLYnG38XineoTAVE2OWaazvRlYLVBwCH55uz5esAJWrTem/OhUsQ0G1qqKmhWi5DnunT/Qa+4ibGGn28LQp80KLHpZl3rLmN3L0XX3L/iV/q5+CZv7D0Wb0qYSGQA8AlbpkV6+EehFuqqmde4tYJUiVbNaJEuBP7aGVhXAexcgo3UDcR+KVqWAMKWktwB1uwmUrZzLjFAw69aX9FbZ2ssnNr8y15NY5CqN516yGGXSGgRVyW+UZmXhDGQXgqoEns2LJVgVdVUVQJ3eVJJfGUkeIZOgqvQGFDQWrFP0Vq11c9QPUaZ394+fZmxHKhxTVnooOStnNlRl7yCeGgxWq30+EVpGeS7NfxhczagHeOC+KlVmKrFZvrA3g9WsnBAJkgBsGu16LSc/x5+rJ6LFxXvCEXd1U+wf3xc17CYxcuCRboHVaExsPgz9X3oBkSFWJsO0ogkx+XbjI3w1cxh6PRakAEJzvoubExohzIFXtbgkXcRqGIa+tRozSHIg7iqWzpqFybHPQKg0JOwN7Hs1D/b8vR4T79GBbsfBKn/8B7y5dhP2iA9nUgC9qyOPsxGr+qf4+bOxeOOKoLFapEB/HBjWGHnS2Ju8Bc7tRtfP12Ab+2shjHlzMj7KpIjV5F0zUXTXccSwZ+fD6A5TMLZqdmhDAD45Htf2bULPPYLeL5UGtT7Frs5mQqtmYJUiOTfWzZnuJBhpq8Xc+hdfHduHDXExIPXdMG1FLBkwDh2L0+EWAx4cWIXG35MkAZWCmNdlMgbUDBfmO9bA6uMb2L54FDo/FaQAWlXohU/a1kEh2o8wkwLQqitgco0K0CVfw/enjuAfzsCO/lPJFT0Ap0Y3QQ4zZmxaYcl7ZqP4jiN4ItQu5vWZi4HlKUyK6D6PhH9/xfivV+HzJJo5h6FZhQ+xrU9ZpLulx8Cq+GbeKgnAe8/C2bQOvQGsUrIq0lX1hqKAH+u1oErfcrO8uqipxxsJqiqhYHKVkWDgkewl8ggsapX+RwGr6aqK1r/U87FkVl6it6roqlrv2qjPMRiMMKZqOacft1LBqrCXIRz/lxJ/eccQl+X9NnsBSR7ByJJDZHIRAVCojrQ4lFqxsD4FQrBkX9RhUwflPfpVrMNkg4kCVW21miwBq+IL0QKPEsXRoK8USwtIeqv0F2+zUFZHq5JNFLBqaxHmLlzlcf2rj9Hw4Gk8oscEtcC+YT1QSy5ZkLON1y2wWhzLek1G94r26GA6fIFDs99Ck3ti9G1ID9yf3gIR1oYrisR5EIMniEB0XrOtDTOwOqD9CnxSX0BVhtM70G3FevzADm7mQMMcBRCF89j2lEiXA2D1YyFiFbdP4tP1yzD5wWNQjG1Q1Ns4MrQ5StjIm8TdTASfMxQa0xP7XAIOr1qA906fxBlKXhXxJnYP6IjKBe30Jqe+Qr1V3+IY+6poDH1jJmY0yQQpgKRY7F44FG/eYZmYWKERPBShyK6i45TJeGpyVJ7+HhzWBr+/3xnlTfM6pQOroRjVdw0mljXbW5VMcOsQRi6cj6Vs90CFOlXn4Oe3CrGLn+7fiiE/fotvWbRDOAa2mIs5zYSdhdTNZHPAeu8oxs+eiXmMNUSiTdXBWNKuEnLSSX4zsJq3wjJc6yNWanwc/lg7Fh0v3oOAwcPwvwrD8GXvyun2CFINE3MHP6yZhR5X7zIfEd5ejXCEIKdajWQuCc9gYMA4rdTA3smjUN808tnjYJU+3IZUgrN9hceu984tyqwFqxQRpYLei4CdAn5sOzy18ayeDUprhkQlWZVsZdFokWLkkch5TwJyBg9V3qsn6rFu3o0bSZIAWdUHsXZF2qFKsiqrtWgwcAyqWgtcMYlYFaAqaXB4+WEaN1zW9Z8STiXbZAFWFV6aBzRqIERJZmW1EkkygbIgC2sV70FAaQl1Mh3Ju+7wmfjLrISq0mdqRb1VZd/CsuKFyZDwn9CqvGOEyEpdVVMreStYzcpoVVP7uKe3yuPmN7PQ5M/juEM3DWqJfe+/hVr5PNBBuQlWl/cYj25VnIs3vb1pJOr8exOP2RBVE98MH4HmBa0EHt49jQ3fbsOSa3cQryqDSW+9h3YVxXHNDKz2b78C80WwSu3z2qapaH/4DAOZ6YsazRsvsy0FQGCVGG38I+xbNwsdL9xEPHvfetg9bjAayCSFZ8+4uANvLN2OW0G5UbVwNfR6tQ3qlxRg7/P9X6Lv9u+wgyMYWBLvt/wQU5rJ6HWmviyHq2s/ROXjN8VkXBXx1Yfj8Hp+e/XuvsYqd2I3Bm9chzV6xyOgVKoymNhqGEa+bEIL04HVSIzuuQwfVbby/k8uYOH8CRjDDK1F4yqT8H2PEsJJgYdnMGP+VHycJMwfXig6AoeH1ECYuBEoRK6mn+/EfDcBRfefE2FnBHq3+BSL/yfa2wyslqu6CP/2NNmpuHsOy1bOwvuP2ctQ2iq0rzsRq9sWhc7sBD/O/4hWn60Xk1bZqxvp74UxpdsMjKxJgrVi8ThY9cYkVt4JVakGshKsZlWyKnvemlVgw957ecffaaspa/2Z5jeU6ySzs9x7h/3tvYWK8Yo4gxGpQXX2fpJJf1fgqnVDs2RWKhXUFLmaRYE+1K5YtCo5joIsLCqLgCqBVVvrq1SwagDHdFW9ZTGWSW3c7mMkVRLqwLMMqpq8JelBBivJrGTrjTpskqIlwOpNqpkqRa3Y1kjiFX038x2VGkHkO97D5O32T5l1gWAfAa56A1j1FqjKMIguV2ZVg8PP8aZxXIgqdlUDm8fNb2ej6R/HcJu+3pvAaq/J6OZUxCrAn96LoRvWYlUKRa2Go37RbljZixJMiVWb2vfwuLZ+NGoevS5ATRTER51mYUwdkWzZBKsA7l3C6tWz8f6DGBFMSq7jAFgVNVZZSz+0GlW+2IOL7OdhaFt3Cta1KwSN+dHwlBgcWTcdr52+hniokENTCO93nomRNcULY85jytSJmCmoICB7RDv89kEHlLGi16o/uR8Tt6zCggThUHpUZBccGtsahaUMS1ZbggxYfXMe5jZyVDvCgCML30PjK89SkzdFanNBPkA6DhcMabGYUTn64PS4ZoiSeEM6sBqBMb1XYDwdkZcrt47i46WzMYOFfWpQv+IE7OhVWozhM+DwwoFodk2oS426Oj7vORBdK4QD4gkdkhSQCn/5X8xe9ykmxQgxpCpVNWwdNRotJChtBlarVF2Av3sWSPdW/Mnv0WHNRvyUurDKgQGvf4L5zdJHDN/aNAZVDl8WfRQIV+VCIQvZAMpGnYA7fJLoi2FoXLIfNveriygp4NsMrBarsBBn+nhg98RrJAGyFkLZGziyEqx6g66qpX2EzWMFrtrynKyFq6SnGi+TOMaer/v739nZSJJHMHAMPHtjkZJZCeOTsuBKHbvF+mJ6q+KYntn2oUhVBarKtxqWf0pvPwJcdeb6b6wqUyhS1TvbYJb2CwRWpUhVbzFPsJYiM5Vs5nKOQV00JRKhPskbJAEUCQAbzVeMjs/SBm7ycPIX2rgguKoUSwvQ0pA2LrJ8icggXdbqqppaRwGr9luL63DVW8FqNCa0Go+RjfJCnWAAJ+XWMu1PaJMmSIPUdOvsbxwubxiHhseu4hmLTcyJNyr1wqSmVVEit1qcg8XiwoEfMXrvD9gtTjo0Qc3xx7i3UVkCkfbAKoCEAxvR/fud2GUwfTnnwCrir2LBvNmY8uQpi34MURVE14bDsPB/BUSNTwB6A+79sRod9+wTNUdVKBLZDGsG9kadVCJpxKmlQ1DnwmNxmzEMLxV8E590aoEquYSRmjEwdTIenv4Xq3dvwdJHj/CQYcZiGNN6FMY2tqFBkIYVEXfkR7TeuAl/s3/TonWjiVj5WkmEcwZwItg19VhVkBaqUPFfYs5h4pRJmCMeya/2Ql+s71YbeeOTkMTMKEbrq7QIDU/ErnUT0ePOM/GbKuPLEWPwekHxXunAqhbtmq/E+oZB4JKFY+oq2qnS65H45CGuHP0OA//6E/+yn+rwaq2Z+LazdCPAcOgL9Nj6PbYzOYAglMpeF8ObtUGbsnkQEUJzdzU0WgMSbl/Glu+WYtKdB8x2FG3avPwQbO5dBaFSx+0AWKXvTDiwHi2//QkHxc/Jlq01dr3bDdWl17p5CvNWzML4GILfkWhRthPGvlwXZcKSkWxImy2r6einWoXb+2aj8bGLTLdWo6qIde9/hHZFxZubgdXIfCNxe3gNaBJJfMu8qKAO1gAh9vsdln0jyyUBvEeayprFsgasUqJkNQxZP6Ow6kiZDTUc8GgvuyTzk1lRVB+16gQCQAq0sPAH6nkTDBxSsjhZlT1HZZGZJidLlbaW3mLMPozzZM56lCWrorZlFOZiSklvAbKN3gGoSr9Snb2xnydhY28LF/eWSiWomiW6qjYMQM0sRCsm3MmcNuct1WH7PcQ1D3VIJAmQ1ZqZacemlV7KcvQXjhnwXua/5DsEVkkaQCmWFlCreOiYZnDWFSH6kYp3tCtvAqvePCGiOnP+eBOPG1tnoNFfJ/GAqpwiVoe95SGN1RtY++loDHpCyzQNapcbi519ysPkgHKakxv1uHdgBRr9cAC3xH8tGlYWDfLlh3y8shohwWHIl7soqtSoh1qFTdrLozNYuGIJpjx8jETxn3PoyqBl3mjkVCfi+rPz2BETC4kBqlAMQ5qOwIxWJmfwH53FJ/MmYzy7QQh6t1uFRQ3MQgW5JJxcMwmNT11LfQ61nKYvL8cPbSLEJ3M4vqAP6l4T9ERVIR1xZXpbmEq68ie24Y01X+JXSOd3QlAqrDhq58+HnEjEqRvH8Jc+yeQZ0RjWehamNTaTSXh0HeuWTcHgh/GpUbQR6nyonqsEqmQPAozJeJpwHT8/uMVkH4ThPBuqFeyJH4Y1QJT5MXTZLohH/JEd6LhxA/aJfw8NLoEWeYugsBU53OCQSJRt0BEdywCP925Aj5924DdyNW11zOoyDP2qacWFhtTfmPR+1w9i4solmBtPtRWNnvVGYHG7FwRUdGYLaqzchrPie+g0VTDwBcoeJZUUXLt3FscSEhDLJ4qapirkDiqDMZ3GY0BVk/rk9DixahReOXs3NTpUixCUyF4Vr0YLVFhlvI/frp/Had6Q6juh6nr4asRQNEtjtBYaq3IRq0L3moADi6ei1+XLggwHglGl8gz83Yu0X4GYHfPwvz2HcIL9f2WwqPcE9Kloo5Ie/YO+H8/FRnZ9KNo1nI31rfNCTZ954Rf0/XwZNqZS1Fzo/GIVyMes6pA9PC+a1H8FL5WSba1pJpYS2lhL8iXrQx78R5rg+MBcIivAKgcVjLw3bZHK1buQI8GbpMU86J1u30rIHkFwNfMiD6kXTjIKCZmych7qtvEy4AZkG1KwidMbvd5l2XzQJCo8swBiBpg9w25JUauZlcyKwKHRQFDVO9ZVGWZUF2+sJ11Vo7hRa+ceqpPX9/GkrZq1S2UXvzRDfybsiul5bxAAsPxQgoYUuaoks5J3ArIPRa5mVWetRKrabpze2nlL8CeYBjRl1iZbiVIyq6wwj5CczruKAlYdrw/n4SqPqxvGoNqxa0Km8qDXcWBEd1SPdvyZVq9MuIUNn3yIAU+EiM4Xi32II4OryoNVzoD7pBP6ww/4xYlHa1RF0KvZaHz6milQA3DjH4xbuQrL454jLUWSzDiPHKhXeQR29BL1NqVLnl7A/NkTMI6BVTXat96A9Y1lUrc/PYbBc5ZgQ0Jcaqb36nVX4PeOEljlcXhWdzS6K0a1at7Albldkc+skemPbkOH9Vuwx+6350D3+mOwrH0R+Xb64ARmLF2Eac/i7ArkqBGKUoV7Yke/l5FPel27zwcS/t2LUVtWY7Xe8QVC7uLTceO9nPhu+hSMenSHgcTgiM44PqwNCttSEUiKx/7PhqLFzTgG5/MHN8G28b1Bp/Tx3xqUXL1bhJIOvDg0yK1+ESPaj8GQ2lIIrcnvkp7h91UT8frl+2byDlbura6Jjf2Go10ZM79wKGJVvOfd/egyawm2SY9QVcPKXsPRrZIRv8zsh9fviVIIqiY4NmsAytjinElPsH/NNLx5/ib0yIYa+ZtiRo9uqE0SBed+RJvP12O3I2Zi1+jwev35+Lp9Hsd+kSWSAL4D5DIbrHqrrqo1Z8qqdYRjzp3VV0nSaxk/MxPAIUmLOK5/ndXWyaznE2amCF6Cqr5iHWE+KMStKm0svadIeqsaUXcpo+1jNIgSAJnlsD70HCPHQe/EfFJ19Oo+x2efPmQId1+VOii9V6iqWv8S0hIlvVUFAFnaiDpqgs6ZncyKOkNv0n90tx1kxO+9Faqmrh3ZUUUVgjWmB1UywhK+eU/WtpjeauZuyHlru/IWsOorG83OwtUnB7Zi+K+HcDYhBLXLv4EpXWoi0k6gmkMti0/G6S/XY/rJE7ipzYOmtd/B+BaFrOamTjr6J1b8thPbHz7DQyMPjUqDYLXGykFWFYK0ISgUXQlvNO2ADuVloKc+Dse+WoXRx/7BYc4IA0sHQidkCNEFo0zuJhjZrBXaVs8JtXm0pSEWf21ej7mnzuNpaD4M7zsWrUyjYiUD8ByeHdyNaTv24c+kBGhC8qBz5wkYZKL1mbBzDjr/fhPXjWEoUawXtg4oLQtFufNH8eWB/Vh/7gj2G43QQMVsZWAxS/nRpsTL6F6nKV6tbispFZ1TjMGZ/b9i09H92PjwLh6RBIv4vsK3B6FkjjoY9PKb6F47L7R2dVXNFiSXTuCLPT9h/c17uKM3snoKUmus1mtIUBSqNB2NTyrfxzdrv8K22BjEcRqUazoWH9ezEuZq+shLe9Hn64N4lAJkDyuLIV3bowZFiD77D2MXbsRvcc8Rx6ugVQchNN1kjRLGpiCJjosFF0SzF+uhe906qFbaxhl3gx5Pjh3Epj/2YPXNS7hqFkvHQ40C4VXRs0Zz9GxQCQXkEo1xF9F7+DhsFr8he8nFuD/IOqB8+ONStPv5NxxmwgrZUDp3Z+waUBr/bt+MpZfv4IY6P5pV7405b8or0ZqayvDffkza+ivOqoOQJ6owunXogfoEVm+cxsotX2Dzo4d4SE6g1iFcTR4mV3SICi2ITs174+3a2R1q6lmjC57lojkO2iZzk1fRgpMkAIxet0Vq21wZDTYcriyvvFDYRMjoAC1SGEkw0glb79tgz+pqIZUYkgDwVl1Vq5sWNI8wiepX2ll6SwksQ8PkdDKiCBIAAIFVpVhagLFAvRG8E8drFbBqxZMoUtXoJUdNbTm7TiMms1JahIUFqBvKimRWSrSqdWf0dqiaBldpIaxCcAYNZr7eXKW2JYOLMuTTvBWq0sd6A1j1FagqOQc1K4cXYRzAP09GSrIKQTmCoHIStNl0yBQO3LMkGLRBCMquJXJkuzxPRGKCAQamdWm70BGuoGzh0GW3MSGmb3sai+dPYxGTJGTwVamDkD0qApE5w6BJnyso/QOTORifJoMPCYY2NWOSzDvRqz5LRlJiClQhYQjOadJqWaYLDtyTRCQYdQiLCoLaln1TOBifPMe9x/EwUOIQqkW1GmFRuZE7OtjxuqHnxiYh7sFjPEnihGQJJDFCQC08G6JyZYPWiShVi6+OS0ZSbAr0DiwWdGFhCMmhFcSjY1KQEp8MLigUwaQ94Oha5nkyEuKN0IWFQhdl8qPn9B7JqUfz5TxGpVJDHRKKsOwaCsR0rCQZkfLoKZ7GJSGRzn5SUWkREhqKnLmjEBKpsSmGzV+8hZtJHHiVGpHFCyHKTLUh3UtQluA7d3D9YSKStBEomC8a2XOrgPgU6OMNMGqDhec5Ohg8S0ZyvB7qbGHQRZrAx9gUpMQlIZnp29ootKERHoIgO9+Y/g5ie2X6Eo5WqmNVIX+V70BVev/MilgVoKpKhKqZUQ/u1KHlbxXoY7NhMm2vjLIRDbmJnJBkm3V3nq1an74bmYSieJN9VNNRSmaVUb7j05XL80wOQIpc9fS30NxLgaryVqV1ld5gBOdkCLgCVs3sSSpi1IEbfCSYnqZvOq0aQUK6bqWYWYAW8JSQKLP0VlU+4jdZ4Si+AlUl21CLIkkAAqxKkVlksERxUuRARtlImER7cxVkNVj1NagqeZJTcDUAG6Ai7Zd1lc7alH12nnUvaPXJgjKtsBEl9smZAhK90BRyr8QkATIay/iOBIBkoswCq4KuKsXl+25R4I+1uss4SQDihUmckJApo2aavuqRxHxSjDwSiP74cMOSklkp7UveE0lvlWzjKftIkaqcUUlcb22qQMEDRgeCKMx/r4BVM4tQDIa36qpa6/hpgUqSAAoAkrcQ2YcSEjmfOMW5oVaJVLVtL18DqwzoQYUQjSK3Yavv0aUmk3KuvTh6taC/5L0zxqwEq74KVRnaUAntSynWLZBVOXcCuk4oqSLrbsRsmD5nDBO4qtB5s9oTkmZmXNSq70FVMlBmgFVCYgavT1Zlv7F7CmzYf5IvXuF5uErNlYBqMjshoRRTC5hqzrrAf7zOmBo6vaFsBFqtF61G4zmwypGmKoTTQkpJZwFiFWQXR048yZlOAasmVqFoVdIn8cXumyIyQ0hv1bdOIGVac6aAXorqdfj4qdNvRtNGpYOyZjZfhKrsW3hBb5XgqjLey9eulumtZszRLLZD6+VR4FkBViXk48tgVYGr9geZDONivsoM7ZvMvStSoap7t/GGX6cmBFEGrkysDt+cgGc0WKXuhiJV/SWPuwJXbTUpmrN5rh0wqEoQyNcnOxnQCxk4QXPW4Ce2EfI3CL6jtLH0DiPkb6GE5e5HrpK7EDikaFWlmFtAAM56AydusDtvIQWsijYjqEqdky/oqsoScjHhTohOAUDW7EN6q5TMyqb4mPNtSBgEvBz+uPhZHviZCjzvpECJB57q6VvoVCoEKcmsrJpVp+ZZMhvPFUFz0RcODWYFWGXM30/mRBSh4EnP8ZwPesedMgyuesfnecdbiKBZGKr8gTpLOoSCLADb9lIAq4mviZGrwgreQz7oOZjkoRdy+DYZB1aFtkSJqgis+lNRwI+t2nQPrkqBGJTHLskorM091Ur9wQclpZpEg+/qqlqrBwmuKu1L3kJMMkGEq876stSuGFg10hrCTxYRzhrCxvW0gWMwCBGrrhYFrIrTaCPPsey2vlyoQ5KSWfnyd2TUuzPNTA1JAlA9e3KSp0Sr2qozniUmyahazbz7SnqrfvApHjcarU1JEsCTrcqbE1aZGjArwKq/zYcUuGq7SSpw1eNdluUNfV4CwPyTBKjF+mTWmSojV5qFPA1WfVMCQLJHxoFVilSlsAM6z+V//qfAH+v9stDzuF7nBDgSRaiaCb2/Tz2CenYCzkl+Ko9A80EpctWnKiYTXpZgKEkCEFx1tii6qrYtRvahxLT0n+s9FxDwYJU6KEaofVIAwNJJyBlIEkCrJLOSbUGe1ltVdFXtd1TOdv7eej1rWxoNO/auFEsLsER6anem0mn3FJJV+cZGlwJW3W8NVN2KtpYCV933JNfv4AcHK6x8PA81Ha9UwKpV+7g1avG+D60zCqz6i66qtV5FAat2xiwX4aoEDvWcLwrzuT4GOfpLkkcg6Gz0tx12EwMQWE2Vs3HUMAFwHZMEoBPKot6qM30Q0w41Krqq1tyEklVRtKq7JaDBKoOqEDonf+q+CUqEMr1VhQDJNZA0vVX6qzs2UiJVbXVA/njMgI67ByvJrKxWO7Ut0lx1p1V5e7Iq84/PTLDqx/NoJZmVA7M5l5NZSXNFdxqmA+/nq5ewUxVu9Vre/+WpGxcKYDWpLDFM2eWGRbdyPnLI27wlo8CqnicxH//vdJyBG95W9xn9PkzQiSk7Oe4HKRyQRFDVnyc8LhqeZBESDII8gr8XrUm/7Iz/+LtdJHJBUauORK5K7UiBqtY9w8iRBIDruqqmdw54sGrgOQZV/a2LooQ7oYreqnwr4sEieoXoOscHe/ObKdGq1jspv50Qke+oVQiiAc111/HrcZ/AKv3navEVCQDp+xSw6mpNW/5OiVy1Y0vfD47znLN44k7SifDURaobHZcn3icD7yFsWNH/8n0Q6DkzmWQrc8ku/mFLz4NVCljRMG1V/y+UVMY//CBj6spxvVUWUccDCZwQ8BQI3uOMzWmYijMIyar8jVnI2YE8h1iGVBS4mmYlaisEVaVkVrb8iEkAcEKkagDweGeaFLuW7EPJqgRdVfd7nYAEq5LpCKpSsir/7KB4lmyHJdxx30+cdlRv/wGZRKdWMUjmSlGgqm2r+S1YFT+bwCr5j2ve44rH+c5vyCaUKM4VhS1fg6pUKwpY9ZxvSvBHaVk2bOosXPXMXNFzlexNd2JcLVAMRKBCBZUL2mzeVGUZ9i5CWJ0Tt2e9lRPXe++lngarHK+CQTjI670f7eE3U6CPdYMK47l9+Ex9cbyfH3F3xe2kEYoiVZMDTB6BBAGYBr9TfbMrVvat30hrbAKrUtSqNRvRiRyjUYGqcjXMdFUNPIyclGTb/TErQMEq7YqRrqq/QtU090SrgxYAACAASURBVGF6qwSA3PcV3+p1HHhbYqoExwTNTMcNJEBVKv6J5B0wnc1L/B2q0sfTQK+j/1wE8+7a2Nt/T2ahqFVmHgebiS9C1cwEq4Gy06xErdpv3Q4nswoUZmjfZJZXmAQruvJz3/uNmMxK6GidmvP43re68sbONhb7oMiVt8iK33gSrAq6qiQBEHhFgT+24KrtrXZBV5UD6YcqJb0FyCJ6jiQA6IRt4BVabxFgVdqXmV9QVDfZhv5TUxCdJcegdYPRQ0fc/dHz6Pg/yQCkcQvHWZA1ewQkWKWj/xRK70+6qtYqmMBGsAhX/bFRuPtNBFUJjgl8zH6DEq6gYU4Z/OVsHwhQVfpuGsyCKOpZ2bWQbYbO6K2qVL577CszIlYDBapKjqTAVfsjm0OnT51lRfYf6x9XpELVQDSQkszKuhOL2hB2x3T/gapkC0+B1f+z9+6xsyTXedjpx8z83vu6lKgVuSssGWmFpXdBKJYEErqmAUl2JMKK1gmQ63+YRAYFBHEQOk6ISIhlG6YAxoaIxH/EImLIToCsEidLU6BE6xURm5ByRCMLUrv26nUt7jKrhfa99/5eM/0IvlNdMz0z3TP97qruU8m1SP56uqu+OvX66pzvYDQpUnX/XnoYE8l2K4T8KU+uauLwMslyP17rycYO+XTuBiHLJIyx6P2gjmSSMbZtBWnPVf1XSVa1e7SESFbVgifvyIhVCNM6tKBxkKrapKBRMvMd8sS7LnOUwaO3iN6qhP/vnqTGRKpqJECqzvimcIzbnf1t1uTqrmsLWz1VlzYweWA/EDWeGBupuiRX4fE84gN6IZPBhUTe5DNGzrAIaKMmVRVAWnJD/ZdxhWzvNZFdkgA8poZFqjZFrAKaMHYoGpkEwKY9Cemzi1jNlgQIY6JzeNWJw8oWeBhP54uQFmPdCCaIKHJV7QhljG2PMWACclUt6epAGkFWA4NLyhYC4Cvm83bcK0dGrBItEl3V0dhZcriaeA5NPeUyLmUdAaUJmR/WjQGIiQpbRinZCKg1f3wTONsOPFehZSzGsYWAwofIc/JZHpu9VdHgNj1WR76XVtpaMq52nVTlUqesfYxOAiALIJVwhy+LhVhdB0hPupl75WGS0E14rCJRVRgPj3QuO72kiY0qvx3yb5jwidfHECergueYJKvaJlVjyCPEdLXUfxyydexvG1YsTR7uf3p8T2C/zPg4DiepEgmAfBuYL0LCsNL8TpPWMipiFVkGg1EIAGybCJYyEKsTSWaVOX5YE3JPWLcQq/lTzxi9VTUaOEr4rsuyAFKy5x54hGcduWwnVdskVsdOqi7HF0tCytjKm1u2eDHxVM25/Uuu/sZ3/5e7LHG0gBCrxZZtEEIDdUyoS6zCqw6kqgytlSmJV92u+0Clt4pcJ9dRLLqqGVBhLM0joosAKbalaATYMzPZD8oY27YLaK2CgGbdUPEFyxw40FWFBEBbZRTEKitixjEtRkqqpg+o8KyD96qUjAkpI5kV7GbFl7U3EG3ujzGTqmlydep65IvDRu7FxYR1VFdzzxBIVSFW25+5VAgYviPrVi65KvPOfkMUT9UNjNR+RkUxSUKrLQNiSYD0vDPcQVaHWMWqvpIA2D8Mx/KEcaSPURduas5ZRERaVzVtF3VX+jontTrfrvNdnmyWL0AeGOXJC4cwKakLC7acJIV0V9DUulBTiZHqVrXY79Ugd3AJuEkc1rhArXfGR7L46hZc2fw5SlKv3+sVcGJOhVa9Unt+OQpiFbdiwch0VfP6HZzqVJJZ5Q4LxsdF9kE1IBOlktYGoO0vrjfh2t769frjgHqA28L25murAYPWM8hVHll8jq+x2hqERNNSAJU3EgZh0nRVFLkqAysX1+E60zVmSjyulpI1YkurU3wiESXja93W1iQBLCRVcZHAZr6/7lWIVb1649CsdFWlbCIQxSCdt3FR01DJ/Q+H91ZnR1c0Q7m+4m9WmBviXe5yMZKcgThUBOKmjNhyqq5kUvXkOpCBpXKp8VOGAfvjZUepy67qPV65FUb/EHgEYUTzMCxUTz1kyln95qvr/LrkOC/Uqpw5BSrFEVEQxDRdG7N16p/+Vtm2KANe2nbFtlX7WXrwpOsNuQSf4AjVVhk8sQo4wzhiYlWKQgAh7zNfCKAse8D047kgV7HWg2AVu8kbN0KqriMDU3Fdhw5hQFIyEZgkeqtKs3hXsWfc7SJWy7YCmJQ9b43F1LBPtFPJuKwVqB7NOG/u7mrtdJiMrL4zcysfjWptXzW0zoEA317NxRKonG0+qofaWbPK9v5q/iv7y3TbnGVroqrmk/q8Gkf1by6qVqWL+T1YvFX6M8v9H9byJGlK6ZcM+AcgDOeBchwzznu1R9yxLsDZ6TJQEgAg5euM9h6b0vqnlVRL65+x6gMIcb8OAuUFKdis9V0UxUw6R1HEib6mA0y02JSxTt0JeS2Rq4YTq3WmWzVZYwKHBICU9aOKJle1Z+Y6PvXc1pvaHFfvs3ozLjDhZFY8adexweotqP/L6ivOvhav7oNlXGX108RxCd6Z6cIjquLN/9IG93VMptEs2ZZKJlWP5FuvsG7+jLWMVXXyrVT9pVKTt1q6j8Tdhgb9tfr27rE0md6/A9tyLQC9IR7P2XDCfsqhmX5P9fmw0sBp0HqLfJ+9xvhipymKrAm8qvfWvtmhCCab1oJoFPF63kaOvQ2Va6OUDQQw56hdDi7Zy68jthBqVYhVXp/1og5shAFKrAfEocP6mAEbj4yt9LDCmfwqiulKgUO4uJCTRN7UmyROFhNigBSpGlLEFiOgpK2Gk1UhCVzKk9d3XMI/KdsI4Pp16vlJEs9mEXK+8ge/uXv3W+swg81+vSmzztacPVw8HdbdLHC2vw1TErzrFP28OUHVI1abP1OWnUDrWM3qSDfz4DJeNaykfh2qsgjovcoJKYowaQ5CB4lmXgNttH0gbdXfIScC/voP+j8IVnpjBHLjyMOCX3Zcm2ks053EavE6M7cRK495JZUgRSPAvo8yhDINArDA8wf44EIHl4JiO1kb6Zj3PHLMWI2qmFyKhVTNnWjhbainHYwqTcwPjUSsSqym52en8l55WOscz8chsX6orOKrvtUezlirLkPltbqyH8xDsdzv5AwFzkcwkP1y1dGOi2OE/8MjUzY4GyiCVI0iQlKmTZcQ3/WWyb6qYj/U38Grd+JNGo+Ec379uS+2elxp9eV7epuzx3kuHU5cmbCHOjJaaVdMYYhDGNHJxBMvlxyMIZfgtydT0krPtv1SiIZLYNM6ynpDrZJcKCH3mevSIeRI+FG7iaCmiNX0IRXkqniuruyojvh922O+7/cvophw1uCk5ZD6YXJVDvXb/aIuvDCuVuTquCnoWDK5FyJV9UOOo9asoZEcdYnV5do1as9V5aQCT9UFiEPe14x7fkkPLuz7AkgAwKtuw99Kk6q46JGShYC6FBxzmQcRzaNiuqpjwwkSAIsgTDSY11sPq4GeqMxF2VbhOT5NgE+DFxfOr7VMrPZr4MqUZlOXfHYD6rc28nULEOCQSpA/KtRgmhDzYjpZx9SYDtir14J+7aCKQqpmg6wTLgTwqku8qYHVge8QvMIVbvaWxonVhCBjAsgSYM4vZ/Ta6wu6uLjK3Nz11bvHxzM6P7/u6/PyXUFAEDAYgaOjKe9f7jl16J6z1S1x2lM1XX2OXwK52uAhzAR4GiNWgc9o9VZj1lO9ChyWZcmWWTOht/upA85V50FMi2g7ilVfvkcStpy3iSZA0yT5048VVPsqvFSvw5DP5mPFIA+5ONFVhcdqZoFEFBIHu8hQYMmBopqZVPtV7NDE88lz3MZsa+DEqsIZA/Fg6pEHkS0pKeVCwWPdHGLC3LSKUFH+1vB4nngIIRS80niBJFOSAEoaYNwFBGHf6WLM7AGMImgjbUYvgI+H1yqyV9q84DdNrC57kRN9mZ+8AKTqiy/doQceeIBOTk7INehgffv2bXr/+9/f2IbJzBEmtRIEBIGqCLz99tt0cX6H7jkL6d4zn0mxXQJmvFoleqtDOeQ3RqxiD4T5f2DEcxHbwrnhKkSyqtFvhtfggu8u9n5IVnWNwbUjjBU7aJb9KQL4CJ8ZYzIrRLlBVxXE4VDm26ZMl73Ag4jPV/tGDbRWmTxs6uMDeg/YHXitNpXMahTEKvofbvQHM18IoAENhqabgklq/dJHhfa4Tszkqs83PlLWyVWEnhJNvVHupVccGDwUxDTWN9R8QwHvDXhyZNw0xzHrQR4u9VbtpFfbIlaBHicjMlxv9RvfdOnw8JjOzs6MGwEgVh977DHyPNEsMa5zpEKCQM8IhNDsCwJ644036OrybXro2332OtxH7Gi91aEc9JsiVlcbIgtuBBuzPXVpfB06BFkWJW0ku0ENL4hVaM5CAqCIpA8njBshMV/UHA26ty5a5crPwRbgqRrkeWNWfvMAfhgTJ6pip5UCCQiUTJQiV6VsI8B6qy44wvr4jIZYBYyQA4AswFA2Q9UGR1ayqmpvGtKvFKmqMw2ub4qwbQIBdDTZzvY+JAyqtgX4TFyEGoyTXHWEVM01HQypIElgmDfvwnaQzIq16yw8kLRJrAIOlc286uhs/3f/+vfn9PDDDxvlqapbDWL18ccfJ99H9k+DQWy/m+QLgoAgkEKAdR3Z4yeg+XxOL734b+ih9/p7SVX9CqxV3kBYjqaJVVymuiO6zEKiqutQJRCsnDh2oKNzAQmAOTK5FytKb9UtPA6LvXUgT/HxXWmFj2E/A09VkKr7LroG0rulmhGFMS3CbF3VvBdhzVLkquyFszDyHI/J1bpja1TEKo7tWm91nHa1ym9aagQP+mG1GdL/djUVXpkzXyalTYw0VQ98VNKU4ReQqZwsRkjVfFIVmSoL3qTOEs9VIVYz4NQJdwzdC/2r37umRx55xMhBD2L1iSeeYGJViiAgCAgCmwjgQh3E6vPPP0/f9Z1HpQCCd4vSXTV0ci7YmqaJVfagglzCQIjnXTCCMLxYcHxJQbTH8ZhS1Ce6O484aVWZogKbJQ1sLkE2AofwRYhkVVEhb8wytmX7szy3xsTJqnCBVbZgxZo0qCda9vsmP68uSz3ynXrJrEZGrIreqslG3U/dtK5qMU9eJNyZsqao3Rvp5rFWod5Tl8aTzAqi4M0DOYg3Yr0HqVpUbB44HiCiwNXUqj3jqy2PVW0IPDNhXBkqCSDE6iCGrDRCEBglAtpr9etf/3ppYhWAgVy1fT/YCrEKcAZOrmKfcwld1ch+cr3pwQ9a9SJA0qHy5A/qIuTq7h4Zst4qJCOuFkGiztu0Zdr9vpWualEf8O32Qg4Anqv2nLK66zP26gW56lZ3xhgdscobIVdJAngmx1d2Z0ej/lIUJeQPo7BvmlEhGAdIuINs5nufHx+0IH8mntmhy031inirbiO5zO5KxHpaiePKXsjxO623imRW+8fi3ld29kAXxCqmGsACPWPTihCrpvWI1EcQEATKIAA5gK997WuViFXWW+ULQQMn54IgNE2s6s9iXR9qMiulq0q0CIVU3TQzYDMPQayGlcK4V5qRLkeGVaNmCxq/pY9xAj2ecoaFDieBC4JC0W6Wdl2tagdI5AXZkZr9DnIVnqtSthFwEr3Vqnq0oyRWASP0VqcTlzdEUsaLAIjVst70ngtyFbcadm+mm+51vRkCLjPkihnq0ErC/4favLp2AQeFKiEqPC87RMeQ27DIF7htYjXdHzqZVd0+avL3Qqw2iaa8SxAQBLpGoA6xirransyqTWKV8cHCNaAoL1BZQUh0FcLZQsiJ9HiN44jC2KE7C4Qq1+92SAJU983reibp/ntDU9uArupCklVtG1KSXHsRBqU5iyyrVJ6ZOGvJSTYLH0SiTN1JJZmf0RKr2AqBWJ34uPURw+p+Oej/iyEmb77sK9//8MqE56qIQGf3I7RWobk6xCKeqvm9CkKVPVVrdDw8Vo99e5b7LolVeG/gYseko5wQqzWMXX4qCAgCvSNQl1hFA5B+ERybjZ6rbROrShLArkiUXUaJy+PLAD5j4lyxiRMkoM6DiBbsVddE9JrSWhVyNdsihyQJEIQRXbGXs5KWk7JCII5imi8UNk0VzF5T156zVlPtLvYeh5DMauqVlwQYMbGqwjemPshV3g1JGQUCalJaeapW63gs9RPPZc9VDskYBXbFGwk8IJfguc0tAsW/3uKT4q2aC67WVa3b47CdmefSIeQ2wCQaXjolVpVsndJbNQQaIVYNN1CpniAgCOxEoAliVSWxWunW2UQMtEWsatCHlMyK9R9DROUYsgAbNLaBzWUY0lUQNUyMKa/VuntLg6BqtCpDIFfhlHG5CKSPMyxjpauqlIebLJzMSsjVHEjh1euz5mqZ2X7UxCqQhN4qPFd9nFSljAKBKuH/WcDgAh7k4cwXEeh8fBLvOsuHF7xUlS9Ks4ua7QNupYXlsCZSU+jAXCAJMEnYQ5OvLrokVpf2Ar1VQ9xWmyRWF6/cpt/70ws6+pbvokfePak9PG7fvk1PPPEE+X75W+faH5cXCAKCgBUINEGs6h2CvmgXYjWj661mgBCN49A8IlogWVWpo7YVw6BWJUGMzaOYLoOosX1gukLKa9Xyg0QthHf/2OahBduBBADOEFLWEcAZC5qqQRi2Bo3oreZDi3l+4k6WCSqLrOujJ1axPCKJ1Wzq0dC0SlobhRa/GJMUiNWmXJRdJ6bDiUcT0erNtArgM4PnofX7IXhPIvBLyiYCGFPYD2FzFDfU0XgnhtTZBGqrZofb9UKsIlTKRahK//bYDLG6oBd+8afoM7/1zrJBZ3/+E/Sz/8GjVIdeFWK1f/uQGggCpiPQFLGqyVWXE8sYMDkXBL5tj9W1ajADpJCyrcxDouvEddKm/m0bZ5WsKqLLUCUDbqOot4re6i5sHce+EHqYyzwM+R/3sEXzZht2vvlO8BXzRdDepxI6xHdcwj8p2wiwZII3XZKr+zASYjVBCMmsDiAKad9an9HHzRGH+wzInr+rZbn5S5+YyY0jEPMiCZBpi0hmNdXzta3jCxIAIFZl0d/qY2yMgpY20z7rrZotsN4Psaq6wYRkVs0Qqy/QUz/5GfrSmnV9hD7x87fo0RqLTBVi9bWvPEVPP3cn+6vvuUkf/5E6NarRGKt++hp9+amn6cWHn6RbH7rRbM1f+AJ99hmimx//aC3b2Fsp/s7LRH32+atfpqc+9zzRB1rAcS8A43mgSWJV0T8uXwzaQhR0RawuKTfLiGf04wIER4iYJVs3sc2PZx2xBErsYhExRm1vkeE1LCoM+X1pk4OYSgIXsbeqDKvtPgWpGgRIAtfOZcXmF6G3KvG32WMLeqsT1y/EAQixmmAIwgTk6mzJADW/CHX3RiFWt7GGpyo1kk0vqx8Rlns05fQF3XWzRV/CnQUyvtsID4d8ibdqprWpjVEiPNuCPWLjfsB6q+b6rfZJrMI0+9ZbbYRYff1L9Omfeopur9nQI3TrZz9JH3mgumFVJla/8RA9eevDtE4JvkBf+Owz9PLpYxl/q15HI37ZOFlZnVhlYvutD+YT2I3VdaOOTGK+SR9kwnbX31rqsbXv4xuqDm9+8OP0UeHyWwJdvbZ5YnWlt2rDZWxXxCqwXp5OLGKAsMW5Zl1VRZtLUQhA/Im1MUOQzt2QP+CYWGmybQbX0k62SRIgwGUFiMNWxCMs7cCk2khWBdKZk2x3VJTeqjprSdlGYOL45HnQW92NjxCrKezgcch6q6aI14llN4ZAFEUJqdrWhBHTzHfo0Pcaq/OwXhRzoi/rFBNi+J50s2G0qb91MoowUhvrtg6P+I7SW1VyGyaKAvRJrPIhtWdydTzEKkZoQq726cXYxkTRGFmpK1edWN3bvMbququOLdZ/bwNXGL726g268a7CP5AHKyLQNLGq6DclB4BzhemlS2JVY8FrlwXkKuqJZFVBwm/sO1Sb3tdN1g/EKjRVr8Pm9PX31U97ycaO7MzzsLJBEgBnB4T/i67qdi8qXdWIidWuiwcnQ6dcsqau69jX97CSs97qnmRWQqxu9BA2QQcz6K2avxnKGI5ym7oFCvQfnURXtd3hCIs5miCLnF36Wu2iot7OmpkuPA9hohYQlUkVFZFnQX276MSNb+AiNewIGyhJrJJZmTU390ms6i7B2R1LVh9n+EaI1egFeuo/+wx9aZEysslH6BP//S16tIbsU7Meq6ibItyev0dJArzwK5+lZ765PjBOl2HbybMpVYHV30j9llLSAuyx+CI99OO36MPvUn9/9t6b9NA3nqHn8Y7EU/a15TdP6bHkWdJh6+mqpDxrtRfoTXpmWd9lXdZ+i3f+ENFvPK2+mSoP3tzhOZmErOufnH5A1ZulAO7/FyqkPqdum1PXpsfqOsYP0s2bRM+wFMD30+voi9x6ggR/lu67+RC9+MzzpB57MJEQ2OgbEOV/9vXEY3XjvWt/+yg9utFWolQ/aPtYq5P+Jnj5RF5g2ejU39Ieq3X6s4e1wPZPtkGsAhPsHjSx2tblYxPY90OsItLFbe1Stglc4BsJT9VFZGm4VTMgZJ2qeE8/j4muAnjVdb/34HwZogmZ28Mme67iRIXw/6BDb8yWhkKzr03c+TWpukoO3Oxn9r0NWqtIaGXWSWtfrbv5O9ZxSAJAGiCvCLGagQySWR3OfMsiPjT5I0Mh3aUqsY4iV7soIDeOJi4nROvmi120qv439H02vA4nbvebsNItSKLbpQ+zkUNIHG5TkUCpi4LwL9jOkQeB9W6+WbRdJhCrmGyW5GrRijf0XCPEKhHd/j/+S/r0r6WSV/3wJ+nv/eVHatWyTWL1yXufpaefoxW5iZomhBhIyPffBum6SZw9T6cJQVmEWH3mmyvSThOMmuBUWrCndPPH76Nnt3Q41z1rtW7skhxNyEFdF1VvpVtKTNym6g06mb+10dZlz2x78ervnb7vEaI/ur2hEbrb6zdNrG5/N/ktPUjf+Z6X6fd31nNbuoExfFtLOVSRAng//SHkIFIey8t+SCQENr1Ml+1h4nZdL3WtPppYbaI/a42a8f24LWJVk6ume672Qqxq3UCEnhq2pusRAC/Vq0idH2RHv5oXEKWE8O3zRUQI5+6r/xDP1L1Pny3zI5xZzNora+SQ6GwRduWWYUt/KZ0URNcuQkTY9ufQw9KYBHLVTPvpu0ddx2VyFf83qwixmtNDE99jWQCxq75NuPr3WYsnblsCYLN+MXusHk6QvEC2Ylm9B2IVigkmT9lwqjW5ftVHRb1fqsXeaS1ZVV7ttCTADEkGPWgZK28gE4oJxKqWBMA+uuu9dFPEKkWv0e989tP0j559h84++BP0yY9/L92o4a0K22idWN3SYlVkHmliNe2RuqGZWYhYTf2eCbr099aIuJWnqx4T6fdv/TaRNEA9Wb9zk1hdqzcRbXjTro+7VZtXWqAJafktIFZfXXrhZtVtcwxvEaubGCd1ZWJ1Zz2367WOQ3VidYkbKr+ljZrhmQrv4R8k+vWURzK3G2159j6l2dtkf5owMVpUhzaJVSZX2QPIjPUqq1v6IFZ1PUyVBIBkKCQA4FSnus7c/ut6qCF8+3wRUtAf97NsciQxZbndz37WNfdQTdsWvFRBrHaVkKnp+rf5Pk4EHISd6qrmtQfnq4mjeAwp2wjAY9VncnUbH+dXf/eLogGdYzWzqUcTD+51Ylb2IdBusqp9eEx9h2aeCgMT81mhxQSZQ4wNhpapxTVgw2giNqz9kyQP6KN+GEtMrrrQvjVjZJlArC77IiFWuyRXGyFWowW99v/9Eb3y9S/SP/ilF+jRv/TX6N95/N30vm+/wR7uVYtZxOp6K5olVnWo+wZSiWdlv8Tq7SQMP7tum31biljdkGFQ79Jevh0Rq+kG6BD+TY9WkMNZxGr6t0KsVh3mtX/XNrGKCsK7hYkOAw+qvRKrYBOwTzZIbxVVuuRkVWbsMWobeEMvUNr6RBcB9DHNSDnEDjSOCHblEmQ9SURl1Qdk6lWHWe4bMvtuXhMTLZhU5dRs3Xxzz1dEbzUfIDA7novcH/7WQ87nn/1ifDAR7jAbPoeODnwyaL03YrDZUAnW3+k1RiRmr9UpZzOXohHQ4Q2QSph6KqO5GUvIqo8cTpgkvZZltVj04a3Q1+EQ9oPF/tDzaNYle7hjCBtFrCbJrLrUW61FrF68RF9++p/QU//XS5SWV13BPaH3/sAt+tiTH6b3HpWfR5snVldh7CwFYLDHahqtfonVbY/VXT1Ziljd9Fhde3FHxGrKY/XGplexllHII1bFY7X8oG7hF10Qq6g269YJsbrWg8uQ12Vugv73XqyrGiaLaQv2ZusrEQE4j5GwihJd1f5378p+XAIH3n9tTOxZ5czS97yDbroKAklWlWUiMVEYxhREYa8SAFlVg94q/knZRgDuPay3ukESOv/rV385Pp66NDE8NLevToVGycHU1mRWfaHW73cVqdq35mzM3qoHvkMTT/SZNi0CfeR7Dk15M23OdkgkALLHLo8pggdHv2Nbfx06q4ce9Hqxm+73IGYasar1VnFp0UWpTKxevEBP/Z3P0JfeLFDL+z5Cn/ibt+jRkuRqs8TqumYnZemOltVYXep9JsmsNjVVC0sBrGt30kaof2litabGqtaa3aWxuhZOnzKB3RqrOunUDo3VJdndHrGap7HKxGpai1YnulpKATSosbpG6mfJMRQYV/III9AVsWpqMqs+PVa1CXI0Ew6oPRPP0FW9DsUDMmtqwKX6OwuQP+ZNHKK3urtP+nYQuw6gxwsvZwONp0dz5ouBmGiOcWUgNjhG4EJQyNVsI9F6q8zyJGuX84tf/eUYBzCQq76Q0pnITTyPplPRW+1x7in1aXjVKU3GjpiF3NopvdUDX5JZ5UGEOceUZFbM76qoNCkbCGgJAITy9H3zras2cRw68qG3qjqsr24zjVhNEotypEUXTr1VidU/JwLhDQAAIABJREFU+eWfpr/1S68VHms3/tLfok/96LcVfh4PViZWn9tINa+/mgrxxv+0nrFePXT6gSfp1oduwFeRvryRtX71Nzy5/vcHOd39s3Tfj9+iD78reXcRYhVJkzKyyC8TVaW9JqHlybXcIOKWme4RRv9DRL/xND2/AUH6fVudsPx98pf33KSb9Aw9e++TdOv+f0GffebltZ/seleaWN3G+JQeu/kQvfjMm/TBj38/vb6BL4HAzGtjBg7L/kO/cnIpvPej9GjSNy8+nPRlWkd1s61L6QHVxDWbSBGqd/CNR/5wA4vN5GbJ9zP6M922vUR5qVEiD3dFrKp1Crp1/XuQpXvdBGIV9VFa4f3FLrOuaoB69LWbMHMsgvAB/3OXyTEziTElCSB9l2dBPQ4rtpnrIDCQNux3vKnE2kpX1WTNWXApvuuSJ/NipsFAbxWeq2vEKp7kjMtTCKybOWn2Z/6KnkMiK98XcrW/ftj/ZfaqS25/+qNZNusZs8fqIQggYey2OhFjC4ms6ugo7reMAk8kyapkO72NFYYUPBWUvpZBCMVEU8+hIw/LfX8XKaYRq8se7EhvtSqxWmBU1n6kCrFa+6PyAkFAELAKgS6JVQADLxeT9oOmEKt9kqs4+XKIOztliJdRegCzNmYU0ZUJ2apyZhat/4reE2I8G6Q+yFXw8JeLBZ/NTXHKMGZxWuqq9qpbWAgOOLBMXPy/Bp0BC9W8/YdYbxXkqqf0VtljVX8WYcv414WXS/tNbfYLyOo5Y3K1b6PS/kjNts/utykTXumq9t1HaTSVvg0IIHiumpPL3JQeV1sg4MPJrPow7xjTomzFNi1CJRpz+KBhqJMCH39UMivlCdRHMZZY5RWeeFy1OSMKsdqH1ck3BQFBoCkEuiZWddigKcmsjCJWe0hmhU/OI6JF1OZK2ZS1dvseEGKLOKbzeWjWxXouDA5FvKMXJ7EsiLokV9EDVwvRVc0z1QAe4CFIVTtsVZGr4reaOa7Yq3fCnr1rxCqWFCTcmUFvVdaXLew44c7EI68r8bpu10+Lv6bc6aGr2p/fWj58mDJhMjMfCZskmdUWgUcqIdEMWrQ9eMwjWZWSAJBJb+1KICFUTb9LBZ167HsEaYA+itHEKgBxidq8DxRitQ+rk28KAoJAUwh0TayqOy84sax02ZpqS5X3GEmsdsQAYX+udFWTm8gqAA70N1oCChIAYRRZskdW+rhaGmCgXVOrWV0MLfTBIoxoHoCQr1Xdwf1YSwDMF4FVbRO91d3dhTV96k3XiVX8hDMuT1TGbinbCPieS1Mks5KJwijzCPnWx+xOgc0cwetZjCfTduBZh0udzoqE/+dCzQs/KW9V40usiPmTidJb7TpUxXRiFbpjmHLaug8UYtX4ESIVFAQEgR0I9EGsmkSumkSs6m7qSm8V0e3XARJzIkKnn6gXMwdnTEEc00WAbOUW7AM3QESN4bkqJRuBtslVeGJehWE/UYiGd3ocxUw4s3yFZYXl+xyPz1xSthGAzM+ax6p+BHqrIFclmdU2aPBqY3J1InqrJgwqDG2VrMqE2uyvA0hVjC1OXiCL/tZWCPh0danjsNK9kmqQskJALfaKVLVkWHHlpxvJrLrqU9OJVY1DW8mshFjtytLkO4KAINAGAn0Rq2gLXwcme5C+omZMJFaBDe9E2BGhnU1aBE/VCLqq7by/DVvt4p3Y+YFLvWZyzKZd4Do6Ksha+jbPZrAnbKPgTH6NhExWnSDaQGLziKvOVJAAgAe4rYXl+xzPEg/27lHOJFb5kIqkIAkB1H21zP4iNj8TX5GrXRSldYjh2M33umhTM9+ICXOTLaQq2owNNMhDeK7Kcr9uBcpHUmlmem77m7kOPtGMmffwFngotN8DzTYM8+SR79EBC6x3V2whVtvSWxVitTtbky8JAoJA8wj0SazyWoVkVrw/7HLlWuFoLLGqE2a2IJmA/Q3C/xGpLLfr6TGl9n7XIbxVIz5f9WSWtQc6R145rnV72doNL/gCvrJomFaA5/f1IqQgtkU6oiBYTTwWw/s7YmLV9oK1auZ0GWJqD2K5xComUmgeglyVso0AtJFmU4+gu9rpKV46Y4mASlbVR7ajep0AkhzkITRXxW91G0smV30VvtxWwT1Fi69vq9qtvjedrAo3zn0d8qo2kutPRCcTj3wHqay66WFriFU+wDefzEqI1aoWK78TBAQBExDok1hV03K/equmEqvaNpTnarMMEHIx4d9ScsAEQzSgDthHzaOYrsKILHZWXUMy7GgvaED3la4C9vlN5bbgJHBhyP94XrOVkS+NYrEfgK9YWCoBkNVCz3HJR+h7seaP5qlcYhUIgNg49EEAjQaPUg0FqQpy1W2TAeolTXopGPp5OIYEgPm6qnngYL1ReqtCrW5ihPty6LccQBSyhWRWkABQ8vZS0giwBIDjWKmnlW4H7lCPJy4hd2UXchs2Easc9+Cqtb2pzZAQqzKPCAKCgM0I9E2s9k2uGk+s4tIUC1dDRA0nq4qgq6qstot9gunjQ8cogUyFp6qNuqp5GOPKnRNamd4JPdSvKa9VDnFHsqowFJwz+hGkagB5BJtCbAvY40T0VrdQ2kms4mlwGyCAJpz5QqalNIKcIQ2eh1NoTRSwwAqPaC+yCj8d8E9iikIdOG5vM0FuHE9dEYHe6EJF8BFB63niNUcA8QZaPFVzBwxmd9YrtndIcc1hPlPIbUBSoq2JOYWRTcSqrnaTeqv/+vfn9PDDD5PbsEdRE2Z4+/ZteuKJJ8j35Xa4CTzlHYLA0BDAfgPE6h/+wQv03vf2O0/05blqA7HK+zdkOK15JQjiEBIAilRt6eBm4SBRCUsVqQqPVftiAfNBV3kDXIqku3NAims7iIGIB6nKUaSC8xJnHldwBIMHuMW6qnmjC109cb3OIgRtmFr3EqtoBCKWT2Zuq6G5NoCVVUec2ye+15neqq04NVVvPUkNY+6OWW/1mNlD3KnKapS2E/Q1vFa9BmVcHA4XF5w3cUbIDjZGPK4GAs8BIgpgP9zf7TXKNmJVhT4qr9Umgi2+8U2XDg+P6ezsrKlpvrH3CLHaGJTyIkFgkAhEUUSvvPIK3bnzOn37g/0Sq0z1JXqr6j+3t26lO9N0YlXXlR1N6mwI45guQ4fCZbBbN/jaMHBApV4GEWur2n65nod3JLFqO02x6t04zg3Icg9dVSkbCMTw5A3Zm3eoBdKYkAQQUQDVw4WIVWakPYeOp0JJZJKr5NDBzG+UABrqAKzbLqWrCt/pIRBkaEVMhyDm/e40Iev2QVe/BzbwTwA27DBfs4i3ajaA2ETjljlMQlS6OszV7M69P4fJHCKiwG1XEsBGYlUd2lVESp2zO2zn/GJGL770Dt24cYNOTk6M8lwFsfr444+zx+pQ7Hqv4csDgoAgsBcBdUkfM6n6zjtv0dlZRGenDd7i7q1B/gPQrlNzdAMbnwL1sIlYxYJVVW8VnqqLWCe8lfNs2jTmUcTeqloeoYDZWPdIHDsUOxJ7m9dxmG7KTjmc6Ayk6gC9MZswcHiqglRVXtPDLaK3uurbQsQqL/A4pE5cOuj/QtdAy4T4s0OH8OptwgXIwBb2XyXlTm9jsqr92MWJ3Ibc92RhhSE19ep51wmpmm+F2EhrUnW/rdrzBOYLJLE68B2a4DDWkpaabcTqWg+6CblasVv1Iezickavv7Ggi4srozaQx8czOj+/rtg6+ZkgIAgMGYHDwyk7RJyeEJ2dmXO46VoSwBZiVdtizAl3ypHOWlcV5JqUFQIgfLD/Ow9iCpIEoEPGhx0JWoxgshs7JK0td6EzDyJaaF1VGVrL7ueLu0h5qw5NVzXLxlkaM0lmZfcYqF/7wsSqJldPptBbrf/hIb7Bc106ZAaoTuuGpGxTB4eN38JTNdEqaTOst8Eal3hVrBLFIZs5247cpKfBg+cqJBOmFXMXCKmab4qs/ZOMrbIHlRIG3uujIFfhuQpJmzZGltXEKmdbVuRq2TJkz5ayWGw+j6ivRaJZV/ddJv8eGsaYl4e3JjeDOiQhi28HVRyOIn4qDMhmqmz0WzDnDDegch16xDAhQW4XeRasI1axcXHdguQqiEPoqrqD9sasOnBxrro7sGRV+7DAPDuWeWQfFpkkWUHP1aWu6sC9MatgGEcxLcKIIDUzloJdCyQBdMTFWNq92c5SxCqEV6DBcYqEO8V3i6PCVuutlrxMHRVGVRoLT9WVK/2wDh0qQCDmZE0HvtpMD6uFVXp8nVrFf9PJrEq9DZqhAwtxL9X+HQ+PgVTVzdfJrNrwCbedWAVGZZNZwXZWSmwyW6WHGQ6qC2ScbmqgGvwetZF2+OJLyjYCyEWNKKZi22VcHtdPzjPUfuD1aqiNy2kXq9aV9CCrApGVxGoJSYDLBWxH5qgs20D4v9JVHXao8nrbXT5PSjKr7NnCQc6PPSQG5uPLRUDRqOxm/+yqL8IWi3CQyar2IYAzlu+OW2+1HLGaIDr1HDqaOI0kvtjXSbb9HZTYFF69yvVQSgMIKF3VMXjyxpxsZ+YjUZxsAjdNR2k9U+LVu8ewkj2i+P7k4wQvjrFk8ATBMUNEAW4EcVBtMBxwCMQqMCmazApDSxwUssYViDGHwylXyVEaWAANf4XKCqt1sGXdWu8u+EYROyIoZPLxUeNK9o155o71akzUj8bBRVKQlveDthGrazbClzrZ4wpk4Twk/oekYFJWCERxxJ68d+Yhj6t9RNqQsNNOOpCUUDO0lK3z1h6vVZCqnOW+5bnJtp5hviKMWXN26LqqeX2jkll5BS+Ubevh/fWtRKzitQeeSwdMro5xq7MbWBjVdOqRXyW+cn+fjeQJRaSOh1RV3Yo1SpOrstxvHlFj4tDTAnqreloSDLOnCw6pHEGocrr1OFaBWIX3apM+4UMhVoFVkWRWIgGQPaaUB7iSABhbwdhCgtMVdSEzr7IBZQvLRHG5BJCWABib5RRr71hJVbYd/H/s9dzemLKVWGUvS9ZbzSZNoat6FbaHWzHrNfMpED93ApA/Ztavi1qJJMBulLOSWcFcFkFE82hs8QPFLBKh/8BnrKSqRsljz1X8v+MrlYlVgHU0cWnqixrUttk4HM4Nz1X8XylVEFCrfYhTPP/H8eAIk5n5IBCbJYCq9IJZv1HBSgg9ZWx2XOqIrmp+z6lkBSP1/iGiY9/jZFZNlUEQqwkY+/RWhVTNtxp4qcJbdQwSAJso8HybXAqqvzU3vpoap/2+R+mo42IwqygJACnZ2IxDVmNX77edzMpaYlXLPEHLZmNsQTsepKokq9q2LKzj50FI12HUuje0ybOa9lYd45pdtF82yVXoql4FQdGfj+Y5TaTOF+HoSVW9AxxrMqvKxCqAwyYRkgCSzCp77pjAO2ricXIQKWURUOH/Y90U+W681FttJ+VO2f4w63kobcBzNasgzBsBPlLWEdAL/1hJVUYjVl7Pp5iXG0oTNyRiFRDl6a0KqZo/o2BMMak68mkHFxY6AaPMv9sIABu1Nq0I1lXCKkFsEwEQHmMfUxoTeGXmEfN1LcdWYlW3exnKnpCriMa5Dh0CCSQSAGnrUEmAr0J48gqdqPUwYT+RXAbmTiOQiYAjC+ZiSADwWULuTtfwAiZBEI1SVzXPcFgmCpIADTqy1F3ruvh9LWIVFYTn2KEPD80uqmvXN9iofI+mk6XA1kYDxqAbWq3PxiYBsEGB8X+FAPQh5DZGpn9UyGKcmEO6t6WMHXLHHNu0A7wxe6ouD2AxPMccmrguHSPaogFPsSERqzo4AJIA6WALlaxKShYCOGwsEmkNQUjprSKqQMo2Ajicspbx8lTqsC6vlG0EmOyQeWcNmLb0Vq0nVpnoAfnjEHQzWVc14Q2blP2xfZwi5msRxXQX2RWlMALK4UBdszMqMh1nW4YT03UQUbCUAIAIawdGlN541vleyxtYOIItFkE3mHQAe5Of8CnHC6rJj7T4rrKUQm1iFXbO5Koks8rsVj7E+y5NQK5uFSFWszCBl6pKVjXuwsS8R3ToIzNsnRVleDjCOjCiZtBbTQ0tkQDI72s4KEgGT4UPS9l4Lie0qluGRKwuseCw5VV0pUzH2VaCeQheUaP2Ak9DEytCHuSqIuZl3Vq3nIRYTbBRETmC0eboElI1h9vQcRYNm0wmsVr2NJmucmq/Wuc1pddmx6GAXLoOsxIs1jlTwM+c08uVrtLG9Fj998otl39fthbaXLS3KmQSpKwjgDX8OoRuqEIrjVl5xPW7dX/Vw7vO5YD6cr3v8+VxiKScOEHUe1d1u6s76dWrtxoy+a1XF6ZSNhHAkLpaIPq4Kv7190iVP52MnbJMXW1iFd9lTUjP4WRWdU1/iGbpug7NJh55y2RWZbtpiKjkHFQRTsmneLEkNbZimvkq4Q7fyI/HFAq1FPvMAy/Zb+JQX+hX3T2kQ426++L2l1AHhJuyXrEY0BIg2Ar0Vjlj9541H7DlOZZNpw/s797k/XXhr+Pctq+NW40AuepmHVD3N3c4T2jDyO45JEeBBEDVLeNwcFpvCeuJIulOTYOvjWuNAYNerf39nA7G3KO8VnMA2jXhlDCaui3gapT43q5Hy7wH2IiEVsZaDi/eiKjptDHX12+uf6xMZzVkH3Vfw5dcIMf4AjlDDKp2m+qOprotbOL3yqNXNoLrWIJURYj7nIlV64dCE4ayfAdIqUUUsbeq57aZQq/Rarf4suyJhB2hkBi35p6nxYp3/mocOa+uYyXJMqLDZyPEKnoLnOGB79LM77zvrPggklgdzLzE81CIw7xOQ0Y9dbsgs5PCCBpRDh1PXBVCKLP2mumANPRxcQFyNVZYmVLgFVBnMVHC+vXaw5Qqaz9GW8kdTMGpz3oomQ01tvIK5iPGL6ccHdzY34TUXqzq+Y7toY45VPlwvPJchbdLnVLv532oJu8/SE9deMzX6ZQ6iJr7W/Q1NtP1+rx++0zbaekRBEIehzBcmOZZT73RVh+7pt9QZpRgHYcUUgMBBU03o9f3qQR5zV92XV2/0Wu7mvg4cLkKVPQAzltNk89N1NGMd2AfIVFwui+Y/AlCupSETJnmiXX8MogIZ3PMy5DRkpKNAByhsK5LUWvU9SKmOSbmhvJZ2IJrY8QqGgyCQ4Ut7z+QZAOUbIOr2mXlnWhdd/39SSvURtGhA5zECp2P65Iqiet1DS9HHKTrHqbh7lDIaSRW9uNzV1Q1AFuGXfl6lnWjx419PRRV31ceUtxEkHoqo2/d2ijEtluE+mFj5DkxHfoqIZH6cr3CLU9CP+q9qd9fowkg488mLvnas7ffKhnxda2rNUd401Jjq1rVzg4LEKvVXt3jr2IKYpX8A9Eo0MysN5/02JQWP70Me5ezxtrECx0/kY/INjzIGwIbjvRycVBVI0vG1wovXrcYG5wnWhzAFr1aeY61k8zLdmJVkWMxzZNJB+ct13VF+ijPvtkdPJl3Rj7AEP5/sQjrn3UtmkuKVhVRbkhyFoBUTQ7yjmio74QPHMbYcw7xWpVIAJSOlCtqnAY/1yixCgIlbEKJpupEnxAh5UmVmsTq7mhBRfQkBOOBh6QpSmRdyjoC8HqGZyaH5soxYwkOCM5FuFLH7MpyTPP2yRovrIsUqEuE0yk85iVUJQsnXFqcTNTljgwtlbAgiBxO5FC3DJFYBdmM5B9AB7Lzmlyti9UQf491a+JJCJjuW3hjQs6n/sganrVgvYLXocYGh7CZh2zvMi1n9TbIVXiujn273CapCtxtJlaBzVWIpEzbF+oggWQeyp5HEakzdr0NhLhfLAK+QJayjgAgQfg/MEoPIvCruGgXDfU8i1Feq2N2XA1Couu5ih7oiq8wafw2Rqzywk/xklgV4nBjkiKHtdiwgYb3GDbTUrYRwEHjZIpJSfABOppUFVvZRoBDDXhDrYLmMbZOZ57SuRHA1hGIiWa+Q0fJxcXY4cFGGjeqTWynh0asAhOMq7T4ARNAriKApGSsW64K7R77xIMzGEsAiJFsIcB75I0wbgwn34VOuGucPrgJXQhCFbp+CO0ea8FYUpcVzaxXWTjaTKzOcYjP8ZAHsYoi89F2r/MumcnV8Y0tJe8U00UQrDmtjHWO2Ww37wFBqsKhZ2PwxI46b/GFF/9wfPazz05wncOX7fseHODfcXEMCYAMueIBtja7SY0Qq7zwE0IHZYylYebENSDHkDgmtbjjcPoA9FZZ32+MQ2/H+IojmvkeHeEkz///WPFR+nQq47SyIykrBED6BGFMCOVOF3jWHU9BAI3XcrLsRCfROppouZZxWhMn8oqJcBhTPuD1R9aQiFUgguyvQYZ5QMVmukePdpxWpc6mWLJArhaSvhkgUCr8S0jVvK5FmHKcYRywHdjNgUgCbJPRSSL0ieeN0wMIHs68D2yXHLSVWEWo8kWAS8D8dRxez5IPN3/BcVyf90RjOopinwNP1esAMbZSNhHAOg6JBPY4zAMIex52Yqm/hx5iD0CCzQcJPSJ4OHpgEVMwcjKwEWIVhzAQqzWl6oY4tvhWLMzIUAltLXiujvkmPp8AIiZWZx6SfQ3SLPY2CsdT3PyESObVCP2z95PWPAA8+FYMh/it7CjQWnWTZF8jNZ4dPYmzO7xWOdnXCAeX8gB3KORkVM3Yx1CIVR5XIJ0zwuK0JMC+hDvWTCItVHTUequs/yi6qnlmtU8bM6232sys1IKB9/BKfabnsTXC/SCm4qYiK3Z1n43EKmzjHJ5Rew6e7MAiequ53Q9JgJjGJbehklWJrmqWUbCuagBd1d0OPTijgjxERIGsWZlsBvM7Y5L5UcmqlNTamAn32sQq36Y662GDPey/jPykPqjm5ZM+QWiuP9Kb+D09BiEAeB6qG7FxlTSpOq6WF2utJlXzPHk1eXgILePRWc9uDDEnQR/peIrEIOrZsRCs2gMcJEeTZQjEKuyCD/Egx3YR84ne6mSTlA8O6e5bC7q8vMq47GgS7XLvOjye0eX5dbkfydOCgCAwCgSODqfkekSnpw6dnUJN2pzStq5quqW2EatYr5CsKktXNbMHEf2WrFniobiJUJLzYyTya9AMPZ8HCSFvzng3oSaYc0A4s+ZswYECj3AlETW2k/r+HoMkgCZX9z9t8xMOLZA8ENEDDZ+vbESlFrHKC78Dj0wpWwgghIeTeeUX8BpIuAN9LZmS1nHCjQc0SuC5ygl3RoKQIjiQWEd5Y4pdrNsF1nuE/+8Tm8dihkRokAYQDLfnoGkytjhR3Bg8V3EB2FKo8hCIVeyFMK6K7IlAP2DNWuqtBof06p/coQceeIBOTk44G7Mp5fbt2/T+979/HDZuCuhSD0HAIgTefvttOj+/Q2enIZ2d+cbUHKQhLpG7KLYRq4hWQsKqMucCeNdBiaMgX9QF7EZ9w8ENw8B3yzhb3QGpmkQCGtUBBlTmUierKjPvQAebk1nJSSurC5UeLfAZ6szjEHs5z4VU1f1fjVhNMtwvEOYuY2l7LCWkKuamfUMJh9N7Jy5NJJnVBo5q0zR1HTqcqIl76Is+rEVrh2IDIHeAG2R7Qv5AW3XfuMIvQcyfYGyNOPHFrr3aQaJHO4b9EA6oKhy3iOWU2+HaTqyyriqSDpXABl7Phwmzev6aT0dHx3R2dlYOuA6eBrH62GOPkeeZ5Y3WQdPlE4KAILAHgTAMKQgCeuONN+jy8m369gf7J1b5cj1Zr7rqQHuIVZUE+GIeUVx64wLvMZf32M3vArrqqTa/o5JZDfmi/e4ioLnoqmYaEXRVIZEA55UytI5IAuwfkyBVhxp9C934y+uIydVylrMfN1ufqEyscrIquf3L7Hcs3LhMLbp4Q2/1ZAKh4yQkw1ZraqXeMR34jsqaW3oj1UqFWnspFih4YkYZGoetfdSCF+txhIUfocol+B/2WD2ZqozLQ94wVulGDCfIJeAfk/gDHV9Kpw5abFVQ2v8bm4lVnnNYAmB/O9NPYDxxNnPXpVdfCujhhx82ylNV1xXE6uOPP06+7w/Wvsv1nDwtCAgCQEAlMkSijYDm8zm9+OK/oYfe2z+x2pWuatoKbCFWgQ2SVVVZy3UCT/ZcRd6LwXqQVR/fDrlLwnpI+0Fs/eYhJAAWhc/l1VG075c4c54vwlJnq81Wwl44aXAZVtY+qCrXmJNZIUJwYBZ4NVeJpMucyyuDaMkPKxGrHI6LZFUygLa7GYfUkjeigBHeP8c+yMPhEhzVxgRk1YkOfJdmg9XMVDc9CE/ZF+JeDUP7f6V0VSOV3bVEwSIPUv54IqEqWbDB6RDJrKYDTWaldepwm1rSdApbmc3EKrx/kHG6JK/K2GBennkuvfnSgh555JHCeHX5IIjVJ554golVKYKAICAIbCIQRRETq88//zx913ce9QpQl7qqthGrWlf1mpPqVD98KjlIJQsgJQMB1lodjpMPX57EMd2dB61ELNluQ5hzLhah0pytuUnGeWtM0n1l+h7TDVSyEj+WMj819tlFQHTFQtcymaY7qTSxirEHUjXEnZ9cTawbfAFd1bwRgqXsCNnM/XFlZywyY2BhxGQNzzqEd9fZVBX5XvfPqBv4ALo/JcMwuq9r918EmQpStareGG5RQR5qz8zuW2D2F6FCcjrxyB9YtDRvqBHijnW/xS6wlVjFnLMvWdU+2LBuXbwcCrG6Dyj5uyAgCBiJgPZa/frXv94rscrJFXGGqHLLVRNZ0z1WWa6GdVWbWMuTsyt7rkrZRiCRXWNZALvxwZhiXdXFIglVtrs9Tdcecx/0iufYJDdQ4AWO85bH5LyEhm9COqRkVpCrubiOeXwNj5OpNxhKE6uKVJWyhUANUlW/CzcZIFYVAWT5itaCiUAr82gyvAyEWNyQqVJc6deNRm96rxH6VdPjEMT82dTjUAwp2wiAVL0HbqvKmcP6gjG1zHLf8m2qfcSq8t5Vuqr1u/pKiNX6IMobBAFBoDcEIAfwta99rTdidamrituuHhZg04mFKWYwAAAgAElEQVRVrFMXAfbI9Tcn2BugcJJFJlcbWAR7s9y2Pqz0VnWx1YkKUYDIcg/HDCnb5yuEcF8ummV0MH2tJAHqj9eh9RsQAZfhWCxFghnz4kqSVW3aplpLYipFrGL4zeOol4Xf6MGVeNBDAqBuQbKmE3hm8sCTSWkTT2QzP4YkgIrnqQu3Eb9fcIi7bO6yOgMedZytvKYnr87MeDZ1yZNkVmtQw/K03MbxxH5mlbXzWFML3grtD3HbiFVFqiov+SbgEWK1fRuTLwgCgkB7CPRNrIL3aTuyYhd6JhOrCFG+DIBPc1GSWm8V54jySbDas0Nj3szOhg45rstkto1HURypkIzpMkBGGCmbCMBZBRIAdc9Wmci6RJMUMS/oryOA8cQcj4WWyVHrCyQ6g0zjMDiYpuwzQs6KsASxivse1lUV7+6tPuAQnpK6qnkdCTNFwp3Ticu3PlLWEQAnBnyQ0Mp293PQP9hQ41ZVyjYCOGhAcL4pckyNLZdOZmo5kNG1sdgT0fHU5bFlc8GhSZOqXWyobSNWVbKq5vx0KhGriwu6uCaaHB3RxCVa3L1gbfLNwn+nBV1cLPAwHc3KWaZorJbDS54WBMaIQJ/Eal+6qul+NpVYxd7vCklL2ZMXNW5+b+K6zjJarAGH2EENH53MyjYnHzWmIjpfiK5qlkHCkecqiJgEaqsovVWRBMjGN+Z8OiBXbSrMdYVEV3NQiLYzMM0jj8u/d67DYh6rHFJJMUV22UDzqG28kW89yWFSlcmfhvBh7zGQq1MQQA29tHU0uvsA5qJDJLPiyGV78YniSG0YpawhwIjERJdBc6Sq/gAW++OJR4cDTdZUx5QwnyFz5T0HrhJYt+xiR4f4BZGj9Io7mhtsIlY58WQUV0pWlWdbVYjV137r0/TTv7igH/upv04feeA5euq/+Ef0O1sfeK/6O32Jfu5nP08v/blP0M//lUdLmbgQq6XgkocFgVEi0Bex2qeuqunEKvaB0H/Evzb3+Tr6jfed9h4nWhu3DjwPHXiuNucx3FplkxeD4ACpin2glHUEQKrCYQX/2k46tCJXpReyEIA0HRII21Lg7HR1nThY2lLpTuqpnOTO5xGfr/ZKAXDYINxbLZpUO8Ex+QgOqiBWmy4YbNBbRUIrKRsIxDGHc58g0zu701s0MyVN4XEVhExw2Ff7di2SN9QBEg+1Qzoj/OLeA9+628J2UVdvx+Z54rl0OnWsk0xQuqoObxiV5XQzsmwhVvVBtemjRnVi9XY5kxZitRxe8rQgIAgUQqAPYhWkKjhD5jcK1bK9h0z0WMUBFeGmao/c7lrO98iuS3rn0B7SNr4ZUgCu8lBrtxsaAQfE4QV0VeFaJ2ULAUirQSKhi0kHyax812OpMSlZCMR8DrXBcRV3FFeLmMKWL7pstBPMOZcL6DljWO0hVrHYY2oCsSplG4EmJQCy8IXXGBLK2OYu3oWtKM1MohMLvXoxmnCTGrVEHHaBf1vfYGyWXgrtfAXfwJg6m8Ez04KdYjsw5L4VCwM8wo8SLWNbwsDYGzM5iHUJmfnEqlq/55AdaUhXNY2vEKtdWpt8SxAQBJpGoA9ilXVVMR8bcLwyjVgFNpeh0gFvv6iPIJkVXzq26yDbfnNa+AIT265KbmpqwTjC3hWkIf51YjqmgpFTL5ytgE3XR0/fQ/StDKztblFRguAyTD6JKl1Vdb6Sso4AsEFyvIvFypN3p8cqk6pIBGJyj/fUy0wAtXBITTdHJ9y5Fwl3hADK6OmYDnyXDj1bEn0pXUOIhrMQf0+2a+pngQ3fiiH7aweVnPkunbCWcQcfs+gTwB43zEcT6K1CEcB8gHjhZ73iLixnvTNNJ1Z5zoljWrTkGVWVWP2fL36Ufui9BQfG2/8vPfXS99KnOpACeO0rT9HTz93JqdiDdPPjH6VyggQbr3r1y/TU516kh378Fn34XQXbX/IxbsM3HqInb32YbpT8rTmPv0ZffuppevHhJ+nWh+q04gX6wmefoZffc5M+/iO1es4caKQmjSLQNbFqgq5qGkCTiFUs4SBVEXbadWG9VaaAut9HdN3W8t9DMitzyVVELF1HEROHfewDy+PZ7S+wB7yGrioGWMfmjSOE50qqo7wexxkUUbgmJrPitSokuuYDhPlnwS5HFdYJYHO+UONKW3gusYo1DaQqUxwWHKw7BRPhOyCBOvioTmZ1z8S1guDoAJLlJ7QmJDzrpiCAjA84UNntF0jIlJBXXeJl+rfgnYAbMWwAuigYWyAP4Z1pQyhGF5ikv8FyJBOXpvgPBq+nHDkQrRIydV1V04lVzDnXDSar2rTDqsTqr7/7k3Truwta9etfok//6rvpk10Rq22SkkKsFuz0NLH6Gn3hs8/SfXvJaJCo68+98CufpWfvrUvOFqyyPGYlAl0Sq6aRqugwk4jVyyBmnTpVul7N4bnqdHK2s3GgrCQBuu+XfXghIeeF6KpmwoQ5Bw4rSOjFpZsj1uqszh7hjkQI7jBiEKueY57DFSerWsQcYdu2JMu+MW7W3+GsgjknSa6YkqzJJFaVrirIw45Hn1mo5U5QmJq6VG/BEgbPOg7N7WmzYXLXABNoQqoMhKaWhFTl20IZV+leAhrscYjsrx168mrPzNOZRzN4PZtqOj3WC5IJIFd9cx0V2DvhussJeaM/TCZW29JVTUPQCLH65pfpH/7cr9BL3/MT9Mlv+TX69Bdfou/92Cfpxv/5afoV+hH65F9e0P8gxGrhmUA8VjVUr9Frr96gGy15BhfuEHnQaAS6JFbh+AN+w6RdoAnEKp87k7W8h8ATxTclCTxx0x7DO8sxqZfMGEKO46mgbkMcrvRx6s58sSIOzYDKmFowqYrcAz2bM8hD5cQip61t4zBPbxXr1PUiJpEr3u4t1nJewEN+25oziVWQqoFRy74x8xN7HOIM3/X8hDXsvolLE7jTy5y0YRBqQoL3oamSCdiwIQEcSCDpvvXuYy/eaHXr09Vo12N4wlq9Hk3FbXUNehUO59CBh7FlZjIr1lUNcWnRn36TqcQqh6kkOn5tjqlREqvsdfo8rQsGpGQCXvgCffaZl1Owp/6mPVY/cErPP5c8c/rYKmx/67dEpx/Y5XGpPDuf15U5fYxuPvwiPQOv2x8k+vVd9dw0jIxvk66bbrMOqU+effDmx+mjjxIxmfvWQ/TY288v67Kq90Ydk+/q3/J/3cD09AM36aFvPJNIAaQ8VmkT+1N6bOnJmvJY3XoOH0lLOSTP3nyIXnxG92UDUg9tDjZ5dysIdEWsQjsUc7JpxQRiFRFLOKhGPe6QsU9Hgd4q79SFWF03VcWocqIvQGUCuYoqnS8ClbS0b+bQtIGNy4owYg1I7azaaxUR8u6AXJVTcMbA4pkPeqsmHEXZyxmkahvZ2Xs1wvofx5yDZFWcXDHe9uTdIlahGwpSVaQUMu4TGJvuSVVdExBAZxOPfNbikLKJALwOD3y405uFDggOrauKOptVu37tiLWKcdjAwt/1bUWq6Qh3h1c4xpaUdQSACMbV4cQsyQQsaNC36SbBRb5VmEisai3neQdjqg6x+u89fEGLaEJHR0QXFwuiyREduRd0cY3/eER0dUELmtDR5Ze7lQLI0VhVRGCWZmdCHNJjSzKTUmQowtGfeTshTzcJSkp+e4/SAH3t1dfoxrvSmqLb4e1pa+R3f3OTuH2e7pw+SO+68zK9uqYtmqrnpv5qUq90vYk22pqQqacfeIxOn3ue7qTaqLVpl2Rpinh9/+2NOlJCxD5HCSm6jal+nyJnNbH6QXrzc+t6qeq500T7VmO1/RxpnNFH3PbkmylSe62fZCEYDQJdEKtaB9xE7qdvYlWRY10lqypi1vEqmVWRx0f2DMuu4ZxlwFkLmqqXnJCpg82OZf2Mc+dlgLNV97qqmVDxRYWKLpWTVhZCSTKrXoeW0pieL2KW5uMLFOmtZWcxNmFMl1ivci5JV8RqrDRDFw50VaVsIgDj6kpXdRf6M9eh0yThjgm3hSZZCibqQ98hJCUyZ9JOSFUd724SYD3Xhckfncm9502RIg9dDnsXbnX7LhUyqxhbIFhNmHeUrqpKcNH3dto8YhXe8cozqgtsqhOrP0Hf9ks/TU/d/gh94me/jT7/U0/R7T/3CfrUt32efvoXb9NH/vNPqb/TLfrUXyX6R8ZIAShCjhJPTT1aluH37CW6kZwKJOOz9ylCL0NjlQk9SidX2vbwXPPuTA3R7d8mpOU3TplYneTVM5NY3U6qtf7+VL3SXraaKF3Tpl3hxMTqWvu0h6r+XhamWRqrijBdw57xfJM+yEnF1onV3D5KEavpZ4YhodDzwm7h59smVk3UVU13U9/EKnRVu1qvipgnPB+xz4HnajepVIvUyqBnmB9zyeHNcj+nLd4DxhGdz4PO8jIY1AN7qwIbBqka9O15kFFTjC2VrElKFgJ9J7OCwwqIVSO8nA0xEZ3QEJcVuATcJY+wJFYxT85JSNW8PsRB1RTC+cR36IgT7si0tNlfWOc5mZVnht4qe9VFSttGemvVW5pnvg4V8WxCge0cTFw6NoqYNwEZRdDBm/d44hA85/smV3FTiAQXPfPx3DmmEas4CM5DtV6pcL12bag6sfrX6IMvfZ6efeN99JGPntFzX3iWXvuOj9CP3fccff7Z1+h9N3+Mzp77PD1LH6Qf+55X6B8YRqymA/2XCINszCJW012wk1i9kYT1b4a3bxO5+pX7iNVXs7p/gxTlRzLlDZIfp71ek+dO9xK2G8TqNzMrsuaxuk6EFiRW114rxGq7o32Yb2+TWNVROXneLSYg2iexqhOAtL5QlQR6qbfqOBLBuYmd3lc4kExQZ6229xlbVYiJ3pnPVZZ7KVsIwJMXnnWd3K6Xxl95hJsWXVq6GS3+ABSG3/LePav6GE4X1zHFphBeLWJc5tUgVqG7fWcecqTkrq5ZEqtz6D9iBHY9O5ZpWU/P9qWrmtdcEEAnvkuHSLgj/bUFEzRK4F0H3dW+6Ey+3Ui86iREZduS2Ts+xK2PvgfqaXBvfBbkIYh5eD2DlZLxtQ4Q8DmdutTnvYXSqVPJ4EwoJhGrOgEILgK7Ku0Rq7foex9MWvH6l7qVAljzvNxEMttjdflUBnFKhT1WKcMbdvf39hGrmx6ruXaRVe+thxv0WF17t3isdjVe5TvbCLRJrJqqq5pGoQ9iVUcswVuVcw8YeZZBaC7Iw1URmbwVFuxz6CSyAB1OLLgwvggCAnkoJWM+gwTAIjTC8SCrf3Dqg+0sk1kl2r3Sl+mxFTM+8F7tqmBcXc5jCtnLucMPd9XAGt/RuqrXrKu6+0VMrEI3dGHmtUYNGJr5qWmkqm6V70AT0qGZZ1LYezOY139LzImIkMxKefX2MUmoZExCqmb3Jogx3Kaa4HG4WUMQ8idTl28Lzdzs1x8hdd4ALWPg0+k5KFnIlL5N/7qqafxMIVa1ZxSS5HXIq1J1YnWfFMDP063vTpA2kFh9OUO79MWHn6Rb/9bvcWKr3Rqr6yH3K3JUEavpdysNVaKdUgBpjdWldmi+xirX80NpHdeVx2qWxqr2JF3pmX4/vf7U00liKfUe9TetmUrEZPIzL3O9czVWlwR2hm7tUs+1XY1VkQKosxoM47dtEasqMaeKHDC59EGshnFMV6HS2De9YB/IXShcw1pXKTi6JVfhSYxkTEhYJWUbAVxSXAShFR6HOEMoSQAZWFm2DHwmSBbXURK9a9ZV7TGRkJEDWvFHSI53d16Ms3D+l6/+cgxvVbmF2+hRdjh0VCIvIzubCHqrIFcx8LplOQwFRFcr8TQEAXQ4UV6rXU/bSv9R7Ri7/rbJvQNEOJM7C6qbWVP018SDZ6bX6W2hmWis1wpdpuQ2XDrwOyaeYTeREgw3yXRMIVZBqOKQ2vU5tTqx+knal7wKshNcjCJWs8PmVZKlhKxMSMHV6NlMLpVHrD66FZK/IibT8gDpcbmpx/og3bxJ9Aw0XVmWQGe8V79Zq+fmpLNV7xShmyJKP/roOnGK/670SU/pQXqZXr6z+a1tzVjalCPYlCJ4z026Sc/Qs/emidVb9GGCpmq6TZuyCc/SfT+e9RzqlOqHhIAWYtWGlafdOrZBrJquq5pGtGtiFXs/yEBhPbdlh8yX7I5Ze492R8X+ty/5HsbGUy4sLR54+PIYBMciEKeVjO6BI8/VIqJFHJFjCamjyFVxEMsbbThvqYTl7Z564AgGb1Vb7Gb/7NTME2AAsUy9cxVxTpgi05vzj7/6hRiDUTyztjvBJF3VLBPhhDtMALkk09I2QpiQmFxloZIiw6H+QFQ6HLiFV7qqUjaIuZjoKlATlMkFiz3GFjwzlUJKN/ZjMibpurEcycSliaf+17bxgZdCGDksAWCa6fRLrCo0QKZqXdWubagKsfrOV/4hffqLL5Wr6vf8BH3q332k1G9u375NTzzxBPm+X+p38nB5BCTxU3nM5BdmINA0saoS61Bu1mAzWr2qRZfEqpKrIYIEgE4SZRoeeectJGvii0t7+OCOoE1k6SAL0GKBl/PdebB0WmnxU9a9GnMOPHnhtGJbwfHKd2E7MrA2+w6EKrRo25Rfgw/YxbVydureDc1sa0XOijtXUanICucXvvoFxQQJcbDWu5iaWBTbcFzYe8xT2cyF+tkeoNAngSSA0lttv4D2wc0PNoxS1hEAItcgVQ3zOMzrJwz9k4mXEPPSm2sIxBCfd+ieGeQ22idWTdNVTWPRN7GKyArIavSlNlaFWO1qNAmx2hXS2mP1IXry1odpQ2Sgu0rIlwSBCgg0TazaoKuahqkrYlXL1VxBVzXZI7d9KVvBHHJ+os6DS1mA5l48kDe1S67CGeMKuqr7MscMBM0yzVDOPDFrztp49MTpHOcJdUzv5qxeBt++nwW5CuLZbUESIIoduppHnO9EaNUNzgKas0FEF4uoFOGsiFUpSwQABiYmHFJtAQYOmUhmBe9MezYp3Rkd8hCBeFYi0O1O2osQ3pigOqSkEcBFBWdyD3D/Y0/BQn/PzOuMmLcHGVVTaBmfJORqG3XHBQV7uBimq5pua5/EqvL+wSG1v/VKiNU2LN++d4rHqn19JjVWCDRJrGKfg/nYVKmjrD7vilhV5FjM3rzWluQi2eYmtIc9zqDNJ7PCmfwqDOmSiUNBfq3/2DsepGpEEcvP2Xr6VOShcBjZoxO9Ci6jSR8xDKV5EBO0VcVTdR13MBVwklO6quXwEWJ1w4Y1qWqTM70acA6dTVTCHaYPDfe0bW9h334za2YyuZos+i19PIzgLi6Lfha82EhfL+wiVXU7MLbunXm8XZFhtd27kNqAlrHCp9lNndKpM09XtX9iVd0uY0PNyVFamtOKvFaI1SIoyTOCgCBgKgJNEatxRLSwjFRFn3RBrK50VU21guL1cl2XD9vsQtGCF1nxmpj4pDpn6T1J3T0hcMYe8GIRLL2cTWx1X3ViXdVAexz2VYvmvqvIVZEEyEIUybiXeQdq7vo5eiDAubxYQqbmetj8N6nICpWsKkmVU6rSQqym4AKYfNNcCkIzHmZy1XHo/hlED0Uzd7NX4Ep/AALIT0QhG+42LG7IGtcsrdRwJXt6HcbV5aK48HNP1cz+LDwBHaJDH3IbDmvdSFkhoDXSoPM89ZonVoNQEat9Eof7+rsvj1Wlqxr3vl4JsbrPQuTvgoAgYDICTRCrNiWr2uyLtolVloFCsqqw30vAJm0QocsW5d5qsuk736V2yA7FCbkKMqh6UV5j8FRdVGE4qn/Yil9qXdXrMBxO0iEHjlDtavVa0bk5lVR6q/WjYhFZcXWtEjNJWUcgjGK6u4j4fFVFZFOI1QRPTFAcrmyx3iyWr0PPpVP2zKyzmA1wmHGCNpVwx/eqDJU8TNTEBE9VTgI3QOjqNAnYYHIagicvEllhfMnQ2rYICKursdVcQEkUxXTNBzGzb6/7IFb1QdWES0AhVuvMkPJbQUAQ6BuBJohV5IyxRT++S2JVR52AWFXr1VB2yTE58Fzt23gN/b7jeOzRW2e/jDMVPFWRlEnKNgJw5kHeCnX2HMa4ih0ka4J03zDa07zdxuxEVyeZFe4o4KmKS4uh2E1TOIMDhFwNnMHUalXeDoVYTXoDBJBNuqp5RoR7ntOJyx52UjIIIJCr0+YmbZA+EH3GwiZlHQGljQkvhWFgA22bs6nSW5U1f9vaJ57D5GqdBV+/FaTqPLJDp65rYlXrqpqiUyfEqsz8goAgYDMCdYlV8D4gVm3d6bTpsYrt3yUnq7LZQrbrjmgdSALg3D2wpjXTUQj1qqGZCUwvFiHNw1DOVxk9opJVQVd1mNbncTKr8qRWM8Zr9lu0/GOVZFasq7qIaR6Y3cY+ascOKwEuc6KUlnN5GxRiNUlSZasEQJbxgQC6b+IRiA4pG2RfHNPMd+jI9xoRgYbLOLQ4pGyTqsCGvRSQTHUgAEFvFWHvIFelrBDQWzvWW/Vxm1odH/ZwCSHIb4cQf5fEKi5ysFaBdDalCLFqSk9IPQQBQaAKAnWIVZslADRWbRGr2PtdcsRSlV6x4DcJuRpV3+5Y0MiKVcS+31GSAOz3VRKjqzCiK9FVzQQf4+pqEQ4iEnCXdTUbXVrRjg39GXRo4bla9qilSVXxBdvuWDiBgVTFpUUVT1X9xnETq2xZDoX8b1i3PiB+7p1CE1I8V7PmxQMfsglaMqHkis8vVIQhdH9YPcLQybevajH5w14KwxpXwPPAd+nIdzhhnJR1BFiOZKLI1SpyJPACCSKHdVVtKV0Sq5wAxDDN2es/iejhhx9W3juGldu3b9MTTzxBvu8bVjOpjiAgCJiAAK85QUB/8Acv0EPv8Utt5lRUjh2RFbuwbotYvQwjlVwR3osDLey5ijCdZMsy4KZW6kGHXIqdcvtBOKuczwNOzillAwH2AFeas+rsOcyxhZ7HEQtOGlq3V2xhHQHgg3MocsgUKchZgSTSkdwEbQ0qXP6BVMV6XreMm1hNklU1gGPdfmjl90dJaK6402fBG9PxBAl3MCmVW5gwhSkCaCUBUO4NrXS3MS8dkq5qHqhHE0WuytjaRgjaSCBX4RledlwgpHIO4rDYPsEIm++KWDVJVzUNvPPWlI6Pjuns7MyI/khXQohV47pEKiQIGIVAFEX0yiuv0DvvvE7f/qBfyrMOpOEQ5B/bIFaBDbxVbVrLqxgmE6sJcchng7Kbniofteg3DAccfAo6+cBe7iwWFIRRQbrIIjAaqCo0VaGtOiRd1WxY2OWZxxYIxPKniQbAtuAVPpPP+yvKXs7zmMKhEl77Ich9Qmk5R+wM1kSmnFESq1gIUQDgEHRV86wFC9qJD71VIYA2MYINQIb2aOLx/y0zaWtSFd6YsodaIcubSiLWnB2Krmre2GLykMPeJZlVFkYYU7i44LFVMAaMPcBD7eVsz8jqglg1TVc13eez8Ije+dO79MADD9DJyYlRnqsgVh9//HH2WC1qhzX2Z/JTQUAQsAQB7OPwT5Gqb9Hh0YLOznzyWRdyfyNs11VNt7BpYhURS+cLlXZyLIXXF9Fbze1ux0Gir/2eq+fzkK6jMKVxOBYL2t9OOPPAW5VVssZSQBwmBOtYmlymnViqoPq4i1wF5QVSlSVZxjQp7wVSrVGXC5WwqinZwlESq8B6KMmq9tkNBhySWc0Kbhb3vW9of5+4xORYkbBuvU2Edij+SVlHgEnVSJFjY0jmBZs5njg09Vwh2DMGA7zBgY9WTNhFbGE4wXawcbSttE2sAhEcVCGPYCo6IFfndwK6urwy6kB0eDyjy/Nr20xK6isICAIdIHB4OCXXjenwiOjkRLn9QNfPXYafZleCE4CEwzmjNkmsYo06Z5264peqHXR1+5+AowW71hUNzG2/SiZ9gZ1X2HM1+9YCdjMPIroIglGcH8r2Dc5UyFQ+1rOnJLPKsxilBwonlkx1OsiHBWpsiTv9JmehnMBArDYZeTJKYhWbIiREM/WQWnbC3fc89FZBrk5FEzIDqphmHrx63QIi0IpQxb+x2M4+20r/XemqRoPL/roLAySIw9jCbWEZr+cyuNr87AxyJNNEISlvQx3HrMNma4KLtolVTaqOzEmBb+EP5dIid/hPPOLkBbm3OtjnxAhVltUqC0SlkW7z7Fqx7kjg6bmEubmAY2bFj9j9s4nnIaF5ZlHRA0RDylnaFLGq5Wrg/YMypigBHUTKCZv0yJIBtjaGeMbhgbUODM7kiAC8cz1npyeZmLanngskq8JmcKQF4wqmI24s2QbAeqssSbJuI7CZy7mSL5QVfx07XFbcuVaXgE2WcRGrbG8xJ6sam0f0AQiOgp6ZTRqYDe/CEn/gO/xvl0g2JiZ4jSltGykaAaU5S3SNMO6RHeLBa8AzE+Sq6K1ujwks9ri0QLK4zUOWlmRRxKGyIRtLe8RqzOsUxNTHKIuEORaXgTO5EMwdFiDH8gggED82JYHrcuxjXCGRg6VTTm2oeM/jOYRLd9nLrMMJm8BaPsGlzgY4HD1g8SVgnuE0QayqiKWYLphUHbdVMbk6bgi2TG3J9/Bl4LrnKs5Ud+cBJ2SSso0AdFXxb9RFOYOzLICsWtmW4DmQOFxNPBhOF/OIYklWtQaYki2M6e51xDk9MFk3OV2PilhlTaWB66rmTby4Izzk0FwhgLIwYgLIUwl3tjeFykMVNz9jCHEvu3gr8kcl87KVHCvb5vTzsJ0D3+Wx1eTkXKdOJv0WnocnU5fg3ZsumI+j2EkuK0yqcbm6tEWsal1VEM9jJYCwboE8nBQRPSzXbYN4GnMP8NmceLChhgfQyO65CvWplqwZOzZqz+OyZ7isWxmXgi7CK1fkKuwG44ojKgtZmj0PNUGsIoM7h1RyzplxWxS3PiE4hmYrTVg19FZ1MisOcQ9CusJNl5QtBPiyArfrYki8ULGmKOZlsZXty4vkUtB31Vn8aq6y3DdLG9oPPBidpnVV06iMilgdi+5UfKQAACAASURBVK5qntljA30EAghiHDxLy9SUxgqcKrK9b+qtYhCGy6Q69k8qTbcA3obIUjlGUhVYYiThFhXkoYRXZlkXblFdOpviUkdl+mTcWKdOHcRsLm0Rq/A2hPOP5fDU7lp1KagIICnbCAAXeM3r5ZyljjiyQtDKQgDEmO1zTlM9iz3PgYytXDg9xgbhlSovg82RFbtspi6xivF0FcZ8wY4ydmJ1iQHLAshEvG17KolVTC7Nw5DOF4GglDFA2eMwCCmSxXwNHWhgY16WkjWyVDIrzMULTiAotOomSuAr7szb05wdBbGqQ04DElFxcKo6mZVMStsIIDQOCXeUdJ2auBHejhAVmcbX8WIPDhbGjuQQn2RmvGfmFUqENraxx2HdkEyYrubgReQMQq+4eWJVEaoggEYe/JUMk5h8x6UDd5UIbWzjZ197ffbqVU+Jrmo+WuB92ANcuI4lSFOPVHJTuWpfMxx2PXCU1yqcD1lXdaB2U4dYZc+oMGYpKCFU1+ce5n5AIKbspjIflLyjlMRAze+2a+4OhbFDdxbmJ6vSHMK+dXjX39XYKH6K5LPVIqS5nD23YOUxgAvSEnjyS9hRAZJ1UQ0iX0dmFu/LLLvgX1d4xXJM7hickKs5v1qdHjY/o87uQKLaCOdf1Xb6qC/pgHm1SguUMwLgzxFSrzPQ0a2/8NUvVKlXzc92/HNspkGQdfxZUz8H3bqzidowStnYCDEBpDxXMew5HBc3htXmwEHDC0yuQKoK+5M6pDoEcrXCetm4rZjokw5v+dkEi7qSABgCwdE0sYp+wyFVhtX6kJi6RDNnW/ew8YGz54Umbpgw37DURpIEpA1MTGx3mXaqBCnDJcfKYJF+li+9EPaeeGZuvsekfm9qvSjTJr5k3yDH6tWj292BOj7vbvHdyzeyzQcN3VPdOEbOCodJZyFW12EEgaPyMiRMBP+5Wv9Xtbll35d8wZLArbqR3DPIgAkIeTiO7S/7LLjAG0q2f/8bO3jCcQnymBv5iDr4sNmfgOzI3eug0h5Zk+RV56pGkkBhq1YxmdRqJGTPIxhXb10g0Zm6MM0sQzEoTFIV23LgeymN+Wpzct4oGQWxyqRqmZ2U2XNK7drBhJAQ5GwKDyAhVzcBBT6HvsMedko3VIwny+iwKRpzlsosTGA7BxOXjkFy1EwMsrYXLznqWU8aJ8Iatlvf6rfvSXFZcTx1+ZhXtmq165PcVpeEcu1xPjxuvODeoxslXpko8Gf9IgEEd+mMT4m3juFR4K5EbOpFnhihk12yc7F/3PcTXAXCsy5/i7jvDbutSKVsrPeOFb3QwEZ26a1QrE4gDqHVW9ljbMCDjPM3FIOxVxSaqmKp9yTrBuxnqHn03r54vXK/8rzMXr249GpgXFeuiVk/xDoD3dAF3MekrCGgL4/hmCET8h7jYMkEGVcaJWjHX8wTT16Zb9aMB9G1d69VUiaUqesS5H4Epu0xhrPooe9x8tf6vrPr7y9GrOpdSJWxzbu1ajozS2WIKt9NdvA4kIhO3bZRLZM1ufsPqaU2oTlrhHK5rvampbt3RTvAV6FRwwTpvhkmYbOQFRbkqj5tKDMuX3/1i3rDdv22u9wOTWFX8bZ3h5s9Z83FhFT1NrtcM6x6GpCAkF+VioZbq9UV+zz1zcYO2knztfMLCN9Dv/skeqpHyo/hdDdkOfB86+m7CvdUkQ0yPA/hnblvqir80QE8CNwxpJDBs+4xtZ4FmAimahGkNTiZFd/p9DHnmIhNahYGNq7D/6SsEMC4YmJVdPczzYIv1ylmTT949g7ReuoQq3qHywllknln3ASrisSBjt815x4Y3opTd/6EF+/FhoTYuG1mN6Kx4yJxeZUjaN2uMur3KtGZGldSVgioxOxEl/OY3rmMlntkdqITDfVcU8Fl6cz3Gtfrdf7Ol35pz6yvfGcUsVTeu3Hp7pzSrCwzIDSpVkpXJjlAa8/M+w+GuBUqg2L2s7j56c7jsF8GrszWhq0FYYMR9Gjh4aLrXuYtWZhXsMM6n9QORhUI4SUHlVXlZDAeTRw68CU74xrxBnkEePJGRSi0+mPYpjdgK4Tlfx4pb/Bj3BZWGBKmtfndJYjVInXHfINxhSR6A4CnSJP3PoN9wCXLI/S7juytaB8PxDEtluSYIg+HSgDVhReBBMAHWuqjL4nTA8sjjB6MbQBgIZwELkU5T1x3qWU8JMjqEqtMrrIercewjJskixWpysRhnQ38kCxs1RbMNyDHQK6my7htZk9fw2uVI9CGaRNFW3UVRuytKhvjdcTAs80Doreuoi1OB1sdJKiUHc+2lWE4TT2XJROadEZwfvo3Pz/ooYqNNLJRI2mKlBUCWPCRNW7QnV+jw4NAZSs/8B068jS5WuOFg/ypw4nQ4GEno0vtebBZRKZ7KdsI4PCOCBWNDvRWecG33HiaJlaBj+diM4SDquXgNDQQoDkrkSfZYIL4Udm41cU3YlBArErYezZe8FLA2MLecOwFl8dCqmZZgdLFhPOBKisZDBzChmY7TRCrmlCdeP6ohxV0VS+DkBNzStkggAhZ7qPcPbKQq/kWA2IV//i0NSbCPpl6cVkBQn41J8voYgRi4v3fO1cRXWGTnFFwjsBlcnnXyIFjnPhpzDylt9oUuTp4YhVmgbPpjQMc4ncKkA3cglbNw3ofRJLJPa/DwxBZA1d/PWa9VQnNzcIL4XEnE4+JoLGfU/VN/GgmkoIN1Uv9dZI8RtsJpuOjiWe9d13TxKqG1UeyJoTxjHw3xJcVHI479hlmY8DxpjCm6whZp4GOxidWkgCJvlbBYTqax4ASVH4OB3CpU6fThFTdQWIs5Xw2PeRjgu8PLi6GdOfVFLGqzlsu+Z7yXB1b0bqqASQAxtb4Pe0FHtBUvd6RtFSI1T0gjtRzFcmqLhfQK96fTG80wy6R6gOfc+canryQHclvPYhD/JNd9DZGIFRx1kJC9ybwGQWxChhxSP3WQ2gpVE7KOIjxioGH8Ca59cnuTmixIpteejsNjzpIAsCGpGwjgEPG0QReHE1MSXYijMXtMsRtqvYbs7MdbdQaR4wgdjhcedNCcJMKz1WbQ3PbIlbRF5BMmLHHfBs9Y/47MZ6gp6XuuUYKwo5ughcHqJ500XEo7JmpvRQEujWMMJ4mCblq/ihovoZR4qkq5E8WtkrKZ9dFDmhDltsYyLhqiljlCx7HIc+FzA/wGQhABYYg2s7JqqLdBEeBVw3yEVyOglgtEtA1Jrsp29kxsu2MaOLG2eoiCFleQ8oKAZ3vAYmqQKzuc5DHTIxzlkiMZVsR+At4rjYRJTgaYhVQHvpEDxwMQ9ev6gSDDeN6Yp2qbxre75h0hjzCxqKF/4pD6skEG8YRrWgluhiakPAAGpIXR9Hm66Q6Mq5Si34qTRS2Q/MdeyKQh0e+Cq+08T61TWKVCSBXhS6PjVdc6aoWHYkjeY5v/XBAdWiBpMo7DMNzYuWZORJoyjSTtcfGqLeKfc6OxJRlMBzas5DRgIe82uXtGjUxS23YfCGY7rumiNX0OyeeR06FvBy22ZRKiqvCcUGsSrKq7R4EmXq+KB7GLcTqjlEAr1UW/Bn4ljCRlL2ch6xXXD7Pjm0zScn6wplnHjOpuqlXnPcmlXTa4YgdKdsIgFQ98D1e+eucRUdFrGLBu/fAZV3IMRJA0PxRN/FSthBISNW8Wx9gBs+xI19JS0hJIRCrsDh4rYIkGxM8oquaPRL0HIP/C1I13LEJhL2osdWsgHhXY7RNYhVt4LBuz2Et47EUzqocKZJjMG5hTXVejIQ6DuOj6J/dBBA865CwSco2AhhShy4uTMeDz2oPOJ42F7V9hHKraK7d2Gh/1qHorbZBrOpkVkMnyeIY3mIOXSwCSVaVMdAwmu6CVC159hy63RSdk7KfS5JZ1XuJ0b/ms5XWVeV9oNHV7bxyiKx96yIk5B8oU+CZOTQpmzLt3/Ws8up1acZJuatfXoyOWMUG+v4Dlw79cRFA2DByhtNyY7ApezX+PWFIe8XmMeiQzOpA9FYz+9NzXDpiPdpxrIAYShhTWNjgkClKESuzADbABJ5RRdZ9nbkS8/I+qsi0yaRtYhXtxbrFCXdGYGQcOcDEKkIqx+epu8++OQMsBtheFw7QP0oTEknixEthG1nMNph7Tsag88OkoSPJqnIGGMaKijopvn/Bkzik2r7laYNYVZeC0AhHgsrimO6b/0z7O+bji0XIeSukbCNwGWKPXE0eYch2U9tWEs/V2u8x9AXQVT2fhyJbuNE/2B/j31uXISerKpvHDDOxJlcHPC1XtmrWUPeQlFsngy3/qlERqxqeiUtMrsILaAyFCaBE/3EM7S3bxihUBNm+gidwCDtc0z3c/7t97x3S33HbA8/DMZxTmfwBqVp2ZRtSh2e0RY8IaKrmJKnMRADED2wHi5pNpQtiFXhgTB3iJnXgyxaktK6RXLEEwWGqvfz2K/83/c6f/A7dDd9mklOKINAXAnAlOPPvpR948PvoIw/+QF/VMPC7alxCVqNswZj2Kcm4bPG83BaxCjxBrEJzdXgFpIbSDYVnnczu6z2so7mQyb3A8SrXPIRc3TFyBkiu8j4JCZnmAQWYky2eV1uZ82Kid64iOp9XH1eAFPKGuBQUfLd7CZIJkDcEAV3FBXOUxCoWQ3hG3Xdgd9KUooMW2j+SrCobrTgCqYoboP3bIv0EJqSjidI+HJWKeCGDU8l2QJCBABrqmoiNIm7hQRwOtY2FunvjIT1GgAuI1bJCUNC4gVSLTYnQuiJWl3qrA3Y9hHczQtyLhONWsc+ufvPm9Rv0P/2rf0zf/NPX6ff+6FV6661rQmJEKYJAXwi4rkP33jujR9/3Lnrvt96g/+QD/zE9cHB/X9Ux6Lsx4TKnAq+6vCxhvVVO1mRQs0pUpU1ilT2kPOS2sOvCdB98ODPAIQMSAFK2EcB4euc6rE04C7G627rihFy1dOrZbpxDdDEP6QqTcrkAglEMw+tFTG9ehrxm1SkYVyBWB3ycqAMPR3odTVQSxrJlnMRqku/zZOrSPVOVNGWIBQs/znKiq5rTu3t0VXfZBEhV6K1a5lzXiZljIpp5w5Tb0NQIwv/1uBro9FHZVkCOgVStsu7r0MqTqfJwsQHbrohV4KH0VhGmUrl7jP2h0lWF7dhPQP53z/4cffX52/THf/yOsXhLxcaLwHd8xxl93wfeR//Nv/03xgtC0nJceEADvF5BMisVqWPDmrXZ1jaJVV7HHcjYQEN9OORqEIV0uYDXmP3rVT3b3/419n4Xi+JJdfZ9X8jV3QiBXLVz5tlu1zyM6O6i/oy8z6Zs/DskC187h+xIM3MOzhNTnpeHYj3N9SpfCLrgMVzm98ukgB0lsaqhhzGdTZHtfZjJrPigKiEq2SONSVWqvCliAihJZlXhQqO50W/om5BX73Di0WxgBJAOb0JSHdFTXxlfepmH/mMRXdU808V4QkTBIbIKG2rf6Wp1SaxqchWL/ZAudbBWIRQXpGozW8b+DAfh/09/7Yv02199qb9KyJcFgT0IfOjPvpf+ygd/dNSyAErPuYkZB3m6lQeQjY4abROrat1SequaaLV3gMYcfYAQd9FV3e5FjKarUEkkNFmEXN2B5gAkATgvQ4ws90Elp4wmbc3Ed0HC+c0LpavaZOGwdw+0YbPvbbKOfb2L13ROHOwKsVq0E3CEg+chvFaPJzYc4Yu2TIkbL6BTJ2NlCzT0dABtzCTSoDiq60+q2x54ruK6R4BeQyd2CGHdRxN7vTiy7AKEIUJUhFRdR0dvoeGpWodU1W/F2Dr2QcybPy93TazyIdUFPsPRW8UZDBIAzR7Fqs7s9X4Hb9Xf/O0X6I03ruq9SH4tCLSIwP33H9APfei7x+u1GsdKrqahgvMErgJxprBg2VprdRfEKj6ovVZtJslA/lwH4dJpxfwdSkMGXuA1GE7IOwDSucGhtfyyzXZTAL56j4BchVdCG8DXq1mhX8NikKwKTitS1hEAn3P3KqI7LK3R7Iyjk1nZcNbqwy5ArkJvFfljipZRe6xqkGBQ0FudFsetKL6dP4fwfyw+oquaDz3rqobNeEaBADqaODRlt1UR3NxEHXq0Z1PPWu0x3R5e6mOiy1QSuGaXt86nikY/yJ68Cana1LYI+N47Uxo3JmPdB7GK2QvrFmQBbPeYV3rFTYTjNmrSlV/2qX/5M/Srv/bHoqlaGUH5YRcIQHP1L/zwd9Df+/6/28XnjPtGGEUsAdDs6qLIVVy42zQvd0WsqvBKj9wSh1STDEcRhyFdSahyZrfggvSck1U1tQvc/oyQqzvOtgm5apOfTwwuOIrZYeVyETJ/IWWFAIbSdRDT6+ftyiNAEoD9CwX+DVYbUjZExxM/yRuzHyAhVhMID32i+w88626asyagMIrl1mfHzDxv0k0h0T08nSReCvvH3KjWDCWZ4LLchs0F20ROVpXycpauXvUolnzoYza1ndaa9RPPoVMf5Kq51tMPsYr9T6xuUr1mqYEukeZNY0KqNmU7XdY/61t/91/+Tfrn//yP+66GfF8Q2IvAX/yL30F///s/tfe5oT2gdFXV5Xqzs6eaxXwHHi72nFG7IlaBjc16q4gCBKnaJnFo61hDpBI8Vdv2OBTibbeFxI5LICttIVcxC8PL+XwRchJp6d91UhVOYG9edDCuiFgSwOSzVh9zoz6XIAIX8nRFklkJscqOaDGB9kFoJTxXbb4wwYYRC9tQDqmNDqTYoSAJ427yveB8kLTgZGKXl0KTGOx6F/A5nnisVWIwP7YTDpCG0CuWsnWZx0fT6xbDuEEeHhm84PdBrOpewCYI+EBv1baxpcMGQyRZtK72+TOBEKsyS9qCwPiIVaWN3oRczb49Dw5itiiMdUmsanLVd5MElZYcuKCnCgmAphLH2DJHFKkndsbQVAVB1sXZU8i33bNPjI1hFx1RxDh2PIMqYjxdLELCPlBKmlSNCUfOd65iTpLXRdHJce12g2oPKTiJzdz9EbhCrKb6ALpI98zgXWfbEVU1QpJV7ZrBoanqtLopOvAo0Vttb2Db+mbc8sBrFfpjthV4gEOMX5b97J67bvmgqoh5l0PfTaTm+yRWYZU4wOOm2bZkVpysqkVCvq95RojVvpCX75ZFYDzEqlq915NVtbsX4WgdS/RWuyZW0RfYE0IWwAaSDB6qV0FIC7lc35piVDSXCuXukhuzwW7KzseNPZ8ks9KRX429t8EXoW4gUxH+D0LekvuVBhHY/SqcO+9eQ3e223EF+T6bnaDa7CCs6TPPS6IE8/cPQqxu9ALI1XcdumxYNhW++UFIZZcrm0UAQVd1HrQ3eesQhpOp0ilxbInD6LAPPcels6ldoQbwboGuqgyrbEOBqkbDyhqZH8Ih7NRQYr5PYlXFWyBrpV1hPBhXnARuQJ6q2nCFWO1wUZFP1UJgPMSqggneUasr0vb3+PD8UReCZpc+iFUggj2h5ynPVZMLSNV5APEIKZsIIJoL3qp9nD2FXM23R5YEMFUy0yGOHLiah3QZJkrXpk+SXQ79mOhiHtHbV/0kIMeFIBw2pEu2Ox1nUTiy+Dt0woVY3cItZlL1Ww7N1vVLV5tvfqK4VW/MLueUpr/FXgoBJvKo9dtxOGSCAPJc2YJl9SNue458xwodFwRf4CYVXnWywKz3pg5MueomQoU/Dm/nIx8LmuoNU/qkX2J11S9Yt/gQbwowORM5iI2rgFjj0JxebG7VEWK1OSzlTe0iMB5iFWGV/UiOgDY03QOoL2KVydVEt87EYzwcJqCret1yQqZ2R3nzbwehCWwgqXERIPdAP+cdIVb39K3rGukUwl7OQUSXclmx1oHagQd5YN65hidv82O3yBt1bhTf8LNEkbY0/kwM6UeHZj5kQ1UU5SZMzk/95j/jVOaCn4J/qbc6cem+mR16qxGHVEZym5o1gkCqhkpXq6sCvdXjiSIPZVxtog5yTGUzN1kVQGv/IMRJygoBjQZvjBpMVlUUYxCHIFc9g9hDE4hV9AeCLKABBO9VU+cdpasKL+fhjishVouOZnmubwSGT6yqyxuEciuPuj5mxpgmSTKrvvs77/t9Eqs4nEJv1USSLIxVpnKQ8lLWEQAiIFUXPctkmWg35tiKQzHLAvQz8+XhAIcVkKrQLZb+S52vIKsWxvTOFUjnfucceGbaImXTx3ibuIhsB4+RQaz+17/xz5BATox7o2dAsN7Peqtmk6vYMOK2UNb97KGFSUptirrZUOsvHXgOHbBnZr+TYx8Tzq5v4mwDUgyamaZmM1faPyq8Sco6qaqtGeH/fXDOGMWHvsv/uhnR+y3ABGJV1xLRKZh7tFfv/tp394S6rCCa8yWgKb3XfPuFWG0eU3ljOwgMnliNVeB/sLzI6X7eUWItRDMXF4Lt9GPdt/ZJrKLuOJz6nl+3GY39ngUjsAdcBIl8RGOvHsyLLpGsypCzp5BzO8wqIVa7OgPvPP8tdVVByEcmVMmo8QjJQoT/XyzMkJ+D3ioiBU12guqrA7VXL8jVTWrV+U9/5ekYupAmeQD1BVT6u0ozk+hbjzyaIuOyQR5Sup4c4h6Jrmq2vcSESSoI+0uOeOxDBBq2Y4JFm1UHz3Xo2DczmRU8W+CpKpcV6zaDA6o6pKp/fRUcTkGsgkA0YWdmErGKPvFxqeOZtxniy4owpBhXuQOeFIVY7WtmkO+WRWDwxCqpaC4T1gmsnod8CDOv9E2sAhHPhfePCq80oVwGAZM/Aw6uqAwz5LHgrWrKHtkUm6kMaMs/hNeqCXMgLizO5yET8lJWCGCOQQ/duY44WZVJOfJArMJzVco2AuzViyjBpTxdIlP3H37un8b3HXp04CuXVikKARCrKAg9feAAWcDMQkbr28AbU6ao7b6JQDgjVLkncNgzE5qQE2SGNct2jKhNrDIPHkGP1pBph4nDGCHuK71iQ6pmRpclnrzznsaUBgGfx0KGiwuEY/RdTCNWYbOaXDVlScc+GpcVy3DcAQ8sIVb7HpHy/aIIDJ1YxXyDqC5TSAWf1CHVlHlZ24kJxKoiVz1y3f7J53kYEhJW9XV+KDp++3gOa/ldyCP0vA/cbLuQq7utwQRy9SIIWVvVMNPpYxitfxP744Do7cuQc3qYVLBVx3lrgkVrwPv2qpjDKXXme8xjaM9V52Of+99iEED3H/gcmivk6qa9x3yAv3fmEbQzTSk6WZVZQ9AQdJCpHISzAZHcsBl4103YdqS3lhaCGzpMSB7Cus3wrlP6jypZlZQVAhoNDKdFRGTAsOLKYbGHVEvf0RamEavABheokAOAHEnfBYdTeChAPmIMRYjVNnr5Y/Rrn/kb9Ofp/6H/6hN/lT7TxidG+M7hEqsq4sQ08gd7QD/RW+1/Zl4ZvCnEKg6m8FzlpCA9sM9wU4FDxuUiSAj5EU4KO5qMJfx8oZJVmbic92EzNllI7LjEAUMddx4+h8iBizkIeUQDmzT79d+DiKx98yLsXa84DwnRW91tI54DHmOV8N752Of+dx5iM5+YPAS5KrT0OohA5Gzq0Om0/4Q7ypPW4UlK+J8MY8dmOsK/jleOHeOOPTN9RXZIWUcAE/ZBQq72jQ0IVa0ZJV21Tqzyxsiwgypr3IBcTVzC+0rBaCKxqslVZK4Et9rXPnalq2rmQayNOWdIxOpn//bv0n/07nWU3vq9v0/v+rl/0gZ0y3d+4q9/hf7b7yL6rX/6Ifrh38D/LMRqG4APklhd01U1cSWPaZrorZpSO1OIVdh4n8ms4EvH5A/LR0jZROAyjI33OBTSbofdst5q97MOksDdRYi7uICvdY7mc964gCev0nU2tbBnpucoUr57EzIVFq4Xzp7KkcVVieI0sYo/IpP52czjEGYpmwRQTPdNPTqe9osNBh4IIBXeJCWNAHomDBWpahI6qJfKZo7/lIipSNctEcCEfeR7rEfbR4GtwLMF3qpq4cfWo99x3gcOu745j51UAhAzaoeewlKFcQVyvq8+M5VYBT64J4XcRl9LukpWFRvj5dyF5Q6CWP3B/5Fe/fe/j+6l2/QLP/lj9HENnP7fL9r1HN0mVrvoufF9Y5DE6lJXVR15TCvYnSKASZOrJtTPJGIVeEAOgD1XO+w/kBzXCFU2SeDQBONI6oC1/M4iNKhG2VURYnVfFzmkZAG6K3fm8MaUZFWbiGPOOZ8T3bkKrXCUw3kCUabdWk93dlrrS8DGRVJuN0WsxhF7tZzOPDqZevyfu1zUajWogx9jAIAcu3eWJE3pybI4WZVhxGEH8Bf6hEpWZRapqisOYgNhuTMksyrUmnE9NHFcOk48wrvGh7O/hjETh11/2+Re1pcTOlmVSZcVadxAzEMSQAuId42pqcSqphW8RI6k47306rKi6w7p+Xv2E6t/m37355+kR/PI04RcpRY9V4VY7caIB0esxrgcNUeuZlcvYt2aOGZEMplGrAK3LpNZ4Xy3CGO6CgKjnDK6mQX2fwVj6u4CUZKm7gK32yAEa36/4qQDcrXt807sxHS9iOkSesX7zWx0TwAbeKsaFGC7sw84fwP0VqETPrre2t9gYHLg+2mPVWX20IQEuQovF4FuBaT2foYeJMhVpZnZbcGFTxCJ8HMm6vDkBalq8OytvMfUpCR6q+u9yALZnksnPvS1uhtXWlfVVM2o7pDI/lJEjhUeh1jsT3vSWzWZWNW9CjmSmd/dio5xpZJVjW+ms51YVaTmKb3wlT9DfyYz4j8vLD/5348Sq9siZhVh+24Qsq8/SYsPPbKadF55miY/8zOrkH/9DjzBf7u9obFa5F34ceq5DfkC1c5X1z1yP/b59XoR0br0wep9P0s/yTip+qHu9pWhEauctFQF41nRGX5Crna558kCxkRiFauV9lxtszM5YimK6HIBgsPgA0SbIOx4N0QRLheRdZnchVjdYzBaFqCV46hycEJ07d3r0JbpuLMRhmkGa9Vr5yHBE9ymGPFHDgAAIABJREFUwhJsnko6bccq2y26kDdckwJQn485W/c9M4+gzyZlmwBCpvf/n713CbVt6/a72hhjvtZca+219z7n+1DEeImFGxBCIokhsaSFiKWgRBAEb80ULAVEQUiiCCkkwhWseEUxWvLeXHLRijGKljSFvCQgmILhgiT3+85j7332esznGEN+rY+x5mOMueZ4P3u/7HvOd/aY49F6a623/u+t/duH+YGotm4ZxTwcW9+Cqmmyxrh3e9OsoOsDk7qdGKfUOIN4x4XjiKtZ4VCSNDEO/I9BpwH5JmSR9gxOtTfaVbmtN8j+XAPMA656jS/2XQdWTempaWQFAN3EJp7yfwLGnsWM2RXujSv7DazG4OgZBcBVyZxnuabdJwIlXx7l/df/5QBGxvQCRwDldY7VrPfKAaxGoOoJoJx4t+g7kUePAdV4OocDrMbNqsyGvrkjpKuGcfEC3lTXLcfVhJZmop701+kisMqbAo55Lnut+qQD/dN6t9eGTHacSgCRbILu86pemjcLrr6l0YZ8nxitauvSJnBkOW/2tllVyhQEvsiXtS+rnnZ01cxMrz2Ksa776RRg1bwymZkPC9Nx2TqnwzQa3rpQS0/JXG1qbPYWVE2XdSiB7/QmKDIAkGhmpgVWkzNKMu+t8q1WvdQnn8XCv+awwsbTJ8KJ8302NIFrysFV9JzlxFUAsUkWoK4Dq7FoaVuwnMKhXpGwL9xmjLyqx6LoN7B6hQbgwpynlu4nKANiUDIJ2pomWYf/nhVY/QPnHLAicnqv7MCq/u5dkjs27X4XaRLqNa3K7z4UYJXkg75mx2tM6DraZLCt0VVgNQZXJy70dNULCL1Z+75s+5Y21pCicED6wt6zxzFyHXrTkPgbeIwjIZuuiueXqoHV1u9dlnPtAidTNaRBXiA/rSsWeu0vf/qAOFmjeq/c8IfU8LiLwCq2djMlc3XSWuOLGr63kluyGJMdBbBqGhLVNzSr7rWpTn3P6e2daTq0Z13oDz8m8eHCc+Rm0lup1/riZCe8o6y7xo472NVqD2dUrZ/Sy5tzgg0FAGU8fRMP3phDL4D5prKW+gKsooymc6VT25qOPcFXbI4B610bu2pc4wNWr1ADSAxWRsBqSqbneVl+ZmD16r2yA6uX9CkVWB1AtirfOwhgNRTlR+/bWnXQN9PMakrDppZcZpeBVeTkOlEzqwrBVUMDRTduv9fAYV3rIBm8gKocWPR9WHD1jRl0TCfzqgb7h/WebEzTt8eOI09PBvgulM+rmHak3wKaQmXTUBVcn/ToIrAKVEVmy93Uk7soM7OpjWpfBAjP6jeLeruZw/2zG2M9ZRYl6AGv6qXPwJ3eKgBU5ZKWRWh9uAZnbXyPaaJX/YD/EeDQjqQE/IhXta/S4ayLBozw1zUx+gSsIg8y5injqVo8ZLUor+rIGaTHB6xeBkyLZo9mBVaVr/VN7tS8wOpRqf+J84izaS/frwlfU/Uz+g2sGgJn06yqzwc5ZqU1zazqO/R6S3e6DqxWybdqqNXgfwxk4wfKdWjHqQSwqZUfaN+KIQwLrF6ZRdet5HABP7z1w1e+Yiv3U7lv96H8tApURkMZcw4EW6ay6Zos3wBWzatSsfyw8LSbOaeGdhgJaBjnhMoJ+fOFAYCqHqz/llc1XaqOgqomrb6vg4RMbbjj9vcb6pT9wvOUkqTKxFXDqxoqAGTHqQSMRPrDq/rW/FFRAJdxE+Bq34BVTipYt2YVnzRjUyZzrIbFsEfG2m9gNRvHatYszj4Bq+ZdI0U7arx1mk1rgdUumSLx35CWctarWQvbrK4DqyYyccTjQJD/K7HhMrQR8IbSOMbGgef2bKq5AMiGRT9XRme65PPqepfQ9aQsusphxcuOLGdrVyfzRFVFEMrXNaDzsDLliPbnEd/quCP/w4xfBVa5lOyxb28neqJqx5kEnFDuJ458WHiViob1Hidl/VO6WH0yowLWgbBUkFXppBW4GQDQ3UQ5xO1IRHiO3M3isu7y4mGpx66UAoDysvK3HNQdkA9c6vsBxER8AnyrNw0QrPcOWNXSylCbU1LGU8XQwwr8ca8zx6qQhEi/gVURAyTey0kTpxPRXGhU9VryH198ThGQPXu0iYzVE9A3wQd7+GALrFZjF9XfhQZ5QzrIMQvvzOVAsHppvXXHPgCrBlwVmXiTUjE/YPwKUJUNhB0JCUDlo5m8A4gDzz/OgqtvKLwDC39xxwOY+rLzTZZz8dsM0iKDgEZegTwSJA9wQN83p9rCbqp1djMBq5jbYgp4yILWj46bjequE8o3c0+W02rIEkxWXaDAoR1JCYQB2arDWfXJygSXt+Bqcq7JTwBc1W7mJY3BcP8MM2AsKhqsKLYkTEoPU8sKuujLVPw75QmnmVXNfKt9BFYRNdUonDSXbWbF4R9lg/Dy2tF/YFXk7QZWacBrnuZV18v3Y3BX5H//q39C/uT/ilYVBWkv0RScNdL6tf9Bdn/i96eAyecZvDZjtX0bN2X/mngQZTK2/07VvIGBiR2Zu06jfKt9AVaRMpt4r0Azq5gCYOMb8KfP1W7VaFvyLsR/JB4MNePQAqtXNMdxNI7LE8nFe4jVzjSB0/1EnhvUpcwduS/x8cs2VFDVH+JpRSRnU21BNUFHBN/ia2QCVtl6I6z7masgh6UEOJ0xHAknzN/eVJNdxyk8Bjgc6LA6DSc42u8NBcBQFklsiyZoM8DV6kQ1mDuRVUf2IeBq0QFeCK8NvKrF71L06d3+nWby9pxX9ZKEaQaC7sy0hLCe0VdgVcFVj0Od4nQbhlc1kL2Kti4J1zNvdd217xmrKpcog/P9UUk8/zkGVb8kuE0vZLEuY25Sfp09Y1UU6PxZBcCqiMlMfUzea8k7nXKn/oGT741BVa6Lf2+B1brsJvt9TXxsDnL6zK16+YtJ/IGupSmP2idgFal5rtmH5tsDhAqo0ljHgqpJ3QPzoVnVGHoP5NOb7J5pCFeGioxl9zx4YBJWoNawuWBJDaBZ1df1sHhV0/QcjWGvXkUSVN/tKCOwaj4TTtGPC08WNJXp+5fX8P5wI/1s6ZU6aSZgNOVNdiQkEPGUQAMwtIURzJBu5hPIY61xnU29o5sMALIi2KqWuPuhbHUzZikAzu0K+VChMtSgyADzLPj1gKt9BlbxNZwy6yY+p99Bb7ZaPRBpTt4bDHSJGwSwqnNzDCzGk3UMUJ5P4Nn1Z6BsLmA1zprlEb/4azL9C/9Q/sav/3vyL73SDeQAaSUGVw/vCzD8F+XPyF/61e/lv/kzf0r+nWMw+fWy6Fvlv5Lv/40/Ju8VhP2/5I//xr8uaVm3fVTnPjavMryqwwRUDzoUKj+4dlxuQLH6Bqwikonn5UryQWdWu/2gs8aKqgrWBDcmoOoY9p5D2z8WnfdLvwtz9NNBZ6AA0GzMJpxV1R9b0/2UyzkQbVa12Y/ErpTKxoCrYx65gFUJAz0p/Jnyrcbg1rgFeKw8mA7NiB7mbiFwlViR8qYBZ4sXtjW0zPehSOAWw1z6FQCaUgI2zO8rPPkhoE9oyron+cExdGaNUVnC4pMpiEt4dqGjTYeG7MlnymUMMF/9V/YaWNXSSsOjrlm9OcSjdkXkmOdHhZ1Af344HGC1PzK3b1pMAr0DVsNQecDHMjQDSOnX6h19BFZNMyuT5PMWUGYoAEJ5jsGfekXZy7sPmVf10oRYcPUNVYVvVTlXRS5tR8E7MK3H7V6Twaw8T+WJ3/myCmS1M3Iay2A/AU84/6x73eqqTHMBqzFN/GLiyMPCqy0DqKvCuvZesXw+zF3NPsy73ySrbqjcNtdkd+3vIX/eD4hX9dL3kjl2MzFghx3HEjDlyjFnZlbZoDKUKls+9bNFP/qfNKpiozr0/B90Z+66ssQvZ1WejNf1HVjlM2Pbysq3auyKDPCha05GJTi6zAKr+WVmf9GOBPoFrBoqn3Ft10Jdt6C0qXP0EVg16xYc4dcpAdbwP/r+QFMyymkGMSCg8xgTeiwYeAVcfSNaBu943vpaCWhHUgJP60CetuPslUOje7AMRs1LVydVLxeweviCUO5mntxrZuYYxfb2XJJx+GHhKgiUVTqAhoCq1kUlZctpD9mqY+BFQl84uDANd944LuykO6n/pSjnhhKADLtrg/WeRT/mjMpqi9fuO4S/x8/4UCRoJ/dxDNZ5fDINm6rUhSEAq2gAoOqN517t7BnbFRsyO5ISsMCq1Yq+SKBPwKpPQ9eBNau6riehEOrEGUDXry92RV+B1SzgKlQ1q70vcfOqYhIa5q8oAHzaDbupzlszZ4HVK3odZa7qVWfxHlzFNDqzYeCZDNl37kU+r3zN5B3jYH8FNkilYJV7rb7IshCwygLluY68m3taulxHeWVfBJj2ngCAAGOAqzFq/9b3WF7Vy9KhDMF08OyzRuR7dwAgwFU6w16sw8h3y8FcrQTZyrf6Npex8j9GzaoG8/EVfoiCqiGHFRXetAe3Ajy8m1BtwUlqNUv+UIBVDYY8Az5fkozhVY15wKuRXw/UJsMrGkMKQkf+4t/58/LX//rvZviNvcRKoF0J9AVYZZ0aczUXMeHUKd5k8JqW9RlY5ds8F75VKKOO1ySSVejIvVfdsavVqRawYj1HvKrX9GPIf2/B1WvgqnsCnpL+pVnOW9sE7lxyYGPEgJ+e97Lzx5O0kqZBuld3oySokRWaFAJWESIKBMABJQAbMTsOElDuEQnlburJ+xlZvZf5R5AjG9UxcXBk1RVAVU584t4oWX83hOs4uLjVhjsjQ74yTB4OGz7I2zfKuslS1WZVlk/9RKKxNm11o5pB2AO8hJPU93NPOXerCKqHAqwy1bBqYVtziP1SBhnOul5ZCoCEdFjLOaz4S3/3L1hgdYB+Y4if1AtgVelqyK0bLzSGv9VNak28dX0HVlnHPcdQAsRrOgkuq52vfSvGqznpXsskHog8730rm0hEVcSCQ1wjFO85amaFJ/663g222W3ROST+Q4c+vfiy3gUShtbrcM7VBJVN0Tmr63eFgVXzQqFm1pG5Csk6HrqqLKC6PrjJ+6JUd/DRzi93M9/6tlnVpTkBUA1GDDpjU7dkhANiWB99oiYc5dDIikOd48Mw/l1LlS1fcapZIR/AnzGXcRtg3tFGg1UY1pCAVQOuitxMk509aValhxVNLqJ9eZaCP+Yg5y//PQus9mXaxv6e3QdWyY4X5XIe894i7t8AuFpHM6u+A6u6bgGuwreqx4PEgL5sTLdbO84kQOLBM53KbUbPq2QssPq2mYSuq3R8L1tf+1ZYeZ3KC1N62Qby0xpQ1bqcWAJAgwvlwe6GTHRuSrxLlp+WBlbNJsyVdxHfqjW2g/KwaJHMez9z9c/5hFhe1TcMjY0qC383bLGVt4gBoOWEU/gxSyJd/GQekrWqhzrRQErrvW0Cd0lhj5tVtaLUHXoourOogG91aMAqU3TezArAkGZVUEjYcS4Bqioc2UfRtAVWrYb0RQLdBlZNtZKFxg7RDaAh8c6FgoLCajcEYNWsW3CEO1rptob/0SIcCZ1QeoRd8LpeFVaaIf4wI/pT9pDH7ObK7+lQ7yp2yVnMhLxvOFXRnbLDfHkWiCrtSTHtUrm3wDeUn4HDdxAjP63H2QTu2kyY5uMmUa7YtBtd0US7ErPGfGfR9be+J4vtlwRWzePZhN3OTOZqlodem4Sh/H2sADOX0lOy6w6OBM4fgNVqDHsoEou+I8o4tMIxPghgdT4Z2BxX9DmAq+9m8GuZG66PeFWLLtsVvVqnbqMLiohsRtSs6toEEEO/m8K3Wm7VGiKwiq5A9XMDuZ9jQFUDHFqrOtcrXcuDg1z+8t+zHKvXbM/+fTck0GVglU2U6eNufc5BW0LlEi3VNDhlZ/n5+YccCll2PkxGaRlgicy5S3snPg9g9Rp/fFV7ryo0tCoGWAWLriAHvO9YaaDeUnJk8kSX+2vCKav+xy9RgRJWcIurto+9Pe9CedweVdiWeHCJn76+q8niLz4ZBx9U9B6KapMqr++kiVCupcVMxMeByOfnvTb0ep2zvCKPRH1VUTtyQSXAKuKiKcj9zJPbmauIsG1odRwKYXAiP1+ahjvIh1R6O9Il4PsiNPSyw0gA0PBuakrAbDOrU61AJBPXZISjMwBAWTUn63Vv62EVYXVxTc/6DSz3ay3jzruiFX+3Pvxy4jiqO2U2qm0Aq1nnPX0OsussVLQEjuw1ks+M/0sBnWIR1IC0xJfoT8uQDhpu8/g2RfQVHi38zvHG2AKrRSRpf9OGBABW/8N//j/Jj10WNP2s2SLEPHOHtd3SiyU3quaQK6sss+jVd4/fZ7ms89dQ+U/5P/tR1vTXZabzb97cC7LqQplgx9EePcri/brdn6zlVkZGAqtdKL989jXWWUxNPFgG1ByiXNldQdViwdXD7ALjPK59eVyNizqiMmAVUZLh8mHh6T+7bnQltnMnPiHr1pBSbrJ/Ps497VD51olrJqfTMwQ//qZrcteGVddODDMJaFgXAcgvp8aqkCH6084oAKIcvWiZt04t3YgIwuFbzQvScLRR5n3MZ5XzdXEToCJS1aKIjBusSZR52I7OdPupYcbyr4Tjj0Dq3/fw8wIfiAMvMuvmUXAOFh/Hv337HQiMKK3UjPCUS4uu89mPPy5/JV/RmhuMXku7dbOJP/IDFlgtrpn2l81KAGD1P/jD/3HBh+b1X/l8FpUEN27J7MyCX9a9n5nDMOK+LNmYed9/CMAqaxXl/2Qc4pfnkyT9Wl65DPV6C64eZhbLAoz/ug3Utuw4lQDJKj++BMofSgyIX2a7dZBU3nVgqBI2Ue3ci5KgRp7Ewt5UOWdXcRb9ePSkImA1hhg4CTNdhS9xrcbG+JopUtDGmDQAyiLUk8eus6wbZekOM74E10IHcD8zClbm2cXlZ55a5tn50xtOJzn12RH1xv3EEagTimAdBVWpFz8z5aaHTLMi829A2ezZagnB6PE//7XIaXc5jTMgIs8+dc4xsEgCOCepExtMp+ozgRCcomRy2HGQwF7KN/L6lfdFgNXuzwLuxmQ4m47UNsklfc6oJID3EHCVYYHV7uu2fUMjgXLAav1SxO/ceHHEMZ6N2blkNW6Lmk7WUc3Vd2CV2HDtG1A1DlOpmpzTn6B+Ne3lE8jotT1RTKNbQFUaSdtxKgEywD+vAvm6OT7KjzAeN7Y1a2HHUoPoBAysTBXcEPRwswvly2ove398+lERsGrgGkAOeI0V8LyynJWDWUyqSul7NKS9Kps4uyYU+XDjafZhEiZq6IU6/Bg2qD9beJWT83f4k998NSwJTedElXXfBkKn4sLnkOEM6Ox6jlImeKQr2HD6TK9Y7B1ZTt1XPtq+2kRV700Yvasg83+owCqNzuISdxgByHq2B15J7VM6kghc5fD0P/17f0H+57/xu4ao3w4rgY5KgEz0f+VP/or8+3/4P+roGxpKMWLCxcgpAYgBif8M7Uj1o+/A6nYfKL/+scvFL6M7VFASJ9rY+TwkDMXz4uPA6nWqD3fEngBVtdFZH164wXfEZr6sA/1jikgPAJnalvb9IEK02RrH0xKGgVZ5zUlGGGnAvOOwYhXIWhudWWC1hNkCqhqOQwsYJsXIKSry4Z9kjf2TtxMFgManctdVbDlx5ePMAkBm2Yoax8R2NVJHnaY1yMaPQNU4D5uTwhvVHWtZpzIzCxwZ89AmjF086Mu2AlAVGQ8RWMXdKI/WkaJwAj8FYbUjIQHdaETg6n/x939d/re/+f/Ip09rKykrgc5K4OPHhfzLf/wPyL/7B/9sZ9+RF2MthxIAkGysI65Yqov6pM/AKofqqz3A8yk0xv8C8iFrlQOvscc8abYzZkoAbOlxF8jzzm+dUqiLfu1pE8intckCN+PU/0JvSNm7BaTPZ8+UvkOZAN/q2A50gkDk69qXpzW8quNEAyvLWGVx20bAYRedRJvvxHpveJEOp6aLiSPf3kyUq8SOgwTiQvX3M0/uCIjGG0vrYg8Yz58xnvq8ZRcsXLFdnW42QuXWWkzHt6Bl8SMuXM8TV2YjLpHDmnbKU5xFYtevGRqwCgTvp/C/amYmfKJjdspvqANigeXn737/f8r/+Pf/J/mbf+v/u6489gorgZYk8Mf/6D8tf+oP/qvyx37+L7b0BtkfC7h668G3Oq6NWkyBFCdlZJdYviv7Cqyyhr/s3ubGRGU4TLbLVrpOAPyMrWyZ0G+1D+TJ8qqmKsVmH8oPL74eWFzce0bgoakQTAdf83mhoV0NhRZ8tOPhemYv/rQxoGpQoodE3zWhAmAVrlORbRCVKvddIhW/P4pGB8/EJj4UeTd35f3Cswt+iswJgj7MPW34NVbsmdKvPF3uK1bdDt/OHFLs/XRwjFOym6krUwUPR4zMp86gOUklc5USubENzXLGJ1f44UMCVnW9Utmk64YFV99WHEwKjvD/8u//uvzt//sfyu/+7tcKNc3eykqgGgn8yq+8kz/yz/3+zmerHn8t6xbg6pjWdIDVncY5FZ0CXlCfvgKrq13Eq3rFLGwzq7cFxMHFmKq8DK+qf5SNWY1fHcJdSAL7gWZVuxTcIvGBZj9x6N0wvj3FW3POXlTB1ZGky6+2gVIAQAUwtkzdYz0oCawawyNTNe6mZ83qIF5CIdKiAVZT/JECqjHf6thODK8tQEhs5op8nHkyHyEApIcVZ5xR12Q2lr9XXtXAcI5dGtgWlAAGPLRe6dQrGb5VMlfHln1YFa/qsd4NCVg95lW9ZFsxOf9IYsVcblVLKx2yqD7Lb/6D/1b+0Xc/yj/4f7+XL182lnM1lyTtxVVLAN639+/n8qv/7M/kn/r5N/Jv/eqvyfv5x6ofU+v9KD1d0Ny01qd05+b7KGGlXlhVpI/AKvExWYfsQbPoQ8y3muXa7mhAc2/ijSCzLu4F83ltQNW67aq52avmScjjxxdfHjcmYS7LIB5knwUwn/EnWW47mGvYi2pz0yEHzFTX+qH8tPKFbGczxutpywGrYSibgDKMwdhAJR8Sd14HVIUb6S1ng7H9bOkJ1AB2JCWwnDjyQPbhiOp49LDCDwT/NJ4txHXtB1Cl5MQPnNeDnLd+Rdkymaue8kJagPVYVkjDNLMaD/cYy5RWD1S84A8FWCWQziSbMNQgUQ8tHEtTcu6DNKtXg2mRv/3d/yF/5xd/S579n7QJoR1WAm1JgFji1nuQP/JP/Au9KP+/JKelRzw47NjohOqoAYXpG7BKjPy4zc+NCTDvOePOprqkTqxb7gjA1S8bX5tVVUUF1YB5NvAIE8cBqH568bWpa/YRKqjKfgvskG3amLMVz+VG3EfGKv0/horyMOefnn1Z51Oc7CrWsysLAqvG6mL+x5qrVHomUsM2gkwgU9cSnrdOKsJQ+X/IXB1jZua1ycUR0en9HQDZUL3SkRCU/9E3tmVHcokiS5Vs1Ww+h5NUV5azuFnTCBQoh9JwVkFjB2gBhj6wJg4q/Bo+dAjAKu7GyOa6LpgOy4ZrFYAjy29qEHunb6kHFy4A67BLl30OugDk7XKV0EdDOxKVU143q8Pvw1BuPFf5evP8rNMGUeHLsYlfRnyrRj7DkxL7BjKAmjKrPgGryqsKN2a2IPBE89AU9lnEPhb8SRrl0CkByHD+uvEzZ2NW6LY6fyto5375FNMj5PWpHLaLTF436Xl/33nxlHxBQ5kwHeDBhTaBWwfyvLGHFbGSFAZWCRg3EfePNaFTm9NNPGXcWUwxKmO5nbnysBhXZmZG8ejm9H7qyh3ZdYMMow+SMIcVBpi341QChlc1C+/P4XdahuE5tpnVBWUiDiJrdch8qwpwRNyqdZhV34FVNqqsVWFOgMLyrb7tofXggmZfA2UJN4cVAKs2a/lcE0xtRUyRlQ8hDQOTAQR4yJmXja/PpWuyo27cCCAblIQMmAqo2uRhRV+AVWSz3gXae6DooNqCap0RFcHlEtVQwVVK/6EAMOuVHccSwNf84nEvK7/43lNpkFwDIOaNJccwGyZeBlwd1oq+2hoKABKebIWt0eRCwGoQmoWtyYW/L4b3Cqpey1Q9+yASf97NPW1oNTC7q2TqcEZkrUINMCy3dBAPC/52X32pciUT0OJNyJBTcOwKr+qlV8SeFlNXZpHu2EX/IKkYHFuSET7QLnE0Y9KGTDXF030GVg2oWpwby1BKxEUZQ/XMRZ2foUwAXKUF45Ckg0fWJnChARCHuyoXm3sOKlivyjTGhcFGMzOLvcLgfzV3XbWt4TTdieMcU5XT5OgDsIpEAMcAVstKB4CDJoNDpj0soz9DA1cxp0+rvfaDseNUAnidH19C+br2s1FBXRSg2Vmxj8C+WANtXHAsLCMfKAGGwrdKohMUAFTZ2nG0r/613/nt3J5mA/+jdVAJPUKQyqtaJKAOzUnPw8KTe2oI7UhIgBKeDzNPSyyHNsDhOawocRA/NJG8fk+WZlVvfTy/9zxHyAo3zZqGBHGUnXaz2ON71O8MTDSGV/VAAVDH5/UZWH0t4y6xwwSWnZNCZkeKBEKZwkfruoPJW2UjpnZFZYWd84QEgH2UWuMKC9RV0YWhgj80a7LWlS4tpUwYUDMr9g5t0ED1AVjF3zwDqpbMONT8eiqZoszVq3Y4wguIkwBXh0CXEPPxojt2nIOq2FQov3zcRxzwZVYaEw2wxYISYKg0LcV1CAq7UHmMF1AC1LEZKf5yhX75w6OvyWA2DjwVX86MVVPaZLvppesgDpwunmUy4hQ8XLi6UR2A3RUy1ks/whERSH8AIFOvNAxzjku/7EY1febxOZyMlRnxSertnAWtTPBQ5i26+1vMae5BCzAc2ahdRWXudUq+r8CqHzrKAR4qD2jxYcj5adY0PGC+uFQOv9QsBeVbHcaaDq+q8lyX0poqJNu9e8SZvPFyVWbzpFzGIgqsAh4OxzNXNW+mnBv5mGZWjDKerKr3yn8fPazQ/UNW/vj8z3jrF10HVuHWhx+btg4YAAAgAElEQVSzyoQeBYAGWJpblWaYmLnfXgcMHr35acOqZcexBDQDfB/I7z1V34DcdULNzDygIf30y3VpDBRsfW5mFfOqPm046KpLSv29by5g1fCqWkGeT3esV4YXqVzHSdwPzWQ+3ni66NtxKgHlhJw48jAbDnOd8qpqowI736ezbTYbKpsqnLeCP44ouFqi/HmoNknm4W1EmTCEb9xFvKp1f0sfgdUAULXSo6lQbcvQSVg/dq5zLOWAY5R1l4Ox69bmt+5vMlUBDUuec7X5EbU9WyuWlHO2WhPApOauI3NrVqlzBwf/IuKj7avvUf74wOhPG6PLwCoxIF3cSeipepCVqX653/hh1WJ5vV+fwdWYOgJQtUpAvjZhN3xj9p3fPwfyopm8VS8uhiccmihLCZA2saFWT0Jn07fBEgUdy+dnDiuq1pu+SeMcsQi1aj0zsIqTWu19BTqsKJOTr1l1kPeWSVGIbot8ATgAV7mdlfepvKk6fTf15K733cwdJVLf7E03PaM6drbj2Q7DQLlbqmIdMfvdULMy51PXLgoJNxaI57hKmdDnym4FOCIKgLj4q06r6huwqnzFyo1ZtVRicLXq+/Y72IrfXrMUFFztp3y0GVPU5b563en/HJOdE1NrVBAGvgqEzFUFD11TvmxHUgIc6tzQkKiHtmWanBkKsbZGV4FVNvFbP5B1jeWmx9lj1rySGthXvlX244CqZRqdtWWPdT8XX/N5RSZvzFdcz7rCgcXUoyFWPfevW0513T9Oo6KJHpVMfRokOn162itlja2jOZ25IAjlcRVkA1YJ7HZBoN3K7UhKQJs4KKFWddLBIb2bmWZWFd62uhds8U6EnwTSP1t4Mu21cBxZ7coShrc4ETU92nBoxZuNGh4ShnK/8MSzaQqpwqWsEnC1rwnzLFNQADS1Te0bsLoPizeressalT8q4q2zG9R0SbFesXb1aVWPGbToT0BJblN2VYPnr+2WMa9qnSEyunPzqjt2Fk4n02RHIR9GH7LC1a6i7G/ty1Cbdl6/cVeBVW1WFSUeXP+KYlfENFFzGw9eFGDfwFW2409bXzl57TiVgJZxbwP5/qX+6uOYf18refFwPQMR69edUBaT/lTfEv99efFlzQbLjhMJAKqut6E8bzIAq+Y0FQoAm6NwrkeqWpQqx7xIFYN8UAF8c+PKTZ/Tx2owvrjSDj7an829XgJAcZkKmQp2nC/8BwqAumRDDH0LnYQtXU4RcSjY1s20f+Cq2hVuucF1v0/AqmbU1XRUFzcVeeWtq3g9rMsXNHlfRMLBBZmHfQB/jGxCAVQ1HOAV17k3KfyanmUywA1NQp0D3ZkppyiwfIMOrs6Pquzehm9VKRN6sqYrHy+ZqvBctzydXQRWAZtXe7P/rHuoX/bg6rWL1iVZT3pStkwcQkOmJ5JW6ledulWz0vsjjpddKD+++JoJLrUzdxvcaKYYho0dkhhSqP1iONTpuucBOIRT9XFdB3VEpWre8M3M+r3diTyt8DnhWxmrxiOx6K8jjsOuT3zD0jSdX4P6AmonNGn0P7udKB9HvxLGm5mNu6kr72c9ywAiwzkqcTJSspZ1rC048Dr4tM41kkB6OaOZlZX/qWxMMASwCsDaJ/FwkAoI1OToC7Cq/JgaE9Wt76Hyg1O+bF1bUhNZxwFXkU8fwFWyMVmvCB7tPvUwnzHIrKBqE3vG0GyDaYRGwyY7UmzLcWSp5ZXdlw8bMBLqyna5r0IPugas1smreklepoGnEzXGrUKqw7oHaxX70K4PmlWRkdkEIN91WZy/32YfyqfVcSZvM6hC3MzKxg/pGhMnI3TVuoj9XraBfF35SnfUh7i1KdskDtztQ3leHZrAvcGxCl+UaapTA2d4U99c23NQNEDVujfxCnBMXPn2tj/p4rUJPeXGyOf9zFVO2maWiPJfB7ihTeAs6nAizHijipNqpolDKAvAw0kMHqJNXV3ayutd3jvAPXYzdTSTow9SwRe3UaHSB2DVZNU1k+cWUwKQpNCHjVheu6jiemxLm311uGw5Lk4GVCUWtL4xOfMxr2qTG0biHIBVslftSEqATSrgqlnNuyek2K4AVTlE7sLoGrAKOMbhetOZvOCGC7LHHAN420P3U+3E97gdzlxFZx63llc1zaew7/xx5Svo3DznqTlsJx40dsUbds83t+eLQ5m59Lbopkwo/f+6oudJN9ar9ubp9MladeKH8rI2vXJinb4IrJrT1GbKMLoipDzvEXcr1xyOmk/HyVx9v3Dlvqdl73nkWuRaxA8lgGbXFblBg79Bb1j87UY1KXSlHfGbbOJgbBdQfjqJF/qua1CDyiomGKLZV9fZSFjSti2t+X0AVjXjsCHvGGdgwctGZqbb0WCxSUtKe5Y2TXFMCXMXVy78sfIVN5KO2fZs5H9+3HSojb4cAPK32qzJjjQJTF1Xll537Yo9GKBqS0tWQmRdAlYNr2pTh+tJ7aE0dzGJASAbDx5LiLXd87qZ5ANmQTMmQHk7zgCgMJTP60B+WgdRolzTem18Hc2aTDjY9PO7rRE0auYQB0oA/E+XBmAqmaqrHTuIbr1bm3LCF3Lwt9oG8rI5bZOcAqwaAyCYRqA2T+EcoTZdyhslm4+agnyz9BTksKqdnJOF58iHmatZQF2Vj4LxeljRpjvo7rP3QaDAatMDvlXK3icgHZ3VnqalwvOMorLYk9mr4ung0PVKOQ7becGuA6v4HYDVNrJvCKJnBjm040wCiGSi8unmmk5bRcOraifvXHk1UwG+4pYCZA7blSdc4x3mpysQXVfM3BFiwoUbM/t1R4fZO+w7wKt6PFNdAVaRzcsuBn/a06WYb7U7WtOeLNKe7HVszcL7PW58eam50Vm3ZiH725Cl+nlFFnj239RxJTVT7LM4dLcjKQFCZa1k6oh8gkDk69pX4NDkY9p5i2cNYJVmVSqbs/ArFViFm2QbN2Sy2n8iARBq5NNGQI3BfXvjyYzSZTsvCQmQefgAQNZB4cR6g11ZlCG5TaVMZR8d5LSh2gTS2qxJj1PtHJk5MKsFEiGDYzExJXJdGrzhXjkg2/OJXQZWcTcAzm3CLlr23lVUvmVlxt2wXnWpmRWgodoVWXUty6eLj0c2ZEe1ukeNCqWgA7jR0tw2LbyLsyS6eb+B69ntyoYwasrZwb1VF4BVYmS6uHeFG5MKuK6W5rZtcYSBUAJ0JRxc7QJ57JDutD0/h+fTr0Lk+2dfs8DbPyQN1C9TUSCcDr7uMLojsXbfxDSzIl5u27rUH28CbVjFgZedq1dIVf9lszOgaloyWAJY9UPDbdMR6p92dfzo6THEwKLvA+NrD5CGl5UwVPDn441nu1emaAbT8W7qyv2ke93M9bACu7KnPmczZ3wNoGqbPgdL5sBiMYVv1Waunk4Siz3gquGj7dJoi1f1WAZdBVYNr2r7GYdojOeQqWALl9NsR7N6FWDthnzITYCP19LVpHs6bebVkca4DjGh51q+1QuLEpt4KBO6kAGkTS5ajnMurd1dAFYpNaX3QBcGaycxD9U6lskmOSOALiQhdMGu2Dt83vgRZU0XtKc778AB4C+fAs3kNXzFbcfvBkkhFDwcWrT9Tt2Zrxj6RjZUMrU59LBCeVXbfItuPtv3A3lah7KlFDANi/q13/nt6G8MX8DGN2UqXTDBLolUN6lB3MSh3Td7N3eFP33ofNqkpDQYch15P3XkNiKF7ILLBtywTeDSNYF0ejaphxOxJjXm9FkE0ACHlL23f7LbnhwuPRmTupmY09QuDNZ7wx3a7ugisNoVUDWeGXJmqbiwfKvpuqpNU5BP6xsfER8AyFZWpE5UTJNFiNwFHFwbxYnI3cQTr3VP2K4fTn862VFkrpLBevBGTb5pzKSqVTltnh6/8dFtA6vEx1AAtL2Wn4tIebBt6fJFzeHgoq2y7rix2Y/r/SttYZN23Ydn0azq64ZksK69renfwJ5CrZ6Ks6YT1bomkqP3UZoo16xdbQz05dOzfxE4bOOduvJMYq6nVaAZq5fWq9eMVXLpSBmPuX/amc6uiC75HoBjXQmKWOwfFp7cUbpsJyoxWXD6Pcw8WWjzgnaHHlZolrMtLz+fCdNRr2G+4jfUQYn5XQOszhSYt3N2Li6aEUG50fJhqmZ+A6p2IV7sGrBqSpUjCoDOdDY2RxX4ZscuWgkvZLJ6ReYtlleq3mg2Zhwwtr16trt2J9crc7AeN8btwj4wBhfwy0sF5u1ISoCmII7MAVf1L5vVa20CF0RN4DoaUrQJrBIbPwGqdg1VjRQJcIPD5Ga1ph92rJQATjugGOryuCEb02+12q2rMwWtBhQA+6CLmhsqrRjgYVsHXl2dt/i92uJbZe/w+Xkvm7101ie3N3ehvKwDWW3frrB9BVZ3QaC8qp07MmxPgq9PjkuVO5FJz1uF5hQVcHVJ6XIHZNS1VyCz7v0UyoR234zyf5P903xA3+6Xv/10QEzKVLQ5SscCajDV5SzmW7XWdTyTZB7ie5SPtiXRGF5VU+behdE1YFWbK3bU35ALPqMOrCXd6YK+XHoHRDKNNxsNC0jBn8imOppU1+rUvfKqdhQYY/Lmnsl6tqaVAq3S6V3LK5uXD3EOMWDX4pxjKbUFrOJryFTtStJKmpMBAAJcBQSytpV2bNE8uIobXu8D+WljQdU0nWXf+XtPftS3ortaqxzzhIP6it19z3aCj1D3WHrY3uApLuX/T692ZefkMPehbHehPK3hnH1bI5xf+2t/NeQauG1sQJ0U1muzqnYs682nKng49zrHe9gFUeEOyKx7D0DWwguhN2S37GgA0hEAqAUxJB4Z50KFdMbtqGy0DMMTuZ2x4rehPV2YqcvvYCgToAVoRzaAqheobVoRXJeA1ThTlc18k8FYHsGDq7ZV4pTnPdu41mT1Gr7VJkNa/DLVSuawoskntyHlfM98BZ05BFRu/Xy/b+pqXmvhAB7aGUyTueu4cuOZZnFNQGTaBO642W1TilDgOW0Aq8gGcAz6ua6POHvMNrNKnylijSb5Vjmo+LTad+ZwvUv6S+z3i6dA4CzuvmUZ/n0qBNkvm6W1owtsS5Mccz038fj1LpAvL9eBwybepWvP2AeBPL6kN6s6f1fn3/6d3wrpFmfBn/RphBhbmzh0MZoOAX8c+eZm0lr2WNeUn/eJFxMCaOgS3rXQzRx7WvuUN9lF4lhHQj3GcaMmDt1d9jVLwXNkOfO6qOKtv5PrBHJLRnjDfKtxpmqXNKcrwCphqWlWRRZ4N4FV3ouhTUHaweVbt51rLxBnKTTpefSwQikA0CK7Zh3PEfQIZCjESQpdDAXj93VDkRvP0cxnO44lYATCgc7CZTNfv4AAOPDHXeCPv6YLTQOrylUc8apee7eu/L3hW22vUqcrcrj0Hk2Bq+zHv6wB5LtABNWtWWHf+WXty6cVNUt9CLA0WlU6CZoHa0JAL967wXl36E/gyrTmNQtz+v5xfzUbs8Ev79SjvsI5mxHTcf7N3/6tsMtlGG1J1mxO481GW29x5bkRJ+TtzJP3c7vgp0mLE2ayVpcNAkCAB5zC2+yf5IyYZlWGc6xL4Fia7rCO3cxcLX23p6jnEgrEc1y5m7na4bOJoZuxjvCqHn9vV4BV08irfsCgirlWSgnLt3pRlBwKAgJ5Nc9nnI2putN1h1yF4uW8h/KAa/VJN8/Wzz+HOQRUpewdHbLjXAKGDgD+/TpzwlVvoqacfTCrpoFVYkAoANSueqSk2q3b8q1enLG6m1kBHD5tfeXkteNUAvh+eFW/e47pEfpjWbwp+wjsqw/+smnd00omr6ascN1ThfLlmSxn7Ko/etPEPLCWr9ahvGyz84A7f/q3ftPqccrs4MA5Ue28joWULTvyMHflnhowO04koLx1niPfzJrhW8WY4LchqLaGldj2qVzIAu+LbMgeu50DHsaLjV10zKwaskFcjvLR1iyWroKqSKILwGoQOhGvaj8WAG0U59AUBMCqZuXph0gSbwlABrhaR8Md438tr+pbqoGM/KjxkF7XIzWdReCqjQiTM4y/UXBVKRPqmVSy6jQDvCeBTpPAKjEgFACH3gP9cdBKEwWVjVcnLN8feSSPLUTcmhowsidf7QN53Fpe1eTOSmSzDxVUZf/Zq8Uq+hjTv4EOg3Gvn3p8c1+tizB5rs2+qpWLdrlfh/J1DajaT92pY07j6jpwQCgA8lT1W2D1wowgzD41cidQ/GbpafdTO04loNxjgKtzr3YAiGBx51tQNamDxp6wq75sNuJvYK2/m3uWYD3FsThhIPOpJ/A9V7zenzxt16FmVediaBtYjXlVe7KHN5Be5ATIUFC+VbtsnamVKclnXY8zD6sEgczRlnPEq2qjhmMJaCbvaxO4/slGM1wicNWaVnL+2JyySZ0r8lydhF55VckCyrMTa1nFmgJWlSJrH0TgT8sfXfDxcTMryxOeLkCTfVj9kQ5VgDSrshW2SbkDpv744mvGaj8oANJ0h5gnlPnEVdqdKuOdgqbesZ9Fzay86uqYlOd6F8jnl+zZmB0TSm2vow22A5GvL6YJXJ4NrgVWE9sZOJFM46E+jThV/Oe3hm+1ulCxT1K4/K6aeTgxzazYU9YBAqEzmz3NqrrJb9jmTMKtCuDco73GibjmE0cWU8DD6gPGNuel/LMD9TXKtwq4Wv6GJ3cwWWOmFLerHrlNYFXl0yMKgIR6hKFWFBwywitWoJ7fTpumkNlb8YJFrirl/2Q6d9Wu2pw65VXtsM+5JhvCVzh6AQ4BEO1ISoCMefho41yEKlYvbQIXUQD0SeZNAKvoJODYZo919XsoD7ZXffZYv6VyePuqwVUSVr5uA9UdO04lwDr1ZRXIZ8047P9wtZmVY/uTXJhKzZivKCucRKfPZDnvLWZxLm4ORp/gcoZ/LuewwOqRwBAfCLWeiPUtFg1FAdXl1NXM1b69fk69zX05c4t8yFolmK5aPnHQ2IMGp7llV+4HUWaUz4aj3/wtNzNH5pMmW8qUk3wzvzaLDpvT25mrHElVDjRmm39dq/IVrt6rTWDV8KoyqpX71Y+u8IK4vNKCq+lC1aYpFfOtUuJumlX1V28qVMGTKDA+rOhTxVJCFpHPRHfgWzXAfMcdaT0T+uZd2aDeKN9qNT4Um6JZVd8k3QSwyiZ+tTfNgIfgdQh1FjTGbUFvu/zIuHFmVXyrAByPu0A5eftmV3XPE/tOAOdPL774g2mUHCrdxsR17XynKpChTJiUPGznjOLrypcV3KE2Q/hE0viw1SaUl00xn2OB1SNxEki/8iL1dLUkQHx/4ynfak8/oda1CIf97Ry+1erA1ZhX1R6mJqeOzKggcAxfcc+HHlwAHtpmVikzSedKR5bT6rIPAVUBDslY7bIvawtYNaXKXZZMdoNn3cI3uxUD89nfoLtXKvDsmMYOyKnMyvXarMpygF+Y8NBk8nZXHXK/2UREm3faWouk6IzfMeBqGbsCtFb++LB/VEdIpW5gFbAZUHVoZdz4ZEu/dtklkRVehkMd4JBGVc87y6uaJuXnbSifVr5WSg4kFHw9ANQmcRreDiPGzb1wX4xQQl3L5x69LYrJhqrax3Ugz2uAw2L3qOp7unYfbT6+D+V5Ba9qMc5ZC6xGs6qbVLqVd22WC7wPe9OfLSeyqKE0t8DrdOonmEnMt1pF11zsDsyQEic7khLAMe32/cvguDSXgD83M5pZ2W3quYxYntlkQJlQFh/DmmJQtet21QawquuVrvlDCYqiZlaWxyZV3WNwlczVMgAQEc4ucAYR51TtF2JeVdYs3WwMwbSi4ivWraWWD9o4JbFuOTSyivlWi23kNc7pUbOqcxnUCawSI5Nt2MdmVdd8jFKwUU2AXx6Cv7j2wQX+noOLogMwnmZVQwPki8rj+Hfwqv7wQif34eyvjr8Pc5pOzDJsVmT+zRpZLCNCZXxPXnCVCIBMzK9rXzEve+R6rHWh0iIAOO/J6Ck4LLAanY+gYDjvMqdrBeeglp9hcD+7NZmZdpxKAMfyburIu6n3yq9VVEYKqipnlJXzuQwJqHd+vm56Reehqd/BFTufurKY0gjNznlykyrayApO2jLSYU0rQG3TlBqcPKcNYNXwY4KrlpFyK+K68FDDacAGdappmUP5rupkXAXf6i7qcm/htcRqpWBzTI8wJPWL+VaJCQEQLSVA0iaZ7zvNACqWubolKaOvBPI1Z6wC/GyDITdHCeVmUn9j3OpWkmbvRIxC5mreARBPsyrT5d6OYwngan548eVxM0xQVb81DMR1XZl6Blg1njm/Hg1Xc6BMIF7OUZ2szapCBVW3+yDaP1iZxjri+wZUNVzOxeUyemA15lWF92do7vt26sqHBdl11h0lACAoE2auNrQqij2zuLHo23U/uUllM4dv2lMfpzhJcSfVtYUx7lw512ZW9hT1/NiCTHC4x4o2s0JjdtpUpx8euWlg1fCqDseejvVHMzNdA7DakZSANk2BMiHnJkMpWcQdZNZYFXqCz1FuzAGrnRuGWq0zG9BaXMXcx/cA/LnN2ZCINUqb3faQV/VYdnVlrNKwdLWPSyqrnK1u3YtDdtPMqlvv1ZW3ycu3yt4KUHU9gEZnVc8BeysaVX3dkMmru6uqH9Gp+3nKtxq/0rC/NZ/gzf6I5LkpTZUziAZ9+enFl/WuHHCY7z37cHWoZf/wqq620PkUowB41dI//Vu/2Y/da01z88qrWtP927wtdvZu7sq7efnMzDa/o65nc9oDuFqkmZXlVb08K1pSGYRCUD3UoY0Lpo7MaF7guJEjHurX5vmuw2JP5qrho80+Yl7VPlGyNAmsDo8CIKkbWgJGiVPxCsLsCtezK5FNXAKWp0WlaVZlcxXTpts0qzIHpEPHHNGdO+XqtZmrabqQvZmVWeeUV7XnoCrfUQewSq/S532goPMYBvsJpWrJF/KMQTT6jXnA1a9bX1a7wCatpGgHvKo/ruJM3uErGykWgKuHw/bhf3Mep4B8iJevUW7ghr+uAm1WNRKXnFmMAKnrLbIxB6Vlx6gzVocMqsaKAa7xYeEJ2at2wT+YSxzqkcEBuDrPcdTMbylT2fu2q3KaA2KTqrIZeDzNYn8z82TKv1C5MvQPzrHa6GLv0cwqe0Z4n3hVj0XRFLAag6qGWnXYwSUWRfOCLKfwOdRyEJdqVq9mrmZDnnW9Cgmmh60zRSdX16torRq4WamIaGZ161m+1XN9iYtNTVavOcC45ICI/JTqqMe8qsffXzWwimyeAcYGADrn8SuaPUbTnTw/GtG1WZpZwatKNiZ+2Y5TCdAE+JdPvmz8MR2SQtFomncSEg6LAqsKDQ+jw/a3m1lps6oNPrmKZw7rHlsa5MGrWpFsRgusaqlySPrvsBQk8TWh2aB+uPFsM6sLUw0dwMPMkcmVXRU6wyU4pq0fRN3KbQj1KlbsCZ46fwR2FX20goczSwmQZlqOE6rvAVzNYiVkjO166I6bAFa1SZ6yI2aRZA+FePbKJjMTcD4beNj/L873BchnRomcYs+XZaSlysodmu/+Y7kadvSSdFq9ExUHgHCt8mcc3iTvFDlyS7XFG3yr2BWgKlmZQxhVAqtsqeiqTBn32Ib6ZY/sMWtZqTEh6/obnJAccP34srOZqinCw2//4imIqDW4YFw6hkkpJUBBHuyh+yJAZ3xP2qq+2QXy0yoYdBVpkfnFpthbPb4ElXI5jxJY1dKvgJOPvrD4FVGZo9+EoYIb7xeeyQKy40QCWh43cbWh1bWGRAde1RiRt/KMhYmToixuTCdiWrY8AVyNwQ2rD0YfjH1gT3Ezq7fcjoI/NGTqYbhYN7BqSpXHA6rGeoIlsVzlpZMYy/KmWb1RFkdayx3lj7cUABfVAdlgVyYDZixaQ2WF+d4bSpcdtmFDzy7IP7dk1kERZZLmj5XD7BmUAkC5I/Lfu4u/qApY1aoTGoAoh984xytViwVXUxXgEiUAfvjzZq9dua1HSoru08qXL2vDBTkYx5PLRYTqj6FfG3xCXC65mItjmiitZDpal1irPj3TrMpa1blYwSyeVjSrqrbCdpTA6hgoAM4VCDu7m7nyHr5VmwSUcFucMN9PXLmjIdEFp8Z6trHNqlKkY5wSZV8KAI3Mf7NJnU8c5VylrYwdBwnE4NjN1HT3TBua5QwI1FO9qRtY9UNHAedxjlDBQ9duUi9sUtOaWUX8j0dd7sepO5e/OuZVHa9dmZUKcFWXLTsSEqCsm6xek4vA/zNxzhD3D1UBqySpvuyG36zqmrkAzJPEYpetdEmdg6uaNbbz5XnLcZcdxxJAHvBi/vLFFz8Ys7M29VrghlQK6oHoUE62KlN5Ey/HfKsAh19eAlnvxlNFmkeUL5tAVpvqOWdHBayqw455kfJIfwjXhhBAO3I/8+Rhka00dwifnecbcEjKt5rCkYSD2sKrOoIujHlkZkzKlMRpE4eRRkUE0GStmuy6MQc/Se0BFuTg4nbmaabUaf6PAVUB5Ps66gRWlVd15PpERp2WOI0prTCHMVCyrODzq56Y8v84GzPHrUZxqdIjRADZmE2LtXoKT7hDZrhds9KUn1hwTlZvJJ4h8aoef28VwCprFQ2HoEiwI+rWbZtZpaqCRsmuq4c72BS0EV+2/mj3D2/ZC7yq//hxHzXJs4kb6A6UAIZi3q5b57rDWmUqmRx5WgfydY1dDU9OYDJlwhYyeMlWraPCdnTAKk5qtMt+aBrKvF9M5NamKaSuZQTS3849LWE+LpFTXtXAGKHd4J+KTkFnPxik886zQQBTvePQwrHBz5mGqC3Bl3k7Oz3UoTrFcIfacS4BwB+lR9DS3eEFRllnHP9CIL2Y2AaMl2RGZh0lYKiJ+mOlZdEuZ1nFPJrraIryCv6MWT56ChrKjetqMyvPsV742AiQBqsVfKtk9iIuDtfH0uU+j0Mw1VyBrG256avYDABkMlftSDtwN1RRJGR8XvuvDQStrA4SYHuwMcEAACAASURBVL/53QuZvETJDLu3MHBqKHMoAfgfZZetsuZZ9vlRclJZvT9+Da0UDB359OQrHdTbAHRZAZSbgyKInPnWEhznjsjzS3XNqhLg9p/+rd+sQC3KqkQzv2ejoUFRBXrUzBvX8xQFD5cTzVaw41QCZB6ygf/mCACC04aAcSyNY7LqhLaqCh3hsMImKRi34nmO3M0NgbjVl1NNQiI3E1dpE7QJHMBhuTU5q6r27joCRmjqYrsaM7AaTx40xtpxeeTrd5oyI5Ibz1UAWpvA4Zp7p/X1vzBreczlXP/T+vEEBw5+z5Wl169te1X6Ha/Tl8JhcLGlZoSbqpy0UfZdylb6lH1+EU015AiHKsDN3pZxJzbYr9ng6YsW864NVApGi2Xm3XAtF1tM9UjmGl5zSan0sNh8M5VuTzuT6Zx1mOOgMl8eP6nEBlg578u9AzIwfKmXB2v5aldUO7JKtI/X0WwI7tB9Cc7ZWPbpDZ+ySCUG+IqagqGXcYTD3uLadFwpauwZn/L8bN7KJIhd8D/R3xi2m4K+IF4Esgjs7Br1A2pLzQ6+lL5DE6+e6u1RZKwyaQFl3E3PXrO6kvlpKBXg4bdLL+KPyvzTUVxIIH0/dfUPgzIVm6manHotqYRz1m7iX4WDbSnfagzMH/mcUBeuKpyQuU+RdbDsBq6sA+Dg4nbqKgA9RoAj6+wrqKrCLhbslJ2nLv4+pgSAbuNcKgSSucbrDYoH1bmed3KxCaJNQJnzvfny6Cfnv2Xdmromi+PaQVfRDfXxZ+QV+bm8dGtddEeC7NQNZpeg0ZpIeEWcZ/EJ7/Yvw1BBwwmbsGvqqBnR5nOuXXrto9lMlh3l73Ddx5rsn1CmUQZrmls+aGF+f62/Lby5jLb2ZQRRxhai52pTmdOeKWWndhC/J5kH3tDXhMPEV8VJCWUmsIyo8uvrq+0fcKlcLxCDyYAqz7tQvqyDq02Dcz1gSBfTvJOy91cbLTZfQxIJ37LzA/nuca98znacRGW6PsMb+rwKZOZ5Ale43UYktQSb0r0oJlVmDUxRwNEAq1tWuIqF11eDZhMK/8bdzJMPN/Ug9n2VTfzeyOfD3JWJOnETNlexGe27XI7fn8DIdhpMzqhmZk49LX0/9Tlm9+SH5Zo7GNAkAldzKlR8hllGlzXDosQ+AK7nCVQkBXBmBaRyfvP55UWgtPiZZZ5tMlPMafJbQ+WjZe82iD6Vk5EbgPypBIuhEjHtVNMNEPTdD/+vpDYffs4tOeTi0OJqs69IZMVULJZ3ef2MYKGCMsjvA+dQJmir9/LvXvClu/ez0ByQ7vbXfWtRHDzx0WSt9WQKwiCU3S4Qei/eW/QwVX+Jk6lGQTx2GAmwzAOqPtKQqUzgMEiBhrLai/z44svOZ82yPM8Xp5lDC+04DYhoDUypI1528tPKZsif64zSQO1CeXzxJYwgr/mEhuU9WWwb9nUTx9HeKIeDi2pewPnX/vu2qQCyZxykfXJ8+nVRHFG5g5qgDaZPxOSGBIr5s1Yp3ygzoGPYY/UFx9U5z3DfazyYuCGagryfwbeavKGWsRROtzH325cRZDEsIfEhp0yyGQQXXYJIbmauLKY4pey/G8OVxNAAztrMawwfnOcbY0DHFbldGNuyAOKpAI1teTKzXC0ngokbCBZfOfIoan+uVbBLOQ6Nz+FAZzY1cHHToHGXpYY35sB04TkRAERMON6NanzAo3a1N5UnNrXlSIOVNSyUNQ2Z9gA/gIciS1LIbMyTMHWt9JqYeNCKR+QFgGMDj19g/fCxtjgim30on1eBvERlpOiL5aK9vHpiU7YxrklKeFz78t3zPkpQsJ7mWGv2fiiPz77wz3gAGs4pebd7rTQgRw8tFlMnwjGq0Sfnj/7n/13hvX/ZpIsYnKrzNI/MjXdLT+6XE7van6lVyEYM/pY6J6DLO6033o2Nqr8LZDFx5P2taWZ1GIVNplJpxG9U9G1Ofl+gayBdGR9uJkoiTiRdjUuqVESt3Axwg1PDvmTkNCak6GyL8h1czt3Ck2UErjb2Dj15ECfMixlZz9aq4imj4VA5LqqeTH6B16QgB45DstnZhM3IHoPL2HrlV2nGx1xTx1GADJB1zIftcQa9rlWvh4DW3xzHebsdmbwHDnkFD2euzEhfteNEApqM4DpyNzF8tGMeWz+Ur5tAG3o5BWLrIcsOzOfLKpCvZPJGH8p+C3ecRvMzZFnk+TZiwjFnHrJevWwD+eF5r82SozLSPCIc9LVUnTyvfNnskogAsQ4A4tVKpkFLKP3jWLegxqwyXnb+0H/2V4riMr2ZAkrjPt5NZbEY+3J/FDKSNQqoeo2MrTezXN2LYmj+zhd/b06aH5YT7fZuMzNPZYzjIBACXNWmMnYTr83xtDNuzAFYnVr2/k7ox3rvm27l8Na5Ivc3E816tsUEyenFtpANwfSYs3rDMBBfTPfgwQcrBaycJZysungpR0bYFgdeSkdiRwoARPYhWQrjBRLZqAIa4o/t2fqpkQD04G8224NdcQUZrICHDzPDzWYxszO5sUl1HVlS7jXSgd4oqKpNh+yIJWBonEL5ujbyUWzsTE2wKY13rNhSJYDvcSk1HeHRBQfHgKovSlhsNeRYQRR0XgeyWl+mR4B/n3hwxCHPRa9CHAiVTVWJLKMAVpEm3b9+/n4q3ogX/NcFjsyfKEvBrl8pEvAD2W0BVc3AEX1zZwGgS7rCBv5+4amNjXlADUGJ01EVxpjFcfrtbFQpV45R1ehvOSUEXOWfdiQ3qdOJq43QxggAvZYqQ61hQdUU8zCMl2SAa3PFsyvYhGkTPa0msPZ1EI+BO2YKAOkKP6rM1diuYl5VS61x5ncjDvHVFnqEJDSmZctU68wtJUDamk0UuIRuI6XJ4JDX+Jgv+icADq0EHPLX5v82xPG8DeXLhmZel4XDumULddLlq1nh2NWo0DFDcfTj816pNaxdJXVjTbOqtS9vsQuiO1PbzOqi49J4eeJqs7iywP0ogNWYcB/euo/vJuKO2WtT4k6X+4jbJv/yOPBfkMm7hfiZrutmM8opK6WVH28tAJQ2+9jX7dyTu/k5ZcLAdeXo81jsKU/Z+zaLJTHrEa9qsoOn8cxkZd7fAMxb8OdcdrggyOcByMY2YgAIUNWCP+mzD68qWYeXmgpRrXMzozR3fPpz2V6MvKhAuXEdU20xoo0qGeCkiq3oqKz/av3usa4gjZe1H3HOXgI4QllOXbmlCaMdCQkglXdTV/sUjGeYLvdP21D2UADYw6yTqd8GplnV6sre0wlDTdKwFYLploNcxlXFFMqPUbMqwwNux7EEtrtAnleB7DM0aKdVOVmrgIjWPSX1iKxerWQqCa6OAliNxQf48XDryf3tZJRcE8qp5YcKqtpTnxTnzAYenroLp6k0a3pYWt7Dc8mZTaqjwCod9sa0SVXgPTQnqtu4q/KoNhPXgxx8DfQIptlbcijAMfMUXLV7/BT50MlcOYDGVcajdqWZzjb1J81udn4oaz/UxlWXhmYpTI3+cERo2Q9PJeU4oXJCeiaSHsWATxVeVVtZkYxksCV4VeHGDN+s88eWRN7NXJlzIGjX/ITtgDnfTgxlwhgG5xSfV6eNY8bw3de+UXupiCM/PPt6mHOoBbz8S7wx4KEFV9NlxHJFgWDcovLaHPTz701gQ7OqT6u97q/sOEhA8ZxA5HHl63qedcC3CrhqGwcnJabVKNrMCgi6+BgVsIqYIO/9QFn3fHxEvmRh7mkcY099EhajzaoAVc9KlY8vxNBouAMANPKq91SPo40LFp4spuPq7KCgqn9ocFHcHQ/rl9gLmBib1DfMSj+aIHo5d+V24ZVa0IYlwcPXYFuAz2QgjmEQNMKkRcMqO5ISQCxsUrNgzhxWECiaxiDj0J/sOhNqEysyD5HMkA8F4wxwMpx3GJcdpxKIEg/o5p7FrnTdckKlBNAMIDsSEoBv9cYbPkCmDZlefI0D7Yp1ZlYi8mkdyBO8qhmFw36MZA3Ps2cWaW4Fb2PAVV21Bup5oFYL5PunvVJr2HG+XIXy9GKaVWVdr+I7sF4puMp/sNksJ4IFUp1PzJ+itjU6YBUJTieOfLyfymxE5ZWAqQocZl3ZRuTFMB8A1T27De1Omb5QsTEhs4Ws1duoEdpQl7Qi08/SR1bdu4VpZjWGAcDB4m/NKmW2yf6JQOcsugDwA1fvGMves8pnOTNZvYMGgCBfCR3ZBpeJ+LPIa7DXAKrC5ZwDdEZfqCYYc1fhi/oQhrpewbfqOMPNXA0DuHiPKisGuyEvZvnEdyt46nJ1pAqVq/d+Pp7MzDzSJQoEWF0MmG+VuNfwqmY76MojvyFcCz3Cp5UvZPTmGqEBDk1mph3nEiAONFm9w5ROEAbyi6975ZDPCxwOXVuY8Wd8zuZtXtVLcuD3E9dUwdlxJoHI79xMPMO3WsC8RgmsAp7dzF15uJvIZBJlcRQQXh8UkmCRL/RpcGHRn/QpI9sQ0DnjRhVg/uHGAEADVZtCqh2fKd5MXXm4mUQHYcOVEKXtZChcy8YsJMye/4hZRy6mpDL7xwBwfLidjCYzM7tkzMEyDUFu5mSED9uudqHNAE/TDcPlDDgW5ALXMUGCRHTHnMMPV3/y2FR8LXlmt56rh+5DlUzgB7LZi2QMc4qIsZe/gdMR+6ABCBzpRRQAUH45oQqulyKo7aXJPGTdup04Mh1gt3f0hmy6L2t4oIbqOYqpB1YFJ+bvPRl6hCJczkiUigJbIZg+BwZcNdm9hRxXsamt91fRhuF7mlXBdZ1j/1Dvi3Xj7kqRtRd5Kkk7gs7AKUr2KrY65GSNIjM3oZIpSmTJ+/txAquRlO5uPHk39E18KEJAbXlVLyxMcPhtOfUxnFlZB6WV728nMrGlKq8ii9c/HPbN1JO7xXC7mfOtcBzyx677p1aDHREMAf7kDYpMsyZXHuDBzmOQWQ2359chHygBhnrSrHZFZp01qlRNJQNcS79ybqPYq6A7AIfzKSVg1riOBYxE8TeAY1SADWuTEUoQOMrDRpxj8Z8z09KNaihruuuoWeS3DX5xN6WrMI3Qer7IVPj6AKv4qimHOp6jm/ihiMfEgCKfXshytgvWudqwhn8Pr2rc06PgxJvsuuHTSRQ1O9Yt0/i1oICLPri230EbEcr3TzvtXTGc76pGYKzhX599XbNKeZ2oOnehB4JD0Z1qZKx3CcVUMgGu5rztqIFVlOl+GTVNGahi0axKeVVLWWBOrerJ5QoAbX3xtdVg9oDvtaPwzJX3SxqhWdd/uknlFNV9bWbVE3XI9ZoxqGrX/TNQNdpIZeFVvSRwbWY19+Tdzbi4erMqIAcXywWlp8PqZh7zqhJM2+UqqQ0sUxuqK0qkHCJXmjDCr5U3WMyqn32+juwf3I7hzByChIy+kOGSuxS3zxOZ9d3h1vcDWRfgqTt5RGgywgFXqSrQMQT1ySrHa9eFok2+AFeHwhJFRc6XtS/bK13ur4lmiH/PEvVlE8jXVSBBBXag4OGAQPmq55w96IHnuQKBV/2COe639QP5vZ+2emhh48DznbXI16dAk1aqwnTYR8wntnFwmopiSXOPvjH5bGrUwCpWCxUA2VFsVId21GyaVdE5zrqnc6NRUHXnG87ZguJhE8ZpxsNt/hONHOtMby/lFFX5VmO6jd5+yeHFtROjNmSyXZUvLURwzpbdxHPoFdNtDEBtKv8EuLVo9DUUfi1csE/mmAVVU3UF2Wx90ZLKfCHe6e0Oh4KmAWP248TKVbiTNwTSh3p/4UWcmT1PP2St2vuB0LCqnOZ0crpKvRQFkEEghqdOY8AylmVeBd2hEdpYOObzTIDZpDqy7DnfKqqCvjxuAnnBKVegN3nk2PVrkQ+8qj9oJm81b4vuxOBqNXcc1l0OfKvV+LF2pGPon/7xT1tZkwxm7epsGuAAD5RbtSpQNdYWEqHmnmspAVIUH99zO/WirPBsljFuYNVk+2rH3A/3UwWAhmLLmv1D6ZetqUy1BCcIZUdQVGLh56d0rXx/M5HbuSXXSgOvJ56rnJmDAYCiZlU2SSGx5qvr1GZVgGMl7Cq+M4H0N/fTXAtatmVvGFdBB0D24RDKlimltLyq6XqJKW20k7sxqjLwj5aBc6BMQ5kp2WN23TqWOnETAqbZDlTGfeeug1efjDpTqlxGc4bhM8/nerOFVzVerKqQT6i6cwfdhjWthNIgEuTT52ZWgD80qvq6CRQIqkJrhmRdm0DkuyeaVVUQBB4JBjmT7WwbMF7QFqh+yOrt6WEga9SXl738+LKPPtBa1vFMU/r/5Wlfyd4qTYPIzDSUEnacxgmGx/hulj2RZfTAarxRWcxd+fhu2nuuCd0YsHciu4ValWrXtkFYHLxPu+1eM3nLZ+yEAnj4zf1EiaAdbm7HQQLKt+qasu6I06Wf4jHzCr8hoKqd5dNZRO19CRUAqjKenk0ceX87tc0LLhgNtjVlE9/TYBpLwguzCSMr046kBGhWpVzOFYqHW1GyrHyrvdWd+rSFdRzwh47vvdyo0vyNw2PiwLzduOsTa3fuTAb4jpLKqgFnw9V7M3G1YZOeY9i96sm8k78CJQC21bcRH3L9tLHNgM/nDj3nkOLTKpBnLVmqfn65o+VbvWw1LOVQkpg1q3r512Wv4BZPW1++e9xJYB3mmZhD8X0xvKo1JsqhMotJdvCwLl3o6n05tGC/lSVetsBqNIuUni7nnry/j7uZd3V6334vLVUOKHOvNl28n9JIvjVLzX4DqFrdF2mJ09SRj3cz8dwKd7/VvWJrdzKlp47cLyYmu661Nyn3YO3EqA2ZLP/jsST1HMExQDPlO3Ws+7dzT2g02MN9WDmly/BrzQCae6+lp30DgbAmgB9AVes5kxMONQKHFVWCqvFTCKTJeubwovwBYwZl7dElaCMAEOCq4fbrRzVTfLCOMVH+b8/W05TONKvSZl41OR0Sf5YTR24GVAVXpflCWXc7ieg2qrxxjfdCVTjgIlPV8qomBU3s99M6EEDnmsxKH8oeAqqNvu4lalRRvXX/mlkR4wTyi6874RC5T4Bw3XPJ/YMgkOdV1Fyx5geyVwdcVduyBnYqbXjCJ+5Rg8rLArLAaiQ6zJkAGr7VW7Lr+qpUBNQbv5aNWM023czt4X/cBZVPL5tUAKD3lm81dR4dMZQAhm+1f4PsnzXZmP179VrfGGAVMG+1D8SviR8T23p3EwHzfVSeWmfAlMbdzCLOzJ5lHwKokq1a50asZvHXdntAn/iwoi61x3Y5FDQb1bqeUpuIartxrJGapeCZjtR9OLQI9cTY0cwWk+Vs5/RcSZQegUPAmhdzMsfuqSiwPRgTdqrgmOvIXY/iQTCfx40vLztbsnQ+oazfT9tAs1XrOFw/fx4VBTPLtXFx/aOkO0tmXW0LaOYbs04F8v2TL8/gFtQvWXqiV+lxoL5a+/ICr2pmmRa8MMK0qbzV5qY2dDgRJIfWpIaRtaoNKt8QkAVWz3QQh/Ttw0wmE/MXfQimeU/NVKAcF/CniZWtoO22+TPlVd1ANl/PwA99vJ8oZ6/NrjuVMRs8bOvjLQBQ38jHQlmR3QKzhl1sziaWUlMa69QLjlFR8H45URDIjqQEAMYAV5FTXwacWsrH25cXbvg9X3aB+pw6h/KE06xp6urBslKM2oj6RORTN5TlpB9cxsSBgS/qj+vKxqxTH2u9N8oemswf1qz6sydCBQ8/xPz7/XHNtU5DfPM+8a0qcLgJFDyso3qgEYHX9RBHFGz+/BKYOLAhPZ84jqWIemNOzWEpC3p391skY3xe7eWz8qo2pDh12UGl99XFSrY7kcdn38SBTYknNJVMfarUqVT0V27mRfSGyOfSsMBqimRQqm/fw7fao02GgqqB7MnGtBujxKw6lHI3kMmLznxzN5U5J/FNOcImvUrBZxnwxJHl1JW7BeBqP4TDe1P2pUT8TezFCsq3rZ/piap28Kx/4JfvbzwtXbbjVAJIZDZ1e8OZCQBEsyp7BpiuyfRV3JJS14RhUa2jzaxMloLNXD2zLUdk7tJwJ97cdNH/GEVhA0aJu7WrM7vSJkOAqqFm8zZjVvCtGi7R+5mNB889nal2EbnTTXxzuEGR2IFDLkDVfX15GUVeq/3fOKxTIp9fTCZvU6Cq7iZC09+iJ1uJxucKHGCixbddXK9MMtjXtS+fXvzooKtxEXX4gaFS+TyvAv1n05tP3U94ru7TLZ6UjCXI6F1MONhJty0LrKaYFov9zdzT7EOnJ16bLFXLq5ruJ1H9/Xavmbx1LzJATIuJKx/vJrpZ7eaS1u56AmUCf/pQqvLKcdiuyDr3dPSa5R5QtcmO0/D0wrf61mlh54TV0AuxVNGMCIC1q54n5oCkmtI2q0pXDHgx4RzTJIVmECAFOF7BVbtqvU5MLH4qv2CImpL808EMIEMBYJorBoHmKdlxJAHsaLv3ZbeXxjN5UZnlzFHOVTuSEqA48G7aTb5Vy6v6tsayhn9e0XjIrFdNj5hSwiaxJCWv1Shk9XZyHxpq6f+PL75yyNtxKgEyeQFVN9s2rMq8ix4KeoCH3c14bkVv9JDW0QQfwNU0/n3nD/36XwFtsuNMAojk4W4itwtP4+iuovavFAAaUFsHlVDkUCRgk9pwa1yAw3cAQJZf62RKzGJvODPn04gku4Peh/fEnshWtUkKyQnCP8I5a0oqmxsxlzFZzzaYTsqdE1TDmdnN0mUtVaYJiKUASDUaMsDJjmqj3PS1mZXyR3U306U5b3P6JFdCBYBiv9OpmBBajbhZVbMuua3pyPhcw9+jHOnb9ugROPR6mDlKDWD3W6dTB+hNnEzmKnFFl7ajHBp/AeCwTUtP43gmLXTkyzqQx02gjV3bGgqudhI8bEsip88lJoTux4y2rcsoynYfyA/Pe3lW4LDtd+rGPPEWWktBDLgOZEUTuBbtivdBd+AyBmQ1/Ld2ro4tSZtZYVxnYnF+9S/+1+Hixm5Sz00LfSYGgm91rmU83VSoMAglAPzRRgVW8Y/nUbPq/FD21Ko0PkJ5WE7lbmFLVY5FH68TAD/3C0+77HVxEFATTFNS6QLOd9P8WxMdhPPIpw2/yGIPsLqMuetak0I3H0zmoWlm1T2lxf43fjPUEd2cnbffCi5nDivamLk4wwVKAK/DJYRtzKtZt0LNlKfhjm5ROxQTEv+RrdryPqyNqXnzmSbjO5TnNXzFUe15S2/pOaF8nJtEDTuSElh4jiw7BpABHCrVkTWskwnD07zsRD6vfaUCaHuQoqH4RhsLZ9sfn+H5rFsm8bBlAYVmjfruaSePa5pVdeCdMsivuUtCWW8CBVbrbq6Y9ZvQHWgBVHOsgZ2IDamAYUD9eDycf+bP/0a4vJ3KbGa7gKUpGum+H99NZaLNC7KqYkPXRc2q4Fa1I0UCQSj+FuLn5gEglg8c0sNyIjfz7p3Et60vLKhQJtwvDGVClwagKh2VdwSM3Xq11sXERpXyL7JVNVu+Jac4nbiaEW75VpMqEWdwLDrUzApdwebJbLEUAMk5Qzr4G7IO2x40QINygzJCO04lYLjHRPlWu9C9OAzMIcVmiz8miczO2ckGB15VMur8xuiKL5tMCE2UI/dRc9Mm+Sj7YMdo7u3EcNK2rcWG5iiUx43fGYCjS3O4C0S+f94LvYDbXrFIfGAAHLJ2ta07XZqn+F1YFjhoN2ft7UmIOPDTy16+ruMGgl2UVnvvZHhVoaxp26oOMuAAmUoLkqHsSEoAu6J3zHG87Py+P/cboes5cnc7UfCwRZvr5Jyh3rdzV2kBIMrW0Z5fepWRblR907DKnqamgAts4He+8qq2OQB+AFcpz+2A2rQpisSzkQeZdWQfdoVvFVtqost9pyYi48swXyT9wP/YslmpLcEl+rDsZmZmRpHWdhkBNOAz9tWFoXZFA0G7WKVOB2eja3arHRma9QyhqKUESA0uyKwz4kFA7a3sQRAYuhpbUnE2Tybre7frXibv7dSRm0kMcnTE4DvyGpyx39LMqkXGBD0ADES7ldtmVUnFYJX6/imQVcQD3rbqxN6Xfx7Aw7bfqnvPZ491yOptes0y+3B4VaEA2OoGoul36N6cHN4IKkeRxxdf16x2UYuknNAdgNWJ6W5qx5kESKK7hdowko0Cq1wznbqyvJ0o0bEdZxKIOCHvl54AQrc+yExgk0qJSnf2Yq2LJX4BZohGXk3zqqYKgKYXCgBNZNoNjKMz88SL4LBjcLUDlmVA1b3hgbTjVAJgYgRETfOqXpoHFjHKMN7fTtrENjqrJrFtTTvQNAVAFV5VO1I2qmHcBK4bMSuZdPhibIuDQXskeO4HQ82MupuImF5W7WRy6GHFnvUqaBXc7aJN0zGcUspXnrouBBeRoHiV+xklhNay0nSH7CgOLtpYtuIViqY6Cv7YJetkihAHzao0k7eDhs+BMpljHWRB6oS0WKpM49emHaKpAvy9rztNzGj++Z0Q/xsvEcrjs2/ofDrqc7ArpQTQs+Sm9afr8ydaabGMEllegVVee77w5ObG06DRjlMJoFQPd54slY+2XfkAqvoQ8duNalJNHZEwAlW74KCU8Jmup4uJgquO0w5/XpftWTkz554soCNpfMGPJWNODOGLsll1qWalGw1z0tydge5QUUCTQTuSEmDd0gaMLQVDcbMqbMouV+mg6sY3HOldG7wRPMbTloDDrsnj/H0o8LrxyJJqGlg1NCy+T/VA16XU0vuFofLUddXnABoCrgIi4pu7Z/0tzRuQSygyJ2Peax4gQ19oxvSytTzgaRqw3ov88nknfod5LIAvAA/b3aW3Zz/XnkzWqim+bQ5gZb36va9bpdfoqk++Jrd6/t54/tXa8Kp2XTbsJxZ0GrTGlVAH1nEaWemBaZyxqmZGdh3dum3H5YTQUH8E9u5uYsor21IsshQADju4EavH8eS8K7yqEQVA2wD4AbILlUYC8PB+0UGu3pwiruNyygweWi889gAAIABJREFUbtrjW8W+TVfl7pVh1CHvvPdELpw4d3HhJ0h8uJ0mCMTzfuMQr4/L45Yt0W0oX7EFVVNVK/Y5HFa0FU68pfO8HwcXVFxY7rqkpFgp5i4bDUczV5tKm9fDijCU7c5Qs9hxJgEaT24DXa/aC9SvWZYBD+/gZmsal++BwiASmlnxpynfGPOq/kRTHWtXJ1oS0yP88snXypOui4fCUpOZace5BExMaDhpTc1F3SOUT897+bzy7Xp1vlSJOSD9+gSXc9etyqymE5dKpib0pm69rP7+SOV25p0CqzwGKoAF4KrtuJxYWFAqsure301EyytbyFwN4NOyvKqpFsFJ937rS9hBB4XLnHqOfLidyGJqF/y0xR5OyPfLSSt8q1s/ECgObUB9NDNRbyoWfMCfrp7laKDoOfLxbmo3qRdiBcq6NSO8wTVL6Wr0T/UBzBDuCPBDtqr2gOvwB8G3Cke4Iefv8ps2K8S4GgXwhzIw5QmvWTzKrR+KNrfAL3cTkm92Hk4D9VBls3nlK655Qkp8Km9GVuZy1nxmZonXbuyngGMKrjYAkLFE4Y8Bf5RZo7Gv7MeDiP1+ePbluSeLeQwe2gaM6frFUsW6XvexBesV2d+/fCTLuasHXe3ZIAekPz36WrHUlzAZ25p5XueaTrc3i6dPxuecZKzGfz2ZOrIkewx2fjtOJIBDWs49eX8/aYwyQbtvMxQ4jLpx23lJzMuek+YOgqrHLwrA8fF+YkjE7Ry+SkCXXMd016Pbuxn1S0hLKpUCwPKqJtQxioM2USZvl9VVF/uJKx/uLN9q2jyZQ0HPcGY2AK6qXUUNq/oSMDap3/gcuMY6vly9igS94Y9pMli/X25yLso+y5FQbiaucqjXuVE1oGooe5/qATsHafNG0sGaGLnspDbx+zBULkhinmWb3Zqa+NaCzyAHAduqWzxU5Py0DoRYx46DBLAk1qivm1C+sL/qke832XX20OKSPitlgm616lvTd34g/+jLVpNW7DiWgPEzyqval/Xq6PV1PzFpj2Ks67qUCqzy0rOZK7c0BWngtLDrQjp/P+X1u/Hkge4FDQ0NqDeBzai7JG86lbNRDcJGgIOi064Nd6aufAMwX/QmA/0dSw0bd4BV7UhdcxCnG1VxOtHlvotTCkiw3gedaVaVRUZ3C1f5jBvADrO8TqeuAVC9ndd/0mx4VaHVEG0Cx/9uAsztlLDfeBmyFMxhRd0erhqJmEMvAmnAQ8MJ2Y83r+b7r92FVQSuTPi1aq2QU1DVUNZY+Cc5K9BjkalKaWXNocM1lcj492YWtaPwxJS9d5i6MuM3VX/ZzBG5nURNU6q/vQKH8Ko+bYN+qE0NMrh0SzT0ZRfK9y8krUjv9JNdhMnMtCNNAlD8TFzdeVUuICoqvn/aqm31xCFXLoOLdhWKrLe+PL3ELeB6pqEhVBLQIBm9sfH96UxfBFYJnmdzT5bacKcxfevNg3DW72+ncrOoP/VQN6pKAWDD6RMF0RpKR+gAu9v4/ekA4IiChw803LG2lbB5wFUoE+BdrXNgTboRs81fT8UcuRm4tJRPq0duhwX+/dLTwwu7biWth3XrZhZzZtbjfFivtpZXNdV1qc8BVI1Kv+qZgXq8JoE0PPPwhffpveuRxuGusXucuZQum8PBKjcapmLJVFbs9qJNFu0EnM1qAKhqeMD7ODhHppmV5YVMzp5Wo0Tgc9V+B1D1ZRfIY9QMuOr791EX43fWtcoP5ceXQP/ZywEA5DhaTWAL0dNnULN6K06gC4JAvqx8+fGF7orWqs4lv9sF8vW5/5yzMz1Mtnut8/m9CKxyIeTGi4WnnKt2JCVA6enHd/Ct1geualYdncpJb+np2lan7gCq7ung2ZeaykgYrGMf7+BbtU7pXD9Qc2zL8K3WVV4ZynYvvSDir9N+0u4NVzHnqH0qVT7+DgLFh9uJli7bkbZuOUoLYMq6qx6hbAOJ+LSqvnf/7wflCOBPnw4rjjfaVOuwZhkqmzr0p79zbLjHDC9klcAqqWKEN6xXgKt2nEkA2exMs6o+2hVfY3THkXezOCPczvKxBKhYptkXthXLq6yEiDPX+1AeN75mgttxKgEO1T+tAnne9X/jSSjI2mVHUgJKmVBhJQqYxdPWlx+e9lqVY8exBEyzqscXX7nA+z7MuuXqYbsdBwm8CayC5HmeK0uyx2oED3s7IZR1T1z59j0AUD3gKoDhjp1q/22w8mnGqPfbvQLPfRz4op+/m0U8N338gnreWRNyQsNlfF9DN3NMCcoIMscUj7fx1slEIg6yOHp2VnHyDfjld8v6y97rsYB678r8zmeerl2VYqtUDkTcqna5Ss4h9gS1hmYc9nC8ZmZqM6u4NNc6z3gqKdBn7z73XIl7v1YBsGoG+M5krFq7OjKcqOnbbh8oPUKf1yu+SnXHNeCqpQQ4dZDEg8gHygRoN6oYAPFfN1E2pjWsE5GSoPplE8jj2tDP9V0fLd/q2xaDfLQhdwWbofUukO+edpqYUcX9qrD1rtyDfefzCh5wJckahHyUb3XqGabeSjcUXZm1/O9xBVg1N/Qmjry7nwnYoR2nEiDr53ZBMyvKuqtZ8F8D9SCU/S7sXTZmYzqyDxR0rljsjb0+GyYyxz7eTsSzrAAJubPsvLuZaHOHKh22AhwAh43NdE8exOZFRFY+/I/932nAJ3oHMG/XrYQCsjclGDLBdPmAyPCqimwHoDd1WSvdcYcgHtZbuFYVXK1gI1aXvNu6r3YzhzKBaosSwUkIqSHdyslU1eaK1caXbcmnuueGYnhVDeg8hEFm5u2MrOdo0bJTfjKt2Na7iasga5kBzzWgKvyh9rTiVJIcED1qs6pABpBU9/pxUIlO4ninjPIM8LdE+1R6GbdT1LhCbQL84/NenpRX1Y5jCXBAYXhVhycbz3E0c7VqSom+alAmYFUD6akrt3fT3oJYdU4Q8vl4b/hWywTS50ZoeFWHZ4RVzIVDSeWOFimhZjf2cRjuNEcz68jMtNn0ZwFe6Cjg/HAz0TK5KmwrLv+CWN2OUwlgR/sw1PK4IQw2XwCrZD6XwDeGIIrUb6A0Dr7VsmU8pgmcAVWHoTnVT/lqF2qW/FDkgy+GbxXKFjuSEvCcULPrXE51Ii74vHLSw4rAUNbY5epsreJ/hqGsNjRXzCvZbl9PHPiAX64mgazbH5vz7TSzznXkblL8SAcfTEMdqnKIA4vfKefL9+Tyl30on1cmC7zvmaqxyIlt+RaAeeKeotBhT6Yw92vGuZPIxtNmVnmdj1mrPq328mVlm2yfT0BcdfK88gdzCHj+jQDzM8/utZBLJmBVL+QU/mYiixuT8mvHqQRwSN88TGU2rQAAguPQD8XfDSxirEhpXEpOt6ZL5RAGtgUn5C1NZaxxJaaUzfv9gmZW5YTD4kb5l1Zh2JGQAFkcazLkByQbuKMAVwEQ7UhKgIzVmylZvcVtC33ZBaYJnB1JCWzp5D6gOm6dZt2kwrcaN9wprj/D1JlQaEh067kSOqE4Bcq9FFQlG9Pa1amKRBQAZP+YJnDD0j1TtizyHr7VEn55mHZlvuqGJowFu71zyPWoujNkCeX/NiyJLefnl0AAV6O8j/w36vgvLLj6xgQ5JnM1H/8+uhLKT2saVu1lZ+3qTMCh8qlCATAEXtVL2mMOvdxD0+lhLcu5vFpmYFVjaTKA7qYytZvUVCHPpq58+zAVryQARHkToGpfifhzaWDOizl5DHaB7P3hFMaxKE1ohHY7kfk0Ks3NKZehX07Z8t2CDoR5T1IPkmETRndTu0891RY9zRdHVvv+d6lMswOaWEEpEZe9D91W8nyf4dZy5WZm7CpXVniUiUeTCzKd7UhKADwVXtWhiofsOg4tlGPejhMJKJexZ/7kAlZDKnFEtlsDqg4NOCyrJg4A0M5wpA/VrpS3biJyDzqvm6+yUhvW7xHH3cTVw4usosGm8Md0K6dk2Y5TCZBv8MOLr/QIQ8+QN+Bhdt0Zi65gFcgF+ZgqryzWRbOqQD4979Un23GQgFZzhSJPK1822+HLxugOfjmHYx6gwuQCVjXEc1159648eDhAWSpXz93Sk3fKmZnFISWlQLMqy6uarh1INFReVXMklgsE6LDCKdQXivKtvl8a3sNi2tPhjyzxamHIIh+Kcma+lnXnkxAlXxstqYzSXUq8z+B+SldlmuQNeLNBJ/OHWy/nSfzgZjr1gwiGyAo3DYmy2xV+Kwgd2fa1G1PN04urodx0qOBPDPhQmnszgx3SjoQElBKAjUYOuwo5OIZbdXjZmFVoCDHyaj1wjnTdg4fybu5FwHwVkhvQPUJT0n0/cbS8O8vAD3+KQNVB++Qswki55vM6kMft8Kg10sRBmKPgakFZDfVnMfSnWb2vGeFvG9g+COSXjzt5GQFwmGfeAVXZyVP+v9oOPA48EgyVTFPPVf881pETWDVigm91WQI8HKqwWazRJYBVANZc5ZXRyYZPd9MBAxxF515BVT+QPbUqQz34oevpzJOHpeVbTdMTHDXgKhlSeaBnQFXNqrMUAKnmp/QIA/c52qxp5sk7qGzGu95fdL+sVdgVAVHWwXoHqGrNKikxILH1XrRUeejqhj0BzE8nNL/Lrj9Z9azP16EHbDTghFTJZNhsQAO1Uf74oWtOzpllo8phxdZwY2bLpsr5jI5djro8zNioWl1ImxoKLZYT901wNd4uwKv6jF3ZBetUlI4I9Ahkq46GfS7aq0MVZS0r3ekRChpw7JKEOFgP5fsnmlXF1W5WmsfSXG18PQQcSnPFrMsjMc98EtGGjlAlCgGrCHex8JRvNRd4mHVWen4dzvrhbio3czKAMn5MSKMqA6ra09QUmSk9As572GTzcNtQ8n6PbWXVnYwq1vfLCJABfmj0Nc/YNAVbAjgEWB0qHl90Xk2zKsP/OPTSL2REkIht0czKjqQEyOCIG31dy1w1vKqUKlurOpekygZe1RGd5BDnAMwTUGcvIRy+FZqcU3hoRZYezazeWNSjw3V4rsfgj/POPusVvKqj4vALiXlE3kXNrIbSTCjv3F+63tBtHPhWL1nXah/I1xECHFnkDJj63bOhRxjbam75Vi9rCLZEzExVtxnn1hXK5xeaVfmyH8lBVxZ7MteEst+LPCKbEdIjxLoz8/JVwWWXb7evLAisQsbvyHI5kZntuJw6w/Ctvr+byDwjH63lVX3bwe+3vgRRA5Brm/5um9z1twOYBzy8zQPMX79t76+Igz5A1YebieFIunJyEWdjDpWIv+iksvBxSAEn0sCTVU9EhG29X041u86OUwloMOSZrPC37Ao7JJC2vKrpGgSeCq/qmHapys1Gs6YpulOsWdOQ7RHIYuE5stCNRvqXUpEDy9GI8PhcU0610prOk5mzFXLdvqMXm6gH8PBuSnllR1+zpdcCbMecbiaOyijNtLCnH1/2o8sayzolv3z2NWN1jIm8GvNQ9m6zWFLVJaZMYE2nHuV4rLZ7+e7J8hUnBWeS43568gfdrOqaf8G24FulmklpEUa0bhcEVo1I2YQBrtpmVukqRvbPw91E2MxfyqZH4diAWV7VdBliiz6g6ohOfdiEAR5+uJ0IjXfsOAOAtMwAcPUyAGQaFZgSd5v9c5BfvBEhiKaR144mcGNa8FjsPUc+3k9NmGjN68S4UAVsyzTRS29mFYOqY8tuyeKH8TVrDiuCcRZyTzxXFlMq3i0CdKwvwBbAPpQtY1rqciO/+xoDQslCnDMif5zFpmhWhT1RUml8zhidNly9jiyVBzuL1MZ1DeekNxNXzvNY8MdfVoGQsWrFdqoTWNPjRuTT2h91lSQrFQcWVAuOg2Akn2/A3yhH+KvjobTdkX/001arcsYZ6bwlw0AenyM6n5EHyewt5/CtojsjcsClgFUEpR2FlxOZWAAoYWn4otsbmllNj9Lpzy4DVN0GElj0J9VT0azKj7oqj8gu1QnRcOcjDXfo0JhvLRz01aZzpSPLmaeZveeDv1f+x73NqjuXjerRUbOqMa77yGAxc+VhObGb1BRPgXyWCy/qDHvqeSj9J1PVLldJwSETDnLIkh+rv8afsG7NyB6zCNCrksRFtmwwlp7JkIrlA7AKr+p2z7plgdXEeh6Emqk6Fl7VS8Eb+RnLKVnPMd3GoMO8fB8HZQJUNhNH4q0o/vh5F8pXyK7NMWG+ew74avz0ag8/ZiD+mEor0uKdyOVChWSXrHSlZ781ibZaLFE0q3oGt7ClgAmBreFyXsWcswN2Ihk/jYOLhVYyjcf/lgNWo0P32cyVG0pzLcF6QtXI6oUv845N/PlhO5tUSjDGVIub0RhVVIDOm72CzmMyylhEpuGOyVy1lSoHxYmzVjhlfreYmG7mR3rF33OSOrJq3EyWhZxiztkxg2Os8feLiSwt3Uaq3hBI3y5oonewLPRlHwajoo7IZFTmrEIPcrCtMQ/N+IkOBeEVZd22gMbR2uWEmrF6E3fNBVSlsmIPNcuYNSf92/WAdBvIjsV8RBuzS5qATd1NHZlpBpnVl6OTCxUHBzpwGfPvAIc/jTwbM01DOOSBV/X750CpoKweGSkBANlmVuk+BXuC6ge389M6kB+e96POck61q1DE9wP5+uxb2pFjAYXmIJlKOPXMb6xbpVo20JCOmPPKMy6umq/xV/6FVQ/H6YoY3aM0sKoAGOWDC0+WNxPrpFNmjXJumlkBkh0rFeXtcTamDZFOJcAit9vsR9/BE4ekfKs3prTSFlie6gny+XA71ey6eGz8QPb+qCgOr7oPpUiCHiECnUeO/6gsWLc+3E2VbiP/UnpV5L2/gE0GWeExnrEjcCwV+fReJIkPiEsHYy5nwDGrSwS4jiymNG2yK1aa1s88ES22oLniLuJVHaHimOLb5Ij/624XynY3vqY6b3nKOeDqzDHllbqQVeBXj2qg41gh613LNNTiWWV+f/6OeBtAZw4vPq992acFOsitAj8dqqC4V5kTESavqiz1bO/h+yKfV6E8gq7acSIB9Acam/iA8PgvlVve52A5m5yviRYwRlsbVnQ/pxL6HeORz1/JfHGonKGfnvdXDwGDMJAdilbQOWnlRsHfGpadAgdPhpXR/L8CPpWfKaZjN1epC7rjOxJcdTkFhX/0xAJTd81Ur/59bB/xhZUAq9yMzMzFzUTmrPp2JCRAVt23D9NDVm8gstuOm9vmkpoor+raZKoW8nAD0j8kAHj4s3tDt2Gt63xyHQXGPiynCgCR/cMp/FX/PSAdyfQpGrs7strb09RjeQEefoAH26aEp6rRfOrJfOJouSDxYjVbikwa25uL1Of4ZB6aV24jsOuasNCTqWeyFABZL47SClVNjFD+NfKDf4TKLlngysebhBiLvlPRY6L8XxBru2nWUWRcpMBCZQIygCztSDLiMVQj6E7anBWNEgm3i8wj5cD76zvmFPUwelNEdfjGS5A8iUO7PYfIxq7OPTIyM6BWucG7azf0Ug4/kkHZl4nrArJkdYeh+uZy711Odp38dRDK4zaUH14MdUTto5ql6/CaaWhwzo9gFbqkihwePz7vVW2qApdzvl63Lw9D8Vw41Es5hG5/Y9G3wx83ZFZFX7HK31UGrPJSAD+3t1PxLN9qYo60PG7mysd3U+WH3G0DCW3tV1KXiVboOM1paulgo0pTae9euOnJxJVv7w3v4RDG69QWDaxjMYSGF4lO5suZqwCHxrpvxLuKf5QMasyGoFhwrq8eZWrkzQ45nvtcn4DPCQDHim+Ch6B3ad8AJ+TNUWZmnu/UU+qgqCaYJ8WbyzKWXbj8JdLFS0uRNi6At44a1Asj/vpyPOGxXpaRQokyoOjbDLCQy7LE9aIMiTyKM/Br46wX0zzwjYU8/qvCa/1xtldB3Sm4Bh3vaPnGXJ+gmaqBxoLTJE24gkEmayfviGWQVxbnORfZn2tCtuqPMinrfjcj5rHHycezAS3C88YXsnntOJUA8c3TGuqIUG7mcbVFXlsYulRD3UfQ7EtXOyseXfJXu0A+vfhKk2BHLAGzrnHA9bTyZbv3dc0qnag9YAFP4KMtWo4+RLn4ZPIWO7TrqzgqBVaxNzZgt3eTt7MUzqRVLIA0N2FDiaEXWRvi4L8IghdvqPNgo8SHd5R1z13Z782paZlRlr/ssIks8haObpgMqFB0JEEegmm36DF20dfoye84ZU7iqrHuF7EA0yzDzF/+3yuvSB4DOJLzqc7k1aDDux4sP5T5zJXZEQCU9kXHT8r71GM1Ubm9gjDFFKjkz82sRZ1Mr70BegPX81sA2bV7DPXvyTrRqqWcI4YiyrjxA65URhuLrX+n+pz+8SYbKZS7iMvYxIunlhV7kLLr2eEN8vuiw2/LyDEvpGqeOp06spxPtGqnzJvnVL9OX84svGwD0zW43JR0+juLvtxmG8h6azapyzngYdE7Dfd3SjHmuQqu6mZ+9IN4W+R57ctmZ+3qXB1Yf563obxsjGw8T5TKJnY/Y+zTcMlkjG052vBr9MBq1HQSUHW1Dywn+JnS+EEgLxtf1pu4zZkj9Lc44Cejd8wnAmClImvVrlmm6iTYjQtU1X357/tzv1F52KsZLDlOfeLAu8iLOBHPjQm78gVf5SDBKLFFs9ayPZerqMAgcxWAwzw/22+PLff4F/l/be6kTjH6t9PWP9mcZJyxV+T9zzfBMbCn8nFFvrmf6IJvx0ECABzrzYWyuMhw8u49itjb8Zx0acMMnw/vA2cmAIcdSQmwgX+4nShBvx1GAhwMrGkg2CVl7sjksFFd7+jGLVrSfb/0ZDYFAbL6E08RMtJN6syT5cJkSFnpiAI/ZAAVPHfriAXU8xrwPr6sfW3IhK5AE0WjOKs3SXmzOV3ge2hQmTfAqWf6WrxrqKDqim7c9PJq8U0692hHVC7Pa8Ovr7tBJ1SaqMVsUiL5o3NfWtkLaRXlBJBs3JrEwfGXlS9PAPJRslZlQu75jYhvVltfXqDmO9owojGu69q4OW1+oyKamVsEWem5wpwBBMHOyYUFDuXrKwdWyWCkDGPcrvpUPczJjulsH/qBODQk0k7vVkrnhgTYDAD0YekdOrwNxdoKfEecGUnXYOzKjqQE9r7/2o0bgIPMzLEHi5f05N0S+eSrKBiqzmnQuCuedT1UucTfBTimTeB0t4FfBlydKI+UHacSQCQcmC7mUefTkQqI9TvwRZ62APJ2vUrEN5QqU2561ODCAByu2pcdSQloA8+ZJ4vXA8ERxs2hCFnOZI4pr6cdkQQMFIY9fV0H2ujsJPHEEbUrj4wNOxISAFNd0ulrpHtRYpuf1r52urdn6wf1iJPOtrtAnlf4nGSmHHgGGIZNSkh3LDQXhBZghKuVCiTcm2zVMQqgUmCVLFW65pXm8x7YAvha7hnEvKqOTGeOLBcWXE0DVnFED8uJ3C3c0YPPLFqUKW+2MZPhWN10ulPgIGfrExQdNhsA87c3tnwwTWJsUslaRUYjjaXNoi8iBI1wQNqRlABZdabc9OBvAA/JyrxT2+I31hcdS469O/IxWb3jHMR+8D+iP9aykjpApip+5xwbU4Bj5skckMOOhATgWX3/SpkwPhlhT4+rvVKI2XEsAVPF9XUVaOVJmtNx3FA5+Mmws+MIPIuSfagOJLN3TPEgHoQtw9PWgKrEgeOFwJJWweqNz3le73W9ujSUhtGCqxflM1pwdYS8qsdKUBmwqnyLNCrIQQEwpkVOuUhPoulQFouJLAo2TRm67IiB3i9pSDReAIgQGpsCVLVJCimLfxgqh9/5iSldqP//9s5tyXEkSc+OA8/MrKruGWlvpPeTbnWxFzK9hGSmkZ5wpe3Z6arK4hmHtc8DyEwSYCYBgiQOHmY13T1FnDw8PCL+cP9/Sitnmj1mANCx5VIZhb4eXCDuMMTGuGLRSJm7taIFmKu2lJuqwtrxZhQaicWM7Dri8vAAjvP+4gAPFfCcDpNvlTXgmsMK5VU13zj1FTION7v47FxOQuZyFhrfaskgw5tGgQNXh1Xp5fZUgKp7QFXDVY+8AwDoBVD1gzUyv0GfgDkrHXAG2UdrnXHgxtdgpnQywKNU/rGJZBuxDgRWtTkr9xGqTQBVdwdHsfZRMzGr89bBoxCKGxTRD7yqiFUNeHvVCLCaA0CAQBaa3p0I5v+KyFNJZhST2GwWynhkQf00NLnFkC+/LQJVpXZCXcNoOo+pMBhcdY4H0toJPIioTpycLYsDAGKTiqCVbUaK3kPZMpmr78W+huBjgD8MJ+NVLe9tFtGAqvCqnmujUNR3AOhpBrAeWwr7LOfDqkbJM8ABVj/biA0hzpx+I2vjl/UxT13RDqmEiDVlXL1DtNNH38z6bzYK5Gk8pANT1LgT2e3PA/JD9BP2B77ny3ofy69tLHH8+e5gPILP2A4Ey/xFuZ5DX8KBnLVzePz3VaxUULa7eo9ZOGtQ/o+44qVl/mRmvum2DDEifQCuIuruDQRcNVDV7YmuEa/KpZdYNPLHyTh9PsENZdjlABmZquc2GyhXzmYjPVG19j7Au3+fj315nvvuNHVABmJC2x+MV/VclwOqHj5Afxh7iIJQtozvWDu2AIc6ZHB8het5QOIFDlQ1/sey8cAchaCOZkZ9FG0zUZDfnkaZ7wwpMn8WSd7ErMiaH0rj8O/nJrpYyHModuE7GVeAqmTJf95SmYYIoQ1rvfO5Xd5+QdbqRLPr+h93ADd+bT7PGqtivz78loR4xtP3laMduawyKdUqJncg2H/fqdrPLAMnAxGz+rdVLKvXwwrzhdxXUklkd3DiiuyxLm0q2sn/WFJ9qckYWyNNDuuxr9H38Kpm4oGX+k4ff3cVsIpBOPlRUPWSNWMfLfjBN+kJzjte1XM/JSNzNg0yNfMeD7ya/Q/X6vOABIkcwEGZu42rMpdhE3+IXQbHudGi0BCiIGS4IIRmnJAFUwaUdU8CQdBqCJtUxtUuApC3yerUGZQeIUq0PM6lcHw8DzFsEgZtAAAgAElEQVSepmNPvixHg/CdqlMXsQeeZ/hW+zyj4yrEYUR1bFwVvUQF8naUKl++SeUuxGX4VvvsO1XHVP57eMK/jvt+YOo4Dn+Q5azzlXnCe38h5nxfR3Kg5PTC6Tz1EiGzbjaGb9VVwVk7tgCYM3yrvaXbSFNZ7VP5c3O+2m3IPgGYyiHgR0kr5+yjVaVgqxeOx6HZudd8q1q27kBV6/9rM1YpxzXwpxAf8mVQkVe1PJQQjMaqKDw0/qjPQytZ0CykKY9bkMXRc0oAJQ2PENYxXtUy7yCTl8n/UnoEFogodUMLYMvookWhTHieh8pJ2+dGTAb4cfyPff7Set/GeEKsKkkuHyXwYHNo4dTMbaN6annfT+VpHur81ddNPADHZg8gXw04rOelXbrKHYoyj5P9UzXkcHCxnAbKz2b4T7Hfx1AmjJ19+thY5/wE4ECQydqrBVzhticv21gPLKpxObtrKXdH22JIlTpVXIjqyXHQr7jjpamQ5byPRP74dZBDhXVOFdt19bdab5xVVrg1cr24Y+DqeQ9gpmI/SuZq79rAxapO+7NmxqqboCgbzMWqeugqtX3fZaoSqC7Pi9fsumkgE8Saaj+5fxe68O7I58lahRqgr5tUFYBL3GbMAYfmCe89GvtwknopqJpfC7CBoAxlYNZKNqmhJ9+eRr3mWwX3UeCw5oKxz36jXM5RopUn1WJOqptTKAFGxhNe4iKJBABA8K32EADCW/AbBTj6PEBqfhsHgL/W9bkxYbB5QgjNpq3SHpiFvixHvgQ9U3tnikI4hgMLG1jHXa8x55DKj02ke896Od2pjEa+TKkm6CPIUTNe5Zex66CKEnC1N83x8sm/vESuKsf2Vkddm6aJrLeJbCrwqp7zDV3qwLlqi4KCiTCN8q32KO54qScxXMV2tv7a37WAVc36jcsFmXoTiGt8SO5Xejr2Aa/quVtTmjuZUD6YLxd6NLHVsOfpkorSODghRz3NANJS5T3goc1IZe6ioGpcbxNPZuaXxUj4p7VjC3hwZo4C+cvTWHq2R9UPBYiHViMyEbiC6xNp9odESyrrtjAU+cszfKuGAJXZEMoEqH76VF6ZZ4Cvd3ZYUdbnxBwyVaH0uaYhKMNhsg2tohWZyZfjQOYhVDbXWLk913J4zAHgy9plOffksxozMGvjf6wiSa/JOPTcmETICh5+a0ULAI6NA9H1MuZKOz7A2Fv9uYnlRbOcrcdzC5BowOHC4RDLz1Uk9XZXp/sJl5lpy+1yPyOmj/2eUEQRGw5QgtqYem+BWsAqJe5KbExuvbVXC+TxOslJn2sE8DDjW0Ud1loxYHPK/G3hODP7dNqsoOrB8WrZxH/c7wyjJHFiVR/xqn40XlgXkvUMJ2SfAI5mYgQKu57Mp4hZwZnZzF3bcBfjVf24FwCcAX+uizmIggTyZWBCaJf7d6pUG1qN0pOxxTy1AZC3Q8CCG7BZJYt3V5FXtcyfcJcZNFGaXXe5xw3ll2T+AK5Ow35sVKkCfNlE4pg1UiEbyBqWSHXz/hO18kMTIslUW4hyYI9NzKrUxdiCTgKXXddlN2Rtsz4k8scKAkgbTe8toNRzcSo/V4fKlYAf7rfE00oLWx6UW8mJWfVgzoo8V+lm4+qooysCq2zAMgqATDjGpv3jgQMAdE1KtAJAoS+zWb8yXJqazlgMkcHxBXC1J+f5xqv6sXewUVXakevQH92YkqVAaS5ZmpYPcmx3xhbAKgBrH+K6ZmNmYlVXuk5T4atV92FBDbDKQel1Y8EtBp5nocxnvvieHQoebV5SKAE8WcxCndu7PrYcr2qclVS2yqUf/jKu6sSVVDYVc9iEzRGzCrvuObfpHiqYAFcBga6LY7d5v0vvygb11zbSCoIuf8el31vld3GaCtnxqx3gWDP9zLqbjEwETonP1o4tgEUAxzi06OykRTyOU/ljddBDQE9sbfK+l8Erfm7ymNPsCGC/ZZmr522KqsWoy6UosSfJ1UkZzfpcW+5WDVj1UjnsqxKGt+VTb/ceOQ8oqL3LVr1uklZwdeTLfBbo4twy7I77jsleBXfGpK3W5Vm6nT9UvTMLak7hLZ2+aDlK4wDHrgVV8zuzSQXggG+1Hj9X1d7tzu91o+H78pcv/eBbdWJViMDZceqpFwKOUXIax835p+enStWCMEifqgmashCiKcSeLtORMJK2h0T/2LAqegagGNmqVXnAP/MxfIYDZaourBUtAPjzBEDWSS5jd7gFcIjvWDu2AGtAsuNfNtdWVpRbVsfWJLh229bLblNOSAVXyVrtXuxhb/X3dSwbE4E78k8nVgVdTSJrDitulHKIy7DPshX4mdjje9JFWWXykuK92BqwrFvJM/nP/+P/XuzzqsYd2/xzakuX75NK/KqMe/0EhNjFZOLLBLGmK4Havs34OQD01yc2qd2nBGBB3STA0af+PkRx49yYjE7Emsges/bOAh4TZaplp789jTsLAPEN5CYA/jQNcPTBX1QAZJ9I1CCoil2w+jh0XMaUWForrhSYz9nEd1HMSlXuIw4BEyGDzI2y69c6ffETNvHwqnIQ2OTBAvGM+1GyDLhqLFFFj2EDj5jVE4c6uiDvjl/Sv9u9y8a8ptqtL+Po9DsQyPu5Yb66TbzBVQBXobOxVpyzNPYEWXZdd4aVrv1+bBP5sY1tnjrp1iRNdC5/WcNXnJUf38j5OeyqoON9o7do723hW+3Uatl4VT90Jh+M9FJglRPVnIi/Q7H1LqNJ+X9uwDPBAno+Bzzs1LC7i80dZYInvwOudmgR/d44mo15YFzd6rzwLl1xs4fEGa9q05lR7LvwHQAgJn2LZ8XF9HIayvMCReruWYcMVZcBTmS29moBuhJwLOPGhNbnFm069uVpEWTZdbd5xi3e+/b3BHDzBftMAVc7ZhrE39YKyNuoOvYVV21C5g/zeQ6ENu1PuAtiO4CrHV3yNG2So/uRzDsbBbKAbqMzBnJiVasth+s2rk7H1SEW+bVNVH/glg1qKMYWIp7WihZQrudRd0T0iMG/dokKVlFE2p14cHvvwzboVfzaxE4r58YN3+Eg2cSsSgytFcnu0KIT7HSAqrFIcoXY7Y3d7aG39xhOcXIZsAqwAceh7VJPp3333+mVvKrnPIG1IcDGAk5Ipbnp2E7s1i7upbKYBPJ13i0+WiY2Ghlju72BP2Vuouq4EeWmt1tQKwA0D41qo6QDiD1foNuYhp1TpMZvoAG4oevcOrLd7P7KqwrorMa5zXzCJhWe3uUsL829zXNuZqSb3djZHFotqEhUzOpmz2r2xmyKyKhTccVmb935u2GRrYI/Tlzxlo1NGBUFM1LIrCcKpg59T7NWHd8qrc0jLJUoSmWlWc43dpxbOmXD9+a8T0tNU2wDX/E95nIn4Elc9oPu82A33CVa88telNhDms+NzmQbe20OAAFVAeat5RZwc7dyOcOr+lphe3sLgV04cNXiXJm1EYgjQazNs5W+t4KqZCBbP572owLjzONUGH2WsYr9ONUg+6cD3X77CJE9Qd0qy2+HAFpHxA1mm1zMiszV1g+6u1nfPUhLET1PgdXlpFuKy0ksmv1j8ancaXaH+OaTMOMJzkNKczuT4HLHMYagw7dXzsw7PviKRwGoOkD+ipv09FJAn+0+liS59UziFJcBVhcIoenguvUzu9RpTjRlNg0yRep2vzvz7HqXyj62cVXWU/tMrOoOyT/6eDDD+SSUcdhuv3nU2yFm9XXS/kMdNqcvm1gBecPIj72F6ZuMQ2iyAGO8G+ytyvzT91NZTuEXsyrBMvswtibEnRYvmDmkAFSFl9fWHW+9qJW18BVvY9lAO3LnAA2wyirw1oePd/6sxh7H2Gr1UXuSgarWgcU+h02DQxySLC8BVjndsBKV8rGDARVUvfmkn8p8FmqZSovns8YCTNUbYZPfnwKZht2wj5Yq7xlXVb+037/XUzDP04McSlVuDcU4KjZPnudBlgHUb/vW+TrK474sQi2Ta3sjw8Vlt9x7ydh2y7h9+1ZFddhs3KcvodsAXCUz3Erxij6CfRYzx7d661hX10O1cgBxxf3tszHrvuMjr+OA9GVzcGvkOy7OyB57nlFtYbHutP/pBnjrAFdbG3c0GzNWvmITLT0BVT0OAB09QtM84J/HilQpbDj0cq2tkfnzL7nVLyahpweDbbQMe6t/rGN5QQROuanvs9a5la2bvK+KwO1j5QF/VOZozi1vS/RizyrXs9dScJVEzAhx9iY9sj/3UlBVqXxcVPwwY5UsVUpVrJVbILlbBofLzIQSIIQ/yjrkyAKcxAH8/LZwistttg8TWs6rat14sqBOUyWcB1S9XaFyCcAR+LKcdyN77BE+Q0Yv4Gp71cwBUz3NUDCxqnIPIebcv9w0VRErfAcQ0Tapx30DZYIKEilA9oiR/fkz4VX9tSPL+fPfDu0XbA7hqXM0WfcFVrWSyfc0u+6OeG5nupjxtIBvtY2cmRxWZLyqjK+WDv2H9fUhSeXnmnF1/1dwVXCObsMJMFrvvO8FwDkoE6ah5/j3W2Qe3u371oGqKrJtgTHrOkcBwBpwvY10f/Wo5igBXot9H/UarX2uzuueJ61CeTJQFWFFA8RLAHHlVT1mZjoLrCqoGpM6fq/8ltb6euHFVA8XYZQ7xyeADSgBuigoc8vezUG4+cSX51kumnLLJ9a7tyMNdxOcBaiiDYk5rtz0/oc5APPLWZvBw3o+18RVukmdBvIMH20LEaBcrRzfsVa0APP4DtqRB+yCAA/JWEUIjQ2ZbXaOtqlqD+wDJ23bGh6DcAzZmPePyG2zxvH7aPbPzvGqPmC60pdRAAhgfmJZWWXeQrz5kvOttghkoSIHCgAVgbOB9dp1FP6xr/qxdpyztxJXvCiywBM+DjSRxVrRAtCRTMJ2iVlBHfFDgUONjtZt72BVYs1qE6kA+aNn81zMKmNStH46sQBjK/RaBK1mYlWPWue02UGcWFWR7r4UWGXRyGLashTKuxSxqsfYJpXR2JfZxMDV0p7xRIHVp2k7FZcdwOEOK6wdW4BMXk5SAVcf0VT1dOIEdzzAw8e8xiM+/dNnshALyepVcBUAqD2LVuULN17Vs33IPEX51yM3qWQoAB6SuWrAaskm1RcFVkejdiym89CH36DGbaGw2Gf7Q5KVVH4aPm/6AyIxcXmsGeHWTi2AKMi3aSiIWj286UBK5PsKUZ17UIg9/IsrvQCRhoOcze7xa+TUS8T3fBXHZf5q05qnklFv+GMSfSaBUzV/xKFt/mkeVYCJyN9XseyswrbQ40maaGWFOwRsx2zOoRfbiJa8zg1HSb1bM2+RufrwBqgac+D18Ddp3QsoCxOHo2qb474qBVajKAc4WtCxLTHnazhKckVlTpvvbR/KzUTVhCdM+F1Qkbtj/9FHZPMiZrVoWRYH62iyxgCBDFw4dgoVyEscr+ojl7AsoCl7X0xNFaRs2I5H8NGOZDZuTxYHvKpbVO4fBMjfMbxVfhQmARgjQ4rMUUkf12+BL/I0D2RuY6u0H9U+i3YcmDKPUt5OBpC1ogVIOvi5jlqzKWT/9WWG71hvFSyQejJh3hoHwmb1sQ3gMFaua2Lzo9/msbYoPn0bJfJz/aiklZM1qe6aUxn5vh4K+g5dtZZZQAVa4DIOPBkTeB7ozLzLv/6KZHuwfIgyB11tIz1cb9sa2VUwmZhVWZ8xnJiv4Fx9WAMzZEzZMrDQBdorr7yqHwKrrqBaxaqY9dtxsPEwnzp9sJojzSgAHmwb5vjJNJBJR8Sa7t2JZG+QuTodPb701NFGiOwjNqsPdpx7d8QFzwNURVAH8KcN1uEUnrJ3FtMPXS1eYLt7/0QX0qEn357GKvDw6EaWMxkKWlJp7cgCjh4hyWLO4/uKBUUYevJ1CU84HFK2UX3rsGwTH8L17LJ6H9VjeQb4Cl5VG1aFMcUmHvGP+/MVfxzgiMdkrrYhMbONoXgx8pVvVTOlHtTIGHtpESD/IDMUHpt6Tsj1z1WcCSU/ro+KNnE84VBFWUJE0ToMp0ngizIm3LnbyFRlivrHhkNA5qs7v0BbBtCZ98A6VFb82kSt1B5glZOHY1tqlIwtEa20CO49sBTrysSqAFWtc4rAKqDqB7Z5l7HqSv+VT8sM+WrI96aAAqAd6H0qgSpXmijIubltOvY0i2OUJR8+aquK/zixKhtXZX31KlbVoqAzCn0teaf83dqxBbSse+TLt6fRQzepr8Ch8T8WN6ocpkYOdHalXy3ZcCgwL/Ltiey69nGKPnasU0zpyWTiKSXJIwAgPIWslvWe6gFbBJ76A0Nps4tVsbxtjXFOJcFsbOBqWd8wnpbjQGaIm2o4vGdMdId/PwEO7bSi0D2Y5Ps6kv2hbaPKIQwAqgCrSrfxQGC+jdbhnThjxzZk2GGeu80cqcjqEMs/1oiWttU6j3svklV+rg+t5khnbBGbmb/u5jeP65LKT+agFL7Vu+9EjVf1bF9p8Z8KlurRQOnvXoFVLceNHkfEX9nj7nRBPthVrKo1bMvurQCAplMAIDr3ngvFOxm/5mOwDgGJjQa0ACpe+aAFEYAq2S2P4eStacA7XZbzquabjbZ4MO/h1MxHto4+8QWWP9BtLKehgs+PGFeEYZSDychsER5/p1Hz+WNQmiZTIUnaMqLe3hlKgtmEsTW2sVXSlZ6XyGI20vhz794DSwU03LFotHZkAY05USKrLXzF7TNOXpq7mIRa+n5v32mfRYpvFPq+UgKM9UznfhbisIJM1bZlObehzxhLUI4wru7ZJ1W/3R0oe5mY1f18p+p7Pub3bk1I5qpmzN/JPNCH/ctPsjHv9MDHGLf2U3/8OjxMDLjKSzNb4T/QelkrWoAxNbqjmBWCTDEUANYdhc5QhhjwHKXyOb/OegVWHa+qufWpBXIKAOUnaZujcVI4corCjwA42u4tBGsUc7/M2aTed/IFgGI8IVZlp6lFT2EjCKdqWzM4mMwmqJnPQ5el0Lax/+DBx9gia/URfKsKHEaWpVDmAsxTbOAdPcJ9Y14Vl/y6DGQ6YSN297P4Kq/5gN+6TepiHuqB6b16EG+hVHnzQJX7Bxj74kdyQLreRELsafNai+wf+OVNzKq8a+GDXI59Gd+JM5PD4802Fqg17jeaL3brh/4QCgB0B76vnbhiu+2TVQmSEe67DLs2x4FHdCx0AJMQyoTbPh0KAJY3f6wina/k/vl8t/3AK+/O3hO6mvWuPTzgn30SPsPcpRjUjf3ns3dp298r36rvSXgPwxiv6ofd70eXcc4qsBoDcKD8ZT59ZNTcHgn8jy0FVlgfjkeBzKZWWlk2IsJA5Ms8VADonvGahdcWUDUbV20L1o9+HweqtndcYR8W0E+zUAHWe/rOo/vmkuezEAL4+R2+1TsqUnO+tT20F5C/xHa3+o2jHWkTr+r5L4Vl4+uSzMzH82Dfqj/q3JdNEbGGMbVQQaLbRx78BuCQTWpbD7rq2LKpazikgAKgKxzpyhM+9rNKpqas0I/7MJqmYaDg6q3FrHQNeEhktWlnlvMje1RjjorAxRntSLth1fxknSpBPUy+NXr4yM6p+WzGFrFncuP1IHR8P7aR/LnNxW5vP0fWNMmdL3Pl9KwBnbhiS0GLEqtoojNjihyW7rz23fpXx5bvy61RnvQgklA8YK1gAQ8sB/HxC9AA7z/99/+TdmXBeM++dmM7VUO2iqeuxAjwrU7IUtDyQZtkTk3EJvW3ZagKlvdqZKqycLRJomhxAFWA1S7YhrH1dUH2mGXWnfYkownQ+ben8V0UqYnDKlaltCz3GsndeU4uVkX2T/tbKqORn40tA1eL/ZXq2JrDt3pDcJVhBJi6MV7V0iFDBrjSI+zbIa542bhOVdh0rmrml10xpF+RGTUPEbO6rSCRCsdsc0GmIVn4829lDn/ZxLJrJa/q+fcH+2E/MXV8EtZOLODErLybHeqw7oMD/N/WkYlVndgeWFXH1SrKKpa6t0gOfN/4Vs9EFT1w9xF+vc36Po1EkshCWpkFoEcAC+Tk4hKMzfunf/6b6jHZ+uvYnISktCPgD28eBCKL+eguGS5dG3q5mvnviKbc+KQZ8Ics1d3B8XBYOxlXqSvjpkSuK41T+G9PY1NcLu2wVJ7nI3lSLuPbTPj5YwFVuwLI39u3yapzXM7dqjuZTTyl2wjs4OLIZdI0cTzhs1CmI6h+buNRuMtm71TuuxORb2OL4l1T2e4AnbuZcTgFmLdqi1JnQW0ZcHU+ahogc/E3ilJZ7SLlK/Y6cdB1rzElyqW43iay3nUx5qQCew0x2VXq3Cgw3687Gn8S89Y09Jo/EExFOUP/9VesHPuXAByNf1yLb0jCCtnx20N3Uw4ZTX7gS2KcAKWe5kkqYz8Q5fpsKvQo2CUS71vs3A98NTXzvprBvf/wz39LDVQtWVKnqSRdUsb1Us2qW85NcKf0xMFLZTEJNEOqqXhU9hz4VLc7gMMHRoIWP3p/iDtFUp53I5ljTzPjMi4DHyjh+W05UlGiW/GOcRIPsOqAQ2vvLcAhhXI5v4or3jLCNWt7xKyWs0DL3m8NzDf75re9W17Gx4HpfBreTMyKTFXAHxtWp/2JAJyjAIipPMlLFW/b7Y3e3Ql4Biq6Y61oAbJ/nsYNVzKxbyCrbhe/AvIGAL3ZnpG02afya9tlTY9UQUO0LWzOKo8sFAc2zb/P4fE/1pGsADm0atziWm595XLexbLadj/lkD2EylrYUr9su5XxrTYoyM2ctYc32lYJpdgRvKpxIl4FPQjNWDVzvp/4Qe9TSbXctBpK/Wg7amYmfKsAQI9+mZY9n570vVS+LQCAmk+nz32FssGouweGN+s17IOKpxPV6V5jPC3noZbmMvF3ib/oHtbWrN7lSCZaXtnsEzWrTlXuu+k7zVrj+G5YhDJlDnS6uTByoiAcWpiYVdk6OnV8q9OgUToS41X9eFQCpiIAAp1Pl5tmZk58Gd2RBqkr9mKaQszqeRI47roGJi7WBZtdotQaNl+dzlXucHS17QYP+Gd+rFWCk6ARv/nsWV37e8e3KjINfGkiYRu6mh+bRH7u2Fw1vMDsmnFP3hdQ1dGORJkAebfnLD4vpz/q5pr29g4Vep7w5+pGdTsUAIZZlJoSXlWBW7WiWKEBqyfm1KxoRHUcL3bnGmMNYBW+VV0r2iR01IdUnP7+NBIokprMrmPg7Q+iJZXWihboEq/quf5DSIaydwR3rBU3TbNRIF8QJGpQvEAFQF5V7s3qpxZQeoQIVLWrPukOL/EZ6CTgFbWNU9HPiTlkSDUlZoXLkFVHJri1YwtoxuEm6s1cDqi61Ow66+lTC2CTCeDquIlqlFR2iFVtYz1cN3O/WVv5H2MyVbFRT2KOl+qBxXwSGo1KaWhJZRoioufGgpNlrN4A1152sfxgXCW2p31vQcYVGjmrTaQ0WX1qgKsGrJb3aCN8q4CqgIZkZPbJcRr6FnhVRXlVq8ctA1ZPOgFuD7JVu7ssShUwXCxDVZGr7hINeWVLb8NENB358m0RCNkcTYCreEsUIXBhAaqs21V06BALcarr/ogqLADQyDghC11N3wL+wJlJBmsTDT7evYnAlZqSLA5Up90hYDP2bqLP6t5jOvbk2YTiSs0HZQKHpVAmXNvTbFZ+oXLf8WzMun720XV5xiEAWZ82dePQl6VStdzCat2+J7z7i1Eg8ywZoe7XRHEivzaxHnS5HYQZO7cl4+rnNpHtvj/Ck6mXqJAM+wmEGPswB9f1/XPXwQk5G/mOMqHmcECs6jtCZ9l8ZePqzdrEHMr/ma/62DhI1mQ3Q/4K3cuhIKvBunQkr6Cq2bY4dGAbYd9Z8yDHgNXMpG7wpk75qwctpHwQ3jpLUyjtTTI4nma+gqvXNIBaeLZ3OzgOr7lTP69lTLHRUP7HHjS+At46eCGbyh7rgVleP4H1M8DqEwDQdUNLsxMQjrFWtIDSI+wQ1bnSyK0xLgeCItNJIF+UB5v/Nvb3993j+6mqUWMj5ZirEVK5JOdV7UlIbtSDKamEAqBvibxsvgCAZuO+xItGu11FTb9M6vOtKnC4jjR7zMbVW9/k8lSrHWJVOa9qv3yQb2Q/YQKM5WOSM3YyV+tM5xz+wau6PphY1Xvr4nPEGeYqXQf2NOeQxCe26H2bj5uavRhboVcjgS4RSQ4GWJf2g4KqIpoJVrMNGlg92pdA4MvorbFZqWn7G1+WyngcyMwI1kvtzCb+yzxQjqS62Cqugs9AAdBV7tBbOqHjVaUE7IoIdcsXrHlvfAeuVSdewE36tVGoaZbXy8hWBVx1/GP17sa42phYVfm8n4pmqsY9w5zZHCgn5NQdXDRRTVDP+9p6leOjVb5VNqoVXzPnVV3v+wccVjRF6c/hVSXjkEzwPjbmKgAg41st9q5yQvqefJ2OpE6xBeX/HAJ2lULsVv5OTIeu5tcmcbQjOrSqRq5bvV0z983nrZnuJepnZjbzNu28CzFnHDhRoksbcfjPTSJkrMIj2je/udQOZb9TETgE8hBX7Ol8lX93PqbswKrcYyrzrQKqUv7fr235NcPp9VoNT9AjxNcd5BiwiiHJVM0Eq/oUvDUDaBpkgjIVZrRGXLTdN2Gahvvn6xzVXKdmXtVCBHqUgzVLod2fe/e3YzyRpQrvjxI/V7bu3V+50gPJBAfgQBikTzGjkhFKf+wUWydhIF/mYcaZefldNQ4jyGS8quesqxngxB1NWUz7l9VJXH6ah8JG1dqxBZjTEU1ZzsJKGfP5IeCvbWyVFSVORdxZbZJsvuqr16WamcmhV93D5L5aJv8uMuu+jKtUW6QqHqi8qkn/1jnX9jc2+bGOJRoAjx8ig9Ox20tYO5m3VCjOc4c6F5rn+zqWl0yY0+x5bAEqK6AA6Buvank/u6xV/MbA1aKF9FDQ83Ru/7SZWNWHJnrjVeVnF9jzzN0GDqw6OAzk3vGq9q/5vhOzGoXBFW7SPyj4AnoAABctSURBVLvkXzQZefI8y8DnCz8zp41gsQjA0U/PudAYZ36GWBWZqj0dVtrnCO4spqGKWbkQXD8QX2ft9l2NJVB5/7YcVQOAUlHuxx08ANYKFiAz3vE/9tvX2KR+gyc8xAT9A4/ru7ajTCBjdTlnTr/syIo4vDJe1VKzs1nbkv2zH0bMAeBYTgEPbeVS5hDLcSiL8DL+fdY5P1eIVZktj23JutgTwDFAIAeI9HvO4qATHmwOlS/BOOrPAd28EptMQu9j+jVNTE1lvRf5c3OQg1bl9NxvKnRnTj33sj4I+gNDaYqrZqeBBq4We135Vj1f/M8Su+MsW9Wmq6IRsQmZqsn18WbwwCqAar9TolPdhMHLhvCOtdPln8hi4ml23aV8qzr+FOBw/KrWTmyaZar2vUSFr2YhrRlAvolVnI4DOLXm40ABskuzOHJQ1RZPxagCowagqlLW9HyzkW/Cvj2PLvadocRhhSw81Kh9mUx8FVD5qKkg0yGRbV/UuBvuaDLAX9Y949X4wEb4AzQtrlKnYWP24HaMrS/jQCbBx/Zhjvq5OsiewNzzg66q3UqMWm0TWe0dxdoQDp75ZsqWZ2Nf91zWihYgYRUhvfPar6mWtv//l1hFS12zIJVbMk0TeUHISw8rhoWOvfGt9n/9Wyd2AK6O4Fs9Z57Ek4TqWsMsCubVCBOlIg2Aqhqx/umf/zas0UmG6luU6hmv6vnhiGoltAAI7tg09WYnfAFQbDHxNXOVhdFn9mEdzSl8NJy92MVxHntGscvgGML0pwDQKFBw1TapJQtpsqNmgTzPNPXww6Yq98arWmojsNShxRwWivOZO7hQOpE66hefOV2H/56MQygBONw511hDAxzCUzewfdhFPcs8td64Mu4hNdY4Od+qzVvFnh/5njyPQ+GfZQtC4tGaLOdtYhVLJQMHKp/v60jShjaqXRqbgIaTcSBwzVsrWgDMmcxVZq30JPiQ6PTHKnbrwGGF5A9dxa1/nFiVcqQP1DhKheR70jPZjkbCBNEG/GJUNqGDGSJWZaBqqa29XHQy/Rz/uaSzhgusZpyqQ9lsMNbGYzJXjV+rbGCwCFpOfVlOPi7jwV/IVI2MV7U0vlD+HyXD2sTDt0qWAiCHtZKFdEBZ90j5x84CQACHERyHtpo+tZFyOUfwFfdJXPGykcKh15cFXL3wbFkW0HurOdEUkeV8pKJWp9t4d8hFWWXSe4GLy7zp+Fcc5Gy2sY6tITY2qMuJbwDQmc6Hb3U5CgqVTIAcZIwhdDaU/cOl44OYBOjxZ0aP0Mw29dKnt+N3qZcqlygZ4awNLePyuF+cUJwDV/NsBKWLl1S+bxP5sWVcGSh9PNfHcjiIvGyiQc/lOppIfvK8TNCsHWO+LW+BfeBahXM1P/Hj/4sNVD3bRT5iVRSdOHmQRtoggVUsl6ioTiM27MxN2KRykgotgLWiBUahKCXA7EwGEO4Cpyqg6kAPDD90G/jGAH+GVqKCUdikPpE9Nr6U9XA4I5DMujDw5a/PYwWACsAh4ypKB8UZVaX3VawqizlD3Kj6fiq/PY9kjKqVtXcWcFUBk5Ev86wa5b15AA4BVe2woug0qExvd4ls95SdNLWc7p5zAgBBC3C+NLd739TUG+MV85Evi1Gm9q43TrVS6cfqoADHEOPxR/aNJZWfa8ZV4jh8eyiu+Jl/AaziO1CvceA+5PhyzlbYR8WsAFfdsFK6mj9WkYor2rg6tlySJvL9V6S6FUNvObhqYlYlnsDYgRLAdxnhGnsiqAvfl2oP3YPevl+nqCh19AkNrgMHBazmOGpKRt0AeOrKhg/ABpQATPrD3U6UBxa3SRX5fRFmGUDOQjlQSHBSXtWBAfKfheHcPihUDoFX9Zw9GFtVxZo+s21f/p7JfjYO5LcnODPfvgrfAfjhj42rYm9TosxhzrC5nFOZjH3NXA2CfNNls1fuLYkkCo7NtNrCU7BVBZkOieNi60sQaeg7NAP8EMvayrjVomTWAQBl2iANWbkft8EmZK3Os0OdOE1kpRyHNqpOe5hxtdqTyRuZ4KBm1jmBU5JZrBUt4PhWPT3U4bDi/71EMiA9potcgqNTsAp4VZmzLOo4s2nZu0/W6kVmHNyP9ODC9wWVe7JVzXHKXcBjHm8YVFX/HBLHqtovdWTqQ3a0MPRkPkNwx84F3w835Vv12Gh48tsSyoQMWBUHbOz2rszJ2rEFHDjmRHUGPc9lxPxfF5eLNQ3KlzyXEf40cwAQTYHDyAkWWDu2wBB5Vct9wPnGYhYoX29A6YW1VwvkoimLaeD4Vj0ncgawasOq6CiHKFWuOos52SaVQy84+G8qZnXpQUj75gGyfxYjXzeqyqu6s0Xg6aii1wCbf65jiznvjMNUxbgakphVvs/+dIqGLxNOSN+TPzex/NrHr5mq+frw0qhR5o+fPr/sB3BRAmbCaVoj9eja6HX8TIVVZbdPZLWNhr23KukrthBqr3fh+Cr7p4jCX1lxWfcFPE/HQu2W17Hnz8+0YsKDV70yGzuQfFj3ZWpf6A6jctyl7uMvui4r+3/T1LnC9mW+OShg1UBVdQGcNwdXX4PTRd44jB+xGELY4XnqNvBMsUxuZKxeETN6azxAVXhVzThubJE5hv/ki8PednzlD0v1MOfbciyzMZl1noI/BnAUDel4VRHIY6GnUbuytft2ARSrgPKUvd9l8dUxA5L5g20IQpRV2rgqdmAM5+wuFsBVa5kF0lSpbODAnr7jPWzCPnWB/bqEOsTK6se7Lss7+iBdDsqEscc6EEC+WKoMtcS17Zr1gvvuK1rKIadCSpXvw8wERx12MUHX933A7t0BdFTkYJ/TPlI/L9dHu7gz8wqFiy8480N8GGAp2/TUvJ27XskQPnVIh24ksahY1Ssm5Hapr8+vPC6uGgtUTnGDrKa6ohVew0Cd5VrO8ZiBYrkluSdVKdZOLMAaeYOQ1ytV7+cu95ERwYec89ZrV5F0ujggNcSTjiP2G7VGEiUCf2joB5V3D03MZ/WMeL+riCtUUYL3uAONOoO2/H0HkbHKYMFkjle13knU/br7Pk/Kxaxm07BBd7rPu9/jKWw0vi0DPW3e712pcgNr53u8+t2ewVjiz36gvKrnDM3YQsmc8uU8VFeZq+uclJe/Cyu1Gtl9mXRklXc+ff5H30BV5V+eJxKxkCfLueRB/F/NTXP1hsQ131/viW9Xwat6iNz63lpugVQpWhhb8K2W+4cnSU3eBAVXksRtLivb3S1vtb8qX+su8Tw/48Wq3uPEYUAsuIy5SVVAi+v5dq6rE38UkGlgbVXn2W/e4Wh7zt1DM3t9V3pao4uqd0rHrgBs3u/z1fIbQOIEifp7cPrqCx84BZ8fR3CFP3pWuo1TXTMeGHMcdM1CXwWJ0B3yBsitWtYzAGLwzf5SQaaSXzTlTtd0YPZaDdyisnOy1NzsYkXGAnh+rJVaIFBd3Ef0UDs7hLEU7RPZ4zvWChZIY5HDNlLu0MkolKDOPnAAdnUHyiRq1Ngnf2CfQQCruuXRE1UI1d2pgDU4SkRmM0RBju1x7Wa++pn3W2/kJ7i1++eKuedoQ01Wr+/Jb4tAOQ4/g+PzbUjt91Yg6bF+yTcoTcalzXO0GhWuuPTOnf4d9lBlRs3+qb4cUv6gTPmyjiHcgXv9XuHKGL7c+rfInl9+A8bSZOTKls9Xv6ACX+frHbhV9/PzMfCauVHjFa457dW+F08WU18n/EfHhBqff7NL8kiz3rlM3o9HVh3ncU94hM3dDEOr99650Q8HwEOREb6josuX3u8dmHzxNe+6OsvwuSbu6NfXeXb2Gvmzz94D4Jk1zzTQQy9rbxZAkHO1jYsCgrjFlRl1Xbez8hVvOehKHWfm6E3NvOvf1tj769jytFKHtc8jYmhj39LQjZhLoGQBVNWKLmtHFmBcUQnIITKzVBiG4tVd9PXctppVp1PWFYvyHtkoPqSy2xg9QmmXJiKHXSxptoFjLzkJ36gNe+QGjXwKyQjsR13ouXS9/PGjvf/43/7360ilEESBkgeNXTYXIOtXfV8h2SSDxGwdXeIJ7qQZ1P59AxioBLC931+9bnKq+7wmY1faDJ484wq/xfdOfV8pEzxfyLDLRUE++qqrN5VaFlR3SerG7RUm0E+rVD7qiTwtwk8Asup+0PUrFJhMUtlGZMh3/Wuaf3/G+SF2auZTFdxp/hldvyOlp2RmwveMgTw7DNQiVbJ/rHqg3Lspc6dUmZADcDjJxKy6Phaaev98fka4E67evmYfVrUX6x4nyHQFr1rVh3bk9zn4Q9US62LNcBn5TkTPJq6jXlRwzPfkaWKbeAzDPAWoyrjKZKc74vW3f02lOjogzEnGoWY76XgajTQ101qJBRy4OvQNhScJ65xNVBuj6LVzkcm7SwQagPct9H0ZBUahda7vAVbZc7k5/foNqff1v/6vI2C1j0CA56UymjguBdeuN1w/BmcqZCpcCwj2wxbHX6FTPdVvSarAISWotpA+thF+Ayk/4GoQ1gWE++c9ZDuacExZv7rFM5k/JHBQljufvAnu9M8TrvsiNvDPM8rem5nsr3ubR17tliiInLFJrZJU/8i3vuezicXbHTzgjiUR0HA6DQQQ0U4uinM7YwoxNGLQoBtK7ttYDyyuybTvow1Z0RBvdoyrd0EHcHU+cdUWtiYsjq0JBxfjIKMEGOL4gqtUFFRlXFlNVzE6sAYkW/V07+n7JLLYnHUunvp+Wovdqy/xGT5esjE/4sPuy7dW/g4Ksw+pRBxWlODvAKsjn3lriDH5Y2uSYAjOQ+xpAsnwnv7L/xzAEUiiJQYThB0MWH31MMp962amVh70Xbsg5WTMnfoQh5SHY+ibsJM+zBdFZEct5qGCz0NvBNP13pRxy/0AQNWXKBtX/AYACLGvEWrm1o4swGgCeP4yH3oGEMCGCBQABqoWBwnz0xoRBwVVaQ5cBVSdz0buQNkW0+8M52gXWEg/zUPHyzpE+6QcVDgKABeSB7AVqDDHsIlfU8Z9womD7yi4OrVNasGcmebPYhwo36pXmzW6Qke17KfEXkDVjR1WlPYMAmdkqnIIWNbgWg0AV62dsU+ucjUsA5H0d9glclAecJurTns/iVKJd8XDivx3zFujMFRw1VrRAuA7k5BKpuvtMxBg1RkxDEXCsRFkE5SUjP8dwGED7c0CBCDdpL6L3Sykx5kY0SA3YR84CBvT+SyQGRlAQ9ygZrbR8qYYMS/j0ypzF8YVG/nTBsChSu92cFGwDWug5SSQp1kuMji8wws2qm/gj81UbxZwYwleVTaq6SldhMdC2pP5PBwmcPiJqzC25mNHRzLERhbmz1/G/1ja96mn9AhkRpVt4VnmkJkJnY3yIw943XNurv8yDYUS1KE0PdbyRLZ7B6yq4Ju1o+mKI63t/vOMwzBkPTgc36niJoQad1g6LHAx2iGuGGsVqRUdH3sMYlUxCT2fCGOwPydzdUhxucrYcnyr7sD0mszVQQGrAIpkRvkYroq1e/ZbgDBA1T7SPlzbVWWgan5PsuvIAjIAqGhlLetGFCQrkbu2H7p2PUscMlvgVbVWbgFoR8oyDlko5uCqbVCLtoP7ZzkNZTHR1fSg3IvNKiWD0AAMaxtxSTc7XvD11mUpFBeCAD4i43Gggk2WtVoyb3mpZq0qZcKAGnH4ZRWpcIyNq2LHI1a1/4R2hLlqNnIilTZvFW0I3+rzxB3qDGPWSoXl348N4+ozccUBBZvsUx2vqhOr+mzvic+QtWrgatFPmOtJ9PH0PHAY0Ruxqj0VS3ZYceIQnrCpiveJxBfuPQPfl7HxrZYGYNXVAVwN0f6oP2sNDljFVijm+hqU6huuq9MiExol7sanVezBnFf1HD2CS6VnIW0lYGX+j6DDfBYOUnGZg0LHqzqMhU7V+BdzovpBHTfJqpMcAKp68wH8fhz68nUO3+pwACCgVARAtiicah8Pb77+yLXZYG22iDictws2JLtlNnUigwaunlrU8dE+L4ZFt/FrA/8jWc4DCJ4VP5EM8M32MjofMoDgWzUapHIAaDYKZDb2JRgAJQBrP0DV/QXAYUWX7MXPEas6VFgjk6wBLcA1AEcvDHfmI5yYVf/BVShZ9mSAWyXgsSdkFUqaqVox5pCxOgY8tDV1YXSpiF7gOfvUBFcHBqw6G6KsNx6kYq7LVLVDnzMzlYLOH+80GGgIX5iYVZkNEbPylG91SBlAuAyL6cgIIEsHFiJwAGSfNcYUfKsKAFk7soByQoa+/P40EseY0H+QESB+vbsM4BiWu7ixBPhDlvwli2M2YEt4sAcEzF/qE45vVWQBH22Ph1XOJUsGOMCqHQKeeAjrP0SH1nEl7QE2YXDwOzGrS71uGL/DHDMOTElG6OmcRTT2JJWXTSzrw3mOw2H0eBnA7ul42u2hR/h8Hfj+DnnWal2Ao682d7HcCcCCZ7j1YDXbdsU2OyhZDlYJWOwvT5IsU1XpESo0xpOCq2RDWStYgANTEn3I7q0zpQ8SWCUAsYmHb3UwCyEyxmOnGmytxAKpKHfLJRkcTGaAqzqpDcaBPvea3LOmY1+WC0rAPr+m67/gmylTNl7V8p5kPAH+XDKuuAPZYwBARrdRtCeTPdk/Xxlbtab77ow2QB/EP06FY7rzBbd8UzJ/Us04pF3mC6x5fFkuR4OIy1Wtz0b1aRboYrrP8xbCgT9W1YDDqrbs6u/hKF6to1oxB142OFddBpm1VwukDvxZjgMZNyAK0kbLpl4iu73Iz01khxWlWytPNpuoMqia38rA1fNe33e+VRWr4rCiInDYxjjR9DulcSoRYlU1bQNkqHyrPY3L19rbVaOwHqw+qQ8UWMXkZNf5Eo5z9KffKBAbVSfIZMDq6YBTXtXEAauXNhWzgq+3zykulxrj5Hcq7DD2ZTGvn0pf89F3vQxvIRMTUNWGVemKWjepFYaVghoOXDUAqMyZiTdfZoHM4a67q7ff72HMVbuD41W1VrQAVSdKj3AqVnWBsaYTXybTfsflC8xQ+AlzP4ftyxnVFmQe9m90kS1GNibVFdaOLcD8vds72pE6DW/hQJlKnR66Th2THF2DEjVCcSNdL/drbB2SRL6v6gOHVxu3rTdIyeNlXLnKirp7T2IxXKsArNaKFiDekHjYNxb6mIQVKFmqbCCG4iAkrGyTrMK2/jpZMzPDYdEgXeoizFLst6i4cHP65fFnwMCqK9sJR54EYf8m+zfncdliZKrWndgudcQu/s6BqqlQrlylcR0bMcDVPm7CqtiiHACC1y8TTbn2Zi29/pCkukm1eb+8gz7jVT3XrQ6YD1QMzVrRAhzq/LYcadb8ZdmK3bGi8qpGiWwPl2c5d+frrn9TAEDAH6c4fflC7/XJXirzaSijcQ4A9QvkuNbCeqgzI4ujX3ZhjlpvY9nUBA6vtWubr9cD0kMiGxWBq/+mcB5OR4Hys/UMO6xvlHdXTgJf5lkygm5UaxwMNfIiDd2EuQp/+b52vKrWihagsmJ3uJ7LWUuXr+A87HvfkFRH/HHtiiDWEkOxH9+R5WwVtqU98gqqXjNhZXem3H0ahi3p+Xa9hmoyhdX5aAcNrNKFBKOQyb5nC+k394RX1akHWzu2gBOryjLqapgnV5Abj/oMzNfzGkB8+FaXi5FTza13m9ZexXDaGa9qaf/Q1/DMX1PGTWLLfAbfqoGrZUYG+Pnr81iCnqVH4TObQ56l0LeocV04I6Zq9o9u4uvNOU7MyvFgK3jYM/+5zsIsCFKttuBQhwOMPjTnN6nyqurhej8+q7Gu4QBwRRl3A9gYY2o6MjGrQueo2znbkLlK6/qqkLH0a5fIahuJMl17NTYRjXlx+26EqOJ6e7jqsOL9V5G1qmXLNmcVOjvnd+6HmJUn23V0scp9+zz/tm+UHlKJ9s1xObsksUAmxrdavp/13IFpWME+/w67PqPMMQwDPAAAAABJRU5ErkJggg=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2" name="AutoShape 2" descr="data:image/png;base64,iVBORw0KGgoAAAANSUhEUgAABVYAAAKaCAYAAADVtAJTAAAgAElEQVR4Xuy9CbhcRZn/X2F0QNYgsqmQ8ANZgrJoQCFCmKhEEIjsyhAYIDCMbOrDAMriEhBx+LOqgxCSYZFRViOMIYwwBAwoRFlGwiL8koBAQNGwCjM/yf/5VnedW6e6zjl1+va9t/vez3mePEm6a3nfz1vn3O7vfeutUcuXL19uuCAAAQhAAAIQgAAEIAABCEAAAhCAAAQgAAEIQCCZwCiE1WRWNIQABCAAAQhAAAIQgAAEIAABCEAAAhCAAAQgYAkgrLIQIAABCEAAAhCAAAQgAAEIQAACEIAABCAAAQjUJICwWhMYzSEAAQhAAAIQgAAEIAABCEAAAhCAAAQgAAEIIKyyBiAAAQhAAAIQgAAEIAABCEAAAhCAAAQgAAEI1CSAsFoTGM0hAAEIQAACEIAABCAAAQhAAAIQgAAEIAABCCCssgYgAAEIQAACEIAABCAAAQhAAAIQgAAEIAABCNQkgLBaExjNIQABCEAAAhDoPIF7773XbLDBBub9739/5wdnRAhAAAIQgAAEIAABCEAAAgNAAGF1AKAyJAQgAIFeJHDZZZeZI488shdNx+YeJ3DdddeZSy65xNx0001m9dVX73FvMB8CEIAABCAAAQhAAAIQGCkEEFZHSqTxEwIQgEAFAYRVlshQEZg7d67ZYYcdEFWHKgDMCwEIQAACEIAABCAAAQi0RQBhtS1sdIIABCAw/AjUFVa1dfu0004zDz74oIUxZcoUc8EFF2Ti2L777mtuuOEG+94rr7xizjvvPHPVVVeZZcuWmY022sicfPLJZv/99zfKVvzRj34UBfq5z33ObLnllub000+Pvq/xFy5caN/fbbfdzLRp03LtvvzlL5slS5Zkdrg3ZYvGnTx5cnRcN6b/5oQJE+z4LqOyyO4PfehD5utf/3rLuHrtgAMOMOPGjbM+i5/s8C+/jf793//93y3jOKZ6Q/2vueYas2jRIsv0oIMOMvLZXbExZJ/aOD8UpzFjxrTYMmPGDDNnzhwzffp0a3MKO8ftzjvvNKNHjzZTp07NsfD903hqf+6555rZs2dna+jEE0/M5nPjzZo1Kye6ip8urR8uCEAAAhCAAAQgAAEIQAACQ0UAYXWoyDMvBCAAgS4jUEdYlVA6adIkc/HFF9tMQyecSgh0wt9aa61lXnrpJeulBMDf//73VmSToCdR8bjjjrP9VVfzmWeese1Cwcy9JwH3zDPPbCGmuTXWwQcfbNZcc02zYMGCrI3mmzhxohVynR16U7buvffett3tt98ejYITjf05xUcirduu7nwKxb011lgjJ0S6CSRgSjSUzep71llnmXPOOScnBvtt9G+JxRKA/Uv9dYnl3Xffba644gpbl1T+HnrooWannXbKxMzYGPLj5ZdfzsVJIui8efNy9U3Hjx9v/vznP5urr77a2lzFTiLoIYccYv2SYO3s+cxnPpOJvb5/Lj5f+cpXMgYSc88+++zMFsVhjz32sKL9zJkzMwxOkPZF5C67nTAHAhCAAAQgAAEIQAACEBgBBBBWR0CQcRECEIBACoE6wqoEL2Ua+tmTmkOClxO7fGHVF9ScLRpDlxPtXH/97QtmRXP548gWiZ5XXnllJmpKpJPYJ+HRF1b1usRPjasMVD8bMxwz9O/www+3YqfE1LriXiisSli86667zE9+8pNM0AyFVSfEhvFT389+9rPmjjvuyGVySjTedtttM2Eyxl1j+bHRvyXIioPL+HUiqTJZfRvK2PlsnL2y84wzzshEUd8exdif0/VxgrX+drGXOH7SSSdlGcZ12aesf9pAAAIQgAAEIAABCEAAAhCoSwBhtS4x2kMAAhAYpgTqCKtOwFMmobITY/Uxw4xVbVk/+uijzY477hgVM/srrGqLuzI3nTgooe/AAw+02+N9YVWZmBIkJdqptme4HV92FIm5av/jH//YCoV1xb1QWNU8yt695557osJjkSiqfk40jtnuC5axMdRXB0W57F7FSbFxfrnxJYoqA9kXVsvYbbzxxuaBBx4orZPq26P2YZas5naZrE899VQWB5UjUDasE5Lrsh+mtyxuQQACEIAABCAAAQhAAAJDTABhdYgDwPTVBM79z++bR5Y+Ud2w2eKrux5rPrDuJoXtf/fCk+Zbt303ebwt19vUnPipLyS3pyEEepVAHWFVPrr6mBLHlFEokdWvj+kLq040/Y//+A9bkzVWD9S10d9hxqq2g4fXLrvsYjNmnQgq8U3lBbS93wm/Eud8O9RW5QacMOeEwvAk+iJh1X/dbecP7Tr11FNz9rv3Y8Kq/NTrRx11lBWow4xV1Sr1r1tuuSUrJRBycu180VHjhWOIm1831fHxhdFPfOITtkyDatc6YbWKXRjv2H3g+1fW3r0X8lZcVQIBYbVXnzLYDQEIQAACEIAABCAAgeFFAGF1eMVzWHpz2FVfNBI3U8TV0e9azUzdfj/z4Q23LmTxm6cfMlfdd71Z9pdXK3m5eWdNvaCyLQ0g0OsE6gqrvr8SWa+99lp7OJXLWiwSziSOKfNTWZN+/c0yYTVWdsDN74tvEkq1tV6vucOhfDskZGr7vba465LI++1vf7vlEKSyjNVLL73UCrp1xb0iYdXf1n/YYYdlQmZZxmrZ3K6OrRNtnTDqtvf75RLEwPFRe2Ue64/KDCijNdy6X8auU8Kq1oeEd2UZh3GQ4Ku6t66MBDVWe/2pg/0QgAAEIAABCEAAAhDobQIIq70dvxFhvYRVXT9c0ncoTZHjfz9mvDlu4mGVwurF82Ylj6e5EFZHxFIb8U7WEVYl7LnsQR9cUUaiRDedXO9nhsbEy5hgmFpjVWKnREWVA9D2epUBUBaoE/xcFqsOY3KXRE0JvOEhVkVz+tvsOyWsOkH5t7/9rT1UygmhZcKqE0n9w7qcTxKXnXgajiFB+zvf+U52AJcvrLoyByrV4A4ac/11gJZqt5axc6UXxNy/JIa6A7Z8e2I1WdVPGcVz5syx5RHCOLhDz5TBrLWEsDriH1sAgAAEIAABCEAAAhCAwJASQFgdUvxMnkJAwuqGa65vHl76O/MfSx+Ldtlx9PvMRmusb99LEVa//NNvmXuWPWs2Xml189Sbr7SMqfH0vhs3VVhVmYFX33o9N57LnvXfW23FVQrLFfjt1l99XbP+6PWy8V578zXzxItPZf/fdJ2Nzaorrdpi//PLlprnX3kh93o7bVPni/ntJi/zNWbnE0uftD6/d411S0s6+M5pnHlPzDevvPmafXmz9TYxEzedULi8Qr/UsIhPrO2rb75mHl/6pBk/dhs7R1mGdJERYvZfj883R+18aMptYNso2zq8Fix+0LxXvEavV+hD6gR1hFVXB/Pmm2/O6qVK7Ntzzz2jGatOAPNrguo1iWMSQ93VX2FVNqgcwOLFi43KAOhywqpqizrB0Gfitr37h1jFhFV3Yr3LyO2ksCp7ZIfslniprNEyYVXt9b4yb0OmOsTLHboVG0OC5gc/+MHoIWMqBzB27FhbBkA8XP9HHnmkkp0TbZ2IKhtl2/z586P2iPHBBx9sYmvIMYjFQetFmdHHHHMMwmrqzU07CEAAAhCAAAQgAAEIQGBACCCsDghWBu0kASfaTb/tYvPYsueiQqgE0n/Z9YQkcckJZbMfvtU8/efno5mrn1lvczN6xVXNP3x0/1oC3y0PzzXn3jUzE22/tP2BmXCm9y6/7zrrg2zdY6t8Vpdjpnb/fNuF1k8Ju7dMuzwTTyUgfufn3zPfe+y/zLc+epD5++32yQmvbgxX7kDtdFW1FVsnWn9lmz3N0R8/1I6r+S75xRXm7AdvNsds/nfmpE8eE53P+aYxFIuPrbupnXfRy89bwbtImJadfvawMo6XvfVaZst3dz6yUnjU3Pv8dLpRzHbbdCdz75IHbEyv3PVL5nPb7xtdij5HNSjzzWegtm5t6N+/fOEJGyf5fMlep5aKuaEhX7r+dBvHXx7yvWRh9tK7rjDn3/fjbG24XyaIs34R4GLdbk3gOsKq5lJm4SmnnGKFuNGjR7dsq/e3hitbVNvctfV+m222MRL/JArOmjUrl8VaJKzGaqzKBtUc1eWXClDG5s4775wJjs4OP5PTj0fsICgJeuGcYQ3ZohqrGts/LMvNVVQKwL0vUXinnXayPqUIq46pYxljGhNWXeauOzgqVirBZcK6/hKrwxICsjtk55iojqvsWWONNTKRVu1De9wa0prQFZZmiAmrsn/SpEn2UDIyVjv505axIAABCEAAAhCAAAQgAIG6BBBW6xKj/ZARkKh07F2XFc7/P6f9opZtoajnd04pKVA0mbNTY4SCot6T8FeVAassXVf6QKLf+ftNz6aT0Dfmu/uZKn/l38euPMb2q2rrxlTbUJB0Qu/9x14bzY51hsX8lg0SsL+xx8mFsYnZ6UTHGEN/IInk7z7301aAvvPYH2dvqX9KrV3HJ0Xc/NszP27H99tq/tNvOccKpBJX75g2Myo8h877vMP4Vi1itzZC0flH991gDrntfNv9xr1OLxTuy8avK6y6sVy9S20XDw+BCudTxugzzzxjBTc/Q7TKb94vJuCYbrDBBrYMwlBfEj6V4Vonxm4NSVDmggAEIAABCEAAAhCAAAQg0CsEEFZ7JVLYaUaasOqyIRX6UESTyFclltYRVjWHEzNDkdIdHlaVBVkmKJct35idbqwq0dH1VRbpTdNmZNPo9bCMQsyGmFhaZGtRWyfuxuJUNJafeao2S469PkmQVdsiYdV/L+SR+vhoV1hNHZ92EIAABCAAAQhAAAIQgAAEIACB4UQAYXU4RXOY+zLShNUdxmxrHn3xSZsNqcvPQhwIYVU1Sj91bSOz1GVluszKFOEvJqy2Y6eEyj1mHGG3tldlkqpMxJaX/YO1WdmtYqa6p0X1UsNbpBPCqi9oVmXYuvl3+e6B5hu7Hm+O/ulZdlu/SjVUCdeub5mw6t8jVcJ77HGBsDrMH6K4BwEIQAACEIAABCAAAQhAAAIdJYCw2lGcDDaQBEaisHrQ9vuaqVd/0dYc1Vbzn069yB7o1I5gmRIbCX4SNFVnVdv3xVzirl+KoGicovhUCXx+xqoExssfatTMTN1Wv/eMadFDzVK2ww+FsCoBW4Lqoyf+zJz7n983X/3VNTa2VaUWEFZTVjBtIAABCEAAAhCAAAQgAAEIQAACg0cAYXXwWDNTAgHV87z9iV+Yxcuet4c8+eJau8KqMiD/5effsyfG+wJht9dYVfalToxXVuZeVx2fHZIkJp2usepC49fp/NOJt9rMUWVWTtx0QmX0woxVt0W+jrD6yJH/lmWglh0+FRojsfLxpU9mB1fpfYmVEi/Lrk4LqymZpyq5oEs1YJ9bttQevKUrRQhWu5SM1bCcQ2Xwmg1GWsaqDot6+eWX7UFRXBCAAAQgAAEIQAACEGifwMPmgvGHm6sPmWkWHL9VyzAv/fQEM/mb882EM+aaC/daq/1peqJnOYuecAEjIVCDAMJqDVg0HVgC2nb+w/tvNM++/Hz0MKB2hFVflJT1qlWqreIf3nBr0yvCquz2szpVP1MZrHUEy6q2LrJ+vVBta9dp8/6hUGUroOjwKrEuu8Iaq26clMOgZO+dT8zPHdTklweo8rsTwqrPrKp0gSutILbuEmNlCaeKoSk1Vl3Gcd07diQJqzrwaeuttzbnnHOOmTZtWl1UtIcABCAAAQhAAAIQKCPw4mxzwu7TzfwqSgVCZK7bgxeY8dMWmdN/dqGZsk7VgEP1fomY2GRhBlRUfcnMPn6ymX5P3v+DZywwX9xmYJk8fNF4c/iVB5uZC75oGpJyDwirPbGmBjZujN45AgirnWPJSG0QkNB088NzzTUP/ywTlyaO/bDZbsNtzC6bTsidQl9XWNXYX7j+NPPnN1+1Y7vL1cEcaGE1tr1bopjLRC3DFWunbF6X3ai+VaJh3cOrnD1fu+Ucc/aDN9v/hodmldlcdHiVfPnqrsfaEgaxK7TTr7FaVbPUxXDW1AuyoZ14WSVU+gJslSCqwYtEWMer6qAtjSFGc564O3fQlh/XFDuKhFU3Tp2yAmE8RpKwet555xmJq/qbCwIQgAAEIAABCECgwwScsJoinFZN3eMimBUeTTyTtcr1pPctn6uN2fF0M/eiKSbLh3WvdyIGJYa0CqtJVg9towFbUw1ReVGhiN4UnTPvJyT8wiAiVLvYllDMZUdHftERzZ6O/UIktn5Sx3Mie5W/EX9yvxSo6+8gry6E1UEGznQNAhK/LvnFFVbAkyD1iU0/bj6y4dalJ6O3I6yuttKq2UFImkcHQUl4+vTYj9it2BfPm2V+uGRBS1gk6B038TCb2Vr3csKe+kncO2ir3e0QEtTC8gaxsZ0gvNV6HzD//MljcuKyL3qWCasSJ6+57wZz7F2X2Sn+84Bzkrbzq60vOKYcWuV8cPVClVF7+q7HmVfffM1uzz//vh8XbskP7XTCon+QVpm460RZtdlzq8nWlO/8/Hs2zmU+a14JkYfcdr7to7IDe2w1Ocfaj40fU7XddL1N7Db+Gx6aY9eP1tb0PU4u7O+4HnndqUa/OFD9Wnf5Y2vdXbz/maXjuJqyykqdstWnLec7nviFvZe03i7b/6xCEbtqLfdHWL333nvNGmusYcaNG1c6jbbf33rrrbbNBhtsYCZPnmxWX331wj5l40oYfeaZZ1r6brnlltExNVbZ5fq5ccv8cWO5Pq+88op55JFHTGxuvTd37tzM1k9/+tOlnEJGKlXw/ve/vyp8he8728Q7No4riRAOECuR0A4bjSte/vxlZRhClmVsxVXcdYm9bHbrqWh9+H46m4oYVK1pN0cY96q1Jhtka+hbyCmMSRGLTq+ZthcbHSEAAQhAAAKOAMJqk8RL5qUX1zJrDVSmbRXnpiA1kJmrCKvebd/kXSpaekJlo0SEKRVXG3yNMb7AmSA0ZjGP2RQT3WPt3PryRfvU8SJrM+pvZDxXOiP0oewBO5BrvOrBjrBaRYj3O07Abc+XuHnSJ48pFVP9yesKq+rrREIJVpM328kKaRJWdRK7RLyBEFY1rwS/q+673ty6+Nd2Ll0S376w06GVopcEykeWPmH77Lv1brlt7npN79/y+LzSLfoSDSX6+VdZ1mgYZAm4q624WvJJ9eL8rdu+W7hW/IxSv1GZnbLh6T8/b5sX2e4E+msfm5dxlrD7xZ0PKxWSY/aW8fFj4tu/5XqbmkmbTUgS4JVp6i4/rv7rel9jnvipL0RZxnip4YZrrm+zvCUO9+dqV1iVuHXQQQfZqRctWhQVNSUIHXbYYebOO+8022yzjRk9erR58MEHbZ9vf/vbZv/9928xvWpcZZueddZZUZd32WUXM2vWrJwta61VXs/qlltusWKXP27MH98u10eC2B577GHc/51R1113nTnllFPsf+X3smXLrN8x+2KMlixZYpked9xx5utf/3pb4VW/iy++2M5/++23t4yx77772rjErnDedthoXLE/9dRTzZe//OXGs6055zXXXGPFdf8KWcbYSkg85JBDLBux1OXW080332yF67L14eZzNpUx0Fq9+uqro7V4P/GJT9h5Q05Va03zv/TSS1Zw9teNxtMVi5Ned7F063Kg1kxbC41OEIAABCAAAZ9AleBXRCvIhLMC1YZX9ZUCMI0SAxtFtrhbAepJP2szzA40Jia+OBHHN6m1XdVYRdvfg35h9l/TX/kz9elGHVZ3pdRjbYhuZVmPA2lXK5OGzc/m682m+ui1C8sXtMbWmLS4GWOq1lRT9E4er2jtemJnLHZxAbpZwsEE2cZuDl9ATco8DjNmi8sy5O0psSMnzqeOZ0yav0XzVnDJYlCVITw4j2WE1cHhzCweAXfyvA7rsV8gn/iFeWDpE3a7vp+d6LaEuxqfEtGef+WFQpax7FKJcxLdLtnrVHsS+7/seoK5/L7rzOgVVzXf2vMU8+unH7KZh7oeffFJs/pKq5r3rb6eee/o9SozaAkqBIYbgXaFVYllEgznzZsXFUkl/uy9994W1xVXXJFlTep1CUV67e67727J4qwa1wlnEqj8S8KnBDNlG950002ZuBqKe0Xxc+NKUIuJvrJr9uzZ1ucyYVWi6tFHH91Sx1Vi2sEHH2wmTpxoZs6cmZkhUW3x4sUtIt6MGTPMySef3La4On78eLPzzjtbzg899FBL1qpERV033HBDZotic+2115qzzz7bTJkyJSuZ0A4bDVokrIrxAw88kBPAU4RV2SzR+Y477sj6OpFRQudTTz3VEt6Yn65R0XvKSD300ENtXMIxXZ1evX/XXXeZBQtadz9o/CLRPfaeWzOxOKm9i6UrYTFQa2a4PdvwBwIQgAAEhoBAO8JqpBapxK5v/tyY+fc0s/pShdXCbLn5OXE1KYMuaayI4NTSr9nGz/5zPu84wZhPntF3sFVZ5mMWzsh4KaHusF2VNVZTfawhrCbFTSxS1tQ6TqQNMkeTYtAq3GraVmG1WJAszFrNeMw0ZlrxwWh9IW+KkZt4ZSdK6vvm5y2pi+sLq+9t/GIjVi84dbx8u/4IqxF/U9b/ALRBWB0AqAxZTmCLc3fPsgvVUhmGB261m3nlzdfsqe4uu1En1OvStuvZD9+aCZ7KylPGoa7v332FOX+/6TZDdP3V181lv/rbxFXDVVuwtXX6Y1ceY7NVfSHWbbGvquk5HGOrTGBx/+ULT5ifTr2oMqN2ODKo8sllrIrR/cdeW7pVv2qsbn6/HWFVYtZGG21kLrnkEisgSRAKs+2cMBgTi9R/2223NVOnTs1lZKaMWySsirEyGnfaaadclmRdYVWCmcRTX/zU2BtvvLEVGyVUlgmrrl2sjquz3WUeOkEtJjBrTte+SHArWlcuu1b9PvvZz9rsyDDztUxwdLELs3nrsJFtMWFVwuif//znFoE5RVgtiqX6nnvuuWb69OktQn07wqpsdwzDbGRx1Gs/+clP7EFosexb9a8jrBbdDzE7BmrNdPMzCtsgAAEIQKCHCNQWVisElnuaWZmJwuqzLQcqiV04R5Ewk2+XNlarMBXN2Au35se2WtswJ2Ts1WbcWD+dtitVWJ0f1oANfUwWVtPitlYhQ3fQl8v0TR0v4f4rEjLLDjCLlmvwbTL5DOACM1LKCvhd00o4pIv3ufFq+OsyhX0xOvZa6HZdfxOi13YThNW20dGxXQISPBcsfrAlK9Rtc9aW7JNu/rY9+d7VRfXnkvipupba0r/56Pfadm57v6s7qmzX7b57gH1/7Oj1zbK/vGoFW2XLbrTG+nZr+aorrmqFWCeqSuDdbdOdrF2pW6pdrU6Jwgdtv2/PCW7uwKP+1uZsdy30Qj9XgkLr4/v7nZlcuqIXfAttbEdYlfCmrEZl8zkxMxQHlVWnzEQ/I7KKT8q4ZcKqxj/88MNtVqMTeusKqxLKVOLALwfgfHTvFQmrRWJckd9lop/6OKHZ305fxdAx0N8Sh32mft+quSUQO+HbMa/DRnPFhFW9vttuu9lsXF+UTBFWlbmpS6Jmav3ZdoXVIgFTXL7yla+YadOm2bXmOIdxqSOsqq8yomMZsOHrVXFrd82krCvaQAACEIAABCoJxA7Baenkb2FPzOhLElY3MleNT8nwK/LCFzVTxwrtr9iC77Z1lwhQse3vOYvbElY7b1eqsBrLcsz5mCyspsRNh3glrqnC+rcJ4nZoSlE8y2rdRt5riIYbmZkLvmi2KvEjm75MyIzgcnVb43VJ8yUe0ktSeKU2avoblmswpuJQr5r+Vj6v+tkAYbWfAOneGQLKQJWY+uc3X7UlAXR966MHmcsfusV8bN1NMyHV/VsH9+iwHrVRvdE1V1rNTBjz4aw2pTs5/ZEj/8381+PzrejpDisKhVkdKPW1nY8wHxmztfn1kofs3J/bvrE1VuUHbn54rv33UTsfav+WMOzKB/zzbRfag7BUS1VjuH6doTKwo7hatwdsPrHlkKyBnbl3RneHaJUdoNU73lRb2o6wKtFU2XouK1OCV5gVmSpo+hamjFslrIbvyw7V45wwYUILDB1i5Oq8+v0knn3/+9/P6oAqS/Hpp582Rx55ZK42ZiieVdkWGpDCqEpIC8f0s37lm9u6HmZWVo3rv98OG9lVJKxKbNf42r6vUhISSVOEVQnce+65p80oVu1YZSerPm5Yr9VnUiWsaqwzzzwzh1EHY+kXB2PHjs1lYvuZwLLZia+xmrx1hVVfvHf+uFiec845VsiNMY3d4VWxrX4q0AICEIAABCDQJoG6ol9lhtuixgE/KcLqacZ8s2C7ctSbIhFYGZbJYwUiXqE/gVjXHzGxLmM5PwB2pQqrlXVx67Ioi9tFU8xaqWvKCatV46XcCp0QVls4lGzTb9qUln3qly04uCnaVjhVmFHd7JcxC8arIaxGRd7Y4Vqeqcn+psSsA20QVjsAkSHaJ6CMz3/5+fesSKqsU9VC/dS1J9tMVdVdVXaprtHvWs2e9C4hVQc77TBmW3va/LorrWa3+KuOqtui7U6nV1t3CJDE0L+/9it2LB0m5YRZzant77r2uup4K+Iuevl5c8u0y801991g53DCqebS5YRf57UyGbda7wM9J05KWH3u5RdKD3lqP7LDo6cYvfrW60mHUw0Hj+sKq04A8rdIS3j73ve+l6tHmSIa+vxSx60SL2PCqsoWjBkzpiVcH/rQh7It8n4/d9iSLxwrw1Jimn/oUDcKqy5D1a9hKqFNtWf98gZV4luRsJrKRrDLhFUJvqo3K4FUQmuKsKoxXR3YOXPmZIdvFdXFVfsqYTV2gJfGU9kHCeqrr756tm6Uofryyy9nWdhuC7/LYPUXWF1hVX3DWqqx2qsp91VVbIfDcwsfIAABCECgSwnUFf1SRbCOCqtuS3iToXc4UJZJ2c3CqstkbNli76+JuJDbmj3avuA7+MJqQtxqCauJ46Xcav0uBRArS1AhrCZlb7os1IpM0IiPblt+Pru1YguunHEAACAASURBVLzK+/nqRq3j5JqtnmFJ/qYEq3NtEFY7x5KRahJQDdVv3HW5UcakhFVlBY4fu42tgeqySiVaaiu/DpVSmyt3/ZLto0vb/JWl+uzLz1sRVodcuQxDbW2XOLrqSqsaJ7Sqj8bVpVPUXcbr0TsdYqZe/UU7j8Y5cefD7QFXKjGg+X788BxbIkAiq4TXyZvtZA657fzcQVuh69o+PueJu+0Y7nKlBlzma9EJ7+7E+NhJ9Bfvf2ZpuYEvXX+6LXvgrtgJ8xKZVbN23uLf5ERi2Seef7/dPi3b3cOT6//ho/tHBdmwnfMl5CPB8lu3fbd0xcj2mC3q5EowzH38bpvN7C4J5RLCp26/X4sYGuOpfioL8YF1N2mxJfTFNVBJiarYqW3Mx9hcipl+abDk2OsLywwUzecbrTV99McP7VepgrrCqoQ11Rl1p7LLHnfqvWquugxQfyt5ymMiddwqYVVi2FVXXZWJvClClOzzx1Vm4he+8IVcqQNlJSqTsUxYdbVJYxmMMQYpjJTFK1E4rPlaxFTinGqYSrB0l0ojyCa/VmuV+ObP2w4bzV0mrOp9lwGqjMwtt9yylG2RvxrjO9/5js1+jdWqrRJWNa4rV+EOrZKwOmvWrJyo6jJ/Q5Fe86655poth1i1I6yG6ycW+4FYMyn3J20gAAEIQAACSQTqCqup27YLhdWU7fuBeFiSVde3Rb2oFEC4Tbx/pQAqszkLoDdEzRKxrCUO9UoBpNg18MJqO3GrUQrguQvM+GlNoa/vY7MlXlmOIYxLoeiXVpbg479UCYD5pbdYuDW/stZoihBZI8O0OOvZNzvN3ykl7E2BTZX+Jj2gOtsIYbWzPBktgYBEsdNvOcdun//hAWfbeqsSLZVx+vzLS82Wl/2DzVj9wk6Nrfe+6KW+T7z4lD2o6rW3XrPvabu+LtVLlUjlxtXhVK5+qt6XqCpR1AmzylyVAKvLZaFKmFNm6mX7n2WFv7CWqytP8C+7nlBYh3XvGdOsoCqh8ojt97c1W+94fL4ta6Dr0RN/Zv+W3fJFGbrukpA7cdMJ1hcJcypjcOxdl+XeLyo34OqlusYSqv9uswk5fr7IrKzdSZt+3Ky20qqZfWIiBqF/EmOvuu96KwDqcpm+oSCpdhfPm2W5/ecB55hN19k4KvS5OH75p9/K2Mue962+nj1Iy4mlio8Ec/9yJQxc/I7e/gB7wJnKM9zw0Jysr8b7xh59bEOeGvu8vb5qbZQAH16hz1qTTrBV7CTiS2CPxU6vOR+n33ZxJtKrdq8/l8YZ89397BB+hnVoSzif+H9p+wNtMx3M5tZvjFfCLZk1qSusStiRaBdurddW86222ioTAMNap6FNbnu9EwxTx60SVkMxqh1h1W3Blk8SyFQGQHZWZVXGtnP7fjvh7qSTTrLb16sYxbaCl8XWza9DpsIapGeddZbxt5SXCY7hvD7zVDays0pYVRsxUDmAb3/72+boo48uPBhM2Zs/+tGPojV7y+qK1hFWZY/LQnWZtI63Ez1V7zaMqX7REIq67QirfhkHlTiIHY7V6TVT51lBWwhAAAIQgEAlgdrCasGhStlhS/nDq1oyLoMty/bAqSdPN3OVueiMDQSmYoEmf2BPylgmIgzXOSQqRcCMMq/gHBNeO21Xp4XVqtgaW3/UNEpD5Oqjth60VLRl3OfSEDPTxktd94X1ZK8Mt+DnReOGb3WE1ao6sA0mi86Yay7cK7sTWt0oWUf5+yRxvKJD0goOLIvxit+fVf5WRmhAGiCsDghWBi0i4Gqp6v2rDr7A3PnEfLPPT6eXZn+2S1Miol+j9ZeHfM+KaJrzIxtubZ5/5QUrxkn4lLi751aT7WsxoU12X33/DUaHVG2xziZZvdXQNiduSvgKT493WYfKePQvHajlhDF3+JZ7X+KeMnjdVSacubqyru2fTrw1J+K5Q5j0vgTcUKD1BUu1UX1aXzh12cBufAnHimEoSmoeiaOhn7E4+jYrPhLDdflM/NclME6acbgt51A0v8sA1TihWOnzlNBeZaPPLFZn1YnoRUz1+hbn7m6zaM/fb3oLAn/82JoJO/ztmR+3L/m2u4PaxERXWeZr1b1UR1iNbU1244fvuf+Hp6qrvROvtN1aol2dccuEVZcB6WfOtiOsykYJWMpc1IFCEvxU47JKWFU/ZYwqwzR2aJez3WWOuvF8e/14KYt39uzZxt/WXxbPogOQ1KfOIUgSvS+++OIswzVknsJGc6YIq24tqL0yn6sOBouxKhOg6wqrssPPpHW1TcNt+n4cYu+1I6y6OGl9qH6sWCxY0Jedr/c7vWaqng+8DwEIQAACEKhFoA1hNTvAxtuSb8WVnxsz4R5jJlkhzW3b9gUq77Adty2+JUsv0i9qo39wT3OOlLFiGbdF2aL+1v26dUVjQSioR1l4QFGH7coftCQD4/Vmq8XjerGd762TbE7Lx1sbkRi3rKlmFnTSeFU3QVl2aJEtUVHXn6ikFEBVNqpbG4V292U7J9U6rTFe4f0c+Js0r7O/yt+q+AzQ+wirAwSWYeMEnJAmseyJpU/ajD9/234ZN4lQymx1ApLfViLbd/Y8JctgdZmgEqvC9mo7esVVbd1WbZv3t5K7MSVcHTfxsJw5Elz3mHFEdlDWpM0mtGw3d6JeTLSTcDn74duyuq9ucF9cLBJWxciJrzfudXpLtqwTDH1//bH8zEj5f9O0GVHUvtAX+hCbQ1mcoWDYCWHVZ+ILvL5o6guuvjMSGt997qezl3yhsa6wqnIVLis1Jqz6WcIxru79Ilt9AVkGx2Lr+xYTVvW+zysU1Os8i+oIqxKpJH7dfvvtLVPEsgbdAUXKRlSGpupVShg67bTTzOLFi7ODi+qM60Q+iU7+JTFMJQCcWOvek7inDE5XoiA0XAdYKbszFA8l9irD099CnyKsujay48QTTzTjxo2zQrIyHpU1etxxx2V1XWWLK4GgTEiJeGKkzNYzzjjDiqqhkCg7lc2oP/7lBMqpU6fmxndtnFjohEvH3D+4SWOonTIw/XnbYaN5U4RVtXO26d9FwqreUzay1o2/npSlK6Z6PSZAtyOsai6XSats2meeecaWKQgPAHNsXfkJf/52hVXHQiUHDjroILs+wqvumqnzPKAtBCAAAQhAoF8Eig4CCgdtqQ+aP5HcSDz73CJzwu53NIVVDRDUxJSUNmOBmXRXmKUajBWrRdoiFDVFOfd61qdqrIot9s7vnBjYd5hQtehYFY3APtu87ICiCOfjt+qbpI7g68W6sU39WZslebXztc5YqbFNjptcSlhTtcYriUWl8BfGKaXmaYmwWraFX3dKZQZsfv5Ye7+2at3xWtibAn8jgm2+pmuTeYW/VXfJQL2PsDpQZBk3SsAJQ75QGGZGFqGL1S11bTXetuttamukhodLlYXCt8NvJ5HMr4/q3pNw6S4JtqFgVpSBWWZDirAqwU2ZvbpiWat+PVAnFPvCapVA6OwLRUlfpHOipLb4++ULQsGxv8KqBGiVg9AVZmY6wVRxcCUVYmx9Ada3r66w6rePCauaWxmpTrwP17LscPV/QztdBrCyh514W7WVv0hYdTZU9a96LKUKq67GpL+dPBxbYtTDDz+cZdlJqJMop+xH/1J91unTp1vRse64TuQL59bW7c9//vPZ6enufYl7ZZcETQlVoXjohGKN64TkFGFVc6mdxD6Jsu5S9usxxxwTFcrcgVMSrd0lYU1CbHjifVEGrsv6jdUZzZ5lG2+cCc8SHGMHN0kQPvDAA3PztsNGc6YKq2qrtSMhuUxYVUwkYkr4LVpPYazbFVb9kgDKQJZtTz31VHQpuRIMvhjdrrCqCZQBG9bEDSeus2aqngG8DwEIQAACEIAABCAAAQjUI4CwWo8XrftJwAlDGiZWy7NseGX/nXvXzKhw6gRSCaJf3Pkw8/jSJ7PapBIlN1t3Y3PSzd/OxFLXvkhY1esbrbG+0eFLKhWgS+UC/AOpJPqFh0n5GZ/q48bZYcy2ZrP1Nik88Ckmhqq/E/YkkvrZjX5mo8tGleD5b7+6LsvA9YVVX2hUO9VxLbqKtuH7toR++va0K6yqJupqK66W1aJVDdGDtt83KzVQRxT17fNrrdYZw+evfxcJq2HdWlfX1cWlKAtVMVm87HmbPVzEPIxRTFh1dYSL6t7WuWVThdU6Y8baSmjS5TJE+zteL/SXaKxsR11hhmnMfgl0OnW+jJE46k8sk7EXmHTCRomeOkhspK2ndtdMJ5gzBgQgAAEIQAACEIAABCDQRwBhldUwqATcyeztnGAuUcw/7Mg33GWSfmzdTY1OrJewqjqf2u6vyx26pH+r7dd2PsIeYhUrK6A2sS3uKaDCepdhn1hd0JSMVYmkftapn8kpYW3e4t/YQ56KxqqTSVvU1hdW5Zd/MJgv6rUrrLoSDU5kdgc0HbVz4xCzOqJoUUmDOmOEcxYJq36ZBb9OqitdEdba1bih6OrbW7b2fGFVYr0rjRET+VPWa9hmsITVdmyjTysBCar6Ex5OBSsIQAACEIAABCAAAQhAAAIQGBwCCKuDw5lZOkRAW551xQRRX1z95QtPtLRxgqq/7TpWNkAC32PLnjMSaSVeOWEv1QWJq8qu/dXTD0ZLE4QHKqUKq6FoqzIE66++rj1V3mVFpgirVXU8U4VV2TP16i9mWcBOVLzmvhv6dXiVRMfPX31ClpnsMmzriKK+UOnzrjNGqrCqdj4zdzCYslAnjv2wcRms/voJRVdfnFW7ogOofGH1q7sea/a66vjCMgSp69Vvh7DaDrWh66NsTdVh5YIABCAAAQhAAAIQgAAEIACBoSGAsDo03Jm1TQKuZmVMEJWwt+5Kq5kX3nw1E5skkh6x/f7muWVLzTUP/yyp/mpYJqBq63yVKxIgL7n7SvPVX11jm4aHQqUKq+obZmIq89dlq4YCn18KwM8uLcq8dH74NUP9McKMVbWXIDhpxuE53hPGfNg8svQJM2vqBVVocoKkX682tpXfF0Wraqz6/Z3QKWMGSlh19VI1h9bPN3Y93tahLaofHB5aFYIqilFYCqAoi7kSfEEDhNV2ydEPAhCAAAQgAAEIQAACEIAABEYiAYTVkRj1HvVZIt4P77/R3PL4vFKB1GWcfnrsR8zU7ffLvL3j8flm/pLfmD+/+Wphf5f1KoFWh2GphICEsj02m2i2G7N1aW1STaRMVV17bDW5hbIT0/ojrMZKDfgZqEUibdXp9c7YooOjfFHSF1v1ut/HjRP6WLTkirJji2qklh0U5c+x94xpWSatn/1ZJaxqjelav1lX1xdMqwRpXyzVmllzpdVs/dTwcmMqbq5+r9o8sfTJ7BCrIuE4VmPV99UXkdu5zRFW26FGHwhAAAIQgAAEIAABCEAAAhAYqQQQVkdq5HvIbwl337rtu9mhTDJdwlNRfVTnmjs4yv1/0cvPV2ashodZuSxYP0NWNTA/u9WnoyKrBEFdsfIBThQLxa+UjFVfHPRFR7+mp+YtGitWRuDDG27dsgr8zFY/g1QNYxmrbgBfuNVr/RVWfTvCg7GOvesyO21RLVJf6A3bVAmrmvd9q6+Xxc9nXSWslh3o5YN2WdeqiRteRQeUuXYxYTXM5L1j2sxMGK57myOs1iVGewhAAAIQgAAEIAABCEAAAhAYyQQQVkdy9HvAdz9jUGLdvlvvZrf169AeXVXiah0XJarq2miN9e3fOvjqpE8eY0UqZTI+8eJT5v4lD2UZs2p/4s6H57JTJZrduvjX5ocHnG184dI/uT08zMiJZZrzTyfealZdadXMbOe/L3L69ThDsc/PXgy3ofssJciGNvrbysM6sDLICYehjc7YogOjymIQy1j17VD2sZ/1GdZ1Df0Xmy9cf5rNVo0dFFYkrKrf86+8YA9HO2+vr2axK6rVGvNJtr373E/bt0LB27V3sYvxVRsd7uZKRsR898d/9MSfZWb4QnTYr849gLBahxZtIQABCEAAAhCAAAQgAAEIQGCkE0BYHekroMv9d8LbV7bZM3cIkIQk1RaN1Vpt1yX/ZPuqMZQVOfvh28zlD91iNh/9XvOdPU8xH1h3E+MLXC5j1mXK6v+X7X+WbadLWZ6X33ddtmVdr/lirUQ2jS/x2JUjOPFTX7B9Nc+1j80zTqSVPSfd/O2WsVTCwPVRPwmLEg8dN4lwo1dc1Tgb3QFfn9t+3xwCxcEdCBYTlF1j57/axDIy/UF9oTfGW+Lj0TsdkhOa1U4C5um3nGPLNOiSzTpoTNcPlyywf2u9/PMnj2np6wvPRTF2Irbvs2tblYnr/A/Xq4v3P992oY2nbD5i6z1ysVG8wzIXio/W1uMvPGXOvWtmbr27+sEqOxFmJKfwj/lfR1idMaNR5mDatGlRlGXv//73vzfXXntt4W12wAEH2JPu7733XvtHJ9/rcv122GEHoz/hdd1119mX9t9//9xbOuRJ9uigp5i97Y4r2zTnkiVL7Hy77babke3+gVJubOdTle8ax/nr/I+BKmKgtrJpzpw55uWXXzZrrLGG2XHHHVvsKoSf+IaYKoaaR9eYMWNsTEL25513nn09jFdVTHwzFi5caG699Vaz5ZZbmsmTW8usyN9nnnkmavkGG2zQYlOiizSDAAQgAAEIQAACEIAABCBQSQBhtRIRDYaSgBNWJRQdtNXuZvzYbcyrb75mM0eV2afX/cOq2rHVjfHTqRdlomfqOBK0rrnvBqPt6W7LukTOXy95yLzy5mvZMJutt0lL6QCXJRnOtf7q69osWY3z6luvZ2+vtuIqmX3q++unH8qyZWWHMmrDy+/jvydR8/GlT+aax2x0DSTI+pezMcbJjR0rh+C3L/JfbWJlCsK51F9z+ZxXX2lVy9nVSA37hH7E7N90nY2tIFvUtsw255Mbo8zfMDZhvF1fjaU1r4zaorWi18P+KQzD8eoIq3PnzjUHHXSQOeecc1rESomYJ598srnmmmuiQpgEwz322MNss802ZvTo0S1+TZ8+3YwbN85IlDvrrLPMSy+9ZNu4furzwAMP5ARMvb/vvo1fCNxwww25MSW8nXLKKWbZsmXmoYcesqKtf7UzrsTPK664wkyZMsV88IMfNBIKr7rqKjvszTffbO33bb7lllusuFjlu2+/83+XXXbJ2Ss/HnzwQTv3zJkzs/dkw957723fO/TQQ62fRXbF1n7qaxKHJ06caNZcc00bRwnJek08NK/sdtdaa61lTj311Ewsdq9XxcS3Raxnz55t51uwoPHLE/9S3OWz1lN4fehDHzJf//rXU12jHQQgAAEIQAACEIAABCAAgVoEEFZr4aLxYBOQWHTkdaeWZqa6Lfx1s1f9rf/f2vOUtutSiokEte/8/HvmE5t+PHpw1WBzYz4ItEOgjrCq8Q8//HAzb948+8eJlU50k/Dmi36+PU5cdGJjka1Fwqrah6KiXisSVvW6MirvuusuKwa7jFA3r7MndVwJdRJRfQFVfSViTpo0yWaJ3n777Xb40NdU39U39N/nFBOvncAYs0uC6+LFi6OCdN214oTOUNyWWHr00UfnBPUiYbUqJs4mMd12223NMcccY0X22Jopintdv2gPAQhAAAIQgAAEIAABCECgLgGE1brEaD8kBJQ9uGDxg3buZ19ZarMUt1insaVemZZ3PPELWxpAJ7G7S3U2/Utbpx9b9pxZt9lGbY/Yfv+OCqGyM5atOCTQmBQCNQnUFVad6KVMQZcl6sS9WEapMydVXCwSViWqKoMxzIiNCWwSerfeemsryGle9QmzHp09KePK54022iiahSn/lMl76aWXmlmzZtlMzoESVjWXL1pWMXUcYtmjNZeJFbCVNevEY79/uPU/JqymxMSN6TJbtZ4OO+wwK5D7GbFqh7BaN4K0hwAEIAABCEAAAhCAAAQ6RQBhtVMkGWfICWg7/J1PzDePvfCUeWTpE/bwKSe+Pvrik2bZX141G665vn2tbLv4kDuCARAYIgJ1hVWZ6Wcp6v/KCL3kkktK61pWiYDO/SJhVSLpueeea7d/+wJuTGBTdqnaS0x1gl4oyPr2VI3r/L377ruz7f5l4RooYdWN61i7LNqnnmotCeLsU4ax6sHGBNE6S87FRSKtqx1b1D8mrKbExI33iU98wgrjmtOxX7RoUa4MBMJqnejRFgIQgAAEIAABCEAAAhDoJAGE1U7SZCwIQAACPUygHWFV7rosVf3bz14tQuFEQVcH1G/nC3VlwqoOJVK5gTBbVmP5NVbHjx9v64C6Opu+UOfm9cXPqnHLtufH/C0SVovqy37uc5/LRGlfwPTHlkCsjN2xY8eam266yYqMKeJiXdvLlrJ4XnzxxbaJMnh33nlnW083PFwqJqymxETjhkK4yxYOhXv5LsFYor5/cXBVDz+MMB0CEIAABCAAAQhAAAI9QgBhtUcChZm9QeCPf/yj+cMf/mDWXntts8q73mVe/8tf7N+Ln37arLLyymblVVbJ3n/Pe95jnl6yxKz9nvdk7eSl39aN4bxXH82h19+1yipZf73v5tLfavfoo4/aOXU9unCh2WLcuGz+sRtumLX/wx//aF5/4w3bztmtsf1LY7n3ZJ/+rUvz/OX1163Neu2N11/P/NG/Na5rK5s114ZjxuTGVq3KqVOnZq85//SCa+98ET83h++/80F+ORY+KzGJXYqVGDn/HRe19eMmmxUr97fau7lkm7Ih5YObR3P34tWusOrqqspnv95qEYOyA5zcwVXqWyas6iAol8HoDtAKxUV3wJZ/YFUs6zEUP8vGrStOFgmrMVFZPssv/fH9d4dXuUOrJGSqlqlEaImqugZbWNWcivutt95q7rnnHht32SfB2Im9ahMKq6kxUV8/s9WtJdV3VTz9rNuiw6s4uKoXn0LYDAEIQAACEIAABCAAgd4igLDaW/HC2i4ncOONN5o/vviiefEPfzA7T5xobtBhLl/4gnl68WJz/4IFZp211zY7TZxoLvn+9+3p2e4U7e/967+aY/7pn8ydd91ls9B0yIyu3XbbzQqk7tpnn32M5thiiy3snxOOO87su//+ZruPfMT8f+edZ8f/tPosXGhFvtdff90sWbzYnHb66bbfwkceMbvvtpsVd/W+xtC/58yZYw455BBz5ZVXml2Uebbbbtmcc+fMsf9+8Y9/tCKqss1+NmeOGbfllkb2XHrJJdlraie/NZ4ES9kjFmorsVE8LmxmubkJzpw+3drnLgmYC379a2u75lNNRTe//pY/++63X85/ZattucUWVuCU4Kp+Rx19tPVZAukjjz5queq6//77zXbbbWf/Lf9l561z5pj3rLOO5e7auX8rnoqZtoh/7YwzzPU33GDnciKq3ldf2btw4UI7trj04tWusCpfU4Q9x6QTpQCc+OgfoHXCCSfYKVzGqt5TZmfscmKs3ovZUzSuE119sTYcX5mVTvDsdCkAN3+YtSnBUYdzhfVjfdvK2vgHeLk+L730Uq1l7A7UOu6447IM4VBYTY2JJt54442tWBu7/FIMddZeLYdoDAEIQAACEIAABCAAAQhAoIIAwipLBAIdJOCE1dfeeMMKlm+89poZv/32VuhbtGSJFd2cYKg2jzzyiPnodtsZ/XvJokVm7XXWsQKnhEWJoBIQJVI6sc8XVmW2BNqVV13VnH322eY3CxZYAVGZk0581bwSbyVmKjNUwt8Zp51m7v/1r23mq7IuJUTecP31dt5vfPObZtWVV7btJXjqNYmOGlN9JGDq33rPCatOGNX4C+67z/qwaPFis9HYsVZY1SXhUf784cUXraD84fHjM+qhsKo33OE0zm/ZKT80ti5x8f13YqbG0ty6JJxJaNK8yjB1Yqr433nnneYzn/mMbSdxVeL1+I98xArL8kuX+h39T/9kRXGJVb+6/36z5ZZb2gxcCd4aW6KqhGZdEpvHjB1rx7788ss7uKoGb6heFFb9A7QcKQmrbtu4RL5we7pEcv/wpZiwWjSu255eVEdW99hOO+2U1ZnttLAqH902fF9cTBF8tVa1ZT88/Eljyl89j/zLidf+a86fsE6taxOKnL6wWicmLrNVnN///vfn7Dr44IPtc8iVd0BYHbxnBDNBAAIQgAAEIAABCEAAAnkCCKusCAh0kIDEtscWLrRi5TrveY8VMf71Bz8w++27r1m8ZIl9T5mUEiFXWWUVm9koMVBZnhJBNxw71gqp2u6u1yToSchzWZsSQ3U5cXaf/fYzv77/fvOR7bazfTSH5tRYmkOXxBRlwjoBUGNKGLx73jz7vgSK62+80c4xbty4bDy3nV0ZpBIcJRqqjXzYfNw4K8zqkuipMV3WpvzybXS2K8Nzt8mTzZy5c3MZnTFhVRwl8EpwHjtmjBV39W9liipzVpd8lO1qK8HXvS9e71l7bcvCtfNLG2i8eXfdZX2RD/JTPqm/4qS5dImt/LYlEJqxkmDt2IunxnUcldWq7FeN7Zc26ODyGvChelFYFRQnwunf2jYvYdVlT4YHHfntnTBZlEEbG1f9XU3PO+64I3eIkt5zma7uUK2BEFYlUE6aNMmsscYauS3xWpN6zd+K7xaNslX1y4myTNvUBaZM0lgtXWeXL976wmqdmJQdtBUe1IWwmho52kEAAhCAAAQgAAEIQAACnSaAsNppoowHAQjUIhDWWK3VmcYdJdCrwqoTNLXt3wmrEhm32morM3PmzCgjiYNTpkyx2ZtlpQnc1nU3rgZzNWXXXHNNW+tUmcwSFS+99FKbsexns9atsarx3QFeZfVc3binnnqqkWiqS9mye+65p5FdJ598ss30LLKrPwvHZceKiQ7b0jxiIr9VQsOvs+sLq6kxkT9bb721zTqfNm1ai6lhVjDCan+iSV8IQAACEIAABCAAAQhAoD8EEFb7Q4++EIAABIYRgf4Iq25btvu7DIuEsdNPP934B1XF2kvA+9GPfpTVTC3rJwHxsMMOMzqwSGKc6q0eBzcFywAAIABJREFUddRRLWUA3DwSLX/7299a4TV1XN83zaf/K2NaWbG6JNQeeeSR2eFTTuz0fXVzlfFxXEL/wz7yYf78+WbWrFlZ5mxo1+jRo83EiRNb7OrvspWwq/XiathqHvkvUdTfui/RU+KrygqkxuTAAw+0IvWFF17YUgbA2S3B+4Mf/KCdr87a66/f9IcABCAAAQhAAAIQgAAEIOATQFhlPUAAAhCAgCXQH2EVhBCAAAQgAAEIQAACEIAABCAAgZFGAGF1pEUcfyEAAQgUEEBYZWlAAAIQgAAEIAABCEAAAhCAAATSCSCsprOiJQQgAIFhTQBhdViHF+cgAAEIQAACEIAABCAAAQhAoMMEEFY7DJThIAABCPQqAYTVXo0cdkMAAhCAAAQgAAEIQAACEIDAUBBAWB0K6swJAQhAoAsJIKx2YVAwCQIQgAAEIAABCEAAAhCAAAS6lgDCateGBsMgAAEIQAACEIAABCAAAQhAAAIQgAAEIACBbiWAsNqtkcEuCEAAAhCAAAQgAAEIQAACEIAABCAAAQhAoGsJIKx2bWgwDAIQgAAEIAABCEAAAhCAAAQgAAEIQAACEOhWAgir3RoZ7IIABCAAAQhAAAIQgAAEIAABCEAAAhCAAAS6lgDCateGBsMgAAEIQAACEIAABCAAAQhAAAIQgAAEIACBbiWAsNqtkcEuCEAAAhCAAAQgAAEIQAACEIAABCAAAQhAoGsJIKx2bWgwDAIQgAAEIAABCEAAAhCAAAQgAAEIQAACEOhWAgir3RoZ7IIABCAAAQhAAAIQgAAEIAABCEAAAhCAAAS6lsCoN275/PKutQ7DIAABCEAAAhCAAAR6g8AoY0z2qVL/Kbkq3s73rG48qrqJMSapUd/Uhc3l5Ap1TWy0zzHqUFgzO8v9E6P0D/2Bf0WmpiJNbZe6aORI6pjRdvHOaesoNDLVkIp422ESxkpoYsepwaiW322vYXUsMD7JpzQ8te+qWs5XxTDVkeY4pSy9sVKHrbHWUznlh+zQcz11rVca6Rb5qKRbp3K44AFd75mZ+FxIjWU2XO0OETcjP7OqYbS26Ni90gmfEp+X7fjZVh/9zEz/CRufopu4DDdbavxAbCv+xox6+ex+r4A2p6YbBCAAAQhAAAIQgMCwIVDnc3idtgmAan3fS507tV2d73d1xkzw2zZJHHNU6ve+1HaaO6ntqBYdOtW1fDvP0VSdoLBdRDheboxlVHW1jJkYgKpx7SJOGCuhSTZOUltjyu+fYJDEMSOqTPGCSR0za1ex8FLHE/HkG6MqgBrsbxIaeU0K7QwWWao/Le00ToFNiWMOubBaaWfzvqlslxKawNuk51vRsi4wKHXMzNyOONb6y8AUHGGbFbrIljo//Ep97ZRPus+Gk7DaCX+SPyRUrMaUH8xVCzr1Q0PVOMXvj3rl3H6vgPZnpycEIAABCEAAAhCAQO8TqCM2JX++dQ3Lv/gsX27MCpWfu5tjpc5d2i4QK/o1ZmrngiWSdS8fJ41R83vhCiVijG9GkunLjVm+QgeE1WCypLmdPyG7uH/1GLkxUw2puMWzySu+5CdNV2+tl/vdJvcWdwvu5SR/moMlrnX7zbbyedAYc/ny5WaF6odH2vPZgqwhrFY+Y5pOpPoTbVdwLyeOmW9W0SlxzEZ8EhonNGkIWSsYs7wTv7wJvE36uVL2jIn/8iZ1bTZXaPpiLl2lic/0sjGSH5BVt0sHbMnS8fsriiYtsiqHmougxr0fHbGTtiQ+AAs960SM7BO2A+u3E2N0ypbypTBq+fkIqwl3C00gAAEIQAACEIAABMoI1PmOU6dtCvU646VmDJV+N/HerPO5P2pnHeMjMLLuFeOkTmPbJWarJI25gjGjBKm/V5vlF1riXfKlsa21kQTBKXnGvF3AwqaNJnwhrpzOW5CVbZsxKW0XvJk6Zku4m5mF4et1xktd66lxlC2dysKz2BPvm8rv+YEDqYyi7UoyVpf/1Rjzdo0bs0PPmFrCatWzo7muUhmVetvmWo/OXbAIa9uZ8EyojGCHhLJaW0PKjOqET3Vu8ipbqtZYJeDizPCUrlmb2oujYPROjNOfGL1tzNtvpPxwSaTTCX/sw74DWcXFJo/a5riNO7GSEqHQDAIQgAAEIAABCEAAAqkEOvWBOnU+r92gTT04EyXPktpQ3yBS27aBv7VLpyaLG17LnXZMUamBv/0b87frrGyWF4mrgwu0D3E7/nQkpu0O0jmDO6YV1VpA7frdTr8iVn81/7PiBubtd6xZU1xNt8HN/MrbK9iV/f+WjzJv/FX/Tpcf3jYrmLfMOwfpzki3K51Cuy07t8YbFnSTb+0yoV+3E1i+/G3zjhVWNn/znmM9cbXbre6ffau8YwWzon5/bKZ9iLusfyzpDQEIQAACEIAABCAAAQj0DIEh+PqjKVd8h3nnBquZ5X8dgvl7JjY9bGhXhjVu1KjlfzX/u/IHjHnnOsYYZa5269WVULsVFnZBYIgJvG3+ZtTKZuX1TjHL335tiG0ZnOlVJcP+Xu0dR32Qp9XgMGcWCEAAAhCAAAQgAAEIQGAEErD1PFd8h1nxfasVlwMYgVxweYgILP9/5q13bWL++s61zaha5QCGyF6mhQAEup7A8uV/Ne9cYRWz8ronjRhh1QUFYbXrlycGQgACEIAABCAAAQhAAAK9TABhtZejNwxtR1gdhkHFJQgMLQGE1aHlz+wQgAAEIAABCEAAAhCAAASGLQGE1WEb2t50DGG1N+OG1RDoYgIIq10cHEyDAAQgAAEIQAACEIAABCDQywQQVns5esPQdoTVYRhUXILA0BJAWB1a/swOAQhAAAIQgAAEIAABCEBg2BJAWB22oe1NxxBWezNuWA2BLiaAsNrFwcE0CEAAAhCAAAQgAAEIQAACvUwAYbWXozcMbUdYHYZBxSUIDC0BhNWh5c/sEIAABCAAAQhAAAIQgAAEhi0BhNVhG9redAxhtTfjhtUQ6GICCKtdHBxMgwAEIAABCEAAAhCAAAQg0MsEEFZ7OXrD0HaE1WEYVFyCwNASQFgdWv7MDgEIQAACEIAABCAAAQhAYNgSQFgdtqHtTccQVnszblgNgS4mgLDaxcHBNAhAAAIQgAAEIAABCEAAAr1MAGG1l6M3DG1HWB2GQcUlCAwtAYTVoeXP7BCAAAQgAAEIQAACEIAABIYtAYTVYRva3nQMYbU344bVEOhiAgirXRwcTIMABCAAAQhAAAIQgAAEINDLBBBWezl6w9B2hNVhGFRcgsDQEkBYHVr+zA4BCEAAAhCAAAQgAAEIQGDYEkBYHbah7U3HEFZ7M25YDYEuJoCw2sXBwTQIQAACEIAABCAAAQhAAAK9TABhtZejNwxtR1gdhkHFJQgMLYERLaz+6U9/Wj60+JkdAhCAAAQgAAEIQAACEIAABCAAAQhAAAIQgEBvERiFsNpbAcNaCEAAAhCAAAQgAAEIQAACEIAABCAAAQhAYOgJIKwOfQywAAIQgAAEIAABCEAAAhCAAAQgAAEIQAACEOgxAgirPRYwzIUABCAAAQhAAAIQgAAEIAABCEAAAhCAAASGngDC6tDHAAsgAAEIQAACEIAABCAAAQhAAAIQgAAEIACBHiOAsNpjAcNcCEAAAhCAAAQgAAEIQAACEIAABCAAAQhAYOgJIKwOfQywAAIQgAAEIAABCEAAAhCAAAQgAAEIQAACEOgxAgirPRYwzIUABCAAAQhAAAIQgAAEIAABCEAAAhCAAASGngDC6tDHAAsgAAEIQAACEIAABCAAAQhAAAIQgAAEIACBHiOAsNpjAcNcCEAAAhCAAAQgAAEIQAACEIAABCAAAQhAYOgJWGH1f97+i3lj+Z/MW2+/bpabt4feKiyAAAQgAAEIQAACEIAABCAAAQhAAAIQgAAEINBFBEaZFcyKK6xiVh71bvO3K7zLjFr6x2eX//mvz5hbHnzQnPUfM81rb77RReZiCgQgAAEIQAACEIAABCAAAQhAAAIQgAAEIACBoSewxrtWNafs/g9mj222MWv+zQZm1FN/eHj5jb+5x3zlhu8OvXVYAAEIQAACEIAABCAAAQhAAAIQgAAEIAABCECgiwmcve+xZp8P72hGPfrCL5fvcNbxZKp2cbAwDQIQgAAEIAABCEAAAhCAAAQgAAEIQAACEOgOAspc/cVXLzCjFr5wz/KtTj+qO6zCCghAAAIQgAAEIAABCEAAAhCAAAQgAAEIQAACXU7g4emXIqx2eYwwDwIQgAAEIAABCEAAAhCAAAQgAAEIQAACEOgyAgirXRYQzIEABCAAAQhAAAIQgAAEIAABCEAAAhCAAAS6nwDCavfHCAshAAEIQAACEIAABCAAAQhAAAIQgAAEIACBLiOAsNplAcEcCEAAAhCAAAQgAAEIQAACEIAABCAAAQhAoPsJIKx2f4ywEAIQgAAEIAABCEAAAhCAAAQgAAEIQAACEOgyAgirXRYQzIEABCAAAQhAAAIQgAAEIAABCEAAAhCAAAS6nwDCavfHCAshAAEIQAACEIAABCAAAQhAAAIQgAAEIACBLiOAsNplAcEcCEAAAhCAAAQgAAEIQAACEIAABCAAAQhAoPsJdEhY/Yb57x/sY9Z7/Fyz9nlXRL2+9Bv/bQ4zN5p3fu1rQ0blS1++x3xng4XmpC9NM+cPmRUlE39yhvnD/uPMA9ftaHb9uTHm0Nnmf3f8P8aY/2tm/eMUYwac4aHmtvNPNNs+UxzHbsSGTRCAAAQgAAEIQAACEIAABCAAAQhAAAIQGGwC3SmsWkHRWDHxqA4S6TphNRRSg/+HYvTAi9MIqx1cbgwFAQhAAAIQgAAEIAABCEAAAhCAAAQgMIwJDJqwWovhSBVWA0gDL6SGUUFYrbVOaQwBCEAAAhCAAAQgAAEIQAACEIAABCAwYgkMmrCaEwmzLe6O+6vmv5rb321W6WarNd9wrzcEv79b2YvTG78q39Jvsz8/aka7LktvNCe9/KlcKQBr03qJY4bjGWOWBaUPysZz2bKznhlnDttsNfPYi//XbL6Otvk3rsfu+ZD50LOuFMAPjPmM729rKYA8J43Qx9AOmGBvOMZj95xrnt/GKwUQGcPaqWoPZe+N2NsJxyEAAQhAAAIQgAAEIAABCEAAAhCAAARGCoHBF1bvfp8VPJc6gc4Y0xD4/tC39T/IWG3N3Kyo6doU/YwvfDoxtynIbmFF1YZg2Sg30Bhz86WROrCx8ZqvOT8aomrxeE7EzImxbZYCsALxZiYTo2V9nmHDF+MxbtRrXTsQsPNjOGHY2vjwTjZOPsPGHOrzn2b9/YOausH4I+UGwk8IQAACEIAABCAAAQhAAAIQgAAEIACBkUlgiIRV74AmcbcC49rmJidyJpQCKN0mHwqWNrbNrFfTyHS1wurq+azXwjGj4+XFS9u3ZLwW8Tjz22ORWGM1zLxtuFdVlzZvb7TerC8gW2E1Fie91hBWc8KtFaY/ZZ53B2+NzPsJryEAAQhAAAIQgAAEIAABCEAAAhCAAARGCIHBF1a/9rVgG7nL8jzUfOmTV5jzf14kEjYzSv3AxLJLY4Jls48vfjYyViNRLsxYDUTGoGtLGQD3fnO8YiGzQ8JqbMG2lFxolhy4opnhusHCoJyClwlcKqzuaHb9uR+PvpINWQxHyA2EmxCAAAQgAAEIQAACEIAABCAAAQhAAAIjk8DQCKs51k6g87bR57Iv+wQ8fxt9/YzVvJgYy1gtXALRjNV861jGqt9iUIXVTFD1664mZKw2s3q3fcaVAijKWJWw6nvnauAGdV5H5j2F1xCAAAQgAAEIQAACEIAABCAAAQhAAAIjgMCgC6vRbezN+qbZ1nJfWA1qmbqYtCOstmSs5rbuN8RBKyqep9OZvKutUgD58QZcWPWYPRrWrLWupAiriRmri/9g/m6s8erTavwSfiPgRsJFCEAAAhCAAAQgAAEIQAACEIAABCAAgZFFYGiE1eDgpUZ90P9jshPnI8Jq6yFKqxlTWgogf/CSm8PkDq/yMizLDl9KPryqeLyOC6slh1c1hFX/YCqXURqUAgjGSD68ygqrXrx0z8QYjax7CW8hAAEIQAACEIAABCAAAQhAAAIQgAAERhCBjgqrm0fAObHUzzCN1SP1t/m77MrNTVOoNDrc6qNmdHN82/alfawYWyWuuj4SVGc9M84c5tUVzdtRsY29KRxm4xlj8jYbUzZeVFh1B2qt3BQ8n5Wffdvvw6xc//+Nw7BW84jn7c+/33hv8U6NurIuJuEYyx6/0TywwT59WbsRn4v6WkOKhO4RdEPhKgQgAAEIQAACEIAABCAAAQhAAAIQgMDIINAhYXVkwMJLCEAAAhCAAAQgAAEIQAACEIAABCAAAQhAAAIigLDKOoAABCAAAQhAAAIQgAAEIAABCEAAAhCAAAQgUJMAwmpNYDSHAAQgAAEIQAACEIAABCAAAQhAAAIQgAAEIICwyhqAAAQgAAEIQAACEIAABCAAAQhAAAIQgAAEIFCTAMJqTWA0hwAEIAABCEAAAhCAAAQgAAEIQAACEIAABCCAsMoagAAEIAABCEAAAhCAAAQgAAEIQAACEIAABCBQkwDCak1gNIcABCAAAQhAAAIQgAAEIAABCEAAAhCAAAQggLDKGoAABCAAAQhAAAIQgAAEIAABCEAAAhCAAAQgUJMAwmpNYDSHAAQgAAEIQAACEIAABCAAAQhAAAIQgAAEIICwyhqAAAQgAAEIQAACEIAABCAAAQhAAAIQgAAEIFCTAMJqTWA0hwAEIAABCEAAAhCAAAQgAAEIQAACEIAABCCAsMoagAAEIAABCEAAAhCAAAQgAAEIQAACEIAABCBQkwDCak1gNIcABCAAAQhAAAIQgAAEIAABCEAAAhCAAAQgkAmroIAABCAAAQhAAAIQgAAEIAABCEAAAhCAAAQgAIF0AqMWvnDP8i3W2SG9By0hAAEIQAACEIAABCAAAQhAAAIQgAAEIAABCIxgAo++eK9BWB3BCwDXIQABCEAAAhCAAAQgAAEIQAACEIAABCAAgfoEEFbrM6MHBCAAAQhAAAIQgAAEIAABCEAAAhCAAAQgMMIJIKyO8AWA+xCAAAQgAAEIQAACEIAABCAAAQhAAAIQgEB9Agir9ZnRAwIQgAAEIAABCEAAAhCAAAQgAAEIQAACEBjhBBBWR/gCwH0IQAACEIAABCAAAQhAAAIQgAAEIAABCECgPgGE1frM6AEBCEAAAhCAAAQgAAEIQAACEIAABCAAAQiMcAIIqyN8AeA+BCAAAQhAAAIQgAAEIAABCEAAAhCAAAQgUJ8Awmp9ZvSAAAQgAAEIQAACEIAABCAAAQhAAAIQgAAERjgBhNURvgBwHwIQgAAEIAABCEAAAhCAAAQgAAEIQAACEKhPAGG1PjN6QAACEIAABCAAAQhAAAIQgAAEIAABCEAAAiOcAMLqCF8AuA8BCEAAAhCAAAQgAAEIQAACEIAABCAAAQjUJ4CwWp8ZPSAAAQhAAAIQgAAEIAABCEAAAhCAAAQgAIERTgBhdYQvANyHAAQgAAEIQAACEIAABCAAAQhAAAIQgAAE6hNAWK3PjB4QgAAEIAABCEAAAhCAAAQgAAEIQAACEIDACCeAsDrCFwDuQwACEIAABCAAAQhAAAIQgAAEIACB4ULgot9cZO585k7zv2//73BxCT8KCLxzhXeaXTbYxRz/4eOHjBHC6pChZ2IIQAACEIAABCAAAQhAAAIQgAAEIACBThGQqPqrpb8yo1YYZUaNGtWpYRmnSwksX77cLH97ufnoeh8dMnEVYbVLFwdmQQACEIAABCAAAQhAAAIQgAAEIAABCKQT2Gf2PmblFVdGVE1H1vMtJa6+8dYb5sYpNw6JLwirQ4KdSSEAAQhAAAIQgAAEIAABCEAAAhCAAAQ6SWDPm/Y0o1ce3ckhGasHCCx7Y5m5ee+bh8RShNUhwc6kEIAABCAAAQhAAAIQgAAEIAABCEAAAp0kgLDaSZq9MxbCau/ECkshAAEIQAACEIAABCAAAQhAAAIQgAAEupAAwmoXBmUQTEJYHQTITAEBCEAAAhCAAAQgAAEIQAACEIAABCAwfAkgrA7f2JZ5hrA6MuOO1xCAAAQgAAEIQAACEIAABCAAAQhAAAIdIoCw2iGQPTYMwmqPBQxzIQABCEAAAhCAAAQgAAEIQAACEIAABLqLAMJqd8VjsKxBWB0s0swDAQhAAAIQgAAEIAABCEAAAhCAAAQgMCwJ9EdYnfbxq8zEVRpYnnt2qjn5t8MS0ZA7ZTmbeWbqL2Z0zBaE1Y6hZCAIQAACEIAABCAAAQhAAAIQgAAEIACBkUhg0ITVMV8xP9h8nDF/+nfzj/f/LEMt0XC7t/KvDXocrG1jzeLH/tGcvaQDs3/wHHPV6N+1J4TKlk2MmX372cZS0v83+IP5xw6KqhoWYbUDcWYICEAAAhCAAAQgAAEIQAACEIAABCAAgZFLYLCF1ZXNG2ahJ2AOS2G1k8tpzO5m9yU/a4isHbwQVjsIs3uGesnMPn6ymW5ON3MvmmLW6h7DsAQCw4bASz89wUz+pjGn/+xCM2WdYeMWjkAAAhAY1gRSnt0pbYY1JJyDAAQgAAEIQKAtAoMrrI42i/802oxb8f4smzMUVvX/DyxzZQWmmXMmf8D8bu7JZkYz43XlzMvnzDy9btRmO7PME2t33+4H5vPNOfxyBeb/LTT/7jJBfVq5jNXGnMtk57s1m5vHGKNM1Pe9t9nTE4ibWaaL3xpnxq240Pz7C6PN55sZq9Yf85x57yrqF/TZfJxx/mSlFPyM1dx8xpjX+8oB2HHfWmhGv7sxRt1SDAirNoxNIfKe/L1z8IwF5ovbtHM/DbWwOdTzt8OMPhDobgLhF+1e++Lda/Z292rwfm5sMtMsOH6rATK3+Swf0DkGyPQhH7Y72Q34ffjibHPC7tONOWOuuXAvfq1qIjxiMWi8Nt8Yc7CZueCL5n1D8ouz7lyzQ34rD3cDHrzAjJ92tWn/O8dwB4R/EIAABHqLQB1hNSdSVrjZIvRZ8XK0uX/u78wHPCE0TVhVn4lmtFdGwK87mh9jd/OVT3zejH5hqjnZ+FvyG6+PfSVSdqBFWO2bK5vnmbVtKYNlrpasRM91lzWE2qbom3vPE1YnSmxVOyuUGjPPMvD8ydg0BWSVAnjSmCn+fCZvv7WrZVwJzWkXwmrzQ/f8Q4Ivx80POiZ8PYkrwmYSJhpBoIcIDLggMsAset3+AcbTxvCDIYIMxhxtuN4TXbqT3YDfhwir+dWZxONhc8H4w83VbX3e6+TN0J1rtpMeMlaEAMIqywICEIDAsCIw+MLqyWaGJ0q+N6ixGs9YzYuxCoCflWozSXMipwTcVpFRfaaY2bkarzaYLcKqlwHr6qVaYTU+bqO/955XYzUn+haIy7kF5TJWrbCan88fKy8me5m9iatzhAurFQJo2x92EFYT1x/NINAzBAZcEBlgEr1u/wDjaWP4wRBBBmOONlzviS7dyW7A78MkIbEnAtgZI1N4pLTpjDUVo3Tnmh0U10fyJG1/1xjJ0PAdAhCAQPcSGBJhtZl9qazS343OH15VLKxONG4TfkYz2xrfVw7goXX6ygBk7bwt9W8Eh2fFhdVm+QG9mSqs+gdOBcJqVtqgw8JqtGRC4lIb4cJqVZZC0fth6YAJQZ3FImG1qp+i1lqWYELLlr6qNonz7xjWYG34u0jzbXiV3ZqUXdFMjhR/wpXozRFsU2x84dzIbsPbytS1xZ+nr+8Riyebw6907zW2+PVt2u1rd4b5ZmMbYM7PwL8WXm7c5jpp/lfxaozX6kt0Hpcd7bmQj3nETtvWrbv8/CZmZ+UcsSdGKsc4B/tqYMvDF403hz95upl7mjHf3H26md/cdtmISeBHpH/UytIxjenb4tno3Xo/pc1dWgrANLbfaiNp6xU+H6r9LOcUf7pX+Zki6GTzHr7ITPbu/3CLYpV9eVtC/xv2h/ZG122kXUv83K6Dwvun740Uu+J0jbE+554lU80i1bIOtulXxaFofLsKOzVHIpO0GPR/veb80jOhef9vlCu3Uz3PoLALJnGMYtt0y7eU+8/ocA2GtZmrfc/uuYs2MlcpuzIbsu/nWks8c8/XhGdh4rrxEdXlE8YwbQ1W2x57Jp1/xiLzJbu9310F2/xrlwtojhf9TFAdS2dN6v1ugp/frWsxMmdS9m2NfuFniILx8/EU70nmDve5cq+1ms9999nIXw35z4Z9nwebz9msVFf850l+XXXar1i5sPDzZMnTqYpdqrDa8jkuZkOKre3zoVxB2U8h3oMABCDQIFBHWA2Z+aUBKmt8hlmdzf8ve/29ZvRbfdvzc8JqihDZNMplcN6/4uezGq2ZfU0BNj1jtbPC6nbOvxR/amSsIqy2fRe7DxcpH9Syj8ItW8Zav1zFhM1Wkba1X7ON/2G9+UGqT0xIaVMyfza2+/DlfzBrfrDdcYKZv8kRfXUDo+USUvyJBaamsJpkSzhP34dGX4RpfInxY+19uGz5khByjvEyxtVv80tJhLXanEhsvwgXlJzIfVht4R23s+9LmedTLFaxD+1FJTByKFM5qlPreuj7JUHfGuuzOS5y57diFjAPwl08phOqvLmimUlptteuseoY5758p81V5lP0rrJru9zPZGFV4mHpM8gXAFu/2IX3WUx4KbwXY0J8mV8lazusMZliV9GPkkbf8Fl5uVm043wz3xNWW9rVyITr2ByJTNJi0N/1GrmHPfGu77mXNs+QxKfwWdn6czZljRX+3I/+Ui94dj45wUy4ZyNzRPYLwmK+8fVf8oxIXDctMajBp+UnddHP5LrPgdwvJYJnUoVo+vFfutqq5eJrJ+8X+xMz8ZnS8vwMPxMm/0wL6Nfol7ZmnU/xz1jus1j+F+hVwqoxE3Y0ZtJpfQdEtsZhoP2KJypU2tE0K4ldgrBZnaJNAAAgAElEQVTa+nM09vkowdbmL4Hzz4fY87fvlxnZc7rl+0jbX77oCAEIQGBYExgyYdUY44RPP4vUr51qt/u/e1lrTVIv4/Xk3zbDY8sBjDZvvGNZVgbAH8vYQ67ydVqzwEYOr7IHZqlBLmO1pMZqScbqQNVYRVjtx62Zmi3hpoh/KAw/lLR+uEnpVyR8+B/Aiw5UyH9IL5o/yJJp+WDthLQisSTMjAmzDuIfzvLhqSesXh1k3MS/kBQJq1XiXUSkLvww3Cei+h9IW78caYDwA2/xPH1ZSFOMf8xIftyCuBR8yA1tSpsjKtc1fonQEoNInK0ti4LMbWNcpo37YF74ZSSxf7GoGPnlSHN957PiIl9oE+euJ6wWiMKJc6V+abM8Ev2sI6xGM1Q9YbHQvuiX9eB5VCQ2hl8uE/wyLlv5orL7J37vZvepCTP3g1VW9KU3rMOdYG/hEVcdnCOJSWoM+rteC/yKi0XVz4/oj/oOsovHp/yXatnPg5S1n2Vgez+LazE2rQfcFNw3OeEkYW0mrZtoAMqedVcX7BAouidbf2akPt/qPJNanoVVGatRMSpia2Isw5+LGdbwmRL9hWX+Z1jjM2FrBmjV875I4CwSAu1OJm+XUQpD61fwOaWesDq/df1U/LJqoPwKP0fEDkVrvT3in3db2FUKqwWfrUMWBfe5b2t+N1WfxUkCcPQXAv34AkZXCEAAAsOUwFAKq3GxsyGA2m3/rz9nnlvFGCtyNg+IWtnFISsD4F5o9su97o1lnjPznjVm4vtGm4WP/aM5e4kX0BRh9RczGiLr+1xBgjf6xnFZpjqgyhdjfzHDiscfMM+Z966ifkGfzccZ50+W8euPlZtPPOaZqbKjKUojrPb7poxtnWkMmhcYirbYh2JN2C6lX3O7U+mX/OJx8ghS5w/bFQuj+Q+rKf74W+5962oKq5HtZsUfzN08RX6k+ltRSiGLUSqHFME5H8GosJqS7Zp9cY9ttSubI3YTpXIsuQGDLwxxITq9f9TKlsyfRqvCL5aVX2KaswTt6girLuM0edtcPzil+ln1RVteF8Un7JvazsXL79/IEAu3QrdGNsWvSXc1tudXcS4aK4VJcZv8/ZFi7xe3ia/1Ts6RwiTF79Ifq4nrtT9M7PwJ92on2RXFJ2ZH+HModY0ls09k3CI8VomE63iR9eZIWTeFayISp6pnfSqH1DVUOF8Kj6Ss1upnViqf1DVbJcDquTf16UbGbbzETfFd3LAhoV/RPRgyS2xXT1iNMS/+DNn3c7+DfhUhTNmNkMik8jmX8BwsfV57trpyVJXrpeIXVlU/c/v9tYwBIAABCPQwgUETVnuYUX9Mz9eM7c9Ine07wmusFsH0tl7najLmX2/t7TIkCwS8wtj11aEqP5U2VaBLFRBDIaWm6FnqT2eE1TBLou+Dc5lwWMwpJli2zlGvfyxm+S8P5V8EorVFLVu3ngr6l2aDFWQTt8SsrE5YKoe+Qfu2sOcnymWsqsZqkGHoWlf1jy258ozc4gdmPCszclc360AmC6stWUetY1b5WeRTof9Z7c90+4vHiqyJmMgTiWOhuNEi4FTXpyti5Oy28XtvrLZtdcZ95nvCF9Zigaj5nG2WAkiyt0BY7egcCUyqRK9wbbS7XqvErng2efEarrVm3c6BDsSntdRJPvayK2XtS7gtEtXaZZwirCatzYR1U/w0DX9WVH9WSV2DSbZv0+Qf+9nSAWF1ox+FpUDKP4gnxTJXWsSNl19XhQJszqdnmztLfJtSylvFPs+29nMCbJHH+S3+1UJoPWG1uhZr5KdrEo9Uv7LINIXocL4ygTJ5joqfQ6m/hEizNW29pK09f59V+T3BuxCAAARGEoH+CKsjiVO7viKstpJ79MV7zaiFL9yzfIt1dmiX6wD3C7dgV39ZaBiULmz2OZAydkqbevOnCY3uy2D+MKZyEbgoNPXE2/4Iq7G+af6mCoqpGb7FPue+gHl15ZKE2URhNW2OqGTRd5hZcNBYy5diJybaYVprvjoBpVAwTOxfKKzUEfnCQRLnThNWC8o2uDkT56ovrFYLlSlfzqriUyWQp4hLjcy4antThZfCL5Pe/ZRiV1G2Yj3Rs9qvwjWcILR0ismzBVneLbb1c70mC6uJ8wwmu3Cu3L0R2XKbusZa7sNE3wvvzdCWiJDYqXVTJqPk5ujXLyzy5FNtr+Ljl0ZoiUGF+JosrNaJZcL9Xlvcys0vjonPo5J+KT837KdOKzx2g7DqrZ8O+JXV0W8OG9aFjn3OzP9MSsh07pSw6tWvttHPDgcs/+V8H7Gw3FfE9pRM3QH+ZsbwEIAABLqdAMJqt0doYOwb0RmrKR8Y8x/qO70V3w9qyrby4nIB5Xambm1PFT1TOfRHrEu1pXiOVuE3Lni3fjBO5VXMIUkYLfmAmtQ/RVhNnqM/HEvWQ/ClP/7lN71/HWE15f4urbMZ2F4trLqSIkXZQul+1hFW0/ws++LbR7VIxAjnKLIvZTt0YSmAYD2n+hVbEy5TyH2xTLFrir9F2hu0SjBwz5n+21ssSnRujvn2y3Zj+3BkvlwM+r9eq4Shxi9c0ucpjvXAsrPzWjaNOrCNNZzPpktdY/l26b5XCYdZ9m9KhmaNz5PhvVTYtWZWeuHaaPM5UMWnP8Jq2jMrPZapz5SUUgBV5Ssqt3yHAW3yz/oliOR998fVkbIs+c9yhRmrwbotbNesO1smaEbXaJt+FQv7VTuR0kqZlLNrepJYUqATtlbGPXU91HjG0BQCEIDAcCOAsDrcIprmz4gWVquLz7d+UG58cAmFk3BbYHv94h8kY3X8qg6Nap0/+kG+5QtYupiZxqGOWBfPDu5PxurVwcnCbjtn35hV/lYd9lUkVjmBrb2t/EWHX7WwSBFWCz8EhzaWxCqRY3FJhIaYoy+A8S+/VZm/ff3rCKvhoRmub0y0TrG9Slh1AkTxF9l0P+sIq2l+1hFWW4Xh0J46IkaLeJ1wkI49RCj8ItwMYF/8Jpk7dLhapA5zyvbo5MOrin454bKD3PyV9haVRyk5yKf2HIlMmtu+yw9268B6LWCXF+vS54l+rBmM+NiJ3c+LmWbSzw8305slBjKbonZU/SxO973qnisTVjt6LxV+tnS+HGwOvvLq+H3p9+3Yc6BxX1Xx6Y+wOqV5eFWn7pfCz57h/V55eFVZbf4y4a/sl+NBvxabfLHPP3CuYC0Hz8XyX0D01UZtT1jttF8l4xU873O3Ryq7SrEyHsvkX9Jktv7ITPr558z06FkO4RzxeKZmkKd9BaUVBCAAgeFJAGF1eMa1yquRLaxm25fmGxP5ch4VDyMflFo/KEY+jCX1a/0g02pDSpvYh8Fmv0wkiwlrVUKjJ+gm+RNffq0+OVvUvkKMTDqcyYm0JnegQ+sHwrIvHim8+r5s++KOEw2qfQnn0Hg+CydwlW/jCmuFRoXDnDgam6NEWM3VGY7XEozdK30c+uJQ9OU3tX8tYTVj6W2HLNwmmxcTY7aXCqvNL97zW0TovMWpftYSVhP9TMmobNhnjPH9iHzpK7Mv9DGW8dZyL0a/pEaeUdGsplB4j38ZTrGr6Adm/Dl8uVm043wzPxPYqu0t+4HcqTniGYZFv+zz7o1IDDqxXlti7W1Xzf3CJfiFZeweHMr42Ke9uz9aDrZsWJayxsL7sN+MWwTK2M+L6rWZum7K1rAfs5TDbTr1HMjYR+t3t/JoeRYmZPmm2Joay9haaQj34TPF/ULMe8YVZF6Gv9CrFMAKhMFYv5TPofbTS0s5gMhnsZjY6G3Zz9dsbaPGaof9it4XfomB2C/2vJskiV2lsBphW/gZPPh5GNq68x1m/LSrWw47i8W9xfcUMbnqWyfvQwACEBgBBBBWR0CQIy6OeGG1+XUoUuw+EBdy8Po+LDZeLshgbfmtcFW/UFjzhUbfAF8Yi7Wp2Mp+T3OsykzEvjlLs2mzZikHJvhfQPvG14fpxmml+Tqu/clYVd8jFk9uCEX2CuuNlQmrkVgUimZBXA+ZaeaOvTzJl7B+V7aWnFBnbW5kobWVsSo3grpb8Tli2XR9fMo5xtatE1ONmX38ZDP9nka9L1tfM/rlN1zT8f6xbY9VIqQvhti79Yy55sJczdi0ucPt0/6XyEYNvuIfIn0iQ9pcxZyK56jyM1lYVXwOX2QmT7s6myx60FfJIWS+wNL6fGwMm2/j14PL+1jll8vGy/Uq+LKbYlcR4VhfG3cz0yw43ubY2qvS3uIQBkwaz9O25mipLWiivzysjkFn1mueycFm5s82MpfvPt30ZQCmzVO47bllPfWDXUl8smdpyS9QqtZY4S9i3c/l7BmV+OyMZH728c7/zKtcm4nrphCR+1lT8Qsmv3/1Gky7r6p/2dP3GeB9oQCYIKymPbPqrePUZ0r4jGsRrVt+xpd9fvXo1+gXximWjNDKSPfhEWbR7sHnl5Z5Wz/ntJex2vStw36F943z3b1eVW6hkl2CsGo9C+7P2LxJtn7sF+aE3aeb+f6NWHTPBnOm/MKk7BHKexCAAARGAgGE1ZEQ5VYfEVZHZtyHuddVgunAu18l9g28BZ2YYeg5dsILxkgnMDzWbbq/tBwiAl690qLatkNkGdP2iwA/M/qFbzh2Lij5MBxdxScIQAACEICACCCsjsx1gLA6MuM+zL0evC938e12xXXzegv84HHsLS7D11qE1eEb2yHxrCATq3Kb8pAYy6T9JZCSFd/fOejfpQRK6ynHDpfrUj8wCwIQgAAEINBPAvvM3sesvOLKZtSoUf0cie69QmD58uXmjbfeMDdOuXFITH70xXvNqIUv3LN8i3V2GBIDmHS4EhhEQdBtk/K2HsfqrPUm6UHk2JuAhp3VCKvDLqRD7JArk1Jey3WIjWT6fhJ46cWXzFrPXWVrNxZtEe/nFHTvegKuDIJXEqro8Kau9wUDIQABCEAAAu0TuOg3F5lfLf2VGbXCKMTV9jH2TE+JqsvfXm4+ut5HzfEfPn5I7EZYHRLsI2HSQRYEW+rSpdea7e5oDDLH7oYxIqxDWB0RYR5kJ8Pa4rE6x4NsEtN1lEBRTdeOTsJgPUCgtcYsQnsPhA0TIQABCECg4wQkrt75zJ3mf9/+346PzYDdReCdK7zT7LLBLkMmqooGwmp3rQmsgQAEIAABCEAAAhCAAAQgAAEIQAACEIAABHqAAMJqDwQJEyEAAQhAAAIQgAAEIAABCEAAAhCAAAQgAIHuIoCw2l3xwBoIQAACEIAABCAAAQhAAAIQgAAEIAABCECgBwggrPZAkDARAhCAAAQgAAEIQAACEIAABCAAAQhAAAIQ6C4CCKvdFQ+sgQAEIAABCEAAAhCAAAQgAAEIQAACEIAABHqAAMJqDwQJEyEAAQhAAAIQgAAEIAABCEAAAhCAAAQgAIHuIoCw2l3xwBoIQAACEIAABCAAAQhAAAIQgAAEIAABCECgBwggrPZAkDARAhCAAAQgAAEIQAACEIAABCAAAQhAAAIQ6C4CCKvdFQ+sgQAEIAABCEAAAhCAAAQgAAEIQAACEIAABHqAAMJqDwQJEyEAAQhAAAIQgAAEIAABCEAAAhCAAAQgAIHuIoCw2l3xwBoIQAACEIAABCAAAQhAAAIQgAAEIAABCECgBwggrPZAkDARAhCAAAQgAAEIQAACEIAABCAAAQhAAAIQ6C4CCKvdFQ+sgQAEIAABCEAAAhCAAAQgAAEIQAACEIAABHqAAMJqDwQJEyEAAQhAAAIQgAAEIAABCEAAAhCAAAQgAIHuIoCw2l3xwBoIQAACEIAABCAAAQhAAAIQgAAEIAABCECgBwggrPZAkDARAhCAAAQgAAEIQAACEIAABCAAAQhAAAIQ6C4CCKvdFQ+sgQAEIAABCEAAAhCAAAQgAAEIQAACEIAABHqAAMJqDwQJEyEAAQhAAAIQgAAEIAABCEAAAhCAAAQgAIHuIoCw2l3xwBoIQAACEIAABCAAAQhAAAIQgAAEIAABCECgBwggrPZAkDARAhCAAAQgAAEIQAACEIAABCAAAQhAAAIQ6C4CCKvdFQ+sgQAEIAABCEAAAhCAAAQgAAEIQAACEIAABHqAAMJqDwQJEyEAAQhAAAIQgAAEIAABCEAAAhCAAAQgAIHuIoCw2l3xwBoIQAACEIAABCAAAQhAAAIQgAAEIAABCECgBwggrPZAkDARAhCAAAQgAAEIQAACEIAABCAAAQhAAAIQ6C4CCKvdFQ+sgQAEIAABCEAAAhCAAAQgAAEIQAACEIAABHqAAMJqDwQJEyEAAQhAAAIQgAAEIAABCEAAAhCAAAQgAIHuIoCw2l3xwBoIQAACEIAABCAAAQhAAAIQgAAEIAABCECgBwggrPZAkDARAhCAAAQgAAEIQAACEIAABCAAAQhAAAIQ6C4CCKvdFQ+sgQAEIAABCEAAAhCAAAQgAAEIQAACEIAABHqAAMJqDwQJEyEAAQhAAAIQgAAEIAABCEAAAhCAAAQgAIHuIoCw2l3xwBoIQAACEIAABCAAAQhAAAIQgAAEIAABCECgBwggrPZAkDARAhCAAAQgAAEIQAACEIAABCAAAQhAAAIQ6C4CCKvdFQ+sgQAEIAABCEAAAhCAAAQgAAEIQAACEIAABHqAAMJqDwQJEyEAAQhAAAIQgAAEIAABCEAAAhCAAAQgAIHuIoCw2l3xwBoIQAACEIAABCAAAQhAAAIQgAAEIAABCECgBwggrPZAkDARAhCAAAQgAAEIQAACEIAABCAAAQhAAAIQ6C4CCKvdFQ+sgQAEIAABCEAAAhCAAAQgAAEIQAACEIAABHqAAMJqDwQJEyEAAQhAAAIQgAAEIAABCEAAAhCAAAQgAIHuIoCw2l3xwBoIQAACEIAABCAAAQhAAAIQgAAEIAABCECgBwggrPZAkDARAhCAAAQgAAEIQAACEIAABCAAAQhAAAIQ6C4CCKvdFQ+sgQAEIAABCEAAAhCAAAQgAAEIQAACEIAABHqAAMJqDwQJEyEAAQhAAAIQgAAEIAABCEAAAhCAAAQgAIHuIoCw2l3xwBoIQAACEIAABCAAAQhAAAIQgAAEIAABCECgBwggrPZAkDARAhCAAAQgAAEIQAACEIAABCAAAQhAAAIQ6C4CCKvdFQ+sgQAEIAABCEAAAhCAAAQgAAEIQAACEIAABHqAAMJqDwQJEyEAgf+fvXuBk6yq70X/r+55DzPM0IADRB6iIyrGqFzxgZMEUUNMRNSTGEOMQeLx5H4STYyXxARzIt6c6D1JNCcnT+QmxBCND9QYFR+oCBoiPkBBnKiAyGuGHoZ59GO6q+p8dnVXd1V1dVdVd63uqt3f/nz4xJnZe+21vv9dq9O/XnttAgQIECBAgAABAgQIECBAgACB3hIQrPZWPfSGAAECBAgQIECAAAECBAgQIECAAIE+EBCs9kGRdJEAAQIECBAgQIAAAQIECBAgQIAAgd4SEKz2Vj30hgABAgQIECBAgAABAgQIECBAgACBPhAQrPZBkXSRAAECBAgQIECAAAECBAgQIECAAIHeEhCs9lY99IYAAQIECBAgQIAAAQIECBAgQIAAgT4QEKz2QZF0kQABAgQIECBAgAABAgQIECBAgACB3hIQrPZWPfSGAAECBAgQIECAAAECBAgQIECAAIE+EBCs9kGRdJEAAQIECBAgQIAAAQIECBAgQIAAgd4SEKz2Vj30hgABAgQIECBAgAABAgQIECBAgACBPhAQrPZBkXSRAAECBAgQIECAAAECBAgQIECAAIHeEhCs9lY99IYAAQIECBAgQIAAAQIECBAgQIAAgT4QEKz2QZF0kQABAgQIECBAgAABAgQIECBAgACB3hIQrPZWPfSGAAECBAgQIECAAAECBAgQIECAAIE+EBCs9kGRdJEAAQIECBAgQIAAAQIECBAgQIAAgd4SEKz2Vj30hgABAgQIECBAgAABAgQIECBAgACBPhAQrPZBkVZzF+/fuy/+8n0fi5tu/U6sX7c21gwOxpmPOyWO2rgxtmzeGGec9ugYGCjEKSceH1s3b4qBgYE4esvmGCgUVjObsRMgkGMB82KOi2toBAgQIECAAAECBAj0lYBgta/KtXo6O7z/QFx5zafj6n/7XEwWi4sa+DFHb4mtR22qC2OP3b41Tn/0CZX2hLGLYnUSAQIrJGBeXCF4lyVAgAABAgQIECBAgMA8AoJVt0ZPCRweHYu//cAn4up/+3yMjR9Z9r61G8auWTNYWSFbsDJ22WvkggRWm4B5cbVV3HgJECBAgAABAgQIEOgXAcFqv1Qq5/3MgoN/ufaL8bfv/0QcGhntq9EKY/uqXDpLoG8EzIt9UyodJUCAAAECBAgQIEBglQoIVldp4Xtl2OMTE/Gxz/9H/MXVH42H9h/olW4l70c1jN24fl288ZdfGmf/6BnJr+kCBAj0h4B50bzYH3eqXhIgQIAAAQIECBAgIFh1D6yIQLZv6nU33RJ/8vcfjPv27luRPvTKRZ//zKfEn176ul7pjn4QILBCAubFWXjz4grdhC5LgAABAgQIECBAgEBHAoLVjrgcvFSBUrkcX/rG7fGn/3BN/Ofd9y61uT4/vxyFySPxnKfsjD/9/d+MjRvW9/l4dJ8AgcUImBdr1cyLi7mHnEOAAAECBAgQIECAwMoICFZXxn3VXbVcLsfX7/he/PEV749vf/8Hq278jQMuTI7HQHE8HnfKj8Qbf/WiOPupZ3oR1qq/KwCsNgHzYn3FzYur7RNgvAQIECBAgAABAgT6X0Cw2v817OkRZMHBHXfeE++48gNx823/2dN9XY7OFYpHYmByPI7dtjUu/bVfjp985lmxZs3gclzaNQgQ6BEB82JDoGpe7JE7UzcIECBAgAABAgQIEOhUQLDaqZjj2xa4+74H40/+4Zr4ws3fjFKp1PZ5eTywUJqIgYmxSqD6a6/6L/Gic8+J9evW5nGoxkSAwAIC5sVZHPOijwoBAgQIECBAgAABAv0uIFjt9wr2YP/v37sv3vWej8QnbrhZoFqajMLkWGzZuD5+9RUviZe/6LzYvHFDD1ZNlwgQSClgXqwNVM2LKe81bRMgQIAAAQIECBAgsHwCgtXls879lfbseyT+7gOfiA986obI3m69mr8KpWIlUN24djB+4cUviEt+4UKB6mq+IYx91QqYF2sDVfPiqv0gGDgBAgQIECBAgACBnAoIVnNa2OUc1oFDI/Hua66Nq//t8zE2fiTtpcvlKJSz0LYc5cJgRGEg7fU6bD3rW2FiLNYOlOOlP3VuZZXqcUPbO2zF4QQI9LuAebEmUDUv9vvtrP8ECBAgQIAAAQIECMwjIFh1ayxa4PDoWPzLtV+Mv33/J+LQyOii22nnxKmXPo1FlMv1hxcKUVqzMcqDK7xfablU6d9guRg/9ePPit949c/HjuOPbWdojiFAIEcC5sWaYpoXc3RnGwoBAgQIECBAgAABAs0EBKvui44Fxicm4kOfvjH+8r0fi/0HD3d8fmcnlGPgyGhkLzmZ96swEMV1m1dm9Wq5PB2oTsaus58av/maV8YpJ53Q2RAdTYBA3wuYF2sDVfNi39/QBkCAAAECBAgQIECAQFsCgtW2mByUCWT7pl530y3xP/7uffHQ/gPLglJZqTrRejVsad3mKA+sWZY+TV2kHAMT45H17+lPPiN++7UXxRmnnxqFQmEZ++BSBAistIB5sbYC5sWVvh9dnwABAgQIECBAgACB5RUQrC6vd19erVQuxxe+cmv82VUfjjvvfWBZx/DY7SNx5/0LrFbNIs7CYJTWbVqmFavlKExm2xKMxxMee2olUH3qmWfEgEB1We8LFyOw0gLmxfpA1by40nek6xMgQIAAAQIECBAgsBICgtWVUO+Ta2bBwddu/26848oPxLe//4Nl7fVJ28vxhy8txoFDE3HpPx6JUmmeyxcGorR247KsVi1MjsdAcTxO+5ET4vW/8gux65lPE6gu613hYgRWXsC8WF8D8+LK35N6QIAAAQIECBAgQIDAygkIVlfOvmevXC6X444776kEqjff9p/L3s/X/mQxfvHZxTh6Y7b9QMQ1N03GX31yMh4ZqXlxVWGg8sKq0uD6iMSrRadenDUea9YMxq+/+hXxiy9+QeV/+yJAYPUImBcbAlXz4uq5+Y2UAAECBAgQIECAAIF5BQSrbo46gbvvezAu/5v3xle+tTtK8y4TTYO2c0c5fu/Fk/HkR5djoGGr0mIp4obvFOKPPzYY9z8ykKYDDa0WihOVF1MNDBRi+3E7Ysu2Y+LE446JP/ivPx+PGtq2LH1wEQIEVl7AvDhbA/Piyt+PekCAAAECBAgQIECAQO8ICFZ7pxYr2pMf3L83/uLqj8a1X/rasgeqgwMRv/oTxbjo2cU4asNchocOFeIvPj0YH/7qMgWqpckoTIzGYKEQ2449PrZsH4qBgdlrn/nYk+N3L35ZbNqwfkVr5uIECKQVMC/WBKrmxbQ3m9YJECBAgAABAgQIEOhLAcFqX5ate53es++R+LsPfCI+8KkbInu79XJ/ZatU3/qyyXj8jvKcJ/qzbQBu2D0Q/9/HB+PehxuWsCboaKFUjMLkaAxEObZuH4ptQ8fHwODcR/4LhUK88vxd8fLznpWgF5okQGClBcyLtYGqeXGl70fXJ0CAAAECBAgQIECgdwUEq71bm6Q9O3BoJN79oWvjqo9+dkUC1WyV6m+8oBivOLsY69fOHereg4V417WD8bFvpF+lWigXozAxFgPlYuVx/2yV6uCaJp2q6ebRR22K//66V8SpJx6ftE4aJ0Bg+QTMizWBqnlx+W48VyJAgAABAgQIECBAoG8FBKt9W7rFdfzw6Fj8/Yc/E+/52HVxaGR0cY0s8axnPrYUl76oGKce23yV6iduHYj/8a9rYuTIEi/U6vRyqbKHaqE4GZu3Hl3ZR3XtunWtzpr592ec+bh40y+/JNY0WdXadiMOJP3gODYAACAASURBVEBgxQXMizUlMC+u+P2oAwQIECBAgAABAgQI9I+AYLV/arWkno6NH4kPfebG+Kv3/VvsP3h4SW0t9uRN6yJ+6/zJ+NkfK81ZpVouR9z1UCHeee1gfOGOxKtUy+UYmBytBKobN2+OoR0nxdp1ne+XunbNYFz6Ky+Npz/h9MWSOI8AgRUUMC/WBqrmxRW8FV2aAAECBAgQIECAAIE+FRCs9mnh2u12uVyOz3/l1njrX10dD+0/0O5pXT/ux88oxRte2HyV6vhExL9+YyD+9BOJV6lWAtVshepEbNi0KYYedWKs27BxSWN96hmnxaWvfmmsX7fw1gFLuoiTCRDoqoB5sTFQNS929QbTGAECBAgQIECAAAECq0ZAsJrzUg/vPxCv/r0/jbvue3BFRpqtUv3dn52M83+0FGsa3gOVrVL93p5CvPXDa+LWe1K+nKochckjMTA5HuvWr6+sUN2waXNXPDasWxuXvfbn4omPeXRX2tMIAQLpBcyLmbF5Mf2d5goECBAgQIAAAQIECORdQLCa8wpnK7Pe8LY/j8995ZaIKEQUBqNcmA4xC2kfuT/vSaV404uK8ait5TnKh8Yi3vOlwfi7zw9GsZSuCIXJ8RgojsfatevimONPiE1btnb9Ys992hPjN3/xxVFl7foFNEiAQFcFzIvmxa7eUBojQIAAAQIECBAgQGDVCghWV0HpP/TJz8VVH/xYPPTwI3Ho8EiTEWeBa/bXhShXwtbsz4UoD1T/d+dh7P/zomL83DOKc1aplsoR37ynEP/vR9fE7gfSrVItFKdWqA4ODsQxjzoxNm85OgqJks+hbVvi8l97ZZxw7PZVcDcZIoF8CJgXzYv5uJONggABAgQIECBAgACBlRQQrK6k/gpdu1Qux4GDh6JYLMWBQ4fjB/c9UOnJ9+7+YQw/vD+OTEzGN+/4boyNj8fI6HjsGd7XURj7tFML8T8vitje8LT9I6MR//zltKtUs/1Ts31UBwYKsf24HbFl2zHJAtValEsuPC9e9NyzVqiiLkuAwFIFzItLFZx7vnmx+6ZaJECAAAECBAgQIECgtwQEq71Vj57uzeGR0cjeoj1ZLFZC2InJyXj4kQPxjdv/M75863fiwIEDMTkxEU/8kYi3X1SI47bOrki95a5SXHb1RNz7cLYtQPdWxlbBCqXJGJgYjYFCIbYec2wcPXRcDFRW3C7P1zk/9oR446suWJ6LuQoBAj0jYF6cvxTmxZ65TXWEAAECBAgQIECAAIFEAoLVRLCrqdkv3XJH/M+rPhLZvoXZ1+BAOd5+wT1x6jHjMwyf/vaWeNdnt0apOJm9MyXGx0ajVCpGuVSM8dHRyrnZn4uTk/V0M4/v14SxAwPT+8ROBbeVx/7LpUqgum3o+BgYbHhL1jIUQ4CwDMguQaCPBMyLEebFPrphdZUAAQIECBAgQIAAgUUJCFYXxeakWoG/ev8n41Nf/kYdypued3+cfeqhmb+748GN8fsf+5G24UrFYiVsLZdLMTE+HuUox+SRIzExcSSiXI4jY6NRLBajVCrF5i1bY9uxx8fgmrVtt9/tA1/848+IX7ng3G43qz0CBPpUwLwYYV7s05tXtwkQIECAAAECBAgQaFtAsNo2lQObCWRbA7ztivfHbd+7p+6fX/H04XjpU/bFwPRuAHsOro23XXti3PfIutxBbli3Ni577c/FEx/z6NyNzYAIEOhcwLwYYV7s/L5xBgECBAgQIECAAAEC/ScgWO2/mvVUj4cfORi/++f/GHsfPlDXr2efdij+23MfjI1rS5W/H50YiHd+bkd89Z6GN1r11GgW15kXPvup8V9f9sKY2bVgcc04iwCBnAiYFyPMizm5mQ2DAAECBAgQIECAAIEFBQSrbpAlCey++774w795X4yMze6nmjV48vbxePML7otjj5raM7VYKsT7vnZMfOiWY5Z0vV46uVAoxPnPeVplC4A1K7Cvay9Z6AsBArMC5kXzos8DAQIECBAgQIAAAQKrQ0CwujrqnGyUX771O/GOv7+maftv+5kfxhmPGp35ty9+b0u86/M7kvVlORs+atOG+L9/7vw4+8mPt1J1OeFdi0AfCJgXzYt9cJvqIgECBAgQIECAAAECXRAQrHYBcTU38dmbbo2/eN/HmxK87pw9cd7jH5n5t+89tCEu/Uh/70OarVJ92hMeE7/2c+fHMVuPWs2lN3YCBOYRMC+6NQgQIECAAAECBAgQILA6BASrq6POyUb5L5+6Mf75k19s2v7PnLk/fvGsh2LtYLny7/3+AqtNG9bHxS95XvzkWU+OgepbuZLJapgAgX4VMC/2a+X0mwABAgQIECBAgAABAp0JCFY783J0g8BCAcKTTxyJ3z73/ti8vv9fYDWyvRB7Tx+MyfX9dwtMxdrlKJcjyhOlOP/EnfH2XRfEYGGg/wajxwT6QMC82PtFMi/2fo30kAABAgQIECBAgEA/CAhW+6FKPdzHhQKE446aiLecf2+csHWiMoJ+fIFVaU3E8Olr4uDxAxGFHi5Eh13bOjEYn3/5rwtXO3RzOIF2BMyL7Sj13jHmxd6riR4RIECAAAECBAgQ6HUBwWqvV6jH+7dQgJB1/Q/OvzfO3HE4SkcmI0rluHv/hnjHFx4dD42s6/GRRYwcMxB7dw5GcV2OEtVp9eJkMX7/zHPjFWc8vefroIME+k3AvNhvFZvqr3mxP+um1wQIECBAgAABAgRWUkCwupL6Obj2QgHC1vWTcfnzvhfHbRirG+lEqRBfumd7/MMtJ8XYZO89jj6xIWLPYwpxeFvvBKo/c8zX4rUnfDYu/8HL4isHHxP/15bvxx+c/IH4/x/4ifjgQ2fHyesfij87/aq45fAp8da7X9b6ziqX47xjHxPvOvflrY91BAECHQmYFzviWvTB5sVF0zmRAAECBAgQIECAAIEuCQhWuwS5Wpv58q3fiXf8/TVzhj9YKMcbnnl3PP2ER5rSZPvbfe3+o+Od/35KFMu9EWAWC+X47sZ98b0ND0f2v3vmqxzxusd9J37rid+K131hV3zuhz8SP3nSvfHXP/GF+LNbnhJ//a0nxRnbH473vfBT8a3hY+IXP/38trr+5ue/MP7weRe0dayDCBBoX8C82L7Voo80Ly6azokECBAgQIAAAQIECHRPQLDaPctV2dL9Dz0cl/3l1TG8/2Dd+H/qsQ/FL5x5X6wdmD+gHJ8ciKtuPSk+d9cxK2qX9XDPusPxzc17YnRgckX7Url41qHSQBQmBiKKAxGlQrzuzNviN59yS7zu8z8en7v3JMHqyldJDwjMK2BeTHBzmBcToGqSAAECBAgQIECAAIGlCghWlyq4ys/P3jT//k/fGO+99oYoZ3+Y/nrjs+6Mp59woKXOjfdsj//9lZNbHpfqgMODR+Kbm/fG3rUjqS7Rut1qYJBti5D9V5q7glew2prREQR6RcC82IVKmBe7gKgJAgQIECBAgAABAgRSCwhWUwuvgvYni8X46/dfG9d95Zsz4eofnbs7Tt022nL0X71/a/zJl09reVy3DxgfKMa3Nz0UP1x/oLJAdNm/ioUoTA7OG6Q29kewuuwVckECSxIwLy6Cz7y4CDSnECBAgAABAgQIECCwkgKC1ZXUz9G1S6Vy/Mdt/xnXXPfvcee9D8YbnvHdeOqO1itWlztYnSgU445Nw3HP+gPLu49qtgp1Mnu8f7DpitRWt4JgtZWQfyfQewLmxRY1MS/23k2rRwQIECBAgAABAgQIdCQgWO2Iy8HtCGSPwR7+7j/FwIMfj0KU5j2lVC7E+27bEf+6+/h2ml3SMdkK1d0blzFQrQYG2arU4tJfziVYXVL5nUxgxQXMi9ne0dO/YDIvrvj9qAMECBAgQIAAAQIECHRHQLDaHUetNAiUx/bE+G1vj/LoffPaHIk18VuffHzsG1mTzG9kcCK+s3Ff3Lf+YJRSPvQ/ExhMv3CqyyMSrHYZVHMEVkDAvNhddPNidz21RoAAAQIECBAgQIBA5wKC1c7NnNGmQHHf12Ni959HeXJszhmFgUKs2bI1Bk6+JO4vPiZ+6b1/E3c9sCe2TW6IoyfXx4bSmlhfWhOLWeuZ7Zk6vHYkdm/cF/vWjqaJU7MgtZg92p+9bGog0lxklk2A0OZN5zACPS5gXuxegcyL3bPUEgECBAgQIECAAAECixMQrC7OzVltChTv/cco3vepKE0UI3sUNgtUB9YOxuCGtZGlpoWjnxGHjntV/Mx73xlf+uF35wawEbGuNBiFKMSW4rrK/86+sr/JQtjB8mz0WiyUY+/akXho7UhMFObfgqDNrtcfVg1SJ6dXpC7zG68ECIuqmpMI9KSAebE7ZTEvdsdRKwQIECBAgAABAgQILF5AsLp4O2e2IVAe/kyUHnx/RHmy+dFrt8fojtfGT1/zwabBahuXSHNIFthOFqJQ2Qsw/YrUVoMQILQS8u8E+kfAvNidWpkXu+OoFQIECBAgQIAAAQIEFi8gWF28nTPbEGgZIBQGYmLbefGCT39/ZYPVLEgtZkHqQEQWpi7zitRWlAKEVkL+nUD/CJgXu1Mr82J3HLVCgAABAgQIECBAgMDiBQSri7dzZhsCLQOE7EXR60+KC29aF5+86842WuzSIVlwmu2RWglSsxWpi9nNtUt9aaMZAUIbSA4h0CcC5sXuFMq82B1HrRAgQIAAAQIECBAgsHgBweri7ZzZhkA7AUIU1saf3LU93vz1PW20uMhD+ixIbRylAGGRdXcagR4UMC92pyjmxe44aoUAAQIECBAgQIAAgcULCFYXb+fMNgTaChAi4isHNsU514200WKbh2RBamkgChPTL5vKXj7Vx18ChD4unq4TaBAwL3bnljAvdsdRKwQIECBAgAABAgQILF5AsLp4O2e2IdBugLB/cjBe9uVi3DDcRqPzHVL7aH+fB6mNQxQgLOG+cCqBHhMwL3anIObF7jhqhQABAgQIECBAgACBxQsIVhdv58w2BMr7b4jS/f8UUTqy4NGlKMSf7C7H79/eRqPVQyovmxqc2iM1Z0Fqo8IpWw7GSx5zZ1y9+3Gxd3RjHLdxNC7auTv+7e5TYvf+bbFmoBSvfdLt8fW9x8aXH9jRErEwEHH1K18TLz/z6S2PdQABAt0VMC92x9O82B1HrRAgQIAAAQIECBAgsHgBweri7ZzZhkD50G1R+uFfRRRHWx79rQOFeMEN5RieL4PNwtPJ7IVTgxHF/n60vyVG4gMePbQtvvn6P4jN69YnvpLmCRBoFDAv9uY9YV7szbroFQECBAgQIECAAIFeFhCs9nJ1ctC3TgKEYgzGm741EP/7uxNTIxekJrkDTjrm6Pjkr7w+zjiu9crWJB3QKIFVLmBe7L0bwLzYezXRIwIECBAgQIAAAQL9ICBY7Ycq9XEfOwkQsmGWNz8pHhy6OPaNHI5SudRy5OVHDsf4+z4cg+MPR1jE2tJrexTi0eXBlsc1HjA5UY6Ro0+LY3/nNRGDAx2f7wQCBGYFzIu9dTeYF3urHnpDgAABAgQIECBAoJ8EBKv9VK0+7GunAUIMHhUDj35dFDY/oeVoy2NHYvSP/1esmdjX8lgHLF0gy7kPHfO4GHrTq5femBYIrGIB82J+im9ezE8tjYQAAQIECBAgQIDAYgQEq4tRc07bAh0HCFGIwjE/HgMn/FLLa0zcdEuUPvz+KAyUWx67Wg8oPeqHEeuOxMA9j6kQlI/ZG6Xte2Pwe0+c+vOGkSjv+GEM/OCxEaXWK1EPHYg4+vI3x+C2zauV1LgJLFnAvLhkwiU1YF5cEp+TCRAgQIAAAQIECBCoERCsuh2SCnQeIETEuuNj8JQ3Rqw7dsG+Hfn3b8b4ez4UUSomHUNfN37BByOO3RulD/6XmHzo6Bi84CNR2PFgjL73xVHaOxTrn3djrH3qt2LsQ+fH5PdPbjnUYmlt7HjHG2PtjqGWxzqAAIHmAubFFb4zzIsrXACXJ0CAAAECBAgQIJAfAcFqfmrZkyMpj/0wSj94V0Qnj+sX1sTA8S+JwrHnLxys3nFf7P2df47S4fGeHPtKdapcLseRyck4NDoWx77+Q7Hh1Ifi9sueHyN3b4sn/PfPxubH7Jv586m/+pXY8VO7444/+onY/9WTWnb56OO3x1n/+uZYO7Sl5bEOIEBgnmDVvLjst4Z5cdnJXZAAAQIECBAgQIDAqhAQrK6KMq/cIMvj90Xp7ndGTAx31Ilsj9WBU39bsNqm2pGJLEgdjQOHR2N0fDxK5antERqDVMFqm6AOI5BQwLyYELemafPi8ji7CgECBAgQIECAAIHVLCBYXc3VX4axLzZAaOclVkdW8YrVicnJODw2HvsPHq4LUhtLKlhdhpvcJQh0KGBe7BCszcPNi21COYwAAQIECBAgQIAAga4JCFa7RqmhZgIdBQiFtRFrj47C+kdHYfPjo3D02RFrts4Lu5qC1YnJYhweG4sDh0fi8OjYzIrUVnedYLWVkH8nsPwC5sXumJsXu+OoFQIECBAgQIAAAQIEFi8gWF28nTPbEJg3QCgMVkLTwvoTo7DpsRFH/WgUNp7aRouzh+Q5WJ0sFmNkbDwemQ5Si6VSRzbVgwWri2JzEoGkAubFxfGaFxfn5iwCBAgQIECAAAECBNIJCFbT2Wo5IioBwg/+V0RpLArrdkRsOj0KW54ShU2PW7JPnoLVyWIpRsbG4uDIaOW/xQapjaiC1SXfZhog0HUB82J7pObF9pwcRYAAAQIECBAgQIDAygkIVlfO3pWXKNDPwWoWnGYrUrNH+w+NjkW2EivFl2A1hao2CfSugHmxdW3Mi62NHEGAAAECBAgQIECAQHsCgtX2nBzVgwL9FCCUsiB1/EgcHBmJA4dHkwWpjWUSIPTgjatLBBIKmBdb45oXWxs5ggABAgQIECBAgACB9gQEq+05OaoHBXo5QCiVyzE6Pr0idWQsjkxOroigAGFF2F2UwIoJmBdb05sXWxs5ggABAgQIECBAgACB9gQEq+05OaoHBXopQMiC1LFsReroaOXx/iMTKxOkNpZJgNCDN64uEUgoYF5sjWtebG3kCAIECBAgQIAAAQIE2hMQrLbn5KgeFFjJAKGcBalHJuLAyEgcPDwaRyYmotyDRgKEHiyKLhFIKGBebI1rXmxt5AgCBAgQIECAAAECBNoTEKy25+SoHhRYzgAhC1LHJybi4Ei2InU0xo8c6ckgtbFMAoQevHF1iUBCAfNia1zzYmsjRxAgQIAAAQIECBAg0J6AYLU9J0f1oEDKACELUrN9UbPH+rMwNVudmv1dv30JEPqtYvpLYGkC5sXWfubF1kaOIECAAAECBAgQIECgPQHBantOjupBgW4GCNUg9fDoWDxyeCRGx4/0ZZDaWCYBQg/euLpEIKGAebE1rnmxtZEjCBAgQIAAAQIECBBoT0Cw2p6To3pQYKkBwsTkZBwcGausSh0dH4/sBVR5+zrjsuti8+n74vbfe0GM3rs1sj8f9bjhuP2y58fI3dvi5F/+Wux40XfiO3/0E/HIN05oOfyjj98eZ/3rm2Pt0JaWxzqAAIHlFzAvtjY3L7Y2cgQBAgQIECBAgAABAu0JCFbbc3JUDwpM3vdw7Pnt90Rx78G2epcFqYfHxmP/wcO5DVIbIdZuG4vCQCmO7NtU+afBjROxdvtojN23tfLnwmAp1h49NvPvrSCPfexJ8bSP/G4MrF/T6lD/ToDACgiYF1ujmxdbGzmCAAECBAgQIECAAIH2BASr7Tk5qhcFyhEH/umGeOSqL0Y0WW06WSxG9dH+kbHxKJZKvTiKvunT2rVr4sfe8eoY+tmz+qbPOkpg1QmYF5e15ObFZeV2MQIECBAgQIAAAQI9JyBY7bmSrN4OHTh0KG7+1h1xZGKyI4TyZDHKR6bPKZcre6NO5az5e7S/I5jpgzOFYiGilP03WYyBL30vtn/02x01tenYrXHGW18ZR+96QkfnOZgAgaUJmBeX5jff2ebFNK5aJUCAAAECBAgQILDaBASrq63iPTrePcMPx1dv/06sWbu2R3uYn25VXtQ1NhY/85Pn5GdQRkIghwLmxeUrqnlx+axdiQABAgQIECBAgECeBASreapmH4/lUzfeFIVB+3YuVwmPTEzE6SftiDMec+pyXdJ1CBDoUMC82CHYEg83Ly4R0OkECBAgQIAAAQIEVqGAYHUVFr3Xhrz/wMH48i23Wa26QGGOWff5OHnzX8b3D/1OHJh4WmxZ+804/ai3xf2jPx8Pjr001g88EI/f+qZ4ZOIZcffhX29Z4lK5HIPlUpz37Ge0PNYBBAgsv4B5sbW5ebG1kSMIECBAgAABAgQIEEgrIFhN66v1NgRGx8bi6g98KPbsfaiNo1ffIdl+sWeeen08Y+fn4n03Xhjfvve02Hni9+IV53w4rvvmOXHDt8+OR23bG6953tVx374d8fef+/m2kF747GfEhT/1/LaOdRABAssrYF5c2Nu8uLz3o6sRIECAAAECBAgQINBcQLDqzlhxAQFCfQmyl6ocmSzGyMRkjByZjMlSKc55wk1x7pNviPfe8JLYfd/pgtUVv2t1gEBaAfOieTHtHaZ1AgQIECBAgAABAgS6ISBY7YaiNpYksNoDhCxInSiWYuTIRCVMzf5345dgdUm3mJMJ9J2AedG82Hc3rQ4TIECAAAECBAgQWIUCgtVVWPReG/JqDBAqQer0itSJYjGycHWhL8Fqr921+kMgrYB50byY9g7TOgECBAgQIECAAAEC3RAQrHZDURtLElgNAUIWpI5NTsah8WxFauvAoBFUsLqkW8zJBPpOwLzYumTmxdZGjiBAgAABAgQIECBAIK2AYDWtr9bbEMhjgJDtizo6vSJ1vFiKcvamlSV8CRCWgOdUAn0oYF5sXTTzYmsjRxAgQIAAAQIECBAgkFZAsJrWV+ttCOQhQCiWypUg9fCRiehGkNrIJkBo40ZyCIEcCZgXWxfTvNjayBEECBAgQIAAAQIECKQVEKym9dV6GwL9GCBUg9Rsn9TxyWKUlrgitRWTAKGVkH8nkC8B82LrepoXWxs5ggABAgQIECBAgACBtAKC1bS+Wm9DoB8ChGK5HOMTxcqK1LFlCFIb2QQIbdxIDiGQIwHzYutimhdbGzmCAAECBAgQIECAAIG0AoLVtL5ab0OgFwOEbAXq2EQxRiamgtRshepKfgkQVlLftQksv4B5sbW5ebG1kSMIECBAgAABAgQIEEgrIFhN66v1NgR6IUDIgtTskf6RI5MxOjm54kFqI5sAoY0bySEEciRgXmxdTPNiayNHECBAgAABAgQIECCQVkCwmtZX620IrESAkG2JOl7MgtSJGJ0oxmSp1EZPV+4QAcLK2bsygZUQMC+2VjcvtjZyBAECBAgQIECAAAECaQUEq2l9td6GwHIECFmQeqSY7ZE6GaMTkz0fpDayCRDauJEcQiBHAubF1sU0L7Y2cgQBAgQIECBAgAABAmkFBKtpfbXehkCKACHbEXWiWKq8bCoLUrP/3c9fAoR+rp6+E+hcwLzY2sy82NrIEQQIECBAgAABAgQIpBUQrKb11XobAt0IEKpBavZo/0gOgtRGNgFCGzeSQwjkSMC82LqY5sXWRo4gQIAAAQIECBAgQCCtgGA1ra/W2xAoFovxzx/8cNxz771tHD17SLYKNQtRsxdOTRSLkYWref066Zj74zlnfCU+c+uu2HdoWxxz1P54wVM+H//x3afG9x88JTatH43zn/rZuGvPyfHV7/9oS4aBQiFe+aIXxDnPOKvlsQ4gQGD5BcyLrc3Ni62NHEGAAAECBAgQIECAQFoBwWpaX623KfAfX/t6XHf9DVHONkOd5ysLUscmJ+PQeP6D1DbZFn3Y1k0b43f/2yWx/eiti27DiQQIpBUwL6b1bWzdvLi83q5GgAABAgQIECBAIA8CgtU8VDEHY5icLMZnr78+vn7rt2bC1WKpPL0idSLGi6UFQ9ccECzbEDZvWB+/dtHPx+knP3rZrulCBAh0LmBe7NxssWeYFxcr5zwCBAgQIECAAAECq1tAsLq6699zo8/2FRwbG4/RsfGYmJzsuf71e4fWrhmMRx1/XAwODPT7UPSfwKoRMC+mLbV5Ma2v1gkQIECAAAECBAjkWUCwmufqGhsBAgQIECBAgAABAgQIECBAgAABAkkEBKtJWDVKgAABAgQIECBAgAABAgQIECBAgECeBQSrea6usREgQIAAAQIECBAgQIAAAQIECBAgkERAsJqEVaMECBAgQIAAAQIECBAgQIAAAQIECORZQLCa5+oaGwECBAgQIECAAAECBAgQIECAAAECSQQEq0lYNUqAAAECBAgQIECAAAECBAgQIECAQJ4FBKt5rq6xESBAgAABAgQIECBAgAABAgQIECCQRECwmoRVowQIECBAgAABAgQIECBAgAABAgQI5FlAsJrn6hobAQIECBAgQIAAAQIECBAgQIAAAQJJBASrSVg1SoAAAQIECBAgQIAAAQIECBAgQIBAngUEq3murrERIECAAAECBAgQIECAAAECBAgQIJBEQLCahFWjBAgQIECAAAECBAgQIECAAAECBAjkWUCwmufqGhsBAgQIECBAgAABAgQIECBAgAABAkkEBKtJWDVKgAABAgQIECBAgAABAgQIECBAgECeBQSrea6usREgQIAAAQIECBAgQIAAAQIECBAgkERAsJqEVaMECBAgQIAAAQIECBAgQIAAAQIECORZQLCa5+oaGwECBAgQIECAAAECBAgQIECAAAECSQQEq0lYNUqAAAECBAgQIECAAAECBAgQIECAQJ4FBKt5rq6xESBAgAABAgQIECBAgAABAgQIECCQRECwmoRVowQIECBAgAABAgQIECBAgAABAgQI5FlAsJrn6hobAQIECBAgQIAAAQIECBAgQIAAAQJJBASrSVg1SoAAAQIECBAgQIAAAQIECBAgrPj8AQAAIABJREFUQIBAngUEq3murrERIECAAAECBAgQIECAAAECBAgQIJBEQLCahFWjBAgQIECAAAECBAgQIECAAAECBAjkWUCwmufqGhsBAgQIECBAgAABAgQIECBAgAABAkkEBKtJWDVKgAABAgQIECBAgAABAgQIECBAgECeBQSrC1V3z0fi9T99edw4c8xFceXNb4gfnf7z8EdfHy986+y/xquujJt/o/qvEbf++Vlx8VWzF3jOW66Nd714aBH3063xzrMujvcscOZFV9wcb/ixRTTdh6fMca8bQ32N+nB483R54Xtg8ffW1OWqpkttZ/m8M493x2kff1dccPzyXXW1X2nhOW84PvIbL4zLv1Sr9Jy4rFqjOfNpRDz7srj2zy+IxcyK8Y13xlmXNJsVa665ago2NT/cuejvMd2AmupDrMD3osp9eddr6r7/dmNEy9tGs8/PdA8a/n+Lhfq1VIvK+Z85d/Gfy+VFczUCBAgQIECAAAECKy4gWJ2vBNMhQNT8oFoJSr87HQRUfqi/czY0iOkfih47Fa5OBRCn1QSxS/nBd+V+YO3aHVrxirpgerFtz/+D33QNYglhzUKdahhDdj+8+9TFhuWdjn6Be2A6YFp8uN69+2upP9S3ryJYbd+qS0e2mPOmfpHU7JdPEZd9/DVx509fHO+pC4iW8HltMj9XR9msH10SmJrXUwV4lTHdGa+p+eVd+/3u7PtLmvBsdh75pR8s3akT69pjOzmvfd/0R8573y5wrzfr1VLHn+beSO/nCgQIECBAgAABAgRWSkCwumCwel2cW7Miru4HjmZBYc0Pxic1W/WRnXPlaYtYCdK94GulbrSp1WWpg9XplZepVtt0cQyd12Ghe2Cp98dSz+98NEs/Q7C6dMMOW2gx50UWrEb9qv2ozInZPDoVrDauZlx0iDPTbpMVyyv6Oe3QtGuH91awutxPTyw1TOxaGZbQUCVYbfz8VNqb+gXEdee190u8pVos+jO5hLE7lQABAgQIECBAgEA/CwhW561e4w+q9StSmwaFNT/sn/PvTR6nW/QP/O0HX1OrKK+Mcz9z8cwjuTMrGec8ilv7yOzca8wNkhseu615jLf6w9yVcfHM9gczj5XXPbI7dc3T3lvTz2yF6e9HvLVu24WsMM0f61/oB7/6f5sO3644N6675PKorD4++R/nPD5c+/h74/YNM9s7zDuGqR925z0vG0aTR5Znrzn38c/mK0/bD1bra3FRXPnx0+Ld89rWbzFQ6VcTo9pHthfa4qLuh/pmj2q3e8/UbE9Q+xGdtakJVqNxy46Ge6fFlh79PIEva9/nDVanfgGVfaaXLViNNoPEZtsP1M4r1V+GXRFx8fS2ApV77MSae6pmlW3d/d3k3LqtDRb83E9tFTMzV8/MgdMrVlv1e07h6z0Wmo/rt3PI5thfijvnbOEQMeezVjuPZlvaNIzvoiuujLhkKjyvXbG60Hyx0LzZzPrct9wZl1e332kyl8w8LVJdVdztGjVuW7HEOa62jHOfcpnn093ivpqzerfuF42N30cavv88+7K48rzr4uJUv5xc1gnLxQgQIECAAAECBAgsj4BgdUHnhn0tax9jne+x2C9NBYeVYLXJVgDvmScsXLjcLfZYrfkBc+oH1ZrAdKafcx/Frf9BboFgdTr0rN0WIaaDjeqjvdUf1htD3NOq++01eYx+tp/T42vzMeH2twKYbrf2B/A9wzF0fO2OjrMB3VTNsseWq6vgGsKbebYCeEu8dcHzhhe4ZiWMqm4vMRMm1m4hUb0z2t8KoL4W7djWtD0dKM1X62tPfXf9fd3wOZj5of4Vd1b2J17KPTPHre5R6WrdWj1iflr8Y93ekw2/IFmeeTYfV2kx5y1vsDpFWh8SNu6t2sa9Xw0wq3NP9c8zc0bzwLKyl3bjuY3bwSzwuc/2BZ4zV8/c3+fGddme2m3Oh1MSTfr51htnw9Hpvlbn49o59N4Ft3DI5sK582h17HO2yrlqKpCtBqsLzRet5tu5werlceOMSX1t590KoNs1qv0kN31Ev0m/FqjD3Ilhgf+fY/rghb6fZPdVJ8HqnO0H5tz/+Zi6jIIAAQIECBAgQIBASgHB6ry6c1dE1e2x2mRF3UVvuSzufOvs9gH1q3GeE5e95bS4/K2LeRy+sxWrdavGFnoUd05QVf+o7swP35VgtX5bhMqP8jWPLs4NOxv63CxYnXnssfn45gtQ68OUxgLWrnKdz635KtFKGNCwUqduH9WFgtWFzpuKgOa82GcmgGhrddDC4Xrtqtu5q3ZbPYLdGKwuUOtd1y24pUN9sLrEe6YmMJpdK10Nz+qD1fkfMT8nbujgMdqUk20e2m787NXOeSsRrNab1nzGKgFcNH2ZUt3nY86WAnPnjNo5YG7YV3+Pz32ce/4V6XOObQhWO9s2oUmwusBKxTnB6rxbOMwGq3X9aboVw6zdzIrVBeaLZvP7Yq0XDla7WKM5wWo35rgFZoaZ1amNvzSY/77qOFhtqP38v7jMwwxmDAQIECBAgAABAgS6LyBYnc+0xWOvTd9E3uJR//l/YKkPzeY+Cp4oWK0be+sVqzc2s5peQbTswWoHYeRsIFD9YbT5FgjNgtW6IXcQrM6et/A1K3sRNjz2WxuSzrbT/j2w9GD18lio1jOrlauda/aodGXF6lJCh+pnoiYorwtzGlasNrs3Gx8Vrj5CHKvxrfHd/+ZRabHmM9HdPVZbzYkLjKfhl0kNG5hMnVi9N5IFqydN/yJl/u1WeipYvaqZZ+0vMRp+OdNusJqt7K0+3dAwX7QK8DoJsRcXrC6iRnOC1YXnypbfF9v8WM7eK637LFhtE9VhBAgQIECAAAECBLokIFidB7L5D32NK/vq3+Bcd06TF1XN/3KKVtVsP1Rr/sP6PC+PWeKK1dpet/wBstsrVhcVrDZzbFhl1fUVq/c2WTVXvea1cdqVL4w7L745Zl/2Ml+t278Hlh6szg1Eq7WuW8Fb+cv6F6t0bcVqZUuChn4sEKw2ru6buTfr7vHpv130XsetPqc5//cmlu2vfOzuy6vqQrdG9oVW6c97bP32H7X30+JWUTZbLVv/Ge6pYLXpS5NmPvVz57A2g9Vsz+13n1r70qXZ+aKyhcoC8236YHURNZoTrM4/V1ZmxzkvsVxofn93nFbzsszaS83eK637LFjN+TxseAQIECBAgAABAj0nIFhdKFit229z9iVEUytKG97U27CHXXWVzswP6HP2J+zkXmg/VGsVrNbu2zf1WG91P8/GrQ+mV4xlK7sW2GO1Or6WP0C2Eay2u6dgq5VOs7KNbtNjqllhWd2uYeax/K7vsToVrNaObfaaU8Hq5Y+teZP6nPtogXCjrV8KzB3zzLYE2QtzKi9jafyFQfO9UbNan3t9/Z6wTfd2zF4c0+4eq/M9rjxnr9fGlb8NK1ab7EdZeYv2M2+o7PU6s9fvgvvYdvKZXI3HLjznzdmvccY627e41V642X3Y/lf93NVw3gL7Ss95w3qyFatTAVjzz/3UL1JaBavtzodTo1/iVgBX1b8osOUvZ5rsL1rdJqJ2j9XKywxr9pCu7WfLvamz7091L6GqnZfq57XFrVhdRI3mBKvzz5VZjVt+X5xpr/H7b+2FaveFbt3nORY1e73X1mjmHqyrfc33/cYXdbX/8XQkAQIECBAgQIAAgVUlIFhdoNzVH0JqD6l/TL/F46p1j3gv5fHj+us063K1X/MHq++KC+a8Pb2hT3X9vSiuzN6UfeVpU+FbkzcR11q0/AFypu2pa87Zj7HhcfipMdb/sF8d9+KD1bmP3WdjqISF0y/8qvSr9rHY2sCuyRiqq7EWert146P+dde86ty47lX1j5N2dyuAuWOea9sQQC9Y6yb34nxvTW/njdkLvbG67vzsvnlLxNteGJd/Kbsvshf8TK/wmnNfR8zZc3ZmG4Bs9Ev5LK6q7w9NBrvQnDd338c662af8ZrtGjqVnfOZq2mg8SV6tVtb1H2+kgWrNS+3mu5X07mmdqVo7YrgDubDxQSrU1s4ZJskZJ+lX4o7fyP7XNUA1tVlnl/sNXy+n/OWK+Pcz1xcWYE/s8fq9D63ddsxNPnF1syV55tLput02qsi3nPVdDUbt/qYDmE7Wem64Nzc7PtU40261O+Lte01rfn0AbX1aDiu8b6qvBSsGkhX90Kf/p5WW6OppyQaP7MN3/c7/VA6ngABAgQIECBAgMAqFBCsrsKiGzIBAgQIEOgbgaZbD/RN73WUAAECBAgQIECAAIEcCwhWc1xcQyNAgAABAn0vIFjt+xIaAAECBAgQIECAAIG8CghW81pZ4yJAgAABAnkQEKzmoYr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AOkGqfAAATkUlEQVS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UAlWv/3gv5d3HndWDBQGczlIgyJAgAABAgQIECBAgAABAgQIECBAgEC3BErlYuzee3MUvrvnlvIxRx0f2zfu6Fbb2iFAgAABAgQIECBAgAABAgQIECBAgEAuBR4efSD2HdoThR/ef1f54MD98agtp8bRG46zcjWX5TYoAgQIECBAgAABAgQIECBAgAABAgSWIpCtVH1kbG88ePCu2FI6IQp79uwpjxdHYnxgf0zEaJSjvJT2nUuAAAECBAgQIECAAAECBAgQIECAAIHcCRSiEGtjY6wvbYv1g5uiMDw8XC4Wi5H9Vy6XK//5IkCAAAECBAgQIECAAAECBAgQIECAAIFZgUKhENl/g4ODlf8K+/btK1cDVaGqW4UAAQIECBAgQIAAAQIECBAgQIAAAQLNBarhauX/ZsEqKAIECBAgQIAAAQIECBAgQIAAAQIECBBoX0Cw2r6VIwkQIECAAAECBAgQIECAAAECBAgQIFAREKy6EQgQIECAAAECBAgQIECAAAECBAgQINChgGC1QzCHEyBAgAABAgQIECBAgAABAgQIECBAQLDqHiBAgAABAgQIECBAgAABAgQIECBAgECHAoLVDsEcToAAAQIECBAgQIAAAQIECBAgQIAAAcGqe4AAAQIECBAgQIAAAQIECBAgQIAAAQIdCghWOwRzOAECBAgQIECAAAECBAgQWFUCu6+Jt1+zu+mQh557SVzy7KEFOYa/dEVc8cXhaOfY5g3tjmvefk3sHtoVl1zyrFj4aq0qM91W7IwLL70wdrY6vIN/3/2Rt8c1d3S/3Q66sAyHDseXr7girh8eil2XXBLPWmQxpqwau1tvN+e+qd6HC94H1f51vw7V/uy88NK4cObG6ex+av5ZqLZR6zHtOzz12Vv8Z6f1LdFOLea0Ml2LrF+79l4xVcszLoxLL+jmJ6rxqtXazv59pRZDX44rrrg+hmsOn61R1bbmfm2Yz5ZqK1htfY85ggABAgQIECBAgAABAgQIEIjOQqQqmGA1T7fO0oPV6v1QFyMODcXw8HBETWi6uGB1ua07+0w0+yxUg82ZgK+tALl746xevxpGzgStCwWlM8Hqy+NJt38gHthVGzZ3r2+1LdXZPX73dJh6ajxx6K64Pbt1sl/yHHv99C+BdsZ5zx2Oz3yxGrdWg9XZEHvnhRdGXHNNZL8yqg/LO+u/YLUzL0cTIECAAAECBAgQIECAAIFVKtAkRGpczTodjMX0KtW68Oy5UyHM9TVLy6YCjcYVe42rDasrVs+Ks+LmuHmx59dVbWdM5So1K3Gzvmd/V7P6rTZ8mTp9bkBT+eszLowL45qGVZj1qw5nLj+PUd3KueH6VXjz9mN6ReNM25UwLKZW+M5eMHZdsiseuGL274aeeGoM337XTKA0E66dvTN231S7Ojmrxa4YrqxSravmnDZnbJr2aXol4/S4hs7YGbvv2D21yvGc4bjiigfiSc8djutrVjYvGKxW6nRbxNBwZHlstQaXXjA0vaJ2OnCL6VXOVc+hJ8apw7fHXQvZzLlPp+q48ztTK6/n1iJrbGdceMmOuL5u5WT9efWfhdmV3gv+4mH687XtlG2x/+79000Mxa4LnxS3XVNdpbnAfTav0+zK0sZgtb4/w03upUviWTUrabP7PnM59QlDcde3Y3ol82wA/8TThuP2O2tG3/hZWdRK9Gr71WC18XNZnUMafxFQ++cKzpJXXwtWV+m3Q8MmQIAAAQIECBAgQIAAAQKdCTQGq/WP2Q7dMPV499DTz4r46s0xXHncfjaUmwmHZsK0LBjaGWefsTtuys6rbCuQBTnXx466x8ynr7NpU8TISE0Y1975dSsCZ1a0nRgnxn1x33RQ2rzvF0ZMP7JetxpuaFecd9z18ZlKny+MJ91+TSV0PPGkiPvunX4k+gm3Ta2cmwnypoKf+a4zlAXRe3fNPko9E6xOBUTN+1ENCWuCtet31PStZgVfQz+eNTQdMB1XE8TWBlw1gflUYDbc4D4U1cCs3qZ5n2a2cKiM64HYNR1q160UrHm8PNteonWwmtU/G3s1IMtWHl4SO67PwrJqcD5cF4pWa7RQn6sB6tSj7VNBbbYic9dDU8Fq0zZqt5aoCcXn+yw0Pn4+dxVvfVg689kZ2hW7jrs+rs8evR/aFRc+8ba4JluV2fI+a3SaXWHafCuAhvu1djVodp/seiCumN6ioBqsVgPn4ezY6orSmlWvs9dp/Mx3up/E7JYAQzMheLvBasSc8S4q2J2dOQWrnX0XcTQBAgQIECBAgAABAgQIEFilAvMFq9Orw6rBWDVYbViZWQ2HpkKlmF5ZOHVuJVisPrY7J+ioD1Y7Pb9+RV51DNVgtb6UM0HYdB+Gm+0FWhOs1gaDTa8zE3g1GM2EyLOrSOtCxpkVllMrLufrxyWX7IzdNatJ6/a8rB1aYz8ipoPLoZmVu7MhVXbiztg1vYK0GqzWu88Gq3Wrjituc/s0sw9vQ7A6u2L1tnjSc4fi+i/O7ifaVrDacI/VBauXPilue/s1MTwTfs8GenVVb2ITdSux6+/RarBav9q6tu2h2FUdyzyfhYX39az5nE0H0HWfneovB2p/QTHffTbP9ee/b7Mbo7paenZMc2rcNFi9NJ707bfHNXtnA9+d5+2K4c9Mr6w9Y1fs2nt9JfSu/jKl2SP4dcFnw3YEswF0NUhtXJHaOEc1/Ht1NXXD53sp+6wKVlfpt0PDJkCAAAECBAgQIECAAAECnQksZsXq7GrL5itWax/lrV152OQFQU1XrLY+v27F6szejLPBaluBZkPAM9vm3BWr9SFU/QrOmRWr04/iV4LFmdWtNS/nmi9Yre1H7TEzWxjUBHx1fW6yjUPddgP1KxprV+LWrVid2WZgnhWr206Nbfvviv112yrUbO1Q3QpgZmXp9B14xoVxyXHX173kbCZEa9w6obbtBYPV2XuvcpXaR9AXsKmuDs7qWAkKp1dTV1dm1q1Ynbmf6t2r20LUr1htWHlceelbk5cr1a5W7jhYnWdl9BynuStWZz4HM6Fyw8rSaqA774rVSyvbYcy+6K52e4Ta7QsWDlbnm5Oab5lQu3q1fo/VqZfTzROsNqymF6x29p3A0QQIECBAgAABAgQIECBAgEDHAon2WK0LY5q9XbzFHqvtnl833iZ7rGbrNKsr7GZWzTZ5Y3uzfUxrQrv5VvfNXL7Jqs7ZvVunj2oIVodmAriaQTTZ17X5nrWZ6dmx846bYnftI+tZrFddkVsNGhv2dp262uwLgmavngV49fu2VsdQDY+rxzauSpxddTgbuDaGqFMPh899C3xlL9MsMGvwqe7pW79itea4+fbGrQSuDTaNBnNCydmXHs16ZP2aWiFbu0NtZnLW0yNu/mrdBrXT215MPwLfuE/xdKMVt+l7u/WK1dnH8+vus2rg3kaw2jgdNL+X6rcoyALJ2a0AsrC2Ieis2dKhrv0tEXGws5dGNd+yoNnetrXtzn3Zmq0AOp74nUCAAAECBAgQIECAAAECBAgQINArAvOGZJVVhr4I9I+ArQD6p1Z6SoAAAQIECBAgQIAAAQIECBAgQIBAjwgIVnukELpBgAABAgQIECBAgAABAgQIECBAgED/CAhW+6dWekqAAAECBAgQIECAAAECBAgQIECAQI8ICFZ7pBC6QYAAAQIECBAgQIAAAQIECBAgQIBA/wgIVvunVnpKgAABAgQIECBAgAABAgQIECBAgECPCAhWe6QQukGAAAECBAgQIECAAAECBAgQIECAQP8ICFb7p1Z6SoAAAQIECBAgQIAAAQIECBAgQIBAjwgIVnukELpBgAABAgQIECBAgAABAgQIECBAgED/CAhW+6dWekqAAAECBAgQIECAAAECBAgQIECAQI8ICFZ7pBC6QYAAAQIECBAgQIAAAQIECPyfduyYBgAAAGGYf9fYYEkdkPKNAAECBDoCwmrnK0sJECBAgAABAgQIECBAgAABAgQIEDgREFZPjjCDAAECBAgQIECAAAECBAgQIECAAIGOgLDa+cpSAgQIECBAgAABAgQIECBAgAABAgROBITVkyPMIECAAAECBAgQIECAAAECBAgQIECgIyCsdr6ylAABAgQIECBAgAABAgQIECBAgACBE4EBuCeoBS9x9UsAAAAASUVORK5CYII=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grpSp>
        <p:nvGrpSpPr>
          <p:cNvPr id="11" name="10 Grupo"/>
          <p:cNvGrpSpPr/>
          <p:nvPr/>
        </p:nvGrpSpPr>
        <p:grpSpPr>
          <a:xfrm>
            <a:off x="4463583" y="1504791"/>
            <a:ext cx="367093" cy="2470754"/>
            <a:chOff x="5729176" y="1775902"/>
            <a:chExt cx="1191284" cy="1140874"/>
          </a:xfrm>
        </p:grpSpPr>
        <p:cxnSp>
          <p:nvCxnSpPr>
            <p:cNvPr id="12" name="11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13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89001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82169"/>
            <a:ext cx="8386527" cy="40888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finalizar el proceso presione el icono «Descarga Volante o Certificado»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441320" y="2704637"/>
            <a:ext cx="947800" cy="1026115"/>
          </a:xfrm>
          <a:prstGeom prst="roundRect">
            <a:avLst>
              <a:gd name="adj" fmla="val 4710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" name="AutoShape 2" descr="data:image/png;base64,iVBORw0KGgoAAAANSUhEUgAABVYAAAKaCAYAAADVtAJTAAAgAElEQVR4XuzdC3hU1aEv8P88E/KAGIgoVBEbrKRcg/LQKAoHOUaoxGqopCqoiAgH8eOiR6FeqMKtQI9SP8ADRUQFtUGN1tCCaOAQQaMUlHgx2JKKUAlgkFfIkMm87rfW3jOzZ7Ins5NMMgz8OR+nksx+/dZj7/2ftdc2jR8/3gf+CQhUV1efdxrZ2dnn3THzgClAAQpQgAIUoAAFKEABClCAAhSgAAUo0BYBE4PVUD4Gq22pTlyWAhSgAAUoQAEKUIACFKAABShAAQpQgALnhwCD1bByZrB6flR8HiUFKEABClCAAhSgAAUoQAEKUIACFKAABdoiwGCVwSo4FUBbmhCXpQAFKEABClCAAhSgAAUoQAEKUIACFDgfBRisMlhlsHo+tnweMwUoQAEKUIACFKAABShAAQpQgAIUoECbBBisMlhlsNqmJsSFKUABClCAAhSgAAUoQAEKUIACFKAABc5HAQarDFYZrJ6PLZ/HTAEKUIACFKAABShAAQpQgAIUoAAFKNAmAQarDFYZrLapCXFhClCAAhSgAAUoQAEKUIACFKAABShAgfNRgMEqg1UGq+djy+cxU4ACFKAABShAAQpQgAIUoAAFKEABCrRJgMEqg1UGq21qQlyYAhSgAAUoQAEKUIACFKAABShAAQpQ4HwUYLDKYJXB6vnY8nnMFKAABShAAQpQgAIUoAAFKEABClCAAm0SYLDKYJXBapuaEBemAAUoQAEKUIACFKAABShAAQpQgAIUOB8FGKwyWGWwej62fB4zBShAAQpQgAIUoAAFKEABClCAAhSgQJsEGKwyWGWw2qYmxIUpQAEKUIACFKAABShAAQpQgAIUoAAFzkcBBqsMVhmsno8tn8dMAQpQgAIUoAAFKEABClCAAhSgAAUo0CYBBqsMVhmstqkJcWEKUIACFKAABShAAQpQgAIUoAAFKECB81GAwSqDVQar52PL5zFTgAIUoAAFKEABClCAAhSgAAUSQCBv6nOYPDhL2dNDFVg4czmqUITZfxyJ7OS2HIALNVsWYdYrVW1ZSYct2+vqXODLSuw3vMUs5Fydhdovq1BreBl+sKUCDFbjEaxemYc8VKDiG+PFdcUNecAnFfiH8UUMfzI7O9vwZxPxgy3vfBLxKLnP0QTOqnrQOxe5qETlvmh7zd9HFLh6HOZOGoFeKUDNlvsw6xVaxUWAdTku7IY3GsfyOav6XMNgCfTB7jnIzaxF5R7eJrVbqcWx/bTbMZ0VK27NTX5rljkrDvYc3ImReHJZAfDnKVi48Rw8PB7SWSsQEqwe3YHljy1BhQhWV45Etq1tu137yUI8vsJYsJo7dgaKbsxBj3Rlo666GlRtLcaitZVt2wlDS4/Ak0uLYC+fiHlvG1oAwATMX5WDmhcfx5KdRpfh51oqwGA1TKy6utq44djF2DgBeDX/UfzJ+FIofGEjHkkpwb9NWmFwqUIsXv8Ikkr/DQ8vN7hICz4Wz2C1aN5rGIkyPD57TTt9g9KazqcFePwoMHE+Xsvei/tmroqpxsiZy3DT0SmYtTJ8teKC7ibUTpkF41s8u+rBiP9chqJOZZg4tySyWf6TWPZvtZjSVtdYrSempRthZd3zUPRAIYZekYUUi7hScaBmTzmKny9G6KVKFiYseA79a9fg+efLWvCNbUcchHYbRZi7aiSw+XHMeb0Dw49myzwXRXMexPWNZXh+QWmb7QzV5Y5mb7ftTcD81/pg730t6XvabWcMrTh+5dN8n5s1fBqe/FUPVL+2CMs/i33bEOePApRiyoINhpwS8kMPzMdr/Wqw5LEl2NHkAGLbzlvjM2HBaxh6sd6SNShPkDbUbPu5ugizH7gejZuex8L3jY8bao1lhy0jzh1398TelY9i0dbwrU7A/GVZ+HjKQrS9VbXmJr81y3SYXMw3pNd+RHiz491FWL459n1myw6AwWrLvPjpc0pA9JO/6onvtpSg+PVy7Ecv5N5WgHG/zEHtu3OwcH282+c5pZ1QB8NgNay4OiJYPdtqSNyC1e7jMHf2IGRY6rHr6VlYdeRsk2nd/kQOBFu3vrN+qYQIVs96xaY7GKtANFbraXfCXExYMA2DPDtQ+noJNuypRa8bx6HozqG47EgJ5izYoPnyRVzU34yTTz+O5THqN9qj3WbdOxdzB2QAzl2YM3NVO315pFMwzZR59r1z8Vjf77D8qVVhYXW7F/A5sIGzOVhtzRdO8SqSoZj2h0KkfDSv3W5AzotgtZniOxvauQiG+lTfp/PlaEvq3dlar7Mx7unHkPP9csxa2REjlFpi1obPymA1ByknK7Hq0UUoD1lVa4PV1i7XhuM4BxZt0n6652DoqCIU3ZiCqiWPY8mXsTjI1rYvBqux0Oc6ElNAXF+MbFiNR1+oCDkAcc0/v+93mPiU8WE/iSnAvY4kwGCVwWrc5liVoUOvHShuGIHRjuV4fJmx4fdne3Nuj4DmrD5mBqvtUzyxCkRjtZ72OcrAWuUFydW1cvRVyG1q90LMnjsU9a9rR9C09mYg8kHEvt1mYdy8ubhsRzHqbx4Nx4rHsXx3OyP6V58gZd5BGjHcDIPVGGK266rO92C1XXENrvzcDlYNIiTax8S545d2fHesF7JqluDxF7Vn49YGpK1dLtHwYru/kdpPwVMrMbKxGFP+qywGG2zttRSD1RjgcxUJKpAz9TnM6FqBWXNLQgdMdM/BwB712PGl/wmGLIyYNAOFg3sgRcwY0FCLqs1rsDAwXYDSN+7/exYGXpUF2w/luG/mZ5j8+2nI+mQK5r0fBJL3SD/bi1nyCV+99qdu67oeyhN/etsKf+Kq+whMfrQQAy9OgU0sU1eDiveXY/lHmicw1M/k/SRF2Rkxan79IizhqFzd2stgNcbB6q+XbMRtP6zAP66YhFsuT5NrP/1NCZ5+cBH832uIz9yPV5E/LTiBQN7UxXjsjgG4uBMAz2l899EKPD6vBIfkGn6NxRvvB1bl49G1/h2+GIWzn8Ok4ZchzR5c5pl5JS2ehzU+I1ZzZMfRZdMULHTMwOJfuuQ8KaHRai6KZo7DiCuylAbfcBLVW1/GvNf9F3rBDin3KvXR4br9KHt9CdYEHi1s2vnIAMXxKVxXjECvdAeq3lTmCMoaPhkz7hwYmC/FcbQK5a8vRHHgW2Fle5VbgIHDc5AlJsluqEXl+wuxSHYw4qZ7KHoE6lTo4265Y5/EuGE5yBJ9k8eBms9KsGhFWaBTVrafhx7pygoch3ag9A9LsCFGI/La7fxlIFiNbtt074xPBaBcGJ58ez96+f08DuzfvBxzAnUlrB7cPhvLbqjFkifEpOf+P0MxY3Eh8LY/wGvNCVH5llKWtb+OeFw4+c9yvPy7NYHAsOlNfxby7puG8UN7KSdEcXL72wnk9g2dCiC0DrlkHSlZvBxlgTpibD3tVhfasOKieSuRu38WZq1s+ghNyLfD/hE1/m05qlDsfzQx7CLBdbQKZdo2PHE+lnXbj71ZA5HbzYaarWI0VXPtVumDQqYm2B7abiMecr/JeG5yF2x6ZCEcjy3G6IblePzFsC+Pwi5Ymuyvvy4F+o02lPnVRXjy3qHI6aZcHDm+rwipO0q/WI4TvUYgp5sNkPW2DC+/6cBND4+UF15yuX1lWP50c3U5vP5H6uua62vbUJHadVGdYFXWqUqUY2DgXOU6WomS3y9S+m5RD6aKx2fnoTSwbyJ0n48+f58VmCKiTecH0QffGDzz4JC4OFf6Ir2AMffeuZg8XO1rHLWo/LIWfS5vaV8TrZybufD332So58HlKzTTeUTzNFi+TY872vlbahk4lwCIcjNS8NQy3HRsSeiXxTfOwOJfASXqKEBD50TZZtX2qNNmdafhCWvnsk95exWKQ66Jop0vw5CvnobnJmWE1WFxDTcDPXbOwpy1+o89Rg9WxVMKk9GnWjPqU2xrag9UvTgLqwZErteAsfNz5Os15Rhbfq5Wl9H0ybX/KEPJK8WoCJyHjdQ1gxW5oz8mg1Wg9MVa3DRdnY8v7Bo4ZCqAKG1BtMOivuoNuajDe4rV6Tn0vqRqeTBgpB1FK+OOJja6vYjtR/aRHwenOYkajij9muMTF3JEv+9Ur5maOW9EdzXQvzcJdqK3N6M2/BwF4irQfSSefKoQlzn24m/bPsCmv+i/RCrngfmYdlUtylaXoORLB3JGFWHCnb2wX8xzKvtV5f4j40A5iletQrn63g3/wLMpv/NfNYrpz+aiZ4U/bG3a/nImzseM/g6Ur12NNVv92+qDmtf897ThfW4OJvxuBgbB/5RgCobeOx5Fw7Ow95XgQBZxPTPS8imK16xB+b5eymeG2VA+cQ6K41oIZ+fGGayGlUtbpwIQoemkfk5898EKzF/4F9RdMwlPz78P9r/egAcWKxtrEqyKuVon98DOl+ZjyZs7kf6LGXhs6mjYP7gbDywW0WrTYHXAk2/gueHAltcWYUVgmUJcvHs+Cp74S4tqW1yCVXGzOSkF6+RNRh5mLP61JtBSdj9nynOY0Xu/vGDdsAdqh9QH+195FEs+CXZIqf8sQ4lo8I4cFN47GSOzD6IkMAeUfrBalF2PyvWrsOZd/9vxijD3jwNRu24NSkUH2T0HI8dOQGFWpfrtkLq9Vdcj43gVylauQcmeFAydMg0T+tZg+aPB4Fw3EMx/Eot/mYpda4uxbksVUm4ch/Fjrwc2z8G8d8VNSQFmLxsJfFKM1WK+lt5DMW5cEYaayzHx6bO864oarBqxbVplWxasFqKPqwafvv0yVokTyp2TMe02G8on+Dv+8HogQtSwUYTihuLmk4GwtbUnRBmkTM/G/ndXoXh9FdB3pJw3tM/3L+PRxcrXK01u+uV8PVmoUpeR9eNXI5DtCAYkuGEGFt+bgb+tLcYHW6pQK+rIfUUYVFeMR59XH9gzsp4W9Q4d9+EJC5Yh638ivAgh/EZCDUBC59kVFwnT0P9YGV5+twSVDrUN99ofHAUr6ur1Gdi/tRgvvyLmRQr+0atvedMXY3zG31C89gOUq1MTPHj3IJx4U2/+uVAr0X9NTlmnlI0ou7HBUEXt4TBhwQwMcpQrFyz+/c2uwRr/I5gxK/OReHJxAVK/LEbx+nJUpSj9y/Uowxz1G3d5A3yFC9Vlf8LyNyuA64ow7b4R6GF2oeYzxcvRtxATphYg6+uFgdDIUF0eOxS2T2dhzpuir2tdf9BxNbG5LekHq69dl4HaPWVY9XqJtJ08ZQJyaparj4n5Ry5rRh90n4D5T/dEhT9sjcn5QX/kkaHyiVVfE1LOOhf+D8zHjMHAjnVrULLefx4cgazqVXj0BbUPE220WU9jNUE3WI16/hb7HO1cYuBmRISoox1YrvniTuzPzSf9YauRNqDsS9aeEqxauyHQZofayjFrdrHyhWyTc+9IPLm0ED2/L0fJWk2fcpUDZU/NQbEM/owcY7ixEqJmfTYR895Vf9dvGp6bloGPH9Z+YRC6XPRgFcDVEzB/Uh/sXTELq77MxbTnp6HHbu2bmfXrtaHzc7TybvW5Oji3nkM9v+c6y4LlIl8SEv1a0VhN7uBP+YPVKQuxX7RXdQ5fZThD+MhTA21Bdzn/9XvofNUtDwYMtCMDZdzBwoY3F6n9DH1sMYrMpeqIVSNlINpQEfo4KrFB3rtovwjRa18GXHVGzEVtkwlcFoYLjR88jwR6YeivCnDz9Tno1cUGxw978emHq7AmMP9xHmb8oRCOl0OfVhOjXSfbStTrQ3GuuAxVs+ZgjXYQlZgqcW4fVD2s3sM2+YI+/PoqQo4yaT4mJH+AxxeL66uw61dxfzE+FWVh5/DcRxdjWnoZJqqhrhj0MrD2ZSxcXKEOBMtCzuAeqN+uHyafRxVA91AZrIaxxCJYDR+NKl5WNckSHKEaHqw+8ur/YEDl3XjgD8r4VPnngcUozfsOBZMW6QSrt+C50llIf+/f8LD2Tdg3PIvSZ7qiZMTDeK0FNTsewaoILH6NPwXmJ5EdTbIaQqj7Lj7zYManmPd0cSAA6XX1QKTW7ECV7ID0Hi8Sgdk4pG7x3wDoB6sjXZowKqJV+PpFB9gHexfNwqrAI71Nb7T1ApqiecvQZ0fosH7cORvLrt6LKbNFcFqEuSsHonblQizxjyxp8khBCwq1Iz8aNVjV25noj4a1LFgNfzupeHFKIbDOH9Q1rQfi4rTQE6yDoaOM2nBClCerDHy6YA6K1W8f0TsXA5NrsEO9oA2/6S+csxJ5Py4KHdF452ysHHwQE5t7eVXYI9+tXk9H1pcI24oWrIa+IE3nZkC43x4aZgA5mPb8ZNjefRSLxJcxoq72qtJ9WZ7RqQCMfU69yFmrbte/H3/WBLIRwtbJv5sA20ePY8mWCFCtKfO752JZ7x0Ifvst1l2I2ctysXeKcuEmRwWH9YviZ4X20JesZU16DnMzNwVGy4TXZXERlqMZiSmP4vYnsTi3Bo/OXROp9GP4UpT2rMwRgtXsvVg4c1Vw9Lt4qdDPgi/0Ux7hqsJE2dcrXxpOy/w4UB6xOT8YC1Z1+4hRT2LZTVFelBdW76KXs96F/4NI3TQx5PE2XD0NiydnBC/u1fNJc55GSlg/WI12/tYbhRV2LjF0M6I+/RBo/+KL05tQ+2Jz04GEnRPvnouVff2P/fmPuABPLs5FzaPzIFtS+LlXLNO/BotCnsTIQtHT8zHwyCL1yxADx6gDHPoYIiCu2aalB/sB3bO87surgk8J+ZfJnTgfk3vvRcn+HBResgNz/MGx/IBevTZ6fo5S3q04V8ubzBq/pXoE3Yswd+5A1Czxl6+xa0Uj9bjDP6MJVjdAGVGc8+1yPL5CRKthddRQW4h0rR7el7YiGNDF0dvH5q/HOtzY4AabBqvqaDHtiDJDZSDa0Ei4dL8QNjoVQPg1u07/Hi1EMtDeDNLwY+ezwNUFmDCoB8TDuvX7NmCN+th61vAiFGZntFjmRHUJitv6MjgxGGtUIUbe0AMHAy+vCn8aLrhrISP3I7wQsHDOMuR+O0c+1RQyUCNwXtTe907A/JWXobLZUaRhfe7E+VjZY0fTlyiHTyV29TjMfXAEeqW44Dheg+/+XomP3y/RPKHRYvJzegEGq2HFG4tg9bZD+bjnWc2Kf/MGNl78l8Cj/6HBaiEWr78PjYsL8PgHkepa+IjVWXij7DKUj3gYK0IWEZ+7DYfy78H8FlTbjg9WldGCrhWPY4k/oNQ8Nht422j3kZjxRCFyLwAcJ2tR830VKt5dgzJ/WKUbrCoBQfBt8hGmAtB527x49GXa6Fz0ygw+tgTtY8a622t6UdI0eFG+Lc7RrDZQPJpHNgOPZ3odqP3+O1R/9TFK3vV/Q9SCAu3ojxoIVqPbNt3plgWrNyF09CIQGtTp3EyKETeTbOqo6QLMXjoQ383zf2vYlhNiFkZOfxKFV2UBzpOyLKu2lwRO/vJWMeyN1bqhos48mbljZ6DoxpzAdBVSTVOHjK6no6uIke1FC1ZDHn3Tu9kOf6wtsFHNjXyTka/BPdOvb7koeqwIQ/uq8yOpH1emEGjmqMSItbDpTWSY1kUTRDwwHysvrwyEbZHWFosyD38cM7it4HQlesev9xi5CHO0ZRH6GRFCFcD1J3+grH9UrekPjNSh9v9MpKkANI9lip1o0naVEPu7p0X/Ikb/TUbKOn/IHqvzg7Fg1Wgf0Xy9M1LO4X3uBMz/Y0/seHgeSkIKKmy/9dpoK+YMjjQVQOgbzcPN9A1DzAzejIR8WSymnhn4HebIudGUP9HagHgbfYGr6csxQujCzr1yVGydmBczbMqREFMDx6jbkEQ4nIeD8kWj+iFY+GKGRqzKhZRRd0Mz96P06XkoCZn+SG9/W3t+Dl9XS8/VYvmb4RCPcYbNlx3arvS+ODYaYLV/L9bsFkKCVTGiWExpk43q5Y9j+Zdhx2WwLegPggjvS1sRDBhoR2LKiGjXY3EWj7h50X6GXhz6a1ddDaq2FmORf45GQ2XQXN3T/120/kn5wiMs2AmZCi2438EQKXHL4mytI+fjfoVczwbu0Qdi2h+mYWBmK0Q091DGlo48YjNr7FzMH1yLRXJqw+gDiPT7RnUvAtcNO1EkBohoB2botb9YBqs3n8ScJ5aHzB+b1Xcg8gbchIGDc9ALVTovNzSmd65/isFqWAknfrBaiB8fHINnvjdedTs8WBWhw8RcdGmyiy5Uvxs2mkV8pncuRgzMw4ABucjpVosNgUfa9DutVgWr/SZg/vRBwPYNKP6oFJUyvNUZsdrkmyWjwarRN5iLDjsPA24ciEF9ewG7NY9IGi/Sjv1ktGDVkG3TXZYj6HTeuth0BIuRG0W9UTqagCNLjB7W3vi28YQoD6cXcv9dnIgGIveKLNSW+R+FbmWwKh/zVx5BXPdRuTJqOyxwMBqadGwFMbY1w3OsytXplHkzoWlgD1oYrI78z2Uo7PEdyt9fp0y/oIbiwS9u9I9NjIaecFXTHg4N1SjxP3ZjJFiNUZnLwOXYHDy+Qn8uRCka8oWUclztEqy2sj8wVova+1OtDVYBMSJ+4P45mLOrSPOFjr8ux+L8EMNgNWq9i3Wwqjn+RA5WtTcjmumOumlGnsgaaqANnH3BqtIfyOkMvrpVTm3yJ80USHotz3iwqkwBkJtSi0/llADatUUIViOM8gku2ZJw0+i5Okqw+vEULFyvd+0Y4ZzV3t1Va9YfHqyKeWgnPYfJl1dh+UygSOveXKgXcmOuVxYxCFYNtKMgQeQybg1TRyxjqP0YKoMWBquGXHWC1aht0q+WeGXREeXNbRgTyBo+DhNuykGGzYXar0oCXzLk3j4NBWL+dmOrUT/lQM32Uix5P+SVuVHWIL5Y1Hn6Riwlnv651YXV8tyod98Zvurm7jXF1D43oXZtLfo3eQ+NzohxnSkVs341AxNSPsbC13boTwVwrw0bAlMnKvsWOhVAL+TekIETn2gf+1e3/e4ULPyoRdjnxYcZrIYVc8cHq4DuVAC/mIU/XleDh2eLh/rDR6yKqQAeg/0N7cusACTIVADijZYj6l8OTAPgLwI5p2pWhTosXQSMvYD9/sf+xaeyMPn3z6HXnvswS06B0PqpAJoEI3fPxWtXfRd44Yfcp+6T8dzTXbAp0OkYu1BvGlCISafno0/1IsxaGTaSxH/wvXORl3ECFYE3Caod9Cig5JGFiMW7P9utR4sWrBqybbp3WRPnY372XizSPmIrPiaC+XtTUR4Y+dTaYBUQ25jb7WOUpxagz5dTgvPHteGEKL7V64X9gcf+Zc2d9Bye61WF+57Sf6GMkcdz5XyfyRuCLyzwn8Q1j/AaWU+71YM2rlg+anp1bXA+VP/6uhdi9tyhqH9dO6+pTpnr3BA22aUWBavi4mk8bH8Nnfc1+lQABZj9xxGoXx0+ajNsnkLdqQCyUDh9AlK2LsSanUCsyjxiW9IAxSZYBXQfEb9xAmZfdRTzXiwFWtkftLF6xWjx1ger/i9Big/3x2iX9kVmsTo/GAtWjfQRRupd1HJu0ofqtye9qQBCR6frjQCOXpztNmJVznsc7WZEuV4RL5vI+p9ypP6yDyqnaEbqGmkDulMBDMWEp67C0d8tUV6EpjcVwFXfhZ0z9aYCiPaERwRfdST+hpo+uNmxPPTlXDqLGAqGAAydvhhFncuxoDoXM/vXyLlpg7e5evW6tTesoetqzbla+QIw7FpObyoAA1/CR6/FcfiE7nk0V46y77WnChicgsCob8NtwUiwqj8KutlgwEA7MlLGcVA2tElD7cdQGbQwWDXg2nTEavQ2mchlYajA+KHzRkDMJzzjBhuqNq5DydvifQ1ZyBk1GkWjhiJDM2e8mOZm2nU2VAbeuTEUt95+EzJ2zsMSGUo2P4hHzqfc24b6r8Nehqlzjyq+AJt21UnNy6sKMW50Lk782X8P05qXV+Vh2h8eRK996lzvR3oh91dFmJyfypdXRajtDFbDYOIRrF5892K8+lDoy6seeTgfXT/5De5ZuPMce3mVCB1uwoklTR+lgnihx+8uQ9VTyuPYRU+vxFCv+mKXfVnIGVaIcffmoFa8rS7w8qrrkbon+KIG+fKq3gdlGKlMKdD0ZK8bjIiLkwd6YO/aJVjy0X70unEciu4cipzkvcE3jrdgKoCRnhLM+6+y4GN/o57E3DE9UbO5RH05VS4KRhei75HVWLi2GrhhGhY/0At71c63tncuCsdOxsjU8qiPCsf9TBYtWDVkq3MUMlAbiax9avmKOjBKnCjykPp37Uje1gerEBOEz74eWajBhkdCX8LR6hPi2LlYeaNLPbntR1bfoSi8bxxyDge/TGhy06/30qmxI5B9WvPyKnGjfb0LZa8vR/Fn4mVuikWPk5rPGFlP3CtMpB0Q87lNwyCP/w2VtYF2eNnRDZjzuxLNYyl6Za4sf725MvjCu2G3YvRNGdg5d4ny5USUYDW83Yqb6KGuMqz+YzEqkIORt49DwQ09cKK5qQBun42VN51QHwUKPVYZcPaqUl+IJ25WpyH3tOblVWL9V51Aqb//ilWZizeYzi5Cz0NlKHlTebNn7m0FKOxXi9ULilEdsxGrQJbo6+4MfRFb0a+uR8aXSzDrlSrlRV5R+9qztZK2IViFmAKnCH3M9agUj9VqHiWWZm0+P4g2MRJ4ex4WauYLa6++Jmo5R3i5iZGXV0UNVm8sxLj0PVgjXg4Y4U+7BavqY+vR3qQro9V752LudVnAoQ2h8xsbaQOizT4d9vKqsYW4Pn0Xljylzufb6pdXtTJYhfhyaBoGptdjR7PzxSqFYigYEmHt3akol1MAZKFo3nwMPCymM/BHq/r1unXn57DzRqvP1QZeXnVOBatiSoBpeG5qLjJcezUvhzXy4iQ1PFjVB1XzZmGNdiqv10JfXtXiYMBIOzJQxmft2WbBa+hTHWXaIUP9UbRgNey8YcRVL9iJFiIlcFmcrXWE+xUvgSzk3T0OBddrpmZziYyQWbUAACAASURBVNGvJVi+okzzYtwsjJg0A4ViJK0NgMeBml0bsHxxqfqZKE9HirY4KQu7nhBT8GiPVe+LDHVb1/VAigVAQy2qNq/BQv+0IeEvrxKr6z4Ckx8txMCLU2ATy9TVoOL95Viuzlsrt3h1EZ68dyhyuqljgR21qPxgCRa9r339b7zK4ezbLoPVsyBYFbuQN3UxHrtjAC7uJBreaXz30Qo8Pq8Eyuuswkesip9djMLZz2HS8MuQJmZwVpd5Zl4J/tHCetaRUwHI+UcGhL9cwb/D4u3J89HH/+KT8AbvcmD/1tVY8pp/3lHRIV2Gmv0pyLkiS+lI6vaj7OU5WBN4lMxgsIqwDslxEtWf7UXK0B7YO2EWlHGGxkasIl+8ATwXXSwnsWPxo1gisnExvH7skxg3LAdZom/yuHDyn+X408o1gQmgQ34PwHG0EhuWLkJp4EK0hQXbUR+PNLdlYO4bI7YRdja8Q1dPXItWBENr/ZdbGJhjVd1k0bzXMLS+OHQkqPxda0+I4cu54DhQjtXLgmWt94h1YI5d/wnxawcu6/EdpgReXpWLopnjMOKKLHkCFHNtVX51AjlXhY5qjr6ejqoYrdhO9zwUPVCIof72LMp7TzmKny/WjGAS641wo6BzkbDjo+VY4r8AaG66AL12K+vfCOR0s8k26/ihEpUncpDrKVHfyBt+jOGjw8J+r77pc+8cdS5fdX/zfqJcsLiOVqHs9YUoDvRfMSzzsLbkOlaN8rXLsUZ9WV6sRqwG+rrhOchKVi8kPytBsM22oT9oRZWK7SJtCVaVEciTL9qFx2euCpm7Klbnh5FidIOYguLYDiz530sgHv6K2teIi+QvT6LP5Qdb3teIc1rEcm7mwl97k/FZ2I2IkakADEz70X7BqsGbEVnxijB31VDUrw0d9R44t/hvgHSvN/w3NGr/I64Jvq9AyeLlKPPfYOl9qRnezkWf8vYqFPtfihmh72x2jmtNI5JPX1xSqfsCwPC2pjdHpPIZdW5n+YVPAeyb52Deu+o0JWL05+9CX+SpV69bd34OP2+08lwddi1X+48y+WVeReDG1+C1Ymw7p9isrZknP3KnPocZ/Wo1gw2MtoUcTJg3A0MvtcG1bwMmPi1e4qfTl4Zfh0cNBoycS6KXcWzgYr8WQ19MiM1GDUeaC1aBpu3LiKvB/j0kRErcsoh96XKNFKDAuSjAYDWsVFs0YvUcqREdGazGlszIPJix3SLXRgEKUIACFDiXBJSR1NFfpHa2HLPyJcAczFoZec7gs2Vfz639CPvy+9w6OB4NBShAAQpQgAIUaLUAg1UGq2Cw2ur2wwUpQAEKUIACiSMwbBrm3wpUrC1F6Zdi2psJePDe64Hy4Mv1zu6DKcTs32djx/MLsSHk0bize6/Phb3rdfuTmHmrHRumhE6bcy4cG4+BAhSgAAUoQAEKtEWAwSqDVVx22WVtqUNxXPYh/P6lLGx56FnIF7HyDwUoQAEKUIACzQhk4d+n/CfuuranMueXy4GDn7+F/1r2UZPpCchIAUVgFH7z0j34edIJfP3W03j2LxwpzJpBAQpQgAIdL/Dzib/D9LyekJcvRz7BC795CV/j53jo2em4obv4aWv/uHCw4gU8tfLr1q7gvFzOarWel8cd6aAZrIbJcCoAtg8KUIACFKAABShAAQpQgAIUoAAFKHB2CIx4bDHGibnkxZ9jO7D8fy9BBUZgxuJxyFV/3No9PblzOR5dXNHaxbkcBcBglcFqAk8FwBZMAQpQgAIUoAAFKEABClCAAhSgAAUoQIH4CDBYZbDKYDU+bY9bpQAFKEABClCAAhSgAAUoQAEKUIACFEhgAQarDFYZrCZwA+auU4ACFKAABShAAQpQgAIUoAAFKEABCsRHgMEqg1UGq/Fpe9wqBShAAQpQgAIUoAAFKEABClCAAhSgQAILMFhlsMpgNYEbMHedAhSgAAUoQAEKUIACFKAABShAAQpQID4CDFYZrDJYjU/b41YpQAEKUIACFKAABShAAQpQgAIUoAAFEliAwSqDVQarCdyAuesUoAAFKEABClCAAhSgAAUoQAEKUIAC8RFgsMpglcFqfNoet0oBClCAAhSgAAUoQAEKUIACFKAABSiQwAIMVhmsMlhN4AbMXacABShAAQpQgAIUoAAFKEABClCAAhSIjwCDVQarDFbj0/a4VQpQgAIUoAAFKEABClCAAhSgAAUoQIEEFmCwymCVwWoCN2DuOgUoQAEKUIACFKAABShAAQpQgAIUoEB8BBisMlhlsBqftsetUoACFKAABShAAQpQgAIUoAAFKEABCiSwAINVBqsMVhO4AXPXKUABClCAAhSgAAUoQAEKUIACFKAABeIjwGCVwSqD1fi0PW6VAhSgAAUoQAEKUIACFKAABShAAQpQIIEFGKwyWGWwmsANmLtOAQpQgAIUoAAFKEABClCAAhSgAAUoEB8Bk8/n88Vn09wqBShAAQpQgAIUoAAFKEABClCAAhSgAAUoQIHEFGCwmpjlxr2mAAUoQAEKUIACFKAABShAAQpQgAIUoAAF4ijAYDWO+Nw0BShAAQpQgAIUoAAFKEABClCAAhSgAAUokJgCDFYTs9y41xSgAAUoQAEKUIACFKAABShAAQpQgAIUoEAcBRisxhGfm6YABShAAQpQgAIUoAAFKEABClCAAhSgAAUSU4DBamKWG/eaAhSgAAUoQAEKUIACFKAABShAAQpQgAIUiKMAg9U44nPTFKAABShAAQpQgAIUoAAFKEABClCAAhSgQGIKMFhNzHLjXlOAAhSgAAUoQAEKUIACFKAABShAAQpQgAJxFGCwGkd8bpoCFKAABShAAQpQgAIUoAAFKEABClCAAhRITAEGq4lZbtxrClCAAhSgAAUoQAEKUIACFKAABShAAQpQII4CDFbjiM9NU4ACFKAABShAAQpQgAIUoAAFKEABClCAAokpwGA1McuNe00BClCAAhSgAAUoQAEKUIACFKAABShAAQrEUYDBahzxuWkKUIACFKAABShAAQpQgAIUoAAFKEABClAgMQUYrCZmuXGvKUABClCAAhSgAAUoQAEKUIACFKAABShAgTgKMFiNIz43TQEKUIACFKAABShAAQpQgAIUoAAFKEABCiSmAIPVxCw37jUFKEABClCAAhSgAAUoQAEKUIACFKAABSgQRwEGq3HE56YpQAEKUIACFKAABShAAQpQgAIUoAAFKECBxBRgsJqY5ca9pgAFKEABClCAAhSgAAUoQAEKUIACFKAABeIowGA1jvjcNAUoQAEKUIACFKAABShAAQpQgAIUoAAFKJCYAgxWE7PcuNcUoAAFKEABClCAAhSgAAUoQAEKUIACFKBAHAUYrMYRn5umAAUoQAEKUIACFKAABShAAQpQgAIUoAAFElOAwWpilhv3mgIUoAAFKEABClCAAhSgAAUoQAEKUIACFIijAIPVOOJz0xSgAAUoQAEKUIACFKAABShAAQpQgAIUoEBiCjBYTcxy415TgAIUoAAFKEABClCAAhSgAAUoQAEKUIACcRRgsBpHfG6aAhSgAAUoQAEKUIACFKAABShAAQpQgAIUSEwBBquJWW7cawpQgAIUoAAFKEABClCAAhSgAAUoQAEKUCCOAgxW44jPTVOAAhSgAAUoQAEKUIACFKAABShAAQpQgAKJKcBgNTHLjXtNAQpQgAIUoAAFKEABClCAAhSgAAUoQAEKxFGAwWoc8blpClCAAhSgAAUoQAEKUIACFKAABShAAQpQIDEFGKwmZrlxrylAAQpQgAIUoAAFKEABClCAAhSgAAUoQIE4CjBYjSM+N00BClCAAhSgAAUoQAEKUIACFKAABShAAQokpgCD1cQsN+41BShAAQpQgAIUoAAFKEABClCAAhSgAAUoEEcBBqtxxOemKUABClCAAhSgAAUoQAEKUIACFKAABShAgcQUYLCamOXGvaYABShAAQpQgAIUoAAFKEABClCAAhSgAAXiKMBgNY743DQFKEABClCAAhSgAAUoQAEKUIACFKAABSiQmAIMVhOz3LjXFKAABShAAQpQgAIUoAAFKEABClCAAhSgQBwFGKzGEZ+bpgAFKEABClCAAhSgAAUoQAEKUIACFKAABRJTgMFqYpYb95oCFKAABShAAQpQgAIUoAAFKEABClCAAhSIowCD1Tjic9MUoAAFKEABClCAAhSgAAUoQAEKUIACFKBAYgowWNUtt1149oUnsNJImV76e3x7Z//onzxSigl/WootAIb1X41Vwy6KvkyifsJ7GBvfmYulx4Fbb/g9pvZLa/5IDpViwttLscULJGVMwof3jMEltkQ9+A7c70Ob8du/voovMATP/HoSrkntwG2366YO461V4zHzFIDOj+DzCQXIatftGVn5N1i3fCcuKLwHQ+K/M0Z2mJ+hAAUoQAEKUIACFKAABShAAQpQoJ0FGKwyWI19Ffv2VdxS+iaqxZqjBWP1u/Ds6iew0gl0znwE6+4twCXm2O/SubjG6g1FuOXvx+ShnVthPYPVc7G+8pgoQAEKUIACFKAABShAAQpQgALnmgCD1WjBatr9WHdXAS6JVPKWNHQ2MlLwvBqxWo01r07Hb08B+YNWYtkNkUbnnsbXW5Zi6Z7t+D7jEfz32OEMVTX1rHbLdFy7q0r+ZOKID/GbfmGV8Lt3cE/pClSgP14Y+3sUdD9XuqfzO1g9vus9/HlPFm4ZMwQ9OXL7XKnUPA4KUIACFKAABShAAQpQgAIUOAcFGKxGC1ajjbg0WinOp2DVqAk/16xA1GD1nPU7f4NVz/fb8M6nbuTdNgyXppyzBcwDowAFKEABClCAAhSgAAUoQAEKnBMCDFYZrJ4TFflcPAgGqwamkuiwguccq+1JfXTbG9iIfNwzpFt7bibB1n0U297YCNwSNq+vtw4Hv3fioku7wZJgR8TdpQAFKEABClCAAhSgAAUocK4JMFiNdbDqPY2vK1Zg6a7N2OhqBMyZyP/J/XisfyOeLdV7eVXzo/OihmunqlFatgIv1VTha3cjADuyM4dj4qD7cVffTP36Wrsdaza/gzVHdqHaC8Cchp9nDMFD109CQXaEF025DqOibCmWfrsLFeK4YEdWan881H8Sxg26FEnaLWlG5yLSy71qt2Plh6/irR+r1X3IRF7XW/HQTWMw7JKm+/DFu7dgzAGxkQK8M3UMnGVL8fw/d+ELcczC+LIZmDtyMLJa+uh0K/3ac9+1ZR5egNq5VJurG63yanZUtaaeijKY/giuCdu52l1vYulXpXj/2DGI904lWS/CsB5345ERt+LnnfWr4qnqD7D001fxllxGqbuPDClAw5b/aP7lVa2pw23qvTsmWD1YvhrrDl2JsUWDcUGb9jexFmawqldeEYLVI9uw+v3DyL1nDHKNTEOTWFWBe0sBClCAAhSgAAUoQAEKUCChBBisxjRYPY0v3p2IMQeUFwqF/DHbkeRthLPJi4baEKweKsWUt5diowhHm/yx45o+v8cbv8gJCT1rdy7APVs3Ky+W0llmWP+VWDUsbE7U+l14/vX/gxfPiEC16Z/s7jPxsnZ+1CjB6r8q5uLBz7dF3If8ASux7MbQfQgGhTkYllGNLSea7ktS15n4fNxwRMjwmu54K/w6Yt9jG6y2wKu1war3GLa88x+YUKNT74W6OQcLfvUC7ro4tAicu5didFmpTj2wI8ncCKeo1zpTcbSqDre5W+6IYPUgtqzegoMWD3oOG49hPdu80wmzgoQMVmu34Y0Pgfx7hqB9xtlGCFYTplS5oxSgAAUoQAEKUIACFKAABc59AQarumW8C8++8ARWRin/8DexO79YgP4fb5bhKZKG4Jmb7sftl9jxw99L8duKd1ChBqChy7UyWPVW4cU/TsfzYmPmbEzNm4HxP7sIOLYdq8sW4cXTInjMxGO/KMbUPuqBHNuM6a8vQKnYj6ThWHX7DIgMtfafpfjdhytQ6hLrGo43Hp6JvMAQ1GPYuGY8pvyorO+ufjMxdXA2upyuxvvlC/DbIyJMs6Pg2tV4IU8dIdtcsHroHUxYuwJbQowycfJfH+DFba/iLRneZmJq/mo81tceKIFgsKoc72N5M3DXzy5Cg1ju4xV4S6JfimcKV2JcxDeNaQq0NX4dvO/RRisbG7HaAq9WBqunKv4Prv18u6z32T1m4uVfDMcl1mP4+pNF+I+vtuNforr1mINddw0JhvzObfjtH+dijWwTwXqVfGw73tq8CM+fUoPz8GC1VXU4Fh15BwSr1Rvxyu6LMOayb1Fc2x8P/XvvWOx4QqyDwapeMTFYTYjKy52kAAUoQAEKUIACFKAABc5rAQarMQtWT2Pjmjsx5UexwhwsGBs2Qu/bVzG69E18HaMRq86dC9B36+amoabYfP02/PZlJbS6pM8LKP9FjnKUf38Vo7eIZYBbb1qNqX2DB/+vzf+BoV+Jcax2TM3/Cx7z/+7Amxj97qtyv7P7vIAP/esSi3oPYM3LE/HbegBdZ2KXf7RoxGC1ERVv3Yl7akRopmOkDc0yZ2DX+FsDo0+DwepF+E3Baky8PLjvQQtg4ogP8Zt+0dt0y/06ft9jE6y2wKuVweoXG8bjt3KahiF45qFJuMbs9z+Mt1aOx8zTItwtwDuPBqcPEGFs/8+3yw8Ou2o1Vg3XjFD2VmPlS/+BZ8/ojFhtTR2OXh0MfKK9g1UnKv/8Cg78bDJGX16J9948jH735aNPwFKzi+pIyesHOfFp+V7UeXpi2OTRuFJ7FHX7sG3TVuz5wQEPLEjvMQDD8q9Bz/CpMhwHsH1zBSprjsMjQm5LCrr3HYb8IZdC791Zjv3bsLF8D444PIDZgpQL++LGm4egd7oBQv9HjlRi3ebtOHhSrCMF3XOGYQC2YmuEOVbr9m1D2VZ1m5Z09Bw4DKOu7tmy+UWNeniPY/fGD1HxL9XDdgEuvfZm5PfTzmcqAs93sLtOc8w/GYbJt2lKIMJo1uYC5CO71qHsbwdR5wGQ0h39hg4Atm1tOscqRF3ciz7hZS52x3UQX2zchp1qeVpSuqHPdfkYdkVLCqgFZcmPUoACFKAABShAAQpQgAIUOM8FGKzqVgDNiNW0+7HurgLoDoJMSkPnwMhOzTLakDEQJpRiwp9iN8fqF6W3Ycy3IqAcjlVTZmJYyCSnjfjXnl34XgwhzMhG3mUR5lrVZjVbpuPaXVXyJ9pwsnbrdFy7U/z8Ijxz52qMuzQU7NR32/H1CTEk8VJc0/ciZURixGB1F55f/AReFAFOxiP4/P4CZIX5V5TcgnvEEMew49JOBbDg1y/gru6aBXcvxeVlpfIH4aOII7Xvlvt1/L7HJljNgWGvVgarkfvQyPOyBstzMJZN+L/ID5m/oflR3JG2F82rbX19OwerztAw9Zu/LMeeSx/AHVeFNGzlEERoV7oHnq4DkD/yGnQP/4jjG6xbWwF3/1EYldsdSZ467PukFBt/6IOxd2nnbj2O7W/9GQf7jEJ+v+5IsQGek/uwdf1GHMkei7GDwmZ5PbEda/98EH1GjsI1YqOuOuz7fCO2fNsNt4wfBkMzFzgq8d7rXwCD/PvmwIEv1mNr1XGgzx1NXl7l2LMOaz9zI3eUss1m9y9SARv2APZ99Ao+tQ1DwQ29kW4DnEd2Y9OH2+DM1SmL5qYCaGGw6tj1HlZ/CQz2H6fjAHZu2Cr71j4FYS+vihSseo9g29r3sP/ifIzK640LkjyoO7ATZZu+hvW6sRjdVy8qb1ur4NIUoAAFKEABClCAAhSgAAXOdwEGq7o1QBOS6szxqLvIj6WYsEYJTnVf2BQxtGrNVADa0bH6LxKKWLG9p1G9sxRr9nyAihOHlRdHhf3RBqtf//VOjN4rhhzqBHSRNhIpWD21GdNXLYCMQCO81CoYjoVuL7bBaiv84rDv0YJCY1MBdFCweuoAtmx/E2v/uQsVZ5SXV4X+0dbTYyh9tQjTRSCv+yKsKMFqC+twbDr59g1Wj3++Fu+cuAYP5avzdqjTAtz9y9zQF8MFgtV6DH5Af0SreAHWJt/NGB8ySetxbC9eB8eNBuZu/edGvLTzAhTdNRgh4xz3rMPy6t6YPFo7JPw4vtlSCQwYhisNDIoUIzbfqx8cPE61cA6UvYKtyaPDglUx5+wmYPh4DPuJphRFwFvqwBCDYa5xDzESdT0wYjyGaL+4ObAd62t7YtSAsOg4ZsGq2O57qL/2IeRna47TewCbVm9F0i+MBat1f1uLN76/EuPvyA0dbfz9Fqz+yINhD9yMsO/FYtM0uBYKUIACFKAABShAAQpQgALnsQCDVd3Cb0WwGi14OxuCVe9hvLV6ImaqL34Sb23P9j8a7DqGr93KvJbtFqyKeTWXzcWaRAxW47DvCROsHirFhLeXYosM6e3ISsrEheoj7D84D6NW/lwbrEYLtpsJVltRh2PTv7dnsCpCz3dwfNBDyP+purfevdj4yhe4oHAsBmeEHUGzL006joo//RnOGx8IDSPFQPKtq7El+Q6MHRQlAY20fuderH9zE45n9UPuVVfi8u7dkKIzoLY5793rlmNf9mSM1kxDIj6v+4j8sQq8UerEsPvDR8MewbY1W2D/5VgMjhrmtszj6Gdv4J1vrOjTdzD65XRHt/SUyFMOxCpY9e7GuhX7dB7tjzTHqv5UAGKU897ekzH65+ElILzKgFvDA9rYtAyuhQIUoAAFKEABClCAAhSgwPkswGA1VsEqNI+Kt3YqgLRJKJ84JmTagUjhWvOPsutX6eC8lmkYl/ffeOba4LyWkbYTbSoA3S0ZmQpAzwjA2TEVgN5RRSnfdtj3eAareVetxhvaeU8R6bF+TUhqG45ld81EfmB+h2amAghMZdGyqQBaU4dj08G3Y7B6UIwoBG4OCxD3ffQStnceg7HXhj2S32ywqjP/pwYgvd+Y0FGhrqPYXb4FX+w/Cod4eZ3/T3o/jNF7273rKPZ9sRu79u3D0VNOIL0nBtw0Ctf0tBhgjjAiNFKwKo6zZDe0U5lqdhD9Co0EhS30AFB3cDcqv/oG39YchcOTgm4/y0P+jX2QHj7fbayCVbGeD4AR44ZAO1AWaEmw2vyLrr75y2ocvtrAaGUDpciPUIACFKAABShAAQpQgAIUoEBQgMFqzILVsJdXhc8DGvHlVdrlms6XWr1hPG75+2G5l9qRpNqXL427sRjPDEgLHol44/2y6XjeBSRd/nvsKegvfxd8nH4IVj00B8NSg4sEX14V9gIozcurrvn5Srzz79qHSY+hdHURph8LmzO1tS+v0rx0CxFfXtWCR9ubaekt94vy8qp22PcOD1a1o64vnoM9Y4cEH0PXvlAqZPSpZnR395nY8+vhmkfXNS+vCnvkP+TlVf1XY9UwYy+valUdjkmP337B6sEtr2DdN2JCZJ0/KVdidPgj71GD1Y06LzzSW/lRVPzpPRzIuhHD8nqje6o6/LTZ9WvW43XiSOV6rP8iBUMiTEsQvtUWjVg1uh/Nlm/zgWO0qhGY0/XysS0LuFsyxypHrEYrBv6eAhSgAAUoQAEKUIACFKDAWSvAYDVasNrcy6vEspY0dFYDSufupbilrBTy3UtJQ/DMTffj9kvs+OHvpfhtxTuoUOczDX/B0r/KJmLobvladWT3mIH//rchuNB1AFt2LMWcb6sD81WGvPFehKd/nI7nRR5jzsbUvBkY/7OLkHS6Gu+XL8Bvj4i0MxOP/aIYU9VpG3W3g8P4uvJNPFu1DV+r+xeyHRzDxjXjMeVHMU1AJu7qNxNTB2eji/MwvqhYhCnfVsMJOwquXY0X8tSXZEUMVgEceBNj3n0VX4QYZcJ5bBte2rgUK88o25mavxqP9bUHSie2c6wCaIVfh++75qVc2T1m4uVbcwBXJi7pqrjEfI5VHMCalybit/Vi7ZkYN+j/4pH/dREajmxD6daleP6UMlVE6GP9+svgWBU+qFiKZ48chhIZhs0F7NyFZ1c+gZVylGSwXiUf2463Ni8KbitsjuPW1eFY9L/tFKzKR/4rkHSr3mhCMcfoejhv0EwRIAt+G974EMjXG1EKQMwpur3LGNzRP8rLiiKNlNy/Ca9sS8LosPUf3LkeB7NGYXDIRJ0tCy5bPMfqmu24oPAO5LbhvUuGPeq+wZadQO6wKxEyRljMLfvPPph825WhFSnaiNW/uptMYyBC9C3W8LlkYzfHavHhn+Oe0f1C51g9sg1vrHfiRs6xGouOgOugAAUoQAEKUIACFKAABSgQIsBgVbdCaEbhRaswIS9hOo0v3p2IMQdEqBn2JykT2c5jqNZ7c/2xzZj++gKU6rxIKjspE9VOZX2hgSeAkLktwzdox7B+/41lIy4NjiCs34VnVz+BlTqD45LMdji9SnA27sa/4JkBwVATzSwnPp/dYw7euWsIAi92by5YBfCvirl48PNt0qLpHzvyB6zEshs1IxhDRtvGZsSq3G5L/Tp638W8rn+cizWaeqEN5WMfrAJiJOm1n29Xw1Bt6WQiO+kYqmXdCQ1JxRcKo8tKdcrTjiRzI5xy/5uOxo68nGZb4S+Pa20djtaOo/6+fYJV51fv4ZWqnhhbNDg0zFP3p8lLrcTPo43kdHyDdW9VALmjcHO/7kiRb7f/BtvKdyP9ljHBOVvVUBc33IERV6bD4nXi+L6/YdPW3ThqazoVgPMf6/Hm58CgW25Gv+5JgH/E6q4UDLsvH73DH5XXMxX7trYC7v6jMCq3O5I8DhzZvRHrPz8Ce/g0BQAce9Zh7edA7q03I/eiFLmPR/6xDVu+TscthfpmTTZr1ANiBO86HLxkGPKv7Y10GxAYsZo9FmMHhU3J4KzEe699i16/vgPXNJnrVQnFj/+8AKOu7o4kOHGkahPKPj0A5IRNx+A/zs/cyB01Ctd0T4LHcQSVH67H9sN2nSkP9OdYhfcItq19D/svzseovN64IMkDx+FKbNxQ+XxG9AAAIABJREFUCet1YzG6bxvS6ajtgx+gAAUoQAEKUIACFKAABShwfgowWNUt99YGq2Jlp1H9yQo8v2szNroaAXMm8n9yPx7LvwhvvfQEVuoFq2KxH7fjxb8uxeoTyst+Otv6467+k/BI+gfov7lU7mWTYFX88FQ1SstW4KWaKuXlU+Y0/DxjCB66fhIKsjXTA/iPU/380u93odoLJFkvRf5PJ+Gp/ofx5Nql2ALgkuwXUH5bTqiM6zAqypZi6be7UCGOC3Zkp/XHXQMfwcT+oSEoogSrcsW127Hyw1fx1o/Vcj/Efl/TtQCP3DQGwy5put8xH7Ea5mHYr4P33fltKZ7dtAJr6pWyLRi0MjAyuD2CVXl4X63AnE8+wBbnaTkaOTtzOB65fhKyvroT98iB1WGjT2U1/ABLP30Vbx07hlPiBVap/fHQtTOQf2wuhu6qApCGx0a+i6k/C61Wzm8/wPPbgsvJbQ2ZhJ/suhNjxLbCg1VNnW9xHW5TH98ewaoDle+txrc/fQB3XBXhLVBqeHf5fXcg1/+RaMGqOM66fdi2aSv2/OCAxwtYUrqj79B8DOkVGq55Dm5H6aZKHHF4ALMFF/TIxeD/1YhP/6fpaEux2uNfb8Kmnd/iqPr5lMzLcc3wm9FPHaxuiPjYbqzfWIEDJ9VtXpKHa9Iqsd2UHzr/q7qyun3bULZ1T2AfUy7si2G3DMGlLckJDXrAcQDbN1egsua4dIPtAvTsl4ebr700dBSo3Dcn9m1+Bxv/UQd0ycXYX+eFhuNHtuO9jUFbud+9jmNrfZ7ucR7/ej3Wf3oAdR5lu5dedw0679quM61DhGBV7JLrIL7YuA071f23pHRDn+vyMeyKqG/5MlR0/BAFKEABClCAAhSgAAUoQAEKhAowWGWNoAAFKBBVoD2C1agb5QcoQAEKUIACFKAABShAAQpQgAIUOIsFGKyexYXDXaMABc4WAQarZ0tJcD8oQAEKUIACFKAABShAAQpQgAJniwCD1bOlJLgfFKDAWSzAYPUsLhzuGgUoQAEKUIACFKAABShAAQpQIC4CDFbjws6NUoACFKAABShAAQpQgAIUoAAFKEABClCAAokswGA1kUuP+04BClCAAhSgAAUoQAEKUIACFKAABShAAQrERYDBalzYuVEKUIACFKAABShAAQpQgAIUoAAFKEABClAgkQUYrCZy6XHfKUABClCAAhSgAAUoQAEKUIACFKAABShAgbgIMFiNCzs3SgEKUIACFKAABShAAQpQgAIUoAAFKEABCiSyAIPVRC497jsFKEABClCAAhSgAAUoQAEKUIACFKAABSgQFwEGq3Fh50YpQAEKUIACFKAABShAAQpQgAIUoAAFKECBRBZgsJrIpcd9pwAFKEABClCAAhSgAAUoQAEKUIACFKAABeIiwGA1LuzcKAUoQAEKUIACFKAABShAAQpQgAIUoAAFKJDIAgxWE7n0uO8UoAAFKEABClCAAhSgAAUoQAEKUIACFKBAXAQYrMaFnRulAAUoQAEKUIACFKAABShAAQpQgAIUoAAFElmAwWoilx73nQIUoAAFKEABClCAAhSgAAUoQAEKUIACFIiLAIPVuLBzoxSgAAUoQAEKUIACFKAABShAAQpQgAIUoEAiCzBYTeTS475TgAIUoAAFKEABClCAAhSgAAUoQAEKUIACcRFgsBoXdm6UAhSgAAUoQAEKUIACFKAABShAAQpQgAIUSGQBBquJXHrcdwpQgAIUoAAFKEABClCAAhSgAAUoQAEKUCAuAgxW48LOjVKAAhSgAAUoQAEKUIACFKAABShAAQpQgAKJLMBgNZFLj/tOAQpQgAIUoAAFKEABClCAAhSgAAUoQAEKxEWAwWpc2LlRClCAAhSgAAUoQAEKUIACFKAABShAAQpQIJEFGKwmculx3ylAAQpQgAIUoAAFKEABClCAAhSgAAUoQIG4CDBYjQs7N0oBClCAAhSgAAUoQAEKUIACFKAABShAAQoksgCD1UQuPe47BShAAQpQgAIUoAAFKEABClCAAhSgAAUoEBcBBqtxYedGKUABClCAAhSgAAUoQAEKUIACFKAABShAgUQWYLCayKXHfacABShAAQpQgAIUoAAFKEABClCAAhSgAAXiIsBgNS7s3CgFKEABClCAAhSgAAUoQAEKUIACFKAABSiQyAIMVhO59LjvFKAABShAAQpQgAIUoAAFKEABClCAAhSgQFwEGKzGhZ0bpQAFKEABClCAAhSgAAUoQAEKUIACFKAABRJZgMFqIpce950CFKAABShAAQpQgAIUoAAFKEABClCAAhSIiwCD1biwc6MUoAAFKEABClCAAhSgAAUoQAEKUIACFKBAIgswWE3k0uO+U4ACFKAABShAAQpQgAIUoAAFKEABClCAAnERYLAaF3ZulAIUoAAFKEABClCAAhSgAAUoQAEKUIACFEhkAQariVx63HcKUIACFKAABShAAQpQgAIUoAAFKEABClAgLgIMVuPCzo1SgAIUoAAFKEABClCAAhSgAAUoQAEKUIACiSzAYDWs9Ooa6+VPxv+0K7xeD5JsZtitAEwAfF6YTCZ4PT40es042eCFy2tCepIZnSxeJNtNsJmARrcPZ9yAxWKFGW6cavAhRXzGZobP48EZlw+NPjOSLT50spphM3thhg82mxVe+NDg8uDwKYgVoMcFyWg8U496F2BPSkJGJzMOHzuD040m+Exm2M0epKUAaTYzUm1W1DsacbLRhE6d7HLbxxweODxmWE0+2O0WwO2Fy+2FzWZD106A0+WCwwM0eExyv3w+IMVmQlZnC5LMHpgaAZvdApfHA4fLhHq30PHBInbPapIeHpcHHthw2uVCJ5sFne1mOFwunHYByRYLOieb0OByw+sFTCaFMq1TMrxeF9weL1wesV0zzGYTPF4PzCYLzPAgJckCq9mE0w1unDpjQnKyFV06+WDzie35pL1wSzYDndOS5XpOOtw4Wu+B2wekJZuRavEhxWaG1WZFXYMHR+vc8AHokmpDZqoZDU43Dp0GXF4fstLMsFk8MLnFEQI+saPycH2wmcW2AK8PcMKGM40e2CwmpCVb4XQ6cdqp7IPb1SjL2GQBkjxiUTOO1LlwptGH7hnJsJh9OHLSiQY30L1LJ6RZ3DjpcOF4owleE2C3+GA1meT20pOtcDeK/fXBA8DhFsdshtfrQ4oVyEi1w+Nx40eHB2fcys52TU9CstkDh8OF5JQkpFt9OHHGA4fTg26dxe/Uuubzod7twym3F40AkixmJJt8sIrSMVtQ1+CCx2eSZWK1eGG3mORnTpzxyTLJSgZSk61wNPrw/alGWRc9Hi/MJhMs8MFuNSEzxYI0mwV1Li9qT7vQIA5CrN5shtvtk9u1mHzobAXSkqyyfgBmHD/jxjGnOGoTUm1A12QfMlOt8DR64G70wWc34ZTLgtrTHmw5JVbasj81dT8A85/wF21gYZOo/D5lfaLcZIEE/og6Ktq/qAXi5yalkoj/kvstlhE/UJZR/kv5P6/XC6lutsJntcCclApX2oXwivqSkgxPcieYO3UCzFbY3XXwmFxw1B+HRbQnqxvW5EZYfY3wNbrgc52B5/BJNNaehjXdA9uFXeB2eVF/4AganMlosJ0B3G7Y7alo9LqRnmLHBRdeCLPbhPoz/0KSuyvMGZ1hNnlQf6wBjV47UtO7wWmyIsVrQaPZB7fbBpiSYDEp7UtpjYDVLI7RBYvKIvo3n9sLi8+juJjEUXvh9QkrHyzyZ2qDD2CJfktdgUnoqH/kf5hl/yNA5UfUn8lFBbu/Oaq/k12ySWzbXxCa8pKf98g2rKwruE2fxaful9J/BX5nFuUvCtMr27xX/LfYIa9PLWOvchpQfy53y6XWP3noovf2SiN4TDD7LGpH4kMPrziJqH88jfC6RecgaoU4Jyjt2yp+5nUpf0U9lB2Q3KKyH5o6J/8t/4bVffk5eehqfVTrqPy4+H+i3qrrFBVXUMifCTCn/IxJdHJepQzF/3pN4ph88Imfq2Ur6rQ4FTj9//YBHrGMVyziwxlRX+WeC0cT3F4zPF4TXF4XPF7A4xPHbJL9uMcjd1f2N7LuAHD7vPD4vPB6PLir4v+FHWT0f4655yEcOnRI9s3dumahc+dMmE12ZHTuAqvFCpPZDLNoi2alYlksFoieS/xb1AmLxRb4ndWk/Mz/O/Hf8q9Fqd+Bf6ufCX5OrFec1zTLm32Bdcm+w788xGeUfQnflln0Hup+hiyj1mlZh/3LiTqi1nfl50rnpP2MLGPNMuH/1upqPxdNPfBZyaL2g/76qNkHvfVYzBa4PY04eHA/vKKPsVjkX5/XJat554wuuCCzG6y2JFkXhUfg/OzvQvxtPPwX/n5D1sZgg1H6a+WP9r9D/23S/Z1sD7KvUJYVLV/Wd/lzpY9Q1qm2HbHPAA4dPIj01FQ0OOpx5OgRWKwWuBtd6JLeGRdddFHguP11RlwDhpeB/9+65aTpE/x1S9knpcz9f7XHra1b0co4+PtghxyyP7If0TOVHY3u6odeP9D4ZjWf/LbuFGxWO6yiHfvM8lwrKoW49kiyAPaQ04YPTo8XJ51uNLo9aPQCLtHPiL9eH8xuNzyiT/O4ZX+MRje+/24/amuPys97RJ9sEtfCVlitVtnuxf/K+wG17GWzE/VS9fb/r+grZV1Qz4/+uiY+L/Za9JJes7jsssBktiAlJRWdU9Nx8vgJNNSfCfEUq5DrldeiwbbtbxNiW/IzSsUMqdsWedWu1M3g6dCk1Fv1Gia8IPTqmlyHWXttpFlK1LMIK1MWUdqTf3/VmqJcL1jENaAXJ0+dwukzDvkrq8km+2ur2QKzSZxfXPK+wedLgsWiXJ+IGmcRZeEz40T9j3C5ncjIyECy1Yzqf+zGoZr9yOp6AeBuREp6BlJSeqFT52SkpHeFxdYJSZ06I8lkgdUkrpNPwOtxoZMlCTbRH5s98Jm9gDkFXiTDbPHACyfcJiuSzJ3gdftgtZjhMbnhM7lh8ojrPeXaQVxOKPc8JpitdlhMbnkd7YJdnuds4nhkvRDlpV6HBC4hlfs7f9sMXE9Je9H/qf4+s7zOktci4mdh9v7yE2c3/x9tf6LtDyL19U36H3Fg6p/mlvH/7toBP2tV+376Px+QbUzcq8r+UHO+Fh6ivXo84nrVHeijrXY7UjqlIiPjAnTrdiEyM7shLS0N6RdcgOSkFNm2kpJTYLElwWwWfatyblbag6ibyv/KKxefUzRotf9Vr5v8l7NKSwq2TXmeFa3Z38ZEf6vf3wX6R3ld5+8v9fpHcW3kQWODE2fOnEFDQwNcLhcaT9eh0eWS95rKlZNiIFqyct5RLmnleUlekwY65JBykH2Pem1nMokaotyrKNch/vOF/3iURUWLM6nXMHqF6q9P2msli9Umz2t2ux1JSUlITk5GUqdk2OzJMNtSYJLnOPE3KCr+rZRBoKapZdSAI4cO4B9/34tGpzPQw3vEvZF67+Z2e+RxCDuR4bhdTnkdKAzF9Zg4vk6dkpGelo6MLl3Q89JeuLjnJUhK7SzbnChDpVcXzUl4insaxdmk3hN63G64XW5x0SvtXW6XvG4ROyzKye1ulH1Ao7MRHpdXuQdU//q84nzigUcso54bNJciIdcb/r5e2otzTeDzat/hv64Kq2v+tie2I+AC21Y3JMrD6xZnQOUeI3BvoPwrcN4Iv14IPx/4/51/xz2tauPn6kIMVsNK1h+sjhPBqkcJVpPsogPyXzCY4fV44XSbcMrpg8sXDFaTbCJY9UHca5/xABazFRa4cdLpQ4rdjE5Wk2yoIcGqCP1MIoTwwipuJEyQweoPp0WXaUHPzCQ0nnHgtAw47bggxYwfTjTIYNVrMsFu9iI92YQ0uxkpNgvqzzTipNOETsl2mE1uHD/jQb07LFh1eeUFfbdUExpd7ibBaicrkJVuQZIIGRtNsNnN8kb3jMuMOnFFKsIWEf7ZRCxggujIXF4L6t1uGax2sZtR73bJfU4yW9ClkwlOcXHqEZ21kpGkdkqGz9sog9VGEQLICwMRGorwQqzX2yRYTUoSwaoHojjEhYnYFXFJ0cliQnpqEtwiWD3jwlGHV968pyaZkWLxIdVukcHqaacHtXUi4PWpwaoFTqcLNachl+2WbobV7IbZIy5qgp282SfCRHEB4xO5tBKsOt2wWc3onGKHs6FBhuciWPW4GmVnLs5NySInUYPVBpcSrFpNwOFTDTJ4794lGekWD07Wu3CsUeR4JiVYNYtyFcGqDS6nSwknAFlvnF7R5QOpFqBLinIhevyMVwbe4ri6pdmRbPHizBk3kjolId0WDFazuiQj2aQEOjY1qD3l8kJksjYRrJrVYNWkBqswyWMUgZrN4pPLHD/jk58VwaoIlR0uNVgV4Zu4QTGL05JXhs6ZnSxIs1tw2u3D0bpGeczCVZSzCPfFpYAImjvbgDS7FW63FyazFSf8wapP1GlvMFh1euBq9AFJIli1ti1YXfikejIJXh/Jm0+IGxNRGy3wBSqB+HnwRKbU4KbBqrzU0lxL+f9TXOuazDZ4zKJ9m+G12dDQuQvs6V3hSUqDOaUTbGk2ON31sDachLvhBGwmN8xWr7wYh+sUGo/+CJ/HgTNnGgGXCaniAjEjHe7kRrg8dniddbDYMtHgbIDvjFtk43B5G+XFRoopCS7XadTVHoG9cydkdMqUFyV1p8WFRhJSkrvAbk2D1WyHK6UT4E6G122RbVyEbiavGaInEzccJpMXZhEoibDRJyJ09dpGXpgqd3SBG0d/qKq9B5N3kxFuyvyBtLxwV77ECpz4Axd7mi885K+VCx7thb4MbsWFhvwrrivUK03/9aVyraj8ThNEqSmoGkb5y1s5Jn94HrhxkTcw6p2TkiCqxy6+CPHA5LVIN/UKBT28ovWI/l9cnLmV/xUO4qZI3X2TuKEXN/AeJ+B2Kl/QqGGm8iH/HbPqJ36nuWEKOZVpvm+Q9TokWA1+G6B8mSAS88jBqk9ZWG0vyv/Ki3afOP+JGxzlv0Wfq3yJIPopcQOq/Fx8yeUVwapP+eJMhBliGXG4MmCVf8X5TglWRaAqKWRgBdyx7csWX38V3j0RJ0+elH/T0zqjS5dusFpsyOgsbrCS5cWmCFZlSOK/ZRBf6InAVf61BkNWcUZSfy6ru/+/Zfk1H6yK/lB7kyHapfbf/gtmeYMnw9Xg+gKBbKAtaIJYk3L5Kz+vCS3Najir1Hv9YFXbVrSwkS6a/fsYrRC0wap/mZC+oJkViGMXNyaHDv8LbrczEDDKEMXrCwSr4maso4NVpV8PDWGjBauiHSidQjBYFW3tcE2NDFbPOE7jh6M/yPrnamwMBKvi36LcxY2P/NPiYDXYIwTCbfXEpBeChAZc0UpY+/tIwWqwb9eGe0o3Fdtg9eFZC9C1ayYuvOhC+b+ZXTNxQeYF6JqeirQkG1LEjbzNAnG6Ej1Jo8eHep84L3rhFjfeIlz1uOU1qCgvMXhAfFEtbsjFkIgfDh3Cof01cDY4ZZ8krsPkF802qywfGe6LPlh242oAI/osuT3lplyEP/7+UvmSQzHQnNmUU4RZfFFjkeeDzumd0SmpkwxWPY1yJIN6GlG+6PKvQKupBCLKDbTcL+2FiLq8OXBOCAbtgZVFOo9EqBIh3zlrPiN6JeX6SeeP+nN/PfQ3ERHUiH0WgYQIVRsbG2G2WWGzWmG32WE1WWSZiPOh+MLR43HJIN0srk2TrBDDLOqdDXA2uuX9hs1ihQg+nI56nDp5FB6XE3a7GYcP7Uf3rAuRknQhvL56eEWYLu5dPA3wukQY4oLJasbJY4dQf+x7ZGakIvvKHBw7ZUKXbn3QtftPkZySIa9hrVabvD8U9cF/nSLCIItVCaYsYvCA2F8RDlss8IggXpS9uwEmqx0ma7JMXYWX+FJJhq/q9YA/7BODFLT9eyBk9Xjl+kUZiHtR8XlZOzXfs4a3dX+wqtcHNAlO/al72Bdy/hJVrqdCv6wL/i74JZ//Z9cNvLIlHUvgsw/dfUsgWBXhqtVmg80u/oovU9Q2KNqhCOFUK2GuhGrKdY0IT8Vfi82K5E4pSE1LV64HMjLRpXMXpHXujNTUVKSmpSE5uZMMcUVI719OaVPKOVu9C5D3nEpvJuPwQNuUVyvqD0KucOWJWjMyQLZ/5RNKYKf9E9p2ZPmrP/K3aVeDE42uRjQ2OpXQsOGMvAdtlHXYLf8qAZxy3pJfdGi+BAzpitVwX72K0HzhEby2DFyfBkLm0D0OXjeI/s1//aK9lhFhbPDf8vxms8Jqs8OelCrDVntSMmxJdliEv/jiW3ypIK/jRV8WUIbX24AzjjqcrquHuNbxl71oi4FrUhk6u2SYWltbi/JNH+Lbf/5T/j49PR1dMrogo0sGxDcfory7ZXVHr8t/iksv7S2/vBXBu81mV8NpsQsypQ6eWLX9m7j2FeGlHHigXPuKMhF9iTiXiDLyOsU5RpSL+Jnov5S/ImAV+y2uicV5RPtFnFinvJYO+2LaXwcCX9YFGp5yrR38kkC5FhdGYv3yd+K62yPOSWLwmpJF+VcfHqwGz1lNm67edSKD1bA24dM7A7eqGzw3FvIHq/de3lVWfLsIVpPkuCIZuohQxe3ywOkGTjmVb73TRahp8coAVoxYdXtNcnShOGFa4JHBqgj3kqziusAjRyuKEasiROskw1iT/LZUnIBF6NDQ6MYPDjHKxyRHrLqdDtQ5lW9lxci9H+uCwaoNXqTJYNWCFKsZjoZGnJDBqk2GtWL032m3EgomiRGrYoSoCFb/P3tvHmtZdp33fWe+8333zTVX9aCeSLYoimSToiZKpEQNlhRDQSjJsiVFiAPbymA4kRgjgJMAiWMb+SP/BQIcwBYMR04U2xE8yJYpSxQsQuLUHLrZze6u8dWb37vzmYNvrb3vPffWe9XdZdlx6L5Esbreu8O55+yz99q/9a1veQ+CVcI/xm0Eq4SMdSq7BOgqWJ2mCsl4Q6rClovaMlj10Y2oWE0wELDqolt3kUhmRzPlXGIatQhOmYpagApfwhBZxBjtgsdboBlRteJiOElFsapgtUAkXIcKBGarqd500WqEEij3BazmoPirWXNRd/XcU2kwikvs9xP5zE7Dx1rTRZKW2BkBSZpjnYpVgtXSLJ38nIKKPIJFzZhTFRvDxyTWsdGuh5JRpHqZYLVIqcjKZB2tM3tdOqJYZVC/0a2L2m+3P8E4BbYJVn0Fq8cxRW6OAEyCzEjAaigZL9meCXAvRfXJf7cCAn1PzsNpUoqiOc8KrLUDgcljC1Z9Ba883s1uDSEzlBzXjipgqSZl6B76nkB6Uaw6LgaTTEFv6CPgAuQKasTRuJSs+3oFrN7lhXY8Abu8hhzzVNz26q4oUYeZI2N2LGBV8IGOB4fQtkCbilULVj0Pp5Mcx1OGKQ7qfoGNOtBrULHKDGAhitUBFauj4pEVq+X//MuyGM55oI1KVSlI9UMl1WujJzPJMcNXIe9GiS3BViXDKiIQCcxUmyLgiAFGGCBtd+F22vDaTUTNGvJsiOHRPsLkFK6fIIyY1IiRx1OkyVgSAM12D6WXIa+FiFZW4dWaKN0AzIyUQQ63u4lydITJndeRegHqUYD+ySmiVg/JdIQyydHhzTPMEZcFBsMTFMMpQjdCK+jCbTUF8BZxiHxSInRDMGZAGcB3Iw0ePFcVPvxyHDiM2WzcMxPLacZ/FnybRMgsXl+MMU3aYA6NlGLypM4z+pJJNm/A4MWqUKl5lBC3EujLRTJgVUWfVpFgL59RmtkgeHZgVrZjdW26KVbdsWbxdUzoBlk22kuqIFUL5XBKAjsFz/wZwSrvDwZQnF9gFBhUKVs1LtW/KAnSp0A2AZIYDrPKVFGZzLkErhyfdrmdKR4WpBSimJ0N4GpgbsatrmX24ukFYaJLgnh+p4pq1WqyLKC1kFWfRlWFBpR8CUECNyJT0aIqbBVoKmCV60gmINUCVwILfm2+XtSrAmEtWNUNySd+94/ednDxI//Bz8oYYWDNQH1tbRtRWEO72ZGkhGyUXCYHg9m4ch2FWgo055CVm9IF1WlFscoNg97mun7NX69jbhmsWogwUyTO4GhFTVh5L3nPitqw+lmcVuT3Zpt2lrpgWTVz1iZarqv5zOqJnoG5isJV57iznz+L8c39vRyAP/Qiyg2cY3fvLiaToW5wqaoQhVqBTqeL1bUNBBEVq1T32e3t/F1nn/fHqFit7qH4/nbD8ccBVvcPOTY9USF1W21cuHBhQbEq38yA1YfBj4VrZvZ/D4Pky9fhYdfpvN/NN7tzwLL8vm91a/GoitWLT38C9VYLzXYbrW4Ha5sb2NjewvaFbfR6XWysrWFtpY1mg+o0B1keM+Uj9yWhXY3qKUIaCho4Zk3FFDe9fPRPj3H7lVsYnPSRZplm13i/UYXOP1yTXFW52RWD93VuYIVVjNkKDq14s8JdxTT2fpYhSwjkeej1egjcEP3j49niasfdLEG2gKnnoLR6LNXzL/OEJOnOugst5n3wd7PqkgcGzXl38/x7LT+D85Sup6L9kmMRVToKjIZDHJ+cCFQVlWIYyN8+xSi8HLJcqXqMfxq1miRMx+M+Dg7uIwx8ATTwgb39fRwfH6EmcJZBfAbf9XF6ciTQOvDW4EU5XFYUEmp6Dfh+AfgBas0VxKN9vPzFfww3H2Bj/QaAdRROhFanjbW1dWxtXkZW1jGJp8hM4oQiGqn8CFQRTKASp7FW4eUZxnGMwAsRD48w7PfRWruMsF6Ta5KmGY4Oj3E66Mv15/okqr6wJmO0XqsjDAOBzKxarEWhVDcGfoAoDBTgUwQUhvKd7Jiq/s2qi+q/z5sDqvf7eXMO17Dl96o+d3nO+ND7n3nb6zdf8As/9TFR41qgbNdX3nP82Ry2ErQqEOU50aQHdzJ2vmYMookRxiYyp5v3ZWUKz6kiGIJlAAAgAElEQVSoWtsErl2s9HpoNttod9ZQr9cRRfwTzaCrqin1YasW9ITYDLv5XSXtrfGjfU3lJpRY14BaObA57LIkr3rPy8dIdY3Ou3rtmSCggjKWtYSQlVDR/slzVlGmUlkqanUjJlCFvz2WOdjTz5gfqy3c0hjBRhsPXtJ5rGGeZ2MKST4YsCqn3lHQahPYPhMSgZzfMIwEoNfrrdlaqK/Vz00yqlS1GliqjGxVnARDeiZl/Bm17p3bt/G//LX/EXfu3MHG5gZ6Kz1sbGzg8uXLiLMEk3iC8WgsVX/NRgsbVDmvrWH70gWsEL53u3L99Rjmex3VOZjKH5nTq1kNjfN1/mc5VqLXxyhbqXSVa5YmM8iqIFWfL4DWglV5n7nq2FbC2J/xc6RyYRb+c74h/8gwHo9lnBAyc1zI3txTMYEmfpdEMAtrw5IYxX6/yjZD7yMdB5/4iZ95pHv8m/VF7yhWl65sVbHKARoGDmoR9VpakM0JcgZWE4hqsh06ArNqkYJVbiBHCVWLHgKnEPDVDOZgNTal9wRW9ZDl/IwHWJ6v5fDTpBCwGmcFLvRqUsLSnxRwPB/rbR8no1hAK7mGV5ZoRQSrDpq+g3HCcidCVF9Ug8fTDMNUFaBU3zJAYZaWi1CvXiLNcgFetAKwYLXmAesdWgtArABY8k/90YRgNbUqrRKBrwscN9ZzxaqPFYLVLBVFryhWG66UUy2DVVoVUDlAsKrTvcmiVMAqy7yGkwT9sYMw8tFrEPjohn6aGbAauOg2AgE+LHs/GmeiGm5Fntgt0AqAgcgoLnAwSKXsv1P30Gs4cq12Ry4mSaJg1cngFabM0FUA4El5GTUM/J7AtHQxFSsAF+1mgHicoE+w2qyhyJkt1LKxuinb3x1k8plrnUiuyf3TWJSe250a2kGB/ijBUaKIiGOCsWDNddGqhUiZ8SKQc4A4KQxY1RJ5AnWuy7R+4HWh8mKDYNUHxpMUYa2GlsfzYcDqioJV5KnYDRDSjmgNId9PISd/ztWpPy5QsvyfpW+eKlwJhVWx6mA9mlsB3CdYdT0BJlo+TqVlKWCVqluqqw9G+p2lmMQlaKdyzRFYrVYAntgDcHNzOuEYJkymlUOBtXqJlYaHPCkFrBYBwaqLg3H5yGAVf/1X5go87mlsdtfuPEwZtt0ILBDEUvSrs1VFM8pmg2VKQfmTTEr2FNIyFVE4JdzQRdCIULbqcFdXkTZrCL0UyfHryE/uodFYQ1oMkOYjhAWQjRMkZYKw3oDntBGutJB4DialC4rtiqkLv1GHt76JoB4h2d3H9PgIre2LwMkATsOFEwU0Z8BkeBN+f4ww2gAaK8hPDzHd20M5TRD5deSdJsK8j0k/R5moEiAAS+7qyMtIlBZB1BDYSsjN+8SVOu5KHeFcijOrXpeNlJwu3Zg6QmWrwaSZhFkVIIGSgX6zudkGpZaEFqZKXoqX5vIf+3xzDHPGvbgRYKm+cBz7sbZsWeW2Nvw1TxC5sYC2OVSVkEThaqmZ8nkljvlwiUznx30h1w0QgYTr1OAEIRCGs3JyfmcqaGTzSFVLOoUzHQKJBaxa7qZQy9VNnERT89Kz6lImiQELwaoBvSQN+IMKWLXPRbpgA2ADeips9bvOr5koaQXGaqJNMKooUhkUlogJ0wWs6p+M6ubSQWKy8AJURZHKvzkP5zPgymSUwle9r77/ERSr3/sDP4neahf7e/tSAra1dRHtVheRXxNIR9WZzFem5Fw2DdDyc91AzMEqN6VnqUypeF1WYiwC1sWyftkgUvE9g7dzXYvdNMo3roBV/ptzUxV82v+2YLX6nOomVN9rcexbOLi8abafO7uFKqql6u+WYc1ZgfFMNHvOe5z1Gu4NXK/E/sEO+v1jKRu0YJXxSrvbEbAa1eqqihEF0SIl+jcJVquQ2ULV6v3wVqwAeG/v7uyoYnU0xP7RvlQOpUmKlYdYAVTP/1kAfOG+n5WXL57l8wDpm8Hvf5fB6oVnP4EgqsOPmvBqLTRaq2h1V1Ff7aDWrqHdbqJZiySGL/NEKr+mpwcY9U8xHQ0lNm/WWbFRw/paS8rHu922KF/bnTYazQb6h6foH59K6S0tUTRZqMm6mJUHtux/plwE/Eqpvs5jmniS+7iS5JLqGJss1GyBQIXV1TXZZ4wHA9nJz+d9yVCaed1aTeh1VnWarsOEhdWxOZtTbJn4LPEwT1aedU/KKrEgvZs/6/xxswiXqu9LHGSPi+CLD+6xTgcDDAZ95Gkqcbp9UGdiQRBLcBWIuwLF03SKV1/9Km6/8RLS5AT1yMFKp4W8DEQk0Wq00GmtoFlvS5VCvdbGnb0drG9uoN2+hgxTlF4gqlKvCJCXU6TgXoOCjhJ7N38PJ8dHeNe7P4p6fRPT6QSHR7dx7+7r8B0fFy5cxYVLj8EPWxhPJ6B/mOsW6E8TAVuZlOCWGE0nEiPUG3W4Tgt7917C9OQA7e2ncTgdYfeNHbz8+k2MRhOBHwp7FY64QaQgn0DEWE9QrcmqB54bQYdZjtVWBx96//vxPd/5XSKoOWsOl0JvWeOWErAVVepZa8CZoHUJrFafY9ef6jE8Klj9eYJVTxXIPAeybkpyS+E6z40ICSVmNJUgnq8QOqzNknN8HX8m348nz0R+M/WfSQ5TmMK4RNLoBLdRU9SsYkPTW8Xm5hZ6K6vorKyjTvVrsyFAUJehSuBr/jljUYxrFyre9OzoeTPWYwu/t3DVXLNKFZjEf5JwVJW9wDILn/l2Uvqv6mUBbFmGZDrGdDJCOp1iSrVrogCWlaYlE/dVhbJ175pn7mciAp1oOActKSPMxV6MNSoVDVJ+v1jZQxslBX063q1nF5XYomglYPUIywMRqIndi8BYAlUfXkh7CFUj2xhYYxv9OmQS/O/d3V387m//lsyr165dk8+Kohqu37guTIMiKJ6Lo4Mj7N3fw97uHk77pxhNB2IXsLG+hcuXr4pNz9raBnwCdl7zykPiEJn2dH5TFXv1GUrzZa9gqhhEcSqWBQpcOQ/RGoBAlN5YjkmWSDzN9cNUPlCtbxN2Mj+bcWA/jb/j9+GDogLOqzJ/eJ4kCeyYsevErILC7oGqmeQKeD0rmV6NBX/gx37qvCXk38ufvwNWly77TLH6xLpsdLmQ1yNCBp3MmaUmWE1yRxSZcVGi5avKkx6rhH4WrHJDHrol+ilEVUmFKic+C1ZZBk3FauSxTKQQBSRvSpbNE6zSl/NCl1nNVBSRVEBtdH1RZfZjbkRVzUJw2AohsG2alKL2IwwmLDuephgk3IjnqAUKB2TRdj2sNmjHyDJy9YSlCpfLSuRQXan2AgSrXLcKh96wPkb0uDQ1PD4Xd/osyneimpUeq3OwyvMTOo4oVgkW05R+iAro6lEkysa0yGdg1crTWT5PxSpLzQMBqylORqWC1SYrwbV8NM50weL379R94TuDaYHDMRWiDlqR8bGlT65YAShY5Ua/1fBBZg3Hx/0J/Sen2Gh5CFwGWhUrQilv57Xj4p6rFUDhiccqJ/tu3ZfybMLATjMSsFoSRDglagS0nNz7KZIKWKXHKr1JaQXQDegLm+BQQCLBfCFWABwTrShERrBqMnHTVEE+vzWVnJ2IATRwHBcYJqUAr/WOb8BqhrAeouWWc8XqSh0hl5MskXGW0leXHkUFy9t4znMBq/xfn8a7DC5oo+AVslkgSKb6lcenYNXDOAF26fngaDDvegQ3LKVzxA+YPrG0KTgYphiRSs/AqrECcEq0vBJtlnSZTcPJlCpvRxRlBKurNWBFFKsKVnO/RD/xcDj51wCrf+NTJsifZxoVkNnyHrMyampSQZQEFCbLW5VpmjnEJDFnmwdxPeIGghVgXESR0LoUUSsCqB5eXQEnj2R8jMn9N1AvYnitFRTpREp3htMUp+MY7XqENJugpPVCXMfBYR+1KEen1cD6Rhuti+8DemtId18GBj787hbK8gAuNxDeGMU0RRBtwC0PgHoL5bRAPh7D5+eMhigGfdaUIc1T9PdvodNZx2RcYHd3D2vdLTTDDorcQ7PZRZm5KKZMaBAKBgB9hiSlPc9+zjdPdhda2WyJZGexfH9hCpYF3tTey0bQvof971kIYWLZavbfgld9jhVzWmWQ/JAKo4KqpaUdowR3lSOZ1/4baK4Z60W4yu+sKgD+QkqX5EPVH01HkipMLxiPVZ45J1yBE9VQBjU5HqZUnJKbdGMRwMQMVavjIfJxH+5kBDdLFMyana4evwLAalA1/8fchqD6e1PFZ5RDVrFqFNisvxCLB3Mt5b/5DwUIM5g6swWQ2n/ZjGiQp/t+vmRK4CrYlL6qaolCO4BU/KoIWhXGqkqV70FfbKrFqWq176VWAN/3mS+97eDsO773x7C1tYnhcICjoyN0u6viuRa4kaiWagwyjY+YKlxEl/pQxWoVWspGgZuDsywCZnYBc7BqYWoVrNovtQxVNeitlM6ZcVndnOj4XhzDVWXt/L3nfqr82VlgVTcDS6WKZ5SDvtlFmN1TkiB5kMg8DOJxCFFsdXS0h8OjPVEIyfNLbjxytNptrG1sSjnn/xdgtXru3gysuvQKNjGSuifPN0BVsHpwfCAKtSxJxPt3a3tL4inZWEpZuNCC2bk8C4ZXx5AcY6Vicfl3512/h12Xf5fB6urjPyEKZi+swSNgrdfRaLYRtGoI6wHqzQiNRojId1FSzTVNMBnGiEdDjPrHmA6OMRmeIJlOMBkeIjRKMFZi1Rg7tVvYWFtHs9FAVA/lb6oWCV0JyqJWHVEtktJk+5D7XHypja2JrKuZzHOzazNTpi2tXdwv1GqikirZh0E8BBc9fvkeMrZ4z5JxGLgiCvylTXH1etuN8Xx90DlfX7MMAuavPM9L9fxxYWKlswablK1rRRT3UQQAg+EQw9FE1gpWp4n9kDG/EoCQKUjgz6OAe40Uw9EpXn/lK9i5fxc3HnsMvbV11OpNhFEdo6NjgGCBsTpBhZTlFmK9MR3voNNpw3d7YH6GCUCqlX1W/ZSMzzxJALpOjGy4Azeo48LVZ+EGPXhBW4pA8jLD4cEB9u69wYISbKxfxKUrV5E4jNVOMZ6UqDXqkmDk3iZgyT/FMvEIWd7E+Pg1FIN9vLxb4KWde8j7CYqQz9F7nspLSdaBjk86Pux8QBDDc8bKknro4cLqOr71Xc/hhW/9Nlzdvih2ZSrP0MdZULT6c1lPRMuwmOBbfs4D7/UQsHpW4uc7Pvjcmy0dZ/7+5z75/apeNmBVzoXsH3RPaj3JZZzIOJYmALNKKaso59cjpCNcs1YrTIqKd6uUnZtuCCam4t5S5njeuwZ6Me6iGKnT6WBz+5KoW1d7a6pqpKVAu4Mooncr31Ohn1SzGKsekQ6dsSba9UHZnE3WLyUMra+yTWzL5TLWERJfUuloqrhsYrZiTWIGgwRVTOKJktX4tcbjiXib044mE2inaknuB1Rpr2XulRlBLMDOelSrY/S7GpW0gah2HNnYSa7nTAWr11OqfAmOOV/SVk7gKWGq2jrQUo0DgInXIIwQsvLVtX74GntXT3OSMFlD8Rf36/NkjlrtzOdW+xom4fv9U+zt3cPNN97A7Tu3kcQZGo2GVBJcvnRVEnC0nGk2WzL/W+XsvP+GTXTpEv4AZF06eYSrtATgeReLAMb6nLtoVWJsAziXyHOML6tVnPJvQlmZL4wqlbETQTA/eH93VziFVEGEoXyng4MDOQL2CpJxbsYdf6bXfy6gmCUOK6KK5fmFz/n4n/jkI93j36wvegesLl1ZC1Z/+vENGcRUZQpYtb5/XLpYPl16GCSqmmz6bEIFRAGbD4lrDoZxJhMFq++pWGWTqmgJrFKtR19UNscKHC7CnEgIvErsTRzJnl7ohtIchmCVDXU2OwH6cYI+S6I5iRT0GHXRJOgKFDaeTCFKQ3q+UrHaj0lGc9QIStlIJNNmM2tNZkbnYJUwkqWYBJfrHfWORcwJjqW2pShWpzk3yKbxCsvDmTGi6rT0MZBmOx66NQ+TjEDXUbDaYPkwy2OWwSqVpep9JUouCQ658VbVowWro2mGk1Eh5fwrDapgteSU3qziseo7aNd9eY9BXOBoQruFAs1Am4rRUoCL6DApsN9naWGJdp3HSeWLj/tjF8PxBJttZkcLuDwJJlsvywM9T7kAM8OVl5gULiYpFas+VpoBJtNYjo9gVX1TKLsvUSNMKIH7p4nAhfV2KKB+t5+IspjNqzp+gf4kweHUkcCNYJVl9BxH9AljFt82r6L1QSrKL6Du5ujUA8lmEXaSbXKi3OhQsVpiPCVYraHp5vJ7KmzXOzVEBKs5xyb9xVS1KoCe6mOOQVGRuuhPMgEHPOfi/8vGVo4j6tdlxeruIBFvKvU04jVhiFqKJQStAKiuFLAas3DKqJwFrrgC13n/2OZVPPP9aS7NvFiGRouN1ajECsE5eVNCsEpFq4vDCR5dsfo3PiXXeGEzUmlIIoGLPmFm8K6E+4xsrcAu27xEg1RZkPxQAFuSEA7QyyOFVy8RdUNgW8uRj3fvY/fuLTm/a70VBIGWGrJJ2auv3UV3fQubW2vY2d/F/miIV27fw8XVDrbbdXQ7K7j8+OMY5z5arQ2Ug324eVPUsE7dQbB2DYOjW4ioaA3b8KImEvp3lr40aGOcURYTlIMj5KdHwP4xkukJ6t1VmUdG4wnczEM6yNFb68ItfIzvD+CmHBMRomaL2nKgGmiZIJffX9TPhkbOzrP8TEGcOVNGxmMDMUm7a+MpkwmWK+HOvebsi2VLWGmkIOfdlEfLHbxwqSyd4iERBqt9gLzGrAESXhvT/8Xf8OnGCsAct34fu4k03rzyIp5UKt51/KqyFLhYmiy3GwKtDTi1BuBF6tPF8n8O7nI6g/1iATAdIR+cwhmcwI0n0lRFIa5RnshJPGM8SmnS0kZb1FKqZFAPPOvcrEBZn6+ZbmlcZaCqHD0TRSqJMpl5G5Bpjab181KvVb16rBiwvm85qzzoDV04plmMKgVYMiueVISqzLxL8pKqV87vuhbxIz/6+28frH7gIz+Mzc11CcipWmDJ38WLl0WZzZIvKlHYDMNuBCXQlvnrzT1WZ5tHU9JWhaD2d/o+D4JV2/ihCjLPUsNWIWrVH6/6OqsmqwI3q0yaB79nQ04ZOkZFcpYawf7+rL/te9t7ennDeNaQXAqzHvgnrzMvwcnpAfb370sprM4RhAkZmu2WeKHVGy39udxfi28zO44/RiuAZbBl53beCNVyuqpilWB11rzKNn7jepdl2L+/i1azgfFwgMOTQ9mUsVRPwOrW1sy70yqny7cAVhcAioGr1TNjf/8AXLPz3hkb/je7XtXJ9eGQ7c3f6VGtAH7hv/xNjCYTnA6HGIzGmKSsDGJszrmExKiQUnLG4B4tSGSzOkGRxShSWuOMkMZDpPFYyjIJuHMCh3gq3ocs16RdlZhOyDrjwGclmClTb7UbAlpaLQWt7U4HnXYb7d6KNmqp12Xj70vpNoGLTZbMQYVtCMjVju8f1uto1htI2bSUk+gyMGUFADfYUv6bYjyeyHFaz1fOD6yvE6WjJF7UNka2zwZGiTehUXtp05i3D1bPh7jnK1b1Htf4lXCHpaoKA4zy39it0S6N51/UWJlWUTHBPxqc4Nbtb+D+zh00a3oerl65hs2NC/ARifCE34vpPFaNpWmiDXkyB/fv3cHNN/4QG1sX8cQTL8Cv0f4hMuvMEE6mdzDLg0kbG14EX0DHFKMpj5PQsy4ig7xg89kSx/v3cPP1V4AgwubVJ3DxxrcIqOPehD6NFNhIRSDt2U72cPd+jPj0G+hggi/dKdCnsKasIWVDWbke1WaajMkp5tC+E7zG9Aa/dOkSnrl6Ge95/DpuXL+ODmM7yT+xUo7nbTERc16Cy/68aiPzsDl/EdIueqxWXzdfd3Ry5us+8sK73nwSOOMZP/fTH1M7CCoWpUrHrKcCKXlPGsJagciLYHfuk699DuaxktwnBK1URdqqFbkGtPkwyS0+x6czru5ZuG/e3trGu9/3HsRM0oynILhjzMN9MMvYad/A6jI2yao3mwL8CbSCsDErw64e42IuxK4issrMbQaMxZo9RUxC69po48BZxv/M8ywqXXufm1fK+3MukbL0FGnGsnSqN9W7NRkPpVoyjqcK+8SiwDQ7PUPGrmuLET8srCuaHKw+ZJ9v4nSqbefrNkGrqQ4yjbH1XFXiMuOnyyaWhONsQsbrSk9Uz2d1grF2qlobGRsB7pVtYy7ZfYg/9nzumwFGEdg48v37/T5OTk5weKD2IsP+icQjhL71RgOd3grW19bQ7fXQoTK+XtfkSKXp2QKWrlTYz8MXay1mrE7Yp2WmKiYj0dJ+8QFP47lHq7E7kMZl9A5PklninGB1dX0dO3fvSPKI9gesEn315Zel7wDXI6uw1Q2AjjnpD3OeWGPJOqAai374oz/6SPf4N+uL3gGrS1d2DlbXpAs5QUc90qBfH+zizIHuiK/lJCtFXcjmVPSoJCQlWB0nhFcOIp+wj90tS9QCDXJY+i5l7FRu0mqATTQItdjl0uWmtMTBBBhMSvS6kcCl0Zi+iA622x4GcSal5ywvJsat8fMDvlcpkHI4oV2Qi1rNw3BMdavmgMNQt2gEnMwUrbfUFJ4l2lTR8g8BIMHeStNDj7SYRvL0jGLWNaOa1nQjNRlzLc1gsxJPOs8zq9xteJgmiZwfTpQEq25ZIE6pslVQ2aAJuUN/1UyOmRMcJ1mZPAxwa7CUnyX8SYpTglUqU2vqQyqb+JwTdiHAmGCO322SFDgcZaIIbdBj1SNwdhFGAUa0WOhzASnRqrvSXImP48TD0SBBr+1L6byWU6jOjZlywm5fohc2OKAVgF5fZoh77Rqm44k2KKtHCI2/EsWNLaqvCipW6evqYKMbSpn/Xj+W8vjNdoROWGIwTXEw0SYvhMZ0bOBmgGBZslSEFQ7tCnLxYeX5pndspx6Kcpc+umyexe+/3olQd+lFmoKdFyO3wMk4xzTOsbESwZdyBOrmClG/xiw3p1qI2XKP10BH+SgmZGFm0BMFKs905Ps4HWcyHlYbPhqhJ2VX9/upNl8Q7yOqqFXVSjDfCjyBhPujBMOEHVaJ4qhi00Y2fK96ADSNVxTBa3+S4zRRP1ZCVyqL6Q1KvkObjMwHBrGD03GJ3x5UytDf4ix9b7CH8q//N/LsarZO15Zq15+5H5o+2ULTCo3jzwtrDUCQrgELF7MkZIbRRxaXKKMxwgaTJ0DZDnEYZLjz0k3cv8uTf4Snr27DaQTYO8jx4sEEq3UXmA7xwvseRz8/xt//gzfw2tdzrG85eGKjxIWVNt7/3qfguWt4decNPHnhcdRzmmvUkNZKwE8RENTWuti58xKKdICmU0M26aP31AcQbTyGPOsD9BdLMqQ7XwWKEG7aRzEdw924inw4APbuiwaivnYJp4eHONw9wfRkjGIwwWprGxu9KwicGhAQjuUI2PmdNgVOHXDZgEkomaqZpeJHjC1mgeFckVo9p3NgafQ0RuU6o7Hm2lkFjNk6zsqeNexk91z7mLMW4zFlPFIZoMsm0frDmhdowDtHrhp5WDXzIvg1Ek8zPjgn+ygddo7WTSvfX5pXMYjzQ2Bli7JllD4b8eTip+pkY21Yxde5IVwmr8YnKIcHwOAImIxRMCFmToEA2wVj/wcHf9WiQpsXVD329LupItWMa2mqZb62KLeVbIoVgFE2VeGqBGImQKf+VMuW+DeTNSy1V69U8RbWYSAw1doD8OcM2TluqASSglnOR2IRQE9WhVcf/f2vvsU7e/60933w41hfX8NKr439g12MhhNc2L6ODr2NOW/3tJmVNIyhCYD5ew5WK+X/lYZV1mvLKiPEL2zmrcr5bw5rNa+w6LtKWx2JIpaAWRWkVkEp/5vlcbbEbWFTZprp2GPhc0QBIskxvQeWmdniBlmPfRmSPABKz/BflXdf6OI7P/eLm9vFS3de93Fu2ngNBoMT7OzeQlRjik+Pj5u+Rq2Oja0tNFrtuf2FURzbT5gDxLOHS9U6YPk7W2XGee9ln2//lnnemhFYhZNRfOi9UlGDmNJwNtHZvb+LTrOFweAUp0yaOEzUp1hd6WFzc1OSmToGdZOvGz8DXJZUaHoNFumydV+eQ+/5c+Z2JYvn5zwwOps7ze5/EdCeVw56tnJSD3NRiWXf/7s+9P63fX/zBfun9MbPMJ2mmMYZppMU40mMveEI/YGL036Kk8EpTk5GON4fY3ByjKOTPgbDPkbDPqaTY4zHuygxglMmKLhh5qZWFI8K51h9xPhH4JYajpt51Ki5jCLNliLLtWNDWl89P2knwIY5rVYTnU4TbXrCtvg3f6YJHqqeUIvE5oLlxYEfagOaTO2dtAJC7a+sn6Y0DkwzDIfDmVJJ1ifxUtXnav2ZiU0k4cWkrYdGi+rOUHYPnANVNXb2JRD/vspjPlaWr6UFaboqEHIyLuL6Kn/AaihVltGehcfNcywNfmmLIw18Swm/CKvSjFUlXAykCzCGo0OMRyN87gufxyTp48lLl1CPunDyKephiWZzFV69i4Be9TxXbFx15wtizRa1GjjN2ti/9zqubG+jvXoVUaMFr9WDiwl8rynNdHjvhX4k1Tilo36lnN8LJ4XjRnCdprqrF0Mc3XsFr3z1yyiyU2RuidbmdaxefhIImqqqQ4DBcIq7u/u4feeugJkyTnCtfhfX1xr4/L0Qu14PZUrgnooakps/fia5lfj85gnqQYjttVU89dgNPP/0U7hy8RK6jQYC0+iXajed6fVBdV91bluei6vrjH3d8ppgL7cKXazqbj5AZgZHRllr72xdcuaNfuz6993f8fwj3d+/8NMfk2SEqBiNDYCsh8YeQb/4fP2dmWBKLKeKR6taFQGQuVflHjEwVTvW08vXl8+wkFUaXklfDSMOIFhNU1y9eg0f+6GPSyTIpAAVreyxQQXoaDiWRBGbx94AACAASURBVMeEHqdseEc1Od/T9VGnujEMRfnIRlnSfDaqwQu72qxJLArmU6Q0DLXzpbnVZP2S08umtPbX9rpoLwAZAzMxAxvxMg6mn/wsPTsbLXLdbRNV81mi/pWO9Zq4SRLj1zqzEEgk8cTvzrGncYaudaye1Xhd1ad633PeUY9U7gUEjsteUcVRCk251hlQLNdTbVE0fllc/xTKarwm51b60vBvXse5/YO9pgI5jY2AOTI9RmuLsTQy52KOxQmRiSzawVD5TjB5sL8nXs4HhwcyL/m+K5UG6+vrYhnB6ij+OwzrIt6aBe7y4QrNbbPS6oXnz/OMST49x7IO0DZLmn/nyKQ5NuNkFTTYP1rtqdeB6xSV+UzU7ty5I9Wjq+tr4l99cHSoCleJK3XMyfUwsaJeO41h57OKjWMNI59dkzkU377y1CPd49+sL3oHrC5d2ZkVwJNryGPKx+mxSlCiGjZx9aTahv6UBKspGxs5aLD0HpmAVW6oZ2A1IKQinMrET5UPaYAk/qAQ2FpnVo5l2FxbuZEoCmkSdDoG2t0InaDEhLCwBC60fQFUhE9U/BFMEd6ymVE9VGg7mpTSE6VeDzAasYmUBlfMtvPmS2NaAbjYaHqSDZlkqv5kx3k2ISX8Ywn3atODm8XatsV15ZjZeMsqNTgZcpHjzTwtHUzY8IZgteVJRnoklUwEq+o1S7BKm00udoRyoeMizjl5FFJlze6fVF0yz0yVrgWr4yTFYFyI12un5sLzpZ00cgNWo8hDM/JlYid4OxylUqJer7lo+I7aMESelMuzO32Wl2jXXGmIxJ18P3VwMMjQaYZY8VWNKxo0qu5kYVS4SiDE8zQhRE4zyaSvduqYDsc4SUopH2OhYpxMUVBxmrNJU4l92g/AxdZKTVoYEe4Stm+0QwGrozjH/phKC4h1BME2G53xGqjUnwoM2g8YJUZZouYCnXok6owTqpKnuvpSldpwc6TTFGGDYLXEySjDZJpjq1fTkmOCP5RiT0C4SpsGBhpsYCXOdQ4wmqYy2UrDMzbwcuip62M40fOz1gwEaDMjv9tnJ3R6PJgkMs8b/WdDD63AFWXswTBBnwRXFBX0WiRET2VhptKbYJU3Fc/TkFYAiazAor5dqQOdkMI5F1OqxT0HQ4LVSYF/3n9UsPqXK3f+3K9Mod8skjGeaEu7DqnE0+cIzCCm5iLHbq2haH4lKKEnQ+om0oylWecXnaBfpnhtZ4iv3NrD0VEfnUYLz1zt4WgSI2oDv/GHd/HSnQLvvhzie56/jg8+cwNfufMG/td/+jJOjj1c3wjQ8sZ49sktfPzbnkPOhT4u8eSlbeRljLX1J7E/6mN45+t4/EPvRlb28Nnf+jRefPEVtGsRPvjeG7jyxBMIuhGyYQ6ndwORN0Z6cgd+uIZ0sA+fCv3ORWRZAL9/WxQZOaicbgkMuHfz65jujjHZi/HkhaewuXYVXiuUgKCg0tkJpHmTU2Ng6yOfEBqq8p0lenNvObt4G2MnAXn2ei5eV92snVFWY/y1JKiw5EClDUbMaa7TLA5lQEPVjDbH0vSJMb+b2UAsL/f2OG3wYhqZSIxUUafJTMm7hhM5/dFsMAtcKLh5dNRbtadgFb4q3JGPBayWKdUyoShpXKpYx0dA/z4wOEY5mUiwKxsF65MqXanP3hFrJ1j1nFLVnULZhceCNyxPvchMlb8yUDaBmkM1rfFQXYAzBnzKJt7RDtgEqzy3MZt1Sbk/lacEqyYZxufRGkPgKxWsJpAnWBXFq9oD8NNFxVoW+N7f/9rbjr/e98HvE0U31d6j8Qn2dg+xtnoZ6+sb8t16KxvalMBsuLixskF8Fa7qmJvDUQtEVaGhScKzfr8MSmfvafZPb6ZSrW52FfrqYxGyPdhESn5fKe9chmZVlUH1d8tqxrNg2wMQTyovH1TE2uc98B5VC+MHxiLBqo/heIC7995AGBmlisPk3RT1qIbNrS20Ol3ZJNrSybOggG2c/uCgsXP2g4Dv7YJV2wxF14BF/2FJllTUHXauyZMUu/fvo9Nsoz84ETUMpwwCvbXeqqhKCJFETWV83B4AIcsg9Zx/L8MVGTtLyqfqmHrYDbZ8jc9Tvur4VBjzwAz6bwCsnnXMoq6SjSvNtWhvpf6mBAicX+hFPxyWONhPcefWAd74xuv4O3/713D/9FWBeCzBlD9UuErjNEYki2vSfC6trlHz5i86Jo0VSsUDj/MrE1m2tJuqISqcaEvS7HXFYmBjfUMAO/38qIZt9+gHzTJmbdBDlZb4CkopZyHdweU720YpcDCRw1LMwvm04FrCmIyVSQRKLKmXxoWUgFR8Ks8cBPPvuHA/V2xIFu9zvfji8yofy9gRImygjdAXv/gFHB4eIgpYReYJXHICJhgV0jhsIOj4SPMpCipO0xj98Q4ajVVEQQ2vvv4iXN/FamOC9e134ZAeuCf7yKZA2Ohio7eF9vY23PEIf/Tpv4d0cIzHvuUKLnzrJ/Dyyy9iXRqdbeP0cB+tlTUE5UQskAJWgyQ5YqSYpkM48SmKpI+EXddpQZUxYTwGvZzKooOdgzvoH/Zx44mrcAnPN69h6/qzKLwmjg5Pcfv2fbxx6x529vclNubWazsc4YZ3G9u9Fl7cDbDjrCMumZTmdTV7QwFWhYyL91y/hve+5114z7PPYqXVQBlPUdKDkSvzcpd5Mw+IAvWMOeE8eGrXlLPmAgWrJgFr3lPBJuMOjZklTqjY4fDfAiSFY+re8Hu/871ve/3mC37xT318dq9YRbZ8vvTgsPBHk5S6DrtqzyPrtYpF7Ovs+v7Aes5130BU8VKfxZOVhJQBSdM0wZUrV/DRj32/3JPS2JifIWV62r1e/jAJQ2HRaITBYCDKbJaX09+Upea8X9X2IURTGmSxcVYbrWZblK5MyBAUMgnP7/PgQ+9JLSLSKiSdD9QL315rK5KR55gYRn5n4LeEbUsg/sF529oiaIM0gr0kniDmH6oqE/q2TsW2pExpGaWqS3vtVc5LQE1xlVZDEchKUtJAVT3mxfPNZItd+xbGoIlnDb3V5wh057UPZd5hHCFCLdpIBD58WgZQyEVVq4xNVSnPaecZkcJZi5iJv/Sc56IQtYrWo8N93L51Ezdv3pSkEasYbly/gWvXr+PSlStyXVmFI2OUPEE+/2yPa/Il671q40xtbFXoOTSrSzVPSQ5gn2vjUY75W6+/hnQ8wtaFbbRXugs9AUTBbb9ndc6YNbhdrOjUPZiuNdZGxl6bqLn+SPf4N+uL3gGrS1fWgtU//dSGwCnPWwarqlyk6nGUOpikzLRiBlZZfs/JimCVj5Bl2Qk7RuYGrDILbRsvUQXoos4MNzO6VAz67F5aiE/q8QhotQJ0IweTcYZRXgpYZTd3lkuzoz3vB8LZdkgvWLU8HBKseqWA1fGYYFVL7ININ7upKFYVrFItRFhFqEplIcvNGUgS6hE8EqyKWJNm/aJqVWN1PnhuFsFqIfBtpeXLpEu4ybJ+C1bZwCop1IydIJQtddjMRIybWUQrneVpK0CwWhiwGmCcJAJWCbkJRIXBseFVzq1/DoJVVayWEgQdjVLxglWwStUqG1950rzqcKjNq1o1eswqWKU68qCfod0K0QuYVeOGXoNSMY333JlilWB1WvoYp7S6V7AaD8c4ikvUGyGa0mRqKt3fOwUbguXYHWYoHQ/bvbqUvt8/mQhYXW9FosakAnl/rK3RqHpWsMrvyvJ3Knqp9PRAESkVX6LSdfj7UMDq6TTHgKpIo1htOJz0UylV4OcRrFKxutWri/qM55iZfIJVXm/+LSbxAo91+oxjblCo1mZZDJkp1QUuRvQOKAv06oFYTTBTtj+gPxUFCgyyVAVH6Mzjb4WejMn9YYw+xyvHjDSxYcCgilUGnY2AYFzh8nCqvsQCVoMSK1GJdsDAQe+33HMwmNIyoHxksIq/djZYnXejV2j2wEO6NC7+lIueLaniZieTjEkIpxbg3vFtFBjALTLsTvt47eQUt++e4mRUQ17P8MLjF/DMlRv47Rdfwigd4e5ghMMjQp4EP/PRx3B9Yxu7sYv/4Tc+j6PTKZolS8IifOe3X0THifBtlyNsbHZxctzHG4cn+NDzH0bkJhjt7+HC009K6fW//O1/iT/80mu4tLaC73jyutgq0Bs4C1twG7xfWJ56GXUEGOUDNLurcK4+i8BvofjKZ5HQe6lVR2NlFbnjYzo8xPGdm3jjc69jw7uMG9eeRthsCgwTG49UvYhdNv3zQnDg5nGsoNOAVRvUaBD41sGqBsb2/GsDA3kI+zSatBlg1Z/ZYFqxKPPntqxf7yXbzbUKIx4IMMUKgM81JVEGyLKpht1EW39VVayEkOyWUfVdLDRQZOfhsrMJJ6ozIydzjFskagVQTAEnECggKtHxMcrBLtA/QTlWKwB5j1nnbw3mlx8SYM0alTB4krDboOX5861nqgbpBmqbp83sAvheMt+bxll27PN8yDypXlyq8FK4yvdKuKIJGOUr6ZuqYIMzBf9bBDmiZuUfVYMJiJVGWKoNtg2svuczX37b8dcHPvwxUWNdvHQRQejg1q1biAJ2Xr8sgXej3pZmVmwIqeqVuV+tBR92g7KsYrXjaRmsViFYFZzaQFd+5hpVmSmPq37GIjStKIQqfqvV54gGbUlNKp810648qGg8D6xWT/BbgaoyxozVwYObsSUVZSVoP+sek00Yk1Kej/FkhDv3XuNtIkofbkQsWN3Y3ESzo9fsLLBqr8vDwOp59/ijglX7fvO/7fxgNyXWcoMCNAWr7WYL/f6JbLotWF1fXROwysoPBQLz7t7njQv7fR92c1Sb1TwqWK2+/zJoefCzz1ay6rGeQVwBPKpi9dzvbSqgqDCilZGeA03+EiWq+J7qT+D4sI//9Bd/Cf/iC6/DFVk9/e5S/cMOzWyxaZIodg7UwWdb1S8q+nh+pDRzti5VvA9lJlQQpOXdqoS1dgD8PmwYacE67QRqXfq70mZgBZ0u/3SlYzkVSVREUfHaaLJruUIDwoTc1VJmWd2MylZsAQgP2RhJvpc5jkz7LdhajLcz0c7gSeVFAlWoRstZ0aUNCz34GA7H+N//1t/FG2+8LolVXhffZRUd598QjVZD4JjnURnKSqkSqysNFDGbjgGrGy34Nap0GYdGaKT78FqPAfUOgiBDOR1hdHqE/ugAyWQf2QltkUZ46spFHBzsoHH1w3jmfR9DrRbh1ZdfxOHtr2J1awuuz1Ji+hNqgi90xVMLeeGj9Ai2fGRFH5P4FHkaoH+SYHfvDorhMXdsuPHEu7Fx9QbyaAXHYwdff/Uudnbv46Q/1EY78v1Ut3exPsD1WowbN57G124f45X9BJMgkDibnxm5Di5sbOBdTz+N97zrOTx38bIcU5Kw/DeTRncCpkyFjT3ti/O1JmaqD1l3GDsYMFR9nWEosxhpFiuZMT8vaZ7PZxIGmWZR8t5GFW01/FJ1mLE7fYzJdIKf/+kffzvDavbcP/cLP7IAVq09is/xXSkPr66v1kNVldKLCdHlNU7GrxA9VlipytyeSzlXS2s055NLVy7j+3/g45Lk4DWxVSFSqTKDfsYGylQcyIQjzYm4D1PgSpUjgeRJ/1jUiOwUL6DW9QXa1mqErF1RuBLIUWEeRjX4IRs68V6huvlBn9Dq+qYfm4uVG/msrHGGxlm1ZCmx6vxhv78VT0m8YvtKzAaOUFxJxNPSKTMK83gylms+HY9FWKWKy0TiPFZbcVSyklGjUdOoduHDTTpIeIOOKwXBMioVvhortvn8qpWSOiBt81GF7qJ2nnmWU5UcwOecWuN8SdhqEutnjM6H7QX0HuH/V9YzxrxJjOPjY9y6fRPfePVVaR5FK6p3P/eMVCcwacSqhJXeKtbW1hGEBK1n7DHl/q5Ul1WfchYItccv65o9rlLG1N7OPQxPj7G2sYHe6qok5uwwlQVQvOBNgtx4wVPoNtMW2WocUwEhsgfjIW9jJv7d27j6SPf4N+uL3gGrS1d2BlafXkcW5zIhRaF2QjcFBuqjWQDjzJWSc/FKDT1EDkvhtVMzPTj5oPJwnGo5dS3QBiiEsrQC4L0T+jRlN82rCJ08TzaX9FQ9GtEI3cFqI8R0nKGf5bjYDjBh46w4F99M3gC0E2hHVKzSn1XBKjtvE6xOJhmGqfqi0huK+fs5WKUqKEdMKwBpLEKwqmCRoHK16cPLVbFKYkamJlYApjGDNZsXGMouphOW+3hYaftSvkdFb55bsGrK/qtg1SnFY5XHIDoysQLgscwVq/UwwDhORaHL5klUrPoBoaqCVW7sa1axCmCaljgaZ2JLUIvUCqAROOK9Qih3OEpE1dusOeg1QoHGJ9MC+4MM7UaI1ZBHYtRVFbBKxSqBszQeoxVAmilY7TYQD0Y4jnmt2CzKQRJPBa51chdxUWBvkArOIdikJQTBKqHgRjsSaDikYnWiYNV6rNZ8wmdaNWRIpVbfl8ZkBKsMTGssta9RsZrjZJKJ3y/nvo12TawjkjiRkjO3zHE0SBEnObbZrUw2DIUEcWy8xj8JN7WOK+eXA4qwNEl1016r0YdIy/u5wRjz52DvJVd8g1mptjfU5gxUimgpKsEqG1d5aIe+qKAJVgf8HlwwRSmrQIqxAe8RglWnoApbG5ANWI3nemJx0Q0LtAhWM9pRlKpY/WMAq/PFs6o8UbI0C5Jm0GleGGHWmJl3GYuYqZZ26SNJxXndx0E6xcRJMYkn2Nm7g93RAW7tDzXR0Gvj5d0pblyu4fmLVzEep9g7PsTXdg4x9APcvBtja6OFn/rwOrLMQ6e5hl/97Vdx+yBBmk3Fv/bHv+sxfO3OHp5creGjH7iIe/cG+PzX+/jRDz6HCysuRlmG69vbuHewg3/0O3+IvcMxep0I260unrp+EVc6NYyKFDcHpzg6SFGrt7G1WmB7fQONTg/OhWuY7NyC3x+gub4BBDX4UUc62SflEJOjfSQ7IziHJVaCHpzEhVdvASsdsRCgXYoqV5lI8ZBNxurjKzyOc6NGC3PDdx0PCgA19FqM+OaqsHlWvgJWreqU72IEpnYjPwskZu9bBau2VbOWKT3sIeNFfKTmxzKDk9JVRCZKCaBYzs/GeJzweTwEq/KgQqC1BjcIUXo6LxO6c31gp8CSHsr8WgzaJycohvtwhkM4tNFg6ZRRGM3P3TyrbIM0BavmHNNzTcbwWUrsSkZaqDPXE0OCzRyvFWnawEDf15xc05xKPFaNckJtAPS6Me0kkFQSVApJxQKAEJUBvyhW9U8G3VRQBSiKVXMq9bUlHgWsftf3/TAmowSbW9vY2lrD7du3MJmkuLB9GY1GC74XSuMJKiNU1TJXgi0rVi0ktT+fA9S5YtVu4vS6LJb/6/JpSryNkmcZllWh7GxzVymDq/5+PkYXlR6zzz4HrJ4FYc8b78sB/5mw1WzWqu+xvKm3x1R9TnXTMntfaRLpYRqPcfvua3DZMJGqHQNWoyAEwWqruwLXdGIWf+IzNiZnQSL9zPNv8D8OsGo/w3Znt/OF/b4KVnfRajQFrI5GwwWwyjJCq1g9C6y+FeC93LzqzI3b0kV/K8+xL/n/A1ilD93OvQy5V+DiRaYLtUcCww8mfNVvUePz/bvH+MU/8+fxe1+/L17SjEGsYojzmSR/rbXDbN7XxBVj7Pk6pnPsvKnI3N9Rc2FaKqsMwFYSGCgrNRRaLmvhkfUVZDwkZa7i0RpKt2wCgaAWSbMmAlVCgnqtJpYCTLr6Xia+jvwdO1ur75+PULqYewJp/IBesb6Ut2o59dkNac4FDMv3nSkDlvtdoBT3IPxOAb70xZfw//zDf4R7+6cKB8Ey4wQl/d4ZK8qL1DOVMV+zFmFjNZLYnhZgnZqHjbUe+oNTTAcDbK+1sb3p4bW7KWImMJ1YSuYpSklzxpdTXN8Igek+2g0XtUYDjc4WLl56HzqtDoZHd7B//yZe2xvj3qQNeB14QQE/pBJS1cFB5GC16SKdDNA/GYmnfLsZIM1OcXi4J4IFL4pQoCv7u53jU+wfJxixUYLjwavRSkCr3KjGrTsZvmU9xXuvXccTz3wAL770Mj77pZeRtSME0RqevH4dT1y/hscuXcRqq43AYcOr8SyRqnOdJkm1JLySIK38t0DyisrU3tv0fa4mWWZToVnO7f29MBfI4m8SxxVLgMony7HMGuykKab050zUp5NgjeDtV/6zP/vwwOqc3/6lv/AfnqlYrYJVu6Y9mMicv+lZa5m9zxTYVb3VNV6SsyXjd57J5/e5ePEiPvqDPyj3XLWBkHyGsQGza8niequesOonrFUlWs6t5d70MqWiNZlMRZQUT3MRt7ABWyw+rpxvHIGDje663OeNZlMsBejjzE71kpQwTZ6MikFjNluVZW9OE3urzcM5iXljDyIym0ozI13P5yBOz7L132dCisecib2NfB9+rzgRhWtCr+JkKlWgrMplfxexv9CTbJLEes51lzm3TJp5SJu0sSapNc4SxSr3rvTipS/xzCtXE5SBxBFsNqoxnlULu1QEWwuGRxqhlZhC/pNwV+NlXs+dnXu4e/eOCrwaLdMEi17x2+LHTeXs2WD1/IOp2hk98NpZeKP7Il572g9NRn0ZK6xUEIsHNthmjLoATVUCLWN6ZnmnSRxtVm72EMY6bQ5V9Xuvbl15pDP4zfqid8Dq0pWdK1bXpEmVliqzDJoDVYojtQwCBKYuRrF6A9XZgd4pRE3JjfUMrAb0/WT5JqGrliwQrLKsnoOWilXC1QAKDunNyE0om1MdDUsEUYmNVg3TaYbTJMN200PCxlkCVnWzTAjXCmlH4IiXJ9WdBACNRiCvG6QssWewpSoINtPhxLvJ5lXifQpMWbbOsnCJNxfBKlWbAlbpccnjFm8UU9LE7qfMUBImTzJpZkOwmmcxRjnViiW6dU9K3MVPtdCFS6wAXJaEKlglVCSo5D1MxSo9BmkFIGBVrABYPuEK0KPv8hysZlKu3qz5MqcREh9WwGrDgzS3ikICaeBwGMsx1SMHvRpLBTwcTQocDDPxNGWjJAJEbcSiXpnqs6pNmQgE2bxqRI9Vx8Fat4GpAavsQNv2XEwIVtntnj1pAOwNMgGGWyt19Vg9nQo4ZzOrXlRKw63DCb1lHQRUrBJoeqrq5SRIhTPBKmGxmn4X0rCMYJXdAo+nbAylEGK9XUPTgtV2UzYKBKv0Qt0iWJUyNwtWFRRzkePixmZcAlZZYpbRUJ/nLRSwygCRE7GA1ZLl+R5qHsF8ib0hrQ40BlPLBFVxtyMqVgMB2QTaAzFBZ+Crfr4WrFJxTbDKrC7VbHOwSsWqi26YoxXQf0vHIMHqYMrnlfhnp49mBYC/+ikTpPI4CLXmTR4WJKmVtVNVfJbcmQCXP+NFtSXUtQh3pn18df+udIrNihQv3d/FGwcn6EY1PHl5EzsnJ9gfeXjh2iWM4oH4fDFwevVkjN/8WopGmeInX7iE91zr4h+/eBcvXL+I2wcF/sHn7or3zmojwPNPdHGYFnjx5h5+9APb+MjjV/F/fuZV/OCzT+LG9Q7uHe7jg0+/gC+/9AV8+aVXcGlzFUk6wit3h+ix6UavgT96+Z74Al9e6+BgdIzrVxv44LOPI4828PKXXkGUFnjy8avYfPwxBM1VinngEvazCZ7jw0sKlDsnSG8ewjlJ4Nc7cFa7KLIMZZKhmOYIHE/UaOxoq5utqs+nBrXzcyphupmRF6/r7GkVQDLzR5WNnGqtNdgw10ky3xWYYrO5EjiYCzvzsnr4OBKLCKt0krc072u6Mmvgwe9mSny8yChWNUC8UFCfrypshG24ARtXcZPP8tDMdPPlvemgzAo4bKIxPUU5OaF8XJqN6WM5ELab9Fm62iQG1COZE4Z9haiJ5Bj1J7MNmB3W0pTQJMu1zkw9VmUXYP7QT9hYCEjJs2k4JSWnpnSf34vfSGxM5GVa1s91TZxUBZ6qhyrvdyaHOP41iCNs5fPmjbC++/defNvx1w/+2J/E4cEAjXoH169fxungGAf7h1jprGO1ty7KEDYbqDWaRqmiXl9yho2H1/Jm7UFgyjVwbgVQhZ/nvZab//PAKT/bgsll0Fp9jT0ZVpj0ADCtdIY/63VnbTSXAcrsOUYMch7UqwJJe36qF+utQjt171B1KsFqCTYO1dI+AobQD7C5RbDaU7BqNvxvBlYXv9fZYHVZdWrHgEZCtlpuudyf43M+Z8zPw7zpiNZ+zF9HsLq3q2D19PRYlEus4KAVABWrBKtUFNrNnz2O6lhYvhEeuJaVa1/9Hm/2urdyg50JxB944b89xarMQ2eAgf3dI/zq//YFvPA9z+M7PtJBSDDg2loFMw8LDEixe+cYf/bn/yJ+/5Xb0gCICUGro9frZ+dM01hEZ04VG5iJVcJj2ciqCpX+oPPHfMxx9yCxtJljePwWzojPogGrFgww9nRRE5jCJi1sgFNrtFFr8k8Hzc4KVla60qWaiiiCVJa8oiDUmIgimqXHhFxShhyfSglrlsdodZr4wAvfjqAWyHx7ZhPEOTaefZ3Z6T5HhS4rK/s0RKHsJf75p38Pv/O7fyBJrcInjFJwzWMspWFjDs942kpTHmnMmmF7xUW3WeDapS7WV9q4vzfAINM52ssLNGoJ7uw6GOf0o6W9Fxvr6hWj5+5jV7vY8MfY3FrB1uPPw8/HWF+/jLrfwODgLm7t7+OLrx3gc2+kSEMPfk7pA5V9GVrNAA3mQWlndjqB55bodmnX5mFwOsagfwovSLB9cRX3bg9xOs6Recw9r6NotODQ083nu1EBy/2ji+v1GE92Y1zduoYr156TKr1XX3sVXq+Ox97zI2ix0RnBGddoKfktMVFhvtpHGACoQrbqWq8XyYyq+X/bxoQGYEl3dVs+b8Kfmai6miiuem4bdaEmAubjmDEa9yUUbyhETQSm8Tux2lKvh5YM8zP+u//6v3gr08sDwYOTggAAIABJREFUz/lv/6s/PUtSWjscWZup6jYBYXXtk+M0TdusYnWmKK1YJNh1qvo3nyc+rhXvc4mdRCapqkh+TzYF+tgP/7A0p7P37mweWgKQs4iNx8W4dhb62qZTIhE0UZ1tNqf7ThHP81ym9DlN5H4ej8YYx1MMR5OZ9ZjsucSOwENU72qSpd6UhrW1Gv2ba9JUixDRqthVIKYP1bU/+JjDYY17q+ubrIuS5J8tjib2tWXiNrWpJfMqRMkxGp7g5GjfJFeYBNFElIBtGZvzGExSVsZL11YQcY7kNVLfWrVfULiqKn+1dND3kNfSh9U2xpPyGrXq0ocqlZc63L7lcbq4Ftr7Ue8TsYox6wHn3iQeiQ0BmUUQ1SSu4bGeB7YfdhBKnhYfdjTpLVq5T+UHOZJ4LCpoC071cuh8txAfSTWmrklzcFr9PN0czOIldZORR2/z8ls+d/8+PPEdsLp0ledgdVWqM7VUuZQmVtLt2XQO53iaZBWwahSrZJcsAWEJOO9dNlpKctaup7LAMrBiKTphE3kZeRKbX7GRE5sWsZSesLMfqxVAEBTYZIMkNqxKcmw0XAGrfaNY5TQh6sYA0qyJ3ZSHY6oHczSboYBVNkqSkgABIo54rPKx0dJSVKpU6RUrkC1X8+hm6GGtFcDPY4FlLEWnGnSS2smQE7or2ScBq2zYNUllw0orgCKPRSnLMvBOnY29FsEq7Q/YqEkyV9LFlRkUVawug9VJkmEwyWQypWKVNoWcpMqMx09g7KBVC2Zg9WiSYzQlcHXR8vX8RFGASQYcjaj6K0Tdu1ILEEU+Dsc5DgYpGrQHCOkbS0WVAav0OxNzbF2OCMTVYzU1HqsNsQI4nhZiBdD2PLECSAinDVilx2pWOtisgFWCc17XblSIZ+7BSJtXcRywXCLyS1ENC5ygT5ij6mhJihmw2iJYzXOcxKlcP67ray0qVnPpWtlqN2VBY2MufuetXsP4hxUIqRYugGlBJYduUAhWVVFNsKo+vATSPB4uFgTJhLucvC1Y5RiegVVRoGpDNQWrVJxSFUHYnWDIzquiWFVLCU76HFu10NHmVQzOZmBVSzloBdANIU2sypyKVYgVQH9CpW+J33pUsPo/fWp+55su9RonWJJqlHuVgLIKVtXkXFcVqsCpKkFUE6Xq5+6+hvvlVMb2vf0j3Dqa4HQ8xnNPXYabTXFw0BcvsNVaHWk2xBOPd/DlW338q5fu4o27CR5bq+NT/9HzeGX3BH/7M7fx3c9tSxnpP3nxGMf9GJv0ZGsXeO7GY/g/Pv9FPLXawS987zP4h5/9KtYbPfzkx57Drbt38cz1C9i7s4tXbh5jPE1x+6iPm8MhLlFNUUR45XSKTzy/ibQ+QJEGeObqNdTWavj7v/sKDu8c4CPPPYvnr63ixrVNrD/zIcTje7Lxr289Jd81Gx7CG02R3j8G+gmC2EE2yeE1m0jKAuFpLHvUIua8oN7UnJeq/kZ6uu1mXD1Y9bEIOlWxYS+ZXewrz5Gkt/588XmlNIOYb8C5cbGdqqynq1GiWvB61spf8VGsxJPGt7ASpsp/sg21WgHo5zrSvIofq983gOfWBcKKYtWJAYebTJrSyeQDxGMgHgHJUP/N2c1sdHSMLgKMB8BYmah6djZMdVwrR56DVcudFQozoNIG2ApPjUrVXgvtoGIuj23eYoMwtQXh6xn8cS7T0n5tXiBzPJNmjsJjzof8nfWG4t/iW8mmdtyGiKqV8x7wKGD1xz/5SezvsuM3cP36FdoEY2dnB04ZYGtjG1HIzr1tKa9l+Ww1qK8C1HNL+uW66vibqSkqpYPV1/E5VrFqm1ctg1Mdt2c3KlrY7C08z473RV89HpnMwhXwVAVQbwZWF54r4PjsUNhuuGeAfun4q696GGDl661OiOv5nbuvI8nGshnhhitOJrI2UbHaXlkRyGQ3zMvjXieA+b3xZmB1ARhU53rzpe1sVAXI803HvIxu/j4GrJoGFfM1Ra0A9vb20KzVBazSe0/AapZjvbd6JlitXvvz4PbCea5ce/vzN4Pbb/b72ax7DshcHB3zc78MZP5tWQF87UsH+JVf/gf4k3/q+/EnfuSyJOPZ0amYeXwbMF+kuH/rCP/Jn/lL+Oxrt1TJk7NLvWw9pdEi58SZYtX4cssQs8koEaKp0pRjQBPh44XGInZNEsWqUVkvQh1+jCYZbSmznTMctyYNidjxOoiaqLe6aLQ6aLS6MnetrPSwutoztgB1KR1mMknBgiuKNsaB9BokzBycHmM4Osbf+7/+Lp545gaefO5xjCbTeYLzjFv9rPFx5n0ny3aJWlgTW7G/+Wu/js996SvwGi2d56nkZLm/NGxLJNkq5ztTteg0jsVbvOVN8d7HV/HYeohOfIJ3vfs6fudLb+DTXyiQuF1cuJTiic593Dxs4aRowiNECiMwBPPdDD48xMUE3XyCZ69voew8jXqnjqtXrqMZdfHaK1/GzeM7ONh5Bffu7eH4tIUUDWlyE2CMelDHyVDfr9NNRThztJ/i8HAfaXIsHvortRq+5al1vPj5m5gUEfxeE0W4Di+sofRdeS/xUqQFnOeIZdPV1QZ6q9t47pnnkUwLvHbry9jeXEN361vVEsiUr4uVhCwsKoRR2wrjoShsSNf1h80HqoJkV/dYoGe73ZmVRdu1RpWCtoJovkbN73cKdPRf4q+ZsWs8of1YVYnGykISqsYGiNd5tvYJ+3LwV/7if372AvImP/0rv/Lzs3WzClBp5WTTxQvrKOOjmW3OHAgJjD2nEZI9hBm8q8BV618v95LvCeCk//FHP/4DAjAtdLX7gOV7YuHfZo8x+5lhCd5sHjGJGwPmbIERP9c2aqJliHRtpzEbEzhpqv6t9HEldJ3Q+zQRhSv3HkzIEOQxzml1etJEj16unCNCHj9FXPliI025hQn2Z3YS80ZJsu4JjFOAKuNIqsmN/6e8xlilUSxF+wPTKIlcJEkGODrcEzsOxl/cd8YJ41SOZVWTqiqbvGEeC1UrhhbWNAO8dQxwVCigldhAGmQpKLfxwuw7LTRnOie4OWdsMvyViH7pZXPLFYW11ZhI1hI5XaZZqJ6lc+/hxdcuHoj1b7f38Py3uu4qqDYNwORzeG8aVYbE/rrX5/3LKuwZJOW1NaDbnqcHx7O1TeOcMfdZ5efWO+94rFav1DtgdekGqoLVguRJfFKBkNTTbFbEoBmEPI7ALoKk+gysMqAhWKWRsypdk5xqPAWrXMwIjyga5UY08Pj+rpSAM7sZ+HSzhCgaT0bqlbq1EiGJC5zGGdYbHliE3p+k0syIcxn9OGkX2mDn9JJgVYNCKihTQskZWNVMTsp6fgGrvuyTYzawompVupBqo6tm5GKtFSIoEi1fErBaCJxkNpIPHqtAt6JAXAKTKY9HwSqKWDq3ky93GmxUVUqjI6oy+aj5LmoexD9UNuRSHqEqJ4JjUayGHhoRFavLYJWebMIMjcWBBaulqG+PCVbjDCEtEghwWW4e+qLKPR7HArVrgSdek7XQw9E4l3L9euRhrablYoSL4rHquvo92S+j1OZV05yKVTZecrDebarH6jRHvRaiE7hq5k3FakrlFXAwYmc/PrcmoH3vJEE/KbBOT9c6fUtTaV5F4E61KscEj5mwWMGqWiWMCU/Fh6uUYK1FVUBR4CTO5LqQ9a22ItTdAuk0RqPdkIzosQGrm6tNbZDDcekU0kSNPaLEV9dVsCqKal4DWh3Qd5WN1cQ3NRfAzMZSPIqVGtXELPdVKwD1feJ41S0yy9VboS+Anirig1GMIWkLB6wAFUL0TNSwbIJVp/cLgzWozQWTAY7vSsKgy66vPssaHAHbqUu7AEgzsn92enbG9WEx273BHkCwOlsc5xtkfZ35hcAm/lszkrZL+iwzaNQDrkvv4hyx5+KV/iG+MTrEEYBBkuPmG4cYDlKkfooxUsTjGM9fu4L1Vo5xmeJyYxPdiy7+zqdfwUu3SrzrSiAdsX/pJz6EX/8Xf4hPf3GI91zlRqrATh/4yq0jeDkHY4oPPnsDrx7cxulpjA8/voFR5uPm/WP8hR96EoM4wStvnGB4MsTRNMHBKEXh1tGuR3hqu47JyQG+5eoq7p5OcP8wxgeeu4ood/DFmyP8zhu3cLET4b1XmpgGBS7UmvjZn/okIjZLGx4j6F1E6q/DjxI4+UiMnYs0BHb24dw9hdPqoqh34J6OkB4N4GalbBjLPJHMPQM6CxwVNCp81N3qshWAXl9tAKNSiwVwKuPOXG3j7D67rDM1qnpE6wsrYNUoklSmaUvlzTW3Q8AOpIpxY4W/qALUgnkpo9dyr5JWADOfRBcXy1CbqDCwyaQtHMqMajXe1BM4hKt2vPGmSqYCVZ0i1s0Cd3kGGJ034i3wka7wpSpW54GTWpwoEDA/N6fOfh9teFVRFM/K/yupaZt3kI0ev5GuBZzfpIrINEqQxlNGsSq/4+ZM1KmZlv9bGwBprkKQqhYBfD3/rWBWj+Ujn/nSw27nM3/3kz/zszg6HOLkZIzt7S1sbK5id3cHo8EY25uXxGM1ihpYXVuX0k9bDmgHE+dBDehN51mBo/OfifrD7H5mYNU2iDCNNGRIm+6ztrmGDonFbrdnQdZq4FxtXmV/Lp6JVjFpO9zafAGv/1LkvwxWq9DrLNA6O6lLitVqIP6w1z0M1tnvW4WVVrHKuOXezk1MpgPTqZl+7QpW1zfW0emtaRdxKd04506w90n1RtVZZGGsPHQjbAC2FlaYAjxbOmfmI3v9q99Dt0yL64l+Tok8NmC13sDJyTEmk7Hc0tzQbKytY3V11Xisqkem3KkVWP/WwCqxT8XiQweMsQNZ/P6z9zuPnEuUO99BVkH9+Tekmcsrqkw9hPPX6X89j1WjwJfD5Jzj4vNfuIMvfqWP7/nBZ3FxA4iocfBoOEK3T3qg0jdfx8Odb9zDn//FX8a/+sYdmYuZ/JNu9KI3ZDRi1KlmMy3XcnafUVKolVu+eNcpWJ3GA4ltmFgS/1Qz7hSsGoX7chJF1HHa9ElLbRUWcK9ABSS9QMOohWa7h1ZnBa1mB932Cnq9rkBVKlb5h56rkR/OvK4JUAhWqVzz3BpCKZVN8bd+7Vfx1PNPYOPSOmJRjGrctvjQ9faBKgmTc7ZzkUACe1Jy4M7NHfzG//2beOXuLsJmB4XvaW8Aaayn+yXWl7F/AL+r5wYCg3jve2WGtajAk1se8skeVjsNNOtj7J8G2DltSsVLrxHjydUTfO51B7v5OmK3Dj934ZVTFE4EN3eRhjl6UYYX3rUGd+UGwlYD77/xOJq1dezv72Cnfx9HL/0T3PnSZ3F/XIfj5BhkAU7TBjoXHoPfqiEtPYxGDvqnbBzJ9RTI2EAqmaBTDPDsUz1845UDnGQNZK063M4FRH5kvquOeVZ1bfa6+PZrDTx94zpqVBk32wjDNk5O76BFCNu4oolHCYWktaeMqZC5VhGdSIdUyT/zWbxSLO2Xh71oC5aM6qNLEDjvh2HKjk0Zt53TDAaaV2lUGiXSzk0Uk2mKNM2kLF33RWonJop9Mzw0OlaVoCgIqRwkKHYd/OVf+nNve/3mC/77T/3HGifaddd0vGdHkvkaOrfe4bmwNgn87IXnmASInfNsonO+nho7gEpZuib8dd7i/c2Ky42NdXzsh34EQcQmZjYu0vG/fKfo1sHMezKn2IQ25wX9ley2Z+uUzhVSeSVTkCnitxBTXk7bQNMg0FSSmglDEicC1BPC7wTDyRhDAtcxrQVUVczrx1ic/Tc4J3TXLwokFi/Xen1miyQ2CDzvFr4bkG9BnSTQK/7Quv0zalsCdzM2WJHFMexTYBb3BayKbQmFGezrwioBeW+zJ5BzzklBz5V6/JqhLo2f5qpTiSPEx1YbYlsls7UIIIeROE0UrhyT+u9F+7G3ClbNPmSuDdeIYnbtbMMuvUZ2nHGIyCcs9YmStdSskcs3h0YbD66XOs8u/WpmwaLsRI5H4nJ9F5/zC/vqmKZ49pglUcPeGbbSjPczOQPt+ORvrb4QOy8DyLm28fdy77N5uPytkP0DH/m+R7rHv1lf9A5YXbqyFqz+3FPryDNV57FEn/CTaioJoo0Kh55N0qmdXqmhj5qTSWk5ARQHZ5KwYRTbUlGMlAlkZQDD92CpNffPLDEn5OPbE3YRvnKFpWcmy8N5Y251WUKT4Xico133Efk+BqMpxuKdzY6T9BIlLNRyhlGcCsBsRiGQxziK2aW8EGUON2SczDibrTZUHh9nbGBF/1Sx6pdgsOYDvVYNNXpRFalMxrQQGBbM3GlZA7ua0jOU0I1QcMCm1q6HtaYnG3sqCsnhuo0AkaMl/1TE8pjZKKkZOYhT/kxLkSSMozVBLpovaerViEL5PmPzmSz5r4VUctJjld+DC4WHdo3d2Km0LKVL+mCaynnpRKoSpvKSG/Xj4VRgOBWshJqNkOerwJ0TbXTQa7pEHrLZEd4iYNV4Q0qTFSBJXQwSqu8KbHSamI4mOIoLKZsnBJxOYuSOhyYzvI6Hw6Fm5Vj6z2O6f5rgJC6kgdBmq4bJdIrDUYaYRv8ca24hvqNUcZIei8cqwXam34+LOK93txkiyUscT3Mp0ffKEl2CVdpWJDHqdZarAEcs1S8KgcAsMeb4owUFVanWY5XHF7KBFMeuZENzKdmI2InW4UKvYJXAmosY/VMJx6mYPRwxKFYvSQsSCIhboYsmlQiFi6PRFMOkQG7KL6SRTU77C5ZKeQJW2SRnSrA6zUSZyo6YLd9BJwIaouyhN3GBxHHFPmGclvinJ48GVou/+suzuHRhabWQzy6aRqFu1saZolUWLpP9c4KmqFTuTYb4Mhs7ORn2+hPsDwZoFBlWWiv4wt0+vnF3gI2OjyvbHi53A3TZ7Kx1FaP4GL/2ma/j/sDHt2/V8PjjNXzyhffh13/n8/ibf3CEpzZ7WGvqRu2V+wMMkwBFOsVzN3poRjn+6OYYFxo+Lqx20R/F+PbLHTx1oYWv3TnGV2/flXHJRntMXPaaPoowwv39UzSbEXoND5fWV6Vpx869+2BPpenEw8DNpVnYOHZwZaWJX/n578SVG88gPjmSUsKwtQGstOG7TZTjEzi1C8inR3CP95HdP4KbrcHtbaC8f4LidIhASnF0w0rVsprTmwwq/5IOedowbM5DGKxollTPtU7Ws1jVbKYtYLEjQYOaCiw1AalSDB2nmlkX3GfgoFETVT9AHdJ0nMhG1/qMVomkZB2sFBUlrU74/bwIpSnvtIrV/5e9N4+xLD+vw87d3r7U3lW9TE93z859EzeJkihSJiVQQGTAjuQo4iJSiixZmx1HFsnIhmFLIpP8kwhIIsCAAwlxgMTWFluQxEjczcUUZ4azT/fM9FZ71dvf3YPzfb/ffbdeV/WwW/5H0hTQqK6q9+67y2/5vvOd7xytXOdw+BoWp5hMhlM4rNpLlYiJvbaHKW8zQe5mklizC0JCNJGjMS2qJJAK3qyaXVYHVc/XXGMBVKs2cyFZIdiPAYJNwZDad8VcKDF02ZpoqLbmnikzSRmumk6kpiim8DQTu8Ro4xuglL9z1LjRGlSJiRW19dj2JsCrSSSNuQoBWcoIvOPz37jj+OtHfuxjGE+GuLHJQL6Ney9ewGh8iK0bN7HQWcLSwjJ8r4aVlQ002gtyTkzamUjYNsOCZWqSTWGuzLcLmuBY5GIkqdQELeexSm2F9r1WQscG9/PM1jLIai96dpxZwG1ZOPY1NpA/CdC0x9VkxTAnioTtVifp4obbesTc+24Hst3uHG5JIkrnoH/LsLOzhf7gAAEL0Z6yK3h/uwsLWF47Je6/CgyUjMBkvM9Yugrw35qy2MTipPMo//444NWCqErenuloWsYKJ17ZFK78eQRlaGhBzcv9/X3RYeOzZXJyHLCqz0nP6NbnO7u48rO93UQ5ybxK5M6P+ZLEb257vR1gXj7PO5mwdw+sWqkFJuX8f4zx0MdjT/Zw3yOL6DZzkBFGqFlqXkbWhK+kOSqNrDafvYKPfviT+MaL19RxPYuQcx228Lho2vNLjzF7DlpAk/WCiTtje65hcSKu8sJcFdkl3V+41whhtlgvDJBjWUxlBqJpDJC9gAwstsBSXzWoiRQAtaHb7UV0O2Sr8v8tNOtk4KvzNGN8gqVcXwXK9ZS5Vq9U0QyqqPgJfu8Pfgff/f53okpiQMJX3SrhINdq907zQO145OvtGqCmO2pAefmF6/iT/+/L6O3vk82AiMm46YISnW1JxJnX5AJWiu62AP++6C/K/UxSnKpPUQkibI8IpvI9FTGpWvBHeON9i7h0zwaevz7EUy/tIHRrgNOQ5y9AVaYO5MyZGq0KHnrVJax067hv4ywa1S5GwwOMMw8vfvP38NTXv4wkaKLppxgFp4SEkldO4+YYGIW+spyh+7JD0gmf6XSIZWcLrzvvY/sgw+ObPoKlFYDxNqpo1CpY6rZx4ewGHrxwHmdPrWG6dxVLLbZjM+Yja7CKrc1rIp1W6d5TMM2OrE/zgskywQyCavG6AviyMZIwQOR15XVeJYBK2vC2vV8MP2ctwNJ9KKZDiTwP7ovigSEy60cXg/JeONvHtDCgf9O58Y9/+ifuZDkoXvsvfuWjOm/NcSiMIbCaaemerXszSZ7y/lZeq8qFqtlePMeKFMajdnXqe/l/E/+5NE6Lsbi4iHf/4A+h0WqpbIiJ/SSa1YpIcf7l+1VeR4s9xMROs5sz64LT1p8y6Kqv0mPOWrjLnyFMXjMe7HcFzvTcyV4W46zxWMg/wj4mE8m04LPATIMs5vWNzgL8ahW1WkNMltg9ImsQDaGMydeR6xCTUzUhtWsfT4VzkKfsOmxJH+Bwfxu1oIJ6lYxVNcQuPydrlma7u+wYmj3X2fOZf446Bs3YE+MqBWIdlwZ1GpfL2DHGWEowKG1+9lnrjS6NWQOIS05xMhBb/ot9LpqJ6LGOtNgzdqFEmpG8knspa5eSxZJUixgypMz56JBQYFOUyWj2HKeiZ0td8Zh5BAsfzN9p/t1pY2N9Del0gr2Dfbz40ksiD8O5LeMiDgtgVfV+lWGsDPSjkgDlcy9PZrsH/Ow/+tW7muN/Xd/0CrA692TLwCrBUU4wgmECrFKs3gCrZNTwz5NIteAIrFIbKPBVJ1XAqYgtLr4k5wRpqaXKxYCTmYAU3894xAKrFdFo5caobDwCq0lCxioTiQyHE7I4HVmYhuMQ40RrGAR+G77qvNI0aDCNBFhtCDAX4SB0kcQZ/IDtKfy/0hsXGwxoPGGNEshigMUEmcEOGZOLzQpqHhMFA6zGiegcCdBHxmpA3SGK8lN7NAfxQwabNL1y80iugazebsNXYDVNEZKtxfZvn4xHMkyVqalVHhX0po4p6/8E7gisjsNENE25sFAHlexTWQgMsMqEtlOvSJsVgUZ2IA+nISq+J+AeMRsCq/yUg8FUQEhqUS3UyPr0MIpy3Owl0pa32KQJ2QxYZQVWzJtcNWfKMod4CPpk/To5VrsGWJ2moruzQGB1GimwSh2izBV9Ue67ZKhWfQ9bg1AMswisrjQp8xAaYFUDBDKXCZITGCcgT5CTwCqNsKiry6fG573YrguLeH+aiEQDGRHdZqAgZRKiXq0IWLE31Arz6kITIGNVTNU4BmkiRXkDla0geC5SFWQWW2A1YNuyPmMefxSxdZmSDARdCazSZC2SqmABrFKb1iWw6qFJBi+B1eEUIxYhqC0jurwWWKV5m4cGKSRJigmlAChzETOf8NA0wCrBYlbUyKqOHV8Mv0Zxhj86uFtg9ZeLmW+IjvpzsZOZIMYEMkVMa9hH9s2cT7GfYpql+FZvE9enI1zuDbF50INfbWK1GcBJa/j809uYRj08fLYrrJil1Tr29hI8eM8y9nYP8Pkn9rEzJVs6w/e8oYsfeffb8dt//HX8u6/t47UXN7CztymFmtivyr0hcL5Sz7CyUMWzWyE61RrOLNXRG2ZoOREurtbQCUIcZCku3xxhawKEWQVVj2zrCM2Kj3NdZZePyCjuhxhNU6y3fNzbDLA9nSB3ldEd5zk+8B3n8QNvv4hJVMGV3Ru4sH4RncYi3KU1CiXD7Q2BjfuR0/Dh+aeR3tiF07lP1jx3r49svy/Ou15G1pDoaqj+KeeaYXwq3llO8Gbg6FEgR9uNZC0lq6gc0RQ/KPCnBAQbEBnahyQTCk7O/tmsVwNaAUdKBxaejWmP11DH6LlaVoPVHhLGqgKroOOqYRNSCsAy2cDiUprAoSmBAVYJtObCBOFcE6hS9UsJrBLYKyr1tn1Hr43r0cnAKq9dmaVK4DDC9JacK/EjK9rm2oRfXwJoDVgrTFb9gwKrlr1rZXH0lundNExT1UvVoJ7/J1QhXHdhNVALXDVX5Z96b8s+oG1mlvFHCYG7A1b/3o//NwiTKba3dzCZpLj3wr0iGXPz+nX4ToDFhSXUq20sL59Cd2lNmT0CrJqmdJNcqUP7THu1nEyWQVCumwULRnOyY4FVxR9UF+w45uosgZjXYtX7X6w7jiN7ffnncjJ1HABmfzff6nUc0Do77owVVT6+Pc/jAuOi5e4OombOLU2McgFWDw534fuOxCxMAPlUugtdrJxaF704BZ1mGpvKrDya9BwHrM6DA/YUjwNR50+/nEgaSE8L7bY10q5jJXa7Tid9bvF0UgCrdA+mbp6A8FmGtZVVSdoJIlgztTsBVm/3PIrrkETt1sSQn3nc139uYPWke//d7/iOOxgp5Zfagg+jRXL5EuxuxXjy2W286TvOo1llQdgm07oWMfYUSFWWQgc3n7mCn/jgJ/DotRvK4LHAKtcpU4DTLglp4j8C5gvQYIonnM4yFtIMYTJSzcmE67mufMLul7VdxwIBRGFREYAy+plmhTWAvRLSKcHFohqNTshaJdDR7iwYYJVSAEvCWG03W4VJ1Yj688MhRtRXNZJjPH/mMIwpK36GR5/4Av6MaSq2AAAgAElEQVTLD/4w8hpzFS59M1CmzFK1zujluy57r+eq+Yxp/RWpH+QYjaeSe/DayPDj58aUWOA6XzChjFmh6HGygyGVDqnRZCT7QhZ5SA+uw3XHiPwVjCcRPLeJrc3LiA4u4/7TAR6++Ho4wSI++5WvY38cw2+uYBRSfikUbwxKorlI0W37eOfbX4eaE2Kp2sCIXgZkFHsNXLv6BL7+6LOoBS20/QR9dwUD5lWRi6SmUj0A42XqwWpHHXUJmVN180O86VyGFzeneGanDn91DdW6hzc88DAeeuAS7j13Fl2R4oqQRRH2N1/AYquBar0truQkoxwc7qiuZ2PV6DVbnf9itz06Lwr9CVM3LmmfFnNLUyndrXWRNI0+Zg+3QLkBWRUIm7X5l1v8teisX9JMb9qr1dhJC5CCvYsB0YzxqbGZPYcc/+Rnf/Ku5jeBVWmXFN1MnScqU2Q7R/RDhPUsxrvmXOdMH8tr40n7t+zJZE0atrDet1uB1U6ng+/5wQ+A3yVOtCxZvdMWBbMP0JyRCZBKd8E+L65Jsy8D4urDM5jt0fzG7jf2PeU11Wq+6vMqYYOG0amFEgV/hW1IAI/AXJJJSz69QUgKCmNKx3GOmsI97wlBV78qLNc6WfFVmuhVUBUzPRq+UYdD4ySek3S1GjmoPGKxKkE4pRTAFiqej1q1KQzS1Oih6huP7kMij8H90L6mhFvL2DOA+y3PlICqkULh63IxuNP4wMbxEt6r66phd2pMz+ehKZ+OJw2By7JvQiMvTJ1sTFCwOqUIoWxuro9iFkXmN/1lIoKlStaTAsZUJWP0vYqP8P9cC3m+LJJxraB2tnynWbXIzvliVsb9hBraBMp7B+yAmWDQ6wnASvbxe9/3/ahTLnAykZji0ccew/NXLps5IwmYdmSYNUH2KGOwKK3+5U4EM6mlU6pU6LXj8Mc+endyH3e1MPwVeNMrwOrcQ7LA6ocfXpFFR9qmySLUHFknG02eRJvSEaCLgUmVRkuuMaBi6wsnTkRdU9XJIZhJTQu2SHA+C/BKMxgRN/dACdeKl4vkADdwsvvE0CgmsKrCw71pKkxSVp7HkxAjFtjFO8dBk1IAdU+0ZIZhJC3rBCUdAqsMFMhoFN0fsmmVsbpQVwo9wUgBrKhvR6ORNBXd14VGgJqnbEVuXPz90AKrRjRbgFWwrZws2zlgNSSY46BDoyNW/BJW84kROqgHAaq+miRRa0V4mIqsChhJN3vLWB2HNGdSEexW3RdmpSxusnhzoSGDkt6v1ItVYHUcRvDJeJwHVodTASFZlVuoKrDKFvvNARczYKHJc6VBrG4MBFbJWBW2mhivuIhjB/15xqoFVqvQtgu4aLEtLM0FEGcQv9wMRPd1uxehF2Zo13wsNwKEcYKDUSKgIgPuAlglGJwSWCXAooEqtUl5mwisdhs1CZwPpglGZCSnZKwqsIokRIMLcUZglSxVMlZbAsjxOqk7S2A1zqmrSxahjiMJhAXM1fuq5lUMvFVUn2CmR8Zq1RVglYHwwSgW1oEUbbkfZQRWee8JrHqYZo4wVscEVs2GSOYyK5ucEwKs8pkmCcZpJgxiyjbw85sVoEOpAI9V11QqnIlDMDyT4/37uwRW89/4lSII4H8KcHUWEZY2VNPyVLCrSosGgWgvxGaS4anRDeylU3yLoGLKxMNF5CQYhR4uv9TDPWuUfvDQHwF5x8GNHQdnOz14KcdAgBuDFC/c7OND770H73v3W/C//snX8Qd/+hIe3jiF/ekQB4OhaHdRnzKgWL2botOsYirM9hzri00Mxh7CZIKVioONygD+YgPXBz6u7g8Atw4nSVDNY5xbW0NvGmI4GiDMMylc0FwiiCtYqIVo5zHOLFUQN3M8ez3GGzcq+NG3n8O50xfw6M0ruLh2EadbHTTvPQ23vYbR83+BPA7QePXbkTtd+NF1pIcJ3EoNTuQAhyNE2/vwDsfwIgKryvTMCZg7bLk0dav5HF80V2l4MQO3TkrQBWg179cQSgsGiiraFiJObm3rm/1NI0gqLDDplpCqpCcowQbXp8KcwCYpBCxtu5hqDmkjroOc5lQOtTuVwbFBnW3DHnVST1tOORenbC2kFi3PyTBaC3WDGDkpV6YtS09YW9Atk4LAqFzKvHGCEdCXPxaMU3PRBjBVhp9BQ+WsZy3/CiIbllehJyw0oKOta8YJW3cBLcppaz+fmW0NA2IyU+W6FNjgmq+6qlZTVTWf2YBrg1W29fL/b78LKYAf/dDfR5rGODw8xNbmDtbXT+PU+jK2d7YxGk6w1FlEq7GA7sIy1tY2pOmX+5Jt1ZU1wbBPy6zSMktCQFKjBcZ9t/y6skbYUWaFAogWWLVB6jy7dcaa0ZbSeUCMY4pmKvar/Pry746LQcvApwU07euOFjA05hFjuDl9zfmfy59zHHj3cn+358F7uru7jb39bdE1J7AqmoN5jk63i9X1DdFMs8DqkSDfTP4CAJ5bSyxgf9w9Ka8px60vdkzq0iBKc0XSpazEWbWizFgtH8sCq0yYLGNVQPssxerK2hywWmZOvTxj9dvJNex5zT+f2zFW5xvE7+bZlsfWced598CqgkfKYNPOsStXBuj1hnj1604jcGkMaBh8XPYFWNV1yuM65jq4/sTz+MiHPoEnbmyKVA33BmnjZwrLG2PlZQyIJWVt04Lq+xUjn8Tk3RiWMO5PpgKqRnFoGFsE+gja6voq7fACrGqL6qzQMmM1KRua+5nqDnp+AF90VutoNttoNbviNM0W3na7K67PqvvoY++QBjdjTKJQugGUteXCZVwmuooDHA6v42d+8ScQugQ9dW+7dY1hPjBzmS8/u4LHazwW5Hp4bHNfZX0wADLnKvUehZ1tJGJmWoCOFHsp7cX8xCNjLnfxzDc+A8eZ4ME3/6CApQS9vvXoV/GVP/sj3LPWxLmVNeRZBde2bsBrtfHGd74PoeNikpCsoR163FnCwTbi/g0Mtl6AN+xL3Li23BTdyd1JjHFwD4Y0Ge3vY+ptKAiceTiMx8inMZJojDSPpNuHbOQ0mkix+PxqGw+u0hOgg9/9/NN49VvfjDe8+c24tEB92xzT8VgcuaU45LkYHlxDMukL257sv1ZTwdXBsI9g4VJhhKTEm2PIAmXK4wmFm/l1vwzC2eMWeqgGxGGsnwi7WsHv8npKrNKCcbZV2+5T5e+z92gXYWoMjlkQ479PfVK7w+70619+/GOy9xBYlfFrgFXLPNTxasCgQlv1ZJmd8l5r90C7b+p3cmLt+3WPtnIvLJzwWii1QWCVhnFyPCEQazxYLu7NP8NZcfoo81fWpOJxl567eRbH7UtlIsjRz5k9w/J+Nb/+HolnzJkrYKZznaAg1wPKQND0bjxV8zuCr3GkRsgFCGf0pTn3692ugK21egNVsutrdQSVqsaVLjAd97F14xoqXDeDKsbTqRybX8zHabLFZ2tZk/YaZvGgMTg1cL/9vb2eo2Nb2bOyjgq5gEQe4wEgRX2Azbga8tr7LoGxYdPP9lwFP03cKx4BCoxaMHV+Ttm/a8u8YhS2rV6KEqZ7ojyHrL4sQ5h6s40Ll+7Dfffdh1q1KhgEYwaRU5NCrGGjM1gypIjRqI/xcIhrV1/C8889J699//vfJ7EU9aypDWwJAkGjbhDzmsEXIiRRVGgyR9OJjHVKidg5LAZ1wqJVktZMHkAZrj/0dz50p9P7r/XrXwFW5x6vBVY/8ogCqxzEBH+o1znDXMi4mQGrdJmvVFw0PGqJOKJLyQnN1nmPgJFpERLmowCrOnnJECWbkixVApRVl8fxZaGdB1a57B1OE9ElFWB1GgnTzAKrBNpovmQZq1EGqU6TbXpIEykyEE2rYiEFUFcgNEoJZBEs1pZOOjsS3CPTtC6gWiJBEYO0CV9nND9FK1zkUPReEFhlOEXTKwK6w6kBVhsEnfkaZVzyRtYDH7WADFMDrFoHRvoBs9qcE0QmY1U1Vsmm47VaxqoyhxX4VgCO107NVogUwCiM4HkO2hXvCGP1kFIABFarFSxWafpF7VIHm0MFW5baZNcSWFUwjc9LAwzlRBDIILAqUgBujrVuC5PhGHvTTLRYl+ouIjKG4aLB4DoD+lOJbrFENqzvYmsQ4zBM0a4qsMpxsj9OpC2fJ1sV8yqVArDAqkgBUOcIbD8Dqm4mLF2eJq93GMfwMpUHoK5TboBVPs+9oVL+lztNaT1mxEvGKlt8CNKplDADYwOsxolsnpRYsOZVfB5MCISx6npoV3iOylg9HCfIRIjXJOIGIG6xxT/wxIzsYBRiwvkkLEMgyhjgJyKBQWkHMlZpZjDNMgwJrJK1zOdKA4EKUKf4eUw2CFMYV9jQkzj/SwOrxfQ3iUCp3H9bYFU2dan2uYh8B48P9rCZ9fH8cAdXtw/RNJpBl0dTXNsDmpMaVtpAGiRInQa2RxN4uYNp2MNCo44HVz188YUIB4MEv/T+h/He73w1fuerj+I3/+/H0HLrso4EVYLhkRizZQgkcGjUq1io1nDYP0S7XkeeNxBihIZbwz1+D14zwOW9GL0JpS5qaDdrWKy56A9GGIxToFJTjeM0ljlHFdTA8XCp00ZQTXAjnkjR4ZGlAG9Za+Bvve11mDgj9A9TXNioY63bxsK9r4NTydB75luor51GZeU18FbayEY9uONYmCqErLz9EPnOAPH+GE6YwJfxDiTCiGZ75gwY1ediGasKrB7HmLMJnBA1ymwsiXhNq1aRcaiiGPXUbGCoBiWmdc6yiUx1VtrQtJfHaJppACaBmGVxkulDNrsNzixjlaw6Ma9SZiIZq3I+AoKq5rawx1m1jkMBvOU4li0rr1TGqhB8hbE6A9JsT79tZToOWLWBv23j15O31UGd83LeRgfQagjrR5faBi1vRYCBsn4kf+a9VHCUQITVSeXaIochM91qpgpAa4HVTFpVxaSKhUcWG2XJ1WBY7zOLL3cHrP74R38BYTzCdDLG9evbqFUbOHfPGZEH2NvfR7vewVJ3BY1GF6ur66iQoSRyXSY9snqphvmgjBZlPUhALGwJwz4Vfa85YNUUmmyr8CxBvRVYvR2oyvtgP2cWqhhgxrTvlse9/f/8d3naJmmfB1ZvD8oqy+9Ovl4OfLPnUj6mBWqZ4B0e7mF75+YRYJXjsdNtY3X9DPzKDFg98lm3AVZ1fp7c3XA7YHUeVDUz0zALOfKV7VIsM0f0mGefeSKwmmdYW10RYFVAP5EQMVqcJY3Vo/dt9ky+nfst4+iEy/+rDKxqZqyBB4vMjz9+iOXlCs6ea8qeRjsiXcDJnqTCqvQaFMDq1W89K4zVJ29sSceA6s5pC78k5WbJnAFeWj2W+e+RxWUMCi1bWQrVIahPqbp2eiybkNr1U0pw1vWaoKSv5AkFNgxriuuzFCA5JgJ5DR2lqzW2/DdQCWoIKhUBLxTAIPkhwyRSbTwL9ds9zHcIBHuYhD3U2xl+5hc+isPpSLUJj0gRzJR1qYZ67FeZRSbECGXhytptmGSFAQ/XHeYYGVlbkayfBFJk3MpeS70/dr8F2s4a9fGVz/wrJOkAr33XR6Uo12l0kYYH2LvxokgZLHbXpbvl5vZ1hE6OU/e8Bm6zA/aFVAPKfnFNzhEO9vCNL34G3VYFaeKKtmP/4AZqrouVe+/Hva/6HgyHVzHYuo7Vi28WQIJ5X+hECBAIMJKwY49SPGmOy889gZtXn8WaH2O4ewVve/t7MYqBvUEPK+cfQUoVXzKTjdkt78xkPMa1x7+AfLiDRUoGiAu6g97BDroLS1h+1XtmcUXpZhdrUsGcNn+U+KMc75RoqpKjqFmOZVOKLuIcGFRu+ZVlwRxP13pdeyTvMS39CvAfZatZAEnZ2WpmJexXthMbFh4B7t/61D+/k+2jeO2vfeIntahn9lspXhZM0nI+bvZDYSoebYc/Cpwebf0vr6fWmZ7PRd9jtTh1Xefz5DUS4CKwurS8rGPXPAt5kYkV7QXofTVg9XFgeambQRmmJSkA897b7UvF5xSfYQHe0u0251QuKlrpBz3lwlG1JIGg3E6bC5HoJexTMjDZfSTduAqax4l+J3GMHRjCck3t8whkfao3aqjX2Y7vYDIdo15ryrUe9vrY2t7GYDjAVAz0dJ3jdzIyORdtUVfNklSLX/JMc7+szqeNGUXfl2PWZ6elrp1iiirj30YA+nxZmOZxZa3m9YiGsLLpGdHOYrYZM1o7IOzDto/cSBIZpqy9+1ZXv9DVtgUuh+ufD3g1xRe4rge8VzxnX2LRxeUVKSQLo126ZrmgaIfx/JeOMNWr5rzr06Cw18dzzzyJ8WgkeX29pjkkgW+5r3JfCMzqGOV1k13LexBOp8q0NXPYAqkid+Sod8Lsd/r/D/7UL93VHP/r+qZXgNW5J3scsErSKUEzyxzhBCWwynYTsh/JKg3Yuu0ru5WAVBlYlUFM4EuCMa3aEoBkGzznfoXv4Xc3R7XiCWOVbf674xRhSMaqL+/tTel4maNZq2ESKrBKsJPvFfMqAquuh8EkFECPrvHKWPXExIoVYS46FCLnQrPSZNIWSCs4K71knRK0InBKYHWhWUGDbM2MTqkMmmjcpDp5No1gizzB4TRz0adrfeZguU3XcZpXEax10aKWqe8IwEKNTM5lXjNlDQjMWWBPHwWZTPxMBVabNSMFECZyrWVglYsI03QCxgRQGRPwWP0pMAhDuWd0plfw2peFqQBWKwGW6mRUQoHVAcEqGkoFwh4W0wEhi5kAowBWHcRWY9UAq9PhBHthKosfgdU4jAVMbHDjydWIjPePEgmUJ9geqsYqWZ8rjao4Oe5PqHcq0anc+xmwyjYdgiueMFtp+sR1nbIR1K5lW+1BCDHT4g3iM+N9I/uiaRir+wRWBTRuaOuxYawyCCecLMoOhoHM8xRmaES9YF/kBMhklZJ9ibHaMsAq5wGBVTEHcg3rgWA35Qoq1E515bp640iAVV4fPy5M6YieGI1hv9BYDfNc2vxpxiWutoGDTiUX3Viym1WuwpWxP41z/OH+ycnySYs2zauyT/3Ksd4nZa1KC9oVTEPZmDVBt7o53Op2EeFKMsTlySG+cvkZqdgvNtsIIx9X+lNs7Y+xHjRQqQcY+wEODiMBtRmILAQ5grqDWtXFc9eGSPwKfvQ77sWPfNdDuLK3hX/8r7+M3SG1b6lpm6HVqJDYi8EkFuZumidoUHOQwbOboO13kTpT+E4DF1qhzPVrY7YEViB+uUGGGpNLbpqi3evCCXyMQpoksaBBozAfSzUgr3J9auD6/giduo9Tboq3PXwGtUaGl17cwtvfeC8eXF3EuUsXUO+cQe/Gi3jp2hO4/4HXo/6at8H163AP9hGPBxqghx7SUQ6nP4WzN4Dbn2jA5qsmGj+7YJwW+J8yVpEfn+BJ0GchE8tWFfBeeJEzMEX+psAq2/NUXtS0exqmKw3zyCois0fmvnm3BNommiuCX+OQyhZKbb3TESEMVgZsfgUgsCpoHYFVyrkYj3GyqKjVRo2j6RgOrespDUDnasGCrRUCmeRabJFkvsRQlDFpDBG4n1jQZAbwkuVnA/symKpIwZEqPTc0OfdZomD/zu+WwWvorUcKDtalVMymBERVQFSLUKYtjL83T4PBOe+UmFcRRhUjO2tWxT1G75EAIAbzftvn79y86qM/+08wGO0hiUPsbB0gnMY4vX4Kft3Dzu4+fPhYWTyFaqWJpaVVdLuL0vk5Y6zMgC3qJ84naPPtZ5axWmbCyIibY9JwzNlW7yJxKTTdNFmeBzqPAqszVlFhYGIWuuPeK8+1dHx7Tpq3zY5VXiuPFihs9+BMs+/lguE7kQIoJ448Ls0Wer0DbG7dgOuqfJG0z2UZWu0W1gisUgjaAAcWXpShbosBBuQuOjOLE751r5j//JN+Ls8HSdKMCqeCrjO3XCktm+Bo/ljRZCxSAJaxGkWhjg/kBbDK0c/k6nhGWBlMeQVY5TJN/XcLrA4mCb7ylV08+MAC1k/VRIqLeptVSnA6jGHZ6URPGAcepVc8Fy8+9jQ+8uMfx9Nb21Lsor4qco0FydzShJ370kxTVOAISXjZzaOAE4tiduGKk1B1BguGjzH9kLVtxlCz3uZ8P5NdOyd1fMnMNRIw/EadVY4LtoEq44sgBGUx+Dth4nJNNXIPpjQl49TOf+lnc2muOsTZiyv42N//MPrjEVx2VpTXAmt2Jmd7q/aqnJmw+Uwh3RSc5D4ZkyBlVem94ZrPOLo/GclVkb3KNVD2FtdBQg3/nMk+maYxqkjxtc/8DqJ4Hw++/Ufg1haw0FrB+OAGwskOHC9ELWuiUmmiN9xHTkLDqUuIpchJ4kcsQAU3UydL0NvbxcLyEhA04Ds+RpM+28oQtBrIYhcvPvpn2H7pObzxe38YjVYTaewiYxJAgoen7DTu4wRsr734FK5fu4LlZg2VfILz51+F65s30Rsd4MwDbxFAh+uVtCCT+SeGZim2XnwW3VoFrc6SMMPGowF2tm/igQcon7R25NkLiC/jpGhdKS25do8+Ke6179F1yQIgZOKqLI/piiniGe3t4WfaPc1+GAEZ+yXsaaMTKYDLHJgqgKrosaruo+p5TtDvD/C5/+e3X27LOPbvv/7Jn9IBRsKHYaxKs74BeMv7DJ+7AFkGeDpuvy7vheU9sShilaQA9HcEsWbAqnhCBAG++wd+CCsrdEE3xTr7KI6pP2q8aENEmzXMLtfOOzMAZn8oiiuz52yPJWuIuQflol9ZfuGkG17ek2ScmThX7o10XhigzeCq6pumYLstTgpP2MSM5TUrCdUszbIch5QjGY3UjIvgXoMmeg0sLi3JWIvCSI22JhOj/Top2uUVZNX1Q/Iwe7289pLMEs+Dko2iCUwChxgJauu86sNWZJ2gVIHP9dIAlAodK/MyjiNh5BL0ZU4WRyGiiepkH2XPanHSnkv5O/eL4+MvkgM0NrYsfdF+lZyDbdCymAqJyLJWBUDldQQ+mo2msKSpo00N7WajbQppFcmPy3i9ZcJSb5zt/5//sz+TNaZa80W6gnOSGqsHh4fY3dtFrSIbo857Yyyo60Np9JjiXzHErfmdiR/tePqFX7674sldLQx/Bd70CrA695COAqtqwEG2KgHTAlgluEjDjbwErPpkPyqwSkBKnNWjBC7bW8j2TGj6o+xKYYjNAausDhIso6YhAwwCSwRWp9NMgFWyXdk+7iQp2o0aphGBVUoKKLBJYJVt8qxI9wmspgRgq3CzGPuRK8CqODUaYy1O9LWWVsrJhKQRUAGsxikqHrVRAzkuGau2hkVglGAaQwZ+CbDqMqBz0Q9VP2+1U4GbRmLAFeUe2lVqgpIJS41VrcgzbmnWvFuAVR6Vmo4Udq4FBliNUoymsSTtraqaVwnRiqwv6nn6HjoVBp3aTkpgtT9VYLVTJSitwCoXBzWvosYq2aJsQXcwSVwBVtm+ukzwk1XSY4DVQgogIWOV7Es1rwrHUzGvYpC93OCGEUvLepOM1ZRM40zaTAms1gIfm4NIQHJey2qjIpuLMFaFeQHQv4waqy1qrBopAJZMI2kzUxSUmrUEUQlCH0xzjGmEkyrYSmDVSWM0RSqArfrkITpYateRharrxuOLlqpx6NbASgEkslVpUMZ71GALAmNr4whopQAIrFIbmIHU4YQC6NworN6jhuOUcqAsgQKroejBCvrtkPlMYJWGWCoFYM2rItFYTTCOiEuxWOGgW+X9IBuDLFVW3z0DrGb4g727A1bzT39cN+y5t78csKqDXkEJy3rcbOe4vH8Tf3b1RVzdHWCh2QC8KjY3I/RGIbyc87KKiRdiQAbDlAYNmTAZ7un4SKoOrh7kYoLWarTw+ge6+HvvOId2eoh/+UfP4PHr3OzqyNOpMMiXOwvC/D6YDKR9HXkVHtmC1TFO1xeRRKlo57YrKfII6OUjIK4K0yvCEGniIOK9pwEdEwbR4tW+mJW2g81ermwNbwo3ddBLPFRQx1o9Rauao9X2UYkiPLCxiDc/cA8uXkhxevkcDqcp/vRzX8Qbz1/Ew9/1fcDihmhMJ72ByFSg2UA6jeCRHX5tH9m1PTjUXBZmvThcIKcsQME85To5A1bLwaQNko0QnsalJaMd7cg3mqEWhZGg28W0k4urq1uvUIdFk1dGTBO25kfyPef3ODUgK5MsfoJB+kpBpZyeDhpNhOUkPOR0LrfAKlxlrEqbO19F2QsaV42RUWcxCaWQxGtnYUqlZyV8FfBX8WBNPNWAy36eMnKPA1aZUM6C9RKwesQfgQFrSf/LlvRLJhcc5zTFMwcrxrwSIXi+2rpvZQDIaCCrP+VzFEMrbfkX8JShLNuxeCf4uGXtoRyJaXulnIBxkRU5AcXT8M4vPX7HodRP/+IncdDbRhJN0Tskw3qIhW4XyxvL2Ke+5TDE2tIpBH4drdYCVldPwav6GmDOJZrCPpoDPK32qh2T81IAujceNVqQYNqYWt2pFEAp4yrmBxsXZ4nvzMjpCDBqXnBcIjkPrJYTGHtci5nYv82DtMc9mOM+v5ivx7zBHpvfuZcPBoe4cfOazF/GUlKITlM0W00BViv1RqEPNlsTlFEjCZ9hzPH7recyl6iWzmceCJUZb4sOJsGziawF3jSxtMCqzktZy0rAtf0/Gavb29sCrFJjleZVkjzeAqyqs7YFO8r3bnY9R7P4k+55+XbPM1YLsPg2Gqv/OaUATprEd2texeIMNcntwr/XC/HZz97AW95yBq1mhskkx/7+ABsbbXS7VVOwOgqsXvnmUwKsPruzLcZEKhPDlYp16tTsi/xJ1DVnRQquB9RYtQw5goNCGWJuoFp6bP9XF2WCWjSfnOlHC2BhmIt8kmUQQdn/qutq2+Q4Hgi4yz/pPCNRgME510xRypN9h8eiMEHxVTbcol43u4WSEI+87j588KM/hsFoLBqu5bXAzvEjgIYiLjquZctTnWgx+rNMPcGBZ+z8IrAAACAASURBVOOSMgfMdfjFfEgY/yVWnxqimM4w5iUIhXG7UF/G83/xVTjOEBsPvwmHU8paNZGNdqUVn3tHu9oEnBq29zdlfzlz7iExY5UuIsbvzA1k8SIAXkWYxuzxkRptTPYvO+PyCdK9m3j+if+Eb33jy3jv3/kYWguLqFW6Iq3F7r8s17HAOIN51uDwJtJ0IuB2LdrH+vr92Oz1cNDfw9LaPUjzQAFje6No7OV5iJOJyppIvMBZRf1F+kBQTusoqF4ANsey7E3mZYqW5TnF+xnFU7mnakClXXiyV9HIeG4v0M8xxebS2LbPX4yHbGs0c17DYiuzU60+K82QBuMxDnp9YSIeHvYwHk4ltxlfvvPCKE9VGauuMIcE/ClJAZTHmcrVmG4TU3y2a+f8GloGw8p7uvxfugHLRdQZmYqFE14r7+W73v8BrK6uaieHBb+PA1fLCNW8VJN9FkdQLGNMVmzqR1fMWXFv1h1R7DPScTdXBLFzv2T0WAZiZVjnvLcG3zPzW4oBEmcaKSgLDsv2Zn0JbA5U7tYi6UqLSCy4DwY99Pt9mYtcz4g11BttrJ8+LYUkGmdxr7SsU5JAoph6pArci7kW2ZPmvsuzU4zXFGX0enUdUXkpBTA5VmfMfxbF+NzIgqUMR5V6pfUaPMqUyf6r4K3qoIZI4gjpZCTsen6+/cefCbjO30M9r5n+tsR5hiHOW7awwMJ9V86V4Cb/JvNGOhpUX1VICVYmRQyqjEmVdEix8Kas1mZ7Ae2FLhYWl9DtLKCz0EWr2YTn1SRWVt35HMl4hM/+6Wfw/HNPIctjdBcXBFwlSMv7+tLVq9jb3Zkxqq0Br3geWNm043fs+TyMr/rlf/rpk7b3v5G/fwVYnXvsFlj96COLYIs/kzsCowSiyCgquESJ6sNFCUSflK8hsOpRJ1UYq+rgrtT0FFmi1SGfiKKwecgiZRKgYCwnQ8WhARWp8Ax+MnF7H45pvh2gWaMcX4IwAjqtqrh+jkOyHB0Bp+qBg0YA1Ks++mMKUAO1GkFCglqJALWsMlc8tlSn0m6/0vQkkaE0gLJWlbHKlmu21VMKoFslt8fohGQZJpkybkW7SaoZxhAgzdAPHWEirbarqCCVFv5xShMmH+2Kq9WpRFuU6NHVoTFOpqYlpOtb6XaptBL0MaZUbK0XQ6MUaDd8tAUkpa6rkWpwPLQanjByxek+ynA4ipCRyRp4cg/IhCGw3B9O0Q8VwO7UAtEwSeMx9sbAMAVWOnVUU9V90aYxkfgxQSEDI5U0GAqw6mJtoYVwMMD+OEfqB1juukjGY2S5j3qkLe39MJTPXmrUhKm7PZqiN6YRmSeGQ6PxBAejVFjKXEArXoaqC7TrrH7HMhbYikOnv0msgSulABZaFQWLR7FcE79WWnU0KR6TpbKBUBdqZxLCzx0sdQjITxBkBEwJoGYCwBMMsZUrMTOT6l8Cn4xTtpoxyaN0RRrKmGOQ06lxTjAgd7A3mhoThyIPkHMhW5XSFTRGI/hKXFVbjVy9JhpiebwWT5ixiGNMKIMRJvIeFiEI7HcqHNu6AfP3NDcbTAgeAr9/l8AqPv1JsymXkhDKHcgztyDZrOObiYSMUTKjmQuwBYYbWJziqeUJPv/442IS5SNAq1PF7tDFTn+KXhjifLuKFw5inF1PcX0EhKMqDvtDCSzecfE8FhoO/v23nkOY+jjV9nDP+jLe/5rT2B5M8Vt//iiSqY+qr63KDJY5Z+kszeBjPJ0g4YKRJmgGFSx22wKEj4cj7IxiVPwAGSIxcmAlt+IF4sQ+YttOmojeERMIsmGqZL94CcbjUNgfkbRnq/5u4DjouLmMh4trbcSDbTxwbh1nF4DXXljC6uISNod7uHljF9XqKbzz9Q+jc+Ei/FYd0XSISm0Z2eI9wF4fyLaQeBtwd/bhPv8C8gEJ0cKnRSwuyA4CskSYhLguQhZGrC5queVfHh1RLwU01ATLcH3EFEt7uMg8kNiQi06jimylJiAzpP1SZToU8BeUGqA23XiI7HAAZzCBx+qIRnAFhiqAIpNFs05YJrOG91xwGto/xnNyMpxOKlAUnPsA2d8JnDhCHk2Q8zvbViXJVJBRAmaa8zkZXD5QCSg1mSYLicCj6qyqPqywn2SZVh1BscM2BlLKfuGPZPCYW1Q2tTKBlOiASaBvAnQm7HLjtGNBkiyrqWreLwUu7gfCVtJWUAFS5VBkUWsQzP2C/9i2qWmnMqzkeOa4bPsXbJesdjGN8uFXArzpD79wx8HZz/7ir2E43MdouC+B5ebmFgK/hlMbG3Id2ze30G4tYGlhSc574zSZ2AuSPGsXBgFuNQijaYwwCgyDp0jIjAarykvMGD/8vzwRw2RTlo2uM2WmK3/mayyoYn+234sA1rAhyuBHWT7ABvpFMmnaJcs3rUgozfMoJ5Vl0FSLvtyHVDeSXSaeo/qIonVq2HUCguaWxaefJOdn2OLl5EfuRwmgPPZhCkDGdSjAeDzES9eeR55HCGqkzqshBPUkT61viAaZ6PUKRUOZZaI8YcY/B5obePA43z1dF7KS4+/tAFR7bse9ZpbYGg3hAmjS4kKh92e2lPljMKna3tpCk9ItBwcCgnDesCC7cWodrVZLx5HRwrftqbcDTef/Zuw55kwAbz99bCJox2fxLGV8HjWFKY/BeWD+dud5uzO4W2BVdmkBqtgJk+GFmxl+7/eu433vOYNadYL//TefQt45jf/6g+t4YLUikjOeLJL0MXCRuimufO0ZfOhjv4IrWzuyB0k7iDEOFPBcWvl1L5FdxuCGYmaVVwvDNS6sZJ9p7KqAlibNBFSNC7MM0lm8YecgwUm2mtt5fGTczJnyzFiF3NOOPhsr6WCNqOzxizHt0Jg1xTQa4eG3vRnv+eEfQjjpoybP2DJvZ1C6DGlW+Y0uoIJPFtwIjDzNfNHJAK5GTbuchHvcv0r7t5Wv4SfGQYo0jPDYl/4EzaCBza3nUYGHpaVzeGH7Mt79vh9ALeigt3MVXhrBqzZF+5+dNzS3PXfpEQxCavuz42+mA27HtgAdZu8SEmTOlv9tIPGwu3cdz7+wi1e99hEEbo5ufQVU7+I+LWx5YdfqvjAa7om8DNl3yMdYWHsYV559AtPhdZy/8GohmJSBlfLcKq8tZXBGur3Ml31mer5aHL11jiuLsDxO7LNPY+r76nkTEOK6y1jRr3VFv5z5qbDrxJCRILAjuYHMCwLJYkJbldw2zsdyf4VxzFw4TpBFMYZpLMZovV4f+wc96QDZ3dnFcKymbRKCsajoB/I56XNfv+P9m28gY3W+M8SuUfNje35fldfNyfNYAEzv561Fz3nGLnPb8ppo97Dv/P4P4PTZjQJULcd+J12oxIRmj7Drq9WwL559+c2l4vaJxzwGXC/vUcWeXxpf5bX9dg+lPG+P7olH5QrKY9BJYsPST6T77PBwX1rRGWNLvEpfiLoWR5lUS+cru04N6KzsUx27FujsDwdCyOKzUXbtTAZD9O3NPJD5IkUbnRfyzzC0oziUVn92hgpoy64pGaPEPwLRphYzrqrqmEoRywuEeCReOWmi+qNktk4GmI4nYhQVhwRhE/FjSWh6mGt8pOeqQC2P9brXvwEPPvig+b3GQnwd8SHbVs9cQvSpeR00PTRFEQVotSDH105peMt4nzl4pyMAf3dpCcgqok+txIsM2zeu4z99+csCrB4Oe2g0W3j9m96IR179OiyvrmJndxf/4d/+X1Lotd0D9lmWeSPlMaLDyNzbEhOb1/Lf/bP/8a7m+F/XN70CrM492QJYfdWixFhM9lh5FWKTMZHQZJJaMo4wEtmSzNc0ArIWFVjl9lUAqw6rk7quzoBVGkqp8BWBUR6bYFqNH0R3+yQXHc7hOEen6QuwGhJcDHN02zVEcSx6lzR64hbJtnr+I5tTgVXKCgQiL0AHeyEV8jp8IIy5EBDoo5GfLwvXNFbgktBSFOcFsLpQU2CVE58Tb0TTIammmPYRA6xysRpE/Buw3Kqi6pB1mGKUOKJ/Shd5LlRkHLKyFHg5FmqBgG2huOhJQ0oh7MyfyQboNiqICawSpBQWLsFSKinxODwPMn1nwCqlBQisUtOThk/U+bTAKpPj/mgq+rXVio8WW93rBFYn2BvnGMTASreGmgmmJUmRFnkGHsoKYEWd/8hYJQRHYDUaDXEwyRG7HtbaPpLpGEnmoUaQN/UEWPV8F4v1Kiqeh53hVNh9bHPfWGwIsNqbZBiz/Z26ppSEcIGOtH1HMhYI4pJlOI0VZCGw2qWOARwcjBVY5f1bJbDqpaDLuF+rFcAqmYmLbQKrYwFWq4ExkLG6iFLpZ0uAgtNsp5pprHrCWqO+J9v0+TrKGIguKhzsj2mIZXSZ2Laj668YZFUJ5GeuPA+CuMoi4mcosMo224rjokZ3uCQWIHoYJ1IYIBg9A1bpEJ7JXOPxhlMWB3L87m4JGP02V2lKAeDT/73ZJEotsdbwyGzeViNsFtyqxmlA8EFMq4Cem+I/7P8FnnxhB72xj5XlLlrdCh5/dh9be1M0Wl000hDX+inu2QiwHbroHaToDYdoOTlef3ERqDTw54+9iIQmR+0OLp1v4lwrkPvyb778HKZODQFnYa76tmQ+MN3R6jBZ2qno05KpvLq4iEoQSDvtKNHWOJooEGsL6LBNQz3R+NGWNc59NbUje1wpghznBFg4z0UfXcA7gnMeLq7Q1TZHPh3ivW+7hMOdAbpeDYejARYXYlw8vYTLN8f4vtdfwr0XXo9Ks2KC+CGy7ll4aMLt95F2FuGSdfLiVeTXDuEMc6RsS8wr2pJNUMRqFUqwYNmn+pBtKiLJtVSMFTFUWMjy6QVzUcCUukKNGpxmDQ4p0KYlSFpfCkKnrkHC+5mGyAcjoD/ggqmooIC9ei+0GZiyAaZQpuV9c3IEamuGCautNadTAvJG04jzQPRkqLOq5lU0sxK9Urlmm8UTVDUMaWFlMJkNiAto0UeYOdTHZWcFF29N7iXpIEO20ElVtT1lGpFJKtxRCcBUY8uYWFkzK7kM/s4EqZROMKCCAgf8R33mHJGkaTOpMRZpxFnV3CNl9ukTYVtuwuTNeHhLU4AEv8peFQszAywF1ZoYtfGs3/S7n/s2Z/bsZf/gl34dYTTEwf6maCYeHhxKYXJt/ZQkmtub28I6WllaFYCC+pbLK9qSyWvXFm3V4nJ9MsXI7FBQwWpnafvWTNfNyj7o62wLrhr5WaBRtIaN1vmRVsY5Rmw5cZS7N5d8vxywasGQ2R3RvbVsRFVOnrSNTK7cgOhqkCaAqiwLyrwSNphtUzQFR5U2ytRcgcNV9SCKc7aJhE04jn2YJWB1Oh3jpavPI0kn8GnIwzGUpgZYPY1WZ6EAVqUWkDrIuEfK56qRG13L2fHgsEIs4GqJWXPMCZSBjuOSz3LCyr+LOZtJMkQjUu6JFmBOMhdhMra7vY1GtYaD/X2wZZzLhwVW2+22vr8AVhkXHgWjjrt3R8aG8a43i8SRNsrbTaIyuG4ZQGKaJADM8V/HAal3A67eLbAqO5UA67HU17YOgP/z3zyDU0uLWOhm+Nf/doT3fOAc/va7a+jWQ2Qp9yId4wLGuyme/9rT+PDHPo4XtvYEBJWgX5ilqZgqKmPRPN8SsKrADIFVY9gpxStjkmKKgMo6EsETw6oyDE27ylgdXd5nWehnSWuxlZSA1bI8hK7NpgRs1gYpKRqjxSJmkSVL11X+nR0vYRxi4fw9OP3Q/dLRFsgaph0RYiBFMgjnj5yXLRoZwNT8TEDC6lkWoJZIJJi2bflIXTP1O8e16ifa11uNWV4iPRrqQQVXr3wNu/tjrC01UHc9HExqiNDDww89hMHeADvXn5NuLVTbognPWhdNgO9/9RvgVFpSCJbbMRcW6o9qdCbaoamHvb2nkEwdpINd0b1vL3awtX0N9z/wWgSNrmF86vXweOTUTkYHmExHqAU1ZFEf9e4Z9PuHmE72sLZxv8TP6iyu65/oEprC2jxwLj+bqMXOsKPzx66hekHFGmUZsbY9WsgK5got643dgSElKVJhyKciF+HJesMuAI6JSlCBVwlkT7aBBqdT6uWYIkGQeBiPRxiNhsI83NvbQ29/H3vb+xgOhhj0BphMyDKWCnjB5mZsLGu9idLuFlj91K/+dDFe7H5Y/l6McRMDlvdE/k337JIJYGkPJeO7/Pr548o6bPY/u09bYPWd7/1BnD57xhTlbWSlccMsMj1hzbRyUKYQaTvmZLzMv+UIm3WWpxRjpcwJKb32CNhpr/mWg5ujfJvp0+yYpmB/zLnRJ4AsfZKBuAce9vaF4FGMTTgIag2sbZyWormE0gRWLQHAMDktsMrvAtbzNSVTt/mCnt2v5TUlGR47XxirskBMEJS5O7EKklLYUczfEThVcyq9J1wjKLXCfZh5Eov7XAOUQK5rOY9HeUdhs07Iah2LWaGYwRlwWGSv8ky69mrVmlkTbMu/5sH6eExsZrofGFey21YlH/R8rEmqHzAe0jiO41LWatfFYBTjTW95Ky7cdwnj0Rg3XnoJ29euYjodiZ/MytoqTp+7B52FRVmHw2mI/+O3/hdcuXJF1gddq2wcUx6IMy1jyQTL5rVG4oLv/dXf+M3bhRd/4/72CrA698gtsPoTjywKW5WTn0CEMFaNpp0MQtGUUbMkgj0MEgiUeV4mDFQmVmS8ss3Gd6kBouswgVUJ1DK63zGnVWCVbxFAjZOYwCpbyMMEg1EuLM1mnUQqBVbJWOViQ2CVLvHMs8lWJbBarwSiscpzInhIUyyyK8vAqjBWcxcL1VyMtoQJGJMNqC7xTKRYqKauIhmrARMHEyAME9L9SxupSfC5MLHDlwGSAKuIpeWewGojcNGtE8Al41KZpgRWF2sVaVmeB1a50BDUEWCVBk1RjIGcX6bsVzEEy4TBySCGwCoZmAQCCdry2g9HU2QOJQIC+GQF+9RL8jAYTcQcifeZjvX1ekXMY/YnGXpRjpVOFXXTssvPEOdW0d7jT3xmCkj2p9Q7zXFqsYVkMhLzqjT3sS7A6kSeSy3LxKG0H0Vybou1QMwOtgVYJcPQxfpiAxMCq9NMpB0Y0BKMrHmOAKvUfyFYzGshS3kqFXFXHOEXmqw4AweTBAMBVoGVdh1tT+lhFMFm+wIZqwRWl7p1CQr9jAA7K2RqViZN4GICpjIU1HSNklhYWpRQYODNCmSSpxhZYJVjjcxsAXYVWFU9WtVr4abG6yCQn+Qe9gehPD+J8QXEU3bHPLA6yYARNZqEsUqJgBzdiiuMbB2nJWA1B35352hbzLezghNYzT9FYJWnbYwizK5aOKMXGke2e00ZD8IO5FzIgGk9wNcPruEzN7+KUVjFJAywutxF7iX41vPbmEY1VGtdONMJ9kMPiy0Hh5GD3X2C5WOcbQWo1ieo1tt48oUBxjk1Ult41YMdtJBjtd7C55+7ghcPCHWS0UIwzZU5y/8zEeTP0mZHFrPvoUVXXQJS1KolIzmkoHyCeo26QzWptIbjUJgdDBqEYShtigpLcjwwOeBmrUkBq7b8HB+dal3N5IY9bKy0xaQum45w73IT+6MI8BJ85wOn8c2n9tCq1PFdrz2DR15zGsunLiHtXYXbXgRqZ+G7HcCPkTDQjyYgXTzYc5D1x3BGobp1ug5SMjUJ6HCdNAzMcjAtjEzbvuQquCO/M8Ue6jpRfy1ji1etAqfdIKUfWZVJpAbERTecsJP4QVy6fZFqwHiEvN9DPqHZFlt8FQxV8FPfTyaHQXMMg0SBSserSkVcHElBxipZUualCUFjzlHqrEYCfJMtlbBfwKEmtGEiGUa34MrSeurD9cha1ZYf+UewVsajgqtkUgsIllBJ17SWWR1ICeEIFNBl0LDsLOgp7EPV0bZIsxQQ5Z91mzUGfuS+sJLPtlIDNurbNPgU3DiJBHwlACU6hcIa5nVRV4pwq7bGcg3KaGQnjPBcgllqSzEY5HWSof22P/zytzOtj7zm5/7hr0tL7+7uTUThCGE0xeFBH+1OFyvLK+j1ehiPJlhaXEI1qCDwq1g/fV4MBCT5px45mUo6FBUgMAwJJTgzQC4nZxYwUOkf247LYzGJsFmTcGUKsEITv/mkep6NUyINmjVLP2v+q/y+W1hOJsE6jsViQUGOPaMyawBUDbRpbiPFF500JvvgXq+tovMghsI9WvCwAINNfo47b51LqmPIexrHIV586TlMw4EAq0xwKXNDQPzUxmm0u2ryJOcjyRmQRgRf9VykMML5wtvOuI3hQkkbzN63cgJa/r891/L38nuERWI0OPXcjS7wtwGs7hBYrVSFsVoGVk+vbwhjlV9lYFXKPHOMoyNr4NwgsIxVqzV4XBJ63GSywDlfz5iBP0tSacCwkybgSePsuNfP32P7mu9+x3fc8fzW+67se4lgXMZ8Ln7/96/gq0/2sdOPUcuX8IG/tYjvf1cX9aaLEDEaYEu0GTduime/+hQ+8rGP48rWgchNSAu5BVNVBboAVqVsV9S9OAe1u0w7VC1oqm2eOnZ0T5FjGObR/GSZAY1H28GPWxPsuqHz1Torzli09jPt/FOzE1t4pFRTLsasUzLLWh2EAfVZtdvFSswUAJNZo2goaY9xFNwyCrEm3pNzk/fo7dVtwayZEvO5UmCVdVOAA2MyI+sjDae68OIYyxs5UF/Dg+fWcc9SG9d2Etzcfg43btxAFJLdwpgxAOKJxGGvfvABkcfa7Y+QV5oFh1xaug2oq8+IcY3GniztVfwq+oeXMe5HuLDaRrW9il0CQeMe1k9fRO6zMMquBT1fruceYmH4Ml9o+Q4mvW2srJ8Xgke/30PQXkfu0WDM6KyK38bMiM7ej/KzVbkHs6TOaW1zrBxdLy0AM2s7thGQXWcFnjM4K/dOzmOZw5UAQb0p7c/Mmaqeh0fuv4SlTgu7h0Nc3jkQiQSGM/v9A+wNDnD92RvgerV98wb6h/siXUWwltcrsahMQMNwFsCF91d2TMMk1OtKn/nKXc3v/+Gf/UwB1tp5Yte+kwDW8v2aFQWModWR4iRZiToGy1+z/ZHA7Ex7Vuev7ofveO/7cfbcPZLQixmvdLa8PKiqn2OlHMxGavfTOaDyyEkZAN4sKvKtwElPAFePXtStrOfi77cFVq2Jnr5a1m9FF+0vjmz9ZKwSVBVgFQ56vX2MBqOiW0dMAyvsGjoDj7mHAVaL4xodUgEuzRo6mowl1uT9tb+z526B0/IeZIv6R15jOlvtcYlVEPy0PxNYpQwB5RKZ92qbPglUxshKDEw1rpMYXDABI4PCu0GmreBBaupFOQPOExrx8VhhOJRj83zJmLXnqzrMdiezAKYtypsrKAr0prtpnvVvxjS5H+//wA/h9W94E/Z2d7G7tYnJoC/rMU2wuotLqNXrqLdasn4eHOzjt//V/4atrS0pWJfjNDvHbve9GIOmc+iXPsF4+5UvewdeAVbnxkKhsfrwgua+FDCnpmWgLeGaaCnoQCo7zZkISnLTbFYUWCVQygFNYJUJZdXPxeBKGKu+AquSo6fcrgnEEpAic0/BUK71ZMP2wgS9UYZmjQZQNBWiPmOGdrMiyeo4VsCUR6FrOtulKSUwmkYCQFEjk60tg6m2+VvGqkoBuOhUFGDkYjQVNqkCq7xmvq9VcdGtkvWqQSODIzJHuTiIs6VUcikYrQL1w5hO89QSDZSxGucCFhIU69YI4FIjk22iKSq+gw4ZdOy8ZUuABbYE6FIQjQADdURZGRoQUEsyNKo+WuwBYhs2N7qM7FoPtYrqs/EzpPXcAKtkxRKfEfCajNXxVFiXNboV8n7VqsiSUHRK+2GKpVYNTY/BsbaEi4QAE2lhqahLNQFVAVazHOuLbcTTIfYmTLUqWOtUkU5HIq1QJxM48jGII2EZEkimvIEwVsNUnhkZq5MxW8YzjCK6iXoFsNptViXJFHan60srgwCrrgFWiaaTMTqJBSzmLVxpV9H2FQSq1JqywBNYrToeFrt1jCcjBJmHiq+gxrHAqowPtg2xqs3mdnWwZSJNsJzjv200VpnLEli1QTXZWTahpgyAaKPCw15/Kmxl5gNkXc6AVTKOyVilLm+CUZJjRKbvMcCqavQqA1YYq38JYBWf/tXSzDfVShM4yBwvNjzDFDDtysT3BJSCg6vxEH907Um8FO+J9EOaBkhoapvkGCdTDBMXURRgtbOIq3sjdJpV7PYn2Nkfwslj3LvWwfbwEPettbB5mOB6j600Di5sNHG+WZXx9cLwANe3I4SJL2wbgh+qe6UbtAVAuUbVKSNBxgkXH5rUkeE8mcg8CSqeMBRYUaaOp7Jxc5EGkFWI7TZwME2nYogBN5BxR704YTl4LhYrAaLMQ0QTCidDu1LH2TZZ0sDNfohuDXj1+RX8xZURkn6M+zZcvOlNG3jn296KFTJr8xTV5bNw0BZ2t9MO4FfbyHYHyA/H8LMA2d4AydZAWNVMBggKE9Qvwg+T2Ba/EB6OMjK1hdNEncxTuU5QCoEs6noFTquOrKnXpsGw0YRjwYwLshSQuDZ7ApgSEM8Hh8hGY3gTojem0sZqm2k3sm1MxTkUvaJGu1Xk2XJsSFe/uY6UzsEMHmNkEd2jIy3U+SzQ+QJkiaAAGcM+pBjDRNS25dpkXz4z1ZKPMlpYRY9EJ8qlWZYEfUILLbUNMimiOYsmRzrkNRXnnmCJt5nRcuXv1aVaoCRz27VFijpcGeUOjK4eTWHssRK2UWZcI1lRNGEY2TwJE0ne61iOxzUoz9iBoMw4MvvJqGHCr+yHBO/642/cccT28//o12XdHg4OcHCwLW3XFO733Ao2NtZFZ4rti81mA4tt6l95WN+4gM5CRwuoXgaPaxeNG00RiIUV65bKSwq8GgI6cweqe1g4C5NV7laM7AkLfpRssQYcyvi3SV05kVM8UFMmSRxtklwCKe3fjgNk7U0qdA9tbD7Hdi2Cv5IWmLTSRwAAIABJREFUGOeZgmiesDgYaNdYjGnWpKVe2vRMssPCjmiAioyhgq0CtNOsMWbrtLbEWRaEZaidBKxp0ia2TXJc/v+FF5/FYLgvWsjchwissl2P+mydhWVVkhSiuu7JWcwWOqMza7FeLxdg1ZWiuA7Dk86hYIOVRtp84lZ+zUmMVdNkeuznjMdj7O7siJzK4f6Bjm/RVPewsa5SAPxiDEDGrXArS5qBJ02CcmJ5OymA4wBae0xem+4lmcQM/F6h2zxNgObakeeTsPLfX+4zjruGvwywqu20LPwBO/spPvfZF3Dm/jX8x6cm+MbXGKsCb3htF3/7vS2srwNVvRoF5N0UT//HJ/CRj30SV/f60tIpxS4pOqmBFQtjwpgWR2oDYxmW0ey6zR5kQAc7xnR95Xt1Punvj4IVM0bnUYCnPE7tPl+eU5ZdbvdFy56WZ2OA/mIdMesKgWEKyUiM31nCtFLXhHpuzJefEfcdnZ9m75pnqukfzb5gFxx7hJIpovKybn380v0TwUtbqDsOHnhtF+21+/HQuTXcf3oNT18LcePGE/jiF76I6ZB7unY2MCtbW+jgYx/+IL76la/gj//4M0BrwTDATMHURAXFp8qzZOGOh2F3EXD+zEU8cP89uPjA6/C5L3wWo94erjy/ieE0luKeslVTJb4wHvZoFJmh5qagHSjrr5Q4C2pNDM0+JvJi7BjzfTHRYX6k7EktUInmqewB3De0e0jbj5UpbF8bUPPbsC4Ld3DGAvKPr9djynvMmiFEHl//KRCvZsoSC7HA51akAMUC+UOXLsCJUzxx+UV88cVncOPmAXau7uNGb4yR72Pc8MTTo5okqBBkmk4RsRtvOhIZqTymJrEkstIZp+Qbw9YVNpu2QSRPfumO92++wQKrZdbpUXB/tlfOxnrJ3GpOCkD2zGIvNLqtJxU2RZt2Bqzalm0+VwKr95w/X4z52Xp4ErhaAiNL3VRmYs3uzcuArMftXXIH5uZmeQ2W98yZV5Yfxkm46gy4nb2iAEBPYMe6BCUZ85GUA4gUwGg4NMUn5pqAF9Rw6jQNKCti8ms7YWV9FKR11h7P8ywDq5YxXN5vynuyAN8Sms/WKumWMQzy8jOU/1PmgmComLGpAdZMR9gaYsUFWErcgz40kiOYdVNMpjifA5W9sKucxIpyfMaM1D22Gq6RrF0Sd8t8sYU5o+1rGP8qmWfBVh0/fK4kxMy+ZmzSOHXx0MOP4FWveZ1IdGxv3kA0mWrXabWGVqeDSqWCRrOJSq2Ky5cv42tf/oKcF9cKLcDMtLbtZ9wyluwSb70IzM8f/blfuas5/tf1Ta8Aq3NP9hZgVXL1GbCq1VhNNAjiRamjwGpugFVfgVVOBCtUTlCWexCDOe5tBbCaSJ1b2KFcxAMnl1Z+BltZ5qIXJegNqcXpoNVgAuFiNEnEGZzAIhmrFlgliCVAYdXHJIwLYJUmVIOpgpxlYJU6ld2KMmQ5ya2BFfUa2eZPpiuBv4VqIKxDLgJcRIYEONl7wxCFC4kFVsUxnmAOsEQDJZcgHEGyXEyMaCJFAHdCxiuDdt+Rqm9CfaUSsCrBqBiDKRi60Koii2MMI0oGqC5pk4xVMUThQmwYxQRWPU/bU8n2HYUCGi7UqNRE6QEHHt3PJwQxE9QrVWmLqjdqAqz2pjkOpgkWGhW0A6sJR4kHXqeyggWIFDOWeWB1hN0JlSwrWG1X4ERTYefWyTBNPAyiUIHVKplRLnaGobBM6XS/sVTHZBwKsDoWxqpKF/B5ElgtpACoNSnAqgIZNTGvIiBB/VJlrHKRJFtYgNU8Q7XWklaF7UmImusLY3U8GcJPKW2hOohyTQY8kQBGWLkZYraI+b6AOr5hPpCxSmCcwE8rIEOS7fk5DsaRjA0JFg3IwnPh9VFnNYKHg2GIiUnYyeQrgFWP+p2uaKwSSKI51pDmWSJtRXkN1VitexwniTCBqcs7nGqCcLeM1aPAqrJLZNaKl4JxApXAUJMjYWaxesibFrgYuDk+f/lJPBv2MWn5uL65JQyWcBqgt5+g2cwxSKjV20AQ1LE3pomVJ7q2Nw/3wbaZ02sNbG6PcXElwMLyCl7Yy/H8jRs4vbiMt15cx42DbVw92EWW1bE7UkapbcW1wYWySgmk68bbojB7hUxn6jGPEYmekGr3kp1LKQMitGx1kRZAtqpkECkGeV8eIoxSDMaR3F/KaRAY9FOC5zW0AhfjOEK16qDpJlioNbFeryBKQ7Ra1EOcYrMXY38vwWrTx5mVOr73HWfxva9+CC+8tIn7HzmDPM7RaJ9HRjbawhl4jQ7CF5+E05+ikteQ7U4R706RRQS3SDtja7saP8l1W6kGES1QR2YxwRD2PIsTYhuKnP98tnwCbtWF16mT1o8kqGrLJANveer6vEUWwDLn+JwnylglsOoSWKU5hroWFo7RJIfbtnqJceXcCPpwXrkCSjN13YiV2SCBJAxQReaQCehkP6EAtiGiEttjzE9jt0ZQRdVT52d1KiUbVAEAuRsF+SGXADES7SfLajAmayWWLa9X2aQ8Fz2/gmlq9kOFarV9VEBkOW9l6sm9EsYsEzcyghUsEKYq/897IqRcgtRq/qEMK1eCWbkP0v1hRBtyAmqBsnWZvIqJFANRBXje8yffvOP46xf+299QY68kxObmdUw5TycjTKeROPqS/ci2bO4xa2tr0oq7vHIa3cUO0nSKyXQo/wajPqYDsr4J0hA4jARcFR1Sr4F6rSlu9QTFms0WWs2WaFt7flOMEgjk+hUFVskUoGTHvKaq/GxwlYLNcAKTxiZx88BqGex6OWB1HhgTtqIUGXxhbHAP6ix1pIX+xvY1PPXcU7h69SrCKEKtVkW71Ua708GZxdNiylCvN1Cp1MXBlozfaDCWLhMmKVa/i58x36pZfqjCipd0TPfbKy88g4PDbVRpnmhkQQhAkLG6sLSi8h4yLrWeIt0/RgqZUgTU6eX5C2OVdVhTFD+SVJ6QIOqQPwFIMgDZPGNVX2/2jbls1R7LSgEQWD3YPxDA7ThglaCqFiqNMMkc2/h2k0GZgroG2esog/XHvdeen7TvGsaqJHEGQD/uPccBqBb0OOn8TgK1/1LAqmGG8hYNhxlu3BjBrbXx1LMjdC41MBxHeO5p4MaLCX72Q22c7mpljstP6uZ46suP4SMf+wRuHoZqsiIxigVWWQ3T5JUxq6xnRzhaalpW7D3m+c9YqUYfr5ACOApSHAFMTWGpfO/kHss6aRiXZk0o38cjIIIFbxmTH8NQF4CPEmW5g6SziGm9Ix0OUggvp+ulQoytEx55psIUL4FFZUa10ltnL7evE4ajAlv2r7IOyTaSgWFJDQ4uXaphZe0CGm6Itg/sjysIahm+8ehT2DvMpEjKfZVx0GqjgY9+6L/CE998FL/3h/8vcgLFovuvsZDWxmft9FwDRC/UyyS2OHe2hovn70O1U4PrtrGzswU/j/HM41fQG0bIpAtGC+mS91GnXlIO7l++dOJN2e0jG5+n7fbpROedyZcK4LpoZT4KLusYMHIJIr9gZGgoWUDJJwOsck0WAMfzBYi1xTzuLQRMuNdwvlbrdcM012IfX8/jiywK2A0Qyz0YjQYYDPrY6vexsz/AaH8CtBfhvuF1WPy+d2H19a/GeWprj8bID3pItncw3LqJ4f4ekmEP09EIw8MewtEA2TRCnui+yM4bC2aJGECaYfrYnUv58B7+T//8H6iZlBn3cq8sRbxU7CmP9fK+WNZYtYxqu8ZZHfnjQFs7eK3GqgWe+Huy+d/67u/HxYuXtAvCxDa3Kyjp8WxnnZnP9kNOYqpKcfB42HNem1XWBzPWi4knlcTSejPX9fDy5zsDbM1GoocuWKv2x9lnkLHKeI8xqmqs7mE0JGNVJo8sGdSrXz999lhgVaeaAp527xIPiTkpgPI+Y4HV4nsJWLVAKkkyIl8lkoNWlmXOjE1IJCqNRkA0DmdaxSJNIG397OYg+YXmziQwsPOQYDL/xm6v2dwuih6Gkc9xxgIwxxLnq+ivGvapfWbFMzFse134j3Zkam1gVjxQ2RH1ieBtW1hYEiCYxlhcJ0hUqARV0WMdT8bYYszLosl4LBJiXCNkvpakFubPpwxe272oeI15/B/7+Y8f2SL+pv/wCrA6NwLKUgCcLHSX4/pGcNQnc4IN4ULhJoOPbe3KWOW6SbyTGquGbCAyAmx/rBFYJRYpjFVlZ7I4E9PQqgSsEswkWMUqgwKr1GJMUA9o2kQ2gYfhJBZglUECgVWClwyhax4BTAVWxwRWI2WskjGowCpBBx8Vj8AotVkdkQIgmMK1ckIzrChHTnCSoBYy0bfs0uCJLFsCOI6DUaIVWmFTCBBntP5o6JS40ra+1Kyg5hIozDAMczQqCqxyDpIVWwCrHps1XXGF5gKhi6kugIJfeWyfNoxVyh4kuUgBNFl9NSqHXFPYrkSgkAkYq9m819T05KOzwCqBXAVWCaLGqAVVZflSdzGNcBDm2B1FJWBV4AZtbzdSAARECKzGWSaMVT7f9aU24skQO5Mc/dQV3VNKCdDgqDYaI0KAQRRJkLRYZZuQi93RFAcTamJSY7WOCcHeKRnICqyyMk5gtV2vCKuN95TmVUxsCdRyF+X95WfxrvWmidxnjisCqy2PQWyGSrUhYOzWOETD87G0QD1XsgEJrCrwT4axNLuZAJSgqejQZLFUxqtkrIqLKZnFsQDjfA3lXXmefGyH09jos2qQaDdFBp4E1eO8BKzKX12Rf1ApAHWmF9M2GhEkbGFPxRSO84AsbAKrvB/Ur6EOMJl1IzKnc+Dfbd+dFAA+/U/NzJ9p7xWAnWE8CfvHaOdp+7eOCVR8fPNgE1/behFBs4UrOMTVa/sYThNMpw78lG3yPoZ0gvUa2O9PkQQ+JoMEzXod+5MDAXjOLFexVq3hhd0R7lvvYn/s4C+u76DrVvDwhXW0awleuraDzUmKQaJmYxosqg0q4xUGMWpOJLQx1Cs1YaayjYU+7GTLsVWO45ZrBoF6DcTE/kDWDl9a1tRRWKu3nH+MgliS4OgAWKDJyZZmEEFGHscngUC277WqWO8Cu4cTjEVb18f1bQ/rzQRrCzXcu1zBu95wBjcODnHf+imsrLVQr3Wx0l5ETlbUpdeShozkpefgjlP49UXEezEOX9rlw1Y9JkQFO04q2+ZL235lxAnNWAAiow8n7F6ux1y7yVxrBXBaVaSNrly7BKhkg2eGrWXah5kQ5OEYae8QWW+IPIyQcr6HNHJQcwYp/kiFnOOYi7s9J23RVL4TgVUaGbpYDcVrVU5VijRkqLJCLlq2yoRKZJ3VQ7l0UWWBRdbwKmrStqnAapLSlCJS12npJlDQUppik0zGVjLVp6y3xril87/GdEoCTNEQlIZDZVQRADDsVVWQVDMq6hjq35W1KtCEaAsaANtIBtgCDYeiGKiIpp0CGeJ8KjUAPbJKyZpEW07fQ+qQ6QlUhF3Ne0ETvSn+iz99+o7jtJ/7h7+mK42T4vBwB6PxISbTMfq9voCqy0sLoo03Hg3QbNSR5omwg3mt0+kEg8EQo8FQ2HsKpBO0VhaubdGUVJVrZFWZfWQGNBpNNFstrJw6I+Bjs9lFs91FtdpArdFEo7JgEmF1j7btbeVg2f7/OPDU3ojjQMoClDXtpRZgKCdR5QDa/p6vIxjJ9T5godHL8dKNF/C5L/05vvnVL+Lq889iNBqLRAM12TmoGJBXG200W00BkzudLu69cAkPPfQw7jv3MBa7S0Wrnf3Mk2QAdPZybmjPPrtELl95Gju7N4RdwRhF2PVBgLVTG1haXpXxoiwXlV8W0zOGKLoMaBsvt0oekhjsnFToPMg3nzzYPaw88MoglmWs2nMvgFWjcXkciDgajbAnjNWqaKyKOdgcY1WeWQGsqub5fDJz3M9FosPZLBXCW4HVEydRCbyzLBtlVdPcb5bEld9/p8DqcffXHu973vnWO57fZsU37pIaO5J4sHlzgi998SXsDIAP/N370XZzXN6K8a3rAR65H3jDuu5zwnQmsPqlx/Dhn/wEbuxPjaaEXcvZXUNQTtdVSbpFM7XEPIUaW2nyy0XQMJAY/MmXKWoZYLXMuLplHpvnNV9YUcO8UoxSJNVGy7roOrAu2DPzTV1HdB/Qs1FTWgKr2dIqpvWWtm/LFjEXRxUdZAYskMS7jJnOgFVZygvWqu4J8qmKShqcWXXpi7OxUksyX4RFAS+J8Kp7u9hYXQfCPaSjAfxKF1nNw6PP3MTmgSPAqRw/neD+06fwkR/5uxgd7uPpy1fw2HOX8fTVTZH+4YXLsykuUBsrBPvIqAHpYP2Uj9NrZ3FqrY1J6CFMQskFnvzWFez3R9LZQm4rZWvk1I0sCo8rRW7KubkE37XDRbThjR6vfb52HSjPF/1dGWQ/YfhbkFqe0VGQ7Qg8WwLG5TmYAolZOOTZMrZWhj+LwzznHE6tDrTayJtLwOlL8N/+Vqx871vx4Ksu4mwjgHeYA4MJnL0DYHcHo50tjPb3sL93II7vo8NDRMMR4skI4XAoYBQLhxITsQMqJ2nIweCrf3JX8/t//rWfv2XtE2DUtCWV7+1xe+ZxwOpsnzVj1IzJMsCq6+vsnpeZfCSqvPXd78GlS/frGDOxk2ACJwChdu7pM5vNMy3p63OVR308jqpz9xgAtvz6k4pW8zd+ft0+tnByzLmUj6850dGTlRiCoD2Z/hZYFSkAMlYVWGWs6xFYPXNO2OCKrRimqjnRMhjKXw3HlAIoaazOAcb23sz2F8aNJT1i8aJg1dXiLmqOJcaC9HshscEwS6WdP1bDwSTVNn4xbBN9Vu3G0Vha/ScsEMtcKzF6rSIfYEBYKx3BTi7eA40VNUZk/MSOZ42ODVhqpCd0kdJ13+4jxX7BBbz0VTwH+viIQ6yyYQneUgqNcgRVksjqNTn/w95BwVK1wK7dl3iOFmTVOVAyArMdeuWCndHG5Wt/6hfVDPqVL70DrwCrcyPBAqs/+aolAc6EdUrRZY8MFV0ipWpm2tWFsUqnexFfZwv9rLWf5jpMequ+Mh05IUV+lWwmAnQ0XeDvnBxBICqKwqxkNfL/Z+/NoyW5rjLfLyIyIufMO081l4YqjZYt2Zbk2caGBQ08Fv2YjA22AQ80ox8Y6IHVdOPu5jE0C0N3A83YPLfB2AYPwhjbz4NAkgfZsiTLmqca7q075JwRmRGRb317nxMZ91aVpCr44y2jq1W6VffmEBlx4px9fvvb3+bPO6MUnX4i/qD1qg83TbHdjwWoURnYj2IpH+fxlQoEq4S7PsJRLLCXG5RKUJAu64SchHNUQxLUiWLVZ7mfLxkili/ztRLeXMYcXUv4fflcAlRoP5BMMIxibR7BLCo3WcakvRdTVZhKk6ZKwcEg5vGlAmVmyr4suARnIjt3HWmARFWpwAUzUauEnn/oi+phplqUzApBJhtyERyzGZbN0PE80QGp5BPScXFzxVqAilXy7kaZXe0hqkuC1QEh5nCMYjEQFWSl7IsJficENroRKrUAc6JY1UlfGleJYpXnmWA1lddn8ypOjEsEq4M+tiIHj/QIslwcoU9rEsNn6QxcDEZjaWAyW+EG3MNmd4gtA1b30QpgOERrqI2+tHmVeqzWSiwZ5rXRa8ey2iG5mOsicBLMVLSrZ5tNzthMawJ5jzpV01QZ+oF0TCUwpv/vQrOGTp8NgnSsivrWKHAVGWpGmIsGr5Vk11jmKmB1IosLrx//zYpqHmPM97eKVSlJciW7x/uEY7HI94GLVk+tAIwNHhKq14w3Ea+PgtVYfEE5VnlvEPaVCgR4FqymiMR+w8FwRE9b4H0XC1Z/7ZfMmqVBbhbsCqRSBZ4NrsRDT0o3YjiFCR7sbeOe1rr4iG4hxT9sPYZBb4L1zgibOyNcvm8JZddBZ5Cob3ECBcb9AdYqZQxGHZwJE6w12KyqjPvPxDi60MTJnTYe2hxL8mBxpoKVZhWtdg+tcCTJkhYtF/xAIAInJ258ucHPSsEJR1ha5voCgLgxrNWoSqF6NZLrS19isQqQa69esdpIUkvjE5akZaBNg8BSoYgYEQoJ79ui/F66ejI4H4WSOFqdLWHQ7SMtlOT3nVaIei3F4aUSMAhw7FgRc80qvNDB/uUGCmmI45dejrmZGpzSHAr7r8ak18b4yUfEqiDw5tHr9LH+xCbGIy271s2fhtUCBg0Ylp9JlpfAx5TSSfMCHcMC7wsOCqUC/FIB7lIdbrHIH4o+VXJGBIGFEdwkQjoMEbd6iDoDjPpjjMME0ZBeqGMJxmTjYDqO8jgU8NhgToMigZRy9nRjPhfaEjmF4Lw+2gRQAbbYy1CNIwpj3jFqmcFSTEJGKrrZbEmSTmM2paB9gLiyyswkwZFR5DBRMxzo2pMVmJpNpsJT4/tHr1M5bj2rin1VXSr40wR4MvcbqKqSWrWVEQDEcrlUO8jTXkC4MM9lqqpTqpHESkAaWnFjR7WtNuNDIYDrFaVxCq0HtNEYQX+KcokWIWPEowG+5+MPXXC89uNvf6dRhk4Qhh10epsCVzs7ZzQBUS6Kt3Vre1tUCON4JH+0yQG9brVUk9+5HjMotRDUlm8yHlCvYyoYVH0sIIpQimVX5TJK5ap0kKaalX/m5w9gYXEJS0srmJ1fQrlckzhDFNRm+2xbo3Eupkppt9jEwImz/PhMQJf7uQWr2cnjesZybyqYCMtlzLhweV/7LryKjye2TuDW2z6DWz/xcTz+wMMojEYIGAOUSqJG5XihclfGeMET1QYTBDwqenhRwfqca1+IV77iNThy5DK5l/nxdD+kzWNkE2bgC8+dJmjNJosoo+DjiScexanTj8GnfY7xVCdYXVxaxuLSmiQttJxOx5Y0YDNleuJLKsa4VK8bf+bsRtjdTduemzw0zQ+2vEJRQY0qiXg/CGSXhWKaFLYqIbmftfzBNAwDBr2e+J8x8dRutZFyMyS2SL5YAdDrTFRZvK/UyBecjSVBkgNkJnI3G68crDIHblwxd90zT6lQMubPAoxMgtt6YMp1toDMbgDNNTwfXH0mN2t+Y37RYFXWPvUI97wieu0UX/7iY/j0LffAX5zBv/jOm1EpD9HtAZvbY7S7Lm56QQPzjQk8SYYVcM/ffwlv/JH/gofWfQTFCAnjKAn61QbHkeSTKlNTNqVydO5k8mfCuUw8SunxSosdSSFh4obwUAYmkfJWVheYdcbaZNhzZMu19RybctDMEsRUhZl7Q44j57tpIYQqZs2olCSd2axnTVGmY4THPuJNMb+MqKhgVYHwFKDqIqD/y889u+CKTlk6FHf9j16u5v1yD+CY5Pogj86YjMIDAjjGKkzjztUCsZ7yXHbG1l4QZM6DkP0Z1DpNPl8ywLWXHsXrv/P/kB4Hrd4At915Jz5951cRO2pfsfvLNBcTUE4P8hiHV6s4dvgg1qoOdjpDOMUA/VGML93zCDa7ERInUN9wCZIYM/E8a9dtTRpSfqKrPCtXeD/vMlbIk2gdHHq+7Ek13pkKMOxJ3+25LQ8Vla+ZY+Q1uInUBJe+lgp05DcC4hXEKb/V6hophzbg2GVAys/VbMKZW0a6/zLg+uejevMLse+Kg7hs1sciQ8whkLYHSDc2ge1NRNubGLR2cKY1QLfdRnfzDMLWNib9HlgGHkwm0hC4Xq2gUauhWamgXqvhT3/555/JlHDWY/7b//326c8yoKPxxW6GaQUdU2GHxu6a/OU6qj7n9v5ShbB+2SaT09/Za2RFIlwz7dgfhiFe8JJX4NJjx7PEsL3b9KDOTUc1TW2vcf4xuT4B+TNgEh5PdeL2ws2nArOZTHz6FzMYn+bSmHE5XQJUkGAG2a4n0xqCe/U0YY0i0OnsoNftGt9lbWzN/cuSgNWSihok+LEvp2u5jFezJ+P5tuAvW6N1gO85BI2vRT2efz2JtW1TJl1vLVhlLG39Vhm7iVKVIJXfY41rxIuVcfY4NopsfRwBqm3+K5DWKF21YaEm1PiaMkfLHsEkfb0CypWaJPep2JKPYf2os0SYTYraPaidjs+P7imi0T3q1GpGpBJG/Wut4yw81eq56VyjCUL1seXnzaCq2M5p3ChfRgSib6ZQnPH8z/2H37qoe/zr9UnPgtU9V9aC1bdePaceqpQUUEXBfSBLy9gpkDeACMTUCmBIRdiEcJM+qak0uuJAJFjlfc4mP6Igk/JTLfHi5EGvSGZtPCdFIGBVAYCC1UR8MztDVYTSn5EdPDcHCWbKVJ46AkwJQwXe+nwfoFr0pVSfYJXwtRr40gyI6lYGCb6UNWkDIAK4EuGdTBIeelSNmVCBqo8SPVbLvqgGrU/JgIqocSyl2ty1WGjJm4tl/1THzZSLqBVc9OKxQDJCzdmqL4FSSPUPSw8JVvne0iyLpec6IUoDHd68lM17VIAG8t6dkCrcBKWij3JAH0mhCTKRMMAp+6ouZcAwSiEgj8y5LipRLTKkqmgYRmgNtKSxRKBXIpZ10A+B9U6IoB5gMQdW6YmrDZk4iXCBTeUzEGTymJdmG1IOsxkB97YJ3lxcPVNGLRnC44YdVJrGCFxC4kBUP2c6A7mOhJv7Z6vig7kTKljltQ5cBZ8EyPyMLOdmVpwQrc8mVbQLcBKB3hybBKvdSIOlRtlHo5AKQGcwwePc6o9RD4ClZg073aHM8CzTl27c4p03gfgjmmBDJmHjvUK4bZtRcQPBccRNlyhWxQoAaAvtVRBK6MByOn5VS4E+xnHR6Q+k8RXhjTTyJVBnWZbLe4sJAH5WtQKg3QDvK0KFkk+vXwclVxWbVLqOJ45Ado65v9x4ijTveWZtNq/COcGqbG0ySJZ1G+I2XtSbVCpv4zOnH4NTLuFwcxFfaW/h1jNPCFx6bH2EdifBNZfMYhSO0OqwUUQkvkKbnYFc50tm51ArT/CFx9ZRrwW4fL6sSi0uxK6DT3y1g0oRODRfh++lePxMC76wbmSuAAAgAElEQVRTQLVYRScagkJElk3TT5BNxuhbysSMhWs8n0GB9heOqNBr5ZL8XrKxkwkiXhsGmiZQZaChcFXhXsxNoKNJEKovvMlYILFX9KUTLtWTET2cRT3MsrIEK+UiVueqeHxzB0MnQLMAHK75eLw7RM3n3ORjpuLhuQeWsNVtoV4Fjs4WMbO0hGsuP4L6JEWnNIfZ/UcwOnka4ydOIY7LCFbm0RukeOBLjwFOBSX6pZpsMPeGYgVicSATPARGLH9TUgzXiQVSUPnODQcrDsSqohnCr5bhVYrwyiyX0WZW9A8b94YYdyIkPcJUzgta/pOEPUzGZtNt7SHkuwHxJqDm3ovnXiCj7d4LYKavAaRueGywpRtN3qdUFktqQ6JvDQAJpagQ9IsOSuUARb8kvlTjkKX+kdy7VOdocKYbNwaC/cFAKhb45UzUr1VtAxTaJmzA5ei/Tf5I5tDEKAat5onvrw7ezNQLSsq63bNsnB3XOW5EdjehZ+pI5xEZz3QzJIRQhacASHps0cOQ//GcFysoFGsoeDXdpDqpGP/DiVEqJKj6CXwnxvfccvcFx1//6qf+kyYrCwxwe9jYfAzb26fRa2mn2lE0QhxRYU6PWwIULbtU/ztPIKKoCqSTrK7dXLe1vFL/0IuVQeh4pKVhkuQzTVn4WF4LKb00ajBR27gumo0m5hZWcPDwpTh2+VU4eORSNBtzAmaYAOH6J2PSbOg4fhVGamfu6TjavSmU672n5G/viZN1jBBSgLGPhOX9xQDj8gS33fYZ3PLh9+O+u+/CRH5el3uJFRtUQPAYbHk/IaCsp0O1SWB1DNdr/j4oVnHFFdfg277tO7Fv7ZB4zcsQzTWzslDI2iKoCkaVYYRkp0+fxJMnHoZXZGJE72e+x8LiMlZW9iGd8JxYyx6j75BmGLzP9H7OwKqr95W5I3ZvBnPKm3OpcOQWyO7b6VqjVhzGzkJsShQW6/qhHsxawpqVP6DX6QpYLRZ8tFstUdNzXqYafW1lBWULVk35L+0MaB+Tv67Z9RXl+fR4prDGql3OHgvnHRvmtRQc6xizyi6rBLLj3yq7dB82hTj2GJ9u/OVPvj3+iwWrVoWk+R8X/XaMhx88hbs+v4UnNzZx6NKDeNU3XoK5poNOL8GHP/wwZpfn8coXz6NaHANJAXd99k58/xt+G6/+lz+AY8dnEQ1StHd66PeG6PR6GA562N7qoteNpKy11++gNziDfn8bSdqWhqKlUoLBcIhiUAWcEZzEFwsmFKjydsHQJh5FAnNsKSrnatlHmP2AwsipOtieR9vIkPsOUUAZ/9TdaiJjV5TZVBjIloFw00SOJ98DhnzfmUWMvbIkF21Cx45z/a5XijHAub/0hrLAJQP/mhG0N01ujNqKjd2fU97DrIniKm0S+3xhrt0K+01zIDt/8HPFEdZmm3jz61+LQXsHd3zxTvTGMe566EnpAzC9Z6b0V84h5wfO0XGE+TKtwjyEI4owYricD1FAb+xiEKqTq501poo4/Wh7x36WUDHMb+9cIs/JQTcLPTVJmffXNfevVdzqlsZcDI2d5drzqklDS08tjyzddti00mSypoePgljXjaQSx2HZF8Hswhxw+Cic49cguOoqVI5fisV9czgw62PeSxGxoWi7g3RjB+mZbYRbmxi2O4h3NoBxhCBNpN/FfKWI+XoNzXJJKmw0/oqRMm6Kx/i3b3nDecbQU//4937jHSZeInifPtbGJfln2+sxreQwaW1jqULrK/tl5zZ9zjR5IEmtnO2AfRx/Zscg7+sbbnoZLrviuGlOqn6/ZsCfF6zu/qR5AGviwj1AViwynuasPWOwauD8RV0E+8nshGBgffZaucZarsBFKjxHsufodVrotdtamMQ4kknWwMf82j4ExbI0qbUl9jrn6L2u41f/bhsp5j9r9nfbS0ueYOy59oDVafLJgFdaYGUQVCu5LEBlQt16rDJus3+XhlwEq6Jgtc+f+rFq9Zn2A8hUqsY6Rm3kWJfLz689dxyPew5ttG0fvyuxa4aHPt7OQla8kb+KU4jKpJ9YmVkQbq5T9ln3xDm2QmEKzFWcIfsOY32XB9qMWRnz6ZqlWQtWxcq8iBT/5j//z3/M8Pq6e+6zYHXPJbVg9S1XzWal0hyTjO19elfagEgrb0UVSXjI0nXCMDagyoNV3jwEqzpgtbSIgzMDqwJAWeamYJUl64RvHNw9NlQasqTXQaMeoDCJsd1P0SizIZYritUOvTWpFhGw6ohK8JmA1Sh1pHt8WZSknCw8UZcS1HAzIaXsObCqPiVsPkUVnnpgMkChylabemmjKoLVJn3Y6MUYj0WByK0By4XpvzM0no+ElfWyKnNZfkzPTZkeTWJYfCE9B03aHhhP0+EoFi/IKVjVjAk3xbRhEP9JOAJW2/0QUUqwSgjNcw4pJRxEI1GzsmkVS9kJVvn6g8jBRieEX5uCVa5HBKvigWSMA88FVsNuBxuRi4dDekAVcKzmYZbOoiOqNF2xXqBH4mytKNd2o92XZldUYxKsRiGtAWJQ8SsgyNFrWS0qWBXobBSrhO2Er0VaAZTUu49Nt54OrDaLDhabNWyztAd8b+OraKC2liuoZyrBKkMFbnrzYJUBMEEtARw9Vgn3CWEIvRUQqfcVwSon32pZz7EFqwSmorATAKSZLskmS8mzL91paWXJpmyjWF+PyYJakR6rroytAbs3pi4iZjsnDv7yn1SxysUiv1k02VPxH6SiLsVDW0/g7u0NLM8vwAt83N8f4FOPfE1AzBMnIrGhOHxgVpSOm60Qvk8FSwkb22006jW0z/Swf7GKXhiiN4xx6WIZK6sL2N7so1SN8ckv99BzxpitFnDpXA39MMS9J7vwnQC1SlkaboQRX9eX+z8mEGKZtURiVBxrokA3ZNqcjSp4qvOGhFYCZniTUWWjHWm1HFyDk4CJDnq0TWIsVQIsLzTQG/QQhaoqZEOTcDTCIBxnzeNWqiWslX2c6PdwMgox6wPffN3l+If7z6DTH+FAvYpR0sJ1h5Yw6I9xamsD11+2BCdwcHRtHi8/pl1C3ZkV+KghOXUaO9zcFgIpG+qsj/GVex8VAF2gGpeN5TjOCFWl67Iu8HLv8HXMRCKgix6+BVWzy8Bj87mkI1CWiQrH9+CVqJx0EbP53pCNcBQ20z9tOKalSAqfqjzxV02kyZoKN7UdCOc+2wXeKhOsI6n6YRGsarQkANw03LK+k9p9u4hqUFDfRdPNV5PZrC+coFwtolGfkc1eFEYIhwNpbMcvqtzpsUaLlk63Kw0DUup+ZAzoTo8begGrzJ4nIy30Z/AqgZHMdKI+t8opKuRFBZj5qrIcS/VCelxspkaFfQHOpKBKLYicXuwP2JCK4JFBpUJVDWxdNhDhc4ISvHIVbtBAQTow8zymGDHLz87c8RBeGsp6+uOfvuuCA68f/clfhufGcN0Qw+EmTp54ABsbJ9Fvhxj2I4Qh1WTWUkONMajA1UYiulFSBYN6VYnyWWDqVPGYNadRjqZQkH4CIgLTQNyC1QwksuOTAAMqEgtoNGdxySWX45prb8All1yBmTk2ZnIw4gIr97Na6ORL/81tm+m17YbwrM2+OWv5n/Oy+omDmGrT8Qiz1QqGzhjv/du/xEff/360HnkUs1Uqun2EYmMxgawyBhRLtUmhgGq1Kj5d3PhwTIkVQkCfP3bRpmehh2uvuQ7f99rXiXdtGBrfw4kqVDkWrL9XtlES2M91v4QzZzbwxJMPyv6f6wBHIqs9qPZdWdkvHofShC+3YRAFhVT9meBfFjG1QMlL784FPc65cRMvYZsMsQoZkwAWCGw2a6wOMOBd9rCG5eTL6ngpeF+yeRV9ywlWeWszOUJrgNVlgtWyXDHb2IxgleXG9vrtgpZ7vNdkL2oqqeyWfC/kPB/0tLBOPoMAm+l75jsxW79HvQf+8WDVbqYvFqxqoxK1eSDHlETJcISv3X0GO20HDz+2hW/99mM4crgC14txZmuCrz0wwPOuqaFSpfKqgNs//kW89vW/i3f98c/hla8+LDYSNjchYZeulhgOOR/QDgR47NFTeOtb/i+UKit42Yuuw5/88V/i8JFlPPDQwxgnJRSdEq5//mEkcQtfvusLAmWpyEw9brynoNDOM/wM4ouc++L6Jj+zHcfF7l33EHt99yRRJ0ops9E1Y1aH/RTWSmWZk2LsOli98lqMvJLYSzEul3YFJvbT9ULV1lnjLblY+jOt6DEejrK+WcKhK4MMf7P5zgCiASfZR8wSFjn6l3tepoySyU8/wxRGOqIQZc+Ct/3ID+HxRx/GH/3hH2Lx8BGMUECXvqBGCiavbuCPhHZitcGaGiJUVieESDyuq5x7mMxkhWAg+xFC5XwjsN0XyPqvGg9XA0BsE177WHvPaQNI6/eqv83fj3KMU6NtfQBVllriqLGaqPD5M9mEiuKNCsAJm42yfEIaWXEtniI5PZ6JiDxknDCpSiFEMoGzuAiHVQWXXYPS0UtQPnwAjcUaZmouWKNU3e4COy00uj2sxSmWPBdzvo952ipxnuZ4YAf0HmOOjiQX+tFQfWxlX6gJ/J950w9c8PrNJ/zhb/1r49O+29v4fGA1P9bFb9+A0szWJLceTuGqDOzsepxtCaCw1V47JhKf98KX4PIrr5QO8RJCTOuCnuJz7k1QWLh68WDVvpldu86rWLXy3XMd3fkSsfl1Nfc8rQ6ZJvR2zVliI0al+Uh4CcEqlc1SSSZ9aYDUDzC/tiZg1aEVQA4u2vVA7g1WX+XAqv3d7rVbRTDZeWBkzb2Q6TfBx4o/qk04mfnNzpUCEq0lF9WpbNpsKpMy2CqewcYOgI8ZKTwVu4Bcsyv9tybR83BVIaW4QpuSf0+sBEfjsfRWsTEi4yhp/knPa5kbrFWFnI1sfFpBjIWbey+pruHWHs1kyHIx665YkD+XZN0Uaou/rYjIdH9uFe/LyyuYm5/LVN/yaXIxyNt/8bcv6h7/en3Ss2B1z5XNrACunFUrAGZZBPKxHDVjEUYJraXQBEF8LGFnkZBUfFbVO5RqwJJfyMo+ObBtaQFLmmMDVqVUlfCPm7uAih9CrAnaA97IQKPuw0eMnWEqsJBwsTccoZMpVifiQ0mwSgBF8MQQp8bylnMoVtkEqCFWAFpunqSeqCGpO5LwiIpV+luWVLGqWWVgSNUpS3QYY7HZCBdYA3WGMZtgJWgWA/FUJVjtjmPxQF2oB0gJxsSDR89PrcTJVsEqmYWZUXQCJsxwqcAMBC4SHFIpy4xomQ2+rP+lRL+uNDmSMnSqGalwHUSiLOW54nXhNMXNnwWrVOnQ/7NcJFilX62DM51QyiGXAr3mU7DK56t0XsBqOhHfWp6D5bkGht02NkIH97OBVQIcbwZYKozhjyKE7Aw/Jsj0M8VqHqzum6mIDwoVq7ze3NxL86oCy+1ldcnAKkFQl+SRzas8VQbzmljFKq84Fca0eCDQpBKuE42xIypnF/N1+n0OZUNYctXnUEo7RY2mkEFVrMywTcGqDU6pPKZKmhM3FasWrHYj28xMwWoyUs9VglV5jFGsEqwKdJHqOd1gSNBDz1iO+YQgng3OCFimVgC1AKh42vCKDbAIzmldwSv0F6dNx5ILmKFFsfrr/8HsyvjEnPrHxDtaumpKI6lS9xzsjHfwwOaTSNiQpuyjnyS4N4zwlZOnMQj7OPFEhLmFGczO1tBrh+gOQlSLBPZDUZnWy2U8caqNmXKA2EmkI+tCw0VztoJy6uOKS0u49b427nxoE5VqHfvmGuiFPZzYGGAcE1gwOQBRMhP+ecWyjPMRgxPzGXRBZnmdAtNKsYiZWgOjKERnMBBVrCzVJgCwagmeTd6TxSRG2ZlgZaaE1eU5bHV6xmbCR28YYsDFn2NEGYiU/c+WiliuFZAkQwzGIarVEhrFIu491cLR2QCztSru32jhW65ZkEZcn/7Ck7juyAocN0Gj7uEbju/HkYUq+vR9nl0TmB522hiNAwSNCoLKMh57bB1PPHoa7AcWj6jcoMpaTfJ146SKMemIK6pB7XSZpCEcl3CMXqVs7FBCmkZi8B7RNzWZYDRxEUoWmx1/eR9oEynqzWOHFgopPM4HNNGn8ojG89x4icpbm+goNCWQ5QaJ1h0arovfI1w0erxH1IeLfp5WxSn7J6NYrZYD9SSVEn1TUiTlOjS99xAU2QxJFeRWaeG6rBKI0RsM0e30MIgi9WkVuKRgVcaxbNzUiDLzhJUxrsko1lvKUUmpjxioarkgqy74G6XVWZAqulxRbvpwvUAU/VSsyt47ZSk2fe54/4wQiXUBgZoHJ/BRqFQR1JrwyjW4xZp2KjY+cdL0i0mXaIh42JUyz3d+7sKbV73tJ34W8biPTvs0Ns88ie0zG+KvGoUMim2oqsGu7mGpEJ12srdzE8eTrNlGNSpw2KhgqLjn5RX7CW6CDYxlkG08hORndjMgwCxVr2Ce85Cb0mgsybZKbQ4rqwdx/MorccnRy7G0tIp6cxbFoCSKT1EesNsuAS8bykkZ/1TNeC5olm3kc+xCgI2sZgn8ItfDDj7wkb/GLX/15xgN+6hVKrIZjiNTXs/PyyaTHPP2c9Ojz3zpplPnYFGE0x7ILyo0naS45prn4fu+9wdx+OgVaO10Mg9ufh5RzOYbUxiw6rlFtFo7eOyJ++U41f9Zwerc3AJWVg/AoXpdbjutHtq18UrUFkT9NLSM/lxecueDqfmfW7Cav476e2OpIeBL319AqliQ6A/sBsueq363j83NTQSeh/ZOSzucpykqBKsrq7vAqlxPJirFq1i/smssb3i2knAvWN31nKdQM4uPdgaGjQ1BTqWb/S6n6MqrK/PnKz8O94KjbNDs+ctFg1WRwFufQgftrQSnTmzjUx+7C6OkjO7AxXd+91W44vKGlpa69BeNQV0i14fJpIDbPv5FvP4Nf4Tf/r2fwTe8Zr/Mv5IQknJjoziWPgIaW0p1B4C/+ItPYXZlEQcX5/G52x/C8288iDe94Zfwope9Et/5XTfj+OFF3HfHF/Drv/ZOPLnVxX0ntjGilYDxUlW153QTzLhPAYCeHFGnK10wpbR27lV1qpnkc+NewaqMOwuK7DU1A5TjkhYyy4cO4LVv+VHUl9aQjNl4KDaVC+odKOW4BtJaMGHVTPJzxuwCY7m+WpihFRqiADPzomzO5d9Mlml5LT+flOCa56mViqbrtERXxSsWeOhNrv/OSnilrJ37LQ/f/s3fhNOnTuJvP/FxlJsNuUbDQSivrwDY/MmXyJpESMpkuSRjeJ5ZSaEVHUzWSlKRx8EjMxZEyhlUFaZDwzZ11AlW1tnc2FYIbipazJxvf60CUzNPKI82SjDbuM5FQnDKcgFuPglM+YcNEP0iJp5aGUG++5gUfN2c+mxsvEfryCRWyvmYTRUiTHoD8cb3FudROngQwZEjaB7ah6WDy7hkto7jlSJWABydJCh5Lqq0VBoPMez20eu0sdPuYTAYYjDsYxwRCLFag30dVJRBUC8KPlZ7jMb4929Xr9QL/fqjd/2bKVg1jTZlHpaY6GzvZwGpxl9cDGhyYJXiGzsfTqEqX2MKVfMJyvzcZcEqvzOZeO31N+HKa66Bw/MuR7I7KXLuz2kB4F4oOa1kyj9PWei5Aeb5wOZTnt+nqWQ567nngac65s8DVnlPG7BKxWq/2xawyr2TxBy8Jf0Ac2tr8AP2NtF7SK2i9lRgmPvJJqbPlwyVWNdE31renldxGsgpYi0LPBWmyr+tt6qMVyZZdsPSKTilFYBaQVGxyjFuFa1W1ap2ANa/VT9LluiiAMQkpBi/UWwXRlFmH8X7R5thEcyaPgwmuSlCPBOXSrWzVE9a2wrts6F1ltMxuGsNNtGDtd3LQ1e1KND5zJ4f+znseODP+VnZ8HV2dlb2XbKvkVjQrlkp3v6Lv3Oht/fX9eOfBat7Lu+5wCoHnqhK1aZFh6pJ3MSyKSdATWWhpxWAglWFrvQc5c+1K52mwK1fxbnBKq0AWOKtClCCVcLZRs1H0U3QCieoUplaLKAbjdGNdCLhsRGWEToS8hJwZmA1Zgm3+v9QDUlARY9VglVRrDLbkgOrKvOmNyzQKBWks7sosqhYpRWAgFUtJyRY5STKzT79V8NRimbRx0yxgH5KJWVsFKvqD0jFq5ZMOqgVtYw1D1a187X6hbIEskHKkhCsqr3BVLEqLagzFXC5oP6SDKxYBdvuR+LHyfdQsKoWCwSr/F1A5WvBM1YAEwxGngAwp+RhxQBfXmaxEeAGR7xGNEjiOehQLWjAatht43Q4wT3dVJp/HS052F92EIxChPSdjdmUrCCNsdQKgIpVws8U+2aq4l1KsNqVMn/XNK+i+ljL48WrV9RDU7BKxepctSTnic2rOqE2GaLCV8Aqm6B5BfHlbIV8rC+P32r3ZdNZlM2DdvIWNRknZhNoMrieglX6DOrES0gkYJXd5w1Y5RggZLaTLWM7Gthz4q3QF5IfgY8RxaRm5anEUf8ZhRQEqxy3DG67I8JTwmRX1LJU9VboH0xFYWqga4JMsfre9X8asCq3tGT77L2t95Udq4kzxsO9R9AaDDBfm8eOG6KXpPh/T62LtyrH1eb6ECtLiwjTMUas2aeH3niMU9st7FtbYZYGW62BjNv+KBIw+5zDS1hpFKSD5pUrPprz+/GBOx7CifYEjWIdMVXP0VitPGSfFWF1dgYzpQo6vb54gnUJrMUTTkG1FqQ60vWdjcfmGw3xB2r3e6JUk8SGFueIbyw3E0zo1CslLPicwzwUAg+taIRuSA/VMoYTqoVHGFChJmfJFQuHwgRoFgj5mZUO0AtHAvDL7hAPtMe44WAVURJhoxvjzd9wNT5z7ync8ZVNHF5YRt0n8Ixx5cosbjiyiFE6wvLKIazONDFon0GxMoOJ68Nxi0BtFl+9836cenwHaeIhGo/geLxAqilStKrjyfdYPszyegJWjlebddamgUNuCuNYlP0CpH1f/E0nKS0UqLTUeUk22aAXKhMCVKyOgNGQrWFRSHn+aM9hAkJ5rM6Rss2it6g0uNDjq3ezzJGW4Qs8tcEkNwQe3CIVwQGKRe3kq7s3TfxwjmBX+2gUyr8J8gjJ4oQglRtdblzV5kHKjaQCQBXlshGUTsb8mYWrChpU9cdAjc2j1AtKN5V6jXWzyOfmrQxs2zMCrIKAVZY2eR7XAQ/exMcojcSTkMfHhmm6eQbGpQqK9RkUG3MoVAlX63CDoqo4qUJmMpONFllWNRxg2GvjVz994V2F3/jD34vNzQ2cOX0a21tbCPuRbMZFW2xAo2ywrGchga5V1dqO7GZjllcgyPgyqlaFAK56e5tNt6iD+Hz61JrA3W4K+J3bOzkXpgEKj4Hji2ugeAuXKwIPDxw4hGPHr8ShQ0fQmF0QFZX4faVsOFmWJggy0nIbpky5Yucw6x9ngmtJnrDywZuI3QzTqO/56/fgb2/5INJeT/y0eR3oM8scgS/XVpX6PGar3FVVR4xikYkKqqV5zxhFG5tFsKIlVmuEMIxx1VXX4Yd+6G04dPgSdDuDbINrIXW2aZLxRwuPAL1eF488dh/GCecI2jNoM8OZ2Tmsrh6A6xdlbGcIIe+NLdY5quqSa21AZ76sd29Ufz7IuhesTo+V969Vqk7VaLye0rwjN4b4Xjxn9KDe2NgQsNptd+CIzznBagmrqysolUoZxJfNkayNU0hiN0yq3jt7c/t0YPW8O5mc8kQ3aPqeGZg3T9wNTZ8eJpwL9p/rGC4WrIqikuZVskP3MB462N4M8cBXTmOUevjq/S28+puP4opjdS1bFOsTenBrHM5nEay+4Q3/G7/z+z+OV776kJa+iwc11elMDjGhMRIloNjjMKkhu3kmjB1MIvWkp2XAf3vXh/HSV92Im593FLd9+rMoJBN88EPvwZfuux8PPN7BVi9C6hTkPlYbCYX+CnqmCRh73nUtt2vEtOxSYKE00bO/U6sVe80EU3Id2gNWmfiIoj4uveIY3vazP4dCtYHJKJL4SwrfzVDToTUFFPq69mc67uzwy89t2bU16k37gvIYeYJWyBgaZbIdU39QC0G5rlm4y9dQ9ZSqZWUFk/iUQDTB1saGrPe12SZCej/L59aKQIFANlmoigF5c4EIUryi1W1sWMX35nXkPMzhoYpcbU5pO4pLHGAaVsrPzL+z7xOKRDTplAFdY3MgaufsPEzvaR6hRs8aJ5jJUdYVJsEl8S1QVSscUND1Fh6b09AGwEBV/t1xERbZ6M+IAswxanyg45afNe11pGLtyPHLcOVlh3DZ6gL2L85htV5DjSN/PEASDrBt4A+VdbR/Yrw0DKlwHmFM0QgrZ6JQYCMbPjLxB45Lo2pUb1MPv/jTP31REGUXWDVjWs+tgqTdrFBhk0S/4re/G5hKTGTWcwtWBUmdB6zaA7bPsWsVP+tV170AVz/nOXBpj/OMwap9RRmR2fmwScm9c6VC1fOA1eylnub3+bN+oWD17AVSf6LB5FlfMt8IWI2lIkrBKhWrHbkWjJVVsepjbtUoVg1Y5Yvlk5Byrs18mLdS2rsm7fITNeXr9mf2/pPXzUQyFqraJI3C1Uy1mlOs7lKy0vLMQFeKw1RlmvNglXnANL2SGG0a28txiGJVYxValXF1ofJ5zIZXxi5K1wRj7WQeuzsBYMb3nvGajVPTD2Hvmn2uuMaONQo88ufJJtHEM980srIx7NzcHJrNhklSa9zJoSCNrpMEv/DLv3tR9/jX65OeBat7rmzeCiChotQqVsUKwG62dQkkaCM8FY9VbniMYtV31R+Uzx2niSioZPIwC7tsiunpxwSiNMqgFYBVrCoA5Ow1iF202DyF5fU1XxpUEayWvYl4qRKs0gOQQQKfUqJ35jMCq+rvmoHVnBXAyBj1M760YJXd3akM49eQ8JTl2BLLFjhdymaRxxsK0E3RDHw0SwX04wTdUZljnBIAACAASURBVCweq3M1AlxtTKRZmQnqpUCWJWsFoJsJsyEVWFwQ2wMGUN1hLI2ArGKVEzfnGLu5zcCqsQLoDOgDmYrqs8SNGYtX2Zk9GotNgKiEfAtWeQ09bLSHmPgO1ugHa7L/VoXDAHcXWA1j6Uq/Mt/EsLuDrhfgzu1YzPb3uSkupcI4GmBIL8wEYgUgTcc8Nq8aTMHqbE3gG8Eq4agoVmlRQCuAPFgViKPngeeIymg2quLmmmCVil7+vVkO0AioXlavNILVdjQRxXCzXMS2Aau+UAZuDjRQIfy0YJWeggzKuWH2qdgywSjHhFoBEKxqUzZubgn3bHJerADiWFRVHItUM0/o9ToMEY7ZHE1LmqgYlMLDDKyyLjJGZ8zxlYIJC4JheqxWPCpshUsKLGcwTIDP+O2irQCoWJWb0sCm3EbSLjYC7EwziGHSx4O9h9EoNuChiFZhiJ0kxl/d8xBao0SsJMb9CLPVJrZjZh9T8Zza7Iyw09vGwQNrqFBNEA+xeaaPpWqKL5/u4blXLKPulHH/qQ0cbrg4vFzHyQ6w0fHw2EYHW0M+toKYzauiCEGpIAHM2twSomiArU4Ho4kv8wwhH4EiL4Y0T3EcMEVDsMrAYKO1jcTn9XRRcDxpjubGIwSTBM1KUVVhnosw9dAJJxjK3kQ9kmNXlSeEd4QqTBxVSmUUMcbR+QoqaYzWyMGp3kgsLOb9CF6lgWQS4uqFWVx6SYJxcR533HkKj2+Psb4+wI2HZrA4Sw/lFC+9Yr/4anpeBXN+EbUSm68VUS7Ni7LVbTRx8vEWHvjqKbhpBb1hH6NkKF6LJITqL2S81YxQREqm+YeqGCooYlo1sKynpGpKBt+Er+UCPGlGUtXSfm7U+Z4CRjWbLm2ZxkMg6ov/JLtKc1ahmtM2/uKkLk2wJGLndonqF4Wjja54p0hMmkxonTHNautAZCMoNqNTn0nOT7yHCNu0U+lYlK7SQMU8Xu45ERbackRV+lMB4EniS5WR2tvH+s5ZFY9xCZBrrJuOscNSfgNWpYGVqjGsT2qmyjHAl+dd5g6eM+lnxuoFqjJ9xE5fSvpF7WqCQSYWR/U5lJrzKDYX4FYaKFTq8MpluD7VOZz76dPJhXGEcb+LYaeF3/i7j19w/PWN33g9zqxvotPuizKZ10uhiNp78JNxjZZuvrRf4HU2ZfxUqYrSKqfMtAGrLdPm+eL1oQ+0BvxGtel7opoe06/cBNk2SJV/Z7BD/Ujlyst1pgJVS7H5GHLxUqmMRrOJ/YcvxdVXX4sjh4+iXGrAo8I3naBUqWoixZQqTsGqKdM1Z22X+oaQz52gWPFx2x2fxZ/80e+ht70h3sn8PDa4ZidZrkUWHvJ8KPQvZl609vMJWHUJOmgtVEKcjNHp9GSAhdEYvf4QL3jB8/HDP/yvsLJ8FP1+Pwvc7cZVDpWNgiQ2oHfrAA8+fI8AWvVv1QRnc2YWa2uH4AWlPV3Gp7DHIbhWYiWB2lStevaO8HxA1W7i8h6r9mf6Xce1LcOW8UCVLht00qYjHiOKIvkZlR48b+0z21g/fVpiETb18Ir03k9Usbq6KmCVX1YlLR6re5RZTwcr82BUTukz2FDnfTuZGJF1z8R753v+tPnL+W/Np3tv+x6vePGNF3x/y9ItykcHgyG9fx18+Yt345aP/A0OLK3ixa+8GYPRASzv83DooFaCaRUS+wUACWvJnRi3fvQO/MgP/TX++x+8Ay955bxs6AVqyMZRE01WBSepu1RVbgK3RZ+o45WJh14/VOudiYfTj6+jOVfHe9/7AfzPP/hfiJICnlzfEqstCwvUcsECbDP1muSOzgtMXk6VVqouMsCF40+aTslo1P9M+WZiLCpU7Zq3AqCIYYArn3Mt3vJTPwUvqMCV6iTbVkob11pqqokYVeKbt8m9m33fPZdOuEtOTWgDQxNf2TGpfqoK5zPrDv1HliwS9ayhOPK5TZMXWet5zIw7R7GovdjboFytSLyW96Ge3rPGS1PWK+2PwZeW6no2ruFritWLK70gxHyE85EBXHpadO3UuSoHT1U6r5At80s1ChzzPKmGMIkw61MoDfYkCcu1n2X86vMtvQrYuDIoitUO51eP3qVMFktMbv4E/E57Md1XcI5k1aN51eklk2oVBwmrI40P+3gcolatgHu7OOqhPxpKfO24fM2SVO7QhoYAifZCZzZPYXNjA+12C2E/1EY+kgTjus8qBSayzXi2ghdzPX/2bW+7qPv7j3/732bJSV4f+6V2XedSrHI911jGlilnySh6wu8Bq/o7vXbnglj2HsxbAdBj9fKrnotrn/tceEXuv56pYjV/CvINm/Qeviiwmt2XzwCwnm8dOJ8y9XyPP4cVQLZWiAqUogULVtvodtqavKYwiAVdBKv71hAEZVWs2nt+D1y1at08WN0LDa24LbsvpYR9b1JD7aumyfE9HqvGCoDJZDauypf3Z39no1n6Bec8VqnInnqwWrWq8WG1ilgrnHDY0Fyr4Dg/0GqNMYL1a7XqV5khxD5D7btswi0/PjL4uiehrrYxdhzkEnVyq9iMmZ2l9LRnilqjrp1WJxhRhnAhXXPm5+dRq1WlgkIMvsS+USs5WLX2jl9610Xd41+vT3oWrO65sucFqyzDlRgj17xKiL0j5e1kpgRiVNgFAlYJwhQa2oXUglUuoLyJqEQcs6RX/D93g1UO5jBx0RqMpZScilXCw3ZIaDZBteSjH8ZapsvQznNEhZgHq7zRCC/7LME3j+PCSwUsFat1KgHL9Mij2s3DIEoRMZg06xLBar3oCYCkMlXgaQIpx5bGkiwFFUGIBmMEq2wqxKZKzSJN4An8CGGABXqsJokeh8kmE+ZI1oOeI7Kqq7eINNSZEDB7qJcIVuk3S7/DRBrhUMkpAbAtS3BclH3CZW6c1feWYJW2BexSWQyYL3MEEoaEmP1Q/s5zVSlqF/Fh7ApYTQvASkWb93A6YrCgCiQet05eBOmEmcxAL883MB52ECwt4/PrQ5w43cH+wMXRmgefpTLUvJ0DrO6EVASl2DdblSClNVS/XH4wOgDQpkDA6oRqJlV6EnhasErbBwGrE6AzUrUrA1qqYtmUzDav2hlEompebBRlLGy1elKaQbCqZcAaCBOs8nqqNcM4A6tUMfE8yKSbTEQ5ycmfHrq0iqCbEr0+rbeU+NyaMU8ILjYRXgH9KJKGOnwfji8uYnxfAjoCDsLviVhHcHyx0dJusFp0VXDAU8TrO+Q4Sv8xYPU/alC1B6zK2mQ2TtzWSnfHJEF73MWp0SnMF+ew2enDa/p4IonwkbsfxHZ/gO7Al7J/Z+yi5ziIRgmaQYAnd0KE6QDLi/MYbLfw/GuP4tHHt9F0E5zYHuHgsQI2nhyj1XNx3cEAVQd4cGMTfnkBncjD106cQsHl9WtiGNIqIZKOkuxnXyqXRIXqIEB/GGJkFKv8XIEfwAkKiMMR5iol+K6D0+0uYgNh6KHcKAaSjKF9xFyjin67jScGY4SyQeMGtCDnOiY0IPBLY2lIJl0jGfh7HmbKDq47uIj2yXWMHRcb4xgtJggS4LK1OhZmqnjtSw8hijfxR594AqszFdz5+BCPnIxw7ayLw4tlDEYxji+WcNnaHLbbLSzPL+LaI/tRlg3BDMZ+BBTYPb6KO297CNHQlTLm7Z0ziCeEYHZDliv7kzlEm1XoBkD73hNosuswn0KH0glL2en3ydIk0zk29cw4ZUlxQh9peg93kRKshl2ko0ik3qJjZ/dibthFRaEqTw2SjXpG1hcXjY5VrHIrbkqpbQMau1EwjWqomNKgR3dwUhwk3cJ1I5/ds+S//Cycq1ziEZO0YhlpYtR6vMdNEx2Bw7bZQPad54LKLM4BPCNMJpgSSPOZ1CtVIbuqj8RBTb1IJyxt4j1tIAPfl6WV3kBKahWqqm83X3tUX0J5fhmlmUV4VKxWFax6vouJgFUNjOMoRNjZwajbwa9+6JYLjr+uPb6E4ZCNpRhse/C48EljRKMU47xjwZstRzNNe3iOWJbF+56+3MzK88s2rbKBLtd4eVUmNAhpvamVgNghGKiR35CzHFjLaLX5oipvjNcVobgFCRxBtiutW8DM7DwuPXoMN974Elxx/BqUilUZF5xvJVErL2c9/HKqEgMjshOYpChVy3isdQK/97u/jYe/9AVJkAWFMoYEFNygs/TUmaDA12YFiZSDxfJzAkL6+fLvvV5PAu9iMRCYyrLPublZlCs+tjZbMgeWy1Xx3hvHIW6++eX4vu99MxYWFqWUlABRAnxrlmnuB/r3huEA9z9wN6I4lNeXdaLgotGcwdraQQSlqiSO5NxZFY1lHkalYmqoTbNEBStWK5YHqrq32705tf/WcavqPQu1+J12Oeq6ook5wg+qt9bXT+P2z92BJ598UlQp/Nq3tg/XXHstLj90BJtnNtXaqN2WZA7HWLlYwtpTgNW9G++nBpZ2Hjpb6Xq+m0gBoaqv5c8uxaret3u/ngqsPh1Q3Xu+LxassqleezvFpz71KLa2gU994hP4u7/9G4TtHrxKiCuv+yb83L97PW66aREV+v9Kx1Mq/ktifeV4KT77kX/AW978V/jv/89b8aIXH5T5lImdcZSgVKaSnhEcky+quFIff4I3lj77GBMsSW9RTfQyTo6dGIVJAeNBhLf/2Dvxp39+C9Iy7TEoUFAfagttFRbqGFOYq7A+22TTsonl1dJAz/jvSIginV/MddM5SMv1CUmNgnWvYlWS0yEuOX45/uVrvx80dfL4ugQBhjHZ97d8U5Sbdpjb4zTQd3rP5NStcpNNx5C1V7GJKPtvSQgJBCM85neN/TPAJfk9nlzrN6j3pyTCNPeHYaePIpX8oxgf/djf4MUvfjEWlpblcRZwZvCMVVcCqemlbXzYU9qU0ftWlbSxxAzseeHCEy9yA4l5zXNQVY7R+N1aAYYkVeV4NdGmX1M1rsJ6C+mNUtleeQNUbeNDqqPF8kWqIVg9RHDKeJjrmKsgtaC+3wFthASq0gNcsptZg+QM5nIfw4BPQvGi+Puf3tqSyoTAL6FWqWGuUkS1AAy6bWxuncFmawfr6+todVpiWVOqlFGt1cRHG4WSKorFnoZrbCTfOReqms+sbzJOJ/hHgVVTsi1qX7M2PhVYpcpcro9RrFpQT+sPOy4ysJ11YdexZcdevtrA/t0CLSbLLr3iWjzneTcYsKrJ0Av/sgpzTV+fzTFNBdQzeeHzwdFsGJ49f2cve6Fg1UwG50pIukaxSrsR7vv6nTZ6nY4kolgpwzCK1WHzq/vgF8taMmDXfrMG2/ssA6vGcuQsqGrvL8MAtGeAxkB5qwJJkJsElCpJpzYA1qJE1alqBSDCERN37bICMD8XGJqaJld7PFbzVgB5NTvHIlX1OhbZw4LK7xDjSEGsTVDbMWibo+eTYnZNzZrWmYqY7BLnhSV56Gpk/tnzc/E/93jSQ0E8Y00DRFoDis+bTvqS5E8SNJtNScRQBMMkB7kVV6lqvY56vY4f+ol//0xG6j+bxzwLVvdcagtWf/iqGS33YQmH6fPCDp8MnAQkyoaWmXIXbMjOzRcXPQIvqikJiziYRX3DDZdVAcgmmL/jANbO6PwKAukNLnCWqjE+l+C1E8ZiCVArBdLZXZoXpRPUqgzkxxhGiXRJl+ZaLPEuEbYl4t3GOatSKYvXTS8ei9KvQG8p8ahMxMezVi3ApdQ9dTAMJ+gzC8Fuz1TgEu4VqRqUolcxVmSJ9shYHzC4mRrwT8CGWGGUSlOq2VpZNk+EsPyEM5WStHkJR2P5XFQuzpWNUsqUsbKslGeWvmLsH8/GURU2DqHCY6il0wwkKlLia0puZaIgNOV5U693ThjtwVhKykuFAOUi4XEs4JXv3e4NpYGKKFZ9vpaqhze7I4Spi5WGL5sfXmdeR+7JbVdrTmx8bHtIBdkYhw/W0ax6GAZFPN6OcN/XQnl+PRmhPupjkBSkTJdq5pmqqn22+yO0IlXtrjSrcNnkK1Sf1dj1RG1aCVzUinocI8IhApaE1z8U+Fqm/2ypLGo++qh2hpzoXMzWAtRZ6snSZqpZWVofRVhpsmwzwJlWDwEVzhKwazZLFjPpOM1NtIUPHCuqEuJ+hGuCvr/QHDRLLqrSlI1jVCdgZoklgDYeYRzH2mjFxYiNy6KxeKxy/EcmEONGRXwxqRJLWPJurSa0Qze9c6lYZR8vNrxiQmAMF2xkxlvnfetne8093exNj9XJr79TNyUSU2lALWsJFYZUZ064OaLflY+0MMH2YBvb9Hz0fWwNWygHJdzR28I9W5vYXI/R641QrLFMvoR+35emELVKFae2zqBYb2BpfgHbT5yUe2BtbQ3tVg+ndzZx8MAikvEEW2e2cfzwKlZK2/ja6Q5aAyoWZrAxTNFutVEpFKSTOsuq5xsVlAsp+uEICZtaBSm2eiP0QvoSO+Lp7HHcl3xsDUKsBDH2L9bxhcd7GIw5fMYI4GKG5bSESJ5gQOmUPlXUaTmdNCIgjJUgORVlK43XmQhhA5kZ38XarIdOu4elSg1Uy5xojxC7wMuPN/GyKw/hplfdgPd98lbsnDqN46sH8ZsffQyPrm9ipRyIp1fRGaKAEa6/bBnzpTEWZ5dwfO2AjLtCUEOttIj+pI+g6OHeL5/EA187jWajIiVo44TXSJvLycZTyjh5HYVciVeeNDuQAI7Bf4qEQQ4DLP5HKFVqwPGrApVURaJlnhLw2sCTAcV4gMmgBTfqC1gVsKXuxLvhg9I2A11UxTHTs81AjK2A1fmb1xdIKx6ohGxWcah+f/JJ+HIyRG3JoL6r+Jpa6WrOA9V6wAnblFVLsXJmB5A9Vse8/N5TH1h2g9E5geeSqtvpZjELfOX8TB+r51oPj4dJpa9AA27oBBfq+U4aqwjm9yGYa6BQr8GvzMKtFoEyIV4gx8rAjZ7A0c42ou1N/PL7PvJ0t/RZv7/80KoEydZ3VxU2nMRiVZlaT1dTmq+bUE10cg6jYtSCSu3mzfVdkwk2yOcYkwYd8jOdR60KoGA2vrrX5lymm69hZErIRB1hAlhpzqQX2W7U7Xvw+NlARtR5tLapNXHdc67HS1/6Mhy49GpZW1Q5WzTe5QTdsSiIVaxgMJlRQHBTUKgE+OSnPoL3/K//gajXR+A3Ze6m8kuUT5xrcrYItmmXBuBUlVuVrlpvUMmqcbiC3SJ92ycJOp2ONLtjQ6+Qa1sc46Ybb8Qb3vhWLC/tR6vT1fEltbfWD1gQsTz2gQfuQ6e7KYkkQgfC8cZMHWurB1CuzAgMsmBVjtd83r2Q1A6O/M/zGw177Od6HG0Q5NKYChZ9HyEuWloriUEHJ0+fxN/93Udx2623ItrcEVWixnVF2bSwo+6Nr3oZrnvOdZibncXOzo7EWHy9SrmK5ZWpFYBVrPLuK+QaScndn22acgquXc0ppqX8e2+K8wFPXbH1K39/ix2JJM1tIw0L2VQVeK7z+Uxv1PxzX/mSm57p03Y9bjQJMdhM8BcfO4Uz3kE88pXP487bPoczmwN0t4ZYWfbxrnf9IG543hLKnq8xuaZXJGFGu5ZPffB2/MiPfgi//+534KUvqslnOnNijI+9/1a89BuuwcqxBWFljDoEdUx8Ub/TXkYsY+QFFYRyeklFZazzfzQY4c/e/QH8yq//Pta3uPBqk8NJUsY46cl7EfgkaQSPljdybc0GV0YzIzptAqiUbyTWNGrnojCclQxsCEibKOtxaq5kdn24UVdlISuOhrjpFS/H97zu+2X9IoRQJb2xGsj7knJTLaVp03FhmzCxckK9XvU+yMCjWfbyIDITeXJeMucmT5KMy3duDNq/qkXOJBnLsUu8Jk1EVdEliS7OP34RG+vr2NneRrfbkQQM76FGoyFzE4EgE2TjaCz3q573aSl51mwuB5ct8Jakj2l+xzJgPZdmTjZ+iDV5/aICTeJqA1n53c5RJiqW2D0P7vSxTMrxjypV5f4nbKWgRTyrCVK1eaJtopj/bv8uvzfAxb6HnTO0r4dWNHGep9czAQqVd+MoVNAzHsux85zxj1/insEXJT2taGi/xJiL55jKzZFYBeRKohmQC1wzTdbMZXzHW996Uff37/zXX9BqT1M1pHZGmkzmf5JQNkBexwbvRxO7mLVoeh6MTZYo7LSCMQ+u7HmygmP+zu5t5TVMMoGf+8Clx3D9C16MQlDWBqrc91wwXJ2CYnu/WnC8dz3ae/KUP1z4l03aPt0zNRKavodNtJ0Tz+bArCjm6bFKsErrsF5HPHl5uFwvCDhT18fCyj7x2Gf8w4pXEUhlcba+LwEov2wpuobUGmDaYhRbWWHnGp2fdU+X/SzXwGqXdcdEYarGVezxovGJ/GFsZjxVbTMrqyqlbaL1HbVl/JwXpMGVKDx3K2LleCi0M0lk2WMniVTtENLbmErHso65aVpqylema/c0+ZQfN3vXdrnWJlaw53ZvXMSwK/ObNRYneX9tjWf1nHMuFbYk4g0mVcgJ6NA2g1qzgTe+9V8/3bD6Z/X7Z8HqnsttweqPXD2rgZIBq1qeqapSreDQiZ0lSApW1eOTitWzwKo0djRG+Nl4Z1BEfyYNTBSsEojRI9CCVYjik2CVpf91X31X+aQ8WJXMs8AySIMTbmpGLJMxYJULHcEqy6iZOeJqP0rYqd5Box6IdyBLqqKRgz6Bl5TPqkK3Is2iuBDRY3OCKJ6Iio1ATTwEzUrEc0F7AZZoNyoFzNVKUhrFLu68wTOwGo2k2Q7LLmfLCkVGxtuEYFXKWFk2wALTAkvi+d4uBuEI/SQW37eqgaHZZOtwc2Oaiwk8cAWsUh1LsFoKPMnw+wXK8AlWQwWrtG6gItWDALut7hjDxMFKU8uTCb8JrLm5EZ2ZEZ2x2U27H6MQuHjutUewefpJ+HNVzF9Sw7137+DRu/tYqgPBcIBR4skETkjNc8DPS7BKiMoFcrVZg5fGAla3hwlidl6nIjmgYtWXRceC1TimYjSS1yi5LprlioLVcIQ2pcTwMCNglYpVVZMS4LKL++pMVSZ3C1YL4vE4LROwYJXj2BpdE6yKT6VwKUKHFH36H7oOmkVHADdfg++tfn9UbnlwDaSklxwBOMc4QT7VwvQ6IrTSUizdiEs2npv5NEY/ShAl6rHKQLPCMehDEhaECBxjYr/BjNkEeO+pi/NYnfzGfzLgiwuxUYLImq6lz4TmBd6RVMh6MdpRF4NxhH46Qmc8Qn/i4bM7p3Gi18Xjj7Ls1UFlhmPZxelTA/hBANct4szODg5cdgjNWg2DrTZOPX4K9VoNzWYdJ7fWMcfGVcUK2q0+5kouDi66iMMEj6z30U5UGbDZ60vnd3dCv+EYtQq9a6mki1CreeIf2Yt5T2vDWEJDbvoqjRJSNnpKB7j28D48cnoTj+2EBmClqNF2Ix0jod8YNwumM7ANMiW4MrCMXWJHVCdSp8nrTG87Sb6UFQolAxwtl7BUKSOedHHk8AJefvU8bnjRi/DQZIBPf+ijeM3NL8Adj3fwX/74doS9GLOei5VagFVmjEYDHNvXwGVLFVGQHFpYwL6lRTTKTZSSMraxg0ZzESce38Ltf38vAjY9IqxLtHRV4biqVCU4MBtPFZTZ0lZj1s6O4pOxgmM/gGfAKpsBSWkmA3SjjxCfOtk/svSwL2DVCXv6PlL2bkvsp2GnBZ0a/+rPZ/oGmkoTFeMXpzLQHKjTxxMGSw8racCgKsaM02brleb0Y7EVUJW1XCy7MeaUlVPS8opZH1otk5taAmijFgepKGLVO1u/tORS/UK0jEiFI/pKtkGWwibbJdlsfghjZTei72VfK5ldRXF+PwqzDRRqFfiVGbi1MtwKN43cnBKsEvIPMdjeRLi5iV96z19dcFB2cHU+S9gIKDXdYbmGMcEmP5OmjQqEed1VPaBWCqrA102YPRN5qKpJmWnATCDL59vSfIJVsVJhkkOafLkYjSJpMsavTIBjQLQE2MZD1V4bmY2swlxKRAMte3VcLC4u4YU3vQIvfvFLRc1KOM41nK/LTToVpNmmkmuqKfPnPNIZdvDHf/o/cPtnPoYSFU9+VTYFfG0Lou3GhMdOlSq/c1PJDYYFf7oBSmXjzT98jtobpKhUS/J6VLVSFcUxRh8+buRfdPMr8Na3/STK5ToGoXquihJQzNC08RTVHw88cD92WqfET5blZtyb1Jo1rK0eRLU2a1TQ0+2FHSTnA6vnG0S7IdDuTSsTvAK3jW+aBd3MMhaY+AwK+OKdn8cH//L9eOjuu+Ey4WRsITgedH3TJl1jZ4LLLrsMr371q7GyuioVKDxHtUodKysrApDtNZfrThi2B6zauTnfvMoCbf3dhYNVglMLGfLnQtWFU7Bqz59u4nZvs88HbZ/qxrXX6WLBKq2YWidDvPuWR3B6soz+9jrikN2WhwjcEibjM3jzm67HVZfVEFCxxpuDXs4ZWJ3gk3/9D3jzj30Yf/Dun8dLbq7IvMbp/cPv/gIeePAhvPZN34i1S+eELRckSZViImo4nScZWxPkWdG0VBaYzSflCPd/7SRe/4afwj1fO6GNh1IX+/ddjv0H5jAc0J7GR7fXRij2QWPTQIX3YoRoRP9srjUGrIpKkgrTGAU3QqFAUMgjNh3fbUNKU+Jsx4VMwwJWGT+GeM23/gt89/e/DiOpzTUQwpay28tqk2Ti1T0F+rq2UXAy9TydrgfmXjRhw94mN1IxkQESu8CqqlF/sbtUlf9mLKn1Jbx2am/DeLjqFkTpLSrJOEa/10W7zUSOj7u/cg+WV5Zx6OAhbO9s47777sPavjWs7N+n1XBW+WhFBaZkV9cxXRepkPRog+Sy+SwFAbrESjzAdVeUbwniUSQqziqrLqwnqhn0MlfYplRSmaCNqbT5TK4pDeMOSb4pSJUKBMbOOZjKv+8CqPnfmaadfD96Mts9mb0n5d62cYbroNfvixqVXzz2UrEoNgoEH3hjYQAAIABJREFUxJzrObY5Xw2i0DTV0Y7lYcRmi/RbHWpyPYqyLuq8BgLWKAKxCUNzHi4WrP7mr/ysAHHtQaiJfl4X07rKgNUpIOV+gXOCrPW23wDPo0lYWDAta1zWdX06j1nYbnNXuwB4DqzuO3oZbnjhS+AXaR3F/e0/PVh96oDn3GKSc4LP3As9E7Cacy3P4OozBavcQHDdphUAK+oG3Q563bbeui5FTQSrBSwsnx+sWigqEbeZzySuOkdnezuX6Jqld7UFq/nf7QKq1hd5omXuFoRyLRbVqliG7W5klQFX8Y9VlWm+eZX6rqrvvAWVU3/9VCqZbBx5LrBq/VVt7JgHq/kkjV7KaZLT+gPvXpf1X7IjfxqwKvM279ecV3TmbW3mC42bgZmZWWFL2vDKsK8UqM8oWH3DW37hqYfsP7PfPgtW91zwrHnV1XNyo7JDsXQRluYJUw8byUbKROIglCbA2pCJ5dGUwe9SrJqMp0002cx0ws0QoeyE4E3haKngieqMr5VXrBJuNgJHFGcs3alXA1GshiMWlmpGWsCsAavc6AlYLRPOAN04EigqRf3cuBKsEpA1isCYYJWfoYDuWH32OElTAVoNCgIFOVEyJBVfWD7WgNUsIOfGbFKQ8r96qYC5egn9QYieqBQdzFbLYA/FYRhJV3GC1ZmS+ZxUIjJbasEqMS59SQSsFsRMngrFPids15dj0uodzagwWGG5tFUkcPIhbCSkKxV8Aas0VQ980d0qWPXYGMkVAMkNG71Rd/pj9CJ2RC8KRD4LrEoHYBfDMZsP8VyMcXjfHDZPbWH5aANXv6BCvIa/fs9DcCceyhMHMa8Pyy99V30sHQtWedUmWJ2pw0v4viO0hqmUU9NKIlOsGisAq1glWN2lWPUSdIYjdOjD4HqYqfioeSmK9BSDi+1hjFE8lhJsZg032/1dilUbKJ8LrBLwC1g1wSZ9Qy1YbRQdVH0CKqA1YHDBoFFBO4Nhvi4BBoc+g1DCcwJTUX9JkGQVVXoDSkZvkkhzLCqixxMtNSZYrfr0qHVETUYrANoEiBKaHqunL06xmv7mf5ZrLBDZ+grLnkEhOg3YdZF3MXQIVEMM4xHaURseqvhCawf39jtyvHfdt45C4KA+U8ZOq4/eYIJqpY5el2NwgMPHDyGgNcZOF2dObcNLPFRoN1HyUGEfAreIXm+IeiFGI0gxF1Sx3QdOD8ZwxjFO99oYeyU0KkBFejDQw1IN1fct1dHtxdjshSiWyigXfQl86WlL3ys2r6JVyTWH18RT+db7TiLxygIWCas5j/D+6fYiyHxkDM3zmymO2Yo0vYsRcnPnF6UJXjNliVgBW8MYpckE+wLg+HIZNx9bwvP3HUW3EqHamMUHHv4Cbli4XjqO/7v3fgJfeXQHZc5EE1p1ANetLWFGkgkxFioxllcXcPXBQ6hXimhUG3D6MYLFOTheESee6ODOz98Pz6MfYYooGhlKxYnRjIWsq7HCdw2yTNmRIECdDwRZFgJ45QbgV7U5hJiu2SDNjFERYrAzaB9pfwdu2NcyGW6IzjP8rFWJnUtnBtMH2gBQN3KmY6jw8KyVuc7BcvAs0zRec0Y5ls9AJ65aetiv7HfGA45cU1i7LaE0Y93CnyxYY5WAQNCc951pgc3gywavUyA73XDrHKJA0r6/M7GeZub8mzLvZHYRwdx+eDNNuLUAxQq/V+GU6THH8sdA5ofRKMRgaxPh1jZ+6X+//4LDsqMHliWYtYpGG2hzTgrEMkYhYP5cSgAtmXg9D9zgcg7i/MXX4u9ZcimQOE0lecLvqtqZ2gVYOMnvqrbkOh/LWOVrSQmnKDk9eS43sFYZkZWWmk2CqmWoVB8LMFXlg6oG4vEEV111Lb7t278Dl11+lZhcSNAriixWy8Tq12W+5LiKPu6+/y787u/+V5x54lEppXU8JmMnGBuwagEyf8bnEJpSwWTVSVZ9wU02f2+bWlnFBY+1VArQnGlge3sb/d4QQVASv77xOEKvF+H7X/dGvP51b5J1gXEME3DKV7TKgeqqhx56EBubj4taShTAPlCrV8VjtVafM6ry6dB4Oh1PNjb3bDj4CvnzbseKblCmiTsFrFzP9fN5vofbP/85vOfP/gyPP/ggZoISSj4b+PUzAK0bLN3wFUusZuhheXUV3/4d34FDlxxBp9dFtVjB6sqqjBV7zgWOWL818xHz8DK/qcqD1ami/exbJq/Q2nUu9oDVXWdULFTy5c0Wsp29jbf32oVC1ou1AiCo6++M8dkvrmMzqaLBRqxM9LZ6SEIXjdoEL3rhIlbmqQIysn+qyy1Y9Sb4+AduxVt/4hb82ft/EjdcN6fN09wEUauAL39hHQ/c9RCOHlvGja85BqfA+IXJO9rPMBEFeNwb0H6K9wobs3O2nUgrKIGonc4It3/+Pnzik7fj0Ud38PGP3YE3vukH8JM/+0ptlkeRw3iAeMB4PkY0HEm1izQGGkbY6WgH6UGvL0rBbqcryYpHHrgLt9/2CUmsEawyQape36pMzKvfVGXJ2H8iFU+v+pZvxqu/5Vu02aFVeeV8MmznaLmfc6Xt2UadKfy892puqO3dzOdHoa3tyN9fhLRUD+aTIflxpP6M2kDRLxXRjUKcPnMGV64ekFL0YsFXUDlhc2EfX733q7jtttvxXd/9XVhcXJQqnC/f9WWxGzt6xTFNTMn8ouCB9z0FBPz3FDzpXMS4kKBSIKq8vsazAhCNJoGqPAIkijZEEFMgmNQv+Ry5Dt6iAM8Uq1rFoIkXreJiAkaU+eK36sJl0teoVEW1Kj6mLP0viGejeK4ab1YqUnmtdH2agnALWQmI+cXXYxzXarU08SZ7RwdBSavpuGbwHHHeoo89YZOFRByXXMOiKBRFH+d/WUM5x+UBzT8RWP21d75doC/XMI4BAd7aZlfWTjtvZ3tQG+fYKqBcubR2U9f10ypW89fJvoZU2Jn1wZ47+W7WQiYXVw4dxQtueimCUl39+E3t0oUFKU+tWL2w1zLjzSQuzvfcc4JVE1Pmx4x9/nSNkN9qKk3ixz3vkKvq4vooHquTBMNeF71ux1TSaBxFxeo8FavVhoBNl3PlrrjRKlP1etsyeYXjZ3/l4zcb6+9VrMq9nYeHxsrHqkU17tNxbuMwKvXzQHX6c703rL+qfLc9EIya1R6zrV5ipY0Fq3bOoWKVY8keA49R7nujjpYkjvnM+XVbGipmso/p+cg/Vj7vntOVn1/ts+zxEf7IvWW8YTWRZ/mWqs9pBRCU2Cybsa/GSyxmIFitNxv4wbf8/MUM2a/b5zwLVvdc2r1gVRWrhHdclExBh8lCcnMjvo8sjRdh5jnAqlBZswpLttOabtMPScvqOUgFrNJbU3xzVO6eB6sEczNFF/0xPexiASLRSMEqrQAYAFDn6QdsV6MeGLwB2EyCN2lnrGBVQkwGc2kicGSmWYKTA6u9WLt+8zkKVn1QmMHsLVEdoRY9PwlWWbI5VcWkiFIXUZSIN+j8TEUCQwJOJr1nqyWBmMx6WsVqs6iKHIJHC1ZFJ8RmNBasUvFDheKI/pIGrBZ9UQVrt3rNoIu60sBWqiI79KOMYikBKxVVsUqwmilWDVjlOSAwpxKPgJAl9aszXMyl2ES7EcvmVL1FGAANRim6YYponGB5voJ01MfsSg3HrvJw7IoVfPrjW7jryy1U4SEKI1lA6CHaZMkrIIrV7SG9uwhWa+JzRQDdomLV9TKwSoAspcuEaTwnpps8x1ORitVSmc776ErzKtEPY7bio1pQsEpF3RY9eg1Y5UDc6gxQoipaNrLalVjWSxMAWgU1xzIDRfEFM2CV4mOeU16jmbKLOseao+fNKlZlPIhiUr1TuWhyQR2L0tl4V8oeR72K7QbAglV+FvEeNmCVvsL1wBWwShW2eqyqYpWq1/dvPN12+uy5m1YA+K1fMaVs07I6WYvkdPDeYYfTiSibIzdGJx1iM+qg3W+h7Mzhb04+gtAt4Ew3xZ0PnEapyjIrH5vbHZQqTVGPsXEOy4QOHzuAEWLsbLfQ3w7hJmqvEdPqouSiUm6itd1GxY1RFmDqo1KpySZoMHbRifri68t7cP+Ch+ZME2e2+3ARozD2KaXHVncg3laLC7Ny3rtD+l4x2REjHXuolV3cePka7r7/BB7tjkQByzQDbTKoWuh2B6IEtipVC0kUqIl0BK5Dd9IA6WiIRW+M69YquGzGx7DTRWWhhAOzdcxXF6UhUacX4Mn2OtZbpzB2Qxw4eDU+d89J9Acd3NWO4UQp5otscufg8oU5BM4IadLFUs3BC665EleurWHQG2BmaUEC6WJtQWDwqSeGuP+r6xjFDPo148z7VJvsMEhT1Z5uflQ9JsoZm9UWA2luejUgTghWS3U4QU067tp7wYaqWoamXZjjMRWrbXgEq1IEpmp6hY3ZM+T1p5pXDUkbfZYIKrATz1QRme4umRNv0qwk2o5ro7I18FKOT/6n6ppMBSQbegOQxcpAFUXqR6ZfohtVCa/5Y+GobT84vVdyT9MsddaVV5NZVhkgd7C8da6cS4SqpnNY1pHdKKNmmghmD8BtzsKpuvDLVbi1Bpwig0puMH0xV+DmLmq3MNrZxi/++QcuOAA7fsmBTI1gN9EEgFTASHArQaR63aotj5rxczpkKRihKu9nKhlsUMyfcw3R5+h5ZcDNP5xL7Vpog2QCSWlkJb83SSeCXfo9FnyEwxDdbleUHKoS0gDXbujsh7Y9ahiga1A/UtUoK0iiGLNzS3jlq16Db/ymb0Wt0ZQ1mHNjHqpaWBHUyvibj/0V3v1nv49k0BdrIHpgM87hZtkG99l9b5JeFp7aY+PmgR6i9tzwWK26VSDtOMLS8oJ8llMn16XkWZs9xYjCMY4cuRw/8zP/GiurB9BuD6QaSJMfqljl6X300Udw8vTDKHjanCUouqhUKwJWG82FXWDVJisudKDkN2Z6W+1eT6wVgP05N45+UEA36uKWD30QH//QLeht7aBiVL28fSWpYhQ2vKaEExzPVNjxum21trF28ABe94YfRL3BZogulheXBLzaTZTAbfEBnoLx3cDy4q0A8skGeU0DVs8+d7Y73tnHMG08NFXG7H3+MwWsFwtWJ7RBSV2MUw9j401PH3jmOLptBxTfVauMUZk8Nd6TIrRXexMqTz/6vs/gx97+MfzJn/80brxBLTEEriaBjNevfOlR/O2ffgaH1vbh5f/n9Zjb1xCrrNBNEIQO+ie3BPwX9zWR8HoZSxR7juV+liS3g9EQeNdvvAdp4uOnf/47UChQMURve/XoPutLrAXyRbnTR3zwfZ/ET/7YL2C7u42UMYNpaqhVXFNVJp9hrQC4ToajEN/+Pd+Dl7zqVWrHZOZyndRsAtLYapikeLZ+2GoIxbG6puRLgc3ftXx0eg/Y5+crmGVO5mMEiiq0sfO0HTfaX4rJMYoYItRmZ+H4ATa2d3DJ3JI0gGN1ztLiAkZhiI1Tp9BqtcVqiQpwqYLCBOVSWeD0g488lKny9b0UEIjqN/c59H0N0DUWL2J9kYxx8sRjWF1ZlgSclN1Lw8aJJFoIXuGqLUr2+U1cbf9NZWqmTDONB6XnBv1U5XcK/qR/hQGrUyUrVaye9IdgA6u8gpWvKc/juczK4/UaEOjy99na4jhod9qaeBOvW520NHHEROFYFNPD0dCAJgO5Ep3HRK3HdY8JRQoc9jTryVsB8P0vVrH6q7/80yhJApLHqPcHgRH3I3xvrfTUagqNh9Tj1n5OmUszYfTZVgD5ddzGu1nvMaNQlfsnZwXANW9x/yHcePPLUawQrHIeVlOoC/v6/z9Ytfd3Bu2yIPc8ey7GT6IWHsNLxwJWqSTnHKMJ6lTECPPL++DvAavZe+3xMs+D1fy6lT/X2Rqe2S3q8VlwaGOZs60AtKyfe+A8ROW+SZtZaYOqfEOrZDy1vsgAK6snKbw4F1hlQ+CCJj0snOf7MTlGsMovCzSzeUEU5lPP373jdPc4s3HAdPxZsJpff/fGOXp+NP6V3xn1riSYzXWWH4vNQapgtci6xRSTWPcAHPWNmVnUZxp4/Q+/48KG/9f5o58Fq3su8F4rAKXzugiLpNsYqMvmTAzjLVjV2hkqVgk4WR7EBUuMgA1Y1YyP3ZRpwyhu5qQBBK0ABKx6ArREsZrQv3IsMJWNpGZKHga7wGqMiIbLDBoFSKYIitw4qlecdA4uKljdrVjVploMO2aaxcxjdRR7ELAq5uyOAN5K0VMVrlGsEmrxuOS4DVhVmb76X9IKgI2XFhplWaB5/ISwM9WSfLYwHCHiBOtQgatZGgWr9MPjmVMYIBlqKlaNxyr9OWlnQBPoinTM1g3MXrAqJZqOh244FhsFljqKxyoSCXx4LK1+KIC0TC8mNg4LXDmH7WEizcLWmtpogBlrZkp9KRFWwMmgiyCdClFCiqXZOobdHSzsa+KSoykuv3IWd98zxOf+vg1vMFLbBF5fgtUy1YGqWN2mGhEpVmbq8CcJumEkitU8WBX/V4JVaZ7DDBI9skIJaTOPVU9Vnl3jsTpTDUSZSNUzg3lVrCZYm63IudrqDOVzs2EJYYBknA1YteGyha2ZFYAtj0ocuZ58/FzFQ11KA+g3O7UCkABFlL0Eq9p8SxYuXmMmEYxyznrKaBBoMno5xWrMlkFUS3lpBlbHo0QapHEMhgSrkxTvW784sDr5rV8xd74JjIxHn3T9FUXaWO0gCoX/j703j7fkLKuFV+2p9nj2mXruTqcTkgAJYZI5CSEQZBIVRHEALjIPgggiOFz0iiKoKDNyVfCKKCCTudwAIghchqsgIMGEEJKQpNPzGfdcu6q+31rP+9auffqcTrr1+wey+TWd3mMN7/A861nPWliLe1iJ17E27gowvenEEP/ePSwNqq9ddwI3HRqgvRCg2zVQOKzWsdbpY9ijdlqAu198nsBRGnh1TpD1GClg7FFuoDDG/Ox29HsjpARtqxWsrA/RoCMsEwrRYGL0egMMR2PUKsA9z9+FaDDGkdvXUSylKJQq6A1Nt2d+tq25OWARRa1o1EYmwN/Fvc/eSVo6vn3wKAbS/jGtqVolxJAMhNg0KRVMuhZUH5yEQYyR9C+BSjzG7kYZ89UaWjTMKw4wqsSos7V3XMHtSytIowTRuIjlJMXdt1dwvDPEvu078NMPOAe//3++iSOrPRmgzYUB9s1Usb1WxvZ2iMXZInbNNXF2ewHt9iIWztqLaNBH1Imwur6EY4fHOHaU86rj1E0tYZBmahLLzZZjUkGUWrTseefbJAayRRNOl46M+OoMCpUWqCdi3cim+qag3PQRxMqI4y7S/ioK/Z5ALconlAgg5h5ZECr2p3+kmGPxwSeeWRDO43MgJZm01P2zyehAUqNDKTD0hiSWgbo2LR6D/w27Dhy/1hblkltDYbMat09ojWrrZQwcU1ZbmIQHnLSAAb1xwABsWv9T5+L0rPwRmDSssaXI2J+A8wQWHPjcrKIycxaCmVkEDaBUq6PQaCMIjXlUQAUx9cXjCKO1dYxXVvDrHzp9xur5B/Y4qR5rz2IS6lvaLfG3goqBYAamDp0UAIF0soGI8KnoGYZiW1rjCfdpYxrRlIn7uwXEzojJaWWFLP4VqWdnunUEUvmo1qsOHLXgXTpbbh/zgIRn2k70t+xeeoaTD+C5B0obVxrwZVx00b3xuMc+Hne/8L7sN5kGEfhMqYReMsYHPvRufPpTH0MwHKNSrGDEeUIGHnXiN7B880Afr4Nnq3r2qoL4zDTPwFW+h+AvNbnm5toCj6nBrJb+QhG9fldj9Kk/+zQ88ceegnFMBjHnh0PpWTQtBDh48Fbcctt3de68fmFYksTArl1nod3eJhfvKWDnDoJ1D9xkyYTfAabYatNgEZMPDzhwHNEwcDjs48Mffj8+cdXHEHf6aFRohhQjoNEj/zgJAEvoqA1ubBiutWQpBsUAa50OLrr4Xnj0Yx6Ds/adhcWFbeowyIMuBFaljryBrbPZv/11OJUUAE930+86BbBKHl+esTr5/B1LAfz/DazKNZ5JuwOP3IJt9yIgMMozZrzC+Wrzk9rPlGIhsErQ8hN//zm89JX/hL/78Ktx34vr2jsKxRiFcYBUhlQBovUCPvmez+PgfxzBI37hgTjnobtQHJdw9Jobcfia70nz/cLHPQzhYgMlFvekP+vW16y13uRW/ufbP4rOGvCyVz3emWBVCXciKFQzIlg+ojFlbFvDMzZyCvzvj3wOL37Rb2B9tIZRMkQUDwU4sZhiCfNk3PAQGEtwTlEW6pkvegEue9QjRXIwYJE65M6Y0BfffOu4g1A9OGF7ke1Bvihu25r14qpwpyKgFRTzBTfGU5PPOrIJP5rbKl3J0Z2x72yi/IKBZtXmDFpzs4h7I3Q7HayvrKC7toKwUkY9rEhmiWxfGt5VqzWtmV4G5tiJE7af54au3Sd3hf1emTG+nJZyYj4AS8eP4KN//3486pGXo1lroVpzWqTsoHMGWJkr/UmMVesEEbDqZQAcYChgVXuIyQBonRd7zYBUD6xOgNRpvdV8i7s4qN5Iyx2DxddWrZLWKskdy0tOVkb2iTouvo/XinsW97tBNGn19yQM06A0YJV7JiUAJm3PTmPcFQj9enOmwOofvjYPrLp75Lo519ZWNXZpnOOLewawOsk9d+4Z8ccb0jqpBLOdtIdfp6yomD1rhV6vlyudUMrZDDC3axcecskjUGu0f2CA1a3W6vyemUl2bKXxmgdW4xj97hq6XOw8sMqYOyhhYcdulBttW3toAukBW6uOZuvdJP5xZn6b1Z7yhZ0csJoHU/NrVyYvICDU5ACsC8VYqBsZq/7fGbhKEtoGxiqlANilw4KWlxbIz4mK5AatIM8xxNcYE9EUjsfm16esOCIMZDI28/cmyy/y98CxG7TsuoLuRIJkEs+cVDR2wKq/JsxxJiQUyztYcOf3UmO1HFZEAmDxUilXWtBa3Gg18YznvuoOoq8frpfvAlY33G8PrD77njSv4qA0gXdNiiLb7aeZKQRXh96EKjWNVaaRZLdyA9XEZWgn5l9+ZSCVmuxPa+uT2aKXApAIOVuekZlX0eV9tkZglR4sMVrNirVXU+sm4TdTE4hSAExQzVE4GacIK8aSJNsz01hNTWOVrfmUAmB1iW2o1AMlsCrKSMJKLNCoUmOVAKS1EkljlcAqA9ScVhGjKrpDD8c0jAIWWjUdH9vUeY7UFyVQSHBowM2ZDvahaXhGY4Iw3gzAQF2ZBxWp8VqxduZhhO44QqVY1vdQL0q6O46xyriBYKJFaUWBqp2BA1ar8vVGuUwgO8VKp6e20zywOk6L0gpd6gyxZ5YJIANhM5gKpcnHoo4lRmTc0kSMLTU7F2bRW11BY76Ce11UxNnnbscNNw3xlc8dRW04Qi+ZaKzOEFgNAiz3yFg1KYDdcy2UkthprI4xDiaMVR6fKYIZ48GbV3E0VguBzKsKpSQDVnm0840QM24sMYY8MWCbQ4Ld8w2NRTJWCXBTW5YRpthUOcYqEwmytPjwjFUzrzJNYN5PohHz9RKadIMeU+OVuoqmx+YZq/y8uWaz3Z4aq2ONDa9f6XVzTG/KxgFZhJICULu/tUUQWG2WA8k2jEZOCiAxKQCCfB8+cmYaq3jbH7lkwCVAbHHQfGdSRIAuMoC/EOD4YBlraQco0CwuwCdupqZuCeujIf7hC7di0AvRno/R6SZyqx5Si5XmZqNY2m4H7nYAS8N1oFJGOoyxdmRJ13ZI0DOJUA9boNhGOljFKCkjDeiwbU7TheJYrCWSSwgmc4NfbFWxZ3FWLO/jywNUKsaeXFvroMqFpFDGWi+iB5F0hAkOR/2hTMB2zdcF9t+62pGECX+XRlaMR3vpEJWg7Fy6cwujA584vfj7TFIpycHCA8GAQTLU+hGOEzT486UQo2EHF2xr47ZejHorwt12NvHAA2fjHhfsxMve8QUcXu2iXQywv13H9nYFDQxxDvUT50O02xXsnlnEju1nYW7XHiTdLm654XbceuttGI0qSOKq6a2pfmrsHAsOxmK7M4GNxbK0e6sGMrFOjZ1lyKOZKY0LJRR4/cMWkSfHvhSVxrEy+Tlr/U4oBTAgY7UnGQkCq0zAJ2BqDmSVkdsk+ZzrmUHahIVjTEnTgnVV4tiKHRPzKh6HaRrZ2DQ2lddT5XNk4Fvwz/njTo3n74zZ1GblMlfv/KxquDOV8sfO3xDrwgOuTkeR8yEOhgbOOjH7DMRRZ8OEda41wkG4Zg5hunK85jpLXnauTc2zEDQJrCYo12soNOYQVFnM4veZji9lVsadDsar6/j1j50+Y/Xc/Tt1m5kg8uHZgAo+BZ5Y2m9gBIHcMXps1Y9YFOUmbusj56AM3YQamHkJ9wYaQvZHQ9MEp04p9RNdkG8th1yvTCKA3+G/qxwa4Ml/s22T6yC/x9iqFhjb+22ucX1m4M/bwVZRPU/XZV7fAp+3RJ0B8KA/wr59+/DYJzwZl1x2pVr4yeoSc4vFvWqIwytL+F9/8zZ8/V+/hMKQ2qtlxBSP1PC0QicfebDUF754Xjw2tZM6Fq4P5H1SbomYsa/YCdJo1gVMHz50VMdIdh8Zev1BDzt37sV/+2/Px30ufgCGLOi6MUiGNLVpDx06iJu+f52167LzpFZGjcDqzn2Ynd0uYDX/sDlyeoU2n3TZuD2Zgedb7n2BaXa2jS9/5Uv4q3e8FUtHDonFob1MgIVp7kp/MpdEeWMz/gRBPxWTEzP3uvTyy/Gkn3wSdu3Zk4GqGbgtjdVJguXPdWMSPJX8nkJjNX+tPGBghZbNWv11NUw7WWZNkz/+Hm9MlTZLzvPP5e9N/vkzZqyyyErWXZFzmGw2W79B3cOUMR8fDJi5GhljSKxMMVi5rqW4+oP/jF9+1WfxAQGrnOuxMYXjsvZ+rs9RL1IB7YtX/zu+/I/fwD3vdQCPe/Il+OonrsaJ625FUK/8+korAAAgAElEQVTjAU9/AubO3a5YjsC5DcMJX84zUt/8xg8hLG3Hc3/pYdZREZOZyPU1D6z6whbXHNOq9ti655L+/fs+gV97xWuxHq2jG62bDJNzUM/vO76QJoiT1yiN8byXvwwPvfzhIjMwfrMc3WtuT+aPPrtRfsZH/a7457s1JvfWf366vV97R6btvWHWOmzTxkSu+4NkFukAxihwPSUVOSihyLZ1mUVZ4aFP8IZFYXkBcI+dgKUqFtFkleur84TgHiqTykyb0YHQ7tBp8Civd44F+lIUrEi2fOII/vydb8PTfu6n0QhrWk/VxcZExRkclnLzRGuj69jwe6EZFzuTGv/fU8CqAakCWrlHEUh02qvTwOoEXPWADPcl3yI/AWBcfC192okZDs3zbB9yDzfAvBQA/ybw4xmDfJfk4hywKj1waVIa628KyPovAlZf/z9+2Vj+PH8RMgxgF+nImQNyP7K1ybLrzJTKkP1s3Yqdsa4HWvPAqmaqI3fcGWB1dudOPPSSK1Br/mAAq6cqgJ0OsJoyv1OxK0KRGr3dNRlYMfDze158KmBVgccEWPWgo2KRnMbq1OqxBbDqY5ipgpArAgv8lNlUXmN10vp/ZzRWp1msBFQnGqseVNW8SBJ1OW0GrDLu8+fI4/UFFPNXyE/NfBHAYVFq67F1W+QLETxsrttau3F33qQbR11+Pq43trEF6fnnuG5SMrKdAavx2L2eBqjPtFBrNvDsF/zmyT/4Q/zMXcDqhpvvgdXnXzjnAu3pASnmKiuLxB5dBTaRaRO1To0JKMaq0+rjhu4njZGNGBw4V8OMzcCc3txl2aJNraBy0bR9OqMYvcjaZthOT3AqHkdo1kzfrUNGKJ2vSTkvsH2b2jum3cagglUGBp3dIQFOxphMwqztsJgSAK2oJZhswnFQQj+iU51ySEkFULOxXqHuqwHGBEFNA9PMPziZtVmlMSIUMWAiGaRYbBszpzegaVGCVlhGs0oN1kjvIRDUDKkpWxZzh/qpBAcoVc6vjQhOl1I0K2VtlgwCaX7EVJiaqdaqP6l683pJR0hAAnUlDVhlsEEDrmJgLGICh53uUEAgwUUGL/ws4gI64xjHOkNsa1fF1iXz0qQA3HrDNFyap8DayK7F9vkZjDrraC+muOCiIvaftQNLx0v4x6sPIRj0dJ5KrgsFac/yd5f71Ookk5CM1QbCgt3H5f5Y15C/TdZvI2RyYK2EcupGgFXqslByolBEuxqiXEywNqJ5FRnQARabVRlL8dgJxh7vkpUA7FlsaUwsd0YaJxVpA5ken5IRF5xIdkBaqKnGEsekadnyvhekBcvFe7bGNu6ygO1lslgJVmTaRDZnKtSAotZfnAo84PWSa6fnOjgtQAMTCAwlKiTw0vAeMl6t8U/ZpABonjWktiAC9IZjtfx95EieGXjnVnJKAcTv+CMjkvN/2kycyy0hIHpscaMqA+vxOo4P19EvsXAQ4YbblvBvJ1Zw1s4QX7v5ML75H+sI5hvo98cYjgZotprodRK1yRLoqzdq2LNvN9Z66xrD7fYseus9rCytqHVEoIxsh42lyO9gmxeDVm3QGYkrRikoIiLgWiqjVa3irH27sHL8GJa7PdRrIZCYuQBBIV4fsnY43qgFKLZKt4dKsYSL9ywiHq3h60fWME6rqICJAzAgsFpyxSAX35Dnw7R7yIvFNYPFIrEfiggJBCZjDGTwwvWA6xe1hcdYqJXxxPO34aM3LWF2oYiL91Vx6eMvQzos49Vv+JC05/bNt3DR9gWsLa9gkK7hIedtx/0PLGCIAfaF27DvwD1RPbAH0aHD+Mr/+apAGYLQvQGNFBKNg4Q3S+2XBnxtDKT8axmThrOCbaDpWPqJCdugK3UEBFbJKpQGn42/zA/KSQEEUU+M1WTYQ8E5ArN1XaNIoK0ZuHHumFPsJEltk9XtgkADOw0QNoYZx75muiXjZA9SMlkft4TQVN0oCSI+tXOjDlBg1dm1K3pbB34HNXjtWpgxkL6J8zoxTTWCcpK8UBu/gZ/lgLq1jvkacOxpImTgKdc+aSwp+eUkJZjIEcJ12bGRpOdHE0Kv9Wetlro3gsGrKFVrqDbrKDRbSOttpPV5BBWafxhTmutATPOWwQDj0Qi/etWH79zEzr3rvLP3ZlpxkgCoVEwXKqKepxVJuVwJdEyBQT+SJjjfG1ZpNmQAK/90B2SWp1qDQhYp4gS9/kigtuSBXCcL1xImttzHaHTnjZ74XQTgWISIBiNra69YkU2afw7EppQHnycQSWYMGeieAcF9nAm2BzSV8Oi3JsZK/B4VPpDisY95HJ717BdjPCpqvrDQMDc/h2/c8G9471++E9+79j9kzicgo8BkaAKu+cQ/C9KdXIxP4FXwca2lHoD1YKuub7GARr3htFJTzLRb0uU7duQ4SsWKWJ8ci5RGeeQVj8TLfvllGCYVSZlwpI5TgtEVHD12HN/93jcQRQMUOfdrNTQaTWzfvhMLi9un9AzzoN2dBVj9Z/h+rz9nz00KIgIjGBvFMWpzTcTjEd70+tfhq1/4ogE7DvRQq6MDGQwAsXXUmz9wn1QXU64ll9eOOpBPf9Yzcc755+ln2ZGjMSTgXDvvpizTSUFkssacKkHm1CCreiO4ecrvscAgh71Mikj5CTn9u5tkdHcwe8/UvMqv7Vkc6Irs1qkwRYTUERDcpKEUi1VWzCrg/e//J/zWb3wGH/6H38I97lkzMFaYjI8lgX4vQRxECCspbvjXQ3jTb74H+3ftQDk8iM9c9WU87ZXPxE+87KmoikFNEMCKLBZWOYDRgX5v/e2Po3nuNjz95x+C7123hE5Uw8X3raKkFm7uX5Yb2AGbIanWcUm78KgKAvv++j0fw3//nTdipb+O8biHYsr93swMTWvVFwq8vIjFcQQCn/vLL8WlV16J7mBogLNMDi1J93uGZ6Nqb8ntY0ZMnW6d1ye3qGdMz0uXtOfHg/vgVgUR7aH8bidToGNxT03/qB2Asf5z4LAX87dsbuo1fxhTx+iugw0D3rvIjKUKJSwfO4Y/f8eb8Iyffwoatab5WSg3IPjq9Es8kOpykzzAqW4gRyQQa5UbnvKnkmNdm7mVWt+5Tjj2qjFZjcXq2alcY/x6vPHvrAiSaycWsBNYOzyvw/LyknVLeEKBYg5r+/WgEQv3ZqhosYd0vWnyo25Ie1/GdsuBMRNwzPKAV73whae9f/MDv//bv4J6nQVXq3NyVpAR7NckfrcuqUND9foUY9fHOrl1S/GJzS/NTcZq2T2x+eWZqgawS4wiA2i5XzfnF3HJpY9Coz3vCtGMhexeTj2mmJ2nm6dMGOQnr+ubf9dWK6+N+s0nqBVzJ0c9Ma86XWkDyA9C0lvjkfLPQa/jzKusMCxd6kIBs9t2ImzO2nT0OkcZazWb3K6Qb2PypHNz61L+rKbmsWL2iTGTjV/7twc+vXkpAUVJQbnWf2NhG6M1r6Wq7s6xyQOQ1W2xmUkF+DiNBewpYFV5sDNndjJPGWOVLFd3TIrCnRyHUfAmY9SP1fzfW00o3Wt3sbL4Jrc450Fb5T9ZzuQMXl2crn2Ax8bCGwLMzc2BOs/ROFK3M/e5mMwddoIUivi1//7GM5rjP6gfugtY3XBnPbD6AppXZbp8Nn19RVUtGhnbiBtSQXqbdIsPyWp1bvLcRL0enaqQG4BVfitBN7q9k91BFlu5wLbxsgApJkPdUYIOKXzSKQ2tnToeoVENM2CVL/MhwIxB/QZgleREJldkrHInEvOSiSMZjk0Clw5YLZQwYpVSzvBk5xJYLaFGExyyAsgRI7CakLW5ObDajwgiJlhs13hyWKfLe5SiGRIMmgZWKTnKVn1S6bs0CyKwqoQ8wIiswUKMRlhhU7gm9GA0lhNrrcJAxIA8v7BS+q6khMSAgm4UYb0fCbQisErYgtdYrxFYLRS04BFYlaatgNUERzt9LM5U7TWyS3QvXXuxNk8DVldH1t6+Y66NqLuG3WeHOO/CglxJy8Vt+N8fuRFxZyAWL8cAQcpWaIyKlUFkwGqSYGd7GljVGCqR+RxkwKqATjIaaRQlYLUgjdXZDFiNsEJm6jgQm1HAqrZSB6ymwN6FFvqDgfRQqXUbMpl2Rie+bYBJOsFKJr0EHjywKqYdQYm0KGYt50G7VrLziVOsjsZTmn6Gb0+AVdYWWP0m40DAqnPddniuY2mdDKwS8K6WUtTLBjaT7UwZCYJL1LklSP7hw2fGWE3e+cf5gh9p4ALbxgkNX0ooSPJiiLWki6VxD90gwfpogGtuvA0HBwO0Z0N85TsHcXgpwbhWl54qA9davY5BL1U7moDVegPbdm1DlEToDfpKZNimtnZiVRqLav9UkG0MhG6nqzZkYlFq+XUgmtpleB/GgYEWCvhiSQd0h4TjGdxbgK9knm62I4jVStMDBokELkh7nikFqFbLWEm4LpCdSzMA6nJOWOD8OYKknDssLBDQJyuPwT31yshuCwsVGe/pKIUEUi2wgJkicM7ORZyLdRzpD7BaaoECc6/9tZ/Axz/3DfzdJ25AUCmgxnEyHuGsGvCws+dwnwv24fx921FqlNVqObvtLKRzsxgcOYbrv3wDVtfWUaREQoFs/UTGFAQjNdKVs9k66VvlyfTLDJU821PtoJXMSXlMJkfYQCFsIKHxBIG9gKUxtrPbdymxYKIsYHUNGHat8iRglLqzFgj55NSYEgb7+n2j3XXj1AE3FujydWvD51hOxQxlxc5JAfiAUmDqxGBDrvWuUl1UIun2GQeK8jdjGV45J2Nv1qPv47EySzH3dqWbWjSZcHD95PkrBdd7xELXqdqeYDGaN/cg+Gyceq/DaiuPsaw4Xjnu+PDJzDClMWGKQhii3J5Fsb2IoLGAtEjetEt62JpFo6PhEHEU4RVXX3Xa8dfd9u/JEsRJe7rXVOVQdZqnhYIC6l6PRhzUyquiSJa3Y45yLg1GkQpj9WoZtTDEWqcrwyW2tkvJN+Y+U0BYrhhbepyiR8kWqzYZ857MRq6hI9NszZJBL4Oi+wvU6zXNs16vJ7MariMCMsnodyxWHzBzzOjaukTcJ2DerfkBD3gonvH052J+cYd0V7k2fflbn8ff/fVf4vCtN6OUGjudRFgWW7XEeC1Yx6bSWu0Sa/6WB5t9SxtfM81Ytv8bw5ZABKVOCCQyeS+Vjena7w5UXDJH7AJGgxH27t2HF77whTjn3IszFpIHVk8sLeO667+GUdRHuRzK3KlWbWD79u1Y3LYDQck0STeCMqYjPHlsBdpoJLvW5mljD5eKunnGAjQzw5lts/jMpz+J97z9HVg/QW1NA5jVZqs5aK2Fnp0y+V27TzIgc1qIeWbwk5/607jysY8RiGFGLQRXXWJbuGMpgPy5ngpcFas9n2TlTFo2u0amGzid0ua/f7Pf8tqrpzNhzxRY/fiHPyUQulatCnQnK50ayuza4vXL9CwJSkkPM0DAAi4lXMSOD/DRq76I3/+9z+Oqq34L59+Dloom+2UOhlbQ4p7N+LleJROihIPfWsM7/vjP8eXPfg0rnSN40Pn3wFNf9Hz8yBPvgXqriKAyuWZZMU1PpXj9y9+PvQ+8CD/75Ivwfz97Ez7z+Vvwopdfim2zrkNChTYPilrhTd+hDc5AV3bC/MW7Pojfe/3b0E+oMzsExjSfpPEnwVL7LVunJwANY1ky83/xxS/GFY9/nBj6BG79+u7nQzYvNFbct206pzZ/fbOxNA1e3vn5uZmWa/44N/73qf99MiC18Vin5oe2sEi0cQKrK8dP4F1veyOe/nNPRrMxo3VPhUm3Zk4zVE8GRqaAVbe+qogVeKPHaf1VMvI9qJq1CTuplbzuqme4+33Fz8s8yEh9br9XeGCVxTsVO103Tx5Y5b7n26AtD7Z9wACkyX+fClj11/I/D6wa6JQHVv13bwRWuX7m1yXPUM2uiQdhPZroljiB2bkuG75fBRpJm02Yr7wmtfYcLr3sSjRnPbBqa8TUFDmpXX4rYHWL573kRoY75FfU0wVWt4JVT16l/1PAKoFCGZlF8oMY9Dvorq86U1mOGTNRbS/uRHVmbnNgdQNj1Y+vqSKVC1r93Ntsr7cONctb8+N3U2A1V0zwHULcizeCqnlgdeNrWwGrHBTUWLUCvsWcfC+7Vfqum0q5k9t3NIc5hl1st3GP3Wp/zwqkZrWwaecOf1/X0S2/Hli1a2RxFI/NFyx5DRl/87sJrFLPWOsCZRTUGUDCG/PKBK/5g3eczpb/A//eu4DVDbf4ZGA135riYDuJWbtWeDE3A7Hxhikd3QmsGmOVFUmOYQ7GKWBViyVfI8PENioGekzOJsAq2Ul0YU8FrnKQE1iVZmc0RK3KVlyI6UiMjg+CT2Q8sK2aAKkYq2ylL5LhN1IbvxzZ2RhPMxxqZTYJXJIlmCIulO1zMqYy2QOaLlXLJVRKDlh1WpkEV7kh22Zt5lBs36bJTjlIsEBgVaZM1HtMxDz1wCrfw1+vV1IBq2wh6CaRAgxW7qVbm/LfKVrVEBW6J0cR+mr/KBpj1W20PkQju1FaqFsAq2yO5QJH4KRLFiedMCnPUKLjfJFIRAasLrRCaaKyFYjXSK3wYncaD0KMVWlIJtg+18a4t4bzLprBPS4OcfzYEnbuuBs+/rHvoXO0q4WHixYB7zywSsYrQa4dDljtDscytKKsA4FVAvRkCjMY5v3gteH3rPQH4rVVCazWqmKsrkeO7ToGFls1mZwRGuJ2f4LnigC75siq7GO1P5axVbVIoMRVqTkeXaWdrFfplglYJZvSABJVqNOSzMgY5LTDokzKiLasyRWR7F6vI2PVQTpwszWKYDbZxtR6JdNRkJJYFTZuuXAzCeeNpxyD1RE4FwqolVMxVsmY7snYypiKGsv/CWA1fScrbC6MEHBG1haB+1gAEwW6o3SIXmGI41EPS4M+bl1bw/eXTgj3OtLp45obj2MUFLE0LGBtpY9SJUC9XkW/R3YtgdVUYEZjtolChdcVYsXVq1UMOz101juqAnp2HJPDTm+oQoOATgYpjuHO9kaHraJSDtEge73bMdYhuBYYUE/ZCl5fst7SoCzXabGRxTK1YIOMOwaLBHC4uXLOq/VMLfTWamVAYYJqEWjWqCEYoEPWsXSRSOaVmx+GHBvOQErVS64ZaYwds03sm+1he3kRt6+10KyN8cRLy/jCt4/i09/qiN3DWD8sRHjkPRfxhHufg/lWE61mDY1mEyMO8l4BK2sDULPg6PERji6dwEitdyWERIPUika2pLVqG2bp9ES9huoEDZwwOGPOJTIyx0jI4A9rKIYNxKWaQEG2m9l3On1VVW+pBNFHQmB11JM2lCVxZQPGM91UJsP8Y4xQP75nu2ZZpeTAaUhzlHMd0i+xkaEwEvPBpABMt1phkoBWK5Ww2OZZowSDOOM8kGSSAXasHtCcbiviBeL4YDbBuei+3++BTnDUEgxigh5YtZYhgagqLrEIQgoCQXkaEvjWICdFQKCYjFkZozgeidYXMmk5xsaIOd7qLZTmtqHQWETA1k4X9OlzYsaQMRPjV/7x6tMOxM7es8P0o3NJL/9tgCa7IUw3j8Oj1+tjOKAhlGnmcZ7wb76Xa2Y0jtGs19BqNmSS0iHz2xkRqWvDGSNy/aO2OZ29Dfg20w0WNrjGqYvEJWkerPS6r/44aRJAAJEaXGzX5DFXqOHJTolc26VBJwaoG7Dn2/eLqAjgLaDTW8eFF16Mp/zUz+HAgQsQhk184ov/gA++76+wevwoCknJYhQ5nTtmXM6dNgNwXXLCc/AJvf89ngfPgcCpT8QFJiNAo0Gd9REGw54Aa64pfYLljEtozBIYqH355ZfjaT//Qq2FfPBc+d+UNvn2df+K/qCja8DvqIY1LC5uw/adu1Es104aF75ot9mA0Rj2RYYcU86zPCagioFS/hw5cmuNOlbWlvGmP34Dvv6VL6ljgHGPf3iWmI5fTBcWhg1A98k9XzMpFdv4eM2YYN37/vfDc5//PMzPzztGNXX2KdRkpql+Dcn/Vv5c8ud0KmDVijgnP/LHPv2qkwfJPXlHv2Utzye7vJ9qAp8psDrbPl8AKgFumas5p3QyyzkXKR/BcVOu1FBmQY7zuz6DIlnhxQrCUohbjyzjppsX8OlPvRJ3u6Ci1nMPrCohd3NjNByjXPYltCLWjo1w9fu/gg++972IxgPc92FPwROfcB/c+0G7UJw10yR/HTwhg0PqNS9+L+732Ifgxx+3H0cPR/jkJ2/Co3/8AmwnRuMkGRKyJBUXcT89GVgd9UZ425v/Gn/ytvcgEek8QhoNMBoPMExGCJxDuxXOJi3+jCWH0Qg//9zn4gk/9WTJa4njp4DMAbG2qdnoV8Bxcku/DUi7o67ONiG4+qR+CwrrZkBmnjG3EdgUO3Wz78oYuROQ9lQgqb8Om68LWwBV+u2Yzr2STFpbXsI73/xH+Pmn/iRmWm2te1zrptaVDWZV/veyNcCzI3PAqkaVns8Dq6Ypq8+5YozWErFWWYS3QnyererXGv6mdRFOAEHJCqjb0jIk7i3UiiZAwjzOACwjVXiQyHdH+L1qwsSbsP88cJUHsKYM0YAzZqy+7ndejlqtIsYqu0J0Xq7YsxWwqq5Fl1P4dS2/vuWfM2q6MVa90WMm2ZADVr1sAD/La1JpzuDhl1+J1tw2Z3ZH8Kk8oQpmoGq+gDBdTJiMw63G3ibvd1IZCvD+ix4i1ZzMB3UF/81/xFjk7vgyjRK13zqWI4kejIPIWF07BbBqnUy2kLjvO01gNX+Efkx4IJXsUY1LtwYyVvLFz4y9qmKo/Zlq73fM1Lx5VR5Y3fQzzNdcp6EvRNwhsOrNgV1niuIryVr44tzWhc38uWf7siNKbLpmuuvshyf7x4z4Z3I/Ap0zxqphTh5YXVhYELDK91Cmy86PuJf5+bz6tW/9LxqRPxhfcxewuuE+bgRWvaGEf5ttTpsAqzG1VguoFNmSTwaYvW8jsGp6abaJngSsltiOmUgKgDgTE4xeZOCqB1aZno+GA8faJHPPtU6zMsLuZQ+sjiMBNCUFkQH6oxH61MaQFhDb1phMpVholuVCT4mBJDCqN3VECaySqRGWCW4RWDWAUQ63semMqtKpNhgDVqmfwuPlOZD1KakC6mJGBqxSCoDO7j06SQYlB6yWpf/Wo1mQGKsEm1MMCLQWUrRrVQNWc4xVgr0bgVXTWLVEVqzUcYROnzqtxrojI9EcnZlwjgR5kLnJxIXfx/bb7jgVY3W2Xtb1ZXhMcFfpkwABAzsIbq+N6HRPYHUG8XAN933IAi68eBbfue5mnLXvHHz204dw8PoT0kXlb7KFtOkZq8MIa7S33wxYTamxSrAXGWNVhAXHWF0dDAWskrE6lwNWV/oxRuPUgNVqQRVD3mtKG/DvnbM19HsEVmMBt/WSaSZpg3GBMselB1bZvsuxVFbgbveZ43t9mANWOeDowBvZgmxtsAY+8/0sFNi1o0REJM1dsgF9QO7ZCB5YlRRAP8HIyTnwfpKxWqOxWxBIt5RsJkpukC1MgOeDhwzgOp0HpQDSd/5J1hlmgQI3GY7BRMZL0hwsJ+gEfRwerOHEYIDvHF/BbavHsGNhFl+74RAOHhsirQS48dgAo2GMYjlQ6/+wj6wNuT7TxOy2eSU8DApHgyFKQRmjXl/mCwyUJRqeAq12Gykq6Pe6GhvS9jS1TPtbIKtpKtIdm2YQo2Ffn+W1J8jIOcsxz5b/sN7AOnUq47GYpmSrEFGlvhzbW6n5S6Butd9DSs1UJXITUIHgIcdilVIMpbr0lzuDPmrFijTGutFIkhuci7zn3GjlapvEqBUSnLNAeYISjvcCzJSHeMGT9qNRnMVbPnENhnEDvdUlPOCsGh5+z53YMTuLbbUWdjabAl2O9bvoHulidXmAzjpZb/MYUBepRH3nMSpkN4o5YeZr0mLL/3EAjbWgT05LAceYoIXps8asHFRqQFhHWqrJVE/JklrgvWiptTEVRn1prKbUWJUnJmNGMlZtPbcDMdda6fw5Rigvz3yPSsnG3CxJc9TmiAGrglgFRinQkUCSMZcy462MsSqOpDODmoDIVot2DDyCz/lg2fV7ifQkRqpLPvQ8NfZcUKtEzcADM2k08LWc9l3wy2TNDCIIsNJwiACq2B0C5Zmf2/mQMUvAl0VDrl4TmQIrSFLqJSmHCJrzCJqLKFbqGrs+kRbbwLkN//JnP30601vv3bN93lXf3X4tPW4PJKcosWhVZMFurGIH9T+p58YHGasE8RhIsx2fBYC5+QW9/9ix4wJdG42G9i2LB+yPgs4RWZvU+7Okl4APgfrM7En32AJ+vk5wNw+0MYDld6+srGB1ddXp8dncHTpNPI0Jp3mn3cW5OfO/1SIa0DGabNRIWqZ3P/9eeNovPAcXXHAv/M3H3o2rPvoBDNbWkFIfmEY7vpjkQAyfsPv5pN9yOqKeHcXjl27amICTMTf5HjF8aBI5ilRk0r4xIuOULELqqUcYDkcmuVCuCLjevXsPXvqS/y4nb81PE5RFvz/Af3znq1jvrAggI5ARVqqYn1/Art17NWbyoEY2/nOjZXMgZwIW6RxdMuI/bx+fJHwENhqtBj519cfxrre9BcVkJOayZ8P739AM5DhjfOQkHqiLq2vi7nXWhuiK7XxfuVrBs577bDzqiivR7fWU7xMs1CNXfNxqEpwaTM1/asLmyoOfW3/eCjz+9a0B2PxvTDP17szEfeRlD70zbzvpPWHz3KyP1TOaNB8yNyRCIjShY1xiHT8qCgUFVAIWckoYpgHasw/D5/7pNThwLjsu/ErqAU3uAUXEkelblypc22x9ZkfSZ9/9MRy+/mbc3rg3Lrn3ubj3febQvmCbAZp2UG7tNBmWVz3/r3H5zzwYj75iPyNQfPf6Y+iOirjPRfPuOnO/5/rB37e1wY3QjLHa7/Txx3/453jXX7wfCTfoNH1mJtMAACAASURBVAJi6mEOEbHzxoECtk44wJQFJnokREM8+elPw1Oe9jR1gHG99ol2HpjwFzuP4eTnUsaBc8wqv4VsmdCraDYNFk3euzVrbytg9eTfse+2+bw12Do9x92tIXi6yUPXhfEgW+hRRndtFW//09fjZ5/yE5idndV6xIK1kQTc/ptpqk7Pg2zuOGB1I+jn/+0BWANUrd1fxlI5cFXr8waZAPvcpIijNcetRyb9Y8djRbgUS0snJM8iEo32WjPjNWDV9ieSWfz18ntWnt22Gaiq++LyQvv5AGdqXvUH/+MVDlg1xqqOX/PCg02Oyep1bR0Jxt/KPFt14xq21fW3zh2TdUioxSwd38m9JLBarNVx+SN+FO2FHU4D33wHptn9kzj61IvbaQCr7osE9m82XvMViju7om7xGYvXNnswf7DYNb9v6N/OvIodtSSXDXtdB6za8Qq8KxQws7AD1das1uMsxnZzd0L0zel8us6tqYKdOrxOPr5sDfNjmvG/Y5Xn2aoZsOpizClQlSCrM6ny8gD+da6tm0kEnIqxStzBM1Z5Dp6xOhQpxOfXFjsZY9VicP/IX+et92q7X5vHMpPrlCdaKHfKciY7Ll0Xb5hLEpM6rApYWFhUTMz3szNC5+vAVd7XF7/am0Hf2YH3g/2+u4DVDff3VMCqOvuceHbWoqKkw3QkB7HTSFVbOjEQC9M4gD2bzwOrCrhkFMSNzKQACESVEDspANP9mmKs1kMZNgz6PVQJ/FFLcUSg05I6tgJb+3YJY4opC1gti6FIYHUQpVrYmBSzysBpON8oqe2cOqgEOwnCyMXdA6tMMsslVMs8PpqBEMhl1cL0Oe13yXajDlUZPf4mYgGrXDmNsRqjUSoKWCUY2RtFDlgFas5Yg27FstIRYzLAgFX7IMYM27sKNL0aGWM1oJnWJsAqkxHnbMnv6TIpHpChFKDOdmuQJTNhrApYJVIcpMZOTYroxgRWe2hS37RaMcMuMZAJIpgFDBcWkwJgAm0aq4jX8bArt+H8C+bwrW/ehL37duPrX13Htf9yRPeWgUBYJrBKY6IUK30HrCbTjFVqrFIKgL+blwIwJp61mqzRYIXAKun5bBstEryOsDIk8zDFtlYNbQKrCuwDHF0fKLHY3q5h0OtJi5VGUDUyVkXI823FlkB5YJUBpbR+HbDK+0xglRqrXGhbZKxKfzXA+thaCDYCqzK/8oxVD6yqDdlmz9bAqr1CYDUksFq2e9ChIZR4hk6DslDC392WE+C/k2u1Aat/6jZ2noGJChOISOORGNTUAkxKCZbHa7h9uIbl0RDfuPUIjg9WsTg3g69edxDDUUHj4PojHVWsiyWg3gglBWDi+mx5rmDvOWehM+qptZnarWkUyRCj3+upmMAH5129VkezvYju2pq0JcmgNcaqohLb1JwBAyUEeAJGKLa5oytKNhiZVKzEFsg5tzZ9BosjboiUaGCQTqZZAWg361o/jnd6ej/XIVuXIq0lLDpIjJ5gX4mFF7p42ljp8/i8yRNF64UyEVhN1Oa/jQz4eIi4GOAB587iFU9/CG65YQV/+el/xw3DAoYnjuORF7TwgAPbsaO6iPbsDPY2qwrMbzx8OypDYOn4AIMhAeudcornaXJjT9lu5EKJLI2SWLyFF6rCCow2oFKBn4vEYumCmnlVQmC70pAcQFKuCOjk+OS6oRnvWJdicRNY9Rqr1JVlQE9tSqevlekiyRzFQEvT5wIWulyLTGqhpAM2Iy2vtcrVvhzQ1MbWP98CSp1t7h8isTrQ0uuiEVLm/uFs17LRz7Z8teS7RDYfTDFg9qxJr1Nt7FqaFbo2ZGcKQvC4wO6LoKe5Ssaq138yUJjmX6Z7rVVfVW9LbAcitLJAl2ovsbWGfQomlhexEFcKJQOA2izSYjjFm1DypPuZ4qX/97N3cmZP3rZrcTYDAwX8uuRXEC/XpRI7TRL0BkMV/riHVYmayOjKWtvZjs9W9rlGDY2ZGSyvrqs1f25u3uYjtVPLRZTJ3KfSbETQkIE3pVRKYl0ShJURyGBgrFWa7lm1LdPbVBGKhbdmE2Ss8n38bYJuHtBkksviIh/+8+Z2bgG4B2qNkWtmiwW6mrMLYKWDBz3wMrz4RS/DRz71IXzi4x/BqNsVSE5t34ADUmC5JTOeBeXHj09C8oCrB1SzbhzHUvSyBQRWvaYo1xLOJ1MOpUwKZUW4Jwfo9QfYu2cPnvP8V+Occ86xfUFAAOWVxrj2+q9hafmYpAA8sMrrv3vvPpQqjU3HxUYpAP+mzUBWy2umzR4yprhkQ1IUWICKx3jXW9+Cf/r4x7BtfnaKjegTPn2PJpcxce0+TZho/C0vAeCTM42zfg8Pe/glePGLX4xKpSbweWMLq1aMO0ic7+h1sRPz+oKbyAJMX1CnG51jgN3xRJwGYvPXfqvjO1NgtdrYn3VXKBl1OpfWWqkZ5go6xvi3zo2KujQKaQ2VoIphmqIx80B85Z/fgP0HfFHMfdbFfOL3x9QMHMoJPklKOHa0i907Q6xe8y28+VXvwLcqF+NVL30aGsvX4bzH3QfFWmjlL9dZxf0gGcZ45Qvfhyc+61Jc8uD9SJIi1le6uPofj+Mnf2IfanUrVrE7yT8cXKfvEluPHgFrHbzud9+O//W3V2GsOR7JbFP7RCGRhFUGBKhg7HRWEav99AlP+Sk87TnPMVkxXqqMJXYyO3QzwFTzKKe/a/PKAzGTDr+NY4W7xFZzcNM56lt0NnyRX6c2G4sZCO1ePBXQuxmQPDXPFHONjdWIEgadLt7yxtfhp5/0eCwuLm7JWM3uXW6+5oFV/xv5QkV+vmfgqi/KSGTUxrdfg1mQ38hWFZg6xYSdFBX93PMKI8vLBFatq8oDqRPw1J6j7qStadPa9aaMNAG+8vfDA6v5e3OmwOrrf/dXJVklczp2VjDeVVF4Ett4KQA7vxwpwIGtBpLmTK02mIvlr5nui2JbYxCzE0evb5ACSEolXPHIx2Fu207HWPXAqnaTDcPyzNilVoSYfNbmoX33SSoDd7Qo5ws8m713k31l41lMfSwnDZQHOwPJAIxNGonseAGrq4rFPd+Yhq8zC9tRbTpg1Wus/pcDq9adJ1m0OwGsbsVY9fu4X08TB7hulALIQNuxAyczGQJ2DZtWv4/R+Fl2JDGX0l3V/HJFac5xZ8SW36s3W1Omb+UEWJ2WNdqwo+eMsdS1l2m8WmHcgFXnH0SGr8whi9KCVxekAPWcka2TFnvGS377jkbhD9XrdwGrG253HljVoPfBsnufLcSWINiiYm7x1I8cjI01SgMraTi5Nk8OYIJO9l2uPVQ7nDFHvRQA2x3I9vQaqwThemMDJ1lJpFlQMQzR73UE1BFYpaYpW+05IQjmUme0TL2zDFitCEjrEVilLqWOyZzqeTyzzZJAEIKfaWAJhE+GmVQQfCSwWquw5SqQI/GAwCrlGhV4OLCZi1ihrOMhsLrggFXKGNDNvEowrsrkOwXb3skMY5t3nYyemBqr1pZEKQAGwUOCRcE4A1YlBUCwiZ9zGqueIaIwmO2brtpDILETkbFqCV2jIkssAasMkTIpgBI36FggNYHVXgIcWe+hUS6iEZKST/afSSL4bU7AqmesRgm2zbXQqIzw6Cftx7adRXznmkNoz9dwy01FfPHqm1zQYsBqu15RwrjUGwjglMZqzryKUgDUMeUYIou4WbXjNo1Vjp8A66MoY6zOE1gtxDKvImOVgO9GYPXIOhN6AqtVtbyuDwiYBqipfdcAh2nzKmoExjKc4TiUfAJB85gawtRYjRywWkBdeIJp0/IzHONiabsF25tXkRVBKQAmyrw3yvpVWJhoUMpYLI6x2qMJmgHg/Gm2otfKbO0LZCJDppuAHLXAlvC+W84UWH2TA1YdwEsgMuG3MyiglmgZw2SAo8MTuLVzAjcvLeG6Y8uozjRxZGUJtx1ZQ73WxHduXcXRzgjFoAJKdFLfrd8l/GlmJWy923vBAWkuMpCtlUL01+gub4YoBvy5+VsqozEzB2okcgNnkBLHPD951ApkYoBNlimrh7zWBDCK0sskKGcGA7pnbKWmVmxKtq8xFeQ+zkII2/VrFTESq0mCXXOLWBsOcMuJJRlEkS3Gn+LYoIwIJR3GwwGqZKrWGuiPaZY2cICeoF0x1skESqkXJtA2QKWQoFoo4aFn78VDzm2j1Oziw//vIK6/vYe1cYTZagn33tHEo+9xABfu3ol6q4JSPMTx24+iP+xjd3seh491MeoXESQNmfY5GEkJj8BT5xnhA07lYr6FnkmRmJ4EnA3K5/8iaqjKvIpt7CWg0gLCJsYVCoaYLAbnqdgyxLXdPDEpgFWkw57Olyt4SQUPRa6uE8EkFKyV3lj+XD0Wepwf/HcgNrkCeM5q6R7x/bzWTGic5IgkW/jvifyF7ol0kQ0c5Z8hr7s7X807X+gmQGsb2DRgqZMigGoGgFw3CawWCgm92rSncNXhcbOdiysmzQjNjIvH72QXCKQXpNKEOOH15LuL2hPUaZFwrWeBjvPK7xU8IrbfU6ebwGoFQWMeaXUWiRjTvo3YKISemfKiz3/qtIOyHfMztic6kw8Gs7ZPmFEkb4a6OAaRrmO5WJFGOffsai3MwFAFle0GIpr0rXZQCquoVUJEoyGqZRoqsdXYNMDJvqSpgfYxx7DkPZRuF4siND0YEgCZrHsWqNK8ryymKmUAlAw4gNMH8EMCda5tzSeyTjHLgnPXwu9BZMYZBIg5xsYjBswB7ne/B6JfiHDN1/8F48HAFesofcGFwy6x/12foPPfno3hZQC0B0YETo1Rx+c9cC291XJZjA9OIHuNxdpY44vdLyoypwUVlvj+Bz3oQXjkE35BwbtPHwkcjJNUwOrRY4ck0+ClAGZm2th71n5Uqq2pceGv5UQaYyuG3ORc/e9taV41jhHONHD7wYN46x++Ad+/9hrMzTfVAaD12AHk/NuSKy4YFuvxGhlz1QxR/D2SNmOaig3NZGUUDWWE8yuveDnud7/7a5+cACET5tAdA6d3BL5O2mS3mlD+Nwx0MimAzX6X8cFmIJnpRZ7eMZ8psBo2zsqYeFnbsyRsvCOLxRk6fhWxFAUCRe6BVRTimvbImbmH4Cufex327TdWpz1yhSklkglGA1sfb7puGR/70Fcxu2sB59ZTfP5LX0OyeHdcfu/9qNzyZez80fvjnHuch7RInUaLc7jWDta7eOWL3odnvOwpuO9FbZljBqMCPvDR7+PBD5jHvrPrOtZoxDg7RbU+MdqRiZmKUgHWltbwmt96I97/kX9koIh4PEA6HkhiJaB5ropb3ojIijMGeDF2j3Dlj/0YnvmC5ysGt70xD+BMz5mNHXvZPVcx0T8sD/KPrcBMyRW5NSY//rYEPzcBVk8LmN3wW0aNOPmx8Tuz8S7wkPJQ3K+LGPX7eNMbXouf+snHSeeZ65H5aBizUWvvJgzzqWKGc6rnUfjPbPa3Z6x64E9FA0qXeWmRPMjqnttYjFHhd+qPFc242C8tLWE08sAq9wcHprj1XmuZ72jLAau6eq5Qne1DuU4heYhvGAtnqrEqYJVSAAV2R9h4MybfVsAqr6mtSxsB07wB1cbrnV237BeccSC3Ke7DynHt2nNNj4IAj3zU4zG/ncCqjRFjrPrdJJsJmwCtW62808+LyenWopPmR64Qkv/UqfaHzdidfgxO/XK+tX+LQ91yfjszJ5IepoBV16VrESXQmt+OWmvWDHvZReevnMgPds21bDpQX/PLzZfJ+mOM1fyx5EFe6WM75jXjUQ3bnHHVZv99KikAD7xuBqz6+EjA5B0AqzxGz1jN53/KoZSnedLYZBLl76uXizn51pwaWPXXSddxwkTJgFWPBeSBVV1D5vXFoiskkbE6MUbUPNLAKuJnX/ibd25g/5C86y5gdcONngCrC1b/kmmHS4SkyWLtnEpIXXumNFbjBP2ICRrbuA0I8m6DxlK1LcGSYN8iZCZSbH3n+2VgJaYgW7CtoWkwhtr9aRpVD5lckEnTR4Xt+cWCjDXY4k/GLPEUgiBkmvnqA5kzZJuSJToYkrFqwKoPttqNkkAQ6bfRzVQaGtYezgA1D6zS0Clia388ngCrOhUyVsm9KuizPPK5ZlWMsu4wFhDL5Lylaj+NPQhgFSUv0OD/8TklvmxhN8BvJNHBBDNVShkUlWzwc7zqNUkB5MjyDsSolAws4Hv4fes9Jnc0gWIbounYis1KADNJxMbju0MyjtICiHUeX+sLEGtVy5ICkCmWZAC8EzcEYK6PUgHG2+Yq2Lu3hCsevw+NRoqDtywJaO935/CJD/wHhgMLWgjeGrAaYLk3wrKAVTJW6wgLiQyITnTHAn3ofWCMVbamkUnJcWNgYpdjQcZCAeYbdZQLMdZzwCrNq2arRR07saTD60PpE+2YaWK915MRGu936MxtjHzgArACGaums8TxSCMIAmsMxDheyFjl7/P7mmWgLoZwQd9JZp21iboW5jgW0M1rzvtJ86oBqZFMMKfCDTNcKpdpYhZhuUcA146HjNdqya4FD4PzQG1LNHBI2LJ75sAq3vGWSYudLrBprIqtyOp4PMZa2sN3u0fwrYM3Y6Xbx4mYEyzE9d+/WUHBOCjjupv76EfGECxVCjKm6veHLokuSL908aw9KJQLWFtbR7PewKjTx6A7NMajpD1GxtAtlVGsGGOTx0OwhtfElh0PrNJ8LpJJWr1ex5hg6XiIApk4sZlVce0QLBeUTf+Ukh48rgFlAyxhLnCtKQE1zg/q+RWA1SHNu6z9ncUZ3s/hgGsNW4vZA0nQDGK9DF2iJ4xIxG8XzDo5Ac593ju2sT10/xwuO+9cfPH6m/Dp796mZLZZAnY1mnjgvgU8/O67sXOmjh1zM8BwgMO3346lzjJmGzMIw1ksnRhgvGKDJjOIci2bAfnLAv7csmrIqhthdnD2FNdxO/dI7DwWkBJExRLisCVwNSlztgViGcnESoEeP+NAlFEPKaUAhn0UKK9A2QXXFmpBhgF3vPZci82MiZ8GtvWZXBvQWlGiZhwf7iNiRGgdtfVNc12azq69nMcp1pQp6sZpwbXdAwOnucr5YMUfYwzZfRYdydlj2TzUtXItdTwuYoz8QzZtpRDJKLBC/WkWNhwQWXJGXMYK88mLk0lgtwbbYpMCePSU6mCC303rWSDL57jeEoTVefAexEBUCJHWZ5HW2kipmSvcwAqOLAj4a/Ssf/7kaYdjC+2GxoQ0UwkuOhF+AsNcv8i0lu64a9vneFczHxOoUkHFDd77FsHOagnrnZ6OuVAiaGimiHPtFuo1mlKNpbvKFne7xgWUwormkJyVxZowfTa2VpkOrt10FkKZNBKMJFDp2+oJLKp9LEkRjUbZ92hfdyZtAm3cQ63DLl7h91MWhGOSeqtiP9P5mxIiMzNYX1vCsN+XyZZGq1pdXWDu5rFv+Vfh2GmQ+XZ2Bt8GrNoxejCXh8LrzbWJnS0EU/m6me5FqBUDLNSraDWovz5CtzvAeRf9CC571I9jcc/Z+iyvP9d4fo5/X3fDN3H7oVvNlKgSolatozUzg737zka1MWOprEsUNOY3MbOy1cBVIjaMpAwcUExmibESOUo7cO0cB6jNtfCNb34V7/ijP0TSWUGzVUe5Qscvx+yiW7YrkPE5k9Yh4BWbrq6ALs6zMriFVOtV68BYWxdAyzlKo7KnsUX7qU9VTGgGclaI8Y//KmD15ITaZ1oTtqkls7a/5383S9DkmJ27+FlsbHJA/p7Y4Rtrf9IqmwfvApwpsFpu7puWAmDM7ZZ+JeiOLSpw1RtxaY3h+lxDISWoXcL27Q/Bl770J9i9w/ccuJVU32VggBzVo4KMo3q9Er7xb7fguzcfRLVDYsQqvvG1azFcX8XuWgePfNIj8OAnPAJo12w9EwKQoLsywMte+G68/Ld/Aeef33IgUBHXXLOE2w73ccVlO0Ri+LevL6OXBviRi2dRC3kQJgfEpJr77eqxVfzaK/8AH/3EP6MUkgk1QEIZgDG10ieFPTk3+44Hrr/jEdJiAZdccQWe80svRsqiIvcbx0DMTw27Q16v280f26VMeiil/Jd9YrooYfG3y45EHjDfLa4vHkRxe7SkafxYmAZ0tfe6Y7BhNh01+o/54/THbm+bfFceeNFv5V/Lf8kmbcVepIfrO/fxaBDhTW/4PfzEEx+FXbt2az0Ss9GtmRzjnps3AVOnFxxrybcf83NCbe5unk9JAUjCwrX3874SWBWbMmfM5uTPDIi1nCj7OwNxmY9yHnNdM1O2leUldQGmIhQQhDe2vQezTHvVa6m6q7zhuvq1UwCMM3r2C7LWAH3fmWusvv53X+kYqya145T/XaBnsZVxNCbrlplk2ugzBrtd7ZNAZvea9PFzUgIuErOCjbw11BeS/YbyoAS4/IpHY8fufQ7cc0WPjDWbjcbczd98nJ/McLV5p1jXz8GpqsX0+M6PLn9vJ2u0F+h288evwb7w5OJhX3k/mbg62Rfya/fWwCrZqmMRIBhTjgY9dNZWlVfZfChinAZozS+g3p63mCTHfp2AphN9ahF/cu+ZmudbwNb6Hu3HzmTNSXrZOJ/8UVzmiqECTnXs1lHE+CkPtPoCd+y6iOzfriVe/80cmZ+fdAgY05vmnmSam3mVDKKdeRX/VpHdSVSpq8eRw7J8ZooWwbPPFy3ze2o2Wk7iTOeWUbt8bjyRiJHlRpnOspNOcGuBYt1SSUVvFn/tFyfFC43ToICnPv+3phe6H/J/3QWsbhgAHlh93kXzk0TFbRqmpWeFFtOgc07NKcG21AGrBIQsQCPbUS240VhgnfFcbdKbxqoLzCl9KHDJgFWxxAiOEmCkxEA0Vps3jahm6gQGR2r3p/ZhNBqgPyagaYEI29oFZgkEsdbTaoWM1TEGo3SiD0UWZJqiWacUQFHJIkEvtpbSGMgHPARvCUDSmZ1Mn3hE4JXu7EzwjT3oYB9tzEww+JiphwII2Y4/ILsQiZ7jy0xoeW5MzFrsR06MdZsqrbfEMaJLMb+nZuc5HIwF6jHhoHwAZROsOmk3kPukgFVn5sLj6/SHYnjVwnKme0vdIrIuySzi87wLFScRQNxveb2PqFAwbVcaXjm9XGFdApsLAtEJrNKZfmE+xgMePI/7P3S7QOGl40tYOjZGvbEH//Deb2N9nULPvAdFtGvkvgZYGUQ40Td9yF2zNYQFsnhHON6JEUn/iyzbQgasSlyeV4ag1tDARW5U8826TKjWh0Ms97kxAAuNEPP1kqQACJIeXhuBXibbm02sdProxtS/pNyAN9+xhVGBUEDszIJp6XSWC6afKfOqGIMI6EYxKIRPYKxesrYFspIJnFBbL0vC1JIeCGDiPRsSkCc7m1eAlV9n4sFxxrEeVioK/FeosepAIhYJ6uUAocwDgCFNslziSpBDwOqtZ8ZYxdvfam08TIOdPhCDTGp4FiWtMcIt4yP4wuGbcfDYMhabTRyKYnz/0DKOLi2j1mzi+PoYty1FGA2de2ghQLVK50TqyRpzjRtwtd3EwvbtOHHiuHQFCTh317qmo5aYHh/HscwQKBUggyayAGPJB/jNy0TYXVtfALUOc9x3ux1Iy4/ts4OhWNqcWySIWEc121HKYswaoMOg14ods826Wra5yfM7hvFIjEvOpVa9qc/wS2gU0+33sE5dLhfQCqiU2ZWxO8UScBqSZPZU2UqFAs7dWcOBdg3XH1zFUX5fuY7hoIvzt9Xw6HvuxYV72tg7vx3bZmaB4RBLyydw7c03olVpYGd7Fw4dPoZojXO8jBIZUUqeyGJgKz75zZZ0mS9DLnnKZBRM8kIsHrWm27Xl+hgVy4gqDSRhE0kxROoCbnljClzgvXVmTVEPSW8NGPbUbinCNpmr1NPkHx2DAaiSEWEDoQNTd/bJ5J8Aq3yv2J8q0pkLKFm0xsaQOIVpUqUAxT8ogsHiWZQQyAQisWhTDEGXThY2DEI1Rqu5WYtJwePTfmX60sai5bFwryHISwkAA4TDwkhsVcqMkGnM/+ZYKqPvmK3uXluJECnX6CTQnsK1aUjAjS2paYIOagKmOK7stbFYqvQhHqfcrwoYFapIam2gNoOkVLZbJ9ZoybSCUyvS/cJn/+m0w7S5Vl37NOeUAmi5tXM9M1kM7g8DrqWxtRmquMNEthhIw5dAYD0MMddqoxcN1ZpP1iGvOUHDmXYb2xZmdP/X17vokQEqPUfT3OP+xECaBSfBNA4k9yAlT0jsZXaYVKyIwYdMs8iG5NhxoGU6NodmriU+MVAC7MAAY9MUtTZ6Zq7/2zN2jakEuafzGKi97NvcrMtgkszo2FQkMxDF2kU5jizJ54P/5v7rj9H+bcxbA/Rd6zXHVjJGtRBgtlbErtkmFtstYNSRJvslT3g6DtznRzEadbJj4BUTsBrHuOGmb+P7t9yEMDRN1iqB1VYbe/adhVqzbYF+zhBxs4Hir5WKJDn8Jp8gaidwurcZA5x3YVxCqVHCpz51FT7wF3+G7fUQzToLjpS2TDAcJRgWSuhTMoCrBSWCNOfsnrDDh+xdMpwRlzEupQhCdhJQ9l3QqapFBFYvefilePFLXoJarS4Ne4EhYoicjPpsDnZugg5NXZDNGau8j/aYgD7+306pccv558eN3YdpGYCNbKIpRpEDy/jcox5+yWnPb82V5t7sc1uBztnzXq7FozEpTXHY8RFi2+y9cfWX3oYDC0x+x+ilTISJi1YUR3E0x9S+T2h0N0AQsvgSIIgCxEPG4D18/cvfxqtf8UYcO3oYj73ndvzSS56Dsx//IJRaLfTjANUAWD7Ux8tf/m783h/9HHbsmUWRutQB0Fkd428/uoaHXRpi/64a3vxnB7Hr7Cp+5jFtdS1ZHwW3Ws7xMVaOrOGlL/0dXP3ZL6HEGI1F8jSyQqxrK/Vt0Vov1N3BOKOPmfk5XHTf++J5v/QSFXENHJse1SO9IQAAIABJREFUN3ouK1RSU9aAs2KBIK4r3CG04ILxhSv02P21eIqdIDzuAgtaEh6vIUh77n45jUYPgspE0R5bgTaTQuGp32cdGg5kyIxhbGxmQKD/LRc3ZLI5GwyxePwys0zJOk+QDFP86Rteh8c/7lLs2bPPNFb997puB38tN47HyRybZpVr/+f6mwMI/Twy9rfFyyz2++cFsDriTsZgVQxva+EE1LU13eKyiR4pT391ecVprBr4Y92HLp+VRAS7TYxUJNZyboywRLrxXvmCvfpv2PFmKLPWwF993vPOaH7/wWt/zSTvONcUW7n1xV0zk121tUvnydKDWyuza6XPTPRAs04MbyKm4vdk3cqvY5PrOF1w6kcpLrnscuw9m9I1EwmMCfg4RQvMxrz9xx1LA2TAqJU9N+0MyLOCdZxOK9w6KTJ43xXqqefuJnQG0roiif5yyISPlx1SMblpvvvJ8I+MHLbhrgaSAbA/zPejQR+dtTXluQZSM+4uoDk3j8b8gtrM2SwzAfqmiys8L8aQXvpos0E0/YkJy9Wzd3yhgH+bk72TVNtgNJVv7efvsUjlWao+ZlP85aScCLx6IFUmq+4488CtdSaRuMV4iqQ1G4fsfqJpZRYL8nlSzWRMZ3Hg1vtZLse+E7Nq4x48VWhywKoVVSaAs/9aX0BnTEdgVfJzDr9iPOzJecQKnv2KP7wTR/PD85a7gNUN99oDq8+5cDarLPpggm81jVWn2eK8o5VAxUAvMtYoQQ1qjnpgla7CBAGMVeI2AtderhbrsbXqEsRkC3ipyO9hSmmAKQEl6sCR1UJgtcd27AL1DwsYR0P0maTSZ4STmCwStaeYeYhYKiHZOfYd1kxLPQ3TD2zV+T2lDFhlcka9VX+cBMcIrNb4vZzzZMUl1HV1WhzajC1J5MJF0JGTr92oClilkzuTDi607Uaoqy2tzCTVRG1WLHnwwKrc7FN+/wZgdRg7puvmwCoXfJ67v8JMnLuDkaquHljl3sKklSxaAquSAMiAVYLYgYDVUQDM1muokHkmer6BGMaGMb2ttYiGYBG2b4vxmMefi7PuFgJxhM7qOg4f7GL7jrvjqvd9C4cPMZg0YHWGrf1BgOX+CCf6BlZOAavdGGMaeBFYLU8Yq7xWMs4iy2oQCfzmOFxo1gU6dkYjUJ+VnfbzjRALG4HVcoptzZZYlz0Cq2KDTnSTMu01tpnngFUC6RyH1tofiz1NEJXjf4bAb8U0F/nciHS6vDA/W9JZgXOePhzDxoS2hNvryzCpJGuLgCTZlytD07DlewishgRwHbDal9mCsQJYyPhPAavvfKsDVV0VnyzqaIRxcYxyoY4T3dtx7egGfOvQCYSYQWsmxLUnjuO6Gw9hGIcY0ZSpS0B7JE1Vzl+NQQXbBWuzcm1VxWoZ23btEpjBimerXsegP0QxICN0KGCVYyQMqwKAeG3CWk3BdK/TkblVUUCrv2cWn9VqVVRrdfS6Pd0fGvJwk+eGSDaFTLGyeMrAEW2gbmXjGlWrllENKxhyXI3HaNcbAoN6dODSg+tJWcfCAhHZ6lxCGADIEd0Fz/kAR5quhSJaNNAqBmjVyEAbohVU0W4u4tqjaxglEe5/txCXnb0NZ881ceE5BxAmNYz7XayureP7tx9BJS2hNA6wtLKOmVLTWtiZ9Jo0shkEUpuIoIZnKrgDcRZKE/amSxL4MsM+8uuZOERBBVHYQhK2MC6VBRLympFl6Rkcsirk9B/3kfRWkQw6ardk0YEAINd1HlNZ/8213uRDWHTgL1ESYfcgBS2zCKZSTdRIsV7X1FhNPuYVCOxMt5jaRelI94RMbgGSCf/wGA10FaAmSRqeG1nnKUbWU2XJba6FjmAqgVOCq6xpcb8p8zik2zySnnU1KKEcFMwMkAC5dg2VlSYBuitgeYk+/S4LAQnXdoITlKMxJjuPVUAmdZp5/RN2YgQYFkLE1TZQbSMWY5Vt6cYgIU+MwGoJCZ786dPXWJ1t1gSsMigU6EeWv9rQreA4IiimhcaKmmQQkjHOfW84Gmh8z7aaaFRDHKWzrQqXJoVDDePFhUXpKff6Haysr2tsMqkhC1QBNcGIzPHWWkR9kM95pkJqkeYkdow+wfZAMPdRgosCRh1rNA+sCkDJDEnMKZrjwDs58/gVl3gdLze4CKzyN/qDgaQLqHfq38v358FTD5oRfPagowdWrZUumjKu4rUUQ9VdU2mXx5EKlPOtOhZmalhsVjHXaiLqr6HaXsADrvxZzJ/zEAwoseHlD1Q0seP/3k3X4sabv4tqtYJqJVT7baPRwp69Z6PRnsslIKaDrodnZGyI7aaTismKJfBACay19fq2fZ1HtSz2yp+/48245gufwQU7Z7B/xxz2LDQFIFx742Ec7AzR5zpZDiWxoNbDoIhqGJr5HyWH4ghHj69q/Pd07bgWUBbDpEfWVtfx4Ic+CL/0kpei1Z5VVwANyILEQNr8I590bQQrT/VaXmN1+tJ4aQorkvuHMZ1PToZOBfT61/LXeuPx2y2asOAe/YjLzijj2hpY9ezGDUCyNkNb0yhdovOLa5ht3h1ved9r0EqWMRj1Ecxsx649ezDfbqBdB+YqLqbWfg4cPnQMC/OLqNfInLC50V0f4k1v+CDe+qZ3oz1ax+POOQfPfM0Lca8fv0ytGywurd7axctf/df43df/DPbsmxUQT2A1iWJ87POr+PY3juFnnnw3vPuvvoMrrtyNyx86q+JoyEqv9i9rEz1061E877m/gX/+yr+iIskqM0o0dir3LRZgLGYTmOi0xqNxDwfOPQ+79u/Hs17wAhUmuMd5Pe/snniGt5tLVj8NVOyNo7GMMSmbJZ6ewA8Wq1zCL4dpGtmK8q3ODhTKiJIiGkJR8ow7N+4yKZvNmaaTwWGF5Y2PKfBgi8JJfsxN/bfRae2wNoJe0ldlMc2A1TQK8Kev/3085kcfin379k+AVYHeHrz1bNRpsHorYNWvlRuBVQGA0sp2nY857VSBrOokm7SoT4oaHoCdXAh+F+MO/35jrC4jotyUA1SsXdqk0rwpsQdOsn3MdzVssa76jiAzXmPh1YpCZw6svgq1kCQanivHmAOJ8zqy/rxyOqg8vFMBqwKy3d5pXUV3DKz67+R5rfcjAav7D5zrWN8OSM0XKE4SQvXj9jSAVQfab9Qm1r7s49xc0c23xvN1AnnMBZgjCeMm8EejSXbw6AnuUY7OKzY5AxTrrNF88vtO9v0TYHYrsI7sU+5zLEpzvEXDAdZXVw1YVas718ECGrNzAlZZMGaxM38+GwsrGp9Ok36zTSKvp+73QisuWY6QB1a1zzt5AcVSyodszfQgqo+xBK7mitkT8yqvX+2AVV5XFk9zRe9pkNKA1VKxbPkEc+w4lTFpvshODISFVB8/bbUh0hzYj8X8ezbek81e2xgrmOGwMdXzBXv/XR5YZbHfA6scKr1OF7fccovOgQArR8Y7/vYzZ7SH/6B+6C5gdcOd9cDqs+9pBgV+E7YWE3ORNyMGR4l2Ts5MZmlexecFogpYtcoiJ5CAlxxj1bd+cJLRzZ2TisBqoRALjCCrje2K1PNkuz/1UblIthtFgWsM/uuVohirvTGrIMYtYLs+NyK/KTJooj4qwdJpYJUsnpOBVSbDBHOtmGzg2BSwmkAgGg2sxIZzgABbYtlGTPYUKzMEVpm490expArIRG3VzaCEWplbAatbMlbvAFj1jFU1otOJ2AGrZHnVZUTlgJhi0UDmHLCq1mk6NycFrKz3xbBtN2sIU7Iu7X6LdeSq9YSd10eUVxjhrP3Aj//kBWjOjqWdOBr0cdsta2i39+Mz//A93HwjjY08Y5XAaiEDVhkkEliljqgYq5QCgANWKwGaRBWTsRnUCJQviLEqYJWM1ZYxVk8JrK6PwK7FRTpNdwcCVul9XSlNBKizdr8csKrxWKbOKUEfMkWNsbo+HMs1u10roiUDJbbok+VMNrFNJgWFZGBqPFurGMeegFWLICdVyA3AKiUSaODD97BAIY3Vop0vz93YeP95YDV5+1sEbPm4IZWQP4GWIg6tr+LbnWuRNPqojUOUSjP41vFbcOPyKm47OMAgbmC525eR2NqAjCQDJPhdBASYENtGTbBZ3YSYXVzUtel3OloFkohM6YpkABjgMujgBsZkXW22bCWu0Air64BVa2sycNQKh2KtV+uIY2o/9RFWTc+QzuTlUijdTBY7eGy+IqtARIGki6tSFh4qYoCyTblG5mWlhH48Qn/I4yKTkG1oOdZHZgTkgnvngK4ARSx2Xo8iZoISwrKN43EwxI6wjkFaxpH1dczNbcfeeowH7i3jfuct4MCOfRh3YgQKzAq49dBRjDojlIYWQW5rzmDUHyKOqNVION/cSX3LPa+HtWz5ljEJRli6pGBq0k5Ijqs0VqmNTYOtcgtJtYURDcsohyHw1QdhNk8UrCZ9xL01pL11FYrsOKh17VvqCZYYE7hEDVPOMwKuQYp9w1gMUYLBoRKm1MafKD+GBQWFsiNgmJi9/S75IZQu4Z8Ag6SoAhD/8Di7DlhlFTwiAJca4EpWrmaKuhactRnZ8AJQWTBKxZSnDImBqwE5pgINq6ycOw1W7XdZg6NrDbBN0bFFDHBl0Kr2QR43YvTGESLOAYKqkllJMKCEDCq2p1GTvFBFXGsjDmeQBqEDVn3hMkY5HaOMBD/6qc+ddvzF/YfrFANVAZligJJZbGZfLEKNnM44i4J8jfrCMoxKxmjWa9JPJUiw3O9bAYHfwQ6IWhUzzRZG4yG6Q7bUW3FG116sejJ2CHQbSMeHT049+0Ja6JS0cSwFDyqqYMGCCKVBysZeFWLuvsOSBmM+2LsMzCRTSWzssQX5Yr9zvemb/If/DNkFBCd9guFNsnycoyTcsSYswDa5ojxjVWAKGU3jUQas+vMT07VIUD7AXC1EOyygVS5grhVq/6d+ObW7o1EX5ZkFXHjpk7BwzkMx3sBY9cyim265Htd/91q1hHpgtV5vYPfe/WjNLmZmLQYgOeatGy0+hvGDx5bNCaDnn+cc4/jlb/JeqjDkGMONxRDXfP3r+Jv/+S6s3/I93OfsbXjQhQewo0XGY4ivf+dW/MsNt2ElIYuR8kEmZaDiVrmMVq2MHbNNVIsJjq7EOLi2hltPrEhLWWUXSZgn6He7eOITfwzPeOYz2YphfkIs4ucYWflJkAc3/b3dLOGanjhbaax6YNWAx+yRMyjaOAHzbK7NJqdPziaAz+RdG8HXKy+/9LTnNz9Qae6e+tzmLJ+TwVW1VwcVXfs4CnFg74Px//7tz3DDjTcq9gvrDezfuxMHl3tAKcYFCy0x+7tJjJWVDm7/7iHMzS9i11mLqFTY1ZSgmIQ4cWgVv/4rr8enrvowrrz7hXjc4x+F+15xKb7w2a9ivGMX5uIy/uLqr+I9738F5lrGsBuzEJekOLGc4L0fPYpv37qAJO4iDXp47GN24BEXFzHbIGGAa4rJahy88Qh+8RdfiS9+/Zuo1tiSHykv8TIWUWSxjAGrrisHwGjUxf0f9CBUZ1p4+rOejfbCojoOfHt/Nh9yDfqKFcis5R5ahFj8d9+/H7MtAjReb3Oj5A7Py8YuwZaltT6u/e5tAmAzyngOIM2bxfl1SGM5azvNg1Fe23cLdvYpWOnuCk0XXjIGn4Fj08AO4weuKZRjoixIAX/y+t/Ho654IA4cODdbY11q6NirmwOrBiydPAeyOeuZgzlNVL8GWrw2Mabyz+efy+aUlwPwv+ViPYfDWgE6JbCz4gr6tjdF0rrk2k0RMUe80V7uJRk8YGvgq6Is/Yb/23GkxWwuqNhPOR0e65lqrJKxSlKMdXt6nU3H1s2uk5NS0sH4ln27zhNw1eLz/B5LgEsxne8Yyt2cPCi72dq62h3iYZdehrPPPV9dnqY3MM3qPdlh6jSBVbFI/UZmjMapubGRqino2djNmfSPztHutz89FgmseOiY0o58xXMgmUBeMMJcPcvXxw5+RlrXR35998clkFTyZfScILA6xPrqinIS+30zZ/WMVQ+sTj5/MmM9z1jduOfZfJ5+eCDVpBTsHnssRD1rOc34Owus5pmrPGaLsaaBVYGkXHMZKzn5gjxjlVJqXEMlBTCOxVj1YKxdSyPTUT7qVA8PrN6ZDXOzImf+c14KYDNg1ceM3qTUA6scN91OBwcPHsTKyop04nlr3/Y3n74zh/RD8567gNUNtzrPWPUi/H6Q+ZTdSwFwQGkiM6Fi0utYo+osp9Ov01qVYYzTx/HJslv6lXhGY1vQqGdKMITAKvUlCaap/Xs0Rn/AFuwiZptFDIbGYqiHBFaH6I6sNdQzVpm8TxKwzYFVvR4naNVLCJl80mxCQK4BvdbtyclO4yUnBSCJgdSAVbV1WzJjS6YFXwRXOVE9sEpAuM+TSCJprPK4e9JyTMUgaoYE4YwlK6U3pxloUgDUZS2jRikAAauEOyApALIZ820VxlgtCUTwwCqlAAisEjgic4T5YlCYAKs8L8IPTHDFokwLWO0O0B0nIOOpqvM3ZpoBq/bdNBVbG0GSAve5bwWPesw+tduXAgKrXRw9NECStvCNLyzhO9euahOTxmqNDKUCVvpjHO+Z2/eu2TpqJQKr1FiNMKL2LFnGFeSAVaoTUhqCILu1w3PRnOcxFlN0o0jmVbxvZKzO1ygFwFYemnFFCCsBFusNLHd66CUpqmq/923lPjiyfmB+N09W49EDq6psxeiOUqwT1C8WJDfQrFh7g0B7B6z64IUaiTTJ0rULeNxjc6H1zuaZbg7nibF7yL4msEoAyRirBYQEVtmej0Dnbi7oxsorlsp4363kAJ3e4/b1o0je/mZj4TmZA2nzFoATq8v4+q3fwVJtJG3efc0WTkTr+JdDN+PG433cfgvlEEJ0QG3VMfo9E8uUHp/Tv5JWapFzk5IXMYUU0ZqbldxBn/egRxZqKr1AbsTUZiTjTO2vrH7SyI3Vy3IZiUv02fLHa2ubsQNynblIoVDFOBkh5MUiaDSiviIBjIIYgywaeL0/XineP7/JWzGGusymvVVRWy1Zw2P0hpFpozF4VJJvEgJe88hgF84rzjtjrJseNcdnEXPlMmqFEtJyjLlCAeujGIcHBG8rWFxoYHcY4uHnzeHeB1qYb7aAQR/llMy0Bg6fOIHu8Q7CsWmLzVPbchiJ7sjQw9rqybQ0oygenZWunOGHIi5rgZQGnIAXg1W4VhIwE+MzILDaQFxpYlQKlRCOyVgVPGiYlgIfXse4h5TA6qCrwhmZ5XQLJmDKdaISxGKqssgUinnOecTngX1DAzNNZ5Ut43bcFi37oJWJswMs2R7pgFUmdgT7CEiSZDniccfWfr8amEQA5xaBVXGXnMmVCoEZ4Gy/XQ5iVMSiJagKVAn0OmC4wrZ/An4ZI8SA1CmfEh2wNgcL2HW/LXjXXJJByRhRPNJcNcCXgDC7EigLE2ruck8YFUOMq21ElTbiAotutgbJYCogsMrrmeBhnzwzYLVEWZxSSYUKsYfVnm9wpO27prElvXKOLxYVR0PUwypmZuo6R+oS98asb421llUrNHBjWyvQpU4pgWvu1WIM00mZgKOxun2ix2tjwb0zB+M+RfkBaqs6HVXfSq8czUkEmFyQ7cO+NV/f6pJKD6wa0MmuGQNA+fDMV2PDW0FGLFkXuHtNV74uh9qIkjX2OxuBVS8FoLXDjQ1LYMwxNs+E0OsyrgP2zDaxp11Hu1pCo0q5Fxtb2l+oJ1xt/X/sfWeYpGd15an0Va7q3NM9eUYz0iggCYGQBEIEY2NswIDN2kZEmzXJcY0JJmOCExgE2Disves1BkwwYIzBGBsBClhCo5wGTU7dPR0q59rnnPu+VV/39AAzu78wxSOmu7rCF95w77nnnoPNl/84Nl70VER6pkvNhy3/lvgdPX4A991/t1qe02SABoG0pQmsFsemh8fjtYWNk2jTyrVHDj7XDd1hPDdM5Lhu2VgmFa+DQCzFKPY9eCtuvfFbOPbdfYg1yrhk6wbsnCygWV5GrdZCpRvHQ3OUOOmgHw/MtZpFKjKcI0AhGcem8bzinAcOreDQYgmLTe7NslMx5ny7hXq1jp/9uefhRS99qUlsD7RNh6BSOFE6E2t0vWRq+NozmUqdzlj1oPr3kgIIg6urASkX3YbacsM79NoE+VyB1UR2ZlXL5PrAqkat+3oHvDgda3aBtJtx7N7xRNz+nY8iGm2jpZZRSs70cWy5jHg2iZEgKc36hXILS6dKWD6xgC2bZxDEWUwHRosj2nPbvTi+/vWb8cBt+/Cdf/sqrrjmUjzvCU/Ax//24/jp61+Me799Lz5y0wP44tffi6JaHRwmw+J5u497D9axbyGPkyt1LC420Ilk8KRdJTzu0mnFgxrTvTYOPnwM11//G9j7wD4kGD/T7tMViXkfWKhlm6pnrEryiM+3qnjq039Ca/EvvvglGJ/e4ExRh3IA/j569hvXGLkNUGao35ac15V7dmG2kB4CstQfJeDQ7bsuMK+7aoXD+ZUGvvmf96DWZ+HQyXe57huvY+ohkvA40hJqC+CQTRoGQkODagD0OKQl/Dnhc/Ibbpj56nXbh3qvti4YmMW1nQXmLqK9uIDV6669HOedt3sArIbXrDNJAXhphvAYXTV/3NoUBvX8Gqg/rWJpekme4ToZ3hdWf4flctbRM9QQLpVW3JpvRSAC7DRmTCSpC8zinjGf3fbjboRfV+1swsw8v6ZyNBYKeUmbsNuKjze8+tXh6f8D//yed/yOOqoCemEoxrPxZNfCS085fdPBvjj827CoYzII/hqpG2LAWLWOo7X3Rb+vQsLdNYxEUKo0cNXjn4DtO89HJAyEDeI4x2BddaZnCay68/EfYVr/Q3D1NEKskyvxBda5uQXMzc2hUi5hdHQMW7duRTabdkZbvHc0IbZY3+IMdojwGlsh2M86MrX92B2MYR/vrZl/Q2CV9CCg3aqjXFpBr8t8xKQABKyOjCLHoo7rJLI14XTTM80rr0O6zlwfLA9r/iZAMwSs+q6dMGPVCCoEQlczVsNt/2s1VvU5LsbywKoIK8zZnLFoeE4MgNUEEE/QsJJDyoDVFUoBOJarrU9W2GUceoaSkYv7hvcnPLzCMdgPOsGGGquesGNrgc15uyc8v1WMVco7Vio4deqUivYiAcVieNMf/e0P+rX/JV73I2B1zW0OM1atHcPYOOaO6eSzXeukX3g5L7hg1JVPGYtKxiaGR+i9BFl9i9lARJ2TjAkedSsFrFqCniTThmCNgFW6FxNY7QhYHc3HBaxyImVTcSWCVbZPD4BVq+jJaVxsJZMCqLd6MlsieMjJHQZWvRSAACunsWoi68KExDzMJAhmirw4AFYJc3pHbLMscpXtHvVUjbHaaFsSjU4L+WxSySnlAZhwyyQqyQQDaHZ4vFG1vhE6I7BKQITt82TcUqNTwCoZdmcAVmn6ZVuFtZ56YDUVJARaEzsisEoWLV2WKR3A16siSt3PfhSlagOldg+j2ZQASLHRCCgLsHDXFV2UmrzfHfzET87g0keTHRgg1m+h1ayjVo6iUovhoe/Ucdutx5VAp5IxFIKYWrpXGh3MV034moxV6ojSmGuBwGrfGKt8rpBOqLVCAAAZSTDW5ipgNW6GVsu8pm1KAQQYdcAqr/FcheylCMbTWSyVCaz2dF6esWpxqiUcxkA2J/RVjFXd5x5q7QhW6i2Nr7FsHLmEmas02321iPtgXMl2j0ZuEc0BLtWSs9A9PgNjlVqInRYW62wnNoBFUgDRPtIJbslR00R0BtYEZ1gF/LvD1DY8uweBVXzkBjlSEnaT8VYihkqjjgeP3IulfgO9RIA0505+BN8+vh8H6ks4cGwFJ48B5UYM3RTPu4loJyZDCN/Oz3GUSqaQTKXRajTQaNYRCeLI5LPIZLNo1upYWV4S+z2TygjoKJXIanYtihQ/J0NY4zIpMIxIQ4wgqRNM59zl/eGMYwIVjVHvjK83QFev63XELmERQGzCTnfY9uskTVjI4DrB4kmGshiU5CDDmw7lyZQYh1WeA0GhmJnMDdts1WCooogZydk66R2ZqVdZiCUQ70WRH+ljx8w07juygMOnSpjKTGNiLIvtY0lcs7WATcU+dmycQazdQ3mxjnaDLPwmIrUO0j2a1mQQ1CskjdDQWcAlwUEBhVE2oXsdMQMSybCxYe2CBM1dp1WlugGTJa6F1CiNoZVIo5PIohVLS+O4HTEjPgGrCu4YqBFYraNfW0a/VUeM0gtO1oJrhMBKSrFE4morJ2BJYJW3iWz5LU0GVdYax7ksYFXHKGqaM/dw7IJwS7M069gKygCQGqsEhF2BgW1pXRoCUJe4r5Z7KvvKgEuM1wiiPcek5ldRYibSGWhHp6SlShDYJD8E5jtAS3ubqK4sJJ2pim7FGcozGMWuY4sHNf16bRUPJLeg4zO5kHqHAKaTBYil0E4V0SGwSgaZWBIxa48ne7ZPdnIPj/rSuUkBEFj1bG1vEiVWAaUAWBiU0SIZ20nJ0tTq1BPuYSSfVaGn2WlKK5nrKoNgslppzMRAkvOLppPSVPVOyk4egUG3TkJAiNNE1hiNIS3NOANWBaAq0Cb7wQJrn5sZlm/PeZ1U/hsGMrWUOjZ6s0mJGANVyUjlf3Iwdu1sXBPMcZZspC4Cpz3LoJkBMhkUXgZgNfBlU94DtqvBqzDTMcQQikWQQg9bRvLYNJpBIRVHjkVVFepoUthBOh3DSquL9MbL8NinXY9k3FiwAmxDwOrcqWO4++69Ao7IWqVsQiZNxuoWjE5sABkcmlMhNupAfNYlCErQnG5kmMW6qmCuRIzjtoFEvItMJo79+x/G1z/2F4h2esglA7WljmfTiJQrWCnXcXz+FHKFEVQRxTHKsVCjmftTuyGTDl6zfCrAtukRTOSTOLnQxl0Hj2KuxjgmLi26RKKLIJNHKlPEM37qGXh3IZMqAAAgAElEQVTyU586MK7TyhAikK4HrPqEaggiuKQ4BECdC7Bqg9fAmPUea7/PJ2PrAUffb3c+VykAAqtaQtdhm53+nY65qtdzDjDZjaLdiGPblqtxyy3/E2MFUrU4VhIoL7aw/+gBAYoPPvwgdu3ZjXx2BAcfOYp0UMCRw0cwN38A22e2yVzz+OJJTG69CNsv3oyVQ2W85qW/jKsvvQivv/7ncfzh7yIeCfDwfAkf+ObD+MQX34bplGwXNW5lqEfJr2Yfx0tNoBjFwzc3sLBcxxXXjGJqJIlCYIwmjtmH7z6AX7j+N3D//n1OY7WDiIkV6rQ55z1jVYmy2wcJrD7/F38BRxcW8HO/+ALMbN7iDLEstxkAkKG5RKmCeDeqTo5WtItcMoarL9iF2SLNt6zwyD1nYWkZ9XYbsxPjyA7MmMg0iWKh3MbXb71bwOrwO8hmdUVEZ3dlQ9Yho4O5638f6svzVWFxjFVgbIhN58fA6cAq17QQe9a7rK9lrHLfVVs7z7CDeD8QsPr4ay7B7t0XrAJWPVD3/YDVtePV/z7QtA0xVgdzbJ3n1gKwYZDWyK8KHAfzY7hO2PUUY06Gjm59lzKckXkos8U9mqQAz/qzEaKjFenC4lUDeJm7KufUptXD6MgIFpcW1DLM59/4mtd8vyVg3b+/m8AqtbUDiwkG4LDfHwRUDfVTVV4Pga7DazLUmh1cUyaDTiLpTFIA/p6G1xd+fqlcx+OuvgY7dhFYdRWPwdB16+X/sxTAqqq74wjbl5AU4KfJoKDAP8XyqFSr+PKXv4zPfe5zuPvue2UQOT05ief8zLNw/QtfgKkNBDRpcueAWrX+MzHmPWWCz33Ys5AJSGv3RKdreZbJMrhHaI8xYLSn9n7ua4xkOgRWV2he5X0wDFilFMB6wKpG15rCiJlLWVyz9uELp+HnreBrxX5+1iCmcKQPM1lzsmgqPtnnh1mpYVkA3+nnn+OCtx5jlbEXza/WA1ZTScZw5iHA8UO8Z1kSCQ7IdAQKX2jX/HXX4fS9bX1g9UwTbDA+wkWCAXDqzavsOg2Yve4a+evEGHFiYgJx5ogRoFwqY3FxUddBhqvxOF7zphvOaY7/sL7pR8Dqmjt7JmCVLftW0aFrOBPUsC4LGXQRaayGgVWylQgkMgGjXmWYCSL4T5tYD+2WJdwBzasIrLpWup7aC6MCpepNMgXjGMkZsMr3k1HHth8PrHK1lRRACFjlJkhgkmAiGX9Uy1NVK8RYPQ1YFdvCzo9BHyUK0mQPkjXXgZJ7SgHQpMEEz32gY1py/OxcKin3eYJpNbZKdjso5FJK7Cp1YzMRvGXSxUW4qY2cvVnWNkBw7ayBVTrqOWCVrC6aZFFLj4xVXlevsUqGJeUV1gKr1F4ksMqEb0TAcF/gCAFCtU7STbzXUWtuuRXX+f/Ciy7C1u01dFoJRHs0qaij206hVInigf+s4Nabjgq4pYFYjsBqLIpSszcAVmdH1wFWQaCLxl3BacCqZ23y3oxTriBOE60OlgisUmM1Y8Aqmb8E7U9W2kilohhPZ7BYqqHeJ7A6lAJYD1g13Uyymxzg4oDVZi+OlXpT42KUjNVETMk/NYKlvemCKwU3BFYNq9HzZKwKWNX4s+TegAQCe2SsBmLuhIFVSQEQWCVjNRICVskoZGIUT5w7sPqhDwp84lgj6NaJ9HDoxBEsVecQGcnh1PIRbCimcKyRxSfv2I+Hlo7RxQHdJgHYKNoJmqs0UEin0ej00Ww0HJM0JnOVdCqlajG1SqM0fkslMTI6ij4B9MV5dFo9ZNIZgbDUqjHtNzIFaDBlOS01+8SkJaCYSJhua48sTNO55XimzqEPitjeyI1OcgDtphzLCUS0qB1LfdRm0/4uDUMzouBaQPiQhRO6dc+VKgI4swS1gzgalIAgGBWhC7ax59juz0DCgB1jqyvkk5aysZ15b4v9AEEyhUftKOJA4ygOHWygGEshnZlCoTCB8fgpXLExjku25XHV5VeiOtfFySNHUasuo9aqIdEBsr0U4vEUijwGslXJdKfxEuFRnkekZaZVLkw2dN//uhoUEHdVeqx2jQioNyMxNBJJdOMZNGMZSXHI3Z6Alys0iIVLxmq7iX5jBWjVJPtB8xHJP4j1adqpgfRJ42qrJ4Nd1ycSxUYnacA39EWd50GappUHMHxyoqTPtWhaXEvKJC8+11sCqwTi2roPzXag5JagKtc8HjvrWF0wmCV7jl0AZIGSjUhAviMWKBlYBqqaWRWlC6hzKu8uy8xsPkvjbU0w57KxwaVmIK62T2rumt4fC2naGKT/Sn1YFjA6aLaTBmhTbzUaoJUkY3UEXUpOcNEQW5OSBREkydPv93DeP33lrOMvdhwQWOWDQAONj7ie0ODFtF8twOZeycIb9+ZSrY5UIoFiLqsCQb1lRm00LRFzK+H0ymQyxrWNLATTi5ZJlWNHs9jhenMHTPZkwuYiD8kDmBwXpmNFtqYZffBhjszGxCHz1Lcx6v0J3iMrsvDYeNyc1w3piZsuazabHej/8dy90QDBYoKofPBzqPlcLBb1nhMnTth+77RN/QUfmNWsYYopkQoBEWGgLcr9Dj3sGMtj82gOeTJVE1FpNEbjcWSCBKhU8N1jJ7H98h/H45/5S2jVqquAVd2beByLyyex98471IqbSsZ1D1LJDDYSWJ2cMbY82xdDhjsiTbuHTywMWHXmoSFGhl5GGSUN5iaCVA+JeBOddglf+fIX0b33dlywbZtYgA3uF5S0Wazi4IkVdaxsmp1CJB3g4RPHUW7TPDSFDItgoB56S/qqW8ZzmCykEOmlcP+RE7jv0EnEEhnJDaFfQ3F2Gy678om46uqrdX2oZR1jC8w64IjWWScFEZ4UqwHv9aeLrfWrH2EAxgqsIfaWQCq3trv7HwZw1vuW7wesDkCu0Hh6+lOfdNbzW2N4HWDV5uVqTVq/N1gTlsl2cAfhmOq04ti55Qm48asfQaoYSGM7Wu1g8eBB7F8s4Vvf+BL+/aav4S3v/RMkahHc9p934sUvfz7ue+AgvrN/CRNBBvvu/hIOHjqB637qWShuGsNlO/fgWdf+OPZctgcfeMvv4vBX/gPRThxzDeC9Nz+E//OFN2OMxVPKfbk4iXtMvAZ8c+8i5kttPHSgh1KvgSvPT2H3tjQu3DGGSJ/FEeC+Ox7B83/+lfju0eMCVqWXr14Fi9vDib/OPQSsvvyVr8C9+/bhuf/t57Flx04DwxjXrrnPA8Yq8wluJbEYWvGeZJmu2n0eNhVziFA7GFEBq0fm59WttmV6mrZWKkgatNfHqVof37j9QTQo0j8Aba2FW79LgmktoGqvFJA0GCtDIx9j8J0+z72u4np/C0tgnglY9fPLDmwNsIoA73/vu3H1VRfjggv2nDOwqluyBuhwlMzB8+ExrLV1ja6oJ76EAVZ9rogzPu6xvNJA1dXgVNm1Ihsb2HJCsEgVDxAPUohTo98Gj9YE/+BnscjIOGotIMVvJfg/Uixgfn4O9VpFc/FcgdV3vf21Bqwm6e9h2uvuiIyF64DV8LWyPXQtkOrOJARQm0mmdWF5YHXt2iV+x5q1hL+vlGq48uqrsXPXBbpeusYWGg8LUf+PwKrkFtz5+fEymAdkgLpCiGcYqnMsMYaP/vlf4K1vfTvm5k4hmYwjk0nLz6HVaOGlL3sh3vXud2BiclRrX6/b0j1XcRIkaXVwz9334b77H9RevGF6Gnsu3I3Z2WmtO5TPsnsQkuYIz0NhCtaJydi802qYeVW36XqcHLBaHDFglTGOixFXFUeU89jYFfiobp/V892Px7DGqp+7tqbZ8uGvjz4npLEaZqz6cezBU5M5IlFpaErl/0bg2H4eSgF0WuwoM6PWMwOrjBWdeVWnpzb6IQhsa+AAWHUNw6uKJYPujxCj+AzXJLy++OJxeGyH11PuP/6Y/fH494SBVUoBkBTG6UBgdWFhQdeBsSaB1Ze/9o9Wrcf/1X/5EbC6ZgSEgVX/J81TP689kUe6dcYGkqocmXuOsEPGEoMZbkcEp9guSBaidFYJTEhUz7mwS5fNgn4y9JjoMSGnzh0XcSbPYn3SXAdxjGUiaPZMA4csEC5eYqKK/U6tONPF9DR0MlbZhseWfAJwZGKZLqq1t2ZpCiETLLJsYko6ae7EgycTix6/PO40kyFSajtcdGhERMaXI7ENgihrByYylE8nkU5QD7aFCoFVtoikAgEQPI5qx0y6RlIpMboa7ZaAAbLNGBw0CTBFIsiz9S9IoNVpS9NUZlTxQG3itoHavSG4waRQmp7M63t9adHWadaUSIgRw3fwXKj1SaCPCwKBYxq1MOhi6FFvtLHQ6iIXBMgR6HbfYTqrbXQ7SYECZBHnxnp4yasvRTRSQqxLXc2S7TndAEcONrDv9kXsva8mQJyt1mSh8jhrbWCpRkZXD5P5lJjH1J1drJGxSjAzIhYEr1eU46XTFnOCrf4EVglSUMd3LMMkziQJltu8rl1M5tKYIirba6Pe6+FkuYmRgMl2GvPVBlrtrgAV+i74IHdY9SR/lzqNtqkRUNY1dcEt2bSlalOYwUgmgZxrT69SV9Cxq/xmaKC8ayyJRSV3QZYwx6gY3vwOYa6m6UdnbG5kKzWOZWt1p0YiNVZTauG1ccdj4/gleMQ2nI8f8tXQH3wpF2OVwCorqWR0BnEsVhZwdOER6RoeqpwU2MLg9YtHyvj8nafQLpeRiiaR6kdRjZrTLqUQYqkkao0q2i1uqlb9JQiazWYQjcdQrdXksE4G38hYAa1oC812CyvzdbmdFvIFOQ23Gibu3usTYDB+AINEAge8ltbSbNo+Q0aCtcoYCZiBZwKxgM7GbC81w6FUKq1rSUCFmohDAMQVhozCJeOedCotTbRqo0YrDCVFYr3HAyQZQFJXmXOfSaEzR+KAkfwGgyAXDKY415NJjJCZF42g3u3hRKuJiWgMGzNxzMzuRK3bRDJoYvdoGldumsSjt82i22yiUuugW6mhsVhGr9ZAwFW218dEPCd9TOmm0u0+1Ba2ilVlNFAHXDrxUhf0OuVox+Q0dgVNNsg068QD1ASsxtGVdZJpWGqZRBfNfhMRtpS3yoi2qzLliPYTSFIpMcL5SK09slOpT2oak0pH5N4bxawbpqsCHMdgVfqpoMszQ53zslgARiGPsIjlNJ65CHoH3w61YrkWO6DYG/Fwr9ClcNVwHgwBS5lXOfCBRT/phTvzAuqcqpM5yvlvLWKuj/CMk0v7ogxLwolxD7EOi1AMiHmveOzGxG754+UxR5JoJwtoJQoyESNjlcfE/UD7jmMnT37+7IXxC/m0FdKcGYMZRFkQyXXEMxlUcXcGV5xL6VTSukXIDiZzR5uJmUBI7zT0YDIq47AugVXHthTzx+vS2X5DMJCgrtY5B4Z6Zrlv1aesCa+gZ5hyPHi2Ko0PyBqwooklNQJAaSJTq+k9PgHUdySMVcvX8338O7+HRlXcPzkOuI6wUDMyUhC7dbm0IoDWgmxLStiOrlY5jbfTgQz/nWFQVUF5oi8X9M2FLHbNTKIYWCGPXZPxIIFodhyHjxxFNJ7Hj/3Cb2F6w2ZUmpaEDxImBxKXqxV8546b0WyVlSQG8TTS6TQmp6cwuWGrY/CalI8BCH1EuQ5zXY+YURnnEGcjYR3NCW4eTneOr+E5s9AArKAQbyGdS2D51Encd/NNyC7sR5KdBi0WLnvoNDro1dpYWCqjXKtjZuOs2Hxzi6cErmfzObXzsbjUpFREp6Pimc6t30SzHUOt0laM1okBK50Ozr/2J3HhY56g8/IFR7sOLKCtZoufCUD9QYDVMHtlCLgMGV+nJ1+rGatnAk1XfbcHdlwS6e8JCywci1EWJLleqBrGwlgU1z3ucT/45h165Vpgdb1rsPo5blS2poXHLNe5iTzBA1U9lPBTnqfZImO9KTb7+NiYkm0y2JlMcj5JvIpAiwqjJr/B12ydmcLx4yeVH0yMTalbhNq95WaAy655Ej7+ydehxxShay3Kko5hkawDzJ+IYO8dB3Hbnd9FfnILNmxMYyTbx5Ov22QFxVgXe7/5AJ7/i6/E4aV5xBPcK2gCYzEbj6fXb5ym38fjI2P11972Btxx02346Wc/B1vOPx/q2dKi7wHMoYyGjUDWHdiFAY3zRCyBx16wGZvH0oj2bdbQnHa5XMFEMWe7TkRqx+j02QEBrNR6+Np39qHsZEkGXDzta0M5jsEaM2gLNnSE83NYIh2uRf71HqAd5mungzB6rcCutTqqZuJrW6V/jYuNWcRWwZt+FC0kYxl84H1/iEsu2YZLL75U43nwncPq7g8wlsOasaczrhXBuMLmWnBFv7uC9uB1IaCWQOF6D2MoDq9LpVQe7IF8lvrnQTKHfruPI999EN3Wsgg83C+iUWcASe8OAkhcXyUL5cWVrKMhnS1gz0WXYXZ2Axbm50G5Ae5B5wqsvvutr5NBJAFCmoIaG5XnZ4QI61TyfaSO9MScnDGXaeq4rqCIzTc3P/w+o8+TKZYLGfWesDarGU5r/DlmLD97pdTEhZc8Ghc+6jEqkCloYnGAOrwqfrvOJI0n+/n0x/B+GBBIzX07EF5LykVZPhDF4lIJjUYT6UwauWxaOUq/U0OPRf5+F416A8l8ESuLZfz0M5+LBx46jGJxDO1WDUGspz2X5rSVcgV//MH34AUveYHWHJIURAWLBbj/gYfxoQ//Kf7tX/8dx44cMfPFTBYXPeoivOhF1+O5z34mRkcLAPWc2Tq23hkxRmW3joyv+ujW66iUaNJkOQsf7ORIF8hYndL4EX1Kw9LABAOoFXRr9bF4xGJfu46r96TwYXiQ1S6n5VACC9Vx7P5TrEp2pgG2BrDyd4ujVzNU/e+UarH/uHcZEGuvJzuXz3tzMH6uz1VFgIlERGwLm3py7zCN1SFgzHjTx24GCrsigic5DIDV1WPJjy2zJF4ffA6vsf71itNcPGyyH8OYWHQnnpuTAmCn5fjEuOJfvp/HXlqidi5lBjk/k3jZb/3hD7Du/dd5yY+A1TX3+kzmVQNJyAGwatUuDjQ5SPfJ2rNIhJPJqmk0nLLFnwEHg6gwsKq2I0TEqiRYRLCQyTnBPrbj8rPDwCoT/vGMuUITAF0LrHKBJ+BGBqBE650hA02uaB5UpfmPbSXG8Oh2kZPbrgGrDLC4kVI7kq+jzhQDI9L/04kAQUAmIhNTMyIiAGZ6fm5BdFIATLRz6SQyiZiYthWzeUee4Gysj1q7g0qLzJAIislAiWyLQasHVhFVGyYnfj5IClglK6jaahqwGmOSaQuM8hUH7jB59UAr2ZoEdc8ErJIFzOSTDfYGhJOQSFZkG3P1jlr48kFUwKqvgBIYoJkPGVd0hty5J4PnXb8bteoiEmwE7tfQbraQiKZx/EgD9958Anffb9eVZmTZpJnuEBhfrHeUdE3mksgm49JY5XMCVtmemqBMQkIMQG5MfYHeNIqiVmlXAAQ1VrNxAqst6bbV2j0Bq9PZIbA6FwJW58LAqotGw1V8MRccy4DXlsCqBR8WjLYJrNYcsJpOiInETYnmZKzWrU3WJAzPrZt6o2S2thmokv1L4NvaWVTlJrgRmMnM9wNWtdg7kx5+7icOky9xdg9prN7wPgPn4jQt6+PY4lGUW4uo9Zqo13ooTqRwsFbDZ+48hlv2nUC3Y2Ml0k+gFzGt30I2j2iPWmgAW3EJxJBsSNMpmeFkkmIgNUpVBRvFkTxtiMQgbdephdZELptDi2ZqTVaDaUBjzFdebysUmC4vAVYDXQxEcTXyELDKdSaOGPU6mNQQgO1Drct8rwEpLQMefCTp4hmZtcTY5kyTN56lLWTWUmjBV5J6ulynegTELD81kIfmGX3EqUPGMdqPIROJYCIJNCNp6bJVWk3M9DPIZRO4YHoMT7/sOiy2ajjWWlCh6PwgjgumRpFOxdFeLqNdrqJbbaBfbyNOSRW21osXayZ4aqL08YW5an2PwNUG2SpgyDFvedxcC7ts4U0kUY9SY5WgasK0SrW+SSxCrEsCq9FWCdFOBbEu9fXi4AxVuz8NTKQNaoE9x77mg2uLnGkycF7LpPJUfxdk901jdS2IRaaSaT9yfLlqvJNl8JV4JjwK+hy7nI5pQ5djC0oNtAwdmxJg33nB5IPFBB7nUKJADNszBGzWbqVQ2JKJEBMwKhKSOURbi7XprxprgIFpH+1IAp2ggHaigA6Nu5QIOXdUrgssmAHIf/Zfz26C8z3qjnB6u46hqSKoM5XzAOVqYJV7Ehlg1qLb7tDkikmOY8CE7p/VI2wtU7HHAase8LY5yzll4KaNB66plhwaU5Xzy8AZjjPpFDrdLd0vp3caJLieGMDmEwElKbyyvh0rQSja5iT3NX4Xv5egKd9DUJXfFyTTqFUr+p1F2Fwmq7W3RvmNWk3AkbR5nb4rQVW/HoVvggd+/XOrQLkoC8NRTOdS2LlhAhO5JNIBPZkswaBW5Yljx3DhxVfg8c95JZLpPOodMzrxY5//8rVk1X5n782oNZaRzVA6JSWgksDq1Mw2Z9wljR8dipJnFt60itl941an+9Oj0RyTvqps3yy5CNDvsXjIRaGMXKyLdCaFamUF+++4A939d6nbgN0W0pVvcN4TmO5LOiKTz+nesTBsybtVdtV1wH1OOr42Z9lFIn1nttMmoijXmkiPb8TFT/opjG3e4cwTDTS368mk3MD8taCmFWJWr3vrPbd24oTB1cH1Co9rB6DbZ7nCyjoMu7XfPQCAQhp9vqjBa5/N5rC0UsK3b78NjxzYrzU5mUpKr/jDf/D7Zz2/FZ9kN6y6NsNjWh9cskRbZ+1AmRC7jyi3T/9dMjsEtYZSGH4Oaqxy/fRsPlsG3V5Dg08WU63bRMXjaAKdTgY/9ZxfwMf+7je1v7Bw1I1S8sRgf/7/0lwEN934AO564AhasQn81v+4HLFeB2lWw/qUAunjP/75Drz4pb+FudoJdc+5VpJBezxjCN8+67VEDbxp4Xfe+3Z866s34qk//nScf/nlktfxwKrCgVUBoWGO3WhMhQd20LFgQGB163gBVB8g2Erz1JVaGZMjI5bn6Hw4tyw4r7aBr972kDTW/R7hdU31nSFdv8FAEMiyBgi1Kp5r4w8NmUHH3JChtt64t/0wBKLainlGYFUu6SLPdAxYjWdww/v/GBfu2YzLHnXZ/zdgNTy/V80rx6r0fx+Mx+G0HKwBg7+FsJVVn+U03TWv+0ClUrH4TfsXC559pNIFlBZLuPv2W9Aoz6Pd7iGWSMqojQxWFv9UKE6YbJWPb2R4RH3+ZBYbN+7E1OQ4lpaWBKzyNW/6tV87p/n9rre+DulMUjqrEa7bgy5Rb59lnTUcU4Min98DHPPeA9EM0rQXDOIyx4D1sgJCaD2YZZ/J1/NyiqXpwGxes1qljsuveBw2bt2N+QWeZ1lv3bptGwqFogGJWhdcXOcLvCJU+UthUZXoCNprnQ+AGlkZsMawuFjCzbfcgn/6wj/j5ImTmNkwhUddcjGuueqxOG/XdrRqKzi1MKe9b2rDLL699y780stegfJKDYVMDhP5HDZtGMOWjdPqxFlaWsGGnVvx229+A4J0Ql2c7As6dGwOv/OGt+Izn/k8xnI5FNNJaSUz16Y8WiKVxhvf9Lv4pZe/HN1eA9Ho+mQWRW8EVrttdUh1mg1UyyX0aM6rk6XJdh/J3AgKE1O23FI2yoIpx563CxTpOYzCeWAYCMs/uOvqwuDhwHJFEUkZDIkJ2uOdDJiP0cxgyhtNmc6q4mf+K7k1+pWQRDV8zuut0lxYxQUvy0aAlYCrmLUOsB201RuonqZeu4vfOE4Zh5GxKs3WkA48iV7UvreY2saiLpsr2mjunqFwcqandcl0rdx19Z+rvMaTAVbLAKiYRfkF3q9WC+lMBlNTU5KvIoGGx27AqhERGGO++Nffe05z/If1TT8CVtfcWQ+s/tKeEQNCXRLkWasOg9Niy2o7B7tnrLYYSKnVlH6vtmkTAOT/mHR7d2ZjrBqYZ8CqVQY9sEqgMc22Q6vnSMOyRr20fhSTmZh0OAk0Eljttdtis7aEXZLZxu8yYJUTxDRWY2I7khXJihEDHg+sZqVhakY7ZKyaWZax4JhskGlLYJULM82MyB6TKYmAVZdUus2a4J93xCNgS8CQLfeVtlWlCKym4mRsGrBKggCBVX5Hq9sRYKnWVeppkrFK8yoPrNJMp0UJATIYqevhEym7gby2YgTb6qvzqNbPDKySsSrdPbKkJO8QEbDabHdwstpGPpVAjsCqCvDmpC4H1UhXwHaz08Y1T5nG458yhdJKCUmCM/06GrUG0okMVpaBvTcewG13tFYDq5G+tHiXmj10WwRWA+RSCRl6naq30XQsLTI1Ce4SP5bLtK5tBFUyKdpsG4hgLE9gNYJyvTkAVqcErNJUqi2TgrlyC6PJhNg+Jys1Je+mregCTBdY2CpuzF1f+aOshAIotzE1exGUaqaxWqQUAFvBnBGNB1bDraQeTNBmQu1esq4dy9kbCnG9l3ZhMtCGtlzroEUzN4IKYcaqcy7l1sLNWTqzsTg+eeTcgNXuDX+ke8r7XmvUMVeaR6VXw8n6MsaTBUTzaXxp/yF87a6jOHmK+nnU++2gWu2i3Oghmswgm0oh1m2gH8TUisuqMI8rk83ZbkZwfKSIfqeP5cUlMaSLxQLKFeoORbR5BfFA76XujljsbOZ2Bg8eUPX/EhgdAKsuwODm5jM6Mlx5TayAThaLrV80Z+NnkpFmgIj97gN2n5DH2VbL2RMjw8xMA/jxtVodTZoJOU1WAyygxIpzg8C0Pk1AVhTFWFyMaJpqVXstJUgbghRmEcGLn/BE7Nq+DffPH0GtXcdsNouJZAxjhQSCTgu9pTJa5SqiLHzI9M4SAZ2bglBTPl2dRLtEehXQ4MFKF8mGWrPkeurahaS3SgZALIVWLKEkkkZxZNvICRJ80OwAACAASURBVNmBgwK6GSB2Koi2V5TsMt0k3K7CmYJ2A60Nt3Y99S44J2N1eMy8yo61omXMR9sOeHXAut+aBiwIvdS1T3jCA7sdjFvsHKA9MOsNuyxEG7TRCUSxouCqCjePk4Up3VQuCgaam/7raobNYMt05lj2u0vwHVuAbCxj4lIewP41cyAXRBPgjATStu3JvIoKtQaCy+CL385rToD102cvBZDNBKvaB8ni1I6soNiYAjY3TAZA+lKOGSXJGxZK29beZYZPVhi1VMhYVGbWZvc1DKzydwNs40gmyfZOaJ0ZzDfXasZ13QMzzVZLhQ8ex/D9dmw9yRCtBgQUd0QMqCRjgO/xBlQqMIqtThkNSpZYIsACC4+fxiKdVlPH5l/DO0NgtVZvWJHMwTTG7vW6ZcMxHAbx1gPZWEDNJ2KYLmYwko4jm44hn81qvzh8fB61UgmPufIaXPO8VyFXHEedc8sxTm2IGLBardew985bsVKaR4ZsnVhKLInJ6UlMz+7Q/bPrOgRX1enjmS+SDDE5Deoip5IEACrodVfQaDbRbLLI59aWfl3rViLIKKk6cv8DaO+7HbEgkFYwDRo77Z5NDfpYtHsCXXkfmXDIFNAxfC2mI+OZ61dUxcW+CuJk7zDx7qPciWLyvMux67HXIUuZGHfOWkrVdWTa+4N1YN0C0jCA/X7AqjGvhmxNf9/CLDdL8N1nah1YXQw6E6Dqx7YgNfd+D6ySiUtzrk//w2fw+S98AbUWdWwDMzzsdrG0cGR4EmfxUyI7PZhTq6/RalbTYK9Thc27ZLvXEIDRwXt3b89c9MU4i5U5vsj09vOcbZHhIpi/9rw+HTLXVGDj7kBwMSb5mVY9gRe88Ffwlx/9ZcW6ccqIRKl5HRewxStdWWrgXz63Fw8cmMN9363g11/9dFxz1QiiEUqrkGwRx5c+++948Ut/B+XuitNW1YZmx6Ml1pjnfh55pn4i3sfbPvgH+Mrn/gVXPf5aXP74x6NHDRm53Q73oHBhT4zVaFxrMbXkWfx9zPkbsW1ixAoWABbrdX4jCukMOs0uciwqcx/h2O13Ue9G8dXbH8JSXerfxs4LA0yKryWEPDhmv0/Yc8N9Y7jXrBkoDldR8c4VVAZ7jduetP+E5EvsPIfAqr0s3OZswKpUZHttpBJZfOgD78OunRtwxeVXrAJWvS709xq+w+v6/Rmr+pyQ4dIQ5B/qXxrB0kC/weP7AKt+cpK9aExg65xkF1wymUOj0sDD996JVu0UWpRLS2ZQGJ1ANJ5CNE7Fc8Y4zCuHHQJ+3Y4HGUzPbMH09CQWFuZlisg588Zf/dWzmNXDl773nW9CNptCLp+WyR9zNeYoPrRSLBtin4upSs1Xx0xdtdaJjDA0AfOvUVw5kD9xDFgP4DofA+6bzC1tPY6qC2xqehZf/bcbBUaeODmHdDqFZz/7Z/Arr3gVcrmcsSUJLnasM9IXPwbrlIu/LG4b3jTvwj53ch4fvuHD+Nu//lssnzqFBLpi7sajKew8byte+epfxlOf9hQcPnZM+cPMxk247a578Kuv/nWB47u3bsIl5+/CxokRnL9jM8YLOfSiAU41WnjuS65HZiSLTrOGWJDDF77wFbzqNa/VnrdpvIDzt8xgspCRB0QkSOKWO+7G4657Ct71R+9XLBiNmJzQ2odNJ5Ot4g7cbjZQKa8gQr8EMXIZV0ekKZ4bndD6wPM3Ivma+MaZfXimqbXR+InsfwyV/ENdQorRHEPVCkrDwrd/3heoja3qAFSyTwmoyoTUAFYZU3Hfd4CrmVcxDghJAbAYTilDFaHt8/z3cJzRX0UmpY4swziPXQ6S1AjpmarTiK/zpb8QC16qsRzXkghb59qfqZbo8pz13sOuS37/4JqYO7cR+pxUH2NKdmiMT0woFqCR8NLSogNWe5K8S6WSeNGvvfuc5vgP65t+BKyuubPfC1jVS10+SjaMB1Y51sXIo9K72pjNlV2MVSZUfb6WzBS2RquZ1RYSAavRAbBKAFPtpHRrThhTjQ+2CBFUJCN2Ik3tP+omtpHPJKVJWm20BKxyQpIhS9aZr5Zx48ylE3KNlrapVAiMachAgzqtNGVoEXRh2wMNkmgS5UT1B8CqEsWoAiwDVmmkQlaIlxUg+kENFaPaEyzkZxNYLbds8ygwkYsD9U4XpQaFjyMYkf4p2/MJWDIJ58bopAAAmUaQvUuXcorjkymSXAdYZcDGzc8YrNaWTGC1RqOMRAKphANRqUnXMc3aIWOV2m+WjDGZPl5pyTQrG8QQmBWMo8ZyY2ii3Y0iluzg6T+zDTsuSKG8XEcmyTa+qgJLgmW9Xhr337If//KVsj6BFcAsWwJiEVSaPSw1qBnZxQSB1WRcYDaB1YaLc9lKScYqnbrVmk9gFaZP26ATXzSCcW5+iQiqtRYWKfXQ7mIySykAAqsElXtYqBJYpZNyGifKVZm2EFglIKthGGbzUbze1ba4uCZ5zYh+c2Mi66kLMXV5nQupmD7DM1a5GXmW1hC0M+1dPk+GM4FV6dzJgGoIEKllNWntRmcCVtlyQTMlhlJMVpWwxmL4h6Om23U2DzJWOzf8oVr1WWUslRbRjLQw1yjj8PJJ7JzdjMPtFv7ipjtxz0Pz0qEsjGVw3nQUnUYbNz9UQSKVQzYZQaMbAeXw2DpYrzdlipErZDXeyWSl02oun5fBz8rSkiQ1GEnUqjW13zPBJHuM7/fFkGGSxvFsUgBM5BjocsP3bEiecxhY9ckcA0wxCJ3kh60jjsWqoNMcQMPAmmqh0ah0hxk4MBCiGVwikRTIWm/VZTojMx8lKEAmkdSc7jTKYpwnM0mtZehTT3YSnfISxRyR6vYwk0/hZ3fswRPP341KroXllUWMI8BkgsxCguMtdFn5Jx2WixkFg6mzpGA4prZe43q5tgAfWzmg0N//YeK/mtmyygVYh+/ciVmEosxBNIUuEwfq90oKwFgE0mbkWGPbJivxHR5jScBqVPZVQ/aGlyZxSLCOVltGJDKQApBm6UAJ2reJeZQ0BGKEAyLpo62jLyfqt7uPA9DSBaBk2Xjw3NtPDzYwS6bsWrmklj9xryI7U0iUp8WwVTSUrZ1hotGIRACs/05OBBfU+u4J7XYKDCXshH4/hl4i54BVJ10glq88ap1uaw+RT/3b2UxvvTbnjBJ9vLlWCsAKDGzTH2qWSiOYRmTcC5xcjCR6BEgO2zM1txlsSyd8yECVFq8YzFEE0kO1tvzAyQAMjOUc0OkTPwbaYVDVM1V9karZaA20T7lGejAVzqxOYE7HNJTtnMxkwEsc8DklhDTkqjeciV0UCRY6k2ww5qyKoN5ooFqtap3mGkFAlWuOT1QG18CBlmGQbS3gJs3mIIaRbAIZMliDCKYmxpVsLZwq6W+7L3wULn3GS5Af34B6kwW7IWOV+wrPnwXku++9DXPzh5FKpxDE0mLhj09OYmbTTgHDApFcm6DYPyGGhyKafkvxGLqnEEMd8VgPQdzWyFK1hnKpikq1hHqjhCQSAnpHx8axfPgoTt3xde0znIFc46wlJopesyOAlaC2zAF94kcGGI3aKM9ErfpECtFYAvVmE/OlmiSGism4CtmVRBobLnsCtl94GfLZ3KCQz+ssQN0Bq2cCM9eC7Wtft96k8SCIB1nFpAnJeITXUa1fITB3vft92neyME4AMtTBQn22f/nil3DDBz4EFhC4hzeaDa0F1EkvVY6f9fzmG84MrNrHnXZ9Bgx7/nXIcLY4KCTzEWIKmu75sJDn1w0lng7UCYOqAl6d3AeXv16XzHMvDZHEr7zyN3HDH79AUjo8/26EgJGNLxYMe60I5g/2JZ/1xX+/B5FoFr/08t0yt2JewO/83N9/Fi9/5ZtRizRU6FefkQMMdSx9K876a8BbyPUhn0/inR96H774qc/jkssejWt+7MfQrrfVVeNZo/66+PeLnhFNSDORTqTc7x69m8BqVqBxtx/DyXIDla7dy3qphi2TaZnSWnzRVYfW1+7Yj/kyCwpu9wvJAHiJHiP4hQAWnZb/3bUf+9/diFmLJ5hp4+r9StdEF+N0xqrpmQ+Bzu8FrKaDHD7ywfdj65ZxXPmYK9cFVtd+9/oD+wyFSr/HhPaa8HwMxzZrayzDv63/2QIjXdGTx8h13jNWeXEYdqVSBbRqTey77y40qwv66niC8esYovEkoixCMmYOseX92Oe/fO3Uhk2YmBjHwsIcatWqgNU3nCOwesOf/L5yztExtqCzS8n2ZSM82ZWxzlDXdcN/XUfI2gLS2t/9nmiFq+Eo0vh0e7rJQHhpDOvWyucL6McC/OWf/0989jNfwMLCIhJJiwGKhRH88stejte9/vXI5nLGdpWPhMnuhe+ljxUlpuDGq2QHaPTZauN//9Vf4D1vfzta5TKefNVjcNHu85DLsO06wNe+dROSuTze/K53YXrTVtx73/1qz9730D786Yf+FEuLi7jq0RcLH1hZnsdoPo0Nk1M4fmIJVz/56XjhK34FjXYD5fKSCC2f/acv4y1veY9Moc/bOIndW6YxmU1i25atGJvcgENzS+ikCvjvv/ladWhEncb82rEtNIBFJZ1PV0zVZr0GdJsGtupaxBBLZpDIkHxihk7hx8C8KkIGv/k2SArAd0R5FrB702C+SXUhPPYdG5PAoQMw1wVVxTQlrkDw1BlQhcysrIPIpNX4M6UOJEknELajHF6mVZIIMG1WY6/aOmRxl8WYflwxTuP9ktHXoNPJCsneqNRiLmONMk/lQzHRGaip6+mn++t6xjXJ7RNhKQDGfCpMy+vG/AMErI6PKw5iLkbjqrIMmK14z86oF/3au85pD/9hfdOPgNU1d3Y9YNVQ/eEKwMWAYtoylnEutmTZyXCJRjOcRGKLsq3Ri2RbiyNjfk1/aZipXqOWCzJWpa8ac8CqS8b4rcQZPHg6njZNFCY/ZKzSMOR7A6tANk1gMuKAVSbAjrHW6yJDgWsBq56xGtHnMaGMR/sIJC8AJOX+ZlIFkgKg1iIXPY8RO002sbw61G5NCFw1YNVYL2SsZmik1elipd4WA7aYSg0Yqyyem84KWYk05QGyQaAFX8CqjEeAIBLTe+3h2jQdsBpmrNablA9oiW1rwOpQY5XAKltYqGdLIFrAqlr6ujheayMfxGU2RWDViErGWO1FqTEUR3Gyj5/8ma0YGYtJuyaXzqJD1/CO6arEoxnMPVLCJz5xApVaS+B1NhlDQGC11cMigdV2FxPZhIBvAas1Aqs0aiKj1IBVajXKbT0aE0OYrGMaRTG4oHlVlsBqvYWlFlnNBFZTmEzTaMgxVistjLO1I53EiVJVBQACqxl1UBvA4qtmhP29rqYHVi3xMuYWmbrlOpN8Mx0jsMqNryx2zhBY9QG9QFVJAbB10saMuaw6HVc3pdQyuwZYZWs6GatkEKXIJlZ7hr2f4D0LBGRnfuroOTJWP/AHiJKJ1GmhunIS/RRwsLSI+eoyJjbN4BvHj+FjX38Yc/MtTOX6GB0pYjLbwraZSXz1tuNYrHSRTUfQiCbFzuD5EVjlvWLrBKPYWJCSDmKP9zOTMeYvdTr7fWuTYvWWjvQELFsNBQ9DMXZjf8o4iBu0rqG1oXAd8Y0iBio4BjyfdRu4BSJOO21NMELWySDBdoY7YjUSlBGQPmzt5lsJAGc5ZjJZ1Fp1LFRKah8LonHk4wlsLATYNB6g3u5h/2JT4DgB65FMFOlUAZtzBTz3/Atx3Y7tWK4vodQpYxxRjHKjbtcRqVYQdcUcS+L66LctcRXJSBG0Z5MQjPQzn2vs6sB49XK+mg3gwVUGb4Ypcv0iyzeJSCwlIX+289JEjywdLUdij5Kl1jcwlRqr3YrWXUoB9NVO5eQIdFzufoTaaPlls61wM44lndbxM5QqWKsV5xNNW2WNkepbKI35Y4m7fYwDNX3iGfEFB9+uz2NzF86tZwNQ1a9vLkEXduRgbAMK1w9/DJsPJfBunFlA7NrFhC64FjgPug6S2Rj6ZKwm8gBlCDR+7Xo4FTf7/E989azjr7AUAOfIehqrXtPKt2eJPc/iZoxAJdebnoJJX0D1XbIDVoJnSjpdakvgrRgVUFc1FjXmd9IxEcSccKBsKNiXXmNo/fRzUyxapw8aTsoYyEqvUuuXY1O4YF5FGEqIhApmHqiVTnOjodayfD4vwLfVaqJWr6mjhSAxj496zGyF036gxOZ0xqo/3lVJ0aCVEsgkreNjLJNEPsE1HJiZnjC99GYPAbrYtH0XNl/7s0iOTAlo9Oft9w+Bi/0+7n9wL44cfURmZMk4gdUkRsdHsXHLLrGHfHKvYt0qcILyHD0k4x0kYpRaWUa/00SPrFMCgHGeb1ua141GHbVaGe1aS8Uy6or1yhUcvsX0fcnmp5QNH2QwsaTCBNIn3p71YsfOQiI13lsyNowmUgKu50/R8CGCiYkpTE3PIDY2gWBmO2Y2bcVYPmegk1u/jbHK5OZ0KQC75kNGYjhxMvbV+hN2kMC77/DJ2mA3OS3LHTJWPXCz9t/wuNS50wjMA+SOgUuDtD/5wAfxqU99GvEgwBWPuRKXXHQxquWq/vv0P/z1Wc9vviHImRTA2mMIGxutTiq9UeDgHcYNkj74kLfrI/2wU7sNLbdxOAYr4zxfABjEUCrExNBpG2u1L93sqKR2Wo0Av/E/fhfvfcfzTHKFcRAJF2T+UySoE0O92sc/feYW3Pqde7FYjmNqxyhe99s/g7037Uc+m8fjrp7GJ//m83j5K16HdlJWhQIx2C3hW2AJrPo5ZMl9RMDAzMw43vbBP8I/fuxT2Hbe+XjqT/8UumRrsJrkTjosBaBz4jlSjohruANWL981gx1TRR03r9uJUgOHlhqot0xTdffmHEbphG1lcHXY3Xj3YRxfbjhg1Y3fEEN1GIMamGIT2XeW+D3GgFG7p64ouAaYWQ9YtY8y5trw/R54p+FOCJAJMVq9FECfupL9NjLJPP7sQx/E7GweV195tfaUwdrjtTnXKVLoXoQ8NQcM3DWj3n/WYA0LMdYG4KHd2VVF8cHrQ+vC2gnl40U/H6oVylM5LVBKWXW7SGWKaDfa2P/gPeg02OpLFmsa+fwogiAlkEV3jkmqK8p6dh1jkxgLRbPbMTY2glMLC2jUa7rf5wqs/vM/fRpHjx6SPwTXaeZrjGmldb6qJuxZ+MZ/WQW0+v0gJM1kbNuQnMHqRcQBYMpcXDcL2YuMIUyP/cN/+lf4/Oc+j2wyoyIscxISDpjr8ta86lWvxu++5c3qXOOeqjm4ak0e3j/PDPQMc+55c3NzeNPrfhu3ffNruO4xl+O8mSlsnZ7AeCGP0dEiGrEkbr3rPmy+8FG48rqn4KGHv4u7774L373nXtx31x1oVJZx4QU70axXVUSl4fL46AT2HziOpz37eXju9S/EkWPHsbiwgFazgtv+cy/+5m/+D6ZHirjo/O1YWjiKQhDFRbvPR6E4iqPzKxjZvAOvev2bkMwVlUev9zA0w5+bxawELSPs6pOpqYl5MdaLBVkVoa0nKQRt+3XIAat+rNu4HcaGtr6tPgpb9123lVuvDdS29/o4xuuJCmgVA9UBpQ5gJahISQOBpCqgD4FVmljac/Y3snzZhUIg1Z6zHM0DqxyL1FP3BXweB70yyFjtuLjPOEYsTNj4cnSMQYebwHe3rgxM60KkDc1JT6xY/9as+yyBaOvIc91XTmuVxyxwmM9T1jGfx8T4uGPd9jA/P4/y8rKWADJWGYte/5p3nsU3//C/9EfA6pp7HAZWTXbFbUmuPVdTVG37TLgMWGXwQRYkgS9SwrmIWts/wVTGI6ZDaE7e1kpoagCrgVW9VpqmJgWgxIKbXrsvDU5qvhFYRSKlNjYaTzHBrzVNCoDHdjpjFcik4hIcJ8DHY1SLDs+j20EqiAkAJbBqrEgDYPkysjpkukX3aJliUCuUSSf1xqj1aa2QaodUec4xVp3+K6UAyAClxioT1Wwijlwyhkanh5VG22mspgQetnsG1MqIk803rFBGgSyNp6TR2UFDCxpkaBPQSEsnYUERb5MxVk1HS8xbAattsfBSvF/O4IpMW0oB8D4RWGXlnUkb2/0GwGrSXO/FWHXjgEEb30v/763nB3jST8wiFmWiXJdTMTWs2gJseURx9Etx/P3H5nHsxALSQVw6c2Tn1rvAUqMn0WsPrDbaPZyqkmVKYBVi9haTSV17sjVpXiWN1WYHTYFrEYxnUwasNtoCVglYT2TSmEwTDG2jCYAaq2MEVlPBKmA1zcBe/dzDNla2q/FkuZiKdRU3nUDqJGozicRRqhKA76OY4vWxgLwkJuVqYJVXQOZVDrShBEGjzXtK+QCnze1YeesDq/zuKNLxCJI6RgM6DHuPmKlMLIZPnyNjtU8pACZA3SY61UV0Em08vLyAWrOBzmwU//jAUXzpG8fQbcaweSKPfMoCp0dfch6OHW7gnn3H0Yl30FOwx2A/inqDV7yPIBUYayyWVGKdyGbQcrpDaSblUaBaqqDjJ620E1kZ7Tjnags1KCgiXU6x2wkuOzdytS/6YOF0YNUACs5kA1C50et+2MC04oVrf9IG6rUIuW6p5VkvsgRZTETeR2OK+2CDsgDFeBITmSQSQRdLzRbmGx2tg6lYHxOZADumJrFhwxZcs203HpstIIcG2t0G2o0+Emw969cRqayg26hZ4Ol0VsR+5DyQYZwzgBITyII1I6cN9fJ8crx6KXcJ2KAErsXC1gr11djPNAeIRD2waixNSprQsMM6C3j5zSwLbKduVxERsMoVhuxjqeXZ8Vjapk4Fza1QME1g1R48+BCwOjggM+47LVoUfuor9uGWSAes8vh1IsYU8KBCj62YvqXIs08HwalLVAXu+mDU2vt0ygQ3ZfIiJyvHYF19dfU6p93kW3598GvsILauumDYMY/8XqlrpzFJzYks+vGcAAjT5ZNJ+wBY1VX9+NmbV60FVo0JYPpbXsfUA6uqzFM/1+11HOt6nfZKmxPeUdbO2xyRfU+ifnf7ENdQGVax8BqNqU2KRna8tE0mOc6cwreWiQXhADoP0nlmhbEZTKPRP3y7mApe3LMcsBoGdtTO5TpJ+Hr/eXwPTfkoFTBaLGptn5s/Ib09xAKxVPl6Bv6UBeCaru6PswBWLV7qIhnEVbybzKcxkUkh0WthanwEkyM59Kif1qhjZvsuTF/zXERyY5BUpLu2ArocY5X7077v3otH9j+gy51MZCQFUBwtYtPWXSr2WD5l98iWCwOCuTdTmzKb7gpc5e88OjJYmDhJL7rX1vmyGNzuNdFv9bBUqWOxtAxUSig9eC9q5Ypkg7RGdynvRDMxqisbo1NxIK+RmI0ENuOKs8rNFhaWK9oDYjR5IFszP4ax7bsxvmmzWGC9WAozM7MoFoyxqg4RBwb47ht/74esNI7B9dh3fl1fH1j1oDs/zyf0AoecOZkfQ/5fC3xWMzvDx7DezwbGO91gavirLRZ4z7vfg6/961e1l3z0o3+On/u5n1URmon/9IbR0xeXH+CZZH5m/VdpYVqTdXsCwECJ1OaxnYPEutya7fYcp32nsegZZQP2mjNNdSCfrZsuHRbgY8ANQXHGKmpPjsbRrCfwxje/C2974zNsH2McQ8ap08NebgDfub2C//i3O/EPn/wSji+U8KLnX4Y/ft/LcPu39qHbzeIJT9mEv/rwJ/Cbr30zugF3G7JT1TfmCuTcR4YtppoPDljduXML3vqBP8An/+ZjmJzZiJ983vPoJqOYymv3rdVYlSY+u2YIjMTjOubLztuAndNjGv/cBU812jhe76LBFh1EkY/3MJWJoZiKSX6jG4nhG/ccw9ElahsPOLEWu4fMq/z89wVF/c7oRHIa3qjWFxSG6E64ocLrqA7GsJtLtkdS439tQcJpl/vxEgZWte8SGKNGZAfZVEHA6obpLK656pr/b8Dq6sLIMN+Unum6jPFzAVY9OG1rYK1iGtN2Q6LqQkokcyo6HXzoPtQr8wIweYtWlssqFAwlfUwr17Pt+K8Y0ROzeOyTfxKzszNYOHkS1VpF69nrX/OaH2A2n/6SI0f24Stf+RcrHDgWvzfJ9WukQFT7xTUK+bnnc3djt0qqRWadThtWwKrXUrXv9p9jhAaufbYWe71idv0dPnwY73rH7yGdSGJydFRzQKSTVhvxdFZ5Guf9m976VjzxyU8ODWUvv+XnqYs/e4z7LV70BWAyAt/25jdg39134CmPuwIbcylQ4m12cgIjxQIi2TwePn4KlXgal119HQ4dO4p77roLj9x/NxZOHEFteR7bZzdgpJDHSHEUp+ZOIZVIYmrjJoxt2Yodl16GucUVzJ1YQHXpFO65827cfsstKKTT2LptFidPHkG3WcPU6AjSQRr7Dx/Hc1/0MrzwN34b/UhikHOvvWM9Sp4M+E6cOwQs2+h1qsphtUcrpgqQSGbF5B9WdMK8YdN9DsuFGKgajqHXGVKDNd+DsC4iD8UWPhbS2HfdtQMpAJfndnsESNl9ONRclb+FA1gHbFXXeaQYjj4ofJ/Tb2W+7MFyYgsZkm1cfMPv5j1mXCHA1BUJGFOwaCzzcXYFk4QTIzZh/gPDQvvqsa0xGpYwWefSDNZ3nwPxS72hlyOPGGHAxqK/JolkgNHRUWRzWSMFdlo4fvw4FucXlJ/JUDQI8IJXv+Oc5vgP65t+BKyuubMeWH3pBdRYdVT+gZaaLdAEJjj4zS2diSAp030ZD/XIcnFVCjJWqUcTCMi0FobBQ8YXBmoQMJNbL0FVtvITyCSoJYZrX4F5vUWToB7ySbYZBgJC08lAGClNFPgaztEgQSkA05mRNieNkKgDRsFytiozAXAbBgGzdDwmxioXBrauxeIBSnyd3OnJUO2LwROQfcOKioBEyh44INl7qTCpIKuOAG+vJ2ZKPm1JXalB4JfATFTapQRkeSy9eBQj6YwYlPx+Vk0JGkbEUFSdldgXcwAAIABJREFUX238SbYud5tKgNhWxOvDNks5LvpA2TlK++5Whg/1RhulVkesIRppEbDmQsWWchp0xaI0nzEAnIwUNpoLWK239Xq26AesJAmEJKOV15TgVx9XXDOCy64sCvQma46M3l6PLQ9uo+zFELSBb3xjGd+8cRnpbEyGVPxGGhiRsdpqdTCejUssvNZsYaneUbs97xk7qXiteN1pMqZKF6JitjZ0kYGJQlqsWjFWG13Uul2ZYU0xm6S2VS+ChXIdYxmyplI4tlITozoZ7Qiw9NQ/c/e04FrAp6uQiaHs9IFsQ4pipU5glUZkZJOafnCZialLpsKMFplXqbU3KkdlVnUdtKWEzdym2fLJttS4qn3LdTpsM6ZxwCrZ0sR3enQuNcYXj5tSAESwzxVY7X3gfYgGfXRaFbGYWuk47l04gZOVU6hPJfGle47imzcdQyoRxcaxOLKxJObKbVxw8Qi2b9mGW7/5CA7PzaNBTb6OscAJKjY7fcRTaeQJXARZrKyUJNdB7cpkKo5mq4pcKisjCsoBtOoNS4qka8iWXGvBkArmgPXogkMGKqzx0uiHYI5jr3JDH+QFIdaY7o4YvgxymLSTQ+LaqJR8GiPUzOf6YnAx2ZVEhmOueiZLKk7GLJ2xacxBzciYwIhul0UYjk9rd4yjialUH3tmJ/HE3Zdi68bzMDuawlg/h4DgVd+YuiiXEakuod+qquKrlnq2hvd4fEMNtuGK6bVkQ0uoZ6L4gxwuri5MdqD0IOiwoFYsMFZqNau4yNOtmjpexlIwxoP9PEg+yBbtUpi/hn6rbtpQA+On4THZ+Oca66o97k+zxNwN0TWGq3sMC3cGlvj3D/6uaMwzbTxYOgRYw4VqBrKDuDYEHg+CV3+9woyDwc9kr4eSVdfyrPMf4DQ+uPVMYGf+sqqbw4PXPACvh2vgtCQBaM3n2AS6DjEavGXQH7ifO6DDMy65xv/92UsBFLIECodt+p61yaNiQYvzjW2N3lTAkpuh2dFgbSSe7pJ/FSicuYSSLf1sF8eDeooLpH0aQ5p7W8r0T32QzlNnwEyWKh8D+RSXoHl9Lp84WoDhjssZYvl2sabmvbveLrEUA4FtwyqiGFDvQYYgmUQ+n9XxkK3K72byW6mUNfZT1DTp9dGOWddKj50m1A5zQLJnAvnPC+tphxNdiuqweFRMB5gsZLGhmFOiVsykMDNWQKfBpCWKC57yLIxfeDV6bYLeFqtouA8Aq6hc5A8cfAQPPHin1lAWrGjmxfV109YdyOdGjXWuOWvrGGMNtvznUz0UMixoU4KGUgBsuzZZFb2u1TId12oNyyvUwDZQcHFpGbVaVXFPc6mEA3fdA9SrmvNNXttIoGI1YzRqK3OZ9sx5FWoiBLz7MiWtNanJXVchOt1rIb15D0bPu5RaFU6AIYbNGzejIGA1xKJyRU+TlvJGHkPDKhUmNDdNq1/nws4c6eomBIwTODamjBXpaVa2sLiIO+64Aw88+ACymSx2n78bu86/ABumN5hhBWdtq416reYYW84V27HELEaIIN41PXbTRfasT+rZujHnHIdHCiOolep45zvfgW9/+2ZkR0fwj5/5NJ70+McbU4YrggOTzzbJCgobDfsN4ahawgZSL65LYICxmjGftPLXPHjPhnuo/VEFSl/iCc0z+yMvv2kueoDWCpoGANo6z3tjGo68WK1OHm9/5zvwut98BmKuutztU/uYjKQoji338OVvzGG5EkO1dAqtUh2XntfHM5/1GDx033GkEgWcd0Eef/yHf4W3vOP30U9am6pVuKyYYEZpXWk6m2a0A3C6bVx25aV43dvfgk/+3SeQDDL4by95MeqUGeG5D2afdSsM1z/uZdRY7Spv4H+X7NiAPTPjYoPz/tX6fRxdLKPS6mNyYgTdRlNaxOOFLEbo0NWL4Jb7T+KBUhuFSF1xSLOfQIKkBhZBVHQ23wJqzVsMam3fhG4LNH2VbEdTshrMW6Jd0zBXqVWSLG7fDRUc/C3WPRGRxPIxgjxK43itOH/Yqhx6aE3VoHKMLumEd5HPZPBXH/0ztWQ/6dqrkKCMCtd2PyA8O3L4xaHIJAzyDEFOazcJFVT9Hhw2qlmjpeqg1zNOF4HHa4Y4u4B8gZ7/2vrgNFbZhUjpp1RButHHD+zD8qkjIgZ0GjV8++ZvSWuSn2EK9K7rUV9i63an3cfszj346Rf/CqanNmBu7gQq1RWtP69/1avPdmrr9X/9vz6CQ/sPYPfO7SrEikzh/QEGca5BRv4e21psOYefh9qfGU+vMbCy6+4kpgaF8SHjldk5z5t7BnPPXDaD+++9Dx//y7/EpplpMUinx0cxMVJENp1FtlhAMpPDwnIVhQ2b8PyXvRzdKDsqrHPPNjevv+niWYJziuU7A4ke5kM3/MF7cOuNX8OVj74c1ZUlpNDHzi1bUMxmcPjkKTTjAYqbtuHapz1dDNdbvnmT4tKxQga33/INRFp1TI+OYGZ6Coun2LpdwoUXX4rNu/dgesd5OLywiMVSBaWTx3D04H4cOfAIot0WxseKKBSyiETjKC3MYeuGWbQiAS594tPwlGc/TwXY00tWdmqMPVQcdvEd85JarYJOgyZmVtJQbhcNUCyMyRhtkL+v+VDm2GabO4wK3LI7AGN9DK4yvOYqu174mWYCK0oCyRmM24XosiBuRrAm7xI1eToXI3ngkl08XWqtSmfVJAI8mNpuOfCUz3f5GoKv1OdnoZaFV+vulCGWy2+TQYAc9/uB9w0NoFZQW1xELBFDs01Jl75k4bI0RG41UZ87gm5jCf14Av30KJLFCaQyWXWc+mJg+JK5Lec0cytddSfd5iehv6bEhLyJl4x8PbCq1JCYVhvZXF76qhZLk6/VwJEDB7Byak6FasoEEFj9xVe9/Zzm+A/rm34ErK65s2FglS3PPljyCYycLum865yfOX8ZXLBLjOY+3Lw5yAVORC1ZI9OLiaXpuQxbWcQEiXCyh4BVAaPUWqUsgAGrDOYbbWqT9sAu73SQVOtcKggEQtZqDemvEiA5DVhlG3JA3iXbyJvodPmdBhowWCBwRHYsdVOaNGMIklipNcVwJbtSemQEVUVnpyg98xNqrHaVwGhbci2OHliV9kYijkKaYGMfpXoLbPMn25VgIQHcar0pZljGaZmyVYk6k2QAqv2dWnIROiobw6bdMdMmfg4BaxrrkFhlfCJzO5FEoLufHlhdCQGrPPZonBXGHmota7NLsYrJYEHaQRCweqLRkasxmby8cmrmYtVf2qBdBCng2h/bgJ3np1Gp876SycukrCXnXy60kV4MyU4PBw7H8fnPHhDgnAnYQphAJ9LGqXpXm/VYOobRXEqs02Xqp3btnvNYpfHKtk6x9CIytuLx1aVjCUzkUwJ/w8AqGbBT6ZQBq/0oFqsNAatkzBxfrIlBkYq2BdwOQZ1QFOZcwOW95IBVu79scYig3GgrQKGGFtv0eQ3JzPFSAOFEQwLxrr2R91yu9C4I5aIuXS+1Cw6lABarNLgyJi2fp8kWGat8I6UOvAYsCxEcb+cKrHY/+H7EUhF0m1UF1t1cCntPHsLdxx5GYqaAr95xGLfduSyAffPGLGrtFpYrLWzbPo3HX/1oPHjXPtx6+31o9lMDxUyC413EkM4XkMnlFIKy0EKDuWpl2VqCWcQgJkxH9HYbtQqrlmQbOnakWmA8UGAgkyFbXDeY3JiWmbHmqPPJBGqtftMgL1LCIkM5tVAZsGrBJB+WlFubCdue6ZRmzEXJDTj9Kh8Q+hYqHoNYCgS6CaIQpGFBut/F9EgGs+konnjpHjxhx0XI5EaRjkVRjOSRRgvoVYF6Gf2VZfQpbM+WcaeLpoBIQZFrax84A1sSG2ZvDJftcHgRZnJ4RqsHNBXV2ujre2CVoZsBq5F4SuC4b6MdBC8eBFT7OnVf6+i32do0lCTQZ4ZASX2Tk9nwf5tthhgjqxhOw7k3ZK4Mz8mbfQz3DUv1B63Aw1tvz/kkchVjy3+eS/rXHOsgD3T70+qszJXT7cK5a+hbJx0Iug7rSHIOYmU5RvXAXGsYeCuojqWcDAO1XE2/0jOQrc21f07AajGXHICmXiPRWsuhAg9Z0SzmeFMBD6zarFi979PJ3bNWhmvm6kzAs3UJrBqIZaZS/HcgHeD0tDzTJwzIyOjItf4PmXR2Z7TPEXRTi//w2DqOweFfr7XAJdDUheWxmuEd9czjKBQKAlxU0Oqx4EhAk6Z2DcmspNXu2UO1w32opzmtVjnGOA50C5//mYBVdoGwS6SYTarrY6qQQbRH3fIAm8dH0e9GML71Yux+0jPQShXQqXENcUCWdwd2c4qt44cOH8Q9994uZ+hEEEMinlR72qYt21EYmRBYbwmdWoZom4FUooN8wK4YGvYZW4YdOrVqRdeDhkpkSxJgmJiYwMoKXXrbuk7UQNM8ivTBROrgXfdgcf8BfTbNI2l8THO0fCalrg7GSQSLmIwaK4ddPZwUMRV3Kw1zaY80KhjddQmyOy9CI06XbdM33Ty7EcVCUXIvQ0YVmfMRjVMfg/q1xNg2bi3jd8djSKaSWusPHj6IAwcP4LLLLgO1TXl+9Tr19Cq47867ceM3bsTevXvRJHAq/bY4Lrn8Ujz6iiswWhzB7Ows9uzZg3QyJXBVMhUdA2iVPDsmsSWJDszzbdCO3a19XZ1DfYwURnHy6Bx+753vwN333oXt5+/Cpz/1STxqzx4tJ4x/w+ZZZ5NopYqrGau8Vlp7Q2NIjEhvZqTL5hNT+yabt1x3qEvsARkHXakbbViWOn3/sfeufd4KZ75Ax73GwNd2K4WPfPRDeOmLr1VrPWNXA9YIrsRweLGFr992EtniBMYKcUQ6XVyyPY5CJoITx5aQQBozGzP4vTe/F7///j9DLzk003InYy2lBDxZTNW+b3Jk3XYT1zz1Wvzqa38bn/rkp4BOFC/4778sszrG2WFgVUDFYI+QbZCAYA+sXrh9GhfPTCjeJkmVUl+HTiziVKmFjTNT2DiaEFOba9qmkYwK599+eF6da1fumtZ977AooeSpj35AsgOwuFhDpVpFPE6hkL4KHNQn3LlpBuVKDQ8+cgSVGgEMV9iTTJa/jxYfRKlrvB5bmYUrkcP4XoKENpY1Oig7FnqsD6z2kM+k8dd/+edIxeN4ypOuQiIIrDC9zn4eZqG6I3Qs8/C4c1/q5ko4juD715sXw8LrmeCt4T4dPgYBq+7B57n26fxdfZ2UB0oBdFs9nDj0CJYXDiOqGLWBW2++CVNTE0inA+U3KoSSzaq0yzw9aMY2Or0RV177ExgdmcDCqZOoVkvas9746nNjrP7pR96Hg498F+fv3qkYUd4Bik1Dmuf+EuriEbRz0nCquAxhOYJ5Vi+wNdbvo8ZidXtqqGNCIJLY0iYVwWmay2TxwAMP4NP/62+V/49kk9i+aRZTY2PaA0bGx5EIUmh1gA279uC6Zz4HkSAj4zp1GDgTJbE4Cb5Rl1Ma5syHayhVSmjVqxgpFPHZj/8d7tl7uwqJ99y1F8VMFlMjRWSSKRw9fAzxQhEbz7sAT3vms5DK5HDTt76pwv/ll1yMG7/6JRw/+IgKmakgaes3dZ5TaTzuuidj03m7cWR+EfNLy+hWl1FeXsRD996LTr0mCaepqUmMjk5g6cQx7Ny6BcXJjchv3olrn/4MFQi9NbfWz4HfPLtljQxCUFJlpWgXjZoRVxhakuBBmS1E4sikC4gn0pbrOf+AoRRWX2Gg9D7dfbSx6vYb3uqokXKkgU25nRjle0iO4PU5gla1huLoKEanpxGPdrC0cMper4KKaaLqIx1r04OnjHfY0s9OFl43AaRionr2qplUGaOTRleu/d+BqYPYLqSdmkxEkM5knQGvtdkvLi6hXW+i1qwixVZWd2zpZBq9lRWMoIuNkznMLy5j775DiBcmsHP3BWirS9Rym6FPwpDMG47P/FoR1o0O71VeF16kKWe4ZbGFASm8JoyzxifGzeeC59Ru4fjRQ6iunJJsFhmriUSAn3/FW89m6/6hf+2PgNU1t3g1Y9UWXR+oacwpuiToZACoAA6yUDywKsaqAatkOkYJTEYJhJj4tk+QfQGRgSVxESYvnPRirHKzIhNOwKpprNbbfSU7dNvNMAFqt9VuJ1fzeksGV2SWkEVBpgUXJC4QXOCSQUKBU7VpjFWTuzcqeDJOwC8hUISGC/EgidIZgFUBYDFb8GQ21TGumi14ptGm9kkCq/EYChkyVvsC4wgO87hoCkW2YbnaFDs2k4wgnbRWzFqHwU8gw6Yo2XhsKSRzl2y5Hpm7dIw31omMlcTq48JMhI/PW7VS90tSAG2sNI2xSmZuIkZGLlm1ZJKQxRIVizbg+2hQ0SczuIP5BsFwyHwrkDkA2bu23hCYHp+K4anP2IKx6ThKKy0kk7aBd3tN6UqREUWxxjQNw8oFfO5z+3HsZE2auGLlRbrGWG13MZ6KYiSX0rGeqhGAtntOEJpsVILMBCc8sMrjo5QCA6LxfFI6rLV6G4vNDmqdLsYzBFaTSpzr/QiW622MEliNBzi2VBNTNB3rgP6ew0XWA3gWnIjBSPZzEFfyLVCV1TsBqx0lgNkggrRaaaKosu3BtdWtBVaVokgM24xQfHgn8ykFPmRgRgU6MuFdqnXEDBYrRhIOQNLBOZRLYMst2Ze8V1zsP33s3DRW+x/6EyBOPeCGKpq9fIB7Fo/hrkP3YGrHLD7+H3fhjvtrGAlS2LyxiBPlZSzX2igWx3DllTvRXGli7x0P41SpYQwosr/qDTnn5pgkxxOab/lcHjGaiJ2Y03WMkGlN0CVIieVMZhQNZQSfepa5F+MfJG0GbimRlSlNoFWLwKxlu2cAVn3OKIA0bs7USo6tddAYNQZIKPATU9QySdOJ9uufvYfPmXREX4UVnwhwPiYiMeTiUWydKOC88Rye89TrsCk/jn4kiXQ0hXw/hlj9BLqNKqLNEnrlMnUtzBQjFmoNJ4fcLY4CL4XlhduAHEV+sG6HqRlDYHWVu7VYVZ7tyc/jOmzJmViq1HWNphgZmvNlCHgcJCccb0zAqBfVJvDCRM6xe9bsIQJCvHWtZbwQY1UJfjixOj0pt+XUA5e8H/5n/z7P7HPPO/aVHefwtauTSz/rKKewxkU4fOyaz34tCBdbhsfjk0T7NwRe654NP8wwP5NukL6L4we7JvUBy6sfTck4zLfdObs7h+2695+DFMBoIT0ATcOgIBNxsa7ZFeDYpIME27HNlHz59v8etdMNWFTiHhKcHRRbQ2w2SQA4xrd/7QCAcoAP/+7BMs9Q5b7sL9964K1ni4bHpsz3XADviyC2pho47AFdaScnEmIXNFtNYyZ228ilAhTIYEUPpRrBP5hMT72ulsYYNcUZLzgpgDDgy58JmNipD5NZXaN+F7l0CsVMErF2wyRrAnY5BNg4nseWXY/Clsc9F+3cKFptJl6mWe8fgznHdSWZxNGjR3DnXd9Gt9+UpA2B1XQ6i01btqE4NukMw3hHu1rLY7Eqsinqurbxf9l7zzDJzupaeFU4Vady6Nw93ZN7kqQZ5YCEIgJhwQVjMJ+xLds4YWN/+LEfTPZ14l4TPuOAA0aAwGAjRLSxsJUBoZw1Go00ebqnc3dVV87fs/Z+36rTLQmQfO8fW/U8o1FPVzj1njfsvfbaawV9DUnqmMDJ9bbbom9GwJDXSrYP/x4eHlK5Bpp48rv5/QI4d0IOCiemcfC+B9AsllGpN5AvlEUPLZtOIBGParwi+yjPJAKsNCHh2ASwvLiCerUmbGBftYaB03dg+KyzsVANgL4eZJESWE0kk6qNa+aXaKwayWHvErXzxrqQk6VKvUSenQcOPIWvf+1rmJmZxjXXXIPx8XHMzszh6NFjmJ6awvL8ghjKcH6TvcwZJ7IYBPQN0z6ZSWNychLnX3ghzjv3XPT39asMUJ3Jssr7MPlsE0jmDmDMYuw1im6o6V7iOGbTfXjqsafw4Q//KU5MHcelV1+JL37h8xjO9inT7IdsRz8q+3KTI9o14ClsaWJojxADHJkY1WxZHlaPAVANadCuMX16dzX2qpTmguQ4MqROmxt416d0hHlMdRivyNpBAu95z3tw7TVniXGJdsJrFw6BS3alreSbiMXpvsyzpgWnzG6fGqanl0SrNzMUwedu+CfcfMudaDnm3pm9116LALbmPGAsyeSfLM3Xvuk1ePtvvgNfvfEm5FeK+JXf/i0UyxU4zE/WUBx/OLC6c2IAp48RWPUJI6zS7mB2pYr55QKSbhiTIwk5V+vtNmIOdWR9uP/QLBqVKi7aPSYxd6MTkBiUi59SA1IulK58oydPo9RiSdYZ11e95ccTR05helHNYAlEM4YRAoaYDRo9arMfde9ht+gnogY9ky4WSY0ppDV1WrP/PIex2kYiFsEXPnO9nMlXXX4R2CbL+87TbW1B1jt/7P97YpPnAX5/2Fx/fkD/+YHVLii8jldojX3s/kEdbXmuLBc1WiWwyhBn7qQCq7wfzPMeeeQhnHfumejvT8uewRymRUY0CSDMVyhpEeggGMtgw/jpSCYyAqxSs5p74fvf+Vs/aik/7++v/7u/wsGn9yOTTSAYUPCM+55XVd+ufxOMdoE4Ww6261IK6OZhwTorfWRfKxGLLO5erCUdH9RoDzqolit4/LHHMHN8Sop09BEZHxnC+PCIjAFbvsULot7B5tPPwI6zz0Gj7UeDUmmMmRs0qWTnZUNd5UWjkyztBiq1CurVisTy6XgCTz76MEqFPJoEsk6dQiYRE7xh+9YtCLaAXKkCfySBeF8/mv4AVksl8R3ZsWUzDu5/Eo8/+ABiLgk2TBRaUuRN9PXhjPPPQyieRK5UEm31SKCDZCyOJx56BIcPPoNYJCIkbhpxkbE6NJBF39gEtp91Hi644jIp0lm/mS5wx7xExolnhGqP84woV1ZRKOSE6czznc9hccONJJBI9wuwKZIpHhkTvWCN+/n+QvAwsl8K4vJcbSsjX2Q71NzWdWN4bP8BfO5zX8L89DQ6VRYOgdGJzfiVt78Nu/fsRi6fk4IT74Po9Ernp56BNkbjvdDuTAVTrXQA5YO4j5IgJPmwsFit2RU7oPSadRyMV4aZS06I0oUqtcTvy9iDjNVCuYZINIJatSIkJpddpOwALJQxHE9gJBtHqVrFgWNTODq3jG279iCRTctnWHkaK+nWM/ey/BFrJPHCS09zPu1ssNqwuu1pbkTgNRAKIZ3OiJSBbq1trCwuoFZelWsWYDUUwk//6svA6po4rfPc0tpL2gT/q7zIAqu/sMNKAeguazcTwQ1bBFZVL1MSD2nnJ6NQpQAEICWwSiCPB44cBUo91wNftdNs1YEbDDdevo7rna38LEwIsOrn4dZBpaGt0CHSr8NkljSUzRikwypNEvQ9BFg1ronWVY7mTRZY9TJWBTwLaNs+N0O+ZzDoihQA9U4pYUAwkoAogyHRwjTAqmWsCvNQsB2tKEpFqk3XXT+SpNd2IGBcTeQTIMAqX1MoVdHyO8i4AVASlFjhfB2YJ2bhD4pOYyoIEcHn5t9u0OCnhVpLW1EoS8ANl9ViMdoS5oOC03pA+kQTcw2wSrdpR4FVatYymY+wci5t0AFJIJk4LdQAxwdhgzp8X5EZIAjVQrXawq69CVx05Qhc10FupYxUOiyJR6tVU3MvcTT3I0r5hdUgfnDvKh59fEnaB3mMcMPKNXjQtpB1Wfl0BdBdpnFGm/VAMn4DSPDzpZVBtTWrnAd11aLl18zGw2IIRpB4pdZCmQzYqIOBSEjZOW0f8tUmMtGgAKuicSUAGA27LGuR77wWWBU8TmQlyA7qAatkMfNe8j4zYKapFK+2ItVXT6XYJDr2XckE5AFlzT/Ubd2CSmwHUykAEfWuSDO8AqsBPWzCplOKEghcK5w/wsH0B/HVU8Yk50VsQKcK88DffkIq0gImtpqoux08uXwSxxeOIrtjAz7/H/fhif1lOL4gBrIROVhWyjUsrdSwdXcGkxt34sn9h3D05Am0mmydD6JSJ9O7g2gsKsBqoVzC4NAw3LCLqSPHxZBJOvVEloK6OxFJ8ujQ2hBHbwWqvIRCDV4ssKrgPoFV/osYZMh+0msJlrvpbSezGSDb+TjHOXasKEvbsyaAkt4JgKe6bwryknHv0Sw2AKdXa5JPJDNOQIVWE4NuGGdtGccFO7fjon2noVZsIRCKYDCSRbS6iM7CM2hWKgigQQQDPlKwDfgrTX1MQG2reLfy1ANEvSBn73Z7gVX9LtrGJ7CfeZqtq5vWN/mORmtN2DmUVAmbdnTrMGtfagAvrjmya9t1A6z2tF6fM/XMnuRlMymw2gMoeyDV+us3wKphh3YF+SUZs6ZivSRNmsxMIcSCxWuvpweqmnRBh9zTSmef762A97ILIggWuH9uMreWGLsO9JZ7aEFVD0DcbdckqE19W7bLKwtF0yaDdAidpgl8+c4Xsbr1qQRW1Vld2QV8CFhFtpR0Q2gxR84Qj7kW9x1rOCGBswTZHufedcY/dk4q6KryOV6AxgvGrgdhvIG7t/1WY4S1n2n/zb6fsEXZ2mYYNXbdC+NRirQ97Wyv2yyd7amXyHONrbr96YR0l7BbYnp+EYUa5WgYw5h2OmkXM0wRD4Cs49kDELzAEosliVgUaTIxKiX0JyJy7seo7Rp3sGXvhZi4+G2okq3cWBYA0muI4QVw2UEzNz+HRx+7D9V60QOsRjE2sRmZ7KCy8SXmURA/ElyUgnE4yM4WjVta7BxgR084JGNLcJXjz7332LFjyGTSmJgYF1kAMleZCNVrVVR57JfKeOru+7F0/JR0CyzlCyjX60glE+hPJaQIKjxrc05xf/YHQiiVq1hZyiERjSGVSKCytIrsrlFsu/hC5OouZueqMogT4+NIxJNaoLMmK9xD2BVlWMjriz3s7OF9vfvuu3HvPfdgaW4ey7kVcWGy0KVBAAAgAElEQVRmuyjZsGR2kalKDd2o62qXgUkI+d0JWulaU3kKu6s0Wg3Rrt152h5c/MpX4vzzzxNNXgFUjZOxEoh6EhV2/lmQSjpLOh0MDgzhzlvuwsc/9lEsryziZ3/5OvztX38SUZp0iJRzj1X2Yhd5LLXBbmnKRpO8T5PtrgSGLpw1b60/eWIeYUB59kSTm/IZymlU+RzvPZBd23x/7zhIIm4MxLSG1W0CBloRDPRR+1A7zsho1m4SxiDGzZ5neZt6fewCqgkJgqAovWUl5nGoVc/iEM9sLZL09n9lMnfYGSKTUYt/6unQwk9f9zN46y9ch299/Vs4cXQK73rfe7BaLCEUcAxzzA7TCwCrfspl+TA51oe9430inVFDQGLsueUiyg0CqUFs7o8pSMACFbtR4MOjxxYwV2jhkt0jIu3EDjvG/aLSKgVdawxmO9YZCxlzVTLIfA4eOzyHQ9OLKsklBAzKZNWlg03nnx8taSHutcvaUEjkvtBEpVyXoofcVZ7lArCaaeRldZoWWtljKVXQ6SAei+BLn78BjWoFr77qkucFVtfP4V56rWe39/HSU2/v+b/2E18QWDXxlCU+EFjVLg31/GA7ejiaEfWe+amjyC9PSZ5E0+P777sHl154DlLpOGodFs58JB0qG7odVNZxoIVQIo3xzecgncpiYZEaq6sSF79Uxurb3/pmbNvOroQo2uB6UI8G7Uy0q1jjp2452Ejx2L1Y9lNhNps4S/ZXfYUtQprJo6u+G8IogCaFy1YLETeC+bk53H/PvaiX1f+DTEzmxRuGh0Xea2lpQfb5WDyJka1b8crXXoNoIinSPNVGXdrOmRuqXI8aJ3Ftl2gyVamgWauKvB+l7+753ncxc/IE+rN9MkdpiLeytCQygGfs3IFoMgVfOIJANI75QlG8RPqzKZy9bx/uvuu7+Mo//TPqlYoUj2NuBPVqHRdd9kpcevVVmFlYQLlaQ6VWFePdsaERPPbgI/iXb34LfamMSMo02enpo3FRBEObtuDn3vEOjG3bLNfYLSKYTVdTCFasKxJftagNGgyiUsxjbu4UmrW6/ExtdOZHoUgcw+ObgCCrLtp9qUQIq+kiQUd3Yiv2ovebZ71IDhBYlbyFTOsYlpdX8YEP/S/c+OWbRH5ocmIY0UgU80srOO+Cs/Cu3/tdpLMZYQbXGzXtFuDeaU2aTEs/gVeJ+wikiu+F3iMFUhkbrW33t8/jPeba4RpXNquVy+og7DJnC3dN0arVmpzJ4XgWswuLePChB7F9y0bs2boR08eexcyxk+iLpYXIMTExhkK1hiNzCxjbsl2M4WxsKMUoKxsne4uR4fGeTWYU19NP+M+kxVn5GAum6lliWLkdmkR3xOi0r09Zqxyf/PISKqVVZazGYnBCDn76V14GVr078cuM1XUnoRdYJcjpNZTQyWg1VlUL1QKrrbZf9DG9UgBSZaMumLQCqB6Tznll3cl2QjCypUxIgRWCbIYlqKS6pnyJlQJgwkMQkGwQaVtjIudQt7EpbdICrIqrsbY68GDgwqNO6fMBq7yWkI9ALa1oOrLxk7FK53dqeTj+AEK8Hr8P1FjkexJYZaLF3zeYcAmzh1UaiqKy7ViZsMpODckBVKxSO5WmTNSIVVmCYrmGWiCANA2tQiGUW34cyFdxotqRw5vBVzrsw6AbRH84gCgDcG54tQYY3hG4tWTVNsfBgAtGcqwLrK7WtA0yQvMtgtw0/DDAqlS6qLMn+reWsdrAYo1ALQFnBVbZXkL9SLqDUoPoklcPY9fepGi5FFZLSKUSqNeoWVQXYJsVSgKrMfhRXK7g2aNB3HbXKWHMsEWSbYIKrDaRcX3IEFitNbBcaXSBVd5HkQIQB3g9ZHiPa9Qq1U47ZKJhAX/L1SZWaNRF86oYgVW2fzSMSVZDwFa/AKtFATDiDtvrzUElwaSGJbKpGsMgfqqVArCM1WbLL4k3WSoEVqmxSli6TCMQw6q1FfEuuGDMG3jY0MBKlS2Nbpthyci4hCxjlW1xQo2RwgXHIezTQgSlMMg2bIpWo2qG3jS9Vh9rfWD7fD8LsPo3/5/MXx4iBPwbMeCJxWM4XpiGM5HCbfc+i6cezknLUzAeEKF6tnQ8eXABycE2zt53OlYLRTz48NOoVILqomiYKdTK8QWCqNaqiGaS6BsZwfTho6jlaN7gR1uYXmqCwkoyq9IEVvXx3CPQBoJCxpHii6PrW4IPrj0F3r2BuiSBFgiRRRFQXVTOJgFW+VptK9GwRhM8ssDVjU5Z79Qe5pygTEi3/dzca+5nBJJ4S+kuur2vH1eduQ+X7D0dg6kk2ojCDcUw4HPgn3kQnaXD2kZEIzleckPBDjZFUudN0iwWmKR4ZdhGwsZlErQ2Obb6ps9JTrrt6mpmYJmSCkp63oOFBQnouI840pLOAoDVC9TboIGefRtfS4FV6QWWai9ZZb33fC6zxNxRn2WsWjCiB0p477meCXpPlWFrix965qwFVu3MVmBVZo5J3NZ+z7XAqhcIlNdY4F3e3cotrDe/8erbeliq65lipiCjyZ0Brg1zqtvSzO8n4IdxzSaw6o9Ie5id51aiQrVl2y8JWKUUgE0ivWxTeUcW+Ti3TXGux/QyoLqcyS1hZUvgadaCZQnYFnjrJm3vu64Hw4IzhlRWD9Xui8LKEhdWtplp8C2vZyxhdGW7ra5mNxB2hefRBd+6QJK5/1Z6xSNlwOfaNm5hypCFQEZpKIDBdBxD2YQwVysdB489ewTzhTL8wYgUWNSVXrUOu8xYT9XHQ95dAwgSU4mRscrCYKuBoXRM2Ow8o6NxB9vPvwgje69BMxAVx+Aw19460MF+R+o5k2lCYLVQWpEuCjJWXTeKsfGNyPYNqn6eKUr7fC3EfbMgS4RdRWF2fYh7N9vzue8xydFOGtGW7QAzM6dw4sRJbN26RZKIQqGAaITaeG2U2cbY8eHgw4/j6QceRzzootJoYLWioGgmHpFzWuSbhJXDG8V2SG4PQRTLZTguNWGpndbGxjO2YGz3dtTg4tRcFavlDjZu3CwJ+fNJAfCYXg+q8hNoCrX/qacEpCQwzH2YYHBfJoNIKAQmb4wv+CAzKuySGe4HARWychVI1b1NCmzCCiLQotICVUpItBoIx1xM7tyJiy66COeecw6GhoZl3TRqJsGkXrHRV5f41uzT7CzhOslm+vDlL3wZ13/m0yhVCvj9D70ff/jBDyEkTCUePx6d/B/n8PY8J54d072vy9LWrVMKphJjmy4PrzSAfb25T70flX1ox1rWumVimSetL+x19yvjli6sCI5jU9+rp52peyEL9EzOBYYnS1QoyRoLIKTavL4Ou1d4/TyvCe5QgzUkuuqMscNhGgoRLGIrtu7X0vETCoFafiJJwX8zuQNJFSwmUOvwste8Eq981VW487Y78ORjB/Du//khrBbLAqz+OIxVEh6aHR+2jqRw1qZRufaZXA3TSwXMzOdE854FrdM294nEFcsCBCQpjXHg2DyOlVp4xY5hRIIdHDk5i1Qsgv6+jOisSmu2Pa7NeEsXHBnRYILvx3SugoPH51CsVKRbbmQgi9EBGgjpOBD0Zd5B6QPdUlX/2DZp1Jsd7H/6BE7N5iTs8bPA26H+on7g+nOT462s7rrEJJT++Mo/fQnFfB7XvPpSGVe+uZex6p3C3vfzms0957M8n23nn7e49FwA9sUDq14pAH7+WmAVqPs6cF2COcDCqeMorMyKZA58Du77/ndxyXn7EMlkUArGUQL1pXlYNdH2ce/2I44aYiEH45v3oC87IKaIBFYZ4773JWqs7h0bxKVXXoqzzz8TjU5DATHjO7L+PLRt5F4pFRvf2LNXYlqvjrU+Qe99l6XaixN55nEONWp1xKJR5FZyuPt730MpX0HUpc52CI1KCbFwRApIR44cwujQkGhS9o2P47Vv+3/kPCE7vdZqoF6jXqcC+Vabk+3gLGRVqcNN5qLfL/v3s089iXvvukv2yWQiKXljYZUM0AJ2btuK/tFhBOIxZEc3YDFfEc+SyW1bUC9X8bWv3ISTx47LuVmuFCUf70tnMbljJ17/xjfAibjIl4pYLZekM3Z0aAR33XoHvvNvN4vOJwuDZLHHYzSJTOKCy6/A6972NoTE7IL7vadY1SP4wteuSn7McaOGe7lSQH5lWWRlYm5U5VCIYURiCKeyKh9nQFWZ4574nLm+RKQCUprikdy/kMYifnN2+X2IxOK484678eu/8XtYmp/FluE+/PxPXYtz9p2Bcq2GO+5+ABdfcRleeeXlyBVWtcDeBU+VtSpFR/NZzN8VXNTPpga0mvYyJlQmK7uBJS7i7wi2ivSPie0kXtLYkf8Ydrk/h+XrEWfg2cz199hTz+Lb/3YbFpcLuPrKi/GW170GM8cPYvbwcUxu3C6AuB91LK0soh2JIpwdRMDVrkN9GDzJ6IzrPF+3iRpSzvPtSyIUYwql9veiV03IVa5fSWCJdFKBVeY7lDFYnBc2NccxlohLPPWWX/7Qizy9/2s//WVgdd39/WHAqkxaCR5p8CKe3UYKgMwRA6ySXm7Mq4LUWBXzKgVWuwmZYawKiMIkrs0KtIpoMzZzJFjqKCOVoA+1NZs+ZZK024gTOGupqHYwFBQTJIJuZLYS+JR2RGNaw3NDgFWfTwySvIxVbmbcKwmscjGRUUhB6WKlIS33/PwesEo2BeM/bQ1kgsbrssCqGpUQnFRqOZmbBFb5FUs1A6yijYTbA1Zbfj/ccAhBN4qT+QoO59tYhquicpKAtxBGW9znCcAmHCDqbwjImmKCRTaU0WckEM2gnrq4Ajp1fAI45wjEBqgH2pMC4PXTnANkxlJqQHSolM1HDZmlGkPflmqiys6v946bjhvr4Jqf3IihkRAaDWUMhQJR1Gt5AV7JNOXG3Gn5kfAHUFnOYT6fwbf/fQaVSgNhh18rIAxTAVYjfmRjrrBOl8sEVhmOcs74EA8HEGbbqKnA8x6zHb5h2HhkBAmwSimAeguVVht9orHK+dFAsdEBgeUusLpsgNWQAqs9VtRaxqokKkZjNSRJqFbrGk0/CnWVAoiH/HCNaUeZ7RMmMbZghsYsPb1EjhO/r1WI7AWX2lIaDofkwFopNQ2wquZtqrGqUhPVhpqIKbCqCeBNUy8NWG3/1UdE4zdAvU1fB+VgFU8sHcFUJ48lfwlHZit48tEV0Y9yk2EsLC4jm4hhbqWJaNona2awPwF27xw8sYhcvoCgPySV2VbLhyrnF/WV+5KY2LUDy3MLmH/mmJhD+URbTw9AMUky+qFacFE2hQn15a8e4KQQO5m6wjSw7fjomVetAVfNu1gzCGqsckNpN2oGrFfNZ/tZAqyRMeoBMQms8v6I/IRJftpikmQcqAWoaopW857RUVy8YydeccZepKJRBHxBpKJDSFVLaB79DwQrRQQiUcUkuekJ0E6w2EGQ7eCynJnwE/Ts6QgKM0iA1rXg6Fog0ysXYPFUD1DpCUeYLolusU2uCaz6wuiIFECPSa2Db9p6WMwgyGuAVQtCvBCwqr+3h0sPWLXBvjdx0gTcBkpm75NiAu+HMnltNVrBXm9rvnWb5esVtOw+uqDv8ydi3fGzF2rA0N4bGIDVpzpgKqHQC+hkBnfNY9YC34DqbOk6t4wiZZQRZOV3k2KOPwz4CPpYxirH3wKJ/zlgtQuSSICrRVIxvZOTyiesB+vCzvvR1VYVyRcFVqX5zBhmrAellRXtGS3R61YgTMENNYHzJsvSxipsiF6yoCAMC5YvBGA+1+Wd18Iz3vuQzxT5jp72IrVEGfgSTCtXKnLGsUsj5QYxnIlhNJNALBRE003j4WcP48j8knSt+FvKFuNa5+1bf70yXp6Pt99ZE1cg6gSRCjuIBXwYScXhdBqIuC5GtowhvWUC/ugQgpFBJNOjiARjwor2rokueMwCVbUiUgDLuXk53wmshsMuRscm0DcwrA7CBFapr+dvI96ZQSjMcilZmZqYqqRNr73Py2bm2Dz++BPyHhMTEzJWlE1gYVEM+zrAoYOHcP8t3wXKahJVafmwnFtFNOTDUCYlxpSUdmFsUaauar6ECJNJdiek4kgMZtCqNbH3nH0Y2jAgRezVsh/z+SBGRyeQSlKLUqUA7HfXtlfDyDISRzJ3CVimM/js9dfjy//8ZWTTafRls2JoupLLCSASj8XkOpOJhLBl2H5I2Rk1TVNDsgrZO3We3ZoQ8rN55vI7s/WV06tcqwi7MuAEMTw2ijP27cN555+H3bvZ8puQayEjia9h1469fs4dzj0ajf31n38S3/rm1xEI+fDnn/xr/NJ111GFR1uzDatzzUT+MX8IxdW8Sqm2vcRcC0wGKuw6fJtxNIVkdf22+y7nujpUd12apRjJlvweGGPvj3xHKTyrKRjXlwVv+DvqGvJnAcqNpqMYdAYdBHjO+LjnMVZwJH7nGiNQxW4Nn6+GYIgyV5wPTQQiTfgFvGILrRYx3ZArn8kiQyweRyqZlDmeiMcFYK3VdFAIMHKfzedX1GAlVEJqoA8P3Hs/7r37frznj/5Qurr4aXKzewfHGiND1VhtSUcHgdVNgwmcvW0DWGh/ZiqH5UoLxSqltRjzB7BvaxYZ0W/SceLdeHZqBQfmcrhq7ybpRptfLqFcKsBxo+jLxGXtMJ/hHiDJvej/atEwIBrJhEEDKDfEvwj7j5xCOuZgy+iAyAlJ0s+1YTTG108hThHG1vc/chBHplYkz1FQldIf3iKgeSWZr88BViP46o3/jNziAl77mstVSoZkEkMW8H7mejDUC6yuBVzXn5s/fPLra18YWJXz1hZnvWeTl40ra98yVtk14kOd50I0JQW1pZkTKOXmUS7XBMC/5+47cf65pyMwNIqV6BCKIZqS0T+ghhKLYn4HI80q+ho1KRKlU32qsfqfZKxevGkMNTTwmte/BpO7J0UXVnIKysbY0EQ638yZa4rL9rztniFdUzk9l9eAr4ZIYodK5p/ZB6RgxA5D2Q+DEm8/8djjePbRpzA02IeNExuQW16WbspXXHihSLIQF6g2Gti4ZzfOu+Iy1Mn6a2jLPwt7VrWL3YoEbGvluqzROs2bWfCqV7XDIR7GgccewT13fhcx7t/VGlZWVhCJuNiQySCUSSI9PobM2Dga7QDisTQSThh/85efxJOPP4GdOydlnSyuzMvn7t2zDycOHxXj3Te+5c0IpRJYKRaYAkvM+NV/vgknjh0Ts8pKtYqIG5cizq7T9+Dn3/Eb2LhjByrlItyQx9RV4mGP3nenLqAhc2krAVWvV3D8yFE8+uBDOPzsISTSGVx8+VU465JLVcZFjHUtacCYy7Ibj1quIiGn4CYfGt+wsER5EXV5ZtE5Ek/i+n/4LN73nj9BMhbGNZeeh8vP2oWBdEI0xB87PItte3bi4isuR65c1IJ7ix26NOJVfXaRY6hWtZOAn0+TKhsvWDaridv0mmwsYditYhyo8Zt0IUiMq+eQG6aWP4u7lP4JipxCuVTB8moZn/ncl3DoyCls2bgBv/5Lb0My1MKJ/QewYWAUk9uZN57E8vIs3L4+BDP9qLIQ2U0stBuiR8Z+bvebxKi2eK/RuDkqtdPaagj3sACp1ptCukobxJNJZLIZLV61mlhenENxdVXOIGqwMs5489s/+GOe2v89nvYysLruPnc1VndktL3I9HhJwCUnt1b2xZleQBEGqUy+/eLCblksbE2TSqwAqwzaVBvUJppKCrMJlQKrXASisUopAb81wFJXYrqNE1giqBuPstWb1TS2tjnKWK03RYuVEo5StWWgIYLIPql2cZclsCoaIR0NQvgI+YG4GwQ1eBiQB0MuirUGanUChgwelbFKgI+xKFt8GJSLZow4BvdcxcXJ02iM8PoJonIcSmSsslrTaSk71udDscLWDqDtRrCCIA4vlrCKMJrBGPztqmwYIpbPAJGswk4LlLSPB1pIhfwYdB2kQz7EOFbUQTUGQPz+HGVuxdV6C7m6akPSjErkLQNk1XaEIcp2Ov67tAmxXRCQSvhyjZtRExEJcBXwZsszq21jG4O44poNSKYV0CTw6OuEUa2skIIHl8xLAqttH6Ic5FoTuUIYt9yew9RMCQFjTpSrc7xbyEQD6ItHRM5huVQXlqno/wX9AqySUavgClBuUYdLDby4WaaiISSteVWtLb/vj4UwGCVI2UCxDhTrDQlARQpgqSRaE8JY1Z49c6h5gVWdkwqsMmkISoAp2kEtBcl5mFEzjyptfHJN2JraitDTINTfKSNGWU+s7AmwajRwbYWSyTLZFty0V8pkXpPApkkeQVWC/9RorbDYK+2e/DuAesDBt6fKL3qnJmO19VcfEaMkVYntYKlZwMnaDKbaJdx/6ggK7TCefTaPerGBseE+HDo2A4fC4v42hob6sTCTp+Q8TjttJ04srOL40RPyPZ2wi2KJQRJZyx04mTi2nHs6KsUiTh08jOYqdZSUJaRafDyEDeNCXFftHqGHoAYU/I+27SuwygTcmNBIIqEAlOJHzw3UJRhlgkfmvGmf0zZB62hsWo9lrmvEakExq+HTFhRF2ejK3NP7K/IbnRb64kkMJiM4Y8MGXHn2hRjLDiOAKgaTQ4jn5tCYuguhVgCtMHWGKYKuxkbiou0Pwc9kU75GU65Cv7MxppNPq2t7kLTckC3F11utWDsFvABkT9usa17SZYas9UDWeRBCRxx0bEFAQhCZolLZ5b1h6xxZb6SjGTOFNuejXmxPu09aGBn49VxNRzxSAN3AX4ew18JjNLi5tnWec0fSdeUzurBWO8/eZtv5oCNgpBW672vmgqECdWeGp924O8Gsw7fZE7pgvpxTFli119oL4Cywqudaz+xF75ynQGDYp922LgFCOE5kRIc1Wxa2J+eD3gdLJfL94+0veo3TOInrS6esSkBIwGzaH6VdPkBGtoJZ9jlSsOi0lV1vNKgkwDfgrAAocngzFDBOqYZNLEmbAXAtU9VbaBJWhJEVWJ94C0NAzk59b2Vk6+K377EGjLcBs5FN4fNFrkYKHaqZTPCRiRgLWgTRmEjw/ZJhB9loGKOZGAZTMYkXfJE4np5ZxKNHpkQaIyAJq857JltrgVW911Z/3guqSvLjA8JkMzh+ZEJB9EVdOO0WBoYHcfrl5yKciSK3WkQyswWR1CYEOzHywjx7nVlL8t3ZYdLEE08+hPmFU3JNTFLIABkZHcfA0JjsaRyqoJ9dQRVEO8tybtUa1JRvIpNJIhaNoU4du1pNwXS/T85ubZkP4MSJKRw9elgYmUwYXDcsckPs2qEEz8mT07j7ljuxcnIWsXAY5Y4fx0/NC6A6uWkUCScoMRLHnZJQ7Eqp1VtoUP5gbIiBEyqFIvadtRdjGwZFNzMQTGClFEY8OSAgJZNAkaIwzGN7Duu5qmx+ZeYGkEmm8I+f/zy+/rWvoz+bFR15giXLq3mJJah7liCbRMC/oAJxAUfAIC49zudisYTFxUUZX5k3hqHNJ0gxQc4lzZ05P4WZgw4i0Sgmd+3C5I4dOOOMM7Bl82ZkMhlZ7ey84Bzm66kb26w18ad//GHcddcd6B/M4tOf+yxee/XVCMjWIPYwIjvzUh6//Tsf1gKraHRaGQDGvFrUsqAn16IayikIapAYE59oPNJsE0Buolgto9X0I78yh2AuhyzjPpHIctCqVtGJRNGYGJO9OegPSEGYc4tnhZivcu0Fm8j6cvCtPiXeBwECeL4Awg4L9A5a/a9EIxhXlXNhh7E7h4QDtrLXZR5EAlFML53EN5bvQ3W5iur8MvzNOrKJNH72NW9BNpSCvxOU+0xZE+0CtfGCmlapLEgbC4vziMcTiMajoJzSYw8/ittvuQPv/cM/VOMlWesWWNWzzCbrGsPp+/A78EQaG0jhnG1jMo6zK2U0afFKMzMhBHQwmnTg+nn+qVkgSR2HTs7jwHwFl5+2AYkQOz18Emsv5Qqi+8tYsy+VQthxsLS0LDnVwECfxMGqB6+dA9ph4sehGZqOVjExnEGl1hQ/B6vL6I2A7ElFPUYSQe599BAOn1wRqSbKCID7jpyzvXhBNyLThWcYq/zkRDSKb3z1JsyemsLrXnsFXDLKmE/8CGDVC4a+VFBV9n67SCR+fn5AVt6/27XjeY7njOJzCFJyTyfwz3vRYCEkmhJviOXZadSKiyisFuELOrj3+7fjrHP2IDC2CbPJcVTCISQXF1DK5VFPZ1BNZTDcamCyVsPmTdtEn3NxaQGVCkGsAN73zpdmXnXDH70b/3Lzd7BSKeJNP/PTSCQTaNAbg6GwGQw9Im1bvxYWNXLTf7cmVUrWsSCsznU5v0xtxStIIgQH0RZXAE2oDm2aQLtYWFjAvbfeIXn6+OiIsJdb1RpOP+10xGNRmaMEUy+99rUY2bZN9mIxOxJQ1bSedzpCYiKQWi/XtXvAx3/TTgLmkGPD/WiUCvj8p6/HyvwCoqGwALw8J7YMjaKVcOD0Z5DMDiAWTqO4XMa/fePb+P6d35O1PjExikx/EvVWCY1WHdsmtmJ5ag7Tx2dw5lnnYHzXDsTHhzHYn8Xxg4fwr//6L3Lm81Gi70OL0hARnHHuOfiFd/wmxjdvQb1eRWF1RfZDmmhRnoByccIVFwCZ+x+ZjhrHEJt4+P57ceM/flFMj0aHR1Cp1FBqtnHpq16NK3/itdohSbNnSUe1a06PBgUQtVvGgq+Uoeh1OsjZEQgikkjhb/76b/GxP/kodk1uxuuvfAXmjz2NTCKKeCKFJw/N4s3X/RzOuOA8kARULldEliDsRjA3v4CZmRmJAwYG+mUf4n7E76iMVGWeKrGoKQSPnlQAf0dglSZWSrJSTVYFVW2sS8yDZxB/TzYwz2lKAcTiaXz7O7fhW9++DaFgCO9+129itC+OR+75PmLhKDZMTMDfKGJ+9jii/QMY2LIT7Q4NoJmxKsAt9UEpBvQKsGvPUi+VqbuByLV15VsVjAcAACAASURBVDF47SYGkK1P9j6N/Qhwk5Wa7ct2ge4lYawW5Dxl58zLwOpzo5eXgdV1Y2KB1eu2ZRThkphPo0vuzYZno8wJAhymesi8S8yXVJFZpjlBVTI3mSiKm6IwI3VT50LUaruaSRFY5ZloW9z5Ok5cJm8EK8kgpSM8nxONhKUtnu280agrmxWd4hnEcaGx/U0uW4BVVsoD0lLDlvEa38MEPPz4cLCDeFjbjLiZBIJhVPhZdQaOBC0VqNVqe0d0kbiIef1sS/eabggHQTRG2OZMV3u2JvFzWyJwz9ezbY6ANJ3s874Qlpt+TFXbWGkF0A5QO5Lj/NygQcE47euhRmPE10TaAfrCDpJOEP0hut13EEIT/hargHR/biLHbh9AmKT8HgSJuWkQjG4ZLVsmgpJsUWtMgFU+p4ZIiOq4WrVkS1Wt3cDZr0hh1xlxpFNJFEt1SVzI6isXVgVYDYUDaNWMiHe5gnRyAEun5vDw4x089EQFPtbd/cBqrYNSrYlUxEF/3EWzXsVKpYFSS83LRAqA+rKhgFb1yLLt0JCLALoCXJmEK8AqnV2Xqx2UaIYVD2MoHhRNudUqWxkbSEdpckYpALZ5BhENtBHptuoaCQAD+gvYJtOyJfecyaUXWC3XqaXrR9xhiz6BFL9Uu7XtwYyjeb2A48bRmnE52yhsAGsNHbR6TM1cZcbmy20JuH3UxguqFIALaj2Rta2tKPz6ZV8Qix0HD8+yvf7FPQRY/YuPwed3QGAs2OxgtVPGvG8eB8oF3Hn0BDpOFKeOL+HUTA6ZdArtZh2VdhBBh8CB6vHOrywg1RdFJj6Ak1NTAgQGQmEsLOS40mXdd5wgBic3IpiKYnVuHq3ZApqFClocf353ATppdmZCCs/U9zLkeK0M2sR4yrT3stpI0ITrSmMRw9SxBm7dSqUyZwScFTCVyQTbfHXcnme5mQHttUaKlg9fa0x2+BqOA2s2rs8vQCr3Brb5XbDzdFy45QykswGMui4is0dQWT2AUNuVRKTjJ0DK5RaUFhpJrIWZTWAiqMxRAdrYDqmJXhslLSaxykTmMw2k6LSgvdWaHMofAwAL+s7fc456Cge6+4quowYRuqNLmUD2atUtEiY+C2UsQhFgIvtNmLYt+BlgMZgk65vtmLyHync07+WX4F+DeX2MkkVkEiICwlrUUPzQJkzGh0rZulaH1OjFaiZhmLxGa1Vvutc1vPd5At7aGyuar+wuJdtDAX0BHe1Q2Ykghiod0RQjU1cSVZkfFlg1gLqtykn+2WN+yXo3iUoQNFgThTrZP8gWZAJLkwyOsSQrAtpSy9eRBI5rRRJ8MQCySU8H/r//9xe3wAGkYq6ceZzk0n5nEi1bmef4sMhGYNVbrddgXrVV7Z3xMmC8r9ch7rEseLZbVpsCOQroSOJkWstES90DgFqdVS9oav/fJozeNkX5HpKEaDyylilqgVXtsKAxAh9MJHi2C+st5EfWDWE4GcVgMiaGioxleG7NVXy447FnUGkp65Tnjq55ZZB49yM7nvbGWGaujCvjCkoQ+Trod10kHJpHOogOJdG3exQTG4eR6csinhgG/P2oNyJot8nsNXOZQYxhRzMx5zza/9SjmD7F4hVjCwJKDoaGxjA4ulHmNYE6x19DyFlBoF6C67qSGOdyK/Jd6HRMV+tioSD7pOiL8hoNq7JQqOLxxx8TMDKdTgmwqluFVPmwksvjvu/fi+MHDiHa8aHQbOPo/Kpog+/bMyEdNWz1py4mz8NgNI6Gz4+lUhljGzagxqQ0l8fZ5+1D/0BKkvpUegB+XwRNfwJ+JwEfi7SG5WjjIO/c071a1zi1+04ePYZP/c3f4eihwzrPjP4bgWJhtWYz0tm0vLQkGuF+x0EikVLX40ZL2I58brlQFEOPcrUq5mZSRLBt9NYcTUAt/XxJHumsTifsbAbjWzZjz2mn4exzz8G2jZslac3nVnHi+Em44Qg+9alPiQHOjl2T+MIXvoBz9+0z00aFgWwx78Uu8k9+4m+l24EJKvzUztXWzFajgkZDi/OcK5bRJrEGiwgBjdl4VlP6SsB110GwE0Dd10TQSePeW7+J0Ddvxt5KDYXmPNKVEZbqEdy6FfUPvguhBCV1vBqzxlm800bR18bezveAA5/AQtGPYH0ZzbaDmMvifgiz47+LcuZcIUy0fGE4PEtEcqctjFAWmxK+IA6XZvGB6a9g9dAUOseWFSwOhvG+1/8azhqYRLPJRN0xjK5eB1KvYOopgIlxTFvakQ8++RT+9V/+DR/4g/8JX0h1U7vAarcrwd6N57Lis9ksLpjcgIDR3uZYCgAr8YbJa0QpR83teCbMzM3jwRNlXHr6BqTDPOv12mqdFkrsLMtXUSzSSBTI53Nwww62bR1Hiv4AXZkqnts8QAI4PJ1Hrd3CxGASB6aWMDmWlVhYGswYHkurv55PEllJFwJw75PH8czxecmJaOAnrDIDrCqby0IUqrHJ80tAh05LTH6+/a1v4cjhZ/GG110le4cw3yXGWDtO6wHUHyYFsL7I9kLrwIYTP0pWoLtPrJHjsaC73ieCeiqRowBN09eGy3XUCmB59hSalTxyuSUg5OLB792JfXsn4Y5uxMn0RqzWi3DuuQ/5XB7BoSE0z9gLJxrGxfU6Nm3cjnQ6LaaABG+55t7/Wy8NWL3z+j/D088ew2e+dBPOfOWFuOTKV6JeoukWc1gjobMOWFVLvd5Dz0fKb3kAWI/kh8eUQ4FYxn0WTGPc11awM+ZmJWZ8+sDT2P/g/SLVl05E0arVxItkYmwD+jNZVBs1DG7aiNf/zFvRCpD939YORtP+Ly7zjIMMQ7VWInNYwUiesewo4Joe6ssi7br4/Gc/i4fvfwBhSuYlYsJOp9nx6O5tiPVl4LQdLJ9Ywd23/QBP7z+k8Wq7hUQyjrGJAQyPZhCO+JGMRjF7ZA7TR2cR6oRRDPoxE25i75Zt2JLqR7nFNv4mFvM55CtFtAJBpAYGse+CV+Dqa1+PweERYdPee98PcODp/RJ37jv9NJx95mmk1gCdGnxN+pdQyk0xkEq1hr//87/AyvQUztyzCxuGRpDJ9mFqZg73P/4E3nLdddh25l4xWPELGMv7aorf5pyzEkR2jYitqATNCmIG/CGEIlH80xf/GV/6zPXYOJTBRWeeJiQskcNpdxBPDGDPBedjbPcOVKRr0o9wNIq7bv0evvqVr+Lk8WMSG0xObsO11/4EtmzZjFKt0u0s4nko0lCUxjD/r1rlagooADw13I20kz0jbUHFAqsKBAdQLpcFWKUcTG61gv+47Qd49NHHcfUVl+P0XZMoLMygUS2jXCujWlwUPGfrrjMwvHkX2jUWnZh9BCWWJ1bCbgLZtUxB/sc5R2WvFnNS7bC24LWSOnqa+pyT8WQCmWzaSAF0sLAwL0Qh4lOJeEy6JH7yl97/43zsf5vnvAysrrvVFlj92cm0bJ7igkqmiemEpFMuD7hAkHo+GvRLi1nbJ63S3EiVVabVBAHyiBsIqKosF4nX7QEuYK0FVjsKrDIgJPM0KL73AqyyLZFt4Ix5YwRWJTlvIxaLCLW8C6ySXepQ+VKOV9OyxIAyYIBVsg5YXdbQhiYPZKwymRbGKisqzbYAq8p8JTjM78ok0SdGUnIQvwCwyk2Gi5ZD0wNWm6i0aJjB9nZHGAZsl3u25WCuUEO+HUDLiUqAR8CHm+f6JE42KwmQLBqkWnHUoGHFPh2ooj/hoo9M1rAPbqspRjnUBOX1ElglA1c08DpkszYIwQrwzdFgAC6berOF5YYP7UYdUQZqTOREuymAYLSJK169BdnhOtKZDIrFmjBjgv4gSnQcbFYRDLECR0azg0Yuj9HRjZg7MYVTs3HcfNuUVISZ6OWrLRCkVGCV5lc15Ais8ve8L2QShwMC7jLB5clcbEOAVQrKE1TzAqsrNUibfn8sjKEE21bo7kxgtWmAVQdTyyX4Aw6iwRaiXY3V9YGIAqtsT+M9t4xVAfHaPhSpseqjw7NfgVU/3V97wGq3FVBMC9YCq00zNxSM6AG6DMbJWGXAmKt2xIRL9HydICLUyfOzbaMthQUq4uYQwKlWByvtAKaWXhpjFR/7S7TCHXGsdapNtOM1TAcWcOupRZzMF5GvdjA/s4DFpRKW8hVMjqawWGyJcyplAYJhPxqtCqrVMtKpfhTYVhNwhG27tFwUZoq0UQz0ox11ER/sRyyVwsLR46gv5OCj2VmTLHbG7LqWubgJPHkT6G5ibRzrqQ8surA0SPF1xF3UMl7NK7ttnb2AXYNLAS5l/+FKWysf0GsvWROWyg/C0hO9MtVklRYpX0B13Qgmd9pwwwEMRJKioziciePsyS04d+tObA46cJcPodleloM82CSw6heAVfRya6Z9lAwpfwi+YAQwGrWyYarVJtCmG6kGYHTOZFJEdqskR2KqogxsAfrEYMEYJ5kATQIJgzsKG9SaJAlTToFVajXbpIz7uSS+wljlTWlJ+6qfRaMOCyfadkyTO0VHucmbNjU6O6wBVn0YbRinZm7gDRqXGEBO0You/0TGWoIeBcm9TBVtn7dgqkE3n5elLNWMtcAqAQWCSdQi4easDhCGvWVa9OsG4CcQKVQjvQaebwrk6T4kZ4/EtlI+NC21+jfZLzqXxLMZDdk32J2gQbO2qJpWfIFUWPRzxH2U7C0YuQr9AHPDPvlvLzogSxAwDHK+K1DKh2Wm2jlNYNU6A1sjDxleXrNpR30+YGttIqzXSFCVIK23XVj+na3SBpQU0NaAol7Wg32e/WwZa29LuMgRmPZ+Y+ogAKaJJaxunH09i5mi/0ctPTKTLEjc6WAgGkRfIoqRTAJpN6RdKaEgwm4Ay80gbn34GSwVqmKSwf1IgQzjHu+RVOjuCx4DIwsY8/6mwyEkOkB/VFmTq2xxHExh97mTGJ8YQrY/jbCbQgtJtNpRNOpuFyQWrWPzECddP3DgwOM4cfKoJNUM6EMhBwODwxge3yLtPX7uLZ0KAoFFOM2qAIl8TrFUFFMRMgvHN4zKa6UNVljJCrgTbFxeWsUzzxwUQ8HR0RF5vsyDel10yQvFMg4+8TSOPPW0uPZWGm2cWCwgEAnh/HN2IROJopgvolxe1Vb8dEZMGCnxM7FpHEvLy7JXT+7aImPNRKWvbxjhcAJNJNHo0MTNQUAYlSo7okRE00HQ7XbS+cb7wnb/Rx98GF+58Ubsf3K/3HPeg6irgDrB5b7+rCRCTOR45IcjEWGgFPJFuc5kMonhkVHU6nXkczl5ntUkFtZKl7Fj16/eGInHxNyCxb0GQm4Ig2Oj+B/Xvg6XXXoZ7rz9Ttx883cwODCI6elTmJ4+iQsuOh83fO4GbN04Ye6uFhNfKrD6ofd+CMFwDEPDGxCOxNTpmW211RyqtZLsW3Yd2fUvRR0aLrINP+wi7EaFxeuPZ8TEjR3iCESwsP8xDHzqK4jkHsGx0Tn03TeCeCOITiyO/F98CIGNKTmG7FjYNSudFP4gdrSuR+vpryBXd9Cp5IFOEOFwUDpxCqkzket7FypOGA3pUmFM6EgtUUypfPQUCGDOreC9T34e+cOn4JtmgUAJDW/e92q86ZyrwSYOarSrhNB6aSe9Nrt/yf3yq17koQPP4qs3fQPv++AH4CYS4vyuBQze2PUAoQWM9f0FTE+nccHOCZH/4fHK69Jx6FUJbVQpgBIgzNT7nl3EZaeNIS2mtpp/NMnU40Eb9IsE2dTsKmZn5lmFx8axYWwaSyMqeq02XiE7uYOTcwUsN9o4bTyDY7MrCIcdYeBTAETYprwgwQy0W8cyVu978gQOHptbA6x2jSxlHNcDq9rya4HVm7/9rzj0zEG88fWvkrHvyrvZ8bMz2xN36NjoWWof64HX7i88/7MecO3VaZ9rhPW87ysj3/1N9/4JSFTnmawSClyBDbTgxjPwtQNYmT2FRiWP1fwK2k4YD37vDuw9Yxvc0U04kZrA4lP7cYavjaq/LX4cU4EYBs7ejd2VErZO7Pg/Bqz+/bt/EWNjG/HFG7+Owwvz+OV3vgNh10GzQfmG5wNWGVcoe9s+usVJM0ftWdlbF8pu164QdsapQ7rcL553gQ5CbhSthoPb7/g+7rv/PqQcH4b6+xB2SKKpoj+VxsjgEKLsBgj4UEEQP3XdL2Lz9q0oFHOmS1KNq6RrzzABeQ412LlJxF8Y71UpnnNOjY2MItj24/P/8Gkc3L9fADzKBRA3GB8fFBOqWDSJAw88icfveQxLsytCdBLpGgKVMu1b6OtP4dLLL8RgJo37vnsfjj9zEm4whlokjP2lBQyHItiXGUP/hiHsPHcftlxwFqrSNUtd8Az6x8YQiSeUrdhs4oEH7sWtt9+Ko4eP4I1veAOuvfbVaNVW4UMdvjrXchONdlPOoBPHjuMjf/Kn2Dk2ivGhAUyMjGF4cBhONIp/vOkmbNu7F69561u0GELmDNctQf8mzeLW7l3dWSyFd91smAexMBh2wvj2v9yMf/zsZzEQD2MsFcX2iQ0oF8vS6RgfHUd24zj2nH+uyFbEU2nc99Aj+OD7/whHn3kWsWAbO7ZuRDIRQ9CN4LpffDv6R4fkXON4Mo+zxXEBxj36rCoLwBzEsDxNIdKrk0/Taik8m4I6ixqrq6sI+MM4duIU7nvoSRw5Pi2yiJlEHEk3iGCzgmppBf1Dg9i6ey+qLR/SmX5sGs1Kbl5vVBEIOcqUJUXFkjS6MgHPt6Os/TfJpwwJygtge88Sfr94KinmnnxrjufS/JyYftKvhgxqkqLe+Ivv+9Ef+N/oGS8Dq+tudlcKYHdWtOCsc2mTGj8+FVtm0m7BL2WGKvuo0DImdybYEAF5Q62mVqeYTRlGoLQZmkiEVWplrBJYJYzH1vSOtnGJVqomerUmaecEVtVsikkG2w+o50gpAMoFUFeJG74QvSRIUGYOq/KlagM1uhJaTSVqrAbZsk9WYltamRjYs/XNAqtkrRJcZRsZgWbXGIkzQSTQJa2NBqaV6rQJ8rzAKsHAck01YWNRtmiGsFKq4b5iB1XiDGIew0SmYdyBe7qB3sBQ03jVT1XZQT5Pg5aAryqJfxhN9IWDyIQDSDkBhFt1BNot0VIlaL0GWO0YsXsLrJJz2mxihQC5AVYJBhNYJuA7uMGPK66ZRCBURCbTj9VCWVyKqXm5uriARpMJKXVjIK2K1cUlbNi0HfPHj6FcH8KNXzuMVlV3QDqpVuptJCOOHAYWWC1Ln4u26hNYpc6rtEHRcMswVrvAatyVTZiVQTJWV6tN9McdDCVUKiJfbaNCYDVGdk4QJ5fKopXGg+QFgVXT8s3Nm61uTESlZZtzkGZcFdVOTIQJSvO7+FVr15N0KzjE1laViZCghawnIzDEec6qm9xPOQjaAtKxapardaRIILqrgSDCbNn0q5g2TeSLHQez9QAWOgFU/Q4WF5Ze9HZNxmrnzz+FTqAi34nEi2CmjlP+BfzdvU+g7YTQqjYxPZdDtdPG0sIS0uEw/OE4Vot+LORyCIQp0K4SEW4kgVx+VeZlkewwDgjNoiiX4QOGtk8KOzmZysAXDiC/uITAcgG1ChkaBEa5Jg2QJt/GtvWbLnOZ6kwoCBJpQGnHjhqCIj1hDKW0BcXq8NhMx7ZKsXggpRppgXthpmo3LPVGqAacta2q3FMccCdiq2OtWZEAZ9CJIxXpIDYaxtt3vwr7+jIIVY4rXibmc7pHCVzJKj11+Vh5ddiKH0HHiUnSS3CVlSlty1K9Zcpz0CmTOqedpo4d2aOCZkvFm8mUAr+SlFAiRHsk1fyq+4X5/U3piexdyQddkBDN4g0VV+rck0mOtaAnk3RC05SBoeayjyB/C65PNZqoB+djNUz+MPgzSZTBP0ebas4l10BgVYUNe9ckG1mPPmyDG+1gM6waA8p5J7wqY5jvJtIDPbDUUEJFQ43XRXZSh3+sBbtxwtYCSEeY25JQ8Cwim4UVeF6jGC6odIOAqrKO1UBOIFIB+Ex7h9EmbLMY0m6i1m6qzhi1uQ0L0hFtb5oZaQ7Eex90aJ0aVhMz7hfChldJhMBffudFr3ECqwK0GCMqvkG35V9azLVNkH+8RTwFVbU4KKCeJ1C198S+l02U5f7b9m0DZtiEuyeNop/P89cG5uuTQwE/zNr1gqVMpnRbMEC7Aa95lgnLxoCw3q4Bqxum16xxQDTiYjTqR18yjr5kBFEWh7m/hmhY0caqP45bH3wGJ+bziEfjys4guOYzJg5WRqHb3aAZrPca+HPAAWI8e1kgDARRbzWRK5eQyabwmlddgrPP2QNfgKl8AG4ki3oziEajTwo/ZDBb9pe9ByzoHnxmP44dPyxJjLZ0B9A/MIDh8W3ws6uD3TqowNeZR9TXEjaZAGZ+HwqFPJaXlxFxQxgaGpLvK5qjFRbGqtKeVypVcfjws/K7zZs3SxGZwAkTqWKJbLoy5k/N4/CTB1BeXBFm6eGTi0gMDuK8C04T1lJupYC5xVlQ+CmdzUobKJmvA0ODWFxeVG3YaBCuG8DY+ChGRzcg6ETQbMfR8cUFWPUFQ1IMCFJGiqGApbGvWwGMOZjs0TX64IED+NhHPoqpqSkBNdgKSuYtNf94jvIaSqUiauWK3KuBgQHRkKVT9dLSEpYLJYyNbkDUdZFbWUG1XJFCM//wYQsTHCuOG7+7TcQsm6dCCQAW+uNx7NixA6urBUxPTSOdTEmxeml5Aa97w+vxqb//FPpSSQOMqBiAGBq+hMf//pMPw++4GBzcgGA4omu1Q6bSorQhSxuvWRtWE1tAXNFpDEosRGDVjcQQiKURiDtgPSIUiKBwfAqJv/siop3bMH16GekjMfTdPQgUfVh55xtR+R+XULRTl6VpsxYD1HYLGSeA8cqHUD30ICqIoFaqSvHezw6oEEFFYG7w91GM7UPDV0EbYWHQ8n6327w+MmrbOOLk8ccPfgHVmTzap/II0hi13cTege1459VvQzoQ1zPZrEe9jrUPb/zMTh+et8cPHcOXvvhP+N13/z76R0ZQqdd/KLC6/j25traODkph1+6JWvtX7wXRGOwynn3kEqBUrqLcDOKSPaPIRBVYFWkjH+W3tJuNRyePweVCEwcPzVKACxtHaJziE5ID2uZ1gTam54s4VW7hzE1JIaZMzRfQn4wjEVIJAgEbeB4Ke45SVAwNfLh//0k8fXT2BYFV1ZnSPVNjWDqDa9dFKh7HLd/5dxx46km86Q2vlr1C93ni0c9lrK4FT3vA6g8DVdeDqd6x9zJWrS7s+nuz5r2fB1jlfODa5ToWYEX2W/bakbHaA1ab1VUUVnMSCz9w1x047bTNcEc340RyA0oPPYSrJzfCSccwMz2HO546hsErzse+YBCbR7fJHjQ3Nyes2P8MY/Xj73gT9p6+F4/vfwZ//8Ub8dZf/kVs27lVJF1svNs7i00sYYwb1xdEvZ0d9v/5WokxxC9ATZhJXJCchYVhJrkkuMTT+No3b8Ftt92F8U0TiHe0WypBHWt6gIRcDA0OwXUdOJEI7rr/CYTTffiT//WnmNg0jEatIPuS7QTgFKMvSqVcRq1U1vyIkhMC5DUQpg9Js4MnHnkU3/+P25ChTnqARboy6p0mJjaN4cyzzsfJZ6fx4O33orJYlNbxQlu7DnhPyZJt1Guo1orYvGVcihQzx04h2A4iHkkhH+zgkaVTCLeAvaEM/EEfRvZsx8984HcxfNpO+DrsHiUdTDtpFZfu4MSJ47jhhhvw4AMP4Vd+5Zfwute9Fo1qHs1mGWHG8wQa2y1EojF875Zb8eUvfFE01lcW5rB31x4xhWS3xczyCoa2bsGr3vxmMVDivGVBljrh8kme5MQbg8nZY+Ik6V6l5JAbwz0/+AH+7MP/G2PpODKOX8wy23V2wzk4WSljaOsm/Nrv/L+IxBIIBF28+73vxw033Iixvgz2To7hwjN3Y3RsDN+/7yG4yQx+8md+Ws4/be3X4qHsay1+R8oEaEzUjeUkRzHdHGu08oEIuyGkc0LjJb7Xwtw8Djx5AI/tP4ijJ+YRzwzC54SlCBwPBbFlMImxwTQ27ToD/tQIbv6P2zA3PYXX/MSVOG33Nuk6DbZqcl60Q4500nFePT9B5gUOV8NoJ1PZ5kzq98HvrfgSv7sCqxndGlstzM/PCuuWXUPJZFy+20/+wsvAqneUXwZW1805C6z+/La0VLYZgBFKYit7hQuGACmd3gJ+RAj+sLVPGD1AWSr8yrASqQBWwggiiYaSttR3FYMk2VHggyAT25+5mZAZyYDFC6wKY1WcBVugtnIsQpYkD8iGbFRs6ypRF5VttX5lZ1pglV+P78kgklIAZGpqm7JGMaFAG3GXjkoWWA2hxu9ab0rSJcCq0RilmQOF5yVQMcCq1aKzBh/SFtNlrBKMpcNsE4UqTY8CcCJRrDaAk0tFHAZBVgbv3MC5eZvE3YAeNmmzm6y8twFxVRRfx0ytjFSvkqG6024g1m5hMB7ChAtECIAYYJXfifeK40DgJMT2TdFtU10/fp+lhk8C0AiTwyClFPi2DezaF8WZ548gEGoinRpBvriKWDwilfHVpQU0GhURqmZAHwlFUZqbx/DGrVidnUK9mca/fmcac1M1mVf5Wh2VegfJSACDiUgXWC22NNkX7VvHh6jriCYlN7hyW6UALLCajoeRcp01wGo2FsRQgvpRBFrbYmiViXHG+nFyqSJ6KGSsxlTkTKDqNcGc9M2poZJlYWm7FFXw/ChUGnJ9ZKxaYJVzl/fGm2B7gVUBWj3AKj9VvZCMBpIHWF2qtjTQptOtn/INfmFVsb1kqQHMNX3ItUOo+8Jo+INYmp950SkZgdXKX/yNtOBxLVQ5N+I1LAXy+Mjtd4mB2St27MRjR+fxzNIM2vlllPJB9A1kMLtQwVK+gGSWLRAKGLvRqCQOZHvMLyxLkiKHMJ1+2aLqJpAdpch8B+0gNYdrcPJVNKoV+KQdjcF77TAJHQAAIABJREFUU6rR0hIjQUXPqEl+lvZtoUEqHtfm/YGwzbjfMCDzvk6BRT5RNcl6jFVrJ7EWWPWCS70BXctm1vVIEEkBJynqS+Wpjn6avfiCaNVroiU3NBTH757/epw5kgUaC3DYi8VAgPzvRkWkL8huleA+GAb4JxwFQgmAxilsDVe+pATRHBefMFTLaDfLQKuCNqVLKE1hAUHZXZVxbYNmBVVb6gBoEiR5BiUHZIwUWEUnjCa1xmjiR9kJ6i2zyamjrUkK7MrowxEWf1NAVp4BLJZRa0qCJ7J46GRs8ixzKzFK1FZhXtFpFTagMeQS0JcP87fobJqf5RIpN2D2OjMovTZ1eapp0bc3jq2QorGnbfoEUoWtyrli2uNV2kEdtVVL1jTl8i8yKKgxyr8pv8BDx4ydbelXYFXngwJiDBz5/o7M1Ya/jWqriSolZmiO4VcVTQLjIUrCiKqtBuxBhy25NC0MyRwnuEYtY/APd65P3Pyi13hSCnhG1sGjjyrzTVr29V54gVXLbu0xXHvAqpeB0AM9e0CGdbW2eyDb+bzAlJj7kM3haRdbk+B1tW17YKlNMNQMoSe1YgsrLJjaz5NiVUslAGxrV5sGENzHoV0ufZk0hqMBxNyQnm2Uc5G26ACccBtFfxK3PfIsjs2sICrAqurMcS5ZyQJ7zXYcvYxAG9S70vLWQcAhoKGtctKe7vNh964tuPKqi5DJRgRAjMYzCASjqNaHjaUYU1XhUXRZSRzHo8eewaHDB9FsarLOfS/b14eR8W1w3BDrnvC3y+i05sTgksBhLB7VfarTEiZmsZBHPBYXrT6+B8GFfD4vUjpkDJ48eUJAlMnJSXkNWa/cP+icvrySx+rSKuaOT2F1bgGlwipylQ7GJ7dj8/ZR1GgusqzAaiQYRCadFhA4mUojGotjYXEJ5VIZ9WYVg8NZTGwcx+TkdoTCERTL3FhiCLtJY2xEBiM7BHT/fv6Hgpscm2Q8gdtuvRWf/fT1UhyPRKKirUtJA+m2ajRRpZN6taIFymoN4Qg1akflvh49MS3ndyaVRjqVksSvXCxpwcjIW1BWgkDtSm5FIjCC1mRahcJh9Pf3I2fYrmz1zFF3kHO9XldWnz+AhaUFvP3Xfhkf/bM/QyIS+T8CrH78I38mesADA6MIRWIyTNzNSsUlVKtFWW9c59qmbs0ETYGL7cHUcKcOcSwmyb7fdeBSQsRxUZzJIfnpG+ALfQNLkyVk0zEkPz8EHAqidMFOFP74V+GvqCagYnFaJeJ4booXMTD/fhROnEItEEOpUkWIUmCOD/5wBJFqFQvZV2Ex+TbUnACanaAU/am7RcagWEM6bTzQOI5PPfR1YLWJGhmrXE/BNkacNH71kjdjT/8WSYCp/8p5TradNWWzsbOdOwJ6ErypNzBzYho3fO4LeMc7fwubJ7fL9b0gY1XiDS3U6lqy0jMWUNZ+D6NqqWevSKTxueb8EdPANmJhFxfvGUVfguJOyrKSERSj2ZqAWKvFKprtAJZXaljJlZBJRZFKdDA6lIZDAoYpNE4tFDFDYHUjQXofFvKUO2ljMBtDodpGrVrHYCaCkJjiMaTlOAMP7J/CU0dmVB6NBe02dUYtQGwZq/ZngkQaV7H4TWD19ltuxROPPYI3vfE1PcaqAHTr4mgPONSLy3oaOj8MXPWud+/z/u8Bqz0pAF87KIxVAqul0ipaAQf333U79uzehMjYFhxLjKH2+EN4xYYhhGNRzC8u4PvPnED04nNxkZvAlg1bkUqlulIAnI8vVQrglk+8VyRcnj58An/wsU/hoquvwGWvulhlPjyM1TVnkEcex7sGrNaqncc9AErzRyvnoMAqO02CcEMR9A/048TUHD760U8ily/i8isvw+r0YdEa5UkV9PmQicXlXAm6IQyQHTm6FX/1D5/FW976Frz3vb+DdrMkDENqODNmFaY/NVarFZRLNBTWnJTfaTVfwPT0FBYXl9AkYebUNEKNmuQqzI+ZKwyNjCKWGcb3v/cIZg5MYcCNIeL3o4QmSuUKImTiO2pwzc6nWr0ssgWhjh9hh9qoLpbRxiP5GckdzwgkMUgTolgEV/3adbjgp94If4iFKqtWq6A19xqybK//zGfwD5/6NP7of/4B3viTr0OrWUa5nEe4pecLC2nJdBo3fuYG7H/4UcQjDkr5ZWzdMCHg8fLqKhLZPmw57TRccs21EpNKzMXOGBItDPhv4x97HzlO1IEVIgBJEDJu9JyJ4vjRw/jLj30cxYVZJQ01OshmhyTfuOOhRxHOJvDBP/4DnH/+BSgXqvjVX/9t3H7bXdi3cytO3zKM4UwUQ8PDmFspYjZXwFt+/ufgRlj0XMdQpfyhBVVl/1CWMGN5a17lZX9yDCkzwHiQv+d3oNnjyZMn8cAP7kOVWMhcDpWOg4YviBOnZrBxZAhn79mO/kwcwVgap3I13P2D+wUHOOfqq3Dazgn0O02kqNPO8dYmPT3/fgRjdf2+owUklTEQ8oTs8wEDKKuGbCKdkmKJ7PPNJubmZ4Wxyq6eRCqhwOp1733RMfp/5Re8DKyuu7sWWH3bjn60qZ3Z9iHfaCvDkG0CIhjckbZ2JtUumQ0E3wiemmqnv9VByKfGUEFOWraMihmVimuL8hwBWbMIGEjRyIgJtbT/C8FIDZXEhIpVDsNYpRN9xA3AEWp+QzRWaZRQrjdEKsBqrJLnqK7SKilAJup6YJW/o/ETgVVWdpWxaoBVYZiqNIEAjwS5CKxKwd8DrHbdjf2qMWIdGqn/6jjy2dV6G6s8VAIhlOHHqUoHU8UmmiFXgRBLYxf3d7aacwx6CUUXWKWJEQ9BMhHs+LEKz0SO3avGacHt1DEacbApFUa0XYevVfcAqxoACbDK5F5YxKrFpcBqG4uNjrQoE6BmK76/04Qb9uOCy7IY2ehDLJ5ALD4g5hgujaLqLeQX59FuVYUVVKOrIhOmuXn0b9iETnEZhRLwyOMN3PfdOQTCIRQadVRqHSRcvwCrrUa9q7HKBJRgYizU01jlIJVaQK2hwA+B03Q8pMAq3YCrHeSrDWQjQQwmKO1AjVWgSmA1zplJYFWrTKx28Y8+egGhJgfSF6P6vMYlWN1RGQT7FSCnpEPIJwAJA9b1wKpBhbS1xgRALDjwkOpW7Szz0gA81BDigbRc5UFlJCwojk6zM38HuUYHJ+pB5Ij5OBFhdRBwYFvCi30QWF35q7+Aw6Q14KBCYNXXwkIoh08/+j2EKsDrzjsfD83O4geHj2F1bhmri2XVRSY7uVgSIDCZpjh8XeYqNVCrFTKA8sJkEKDTMeZUjTacSBzuhmEkx0dRL9VRzZXRKpXR4Z9aGe0WW4IayqxcU7HVIF+q6MJqcWWdqdYqW/hIkAwYcxk9JAWTE61nY3zEBilhVHAv4YoTaucaxurzV4h7wGqXASBmIcowYhClgkdtxP0ONqTSaLfryBWWsSHTh9+49JW4aHxA3LqFpdooS9IItmlWa7I38nL9ThSdUBS+MF20Y8LO5X0h01ILKQQ2GXc1gGYB7fqqgLM0n/CxwC3tMJy2DvwEELttjQoMknHZoWQCmb2tJgL8uc1qiWqA6oCHwK6EWqeNKl1z5Y9P9nwC4g0pLjBMU4MOzhcWzhx/C66YuYXFJJDtMdpmb80mNOpRxqrRh2Kyxn1TzLhU2oH3new002hgrsmMv5ifGH1VCcBNq72VNzAyp+ZFem84NwzwJkAvQVUZG/NkKaBYEVUZAD3bBGtmG0EDnQbZwFxwrIxry1PTBJNceyyHcQwCZO2Sp0fGnZ9MYy1WNNjexnHk35QFEO/HupjexdmqLIYcNDkgsBrh/6lhGRkcAdXrk+/95y8VWCXzVcEOCwrwm3bd161zuIGmLRNCgQTK55gzyDARbODqZcHZdcM9UQpRHqdw/o4glWU98GdqpVsWq7eYIcm7RwLA/ixr3wMMy7ULY90nrE27V6wpjnFURTajIfFJOuqiLxVDPOoiagq87Kxg61nECcl69gcaKATiuP2RQzgxn5M9TNv/tJhpkwmrpWrH1I6lvV6Oc1TOFGXF+/1tdSsPh0XHk+yZa19/FVKpEIrlIsKROJxwFLXmBn4joONoR42ku7KqpdXs+IlDOPjMU2KgIQ7rTgDpTB9GN26H47rSdUDTy3ZzBhF/VUwV4vGYFhfEFIMtnsrM4PyiTASvnYDrwsKitGDPz8/J/rljx6Rsa2JiFQ5jJV/Eqdk5lFfLaBYrmD9+EnOzp5DIjmF8x3YQ06tWqlhazGEptyiwcDqRlFggle1DuxPA4aPHsTg7i0Q6jrGxIfT1Z7Bt+xYkkimUqyy2RhCJDSDgJAFxqGeCY/bvdcmSggqq7cgNg/t/KpHE12+8CV//xjelxV/0DX1Af38fEmz3rtexsriiIBGNfBp0/FaDSDajc97ydfw9gRHKCDAJJiDLxJFjwTZPq5sYCrnyGr432SwEUI8ePSqJt+w/Rn6DgQPvVa64ivd+4P34vXe9Cy5lJmwxSBRJXgg8/uEn+yc+/nFhNWb7hhGJJbWw3mmjUl4WxirPYC+AogUJA2LI9/ZJvBuNxuCkEkiRueq6aMdCKM7lEfvyZxBN3ozVzArcTAixe5II3Z5GPf7/s/fecZKd5bngUydXDp27pycHjaSRhDIgLIQkBCYJEDImLNfG1zhz11zveu17Ha6v7V28xtkmmGDJJoggchBICDQKKIfR5NTd07m7qqsrnzphf8/7nVNdMxL4J7h/eWl+Yma6u9IJ3/e+z/uEYdT+9JfRHRzsrS39zfTFY4eROfmXWJtvoqM7qHXbsLoeEgaHDQ5S3QBNZwSzhV9CI3k+R3miKCPAQGBL5J1OiLtbh3HHo99Aogm05yvQGPpkA0lPw63nX49Xn3+NqpXpSc0+IVaqRMM22U1kQ1E7HWX3DBNbnl/Axz72L3jnu34BF112KWqNplIKRPVg/1En6ePcL7mGosCw2CU8Ps7xtanAbKWekOtUZxCrgav3jghbnvc1r/J4z6ISmMGtlRoH1GSwApVKFXPzVfGm3cagnYE0LAlzBeYqbcyt1XHRloKAYPSan1qqI2Ensd4M4Xdc7NmSQ86M7GtiYPXgGRw6uQBDgr02gFVVM0US8B5jlSBbBKz6HnKZDL53zz144rFHcMubXi3XvFiIPQ+wGq/HG3/++1YA/x7Y2hvA9nusn8Pu6x3ReLDe+7mqK4WZ2cdY5dpPUJj6gWTMWF2ch9+pyT1EsOcH934He8/bjMzmnTid3YT2kw/jsrFBCbFbXF7Eo8fnYL7sKrwsVcCOyW3/y4DVRz70J0iYCZyYW8L7P/hvGNm2HW++5TXQTZVl0g+SPh+g1E/06JeW9/+uCgVkQLSi59B3OZPLI18soVQYknXvjjvuxEc+8q8CQr7pza9HTmvh2OGDkrtAj1V6/meSGRRGRnDTzbdgbNse/Odf/y/I5nP4xEc/iN07t4gFAIHUVqOOdrshIX+U/rdazOZQEusnHn8aTz11ANVqDUFCw/adO7BjchRedRXd6qooMWgRR9a7M7oV656DQ48fxswTz8BoNcWSjoAtla4MWuP1ws/N1ynlM5IRQEaobTlYNw08XplDxe1gr5HBkGWjYKVw2Rtfi+t+9d1wigUFXjNHQMgeLOsYaBjirm/fg//xx3+C3/+938NrXnOj1Py1Whmmtyo/536Rz+Xx7S9+GU889AiGSnmxtkGnK3Y8yXQG86urKG2axBWveCUM24LLfol7Ps9rFJzUv+7E51o5+akMBK4tDIykVdz0yeO447ZPYGV+FloQYGF5FbpTwNGTZ3B0cQW5wQLecusb8bv/5+/Ab7h47//+Ozj09NO46pJ90Ls1OHqAgcFBHD05gwsuuxwvvvGVas/rurLv8VhIDRTZLcigOWJ0ik1ABKzy+3EtpO432rUYUk/xIHLgxIHjwtw8jh84hEq9jQcfPyh9r54pIDc0ivHRYUyMDmFucQlLi0vCoqYK8oJ9l2LzFS9FMhmgENYxFnaQIpitqcDf+P7+Ybtmr1aNVBxC6otqY9YHyvppYzgX1625QlasD8WVrUtgdV7UPrQeyuQyUkfd8lPG6lmH/afA6jlXYQys3nLesICBy26INQKX9AMkKyckQ4zeo8rLhxwnaQ41ICtMJsrfNKQkfV0F/KQTlFWHAuAJUCpSaBWKJItqD1hl70tGmEq4lQAMTRe5DAE/Bk+xASArksBbDKyyhm10XPFY4TNa9FiVcZP6t2KsmiLHb3W64uEkyeJREFTGJu1fAas082ciIBmwlNJYtBGQ9x4Bq2Q6Esjhgs33wwUlYpHGwKo0ngiQpGeVoaPTDVFzgUYInKl3Me+b6KQLSNBThjY2/IyUjAZdYRlJo943Id8oOFgckIHDwB/FLuX7ECAloQogtmXjSQ37SmkMBi2sd+n5EsjxEgCc4TlBiDZlFyEBTB4rFv8qzILPyXPebXWRtA0Jjwq8DorFFK571SBS+RqKpVFYdknkvoalSQJ8ZWFeCrV0xkG70VTA6tIKBiY2w/GbWC7XsLBUwuf+7RDslIW610WrQxmJhqGsI+eSHqt1psiSSRGFV5Fpq8KrArRCSkkJrFKmEvSAVUoOaQVQ63RRpLVAWo+sAEJhH8fA6plyE4ZlIaX5PxRYjb00JTxD2LyRwTXB/YDXmQIGzgJW/bMlrKrZj0yxY/LdOcAqsZt4I+CGSn8znr+1FqW4ioEsScaOiY7nYroRYjqRhkGpJOWlGsH0LlYWln909/U8PyWwuvYPH0A3sFR4Q0KD3dEwZS7hC7MPYycK2D08iWPdZRyu+JiZaWLpxNNYXG0hl7XQoalsguxKAz79amW6a2BhfhnNRlvkkJ7nincZNypeX2oirkMfGMLAebtg54toLC6jNb8Ir1KBRnk4fYEjYLS/+JONWsqOBHTdUY2E20HgsyHn/aKYRWpT30i4FahMGIUE9FTjpFYdiZ/rTcmf7wCq199oqmIpJUFk/hfbfjCIjuz5dsfD5kIWFw4MwPNDnKg3cMOIjl+46hIUBschuuCwC52FU9uNgDsfQdeHZueQSGYR6kmEhi0AsgRYCauQV6J6rxpN8rvrCFtrSHht5a9KKQzXCoZ/kLkj97FqMmk9INRo+rG6XXlNkbUzACFQEj7FWCUQZYotRBuBKBMaAdf8UFQItEahhJtngOx9Bv4xKI9rjcnzb1jIWhYyXO9MBQwKftlrVGNgVXlyy2sSHI8kOAnxZ+JzKwsU8YmNHitrn4RHbfiaqvXwuT7UAkRGjVSgKRmsvBEBVk1uBMoWIGqwOFdQQEt8BSQUM5jHjCA03x+Zq6BPJ9f6rhSZEsjA1PnQQyokuGrKdSkeuRrbZQ0t8RvTaQOIpu+jSaYcLQCsLt1skaFdioS2ebAcG6adgaY5yrNV3jP/qvZY/OXXXvA9LuFVbJr6QJ4YuIzBQAHcerYZipncAzg54JR9STGL4z0ofiy/r4pSJfHnEDT2WOWbFXZqVwE7EqQUsxz61Lr9YIQCJJSsPy5oY3CKP+u954jXqVibpqwvfK34sfy7hEdqGkqZFIbzKeQsHSkzAZP1gLAQ6b+pC2go71vWDx/riRTufvI45io1eT16XLPh45LUD6zyteNAMAIL8XuOj69P0JJJ6l4Xw8UcJjaPo+51RB66fWICb3vHm5DP2VhdWxYLCP7nhgRWLSRCG0GCe4Gym+BdxH1g5sxJHDp8AJ2Okk6SsZrPlzC+eTcsBjOJHV5HgNW03hLAT/zB5V4JRA6fTiXlsZSxtTttYV2SXTO/sIi1tZoAq2R6MryCDTePARPfq7UG5peWUV+rw2+0MHPsJJrNGkY27UBhZBjQWnKfVFarWC4vCdDCxpb+paXBUZTX6nj48SeFVbRz104k0zxvPsYmRjA2PiY+fobhwE4NwXGGAI1+s6y71L5xLmig1gTFxhbf8iDE9s1bcGZqGn/6J3+K09PTYnmwwuTuRg2jI6NyPAJfk++xIeRna7stAVwt3VJEwGgP6ZKlks2iVCwKEWC9VpNjFgP8vBZMJymfLwZtCWTzd+ZmZgX4FgBe1qLIpzkB/Nn7/2+86+3vgCVhRxHL/icAVv/mA3+FIDRQKA0jky2o4WMiRLOxImw7z++c3exwn4isXRQ5ICGBXgRWtXwRWSsJK5OGkdSwXq4geOJTGE18Aw2vLPVI1s7C+MQoMGui9mu3onHNJb17T/bWiA3/oolvIn3wNlTKQJfs10QbDqUPHGaTPKFxjU3iZPFNqNpvQKhXoOlpGWjrvAd4buwuvtF4Fl9++FtAA+gs1aA5BFZDaB0fN4y8CD93xauQdNJyrUhdFKvFzglSivcE2rEwVb2ytIKPffQTePOtb8WVL3kx1n8EsBori+Ln6F+j1PcUehCTRJSCt49CRUCTrFDTEjXfZbsHkM8QWKcllfLwFysguqiS7NDtwqQfg25IGOvRU2XMTy0i44TYs2MYhVxaBu/lVohqs4ULtw4KMGjpPlZaGo7Od1Crhwg9FzvGHUwWNbER4DCSK8ojh2Zx8MR8D1hVNinxuh8Npn8EsHrfvffi0Ucewlve9LM9xqocBwKUffLlHwWs9v9efFz/PVBV1taeFdCP77H6XGDVkJqA0AytALRAx9rSgjBWO50WOkjgB9/9DvbsmURuy25M5yeBA08h7zdlGOC3mpirdNG6+lJck8lj5+RWWRcYXkUrgJ+Esfrw3/6BMLen12p4/0c+DVgpvONtb0JhMAcvOtYx4NarYGJfdlXlKMsf9qORpUo/uzUqiGXfZ99bGhxGcXAY6XwOtp1COlOUsMP/+T//H3ztq98Rwszll+/D+371nXjkoQdx6vhR6ZF5W+fSWey74qV4w9vehanFFXzoo5/A2MQ43v2f3iVAmTq/DAbtoFGrYq28hLXqGlrumtSr933/QWFQtlu+AKtWrgg7k8HVl1+Eqy/Zi5TbhNWuw/FFU4VqZhB+aRPM0MHTd9+LA9+/Fyh3omwQG/lsRhjhrF14T+XTKRmCE1g1NAv1pImna8uYra5hh51BIQC2Zwex42dehhve92sobhpTg+3ICoDAHgOQKYh54oln8IEP/A1+5T3vwUtfeoUoZzmA6JSPyRrIAaatGaivVvDVz92JRrmMVq0qe+fO7duQKxXR9nxccd31KO3crey32JOI454iQ0gGTX/IWDwUYLCSeOPrMFi4NtuYOnwITz10PxrlediWIXZsS+sNnFmp48EnnsVaYKA0UsSmTcP48z/8A+zZeR7+4s//Ao/s/z7O2zaJnVsn0Kytyf5npTLYtnsvRvfs6cn8uR/G9R6HXqrGir+n6jwhSfRZAMT3Mz+TWEQwmJIXHM+H62KtsobH738IbR94+shpPHNyDkNbd+PKl18vthHPHjwIM1PAUD6D6WOHkExm8eJrb0I4tBM+ahg0Wtiid5HXWgj0JhJ+PIx97iAsXmPiuj+uJe+7b7/cp9u3b8e2bVuVbaTkX6h6L95PSCAq0GM1AlYXFud+Cqz+Ox3JT4HVcw5QDKxu3TQmTQUXXSnvo2RlFXu8IVPrRWtHLLBYh8pmhZN6AqNjeoC0aQqIlk4EsMKOJNvHk3o3SAhgxsKQNSdVQSx1JbWYARxceDxKpLlIMtRHk6Q4ygpIx+YFX2+7aNH4nlYAui2TLfoD+QkPecrwNAtVD1iiLIwsAt1EMdGCFjJ93pI/3W5HGFe+z5AiArAEETQK9lWjYRrCWGXfS1kA/UiJMXFNEWCHaYfC6lMOho5pIq1r4o15qpvAyZqPqq8hNExpzDU/ligr/02RtkkAiAKf+SfBDBWgovyAxFycXCg2Fj6bUAW2+gxt8LrY5Oi4cDSHrEYgpS2Jo2QDkxHJiTmPLVe4ZoceQyqlT3zmWOARwHa7qPghWm0C2DqSOpt/YGK7g5fdUAKzJUpDIyJfZeeTsh006jUszHMKnoBjWWjXa0g6NtzyCrL5QaTSecwtnEbKGMdH/+lZNHwddNZqtwis6hK6RTn1Wsuj6ktAJTKeMxLcpFKWyVD2fBc1NxCQnwedXlXFNAM6Wig3QzS8UGT/w9K4JVCpuQKa5FImfMoMVuswCQAZHmwy2hJkiDFwxlPp5gxRF4DKAEPaBNsQOTkBP94LBJE92YB4PMkqIJtZAlmiKlt5WgnsI1NX8cujX6VsRCp8TBpx8bbkxIz/zyafjNWuhFfRS5ielYZhox5amOmGKLNxNlTAiQrWUdfE8srKCwZdCKyW/+EfBVBw/QCuFiCn6Vgw2rj9+MMY15K4aHg7pmotzKYs3P3kD+DOLKG+5qJeryGbsZEt5GSowKA3M50C1d2Lc8sy4eUgIpEwRfpzbhGt6j0NyUIJej4vgKS/toaw3RCvUiaiK9kvpaDKv1IYH1CACZMkbScjgxIypr1OA3qCwIqy1FCkeTKzCOo8lwmkyE8b8kgF6JztadR/QHtM1d5z9aXNhyHSRgJ7hjNYXKdRfAI7BkuYHB5GoZmB3ZnBGy7ZhckdO6G5dXhwoZFd1lXG82GnrgK87AwSZhah6SBkcBUZybqBgDYGoeSAIrBCaN0W0FlH2K5JgcrzzwA7piiHpo2EANzRmqH8EsR7iIx1eqiEXRaeXeg1+rMq76hI5KQKJw4vYEohts4gtcBD2fNQ5wDJZcIog350JA1PEs+dUEOWwzNDR9LUkLdMZG3GqykrC1kzxSBew7hPZgiBTQbtRD5RwthUDGIOT3iP8dhortjDKi9TKW4VyKTCtRTLUxwYWITSC0u85PhRFMNTIHhhnUcfj3+3mIaoI6D3lFyfke8u739hwPDq4eAwjNi9ZPorVq3mteAiRM1LoE6fb6oKAhdG0IGjdYWhaIcE2B1Az8CHCTdJaqQNz6BtB+10AsXWTDThcF9xA9hybAIEBJYsRxKvuaiwcCYjip6T3Em0v/j0C77Hi9mUYlpG60Q/qBqDIDF6E4fOAAAgAElEQVSYyXWAx4MF9EaDpmSvCkxSaOjZkkN1cOX8RZLp+PfJnOMxjUHH+Pvq9TY8EePCVZ5b7COU6kPk930sVTnfXCUFwFCDNw5UJBUzCjrjoJdSMVoQFZMWiilb5P+WZciQlYCTYuwpxm4cACU1CvdFBFhxQ9x3eBpTiw2RQRoaryMO1jaaifgzCbCaUKnkcn9GQDOPBZUeXquB0cE8dm3fLLLz1VoN67V1qTVueeubMDI+jNXVRdlDUlYKXY3g8zj8RFrZi0ROECHXNt3E4vISnjnwGOqNssgcbYNsiSwmtm5FOlfiTEqGq123ilS4hMFiHrZlou02oWeSKDcaeGTlhNga7CmNY6szgEzChu0ksVRexcmTJ8SjdHx8HJOTE8Kw5zGyHUf20sXFZQGGG/UW3I4p9gVdr4lSkRI/D57rgz6jlfIq2o0aHMNBaXgExZERnD59BqePn8TmzUPCpOV5YG1Dr9ORUXq+6tDJRtQspHKbYNvD0EKGWHlRYrtSBcQAttoDlc88WXPCJEKIBx58EJ/+109ibXlFWKS0Q2DjRMCT4D5fm38yOCNmnsYWFTF4HwMvymaAHmp5eRyZqJT/xeAhmcxktuYLBdTqddnf+XprK/Q3VV6uAoCbpjyuNFjCP3zoH/HKV9wgyq34K16iXvANDuDv//HDEnqZSmaQJG04VMOyZnsd9fUKPJ/s2Q2mXizR6M02xKNYl2Ni54ow02k4KQeWk4NXX0N76g6Ugk+jU6ki6ZnQt1swD1kIPpqDftnrMfPuV6DDNUx3EQZtJLw00sk2biz+JeYOn0a72qYHBzpUN4DruwE7SCFhLsPyNKxr5+GZ5K/AZbBqYEE3M2ibGZhhFe2Uj08s78czTx2D22whWKnKEJjrNwdxA9kifutlt2CXOSxqD/oEd7jyRoqX52Pw8RxzHV5cWsG//PO/4Mbrb8ArX/daVNZrMtRTX2fXDFw/N776g9Q2vKmjwINoQEfw+rlKFykPtQR2bdsEy6D9D8NgHUrFMGRJhKHkLrQ7XWSSNlKShwCstXwcPzWLtfI6itkscrYh7LL5uoZURsPFuyaQ1APxT9VCDSttD+t+AmttoL7exsSAg4mcDlvqBA1PHpnFE4fnodsaNG6vQb03QFas440hGs0T4rRs3uOZVBKP/uAH+P5378att7wGtp2ElXTgul3xm1cDj43h5lmARmSn1b/mS08ZcfN/FLD6o0Da/teQs9d3us6qPcUSYeO9MSCI/yZhhjscl89UZkAAyPLiLPxOFa02138fD+2/D9s3FZDbcTGmcmMoVGdhzawgobnIaglMdTqobT8fF2fT2L1ZWQEsLy/LGsPP+N/f+1s/zu2N+//6vyK0kziwWMb7P3QbEr6GW3/+Fpx3wQ6px+I1Jt7b+z/vRt26MbDcALv6A9kowdTh+RomJrdhctsOCdK0LeV7vLpWxf79D8gworqwiMNPPY2rXno5XnzFFViem8Hs6RPIpG2Yjo5rXvMm5Me3o9noIJPJi5WMyuBQ95U69xzGBgLYMiwRbg2rlSoeeOQx5EpDKBaH8dWvfB2Hnn0GQ2NDMDMpvOzlP4PdW7cgpwHpIEC+NoNZV0OnMAo/mUPatHHXF+/EQ/d8H+PJLAa7GoYNW3pGN3RloEHLHyeTwkq5jJyTgW9bOFYr45lGGZs0C5s1BxOpPEb27MZrfve9mLzkgt71QoBc6hmLg/METh0/ho//87/i7W97Ky7Yt0fqUZc1fe0kPKo9u4Bj2ThzZgpf/MLnsT43J5L1LMHrXA5G0sbm83bhyle8HF3TlJrH4hCew3ySZqjeZa/Tp8SKzzVxCr4H9tlLM6fw4Le+ivWpk1g/M4+t2RFs2rcTs4kW1lsupqYX8fX9D6JjDiBfyiJhBPid3/5tXH/9DfjanV/B5267HVkTmBwdFDUcCSHZ4iAuuPRKZCcnZQAZg6g8g/2Aalzv8M845Equr3gIH6/DfK9JMlYjZjv76HYbRw8fxiOPPYWBwjCM0MDJEydhj21Gcu9VqLR9rFfXcf6FF6EydQDHHrhbhnrJ3AhSo+Mo7tiLdNrBzrSLEZ0aYLJ91Vf/ui9/jxRuoUyeeUgN1GpNfPNrd+F7+x+THj2dMfCK616Gqy+7TKyjTFrSxGK5MMDAQEkGqCw+250WlpcW4NLexraRzhZg2Q7e+M7f/rHu8f+oD/opsHrOmY2B1U1jIyq4IZZHxz042+RzJinxU6jgJlYQyj9V4AtJG+zK9MihTM7QkCWDxEqIFwiBSpHEcDUiyCD5J8opUNgkAqwqdiaLV9dlc6+al8DvCuuEfQgl2pSt8k4iqEpgTuSdLB4NylwtrLge5houWgEnvBZG7Q4GdR0FNmsmZeNd6AJmMMW3IxJ7m+CepJaeDazyczKUgn6YsgZK4rFikMrvIkSSRS8NmVtdPFNtYSEw0AE9twgGaOJfpHxR2cD2eXSGii2ijOEVQ1IWLZEV+Wi75JWxiKDbv0qpptQgbwCbCDbSesH3kWSwcUL5h/SA1ah+JMOXTI8NYFV5wHFxr/oBmh0ltczQMjDhYs9FeVxyZVZo/YMjZJkoLzs2Ns1aDfOzc3K+kpaJTqMuC79bWUEmU0QmP4DFpWmkrVF8/tMncGquDVcz0Gx6SNs6ClkHDbcrZvxrHptfFRzFILOsARQM+q0CQcdF2wtBIJ7gG4HVUspErdnCaovAaoBC0sBIxhR5S6XeFYu2fMqEBx3Tqw3ZHLN6F0lZZHn8iOWx6CTzSUMzYaEuBjZA0jDF7oLMPLIuXY+FL6XvobAALMp1hYkWt/5RqFi8I0Yhb8J4CsnwUvcT7wn6x1H6zO+RcSnAqu+BHqsE6OjttJ7QsRokUPd1dEMNgQAtit2nZM6aSCVe6BeB1dW/+3sYEj8EYdI5AdDKW7jj5KOoLC3j5kuuxaOnprDsBTi+Oi/FxPraurAq2IwxXTmVyaLhdqCnbdSqTdRr9NhlocBri6C/8gB67hdBZx53G042j4Rlw2u2RGYqMQK8niMWKm0Y4oJfDS+kQ4HhqGaKw42gw0Y22loFlIgtATaq7P6iUm3Aihmn/q7e4fOCwNFmvQHSng2sElz5uSsmcc2+YXzoa0/D8mxctes8XJgbwNraFEYcEy++/Boksm0Y9ToCMm7FR8lDQM8/L4DhZJGgBFZngFGSxrFi9SAraGzITqa83wa8BuDWBcwgyKgCikwBZCmhFehImhgVskTpf0j/NmGrKq9QrU2mq2J9CZNX/GI9WSfoX7zu03rCxYrbwUyzjcWOi9UuBzH0rzaE7Z2lB7JuIWd6wnpPmTryloGsbQrbnOYblnglM6QpgU1e5D9KNq5G2bsKUZHWik0fw7FCAsBki5KO78t1JHYOnHZzokPpdzQYkmApSvU76jMmCLIKEBsxliVESgFpQn0z6NsXhWuJVUFvQ+sRk+Uc83kjtiolVVLgeq7YI6zRy5uWANJAejCCNpJhF3Q3dKCA1VBLCUAUUPpkWHLPdjkoE8eGAB6asOjt7XqwZFjGPSqQPUrXCaqTXcsEGbKWeE51JP709hd6i6OQ4TFWwGoMoPY3YrEEStimkhzN4Y8ahDyXSbpRtMpzxMdVrrWNt9a7f3hsY6bMOeFYcrqjwMfeI/kcEZM4ZkJIKxYFoggrlq8rp5KBi8ojlreE1Ajc7yM7Iq4/aUoF5VRzT1OWQzGwKn8XywIGQJExpoBV7p91w8aBuTUcOD6LrhsgnXTk2pAhapSQ2w+skkku/+ZeHsnlBGgNPBQyjiTtDg7khB3KEMVGqwXbMfCzP/tKDA6VUG9U5XhLSFRgwQ8m4CMte5YIgniPEjA2LSyvruKZA4+iur4sQ2FTM5HOZjGxbSsy+ZKEOCTCDjQOi1szGCoVMTBQRKvTQL3bwezKCh5ZOIbqehWXTe7CvvHtyFoE0Ryx+jj47EEcOXIEk5OTGBwsIZ1KwbJMGGKwrmN1tYz5+Xk0623kcqNwu7okPg8OmHKM6enY6apwp2ajJh7ruWIJLZ+BH7OolauYGCtFQywV1jg6OoKRkWGR1NFqnlYcdmoQyfQoTEtJ25V3Pa+GjX1EQE/TFkCwUi7jqaeewgMPPIDpqWnQV9d3uwJmkjlG/1O+b74vnhseawKgsb8sn5nvRZrniLEdDxAor6Y6gr8vUsaIlclzRtsbASTJxg4CmAR4NQ31tTUBVOJ7gY+jj+323Tvw0Y99FJdf+iJlfRLdF8TgYuXWC73Jb7v9U1IjmvQNNHgNqaW/3amhVltDt9vsHbd4qKCq4mi/k3shAlazhQhYJXs+B79VQ2f6Sxjwb0dQrcBzE8hO5sSXOPyehuqTe7Dy6+8G0nl4bgu6znXRxEiyjquyf4XZg1PwyVJNJ9ESYFXty0ZIVn4XFrpo6yUcNW5B2bpUvsdj7en0SwxQSXr46Jl7cPzwSbjNNoLVNSToJSzAagBbt/G2i67HTXuuQld6AlvCF0UR8iNkoR2/i9XVNdz+8dtx5RVX4uZbb8VardYXIHa2UuVsYHXjZ/Fr9Ja/iEEd6eI3+CaqwlDM/kQHF+/bg+FSTq7mtWYT6402ObriC7yyqgJAg64r6xH3RtYLGnuIlbLsd2MDBWFJlttAKqvhEgKr4sfNWkET0sh8tY7leoB6syuM/bGshoE0q1gNTx2Zw+OHZqGZzMYgoMsgpI0QrhhYVdfvhtxXAaspPP7ow/jut+/Cz73ldeLPS1k2By+yZ6gJ9Vm1VG9PkM+zUWP1QM4IWI2v/R8GsJ4Nrir24/PVbBs+rGfXflJvR++N9zmBVSkNojBlj+cgMyDM//LinNgtNVu+AKsP7t+PyYkMCjsuxpncKMbbZYy3uJe78DptHKtUMDe0BVeNDGLvpu3I53NYXl5CmxYnPwGw+tX/8ctIFgbxtUeexsc/fxeSponX33wTrrz6RcrepW+vjteTfpZjfEpUjbsRkNdbe4S9LqNGmFYKA0PjGJ2YRCqTUXWl9O/sSwI0qnWcPnoU3/n6N3Dwscdw5RWX4aYbb8Dg6ABmF89IbXXx1ddAt7Owufbn8r3amj7jvLfV+SITk+rQNubn5rA4cxLLlTIOHDkmBIFCYUj6n+99926cPHUUoW5i89YteOPNr0NSSE4hBjqrWGwHCPJDcHUHg8UinnjoAXzjzi9jU64EZ62JTMdHmv0C9bAMaSarPUlbmyqShgMtncLxegXHGlWU/ADDmoGdg6NIDg3h1b/1Hlx0w3Vyj3J95d5Qp6emYwu7f/r0GXzkwx/DzW98HS67/MKofg3h1uYwv1xFteWhVm/ggbu/g6cffhAFzcN4sYCxgRIyqTScQhHXveH1sHJ5uCJ9Y3eqvJaFHRr3iX1LUa92o4KFnqztJu792pdRnjmJvZvHUZ2dw/Qjh5EfLuGCl10Bc6CESrODe+7Zj7ufOAIj6cBM2viFX/olvPY1r8XJ48fxsX/6IKaOHRZrEuYm2Kk07Ewer37dzdDyOQmpIpgag6jxOtEPqsbhVbHlUwysqvgCte4lHQMm+0KqvFjLLCzisYcfxup8BfUu1740SvkkUkOjmNIHsOBaaHd8bBkdRPXwD2CXT2Pb6BBqLQ9V34RX2oSBTZOYcALsHLCgU60rJX20DvVtpLEdjBDXxFpIx8EDh/Fvt9+BwcFhbN+5HfMcpAQeXnHdtdg8MS7ngrVjvL6wHuJwleA6sZfFhXlR2PKaHhgYlud883963wvdvv9D//5PgdVzTm8MrI6ODPVkLr1Gi0yDCPDYKCwUm4SXtVIbSOekilTxzQvh6Uy7V+wrmkmLN51GNiLB1hB5LYGiFSLFhlxss0I49GOSVHa1YdMKgMAqGatcowXA8Vzxq2JjQ4l2i5T0IIRD2Z+hSdhQEwmshRbWOx5W6e0UyqvLVLmkdTBuadicpGUBQbsuTDbFoYZaJwZWNxirmsFpcdQDPgdYjcAzSRDkcYJshGQULLe6OFZtYzUw4FETzM0qEaAtwLUKQRH2mR6FWFGiz88lafJRIIfg1ZQIcIrUESN6Ah0sMo2wi4IO5E0DuUSANKXDYpnARFwyW/sYq9H+2s9YJdPUZuAXQ1Y6XawHPhptbiomMqYGy3LxkusGsWm7hVQ6jeHRMWmCyCyi/1ur3sACp3KahqRtod0g48eU0COLm2xhAOXKEgxk8MSjLu7ZP4VA09EiGVa34JIt1HBR9kJ0DQu2RhsGMtsC6D6vCw1DhTTykooewudEz2PzaqKUtkX6sEJgtesjT49VhlWxQKp3BVDJJQ34oY7Tqw2Rj2YNDykC7hFnWrZfLUQ7NDHjGjhDn1NKdQ1DgNUsmyvLgJlQUhM2CXlblwAszXPFl1JJwgQOUEqwqNhUOBDDC3jeFCtbhasEcrwIjMvxty0JOlnrAg2X16yOJehYJ4tOsuelzN0AGcl4MDQszv94jNWVv/17waDU3agLO08rZvDt8nHc/dSDeOe+a3GqXsfR+SWs1Nfhug1Mz81gvdaG77EASCj2IQGKrIlqpY7ATwjjW6QxJHRF7I9zJ+UinSMzjzJrMrPTGdgEF7u0eqiJlyWpvOIwGjUYPWZlVCTy2qcvHxONeU58vwPf58BBnDIVg7GvGX/uLhazSvoZKarw7596xu+9F26hTm7v6ciSe/meLP7oF/fhX790BHc/3sJN+7bhtbsnceLMNJrdLl511bUwJiw4lXW5dskkZ5AV5XpsbTQ9hdDIAWYG0JMqpCv2cJMsNWlJhNXN0CoErqJmcOhk2UjoZDqS468JizNBoDEGVgmmilSH/rUMoFKFnErbjkL84s8USXrarot6p4UFNg3rLUw3W5itN2T2lbRsJPUQWR3I2g5SpitrOQdmZJ/nk5YAWyn4sBmOFwJ2QseWgO9TgYWBmVNsZPGCVcCqoAJ+XVkXENgUzyn68iUQOCkgmRLGEn0/BQiPfGMT9QZCgiKtVi9kinsM1xfV7BE/VlN+SvMTTFAnwNrfdcRnk6/JPYvniHYcik4jwAm9mituF+u+K35sfN8Wk3FpB8AhGqXL9IbUkgKs6kkyBGjpYEZWDeocerQooPdh24XGojVB/QGVFSqcjYx6m9JuBgeRwUrQ848/+oKLMFoB9LOB+huujWtaWWjEEkvxWetXo0SvGg8e4ucQ4El+LwJJz5ElyuBIV4yuc5s/FVAWPfacx3EvFPm/hK0oAFQqCoZhSpBkQgpe+gxyr8yaDFbU5N8ctArgykGtgLDRoJIJ88LMi0551CyR2aqS35UvLD9M27SxEpg4cnoBJ49PC/jKdF8Zorpuz9og9lllIIewX3VdmOf8rPy3o/nYs3M7tmwegU6mVIKJxi7ml5YwMJDHK677GQwNFMSfutN1hSGUCEwBVoNEFmRXJGS4p3xWNcPC2npVGKvlyoICVnULTiaDTVu3oDQwDEO34XXrCLx1mO4Ckklb/Nx4i63WqzJ8fHJ5GmvlMl688wJM5gfU4IUzB9PG6ZMzOHL0KLLZjIQ+ZdIpsQFQN4GOVqstAGGlXIXftdFqa5K4PClgm4ZmoyFWGWSf0l6AYF+gGZheWsH0qTNw6x3s2jIix6jrEeQ0MD4+ik2bJuCkVFCI7EZWGhbB1dywBDPxPoyvu9jr1HGSMGwbP3joIXz7W3fh0LPPYn2tKgBoNp0REJSsUTJVhVWaz2NhYaEnWyeTigArr7UaQTUJcbLl92OLByUFVCEuTIGPWWF8L/wdKldYS/BnHDIStCWQQq/4VlOFmLAupbXCwsIirrj6Snz0Yx/Bnp07Fcs6uql6ZcMLvsOBT37qs5EPPKWWBFbVoKPVqaNWLaPjNjYGjj1eYt8sJGKs8rMncwWYqYzYNJl2VoZxrelvouB9BKlWDevtDgojDuyMDm8tgeYTOczs/s+wxvbKeqkZXbRDHecVZrEn+CecPjwN00jKut0Eg2A16NyXOKhwLVhaGyz253EpTmhvR0c3oGue2KnkzBSmkm185Pg3sHBqHl0e13IVGgP56EXfosTaxNWje/DrN70NXs2HZdkCuirP7ucPMeEx5/22Vq3hU7d/Ctu2bce7fumXUDkLWFVAqHQhMakksk9Qp0jJ/HvVQ8S6VGtqzJDaOJkbzEEGc/mYnBhFLpOE67lisUEbAp6zTDaPWqMNw7Tgtjti38M6KEiYMO0kvK4Pn2Fo7IfoW20wNC2Fy/dslkGnWNxw+A4fy/U2jp2poNUFtk4MYixnyOCTkPMzR+bw2LPTMMlo8fmYlorK64GrG3uAsiCKBtsEVpNJPPXk4/jW17+GW295HYqlkgDa9GnuVy3En/4sMDRW0MQDhej15K4/R717Noiqnu2HAavnvtbzAavqtEXBXFHtHTNWFbBKK4ANxmplaQ5ht4ZWm9drgPv378f4eArFHZdgLjOEzZV55Cib5rC20cKTrRqWhrbh6nQG52/bgVwu27MC4Pn/w/e+98e4u4Ev/9mvYnndxW1fvxdPHJ9HUjfwsmsvxStvujayqVHe6f2D0B8GrJ7LxI6PKYF8evNnsiWksmTgk91YivYyQ/o9+kmvrZaxvLCAmVOncPSRJ3Ds2DFZb2/82Vdhy+6d+O5D9+Pql7wUV1x5NVISpKdIFf3rpjoIMcBNL+gmjh16Gg8/9pgECDKAj6q8dCaHankVX7rz8xKaWCqV8L+9+xewbed2rK2VUQqaqDLrIpkTAsrQUAntZh23/fPHMXf0JF40uQ3BShlpL4QhNni0L+TwWke93YQR6rBzORyrVzDdWEc28DFomZjMF8UH/+o3vg43/+avw85wAEL7glD2Bl4rPB6HDh/Hbf/yb3jNq16BrZtLqFWW0Wm2RFVyutLAOmzpj5ZPnEB99jS8yixMt44CSWWFHEZ2nY9Lr381hmkbkUmJkoyCKgbf8nixNxSrhxhP6VMLMYg149g4/tRTuOfLX8Bg2saOLWNiozZ96DQqJ05h79AEdl96CTBUxPzCMj7zhbvw+LFj8Ao5vPg1r8avv/e9CFptfOQfP4i7v/UtJK0QQ8Wi2MJc8ZKfwTXXvQLtgPWOKx6rvWulT+ofS+V7oaRdrle+ykoQJZoCOrksMWzcctQeSmb+swcO4IlHH0N73UVTz6Dt+xhMh9i8ZTOWzFEsaEXp5TtzU9imV/H6K3diz2bWAxpWq13cfWgGx8pNZI0Errt8L1K2yuyR2/wc0p8ykVNKUX4WWjpMn5rCvd/9HsaLIygNDUiw5EplBRddvA97ztsjdgAxsMrn5HA2l8/IOu26HZyZOyNqyaSTgmU6eGD/A/jQp+76se7x/6gP+imwes6ZjYFVMgn4tcEaURK+eBHnza/YK1HzI+1SNHtPbMj5pCkiG0pM9ygHVewRKYB8T6S0w5aOghkgrYWwaSFA9knoRozVmE2jpPcEVtksEFglMGEa9LdTPp+tri9TazLZyFCtdkNUuj5WO2SKhnCl2WbQiAp8MTxPGFfbcgbGDB96ty2BXX5AoPZsYJUFIT11HEPBRVwkFGNVKbOlYJS0dxX8wTKGVgAMyaj7Xay5BtzQQcNLoJHwUQtcrNSVxQCnLSLpj2SH4ulK3yU2lyIrUs2mMIVIpfe66PgsBnRh5tLUe1ADkgnFJONmkk5ZcJJMru3IdIVyXfssKwDFlhV/KgFWaROQEBP8dc9HrUW5EkFOYKAY4IbXDiJT0FEsDWFgaAgubSL8rjSfnWYTSwuL0EIGi9FjtS7BIFq9hk6rhVxpWKXUuiGa62O4/dNPkJCGWqBjpuGj7IoOF5ajIZlyMF5IoeAYwmwuV5s4eLqCRqBjb8FEjk0lARC/g1zKQIlpva02Vlq+SJYJrA6llTdepUGJko6sQymuhukovIpWAOmoIOZnZoPp6wbKgYEjdWCxa0iSN+tOgjRiS8HPpntwNA1ZQ8eAY2HA1pAUS4dGr2DgMRB2VOTkSe8pnmBeF2LjIM0yr5mEAFKKvaICbAicVlo6FjoBFkIN9YS6jkXeTTZZ5JlG8JLHndfH/NyPB6wu//XfSUXrhwoQEl/CTBLP+su4/cA9uDI9juHNW/HM7BkcPHJUjnvN76JW72BlrYnKWk0M15OZFNLFNFZXmITMABvFwKZUktYVGyDlhvRahjD8j40UPxfNawkgm2RnKOBMfHUVciNNRszo5kBCyY/JIGLYC32MCZy7CAg88l7p2ZX0S5v7F7ooWCL6Fo9/jJWeC6zGRYWEwGy0Uz0maZqM6kQXb75yXJqYz95XwYAR4A27R2AYKUytzuEVF12C8T27EZbLCNv0MiKLnCxSsp8JMJLpmEbCygswR7YqrxmJTON7iya/lLyAonROXsmUcyz4lP+blMOSCZRA4LoIuh1oDLgTFl1kCSAy70jW3cOGVQJ9zFhFxwXaLoJOG263ieV2G8cabUzVm5heK6NRp0zGhmNxaMQBlimMcwbgORrDDANk6MtsGCjoDPEJYIZUJpjYgQwMsTiwhLFKHz0YlPvyconYpgE9IsmqVTJrmmJpTN9OZiSUg+FTTJaWLwmV6gK1CsJmG+F6HYlGnUkFEqagDER6fbByBeCFRZkPm9PYf7XXmfHQ8viSvSvCc2ECi5djAHQCH2vdDirtJlq+K5cY1f7kZaRDX1ioFJQnDLKOHRiZrDCNCKzK24iYtqE0xh7QbstAoEPPMb+DVpfnNSHWKmxY7GQamuWI36b+5x97wfXXucBqXHTG13fMypPGRx0cYdXHrL2YIaEetzFw6NUDkhS98bbi2qBXI0j+3wZL6NxhRf/7kO24r2jvf+34/UmxyyGOMPQM+TOrezK8JJhHJrVkWdEOQJjQUYI31SMC0CpAdyNgK5ZqK5CWHo2M0VhPmKi2Axw9dFLk73YqI5LwmJnB9yne15aFZquumgWyKvusC0ZyNi668DwUi2nxXiP7p9HqoFarY/OmcVxy0YVIpW0BNdsEVsniljV4DH4iq5gVgRosyr2uGag16kOyQDQAACAASURBVAKsrqzOiRWAqdtwcmlMbt6CdDaPankN3c46BhgypDfg+y4mxsfEx7TZaaNWb+LRuROoliu4Zs9FyLFGokezlFc6zkwvYmp6SvYUhl7Rj5UBHHx9FQ6kC7B8ZmYOC/M1WFZBgNWhIQuWoQIpuJTIdsdb13LQCoFnj03h2NGTcDQL528Zl/WI3oWWbWDr1s2Y3DwprFgeR4ZdEViCkYSVGoDuZCVkL95HeOwdJyXA5pe++hV89UtfRmV1VY6/bZoSYJXJZNFqt3rhY5VKpRdGReYqry2eO74eAXWyTskw5WfjF8+zBFkIAG8IQykO+eLrimpCgjsIohvCzHJohUOwlaxY+hJHgRj8PT52dnYWr7/5Dfibv/0rbBob29hFIn/nH5ex+slPfUZAb167VgSsst7m2r2+XkG7XZPaIr7XnjNKlD1NgcpONgcrnYWTsmHYKRm6Nk/fi0L37+C4q2LTNDTK605Hw6cHvoHZ2ltRz14lmQBuUEeg2bhi9FGMrX4W0yeXkcplEFpJtIUcoMGkuou2AS2y5GnjFaIeFnHIfztWrD3QNK7bIbJ2Bk8lV3Hb0W+hdnpd7KnCah2JlAXNMtFdrwuwPphI4f+65Vcw5GfUWs2pigQ/bcj5+0EnKrI6vidS0Ds++Rlkszn8xm+/D+Xaep8VQLymKZWYOn7nIH9SFGy8RpyyENcKMQgYb0BqqMN9xFY2apHEnveVQBBU6Bi8v3i/qzqDKpDeEF4wFqUUJCObn8PzfUyMFXDV+ZuRUuWCvCdWDW1oOHJmDSvVFnJpGxduGxCbFJ7rQ8cX8PCTJ2AmlTIvETIsayPw8/msANSeQGA1hYPPPIUv3fkF3PLm1yHDJHUODyOQ1DLIin2uSkiOQ0yn7gNx4z1JRcM+VzHUfxyfD1g9+zhHRzsCWHrbejy862Os8nEE2FmLUxkn3FyCZpEVwNryvDBWO1TOwMf+/fsxNpHCwPaLsWgXMDI7BdtheG0CmYSJh+oVrA1uwzWFEnZt2SbDKVoBkOn4kwCrH/s/3omDJ87gs/c+inXPFm/2iy7Yite98ZXI5TI9H8jeADIKf4w/u5rdxIDThgduvMfLaWEPaaVQKA3Boseyk0a+WJS6jOtkOp2RtVy6UKoBvC7a5ap4SX//3vvw+JNP4zVvuBmHT52AYZv4xV98Fy644AJ5b3GNIcow6bPU/cS1kusivx568Hv41Kc/LYBqJldAvjQoNkhUi9z11a9h//e+j6HhYbz2jW/Eta96JZbWKjCba2i0OJxTjOmBwRJy+Szu+c69+OTHP4533fwmlI+dxOqRYyhqpgRU8rpmf+Wy5/UAK5fD4bUlrHRaSPmK2f2ivbvRqrUwuHMr3vH7/w35kTEhWfG+kSBDZoekk7j73v348p1fwr4dm7A6c1CUoiQZrHoG1s0stl5+DQYmtmL26FHMHnga3doMvNVZWK0qhmkBBBO57RdjcGwrLt67BxOjgzAZMh10pB/iGkGgXwbQ0YC4x1g1E9KLPnTXN3Hg/vswOVrCxMSwEIharo/hdojgoaNwOPgbLSFIJ9FddfH1Jx/Hd86chnPx+bj5nW/HkSeewcP3PyRe7c21VRkSlNdquOKl1+I9v/EbaLUqMgDlvbLhp6r6qbhWi/+M/fRlKB5ZAShQVQ20c2lLBjDsYzvNNu6/735MnTolaTHzTVr2NbBtwMHuyQk4QztxqhVica2CxtRR3HTRNly9exy5lCY2NYl2gLsPz+DLP3gWqUwOt77uRqSsiLB0DrCqBmOKGEFQnesra4XV5RXc973vwai7svcx46DldzE4MoRd5+0WnEf+iyx7aCvE4axOUlerjVNzU2h5LnL5PE6fmMK9d38P339m5gXX6P+RH/BTYPWcs9tjrI6ORKbs/IUNbyEJbok8P3mzxwnZEk4TLQKy0UYJd7Kse0K7Uim3gS/+lindQMnyUUqSeWLAohyUxbkUrOx/KYcnQ4VFvfKoFJ9Vka+EcBxDPFZNTrpJ1+/6qHshGjrlMDR+11DuULoZwk+k4IskUIcRSecDYYXQOL6LvNHFnkwSg+QicXEj07XjRlYAirEqUh5J9lThFzJV8n10IisANmw9YDXKH+eCTtZo0+1grUUmgS4BTMmRIjKjJdz7wCG5gdlYsKklcExQOOskUMxnpchs1DkpS2BseAjpbEaKfho/z62uo9zsiNR2wDSQDlyYfiBMsoGMiVSaoEUolHoufCzUWAxHCn406SEbAatcPwRYpcSAoGoXqLZcYcTZiQC7d1m45voiTMfA0MgmJLOUCbAcopQVYmpeWV6VTYHeMp2mAlb1dhPrTD8cGhWWbafZgWFM4t8+/QzmVnxUusBcCzAcG+NDaQymdKQcA5PDg8hoXQmIKrcTuPfgHJ6Yqgr4viWTQpHXWdBGJq2jaCfR6BBYDQRYLRJYTSlgtVxnGJmJjE2vHQ0zq2zoTPFYpUzEY4iFBJgl0NIcnGgDMwxKCBnkQwY2mW48jATC6H+jvHPp45XWoEJRDA0DNvO8Q5j03IMPixJRXg2SHquAVUrKyOThIs+LiS0ESws+N0EmM5lCxw8wXdOw6IdY1+hCbAhzSVwjyYAJKCFXFg1kcFGCeWah8oLXZ1oBzP3lB2CwmSdgEfC1aIehoZuy8LFT+1FbXMTl+y7D4dPTOH1mBiODw1hYrmF6dk6Y4estyj67IhtNFvM4c3oBXZfFVATeiQ2AQvBUcxOxLmM2CI+vTk/lBDSyMSj95hUv/onR8IMbI3sl2azJAOK6okBpAXDkzKlgOoa/KduBSN4vjG5VnsSMu40DdQ5I2tcMxADu8x1U9TmixkEsPzQpri8aTWIyZ8CiKX7DRjvs4HxHx3A6jVqig6tGBnDBlj0IbQ06Pc0MMi+BoN2URskw0oCeQpBwkCBjlReajGbIsuQ1SM9NFTIhVSGxUBYqlgOPgCNl5Iatfo+sU1qFEFwl+CgFjpL1qaZOeb2RsS+gqjBdaD/hQ2NYU9tFotlE2Gmi5rUw1WxhqtXGsWoF61VXgGzbBpivwQFYBqbyWNWZzxUI2MgAQ0rkCfUmKVnWbWxHBik7A51FupUSsIiBW2priWwLeJ/Re1iAYyKXFvS0g4CNPhlJlKHKeQ+Fqc8pfaKxhrDRQFipAdUqEmQA0eaEDMLoNMtjxItTxPGRzlo0uD2wXHoQDjHYoPO9ESAlY1Sc7EMJVat326i0lLSaYRfcF1IhkJS114NOCxfxnctAT7HodyJgVbHY5Z1z8yCrmGtBt4OaW8caPRG7HZVm66SQ5XOwaaBvLs/tX/yvAVbjRra/EROAKbYC4B7cz8aO0lOF5Rx99RhYMvRQlhrx8551z0TWHP2AqlQSmqbCDhi0aJrSmIt3F49J3yBX2orodZl8K/Y6UaAR93wOHktMCE8S2FN+hFwppW4QJrQKPopfM/7MwmilXD/yEOVaqsBgAy3TwKrUGAaWl9dx+vSs1AGKWa3eD2WRBHjJmuy4KjE+Dvfia7AW2TGWxwV7d8G0qeqgqyNxdP6eYrJu270dmq3Cwfg9aVBgwCOwiowAq1z3lV+3Cv0jEPDMgcexsDglXoqxCoJ1TbPVweLcHDaNFHDNSy7GUMmRRGuurVu2TGJ4aFgGpj+YP46luTm8ZPsFyCdpWUHwJhCVyokTU8JC0g0tYn6mhXmVL+ZkHSdDkGvE6VPTOH1yCW2XyqEQW7cUhR3Mpptsco3+xfTZtpJYqjZx+NQ02g0PnWoTW4bywsIjE6ZQyGDX7h0YI9CoqwFvOp2T/ZkgE1n8plUUaXhkzyjS43K5gi984Qv4+pe/IvsEGaG0LaitrwtIOjgwKKAGrzEyU2OGKRsjnj+ybgUMF5uliGHs8Hipc8nrMQbRyUbl56atAJ8vtmQSwC1iU6cyafGpFTsAsg2bLfldPk8ckrEwP4/3/Nqv4I/++A9RzOV6kmgB2/rGdS90I//kp+6QRwvQb5IRpPZcAqvVyipafcCq3Af9LNk4MwFUJCn2s5XOI5kyodkOEqGD5tRDGOj8v7CCWdQaFgqlJIJkU2wBCpqNsvFynPKug5HIwfVaSCV1XDn8FSRP78fCSgPZYgE+AflI/ss6g8CqxjrBD2EyVElPYKZ9OQ7rr4WvU+jrI+sksT85g88fvA/udFMSxRPNNo0LYaUcNFcq0BwTiY6PX37Zm3Ht5ktEkSTDOl6D4hf0XNYqVyq+Fw4Z7vzsncIM/d0//EOs1WtKTdcHyD4XtOuvGfpAwAhglVJHFglF2uh/fI+M0rM2iTem2MNaDe9kgBMp12StiYY1MtyLhl/KZ1h5VY8MpXH1eZNIc9gomDLvRKDS9nB6qYGVWgtht4UrLtiK6uoistkC5pdrePiJY9ApJZGhhStrkKyX53qs0queHFgBe3wBVo8cPojP33EH3vbzb8Hs7Iycm0suuUTYtKxRRU7Y99U7DrwG+liq8Xoaqyqe9zHRN88GVTcC4Z63RouA1eecv3M9Vmlt1APhE/A41KQVQKiBwKowVukdG4a4b//9GBq3MbbtIiwbOQwuzwDNhgSJcZr3+Jk5rGcn8ZKd27B7+66zgFWerz/4rR/PY/VP3/Wz0ud98/EDWG2x1tCxa+swXv/mmzA4PNADuOJ1KfYh39ir42Mld3+PDdl/3NipOJk8BgYIrKalvqJfLgdfXG8LxRKSDgcXCVmbxYKHyhrNQqPaxEf+8UPIZHMYndyEw0eP4PobX4Grr75CEYb6PNXjEEIOIJvNhjwPn//Q4Wfw4Q9/RHD3gaER8eRL5/MYHhzG8SNHcNvHPwa308GNr3o13vhzt6LWasMjSYchb6by9S0UCsjlczgzt4AP/v3f4w033gB3cRlPfOPbGLeSSOqmALpN35V+WyNjJpnEs+UFrLgtjNgGLrlgJy7dt1cGtHY+j9HLrsZ5F18GW0IB1cCGA396IN/x2Tvx/bvvxnjRwfrsUexiMFSxhLJvYzU0kd91EYa274Xb8bA8M43G2hm4c8exM6fBchI4Vm3h0htuQaUBnDx1Ehfv3Yl9e7YhYzJ0ri2WcGIJEtkExmxwWUeYO4MA3/7cZzD17FOYGCpiZGRA5jyNehvnZ4bgP3YcqZWaIiw4JnJ2FrPtNr547CC+W1lCvZBDpdqEljCQzaaQsjQMlgo4fmoas8sVvPd978P1116Jdrt1FmO1H2SNwfl4r4z/3ABWY2k+kElbsrbRt7dea+Lub92FhbkFVLnWZQehmWmszEwhFXi4ZN9FKIyNY25+Bna7hit2b0N9dVFCcYmTsL5ftXK4c//jEub29lvfgEKGYeJq+HVuvakYaZqEllcqVXRaLjrNBmZmptFaqiCVSgqpiQq9ZCaDPReej3yegYi06eMAQHnB0wpg6dQMpp45iORADs5ADnY6LcDq6eOncNvX73+h2/d/6N//KbB6zuntMVbHRjYYqn0J5vGGGE+jeoxV2fmjySMly1INq6qRzQgrBzbeBVPDkK0jbySQTlAixGaXfqMszlXKMBmbrBXotUpWAItYAnkKWNWl4UglFbBK4NU0dKy7Gpa7IZbdADU/Ic2RR3YBm0PVTkMPDRg+gdYQLq0GKLdjqqHvYszWsNn2MWh44rNT7XSFju8wKCtOVzQUQzSqj6QQZ2J212PSKQXlZKyqMBzCIpTNpk0LTdfHbKOLxYZimqbzaZiOhWmCYrLGk5nE0IE2isUC9m0ZxDDDJ5jY6iSRSafhdz0slpfRaLfQafk4ubSGk0urNP7EkGNKwrSTAIYzJoYy9D3zRJrX6FK6RjmE9kMZqwRWKXsnUMJzUO8aqHZaCHXlV/uSq4ew73INupnE0MiksAYI9lGuyXPhuR1UVsryWLLY3BatACyY3TbWV5cxNDKBeqMO323DMEZx13dW8eCzVZSbXaSzDi7ctQk7hrJI6Uxt7Eg4GTmm7XZDwpsOLzXx0KFFzLc8nFdIYozAUtBGKqVhIJkSNhC9SWOP1aEU5YiBeKwyYTVtaWLdOL1Kw2kDGcNHUrp4oh08dyaWXR0H6iFWQrKHeNEqhgCvYSUvj7y7Ik8mlVFPYDZEJiRbj97BQN4IkTMCOBqZrgRaeVv0AatRs08gk+wSEWRbFnzDRqXewVGPDA/FYmZZy+tJfH8FVCM7itcx08UNpG0bh6cXXvACTWB19q8+AD3Q4XF44WnwWQ8HAVL5Eh5qzeHBQ49h08QkjhFIraxLuM7x6WXMLc+LgXG2mEej0RY5hJFMY+7MItwWpVMEZ3i/q9AuFiT9QE4PMOFnEam0uvcpAadnYq8A61WHETOEgFvkuScQigD7njyH8hcjgB0x06QgIdCqniQGVvvwoZ7U72xFuAJO+9mr/QdXgbkbnTDXnlJGx76RtNhvdNZ8WE4KtSDEnnRSLCnIgnv1WAmTgyV0TQ1JkaLb0M0EglYNHllOBA71NDyxfaCjMykovA51MbMnaqTZClAUSRsvW9thcouAjmTrUGZPYEMqVLclbMgEmcAK01OBXvI/VWRLOrqaGohfqB92kfBCJNo+KK9HpyEN+lKnhelOG0eaLaxXugi7mmKs2opxzfRTrh0cwFihJ0MF8VaVAQOErZqxUtip58XHS+wAKBGleoAFr+QP0TaGHqv0jQ2QIIDqmAgZ7pF0kDAtkdXzOEiUooppV/9160jUGkC5CpQrQL2JBKWSXkd9NvEzjgpj0uQ9FwlO4oU5rqQG0lDzd5IFeS3xqzVTwpKVMDtJhvfQ7LZQc1syKKNXX9gNoXNt9VowyT6mPYCThpMtIJliII9i6JIVIsdcLkRd+cGSGdempK2G1XYNjS79iQ0Uk2nkyHjVyEJLQrNs4P0ffsH3uGKsqujD/oKzn8EVf1+sAORu2gBQN5qz2NDj7LcQwak9P8OzfhrJ7uOGgD+LC/EYMOD7iP1KhRHhK2uUmMkSs6D4ew7tHyKZLa9V/otDwIKdkEAVqlfImlRhgvxPrds99qwAWOqzWbQMMNkgqtcnsKrWJNqu+GjbVAnQ2qSNM7MrWFotox0xj/h88edQNgIMHOT+p4Bi/pzPffGOMezaMYlQZ2CPp6wk2rQ3CXHhhedjcPMomkFHvp8xVePH4AgVXkUrAC6ElA6rNZ/eiARWn3zqYRw/cRDtZluGlK1OE236mra7so5cdskevPiKC1Ao0CLFRrvTlM+5eXITBktDeLxyGssL83jptguQsVMiwaPHc7vewvFTp/H4448LqFgo5lEsFFAs5DEwVJIQRYI5/KzLS6s4euQMjhybwshoERdduE0GqnweHmHur7QqofpgrryOuXINe3ddiDPHp7E8dUQUJLR3KpZy2L59KyY3b1KW0hxSOXkYDBvTAmEO+Z6F7MReOT9eN0A6nRW/1L/6wF/jyDMHkM1l5biPjo8J65RBVQ5BwYh5KitdVKzxT3qu8vcJosaMqvh3YuZd7D3MP6niiIPL4nuld/8keL0aYgMgPquhCruiLJ5WAP2Dg3K5jN/7b7+P9/6X35SaMLITVky/n8Bj9TN3fC6S2rJpZciYYld1vRbWyitottZ7jFX5nM8BVhXAJ96zBIhTBTgpKiEc6EijOfMEcq33I5eYQ63mIpdOoau78HQXua6JVv48nHRvhecOykozkK3hRcXPwjtxEGsND9mBIrpcO2Vg05X1njWyTRCRIYBGKOe+1S5hf/h2dBJD8vN00sK3zRP42oEnoC000A08GB0PQdIQX+H1pRXxoqbn6FWlvfiNG97KsbYA2774rG6sRgJeRxs614VuGKLeaOJrX/wqFhcW8Ud/9ueotZQcXwGrqkF/PjZkv5z6rJ9H4KpI2nlOI2A3/p1es09yR88zWN3f8jNp4jnwi+sL5SUv+5aAtCQwqPAXye+k9Qg0jA6m8eLzJoWAQL91SmVZqc5WWmIFUKm3kUkaeOnFm7G6sAwnlcJqtYOHHz0MzSIrnnVGpwd4qjVXqRZkzeZ+LENXxSTmWkuw6zOf/iTe8pY3olpZk0HM1i2bBZwlmCaBrWcXWmptFHnw2YB3zIQTG4MfwVjtfz71941e89zHiS919HX2+2C9uOFtzPU0Blb5CH7CVHaQxkxYW1LAaqPrSjW2/777URo2MbFjH6p6HoXVaXSqaxgdLEo40lSlgdNNGy/ddx52n38RMn2M1Z8EWP3wf303js2cwZcefAQrDR/pwMC2iWG85k03YmScVn1nA/jKh7yfXa3Op9p/4/vg7FEOa51sYRCFPG0dUmJnwpBFMjPJ/ifgms3lhbxgOAwt1IWQYUXg6nplHcdPnkZlvSrEoJdcfRWGRwajwFFZdXoFuKy97RbKK6vCFKTEv+028KEPfgjPPP0stmzfKcHObuBhaGgUI4OD+MoXv4hvfuOruO7l1+Gtb3uH1DO00WBgMm8dx6HXdgqFfBHVWh1f/tKdeOmVlyPnB/jGx29DutaW0CjeH41OCyZVEex7TANPL8+ibgDbChns3TGBfMbC1slJ6MkUMDSJnRe8CLsuuAhWOiefwaA3bLuLL975Ddz97buQMrqonDmEnSMFjBcHRG3RTRWQ3rYXbmZIQphmzixgKGdjT9bAeFAmVQrfeepZhIUd2Hfl9Xj6yBEMZBz8zBUXYriQBLq05iAZive6spyK81ZkD+JxDwN85dO3Y/HUEUwODwgJi9fZmYMnMbDUxCbXwLZcEb7bQiPswEww8DeNFV3HZ44cwMMkPDkpVOskdrThGMDVV1yOtXoT37nvEYyMj+E33/MO7NixHR23I88de632g6vx3+NQK7EHiCyRlNGeOvXpNIF6R0IWmdPx9a98HadPnkKQtHH51S/DejPEt7+7H43yEi7ZMY692zZh28QEcmaIgUxapPke8x/oc9/xUdUtfO6e+1DrBHjHz9+CTCpO+XouuMosEl4X9967H1NTs0glk1J702osVygIviIeurTvoTp3dBTn79yMTeNjsg7y/Q8ODsiwee7AUTz81W9jZM9WjJ23HQZ9eo+ewOFnDuIL+58+u0D+//m/fgqsnnMBxMDq+GAJoUV4UKU4S/shWInw7FQ6b8R0kUkkKf4qokNtzopsJj2w7XeQN3Tk7ISwCQtcLGiMTMmUZJgYylovYhmRjcd21KLnqkiedQE5292uhKuwgU3ZpkwpXM1EM9Ax1wbKXUo2FQwmDNmIYaY2F+WoqQJ3KUNWBRCnb2zW9dBFSfOwi8xVgwPJdbTCAA5TsNnw8fPrmsheiV8Ii9bz0fY8aYpYtPF5uQDI8dFCpBheZRmotzycKHcx11KFlJMy4Ro6Gk0Phu8hm3bQTUAk7WPDOeweHxefWLJjt26eQDFfwNICQa1lCePiQrlabeCpU1NYWGtJ8uJYwsNEzsIwsQj6ULExCEPUXA+driceqvSaYaPF49dxPSkyCa4Ii4efjcCFH6DuGlhrt4TZlnNC3PS6EsYnNdjJAThkNaSzAlxSlqtrvgJWV6tS9fHcKQBVgx10UF1ewtjkdlQrDQE7Qs/AkcM6Pnf3NBbbIV68ZwznDeUxUCghadAbkdeSjTB0UV9fQ63t40wjxP7D0zi40sa2rIXNjiG2DdmkjmKafm9tlFsh1r0QJUfHSMqQ/JvlegcZR1kgtIIEpstNAS8YhpWUC1gVg3XPwsEmMNcx4NP/VsAbFSohxVkMFAgAoVLEYwBQvADpByt2AQSVAmHvUaKaM0IMmhB2a4K+mgR0eK1pCQlQCwgmcoBgW6h0Q0xXu5jVHMVUlYR7ls+8mnUpWHmvmH4Lm/MmXrRjQgy9//tn9r/gJZzA6vLf/B3sjoFKtwEGMK83XbRcFwbR7ayFw8sLOLC4gOOzSzgzvwjmUNB/jTe+biUk6Xp9vYMwYDp1GitLq6itNeSY0d9TcoDi+lcC5JhOEiiGJhPvyfwlMKjRJiGSI9M42GMQFdeZuCCLvBpZZIgvLgt3Nho8HiqoiU2tSOV6rFgV8KUQ1Y1Cc6PROfuQPT+jdcMHUgCVDUhSWRVErzWWt3Ht5hFkzQRmKmVMpjLCiKGn8o2X7f7/2HvPKDnO80z0qeqq7qrOYaYnz2AwgxwIkhCDKIqkZFJUTpYsWZZk+9pn13vts+Gu7d29e8/6x7W9lpPk7JUtU6KsLFkSlUiKhABmACQBkshxcu6cqqu7657n/apnBpB87iHv/aWjOWcIgJjBdFd99X3v+7xPQGm5gNFgEDdOjiIbpddZiIZqiihaq8Lr1JWfZCCGdkd5CpI94RJs4XvVTRhsxu2QeEcKM4/7MJl2lJqHWDQSoKSHKdFxLlJXhVURzBGfazZtDMJQLUmA64sNJ18Er6nItmmv0RTWKsHJTq2GtlMX8CbfbOAyw6wqLbRahthChA3uz1zvIdkT2TIHXDI8WrK+6enGPYev3bSjGA71QDfi8MjI5SftYVqO/CouZ2To6MozTCivrPZsk1R6P7iK4Vdqr6bXrEaP2nYTWrOlgNXVPLxcgV26mtR7vBbq/neZxtLgt+vw6D1Yr0FrOIq1z+tLDygrA40gCUOLCAITrBD7GDKiOzLcomKAwQuNekUANzJ1xOO13RTWlhU00JdOIxKlbJaMOUn/k7ODZ6cm/q1saj3U6WNbLWC1WYPLYY9lIGNGEPNCsOkDRsYqQ7teA7DKM6W79K8HU7sgYBcsEjBAzkXli67AZvWMKNuNLijsPzddn9R16ZUKd1Smq6oRWDf/lxpAgYu8hgJdyLPtvzwfTODzrIKgOAgkM5oghNp4BSjlEEq2ZUkClLdmIqRsAEIBhEP0QzVg04pC7HAY7KaL6oDnoJzK4nuui2yaAxnWFgZZpV4T1U4UFdpIEBgMBtHydMzOLePqzCLKZa4pFSjJ5rHL/OYZpxhkvG6+NVIggP1bRzAxPoCgRRBEQ7PdQd1pSJjl0PZxtEMBkPNcgoutoSSGwnFUXP47Q/ACMVFSiMUROCCuYXVtGZcvX8H5c2ckTIOKQQAAIABJREFUkZbrkHZASsmgznCGCt2wbxu2TQ4jGg6iN5uBZZsolwpS45AZWtNbwvTpT2akDqr67ErecyalP/vMUZRLVSQSMaRScaRTCV9mmRS1DwFJeq1evjKDM2fOYHhoAMPD/XJdxWOWoBnp7L70e26liEo7hJtvuQuFtSJ+9P0vy3majoSRiVvo6e9B7+gYErGwWIkwYIMs2HY1j+bsPLxqE/Gb74WRnhTmHVm+rtPCg//wRXzvu98UEJWNPr1OeR/og9ddf1ypXUaTAoso/TeF1cp1pp5jR74mbARVIJ2wsoJi28NBMP9OrlO1KmqT7vMiXvgEikRpEoJl22KnIWdfmzJjV2ouW4JVdQk++dRffQof+tD7RWElsyxeMz+4h+FFr+Xji1/9urwvM2TBMm2lGPGoxHFQLKyhXivJsyd7v5yZyh9UkR83Avz4fmwJr4oiaPO8CSMQsNBYfAV28S+RDJxBo96WZ4x2P2QlmnodgVgvFjs/j7nSPiEqbolexc7El5A7s4yOERArAIe2KbTDEFCA4GBASBNic8Hhm5gLGjhZfyOmvJtkD9LCKTwUuIynTz0Hb7EmwytRRlkBRIIWapWK7CEEJqNN4Hff+qsYSozJXunPyteZS+sMe3+f4SplsMxjP/ghzrxyBp/41J+j0mAd4+97Sg+xDvRdu3d2wQKfQbqO4ak/r/9R2KabQS+fcNJV74ivJZ/u7n3YAH8FKFT47CapjQ+G+cxVAq7MWujvSeDg7i2IhmixpvoaanQIntactgCwtCJLRBigVhVWb7Fcw4kTryhrGg6oRdXj+6r6IK6oD+X3LWGYS+AQLRrCYUxdvoJ/fvCz+MiH3idMLwHa6F3etRe61oLefzekIPBek/ARQKtBqw0OIYOoNmhbohi4UpNI/6ROHjmPfgJIe+2zsjEIl+8SMGrjY/37JbhGffD9cB/vMiplDO95iMbJWA2gsLKIdrMiewRrmCeOHEYsZWN8+244CMJeWUO9Oo9iG+hlxoMHnF4D3nDjAWzfc0DYbSury7K//H8BVh/6s/+CoydexiPPPo/pNe5HNkZ6+vHm++5G/3CPzKfJqGMfS6WGslDyQ6f8xbgeRibnkxqts0elJzctj+gFn+0flr2Rwb61el38qLk4ezJpZHqyiMUSEmjFfY4ha6zv5EmQEGFPAqGmZ6axspzDrp27sHffbj+kauM+SFhzu42p6WnkVleQTqcwODiAkBXGY4cexz999p/Q29OPnoEhrJXysEwLE1u2olIq4ZOf+nNsm5zAx3/5l9U5owGVSlnOwFg8DssOiwXd1ekrOH3qDG593a0Y6cvim//wj1h47gVsidPaQEOxWUPIsBA0LFS0Nl5enUdDdzE+2IMtA0mw4h4bGEA8mkAg0Y/E8BiyW7djbHInstk+IXpRTv7QQw/joW8/hEwyijPHn0BvWMeOLYPojcToUYhWqh/BiRtQCcZw7vxFRDod3JgNYcBbRtg28fDRswgP7cHOA7eh4qh8iFQ8iNH+JOJURbYaUi8JUEmTNJPSdMVGp7c6wzG//aXPYfHSWYwP9KGvN4N21cHUkRcRyzcwGe9BilY+UdqEadD5iNMuJxLH5WoFn3/lJI53PMzXa2g5dcRCBu68/XaMjo3j2z94BK+cOY87Xn8zPv7LH0EsHkFLMiyU+o17g5yFYhHAYKuWGiz7AeOsL1TNzT5D2brFIkEJhitWXVy5MoUXjx5DbmURE5OTGJrYjguzq3jh9AXMz85icrAXcbjYMdCL0WwC/amIBGKvreVlLUZTcVxdKeFrDx9GrtbAr3z8F5FKUBu3MbRRtihqqMr1/uILL+LI44dx68FbpY6ZmZ9DvlgSy8MAA2bdFhq1ktQPHDb392Rxxx13YM++nQjqHaTjYRkuLF6axrHvPSzD3637diM2kMXM/DxOn3gJX3jshddyhP/Ufs/PgNXrbm0XWN070i8Lz9WZrEvWDg2VO3IgCxPFn0xyDSvZkwGXcl4yy9TxpVgOrodMsIW0GUCYIJPhIUIAjuEW3ZGG799CoJIAiTQ8TBLVPQTl0FbSafp6kp0hgTmcuLQ6WKwqSXmVrX2A0oDNvoo/XiBtHK6qaWOxSQCIzVWwQ+aqiWGbflB1YcSSCUOA09QCwqgLBJUnKV+T02pLAU3GHY8zFeikvIx4iLHJDod01OsdzJaA1RbT7jV4QRNlelaWmwi5TQEhyJANhAzs3TaEnkgEgXYHUTuAeMRCMh7H0tKqSMVXCkUJg4kl4nhleh6np9dghYOItZvYmrYwEjMRaDUFqOZrKDmq0Kdcl1JTgjIGU3zdNkho4/tQScuaMmNvd1BoeqhIEJiBvmwH7//gIAKhFmKxITTdFpK9STjNBiLRsBSylFQVckV0XFful9OoiW+J3WmDRvAj49tQKjqoFNZg6gbm50x8/jtXsdS08YZdWUwmbMRjGVgEakTayYKcrIsc6i0Ni9UWnjp7CSfXWsgawGjEhOnUEbcCSEUZVOEg1/BQcj2xluiz6fmlYbnqCJhP76daR8d0viqMQZqI2xp9rSBA6mxNw5kqUGGwmKBMG4EZm6eFXbbSZo8iAdgpaZCEXX8yL35S9F3sCDO7J2wgobcR9lwBXtlSEF+RdSISQh2uGcJirYXL1TbK7QDa4q1K4J8nhCFm6AGuz4iHu/aO4cCWLFKhIH7xbx591ZszgdXCH/2+NE9siJh4vlp2cGp1HhcXZ1BotdAMBXF+ZhbnF9fgeB4yyRgyw1nkCgXxwSUomluroulo6Bnqx9rsPOoFTpEpRXSgSZCESuQWObXPSJD1ZnCvcGWKSsCJABWBEzJOPKcspEuVKq78PzkkoOxTAoi4p/DPvmyPU11lSUFglR9+Ae2D4BvP+waT4Xog9ceBVfVd4nu8Dh7J73zgUv0S0gMyADrQl8QHbt+Cl2au4tJcFTuyacwv0d8sBtsowm4FMJkdwORAFKO9w7B7LOUD66ggilarBs0wJYyL993lhNYkZ9uQVHkJJgmRuUcJtBpqqaR7U74PGoEFoX2te9J69Ox0WsKOlMZIHnxd5L9cqxw68fecgCtrEwJ+ZLk60OoOvGoZ7XpVEp+r7RamXBe5OgMETUQZ5kamNz0uEYSp00uVXsP0f/Nk/+awhxN8zTKhWxEMhegDFRe2KsFihqVR9kRQkuAqAXJpzvgMsVkI6vK9CBLokoh3AVYFImOIHQFSMuWcJgJkL+RyQKEs75kHS6etpJ0qJEtdFzkbGP7lVKFVqwCtGLh+2CAyBC3SA41BNbYNzbJp+ixggHgvCF2IzDnFNK1WK/JZr1XRapA56KLeqsI2NQz19iAbDiGgh+mWpwKAyLDia3FVOjYlqZWWgzxZsJ6LZqAjTXDKsBHzggh3dATJ6OX9/b2/fNXPeCzKYvNaadRPZmFt/NOb/VWvASR8j0BhgG5KkFZTUXUWCkxAb2mx8KGqpNvEKnuB7qcCVjf8ljlYUsCtz3RiA0gpucjKN3ix3B9EAC+2y2rw1XKVvQOLez4OVEtQvk1PLwYWBsl+pGezMOjVcCESsWSfYYFND/E2cR3wzDNQbzbQ1tri20aGfqFUxeWpBazlVKhRFywhU5FNN7enrqSc768LQI/392D3jjEkk0wRtmFFY3Dchjxn2ZEhzFVyqJPVafFZCiJrhKE1I7CsLYAZR1snQBZAIb+KM+dewpmzr2BxYVFYqQyL5ECbbFTuiV6HEvowhgZ7MDKUFl9X1gyJZAzpTEJUKLm1NQEJ+/r7ESbr0HXX5e28T9zLV1bW8OQTzwiwmkzEEIuHEY1Y0rj29w8gkUj639PCWi6Hy5cuiOSVQGX3fXel7wRPeF/nVwrQI/2Y2H0Tmo0WTj73FGYun0I8HECqNyVS/cHeFHqzadiJuDzqnVwOndUlGI2K3C+3fw/6brgfnsZBsYuIFccPvv0o/vqvPyU/t2sl0f3Z3TXfZYx2man8e9UcKu/AbngVQdNUNA47bMugn162kWh03W+Y15oBV12/xC5LR0ITWScYASQpeRdrD7KS1Qiu0XQRDloiPQzYFv7xgX/AW958t/Iz5ucmVmXXDvrVPuSf//LXEBIv3JQE0JA91mFhobVRKq4JOUA8q6Xm8NmRPrtynUUpPXcAVjSFYDSMoGXCDEbFhqS+chaRtb9DNHAcjuMJeM963tBsGEFHQOUK7sGZyv3QzCb2xp7HUPB7WDhTRiQRR8BiWCvVA3TT87MI/PA5etHzuZTE7oCOmfooXnLfhVbURgEWvum+gFOXzkNbdKBXm/AiQbQiIbGNahcrUotTv9ByG/jYjW/HXRO3ixoi4ulw/YDWzXsYr61irHZkoHDksR/h6DPH8Gd//ZdCjiDjursvcafp1iub78nGnsYbuOGx2h3gdffX65mEXQZo9+9lKOwDiT++R6veqfvfLsirXocCxqU2ob+nHcLoUJ8w6dh3Sf/V0dGgT7oMshTblOACByItAWa99cC27vMgtm2+9cBmZQFB+S7wyv2XvsuzU1N48IEH8Mu/9AHQBqPLCN78azd/o3sdhMnPc1TTcfToUTz51FMiK7/tloO49fZbRIVHogbPkI2hH8HYa4HV/3eQ9Vpg9Zqv3wSsispgM7BKdZjnIRJLy75bXF1Cq1lBy2kJA/+JJw4hnohgfHxcyBDtPL3clzHveBhOkvnv4VRex603HsDO3QeE3cZhGM8IvvfXGl713b/4HVy4PIvnXrmIZ146By9gYTA9iO27JrH/4D6EY0qlRNckr1WFGeA5qzxvu8zda9eiOgNlGMjBs2cgHM+gt39AgEl6RNN3e3p6CtVqDelUBrFEEvF4Cn0D/YjHkhISZ9n0LGWJTmVgC6VSCS+//DIOH34K1Uodv/tffhsjI8NSd3Z9KptNNZR+5ZVXUC4XZdA3ODiIVLIHM7NT+MQf/yFyhSpuv+MuUc/Rs5trhqzWBz//WTmzfvmjv+SzJ+nT7Q/FwmHBJXgOnbtwDrNz89i2bQcO7N+HuZdP4Quf+BMMGEEkIzEUGzVRxtkhG2ttB2dX5kVRMr5lAJNb+oSo0xOPIUwyQHQAB++5D514CoVqU9R7o6PDQl749re/hy9/+SvYumUMp194Fk5+AVsGMxhJJxGJRZD3TBTiI6hHe7GSy6E0P4t9fUHs7dXkzLuw3MTt938QiUw/KpUa5ldXZBA/MdiLhNZA0K3L4EQskziAYH3KsF+JCKBnbADf+/oXce6Fo9g2PIBMKoFAo4NLR06gs1xEv2kjzZDpdErUPqZ4zqvhi2uHcGh5Hg8tLWO+00EhV4DRaWPb+LhYetD27eXTp0Sp8+EPfwDvetf9qNaUl7zbJHVO7ZMSpC1h4sqbXKaEsj915D4TjOUHbZPIqL08u4JDTx3H7PyyWD7qJN94LsZ27QMiaUwtruL8uXPYvX0S4U4dK5fOYrQnhjsOUF1joF5tIJZMwdXbOHF+Gt//0TFRRPz8+9+N7RNDwmqlwkSJJFW9yXOednUvHD0uFj233XyrDABW83nphY6fuoBLV6YwOjSALYNZ5NdWMLu4jLnlMlI9abz3ve/E/l3jyKaiknlw8fQ5nHnqGawtrWDHDXsxvHM7SpUyXnjuGD7/6LFXe3z/VH/9z4DV625vF1i9fXQQ+WYTNbJJJQVYyU3Eb81PwNQDyg+rK1nRJZyHGe9q4kmfEHYfmU4VMWF9sijriC8d2STCfqNs1GSzT3RTzfApqyfQx68lICjglcipNQHIKpT7expyLaDQAppkbPnpxhsF0YZcRDVoP4G9xv/dYUPHTYuwaAtWp41EEMiYHtL0ctVa0Pk6AgGRhTBRmuCGAKtuS8BVDlnZSEi6pIAx/FkdSStWU/4O8o0Ayj6To6qHsEC7gqoDq+kIy6F/pBeOW8dwNoOY5kn6Z28qLgw1pvNSghdPZdCgVL9Uko1henVV2LD79x7Ak888j5hXw2gyKGxgXl8GWFQdvs62yHUlAdm/5k3XFaCaYAYnzl1glU1/rk3ZhAu3EcC+fQbe/t6sSCWNQI+AW/FMFPVmTaQinOCRlVErF+DUSoAE0LRhBiMIewbyKzMYm9jGnB5MX7mIeMRGoWDjga9P42IugLv2D2M0TrPyGNJkS4hfJlBvtVBpuKg3O8jXGjg7PY3D01VEW21sTZoINV3ELA/ZZAS1Wh1rDaDY7Aiw2m+bcDoQYDVp870RWCWjsAY7RGBVg+Ux2MrEimfgfLmN5QbBTVOYkuSLSgCZ39yrolEBAl32i9q8uwmqfilMmTYLWh4awtRSwEMINQwFNYzRk5VMFTLzKH9lKSkAXUtkWg1Pw5Wyh8V6B3laTBBIlCKanBYdNhrYnjHwpgMT2D7YK+zHD3zqO696gyaw+s3feDuKDUP8d/KU1rQYwNLCmYVVnJqZketl2gZgBQScoASvEwyiyiJjZAT5QhFTV+ZgBhOwxnrhzK+gubwi711cBSWAiphSN9COOCu990wB3Z1aU8BBAldq8qkGNJSD04NPJYFTLq4aGPrzsMhw6j7L0Cf5CFfYZ+RIGvD65JLb1LVMoH+Nsaqam2svo9rmNgGrZHCQje1H9NHIPGnRF9hApVrCjsEE7tvVg6n5HOYKDnqtGBpOB2awiUgwgJFUBiPRCPaMjSKaCksBrzmC6ghgQHsNUHpux+GZBloBA00JtjOU12+Ie6IK9hOwmkBUQA29VEGjyz5CRrA8bARJHeX/KAF4bGzIfiSSbkp5pIBV+tny57TJcnWg83sbNISuiwcsiyDHc7HgNFF0IBYrQRgIUzlvAnGd4JUimSqCIYFRTfmD8ucRLTEsDFi9gBEFyKyl/lOKsSYNmiUVlQBAgJNwAeLJWuWnoRiEzPyghQIHZ8KIpk7KgcewwXoDWjkPFFahlWs8DIRFrfpQtmr+3i80MXq5utCaNaBa5kRIsYNCQWhhG0j0CrCKsA2PoKpolIn2cELPB5fhIZ4w9JloS1ZbqVxEpczU7BoqjYoMbkZ6s9gSYnI72R08m9QBwVAGNMnM1VCj55feRj3goUm1B6XFBpAImojAQIhRWLoFjc/+b/3eq37GrwdWNze53TNSpJHrjN5r13v3ByqgdMNHdTOwKqFN/heuu0X60mbFYFJnsDxaPmOMvxcmQUftkaFQUNZ1V06mwqmUVL8LMCiyOtnaipUugIwwWQmstNB02nCdthB2hJzNJWMbiIUt0BIhbqlUbK5Rz/RgEpwhE9Fx0dQMlOsOmkED0XhUPANlcExwGAFMzSxhJV8TNgOHirweLOCFvdFRf74WhNbQG7Vxw/5tGOhLIBqLoG9wSOxkSqUient6cbWxhrVGBaFgEKtoIIUgthmTiES3wrBiKDfWcP78ebxy8oR4gdXInvQ9O4XJy1VN9gzVMi795kPYvm0MW0Z7YVma1EwEVRPJKGIRWxoggoMh20Imk1EBTNwnJKhNAYGULD5x5EmUSzWxAIgnyAIyYYcjyGaz0gTzg40KGZjz9Fds+UnAfiAUwUoJw6TXZaeDK9OriPWNY2zbPpGYLk7NYWXhKnKrswgE2ujNJJCN24j1JpVqqJBHrF5FytDEf9NFG3UjhoFb34nIyHa0ygXxQXzx+Rfx3//rf5M1w4Z6HbBinUdbo1BImjsuPwLRXeYP5crd54CvlSA87x2fZXntICNJeany3vDKEGzogj1dwEgxl8l6c0WJQWBVGOhVDmo6aDQdBLwAMskUVtbyyI6P4rOffwC37tuzLmL24/HkTHut4VVf//4PEE8kkYgnxc9vaX5Z2DesVwmsVitFH1gViEqtU3bn/ppdv24chIXjMOmzSh/TUBgB00IzdwWh5b9DVH8WblMNj1U4FL2o6XEYgG6O4kz9N1CGi9ePPIx4/hjmpmoCnHeEPKFqIvph0+pDLB/knFfAKllNXC4VN4LD+Q/ghYUQUvst/Ev5GGbOL0FbdRTTXV5XCM2UDayWlMTZNqA1HdyQ2Y7/7cDbEAnGEDFsuH40/PXPJvcMBs4y6PaZJ57CY488jj/9q7+AZwTQZh3bvS6+H+X1m64cIevy683AqmLhC+u/64u66ZuF/dnNpfAZ++s9ic+U9k0A5Lt+0gBM1TIbw+GWbkmQEEE1+jjz/Jdyk/6R3dmy75mtPDiVPRI/uL92pb38M0M/NwOrXdsP5cuuAvT47DBYcX5mBg8+8E/4+Ec/KMzMLqAqA3DhI/sKo83DNJ32QWE89cTT+NrXvqyUJjp9yz18+MMfxs23vg4uMx82BQDyQeaq7X5sviY/+fr4tdp1jNX171fIz/r17QKrrKMUdxqIROkXbQiw2nZphcQ+xsThHz2GTDyMHVuGoLl1zE0vIhMC6kZYyB21ahNn6wb2H7wZO3fcIOBZF1jltX+twOqhv/w/JET4xfPT+PqjTyBX7qAn1Y90NoUPf+wXhYHM/cW2dcSjLjSvCr2jfEdlAOnXrzIMYkkutnvK29xxWigWahjeMoktExOy35WKBfHVXJyfR7FUQiyRQjTOMyyGdKoHiWQasVhMQHFhuPq+2xxOPfvss3jooe+iWq3jE5/4hHh7KzsVtZ8S5Kf39YkTJwScHRsbk0Efcwl+8N1v4cEvPChBnePbduGmWw4qhmm+hP5sVlLkL144j7vuvFPCAhttV4BV7u0yEOt0xI5lZnkOx59/EcMjo9izcwe2pDN45ItfwpVnnkVPKIQGaz8BVkMSHr3cLKM32YO+vhT6+5KIhE2x32Of7BpZ3PGWt2Fsz37JSSUwTOZoKBzG9773CB78whexc8d2rC1OY+HKeazOX8WuoT5MjA1DsxM4Ol3CVENHkurTUAA3jCaR1Suo1qqoBdN4y/s/jkgoAqdSxsxKDvlKGf0JGxM9FtK0EGqzD2LmS1uYwhwSs/egLVwiHMYzh3+IH377GxjrU7aBRkfHsUeOIT81h75IElEC4AENUZIRCCJ0PDToI05bvOEBPLayjBJMrK3kUKvQ8zaA4YF+9KYTQnQ5NzUrlj3/5t/8Cm4+eDOaTl282JttqneYv6rY0bqmPMjLhTIqpbLUiiRV2OGgnBcEVsuNBr7+jYdw+uxlRCNRJJgVU69gaWUNZiKF0T03IpTI4OVXXkEo4GH35DBStoahWBjN3AqipomoHZWTcrGaQ8kBzk1xjVawf/c23HHLAVkX3SFq97zme6pXGnjx2AvS01MxRAWP03KR6slguVDDoSNP49Yb9+Pjv/BulPKrePK5o3j4yZNYLFRw6y034n3v+jmMDvVKT7I0t4xjjz+J+fl59A8NYu+NB2Tw/MjDD+Nrh46/6hr9p/kbfgasXnd3u8DqGwZ7UKWRdwdoEAARancbEY0BTkHoZJ35AU4yuWcYRYATKvW1BACF0dkCspoL2wdA2DiFfFkgWZVsdkLEFCj71zwBEsVbVaacZKyy8OLkW0O92cLZhoFqs4NShzYAQXREUkPwoOsl2HUSVA3dZp831QBtOvhF+kh6u+iUBBDg9Nb0XMT1DvpMIEOGbceV16kShQM+Y1VZFzR5eLBvFtq5YqyqEAGCmQEB8gh4lB0PFaYhBk1UNAtTLV3SpOOei6ih4a6fe5NM7lqNKgZTScSjYfEwdOp1aQBW1nJIpDKIRmLCFl0rF3DuylVs3TKJraOT+OZ3H0WgkRerBSnBJIiqhVqzI7J/ssj4euhNR9yCYRaUKHKXZNO2GVgttzQUG020Wibu+bkUDt6mIWQmUKzoGBjZgkKpjjrDODQD1VIFqVQMoSA9Emto1nPQxPTZRlQLYnVxBqNbt8I0wrh07rSEU7mtGL700BKOvFLBPbfswHDSRDQax0CUEjST2AiWCxVcmF1AhQVXW7GYnrqwikjbxa7+BNqVCkzPQU8ijFqtgZwDFBwVhtZHYLXtYaXW9IFVQwD5a4BVvQ1Xs3Ch5uFKg2mRyp+L9ashUi3FmNrsD6oK1A1ZV7cYVY02v1dZBAhgIShTUIpFo13EVjuArSETIT+JmTIrt62M4Aneh0MG2pqG2aqJmaqLZbcNR+TD/HdD6GgBAVZfNxzDTeO9iDHNMBTGf/7SqzfNJrD63f/4XlxdoxzShdMsYb7WQd2NwWHCMIPHIibKnbowQupkDzEsQmMxH0AsnhKG08LcEnQ9jNjNO1GfmkF1alrYhyIx15iOrJiS695uDAiIR6UIKqwWVGNKcJCAth82w/2h2WjAYwIzWcBcrwQVGHrDIYb4fakmYx18ZWNERpkwYDazTK8dpmxsdRtDl3/tcNvssyrgkrI9JLam9hW3jZgZQn8ijI7nYK3Wwev7wzjYH8bF1RpmSjVEzTAsDmgCJm7eMog9o1mkIj0CBsiAihJH8RwNwrOC8EyL1T10NvXc82iTILI/T8I6TCaCMsiHTZy/36gC2qcDMXyqSfSTwxoCrMoHlEMxsloVwzUAL8xmQg29hD3Da8lCqVUVsJHyejElZghUs4VWx0Wx3UC1paMmORYaoiatXYLi70bmns4LxM6TzFJ2e5qpgtvoO2iEMBDKCFuVlgUETNUwjv4vTfGEpe1AoF5XwKocNuJPAi1ooBPWJPhLZ5gUwVICpARVydorluGVVoHCGjRKDNtcSwQkld+gaki7Talvk9CswatXxQuSB44WDimmajKtgFUrhA5B1QAdkumFR4YsMVleJ+UF7jYcYdoUKhWsFfJYLZdRqJXFomYwncFggL7LYUTMkLgaELymYQIZZW1DQ8My4ITocUy5utp3dEND2KBvLdmqQei6Ld6B2kf+/auuweIx+5pGcr0Z9UNWuk1sl22oQJfrnx11flLR4Hek1zT+XUBRpb8q9YeyotjgWUmT1/1+31pAWXkwi4Y+soYA1XyuGXhIkJBXSgIc5CxVumm+DgKwfC2UPfIc43UVMKOtiQcnwSWyteoOB54tAW7oBce9Mh6JSNJwOKIjQIsjrYM6wyi8AGaXVjCyewLJZELCkdiwSbhZWekdAAAgAElEQVSVbmBmfgW5Yh0OBwvliuxB3aHL5gZf3r/PsI0aAezfN4mR4R7YVhCDw8MI2aYA8WwsFpwSZpslFHUX+XYd2XYQN0duQCI5Ka/lxZeexvlzZ1EtFaTRF0m6r+qRgR+9ja2QL+WnT2obw8M9OLBvG0xTBXgNDvUj25cW/1mb8sRWSyxzuLcTEKHVAJn/ArB4ngCrhx4/glKRrzGMRDKCaIT+oSFppskwIijL57ZULoucs16vCYApZ5xhqH2NygFdl7rgwuUF9G3Zi627Dohv3/L0DC3hUSqsYW32PEI6WSgxqf+sRhmpdgtDqSjiCVuAY/F/bXdgbr0B2970C9DcFgJmFDNTV/G7//l3sLy8IoAo70NXWUJZMRt2AuGFQkH+fj14aj3MUK1nvmaCILppoFQsCsCZjCfkfXBvWl5dRYuNrUWWM8EIR76PXq2FYlmsEXhjCDLwunYDTflasule0uBwZWYGEwf24m/+/u+wd9t2vy7ggFtHiGuM7eKm5+PVPOiPHzsudggEKuo1B8vzS/DcjgRIlos5lEt5AVYlY7r7Myjf9Vnj3QaUw0srEoERTsgzGLRsCbByCwsILv4vhHFEMR/bBM0JsFJN00ZQLLojWMLHcLm5DSPJJ7G19n1ZQ/FMwvf8VOw5SrTFH94f5HfZ5wK2ahpqbhx/c2QSp9cSmHzfNjyUfwHlM8tw81WlXGCOQDKmchhoeeA0EeZe3HBgZXvx6zfcj8nMOAKhyDqX9MeAVT+8iiDJ8WeP4lvf+LYAq0Gy3pSEyJ+wboCm3VpDbWsbtV/XZ6U7cBeAkvvnNZ4AG0BedxC/YU2zwdpfvzc/4ear/c+HVDdwVeW/vm4/QABbSYVVKGW3x1EBqtKfsUciA1WUIbRbUTZYaujQZbgqu5aNfVeBqvxgfRUOhbA8v4DP/tM/4GMf+aDsC/y3ZDTj/0wGIW5m6HafzUqzqYKIlpcw1pOSHm+RzLFgEB/9jd+SNSzDEN+iQgHVfl29yQ5gA9j+iRdLqRM2AagbX6WG/eo+Kcaqut//OrDqNNuS0fDE4UNIRUzsHR9As7iKSr6EvrCFSotkIRYGAVxtBTF8w35s33VQ9pSV1aX1fee1AqvP/dlvoRUI4cpqGf9y+CiOnrqEsJ0WC7f73vYO3HbHm7G0XESpvIKeLLM+6wjQA42Vz6YhgACrvixb8t0CBnK5Eh577AmEomnc97a3Y+eOHQiFDBTyecxOT2EttyZWAMlkGib3dQQE4EumMoizhg+FYATIXFWp8adOncKJEy9hZGQUb33rW2EykJnhzhycex05S6q1Gg4fPiL76dDgEPL5PA7/4Ps4+cIxUT+WXQ+9IxPYs2c3Uj29KkjUH40vLy7J7WMIYSIVW/fJZi8RMNXZM7U4i8NPHkG2txfbt4xh/8RWtEpFvPjoo9AKebkoVCCw5uiYuljyxC0VoMneX55f2j55wGozALunB/2jWyT0bdvkDkzu3CbS8R8+egh/9bd/ix07dyC3PIdWrYjLZ09hWzaJ7aMDiMYyuJwDirE+6D0ZYVqWZi5iKG4gFLFQ7Ji4920/j5gYTJcwtVJEw6Oat4PhaAejiaAEQvO8oc1ZF8zm7wN0v7YszF46j6888BnYegeTwwNSnz75+PNYujKHVCS5rkAjG9XhkLijwW3UYMUs3PzWt+CRc+cwvZxDvdFElYG1VN8FgHQsInVQSzNw6dJl7NwxiXvv/TmxByJ7WA+onpEjFJf2dTPzOPnSKSwsLKHJPdkOSS8wMJDF7t07MTQ8hMcPP4Mf/uBh6Rnece89uGH3NjSqRZw4N4tHnz4OJ5TAyI49yBXzGOxL4/633InJ8QGU5udw7NAhFBeX4FQbogKJbunHO9/3C8j2j+LYsWNYXZhB3OYQM6M87yXomKQcRWoqFyp47onn0GDtRTs1Q0epVEC2vxeRRC+OP38CtqHhrXffjnjUwuWpaXz32TN46cIV9A/04UMfeAcOHtgpI55SsYrZK/N+CHUbqWQaiWRS/N3//f/1+6/m6P6p/9qfAavX3eIusHrXQAoNPYh8q4O6hG12MJxMYE9fD5JhS7zzqG1rtzxUGzUpTAQMJPNK05CvlrGUK+AKw3XILCAQIGQkDTblfgI+EVjVxBdNWKBkrEr6t6b8VdmX82uYlulp4gP5RDWItqbDEaCWbYcnMlSl1FSMQpYhIg32izYW6VJkdcXC/mRUTfKUH6wE8PKQNZkqqsBVbnQjoQD6Ah3Q+ZIbs6XTm00xGF1S4cUiQcmMusCqKBW9NkISVkNPLQ3VRgdlsiHouaqHBVhNeE2ktDZSQQ033HQA4aiN+akrGBkaFFNlTonrtQayfX2Ynp2RTb2vr08YfQuri7g4PYOJ8e0IIogXnn9epOZhQ+p5SWMlwEdWDpMM+ZrpNUpgmMUtp7EEhskwI1hDAJubDguThhPAmuug4pq4+74hvP71QUStGBbXWrDjA/j+w8exttYSli+nz8mUjZFBJiEPIm630KytCus4aRjILy8jO9gP207g6sUL0D0HQSuDHz5dwxcfmcfO8X7ELSAciWIkHsHg4AhKrSYuTy8g2tsvIOvU5csiUb40t4rtA724ads4Zi5dxNLsPHqTETmAck2Vhqo8Vk0B9lfrLSRtlSAtjNVcHWFLMVaZmLzqBnGm3MKaR2CZqcwq8IhldbdR2wysdh+VLqDQLSq6ko1uUnC3tJMNvt3EcFjH1lgAsVaT0ApaasHAJcWAjFWN/oohNNwOLhZaWKx5Enrkkcktz40hDNxY0MM9uwYwlgojkUjDMG389oMPv+pNmsDqo3/0IZw8vYbFfAUjqTiqnomlig4zFIMWsVBpVFGulVBp17BaziGTSCAUiqBcJNCtvHY4nc7nSojdtA+N5RWUpmZUMI/Qxig9aQswRsk2m7VMtldsGfK5vBSnfmUrzEYyf8h+F2m/AISuasjE0lk1DXxWBeQUybuSr8uf2dQyDIOgq/iBqcZCrASuk0P7rc417I+fdAGvs/aS4QgbICopJYDCbcHwgGjIQkhrotek/URHrCcmYjaq1TLmaLjeMRHVk9jbH8XOrIlMNINMOIpEOIJEjPcwjBqvTywIO5mAYaWUZJ+eVGZA2KsEqnWy+AwFNPvQrgIOxZ+UjBLfV5XNP1mnbBwIejTJKFeMVQliIi0yTIBS+WdKQA6/l5LRdh0dTvVdQKOXXrMjjbqwkHUyV3WUHcDxWohQAhs0YZm+r7ZoMzVZs8L0pFexDKsUY3UwlKaZsAqt4nuiOJQBPfy5Tg2tBoHVimoM5TqzC1df22bSHNlRDJXins414lTRqVcRWF1FhwBCuaBsDzQLHd2SsA8mvZMx6hvKCUvS8xx03DrQpjS7DY2DL14P20YrFoVOf1WCNVyTsn54LpEhyw3fk2vSIdhcb6DabCFXq4s9y2KpJFIzOxREOhpDuOkgbNhIhWwkrIAEFJHrS8uZtqmjE7HQsgigk0nJFHRaQRDM47rlZaLMLyiSPf3dv/qqn/GfBKxKU6pGEqr58s/H7n7WTbPePFASYNVnn25mY3X91eU2iZ3EBgArLMhNwRri7eb/uSunjdCbMmiK5I/+tPw95YgETIW9KutSyc1Eti/1AMFVDjZZExhi0aPY2z7A2qEUlgCrh3qtLftTo05ZmrJT4V5KhlEkaiORjiLRk0JLJ4m4g9233IjlVTJFLyjgkV0GPOTyFSws5kUmXm+4WMsXpb5RwIQCEboATve6hTxg+7ZhjI/3iR1Qb28W8XRMQA2GOJBBMt0s4nhpTp7TSTOBLcYWLC238cyx5zG3eEHI1fTpbjU9RKIRZNJpMASJzFNJZubglH5nLlmVdYwMZXHwJnrb1UUpwHCogYFe9PakESJ72uRa4pDVkUFtiEE/7bY0I3w+Ll6exg8ffgylUhUWgWj6ikUt2JGwNHaU/ZO5SnCVfrHFQg6NRk0AZ9YjyvNaWUSxjJubmcPCcgW7bnojssNbUSwVsTy1gIZbE5C5xWC8K+egl5YxHg9hMBkRQDXEQZrXEp9ZKp64rznhDHa97VcQSg8gGAyjtLaG3/5Pv41Tp04LiMH10tPTIxLc2dlZeX9skgmuUg4o1hSU+4qdA4f/DNBS6eW8BnyPbMxdnjkCTikVD0FV3vfu17HO6ILIErjqy4n591IvBE1hZxJIz6azuHLxkgRrhnvTuOmuNyI7slXWFm2cyGbt7+1FbyqFN+4ce9XPN7/h6VdO+wMNXUI9VheX0HJ4LyDMnHJxTVRLwqwmaUAe/uukGb4VQJAWGVZSABOyVuk53S7nEFx4AIb7A2gaAfugNNZk7VuUyzJwtegC0YN4rv7rOHuhgvds+XP0R6ZhhPzgPtbVAqySTt5CSHw2VRgdBxe8XqxjjpzUcPSiBmvkzVg5uAXfv/oUqi/NoEP1ViIqct9QPIJGy4XV1jByPo/MYh2LMQ0zezJ4x/Zb8fbJOxAw6V+u3uNmJrncIz63dOBxmnj5hZP44ue/hD/+i08ilkoJG2u9rvP7hM3Dps2gapeBr/7fBlmDP0O8Wq8LFZL/f31B4fsQaixwNpFf1UvfGGRtAKs+qurfP51gOaXYavIuz54MX1Qj4wOq3X1YqQO6+7tKG1clEOstnvldQHUzsKqcqdXezVqLjNXc0iI+8w+fxkd/8QOSxu5HQG5c600rubvn89lYKxbwxX/8NO6a3IrxiA297aLSbuHY+Qt43Qc/ip7erJI++2nyMprbBJJefw2vv57dP+v/CrDKQVpXlcS9QQYFYvml+iTxWKUVAAyU1paFsUryCEMAnzjyOCJBDQd2jKOyugCz6UruRr5cEzJQLJrAomciPr4dk3tvk33o/w9g9ck/+k2xg6oGgnjsxBl8/ZFDMIw4Gk4bVjSB933gY4inBpAv5LBzZz86rRUEnLw62/3lsm7vw3qMljmSWxJEtc4Qpu/g+EvnkUinsXViK3bv3o1sXxbVSg2RiI3B/rSE4gVDtvSe9FeNxuPIZDiws2DbkfUzkKxFXkv2p0qCrcB6/sqPaNSWUL//+Qe/j2PPPSdnzOzMDIxmAffd/Uake3rx3SPPwYuk8LrX3Yae/j6MTE7I2ua+y8+F+UVZZzu3jAmwyn+fAy8OxrgWT50+hW9951vYuW0cN+/cjq19vZifvoKZc2dgMwDP93CXh8EIoNFmDU/ZvYZmS5dPxhLQh3i2UJCcEYJ57WYLExOT+PDHP4Z3vus9OPbs8/hPv/M7uOfee7A8Py2KmOLyMkK1AnZOsHePIteMQBvchRUOQe0YhpNJzF08DcdzMLxtB7ZP7EZ/IoGw2cbTJ06h0mijJ2ljOK5j+0Ac1XJJrh3rICoiQha9v1UtZOgBtOs1fOdrX8HUmVewb2IcHGg8+aOjuHLqMnoTWXmO6LUtQZKiMTPQdh2k+tO4851vw+GXT+Hpky8hGI2gUK1BN4OwgpZkeoTDtGgzBTAUqyDDQLa/B3t278Ibbr8R9ToHIIaElj3w2S9gYWlVVEC0LLP90EyqGSa2bsHE5DY88eRRrM5cxjvvvh2/9qH3IB7yhBRRQgp/99mv4LtPv4gtew7g1/7dr+OeO29DrZnHE08+hgB/fq2B1YUlzM/NI55MoWpruO/+d+LN99wv5IaZK+fxox9+H15L2UHIHKgbCsigwlIVx54+hkq5iL5MCmHLkmFzPB4TJvL8wiJom7Z3chSuU8OlqSm8MFfAyXNXkEgm8O6334u777xVyCJ2OIm9e1+HeDqFSoHWh9wfbESSSSQzfa/pDP9p/aafAavX3dkusHrHQArtgIESZdmeK8l1t+6cxNZkRHwi2bhyoyJrjg8emQLdwpXNUqnZRLHRwKmLlzC3UkZIwBH6NOmIoyMsBUl/95s7NUVUkks2DWSrCoNVSE9kIQVQaTTxVN6QoCfKpGXmyKJCeno1iSegKQ2OSLkVsKKsGjcke8JSZUFHNi5TL9n4cdLPokjknyqBW+s0kTF1DISAHr2JiE5LgOuBVU8xyuSl+AnnvkyQLFAyESmHrrhAhe9PB4oIYbYdQEzvIOU1EQUnPRZuu+P1yK8sCUAdj8ZBuf7aak5k2PlCARZDH1JJCbFZLRYwu7qCsfFtOP3yeawuziMZ1BEW6q4qXOm7VGky9KvlM1IVyMjGlLJGgsIEonn/ukFhBGnqjo7FloucZ2HH3lF85EM7UF5awuOHz6FYBy5fyaHm8N/nZhMUUDxkdDA2FMYbDo5gdMCEqdWQsTRUcmuIJOOIRXowffkqnHoe0UQGJ8/p+My3pmU6lk1nZEKZDLQRCdnyb84vrCDWm8VapYzlxUVhqBKUHskksGN4EOfPnsX8zAIyiagcsvmmhnzDXbcCqPvAairMQl5Dta1htlCXgJiUoaMGHZdqHuaaXE+cHAC6APvXslU3A6vrAIRftHeLUDIv1dpT7EDFlmN57CKtu9gds5E22pKyTnaIJjaQlDqxCW3JtSerL1dr40rJFY9bBhgxFIhKaq6rRqeDgUwEb9o9CrPdgOMyRTmEP//hy696byawmvvBn+LoiSk8d+Yy5taKaDYD6Jgaak5TEufpPcS1Um45WCsWsXXLqHScudUanDrfS0MKVSbsxke3QY9wSr8Cr1yHWykL4G7HIzCtIGquI6Bq0o5gbWEJy9OzUsASJBTGGdle9L0L2wJOkjHZaThiDSKp8V1/Nn8PUXJE31GVX8+CiYEiBGQoPboOWN18gdQ9vJax+mM9z6ZGaL0583uoLttHWHrcd0Tl3cTOdBRJ08RivYYeO4RhrY5qoI3Zio7VUgsZW8euvhRiDFpxgETERjaVRk+iD6meHgyNDyPZmwb0sGJ/kEDIyZJslASu/DAiPzhPFmy3+SBLmHJAAqr09eKvblvYq52mq+wCBKCndynZovT+VF6fnlNHx6mKP6ok1ouPLT27CCYSJFd9H4Ovmh0d5U5HgncolI3qGizNVSws7jsEe3gvOFwjC4AAtACGFgatlKgLxNeaXroerSdUiAmB1Q5B1UbVf27Upk1wlYxmBbLyjSuAhMVip1FBp15GgKBqjZYFjqyJjmmJjYLeJquKjFwGIinfMQmvIku104AGBzB8YNUOMl4WraiFAKXFFtmqvGYUqtIrmNeB7FqPHiVAo4E2k1XrbazV28hV61gol1B0m+KLGiaA3WgiqNFqI4hk2ESYEjOdYIODYCSEQFwxkwMBekrTNkCxeGU4I364QbF6EHnlmz/8qp/x64FV6atliKiGkAKEkv3ss/ClefYTXTf/XRdYXW/Q/MGGDDR8gE9YSxJMtcEwoj3MRvO74eHHf49SMQ75iB4ScCGTlCEhIv4knuqDWQQCFJjLOoEFvrLhIfhKgNXygzrEz12kzr7Hq/j5kfEI1JwWqpUGihUVvMSigaw3NifxdBypTBzbdm5DYrAH03PzwlIMUnpnGxLO2HQ7mJ9dQy5fkJCg1XwR5XLN91a9FjDhexPmJnQMDqUwsXVQGMzJRBLJnrgwYYOWhZgdRk1r40RpHtVyEQlHQzqUxalTK3j2+HHoAZ4JFq2EBbwj+2d8YqswMJeWlpQdAQcgTOHm4+M42DY5irve8DoEyIJdywswnEhEMDTYJ0wTNqCGydAl1l5BeZ1dxiJrgZdePosfHToirF9KtaMxendGEDADAgbyM5VKYmhoEFbYEnsCMlbZfBHA7N5rnn2NuotL56+irYex++Y3wowkUamWMX95Hu1ODUawg/6eOMzCEoJLFzCaDCNI71fWdexsKYGkv6pOU2NeYwPx/Xcjsv8NIoPU6h7++3/7bzh+/Ph6E08mE9/n/PycADICjpsqrIqffJ2UDnYbfgW2Ksae+PUFTcSiMfk6fh9rCmVtoCnPODKg/XUubDcqSAgukN0qSdWuMM959qQzGfT1D2L2yhQ6rIt1DQvLq2JTIh+sS0MmgvEo7FgU+XOvLfjimZd8YJUAf8tDbnEZTq0uGzZtAMgMJrDKT/GtFtCvm6C8saXwHDbtIAJWEnbQEgsgndLLShnm/OegN78t1g2aR5YaBxUdAUa4Tho5B8FEBN8p/wm+9P1hfHDyr/CxOx6D02QIKYdTQRWq4zbl2eU+R4UP6/MglW+ahkYzhAce6eD2vXUstG/FN/omcOz8MdSvLCHWk8JIVUdwoSTnyvntUeitDl53eAnZRQdnbszgxKSJffFB/PrB9yIZzMp5eT2oqgayPrDaaOLi2fP4X3/7afzBn/4xsoODAqyqD2Wzs/7hs/jX17f/F5vIo9eAqyL730Tc2LxxK8H5hk+q9CY+4aT7dZtrTKXK8Zm0vjfuxutqKmsZ/2wTr2mGw/q+1/5MeX3ww9dP+W53ENQ9D/hrS8D3a9mqmwdjsgd7HQElcisr+Myn/x4f/fAHkKC3cBfEWA/09K/iOmtWeXpSJvz0w9/HRDIEq1KA2WmjUK7Cs8IYfMt7EIvGBThScT2+H68P6l5zDa9jr15/MF4fXtX9e3pny931n2Fh6gqwqu5112OVwZ4EVjutGshYZb9w6NAjsIM6brxhH5qNOoJNV5REtEUJUX1BAkkHiGa3YGLHjdd4rPK9/95/+A+v+vzmNzz+938ga3G5WMazp8/imz84hHrFE2/basNBomcQO/fcgu079mL/DTtRK83CcKfWrQA232NuTtx2yCakN/fqaglHfvQUKhUHq7k8lpeXUak3JfR3x45J/PwH3o+R0T7ouoFoNIFILCHvyyJBopdDrChsiwpDMqeVvQABVbHMYQgu1VF+D85rbgRNrCwu4n/8n/8V3/zq19CXzWB0aAg3bE9jJJNFteHisRfP4MT0Mt705vtxYPcOYd7T7zrT0yNkoXPnzsmwdN/em+R6cq9m3c/rQRXBoYcfwec//xnccmAP7tq/BzuG+7A4P40TL59EtVyRvZn3mRZY9MiWWlRvoe3pqDP4uqUhV6xirVCSaxS0LSRicaRjCSwtLUs9/mv/7jcxtnUX/u3//m9x48EbkElEEDcDmLp4DkYxh+2Tg+jt7cVCQce8F0MtnhBv2q29/di/cxIRqjGsALKxNCxNhx0O4dDTR/HM0ecxPtKPHaMZjGZjcKolOZf4TKRSKfk6Wh5w4MBHgFL/l44+h2996Z8x3peRwNSTx07gwrOn0R/vF/DcbddgMmjYVdkUNGkMDySw64234vJqHifPXMLYxAQuTU/j6uychLUGDFvwlkKtJCzldDqDZrMhWQJcP+9/21twy+23YWFxFQ9+8ct47tgJRBMJ2OGo2EjwbIxF6D9OdWEb8UQCa7kC+mNB/Or73459E/2wlPwLHSOBk5fm8Ref/QoGdu7F5774OQz0JHDi3At45fRLOHPiJPriKQlEY6gag8mfOfEc9u87iPe97xeQiiagtV1Rwj77xBGx5JIajJUon2/2KgRml1aRz+XgOHWpLfp6eoVZW63XMTM7j+G+Ptx+8z7U6xUUq3V8/UdP4/z0nIClb7z9Fhw8sBdDW0Zwy+13IZbok2G8BHMJwxkyrDNUvPnPPvwr8DNg9bqlsO6x2p8UuUmFD6TuYTSbxMHRYURYJ/lBDZYVQSIaF/9DduBNtynei/lySSbLHdPE1dl5zC2UYImvKg3Qg0ixj9WZEE4gi2cHNwuVniuMQcr+GIiis0YKiHSBzSaBwCsNC0vVKgrtNpr03CMjif6CAmqR5UApFD3SFNOGYCm9QtiwiiBGpq9K/k9PP4egKhtZypbpTcBmVrw1Dfl7A00kDQ9DoQ4GQzx2mdirfp5YIXD6SYDAnzST2CSbX0eBmWTjEuQsO0yfp3xeR8EzMUeWZKuJARNIB3UUKlVs27kDYwO9YpweD9to1MgG6cgh4PD9thyECJ4GTRQrFeR4GoRiOPTEiwhqLQwnDPTaBgICPLGedVFpaag12agpbyuRUur0SFFsW/HcEY9V5WvLq1RtAvOuhlyoF5FMFu968xBOPPMULlwowaWXk8Z7ocGVBFzKCTuwDR3RYBu9cQ133t6LN9wyipReQbNeFAAwnR7A7NQc8qvzMiG9PGfhK4/MwPNSkhbKqVw/5atuC/3piIQ+MDSpycamVkNYNzC1uoDBVBwj2T6cOXVWAr16E2FhIBRcBaymyDCOmKg328g12mIFINLEFjBbaEgqY9zUMd/QcbneElsGsW4ge42FrhhVqZRrHtry2WUFiu6LD4wKZuPBzGsowGoXVCUU44/Gg5qL0XAA2yhx7dTg6i7IiTE8+sgyYMyX3jLR2IXIyRdaBOEJ1lMq6CFKwp+idmMgG8Xde7cgHGCiKht1A7/5wGsLr6o8+lXU2nWUWg7mF8pYulzBE2dP4+Xlsxjo7xFwYbVUlCaKrzKciBJ5hlOnf1sdK0srMgxgEWUGe2GPD4p3TUhTk1UJ1aC/sFND1VEgLBu/6tKKTBf5fAm2J9I0shwNGGQK8lmndx8T2xl6IfYclLPxGesyNH3WqCRUtqAbukjJ2LC1fdP0Hyu4NzNBNnmVdb9uAxjwmT3XfY1Ftjdlywz2apK9zkLVgNnRYZu0CmnjDWNj2DsSx4WlJUwtrWGrHUa7XUMwYCAZjUlPe2GpDF0LYygdw8RgBju3bsfI6E7EU2nQb0A1S5pI9hEKiv8nC3fuc8Ig2RT8w3W7zlZl88z9xSVjtaXScR2yi8jq5eBAAZ0EPDteSJiqBGA7NKavlaERKA9Y0MgKpeVB25W9koMvRaE0Za1XGbzG4Le2C6vZQiSo1AeUmwpcHQoIYEhwnuAgv88zghgMJdWlFvCQwCq/S4fO10n7AgFXC4rd5Fuz0EpAcAB/eKZQ9g48slwbFbSbdWi0L+D3EHS1w4D8XANei0xThq2QzasAcCmEOg7g1VmWQzNaQNCDR68+rr2YrX4NKmYsZWEiq+S1IthHX5uaA9QbaNcaqDXa4u2cdxws1R3xJOfQTmdKb5M+yi1EQjriYT2/nLgAACAASURBVLIzGfQXhm43EE9HEYkzWMiW9FvDJMOWYIAckuKFy2EBwWQ+ffod73nVBRvZf92QJ/EhlgaajWtbzluyTAly8FeRi/rsPLHvEHkzvXcVQEG1g9KZKuCoy8xUjan/0oSlusHeJKAkH91QMl+aSKkxQdSAr+iIRcLyeugXKIxiP5iqK39V7HMlbxdglYVzF1ylMM4HhwWv8H0kJXCF4Zdd5rQ8Ci003CbW8k3xNm87bZHSE4RiMnk4o5rGWDolljABO4hkb1wsc8qFGubml1CnLQ0CyOVLMvQUtpPvsy3ADeV0ZORBRzpO39MRJKIWEvEY4qmYyEqjsSiSkahczJnyGubXVtGu1ZGJ9WB5xcOTTz+P1dwiTD2IAINI4KHh1CVFmc8jG1cFNlOmy2tsiGxwZDiL+++7E+FwAGvLSwJeZ3qSiMUiiMfiSCZTkiws55rvjsHTnnUAPcpfOPEynnnqmBp2wJPhZjqVEG83nt9s7hh8xUFoMhmXe8FEcILVxUJRmLBcO2zKKsUaLpy/Cjvej9GdN0ILRcWXdWnuCtpNF2azhJizgrGwKw1XwCLgS3sVetTrqLdoT8NBiUQii3rBSY8jeuvbELFsdKou/ugP/xDnzp5dZ5+SQbV16zjGRoYwONAn/391ZVXAaDbgDGOhlVSlUkXDaQg7tSsHJnjN/9dstXDLLbfilz7yETz4uQdx/PnjKgFbvOIUw5X3jUA3xwhUUtnBkABWbqctdQCfNUpT3/LWt6HluDh86LCyK9DIoq6gXmYKutpbOZDv7rWv+gEHsA6sSpq6htzSMpyqWtO1WgmF3KokThNYlZveZaxeZyjO2pjAqhGiFUBI/G0D4Qg8AhdzX0G4/S+ou3VcygUwmvKQCrI2pxeyDr2iwbMb+OzCJ/HgYxO4oXMEn/y1f0ZAW0Pb1WGaPANbcr7QQsxxKTtlXW+JqonKtyMva5gtRvGh2/J45lILfxO7Fy9cPAWv4qIvnsAthxYRX6ohNxrDsdf3omi0sffoGrZddXD6zhG8nGmgt2ni1295H7b17/AtY3wuqZyX6veGFhD/dwJm05em8Fef+iT+x+//3xjbOomGo5h1qrrbIGF07VHUne/+/Wav1a5Y2f9/AgZeF7okdZ6yLlKXXilu/OWk5O8bf7z+J3Vf0TWBWVQDsY9hjya+y8orRF6jMFK7g2D5PddaR7y9hU0r2zLzMDoCQGwwV7vKgo3Xr1R9BNVpPU4LpzV8+u//Fh/5hfcimUptvA3fwqer+JJ9mz0IWXaiFdRw5ewrWDh9AoXZC+hLJVAvVTE0tg2Db3671G8cTJCZvB4A7A8B5Z50fQ9kLt7VXGzcMf/GXWMFsPmZosd1l6zN/bM7vNsAVpXHKoP3SrkVtN0aWs0OwmETjz/2MIIhHQduPIBWu4Ogp6EhmxNgsQYFbd48RBP92LJlNyLhMNbWloWBy73j9/7jawNWP/M3n0RPOoEzp89iZnEZz7/4EqYvz0tpInZLhoWe7Bbcedf9CIejGOqPwNKmhOXfDclTxmSeUlzRAEr3ELJsXLxwFc89exxRy5Y9lb1IvlwR1cbE9h248667YcdoBWOLtyp7UKotuOdZYVs8LclmtWxLQNau9Lq7/hjw2O3lVdCjgVqljC987p/w8EPfQkjzJNQoadWQosJAC+LEzCou5GqIRdMINSpIBFrYu3s3du3ahWgyiUtT0zhz/iJG9xzElq3jaomLo5WG+blZfOMLX8bUlfMY603htl3bsHtsCP39GTljl/NFSa8vlMtYWF2TQasMEUO2POJOG6i2XJQFQAwgEYpgbGQE9775XgHiTrx4Es+++DySA8MY330DvvqNryIat/H6W28WifvzTz2FlNbC/t3jGBwcwPPnl/HiQgWxbTuQTaQlEPYd974J97zpDkQjIVSKazj+1DGs5ApYLVSwsprD/j3bMdQbQzoRFLIDgVWeKQQ3GRgmwKpPICN7fHFmCp/+sz9DWGtj97YJEB1eePkK3IUKLATE758RBTFmq9hhrDarmGqsYdfdr4eeyuDixVns3L5TwigvXL6KktPCSrmOy7MLyDUqElrG/pf9J3kNJNOkgybe+e53Y61Ywuf++SugpR0HzgGPKmNF9iAblMutVK5KL111atg91o933Pk6zF0+g+0TY2Kd89LJl9C/dQ++feR5nJlfxt898Pd4y31vwPzKjPhpP3noMM68fAr33H0PDMvCD374CLLZDN70pvswPDQG12H/EUQqHseThx7FKydfUh7jokDm/sh6X4Vrnz51SsB1UYcxiI+9gk7MqoOhgUFGiaBcLSPTP4DzS4uYnl9GIGgjEYlIyNbo2Bje894PYt+BW2HF42pPlligNjwS0647U1/Lef7T9D0/A1avu5tdYPXugZQk6WmWhTWninjEwA2jIwjRH4/J7/Q5Yjo02SdBmmdHUSxWsFKpo1ivwRI2qoaZ2QUUyk2E2AxzOeoeUlzTLZf9vxQLIqlja95SB7o0cwRWCQYKw5LNuCaJhY1WAKvtAKZrbeQpNZBJgWQSCzgqzDV5slz02CYGI1EM9SaEKVJqsLEqolBTFH+WIZRV0E6Q03UWugxRYHPLJol8Ie7eZDImA8BA3MKoXlHBWv5J3mwRXGXdqg57/l5qJjJByVilPEzzUKbXqdNGSw9iSbOwABNms4GhQAsRHZgu1OHZEezaOoKdg1H0xW1UcgW0O2TW9AuYky+uwbIDSMUjqFTrOH5xFi9cXUG+Y6Cn3cSWuIGRuA5Lo9RFHfwE6epOE0GxAvAbU7mWTPgm0EvGHZtVgtnKv67qtrHkhrAYnkArnEK8vYD62hUBQvhJhmG5UhdguQsk85yPkCFi6MgkPHzwnTtwyyQ9T9bgOR4GRsawkstj+twlkYvMrRp4+mkeKgaSsRD6khFYEvSiwbYNZS0RT0kBSMC+UMjhlbl5pMIx9Pf04dTpM3CbFfSETQGf846OcqOJWNBAT4wyBhclx0PCUiA7GcNzhSZCkRB03cPLRQOMrmnrAdmACYa2wIAFAybvuTCZlQcqfXgSIb5Ogja6BFosr+RRcjpoMNyNALUUz0qOpdwd24h6bWT0toC9CdqEaeRdq4q6KVM7Wf0CqpCaTXbVpTItDDpwxUeQrGYPGZqf7x5HvVnFzbsm0J+0QclTtdbArz1w+FXvx2SsXv7qn+DKWl7sEc5fXcDFKzMS7BAmy2l0GFcX5yQVO2RFUK/W5QDp35IVVuj01UUszuVhh8JotpowzF6kb96G3MUrMDoBBDIpWGYMTnEFbr0o79mt19GoqDRfAVS7TYrCp31ZMlmVSgrOgp8FPcFU+Wpeq03SW4I+TM7kveMOYJhMzgz4jCRuLH5YxzVXZ3Nr9OOXrWsfsC5bXlfkeQh0WohHorJP1RoN9XONICwy9zskPHrij3RwNIObxkfRrDXw2PlLSHRa2JrNwDJMpIfGEBwZRtLIIsF9rlGU1PBwKgvdTkhDLoFe4i9qiP+Y8iXlAIkMCwV6CUBKP18CfmRhsoBnU0VGigRXsZlRbBfpq0RKHRJ/UwnD4vokna/RILUJKBeBRlWGPhpBUfl5BDUNlUpPVgLZZF4HNQJwZMc2HJg1B1aoLZYtZB7qTO7WO9DIGLLj0GyC8Sa8QBCDFtktSo7l+zuo5068ZhXb1q2tIEDlAJ8n3w6ApDW5+Wym2APSmoCs6g6ZuJ6EWgkQSvmSHYZGn1qyeIImNKYkV+rwyH5uuAjQT4PAKsiMJQDRBEwXsHVoFoFVS4DVDl+jgIrKxkWuOwFgerjW+ekKuMPApDLtAJptrLaA1bqLKs8Temk3Gmg1qwgHNSQiUURCKWieDS3aRLovLEnesUACkaCNjhkBaF+guwzqhcbJl3iV+w347e941c94MhmF23EUoOCZEs7SZgsoBB3uLQZCARXWIOCRxz2HjXZHWJJdMGmzzH2z6kPuCpt13y9VnmmfESWNvQCNykeXwRjKiIfgqA6LNUDMRCysQCkqKggSCJjq+7OKTYV/xqpQNEKI3H6VdcL/w957RslxnmeiT3V1rM7d0zM9eQYzyAAzBSUGiRKpZGVZwd61Lfs6rLMl696VrfWR19dhLcmSV/buWfn6yuHYEr22ZEu2GUQxR5AAQeQ0wGAwsXOq7qrqqrrneb9uAOTK9xzq5x4NDw5AYKZD9Vff977P+wQ+toQLyhBUMZGG6gIqNYaydAL4HJlZbh+mZWGlZomHNhnT9MwK+2RYdoWhzdcWTxnoeRoSuTRuue06mL262AkwtG/l0gbMnode30er0xEQXYL3fIK4vJZkSavXwYZm7/ZZFLJk00RhMBjIiIinKNmU3KtqjRbK5YZYDISCBDCyePrgCZw8fVz5KdNfd8CqHAYzXIvAyFAK/GwdAVRvvGkn4vEARlIGClQI5DMysJQk5zCT3NVAT3zsg9whgoqt07Nw+IVDeOzhZ8RHOBQm8zYgEleezVQdpLIpYQXRUZE/Xyjkkc7npfayehYs2gKQqaQHsbx0GUdOrWBy4TpML+4VdUy9UYe5dAgxu4W8b2LUADLpGIK03uAy9305szmsdT1NvHI5uGJoaLvXhT8yi8lb3wYYBVw4fRp//MXPw7Yska7S64yfw+TUFIpjOcRiIcSjhtw/BDcIRhNYZWM9ZJ/2Gd7pOGJFAcdDx+6h1mqJ3+Av/vwv4Euf/xIee+QhxGJhhGT9qvOH4DwHuZSvNxpNYRDztQ+Du7gY2RT+6I/8KOZm53Dy+Am0Wm0V8NFsSII2vW4J9tLmiTYKK6sXXvX9zR948sVjV4YcZIjXtsrCDCR47lg9VMobcBxl78K6Vs5SGWgNvwbqGspVw2Rpx6SBpe0M7RQEcL78EIr+n+Glio0/uTiOtxTr+MhUW5h6PGWDri5b6h+88Kt44MRe6P0ufvyW5/GB2/4Rhl2HpjO120KUWQpeFFa/K7Yy8WBG9sa1+hg+903gY3dexmvnYli+5OJLdQPfWo/Cz6QQ7/Wx7XwHO0+3sbYnh8O3FWFVmpg4VsIbj7RxajaEI/uTCPaAN83ehA/d9k6EkVYDBDk3CIErry8SGaxgAH0tidXlDXz+j/5vfPITv47919+CNtlM31Oyf5WVfi2b9Krk/+pHd5WhPwT+VPN9pZ4YDOPlcYa1xSC+bICDXgFvh8Do0Lv0lQtkGEY2fPzha79WIj/8s/w+VPQNQrS4n7DGkkwApfhXvP9BKOvV51ehozw2IpSQN1v4b1/+Y3zw/W+TYQsH5KJWGHga8qEEZPAgzC4WZ8E+eyEdF8+dweazB5F2baQzBjTbwYbZwbF+FHmG8IyPSjBqPJmSs16CEq+pweQaDAJkZZj7vaRG136GQ09c+cGBaQGHxgNfUPVwiqHseEA8npGhXatekeFt36a/cgiPP/Ywut0Wbrhuj/QOIamlVGgza6bhaDmcGMH47D7xcqxxYCap7ho++4nvD1j9+K/9NnbuGMWlc+cwmhnBxtoy/vWf70On0xafzVQiA9cNYGJmEQduuxM7dm5Dt3Ecnt1S9niDQAAvwEE7T09+TirQ76XDR3D48EtIxQyxeGBd1u52ZQ8oTIxjanYec4v0lmSDqAsjUTwlORCOUPGggoZ5tkQirF3UkFOs5mgtF2SfRUWesucRO4jyFv7ki5/HP3/j74Tckk0YyCbCGC1koUcMnNtqY2mjjkarhVDfxK17tuE1u3ZicbwouQzr9Tqef+k4HD2J6flZjM9Oc4YO3zKxuXIRlUoNhXxOzoz1y8vIpZKYmijK+bp06bIwL7kbNMw+NqotXN6swDVt8b0PRsOoOx3EkzEszszg+p0LGB8bRSaVlb2RRKbnXzyCC+tbcIK0+uqgMDGG8elJAfNe5LoOmHjN3l0YyRXw5OlLOLTZRD+VxVgyj4xhIBMP4dOf+CUkozr+8s+/gu88+ID0rqlEFsloAouLc7j5wHVY3DkLv6uUIDy/CoURGdhKcPKAkUn7A8vp4Z+/9jW88MijmJ6dxNxYARktivKpC/A3ahgLRZGNxhDzLXT9AKq+g029hz1vuR1VX8PzR17CWD6PkXRGBqzBZAYXynV8/dv/io22J9YPMoSXz5PetDqCjoPJqVmxdjv0wkHkM3FMjeUxkkgiGYlJP1OcmMBmrYmnDh/BWrkinqwH9m3HnTfsQqu8ij27d8t9c/CZx5Ean8eTxy7ggecO4T0fex8++3ufhhHnegzj5PGTuO9fHsDtt9+Bza0tPP3sk/jYj34E2+YX0aw3hdCXSSeEIHD+1Ak89tBj8LuO4DYkttkeA9DaWF66gM2NDanlqTJhjSLnv+dKmCgH6qvrG6g2mgiQzCJKIDW8jkVjcOweEjEDo4VxfOCHP4Z3vOfdCEXoW091NLGnoUXb93WM/2/5Qz8AVl/xsQ6B1R+aH8F1O3cgnx9BuV3H2voKdk9PIBCKoNrqoN7sIRKLy9Sp32shl4mjT+85PYr1UkkBS/E4ms0ukqk0nGYd5y+vgSbmE9kIdAKbxJbYSIkkmFKVAYNVEoAZPDFIwuYhxjAD10VbGiENNRvYcD1UOTH0VGiC5zsq7Mp3sG0si1u3z2PvVBHjiZDQ+ukp2uo6Mm2hT1jb1XF65TKOX7iMrXYPbjAqvqlMOySYS+ZLX+SkOkKeBcO38fqMj2goKDJtnsk9h0yFwdEqfaRiw7JRZXNiiJ+gD5MAp83mNYQtN4B1jxJXDUXNRj4SxEbTxnrLRjgSxDtu3Y69s+NwTVOA31giI01rx2yJP0gyHkWl1cbTp5dweKWKdjCKbLeHnaNh8fPkoSpJygF6Inoi76bcfAis0quRwRDcWFRjzGkTmxjFBmpZDkpeAlVjBlWCwfWLiIdFvy6HKifKBPX4u2V7iESUHx0ZCExWdDoWbt5bwMc/sIBUaBO9Zg/F2Vl0uj0sHTuFYrGIckPDsSNdVKohjI/kkYrRsNuW0K10Mo3SVlnJTvJ5SR9eXb2MU1slJGL0e0vjyEvHEA30UIzHZOOmFUCr5yAV0QVYNbs2mj0fGUOxTluUdNYchGIhYfGd6nhwQ2F0XQLLYQX28dDybMwXDMwUs7C7JmLhGHYubMNccRQpJnj7fbTMHi6tV/HU0fM4tVGFCeXjqK6lJzIngqgGpfx9GwZ8ZKNAJqrAa2GHyRoXQYEKTKNPKNOZ2xpWayY64kqgIab5AqS+5+43oFddR9qIYXZyUpiFa6UqfvGvv/OqN2YCq62T38DRpRU8/vQRNOuKgTo9WURP07FaqWB5bVVCHQhntJpdGRwUp/Oy5k8dX0KzaiFA0MxzEIglseOj96B++gJKz5xAMBaX0B0mPwYjBNfp9Wkpuw6RASqJ85XCdvAOBEgaJJALk2LoIirF/kA2NyiW2XQLC0MYEcofORo1pFHtM7CDMuMrUuGrjeT3ulgvl9+90g9tyLxjuimBtsGYXBEnBOwxdFpwhJAIhhHxbUxmohgxAji9VkU+HMDu6REx7y/OLiKdKqDf9dBuryIW0rAwvQMTc9ugs4iJJIhQyj3ApGJ6kvJzFp9SYWoogHH4Jew+SoIJknLvdCzxC1KG0YMfkWvKxyCAQTYqUSh2Pa4wL9FqMU0G6Jkq4IAM2VBEPJbIkhW/VHl+D32yrvw+en0L/XYbfquNcFix1YO+IwMothm831zK6yMR6AQ4onFMRMhuGYDdgyZPmP68Zzj1dWy4rZKoBPjyCAAK0CtTZ75PH+jRuoAev/TuDYi3LowoEI0B8ZgAq0MfV4SjEmoMshKZ1t3uQOt0oVk9wBPeLaDb8MMutBiB4DD8RFiY0x49tAOqKRZmL7s7Dv0oF+31ofV8+D0fXs8TFlzT8VF1gK2ejaplo+P0YXXbsLodsY5JJxJIxZJiE4A4kC8YGEnmkAnlEGdYViQBX48hQISexr28BwgsDy1Fbnnbq77HRzNpWHLGEk4lC4jwYkDctuR9cZhGdrHg3FR1UOGhGKqKfX/Vg/WVT35FJip5V740kGr4MQD7B+xN/hy9VBNGXBipDLKwOh1MjuYwmk/B71vKK00oOAPrADWVVE85EAjwTBLW08CGgGfz0AdbqVNeDqwqNSxbWuVHTCWM2bNg2jY2Wg7WOxZ6jo54IIyFsTwWZooot5q4eGFZgWCmg7mFKbzmjfvR92wZYhJwrjfaWNuoot600TItYT1yWMCGR3xI4wlphlincLC8a2EKxUIK8XhY/XsmiXg6oQKTAjrKlTq2Nqswu0qKns0t4tBL5/DEU48wZgchMH1dFfnXSnMVGKB44nyPfcdGNKJh+/YJhMIedi3swMTUpBDGo7xPuJZZEDgOemZHwAICrkFK/0JReFoILx49hUcffmYg86a1CgnzURkm0j8tk8tgbKwgNREH3pNT40hmU/IYTl952rt9W9gv3338WVSqHm688Q5k6a1XuQC3vYZoaxPJSAg5roloRBi0jFbi9WKjw8G6+GkPA0X53lwNFfr3FRew8Nq3o68bqKyt4ML5JfFYpTpibGISly6vYmNrC81aRfZEWgNMT01ianJCQGbWolqfAzEleebAlNdR7KsoQGA4FaWL2QzGRovYXN0Qn1JF2Fe1J++ZWqOGEydPCYmAbGae+QwUZbgXG9GLy8solyr4yEc+hj179wt4yiaRnxHZPXw+ArMEeLn2+esLf/QHr/r+5g8MgVUB86GjUa6i1Wio92VbCli1Tbi0ThnkDqgwv6vnoYQEMUiOll70OCawGg6KzFcCIdefRML+U3zltI/vYBcKoQp+KbeOW8ZokWAhonlYPWfgPz37KSy3sgiFEwjZNn7itu/iXXu+JTV5nOuX4TBUgZGxTM9fHpx+GP9yeB/ms0s4sNhBDzGsr/hYQhu/dWYM7fQoOmuXkXWCuO1QG7XpFJ6/awKpjQ7G1jrYfbYJrxjHuQUDbiiIHcFRvP2mNyDM5OrBMI4heGTwCRDKX6k8gqO7sFLq4b987vfw0z/9s3jD6++E2TXVlvMKf9RrwbthnaCGP9dexysn8hXfoiuPI3ut+m6l6VBDIvHuHpKIBzuegKTX1EXqyL86IH4ZkDjYF4ae1VdewTWvf/ga5Hd5c2pIKHYwQ+m/gJccBsmzXbk/BE8bDrkH9wtTte1uD1/4w/+Cu996m9TxQiYYqGh4Fsh91WcgLnsCZgrY6JU3cOlSGU8cPQ6rsonZcATZYFDOviWrjUfObAjjll7QU9NTeNe73yl2GgQu+LqHcvMrALEMlK7WQcPP7XudU8O/4/BLHSgqbGvIWOVjc1mwHDISGRVuUysLsYLp6HyNTz32CM6eOI5CJq2Uf8kYQtGQsLvZo5DRH6EaYWQSM3sOiCS+Ui2r8FbNx+/8yie+r/v7J3/uVzAzl4DZbGMsPy/g4t9/816cOnZCGIKTxSkE9QgcP4i77nknduxaQLt+CgGvixDHHhxWcjCnEWyKyIBFwosDATzz9DM4c/IMUkZCfI/JjuQ5t7hzB4pTU3Je3nTgjWLRZlrs9ViWBAWIGi2OyV7HARLPMf4Sq5lgSA07hajDAMiBXZcQAnxcWjqPT3/yV3HkmScxPzkGIxhENhMTgN5GAOsNByeXNyWoORGPYqKQwWTawP65KVy/eyfisTiWly/j1JkzYo83u20O8VgYUV0TQo84rbBvd100GzW1z4SC6HZsHDx4FEsXV+AGwmi7Pmo8v+EjGUlI30sVQW4kjUI2icmRHKanxkXtwOH/+PikgP1LFy+KZL5lOhK2nBkfw2q1IgSLjUurKMY8bJuaEDVnqR/EqZqJqqchY2TQrFbETvFTv/AzuO+bf4ev/fVXcdP+PZibHBe7GI4uSrWaALzv++D7sXtxTp6fNRMtblRIowstpIOaGGLmUcPAyrET+N3/89NIie1PERMjo5jPjMBeWUPn7AXkA0HMThZECXKxvAUzpWPn3XfgfLuDx54+iEJ2BCOZuAwZEYlLT/joc0fQCSSg+X3kEgbiRhSdlikkKt539FrP5TLoturYt3MbRlJRjncF0CaTmfkf/UAQzx89jkeeeg6NtoXbb74OH3r7m+D3WrL3UCVsdevQjTzuve9JfPPhJzG1exZ/9N8/h7nFGemNe50evv6392J2dh4XL13E4vYFvPa1t6LRbKFaqUtIWT6XkdqBVmCPfecJbK1sSghXr2uia7lYXV1Ho1bDvr37UN7awoljJ+T7qfKJpjKIGXG0TVOU1kJooZWR1CIMp+J7SUnLRBa62eFnMYo//PznMDs/NxhGqeDyH3y9/Ar8AFh9xYoYAqvvW8jj+h3bMTU2Ln6Ly2sXkEkYcpM3O9yUgtApbyRrrNtE0gija9M3IyabLkEpTuXb3T7GR0ZQq1Xw1Esn0PVcFFNRxCSYYmDgNzAsZ2E9nH7qBKiE+RFU3jCD6dem46NZJdNSl1Tlsuuj4+joEeShB6rmoZgI452vuxn7inkY/S6inLhE2LgqKWxfNjIWGS7W6P1zegnPnFrCWqOHQCihQm9ocCZzfsWqiqGPbEjD3lgfsZCa4PCLUngCq0pvSrBHycR5kHCSYjA6lRwpmypSWxi2JSeACrEQmkLrDkajOiw/iGUCal4A109ncGDvdqSYDuCp8CKaQtuWKRtgOKJjdbMMMxzH5S7w4DNHsD0MbC/EkNIsxAhssFggq5GqWYZXkTHAiZP4wDEgxIfNlFBhBVKaFRLglZPlNhmrXgr1yAhK9Ro0u4awrmRMPDg5KSLrgkwV7i70XGOTwQlpNBFCu8kQrT5++qM34I7rXTRKVUzMTAtz6MThIyiOFdHq+jhyqI61FTag25GIRbG2WQZ5zblsFq1mB72eJZM6bmyc0pba9PvsotpowzQ7mEgGMBk30OmaqDka2j0H6RgDgkIwTQstG8gYQWkcFLDaR4z+hnDR1KJoufRHZGol/WhY+OtIxjy8+cbtuOPm3chEQgLyhLSAHBp2qwlPvlQpbgAAIABJREFU5AMOOv0gDp3fwH3PvYQ1SwX1UOjPx455DhLwRTJEqXMy6Iv3azJMny8FWjj0PJLCVYGDNPvmta30dFRNBw0GsHDSHwRiehjvvftmGP0aHNvH3OxONHo2Tl5YxpcfO/Gq93QCq4ce+Qruv+9fkfcjuGXn9bjUbuKZkyextFFGs2vBox8aD51mF92WI+bp8TSLpiDOnLqAfo8Te12aFjLs5t97OwrZHE79y+NorFag+2LoJOETw2RZgd+HKfaDP/M9DxsAKdIIbA3YqiIsGTAUiK0NCzW+YQKrYtBOtiZlXh4lmmEp8BynB6dPH02mil5tIlVTo4Cj7/V17b+p16SaIGGNSfqrYtBy4kloh2AV/zoS1pGKBZEOhBFxPIzlQpjdlkc+PY0XV5Zw9vwlxBhWZvmYzYzh9Tftw+y2LBYXZjEaLiCMGDRK0iWsimCq2qeUfJ8dKA98XjvFjBb/Z4KnBLJ8+4qc3mdwlaTdunJtGH6kBWmvEAXIVh2EMXHoJRsE7992G16zDo2sPcG3KEOnHUpYGLMEWSlL5x5EL6EeGyXXgtVqwG42oLncX9UwJ+jRCkL5TLoBC47GQUYS4URaGKv0EZbQF95UkvqrGN6UhTN4KtCsCstUPE15JlBuR/aq60NzPGiU4vf68vdaIgYkYnCNJDQjhkAiDo/BQDwsCPLoYYRcDRrtEGh30GlBq7egtZsCsFAG5If4C7zBECCwGtOghTR4Opswhqc58Mmmlef34dt9aDYfU4dHYNXy0Se46gZQ7/vY5ECKygLbRqlTFz+wkB5CJkH5dwSG2DvoGM0nMJ4cQT6WRyKhAHU/xDUg3Sy4bIVExIaXNgi33POq7/F0KoCQRZuTANxcH6FcFLqWhG22YfdMCeEiPZZ7kTSAZHQFCHjwvB34RQm7nOeZSlC+FnRQTe5gMCpYsJKY8x4VpbkH8Z+MM5HeJrOZ+xvQrNZRyGfFm4yeV+LHRs/dgWfxtc8zBCQIrFJVwUeWPVPsIVTDrRgViiU6bPBp/UPmjKhjXV8YxFRXcF1kkzk8dGoZ55ZLmMhm8YY37sMdbz2ASs3BoYNHcOjZw1LQ79+/iMmZHCJGBJbDQQgBqwBabQtLFzexvlmXc58NO/dvhmfkszkJl+rZFsKaj92LM5ieJMvHwMjYiPiN0U6EvqVcGxubJZRLNbllU7lRzM7eiJNnlvEP//R1OFYbYS38MvjgZWw0jq7CYakxWFvNzhRx2203o+92YHV5b9HCoAQ4JjJhYCwTQzERRchnWFNYZP1U7PQRhKPH8NKaicOHT4rSRTlhcNgaQTxBxmZIwkempiakCU5nkhgrFBCPE5QNwA9EQHeUWrmEw88/i6Wz51FIprBvdgohq4WAW0cs7CIWiUvDzbRnbj92n3ZKrrDsh2ErDEOV0CqRIDOQ0sTFrRric7uw9w33CKPV0F2k4nk88uijePrZ50TOR0Yqm02eV2aboWWmLJKYWCLkUBjJ49Yb90lTyMceBrGJhQNlqr0edCpuYoawVJrVmgzpREg7OC+4xlhTlUollMtVYXAxmIxgOsFyfjHpulQqY3pmAfv3Xy+fregHCEhLHp8CIq6AUZ6Hn/+Fn37V9zd/gMDq8HHoo92q1tGs1ZW9gGOjWtmERcuUAbCqbDWupsYrcE8NccIhBaArYDUkQSb8cisHcf7i/4svrIbRymfh+1Hs7izh/xjdwnUpD+SAPfZsEf/9zG+iy5Ba3RCf7TAs/Mrtf4F3bj+GUseUeqivh0Cd2EgoAgc2zm9N4HwpgA+9dg19h4E3UVRbLSSSRXz1dAob/TFk3CayoQimG4CeNFCfSiJta8j0NcSsPqKpGHzdRxcu0ojAbproUI3Ac0XeGoe5KuSS1aqXGkd08Y242Azgc3/w+/johz+Mt9zzLrTb7e/5GVwbTnelkniF7PPl9cQAcKXX6gDkFCB24O05BAdl8Dl4nGE1ogBb9XVl2PsKj9fha5DB84AdL8D6gBk73D+vfYxXgsWi5hlYXPD7gmEV3DrMyODvfcdCn5JCn4QQS+S0fG1Wx8Tffe1reO3rbsLCwoLsr+LDPfBsVu6DOnTPR6+6hcbyCUS6NayWu/jO6bNgMua8EUeq7yERi+OCa+Lwpabs7fQap9z4jbe9Hnfd/SbZi8RjfHAe/f8Bq8PrMvws/pcaT1JtlMsC/zS0AZHrJR9GELF4WggEpgRhKkabEYng9LFjOHn0KPp2TwJzWF8OPyt+vzr7fMzuuh73fPgnEDUS2KpUYfd7otb6nU988vu6v5954n6srJ6BaTooVyzxB+VJ/OyTB0VhUMyPYnxsEp6vY2p2ATfctB+2tYqA30F4CKwSgJeh51DZwfO+j2eefg5L55ckfJXeuVRl1Bp1zM6TqbooQ5Z0YRzbFrcjVyjIXtzr9gQEzOSyyGZzAn4z6Ij759A6aKgU4xq4cpbzvtNcnDlyCJ/55K/B6zSwd/uCqCO1oCby/Fqzi9VyA4ePn5G6NZvJIBYKoNcqC1lmx9wM9u3ah8Vti3CckvK2FtsgV2zzqJhkn0slajBMW5OQXK9KrYoAIli6sIlHnnwerb4Ok7VOykA8lRTbpjSH2/0eJgtZxOCIB2ginRGVCQd0ZORy4ZDIQTLR6vq6+IgHjQSOnj2PYDiGXDKHvQuj2L5jJ144egrrHQdeqoDM5CyihvIC9cwWGhsr+MZf/T/YtzCFD77rHuyZnxJ/btPpY3Wrikeefh6pTB4f+ej7BExln0ulCPtgXlvanlFpxK6HZJwjDzyGL33mt0VpE6KNwGges5MT2D86htBaGcvPvYCg2cL42IxI1q10GIt334YXKyXc99DTUrPMTo3JWV5rd3Hq7GVc3KjhQr0DrdfGa2+4DttmZnDs+ClcXtuC5TnYtXsXRkey4kPM99HvNIRgQ3l/LpMXrIX9BhWkR4+fwsHDx/GGm/fjtltvQGNzHdVaVWzfiqMJhJNFfOOBZ/Gtx55GajKPT/32r+O6m/bKkDoVT+HB+x/CqVOnMTE1jre9/W0ol9dQqzZkyLB9xw4ZLNNbNaqHcPKlszjx4nGYjSbMbgt7dl8noHgqFceBW1+Dv7v3Xnz+c1+QMDL6BYcTGTS6DGluSwggsZFoSDGwSXYSuwDNl71Rne8aWk0Tv/bJT+CHP/KhweB/YMNybQLh93W3/+/1Qz8AVl/xeV4BVrfnMZrKYNe2BWn+KrWyeCwWcyqEwQWboRAsk0E1FgwjKgbQtWZHkH4eKGSIblXbSCYNnDpxEpudHpxwGDGH/ilBuAQGBoET4tLHRkVGYyq4h5uleKzy4GJR6/Vxtt6HaStfVuKOLJbabHgQQtdj3+pj18QI3nrDXszEg0gSnwjTZJusQqbBs8FTiXdup42272PN6uPoyia++9xL6FIyQTBBY2JgH2HfF4+SsQhQiGgwKPsLqudmQcP3yAaB5TNBEIfvaVDIEXyNMpRDDPoJrvbF9LzpAm2XzY+HtO4iTR/NYBRrTQfrPRf7doxj1/QYstGwNJLxZEYAOdNqoyMyWFdAt0iuiOLiftz/5EG0jh7EaMhD3LcFILWG0l0Cqz0VHEBgVXmpckLnw+qTsdofeNoq24VwUBcG1maggNWuL2Cu7nUQ1OhLElHyFrE5YLNA9qEiwfFw6PXCcEOUnKop4R03jeHTHy+isrmJselJmeweP3hEJQv3g3jpaAvnz/SRNjKy0TU7NrRoCPlMSppt+qG126T8M43WR6vr4vmjS7i82RQ7iflsEEUjJibUVZvesC4YVpWLK2C17WhIxwRGQtsF1ms2YkYUcYKYgRC2yLy2+pJ2zoKFPAfKKN98yx7snmbYUhjxsAGNa5KBGuE4zF5b7oVerw9Lj+LpY6fw7MUyei7LF+ULbLChcz2EXF/YfIVkCKkw/SRtVeTLVJVAAAtchTSGQ4qRVSfWZfvw9AgYwCUFoBfAbQd2yHvm606k8jh28ox44tx7dP1V78gEVv/iN/4d5rPjyBXHcHj5PM6vr+Ps6gpajg4jlUOr2xK/T7PjoNfiGtERTSgT9EsX1+DafP0MIHIQCGqYvXEXotkM1s5eRKfURJDX1OJMWL1HNuoymZUuYsjCUkD9sPBngUZQT5gyvjsw+FA/o0DOYTDYIHSAHpSULYuETbHwJCU0oElSNsHWoebuKtvkajDytfDqkIHy8tnjMBF3QJ0Tj8nBI8qfFUs5EQDuvn4XdNdCuVaVz3z/whzecudr0fMDeOj+h1Fd30Q2HsK+qXFcd9sHMDK/G75uoW+uixdqMGjAZdPNhjakUuKFNiZqRkl5GviMEVS92oD5ngmN02Z60lpdAbqVbpWPZUALG/BDBnwtLIMDaaTZDLDxc1y4nQ4cDgy6pqxPabgIHDMJlsMogl4c1IAWAgyu8mD2u7DbTVjNBtxOA7rmIsjEcx+IcF8moG7VYfdN6PTsM1IYNzIIRBPwxFpAhVuJhQv35IGHadRsIkBglfQRoVWqhE+/7yv/a4KqXBvRELRcGhq9nFJ56PTpNGLwCAgPwAICwQw54X0Lu4cArQ4qFfiVMjS7J8xUapopvffDGgLUbrN+1nn+kC7OoKOueL8SNSLTmgkKmqMDVgC+rcGzdfER7LlAo++jZLvYsB1UzR6Wuw00yZINhJBKxJGNhZEIErSKYjITx2y6gHyigFgqAS3KzygG8SDhwcKDbyBRFE9dSqBf5df0QgqxYgaZ+REkRsPwQzZc34HvBGHWe6hfaqC7ZcHvaAISO7xXByxxxZRSjagMFeiLKKnvCpRRHtKUPynekLCm5CZVwZEEZw2CnjINcJGIBkXREgz5sDsEObjf6UpGzxBJacoHXe8ANFX/p0BUWgqJ3Eqee/D3A2m2/F1Q2Q5I+Jd8D0HHoDTqws4Sj0FaD/ex0fVw+MIW2uUeDuzfhde98xboGR2nj6ygtFbB0cMnkE0a2Ld3G5gyxyYyEAzD7LSECW87moCqW6UGNkpNUVOQtcqApBEJemAQDG0RLOzbNYv5mVGkUzGMjBUkQZavhfI+KmYYglUu12XIOTnHJmAnLq6s4d6//0tUy2uIMMBKwhSvsuOGdigcSrMBIKjcalbwmgPX4013vg7rG5fw3PMnUd7cBLpdzOYSuG66gNl8HKPpqHjcR6Ihqbt6fRftjo21Zg/PrvXkfZHB6mv0ClXS30g0IGws7tP5fBZ79uzC/LY5RJJZeK6DvtXGxvoG1i+vwCpvINhpoBg2kErFBKDl3k/GJlk9cHvwfMpuA7AHgDfPN0r/HV9H17TEx5aANcFS1gCx7CgsPYKR2V2Y3LEHJtmrbg89uyNWAGSHbm1sYmurJDLleqstnvKubcOi9JNJ2GxGI2HcdPPNmJ+fv2ZYp4bFYsXD9Ub2M4f5oQg6HDiJx+PLgVUCSBKmKiGragixvHxJmKcjIyOSlM01vbKyinRmBJOTM7InkYEjftjXgGaypgM6fv1T359UeAisCjgWCMFstFDjHie2KS5q1U2YZkOYakJUlXP0ewOroWAEoVhEGl4JkuTvCGBj7QTuPf7nOBiMwmW2AP8zPdzorOLj001MRzX8+WOvw7fOvg9Bqpo02mGYcNwE5hIVfOpNf4fFwlEBmGkBYtFjuR+A7xp48twM9sxdwuyICbsfxsqKhl6DYO0kjPwcEMlLPRvmkRBhzeQhZLvilWrBRzfImVcfBq0jJOnNhUWLal/5S8vecEXWybPERS+QQmTn7Vh1YvjTz30Od7/5LXjnBz8s3opDNvNw31Og+1UQ/ArYOZSbX+OTOrxDZcUMB7fcq0RkonwuOSQbfsljDRir1wLtL2egqrOee4z4BcrzKkIKf1w85d0+XMk5YHAnA2PU79yH+It7zdBPmPcLrS8oISZDUVLHqYRrNuX76DPMABrxduTPubwXGe7DHAHWoSqPIRYM4q1vf6tYerGPGPoPS/CibgkDvm8BtbVN3P/1v5XzLjcyisdePIJCKoT5Qg7BvoNEKIqzpQ1canly/1MQwufKZJP46Mc+hHyhKHZlVwZ96oORa6D8C/7Xr5cNn64doA+AVb5GAciGiig5y8hSc5FI5URxY3c7AFVPVJ7FYjLA6vRMtNrK99Ik6aNjot1qotshyaMNs90RRdJb3vthARu3yltw+rasv9/9tV99lae3+vZH7v8LHH7xsNjFBGNh5ItjSKW3oWsH8cjD34XXtaD7Aayvbche8653vwuuW4XnVKAzoFPyS0hu4LXizcJryfuoj4PPvYBjx44jETWQMuLinUqFS7vLgN0gdu3bh537b0CKg7RcDql0FkYsDpu1KoP+6NudzYq/KpmqarCpPLy5HiQwdTiMZW/v9/HiU0/gC5/9T8gZYYxk00KKaDoONktV8Rjd2NjCyEgWN9x4K7ZNTiETCwlBomubwhQ9c/6yALzXL+aQNAzVr1I9GgypoaUeQrPVUiQfqgyYgeK6CEeTuLTWwJOHjopVIbMLjKSBmBFCfauKZCqORCSEyWwKyRCQZA6HwUCmmDxeqbQlypzxYhFz2+bkvjh/6px48LsBBkJHMD0xhX6/iantu7FeN3F+vQRbjyFTnJZ1sW/PXpw4fBB/82dfRmnpON584AbsmZvE7tlJJFIJ1BjSXDdx8sIqHn/qOXz0xz6KAwcOyLmSSMRlUCzDYvJVWBOEI/L7v3zlr/DE334D2XwaK14boUwCmUIWO6YncePUDPqlMlaePMTlDCOVBpvIvXffgWcuXMBf/89vY2pqGnt2b5M6rVKu0TELjbaNw2cvyLW47eYbsDg7h3Kpiq1SBd2gjmwujVg0hEZ1Ezvnp6A7FsKxsAQPb26U0On0xJd35251Xh964RAWZ6YwOzaKbqup9in2vnofQSOP+594CQ888wLGFqfw85/8Gezau4jRwqgMds+ePodv/uM38da778bi9kVsrl+Ea3FwHURxcgrJbBblRgO1rQ7u/dtv4viRk5ibmcTHf/zf4TW33irrtry1IZjVdx54EJ//3Oelp2KfSJvEFpmtDPyl0hmaeKZnGCoZCaLfox2IJXtQ32dgM4k1IUzNTOMP/+gL2L13j6o7ZVv6QXjVtZvcD4DVfwNYfe9inqJBFHM5XL9nF5pmE22zg0LKQJ7AKdlHvoa2pMP2hJpv+wHxOcklKS/Q0OUUpkLPlDbWLq0ilMojlsuhvbEEQzn9yYYlG7AUCpwODBmUlCaySWeSqGKmsIFZ72mothxhAUSCPCT7Ahh0/CAato140sAte3bixrkJ5ImRElYLxQceaJQqkDGgSeHQbnXQo2m3TRl+Dw8+cxgbTVMOo5BGBpaNoOchGwmhGA0gF6KELIAg/23AzqHMkE0AgSBKhWkCTpNpIR6R3Rni+wjAIqPSIbDKYGmGPg0k4JonAB593zY7DjLbFvDmOw9g9dxJkZKLxCIcFcDEcayBpJNsrhBiI+PY+9rb0QtEcfqx+3H62ccR7LQQYdAXgRMN6DieeKyyOVW+t4ptS9YuQWH1uhUjiKxMgq/Nvo5lfRzLNXrQmQj5XfGYjAV1RCO0DAgimYzBandksyc7hj55zE1oEf/QQmi1Otgzk8af/Mdd2FxdwehUEYlMCqcPHQNDz2rNHp47WMbqBpN100gl0uh0HURiUYzls3JYUwpBVqBhKBnLpVodh4+toFI1MWIAC7kgCkwotmxUu+4AWA0ja+gir+w4AaSiAeKSwgRerfSEwRLXA+hZHkptGw5zywYGVxrZLekkbt69TR2wRgzJeEr8cSLwsNlx0eq1xTNXQMNgAMubm3jo0GnkCqOw6bdYroAxQyGynDUNuaiOXDKCCP0nKXeWlA4VdS/FtrC1PQHDuTU3+z7aFj0OQ+LjxM+fMrXJqQnMb5tGUEJZgqhWKgLufvnxs6+6aCOw+o3/62fhRMJ44eIFHF+9JGwThlYZ8RzaPRuO7wjw3mnZqJdMsZYw0vSVsVHeqAkwLMxuCmoCkMM/ls2gVqkr5jaZDDa9fbk+XJn68e+YyD0MDLj2hatAHGURIN6qg2CcYUOh2KoqyVwxjigTU/eQOtr4pfxY2RTydwbWiDfngDFyNX5iIKV9BXNVmh3Zjl5RtA+kf6poV6z6ofcQi9do38O+8QLmihlsVtbQMLsIRePYs20M0UAUuVgSk5ksNi4vwTRrmJ2ewk03vx3js3v5w+h7bQTI8OU7Ectogn4haWJ9gk822ZPdK5LCl0U39FsCHNIc37d68v20TaEU3o+kEIilRGruBSIqOIoMM2HcUt7qwel1YZst2N0u0DdlasvAAr5+gixCM6TNhYRd+DKxNsk07LRht1roNjbhdDvQyVbimvcDEugVcLtw2V3RK9SIYTyWRSCRghfi8IUAugJsWczQdzfgeUjYHQQZRkZAVFi5DIAiY5XhUQQ2JYICfiqOwNgITRrhJ0ehxyLUPIvyTTF6VVghWa4Ej2kzELBN+JUS3NImdNuCFiK4S/9ryu9JWKGnLSskCjY5vDKF7QerA1hNBTqSActkI1uH77BBicBxw+j6Phr0WLVcbHVtVNo9nLMbqLbaAiLTYzUXjSCpB5AMRTGdMrAtOYJcqoBQhoFWCfjhGPyQKwwOAVcHn5Ws2Te++1Xf4+/77B1oBx20GUpm94VlbdPxpAJ01zuocBhU6kG3mWcalCVPexg23mzSh4wc+jwP2aAvAwXUqa2a3IFHtbCPORQNBgd+0hpSCQOxMD1cuwgFedYkBk2tClIZsq4EMB0AFUOmqgJWFUtV7u5rGbEDMa7yZ1bN3BX2njBWOSgMKvsA7kE6vbEd/MPRi1jf7EiY2vvf8ybMH1jAuYsXcPTZE9i4XBJG1q4dM0ikggIyZEdGYCQMGeAw5MlxfPGXL9XqOH22BJNN+MDigiwLSaUNR9G3TezZPo3t8+NIpuitmpK9S64xpWauK2dUrdqCEU9iav4A4okxlGpV/NO3/hbnzx1HmFYA3BAG25uA1hxqD4AT/huDieJGEG++6w3YsTiNjc3LuHBhHa1GG27bxEhYx86xJCYTOhhoFk8YYgUgg2yPXrE2Lm7V8dSlOuotRwYqnm/JYDykMRlZF0YT70UC1tsWt2HXvj2wEEStsgGnU0MyncFovgDUS9Drm8jSd1HXRBEj18ZlYrlixPE5CWKYtotO1xbf25bli2VR1+qj03PR6fUxOj6NW17zOhw48FYY6Tz0aEJYcWx0yHS2+pQUUq7bg8katGOiXq+hXC1hfWsd9Vr9iiw1GmN4Zg6ZkQLiRlz2bqpuuKfxbG03qzIM5zqiT+4w3EaW58CaZijJJijDHeZqmBWk5mWtQjZvKpNWQ4CAjqAeRjyRlIGiEAP6KimZZ9rQe5DP8dnP/tarvr/5A08cPqpS5ZnKrYdgtUxUSuVBeJGHemUT7U5dZK5DH9uByfLg+QaDSm45IcVWJdOLTXs4FJY94/LqEv7ryXtxWaNUvo+Q5cPthaHHXbzWX8O7DQt/9dR78FLt9QgG2+K1zWsUCkSlMV1Ml/DLd9+LxeIWAlYfAfYFehTlrRxKpoYbFjikNbB+JoRLJQ+BdgBIp7Ft+04ZjvhuUGo07kPDBHr2JeQy8DqGXBW0x7Wg2S7ciCIsSF9x5dzn9yqLmp5nwJ+/BbXwCP7si1/GDdfdgA/+2MfR7nZk/+BjKVkzw/vUoEbheVdBUdkbB7Yn17JSxbJDQlPUwEh+EUTg5y7MbHUPCGjJEEyRnDoCVnFt8O/5Z1oskC1KxjSD6wiIMsxNgNJB6JqAorTQGNxXBJ2lPpGB2FXEd7gnqpCfIcNfqaOEZMLan6fwwNpMWWrqArRxDxXAIaSuBesq3h/JREJAJwV4qppMbACkNtNkINKsVrF28hQCrTpgd3B0aRkbZlsGy5N5hr84CHtAw+khHDZw8ORFnOdghzZSXl9Cgd589z1i9TF8D3LdB+rG7wmsDo1qB6v75SArh7XqEFEBxqrG47qSfRRMik/KHmd3WgKw8rMkiz0YjYjiwZPvUwN1VYPSn9ZT0uIuh7URFKfmkIgEJQCL+QOUYP/nT3x/VgD/9D//BJcuncdWaQuj4yOYnJ1DqRQCEuMC8i6fPYtTR46hUWsglUjhbe94O/KZEDqtVWheW3FGabsltjgkQSirMt4X66sbOHjwBWG4R4K0l0vI0Jc+q2sb68iPjuF9H/0YRgpjYmGhPFazSCXTsiborUoyjIRakSE6CLvkuuKfOegZfsm10nyceP5Z/Lc/+M/SS1Gh1+x0cKlcxwqDITsmbr9lH374h96G2bk5TI1NIOi5kivCs7vluHjm8Al889v/iigc5NJplSnA2oP+5jx7w0HxPuVZw0wDqjkksKrTw9JGBeuVOlq2LT6giUgYU8VRUTasbq6LrcOehW0YYT0W9BHq6/Ka1jbW0Gq3MJLPYO/uXVjcvp3IJiqrm+qe5RlidpGMxUFf+82eByeSQixNcoqNStPCyMx23HjTzQhrLr7wO7+JtVOH8EN3HsBkPomxdBIxyswtS2wKGl0b3/zWP+PmO27H+9//ftkL6HetritDaOm9HkDYiMFpm/jWl/4HLn73KUyPjaHcN1GyTHSjAaQLOWzbNouFmRno5S6WLl6WLAInDIxuX8C5jRLue+BRAW6LYwUhXnFIMD8zh0wmh6cOvSA2ALRgSBPEpnd4MAgnlhAVD20WXnjhWVitptTX+VxWWKTLyyuSj8IB5s033YC4ERMLCH5WzOPhoIie7mQTZ/MprFQ6+Pr9T2C52sRP/My/xx1vuhWxRBgjo0Wpt8+fXcIDDzyIu976VkxPT6B68QysWgNREndcID87jczMNB56/Cj+4Pf/GGP5cfzmp38dH3j/O+FwCNJpY3Xlkpz/m+vr+L3f/T2sLK/I/sagLhLsmOHCM5JreqQwgmI+Ie+ZKrokz8SgDofY00YJK6tb2KyU8bF//2P4zd/+LLK5EUU6+EHGjjC2AAAgAElEQVR41ctqmB8Aq/8GsPqBhZzAFgQvX/+am+Wm2iqX5Oah2TWNodkIEYSpNNoSciKpda6HbCLKPhf1Theltily682VNXHcIaiYjzlIMAHbI7A68DQcMNroccrzj56gbKjoaUNglewYHrKUXbZafdS7HuygJtO4GNlJgRCqloVYLo433nILxuMxGDoPvR6C6QmRDpitFsL0+MowFMnFyvqGgGT1lgnTA545egKn17fEKzHG8CJJeWUgu4+MztetIRujwwkDHFRKMcOr2BAIGES2HQMtGGzD4S19g4Jk8OhwHPp8OhIQwsR6ZiaoqU0A6XhUmFrGyAje8uEPY++OeSydOILVc2cHQK2avGt9S1hhLAkyxXEUd+yBMTGDYDIPs34JZ596DIcfeBBhBsDwVRI89sh0teT1EuSlrJ2vh6+RwKoqVvl+CFQz5TaIhhvCxdAstnoerNoypgspUDgY6FtS5MVCIUxPjksRPZLJoFKpot7pYKNeRdUCmnYULdPEa66bwBd/dR5ry8vIj48gW8jh3EunBWDrdV0888wGzq8EEYqmMTczi65po9VqYiJfFAYQZZVkSwdDAfGXPb61hvWyi7XVCgoRF1MJH6MpA2bPRr3noWP1kTEUsEoPWAKrWSMoYHar72OtYsOgJ4/vYdP00KI3LgurvodYKIiR0REYMR0756ZkYkX2CR0eRlNxxOBis9ZGi/IoHuRhsnA0LK9dwuPPn8Bdb7kLtWpTkpUFaAhoSEU0FOIBRAmWMJlXCgwWoTSQdFXBQ8CQ4Re0YgjoqDoWTIusDBVqRQsIgt/VNmVvGVy3dxajWQMhtw/btPGpfzz4qpsyAqvvetcb0KGHUJ8s4ShsLYhRYwT5XApbtU14QR/BSBS1UgvVLRPhUAyROC0fLFTLNbl3Vbo0PT4ZIhSGURiRYB8/HIHfteH1OrB9SwGRIvUliHzVDkCByqoJUF5NBPAUO0OxtIYm4mRFcCo+lCn74lM39GkdRobJY7HAZwhNPCYDH/HpupJWPpAnfY/Ce9g8ieB44INL8JbPy7XI+4Zrn/c59ygyvZVZmiDkiOoRAeMDviUhLLT2WEzH8OG3vw3XX7cTl86dgta2RE51ZvkUcvkUbrvzHZjfc6v4/mo2WRKDRGEC1vSoIozL57R6CHYbaq2QsTFIQCeorNlN+L0uApT1M5WeAEFIg88wp3geWiwDxNJXvUcJ1NBDVUIXfNjOIHiGbNd+Tya7sVhCkuoF5eXeyudzTOXL7Hro9kzYNNZvttCoraBTq0Lr9pDygbQWQZw/47MJccWT2AsFMRbJwKXXJvfMiK+ATT0s7CNeWwaMJPttYSeFCaJK+IIDncAowWLx/GQCdRhaPgOMFQCmcyYK9DiR8DflOUt+GGGhPoPhhe2qgNUO/GoFXnlDgFUaUNJDVq4hPSjZFAYoQ+5DWMCuKT/DNRxwavAktZ4NdQBan0AkQS0DphtBF74MlCqWi3Knj2rTxFGzigr9a5lamkwiTz9yStwCYcwmophP5JFO5hDMGgiwKYgY4vfKiR3tCaQJFgsIHXjzB171PX7X527FxZN1tFo2ClMxKYw3X6qifrIFt91H0NNgEDwJB9BnQhjvHScIx6IXpJKuisSTZ+81NgBDIGFYSIpNgOdLgyrTe/GOBjIRDQkjIUEeZruCmck85meLOHJ0eRAeMpxmqcg/nk9Dtrg89zXJ3MpDeXAGDv5N7tfB6yKYOwRWlSxV2QNI6jj3Ffq+cQirBXD/S2tYXi1hIZ/HPe95PdJ7xvHco89j5cQmNlfLmJwcw/x8Ae1uRdYH7UUyuQSCAUqVCYx4kmxeqVVw4nQdjaYC8BS4pSSRRiINr9/D9rkx7N4xjXTaQCxBdikBIN6mZLV6qDfJ9qygMDqGuR13IqAn0LG6eOA738CLzz8F3ee9p4DVYQAI9yL+mTY5XO6W1cHM9CjuvPO1CId4b7Zgd/qo11uobVUR0zwsjsYxkQoin44gbkTkDFSMN74WD6uNLh4/X8dmpS2e8lqgr7zqucfTEYRAOW1KWBP5KuiDHuJZ2p/ks/jgx38J+295M5qlMpae/y4ap+6Dw4A3Ji1zz+t7aHd7sAU8tdA0GXDqoGNr6LEGZE3C8zQShx80MLOwC3e+5R3Yf91N8Jyoqqd4ERiUKEF6UpXJe+AAUIbr9BH2B+FU3DNdDwbDmMiOHwSkUvHEdcRGVQEjngCzKysv4sTRI8JAkzpIBnOCqsqAY8gSlp9R44Qr5xbPKtoQSBiVhL9EMDM9K+xVNm/iPa/pUsfRvko8j8moGgz82NT9yi99f4w2AqvD+5Dv0253USmVpKbjDkgrgHa7dhVYlWL7e4dXkYUbDJOxGoYejlyxmahureIPD/0NlkMmQrYGw4nANrfgxIKI9gOYLJWwvvFjcJwc+p6JgJOEHekiIjNNH47tYXt+A//xnn/GbHxdznYnNYZHj05iOnYGUcPDmaOaBNmm9Rg5Q9hoNhAbmcRN1+1CgjGDUV2Gbww2dDh0goYoSRhUgvVd8XrkOc9DggIgzeMZqT5fWvcMfYp1nw19FOb4PnSys/iLL/8ZZud24Cd+8ZdF+i4jVU8NPshMFHbiIEBm+PnyM+af6RXNeoB/Hv6ibx+beZ7XfAzXUezRK2xSGU4OANDBBsZrJEy0wX7LXoegNu03JAwozJCgoKwl/h2bfyoCBMwiSSLEPUp9D2sVMvhkL77ml9RWbEbEUUh5M6unV6oQBjcNma7Ki1R9dlS1CLuM3ydFgC/ennytZASq7xuwegdWbVGfvuwcCFt46sEHcd3iPM4uncMDjz+PgGFgPBrG9QvTiEV18bbUkhEspBN47Ph5fOfwGQkG4sY2O1HEj//kx8V6Y1ibDc8lfrYEaIav83sdjteCquoBhlYAyl5g+Fhk1J09ex5rG1visfq6A7diNJ+F02NwkC33AQFH7mEyshUgVh2XQiIeKC3EC5YWJ5aFrUtn0KuXxW/SDyfwxS9+6VWf3/yBhx/8B6yuH0OnU5b9pFztwHMLaIVGRSFnVmt47vEn0GuZsgYY8rN7cRL1ynlgAKzSYocDZ9ZjkgEBDk8dqcU3NjZx4ugxbK6ti592KpkUUkS1URO6wns/8lHMLy4KcEk1JtcO7U+SaUrTIyKPpnXK1eAqdf5x/dKP9QrYNPC1XT97Cn/y+7+N6saqfAaXS5s4sbyBWqOH11y/Gz/3I+/BTqps0imEqG5ihke7pfrwcBRdT8e3v/MwHn3hpACjvNeqtRpq7Y7kgvg89z1PZOHpaBSFFMNBo9is1XFhq4Rmr4t0No3RXA7T+Txuv/UAHNfC0y8exulz5zCWzyGXTWK1tI6Iq2PXju2isqw3quJfOj0xLjWK3esiKiHOPta2NmC5yipjLJVBVYuhiQiyhaLkrfQcqmmjuOut92BhZgKf+cQvoLV+BnfctBNBx0Q8FIERT6DZNqGHw0jnc3jhyIuIFafxoQ99SAgkPI94v0v5T7UlzzOez5aF7/zpV9F98Qym0yroudy3cMFsYLPfQ6iQxtyuRYQ0A8trm3CjEXhRDRbP47YD1/Jw/sw5lCsVOfdy6SRuuWE/ZiaLuLh8QfYv1m9Uo6VjEaTjMfTCCYxPT4jS6omnn8LZU6fhdC0JsLr1phtFJVgulTA7PSk+tX2ri0a1glq5gka9hrGxInQqiaAJWEky28NHl7D9puvxx//1c1i7fBLr65cxs7BdbJsOPvc8Tp08jTvverNky9gXzwG1NsaMpOAX/XQSmW1z+NOvfxf/et+j+NhHfhSf+Y1PIm4E0KhV0Ou0UauWURgZRSwSwZ/9j6/gwfsfEOsXYS/3XXTbHdi9HvLFAuYXFzA9mkDWiEqw6eRIAcXRUfHz3ao28N1Hn8bBI0fQsh185at/gRtufo2c7RwU/ODr6hX4AbD6bwCr79+eF09MHibxWBQLs7PiH5ni9IKBJgM5IAs6AkX0MWOaNM3yaVjPg75n91Gu1nDswiqimoeOp2Ot00cxpWM2xgE4wZHAQEo4aPRFBkxAd8CilEmJkhjwFLMcAoIeLNeH6fpo9zxJdo+Gg3IQ3njDXqEgJhJANsnEuAzqfWByfjsqa5eR1JlImUV+fh+OvHQQG+trwsKkr9bRU+dw5tyyMvj2PdmAeA1YqBDo4nYwG/eQZFLswPeVsjVOn3lzXW02B9NQTr8HqcVdMkd9gsOaBCux8BcvMU5NY0GMTk3gre9+F2Z37YLv6sikUmiV1nHq8HPoVjdg6OKciJ7I4nZgft/NcHSVYMfpnO10ALOBw49/B8/c/wBy0RgCwgrpo2dRkjKU9Klkej4zGTwq+45ANpsnxUYthTI4FrsOejSLjee/jT3zMUk7n0ok5bEisQjy2awAsWQlUK5f73ZwYW0LRy9V0QwF0KrbOLBzFJ//zPVYuXRJptw0m764dEFCIdLJOB558AyWLsWwtOFgbsc2TOQzsBtNpEJRGPG4sN3cAIO/HGyUS1jvdfD2u+/G33/tX1DeLCETDmEmm4Bnd9DoqRCZbDqKVMRDp0XD9QiMqALvmj0HpY4nQEe314fZcYnriLcKPYoI4t984wIMzcbcxDhMWgR0LWTjBmZG81J4lzodYUCZDBGLG4gmUriwehnnLmzg7XfcidNnlnDfU4fR13WMhDyMx3XoDKQZTLilIB0UhPSSU3Jf1qy+pHNzrTS6fB+OyHGYpBsLh9C0PKy0LHQ9DW+8aSd2TmRAl7KwpuNX7332Ve/nBFZ/+afvRLNKVnUC7Z6JaruNdG4avkv2RAflUhmdlgfb1sUTkBJpTmelYWAgxDDBm4ywPmBHAgjEYwgFgsiOFSQx2a80B+93KKlXICeviALKBhLMYfiBsDyUnHj4xYZJErcHhQVZ6yyN+fdkXVNOfm1yLJnXfG2UfhYKSZS36uK9RNaymFT4yi9JNRfDMKUBkETWNsFdyu7JevN1JHUgHWYoWxCxiIFMIgrfasp9fKnioNqy4Hg9dB3KjV1pAA0NSEeiKGZDmJ1naFsLkyNZ3HXDDcjoEZR6Gl66uIqpuVG89pZ9yGYn4fVZsKtQCQUE+wgwdKNnot8zEWq24dMXk1CgRvZYTxiVXqeOAL0/RUI/YKvQqzORgJ+dgpYswI0mhYlGFqunR6U5YKNET0IWN/KZ8jprBMgITLGpUz6ycpnYQXAo5HeFqd0zHfQ6HZidGjrNCqxyGeG2iawWRBxhRAJhWZsERm3XBHf5rB6HE43DDUdhRRhOFZCCPRxQv1gMh1wHhm0jQo5EXzFeg30Nfa0PGBEEMzl4qTS8RAKBuAGdvkdJyugj8AiUSrfDpsFFgN0Eg4XYsTsuNNMEquvw6yV1rXgNxFSW7FaVGg2RXBIQcpTvq92F125Bs6uKbU7GKhgyp6w8utDQpVTe09F1g2j5QVR6ngwSjzc3sUnvqbCOsZECJoJxjGkxjMBHXteQSyWQTOaQMHJy33gxAksEm4kZaRKgRRatfFZv+/CrvsenXj+D+GQAo7tSiCZD6NU8XD5aQvnZDZHyBqJB8RiTUAQB9JWKg6nlLgdz196DYnmrWnJhpQ5YTQJayL3M9TjwWKXNhAaMJMNIpxksEYLZ6uBNb74BizvjOHn+HC4tdVFa5bXmOu8jpMUQ0Gk10VfAyNA7cACeqnv6qnHHlX+nf7MEpigAeMhs4hom4DCU8sqa5mAxGsVTS6s4vVrGtFHE/n3ziC4kcPCZY1g+cRmGERJvVU0juKwYZ2TysYGUlHTmvYlc1pL97exKA/VaU1LvVXOpbDbisRR09DE9XcB1+xYxNppBLpeW/b7VsdDhwKlnobqyjo3VDYwWi9h747uF0W37wFNPPozHH3tIWGr0oRvuhsNrIOeIXC2mPfvS9O3ftxPJeAi23YJpMg23hFatJvfhXDaB2XQE+ZSObDqBSITeugSdVNo3X1fd8rFSaeDsRh2Xql00LQLRERm06gG2QayHXES9PqaTQVw/kcXkVB52IoW3/8ivYH7f7XC0IC6ceQFP/+VnJfzJsVzUak0JgyAwYenUKWliMUIGKlnxRjqDZCIl15ig28TUPA688S7kRmdQq7WFNaKCoxSgM/zi4GEY6jX05Vffw3qRe5AOtMjkt4VxF8um0Qyq84vedKybGFpB4CoWNlCpbOL0yZdw4fxxdDtVpJNRpZIapKQPz24uwyuMbgIGtFQSliHPRQ+VSgmJTBp79u5B3EjIWuH6JItHhQQpoHb4XviZ/tRP/tyrvr/5A48ffFE8yVkXCnPV6ou0tW/1JYSnXFlHp11Dt9cRFiHPTAWoc2BI+w117vF3slQJroaYmkxQb/D/7XoFX332b/BCdxl7c6/Hbn8Sze4yDpafQ4ND63NBBDbvQUzTxbaZxH9TjyHcrULXYrCjtBpJ49aZF/Azdz2B2ZCFg70bcPlYGbsnzmFz1UO3GkbSCMJyU1gqb+HCqo3RkTQ+/L7bVIiWsInVuX5FnSLrV4dD428ypHkvBGzxHNd4xnNAQP93/gxflMNzpY1eOA0zMQcvt4i/+uYDePbgi1hYmJcBMwceZqutWEwCjtrqMQZrb7ifSEp2mMMJTYau/DN/sU4RsInXLkhVV1IGPPw7fm/IIOFEAaP8d+69BEepEOF6Vmq6q+vj2j342vWiAP6rNdLLQESffvOq/yCQNiSvSsjgwBZlCOpfG4qnbARUgjuHZcPBwxBsvjZsVA3J1ZLla+awaSjXlz4pGkCp0cXxh+/H+2+awjOnVnDvo4eQDKdw/Y79SEQ1VKuXRCkyNVrEXDoKtpQPPvcijiy3xIs3ngjgp37256UPUK9T+erzuUmw4fWSe3nA4JdzgK9lEGwlQ/EACSQkx2iyT6pwGtXvMAOgXq3hwQcexLnzSzLUTukRFIpxvOmd78TMjltlICHDVk0NX13bQYBDf1q0MC2DxzVZrAzvC/rw7C5eeOgRbCwviyUSe9J01MDXnnj++7q///6b96HdquLMmWNSjxtGFrOzOxAZyWJtawuu7ePYkePoNEyMjhSQz2awfWEMuldG0G9Bo/5bsgioGlBqrmuBfrKluVecO3MOS0tLcEjuMeISuGckknjHhz6EyckptVajtNOjFD2IVCYja5o2AFz/V6wgOCQPMtBL3RPXrl8OrBvlLfzR7/8eHn7oQeklLq5exla9j2JSx0++9w686dbrMJLJoZgbQ7trI0imZlDH5bU1kWInkkm8ePQovvbgC1hvmLiwchl9Wjz5OsbG5xDNx+CTKFBrwGt0kOIQuzABExqOr16EEXZw+4H9WJwuYnZiHNlkmqwpbFUaeOq5Qzj44lFkRoromF1k4xpuO3AL9uzYidLGBvpk/YtXrC+EDRICqFRYWVtFbnREvE3D/TBMqkqSWaSTBZQabQTSKaxstbC4azcWF6bx51/8QxR0F6PxEM6ffUm8ShcW9uDi0kXUqlvYuW83/FAIjQ7wzvf8kNSA8XQcRjwiZzBZuazPuZ5DHQuP/vnX4JxexryRQYxO07oL07dxsd7BKdvDZT2C8xZ9WrPQaVkwOY21jRWsrV/C1OQ4isUpHD1+Bs1GE//hp/4DGhuX4fY2YLgMf+5jbWMDmtNDMplFKJ7H3J5diIQ0GZZ3WzVh4bOWyaZS2Ld7l9QV1fKWYtcS8+mawnJfXl/HoaMnMJofRRRRhDwNsaqFF2tlPL2+itfdcRs+/qH3oXr5NIxEFCPFIhzfw/rqqoRaz27bJoQWt7YFt9ZFyLIxvTANL5vB80tr+Np9B9FstvFbn/kNvOeH3gHX7qHZqmNra1P2WdZYrFfv//a38NWv/H/svXeUHOd17bururqrOueePJhBzgxgzpREkaJEilSyFa3gZ18t+S7b79lethyu73PQug6Sc5JlS7qKlkRTgWIScwIYwIAcBoOZweSZzqmquqve2ufrJiFd+w/yv+clSFgDAhjMdFfV951vn31++59w+uQJTI4MIpNIYOncPKKxGALRKGLZHJLBLjYMFZCNRRAJk0EcxmAqD598Zc/B9Oo6Hj14GO/9+C/iTbfeJo0p01SM9Z/+UO/AT4XV/0RYvWMyJw81k1JbbRdWMITNk2MYziYRZhozQeZtstfYsQz1khV9tNs1eaCCVgi6YeLM2Vkcm1tGLKChHQhh2fGRj2jYYDENutPjCPJgS8+SYnWyCKDIxEMFu5p9YZWbp91ld5tJx+wYaWi0XRktk3xcLYBbbnkLAr4LeC2kEkyMA2BZsGJJtOkuceswzTCqnglP91FaW5MNh6EIlaaLl4+eQrVSloOYLamvsvbKlCg/jsZ0sbQbPW4kzVUc6VFsP1Wk9sdMZKSGCy2DazyOeNuCS2i0VTCDOF49H2NbJ3DznbcjkskgmS/AJ5ifRVrQgNus4czxo+r71Hzkx8YxvHGbhBtVmg0MFvLCfK07NoKeC7dWxHOPPoaH738I4YAFk+FIHboKVVJxhJw/Wrm6nrABScGke42OEI6jR4IBnCEGILFP+Eu14/dj01AUl07k5NrTGMDrEY/E5PtnV79WJ/wZWCtVcXK5hsVWC6trDWwphPD5/3UVVleWETYtAZIvLy5hfX0dY+OjePG509i/fxmnZ3x4oSQmJoYQNQ3EwzEk4gk5tHAMo1Svo+042HzVpbj8kkuwuLiCRx59Bo/+6AmMMYHd9OA226g2ukglQohbOup1G75mIRpS48OVto/VZkdcGWCxTM4bBXGOlTFIzPVwwe4xbBhOYSiXRjSeVOnEjqsg6s0mbD+IeCwqzXtyV9gBnZqdRSKexsTkVtz74OM4OjUjgVMDMROxgBIOJE2+F14g40OiSvZi20Ww8ERYpWuLwmqNTQoZp4WI3eVWF7NVF21fw97NQ9gxnoOldxAPR/Cb33ljjtVf+aVbYTcMuC0N8yuLMKNRuB671ha6bgMrK+tYW2XyMUeJ+O0qUfT8HyqkjePRXXSYDJ9MKC5VPC7uPne10ptiVdxhPmf9or7/nvT/vf7789oB9jVnB7vjZPpQ65GRDZNBbq6kmPIa8ZDcL+L6LhUKsbQsRsyQjPQ4XV25sVh4i1GjP+LHw6ASE+XAy7WHuE0G1OkBhIMa4rEQPJujJw7yWQujeRZwHTSaJhyKToEOyrUGao22MAvpYLftDkodSm8etqei+MjN12L33gsxNL4HTquKhamzMNNJjOzYAiscg8c1rCfMyoGXKxpTrJsUVhswVtbRJWNU/qQLjwgAu4GA3Ra3Jwt+Jtj7Hu97T8bvURiHnhqBH81AC0e5+0uAlAqjkkkbcdBQEOb1UngT8irpWus3vNR4PZtgnU5T0q3tpoNWo4ZGrYR2qYLW+npPWA0irpk9sdQQzmTbrsPRushoEXSsKDqmhRaFHYpdvfAdEVcDBoKdBiKuB4uLTNeG12UYlwOdAU/CVE0CkTg8BhdYJnS+Hv6aDjNx4SoRmEIfP/pOW9JCeajWGjX46wvwK0URXQVFoOZjlXOHAgpddgK17cre5DcbcOsV2C0GDFE4UWulsMToPtMN2H5AggRaMFDTDKy0OzKlMVUvocTrE7Ewki1gOBBBzjcx4vpIaUA4HIIZSyNORELEgm/pPQxAAF5Ih8/gPMtCgMEJN9/5uuu1yz+5B/mRHFzYqBRr6FQ01BbaqB8vwq1yH3LExcn7nqGD6poHJAiAOADRMXsip4gU0oRQAivXKR5aKSQq+qlibSvBlS5RHZGAjkQ8iFwmhUa1jNGxCK6+bgs8PYLHHnoFC7M1cUIaDEUkdKiXSCVk1r6Q0XOq8rDOH+e7ZXmfioOZrrSeGNEXrPoiL/dfFtUy7sqDbjiCAzOrKK/XMJTJIZUModyx8dKZRXiNJjZuHEMmwymFtnDDJYiFzRY6NHmfgUgfutlccTycma+iWKzIf/O9E2ai3xV3P2OhNm0YwqX7diGTISLAQ6NeQ3GtKIdEOr/qK2sSOJTOZrHtsvfBTGXh6joOPPM4nn78IbSdlhKSzoNBvyqGgcFPdHJ7KHDsb2IUuUwcnW4LlUobHbsJu9WScA6GeW5ImMgnQ4hHTUmBpsbAfVyQCURzBA34DPawgeVaG1OrRUwvrWCxoqHpMFzKxVgqhL1jOWwezEqDSTM1tEwTyfELsOWiNyFZGMQz+x/C9//ur1Gt1CRpPkyUTjYn6dJmIqWcqWw4m3TlmbIOES/Dkdmx0W3YufMSROMZQQvR3cmDW/81S8Eu49p9d4haxVWTjGiTLgKOB6PrS4NPa7vw6WTitE/ERCcZVqF4aieCw/qTYieFMsEgGbI2nzl1CCdOvgzHafW4q2p/US61XigRUTS+Einp5JcgVn4nuoFW25F6hYFmxAOwaSshSr2nWEIIuZf2SoD//ku//rqfbxFWn31JHEziSOPm6HTEpdxpq+Zjo1nG+tqiILTU+DNf7mtuvb4gJ8IIR79Zg1DsoxuyJ6y26jV86amv4IXGGVw8fC02OQWsVk7hmYUDqMZN4EwHZvlOqdW4PLLetTmq6nfEtdYl2tEOINZu4a2XnsRF+wz8231NjONl7C50YZc5MZPBWqOB1bUWKpxE0SJSw93xtkuQS+dexR2IsNFRorCEylKwdloI9SZZiP6RvU2aIlzGydc14PoKe8N9jNNYyEwgNrId86UGTp6aktFhchpZu/RFZ+5Hsn6EFI5J3KPnYQJ4H/bF1f56xb8nq4awJnsudhH+VBNJoWpeW68o0HPdVTi0vgO05ybtB1v9BK6ovw52e93k/jV89WPfU31ecNb5f+c/ElX72AK5l6WGUPeLNHnZwvmJsDd1cO4z719DxcgaznsgpAnq69iTD+HmHXkcmV3BNx9+AZt27sX1F16JA8/ux9TqNHaNTaJ+bhUb8zoGsgkJPr7vlVNY7XgyVfauD34AhUK+1xBQzQhZCzgh8Krr9LzfF2dk72BPxzIDMZWWKv1KEYe5twQCaFTquKO2RzQAACAASURBVPs7d2F+bqHnsjQFQzQY0aFbFm5838cQHRlSTuje3qfWH5pueOZVdQIfYwb/sqG7MHMKx597Fh1xwDXFPDI5NIR//MEjb+j5/sVf/n0MFPIora8K2iSVyWB8YhNgAucWzgFdHYvzK6iVa8hnchgo5DBUiCLgryPo14SKL4afINFMrwmrgqIhiqKHluCzW6lUcObMtDCrmW0xPrERt733fcjl8vJMUFjl2s11gSIUG40UVvlReMzCmuS9oFAa5+M0+J7zFNYol/AHv/e7+OqXvyzPAicp624A24bj+Pl334zNI4PyfjKQKxVPCe7gyNEjKFbK8rWT6ZSEat3z6As4PDWDuZUVaWqNjW/A7osuR7m4jGQiLsi65556Gm6rjUBXg9PtSmjehbs2Y/vkAFJWEPl0WoRysnPDsYRMO75y5LjU8dyvzEAX4yPDGC4UsLK0IOPiRLCxOcapHpqKePaYmZkRMZ+M11w6Cz0chZnMIJTIoOJ00PaAlVITwxPj8LoOfvC1L+HK7ZPYNpKH06ogHDCwYXILaqUy6vUyBkaHsVKt4ZnDp3HTTW+RuiOVzcpr570n4ceStRYQ9Mu/fO5vcGr/y9g2Nops2MAmK4ZBz0DTMPFkrYy7p0+gpXko5LLIZ5LIZjI4dWYKpVodlhnG8MgkfD2E2+94J97+lnfirm98DWeO7UfB0oV7XKmUJRxMC1jIDE7g7R98P04dP4xz0yfQLK8IIpBr/srSopxVYzQcMYBYwr/ZDWFjOIijU6dhxOPYtm0XTh4+gWMvHkO04mLN8HCGjlIrjLfs2oFrL90LMx1BXfPhsjYJR0SYDVkhaQzF0RG3LUdp6vDx7LGTODy9hFMLZeRzeXz+H/8O42NDEkDXaFSFkctAXuHaN5uYPnUCzz3zFKZOnMBAPIzBbE5c5rx/HfKsdQ1jA1ns3rYF3XYL68U1ae4kzRjcRhMdzwUiURw8fhpDW3finR/4OSRzgzKt9NMfr70DPxVW/xNh9b2bB2TcoOF2kM4XsH3HZjn8hz0H8TAPK2SQtFBvsB/EaUxLiquW3YQR1KRr7/o6Xj58FLPrVUTI8AgEsd4hdxLYGCaH0pOFSvEAflxYlfR6ukw40seihkEZvo+2x04lBQbWgkEpvukKYEhMuebh0gt3Ytf2UdTLReQzA7IYcjyLIi8dHFGmb2sBrFRtWaxarSaq9ToqjRbMaBr3PfIk6nQm6r6MyfG1xUIaYsGAiJIxk25aurnYIVUeHjpWiACQooeFiLhR1XgkBWJFjlSOD7oObY/MNzXaMzA+gje/41YUxsdQbTnI5gvQoVI6OdLE/62tqc2uVCpieHwUkWRaYN7spmzaMCIiRIulQ9cWJy25gp/77F/j5ZdOIBmiAcpH1NAlXTFlaIhoniSJk4FLhwzdQsoo5SMaMnAovAulxIUoLk/BWn0WmwcS2DeRhWlpMubMWIN0IiXOBsKfmxxVDloiYE0t1XCmXEGp4mDjYBBf+MxVMiLHUwi79fVqDUuLi5jYtBErC1V8/67nMT2rodQ2kR8dE6ZMNh1GLBqTUVgWy3ang5179uDq229Do6G4hd/94Y9w7z33w7BbGAx3EWKh0HAlvCpmERfBw7GBqOnLBkFHzmrDlRH/aKCLMMcROKvIrjYF5o6HTC6BC3dvRiYRRTqTkfu5XKpIp5z3Z6PpIp1MIB6LoG3bWC4WcXZ+AQMDOdRcA/c89Awcu4VclMgISwm4dHD1uKAsULgZ9wvEHvX6VWGVwkS13RVhlQnudHkzlVQJqxRcgW2jKezeNIxwwJP384/uefF1r+d0rP7e//gEpk/NY321hpDFBE1IenwiHobbaqFUqmF1haEGGlweSujdpqPyvBEscbrw0Op7khhvFtJwyVGjKByJwF2p9MYeVWAX/x7FevmcV+H24l99rWjuhROoBoUKRlBjb12EQvRaq5A7juXy3qDTjvoYD8cKJ6Chw8KHYhvHw3l/ZLJo2T6KdSZHM+SC4ioPu+oAJAemkArbCXhkhCmESDQUkqTQTILupS7WSm0US3UMZ2IYy4cRD9Ml30E0HIWhGbDJ2Cw3sVq34bCsbdfg8pBt2xjJ5bB1dBTjk6O4bPdFaDcq0INNDG2cRDizFWDAVKdJlUHuS4rVukucQhNdu4XA4hKcmi12CwozHacOzW0h0hNEZfXxXXh0sZKraRnwB0cRyGyEHx+ARgcr+Swh8k3JW9XgSWJsX5YQX7Uq2sSJ2HOHiZmTIVBtCRLokvXWaqFRq6BaWUd3vYl2sYigOFZNxOlY0IlLYbOiLanUru4jr0fQDUfQCYbRMkPQ2HnndeXaw+Ycy69OFZGujrDjQ++QR9yCZnQQKOShZbNANA7IyDwXtYDgZ3x273mg5c9X9xIl5Osd5epFuwVUinBXZ4FGEwYDVjimqyvXlgjHxFm0VOCJYAg47lmtoFkto2HXpFCkA4giNEU38v8COrmuZAAaaGohrHsa5uttLFfrmGtX0OjY0rAYy+QxpIWR9YKYtANIUZiMmuJsiFpJCabwmMQe8NHlfUg0DFE78ZgSjK9/6+t+xu/4u7eiulbDwvFlVGersJdstIsuTE+JhSKm63ztNCMLuVauO513vMeEuddjRSoRSKWfynh9b+xfBUn12KcyCkkmuCHhZbx/gyEfg/mM7KWJhI+t2wsoFm2cOr4Ip00hi05ST41r97LK+jxVFQigBCmui+c3LeX3e64/1YRQwlL/91WgAMezgrIO8NfiYjUtnFypo1huYyDNwA7g8NklzK1VMbkhh0wmIQIoBUflgFJCCesZJQiG5JDJ94sjwtOLDLZYh83Eh16QHe8RsjW7nbYIq1dfQc6YgXJlHbVKWYJmrGhY0D+NpVV0Wi3hlW247L3IjE6iowdx8Pln8NhD90qTWtf6wV7/5y0g8zS+j3w+g5HhPKyQLonVZKpLc4FiX9dHzjLEsZqJGohYfE8MGfW3QmrSh0FiVoAMSjKH6XAKoOl2UWu2cGqpgdllBiJ52DKcw2ReNdZpimfYWiccxTNHZrDSMpAdGxeHiNH0kCerbGAQCY51msolz6kBcbaJ25BMX67fXYSTeQyNbcX4hp0wjDgch9MI5NByPFuhVvqCEi821wwRA3tCTt/NJ87WtoMuXaIBQxpjghAIBuDIGGVI1Yw9AU1N6/DG43OgIZvKShP1lVf244XnH4Ouq71K/i3TklqTz4mqBzqqzuuxNoV1ya/vG8JlJEeOdRv5i2QRclRQkBT9JkAPX0GR+Dd+7Y0xVh8/8KISxKXJHwC7fJXVEhwaHoRlR0f1iuBeKPwrkei14B4RKokNkJFz1sh0rJoIcPycwiqZfK02vvH01/H4wkHsGrkCk8EhrNVmsH/mOTiWAXOxDb34Xmkwkf1gdDlBElRTLr4BjxddW5Ogv4FcABMb65h/7i58/IYWSosm1ssGigzP6zJBnfcUcVCG5Bi87aaLsGPLzledlIoLrsRPOolVoIgKFvS63Pd9tBq28I19NvWYISD3XQgdNhSjWeRHJpGd2AY9moYn6w6NB3TcK16x3bYV07sndfKane8U7z+FvI59J+35TybvTbq/ZmbOivOVbL/x8TFJ9m606K5TwnZfeFX39Wtu7L4po/9vilAo4Vc//kOafD+BaFHCnwrK6n+d/sef/Lvn/znF1B8XVxlQq/ZFJbSqf1P+32uu9bEnEqTV47UTk8TajGvM0loRR59+GDfvGMHMehXfeewFdH0Tb33bOzA0OornDj6HveEchk6VcKR9HJECgzZDePjkGawRgeVquO1978LWbVtV0PCrrmWxLcvGo5Ad5yOjANv1etMKvRqAtaHYVIlvotCo/vzAM/vxo/sfhBWypMnlBzSENWBfPi1fq3Dl9Zi46kpZF6xQuOeU9YQb3XXYVCEWhs1fiLCvO22cPfEyzp08jG6LdZIjk5DD6TS+9ugbc6x+8Bd+W9jJ6ysMy20jP5BBJp8FwcJEO2iegZnpORnzTyWT2LJpE5LxAOz6HEythoDUKxSi6TFQwiqvc5/La9usz/gaaABRDOjl5RUcPXJMzqF3vv9DSKXSMpFpBHt4kGAIkfOEVTpXeR2417Km55lNDEXniau893i+YLPvdz/9W/jbv/5bBHrOS+4zF20awh1vugKG30W10hRn5VCuIJNG07MziMVj8jrWi0VEY1FB952ZX5Lpp07AwMDYpASjHn/pRVywdxcKhSzu/ve7UKvVxYFLF3o2FsZV+3bDaxSlHhwbHkYymsDp6VPiwL1g3z402y4efOwJpLJ5qWUq5aI0XYgmyGZTYiJiXWmxDnBdpOMp5NIZQUAcPnQEbTiIRRPwwmFkt2xBKJ3FymoJCwtrEgY2deYkHv/h93DhhmFcfeF2CQKvFznxQtOTgWjMlGb6zPI6HnzxGG695WYJ+RoeHkaUtSC53b0AUeYk0FD2j//0z7jn+w9g8+QE6KNOGDoyInSHcHzuHObKZWyYHMFFe7ZiOEeGcBdTMws4cXYRiytllOouBscm8Cd/9lls3bQXTz/2OO793leR0Ww5dzWITwyZsKIZXHjZtbj95z8Ot1VHq7qGJx+8B/d855uYGCzAsRtwHRvDgwNIJeLiFlV1MuumKE6dm0NhcgLvff8HBDE0c3oa9959H558+knEbAfX5Iex1YogmjLRTcew5HsohwJAWE1Ic55ZN4BCJIuqr+PpYydw6OxZMcOxZF1ZK+JXf/VX8Nuf/g1Z/2emT0ngaDKdQcPu4oH77xeecMQMIuB3sLq8hM76kuShpMIRpOJxdDlVEA5jYuMGZOJxzM/M4PDxYyLORkIWhnMFZIm7CwYwtbCEouPhTbe9B1fdcBOSyeTrrtH/K3/CT4XVn7i6dYeQeuD2zWlYsRguvvIqXHz5JbKxv3jwIBpLSwiT7RMypXhzm7bii/GA6zOBvSN2aY6eLhcrOH7qDEqNNmKGjkYwhLWOjrTRwaawBpNeQo75vcrFA2xxrCrmJx2rZK2ye0yTAhdX1+fYOw8yXekyc5xNxFUEsF5yRWx65+3Xo1YsIRlJIpXgCIMhHK96tSruUSsSRbnelvRJblgUB1dKFTQ7Oh56fL86RPY6tVZQQ4KBR4YGk91OHgTlQMkgK/5CF2G1w7HSHnyH3480a9jx5kJId0MAaHm+CKuOHoILA9mhDD700Y9gdOOkJO5pCCKVSMOMRWRMrdlmF+0EfnDvgyhXm6jXa7jisn14xx23Y/7cLKKWgT07NkP32BmjaOXK4ZxA8fsffAL/9M9fgscxFcLHdQ1xHUgYHnLhkIisHYoeHU+6LeI2YrESNPB8/Go48a2YO/EMBjsnsWs4hYs2ZJHgGDTHRp2udJFozScCgCE0DPDiIXlmpYVXZhdRrDm4el8O/+vXLpCDvEsRrKPSShfnFzE4PIyIFcH+J47jocfOodhM45LrrsPzzz2JlGUK0Nswo+gGDGzZswtvvvlm6OEUqtUKVstl/OXffwGzM/PQWk0EvJZsymHXRyFuImEBbQZr6Tp4/ZhoXrJ9rNVsREI6UjS48eAtXD9eSY5F8941sHfvDmHeZtNJuW+qtaakGCtyIyeSTcQiYQm9YNevVKthfHID7n/qRbx87CwKsQCyZm/MUkKqVBEtCa4yqq1EACnWe2YkfgcWXRE9x2qdBzgRVn1xXPYdq00fuOmai+UahnVfNr4//N6zr3t9Xqqv4dc//QmcPHoGzVpLCpeG3UQsmRbWTLPeRnG9IuPpxFXwtZMfzMOKSqLtHW5kbJ+uMZXyGBnMi4ucoUGRRALdUkM4Pcrp6oMMMjoe1chbT9SSP+PhVYl5yp2kHGp0CVLgUUUbn3dNOtR8vDjuycOkTXcdD7vCdSJLEWg2mvIex1IxtEoNxMwIYskYZpfnoQdMhMj2FIeZLkWjuPCIGwkAlk+Fy4GhdZBNJDGW52GbrLEaik1geb0BK+hj00gKKQqVHQ/RsIkE74twWBiki8UKvICJ8UwcToDJvF2cWyjh0MkZaWjccO1OvPu9/xcSVhid1gqsxCi0yDB0o4sAWWAc2eQaxzAquyWFoLe6jPpaDV67q3iCno0Am1wu2zAcUeJVciQogkn2HEH3BgYQyG9EJzkCcGw+bEIzKUZymoAOSXJFXxsppOP1/HFbFRChAjF84Usq16rdrIEjopVSEd2VKuxKBUE2HXRDxunCekhCElyH45RMCfZR0Exxq3ZCIbR5eGfxJ2njKqSLL1t3q4h4BizXh85RzE4TZi6MwOgokMxAM6MAQ2cYpiFj8jxUGWrhEvOpYrPKJCTvTbcFza6h26ihW1qHV16C4XaEl8l9h2Nt0tAjxqHTRaAbUlzTjo9uo45qaR2NegUNvy57AsdN3a4jjmAm0fPQw0OAZ5ioegEstj2cqztYa9godmtoM/AvGsFIMoc8uVudADZ7FrKWhSjdF3Q2WDERwQnP9in6EwcQj0JLJYBIDH4wBO2Sq1/3M37FL+zE+kwFxekqmis2ui3utXTXkG1H4UQJXORUcQ+QEcGem77PN1U9FIqbdFkppjjHWJX4SZ6hul9kFJ8YCU5n8O9QVGESubg3DUlZD1ucNKkr1xxCsIJR+RzuGbIe0AV0nlNV1kn52mJD/rHR6f4aqoQEBbw737UqAZO9EA1hDfa+d4pxS6U6jszQhWDK3n9mroiBgRTyIxlhM4u7tecAJAaA4iWZreJqJHeYsSsM9aOwOl/GGpN0yZOmc74ngAjWoNPG+HAWl1y8C0G9q0KEGOAQSyJfKGB9fhELJ05Cc2zZs8cvvR3jO/ahG4zg5IljeOCeb6NWW5cU2h8Ltz5vHJ5IFsPQMDxcENcqHTGvjvESsyTMew0JAxiOGUgGafQOSCgjR/wpxHLtoiuPYaNc47n08kvwPSQWyPUNWbcZNOV0AyK+UVglMqXF5ocZxcx6G0s1H+nBcSSzWaSTcVgWGXht+KwFQdYkf/a1UPV+su6jY3pi86XYuvNymNEwmgy26HhoN4kC4TqnRB5e3z7ugb/mnnC+SNUXCXm0pzulwfdV2GdBGGETLvcnKAFfGlMUdbnviHufTQMDiUgKtdIaHn/8XiwvT8mkgmWZsCIJHDlyHC+9/JK4V7K5jLjDKJZR0BCcRq+h7ttMXXfQ6XrCvOTdzgCNSrmKWlsFEKr7RD1TfC1/+bl/et3PNz/hsQMHlUOzL1hTDF8rw27SQ0/UUw2nTx3FuflZBENWz12mxtX73PNXnZWmJdeCgiqRJCKkcDLN7uIHB7+Hu47cj0JuKwYjAyi1lzGzMg2z08R4R8fc9O1w9AS0Duswvhc6fMMBtIigKByngq6uIT/QRHPxSQzUFvB/f8zA4owNR9MxkAnAinqIUMAKGHh6fx2VShBbtk5gMDssAglDaBiU23fasW9ALnyxq2OlxpR7FynTxHguh1zYQFi3JRDQjMUV7mFgA5JbL0UgHBMHq/JB8FooXADXfb4nrE+5D4pLkYJb3yV5Hq6oP13Txyn0Lx7/m0LVgw/8CM888wwajZo0obZs3Yo3v/nN2M3QN8cW00UfJ0HruO7/OBriVdGTd9V5+KjzbxJlkO4BjXpibf/PlRCshFH5VW/SSDml/0/RVTWxXxPd+Myp8XvWdurP+muboKt0or4qmJ+fR6lYkcAgNppooKCrLGyE0Ow4cItLeN/Vl+DU/BKeOjSFVtfHjm07cdNbb8J9P7of21a7eFdiEveeO4jVQR1tK4AXTs3CISrEAd75nndi67ZtUhuyYcf3jMF1PAcyPKvRaMnXLJXKMgZ82WWXC1aB0wRsWDz5xBOyB+UyWSQTUXG/cg9k4+Huu+7GwsysjPKzEUhhNR7UcUkqLuPBL7U6WBOkjIVUgo7BNAaGB+VnKJ6S7AN+X0RC0by6fOo4Xt7/KEorM/DaHUFR8USRNk08cGj6DT3fH/zEr8BudbG6tCrrJ9FlYxPDiKbi4vY/fuw05ueWMDk+KSnql1yyD8ODacydeQG6syZGGWkckfzUVZ7d84VVmlgorvbd3CqUL4jlxWUEgiYuu/ZGJJIpxQj26GehycGSsxmdlBQt+bGPA6DAyLq+b4bo4wDkqCMOTxe/8+lPC3OWzSY2e+yOg62DKVy1ezNiZhBuN4CFpWWEA0GM5gZkDRIWtuOgMDiAHdu2YX52GrNLy8hPbMaJ+VU4IU4tWYiFgti+bSvsdgtf/NcvYGF+QTi3tWIRE0N5XHPxLni1InTXxobhUVx4wUU4duww0tkMxic3YmpuDg889iTqtotkLIFqtSxIkOHhIYQjFhq8r3QdyXAEXdtBLGRhtDCMay+7BscOH8MPnv6RTMk6gQDsZAzju/ei1XQxP7sMIxzF1NkpnHzpBeweyePibaPIJWNylmZGSSoZRTKVQMPXcW69hicOzeE977kT+XwK+WwS+VxcAt+6Gp3zISnNdd3Ev3//Pvzzl76GsbEJFVwX9BGyDLSqVSxNT2P35Bb8zJ23YiBjQXMZykYtIoKjU/O47/ED8pH5Mu/6mQ/hIz/33+G5Ph578N/x0sM/RFDrIhlnsJaHaGYYV93wVuy67hrk2SwayeL0KwfxF5/5H2iXVjBUSKPVrMsZKGyZkr/LZ5T3lxWhKSKM5OgQtu+9QDJuBrIFdAImXnj0MRSfPQjr2BSSxYqEZTaCAZQSURzrtDDftoX/S2csvTh+yMBctYqj51YQZvgrLHhNV5r3n//CP2DPnl1oN2t45KEHsLa0iNENkzh6Ykq0KzbMKGDPzU4LN3dHIYPi8hIyloUrLt0nTngJuEzEkYon0K43ceCF5/HK4UNyXpwcGxd3MgVYIxaHG4xIvs3b73gPrrjm2jf0jP9X/aSfCqv/ibD6s5dP4rY734XdF12IgMlNzcXc9Bkcff5FGaOIkDEkSLuubEw8GFF64nB1022j6Xaw3mjh5aMzCJEVGfRQgYE1V0fG6GJLTJdxD3FMnSescjyLmzPH/yhg0nVAMZQHWRYLTpduTleKCnGDUqSio84ModLsoFTp4Ja3XQ/T8BHq+sgnEwgEw3Dpdm3b4kZlJ77tuBgfzApndHFtRb7fE2fmcOj4HFLhAMKmCs7hhh4O6eKu1QWiHVQjs3LYU5xIHk45Eqy4s8oF0D8MiGuCPCAjiDWy2To+Gq6Hpu3i45/8CG592y3i0iyursEyLMQicWExERFQb7l4ev9BfP6LX8F6qQrLtPCOd9yCd7/3Xfjql76EN994NfZdtBOtWlXGHeiq4gLDhffk6Vn82ef+DqvltozHsMQPeC6Mrot4KIACOSa6C73rIEARgkID2YqhCJ6PXgvXKuDcyWcxhLPYNxLBvom8iEccH2CRS6cGO20cno2lUlKs1OplnF5s4NDsPGrtNn7mHRvx8+/bJCI8/7xVb4rASri1FYljcvM4ZuYr+Id/eQ4nzgbw3z71cayuHMbUwVmEYzGY8RRGN2/Gm95xG0LRGGrFNrq6i8OnT+KPP/tXKFWb8JoMEXCEbRnudiVQI27qCHUcEb7C0sHXhRdDsZfXkqFS4UBX3Cy8b3kwaXfJYQ1g247tGB8ZQCSo0Ah0vQbCcRHOfbchnWge2tm5bHe7WCuX0QnE8cjTz8BpuxiIBRHVWIhwDE2NLEpqKhGY4kbsBTn1QohUef/jKAAKq7wWFFb5PVTaHubqHVx0zRX42Pveifvv+iZMjY7VEP7n3W9MWP3wx+7A6tIK+xNSJFoEg3scl/BQXG2guF5DPB6TZ43mCB5A7WajN/KoFg0ZI+fINMGI/HdG8ghGwvCqLZjxGJxSTbrh7LISmE+OGZ9X5ZDoPycqYII/+04L/lrGh/im9ecloZycPGxbQRNRi8EkOprNOmyOn8kooxKyOaLVareFC1tIDaJWqsHVHASjIXiuwIpFNGcRyfuY14Vp8BRQyGtKhDRM5LNIR2LiwHf8NqJBYL0nmvHAPVHIIIygjJwylD5mBRGhK5wsJE8JSpdPDKPSsaX43lAYRaPm4sjpWay0F7Dnymuw6bKbYcSy6BZX4LfqMEIReZ9lFSEbtE23JZPpbXjr66itVuA0lVufCc3kgEaZpcaVUUKEKKySxdqUrqrPZM38BnipQSBKYTUsrhA/SE5TQPh8TFyVUcZ+DoMcKNWhjUEWSqz0oUtKsQvXqaFVW0WluIbKehHdtSrcWgum00FSCyJJXiodHBqdQBRiuUL4yPlBdEIGvJCBLrEOpgVd2HIUYSnaMwfNQbDrI2R3gFYdHd1FbCIPc2wjEEkBQUuERp/fO58t4eby3uHNROeSIw4DNbPrwG/X4TfKcGs1dGsNWE4DBr9Qj5tIMYU8BL5tcPm6uafx5NVFq1ZDmeNEThMOE7E1BneRGUt4Ckd+6dTk2h6EiwCqHR9LbRfLbRdVsq25PrJhEo1gMJVFXreQRghbjCjyVhTxdAqBWBKBYBRkfni0y7C7H7OAGJmrFkCcA51kOy993fXX0O4M1uZKMFoBhMBngyiMjggKfFbCdP365IMr1xexN+LH4+uXVI7+dkbhsisCAZ0+HN9XjD1FYGdQlThY+04mOlaDnDChuMPANwcBje5ehZYIBdUILdcEiph9bqv6N3oYgN7X5tosAgH33p7T7yfdY/1791W3ak9I7Qe4iCNdDshqRJEDakePz+FMrYxavYWthRHEB5NYrddgUlDqNRll7I/3vSRjq4AWOlHZ6KEQzWDFucUyiuWaHJ7osuwLvuKG7tpIxULYs2MS8UgQIVMXRhzdIdwDDzz2BNy1dWRjFuq1EsYvvgnjuy6HH86L6/OH3/smFhbOSAhlf0y4LySLGCZrqINMNomhoYK4xCgmyCHY9WA7bWk4U8yMaD4GwhqiuivvO8f4GUrBJmOMIQ3EavDPjRAiPBHx2dVlxhWeoyHGWkrT0fYMcX+g04TLQ3Q4DhsBBOM5xPIbEIgk0SC/vN0SjAGxrvC0WgAAIABJREFUCfKY0qHN9ZwNk94YLw/hbOyQT5hKjiOTG0XTaaCje8ikc4hZacTjSYXm6O2hqsGmaixejz57tf9wCAamlxZfbtbEsStIAL4OXUM0aMnnyOopwqra1ygikidNN/b01DE8u/8RBPQWTDY8tBCOHTuNe354P86dm5cGYjRmIWpFBG2UyWWQyaQxUBhAYaCAQiou+yYPaWSAi7OPUzE0BchSqvYbNpz638uv/spvvu7nm5/w6P6D0HsoAGkgdIHqehnthnKsrq7N4W//5i8wdeaU3LOxWBRbt27BjTfeiGw2K4JYXxykoMqgNqIAuC/0A6zoQH302MP40nPfgh7LIBSIoNWpQ/NtjJUXcUE0ggdeuRV2N4eAV4MRTEAP0CnH/Zt7NJEUXaRzMeTSRZw9+AJCziI+/t4Qbt6zjnCwi0TaheYw+KeDlqPhmRdMHDsTwHqlgdoakEoFpXkQCtFtrZiOkWgWJxYrePrkHFZdNq47CHdtZEwd775pH7YPxVGjczkUFAeTnh5D8sLbRFTl+s9aQTUeFA5CxFIR7mzlnpem0WuXRTV8X3PKS9uHfO0e/5ffU7lcxnfv/i6ePfCcCLTqfqWLtiEC6cc//lFcd911gjuTZ1hCMhU/9PxnnP91vgD6H90cbHj3zxr9v9//e/+RW7W/jv5Hwmr/vKLc+HSKqwBDqpCSBSFIAMVs5Wu2W2088IP7cGZ6+rwGB4dGgpKJECAXneHEdg1XTm7E3Oo6zjLJOxBErOOiUBiBlwgj3nIwUXbgO8Cz+jraSROrqxUV3OmRAR5BKpWU/YIft23bionJcWkAnjl7Fo8+8hgqlbo4juk6/PCHP4pqvSbP5czMNH7w/e+Li47Tlb5v48ILL8Qtt94qbNUv/+sXRRzjpJEwwg1D3H6bmKgei+F0w8Oi48hoOPd3vh+hoI59l1yMgY2bxdgTjkZhxpMi3EbbTZx64Wns3/8EDE2Nwmt+B0PJGB54eeoNPd+XX/cW0OavHLI+IrEILHK0eZ4zLUxPzSEUjMjaQ7FqcmISGzYMC2PVrc7Dkk2ZZ2YHpm6p8MFemJpagxy4HVv2I55jpWzyFDM6k8tjYstupNIZuf4tp9fg0gIwe+P/fBbZVBJWMBuuIqqq1953sfL3ea+HzIjUk5/5zB/jD//gDwUjQFclo9E2FxJ400U7EDY0LC4uy7Xct/dC5JKcKG3LnsF6nq5ArrWV1SXMLSyiY0ax1jXhJ7NI5HKIRiKIxcKwm3V8/h//EaeOnpTslHqlimwqghsv2YOtI3kxSXFv2LZtO9aXl8RV2e50ML2whEcOHMTcWgm7JibF3clnNUwUle9JzgNNDBabgq6LsKYjpll49y13YsPgBB478SJOnz2N544cQlXXsfPSK1G3uzg5vQibtWbQwOL0aYTbFVyybQxWoCscXO7TDJXkVIQdjOLY3DqKdgJ7LroAO/bswOTEIKKGjViIuocKcmXgsu4bePzJ5/HXf/+vyA4NSwORhhOaRGbnTkPvtPCz73w7Ltgwina9LFgzIqgMi/dRCgdeOY6v//u9OL20im0XXIpP/85nEY1kcPrEQTx299dRWphCMhZGueVjYHInrr7+Fmzas1Oexy0bN2AgG8EPv/NV/O2f/5FMAnO6mCiABH+m4lJfVmo15PMjiBZyGNu5TepZNva2TGzE2IZNMrXrra/h9AMP4cBXvonkWg1Jy8SSpeFUOoZZtmVd6kEe1svLMLda2DC5EcX1No68MIPFM2sIuDquuOpi/NXf/ZWEk/FGfvn55/Hdb38Ljt3BzPw8ysUKgnoQkVgU07NnsbyyiPe+9UaUlxbRLK7jjttvk2BzhoeyVk6YMQwVhlCu1vDKsSPIxBMYHhzE17/zbRyZOoObbrsDsfwgDh87ib0XXYxf+a03NnXyhhaG/x980k+F1Z+4SH3H6tc/9z8wuWmjpIRakRA8pw2t42J26iyOHT6KRqUixbLW5egcu1Hia0PLbcu4RNVxsWHbTjx54HksnppFxAyg2NWw7geQDXnYHg3AZDI6f8o4iUpbpEDIIlSlBJMHqsloHt0k4nrzeLBhcjNH7jgyRPefh6AZED7Tet1HemAUm8bzGE1HkYmkoDN4ggduGR1lui8PQm3ENB7QNayWi+ImYGdjZm4NQ6kITK2LlkNeoa9YZOLQ4QgGxRQeClUEDkecKTDaHfVrcSTw0MNDGUHu3Nwoqro+FloeGloAtucjkUrir//8DyQMzG5RHGTYkodoIqH4dTqt/j7K1Ra++LVv4NHHnpLRuk9+6pNo1mv4589/Hn/w/35aFjg6IhjC5LotBAMsGkMol5v4zB//OU7PLkoSvSRacqDbU8EsSQOYtDQkdR+mZyvXZigKjwt76i2okBG5Oot8dwaXj3i4aIhQ8awUiNVaHRq5JYJhaCObycqGU25UcOxcHSeXFqEHHNz5lhze+bZtCIej6Dgd5Txok0/XQBdB6NEBPHlwFV+++xAW1h38/u/8Ki7eNYnF0+dw8OVXZAP4mQ99FIl8QcIvmpUKNNPHgWMv4wt3/7uMCWi+i6kXTqC1UEEQvD6Qe4cBQgXTxHCI7Egf9WYL5UZXxh+jIR2m0UGQqctsCOg+6h0fy5UuoskErrhkj4yKEtotYxrxLDQG//BAyeRfQ5cuLQPUyKt55PkZ2K0mCnEduYgJXRwPbg9EReFHHdIFBdBzDCimoJpypKTIgz9vlbrtoUJRLRAQVyqxEw3O2WfT+MQv/xJ2T47jvn/7BirLS+Ke/a1vPf26l9nF+iquuf4i6S4mmOrJYiHG12Njfb2N1aWWhPNwZNTp1OV59GCgbfP3lcghYjHDrBxHzQJ3fJjDOYQTcbSW1mGlk/BbNtqNprw2svI4PsNfs8HBe125d5Q7Sg42r7K81LPTDytQI9iqWcGiginLDCdJxEzpiJZatnwLsWhUxlr53ZKJxETqXCYt68pysQQrGoXFgzRFArsjGzaFc2IOfF4vepYNC0lTx2gujVjQQrvVFiehEdZQbHqotZmY7WM8l0DciIprj8ZVNjVikSCy0RDyMXI1U8hFg8Kadhwm0weRiMYRjAYEPeJ0DISzKQQzdC6OwwhbCNKFrEVEYPKZHN6sA80mAkykL1fRXquj2+b7T5cVx3wZ7sRALg062T8cTbMb6Nh1lSKSHwIKo+hmstBYyPJaBynWKWFShSPJnLW6hxRPoDd6qwRqEbd5oOow8ZjCO0ea51FeW0Z5rQR3rQm/5cByIcJqQicbmGOvHCHsikudFy3ns4VtIhAOqXQvCZyiS8oSByOddV7bR6DrCN4DrQaMuInIxmEY+VH4wQTnihQGgN87MSz8ybFTXrtOE55dl8aHMOK6LWhtvn908FKkdhCiG6nbhEcOLUUYaiwO4NuATle6H6C+Ds/uyPhPqVmB7XfQDVAE6aBlU1ilOEm3MxsyXGyC0lhowUOl66DcddH02RSLiGuHo7qZRAoDVhx5K4bNRhQ5I4RwOIZgJCGufD8WRDduIBCLQ49SUDXFuepzjJ0ogO0Xv+5nvDCRlTGzDEOCtADaTltEYU5u0C1IfjfdpdRQbY62M9G61+Tsu5T6CxTXJ+61ryZO9ziNSlRVTFVhrOpqr6bAx0kS4bbK5EdXXFkUJmUugM0/5uHJWDj3egrU6t4T8UIqiV70ch8JcF7gT19glDHm85AAfQai4AN6I3NyqOu9VotCvm6iXa+g1uVIpI58LoXDi/NYJhPUslTitjTEOBqveH501ihRxZA9no7KUqmElSJRSG00GkwP59h6D2mi6ZJgm4oZ2Do5gqGBNEaGCiLC0bm3f/+zOPbcK9gxMoDNowOC76haI8hMXAgjPSaH2Hvv+TaOHX0R1Df5PvbFE3EIS9CNLi6XkVHijqSzIsJ3s9mSiYN2uyUhn27HR1jzMJI0kY9wv+sIPzpqkR8dQIysX5Mj4DoiZJkZSkA3JEiNr1k1zrlmcq2TppgIuwqPIMPlFKwZIBQIw0MIjkf2MNANhdHViR0x4fsK+8Dvk7UC3crkGHPKxooyGCMNRwvBC0SQyQ5ieGAEMXLchW2r0BQKhawmPbhGErFCAb3/g9dGaknDQN1uScCHYEko5gaIuei5eHv4CIaZ8fN9NlTQhevUcejlAzhz+hVprFN0PXRkCt+9+z6UynXEU0k1Vhvw4bZU85TiBJus5PBGoxSCEoKYInNv1+7dmJyclKAT7k1shEr4oIxMqyYrf7z/Zz/yup/vvrCqGcwaUM+S4WnyzDeqLdkHV9cW8Md/9PuYmZ3u9Up0RCIm3v72W3HZZZeJ269vAKATmZgECqp0phkhS3FwfRNPn3kKX37+m2jJVFpQ9hk2dq/VVrFN1/C/D9+JWjkLw6/AM+Oy/xqaCd8LoavXiTrHhlEHtfIx1JqDsKsvYWLgavzCzS/ixi1HULdDEihoeI5gMh583MP+Q7YgVnZNTmBwoCCir3KKclrKxJmig3sOHMf8elUEfg4Dad0O3GYd+ybTuPPaXYI14BoV8tuww3mE990hGByeW9jZVTWIatBxzeAZQRyryuepgq+EaUgOf+dV1ioD/ogAymZzcg1Z11FM+v73v4/7fniv4rv26r0+05b/NhFSn/zUp7D3gr0q8JYNIwa0dnv4sN79cL5A+pM3Rr+x1Iud+zE0U2/37jVFe9zwV12tvf34PMdqX1Dtf1RimytnBDUJwPe752ZlldRrSnAi6J67vofVtTVxQavXqu5l3+B5woSje2jWisj4Jprw0NIdZDvApkQW6cFRGIODWC6vYuHoIRS8EGZgo+S74iBlacOJEouNRTCIOCpnvI0bJ3HtdVfLvfnwI4/jwBNP4crrbsDAwBCOHj2Gq66+Gg8+/COkk0ksLy+hWq4IssfvsnnYEGfiRz78YSydW8C3/+1bCGpcD9km7cIyQ4hBRy7Uled4tWrAyWXhhUJwAgaIOagVV7B54waMjI/BaTWRzKTRNYnA6yJHNMD6Kp566knh6wsHtutgLJ3E4yfm3tDz/fb3/BxcCb8LIBqJS93N0fiF1XMyGr5z+x4MDo4gmUiLqD89fRajwwPYPBZFynKkPpR5D81DgPVXDwOiAmgpshJfQuQSazyeH7km0YDkIpPNYXL7XqRTGRFNmRGiGLwsLVWTUomnij8uAqo0mhW6i3/Oj7KnBvnfKpfli1/+V3zqU7+EEB3xARMt18VlW8dx65UXYCjNbAbFxeWZhAIv2bIDAwPicOW9xtfTsdviSm4HogiNbEHDiMqElnCR2UALm/jC5/8JTz/1DJKJJFrNFpxmFbs2DIm4mgkHUVxbFdfvSG5AnTsMHWeW1/DNex9B3Qtg10AGg/mcBPtySonbTzaVVucHagHdDkzPx3h6GHfceBsGkgPQxvOoOE08vP8JPP/KITlLN7QgmtEswvlB2BqwMnsWZ1/aj5ThIG0B2UhQWNwU90vVBppaDA09joqeQyRdwMDYBlx62QXIWS70xjLi7RXoNE/wydACOLuwhi985VuAodi3wUAIdreDc/NnsGPDAK6/YDfOnDwijm66mi3ThNt15VmKJLK46wc/wsunzwKxHH7rdz6HN7/5NvzbN/4FbnkezvocyiuL0ON5jO+8DKncCCY3jsvUCoP5tm4cgmeX8Vd/9vs49tKzyCfjGOSEn2WiVqtiaWlBXKuTFFBTcQxsnkQwGlONgHgSiQxDvhIwI1Exrs08tR9H/v6rCJ5bRSUexfGRAkq5ArqeqlsYujV6SQHDqQimXzyE6VfOIuArRMVV112ND3/so4Kgi0RjaJdr+JvP/iVK68zQAUrFqty7nKjhtFzdbmIkFkan0UDQc7Bj2xbhp9ZaLZiBDuKhMKJmXBzajVYLMctCJpXEowf24/DMPK6+6VYJzH3uuWeFp/yFb//wDT3j/1U/6afC6n8irD5177fQcdpIJSMiIpL9JyMjHRcri0sirpZWVhEQl4AHx7bF1UcPY8N1EM8UcMV1N+D02bP43le/hlZHR9kLSkJfSrOxIxmEyUOrsHzoHlSjwAyRUp1RFTBDF4EphzXlqqKAKXZsfg4LfhbWXR9GSEez08FSuYO1lo/NG4dx5d5tGIzFhU3SbDZkrJm/JmeHB2S6DqKRMIrVMl45ehxnZhbErUNh1eg68jq47QorlUKvJE5S9KSoy0MH3zwetDqw6cagy4W/0xupZHHQNUIiqtLNxHFRsl7JT732hmvx27/8Mbi2jRYP/yzt2RW1wooLpunChaw2bHzj376Dx554SgqDD7z//Xj80cdwZmoKn/2zP8AQXbc2x644bt9EgAehYBDtto+/+It/wLMvHRZXlxQ+PSGP7zdH4QshHeNhH0mPskAQnWAUZXMQC/krsbiyjCgPyKVTuGEzsD0ewACZtLaLRqst4S98L9qtBlKJBOIRCwtrqzh+bg1lu4FwuI3rLojjbbdsRzAUgeYF4bZb0hFab+l49uU6Hn7+LKYrDs6tN1FIZvHrn/xv2LNlK145fBjf/cF9WCvVsXPXHrz//e/D1q2b5X6sd5v44YtP4v6jL8DKpOGXWjj8w6fRXCj10AyKuUSGHB22w5Egwgz7qVdhN8iN4dijgYi4e5UAwIOAiyAWq4Sp+7j04t24bNdmdBpFcVzJwY+ic6chaZYscBjGVW/bWC4X8cq5Bk6/chgjMR3pMF04HQRN8sWEXCibsoxhCbNKPXBCkdBUcIF0wyl2aT4anQ4aDot1XSDsPDRTbLnhznfhTXe8W0S2mWPHMXXoJTRWl/Bb33j8da/NFFYvvWILxsc2ikuzWmlgZLggToSZs+uo11oIWRY6XkcESjou2V3m9WNTgqOu7DTySNskCoLBVl0dicIAYtkMVuZmZNQ0LqydBnyuHR0PHnlovbTtfsiA4py+xsniYaf/Q/AiIrDyQSMQne8jD7Ic3/Olgyw8SPIK/a64gzZms4gYXIVUUXl6qSqbORPqGy1yWiNIJyxh7dKx1mywqSCPsRSeUgyaBmJWSASFIJ3zgSA8A6jWG4IeYEc2HYtKsiUD4ehIY5EasQLIR00Mxk3kE1FkkxFp3AjTkk5by5KRWzZB0GHARxe2W0WDa0w0g2R6BJHMGKKDBQS0EFCzFWeVrt9qDe76Otyyi4BuwdU5KttBoN2BQaIrGzk8WNpldDj+HjCBzAC0wjD8dEFEO4PCKvmmQbrwlGNV1Hx1JHpNYO3PHvNaCVvUhucWYbeZOL6GWnkZlfVVVIsV+AtNapownCAiuokoc1D0DoIBdtZ9xazVDIwYQZjJIIKREMcX4JNDqZEFFZbGAy9C09YQbHkIMcnbd6FnozDHBqElc/ApCBtmT1glJ1a5mtkU0boN+E4JXqMOn8EtXYWnADnVXbryO8KIhdNSzFW3xXlAEVuZLuA7HF3nT35eQA4W1UZVii82T1yNz2QTdbcu7lseCCydiekhSZIPhkPQgxQ4fLgSckVEioZyC1hwPJSCdMGEMRFNYMLMisuBjbNwIoowWZ9x8lTj7AxAo/BMMUm4sbw+AWhbX7+wOjDEcAbeq1F0O47i1FHsEm53D/sSCso9yX2Hjaem3XMq9ZAcr7pDyaXjYcog40sheig+kDEu+A0KrByP4simoX6P+6PipKrnirRLrssqII1iYb+hooRDHogEnSfuMXVHyufLbakaLa9iKnooAt6yysmq1g819t/7t/j1+d8M0jGC4sok2mh5tYTK+orw0TK5QZTdFg7Pzsr0AUPx+Brle+FrEncu1+pew1QEVgjfuVyuoFxz0WzZqDc5rUHBXr02suaIICpko7jk4p2YnBhGOp1A23Vw7NgpPPv4M4K72Ld9A0byCViWgYV6C4hvQnT4AujhJB555D48/+xjcj9RzaMwTTemwiIA8ZiF8fEBEfLIhqTgRCZ4s94UkZcuZDLzZL1mwFU6gclUCGGiFyg2BYhTUcnVdGKFuS+Sncr1j/cFJ3PEacQJGLUOs7FM0ZwBTbyOXDrUAa83KkxOJUMLGfpI9nDAQpucTQqrPHBLE92FKWsEnzvlaibuyTejyG+/AmN7b0RXV4dh1cCmsM1GUhcOhXSfE0OeuP0EudRD6yhkBI3+HXH+sEZZXFiE1nON8rl1e4FTNOGzRkom44gwmAMhxOMmFuancPCFx9GoFcUBzFmAQ4dO44knnkG93pTJJNaO3MO4X/NCcBqH7z2FbBH+2FyplhFLJvDhj34CN7zlZuFys2GzPDuDgOFibKygmlYdCmo+PvDBNyasPvLMcwrR0xvP5t3erNRRK9VFsLObVXz2Tz+DFw8pFiuneoh92Lt7Ny679DJk83lWRtI44LglnbvSeKEzlMF5ZA2HLCxOHcB9h76Igw0NbjglzagcKvjYQBXB2Q6+dfoWnKlvAfwSukFLHItklrsax0/5/DBwsgStVUNAT6LWPoNQ/Hpsyazg41c/jr0jPCC3pFlKB+7TL+h46mAHoZSFoUwWGwY2oevbyuHpMhg3jEePruCRQ2cVqoh1FJMYNSWsxwNt/NxN+7B3nGFwfHYceIEourtuQcCKytrFNUO4ndIgVuIpm20UnSTQsBfsSP6moII4iu64eOihh3Ho5ZdlhHnn7l245S1vRiqZwlKxhD/9089idX5R8WVlceJX8qX2oejjdBxcf8ONuPjii3H8xHGp/ThmvGnjRoyOjApCgl9fnNx0wvLze+zpVxESPedsj0yv6srehIlKeFArp6orFQNYifn8b9XYl7H/XjiVYAl4rmFtStwP3wN0UbfbwiKW/i05nL0wOToMydx/5MGHsL66JtNxyupI+o4HP6DWegn5cW0EWxxfVuFFZsdDSjMQjsQRyRUQTsawVl5DZbkEL0Suc0saFbzvuL/zmd80uRGX7N0rTWfuN4lUAku1Fp5+6QjmTp3GjW++BZfuuxRPPv4ULr30Mhw6eRyLy0tYXltCrVkVfjnreyLq4tEo9m7diXPHT2Hq0HHE6aJksGWAhgtTpnJMTjlls6iWbWy/7Crsvv56CaUkMunc3BReeGm/7PVd10E0EkVHalMHF8aiGNEDeOqll3FupSzNTN2zMZxJ4ump5dddo/MT/p/f/SxK5TV4dGNbCSwvrUqQ1fGpI4hEI/jQBz4sDS6emVk3c49PM1Sws4JslJNi6h6Q5jm1U56bBeVFLEs/qIx7B+8JGpaUyNpuM3ivgE3bLhQUgKDMegK9sK25YvbEU4padK6Sg8m9V85UbM5JHU1Hq/pJHAdvTuJUPvSBD2Bulm7bIBpNB5duG8ft11yIjMVaOizorDMzc3JbxSIRbJqcRDwRFa5sm5kDNH1EEyg5wEzZRs0PyPi+y4kkIyjP4/PPPYuXXnpJ7v02sVJ2G6bXxVuv3IfJQgbV4orsccP5vDRMianY/8IhnDw+h8mRCewZHxJW6Om5WSy3KhIAZTK4y6QrVEPENNCtNXH9nstx+1U3o7lShTaSRWJ8EE5Qx2qpguVyDSt0MjeB2UoHnhUVFun82ROYO/IC9MoC0pYnAdNRCStNw0+MwTbzCA+NIxwbxMp6BYlETKZrdbeIYawiHajD0toyddbWLHznh4/i8NGTyKUy0Htr+MLsaVyzZwtuunwPps+dw+zsEuLJDMqVKopryxgayKAwOIKTs8t48qXDKNvAz37wF/Frv/4/cfDFl1BZnkMyEsLy4jxC0QQyA2Po+joyuRRi0STazTby+ThGBsM4+spjuOsb/xtzU2eQSTDg2sHqygqi8Qiuvf56jIyPoOV2odOtGo8hFosgaOjIjw5ipDAGzbBkTU+YIUzd8yM89/mvSajhQ3YXz+k0w8UREUyNjlDIRdCtI+q3sSEbxyUXbcGmTYOCMKKhjEYoTrrMzyzgoft/JCiPkBWHZyYRiqfRaLdQadTh+l24q8vSuBjOZbBz6yZ03Sba7TpCsGHxmXd9aVqw9plfmJfwq0yhAMTzCCTz0EImysUVTE+dwF995Ttv6Bn/r/pJPxVW/xNh9aHvfQ1mUEM6FhY2is9wD4p3UpxqcOpNTJ88ibmp02hXSyJyNNp0eTaQKOQxsW0XhjZsQNNp4vHvfR8PPvkiGn5IRIWs4WJjRBNHnhJL1AgX/112nllsBgwFkKdTgoW/4ACgwSZ3i7oED80sbMnaYuESCqDedrFW87Fme8gVMrhiz1Zs4YKkBUX8ZFonFyOOP7IzwfHyWMzC4vIKnjrwApZWS8LZySUINPfQsNtSPPPAxlE4Fe6iRk955hW+JGuKbheibYqwyoO+8od2NA1lGJhtdFHleyc8H0OSrj/xCx/F+95+jThM2OHkxkQnDAt+doT4Xs8vrOOBhx/FgedfRKlckddM1+rZqWlsGBvCn3zm92TD4UGP45cMi9HpriPjxQ3g8//8ZTz4yNM9YVUdQqSw4vsNTQLFNlhdDAQ40GfAMRJYim/Damwr1tbWMJDPY/Xks7h2Qxd7UkCcmwkLOyOEWCwth4pyuYggC094KNVtzJdWocdaCJtFXLwxgevfcrkKFHJsGEYUU+c6+Mr3X8Yjz67BjYcxcfkOnDx1CjsGJ/DJn/0QIpqOR554Fnd9715UW11k81l8+jd+FVs2jiMRi2KlVcHXn74PJ9wiUpkc1l48g2P37Ydfc34sAIkbO+/JVCyKVFCDVyrCr1ckrZrjEGEKNzKK6Iowr4ciWG92sFhzkMrEcOdN10B3auIYjYRTsKw4XLcuThge3qJmRNIbM+NjyG3eg3/4kz9DsFZEzKQwwK4rr4d6ZtSQO93ZLHSU24cHSwqUwjcSYVUlZFcpXEsWCp18Hnyjg9vedwcuvv5GDGzcJeLs6uIiQm4bs8dewc/85l+87rWZwuoNN+7Flq07sbCyKu9HIhJDvdzA7OyyHPjMiCmHh2bbEe4RnVxug/eqK+N1LJYoQNRrFRG3eO9mB4eQHhrC0sIc7EpZXDoUosWl6yphVRWKDsH9AAAgAElEQVT5CgGi+I0ULdRhgIdyMgJ/cvRVxvYpFPKu1clYVeIVn2sJuOLzJ4xHA4OhELYO5+mRQDDo48x6E3OlNoJhNks42qMOVRRD4/GUsAPpwKYoJs53ikcGmzlKROKqw+9Rxmp74H8C0GPkANN5SN4gmzsaBbcuMjFT3M7ZeAQDMU3EGslOIB5A56hMTIVDURwJhgSpaTsN1Oh4cynGm+jEExjasAlDQ2OKScl/v+bDXZ6Gu1qH5rErTX6hBoO4Et1BiN9rx0PHrkgDokPnWCwBvVCAlsojEI3DiEag8z4LkbEakPVK2KQ9p6pC2wqsVLFK6cLggdZrodMpwXbKaLfW0aqto07+aK0OY6mJZqUDvx5CGGGQsBcIOMJnonObYhsdBBtjYQRjZIky8d6ET7FFo5uNLkbyFn20WkEEal0YDRehkIZgIYHAYA5aMg0EwyLGcpSIiy/daXSKatybnAq81rq4UzWbkwVBCcoRN5a4nF0RVAWRIAJrUxyxfrMFPmxeS3LmlGvfozPbBSc3Gg7Tvekgr6NFXiyRHWZQRgVz4QiSkbBMHFAslveTh1e6QYhN8HTUbBdzdhPTbAj5kGTRTdHtsKiyoIJkJoXU4AjMRBKIJeCHo9B5v1jENZD1S0dxANiy9/9j772jJDnL89GnQndVdQ6T487sziZpJa20CqtVDkigBNiAACOCCcY/2z8nbO7PNlwcwNgIfG1MNsk2JggMAgQIJKG8Shu0OcyGmZ08nVNVh+p7nvfrXgn7+J4r/clhDnvEjjQ93VX1fd/7Pu8TXvIad0Km+EMmomEZ3jEBl5+wzl/NHYmDiEAAIQYp6ZowVss1rq2O/UbnrBAws9mQJHkClOSDS+q1hAh1QE1N+Y6T7UgJvcj8xZf1Rf69nfQVOce7oVQCYCqWp4Cxsi5eCGWR78uQUdmFdEcAXZDhxYFVZz1WxTdTRUELC08zENQDCNJXNBnDkZkZLM8vSRMyMDqG+WwWJ5cWOqxZ7nOKDap8oJXnKgcEahKm2JHcA2kFUK625JoVK64kGKtgQu4vAQkBHB/pwTVXXYqh4TS8Rg0nTs1iz3MHkZmZw7reNDZP9iMRoXTSRKFaQsFPIj5+KWJD67DzmSfw6MP3yf4q3nW0rBGppho89fWnMNQfF/BCAEU+qzXlgU01SRcU5/CF95QA+njYQMIhmErQlB+JQKkuLBwyjcly5NCR/56DMdYUjkOAjX7Cig0k1gq8Lhx0i5VDZyal6KTCFud3/baOOu2i6VcsJHgFlgQCfCZaAsRzOMntviE/00bAiiG2aQcSm6+GafehXfWgcTDF38X6icBAvSk2VJLV3WEFdp8z9ZlVAB0Bn507n8Ls7BnEIhygh2AGIxI4p6ozXk9eK9pPW7IPL6+cwvLSaQFw6DXPTYTlQaFYFMbPajaP5eUVFAolLGdWpHbr3hN6TIr3q6ljamodtm67EOdfdDHi6QFkclXMz8xhdf4MptaPYO06phYXxa+eIPyv/frrX/L65g88+MRTajjWAZcFWC1XUM6V5froTQ+f/PjH8OjTjyk/a1+pr+gfSCuAcCwiqiyeA2vHJzCxbgr9AyPCxDeCBhzWAIaF9sw+LC19BvefKWNPfQhmwMG1kaO4ZaiF/F4DC49P4YfGuZgxQyKDpq94MEh1k4Mg9xuGqnE98dxunoRfzSISm0CjVsDm/mlcsXEa28YNTA240PwSdu0P4OCJEJo8GwINXLThcnjNojCRg6JP0PDD5xbw0N5ZxTqV5qHjx0wPXa2KN115EXacM4KyD4R5DupB1Ie3wYrElQxfIwOvKVJo1mpyznf2K7HT6IQlmVQxdKxyvva1r+Hhh34uz3yDljKGhgs2b8a73/VuFP0m/vIDfwW3UJZtgnsrX5teu+IH7wOhWORskCkZ7xw4s45KJuNiz3DdjTcI05HyY6mOOsOCrg2BnHmskVTpJICbVE4C6Hf87sWK7AUf1Rf7o7Lu73qpngVYWdNw0iCWSC0Z6B2aPYnnDh9A1VfWOiOpPgzEUypIMGig5Faw7+B+NOotyXMgqD0wMIRzztkCG1F5Lb6fuuvBIyu61ZKg3VAwIKF9vBZkxBOUdFsN8WN84slHcfzEYUyuHZezltLvZHIYk6PjiAUtVItFpFMJVNwKVqs5BCMh5LJZ2E4E52+5AEeOHMXw8CjGJ9aj5tVw9MRR0C5//5GDWM1lZM+yYIK0FaNaR7tcR3FpBeViQX4/eya3WhaFJJV5DEC1+3ux7oodaERi0jPWamUcPn0YBTRgE2ys1+kejXirgSsiUQRXsljy2pjOl1Ep1xAygaip4+BC/mWt73f+/l8jFA6gr68PfT3DKOfLyKwu4PDxA8LmHRkckj2KGR9k9vf0pJGwmSVyGo5RFRakYvgzrFV5CHcZ1ioAjt9vyrCC+3WL9V6rjprLwL0k1m24EOmeHlXD8txr0ISgw45nQK1N3+aQsoNgr26qwRzrdduxEbQ4NFcKFv43/CIj/Pf+1+/gq1/9qnhUN+o+RuI23nL7NRhLOuhJxNHydczOLcveyoGuW6siFg8jmY7LRLbh2zh8cgbPT89guexJcF7FI0DsytqQ98Gz3zRRKuaxtLwkgD0twSb6krjsvE1Ihy1wdhY1AgK+1apN1Gp1bBqZwvmjGzBkGNh3+CAe2vccDpVW4IaCqBNDaLcRizuiJBuNpfCuN7wNY5E+LB8/A2dyEAFK0UM2AkEHZiSEphXAQkPHA3tO4rG9h6DHwwiQcLIwg9k9j8NdPQHTzSEZshDuHYPRvwmxkS1IjK2BV9dQrOSxuLiAACxMjo9gNNlEsrWK3lYGERIYwnHsO7mAr379O3CbGqx4TM7cpVMn8Mrt5+G2a7ehwqF5rYE1k+sxNzePhdkZIcw1NROHZhbx/QcfQ67awKWXX4f3//nfwgzGUWUwLS0gqjUB8SV8mhYQIdplBXBq+jTiCQvjoxEsLezD3InjuOcb38TsqdOy3smovvb663DTK2+C164jk1Fe9LRzoBJo7dpJpEcHsTizhFy+AtOyMdLfj37LwaFvfx+H7nscP5xZwQO1JvRATM79RrOG/riJsYE++G4BEbOGKy/diMmxFEIhpUhRQYAm5s4sShBbueCi0gwgOX4OWnYYM7OzyOazqLgegm5VlFis20cH+7BmsEd8woO6J/sAQ8BtArNBC8vZjLBfx8bGYKWG4BoOrGgMsVgIhUwG7/2zv3xZa/yX9Yd+Baz+D8DqT77zZSlIk2FbADv6RRGOo+SLkgGLEkC/hcUzp3D88EHUax48V0O0J4p1526E2w6gShZI2MLqiRP4zvfux4GjZ8QXtd/RMUbikq4mbao6UH55DVp4sRhhSm1H8sVmTPxUuTG32qA7Fn9OmjuCkPTSEomWhTO5GrL1tkhAdly4CRM9KUkx5AbPBouTfB5Ebq2GZpDgVQur2SyeeGYvqqUS4o6JuB0U+WKp6sqUXNg6wvJR7BzxlpNiXyViEnSm9Rj/WzZhNNYnTb9KCbLnY7FuoE7glHK4NlMFgQ/933+OrZtHpDgXz2n6EzUVO0Sm6JqBY9Mz+MhH7xbAl5MeerEyZKXdaGLrBVvwgf/zhzACLCgDMMy2hMWwoWWR2Gwb+NY99+Jb/3mfYgF3AK4uuCpMnLaPHrONNY6PsOajEujBQuoirDRsuQ/heAqr089iayqPrX0G+sMhaTAoow6FIvI+3aYnjXQ0EkamUMfJpWlsuiCOVKKIjT0aLth+HZpuSZhX+4838dFPPoV90xU0zDYSE30499qt2H/oIC6a3Iy33/IaJIOUEdTxd//wKew9eBx//Md/hJtuuBrZ5TMiqT1VXcG3dj+ERm8Ujm5h1z0P4szThxHsyO27TUZXrkKZRSxoo1XIQitlEdMaiAQUqOw1W7CCuvJ+04PIVZs4U/MxODGMG3ZcCL+cQ0g3JFAskejBamFVbBfoc8P7W2hqOPfyK7H2vK341he/iGfu/xGIHTWbLhjJQ2kMGdJdMJvAIZtvtqKmyWZSeeLx0Apa9CeinQVQqLfgaiaaeguXXbENr7/rjYj2DMK06XfURqGQRyJkwzE0bLr0lS95byawevurr5MJYCHvYXJqGKtLWdRKDSwvrcBiyn3AEKllsVIT+aw0CpWqeBPTVzJIc35DQ6VMLzsVqBTpSWFgzSgKuTzyC8tyDXhwCVQi3nJKftRlU7wArHacFtko+2TG/+JHUpYACsQhEMD/mq/FKTtldC2tIeCcQ2ZVy8OanjQG4yEs5vLoiVuYL9Zwqqhkd5TFahoZ3Z5MOCkPJnvda9BOQAX0EByRIB7eOwLBbP5bZMCRBNmQvShEUMoKiN8r77NJ79BWXYKt4iEGxAQxnqCtaVhAVV4Hsl8dO4REOEa9OUzTR5ghALYjslwJm2iaKBZLcr37+nvlGnOw1A5GEfRsaFUdzWoVmnzmUOdCufDJUqsyEbuIer2GOruKeBpGXxKBNKW2ERgE7uilR9Yq2XhkO6m+XIHb7HgUnK8+twjcyfR34TdK0tw2Gzk03Bzq5Zx4WZm5Cmq5Flo5DWY1CLNOOT+ZqgTWACcMRBMWJuJR6PTf5WApQFA1gBbXLP8IAOOjWbXh5z1oZVdCdpyBJIz+NLQIgdWQeJCK9L4DrMoBQFl/NYd2JSNhXxobYQJLgunxQSLrpimyOAkCqzPQqoY2VQIVAqseWkySrpERR4a2Brfho9LyUPAaKLotFBpUFOgI2xGkEwn0p8JIxyw4Fq0VGKil5KTKSLkBiSlt6AADrFplLNeqOFFtImuGMBhaCwsM9KlioCeNnsERGJEIEImjHUoqYJU+uPTp7EjPsX7LS17jHBwQ+IxFowogJxNKPFUVyMUBBoEEkfEFGOLWQoWsj4byzz7LDuW5J/5yBN/o/8tmTLFNqSaR85DS/k4wFplqYg1AW5YXyfQ7eKkMSAUwlYGlAmhfAFb/O5hAyIOv/wKsqliqXUCh63soIKjsER2GO0FA04RlBmHQhsCxMLxuLSKjA+L13Wy0ML+0gmf37UemVIQtShQFqPK6yXs7y4bl9VAAi/IWb4oUkcAqk4SzxTKqVVdYyFzrfAbZCI4N9eHibecgmQyjWMzhyNFpHD1wChFDxzkT/RjptRG2+B4tAWtmi3WYvZvQP7Udh0+cxE8f/DZyCwvCfhKv484Aio3TQH8aU+uGJSCHMlDlJWvKUJoWPfL0dwCOrgVNzGgjGiSbNqzSccnQ1xnwZEqoHpk4HCjxTCRrn2A6B9HibUkwVhjBismrvFMV25jXS2WM8T2y9gqJtzJtVASg6gxrGgRvORzpsPBCNpsWE9miK81fbzIEKxRFOz6K9OZrEBregLZvQSf7nXeI9DlQqm0LWNAFh168OJQFRCdgp1TC7t3PYGl5XoY7fD5EYdTwxbuPf8gGWrNmEoeP7Jd9bqAvJY2hZL7wrNGojAoIOMymnQxJntnFko9sNif1G0GymZkZ+f72HVdI0MkDD/xUrt25555PTi6OHD2CyXUjuOstb5ZAylw2I2oYeo/fcuvtL3l98wceeGKnPOPdmodexrTeKWVLAqyafgNf+vSncN9DP4FGZjLZZKxLOuuHNTRBPN5U1q2Ta9fixptehTVrJ+UMoKejDgeVuRPQSx9Hzi3haydjolr6g4vyiFttVA8GkLzXxuP1cXwjuRl1LYUagVVT2SZYehQ+Waz6Kqz2ItqNZZiNVaBFFn0T1VoOnGyNhFq4YksAr7nBR6vawO49JpYrQKlWwSuvuQ1t1h8wYXAf03X8bO8yvv3gHmXNIF6lJE4o1nxbs/He19yG615xHZK9bLp70aQdV72Kw0ePyh5HBirDYmRQ0fG97e5X0lt09i4mWPN5f+yxx/CZT39apLSSLSEu5z5atSpuu/02vPK1t+P9f/x+VLNF8fPtWprwYST4zT/xcASFQkGCnvg67FsE5O2Eqb3zPe/G5TsuR7VWk+E1wUlKnGhj0SWlSi4j31/HdoTgqoR3dqyZuoOX7tp4sacqGagvBlS7/5+vxcExHaeqehs/ffYJHJg5iTRByzXrsHF8EjFa9vhtzM3NCNs23RPD+k3nIBRNIZMvodE2sO2Sy+DbTJFvKKudNus1Ew3XRTa3Kuo2+Wr5AtJRDcXnTAs08NRTT+DMwilMrV+HAgNqV1dx4YXnIrOyAr/OO89zuS7nesRy0J/ulWd3JZsTa5LTs3NyjaKBuLCtGRpJCW+1XpP7vCY9goHefiScCPS6j3KugJX5Rbn3rElpr8bU+vzqCgqrKzKoXmx7aMbD8MN25z750CzWsxoCBKS1pnhkXpLsw0SrjlOnTmPz1bcg4/n44Xf+E7FAE1G9ieczavj1Ur/+z0e+gmKpgMHBYaxZsxa1chknjh/E6FgPxkdHZH8POWH53M/u2iND37ZLwD4DW/dUgCfXBq0AqMZh3dyxrjhrA9Fi0j0VIexP1aCBdXU4ksDEui2IRmMI0qbKDMjAmfc2zKR28WRWlgD0e1V7CoNmlfyfwK/FoRw9bMUy0BP1BGvPv/vox/CBD3xQgqUabhsDCRtv+7VXYKIvAo7MpqdPIpcpwA6EZJ2QbxxLJtA72CdWgY/tncbB4yfF51uzHBRJTuKaZh1GfKDRgmM50pOy5qm5NayurKJcKuLCc8/BxrVjqGaWJW9kKpbCxMg4psbXYsOaKVgtHd6ZZXin50R5+cDJg/jevqeRYY1jK/VuwjIwZARxxyU7cO7oOrilOkJhkhhSiPYkpa/ktYok49AdG1aqF81wH/7uy/+Kn+7dj+ELdyCR7IFfWkWtMI9GdgGtah41P4i8Fkfv1FaMj42i3GCfXESGGQxVG1PDm5BIGki1s+jLTSPmZVGplbFYqeHHjz6F/adWYSeiAhQvnZrGtVs34lVXb0OrWpSzKxrj2myilM/JANBK9uDZg9P49k8fhtsOYnh8Pf7ig3djzdQWFDPLyGazstf09vbKnkV2crWYwdGTp8Fgz6m1o0jHgFPHn0PEMvCTH/0YDz3wgJBNLr9iBy64aKsMSKwIVbrsGw2xEEgmepCIp/DIs0/hZ/c/hFrZQzgclV5n/fgY1pkOGscW4Ww6D97EWhQKLuoeweE8UnETyWgY1VwG8yePAF4BtXIGGzePyrCQfSKfycxqrhN2GcDJ+SJqwSRml4sSjMbhFcMc9U4Ic24lI6SLydF+JKI2olYLEebJ6PSYV1gR9ysOIugPO7Z2CudcuA1lr45soSR7+5vf88cvdXn/Uv/3vwJW/8vt7Xqs/uib/4J0Ko6YExT/T4KdEvdDcCIUkoUmnlZ+G/v278Pi/CImxyYwMj4kko7Ts8uoeh7Wb5rCmZlpLC5k8Z3v3IdCNoeegI4R20CEjFVhntKflH55nEapUBwOoYXeTbCjC6xSXkIWAU3WiV6CjQCZBW2RIPI95usaVtwW1m1ch03jQzKVCDqOLDabcic2Px0vpUKD01IaY9exsJrDgX37EWPIBFkVmoYyU8zbZC90JMHCmlFSPPFOJSuLHq8+4DbJTuSRy8KHbFUT+VYb856PIjh970iO2g1pID7x9x9GTzwo8g0CVWyKCBKxgRPpBQycOj2Pv/7I32M5k1Ppr6pbktTwK6+4BH/4++8VhgbRkaDFgCAGhSjmCNMDf/7zx/DZL35dPt+LgdVuU8qftdo+RhwN/VYbJWsIi6lLMbe0jOTgkEguvNxJXD7awMZYExGCgPTKdBuwGbAlsnVXisCgE8FSpoRTC6cwNB7CWL+PyyYTMBIEn0zU9QH81Sd34qlDHvQgUzjrsNIhrLtsE07OzuK6i7bj7TfdgTAZyXoQ93z3PnzlP+7BRz/6t9iyaQoNtygygyfnj+D7R56GZxuINS08/m8/QG0uL8yk7uc6WxSbJnoY4EM/PbLrqnn0GA3EKf3hZIuBLm2mUrNo8FHTDPRPbcLr3vJGMeN+5AffR0w3hKEWcGyRGVRLeZGVu7qJyNAabL70CkTTSRx//nl85ytfRn5pXmTmZpNecorBo/IS+P870laJ55ZJggDllOLxGrJTXanrWK66cHVg05b1+O3feqf4vkbjvYBmSyO1srKCEP1RIyFsveT6l7xBL5ZX8ebfuAPziysirbKdAHKZLGpFD7lcRczjWaTUah4KpYqwRS3bQqNaFbYWwWJhK5k6vHpN5NfEy1h0Dq1dI4VNcSkDvamYCnxOPJcHE8F/8v5eCIcgKMnDUMYVHZbkC99TdiDSOHXsQQh48HvS+6poX7QN+rMxFIvvQ0eY4VM9PfB8A6FWEbFwAKezHuaqbFTqCFkhtNpBkQgRCKGnHP11uLBNioclZbkjeSa4KgzbQCd0qyngK4EJAq/S1HZ82ljE2QFfAtSSsTBiQVekyA4DQci08eqIReKIhyIwSeXRXQHrIqaNqG0gHFaFqq0FJVBgJZ8XJiHB30g0gKjVi4HkJBwzDq9YFqsGhjz4zRqalSp8Mg6bRbheBW7DgB9Ow+yLwk7HJB2Za1QPOjAYPCgeqx1gVZAIYgkt+PSaY69OA1K9CqCMdpv+z/x9FbRbBfiNPJpuAU2vAqOUR7NEFagGLa9DLwNG3RTf1wAD4MjajQUxFk1Ao4zUcGQowZ1SQIo2GWsqnb5dNlHP1eAXqrCYXj6QhN3fBy3M4CpLWQGQHUFgVbwveaPqaFeKaFfzEi5IyR5lx+LILRMuAoEEOuvw6QdMOwCX16oGvexC52CrUoPvKpYMGaqUleXrLrL1BooeUNOCiIYYQpXEQCqBdCyCUIh+r0yjpUUBDUOVJ63Gz8F9skxbgiJ0StdqdUy7Hg4TFAgy7CGMZDiGod6UBG3QBsKI9UCLJKDRS5AhXWSqEljls7Xp3Je8xjeP96FQKkMnW4rNbcMVwIhWJEololhNagAVlGffbdB7nIFjvwiKcpBAxrqwS8VLnT9H300CpDIzk+Ga/CErUcA2Bc6eBWg7gVgCrBKs7YRKvcBYVQFHv8jSUk6CAnB27Am6QGr3v+v+XSwJxDaEIVhdrwENDr2xCfRbFi6+cgdqYVN820qlKk6ePoPjJ0/BrTdhUsYvIK8a4HTZqvL+BChRexTrHQIz4mVa8wVkWs2XBGwlsCphbU0IYJdKRDDQn4Bj8TVbyGVLmDm5jKQTwKbJHgwmA0hFbERDcdlvFitlVAP9SI9ejpVSHT/86bcxOz2t2LqGf9YCxaekNhbB+RdsQDjsSC2mPjf3bBe5QkFCeAimU57b/TJlfzKVnJH3jA23DJE0OAKWstYiYZrAKuslgnEq6KfLMiaTk3uUYahQQqpCCI4qUFr5ktIvmg04Ge18lnh+iKWLgKFkQGtyRmi6j2QiCitgY/rMKor1JjaMpuGYbdTsJMKT29Azda2sGcOgMkAFkdFmQA5TCTZ7YQignglVk/IhJxPN8yqYPnEYi4tnEGS6E+0wWrSuqktwKcGJeCKOJr01xSaBz7EahipVlPICFzsGDnWo1hJZtN2xqeHBx5mOJ0BqwA4jm11FqZCXtcEzYd+efdh/aB92XLMdl1x8qQooDQTFc5zerK++47UveX3zB372+E4VkNkJVRLVkeuisFIQVRdBim985cu45/vfUR6EHOTK9eJ1ZC2vrC1YbxNQ4bW44qqrcOvtt0Fn+I5JP3oHxflFNDN3I2ZmcLioYyXv4eoNAWh6C62jbVj3mchnorjXGcXO2EXw/QAszUbd8mE4ITjeLFB5CsF2VoHsVFe1GgJwM5DQDvfAb9Tgey1ccX4G128wsXKqjcUS64sqLjh/O8Y27EAzmJRnNhKN4bs/eQz/8e3vw+WQ21RSZWEfAUhoLfzub7wdN975FnmmG24ATx0+iPsf+T6OHTsq15r73uDQEM477zxMTqxBmEnWQVr6dCyzOtJnntscLHz+s5/Hz+6/X0AjATY7RAqCV+Pjo/jg33wIzz3+BL76uX9BgUPaTiijVCgMtexLy5ndZTZzRiCgl98WCw7WPlPr1+Pt73yHpK27DU95UHM4wnsk76ezP5JA3xk+C1gmg5Qu018NHPj1Xz1UCQy8+HtdBiN/B3+iqWt45uA+7Ny/G3Wuf+hI0ie5xqEtCSA+KtWyvO9zJqakXmXoDwkD+UJZ1Iy6bUgfIuuSVkC6+nu1ptiEvBZSv5HowdpXQlw5ZOPewf+vhrsCOPtU5SgfbdZYwqwlgCwqM3VG8ZyU84pKP/ZidWV/wFDlnnQfrrvhFRgbGYPpcdDZsUWgn68w7ylPV3UnK5JiPoujBw/g9PGj6EmmcO1tt2LX0f344QM/El9lkou4rjiooyWVE2jjkqkprLHDyC1Mo+QDG6+8DZNr1mP/Aw8iWF3G+tEEfv+L33tZ6/vuL/wYx49Ni91MMhFHxKEdTxu33nQtRkcGlA1Jm0qfGn5w330oFXJiiWSZrvhEUjnZtWoRt3MhLigbCNbT8vcmh9F8Dg2xBSFrFRwMxtLoG1ojvp2GyPxJprAQiUQQjcTE85RAG59R2yHgyKGimOMKO5T7q+SMcM8WdiuVYCpr4l//9d/xR3/8PukFDMNG2PRx9baNuPicCVHzlHJ56G0DoWBYwojY/zAM+cwylaXPYu+ZPKLxBFK9fcI8pGqSln4EbUW10VC5LzyxxelKBm0mdmzfjpGxYVgBHfn5M6iurGKLHceN269EImCjniugkcmhQT/OpoucW0U2ADx+8hjuf34XGmFHBo+bE0lc1DeKEVjQ3Yb0yqMbN6JBglE8jlq9LrY1oURMzkL2JLTlOl2o4uPfuBfZyAjs3mHqb+GRIclnnzYmmomC25CwtH72zckoysijUMrCr1gYjA6gpyeO8ZiG1T0P4OTuxyW8N191kSnVMJutIBi2kUr1YOboMVx+7hRefeN22PWaDDmpzOvrH0CbADqHFKEYvvuzh7F/ZlGCJy0nhff/+UfRP7wWfoMAO4kwCkxkPcF7V23KarUAACAASURBVC+sYs/BwzjngvMx2BOHVs8gszqNgwf2YvrYMZTyRQlvvPTSS8TWZTW7KixXqkKEnNNoS5jhgf1H8dSuPaiUq9KP8VxgD0Y7iqimYdv4enzkM5+HPToOypjrLVcCw2WqRZC23cAjP/kBHvzxvZg/cwLnbBxHJOwIWzoaiyCby0nNMjI2idNLFTx5cAYLmapk5LCfisWTQhzi78+u0P4uh1AAiIWDSAaa6I/HMNw/gGQkKkNQ2ou4daobNFx6ycV4xU03wrBDODm3iIWVLO787T95WWv8l/WHfgWs/n8Aq309SfESoT+JAJ58+Os19KTTcJstzC4s46cPPYrn9h6QAv7cTVO4/hXXSBN09PBxkbdv3Xo+js8chh0M44lHn8ZP7n9QWH39VhApyrxAD7DWWas/JbkVuEIxUnUW+4YAmSx6m5Q+8DDnwQAIsMoFz0Q6MjNX3AZGNm3GLbfdilOH9qGZzykwtTOFpkxADhJKVfga9FrSTYSSvfjJ/ffDK2SQchgkpKNab8iEL0grAIJfIh1TjSHxXFoCiDNcW0ONF6gLrLbJRzKx4LWwWPfRNCPc4mU622pWcc76cdz94Q9xBiv+qFzo4h8uoQqcuDMY08bBw9P4u7v/EdkCjZdZdChglQDBa15zM9759jcLS8I0yDripI4sNsVUIcDw/P4D+PtPfBb5QuVsI332drPR4VtvtRA3NIxEAqhH12DO2YTs4ioGJ9dKwzkQa+P6LVFsShk49OTD0BsuIpxK0vZA01Cq11DjVMdt4+TMHPJuWSbVTCHe0mOhFa1jdNMonp8Fvvqjk6hoSszFa2fGgxg5bxIL+VVsP3cb3v3KV6PPtNAyA/j8V/4DP/jJg+Ipe/stN8IOaAjHwvj6Mw/i6cwpVBseEhUDj339PgQ9JdkW6W+HaSAsKMNELJEWUI+G53qtiF5LQ9rSEPJ1uGQK6LRapK+ViatvvgGXX3sDeoeGofl17HrwAWSPn5BiHgEVQkVmD4GK+MgYAr3DGFl/LgxbRzWbx56dO/HN//gmWs2aJEbSdsAgv7orteYAgA2A+NIpxbWEf+gBeAyYafnI+AZKZNJGQvid3347rrrsEpTLNSRTgzBMSxpWShPZwNIf7pLLb3jJezOB1df+2k3I5apI90dRqbpyfTg5LBY9RGKcHuqo1urCJCKz1rFtkUqRWcjrSnYf5Vychjc6z5cRNJEaHpD31uA1r1QQD4cFsVhZySrGD4tTAl4SHMF/RdN7xUBThT8BCjZ8IgJWwKUwNpQ0nV6l4uMkpbBiuBG8ZhABC++GRh9VA4M0RjcDWMnm0RsChhNhzORqOJ2rodYALDssIQVsFDiNlFAaepnytTt7jQgEJWCH/scEblsCgHAHED9JGZYQICVISEDCgK2TNaGhN86ClP6naijD1yI4JWwvWoIE2wiFDAELjEYLgwTs4rawBrgXsLg6vZzF8bkl1DUdO8ZHEYoEEY+EMTV2EaKBAZQpZ68wUbmKdrUK362h2SrCrZfgNQKoB2MwE7YAqyyQbYYl2Yr5qRF1kAFHx/CXflzMaA0AfpBm/kx0orVIDQbIFCkLowt+BfBL8L2SNMOo5oAqoJd0BEomjIoJzTURoJ90QINmadBtCyOhFGDFiL6rSpfAhc89mMF//NNEqwLUVspoFasI2wGkBmj63wvNiShgNWhJ+KBYAQjwqMHX64BXhV7n+2p19nNdgF0CnQpcVQMhMv0FWGUIW9VDu+JCJwO9UobvMljPg+e1JE16tVbGKhmrLRPNYBrpeBTjPQkpuOgxpQdsgMAqZfvCbBMukWKs0me1WYZfrMIsuNCq9P0uYV9+AcfrDVgpB2unhjDeM4yQnoDl9COYTMOIRhR4Y9oCPkPYHjq0LRe85DV+7dY1wqTMVzxRH/B16DvLZ7wrFeU/hekoKgld2CAq2EKBcV3JPaXhXTmsAFodywxaYEjIJHFlntUcOHIIKd9Xr9396jJWJbSoK/3vWAkIcCo/r4ADpYBV4ED3FbrAalfy331/CgBVbNPuvxOQj3UBJd2mJft/rdXEFTdcCy0VxvJKBpWqh2PHTuLMmQUB+bi/KD/XF96DOksUAHI2NbnTnHoE4mu+WAGs5ng+8+xmk89UcV5THZGQjWQijN5URMI7+WydPL0sZ+jG8TTG+kPojYaQCEVJxEbdaKOCKKzYOrhtB0888ziefnYXCkx5F5ROhTZxs6Gn+Zbz1iEej4mShYB4raI8sEVK3PFQZC1AMCiVSmFwYBCJeBxEfjMry8isLqNaKkiDqwt7jpiXLjWfY9OmxEQ0oDzmZfhNVTctApgALZYOHUCdgCLZwZYlDW4iwhCrlvja0+uVbCjWPyYtSwJkP1F6WUOxXEQ4ZKOvj/JP4NRsFsVyDalEFBEOY5vA2I1vwcjG7ahQXkg5OyxhXxKw7H51gSTeO2JMDEkTyWuTzESCBnUcP34YmaUZBaIw8KmlPNblomotsanh2aqecym0BExVtgFiAiXvUQgGVGho1DB1PDA7z4zYR5jKt5jD1xPHj6JaLotFRk9fD8YmxuVlKxXuo1wfJLd7eNtbf/Mlr28BVh97UixIuqn2lOETrM3Rs5IOsVoLP/z2PfjqN/9N9igKEpTBlkwr5MxjXat8NhkuWcfw0BDe+va3I9nXqwZU3OdyWTQWPw4L8zLEbHmc8TL8DNBOa7C+qyFXsHEcbTwUuxJHrAEE9RiaDA6l9UTuCbiFZzv1mSaqN9uKIppIwY4m0TLaiFtxCTU1vBym0k2MxGoIGy54IPX0T+Cq2/4Q7dgEDL0JK+jg+/d+G5/77D9gtVyGKc+bGr7QW/+SwRDuuuu9SG/cikQ0hkP7juAfvvIFLOdXlB9uva6smpoMoEpjYnxMhuEbNm7E+VsvkNRzstwoa6bKjODe3R+7G/t378bg8Agu3rYNx/YdxMz8GVk7gwP9+OBffRC27+OfPvy3OHDiGFypUWjhwXmgCTPuwC3WOhZGag3zS2zGaM2j6xJ49q73vBsDQ4OybrqPoUi2xe+Z8nOlPqBKTnzuTVOYn113VQmb7AwcXiz7l9O9IwX/r6zV7m6bKxZxz73fwzLVXQ69OlmIKAs1WVt8qkxV66CuPLGFbiOWaOqfHJTKGusMpIW5SgKOeM6KjfnZOl1UCGJtwM+mVDJdWyi+ut9U4LIarCswVs59MnT5mhKMyWGf8uCWAGWqIJs+4qEoXv2a12FoYFS8cRmMKbJ0sarh8FzVYgFDAbIE+j1mCNRqEoI2MjSIiQ3notqo4stf+xK+e+9/IujQwohzoTocv4GtPb3Ytn4KLRI1Wi7sgIPJq27G1HnbETUc1PPLaOQWcfmdb3pZ6/uP/vwfhTF6cnoap08cxvqJUUyMjuHWO27Hmok1AuCxPuXz8MQTT+D4sUMwUIBtNmTta75iOtNOpd2xjVDqOZ52aiiFNpUsJOUwjJM+1A04dhRDQxOwYymEwlFhGZLhpwjU9HJtYXl5WZQSosKj/UaziVqlimqpgnyhIFY5rC/IHOZzPTwyIBYpExPjWFyYx4c/8jd49OFHYNkheJUCUiEdt157CaZG+6VGC+g2HDssNSKDpYtuA7sPHMGufYfgR/vkNRm253pV2bd60ymUSxUJSCbIa1uOnME8p3gRmB/x7ne+GxvOP0fq+4meXjhuA8FDJxBvG3CXVtEql9B2XQSaPgr1Cg5PH0M4nsTg5CR2z5zEI0cPwLID2BRJYCgQQr/pYLB/EMFUGsFUUoZarPMJ2LXtIILxsJAYqGSrByzExybx6NE53PPsMWR1A8loEymniVC8D8FQXCy6sitzWJw/hSp7qf4x6GELK5kV5BaLmBgawPqRQYymw8jMHsKXv/QvODEzBycUEdUbw/oYtkXsoJzJY6wnjtfdeh2sckE84Xm/xb4hHEI0EcNCoYxv/OB+lLUAoukByTu47Y43Y3JqiwRdMSODe06R97NcEozHQVNs16yQA90rIRFqolxbxIMPPyDn5PXXXotDBw4gGo9KPyc+sF5FQHnu20ePTOOZp/di5vQ8auxdGNJs2wjbKqiuWvdQqpSQDkVx9z9/Etfc9Aq1z3AALB0Ka4A2Mosz+OZXPoMTR/ZKcG2I+5LfkoCzVCohwwY+k8Pj63B61cXOg/TRD4hiUBS9HK5KLQyUS2XxnTW1JiyzDadeQkjX0ZdKyx+qEUlwWV5ZRqvuYcO6CVx68YUYHh2D19Yxu7iCN/3Bn72sNf7L+kO/Alb/B2D1vm9+HgN9PSJRpT9mjSemzom4ShKlCfBipoBvfef72LX3AGwrjKuuvBTXXrsDISeEB3/2EEZHRnHZ9ksxd+aYNG/VWhOf/9KXsHBmEdGghZTFBGnKhWgtIPE0Io8RFl9bAalqsqhYqwQzmgwX6UhIlPSAYBcPTUpmNNQDYbz1d/8X+gYGsP/pJ5GdmYWjs0BqQWOSIZmBLaiwLZrFc+JrhQQgy1Uq2P34w8jNTIPtP31beDDRX4yeG5pIK5QUmcCqmOB3QKFqg4e9OmTabQP5tonZWgMZ1jmGOPvI5lBvVnDdVZfig+/7Q6G2s4l1bAcNhvsQm5U0Ttb0ARw6PI2PfeKTWM0XRb7J/4m/U62Kd7zjjbj9VTeInNk06JPXkgNWNb7UsRk4NTODv/7bf8LScvYssNptltkNmyxmaJKPIPpDQZi9GzDnxaDpNiKJmDD5xnqD+K07d2AqFcShXU9jz84nUcusIuGERP69XMiJMTVaQawWsmgZQH+qFw6ldodnoJst+ENp7FwqY66mCiOaxIvUrC+M2ESPSLS2bboAv/fqN2A4EMLM0hL+8sP/gHLNxWWXb8dvvu1NiIctFJsuPv3AdzBDebLXgHdkCUce2QNHsztGkS8wnhSTieFnlAWrwqnd8BDSfESDhkxzKX0qeR4G+3vw1rvehIsuv0Sm0kzJZjjIyuFjOPbE4zB5mDCxNmghqAfhxBOIjk+iErAxOrEejXYdLY9gSguf+szn8MSTTyJIxh594xgAJuxHMkjaCJMRpANhuXqA52uosBxqayi1+Hf25QYuvWwr3ve/3wsTLdQZDJUcEJiBhUI2syrewvyMV1x360vem2kFcMONV6FcoUwqDCscRLlQRK3YEDCdE2g+RqVKVaQj/L2SJunVxDeWbDWyDK0o2Y8G8ksrElLBUB8nmYBm6whFbHjFPAI+kEimsLREKRinoCzO+Jqd+AUmiXaBVZmmKysAJQ8mU0r5IvNesoHg5JRJjRIIRdmteKUxuTqgpCourQvIGIthrDcuRWBhaR4TyRBS8TCWSj5OZsoo0peK7CtLhckxPZsWJyr5m+v6hcaHjYSw2QR0NaSpoS8VdwK+Bu8XX4OLk0ywcAACxPntBpyAJbYBbNxFTk1QkyEwUliFoPtVRC0da4dHUfN88e1dLefV8MawMLuawUq1ig2JfmEXV6qzmOzrwY3bX4eoMwp3NYNWNYdWsYRmxUWjkUej7aHRDsLjECnE5zWCSDQOh+mbjo02iwt68wUNyWwS4J+f16yjbfloOU34Fv0N64y0U4MFo6aKcIaCtWtAswI0aUHQgOE1oVfbsGomAq4FzeUeqxgSPn3ygjaGQwmR7El/xSQwzUfTd+FRqsWivNFAJVuHl3OBsoeoHUC6N4lQPAUjHIFOAJMheCKT7wKr3L9ojloXSwDuz3LXZPgVgA/eEybS86Fro12nVN9Du+7CZ8gVPVarJbQrebRrJZjVurCoKvUaMtUSFt06ig0DrVAKfYk0RpO9SIWTYpUBXkcCjryOAcX4lYOlWUebjJ16GX7Jg1asw/Ba8GplzK3M477lZeSsKtZvHcWW8Q3oDfQjGuqH5kTVfRHQ24bG66Zz6GBCu2jbS17jt2wfQbWhYTFbQa5IgFyxuVhssqiUZlqJG9Sggs81ST2UhIrNRoepRzCN4E03WKrDeiK7KETPQzIlGVgl3qs8dghuEGhTgGT3vOkOSZSP6gtWAEq6zbXesdoRkKrT9AnjRD1HL/ZYlWZbfFoJyHZCq/g+COh27ACU/DaovHurNQmn2nbldsTG+0UBspLJYf/+I8iuZKH7urInoZdrhy31iwCrYqzyv+kmI5ORU3ObEoC3WiipIEIZjhJgkPGmMCHDTgCjgymE6VkZi+L0fAazx6cxlo5gw2gSg3EHyXAEsbABOxyCHY3DCEYA0xbm6eO79uPAsVnMrVZQ10Lwmpo0rfGohfO2rJXhWrFYAIFetb+2BWwjy6Qn3SNA2cjIiACr9NLmVst9rtloigdiZnVVFBCUtRdyOZQKBfEOZEvOz5EImfJs8P4I09gwELItqefkWaLHq5QburBXI46DkURE2PcSfMX7SpCEGA3BB8tGPJ6QPT2fL6JYKMO2dPSkIxI6cXomh5MnV4UlGImZSE1uwtab7kLd6ZMAoLDjCLNO4JUOW/XFwKp6pvneGXZIkIU2AhykmZg+8hxmz5xijBWCtAAS0EcFHwl7i7XQi30tZSBPH3Yy6hmYyiEfQWV+n8NkAj9kciumtMhiAwEcO3YMDz74IA7s2yug0J1vfB1uvumVaHnK6oZnnzBE26qevPMNv/GS1zd/4KePPSH3hgAp3zdDAgk25ZfzQj6g5dQjP/kxPvuVz8sAi6iXnLoEpRROLzYT/Cd3TtbQPckkXnfnGzC+bgo+GaDBsJwtrYW/QdRcETBH83xYCYM3FOaKDeOeJmq5OOZRw7zZgx9Gt6IQGoJv+qLGaGWeQqX8jLxXs8Xnp4lwNI62Hkad54luoVYrol5piv1Aw9MxweC3qQZ6gh4CoTi23fgnAAcO5QUkIzEUcyv42te+iMeffhLkePGZTEXCMvS/eft2XHTDazG47gIMDw3jL/6v9+E/H7gPXlsx8pkaTXYbAXje80JuFQ2GlgQC2HrxxXjdna9H/+AgKrSLsRy41RpOnjgh62XNmjXCLF06PYO55UWpUXPZHLbvuBTRVhv3fOZzePq5J7FIdYRuwWzRDiiItmOgUub5yXmf2n+7+xh/L58bAh53ve1tmFy3VsAZdaJQzafqrWI+jzIDI70GMsWC/Pu1U+vQ198vYIQAj9w7u772HVWCsFT51P0PHqvCNNQ0TJ86hR/8+MfQQxaqrqeGSp0nUwZz9Dhm6CvtnURarlQuJIZ4Xk32atpGKZ/uFwZzqp7j5+js692CqoMcKzsEhrt2f07tpTxHZDDDQY5kY5BNSR98tfeI4qLjO8vhj5xZ7RYzK/HqO16D88+9ANlMQQg+rTrJO4o9GQ1HJJCU14n7ET1wGUrKq8R7QbYjQ5OYJZFMJVCq5vG2d78d5XoZmtmGVS/iyokJXDTQL8oaM2ojpelImA60kTWYvOZW2Olxec5Qr2Ptur6Xtb7f9ua3Y93EWpQKyzhz4gA2TIwjYoZx7WvegjXnbBELKzJ1eQ0e+On9OHp4H2LRBgJ6Ewa9ttsqREzsnmgZ0WEyy9BNdiHlP0+gqdUiY5WWcS1EoglEY73wGD7H8YAdEmbf8eMnceToccwt5rC4sIhypSLPMAE09j6s19Wuwro4ILWuaVlyRtFqaKi/FyPDfeLtveu5nTh8YJ+oMBjeONgTw2XnbcCGkX40Snk0Gj6KVRflShmGbaPstfHUnkNg7HKT1jmajmQyIc9di3YPEb7HGkqVmvQu0jMYBiyHbMkQ8iuruO3W2/CnH/oALIfYQxj1E3OoPfIk9GINGvc4tyrDeJKGeG2WlunBWxYGbIjPgUWQsAqrWEVfOomB/n54pDCHorAiMQkLbNJmyK0jEAsjEAnJvtzgfQqFEe7rQzWUwr89vgv7szPoj1Zx8XAITiQB24kJ2Ok1CExnsdQ0UaqZAv4xcIrHxrqJQYwkwtC9ipzjjz63Fwdm5tE7PCq2UolwBD97+Od46JEnEEAQzUoJ1115Ca7fuh4zp07JoJMsZydCS7AAdh86gd2HT8JO9yHdNyQ5IhNrzsXr7rwLlhM5ixmw3iDTXs77YgFpkmf0NuqZBVh6CVaqjVMLZ+BV69i27UI8v3sPvLorv4dPGq3JrGAYbT+Ae771PezZvV8NtjwdTYN1F0QxE6ZFmEG1r44Gw7FG+vCpz3wKOy7dDhc+bOmGNRh+Ew/ffy8ef+AHsJm5UaMSoCRrTNZ3NCYAu9gYDI3j+FIZJ5arqDSIZdE3WgW0qXBSRdAp5LPwagWxQYobTXilEuoVV+rjJAOR4zFRdbJ3iIcsrBkfFi/fodExjE2sxV3v+4uXtcZ/WX/oV8Dq/wCs/vDrn8XQQJ8Es1DKUSPoQMac74unFFkRPD9zhRI+85kvolbx8IY3/BouuOhckVR+9nNfwvXXXYftOy7G0twJ6dvp2/Ljh36O/7z3h3BMBp0QbPJhE4wIagiRMSFG6sokmts0D0wBVjtSwxanS5TbdRgtnFpRnsiikIvuljvfiIuvux4ruSzKK0uoLK2gMLckJv1Mc2SIAb+qlZpIm8kGiw6Po29qkxTskYCBvT//KQ4++wyy+YIsTnrJSUKtTERFzCQGzGw2ZOrabsOlB6OE1BAwM5Bp6ZjxfAHM2AbooiEx0dI8/Podr8Tv/ObbUCpnpPgPO2GRWEu9wSKZjFpdx6HDJ/DRj/0/yBVLArSKzxrl1F4Vv/Xut6AnGcK6dRvQ1z8ioRDcNLpFGxvLpaUlfOBvPoG5OZVK2W2W5WAly4e7NdkKWgjRQACxoU2YyzeR6k0gX8jIoaU1Mnjv227CG151HUJGGMtn5nFs1y4cP7APbqWMfK2Kiudhy0WXIVup4uldOxFzNAyEIgjOVYCVVeyv2ThEI+xASwUocM6tt+H0RmH0h1CzdEyNTeJ3bn89NiR6sWfPXnzkY59Grd7A1ddejT/43fciFg1i55F9+MYzD8JNWjA8H8d+8gxKp1dg646Ys/MQe7E5O6+8TWmtyTAvshSIs/B+SvIKao06hob78XvvfQ92XLINK7kl2WhbtH+wTQRKFUw/+SRW505DD7YRNAIIGCGkxiaw0tLg9PZhcu0UGn5dDmCmLn7vvh/hU5/9vDQ5BM+6XzR3CPhNhLW2eKOOBphTqqPcaqPgGyjqAbi6JQEPfN7/7M/eh6svvwjLDFYJx+FE0yJDpDcOkxpDIo/UsePa217y3kxg9Yod21F2S0ike9HTa8shsrJYkoaMnkms/dmoswnnNWWICYNSGp6yv+D6I2AXDAWRXV5Es9qWxOZkby/awTYMx4DuuSjni9LcVMuuNO/yeqrS7jAruungiv3TYhiRFIAEW9i0GuIBSaaBBLS4ngwi+NnZJJGGw5kPZbBKKcIGWbFh+4f6halayRVQyhYwEHMQdQKYqzSxSLP6uisAAaVOtHnge5OKRVKDVQPKZ4pgu46maqg70n+SILl8CABIU2DQToBMjRasQFvYalSHhy1b/JnJGCADjKwAsmrCVhh6s4mxvgjWrumTBndhKSfA6kqZXqY+woEoanUf+WYLAQ5gKHcy8gg1PVy99Qbs2HYtNE9HLb8AP5+HX6nDbRAMJ2DZhku6DNNZo1HxMLLDDkzbghYKQ6PmN2CiJR5cLQWuBmpAuIFWpA5YBJ4bsDpp7brpquaoTRlOXTxLJfGpqsFotmHUmjCqgOEGgaZFAzrZx0C2WsDGkBUG0XexeWkyeIqqAw9eq4kKLUW8JrILZJI2odcaCJsa4rGwSL6sWAwGJ+SWLa8lwGrHS1EGQ2ILU1fBOSLbJeufQCGfM7JgGHIl6QtiCaD+dFLJXdJki2izqC6WoZGxWfeQrZQwT5lQU0M7kUJvrBfDsWHEnQR0x4HvmGgz8YbgKhmrvNlsTRoMivIQZEp82UW7VAWYquy5KGbzuD+/iMPFLOKjfdi8dgwTiTR6I73QrQR8JwmDCboBC4bpSOMvoOdl21/yGn/1FUOotwNYzrtYztLC44Xkaw4klMm/ApcEXCV7lNYQlHsReGsqD1YFYKp2Sf2dYLaSy/LZYBNiWabsqQSwefkJllL+3pXVn0VxRQmqJPt8TcVcVbJPxX5UQKm0fJ0mkM16F0SVlq0jexYgSZjtHdm++KJyzyVzVaWLQw9IkivXZ7KvD+dvvxQFwxNvrGMnTmP3c/vglVxhuwtA1WGnCvtV/F+VCqIjwpWah40+w/249zSaGvLFCgrlKgyTnogquZrAQjwWw+BgPyrlPNJxB+PDvRhbO4mDp87g6Yd2Ih3UceHGQUwNJzGQTCNmG4hGQujvT8HX6qqBs8Nw/SBOLRZwYqGGjGvhwPQCntmzFyHbwIYNIwJe05OZ21/IDqMn2YuJ9WvR10sfMwZM0ueOQyNP9jvWLPRHU1/KnohAulenLK4s4GqRHtnZnPipV8tFYX9QBteid50TEoYetIDI7dxaWdijashMdquOVDiIgd4Ixgbj6E86CHWC3WouA1PokUmP2AGkkj2YPnEap2dX0BdPYE1PVMLUZosV7Du1KL9jIm1j8OKbcM51b0G94cMJCPxxltWsQJkOu1nOW7LY1GcSb1Ra8rD5p9+/ruPIkX2YXzgF06RMVdULvk9fYWVToEB+db7Ry5b3mOcJIXdaBvE3MbWaLHgVqkgAmYxcDXNzZ7Dz8cfx/PPPy/NBYG50Yhy33XaLSFsnRqcQDnOQV0U4wmG4si147Wte95LXN3/g/kcfF9CpywyntJlrs7CSh+vVEQpoePrRR/HJz30SVQK5TIYVByIFrPD5ppqCa48KtFDAxOjwIHZcfRW2XLQNNb+NiB1DrlSHkfsHpLwDKMkAlWdyC1rYQDBjoPZvdbSWElgSq7AinrInsStyGYpGBLFgE25pJxqF5+UsIIssHonCazVkmGb4ivlacV2gHUE7QH9xWikFsG7UwmVrXBiBADZf9tsY3ngVsguHYLFhTqWxksngq//+JWhaHVNjQ1jTn0Y5k0Uw0Y/zbroTYxObxO76zW+8HYdnp2GazWRl1wAAIABJREFUtgrWsR1hIPMZqVQ4IKzDkDBRQ9jf5110Id75W+9GMpUCaGUgIT2OKLHI3qIHKBndhm0JQMx9LpfJAKUSnr73Xjzz2IM4ns2iQsVXvFdsNbJuGQVevA7YyX9KUG2H1U9Ar6e3B7/x1reid6BPhl8yJOCz2wF5po8cRSWbR9RysJhZlWesd6Afa9euRf/ggOx59AtlYKMMFVitCCNUAZpq3++Eh76Ivarsmdp4atdzePrZZ0Q5IcpBPvXCvFXWGmq4RQBU7fNsR/j8kSUvzLwmv69Y390vKQFURSVLU/bzzncERpXtXg3IX1BFiLO2YlmSDStqppaQFFRIF89/Wqe1pOaSea2o1TQwMW/duim8/tfvRKXC/AeyuJUlEKf6AYNp9RYsMyDheVbAkkDhlsx8lTUDgVvxENeAeDSGRCqBT37hU/jWd/8DAaeN69YM47yRfrRbFbR0egLXELdspGNx2OFB9G29Cpu3vwItDkmDGtaPvTxg9R//4o9UmGLbxWh/RF4/e6aIoYtvxvC5W+WaktjAj/3Iww/hyKF9cKyKMO/YP2u+UhUKGN5ByLt7pfSDYlXCHpAKTgO+TvsU2tn42LdvGs/sPyFp7bRh4ABRwG6uHT0k95u18wt9pY5wNNqppRsCXLOeIHhFMK/pkelahAmeM6s4sPsp+C0PGzdP4VU3vwLjg72YPrAbhltGo5hDzaujSgCMAF04jtMLWTx/cBpt0xF7PlqhCWjpVYXM0N+bEpstnm3EJFbJsm/7Qqjhvad9XTqVxj9/8QvoGezHoOlgYedupE6dgSF1WkVCX4NOUA2KmbsRDAhzfX52Tshcg1NrpX+0ah6C3L8Z/BmOAnYUWtBBpbCEZrYE1DwEHAfBsCMhaLSy0Xgdww6C/cN45MwZ/GjfwxjuBwbaNdl3JaSbXvuhEHJV2hvkkcm6YpEVioThWFFYjo7hmI1kmNYLQXiGg5yvocFMGK5Lz8euffvxjW/fC7faQst1YWoNvOPVV6M3lRI/dto4zi8vYXE1i5NzBSwVXJihGIbH1mBifB1KpQbe+OZ3SEYLbYW61iUEp/nsDPakhak/3J9GY+Ek5mafx8YrN6HmN5FfLSgLNUMXJSDJJgx5tINBxCJpsUH693//FpaXMsK2JyGsFaSyqA2fhBn2t7aFgBlEyLAxn13Cdddchb/7+7/HyNq18u+pkMwuz+IbX/oMKiuzsNm7NFw40bDUI6IININYZFZI0EbTCOHIXAErVQ0kvzXqnliJBGlxUqf0goNJGf1idWVe+rfeuCOq0rqnSEW8l0bQkiDRsNS2VHHXsLy4gHXrN+KCCy/Ah/7pX17WGf7L+kO/Alb/B2D1Z9/6AtLplGKnCVOMknNqf0zkCqtySMvBaFr46N2fxNz8Ml7/a7fjwovPx6OPPoWf/fQxvPWuN+Oii6dAc2BK5MLhCErlKu7++D8jR5kkg0tY4BBE1VqI6j7SgTbC3OAZEqOIl6IztJn0Rz8cTvt9H574x6jEWB4+DNjacMH5eMO73oN2MCgNzxM7d+Gyy66Emc9gZvoosvMzsAKc7OuS4tto6ggPDqFv8xbUWTiZlvzOpGNj7uRRHN2/HycP7kduYQ600GbjqLxfpXuU9yZ/9yklM+CKzx5ZdwbO1IEZWvpRDMxDW4JWdEllfe+73oKbb7wS9QobMoZEBDvMwBdNeTUDz+w6iE/806dFqq2O/U5wT8vFB9//v9GTiCKeTqMZCKA3kTjrH8bfw0ni6moWf/XRj+P4iRmZJvKeKdkYwVsWIwQ32jDYaGlBRGIplKsegq2yTJl4GJN1l0jE8bZ33IWbrrkGBj9rrYrZIwdxcNczWJg5JaD1eVdcg9mSi69++ZugJDwSNXDZxFpEah52HjqB09U6apQfs5gnq4cweNSCM9EHLcaN1MBbbr4DOzadj5999178y9e+jXKlhV+/4za8451vQtOo4e7v/TtKIR1OKoX6bBbP3fMAnCaDPxQAoAo6ylq6YCDlBQqAazaZVMuGTLFTeJ+SsRDe8667cP21O8SrhoW2xeRgwxaGakBrorq4gFO7nkNtdYWTAfRPboQWTeOJ3XvxqltuQiLmoFyhf1RTZBZHjh/Hn77/r+AJuKe86eR3crV05F/8+0azDk83kam34Jm28uClJKeSxSuuvxrv/9M/knueyawiFu+BYTFNnonNGo4dOUwUDINDg7j0ipduBUBg9fIdl6BMj7dQCOODKWiNEhYXSsKYZVFLMLFZV150XGlseKv0i2y0pDhlsR+0gwLW1coFlIuehLZR8miHaBHQRkALoJDJSWMSskPIknFRrigbj1/wxlMghsJa+YwKfNlpoNU6I9BNnyAW8fQg45pxvZpMRlmsk3RBKao0CQLQkh0NpBJxJGwHJuWxLn16WvA0DYWmjyr9uNhMM1CFB6nI79gxKBsJFgn8YpOh/KI6adIs9Am2MoxOwnjUXqSMQVpg/lCEBRpMhAKWGKALAzVIlm0djhVG03WRCttYO9ILQ2ug4pYlkZ7MgUKVLLhix4uU4Ify46VrVG8qJEEOCUPDzTuuwYYNN6JUWYGxcAytYg0VNs9NF2W/imLLFa9nKxwWe4do2JZQGjMYliGTT3aJDHsaAqw2IxUg6aEd8REI+ggF6rCEechik4MJgljKNxBkj7RaMCmxY2CVq8HwaDbIAB3q5QIqSEruq46hIDna6ouiwlabPlSeeLRR5sVkdXe5Bd+rw2CKsAEBwRn840Sj0CQoihNtnkFKHijPkFDXuLZUAa28uvl7JeoXvthItKG3yLRieJVir/L9izUA5YRN+r350AqL1OlCq1ZRKlWwUKmhSL/r1CBSkTTS4SSiNn2zInLGtC0bmgCrKsCJBg7CiOW1KRbQLrvQ8iVobkUagIV8AfuLHk5UyqhFQkgPJDAaDWEimkIy2Q/EepUHboCe4I5YRpBZb9780n2U77pxHcpeCyv5GpbyVZSr9MJTzEOeA2ye5F50hlFsrNmw8twgqMoBy1mvu85alb2s0xarn6UVj6bYmAGGPKr9jtebDH0WuWfdADqemIJ7d9QEBEbZwHKWwZNNgaJKYtoVLQsAK4ndSoHQlet3g6YEHhTWrAKYhD0oFiW6YsDRUzQC9E2OI9I3hnrLk0HFvsPTOLz/KNoeG3Y+5C/4OSugtwM8y/pXvqoCptY5UFZARbOloVhioJ+0NQLsR0JB+DxrmwyDIqMXWD81gi3nrEMkFce+w6fw8A+fRCoQwE1XrMHUeAQBzRZ/x5F0FAPplAxpl7N5scOIO0EEnQDMoI1qQ8fpuTxOzi6gXG+g3PBQqLQRjA1jaLIf/T196E+Ooh02YNLnulpFrlxDsFlTzKrUqKQuc7+eP31SQG0J0RFglEOJDnPXV6xWAoiFYhaZXAOVehCW04epDRsRjhp48smn8cADD8nAiSxV8V41PfjtCqA1EdabGE85WNObgK1r4usatkKot6solisSJDox3iehJKdmyzh0ehEh28fanhBxLpxYdXFqaRXjCUoXY7j+vX+C8XN2oJKrdDwaCRDxPrwQYiVD1bYKZCI7TfaHrqkE5aANX+wACpk5BE0O8NR9E2SCkm+eOQxEbBJUVWcDzxJZI9wf5RxQVgCOGRS/QT578/PzOHz4ME6cOIHn9+6WUJZNmzdjYHAIF27bJkoKvnqykwqvWK4K2OMZf9ttLy+86sePPKaefSmS1TrgZy4u51FzPTkjD+7Zg3/6x08gX8qizrAd1iS+rupWkV6rc5IHaK8TwsToMCbP3YwtV1wJF6Z4qzcpUJj/DuL1+1Gn9U9bQ8Q3EEi1EW7rWPpUC9pCBPMEaLUmEr6P3c4aPBrfilo0Aav4LNzsHkBvSkMbCIQkW6DZ4mCTkgkyi18IrusmiNPH8YZzTPQZTWy+6nW44Mq301gHi4f3YNePv4G506ehWy0MrelHPEXfWrLkwii2E9h8zc2YHFsnHnzv/+sPwmtxgMrzlfsgnxM1gO3ugQIfUvlCCwq/gdvf8Fq8+3d+W7y2CVbz3xHUk7qZl4tBs6wRuN9xP2jSwsfH4vQB7Pr+19Eq5ZGvV5B2UphfKOFIrYIsy3h5DWWHonzC6VncRtKwsHHjBtx852ugMeSxqYIdG60GFhazWF3JYGl+Ac1yAfRK5vv3+H4NC/3JNPoGB9E/MYqG2UK41oRn+PCMNgIN0W3Im6b9xYuJB92gqzp7Od/Hjx76GU6dnhHGqi4/94v+xcrS6ixkejZk9AWWtxps/7cv1nNKFnN2TaoBmvoiWPJi1vlZlQPJKKr0UX6qzRYSkahcfwmT4RlFwJff4e8lcKoFccsdr8HUhs2olGrqWhNg85XNE4f1Clx1EAlHOsYYyraG54AQZzprnjkDYScCx4li9969+PBf/iHWr4nhxvVr5TW9BlUCFWjNhvQvDr2pEz2Ib7wCl77yDbCjKQFxzj1n+L9fk/8f33n8Cx8UZSW9n9dvWo9QogePP7kP6Ylt2HLxVahwzTBE1TFw+MAzePKxB2D6tRf1QmIK0QkL/O/WKfIWhMPAvZK4d0tsfVhpPvrELuw6Mg8rkoJuWGpYHHAQiqUREDZj1zZHKcrEekQ3JdCT21qpWhUrFmWiQpaxhpGhXkyM9iIW0bG6eAqRcBD/L3vvHS1ZVaaNP5VO5Xxz6Htv59xNapLQ5CgKEhQlmJ0ZHXVUBrOjo9+MWcaEGFAUBUEySKbphoYmdc755li56tSpU6fObz3vPtW0rnH9PvjTz+vqBdK34jl77/d93iecduoqpFJx5DOTWP/0U9i3bRs64ykZ2JX1iigFqODYsX8Y2/YchicQgenyCkuVNmvxiIa+7g4Jc0yQMCA5LbZY9NAGbHB4BOVKTaw0aH3zPzf9BGdcdD6SuQry9z2JpF4Qli5VLVzLJF7x7JZQZtsNPy0orAaKtJVJxeScq2WKKniO5JZEFIGedniSYVQGx2CNz8DKF+AJ+WExkNZsiMTfw+/MH4IvHkXOpePBl59EvkFv9ooMMFiOVUxLmLmVqgV3OCykDapQRalXq0ndFoZf7MDmzpuFaMiPbC6PadbOLsA06mL799LLWzCTLwk4Tb/Ra89dhe5UCBMTk5jK5iUzxtIi2LR/TPzhyawOhWI4/rgTMTmVQVtHN+YtPR6pdDuSiTZV74gVm4lkVytq2QqqhQlMP3IPjPIhLL7urYi2dmJidBLjIyPo7u6SQcjw2Aimc1m5A1rjbVj7xHPY/Np25bNK6x1RBTaHm2pYwyE9Q4jDgRAi9EGtW/jCl7+MS972VpHkcw/Y+PxjuOc3P4a3XoXbzfA7F9LJNGpUonFvdLkxOJqDFkxhOGNivNgQlQ9xLBm+OD+yN8hwU3lPSyBpqYR01IdQiASHACLxlNR5Eq5r1aDBQJJBmDVDVFpU4Pb09eOm2+/6v1jR/+/8yj+A1b+61s3wqmfuv1VMiClfZcgLGZU8kGjKbhhVTGdm4AsEsGPPAdz8i9sEcL3yindg0dL5+OEPfwpDt/HB91+HRYt7UchlpfklwOLx+HHHXffimWfXS1HAzksAWtuC364j7gGCLiDmqjP7FR42zT42cBo0yn9Z4NKPjwVS3VKyZRsIJuO4/LprMHflMdKs60YdP/v5bZg9fzHeeu5q8W3Jjoxg9OAB5GZyAhqlenvQt2ghSrYb2aqBWDwB26ohGPBD83mg57LQp6fx0rPPYNtLL0njqLEpt1WCri25oCoow1WzxXuEP0wQJ7A6UndJWqYUsNxkLZW6+7F/ei/OOetkGOWKNAkE5JryGeUbKcY4eH7DRtz041skfEqAQ7dbwJ/2zjT+80ufR1d7C3KFLA6ODGPJnAEHxCDDiL5BXhSLeXz9mzdh2869KjHY8aWVBFHiVyIPUiwvsgK8ZCSb5Nvy9fgeGhLGwc2IUsIPvf96nHfWWTDKRfFznBwaxAtrnxWWS8/chQi0tOKmH/0MOb0kxVKrL4jTTzgGG7fvwYHRKQF5WPz4pXNuoB5yo3XJAMyQC42agVMWLMN1l1yO+395B+5/4hkUClW8/5p346rrL8MLu17CneufRMeSefCFIhh/dQ92/vkFhBoET4X+pMzRmdpMczZAvldS/p3yzfET5ESWEsYy3nf9e/Ced10uU1tuvPRfYWBXIMgBQEkYOJSzb17/HBKhIOYtXYpwqg133PsAegfm4OSTT4DmaaBIr0ZaVXi9yBWL+NKXv449B4bk+2xWnwo0VFIbbuJdXgumy40qGbIevwoNIlAFE//9ja/h5JOOQ6lUEJlmuqUTtpssNvreAVu3bMHkRAYrjz0Op591wRverQmsnnfJagwNT0tyZk97EgGvBzPTBRQqbI6pYGIz4aw1eteEgmoKSQk9w0j4ffsZWsY87RqyMyUY1Tpa2tKIJyMw5BDyQi9WUC6XEJdESgszTJoUBsXrUmN+AGG3CajJUBMF33BAwZbfx4I14BMpHvchsqbIWuU0Op+fUVIvNrvBiLw/kYk5smeylRhMEQloCLMBNU1UrToKloWKwUNYrRdpnh2mhwKUFEikbMDI+lAMOwHuJG1bBc0pYJUNugrY4j0T9KtwKzbpBC8YNiNWprQ74b5R9yDgMrCwvxMGPXMrBuoGGzMTDbdX7Bj4hwwqNqKyWsgOsWtIxRPQyLAoZ7Gkvx2XnPsBBCIDqAztAHLD0A1LiKQ5o4QZi0mjDXgCXmFKxaM+xEI+pDxheL0MXVKyeg5/TLcNPVWEu6UKb9SE39dA0G8iKPhkSNiTzaR0gc7YCZMVVrXATBhv1QU3vY7p1VWnFQDTv5uMbTe6/fSZZh3PJsoQAMSo11Cu1VCqVFAqV2DnXBIiFHZ5xGPRr7kQDPvgoSyPMnkyxojCyXVR4Ba9Ick4Y1tALzEp1DiQ4zcu2mXlWU2mgV23lW8cpe6UxjFAhwMQPoD2M8VJoFICmCZc1jFl1FCm/2iqH9FwArFABEEtDG8grPxVyVSTeHS+LIFmAqtVBdZWyrBLOpDPw6XnoetFjORy2Fmwsb9YQt7vQywdRVcshFnxFFqTLQgmU9ACMbh8Ubgpw7PccNVtJN558Rte49efO1cGB7mKiel8FTN5+m86LD2eXGTsOoWlsJlkPSoGKNcPk+UV41QNreTaSSCJI/ZzmKyUetP/mtYNPB9V0AjXlPLWUwClEo0290AJ23HA1aY3qtgIOAxWpwV3wqRUsMORtHdHqi8yWgcY5r5LYFWsACTk0YVyrob2liSWLU5LoNtMuYpcjR68UVT9QRwcz2JsdBr0pZRT22kU1VpT7HWy1xhwxD/iqylAnWLI8jthw8FBpAzWGg1EYyEkomE5r8nyJIueAaDz5s3CvLmzhNU8PJ7Hc89vhVYt4e2nDqA3HURmmkBeEQtmd2Cgr0OsMQr5MsKBAKJJMoM08ai36gaMahFeaGJzUK7WUCz5YCa64UnNhkFRtJDLTJStACyYSHsNhCLdiMTSqFRrGDy4FxteXIvBQ3uQSsXQ3z8LbW3twiL0BMjsUmegyzaEuRVL9qG1dTZcniDGpg5jy/YX8dqrr2Hbll2YmpyU1PigP4FYvBWxaAJtra2AuwyjPA53rYj2JBAPmIgGgkhqIQS8ZEV5MJ3VRXK7oCeOjq4UDubqeHn7YcRhIxbwwhUJQndZqEwVoE9VcfLFV2H2mRdCtz3S5CtljhPO4gCsBFoNyy0e2gyv4TUgM4b3Gv+9rBdhGUUkoz4EvQSlSNr3oCphiGpNCFNQjCCdfaZpn+EAqmQyR6gA0AKiCHr11VclMZ6gO4HA8clxOaeWLl2Kq69+F+bOm4vxsTHx86Y/7dE/TWDrisvf+YbXNx/wt4DV4lRelB28T0cOHcL3vvNNjE+Nik2T6K3oKcmEbnojNxrobGsRoM5Xt9DX3Y1ISxorTzsNibYu8WZlcnd97AFEjcdEuWMSTCzWEUy7JNxz4mYLjdEwxl0u1AjQeyzE4MYW33ysTZ8GvT4OK/s0Go0iIpGo7N9kQokCSywnGBD5uv3HERanpuGMRXEMhF3oWfYWnPSOT6G9YxY2PXQ/nvzVdxDVgGAqikBbAu5UHIHWNvjjzIVIQGvrRTQUw8YXnsdNP/kRqjVlP8J1rPY7da6robcUwuKZzj2KoEAgGsINX7gR849bIfcOhz4ETmkLJr9uKcY8ZaWsOQiY8p4sTY9jw313okE1mq+ORsnCyFAOh+sN8exWdhNqkMRhMtl8sYiGDrOBWX29OO2ad8IdSgj7s+6hItDAyOgE8rkcipkMpkeGUC3k0dLaBrf4Fgbk7IjFY0h1t8EX9cNXrQloISI5CYPlMM0Bf5lmTxDYsQvgZ2EXU65U8NDjfxYwyhMOirqDj28OwAXYdDAJBYI2QenXVVnN8+Hom1l+t5lF0fT3dYDl5u+RdNDEY5seq/w7sXsS72d60XvlrE7FEjCrVcxMz6hgvqaFgPzTxuwlS3H5le8S1RkJFn6fJjZM/Lwq4I9EFy9i4ZgMRhRb8/VQL2EUE2ih6iAdlTqTQTevvbIBP/3OV3DKsl4JHGTN4GW+BQFbjw1NY/BpXYJ3g7NPwllXfBj+cEqYbytWvDlgdd2PbxTlGK9DMBZGwxvEk2tewZwVp+GKaz6ICq3jqYoKejA5dgBPPfoALDN/5HwStYVzj5P8c+T7/gvwm7/jBDOKcqkBvz+CjZv3YfOBGbi0iAQzW0ZN7jWPFhaLBDXEVKQRDo5kGFutyqAg4I+I7JyMVDQqmDu7GyeuWo5lSxYImcXrqsFF1RPJKx438vkcatUKCpkMbr/1N8hOzIgFAgdDUs+5fXjhlS3Yuf8QAuG4sPGZL93T2YpZXW2Ihng+uqWHkbBPr1cFQRXK2LZrF8YnZmD7/CjlcvjXf/0k/vVTn4J/dAqTf3gYiQbl/6pvJ2tcFDtVQ7yEiTm4HXVKlUpC7uFeH1w1WodZYttUpb2f141URxsFMtCHx2FMZ+DxKSYkySVev4YGyRuBELyRMBoJDa+N7sR4NYOiUUC2VMa+w0NS387q60MymUaIgXYkgBRKGBodx/iksmGpW15MZzJIp6I4dsVi2Y9GZ2aQNwyxE5g7d6EMAjZv3Ya9e/dh1aoTcExvAkO7NmFmegpG3UY6lcTOwQlsOTCBhkeFkvEraGlpE5WLUavj7Vdcg5UrV0Hzx8TCkYN2soddFmQoEQ01sPEnP8DI/g1YeM0F6Jg/HzNTWWzdtBkLFswTG6S9B/ZhMjONmpDVEti4/lWkI0mx3mBOCL1jJXiT9wx9yalU9rjE1sWn+WUtjUzlcMW7r8WH//kj0oNWZqbx0B9/gWcf+SPCVP5FwxIcGwpFBDhl3WrYLkzlajDqGg5PlWGAaktT/r6pKpba9yi7Et6/HPYVCgXYtTLi0YiwVKPxJILhsAQ5C6lH8yAR8cNbryHi9yIaCmJWdw++9ovfvakz/O/1Qf8AVv/qyhYZAgJg7cO/RyDAot4rcjoJdvFqIovnFn14cEgazDvvuhcvb9ws5tbnnH0OfH4v/nj3Pejr7seHP3w9envTKOfzAphwGkyj5a3bd+Pmm29FjRpeFjsiMVEgqo+SLVjo9AERhsgwAc7HvdIjwCoPQlLMOT2gnJ3+fcxfP/HM03H6hRcinErJ4qJn6Y9/diu27jqAG7/waczp6UbE64VVqeHQ/sPIFyvI1MpoaW+DRwtIYRyJMumQMlW3TJnc9F6kGbZVw4N/uhtrn16PzlhIwreCLrq92KqR8bhkMkVwgu+vWndhqAZMWiSYSzY8O30BM2mt8ImPvh9nrj4RtbKaLkp4lVPoKN8vVkQanln7An7ys1+hWnMSMBt1CTs45ZQTcMMnPy6+s7pRwtDEGLo7OjA9PYNwMIS21g4pDHgAfeNbP8TGTduOsBp4hPCakpXBAoJFj4eTbYftIIASA70oBZIJvvIz4vsKhDR88uP/ivPOPgc1Q0c+m8F/ffXr4snG8K5oa0om54899aRMGlGh7E8Bx5WKKV41TGmlPwsLonrAhZ5jF6IaIDNSR2c4jo9d8wE88ss/4dFn18GsNfCxf/4QTr7wFNy59h5sGzuMOStXCNi07ZEXMLR2CyKesEoYpV0EbSEYh8ZCVz4nUwiVt5Aw7Rz2KH06ly+djW9/6xsIBbwo5nICYoUCUehVUxgyhw4Nymb8zFNP4pmnn8SypUvxn//1dWzfsQu/vu23+OIXPgdXw5Sgj1KlBo/P8Q7U/Pjvb34fDz/+NIIBTsRfT8dWMiyCOpys14SRQEkNT2QxPa9WsHTRHPzkRzdJKiUPAtputLR2waC3KWXdfjd27dyNNWuex9vffhnOvfCNs11Gi5N429XnYO+uMSSjUfR2tcAHn/gZzWSL4h0obB36zVICatWRSCYEfKY9QFNK6qWcI6AhGvYglymjUqwgnoyitT0lQThs4iwGAU1l4Nf8CARCmMlkpYmjR93RkrHmNiSMEEbuUpxBjyjbjVDIh2DIh2rFkNcn85j3FPeTfCGrpscCdqg/nO4KKGQrSWeTLZwIBtEei1M0joxekWvN21SxkpQcuuEUmUdX+uIvJmwLB4wSkLzpJ0XvMHGrko9A5iJTPpk8yk9Bhi+lMGRX0MbBTzadUUFnOi4+XpkCvX+Yd0S2tFdYEGwIJLhIwFyGNHCNuuRe83tj8AcbcNVLiIcMnHfcWVh+zPtQZprp5A7xg6OFRq5UwnQ9I77EJpFPVw3hAJCMBNASDSGsJZQ1AS0VbD9MTx1mu45Au4lI3BZmdMRnI6S54XcHoblC8v2oEA12n5Y0lV6TVgAuPj28NQ9cpgfsCO26AlabhX23FnZ0f2SrViRQiTKnCkPTqrpIn31lNwK2FzEPGeyUSdqwfQ24aF+gBaSgV+icCHUV85RAiHjAEmtVza1YENQL6rWlWZZELsCmFzMHG2SVEkylAoGSOTZSdbhLGaBagc3T2YQfAAAgAElEQVT3VDNQYOPiD8Id6xc5WkgLCWuDzFlJG6Jft8TOKvuaI/6q9ZoEFNl6DS564bGALmcxUshjd86FAwUdWZ8HoWQYrbEwOqMJpKNxkY/7Iwn4fBHYlPGRhFu30feRa99w/UXGKoto7svZkoGJDAccTOpV6gmeRdzfmyAG16SCTJVlTP0odn2TQXREcu2QkqSxQgN+rxvhgCZFJweSBEI5YOClIiChgFV5ZpUK77jzNWXXAoiKx6oj+xdZufJdFXbrETarel7xXhYqLD3zCKYypV6BqrQM4dk2M1YQf/gl8yLoaNGg1y1M0GZjxkTO5UPW1gRsaUgYJu0fTDVwI6jssFN5TogfLYFdeoPLa77ux8nXK4gVgC4y/uXLFiMU8OHQgX1y74WCEUQiQbS1JdHRmUSD/n+eCGruNOrjo5irTWJBVwIHDuZx8NAE5sxpwaLFnfAFVUgewT2GcjJ0zvZTggkUc3mUp4syOJAgvZoLU0Yd+sBxqCXa4C/pCAXc+MPhGaRa5uK9S+ZgfHoCTz33DLavfRqD+/aLpL2lvQsaveHCcaTbutE1axZaIi60JzVEk1UUa37s3JHCsae8DS2dQ7jrzv/Bkw88hZnRjKh6Zs+bg1hLKzK5Anpm9WJweAzZmSoCoTa0pOcjGoyhbkzBLA0i5isiFiqhI9RARyqNnq4UbLcPu3aNwdWooK83joXzF+DFreNY88p+LOtPobPFjaLbD9t0Q8970D93EVpXnQSXPyUBoGzI+dOsU5qD6WKF97xb9tvMdMaxDKEvbQGBkIV0MopULCj3KUPZyArPVHQZWKtgRBVqIx6SMlBTg1C5nqGQBLmwVtyw/gU88cQT2L9vn0jIKRWvlMsIRMK49NJLceEF5zmgQVb2f7KOOHhrnnlHlDMArrv2zYVX/fnZdUcYq01LDH4nlUxJEqA5VMyMj+P73/0WZvLTyJULYtHScOTVmtsW8sLcnh7kzRr0QgmpZFLS3f2JBJYfuwrHrDpB1Ez5/fcgVXsUHn9dBnFW2USoBYh7vZi6BagPBjApwCoVOG6ETR1RBLE1vBKPta5EozYNq/waAp4CLKss6hMO/wloM0xMBQ2qfeLoumBZTwjH9sbRNXshVl/9FbR0zsXE1i1Y85vvwW0VEZrbjejCAdQDIfj8ETX09QC67UU0EEZmdAw/+N73MTmZU2epA6wKYNMMqqPcnmcZ7T+E4GejZtUwf8EC3PBfX1GMdud9iR887wvxAFVy9AbrY9NSSeiGju0vvIBNmzdi/9gggrYHSV8I45kZZPh7jg0S97Qwh2uRCDpTMaSmM+iY1YHl774GpidG+hkMv43hsTKGhoYwOjSKOsEqQ0dhZlqCZZLpNmFH8/5jiF2yJYlYOiw1J/dz4f5z/5JgQh5mVCqQlKJAtiawT4R9bGwcjzz6MHTWUuEAGnpN3SdNYE4KJEft5ezlr18rR2PA3qUJnjqDOPXFOSG/R/3d696tapD119deDbrJBlbhwQyj1HNF2DV6vpNVTuM3uYryEs3T6/IPfghz581DPleCjzZg/J9jJk7gld8JAfFUIi3AHa1SCBjKPUcg0gFZZW9xbEUYcLbl1Zfw+J2/xIqeOMZmhqU2S0djiNBXOuAVtioXl+GLYf7p78D8E8+HT4uIj35/f/wNn998wAs//RyMmg1vOIKCaWLD5h1Yt34rzr30Knzyxi+iXFXBnz6PjXolg0cf/hOq+swR797/G2BV+ZkrSxhb6lj2fGFs2roXmw8V4IukJTCI6h6xleE5ZKnAyuaZznORZ6Wul2WPDPkjyExPo68niYvPPxVz5zC4qkeUSpnpSTTq9LlUvy9kAocxyEHI1o3b8R9f+T8wKxa621ugBYOS7bL/0KAMBnkvM19joK8X/d3tEgrpsesCtLL25rUU31mNlgE29h88iP2HxjCWzSPo03DZWy/FjZ//AkKjUyje9wx89bzs53wPomgk0cnvFxsDfi7W4mQN874ge196Z96boowJSP1M8L9S0eEOu+DTa6hlckIg8LLnoR8sQUJaFwWjUssi4cf+8jgOlyZgBVw4PDaJw2PjOP/8C7BgzgCKuRnUZqYEh3D5gijqNRwYHsW+g4exfyyHCVrwmBXM7ulGf28PcqWCnMWXXnk9Vq5cKZ9jy6ZN2L93H/oH+rBj3RPYt+l59R15vOIvv3ski6GcKWx2nl0EFTlITqdbsHjxIqTTnUi39GDlMadCC8YxNjGDXKGE0nQWkXgEy5cMYOSxB5Af34HOM5ehJIGhGkYGh4TtmUglkS/mMUXvUtuFylQOtWwRi/pmi/8v2aXVqi61ViwcRyQchlGpoFotSzaCXjcxVa7hwFge6a4BnHHuhejs7EG4NoZnH78P00N7JPeGKkVapzCAumqaYgtX0C1M5WuYyFQxni3B5QsJlsXXanozq7pS1Q9NMgEHaPydYmYGiXhM/IHZ86RbW6WnzGRySEbjaG1NwDbLCIDh3hHMn9WHL/7i929qjf+9PugfwOpfXdkmsLr+sT9JSmozYbLp90YPCjYvDz/2JMYmc9i4eRtmsjlhUw4MzEUmm8HQ8DBWLFuGD37gGqSSYeilIiyRYtOkPYhy1cT3fvAjHB4cFRqXzA6cg00mgbDQSlsABmQwH9tL70IGAFFG7kKt0WAoJW3vka3WMGfRQlx46aXo6utXi4FsOp8PP//l7bj34Sfw7ne/U3xcWhNxHDhwGL++7XbsOziIol7Exz72UQz09QkLghtCOBqUCTTTCimVZ1KkZRoCet3ys59hePchtIT8iLuBFEExORjqkkhel+Rcj/hQHa5BAqxsm0xRS2Q/LCI5Vfv4v7wPZ65eJcAqf8jAaxbvqpAhrqLh0Seexc9/9Vsn1Vl5uJpmFZdcfD4+eP01kl5Jre62vbvR2ZJELltAIBhEV2eXUNcJsvz3d36MTVu2H2mgCRKRMcLmUxG6CJgrUILvgcUlgW4pumyyMH3OlJ84qSHA+vuuvw6nnHEaZrIZPHTvfXhp7Ysoy3fmw6rTTsSe3XsxNTwFl8FCm3JivxSiklhKPxXUQQjU9AJtS/rQiHrh8tkIurw475TV2PjAi3j51Y1yT3zg4x9CYiCFtTvXI2NU0NE/gHS0Fa/e8zTGX9yNiBaBIYEQKvGQDAClVFaAqkj6HB+mZiPG5ui/vn4Djjt2hRxilIFwSlgpK7AzFI5h3XMvolAsQwsEcPPPbpbPesONN2D/nj1IJ2K4+p2Xw6gUBZyixJDNAQ/iQDiCX916O37681/DH6APEEEDlWTaZKvyfZlWTRpcgpTs17nJ65UyrrvmKnziY/+CYiEjTLxsNoeOzlnCjGLgguZz4fChIfzgBz/FOeddgM9+/o2bZhNYvfK6t2J0MIs6fcA6WxAJRVGrFJDNlgSAIaDJw4RsdV6xJA/KfAGVclUOMzIgtIAfgRCL0ooYkdNH1e1uoKurTbw8BTw3yGbNomaYiMdTYmtRIpvvKCuAo7cgxVQl4MO7U3kHBTmR9vtQLlZkashrzAKHLCBK6wv0QmaQgfgkqpADRZRg88QwF5+EhpDdmGICN5/LMFQSPQFkFtwiXaZUn6/7epq5em8CjzuSWWd9sntrgkQsTh02B5/H54BCKhVTpc6ymJSGwKqhI+5CPN2F0UkdZo1MOBY44rgv1NSGJPEqaTSPfz4+6Cc7kynDQfiCFQTDDSRCGro0H85Z/XGEE4uRmRiBXp5C0ciiVMwgX5tGxdJhusnaNlSwlsai0YLmiiDgc4ssiLbwpl2Fu8dAusdGOgFE/H7E/D6EOQxz++Hn52MgEJkjbu5rDPNzwWVpDhPUBa9FVgkBQcr2PHAxGcvxwu7WQo6/HENgKiLX4vdPNmDdqApIGzI90OBDgEFkKp5GeUcRwKMfnUoMFH9DApl2w0QNZdTZuHmJrdrwmBbcnHbVeeawaOL7DcANNpxBeTwfR7uUpievPFfdgIv3JeVEBBlqDegcnQUicId7EAxH5ExgSnaTOUvvZnmbwlaqwWYBztAR+pHbVaBqwkUwQ88gp2cxTt9WM4Qxw0KOgyy/FxHNixaCqsEYQvRVpaqDTAnaUYjPuI15n/rMG66/3nvBfPFKpSVJoWxiYrqMXNFQw0yR37qP7JECGDLgT6TJjvRZGm8V6NMEX6WBdVgwyhaAFj4KOA044GqYVhP0I3ek+1zHgj03k6rl+1fSzSYYxGGbPIanp/plxV6l3Y4UwEqypUBa9buKMaNAMGGsSiK7kkUTFNPLVRQzZSR8Xixb1IpA1Ea+Ukc2X8bBgo6Jmltkd2SbclhJYIQDL8q95b01mbdO+KDEczmsVgm9Y+CM5sfI6Lh4unW2t2PenD7UqmVMZbMC6IudiV1Hd3crenvb4dO8KNTccPt7EK9Z6Krtx4qBCLL5KqYnSmjvjCDR4kMo7IHtC8Ef6YTVcMMyy/DadXhtD0rFKrLFjFJIwAU9Wxa7h9Zlb0HLvJNRqMxgJJPBT17dhRltNk6KaJh56T4c3LcNtVwZc+bMxbKVxyPd2Qe94cdUgT7HLtR5r+pVRDwezOr3IdGWxLp1U3jm2QZaWquIRfIwSiPQ3BnAfQinnHoOLrr4asyZu0jOgZGJEdz/wD34+c9/Dqtoo7VjAP5gAsV8FZWSjnQyjNmdLgn2m90GLO9Lwqp6sW90QqSQac2Fcg14+RA9NoFFnRFUykWEUm1wJXrhjUSRGpgDnxWAWdcF9GiG8QhgIvccA0t4A1uKwdy8hpT58kkbEIWFDAbdXjVYIzPQGfALI1908Q6oKkNQAgpK9s+aYueOHVi3bh02vPiigLes3ajgoj3Nscceg0ve/nYsWbIIerkkHvUMS5XgRQ4ojxpWNIEk3uuXv+Ndb3h98wGPrFnrBHCoALfm4LiaqyCbzUu9Xcpm8d1v/TdGJoagWwYs+tyKDbUb7kYdMc2HRDiEyQqbyrr4xfJ75HCOYMAJJ5+Et771chgjzyJeeQgebwWuSAh6roR4OxBxeTFzqwfmAQ2TVGtxL25oiLpo5aV8btdGVmBt23HwmYcAfTv08ogAK2gwYNCx+HBYi7LXOL6cHJgnIw2sXtKOga4unHPZV9DWd4zUkHff+UN43QYWnHQcxqsFFTRrNuCqUTVCW6aw1F9GvoBf/PBnODw4It8/n5M/JBCI+Ycc/Aol4vUU+xJlQCtZEZ/+6mexdMVyCaCRsBNKz505kQDv3OtZU5PpTxsiEhoqOkbHx2Hays4s7vHhpefX44k1T0sOhATHut1IhYJIRyOY256Ee2gEnYvnY86ll8NoROEydVQ1C0OjJRzYf0AktjaDnMicFvaViWgkKp+TWQH0Ppzd24NEwg8r7EONahkZbCqJLRVEdk3ZWDT38OY/PQENu3btxpPPPIEG65WgAlYZetQcBhxh9v7VnapA8P9/YJUFEnuP5g/BTnW//iWw2jx/BOyQeSkHtw0ZUjZ0Q3pAxYJtesVyCMUcEBPdPT1476duEMIHX4/BVNzPBXTlc8h5qlQVkrVBFRBrGWGoM7hKDY1ZX5J9zgeSVNDd040tr76MDY/di4iRwc59u2B5PEh1dKIlnUTI40La70UsGoG/dRZSc1ZgxgAqegWlQhY/+P5/van1/di3P4VgNIWK7cb6TZuxcdcBTE4buOSKq/Dvn/8sKjVl3UIVQLU0hUcfuhvZ7JgauDWtUBzrHQlEcX6O3nuUkoTAKoFketrSYzaEVzfvwit7phFN9SCSaFN2F1wjLrIwleqPZ5v0trYleyD7ZI3M0FIFllHCu668ANe+6wLkcyPCRgyFQzB0XfoxkkYIWHq9vCebPZqGSDSF++55CP/zg5uhFxlZpGy2qDwgo5QMx7ZoFH293YhFGGfEkD63kIz4nJo/ICGtVGCyticRoKib2LXvkPjfL5y9CJ+68Ua0ZiuoPbQWHpfyEaWnKQNvU2laHyhCgNgjOOom5jvQl5fkFnrn0i6DIUv8nkNaEKZeRWZqWNisZJSz6InEYggw6JRWAHLm+GBTidUWx/7yJDYc2IZ8Q8fw2DhmzZmDM1afJntmZnwMPqMIH+0qkmlYbi+mckWMTkxjx+AE9o6MYXR6SkIhO9taRVl8zfvfj9PPukjKYyoEx0aGZdCXTqWw7uG7MLztJbTEw9ANE3rNwpZDM3hp12HxLQ8ESTpoYNnSxRgeGkRXVxcWzF+ErTv2IpXqxnGrTsesvvmiAp6ZmUI5n0FvZwKtLgPJGICED8MCBHNYqWHDhhexb/8+nHjqyQhEQsjlSziwfResXAlz2jrgos0CS2chQ3AYr4m6RwVwltFw1VE2a5gsmxgvWJgu1ZHJV9DZ1o3j5wXgaZThR11UfgS0U20taPgUszxTrGDnvkFkyxZGp0vI5kuyP8Tj8SM2KCprRtW36l5UuR4E2MUT2LFn5HZF31YyZQk+E+ciWSgUpF2BjZaIH7NSMfR1tONrt93/ptb43+uD/gGs/g1gdc0Df5BJI4szmdwwAVRYRJaATb/53V14/Ol1YiRNfzCRVrJAtxrifXjWmafh3VddhmDAg6pMAgyZBAnQ4NHwi1//Fs89/wrcpKM2fTYcaSIXWdCuopUHlqcOzU3vFze8nDZ6vKhYQMF2Y8YwULKAq6+9CieedBICTjAVC0YGQt3y69/j/keewtzZs/EvH/4Q+mb1YGxyEn+670Gsff4lnHTCcfjQhz+IbGYaeqWEdDKGQIg2APw8jmTH40aFi91u4ODBg/jxj34OS9cR87jREtAQd9nws8G3TSma2IDlasDBWgNlhizQN5Hee5JeSRzUg49+5HqcfaZirHJBszg/utgReZQWxAMPP4Ff33aHHBASoSE0IwPXXHUpLj7rLcIy1VIpbB8cRMDrBSerbAx4nbhp6OUKvvmdH2L7zj2vA6sOs4/NiEfYqi4Hz6GJuYignfeq0t/JtOBhyYmWTLBNxabpXzofK1edgLNPOw2P3vsQnnriGbh8bsw/dhn27tqD8lgGqLElVpJS/mFzYYuWlDxeFwxXHdH+FmgdMXjD9GRsoCPZgrFXD2P80LAY959z7aVwJT0Ynx5G3Wsj2dmFhDeJDXc8jsqeCZElkHFE0JKbnwQTNChlVwnyzUCKpjk+N9ETTjgBN333yzCqZejlghihE+QsV/j7HsSTbXj44cewbeduvOPyK3Dbb3+Lp558Et39s+D3AJ//93/DnP5e8fVl06XrdRWw5PWK2ftjj6/BV7/xTfEmYpOipO0KUFAsAXoEm2LSLXeMFJwKTPzS5z+Ds884DXVTl8aMni8MJ8vkS4hGw7BtEzMzOXz2s1+VQ3L7jt1veG8msHrJpeeLYf3UTB6ecABtrTHEfEBusoSZTFE8RumDI6ElXE9RlbpJwEJZeAC+oF8SNu1GWaw/DAFk6xiYMwt+JnmWsnJNaRFASwCvPyCFbCablybnf2eskoPA9c5mxyfrjnLwcNAvgwNhdsrwhOxPMlc1VEpFlCq68shyqSRZYZU40mZZW02wxvG9ldCWZoMk0jzVnCtZ1P8GrCpwSNh3jjcQD1lh4ClbVrmuqslyfLpYPFA6RHCIYVKVEoKaD709SWQKBsYzTN7lcMaAx2uLDxgLDRJ4GCpCIJbPzcKAknwNfsHxGp4agmEXIpofvloVpyw/DQPHvg/jegCF4hDK5Uno+gysRgY+TxWatwrNVZfBhd+jQTcJhFPqTN8xskCVL5UvXUZHZw3daSBOYDVIcNWLoMcHL5mj/CyUNHn4maTlgW2r9cYvwM1xCZmW1DAyzE/0lqo07vKRLar8vjgwMLlnWjWYEijF4DM3wmSWSuvD5laFkcnjhTV4lFexhGfRN9lAsVFAuVFF3UO2Gf1eG/DwDwETeii6PMJiYFiYn89vMe9MUGLnn3yNGux6DXaVrHoy1+qSvm66Q3AHEvBGWuAPR+EN0lOVNhheJRWWVCfuybQVMCWkCkZVmEGwyiKndOn8Zw4ls4TpWhUZd0AGbnlaPlD6RO/FUAxBfwRuW0naAz6/sC1DHjcCHg9aP/5vb3iNv+/CBTIYZSgbmS0zeUNCaIqVmmN/wWRzJQsVtrd4q6rhmpJ9Km8x/j0/pzTBTlBj880o/qZqjhmQFNa8CAdYmFJG10xLV02rXExnTTaZ33J7E0ClnNBNdqsKDlKAqwO2kgkhQIj6u7/441EAp4CqBMUcVqms94YLRsVGzO3FQG8IHp+Oom6J7cb+fAXDZUuYDRbVDRwqOjZ9QsxyUt4VC169NvctflqefWy8ufcUywYODY5Ar1TR0dkmgwrTKMGEF5WqKYGG/D4WLhzA7NndEmg3OZXD+GQOA4lWLOvwYlYL1TF+hDQGJrJxAyqGDX96EToWngnLn0Z+YjfyB15EYXAHSpmc7KO+UFQaAC7HXNmAcbCAgTlnYva178S+vI6b77gXjw6WEAz6MefwGkRNA8G2WTjp9NUIhaOYzhfh9odEOl8oVVEp1FHMmihM+qDnJ2DVdyCdqiCRXIZQMC5WF5YVxbZNNQwNZ9AzK4f3vm81VhwzR0m5bS+++71v4/FHH4bHYjBkSUj9/f0DOHX1mThmxel48plprHniNrRqo1g1O4ZVixdgeCyD/SNjYm1AG4XJQgn7pwroSSWxMOlDMBpHoHs2CuEwAqEwWkMxeNmI+ZvWD7QwcoB1XicZbnMfJqvqdbsIuactWjMBVashzSVBa4ZesqaUe9uRPquEcsWkJAOLe9bevXvx/HPP4bVXXkWGQUUuWtawyQoKs/Gss87CihUrEKXneIUBglRAReR9iGTZsZpRAwa1glhf8V6/+KJL3/D65gMefubZI8Bq019Y2GN5HZlsTtZKXdfx/W9/E9t2bUVHXyfyMxnJOeB74Hv3e9ww9ArEDZFsMH6HZGN6NfEZ5Lo67+LLcMr8JBpDv0UkWoQd1GCZOiIpjqrcyP1GQ+2gF5Osb2QQVkfY8oAkPouqHNvCptix2BBuQ6m2H7p+AG6b4Yc+OYMZrqMGNGpgIidtU8bstnHy/AiW9sSx+pLPYfYxZyNrFLBlcBNqtZIM5EwOs+SUUQBNgN7nHFD6PCLd/eOvbse2bbscpYzjNenUBrKvOa95JBBXhjU+FAsFXHD5xbj0incwsUu9Nyr3nGFSicnRIktWLH0qwFgvF0t58eBz25b8/6AWxMTQBO6/604UjZqoAQistkfD6E4mcOysNpi5IpIrViB8zAkwTB/cdRN1LzA9VRQw/+CBg0L4kMRzvh49yENRqdPITk0EAljY3YPWuIZGZxwVckctx/fdNiUk0jaVNPxodZwMsQIEQzbghZc3wCshOwFYZYOmmVL7HanTHEuYo2/W12s4FT56RJxwNIgnnvliovI3gdXmNW8Cq/yuRSXJx9HCRa9J8C2BbQnhknA5R8lH64ZgAJdedhlmH3MypifHEeDgiwo2j0/JtusNCa6hl3oTPG/aA/C8JwjFWpsgG+tLAlLJeEKG9e0dXdj46it49E9/QMylK+KJz49Fx58o/u97tm9FaWoMlmHAdGso0ye/TNssSuMJuCsCzRv9efA7n4XR8OGFLduxe3iEo3GMjJdw5tln49Of+RSrZLWWzSKM4iT27tqIcjn7F1YAzWGLMJf/N2BVfOm5f5NPWj9iBbBl236seXUfwsketHXMlqAv1gGkWnlsL3S9AkMvC8OQeRzspWjRwNcpFLJYuWwePvT+KxHyM1PAQpVMTjIiW1rQ0tYu9hokQJAYIQMwCdD0oSaB2CX84pbf4rl1L0tYFmvLCq9NqSD9c09LCqlkHEEqZNxU/0kMo9SnJC9V2KsCCEdjwuwWEpHbC7NSRjFTwidu+AwWuILA4y/A5bVR0XVZ66l0WgB1ZQes1jM9PclIJwjM/sJDWb9PgxYNS5gqJfLCdud6K+ZRyGdRmMmIOi3Z0gZ/OASTQLdHWfqQxeSKhzFYL+CZHa9isDQlPcWKFUuRikWkDqpVdATd7HvCCEVjYjfIcD+SUkZmipgoV7B+41ZMTOUlsOuMs1bj0/9+I/zBqJC8ZjLTyGWzSCZSwkDdtPYR7H35acQ0nok+6HUP7nhsPV7ZeVhqGb1awbw5s/HBD7xfbBDvuOMODPT3CU7z0sub0dbei8uveDd6evuxb89WxCJBDPR3oSMRRiTswfDkMLbs2iFna19vD7Zt24bbfncbzr/oAvT0zpLz5PCuvZg4cAhdSdrOqaBLKj5dJFHQMo+2eNUqKnpJZfrULYwVKoKlSE7ARBannXwqehIFUeSQ7e+BX7CRycwUwu196O4dQEU3sWnbHmzZdRCjU1mUyroonwiaq7Pl9f2vuX9wzTdZ/Kwl21tbZO8gsWhyakqA17a2NhlS5bIZuQ9baOHVnkRXKiLqw2/f8eQbXd5/17//D2D1bwCr6x66DVPTE3IzdnR2SAFKZikXhD8cwy2/uh2PPrFWAp/InhA/TvEFJPOlhuuvvxoXn3+mbL5Ml6OXJw8pMkmZ9vr4k2tw932PiJGxSDWarvCS6MyNso42VwMdWoPLRxoaJmfTzyRTrWOyaiNXbwjY9e+f+SRiCZqauxAg66uuS1DCT3/1Ozz8xDoBXy656EK88x2XiTw+ky3iJz/9GVafvhpnnrUaoxMjGBsfwUB/LwJ+TQpOFhQEiYSXQ3N3mfQC3//RL7Ft23ZhbgbqBnrDPqS8XKw0l+aO7EXGsHHIbKCCgJIjc7InRbsLmtuFf/rANTj37JNlyiX+sMHgkUKyeTkIrN5z/5/x29vvkjAWTgbDPhfmtoVxxqpl6IjS2NpCavZcadI9kTbxSmPxQtk1z1Ey+b713Zuwb/9h1SxLAI+j4aDXKS+FyMKaXmWqB2YzwM2EDBs2lcLIrbOYIXSipqRm2INlJx2Pt593Ppb3z8fvfvk7PLP+OZxw0dl46YUNKA5NwEOvNocF1LQU4HfJ24XvxfDUEelrQagnBQdTdLEAACAASURBVCuggOMQk/zGK5jYeQj9ixag7eTFyNsl8T60vBbae/rgygMv3vEEgjkyYL0iVycllk0QPZGIXXKT5h/VEPP1nMm2aeLKK6/Ex//pPSiX8/C6G9D8PvFUJO3N7aaMoQ1/uOtPeOSxJ/Bvn/wU7r7jj3ju2bXCkj5uxWL8xxdvEOCjDrK3NdSqljTFEqDi9eLV17bjk5/5rNznlLtxQ1ZEDGXUrfz6CKz6JASBTRcB6GQqgf/++lewaP4cCROhpynZtLQCyBaKCIeDYu49MTGDz3/hP7F77wHkcoU3vEETWD391FMRSUZRMIBCzUQ4XMf87jYYWRPDw+PCqmBTwPAEAdcpYbeAElPOGy74mdKuKU+yeCKAQraCcl6HZRlYsHCO+PYwZVFj+hGB7irZiXXxRJ6ezpLU978Dq3J/qYKZBQVBtVgyjFg0LB4+9I4TiZc0YUAkGhLJZS6XF/Yj1y79cIStLAWbur8FBOV9xyRVNlNUb0sVzwAJ5QEp+XLCsnTop6+3AY4JY7NzcBoFeW5HHiz3NBk6iqHMp5RgC2lG2FwrD87+nm7xW6KVSq1RR4PgutsHF6XwfH2XTz6PApqY1K6am5g3JCBNyN+AWdcEnKQVidfnwqyYieUXfAnT4aXIF4dR0bOw6yVEfXUkgwaiyMJvFBFoECQNwvTmkad/b4ZAG1AnAxQawlodPa06ZqUsJIMa4iEfEkGCum7YNEbm3uowNuU902POHVSNqTB4+YfTby/cBFVN7pmWrOsub0DJ9vid8a/sKsyGAYs2J3UP/LZfJH+y19GZzKa/KOAiC6np10DAwzJhNxgoQssEAxm9jkythGy9jAoB44oBTx0IuX2o81jS3IjGgmiJhxD3A1rNDZ8ZgNtFVijbNp4/Nblv61WGqFAuSYsXDbYvDi2UhhblP8NAkCm/BFZVgJYgLtTr89oyfppSNTb53CtrOdKE4KpWBGQ1YaBgN5B3u5GHGwUXgQs2ynX43Sy6A5L0yn0yFooiRtYMGQD04fvnj7zhNS7AKuWkTNc1LOTLtAQwUajURfHBfYk/TWY/9y2VEK9sVAi0Nhmryn/VAVcdUKgppRJpK089Mn08BFc9CNNjOMAhClmlaq+XYDExcFAsKhlSHHku6eHhI3jqsFTFw9kBUvncys/NSSQn8OHYARzNVhVGmQBZ9Ctm0F8A7XEbYR+/Bx25cgXZmg+HiwZm6l6YDYLrHDDyfHacXR1ApylP5PskAEYAg8/dtAngeZgrmZiczogctzWdFIDeZZsICRhMpmkNvd1t4pva1hIRb3GfVYNlFpAOR9AW9yMUIBjoFyYLverU2ggh0v8WeLpPEn85jdK46SHMDL6GqX2vIDtyQGx1/OEkgskwNJcH2XWbEYjH8JavfRWNzhPxvVt+jbtf24NI7wKcYO5GYXAvSqYLi5Yuw8I588SmwK4r65NSzY2hoheTgxkM7T2AWnEY/b1+XPq2t+AtbzkD23ZuxHPPPwe3O4q9B6p4cX0erUk/PvTh05FqqSMWDqOmm3js8Tvx7DP3AboXs/r6ceb55+KEUy+CbqXx5JrXcM/v16NS2oRYOAOfS0fMZ0Fj4IZRQ8GwEaLHncuGFk8g7NfQHfZiaUc72jpnw5o7F7F0AprXgleLqqFT02bHYR46cabKN9GR70vADVnOrBPq9K8myGQJcCasa/HaVIAegTky1Hi9yQLiNd9/4BCeXbMGr7zyCjJT03Iv8x6gE8jcuXNx3nnn4fjjj5cajoNceizznvf76XGrbJeag2WupyOoqvN3XDsXXXTJG17ffMBDT6/5C8Yq/xsbQ8r0aQsldjhWHT+66ftY/9JzWHHCCkm+nhibRCQcQ0dHJ0bGRjE8OgSt7pbamh7W4pnNfdoLGLaBcKIDH3vXJfBP3QO/NglPnOSIGkJxl2QOlH4fhElglcwzuwHdbYPukt6GD36XzpsejZa5WKcN4DWzgGJhOxr1Alw2WWW03rLUIM0JKWruS7wmViOMZe01HD8ngGPe9gm0LToJg4f3oEro0E0FF6+lBx4GrlUI8Bgy+PPxnAh6YNQsvPj4Ojz/4ovOALD5VUvkkQKhmn6eTpAZh6EEUQj8zJrfgw985MOIphLCdiWIqrk9omCjxzDvBVoCcDLDoBl+v6yXmdDNMBkGYcXCAWhVA48/+CCm8gUJ3mWIbXsohIHWFI7pTMATjiN2wskoJlLQKybsGoNRvChksti6daswSmk7whA7svKo2ojTIsQZGrdGIljZ049WejvMa0dBbA9YQ9FOjUGRPKdUD6CUXMreS/Z1nwdPPvUUtu3aLvkFvmgIJv3BGXB5lDensuFp1m2vDwia4Kpq4/66dlJWAEJwOKqu+mvGqqrRX7eCkPqPvqgEUw0G5hKoVuQEPpaglwJfLYQjISxctBCXvO1tyLmCKOazcp4QJKPyj7ZwRr6C8bFhTI5zaGQJkKZ8QOswa1WRIXP9MhSLx5NYz3mUpzZZwb2z+jEzMQKXkVXKy1AUuunC2DRtfkqA23TeF4kUVBbVJWkcHj/0cv5Nre8ffuoD2HVwBJv2HkQo3QJ/rAVjE0W0pNM4++xzpX4gaBT21+E289A8JPBI+uxf/Mg3/zeAVVUdsyZzyTrkkEPzRbBz92GsfWUXEGhBPMmhIBngATTI5vMGUa2UBUAlI7dWqwjT0Cix1rEkTOvCC07DNe+5BNXSOEyjLOqO6elpqcHnL1wkNSO/65rRkH7QT1wAHBKWZD/eu38Uv/zVHTh0eFiIQolIBLVKCQf27MXcWZ1IpxIyyGUXxkqGw1zWzrl8Hrl8UYD2eDIla5iqueVLF4lKcnRwDFddfTVmN7zo3D4syocqCVrlMhLJpOPRrnoDDlBYxzKAjOAjGQ8ERz0MuWbYNZndJJ1ZioEb4mDFqCI7OQG7WkNrSyt8/gDMgCagr+b1iz2BHQ1i3G3gT+ufxoHKDBYvHBALuLqoY1kfWEJY4f1LpUQgoAImy+UKRiemMJgp4NWdh7Bt7xA83gBOWLUKX/361xCNxiTMN5ubkV60va1TQMuZoa3Y9NT9cFULUttu33sYdz3zGsbzKtC5kM9j0fz5eP/73odzzj4bW7duwSOPPCDnw+DQKMyajSVLVqCnpx/+ag79S+YiV8qiUanSJAKmr4EdB/eJqqsllZS+e2hkCJF4VPbM6lQembFJNEplIQuEQxyGsgcjKG3D62dgqyZKxkKpgEaNA6m6qJHH82UMjU5i5fJjsHThQmTHX0NbSxzRcBh104OJqQxGJ8bQt+xUdPf2way7sHvvITz8xBrkmO8hHq4QxipryOZgScn/FXufeyHXftMapaU1KdeOg5apqQzy+bwoWtPpOAy9iKnxMbTHo+hsiSEZ8SGVCOOn9z7/ptb43+uD/gGs/g1gdcOjd2DrlucwMzmGU086B8FEGwxLl4aMHpQ/vuU2PPXsejn8m7JestC4yTVMHV/9jxuxdMlCVCoGCsXckWm0SC38fmzZsg0//cXt0KtNeYqa6ouHiXjhuBCsV9Ed9iDqNuFn0egNYr/pxUyhCMujoWzoeM97rsQVl12kfBIJXNKDDQ14fAHc/PNb8ecnn4FXCwnodsNnPoOB2QOywX/3u99FsrVFPENnJsaxY+smnHn2mSiXSogmVFpks7liqAFBFxpFr1nzHG79/Z2o2i7y6ZCwTfTEQohaOjx2A2bDgxHDxijj1SmBp5yMMBnZEU7gx3uuvhyXvf0i1Ep5+W/CupFUeFXoMDHb74/hjrsfxh/uvhdWrYjukAurl8/Dwp5WeMWI3hKZc7XRQMGooPukM9A9MA/ZiolUuguuhhsz45P49ne+j8GREVC2qpwgmdhMdg+bWPrVqYaV7CROfyjPpWm3nIAie6Kc2SXsMuFVOqAUN/q+4xZjwXFLcOW5F6F2uIQvff1rGFi+FIVqGVte2wi/zkKfbGdTTdlZLBGAUBcL5YaBxLx2BLrjqGvqdeh7RuNoy+tDKBGXg4aT33qjLtP0WLodxuE8tt+/DlGL3jVekXJK405ZRigkzQU3Rb6uUP7VMSn3LkNVrrvmClxz9VtRrxmIBuqYGdkpMvaW3uNh+2ISTnHrbXfitt/9EWedfTZeeOF5CQ9g2MO7rrwM17znCvGEpSUGZbsGg4caDcTlILFx4NAI/vmj/yYyi2ZDLj6wzWaPbGgGSTC4itN0IfKZ6J3Vg+9/6xtoSSdkilkulyU8LBZLQTeq4gtHXygW2J/7wpexY/d+TM8U3/DeLMDqW04VmV4tEIYdiaGSzSIdD2D+rA7s3rYdekkXT1SClZTJ0F/X7/GJB6tMhmGLXyj5hYEI71838pks9LKOjq5WtHW0ih8g0Vi74Ua1UhU/TRfpmG4XCvmKA3j/VYqsNFqSt6jAq7qBcDyMns4OTE1OITuTE0m2SrmlH5QHqWRE1h4DDQiUcn5cq6uSUQYaTbmaDGzUc8urig+kCp9qStadWAnSQtX3SmYSZWcS/Ob4uDp2BbyzuH4UW4XgomqiVfNigeofk9NyAjJ6Ca2JKDpSceyZyAqpUZoJ/kvTm0yAWDV9J+MiHKD8mfYcEJCNAWqUO9dsyqI88DWqmNEBq3gIb7vwWtQWfgRjVhHFso6glkdPJIe0p4BQ2YRWrcLTqAhQy4bWSx/KwhQ2HhxFzqwi4Aki7vahOxFEX9KDjqCJtqALMc0r9hN2wAUXlQn0sCQAwoGazy9hW8IUpKyH798ZLomOTxKQVQpyF1nO8r24YHvYaAksIg01LQW4J9j1kJJZyt4j0cuKnUIPV/p6NRg2Ral9lUi9SPYpi2YBlSnq4nXMSTdZ58zOsrw2dLeJqteEPxVEtCWMtCeApEmLGe5/EQHSXRzAmGUUG1546kFp5jRPFB5fGoFoEDFfCG5Gy8eisIPccxQTjonoBMtZCDMZ2MX9hinSZg1gOEu1BHe1omSIbjeqbjem3V6wzarQx5rgPkMYyRfzEpj0ir1M2q8h4vMLi56MW++HP/GG1/i7rrpA7A2sWhmlQgaFXEl85wqmhap407JPYOgb9yg4vsQKXG3+8F8luM2R8TebarnOlFU6PlVH2wN46V3p8SAdCiAW8QMNicIWL1ParKi9WJ03MmpyGnEWvwwSImuVZyZ9iqkcEQsgMpEFpFVhWLSyoVpDNWM86/0KKKfUjg6QBB0CfiRTYdTrJfF7K+erMvjMu4PIGVXMVA1ULNoKAQbZzbIgX2/9m98Ck8Sp0CHIywAPAif05BW2aK2IRDiIvq40upNhBBnaE/KhJRpAKMTUaQ7CNFlzytqECeweGahRgs6hHxtMNmsWLUs8YVR8GpJzL4QrNgc6vUS5HzbcUs8w+8g0Mji4+xUMbl4D78QWmI0gwq75MKsj8PXsxokX/hOKfZ/E7379G/z2uRcx55iTccMZpyDuyuGFLeuwYcMLKGSnsWThYixfeBL8WhTjU0PYum8fbMuHBXPnY+WK5Zg9QF/vMp569A7s3r0LfX19WLp0mVy7oaFRkQQuXnwiZvUtQbVRgMsP7N1Txp23/xkfunYFLnj7ZRieTOL3v9+AR/98K/TKAZx9/AA6u1No2DUcODSMgwdHsHLlcejt6camTRsxOHgQbekUEokIghzk1WtojUcxq78frV2d0IIhmBy6ETiDJrYwwi51HK6b4Kj49tPxgsMKWk/RAiKbl/qCIDhZOmz+uK+TRUXlBu973luU87a3tWJ0dBQPPfgg1qx5FmNjo/AHeW81hKnFpvDd77kOZ591BpKpGEqFgtQaVCswLEfJI2hN4ZWzTNYNVUgCHqk6RXxcpamz8Pa3veMNr28+gMBqc100mZcCrFZNZEenlb+014Pbb/0FHvnzfeif1494IowWgjQcEMGNV1/bhNHRCfh9AVERiABDTUOEyEDgwTRsXHTxW7AqPAa7sQv+Vo7hAvDHawjaXgzdZyK0KyFgARUXRbeJVN0lAwE7GoV5zZVILF+E8cEhPPnQE9izZ9dfMFOVZYZa402Arbn+KAxIBV04/fSTsOr8C6F7NYRpX1MzhMHFz02J7rTDLCIYwSFYLELrF8Bdb+C1V17C/fc+iFKRoJl6HRnAOLYA8pmFuapY9hzc8lryv0Vjflz/0Y+gc3avnNUkRrBmmxgdERYb/13gS95vUMw6DrR4AxKyZW0QDAcluPfFR+7HzMSUBCjGA0EkwmGkYjF0p5IItLZj3tnnYMrtxfBMTuTW/noN2U0bsXn9Joyngth5eAg+O4iwxoDDLFy+GKKWG7VyCYtXLMFZ/f1wmUVU5nUjZzPJvYGG24Kfcz8ObHhGOeAo37sKh7JQ9Tbw5z8/ipFDgxKuE4xFoRsVuV9FMeKE9omqwQFjeS40yRpOJeN4uzp+9zJMVh7magEoFYQ8l0jwFfqngkDVmcA1qAIyuR5pKVGHm+dGra7CJ0Utx+BdVTzxvKQXevesPrT29uEd77xKfJUpwecZ0ppukRrk0IEDeOKhB1AqFZWfpkOSER9rZ3UqRYZTBYpyT9IaYNKz17Jx8UmrUBk5hGhAw55aDZVaHYcPD8Pj4TBMWRE1e9Aj56R8bDfKpdybWt/nn3Yy5g/0YmRoDI1wGlYgimq5gnA4hs7ufqk349EgktEGgu4M/F6GtiqA8nUmsfMJnevePKuPvCFh+PNAVi610ilpfmzatgsbdkzC7U/IHhrU/MqD1KcJa5QDmEKxKGox26yiWmQAVR1+ytfDblxxxVk484yV8BHoVYwG6WdGRobR2zsLra2t8v+ZXM/3Slsv1tK1hlLu0Tpv6PAMvvedn+OVV17CJz7xfiQScXzuhi8hHY5jVnc3CmTlu2wkUymEud5dwMTUNMYmJpBMJpGOx+HX3OhIx9Hd1iZnfKlu4Pp3vRuhyRKKr+3CYncEFauGqUIewUhYPHN9LF1Z17POdfo2MuNZtDfI6ueZLj6uPrA+kH2ENT6H+q4GCplpVHI5pJMpRBmoGw6g7mLuALsPDdHONpRjHnzv7t9gqKFjxbLFMGsFBDUvIqGg1EB1y0A+X5JE+rZ0G/q62hEKeDA6OYO9w2PYPjSBzfuHRIHU1t6Kz3/+c1h91hmYGJ+S8y2RSMnwlANqozCBFx5/EKWpw5jKTOOx5zdi2/5pFMocVlC1RsunOj7+8Y/i9NWnyyBh++Zt2Lx5o9wme3ftQDwWRVdnO8LeOjo7u2FUTJR1Hf6ghqJeQtbQ0TGrD4mY8tdl/03fee4zQ7v3oZIvyfoemRhHMhZHV0sbUiRTMTi8pGO8WBSvepgN9LalxMc0R2B1alrIXEvmzYZZKiAQs9De3i577M69uzExXUQi2Ytjz7hUMn8Ms45XNm7GU2vXCajOUDQOwwLhmLJnYm0pPMA66g0G3Jli80JWO61feI97A24sWbIM8WgcL7/4ErK5rLDY41E/ls3txYnHrsD46DAOHjos/sbpaAg/e3D9m1rjf68P+gew+ldXtumx+tLjd6FanRbJTzzG9GoPGh41saVJ/I9u+RWeWfeiUNxFoi6HJgdmTG4M4itfuVEWolE1USgpYJVTFP6TReWhQ4fx45tvw+RM8fUCh8UnmTMMICEEYhlo0Sy0a0zsdKNaB/bqLG894m9CmdKnP/0xrDp2qSP/dQuwqkyaNfz0ll/jsaeehtcflsJ3zpw5+PwXvoDdu3bh5ptvhm4a+PIXvgivq4FnnnoC111/DbLZDGJxshVU6yzgKkECx1+N7/umn9yCsem8JFUG7ToSATfafRZ8DMGwIOEYYyQwEVzxkPlniQ+nKhgsXH7pxbj22qthFJngSGBVFXIEb5waBG53EH/44324+54/Ie5348zl8zC3NYYQlbjCHmZxQf9IL6azGVTdYcTbOxHt6Eb/ouWYLOoYn8rhV7fcirHxcTH9ViwjypCUx5MEgXiYEFuTAoBnq6Qquh3je/qg1inVoO+lk3zK6y8JqRa07iSOP+dUzO3tx6lzjsN/fuVrmJiZwfxjlmPL1q2wMiX4Cd5JmJBjfE8vTBZ0DQsG6gj1JRHsicPSbGhBLxLRmARBhVvS8tnoYVUpFyQBPhxLIZFuw+jG/Rh9djs8hmpXeCiwuOG1InOExRfp/apwVvI0Btgov8oG3nvdVXjnZecrKZ/WQDEzJJ5o0fQ8wBtDMBTCj27+JW67/U5EInFhYPPQZvrkv370I1h92onOfyM44xMAlY1aIh6VzXtodBr//NFPirWA8vJSIP3RMiyi1LS8EPNsATBqWLRoAb75jf9APMYiwZbDidO0WCwpRTH7DvrR0MPoi1/+Grbu2P2mgdUzV58Ku+FBxReEFYqjXi7B56pi5aK5qBQKGDp0WEnevF6Mj4+LtUbIH8D45DRzf1XEPcEVtxvxdESAhuwM/WqVLDbdlkKlWHD8yFwoF1QgUJ3M4kgYhTytDijhO6rIdkKk2KrIiIYWCQ1TGOcdbUnxoJ2amoHX7Zc1Q2kcrwuZnPzuCbTlSyVUDVsAExZ/qqZTzNEmc8hBVQVYVQW+YqxKoS/eXx7F0G9KmMm4cKb6SvpMlqtKO+c2oVjIygaEQLoAuuInrGwfOEzgyyTjMWGz5HWmryq2lMjc5T51JNN8TxSqe1wC0jAUQXJsoCEe0BAhzZx+wj4XWmMBCRw4cGgMPZ3z0XfeDRhJ0J+tjlZPCb3hMkL1CgKVAnz0s2JqPT2qbULPFip2Aa8d2I+dh7ICrHZpAfTFQpgb86EvaKMlAAS5mWoe2GQnk5kT0EjHAjS+NhmslDkRDVY+s9I8SaOs2Kos1bk2u8UKgIAk/0crgaavNrFrhkY414AGgJL65ZbhkOxJQnqx4SL7zNSFFdqgLysZ1fkiinoFhUrl/2PvvaPsOstz8WeffXY5vcyZqtGo92LJcpHBxgU7NsUYAyY4gUAuJcEkhJIEQklMEpL8Um5CEkIaScgKixBCxzhYxrZsyUW2Vaxm9dH0mTOnt33KPvu3nvfbZyw73HuX/WcWwxKWRppT9tnf973v8z4FlWZTQtMIYta0Jho0stc8TNdrmCgV0aBkMmVgNBVGfygiLIcW15njolbh3k2vxwSGzCT69QT67DTS0STseBR6NAo9HgNoNdJjOSkzZ7EOYLOstZriHwV6NjkM2miIFYAmCcsaGkFdvFWrAR112QMJmglPDp7myrVOWyb6KA1n6AGBT4JqH/jQy66/PvqJ/wWHgxmnIfcTC8NyuYSJqXkJIsjOLwrznAMvoeiwMfC9MXrMIQFVuTf9H4BVxfFUxhm94aqcZ3pAvE2TcabHMkCwKY9DYJMDMnUWyEmn1piAufR2o3RXl7UivGWmOFPlQj9RWgH5Un/1PcpvlS8yWSEcFvCxgnoHg4kwYkYAjUYJjUZVmvuQHRbbGMvS0XBd1JgC63pw6InWbKMq874XM6YIgCobAJ4ySsjKpidiW4iEQhhIGOL9HIvYCFnKwoP3lFI+KAsYGcjw+nJioBGYUGxgJuGSmeObkEidUKFcf3Ab+te+AQ0vJKAwg9a47kw76ttEUDXSRCE7jbNHHsXMsafhTeQRDk/CXptCePQ30T9wMw4+fwjfO3kSVmoQP3/ZVViTSKBt11B0zuH58wdw4vkTyBeyMAK0Uwhh7aZ1eM1110sq8PTUBJ47chAnTxyXeoMyuFWrVqkUbT/wgdYhy0bXiWKpqztodQJ48tECvvLlJ3Dda16HcFzH3kf2ot1+Dje8JoVdWzchkxmEprclJDEWz2B0+XosG12BWDSC2dlZkVGSwc3/5hezkhZt6F2EI2RLcT2QIa9qRDkzOWjh6+H+K8xUdaYKsEpvdc2UIVzQYMCpJgP+Qr4o2y3T6Xm/xOORpWBLWh6VSxUcfPYQHnxgD06fOS1sO6W2ccXKiuygN73pDoytGBbGfLXK4Es2p+pelbODwClD3HgjS/qw+EkoKxUB9F58n73+FQRQ8nP4ScCqgF3tLopzWTmPeH5/7xv/jq99/SvoHx7A2IplEnTE98LX8ewzh5HPEfgRfp388t1tZF0ymLHb8nDDDbuxu78CXTuKUJoqMh1GBAjnLIz/oI5IPoN8ty6+0AWtg0zAQNcKwr7lWtSv3IEa2ZzFGp7e/5Qovi5lDknN6YNBvTrxBWDVgwUPt7/pFuy6idYYITi1ClzH8QOMNORyOQEuaYUVj8XlKGczXMjnRTFXmMvi4FMHcGEyK4PvS4FV2X94Fgugp4BVsptl/QrTuYu3vOtuXL77ShmCcagyn51HfmHBt/tW3yPRgR6rwsKnxUqrLTU2B/1U6UWiUTz54P1YmJ1F2DSRCEXQn04jHokipAcwsm4d1u5+NRbaLmZyeXXtKeGfHUfp6SNYbDg4UW6gXGzJcLV/IIl8pYW0aWDt2DJcuWMXBkpVzDULWBwbQN1TPt3CBm530SKbWA5W2azlFBbmta5jrpTH9+67D1UGnoVthKMx8Sklq1tqFJ8hyutEj3W5Zv69vTSQVr4uwqSVs90PjBKA0gfqe77aivnKQYYKBeQwVnoTqcXU73t7PZnTVIA4lRoqpbKynRHbGvqiuwiYBlKZfoyt34g7334XsnPzwlLjc6aTKcxNTeL+738fi7NTL6gufgLI+CLWrU/5pJybZ0MiEsHbb70Zx558Am2vi74tl2FiZgYnjx1TrHeuaf8M7P35UnCz/goZq29+3c9gZKgPId3EVLaKQN8wum0PmXQfglZY1AbpZBSZuIeuMwUr2JY6sfdeLgVXX3h/LyYysPr4ScDqcydO4enjWejhFAIM/+Ewk8OYoCm5EmT+E1htOQTDHFQK82iLci+EeCyIj/zauyWMkcPdWCwplmCU/88vzCMSjqAv0ye1Dy28FLAakn1Wcg6obOk2YZlR3PfdvXj00b14+9tuR1+6D1//2nfxo/vvR386IyAZ7e7IWqYHKy36xOLE98MOWUGsX7MafbEQkmELlUodRiqBt9518dpZ0gAAIABJREFUFzYNLMP4E4eQOEbv5Q4WFufl+QmGcv8Qew967qoyRd2nrFOFEEzbhICQNviL55HcrwwodNuoFgvILS4gnk4hEovBYL6AYSNgR9EJWihqLiY7ZfzH3v9CIBXCxvWrkZ2dEH/25cNDUlssLsxLwHY4mhDg1LYNRCMGQoaNhXwJTxw7hyeOnkKh5iCdTuE973433v3e90poYSyeQCyeknUooWTdOk4+uQ8XTh7G7MIc/uO+PZiYrwghiDXi2OgI+jMp9GXS+MX3vh+pVBrNWg2P7duH06dOIZ/LCpjOQSeHyEP9w1InJOMJtLsdzGVnUOHAIqj67rAdFqUjWbwMQ1yYnkElWxC7jfMXL4qCuS+ewNgAFSgWphcLmC2VpWeL22Es74ujPx2FFYmKLV271UDXaSAasjC2pl8G7lR0dgIeKq0AYqkVWLFlt7B3FxYX8cij+2RgyFaCftf8bBiuziEn612D+IYMZHVlTwhPelGGaTGnpVIt4o1vuF3A6ft+wH2xIrVdMmLg9huvwWtvvA7nzp3H/qeekbOoLxHBP93/5Muu0f8n/8BPgdX/A7D65J7/hGEykZFsM6YPklLiS/7MMP7ib/4ejz3xjLCWVFPMo4WhJW1s3bQWv/XJj0iTwXq3Uiv5zAweyso4niy4L/7tV3D63OSSBEQku6TP+OxTRpNEvSZWhEyRfmUbLWQJkNEvpdNFOpXE7//eb2OwL66CtjzAovk2m8WAgb/5uy9jz8OPyiHEYoDg15vuuEOK8Ef27pUN+f3ve680bQ/+13347d/+NAqFHEIRS5gHPCQ5oSUjqRdcQbr6X3+JdgCnYQQp9W8jqLkYMDrIWExPbGH9FbswvHUbFqtlAexqVUc8Urix16t1XHXlZXjD626WCZ/AMWSR+Qc0Fz43K9uK4Gtf+ya+981vYtf6lbh20ypoDidYqhgyQ6YvQlbBXgulGurNJqxYEgOrNyDraNiz/1mcOT8hPjA98EicEcVDjuAV/fMUMKQmtMrXkMwO+hsRmOLmyAJR2mvK+Mkikmk8UDG7uOb2m2DFw9i5aise/96DeHzvE1i/aztq7SbmxicQ9SwBwHp+fiKN871am2jDGo0jvDyJdtBFkknpoZAAP4Mrxvwk0zZqlZI0pkxVHOhfhukDp3DxkecQYuhOW9k0sJbjfwkg8Dm4wfeafZGW66ZI2YO6h198zzvw1ttvgsmUb1NHyymi1ajDMFPQyHIxLXzyU/di3+NPw7RCSzLxkcEUPvvpT2DF2LBiH7EANCw0Gi0xDGfDQsBvfrEswCq9RMUc32/YewxoaR78dGsWFwTX3K6Da161G/d++hMI2QQJXJnosvhl6BMPd5dAfSCIaq2Oez/3eRw5ehKL+VfGWL3hhleh3dLQCsXRCNposahGA5vWLUfUtjA7OYV6uYKQZYlsitO/VDwtID4P/KARUswBzUM0bkux1KjVJOCqL8MU7H449JkiSwIGGlUHbc9DpVoVBgflJTzICGb1mCqqGCWrTYETlIWz0TaCGvr7IsKc5ESWdpYROyrXhgA9W8L+dAqZvjTKFUrci6g128L2E8jGZ6gQ2FhyHJHnUGztJWCV35LhBo0DesxTVlKKrUq2JfeunlePKkrZ4ftSKvFn9R+X97hGL1BK8Fzx26NErFypqzAFgrPC2FDek75tq7wmkUbRoylmwzZV8FWzayJqGuiL2LB0DzFLw9hIP1YPRnDy9AKOzuVw2c0fhbftVcLMWJlyMBpswmq2oDfmoNWKCLoMvAmIDQONj1pWFYcnjuCpZ+eBdgj9YQOrkjHsSEWxLmKi32RogIeAHRRmKiWDmmXAY2gfgT8yF2g6zPdKEJlNeEBJBOlxSjmc4ot7WGaqdFdeA0+LKt9Ov+HyOBhhkyQJy5TR83rQxoGfH8EIPgyZq23xMPWcJrxWSxquQKMl3l61BgHWGpodFXiQDeoCntW8DkpuB9l6HaW6g0rXQVtzYdP7T/dQ7rQwlW9gfpHBThquXrYcNy3fhI3JJAZTNuLJBOxwGoFQBFo0Co0yTDmjPCWv89UDclHbLWhkK/F1OkUJS/CcBrRWS7zJHENHUQuiEQyiEdBFBivAkKdYq/TZ7DNtpIKWBIZplIgTHHn/L7/sGuyvv3wvGvTerFMG34Ru6Kg5VSxMZzE/u4jxCxPIzi76QwSuAAWiXqojJNBIIKLnPXjpi5BGbQkg8sFv/x8QfIwGdRl4pOJhWKbybyUA1stwfiGs0WdEcT2Q9UXGWJDDBE3OfPEAF4sAgq6qgVEhQ/QgZoAeQ6QIrAZlnaUSJkb7bIS0ttggcAgYjoQQCVvyuDyreViQYK683Sn1Y/CkkgbLlZAaRQ1QPN7P9CL3Q3a4NqlcIVOeGKo8loBRvJ8J6nGYsxSZ7G8HPrjAvxdQgAwRoW0pP3Da7nTbqOkhDKx/E8JD29DodGFTwRHSxcOeUrmWBGnw+6a8dqdRRH7qJE7v24P89FMYGd2BZOZtMKx1oBl4oa3DcXXEjC4C3Ta6dR1GqIWRLUG0rBzOXngeZ06dwuTFixJgSN+67MIcKpWSAL0DA/0YSPeLJFEFeymbCA5KM0PLsXbdLnhdG/OLF/HcsQOYnipgeqqBMxca0Lsa1q2PYtuWBIb74zA0U5Q4bdeRuuKyHddg/fqd0ljzWgjETGCSFkFi49MQtovTrMgZQrsf1iLyfQ4wND9NmgNVCT9Rg2Zho8nvlaydnwmBLQ68GDyXWyyKFc3GjZtx4sQJ7N//GNL0SRsaknv0wFNP4/ixk2g21SDTpeWKYWLbtm248YabsHXbdqkxOg5fF0MBFcNK9nFCqLx3feBfVrd4iSsPY3rGq5rkBcYk19Htb7zzZa9v/sD3f/zwf2OsCrDa6aI8n1PnlRHE4w8/hL//27/EwPJBjK0YkzUVDtkimz9y8IiEQraFO6AGkPzF2ldA9A5ZrDq2bliN25KAZp9CZL2HMGXS1QCMYwbyR1wYbhx5z4Gr+z6gDNVZsw7GO26DEzal8V44N42D+w9gcnJKarSeFL3ng9+7CD15uzw/XISCGrbv2IqrbngNGhK+7sIKBBCNREV+T0AkFolK/cdhdKNaRzSVkPOJvoqdcg0nDx7Gw08eEkZTL+irF+TEs0j5M/vED7H9UJ9jt93Ea994G3Zf9yo8uf8xOPU6xtaslMDFFlUg4s+uod2khJd+zR5M2ncYhgz5GXwStEwYloWzx4/K/Z1KqjqXwARD78iEd9pdpEaXwzUsTM7Rgo0AcFAsgpxnn8Tk0SMIjI0BZA7qHqJWAtlcEUkzgG3bN2N0zUYsnj2Ps/UmSumUMOR4PikAATJwFMVI1xPFHuW//CJjK5tbxOkL52RAyfM9HkuIP2Mm0SfsN3o99mxhImGqPFxheZHQwPpLoeK9k8P3zveBVfE6JglG/I9V3SP2Ynxt3Es5vGL34SsSFDsW8pnKfeh5uHD6LI4ePrJUKynrMk8k3twbQ/EEXn3Tzdh93bXIZRelbmaPR2LP8cPP4YH7fohux1H1Vo9B6//+0j/72/8SuMv1zz2B6ovrd+3EhYsXEUz348rrfwbf/c63MX72hNSmwrbWWLOrYftLAc1Xyli96TXXwQgFsGvDRniuhYmqCy0YlXqX/qH9AyOIhg2YgQo8Zwq2AKtqeNMDdnt95Uvf5wuv0QdapYdXQ1SeNc+fPo/9R6ahh1LSP5O9btqmWFFwQElgNZ/PS8Cg1mmgXSuKpzjVF2vXjuJjH3svMhlbvOupLAiR2UhWYqkirEAO65gtQqsznisMjqb9guzhDI1uN9By2pgYzyG3uIhkPIxEPImZqSz+4i//WmoFg36h1ZqEDPNmGoiFkIgn5H3wfOaJTl/zdJQhcRHUWy7W7LgM2191DdatWI0Agyv3HUP15Fm05+bheC2kBgdg6qZ4M7Mn5j4l18UfyDBIldYEBJnZ17Ya9JVVBAnX42C9I4QSenMmBjMIpZJohGw0ggZmaw1MFEuYrBTQDAewWM4hGQmi06qjUS4Ik3LH1q3Yummz2H9MTs0opaJlIp6MYGxsBMsHBlBzOthz4Aj2PntM/NWTqTSuuuJKfPBXfg1r1q2DFQ7L2SfZCZ0OGmRMN+qo5bP4l3/7Cr59/49kEMq8DH5+A5k0br7xBszMTmP9hk1461vfgkjIxIXxSXz729/G9OQklg0Pimf0soE+ufbpRBKFQkFsZFasWo5uQMf0fFbAdmbdxPtSMkwSS49mA7WFAhrlKuazWcxkF2TNrxmlL72NqbksKqwPWWO5XfRHTAym4+jvH8T09LzCZCyGStsww4aA9bQDSGTSMFMjGBjbDs1OYmJqRixwjhw9jpPPPy9EAdZWPPupkuYdrnzNFf7RJlDuubJXUInCuoJrnnaS9NuNJhKYuDiBUm4R6WgYu7asx5WbV8I2dZw4fQ7TCwWxx4iGTPzbA0+8ojP8f+oP/RRYfckn22OsPv7gt6AHFOOSnj/CUNN9xqNh4X//1d/hiacPy0bb5abss17cVhO33nQ9PvjB96DZrImkttqo+AWgL7miv4rj4O++/DU8e1hNrwVs8oFVLjo+XIMyFreJUVNNTrPttjSlnHCyKFuzciX+8PO/K5INYXt2XdjEf8msQhB//Xf/hAcffhQ6GS2XHDacIhN44/T1zjvvxJnTp3Dh3Gn8yR9/XnxV9UAX0XBYChumorPIVhPVgCTQf/1r38KDD9Bf1haAzKWvmtvEcNREwgzgznfejW3XXSPhJGRakQLARUywktJ2Noi2RcsDvk/lb6oCQMh0MCQwiHK3PQ88iAOPPIbNI/0YCrHI4mtpyRRMWlSvi7BtCfiVr1dkstJyPdjxfqy54np87+En8dCTT/kNHEFcslUV0OcFuwhnLMRScRghW4DBerku3lCcijr1lkh06WIjihkxvVegLtUdBGdrXhOjV2zAqsu3IDszj/KpGYwfH0dmeBB9Y8M4e/oUrCp5EwEwVVGKTstCm8VYx0Wz24K5LIbk6gHUtSaGR4bQdOqwk3EMjI0qKr+8rpKEihmxPgRdHQsHz2P+wGmEdEoN1GSM7OVL5WTKBkAxo4TjTPl6h8mfGj7wvnfi9TdfCzsUE2CUh3i7WYel0y/YRKvr4UO/+jGcOT+lfO/kUPWw+4rt+PjHPoxIiOFgLNAZcmCi3mjK9aNUhVP+QtnBPb/6UczOZpcYqz3PKE7aFbBKRpahJO0MYOg08Po33IaPf/geKdb4+D1T7VgsIa+fU0DaB1SrNXzuc5/Hc8efl4ney/2iFcB111+FUtFBN5pBy4rDdWqwAvQFimEo0yeH4ezEBMKSgG0it5BDLBpHx2vj/MQsjGBIrBXYLIdDTE0mK7wjoF4obKE/kxYJeyGfQzyWRi5XQof7BBOHnaYwfXkt2DSrwBzFVlAWAJSXW4otR3sRyi3SlkiLFxbyqFWbiITjUtR3mjw41b7EhExOmeezOQkPoD+hPJ5IcZXM2edEvCihlvfHUiHq72MKYFUhOPIl/jwKWBWGgjQpyldLLAsIBCtV/9JeAb0lrEoy8WLxJKp1Rxoojfe/z05X7BEFbMlwQ1LPAySJKk9Vm36SQKfLSKcuMrGISE9oXcsByGUj/Vjbn8S/HzqKYOZ1GL7u51HSgdWZKpaTrVJ1EKxNQGsuwhCGJH1KA3B1A027hqNT+/HkU1NwG1FEQwGsTEZxZaYPW5MRDFh8LR1oBE8pA6OxoLBXDWhkoHJNMaFE5KN833zzktcthvV8j57Oz9zDiBkVz2GN0jqNzG5fCsjrQGCVADmTfxkixf1Phj28rgQxNcUWICuULGUOiijNIjjFhpFyHqciHlwMUiAYUm57EnbXIHM10IHLIA6qBxjWU28jW6qgWHdRrrnIVxuy1iJaFbtHxnDd0FaMMLQqAmjhCALRPoCAaiQMhMg+IJta7d18ywQy+B40huW1GF7VgtYoSuiBRrY7fYrRRT3goRCIwjGCaFApIPcA2fZttL2WSBv77RAyeghhjencNMAJAh/44Mtd4vjnf/u8YPq0ReB7a7QclCp5TE1MY2E2J17JM5Pz0ugoOb7PHu0lZbOZoFRZBmzq6S+VEfZYSD3xvAwY/HOc9zD3Dd7DibApbHIuDgIZ9CPzH02pDITR2QObZJwhFgPCUO35qr4IWCW4qnySyW4lsEqfa3qZW4EuxoaTGEwHoHssktkgmcIeDASUZ7qn01/XN/wQMMBv+ANquPjSL4b58L7p7U7CSOr9o4AKblsa3vjqBMoTle2FAhJ6DC0+Gx/J4UBIhlL+IIbAR6OAQGonlu+8C91UWKyDonYEUTushpKUpfqeZMKMp1Sbr9mOwqmVUJg4DS/XgVcvIxgcQCjdj0YzimLRk/VrBiy4RRu5ShbLtgcxsMFEV9dkiDE7cwGz0xOYn59C120Keyhk0fdXBQ/x8xGp+yVS7VA8hcGRNTSCwcTUGcwvXIBlGiIjdJy2rFfmPvHs8MBG3EGw05BaibK8XVfcgGRyFPWmSuRV9Z+/1fqfhDBuwKGsUNiFMUiGFO/ndof+9MofTflFuooZLTe9GnpSHcHvi28t/41GwIt+9hrC4Qimpqawf/8+HDtyDFPTE6iWK2g0GXahFDX8pNet24DXve5WbNu+FaapBiF8bipxCENwrxEvSD/cTGHrBHRZg/KsIEjH/YLvUV3LnoqF9wCv6Ztuf2VWAN978KEXLDLE5/oFdmB5Pi/nUcDQcezZZ/Cnf/T7SA2nsXrtWmE/8bx1Wy2cOn4SraqDapvXjyCqstygLZSijhsItlvYuGoIN1gxYPI4BnZ0EdpooXqig+4hA17DEl/rEjpoBpvire+aQQR370b09TdCN13UOy6ee/wQntl/QBpyeQ7//SuWb+886I031L3A04R7AlUwa7dsQDiVQDQcxfDAIGrVCgqLOSFMMESKIbkEVndccTlGV62QQbRTqcKrNjB95hy+/+A+yViQsDv/+UXVdAmwyuckuYGfkbDUOh0MjY7AsA2cff4EhkaHcMsbXwfXaQhjmcxUHvocAtCXV/INpGH3EItGxW7MDoeE9KCTYOC6MpgQZqwWkBTyvmRKBo7cgSrVmijcBoYyMqsLdIDiqcM4ct930DecQXj5MKIWbQSCMAJhhA0TdrIPgcwauAEbE5UCxuemoZsKWBK2J31/gybK+SoOHDiAiQsXhDBCljVftzCoTRVe1vK62HX5lbj99W9Cp6XsSpi6TV9XAvGxaEwsAuj/z3XXErWYH1rmKUWjrMtWW4AKvlfaJXBALt6ofniMIs+oPbKn1GNtIgO33gmhKbn/c4cO4dGHH5JelOtS9ENiSUarJw3pwUG87ed/AaF4VBhq5XJZrJJGh4bxxGP78fCeB6VH/H+CqnLISSV4yTHgIR7UJExvsVbHpmtvxPCy1fj6V/8VTiUragrWLkE9JCx5+vX3wMxez1gp51/2+c0fuPqKy+GZGtYOD2PH2m2YKjQxnXXks1q1bq08p8FA35gLvT0rijMJF73ECqDHzv5vALL/iuS1SvuuhlsMQuMw5tz4JB566ixgxhGJpqQmJcuddmyU+9N2iYAnQWO3UcK6FcOyHsfHJ/CGN96Cn7v7dhiGROIhnyOI30U6ncZiLofp6VlZG/T/rFTLGB4exOo1q0X9Ua9TcVYX/9vZ6XnkcmVZVxyksd9iyOehZ0/iyLOHkJ1bEDsARbHXkIma2LJ5k5zz9D+emrwomQuDA31iy9PoADuufQ0ue/WrkerLYCDTD3N6HvMP7MfsQ/tRLeaRGR0SXIBrWJSq9NtvtoRwFIqGBUgLmiR9cGjFgDQGVCuWOxcsg64XSgXk3Abia1ZAzyRRtE00jSAWaw3UpR8Jot6soVnMYU0mKgHKubkZ9KeS2LJhI1KxhGQwTE9Py/vgybh2zUoMDGYQNAOoNF38cN/TeFSA1RaSyRTGRkfx1rvuxu1vugM6PVlJzgiFZb9rVkvwmi1MX5zAH//5n+HQ8WOIhMKolEj6KmFkIIN7fun9SMSj+MY3voHbbrsVN732RjitLvY8+BC+8+1vYaQ/g5mJcaxasRxNp4FGtYq+dArLly8TNezk3BxKtbrYKdiRMCwGIwpbPwibZ2mtjUapgnyphHyZvaCLzatHEAqauHBxCmXHEUYp8Yy+aBhhy0S75aJcYnA4A1Y9NMlcDeqwqVJiaFkkjC1X34Dkso04dfYiLoyPwzRtnL9wEafPnJN9lJZL3HOoKGKGhUHrBtmvVL2hmOaA02YPX5ezO8qcl66LSDyOSqkI16ljw4oV2LJ6FAmzg067hfMTMyjUW4gnkkhEw/i3B37qsXrpJvdTYPUlW34PWN3/4H/6nmeUcvuHr8h2WaxZ+N9/8Td46tBx8TeT4kQOJE/SkX/h59+ON99xq0i4OclrM3XZ9+0XEIWsjVYL//zVb2H/488sWQH00od54HOi6XAh0C/NDzuqkQDuswM818XOyy7D5+79jFDoRRbmdRASmR2bRAN/8/f/jD0P74URUoxVPi+nEywIODUjaDYyvBwTE+NCQvqjP7gX/Sky4RzZeEzbQtNpoSaePZTNBwWkeeihR/EvX/4qupRdcKFyTuh2YHsONqwYwHs+8IvoX7VCkuK5ObNI44Gl8BmCQD7DgYw630y+d/Cpgq9DLqlALU6ugOce3Yfc+HkkohE54AhM0fOzf6Bfpsk0AQ8wwd1poOo4CGWGcPUb78SPnzmKr//7N2Sq3zN753tgaI4W6mL5zmXoX7EMmWWDEhZDGY3e0WB5CZw/cRpzZycR9lSgSrPpoOM6ItulebtiK3bRTgTxqp99Pc5ePAejEcCJRw8jZcawbfcOHDl1HJ3phiREu05LDmZS7etOQxVeZPuORNG/fhmaelsCyIrFAsY2rkN8ICP1TWVxEZViThgWRmIQ3UoLc0+dRudiQXJjuDMSUGYDQcCc11ESJ6URlDxplTLPgq+rIRY1cc8H34PrrrlcksJ1msu322h1mggFFYg4MTOHD97zETTabILIkKalYx2/+At34e6fvQsBJiRLmrYuMkqyMHntUyl6o5IZ1sGvfuQ3cOHC5JLHak/i1guHuRRY5b3sdpt4+9vvwvve8/MCSHKSxvfB9xMKRQQAJuOLX2SFfvZ3fldMunMi43t5XwRWb7ntWszNllA3E+iEkgh2XVhmS7xKhwb7MZSMIzs1jlatJl6GZFezWY6lLJwbn0K9rq4NvWEZ+MbURQKrBEp58CQTUfQPpDA3N4tkIoNysY5iuSb3a62u3heviRTewlr1GTLyfYZjMPFRFbosXpMJA+FwEIV8BfWaA5sMQo/sqSYSSXpP1WStUa7aaLVRdcgMVV5QwrQk8OnvUwocVY/dW39Lgxep+HlrK8BH/sh7R5ITFLyifhFE9JtAGZAI58qX9vZag4Zi4QW511ioNci0YjAT16OSsXI/6K39XkEu/pFkFVkBmdTSx4dDAd5zqXAIywdTCJkGFoslxMMW3vmqdTiXa2DvRB8yr/kFFAwdq+I1bIrZsBo16KUpBAjcECTh/4IeXDOCmtHE4XMH8OyBc+g6YaRsA8uiIWzPJHFZJoGxGNkxHAQQICWSy04nCE0Yq/QkCcINUaKr0tMJoHoafb4ImPGg4LVTwW0EVjXYIm/3dMrVekcGmZ++HJyyMjJOW3UBI8V7lXulS1q9ktUKCCia1R4crbxNwbXSpBSLIYJtQG+IR2VHc2VwFGDD2yFTxgLtr+edgoQZ8awJR/l2mgg3G0gYUcT1PuhdpuDa0KwouuEMPMOCRq9V05aCWkkhiRcqv1IBe+n7yvdAYLhZA9e1APQEptBBFR3MdYKoGwE0yYQQu5k2mu262NLw/hoOhbA8kkRStyX8hcoL/NKvvLwFDuAf/un3ENQol+caUGB/qVbCyVPP4+Azh1GvsdE1hAHO4pVrXD4T3/KmNzwgsNprZC8FVqVpfAkQ6Y9F5HGkEQsGkKDXKCXBthpGCQjmM7ZFws3gBwG/qI7h/stQIdrFaFJ/8PcCtpLJyr+nrEvO+ABsgrdUsxim+BvGbR0rhyNIJfhzPV9tHQGDjFeFb9IflzxoCcYSdqmSBkuIzkuuslqPHNj5ihKOCHvsd/nklG+2MK74e2GFKVuPrrDYuR78cEiG67RaaFKaRuatQRBSJS0XikXkG03suOEejO54LXLNBWG1EhQPcYAlz6vsBChbVPUW5W18n5RpxhELd9B2GpibnYSWrYh9itax0WrRCdhErWYjV3AQGehg2fokTZvhtGty3QIaWUiWgBGOUxafyIDWlvDSifETS/ZNck/0fML9xoQ+28I8I0jT6iqJLq+pF0MAeRm6e90QPK0kRG5e42gyjct33QDdTIodQm/fUwxG5XvYA93avKYELoWlrD4hnjEcqgho69dPKiRK7dGiDPHUvcXH5s8yoKSrNWGaBEBcjI+P4+LERQwMZBAPJ+TP+x/fh8ceexSnT59Eur8fd97xZtz82ptlcFgqL8oQxDDIpOfnzPuZ+6k/lBMbABotKqCO/uUcjstAz7+v9EAvkViFJvUYm3e86a0ve33zB77zwINLIKGA3kuqpwDKc3m0mh1hmU2cPoXPfurXKefC6IoVWLlqTK4VWZ/nTz6PUjYPz7R9ax4ODTXUmo7Yl0APwW42cP1t12BT3UZ730H0xUuIbDDhTgbgTlto6xqqXkN8PN1AG7anoRAKIfi6GxG5YhuKjQLmj5zB84dOYHJhXg1Lg8Gl4DwC3QJiXsom9Ac5BMrJSDesIEZXjmDNhjXIZIZw8thJHHz6afk58fD39yIO2H/uve9COBaFw/3cDqOWy+PQ40/h0Inz6PjPzevVC3ASQJp7jU864N8RKBcA1qMHs5L4tpsN7LxqJ66+4Vp0nLowVqkGKJeK8uxbtmxBKt0naz6fo2WRjsxAP5xWS1ihbalRCDKwXaxnAAAgAElEQVSqwFrFbKaNUUoYfAJUtlrC5GMt2+q0icHAcl088c0fwKu10H/lFUgPr0FYt2CSGBAKwopGEYoOIxpLoGO08Oie72M2NyH1STgQRLPbFubbj+9/CBfOnJEAUQHRe762JEoYBIs8OO0W3nj7nbjrHe/E9OSMvJ5oMoVYMi7s1qhND0h1zWWo4QOdVIUR9KQihu9Lwrz49wzjIXGAvuOEyYVdrlR2/OLjSOcoxA21XtUa78hMleDzMweexAP336/CdHu+qFTFgNkPLsZWr8Zd73y3EFmYm0BmpBBAOh7u+853MTc1BT340t39J9R+S0WJeg3cN0hkidP6qFXH0NhK7HjtLdA9HQ/c9wPkFmdFlUmmMm2RyL5Ve5U6J2SfDwYxPTX+itb3irFRRBIx8Ru/Zdc1GIovw/n5CpyIjS07L8f0DK36alg+FBJg1QpwmPiCx6rsq75tUe8FXHqGy3X3lSKiwOP6ZdCuEcDU7ALu33scjmci1TcogW1k6gcsW8Kb+KtYqCC/OItWbRGvumKzDL2efOoAfuVDv4QrrtwM160jlUiKsnNqZg7PPHMQFy5cwMzUrEjWOSAj63/5shHs3LkD1167G+vXr8bi/IIMvRgoxeKRfTjvP/qWj4yO4uLJafzT3/+jBESlYwl0222cP38eIbODbVs2IhWPChjH85Z7GX1dmR3i2TEU2l2s3noZVq7fiIGhYexatwr9dReH//27OPvIPsRMXcDLuG5hMJVBIhqH47RkMCeJhZ2OBIpqiRgqAeD0wiyminmkBjIYHVgOM2JJnbfoNjHXaWKqUhSZuxa00GqxFg0hE49Dq9eQDgJXb18Jywyi1aghYtmIELgOWuJxvDA7L/dTOhGX/Yxrsea5mC1Vha16doa2bEHBOzhAXrtmPV57880YXDaMoZERDI+o8KpmLivevD/aswd/8tdfQNNVgakcSJVLefQno7j7rXdgOJPGvn2PIp/PYWzNGqxYtQHRVD+++q9fxdzkBTjlIvrTCaxcuRyrV63EylWrJDfjmUOHcW5yUiwcaLeYSiWkz6NSiDhPP8kJzY6EP5arNdmDWTENpS2EDVsCourcB4wgQgROTVNA0fmFnPiqDw8PoVYpiq2TnUygP5kWtVDDbcNMDiNfpy2kgXS6D3Ykgvt+9ACeO35CzhkCy/Rr37xmFCv6U6ICEixA07FYKCC7mMfUwiIK1TpazNUIGpLzwjqUqgM+b9y2xKc3ZgURDxliHZktlMWjlp7tiZiNr+75qRXAT4HV/8s2v8RY3fMNBSTKZJvNsgIZuIjZpP7pX3wJzxw+IeE9pPJLC8yN3O3i4792D66+ejuqlZIqMNlI+ibVPcN4khC++vXv4seP7FsCWfwHUaboLpmgqiEKuC0pyF1h8bDhoKdWCzfeeAM+8uFfQb1REUYMS1gGZzDp19MMfOkf/wV7fvyY+Abxi69PZON+g0BJQ88An8/zqU9+DJdtXScMEFoB0LuNk926AHUd8asilfzEidP40z/7KzhNV5iEih2hw2xXsHPbarz/Q+8X1qXF5ptTLwnk4jRTeeqx2WXB1iPDKXaL/4sgrQa0xcjbw+z5CUydPINOoyFhLgyzIXctm82if3gZNm3fhqn5ObSKRdQrFUzPzmPlps3YevW1uO+Rx/Ct//w2KLWVQ5R4BPEOelIOJ9C3OQ09EUZkQHnBVIsV2JqJcHgI5w8ex9nHjyCJEGJ2SBiAzWZVGhpONPkZGN0uSloTu+/6GbTClBvpMMoaTjz0BDZv3oDpag4LJ+ZgEmRpthGzQlIwlmtVYRe00EFqwzCMwSjMBIE0xdLccs1VMKNhaVpq+RxKiwvC4jTSowhUOph/8hS82YqE2nAuT7YopUnKC00l/Elxp6AreVwplDQDfX1RfPTXfglbtqxBKsTpewCtroYmE191WkiaYh/xmd/5A1ghesopEI5s3U98/B78zM03wnNbPouGQWxhVCq8Nk1hZlE667Q1fORjn8Cp0+ckHZhfS0EJfgHZA1bFW5eSZr2Ld73r5/COt92hGMJQvq38YjNIeY7gjN0uisWyhFeNX5zG4isEVu94y8/g4sUFlL0Q3EifHFSRkAppY6Ey2p+E6bVRz+fQdtpSYNRqZaQHo8iXqjh/fkFSZ21Lg21YsCJhub8pj2FCqG3pWLdupXgquW0y0EKYW8j5zAwFiPaKaQWyqk2Jh7NKXFegkgImNUTC/B7B5qZMMgnuswmnh1rfYBIhM4x8tiDr1BWghMCoAvcCXKMcbnANij2YKup7n8kSWNoLViAII6CJatQJltOrrDccEp9QIZupwBOCKNzPuvQQXbIX4MutCbhLawneRy7ZLTIrJVSlGHI9wJ2fLfc9Ph7lywzJoMyLvr70Lesw4bfblcJvzVACqVgE8/kS8o0KNg+F8epNl+HBGR3TmV2Y6dSRibWwta+LIb2FaM2Byam71hY2KV93xfMwVS7gxOkc5qZKYN9hB4PiI7QiamF90sL6VBijMQtJKwiT7FeCqvRcZYFJIE434Ibovaqra657aJGxSnZBlzI+7nldkWwvC4YVWIkgPL2tglXEQ1ecj9Xm1GTh2hSpD4FKrcP9UnlbscCUayvxiIrpJ/cNpcWtNrpMg+bnxcUjTEf6PjroBNXrJnDWbmuot7ood5podJuIhQwMZvoQT6fhWQSK+ZmRRU7JHYHUKBCyAD1MFA1eW5A5tafzFwOP6EvK52WAFcFRpyHyUY3pwj4jkvd2J9BBPeAi67rIOg0UWpT/q3Og1Wmh7nJw1caAYWBDegBDoRgs+uQRrLnnoy+7MfvSP/yB+PTyvORWyLOca2Iht4hnnz2CUyfOwjCiyGULmJqYkRRsApnC6vaZb4qxKnfMi756Q5EX5zyrf7LEO9QAO6AhZpmIhcylJFhhKPnMdUKmPM34UxxmMrCBfyITW43EOFQhG4RALaX3BFdVaBVfbw9YpT0NhXsDcRNj/bTxYaK2kvIp0F8oqvLaekzbJW88BtMRCCbY39Oz+hKS3r/h92XvJWjn+83yWgqY4w9rOChRgKf8sPI289kQBBMoSaPffLOpfMDFDofNgQQmWFh+9R3YcPVt6EYyKOTr8Nr0QGvIuSaNkxESIJbNO/14JSiF3rMeG14bukUFBRuCMDp1+lkWoNUV+9uh71szhLalI97P5pj7LwEOte8qz0IV3kXPR8vWMDV5BhcunEKnXhEPORkA+coa/jvupQRHxM6DPsC0BfGacN0mGPZJoIXgrwD7/uCMoAjBrlA8je07rkM03i/DMw5pOTBR15ZTCv/CcUtoUnKs5MayP1KezevcpSevOu+5eVAJQyBEWNEtspsUkq7UEByqeqA9dS80jQyYfGERZ8+eRqWyIM1bKs0kYAdHj52QQRi955qNEpqNBgIM+vQ5LgQl6X3M90jpv8iWPdaWvEBsvAjMMdG8I2EmATKNdQOepVLcex6rPWugt77lZ1/2+uYPfPtHe+R99qTtPcYqP6tqtgin4YjnYWF2Bp/5rY9JqKgdiWHd+lUYGOhDkPvBxCQWpmbhyefH7dOQra3coLVUCx2eR56G0U1rka520Jiaha21ETU1hN0A1rTCWK4F8ByKsLv0JvVgdpqYHF2G/tuuRwltLJaqmD92HjPT06j4Nc2lQI9Y7/hA29L3/fOZ17zr0cZBQyYTw6q1Y9iy9XKcOX0ehw4eFMaqyHVZ27fbSCaTuOH1N4p6jcMZepk2ikU89+whPD+9KAz8HuDFe0XuH4Lv9FP0mbMquEq9pmBAKYW0blsIHK+97WYMrVshPooEVvnFPYryfgbohEMMT6V9WgPtButQFdqkrA8I/HHw7MKmj3Y4qnzsdV0sAwgg0R+SfYkEPMnfUZqtY/zUDMLxlehbvRElpwVLi8M0bGjBDkxLkwEMBVCRRBTFc2fw5LHH4KAFrU6SRgd77v8hzpw4ocglEvrJ/VGFRxFcY/3H86LutHD9zbfiPR/4IGamZ4RQEbBNxBIJFSjMWo9qo5YrYWfcB3nbi8+850InE9b3QBYGKtcjQVgOhHx1gqxlX6fD19Ib1kgJKEoQMsHpkdyGbZjY/+he7PnhD2HYykaMZBdu2mSssl68/OrduO7mW4WBT3CPj1dczGFuZhaNUhnPPXtQlDQ9tuz/jb2pNAw+sOpp6OgBjC4bQXFuGolkEgjFUa+WpMYlS1o88gkEi5+8Yn/y61IAs1Evv6L1PTiQQlC30YSLjelB3HXVTehG05i1LQysWI1SuYFapYDBZADhYB4Bry777aWMWXVJL6kzLxleyOsUxmrvdavPkHtatlDCf+09ioVCE4nUAGwziBDJLXZEAH2SH6rVBorZObjNPF591WZUSgUJpb733s+gfyAGp1mCU28iO1/Ew3sfl1wVWtwtzGelL6DaMBINicSbNWIiEcWGNauxZu1q8fxkYGCU1zxoIhxPix3V0ePH8W//+C+oFYvYNLZSQO9iNotysYDNG0Zx2ZZNcDuqV+ZHkUik0HQ6mJzOYrbewCMHj6LQ6mLVpi0waWvhtrCubwSpgIns+FlcOTCENd0ANtlhhOnbykwC1ieGjqauoUPlYMDAxVIOB86dxqGJ82jaBlZt3IBwJCqMeVok5AolVB1+cjoCwpodQDqVQalWRj47h0QA2L1pLdYNhVGrlNFiKCbrrbYrqtL+dFzWKfGFvoF+eIaBfKWCk+cncX5mEQu1NloBE6FwVCyySAThvRuKhIXksmLlSuzatQvXXHMNFo4ew9HjR3Hy/BnsffopdGHAKdUFYK3WSljWl8CqkTSuvmwr4iETZ86dRa7RFhshM5TA3PQsUmEba8dGkU6HZH3z9RZKRWSLFWGc0ts0RMuM665D2DLQadeRThJU19FxWmhWaliYXxDmPu+3UCCIZWsYCNjBwsyC4AtGxIYmtmBdCU0uOW3svOoq8Zw9e+o48tkFZMtUTqaQTGaE4WqE4khkRtHXP4B0XwaVRgPf/P73ceb8uJTqVEbHTA237N6JnWuWwey2RCnKroNkt2qriwtzOTzy1GFMLJbk8YwwQ5khdi2Mae7Qpx8d2LR2sSykojZa7Raq9aYMXeO2ga/vPfKK1vj/1B/6KWP1JZ/sEmP1gf9UwCrlIVwMvnxOgNWgjT/9whfxzBEe1PSuVGAljyNO1+799G9i9aplqFQrwibhtJngZA98lcO8q+Hr3/wB7n/gYdWQ+dO13hRVik8BNXhoc5NUAIeyCZfSHne97U7cfffPyuYg3mcssFlPi0TEwN/+w1fw4737RL7QO0xfzBBVvmjiH9Rp4T2/8A685U23ibxBfEUFMPVA1oRMWlVrIROWP/6TL4iHZq8YI7AacOu48YYr8K73/JxcN5MsGwmDIuuFh5ZKw6ZPpkjrfX9TFhwCLwgYyBrAhRcMimTw3KlzcEo1AR4ISkpIT8cVpuKy5ctFBtOhF16LjVtNfC4tOyKG2UeOH8N9D/wIM1NT6LQ6aHCCZ2kYXrsCieEErGQAWsRCbDADKx6VzYyXd36+isqFeeSOnke0qQsg6nTaqNXLEialEowD0F0XDbeD9a/ZhuT2MUzMLuDKnVfh6AOPo5EtwoiFMTc+D7fcgNWmgiWISCQGp1EXbx3CPNGVaXh9NuKDCRTpMxMJ4bJXXyPMYN4v1cIi8vNzMAIa0ivWI3dhDtP7jiMwXxdZvCIYapJq3WtUeveQ8l5ls6U8MiktXbasDx//6D1YuWIZkvSAkf5PF+8tMoDI3P3LL/4Dvvnt74lVgBR65Ly6bfz+5z6BV+++WmwDxH+3o9ik9HSiZUQsFhEfPPoR/8ZvfAYnT51ByFYhEYpt6jfovD/pl8oCVIpS/l7De9/3Hrz5DbeKzJUfBGXNrNQk3ThoKz8/r4tcroDf/ORnMDObxeLiy5cZkbF6x9tvwfRsEYtlDYHIgBRTmaGoSNezE5Po74tiOB2H3umgMK8sDSjxTyRDMo189pnjKBYdCRYhG40rI5mMC0OB7FEylLfuWoVqpYnpi3Poz2QwPbsok2NNpzSUCb0ECHpp3Iqd2BUPRFOBq/QYI4DBzCTLQLvZRLspBqFLa4XPF4tZGBnpQzFP/7yqrH1eWLLWNeq5DQ1akInyXQk9EomprEFKuH22vS/fVWDni5mk8rmJ5lsB9YpVIaMeX+bLppSLWX1XSeI5/qffJwdLBFbF80Gl2yrIRRXgl/w/n0d8yHTuG0DECiIVsRE2DObGw2m0EQkCm1dmsHIggUa1jKwTQL6UxY7RdYiMLMfexTb2zU4iGGgjaVaQtDQkgxYiBI6kyenKPlBzmsiX6qgWAgh2g7RkRJs+xjoQNjykGFoTNjAQs5EO6xhIuohHTYQjlqgU6F/H4KpSwoFLJp0JdIMsP3ohdSqUi7nSHFgMmTosMncRhOXpcHV+1srNlvYelDxaDTXh7jY78FoMBKFUWUOgHYDVDiBE77ugIUAPpdAEgx2nLgBC03UR0gxEiBoFNWhtD3U4qHVrcJjU2iXTHyjVNBRqNMJvY9fmYWxdswJROwO3ozxgQZYoG22iMPSFNS0J7iIbUKPUTxhHHnTHhVapChDMpFiN+3/DBZwaXL2JQNsTb1+GehFcdoMaGgENVcNDsVXHbL6IfKUBpxWQX/U2m/Q6BsMW1iXTGIukkAqEobtB4GO/+bLrry/9/ecFoJSBFFk1PcuZgIZyuYKTx09hcbGIi+MzOHHstCTPM3RKGKsCSKp7nMCe3NvShPksbz+FXZ3DPuNw6RWqO5pLhMuAA4J0PIJ4SNla8JIIM8Cwxbst0z+ElWPrxKrg8PFnMDNzHnGCDiLvJyhGz0Kux66wKw3xLzSFicd1YRL0D2qI2QYGk2H0RbmGCBb4rPRek9uTR0ogl+8pTtagH7hm+r6SlzL/ZOjhWyLwZ9Q+3pOv0gZCMVYVnipGRj5wpqiZlBPyjGi2umInRBYGvyf1AFGQRh2xdD9uuvu9GNl6M+qei1ypBq9twAhQYk42s6PYZV2Cq5aobMjc4YCXZzAl57RnIeOO64sASTBEtmpXUsGFyU/AX7PkHmSzwY2K667rEnDkn5oImLrI/wkeHTz4BE6fOoqBgRSG+wdedO+JzJdgFOsYgnESQkPQiKrjprB2OYDwdIkgEc8/ntMBDmY0ep55SGVGsXnrlTDtmAAuUufJvkFAVjTCvRsN7aYaaCmrH3VjKWabAsl7yhQ1aFNMVwnl8YNSZSDuqwJowUQlFD9DhqSQBTw/O43jJ/fB5vBStxGPJYV1WKvWsJCdhR7oCFNavLz5ONy/RUrIda1CDOWKil1QUPYmec+ehqCziIRXFAZMvu6i1g0glOoXn0THcdHh+zaCeOubX5kVwHd+tOdFHqu9wDRel3qhhHpVgfaNYh6f/q1fx0JhEQGDDLQEVo4tF/CRihSyqJOZfsQYtBI0xbe+2qhjcmYGMwtzCJCJrAdh+QQJkQvTo1prYWfXxN3BfuzvzsFiKJirCfAwvn0lzNFBkQsXCjUszhZQa9b9wcMLYXeqLlfM8Eu/lpjIJHZ4CsSOx2xs3roBO3dejlAkhqPPHcUDP/qx3yfw33Wwbu0a7Lh8K0rFvFjuGF0N9WIJF89ewHipJkA+BzEc1PA5hBlN/2ZKfDkw7GH6vfAln4zBc4n379vf8TYkB9MYv3ABC9kFxBNxbNu2BZZtYmFhHu2GIx6L7JlkoMBRIJn1pgnbDsl/uebIVA3Z9GBVclkO1Qh62wxb0wMIWxZioRhcAru03Akm0NRTcDtk0iomp6FZUlHy3jdosSOe6EFEXBeVdgmO68L2Avj+d/8D//qVv5E9lPcwwV7h2PtkD9677FXYfXAwPrZ2Az76m7+FcrWKerMhKpVoPCGDLgKdIdOWYTsBZwFW/V/yeD5wTTWAkpi7Mpwj+YZWJmoRv/D5c0CiQgNddLoO6k4JDaci+16jWRb7j7mZCibG52AYTSGUzF5YEMsyDnaCoRBueeMbsGHzdqmPqe7JZbPY++OH5PO96vIr8PCPHxKfRtUs+BN8/zWoe04x6JRUSfl3sx/juq+1HMQSEbiNukig6UXMg00F0/nnoigTFDFGhBJ+h9r7nUPizyv4etXOtbh4cR7UFehVB2/dfQN2XPEaTNJrf2yFkIcW5+YQt5oIB3MIajVhWr9ooOif0T3P5N61X3o5/rrr6X+olmQRyvrwgb3P4eJ0HqFYauleZZiSboZQrTXlTGo1KjC9Mq7esVas/86PX8SvfOgeTEyN4/jx5zAzPeurzJTtSa3WwNzcghBRuF9xKEClH72cGU4bjYQxMjKMzRtX4zU3Xov44DAOHj+Dcxfnkc2VcPzYCUxfOINk2EbI62KQQdOdpii8dm5di2TUxuLCLOLRsPhkcu5N5ZNlxjBVbOD7jx3AGTIh40msWLVabH6o0jSjUQQjJnYPjWK3mcR2x0G8q6wMyEx9YvIijhbmMdt0kHOaWCgWgJANzzJknQlOUqsvEbe4l0TDKnOjWK3K/ZRKplBrVFEuLghxZeuKYQwGXVTyBfT1JWGGIygWSnCbHRkiMZV+PpdH0zCw6DiYzeZQa7KGZVCUyjngoIg9EtclCRm8B2m7Q4XG8PCweINnuk1RC544fw4T2Tl0uhrchocWB67lPC5bP4q1Q2mMDqaxcvkIFrKLODW5CM1OoNzoYn56Ads2rsFAXxRBzxHAlEzjhtNC2WnjxJlzsjbWr16JseWj6JI0I/ZeXbF0KDdaMvBokaDWaoqSipYpBFJb9TrqNfa5al/uMqQZmoDS1XYHb3772yXz4/D+fcjPz6JcLymLFFpeBOl1G4YdTiplqGmi2ung0PNnsFhm3kJXWMum18S129fj+u3rEAl0JXScNYAsebKDPQM/eOQp7GcdHEpANzQZhg6lYhhKxBEKArViTrJFWLcSg6H9XL3hSF9KRut/7j/8Clb4/9wf+Smw+pLPtgesPrHnOzLNIpzIYCgelGK5JH5EFv7kC1/EwSMnVVK0b9BPgGioP4nPfeaTiEVtufF46BohUxUw9JnisuEksO3hG9/+IX74owf9RuyFqZpI8/wD6lKZrGrYlF6RflcfeP//wk03Xo9avUIelIARQVKAWO5rtAL4Fzzy6P6l8KreW12aJtJEXZojpsi2cdMNr8KHfum9aLfrAo7QOzOfL8okitNknv/07KAP0p//xRcxOzMnANCSlM118I533IE33n6Ln7Hqp2D7NaMKOPCBGz/ZsleUy/dlYwSaTCpuNGCZ6ho6jaZ4u9DPwydvyJRbMU5UgUjLhUCQQJVqhDlRJnuE8s+52XlcPHcRpy+cx8X8DDJrRtHyWuiUy2KtEO/vQ//oKKJ9SeimicnJGSycuojC81MIltsyXaeBNosjAqLqOfzE866H9MpBrLh1By5MTWD1pk3Qik0cf/RpZJID4jfTnC/CrJERaio5SbsrGz/R8KrZgr0ijdRQGjOzU8KMWLtti9ghMOm1sLiA7Mw0IpaFgVXrUJkp4iQT+KbJpDEk1IJFKhkjPXkTr6mwnv00ZgJslMUxSXD71rW454PvxdiyoSU5FvdXZQ8RxNxCCZ+99w/Fo4WJwtJQex0pdv/4jz6LLZs3Kj9FkbG74inXcppotR2YYQv1OlOcQ/j0p38PR557TppP2cGFORUQ4FUKME73fcmU67YEnPzwh+/Bzde/GkE2LQEP4+OnUSjnsX3bLgTImuN7AjA1PYtPfPLT4j+UXWTB+PK+CKy+6Y2vh6MDF+YKaBsx8RUaHMjIWTMzfg7RkI6+mI24aaBVayCXW0Q8mUQ6HcfGjevw7DNHcOr0ODyySQJAOBZBLBaWvSDQdVEtlbFm4wiSiTiOHz4pE9tsroxilQU5r6mfmC2p8dwXFINRhhcEHehNJ58hLRdcmMKSaMt9reS4bLaUvwiBu2WjCWlyJy/m0XZJ0eM1saGZKQlWChgOKdXwGNCgB9El24ODDqa4++FtUvL7/nwvLUCl/hRkSX2eIjsV9id3G7WnLe0vYuRBAI60EzIeyahRoCpxYxV7/2JItfez0rxzjwUQDgaRjtBPLQLHbRHDE3n1qqEI1g0nMBCNCJCxWO2g1Kph65bd+Paps3jmxBx02pDwjqfHJxuajocOvQ+bnCQolgK95Ag2kOTJa9ESIIkjKwIiytdQ8G2C+zrZbDZiIRXcw7+lD2TBy8HVu3CNLjyiOh454L6s3AefJUO11YFl0DqDU3AbXUO9TwqzjU4AGverAG0h6KXKQDdO1Mhk1WB2TTDXOx3uIsbk9Q4ZiRrq9PSrROC2PHhGAIMhsiO7iEQ0tIIh6gzRbDBttCv3RMfRUSkHUGYhZ5awdWsCr75iDNtXL8dgPIMw1wHl/yyn9a6wHnUjjGCL/rkdoFoHCKZqQfHdqhUqsOpdhLpk7IYQaFMI6aLtVYRJSD+oAEHeoAuXQSos4siC0DkpL8n0PVeuiKyoUKoi0A1gNNmHsUgSQ3oEKc2EQQXaZ37v5S1wAF/+5z/014liVl/6Rfl2sZjH1NQMTp26gMOHTqCYr6Ij94YaHCjwn6vRhcf15Dsw/LfGzD+TlfdoD1RV96+s8W4XUctEJmYhHQvBsE20YKCt2/CCBpKJPly25SqkB5bhqeeexIM//ha0hoOUFZbAKcvWEeaggXU0fcMCpqhSgkEPEbJhI7bIs/qTEcTInu42fTaoL8H37TyWWEp+gIsAvz0wxx8ac/9QQxN/LcvaVn7KlLOKHYfYFih/XQ7LeCaq/BYOYVVCvVgos1YgK5mhT7RI4drXbRhk+1hhNLsaqpUctl15Pd7w7k+h0a3JIJpyP5HKcnApPrNBeW6R2IsHXlcGrGzYJERDLBx8b80lVqcKf+n9HZtY/lLSZ8VS7RGXOOwkKKubGrLzUzh08EkU8vMSaBGPU7GhrsWlA2lhgcqRpp63B1D1mKW9lO/ezyg5Pq6fTqgAACAASURBVEHYJjwthNGxDVi5erPYJKvP4YVrfinTSz4z30//Uqm41DtBZSPD9yVesJcEQ6n3qM5/xVhVr5EDBoae8u/ptUablcXsPE4cewy2FQY8VpGUSLd8xqIKU1EsUx9Q9ZnzwhwWD25/bfkhPQSPDD0kShijNo0hPYdEJIlSw8PEqZMoOToSa7bCS/ejQ/C36+Gtd979stc3f+A7//XAS8KrFNjOwWytXBUPPQadMffgd+/9FM6Pn4dOMICAxOAAVq9ejbEVy5HpzyAe71PKK2EAq8+EINaJo0fxzNMH0KiziWSyckDqYmWF0kGf18UvG8vwvFVAXXcwUO2i2Ung7KYU9GgUhVIN09NktXmS4swwop/89d+BVfXv1GfJ3oLKlQ0b10n9YYdNUcsdPXICB589rtiQWgdXXrULq1ctR6mQQzGfg6XpKC4WUMwVUKUtGS3GyDTsesIulbXD+8cwl9LmSRRhc0/gjqzx3lruuC1s27IJ77j77QjH4jh2/JjYBDCss1ItCWuOdgE9GyHZR/16T9YjzxOGqOm0RgkjTIZrJCL+9GKBwrpEWI8K+IxE4wiEEtCsBLrBGLoaPzvWGgTwfKk5z1Na8/jSde6RHMjwmoWshIQ8/van7sGBp/bIUFT5YL9AZBEwlPWArGm1nqnU+sAHP4TM0DBK9RpCsZgE0vCzYB8YDYWFyEF5NAdvwlZlp8hwW98uRTofn43OPUuGdJ0W2v46Uh6zah+l4qfVzuPMxYMo1dlTKYYrgVvanBnaCFqOjXL1HEqLeUyfz6NTdaQ+CCcSuPXNb8Gq1esRCUVw7sRhPPrIXlw4w3DhIPr6+uW8pies+Mv7ysBej9Db24QNL+Flvr+u/D4gZBJaoPHeI8FHQvEuAYcvfTzBbX/C/d2oV1/R+v6H3/0wnn3uFH70+CHMz+VwxYaNuPXmu9BI92HNtq2ytibOnsdgMghLI/mkIn2gWr8v9KX8M4H4pfrUf40v7Lu+9+0lKi4CT3sePYjTZ+dgRdPim8msh0g4ATMcRq5I1SG98JsYSurYsrofQUNDuVbH5i1b8F8/2oO5uayoU7hPtzvKOilfyKNYKCuLlqAuSfcc6ND2jGrFRCIhdl7MELj8ip2IDi3H40dOIFdqiGd8bj4Lt1GRQLvC3CSGExEMp6KIh01ctWMz0rEo6gxr6nZECUQGI5ndETuOvpH1+NaP9+Pg+BTcoCHnhh2Lww5HyFoSoG4gEsXKaAq7dA1bQxa29fXhdCWHf3z2CZxtNFAgwC52PgaWL18uDNVcLifXOxoNi6qE5yDXJM8mhnS3CGZouij7SFxJxW2sWTEMNCsYCeuoLuSFuZsc6IdBy7dGB+GELYDwhek5nM3lMVepg5wSg2x2UQYqS0UqYbj3icKWZzkHUV1XrmVvCLl2IIGNm7bh9PkLOHn6uDA9OaCpM4fCKeOu19+AbauGUcjOoi8zICqiZ05OoG3FMbWosleSMRPJlI21fUkZynHgwfaGSoznTp4Wi6I1K1fIPcHPkkxR9uPEL6qs7TsNDKTiCHEQxAApes4u5sQjl0zoocEBUTEyTIvqoUbbRSMQwK1vuF0CrcZPHIcle0VTmKaSccGhVYADP1MxtW0bk6UKHnn2MKZyZXQDZHtQElbH1uX9uPVVO5GyA7BksOTr3nQD1baG7+99CvtPnkfHjiNsMPSwgqu2b8KWlcuQpEd/y8HCYh5nZ+dRrFRgxqLS97HGZS320KFjr2iN/0/9oZ8Cqy/5ZHvA6sPf/7rIU9ghcWOUg1sKd00Msv+/P/8rHDl2eglYlQXttnHt7ivwqx98n5hQE/Qiq5MbC72sbDbUrKYljAT42je+iz0P7V06qHoFMDeOHgukd/D1mgfFUqBhcxS//vGPYuO6NWh3mmBgBI8USq9E6o8gvvh3/4R9+w9At1mQKCuD3uOJnExsBZQ/Ig/NVaMj+J17PwlLGD4qlODM+QtIpTPi4WHRULnZRqlUw1/+1RexkCWo1WOwcQrt4iMf/WVcfvkWCalSh7Sfgun7Y7IYIWhK5onFQBhpAFQD1/Nv42ZEo3i+Lk60KX3hv2l1mJ4YE1aECr/QZVNVU0rSepTnEX1DKeFhAjLlOnwunSxBt4Xj55/HY4efwvNHj6F8YVGwIjKuDLJh+/uQ6e9HIKyjMl9AcXIB3WpTpZyGTClEa0xZ7bSWgoc4jbZSNja8/iqczc1Kkb5qYDnOHn4eZs1FTffQXCjDmSvD1gzxIzKlOFHBCtlOGfGNQ4imo5icncSV11+LWH9afNQS8TiKi1nMT08hFYsjEIkj6oVx/IdPoH0xLz4/DTLE2mQdqGvSs3roNQcBYb6SUUPw3ME1V+/A+37xnRge6ltqPuUgNAz52WcPn8Dv/cGfoVFvieE/gfSu1hW5yl/+yaexZvUqmbrVGg3MzmexbPlK8ZViMW6YBhrNFnL5Mr7whS/hyJFjL0gtyeTxwTc1OGgrs3tpHDzxJP3oxz6Ma6/eKcUmvaIOHNgnLN433/mz6HYVK5SStRPHT+FTn/1t1GptZLP0fnt5XwRWP/CBd+H8TA4z1TK8YBztTggmmRVkIeazsLQW4nYAEZNm4bpMnltND+lUFJs2r5XD5KkDB1EsVaXYt2wL8UQMnU4TiRiZq44Ustu2jWJyfFJAwY4XwMXJknjevtCwE2TlHxVgKf6bZA76KbFkoWjdljDSCbhJOJRvOq6CZ9S17+uzMTwygLNnZ9BodKARuDPi0HRlKRHQHElpR6OFgBWGZ4QAz4HXcRTK4JGtzF9qr1sCYnpgkQxsVIp3795SgST8xz3mAv+GL/AFf9aAbqshCH1VGT5GsFDQ1Z/QYPohPrLTSjiNjkQohHgkJLJ2Jp+HTBPxkIfhmIl1y4cwOqAjGUih0vz/2XvvKEnO8lz86a7qrq7O05PzbN7VapN2hVY5EmxkkmWZaGzAGK4xGPC14QLGxiYa2xj7ArYJBgMiGYRAgBJCWiGUVto4m8Pk3DlVdXX17zzvVzUzWvA9Z3V+f/kwx+sVMzsz3VX1fd/7Pu8TltDfux2fOXUWD/ziacQQQRBMErcF/KHkRsnWAZ3+jwoOFjaZCK+bKgBMvXkRTcsfec9s9wINmLohfpmUWhNEsiwNhRrjRSj/V6ESDBHShM1EphqBIBVAYufoe8rbqgS1ZNyRaUPAnI2k23BRbizJsEWGb55EUskKHTjBGsLRFjJBAyG7hUrAxWKzJkxVAY4DTYSbrrBCoyETQTOEGIFk7sNhHRGxggAs73XWyegLlhHNNNDRbyLVbiKZ0SSUjV6fAQLhDKcLRRCP6ai4dcQsB6laS/zqmjULmVYSezMbcXNmCAafJ40hLi00QrSlIdgbRpDMV84etSBcw4QbiQoo7LTqqNkFlKwsytW8yOqsCu1kQki2IsjARDKoi/dx+H0fvbgFDuCL//Ex70H15N4MYxGpv2L7UcrFELxcroDDR07gyKHjWJgriPSagJ2cj8LmUs+8D7M+e22sMI+ECSUdu/qcMHoooHKaoiRJxULobksi3p6RkBWSewVYD2rYuPZSrFu/E9lKEXf96Fs4d2IUIRcwwpqEgURCGiIRhrVoaI9FsWmgA33pMEzuT9GopLQaYTKuHAk/U8qAlUGHD4qtfu2r5ZG+RZCsazWRUWChJ11VzFP6BZJVRS9BMt0IJCg1hCgiKAWXS8ZBrS6hKpTYkrdZcxoypGvr7IMea5f6pVgso2hV8KLffg227/lNWJVFacTEL5I+siEGeVTldbDZ5DqgKsP3oeeAkyEitBVgM+eDK1JDiae4Al4EsPH8PC2LnnZN1KqW3M9kMiYsxGJpCWdOncDk5BjCYU0xMqSeU2CJrwRZ3vdWtBfLz+WKWoQvUV1D/8Ov3QK0UwkY2Lh5Nzq7h1GrN5TXIu0YVvkrrv5eFQiofAt9EIPvhyooKkVYm/rJzQrYVR5qfuq8Xw/wexlcSWDVD5Ak0JRbXMDZ40/I95E5SOcNy64Ko1SXoD3e35W6Qn43PccZpOfXMWT7+cCunkBat2HYBWiNRSRQQUQ3EI6kUMsX8Mh9jyHc24ehvXvk/RgVC9e9/l0Xvb75Df9194+X/RyVHQCl48pOhmnV+aWCNNt0b/nHT34UT+1/Ci4B4VYLe6/ei9tuv03Obe5nlWJJrId8YNWXi5PFfOjAIfz47h+hbqkQ21RbBnmmytv0pW/ht5tpuIkmzsQrGHR12AtBPGbYMDLtKJQVW4ogF88cKg1+1YdPEFg5d33AXa0tUZEEW9iwcR3Wrx8RH8RQKAIzksD99/0MY2NjSLclce0N12NpcVb2nEalLPUm1TEDQ0OoOpoMosfHJqCHw8JoE7VRnb7cCoQXUFUsABRzkcxm2piR6cy6l6zP22+/DZc/b68EnZWqJUnGrtcInnGvUj67/oDEZ4gIsErVERgqExEJL9nEoujT+bcGm/AkPaD1OCLhdrS39yIcS6AViqDJPAcBToJidcZhKK8Vn3OSEPzhBYH6UNgL2mwZEt71rre/BrMzJ2R4z/vqX2P/WWZ/QTUXfUlJ5iDP9oabbsa1N96EMpVYmYzq86S8cZHia2o2ZT8isCrXzgNWeY7zWeQZKvpCDp+8EDnJjuCe6gH37Fr8dU8yy0M/vxeaUUcwXIfjltBsqSRvrZVBs6GhVDqDkNDSI7DKNp7Zf1RkwC+97VVYt2EjfnzXD/DwvXdL70XputgzyfWISA/k91f+/i4DfRn6KBCV+4b6o1ifvLaF4pLsB3wO5ExcVRuuHjapL/z/C6ze9Q9/AcNM4+5HnsB37robG9euwd5rXwa9ewT9a0aQy1cwOzGBwa4odHcaWqsAbTm86r8HVp+9/mQEqoZHAsqr/pnn51MHz+Dpg6eEYW/EY0im2hCPp8X3cilfktrBCDhY25fC+qE0TDOEfJmDlBlMjE8hny+JdRfvge/rS6CxWq151zmIZIJgpCFgHPcfgqyxWAwNAq31KtK9/Wiaccwu5mX4xd6oVsgKo7AwN4Owa6Gvow1xI4SBjgRGBvuRiiofzMnpSck14BCjYblI967HI0dOY4Zsawbk8p6HdBi6eua1uCkBaBxcdsVCuNKM40ajDU/mJ/BAdQ6LU1lkl3IC9hNYvfHGG7F582bce++9GB+fRHd3p7wHAq0cSnEdtLe3C/7B2oAgc6NeRypqYN1QP1y7gCu3r0NpfgG53CL2XnU1hoeG4VRtnDx/FmfGJjB6fhIzPK/1KOLRlGAd/PCHmH4dQ1yBw1t+kI3PZ53KFpZh+flp9Pf0IpNKoOFUMDUzj2LZQblQQjoawFte93JsGemRYdQkfXsDYRyeyuLEVBazuYYw1EuFeSBgoS8SxPXXXCsDFgKMtIuZW8qLdRZzQMh0Fu/WUkkIeSrgtSnWAGv6unDFpZtRK+ZFoUQrOZ43HHiaJlEBWiZZkp3C17BkWTg1zQAzBkjZGOrtQX9/P2JRSvRbaFTLYjelc0imR9A0wpir1nFofBw5yxWVn22TTFLFuq44XnrDXnTGaBul1Ccxw4RmRDGdq+Cbd/8UB8dnoZGdzfBVrYWrdm/DtbsuRXcsDDtfQLVexmKtjLNT0zg1PoPFSt3rV0M4cGrsOZ3h/1O/6dfA6gV31gdW9/3kv1TRpgdloZBmLvIO+ksFdHzk7/8Jo8fPSqElYUycmoSDeP2rfxe33Hgt8sWsbKjzS1lJqu/t6VFhHiwMWnzgHXzpK3fg8f1Pqw1uVSiEsD+W04NXQA4FUqpwp3XrhvHud74DmXQKTQFeOE1lD+sVvNDw6c99Eb944mmEDLJNFfPAPwDVfyuJuAJryIIN4C/f9xdYt2YQtl0VMHVsYkJkhaUqU9/boCOE6Zk5fPaz/4ZSSaXIKQmag86OFN73/nejp5uSncYyQOD7R/F30hKBxZySG3teTsLAUd6B3DAJpqrmVBVC/pSUmwQn6wS1mLAuh6HHpuA0XM2NleyTjMhGnd4+BAgNNIJhNFrATHYJd99zF06PHkdrvq4KFwYJsGEEk3yjaAQbIiOkNSmBILaoyURcGKTiFdfgpqgkd5wy6WYIa2/agalATVjDXe1d0jAvHjqHQDIKK1tGeSoH09HRqjUkqZQFJQGbxVYZqU090GIhVOplXH791XAEsApIiiQZq3NT0+hIpzFfqmIg2YNT9+2HO12SaREnZZQCszC6EFiVZsObRPN2s/h94S3X4XWvvh1dnRlEKJn0gQBNl6br63f8F772je8qb0MP9ObvIHvns5/+K5G0c1KYzecxs7iEnr4BWCWVNEvflWPHT+KrX70D4+NT0HXFchagX2TvajDBIl1Yv8T2xXe3IZ5Cf/7n78KlW9Z5UiQXhfyC+Gu1ZbrRalEeH0DICOPRnz+GD334owwff86M1Te9/ZVif3B+soKFHNl0EZnC2aUSmrUyNKeMlKkhGg7CjISxMJ9FKVeDaeoi39m9e5cwtw8dPoJalQdVEKmOjMie49EIImGGoeWw9ZIBJBIBnDg+DtPM4OTpcbgug7goT/WWo6CT4q4oTQQLWwni4BNCf+UmXY5WWFYyjFBorOfT2USUrLXudszMshB2oNFXM0JfME1JuOn/Z1UQcFrQImm4bICcKlqu8jYi85YMiADNNC8onuUTovFSDZ6/jaxYAvjWAF5CH1eVTFQpW2e4E59TJY8RNor8rF8FrMovktesYNyAyFYMTteZi0CoVNPEIiATCaCvPYlkIoj+uI7u9iT6IymcXncJvh8tIV+nv2tNPKI5/KA0kTYKfPaCNjsOepjyD71B6aOt9kBhHEsacQu6Qw9HsllI5HWoagcl02Q/cJhBeXOrwZTNpsgwhaEr3qoB6MQ6PYafvIaSYtzJXtZUnm5kLylWMplSLpyqovrJWpEGUHlWyj2hL5MblRTcpmlDjwQx2NaLbtNEnGEajoN8oYLTlQrms2VUmAZNqbIEeAQRIbisU8lQFzZZAClZP2yWxWom0EI1VEewpfyVKAEWthrzhHXF0ON96NBNAWmFbR8s4pL1KfyfK2/C7mSH2GlIinokiBaDNujRzOGZUC3DgBFFgNRLCWBkoc10+BrsRkmsaOyajWq2gEahgkgjhEQwBlOLIvzev7zo+ovAqpyXGoEmNYAQ2TLPBrLagiTfFlGvk1VRxOjoCRx85hSmp+dEfq2cb1eC1fzTcjXwcSH7Rzw3Vy1UX4LN9RXRAkhFafnShUg0hXrTFVY1D9++7iFs2XQ5Iqk0fv7kPvx8308lKIFAirCdvCAoXoRUKICbd63FFeu7wOwn5e0pD6jHxFLDUrJLlxtoj3Uo7KhlZrkatPqrUM5ZWbNqffMMZQ0ibFMO1/yzViT+yhqI3r/q5ymvWGG2NlsSlEILoWpDeXiVaG2hhRHv6EYi1S7PVj6/hKHOfrz2dW+FObgGdTYiEuTCa67ODB8c9K85936GXilPVHqvKnYS6zMCq2xIqQghGM1774eo+HUTU+n52unzKg1qvYipyVNYXJyBa9ekwSWTU923gKxv3QNw/Adw+Z57cv3VOJn/NcVXXvH2W1b0tFjbtGHL1j2ImBk0ZA9Xe6H/rKxmg/FnuN599NmUbPwJJPPZUXJSNdj21Sp8PQRKfL/11QxMgiNs9ggGsY6lhxql6iePPCTXjQotu2kLCB6NUr3BoQ/BKzVU58/1wRiC5iKpJhNMGM+q1qCdQPn8k2jMH4VrlxDRWoiGDGiRmAz4s0tFYYpzqN7b2SEWLLve8JGLXt/8hu/88EcX3GP6XXNtB8XXLreYFw9nM6zjS1/4HO69/z6EojHUbQvDa0bwO6+6HSEjJPt3hHYOEvilgEUBkcTfnLslcOL4Sdx//wOYnZvDZXsvx1VXX4PRIycwdvggNs9V0dZqYDRTkwFKuBrDL3JLwsyuWqpGZV3ICvMC8vyq970iq/afHfW3AscUy9IVxuratUOImIasNbYJ83NLePLJ/QIkbN16CZayC3BqFWm4TdNA7/CweIIvzOeQyxYkLI4gAH8oMxaWvVa9cS+BCV5D9WxxLWly3lGVRFuHLZdsxItffCviiYTUrEdGD4tPIv2BxR/f6zVYL5NN5T//VHhwL6YdFmt8+t+q9RqCG9BhpjqQaOuFEctA15mEzkApFayniiUq09QfOcNYD4q/L1+jqjGVoJ/1dQhaK4zzJ0/iPX/2Rjj2vPjCc08TVpx3vpI1KkMF+ihzaCBesC3s2fM8vPC3XoJa00WiPS0+9dzvpBeIxmVdqF5AgdL05pR1zPM/SMsWFWClPFyZsM6hlAJWfYDS/zccvpZLVWEA79qzDeXKLGbnz2OhNCXBsFGjDbnFHFrNRQT5ut2Q1CuHnjqB3sGNeOXr3oCH9+3Dzx98EISnCRD7zFEJlKMyJ8IhiSo4/f1Q/hbyiwKNub7VnunnKjgoFPKo1VeA1dVn3q8GVtUzu3pfrFWfmxXAHX/7VgEFg9E0Hnzk56Ki27b3VuSQFsDdMGOSvdHXHkbQmUYkxHhntX9zULF6D2ZNtqIOWFl2SrWhekmJ4vMGDOwJpxeqeGjf08iXHUTTafEETrV1QjMiMggu5HLQXAub13ajr12RXM6OjQuoWqnU5Q9Z5fQ5pa0ZLYjY+0pvK4MgDYmEGgxyLye4ykEhzzLmutDGhf1AtC0tg9hq3ZJ1k5udlZ4g2HRglfPM5BM/1E39HVg72ItWo4wIPZnbOxBLpIWkxJ7ASPfj+/uewDwVTlpYfJCpxKTyUSoegz1QDMEwh5o17E234bU96/D9w/twOFBDhxZTKl5DRzyewK5du4S1+u1vfxv79v0cV199JRYXFzE+Pi7nM3tpeS/0Cqd6hbW26yIWCmH98CCs0hJ2bRpEOm5S3oJkjKoJZS9XcAN4+Mn9mMiVUG1xqOoiFo7DbtRQqyk2qthsNJSakmuf65g1QJz2bEZE1iWfXbL09YaF3Zesx67tGzC/uIDDo+dw/NgZ7N2xCa966U1IRojfmJhZKOPYmWnMWjqePDaBuaIKhLVqeW6haNObWDM8jImJSakVac0le1RAhy11Eq3bdCEPkDnLjxBxDaeGtmgIt+y9HJFAE7kcMzq4BzMvh3WPg3SK9UsYTauJkJEQ9umDTx6E1eIQLSzDGjNCi4UoMm1pJE0DJvEn1mNWEyRLlJpNzBVKqFBhRCUZzzS7jI4I8OLrLsdgJoZQwEHMYEhVHJFkGnNFC9+8+36cm8shlMhAqNFOHe3REDYNdmN9TwcCdQL/tAJgvkQYs4UCxqbnkC2UZJjx1Pm553SG/0/9pl8DqxfcWR9YfeCH35RNhwvEZRHvTUK4ObMv/5uP/z1OnZ0QXzoCrqSGDwx0421v+UMM9HSiWqvIBCybL8JqNJFMJpDLZtHR3o6wJAoW8Nl//w+cOjsmB+GzpV5KUre6mPcPRP9w3L17O/7XW/8IUfqCNWoKVBUJrTKtb7hBfPozn8f+A4ehS3iM+nj2wegxTZqqMHHsGt74B6/D82+6VtkBBHUsZLMolKvC1DSjMegI49y5cfznV78mk245xMSHtoZdu7bine98q4QkqOAL5QEq7bnfADhsplUBKwCbJymUzwnVXTUa7BWTiZQwEnmYRCNRCdMiFCwNlyd9J1NTGCEBTXyaqKDl1LqUm8Ps1CnY9TLauvuQ7h1BU4tg9NgJ3Pnd7yA7O8PgbFVoiLerkjnyIGAYRrlS9RpGJenJZNLL74FgqhjBM9GZTYoWQOfOYZQzukiEDPq2ZtpQOj0Ndr9VAqvTORhlFxHmu1Sq4gPL5MNiyEJyUy9gBhBLxjC0ca0YwXPC3NnRjiwZqzOzaEukMLOYx4buERy/5wkE5+sCVDKtnQekLQ3wioxNFUqelM9LsHacOm590fPx8pfdit6uDvHnk1skVZCOYqmGj3zsH/DMwVFVaAZcYUAZRhC7L9uJP/njNwlDig3U3OIinjpwSKZ/s9NZObwLhYIUD1NT09KMccNl302vLRboK/fW91xVwQc8uAYH+gRYXbduSGh+TICn3FUa3SCZ4yzQW8J2+P6dP8A//ctn4LoMMXtujNW9112Njds2wApqODWRg9WKwmmG4JRLcMpFRIINxBgC02ogGo+gmC+hnOUz4SAeiyCVTiDZ1oYC3+/4nGJcCzu4iXRbDD3dGcxMzKOjLY3tlw3hxImzqNeCkvRYLBAnU+wrWZO8CSJdonlYTKwF+EHZhxizSxCKB4IQdGDRrr5RFY8iDQ0q1gdBDB62LJbYAPDak9HcpI1AUVLptUhG5CStZhWgdFgKSyU7F/bjr/jwG2oFsCrY0zed9GXT8lqWQVUuRNMr0llwKAavMOIEBPpVwKrvNajAGiWvZjNGHE/lT/N1M0AiE6OJugrtCRlNrO9KYjhiYsOmvUjc/lo83etiCg3xBCM24fucsXCzBSyhnQcLPT90wZNBBxhKF4DGBoxluqTvcsDC+8D0ZQ7GlK82QemQhHapQEHpJthIeUA2AUsyhoSxQK9b7nW0OiFIJSb1/BoHDpRRcy8sKLkyVQ0sqlkwOfwZNho2h3EhWM0yIq6Nzacd3LDUjva+KGIe4LFUK+F0dgb7Z87g0c4WGt0pOFoL4bqFYMsR/16X7CMCqjyc+BpsCwH6pTY0OefEK5Vy7yZtCcjWAzRO1gm88ZqI/1oLRpX+VDW0DaXw/ptuwW2ZPhgMytJsNHQLem8vtEQ7XJ49ZGaapjQJDECUZ0fS0gm0E9hl4JUD1B3YtRyq2UVYeQuBmgEjmET7B//qouuvL335416TqPwp/Q82swq0CwojhMMgXvPp6VkcOnIaRw8fx6ykDZMxrTwpxT9OpP2y6LxzVJ1rAgL6dgCelF5WpZc4LXurBDa6ogqIp1IShkGjQJ3AKppIJTLYsmkXugaGcW56HPfe8wNMj51RKfASPMShh1r3LbuCKzd04YZL+pGM8Sz0mO5e06zAlZLd0QAAIABJREFUTd/31KPaeue+GkL6Pteen6cPpvpSb/EFVGCOWJZ45zJBHD9yTr1vtQfwmshZ3FReqhx+NhhawfPI9oCkFkHqIBLhENZ2tKGvPY1yrY61N/wmtt96O2q6hnq5hFrdkt/Hs4N+jKuBVb/OYEMlIVZsNMS7GSJHZFPKs5vhPVQG+TdG1QYe+Cese8Xo5OXKZudx7uwx5HMLEoop17KlGKoq8MlTfHvDW79++u/Ypf4z5tdoUlt4mzmvF5vn4TWbsXHLLtiNoIDP9CoTia56qp4FSMhnPMaqNP4e206BoIoV6Hup+l/jbeH181Pn/dRx+XdB3iP6XqvwQyNkYG56BkcO3I8wm+qQKVt6b98gNqzfgWaTdZa3T3uhOnwdAmZ5vq3eo65ASLLv63mMPfl9NLOnZGhDFneM8vsAfTYjYrVEYG9ubhodXW2iBLritZ+86PXNb/j2D+5+FkgkMnPaOpB8YDWwtJBFoNmSMJHv/dc38K3vfBsGZa+ejzdZq4MjQwKoc5/n/RfxxjL4pcAY3xf0yJHD2PfII0AYeMXtt6F/aCNq84uYOTyK/P5DONVYgJmkLD2K8WIBrRaTsFsyiCMIQm/+5cDWX3rHz7YCkLNUrjHzG9gfUKlWR/9ALzZtWodUOinvncqiYqmCU6dOY25uXoAZ7m307oubBoZHhhGJx5UPogPksnmVTC3rVbEtZS17YI/U6RJwqcBGGWcGNRne837GTANr1g5j5/Yd2LBxI7RwEIcOH5T7SZ0cT2zW0fzeKEEiz7eV76fhcu2aEoJEUJUABNdxQwuju28dOjrXo6Un0GjyJ7EO4e8mU1Vge/W/CVxwWCaSbw4kFcOdf3iW0iub3tqiCAmE8eQjj+CvP/DHiEYsea8W9yT6pJpxNAgUSOirpyDTNGX34Di45pqr8fzfehmyZfpAp8VXX/yKW0CCAV20tfKBVZ7Twnrk61P3jRZDMpCV/VXVsxx+yv4sHtesaThYk4JO/GpHR4/ixhtvkvfBM6lkzwnrkQDOyeNHUa8sSH/B/oa/Z+LsDHoG1mJozVocPHRA/G05JBDbHpEWkb3PYLKw9LL+XuTvT6oX9BQ6q+Tx6iihNRv3wpYC+OTfKqDI//hVwKoEcXof/pDouYZXvfUle7BucACdXT3ItGcwOT2P2Woc58omjERakuLrpYIwVmN6DsFWHhrlz7/CCkCumdeDrt6fVXCcp9DwgFXlO0zv/gYeeGg/skVbPEjjiRTSPLtDXNcNFLNZBJwatm2kr2YWp8+cwfTMPEqlijzX7J/5nHHtkpFJsJJnsz9o4D6eTqfkdVGdwb2aYCTPF6tKwgP7Ox2gf7ZhwuHzQuVGkf7RZQQ50KeXsdNAxAhj53A31o/0IB5mwVuTvisaTwvJp87A20wfHjp0EudyZVmLlF2xJmnwMQwptjatDlhzNwIhrIubuNaM454nf4axVg1x2kRFGIQLCSxev349LrvsMjzwwAPC3m1rS6FYLHqEI1VXCfmJNXpIFyYpexkCq4M9PVicmUJX0sQVe3YgE4+AfHbmj3Ao8sTYLB47fBR1jXZ3tAALS5/jDxOldgwEJMiT15S4R1QPwKC9iZdFQNyFa75gNRBxHTz/yl140Q2Xo1op4MSp8zIYu/p5O3HJul7osEXlW6oHMTZbQNf6Pfi3r/0QY/O0N2EI2RLCIQ3JCLHFMHK5ogCpPHNUwClfg6oJNQl05HkXQltbBgbxnmIOHakYLtu4AU61gFI5B1puc0+VgFLZs+gRrcl9qdkuetZtxrHxWex7Yr/0PkLxcqmaUPk3PG/j0RiSsQSSCeVnSzyqVKmhUrVE6Ws5JJQUYTTruOWqndgy3AvNpZqXdqltsAMa5oo1HD0zIQPwRLodNbuGhblpNOslGHCEmBGW0Tlfp7JsodqWzzV7FVaUdz1z6jmd4f9Tv+nXwOoFd9YHVv/rG5+X6cPi4jw2rFuPaMSQB17CJxzggx/+BM5PzMiDTJNvHvB7dm7DW978RiVBJw08EECuXJJCsoMg2dIiurt6JWmTk+/Pfu4/JCnc3/BXF+yqWV9hmfqbMQsIskP37NmJN7/pDYhFyaJUC0UknCDLIgDbCeCfPvPvOHjkuExo/e/3mwMp1F1K7FWaq6RlNmzceMPV+P3X3g6ORAl05oolZAsFxJJMObRRKdRx4sQp3PWDu4V16/mdS3DUb9/2Erzy9peh4VQR4WTD843kduO/N/+9qoLD9/DiBkODdzaxZIQpkIMbZqVck6KpVCypZPOWi2SSLF1u7kW0d3bK94a58YYIrtLLsYnFqVPIz58RSUTBBvo37UBTT+DRR36B+3/4Y0nfU+/bA7c8vzhJTPWALr4/22mIubg68MiS4b1eAZ/kdQZayGztRaMzjqXcPJKdabrcI1ixEdFNVIpVLJ2dRXOqiFDZkeIoYsZhNSwUwxYSG3uhxTR0D/Qiko6JOT8Loa6ubhRyWUn3jEVMZHNlbOrbgCM/+jm0RQJzmmzoZOPx0GajtcLOUdeQP4teTU6DDGIXL3nxi/Dyl96Kvu4eYRbxECCoQzPs/fsP4eOf/GcUSjUEA00EXRudbSY62mO47torcf1NvynPnkg6nKakIX7vrh/i4OHTUhyyK+NzK4wRgjRksvigdcORcCd+jQUEJ7cyPGi5Esq0adNavOc9/xuDg/1wG024jiv+gnxOjEhSJc4HmyLd+9zn/h1fveOb0IKR58xYXbd5LyKpOPo2daHkusgW4tL8uaVFOKUsUmYIumvBtsrCkiWzrZYvC9jFqSiLaMohmZ7ckAbFa42bdcRiIaxfP4CF6SXaXGLn7ksAzcb5c1NYmq8jn7eAkLe+xbiZbAmB8dDSKP9ig+BAIWCWAiK9Inm5aPQKWAH0BKQkE5Im8ix8CJiH4cok2IJm09uU9go5BI0YgibDipREhLoTMmGUZ/AyevRL5528Njnevd8niLnyjVKfI1tkFejE5kyPe4U72Zp19TrFI23lx68Ilr1iftnDS4EhBGDFc5VgY4isOJYXIUR1DYkIEItoqFsa4tEm2tqjSNQ1vOwV70DqtbdgAU3UbAcW37sAQCpxm2xpYXJw/xFmtmL+hjwQlTicQNe8NVKkszlWTTY/FONTsThrJIR4hF3fKVGGRRobaTKF1fekEl0eQVnJvyXZXMIzuAsqoFxxXnwEXcVJCBuHDST/blqI8VrQ8/jAWZS+8QBC5Zz4NkU1hhiFgLKD81EXp97ze0iQQQ0XFaeOMhqwCKxwz+f74U9v1mE1quL/5QbCMJp5aG5IGreWU1MSx5aGRqOAGq0lao4AEMWAjYkHHsXkVx5AptbC26+7Fq8eWI94hABtHq2Yg0jviAJWjTgRFwQZgkUGu678Z+VSyjNO1m9d1rxmEfgtCgujmi2huFBBo+Ji49/9y0XXXwRW1f6ngqj8c4fbvbJaUB7HZBqxkWU6/djkNA4fGMXJ42cxN70k4Kq606vj1tRLUefXqmGH9wrFKkjRVmXY6SegCw9b0wXsIGuTAA99Pfm6yJRYO7IZQ2s2wQ4AjzxyP55+4hFYtaqwScQ2hlYVmoG6XcH6zhhu2T6CgXb6A8si8UBf9YAqWZxndOo9U9LgePdT3rvvt8evr/LeE9K1eKUqEFYkwAQOuFXLe2PglWLyVlyGJjoih6vWVEos5dKtekt8vOgFS3/YuK4haUYwkDCxJR5GO33NU+0Yee0foXjpLhTtElpFdaaShcpzjGevaSqZpH+mcaEJ+49sNLLqPI9VAl+SvO3wexQg63+sBjbl3ohCQq07DhY5OMwuLWB6ehxLS3NwHctjxRG8Uddz+VqtAh981tnqn/+rfudqBipf35p1mzE4sgVBjSAmAV4FXijHs1XPll/7eR6r/u/jvxDAmd7/Yrfk+bd6wCtrIcUwVSolsnl9WTuBfDIMG/Q0N8IwQhHkF7M4c+YA0skMBgbWYG5uBvPz09h7xTWIRNtQJ7vJe98+s5H1mAK9FdAirC/ZX1vA7FHMjv4MwUYWEjhP4MoIoRWJCJPf5AC85aLcrEmdGgkEsfP3Pn7R65vf8K27fvhsxirZdvzD++a4yC7kBODnmvvZAz/B57/wb7KeyPIeHB7CwGA/enp7RInkr49feiGS50ObDw3VWhXHTx7BQn4Gm7ZuQnfvJsSZEh6NYfRnj+KxJx+Ta9sgC5Bno4S/ev6OjaY45qzQJVb/pl8Or+JXFXOWHusMPY2iXq9I433ppZvR19+rLBksB7lcXuTHp8+clZpZWPnBAIYGe7F9+zYsZXPCEiW7a2ZmDotU0dEKhkMzzytXfNY9BqgvYZehkthqEBAJiI8q+42tWzcjapjYsWMbBoaHMDE1jpMnj6Fh1wVAFGVRKCSsZMXiV//b1cgqJ0CVVGC1V+cn+i5BV886OM2IkFZ0htDpZJWzadcU69VjdbPXkvqSpY6uoZDPSYDWMkO70RJ1C2smQ4vgsYd/ho/+9TtgmhYaTVpoRJHu6EFvXz9yc7OYGDsLLaBeM9mFiWhc3sfm9etw++vfgKVqDclMG+Ip2js1hEFOKwAODAissj+Q/ZGA5ipglWE6MseRG8l9VIE83APqDVuGmMxG4P7ttKpYXMgJg+76a69XPtbiVe5C16IYPXYM6ZQpTLL8EplzKkjtq1/+MpJtKTiujekJKqJMIRtIQjrPNaGv087HUBog7wzwbR98pqYKSvZeqxdiKnVHCMIeFEUNJ9SipFsp3v5fwKq/Z/DeE8h6Lh9vetnV2DLYK1Zc7A+C4SgeP1XC4Vmge2AE7Z3tAs4lIw46EnWgmZUaWu1Jz7YC8IHVZytD5V8uq/b8oYcMqdDCwlIND+7bj0LFhR6NIdXWjmSqQ3w1uTaosgg2axjpS2Fy/BhOnzyHcsVGPBGXfYhAF/sG9kzFYt4jlihFBvdPyv6pSuRQkP0QP8d7yD2bIcwuQxtlww9Bo68vbZqoqKyVUMwX0JSeTooMube7hzuwaV0f2uIMZKWknCxp7oea5Kw8fXwcB6YW0ExkZLAepf80z03aipgGInpECACtYAhOKIauuI6hQAP7n34cZQ7jNAOlSlHOTAl8C4cxNDQk65u2SkUyRlb51PrnJq+V1GEMPSPxJBbDxpERlPIFjJ8fx+bNa3Hz1VcgQ5DXqqJs1fClHz+KxWoVLn2ZXSAdM6Uf4tCjq6MLsZgpgVGGroOe+QnTRJpWHwEdS8UKTk5MYJHKp1gCbjQivvVk9P7Ob16HjmQY1UoFDYdDt7AAjbRbsltBnJqYR6ZnDTIjz8PffPILmC+WUMiOAc0iQlTLRYm/QOodbnWisDUj6OpMoa0tjngsjrXDQxIi2NXVKUSk7GIOtYYlORu/eOCnODF6CPF4BLUSA1uJmytvWNbDvGa02lvI5XDb6/4AXcPr8fG//xRqkjVTQbHAUCpl00WLtWXyGrN8ZGAUk7opFk2o569WQT67CLuUxZ5tG7Fn60YEHQ7J6sjXg/L+crUGquzp7aawfQMhRZ7gHkKPbKtaxfzcgnjrhjRVUxMHo3qQoX9hLYh9J8efyxL/H/s9vwZWL7i1PrD69f/8jGwYh48exg3XXgvT4FRbyXNrVhMf/PDHMDY1L3J5SU11HNx0/TX4/de9SpifnPJR0s3JRtkqijdGPptFKpmSYeLkxDT+9fP/iWzOk0mw2WmqSa9vurzaG02YF568jQX1rl3b8Na3vFnCK0jRZhNHMJMBRfRHqjst/PP//XccGj0pwCqLI04Y1ManGFb0PVRptkq+Ql/LrVs24I//8A8QEcxBw1KhgKnZOXR0d2Exm4Nda+HQ4cO47z6mToqeVX4WF+rb/+QtuPGGq1Ct5qUYEghCAnkYAMYCkVMWP2GWU2JCMWxelfTXkuaIkx/FoJX0UErmKUfTKP9XgDWvBROGC8WCgK2cHvI9hk1DJnDJqIGFsaM4f/xxCQCpB00Mbb0CBSuI73/7h5g8cUakS44nd+JGwWKG0yOa6fM1i3SeyY+tALp6O0VyLywz8ZEji0Axcnm41Bo1tG3uR3SkAyfPn0Cyux1aIoIIJU4VTpg15MYXUDk9h+a0ujZMFueZSGA1tr4bWjyE/uF+BCQcRzXhvX29KBeLmJmcES9GJlGu6xrG4bsfhZHnoelK0iiLPDJsOc3zPeX85p7geSbThptuukGeS7JQX3DzzRjsG5TGkmEVZAHqIRNf/srX8ZWvfRcBnbKDJuKGi2uu2IZWg2brNm57zdvR1dklqbmkXkSicZw8fQ7/+/1/K2mXbIrJFCCjVwLfZANWzQEPmN+9/Xdw6datYuJfLpVlsksJsCo6bFy593LEY0mxyuDrj0bDElqGVlhMy4NaE3o4hI997O/ww7vvQShsYmkpd9GbMz1WR7ZdB7gVBI0kmnoawbYU9HQnkJ9FIzuFSMARLxoyGwnWiz9WpSZAi0xIxSuTABkZAWwyVUI2J7JB2Ni0YUianvm5PPqH12D95j5MTk3hxOiCFAQM8FHhTpQvKjBUWQBwfdCPlKFSNNvhtfY8WUW2pIJ0FLfTC6iRdk0x1/gz6FNGZmorFpbJtWa3hLXqNAsIxjLQzDQcq44WGRtkxAR9YJWMC7LQVphuqkhVoUzKO9VjLUjF57NWWXQ7ClhdTgcnxhtXjL8WbQ/YvPDnqibt2W2lKnB9Wq4CPdkfctDCa0Rf1CBcjdAuYc2wFNtJk8UhwdIECmjAYPlnO9i2aQtu/eAHkd6wFhU2PrIHqb2GbC0FYyhLFnreaWSi8r0J4MnPK6dJNkYKYFWeW7RLkCsesBQMwuAyCc5TnrDSjHgMtUCT7F8FmLJgz8Q7lRWtF/ot3+I1KYKN0QNZ2EnKm1JCg3zcmqCF7iKGJsx6CPlgC9O1c/jeP38cEz89iKgbRVqPYSCewbqwCfPKQTTe/lZsDrSjzW2hrgeQpdw/qMGQKxiAzSFIkOCwJ6sUzJtfU9JXBfMSyCIHuwVHnoEATIJ8LeBYdR53fvGfcO5LX8KfXX8zXrF1F0yjhZhTRFUvwwhloCUy0GJpBCMmJ0VAOKIUBWy2BaP3ACWGdXFvsovUjMGtVFAt5pGdnZfie+tHv3DRa/w/vvIJpWQgPu8xw+WWSYik6kXk6xykkU1B647cEs6cPIdjR87gyIHjKOaKwoyiKmEZRF31SlSCuz+YU1RP/5xmE8p9mWucewWvHffZmK7BjCaRoK2Oocnkn762vV1D2LB5G+IdnTh+/CDu/8n3kFtYlIELOCxtBtDSw6g3G0hqDm6+dC0u6TdFjaICGygpo9yO5zoZFM9mF3F/Uo29kvguD215W8UigGebAi4JBkl4mmc1Ij7BLgd0TTmjK/W6gArTNZ7HVG1wTejQwkwWZ/o3PWHDEvJCn3AmzWfSbUinUiLLdq0cUm1JXHnTa6EZPXCtJdSCjjShXJnhUFjuD5sJvlYONtlw1jhArFVlyEnmGwd8Ip+MmpI4rIbOykNxNeDJ/+1LL7mPK7Bd3dGwFpYm2A3YKBUWMTV1DotzUzKsZNCGDAz9PXCZReglYHug5upm0h9g+9d3dQ3Hx6AmGYI6UukuZDo7xGbGMBjGxWunAEvleeih9tw0+Lx61lDChguTP/Jsr0hhOVls4lWD5XvO+r6hZPkGQwFRydQ5LAyFkIjFxVuaiqloJCmhGoXiAvbtewD9/d1Yv2kHXEQlaNMHJAh6872F5cxQwUr+dSdzOHfwR7DnTiJiUPFiQOO5Sb9mMyb1KSEeOU81MuFsGEENO1//4Yte3/yGXwJW5SxVnDnu4QRWG3UbqbiJJx57BP/8z59SjFYtgO2XXoqRNWvQ3p4RxjPX+GqCgx8IZjPNnT51YmPkolhdwvTiGCanJtAeX4P+ngGEowk06g4OHDyEbCEnQ4EE61w4sIMMDaWHNlmEylbqV33Iub1KpbZCQFCqgVQqKb7QtC/ZunUDhkeGhJ3N7yEoR/CUNkw2g6nI+g5r2LFzuwyzswtZdLZ3Sg0+PTsjnn2s8ZoiW6f3dgvNBp8ddf4I61LeL4fuDfFCZUlAxiz7jO07tsqglnZIa9atQ76Uw8GDT2NhbkZ89slo4vUjY4u9ke91bMRTwlRlTS/Pp/QzOjrWXC8hVRyOSI8jwU4aGvWGfC+bfb4m5fnKIGAF+vHfTk9Po7OzUxEfWo7UXFxnZJc1LVeA1U994n9DC1bEt3DP3muwedsuAXRadh2njo1iYea8BEoSrE3FEypYFU286g1vhhXQ0NXfh0xHu9Qj9UoN7ak2CY3h9VTAqsp2YB9EAI9DDRIhHMsW8gf9eOk5yWvR29+HSDwmgD//Lc/Cpksl0wTOnjmGa665Fo5NKxcG3HC/I4HhPDZuWiuD01CAFmIkd7j427/6P0h1xNDZl8HM1BiK2TzqBdqdsCfgAAzo6urBxs2X4PFHHl4exKwGPf0+wR8aC+NVvLVdxFNxRIwYLIuSa9aJPDdXSCW/DKwqdZ+cs56Ug/fsuQKrb37J9TCaNezYsgGX7b4UdiCM+w5O43wxjkS6G6lMEvVSHqFWEWmzilCghEDAG9x6VgDL9dgFjNUV1qoCVkXN4aHLKr+jhXzRxv0PPomFvIVoOoN4sk0GgjBM1MsVySzgYD9pNHH44C8kAFPTlfydyfQkW3GPYzL8siZBiCc6EsmkrF/uvcWCYnlyj+bzLn6r/B7HFmuKOokmugEtlkSTQxZDQyGXFwBWrVO1d+wcSGDHlhEkDRfBZh1GMIS67YqHsRY28fTJSTwzuYCyZkAPm4iGwqgWSwhGQtKfJSNxWK6GMrGEZCf60yYC+Rkc2f8EqhULmc5OJKImanZFagb+fr7mvr4+GewQWJXwQG+Yoq6jsvOiopVcq43rhnH5zu0Y7uvFiROn8f0f/wz5Yh6veOG12LNxAxJmGLlqCZ/5zoPIiwrFwJruLqwb6EE8FSGlFaloHF2dnQJAMoCRKmBW2lQbEvReKNfw4BPP4OT4FAKsOSUwuoFMCHj+Vduwc9Og1JtCaCFrnjksegj5qo3j4zO48voXYKwcwyf/5WuwSeAqnEfLzglKwYEGLe7yRaoXdVyyZTNe8YqX45Zbrsb6dUMwDfJuJbUOpaUlTI6PY35mBlt27IAZS+I973w3Dj79FNrak2jWiVsQGKa/akDuO73BLbuGWDqJd7/3A9h9zQ048MwBwR5KuTzu/sk+7D/wDGbm51CpKOyIiggjaioffBmE09e5BTMRRzqekgwUq5TF5rWD2L1tC5x6BXatglNzeeSqFvRYHDUPQKUiLdWWQsmzZuKwqaO9B3XLwZmzJ5HPzyzXQ9y/hGzotrDEwubXH8tX4NfA6gUPgw+sfvHLn8LSwoL46mzfslWKfcoIuRGWq3V84EMfwexiUVgT5LQQFH3+jTfg1a9+ORyZ3DIxLoixqTHx5lszMqKkoI5ieBw4eATf+NadQtn2Gx2/KbvwwFrdKIjkpdnEtu1b8JY/eiNMekQx+VqmwqTbK4iC05h//dyXcPTYKWlsWUiz0BE4RtiglBE0xHe0ylAbEvYbNQx3ZvCKm65GqFFFS6e5tQFXN7HYaCJP4Nc1sP+ZA3jmwEFhjQhc0XLFd/JDH/pLrBnpk+AeBf2odM9lL0mP+cD3KwBp0DP0F2meZxvQaqFczwswHQ4R5CTQRGBLGWaTWemzOwiqktlIn6N6zQYDLdicdLS3wXaqmJw8DytfRHtvH8xMJ3KLBXznju+IbIrABTcRHkjhiFRpMtHn5hYyKIswpUnlIRgWbwMCKOrQYAPjN2vSdAUDSAx3InFpH06MnRKgrK23m2RmNEt1lGazCDV1LJwcR3i+DjMclXtOAVFJd5BY0wWtI4a2gQ7oDMehPRMCGBgclHTbpfl5kSzNL1rYlO7HmX1PQ68qKwIWviw0+bqVhFE1gmLq7zjYtmUD3vxHr8OOnRuFfTk3M4dyoYZosg0zSzmMrBlGggBro4V3/tnf4NCJs4iFXfTHWrh+5zr0pKPSeE7NLWDj9bdh195rULMommBDGEK9Wcd73/dBHD58ZLmZ4+9noSBedwy1cNm4aXjXn/4vbN66FS6YzqokXKubGfkemZh7YJ5XoEmzSnBNUz6yDz30EI4fPy7ymXvu2XfR27kAq5deAa2lg/ApwlEEhnugpdPA1ALc7AKCVl6GFGSOisepyMyWx/oCT1Gmw3vNhsulTw4LUgY06QH09FNeomN+voBgJIrOoUFUbQuLC1mRiguVVVhl9H4kRVKTQYYKlOLXGjItlMNLPWQC4op3g8f08EHOoEtmL+nXDHDj6woBXCdGBAGGwAVq0GpkCLcQaOtHMKzBrRbQqtdEWsefzXAhFgoMyhKmCJtmuRVqAKICp/ylvJIM61/8oHiz+qFUKgyBjCzf/kEhaaxXCT4rEFgYExdYAvh4gg8dL28efCUMkCCzNAjEQrqkofMZtOpl8XvTAwaySwXUdeDlf/oWXP67r0SNrF9eF5Hc8Y6SrabYoCr8SwnmFI9RxVWJTM8Drgk8qpeoprhyXbwuRNhiHramfqJinHoGDc9qojsSnQqIkN+50l77TY5876rPLz/UHHq0gqi3gBAn/k0DOdfCk/ZB/Pt73w/rew0JiQo5LmJ6DNGoi+5tYcT/7lV46cCt2OLoMGm0r9fAGCUmi/q4ts+wXakGVOPvvxP/Vao710SsSWDUkYTvGd3Ftx//Vzz+iU/gH677TVw9uFdCxvRWXuwGaDIbZMEYjUpD0IokAQm4Cj0LjBTZIuVxHCTYFaDWQKBShl3Jo1BYwMzcFHa8/ysXvcZ9xqq/v7DZlvNV3aRlAJTXn2ARwaNsLodypSjBSqOjpzB69AwqZQauqbRwn9WtZKcedOmxN1ffR143kf/67FVvDXNvI4MvGo0hkUzBjMdVsGSQIRZpbN20Ez1dI1iqZHHvQ3fj2JFnoDV45hDwF92HFOxkJPV2duLPCVetAAAgAElEQVTFW9ol1EoIg543L33B+ZyLY7jvi7os3WcAnnr+1R31WPPSCHhBawKiUvHCdHMHltNE1W6iXHdRb7RQaxIuaiIQDiIaSiIeM5BOmIhGImhLZZCMpRFNJ5FIxORzYT2KiGYibLgIh7nf8eysYWBkB9p6tqFqc+tzpCHl9eVZb9ctkXQyzZhbhQqGoVRfl0Eb/5vMTFr2+LUM3w8bWtY5vjxe9htvr/QfoJWGeuWM4dcIRMgwF0wUpsooh6WlBVRyY6hXbDRDjIIII9ikVJFec2GgyQGLYr1bgRqcoINonYzMhjTmHMo2HE38UKm2oKyZQDufNwWAqtdKRlk4HFVyfDaBQXrIeoMNGVYSnOJeFxHGH4EbMud8lqWy/FEhq3x/bHb5b3ie+rWKsHx11no1VBt1UcRw8MtAPj0Y9wLImuK7Xq0WceToYfR0d6K3rweOQwsSVcspeyD+3LrUQuEwixzWHQHkckuYefxbaBVnYAY5DKVuUlk/GaEYwoZikS0zkNkMOw52ve5vL3p98xu+9YO7lEek5yW//LO5IIIBlLJ5WEVLwLyF6XP4yAfeh5LrYH06jqsu241gXxdyjQZMy0bTu4arX4gEm8rA3VtLHDCJt76DI0eOYm4ui7Vrh2HG6c1roF53MXrslFKJCJsoIKw0WiQJkCbP17M/VkCuFfUWCRBia0Dlma3CWshYJTNqbm5OAmHWbxhBMhUTlpF4eDuuSJFnZ+YRDmrClhoe6RNgj3Jjgu12o4XZmQXxfqTiSNZRUwVTcYMRVqlvDeBZSVGu7/cfTLpmmbBrx3as27BWPCd7e/vkfR45cggnT40imYwKq9YPQmJoD30yxWIryvWZQITDoACveQxaYhh6tAexeFKFSXIQz73WC+nk9fMZ6CRXKDCfYS+GWKwtLOYk0yCWSmBybgZ1q4qhzi7EQyFJ6KZ39kc/9A6gMSn1Tf/6jbjs6msxOzOLM4ePID8zI+u1FXZhBOLSP2QCNXRlujG443JEkims37QR3b09wrQmkBqL0vubI0qgatVk2ETgjDUPAyTHx87j6OGDOHH0iBA4rHpVyCxt6Qz6+gaxZeulGNmwAbFUSqlxAkFMTk/j/JkzuPma62R4xHqMlgX5XB7TU1PYtHGDYrX5A1wN+Oxn/i/yhXls3bkeusnBVBHZySIW53Oo1Bw49Qa6+zZg87ar8PBPvo4QVQUMQuQzHCTbkUxgDkDUBFkLEhTWZSgmLOFQWJiIpVJdAoGV0RPrYCoe1JOsVDUr8nbpXT1etgRiBTSUCxdv18Wf/btXbMBQfw+uft5lGBoawEK1hSfOLGB00kbYzKCnpwuhYAOmVkZUKyNMlZCnMBJrPYb+0adXyrum9Mdcy6vVBmQMC2AcUEN1ntEERHnOsm/5xVOHcPjEJMxEJ8xEG9raaaGWQKFio1IuoD+joZafxKGnDwpYyR9Gv33uj1RvNB0O5D2Fk+dZzOvVlk4hmUxioVQUwhYBKhKieP24ni2PFSqUABluB9Gk7D2oWMQERGvVOjQyLlm/1yxsW9eGHev7kDbYK3FArwm4z3qB/exSPYD7D57FYjMEPcrBZA1WzRabPVoWEJCzGYSUSCDd1i5KzEohi6mjBxFxLIhHssGhCBUTyiqIrHQOcggI0ipQVHMe+YLrhZOYltVA2LHwe7e9CL/9GzfAqVUxO7uAxw4cxfce2o+FQk0k5zddth437N0p9+hfvvsQCvkSNg324Heefw3WdHcgqJuyHzIgmGQW6Qm51bsu6tWq2NzItWs2cX52CRPzOSyWqjg9V5L3lo5FcMXmYVy+aViwDlcLIB6PwghpMhw+P7WIejCK37jttfj2fQfwtTu+KX2ZZH3AhsY4KLsm+0CqvR2vfNUr8YdvehMG+rrhknzUtFAv5lAq5GUIHTaiqJHtOb+IqVmGtNI3F/jJj3+E8fPnJew86FjS77OXZBhoe1sc4YiOF774Vtz+mt9D1W2JSqBRKSAaCUGLpwXEHp+YwrlTZ3H08DEcPXIUJ86cl3BvcvyV/2xLSCYxw8BIbw82bFyLvv4+lGpVTC8sil0A2ceq51Yetb7HMvElXmeG8/lBl8lEQoZmc3MMGssvW9eRZCW2Skuzz+kM/5/6Tb8GVi+4sz6w+rFPv1/k55TX93V0oTvTiTR9LII6iuUa3vfXH8ZirrIMrPJBfv6N1+P2239LmA6Swh5UwCrZrpm2Nli1mhQV1bqNB376EO69/2Fhh/gfz2KSeJ9kEeEDZitsCBc7d16K17/+tbAqJWHbJFmY0DSdfh0Md2gCX/zSf+Lw4WMIm6ZIqBPJhPh9sEVj0qddr6FEU2KrLuENsYCLHevW4NLhHkTQgEZAke+jGUCOYQCWhf3n5nF+YgqWwyKTh7GyJhge6cDffOgDiBhsOhm2w8NEeVb5acz8vVzEBFWZHMhijwcgX5tixakJut2oCJARClN+DzRY+LqWNB5kViqMxDvcJcFbHfIEWVXYFT+jPBTJrOF94Huo5Cu44ytfxZlzZxFJmGiR7RYMyPWRSTgn0vU6StkyDDZ2AR3VEg2+Q4glYgLs8f2KD6KX1Kv69BbM/jZ0XDaC83MqiTHV0wk9FEDIAWbPTMJwQ8idmUZHPSQpjGJW7tgoaTaSI10wBzKIdaagRYIIB9V16h8YEMkHJ1WUbExMFbEp3YeJx0cRorJafjeZKmR9clqrQHO/wWDR8LY/+gO86DduQqtVhRkKoDi/iPOnTiNbqaFlRLDz8iuEDXT65Hm8410fhNOw0Z3QcMOujdjQk0JMZ+Gh46mDR9F3xQvxwpe8HOW6gzDTyTldder48Ec/gaf3P71cAPuFi0pTV9IJFtx//hd/iqGhQZm4E2C7sPHl6149RODX/TUhV1lkcQpcVc21g5e97FUXvTcrYPUqAc+aLKjCMQSGBhBMpoHJWTRzs0A1J2nsBBnJHKXHp7w2eY1s9leAVeH0eQUFgVV67orPnxsByb0OG+hoCi5TlgV8JW2JsjLlnaroSZLmhmCwBjj8mgJeWfMK5MemzAdWl5lTHpApGiaPpSXAKovikAxEAvW6ABmBellYZYHOAZkwutU8WlZNgYXyPays2SSTLUs2xWp/Rqle1P2SpaauwcqH8jgSqEYaHwLOLBR8/14voEWtUgmwWobv/p/AqmIuyx/+XPFSCyIcCCIW0dGeNJEIG6g16TPlIGWkRNJyfnEaz7v1Rbjpz94JPR4RNgKLU75kEvHkt3vzHt5PAU95lQX49OX/EvulXq/HWpOvi++rD6Oqok4aCB/E8fzp5PKsAmE74p2/8jldDfT8tw8yn7eAA5NMFVdH1q3hQO0U/u0THwE+X4MbriBQbQBhTq0JwJZQe9sW3Panf4FbY5vQyfFBQBNvV9EGXADg+rfAB3zV0+g3Tr4U3kG0FZZiO28DE8E6vv6zT+P4f3wen7z+ZdjTsQOJaAxNvUiEB2E4yk/ViCDI0KpwDGAqNJn6MgDwYFs2MLJIGmjZVQSsMqmKsCqUls1hbuE8tr374oHVr3z1k8v7oFxjD9gni9QfLvJ6cw/hXswzsFQpi/qD+8vszBKeeWYUJ0+eh2urhn91Ei3Xm/gUX8Bi9PcIcpvJ3vD3NFnHwg4mQKiClmKJFMJRU9YqG5R1w5uxZvgStIwQnjryOB588B7UC0WEJRhKca3FT9l1kYzHcMPWHsTIEGPbxc+LrY0XoEXXP4LoHngq7Fr+ny/bFk9x5cdKsMii+oG+i1ZTFDl1iw1mCw3KWMOasCrIcEzG00gnMpKO3N6uI8LAqHhMUr7J4hIGKNphFTkjouyviu6OPBKmjVDLQZODnkgvMuuuQiPaKYEuIdTh6nFZmK4ET+nildhkF+kNQlbXSCL39kIZfQDLtwLg5wni8I8fSLOiMPFtGvx9adUATxihynuXigE2Pfy+WnUBZ0ePojo2KmqWcCqNOleHrqEaCSNguQhZFuhUTVVAuOWg4rriC9/XP4JQKK5ALCpDGIrnMTwJfPIPXye9yPmeKcsWSybP21hAY595TLWUp7ARz1hv/xXpoM/08wB/AmT88P1V/ZBNXiuraaPCdUaPNQYGhSKImQl5DlinEVThdRsbO4fs0pz4acYSGVRqCnzjvsA6yLJqIo0OkXHteX43GhYmH/02CpMnEdFU4IZmqJ/LoRcbxtWgt39Pt7/6ry/6DOc3fPOu7yslFifYnt2HPBdcA6Egios5VHMqG6C4NIN/+vBfI2lqwoxiUOUCKRHhCAxRJKySOLOq8gAs/2+yEvkvyJLmtZqiN+2R4xI+MzgyKI1sNJbCseOnUcguCBGD15tSX5UEXvU875/9Vn1gdaXOUc8knwv+zXvH5yGRiAu7lsEw3DsGh3oF4KhUqsK6SqXSaiB0dBSRkIGtl24WmwmCOOqa06O7JYAGgVV68guIyudLyNsKWPU/+Lv99SO+oJQliyVRC8+74nJcccXzZL34w3Gy1R59dB8iJv2RyRoMqBC0GENfY/KaGWIYIIuZtUyrARsRxDs3Qjc7RflHwJJgGBt7vh5hvXJvlGEDiQIqWIzXJkJfygCwmC+ht7MXJ8fP4Y57f4CWY+OWK6/D1Tu2S411+ugJ/P2H/xwNaxIO+yPdQDwalz3fohUSecWtANqNmKy/dBgw60W87A/egt5tu3Hy7FlE43F0dneJpQ3vYyKeQEIzPYsYetUqv3z+fd/dd+Kpxx9DdnFRQB9KZw2uq3AYXZ3dwsDLFUpo6+zC3muuweDIsPSD0wvzmJqcwK5LLhVQw24RMFfn08LcHAb6+0UyzOeFLEiSZL77vTuxtDCLwTW9mJ4+j2TGRF9XStZDuVJGzW5AD7VhcHgbDv7iPgnULGtAnEBKi2xgDvX4vKnXz/vPBHQyDFm8FStNTE8toFBgqFJMjYxFtaTsUVQ/p4KbVS0vCJFHOhE/Bvl6IatYbhf78fW/ehsiYR0xk3ujhmLLwMnFOuarJmKpLk9FWEU6BhjBMgIOGdWKbs3nhKxnpX5iuBCJKASMbCwuLkkAEgdVne08y2IISv/Hdc8ANpJsOBzRMXpqHD9/4ihC0Q7Eku1oa6fySEehXEe5mMNITwT13AQOPX1IrCaE0s29VwYw7EeVKofPvBqAqb6FwGecg9UAFX4MWNaEFcyzWHpbYQ2T3aqUPQRWGRpEwF1AOMuRta9xiEFiUwu4ZvsghjvjCMMGw5zJdOV6pReryeFGsgv7RsdxfK4MRw+hWimKqoaDOO5rHFTEkkl09/UjFMtIn20V5jF58DHSNqV2o62W71/Od8bhJ68X+x8tzHuuGJNSIXvWPXYhh5e+4Fq88ZUvhVVawPjYWcwu5TCbLePRQ6cxNpOF3mzgN67aimv37sb41By+89BhuLaF6/dsxy2Xb0OSVlSsXl2GxlnqLJS4Bg76HFHg0SqAgcSkeBAGtRDC2fEp3P/MKbhBHVFDx9bBTjxvwyAMDqw0lqcMcVLBU/PEc+LteN71L8Ad9zyGBx/aJ5/PZhcQoOKuaYvCjTkfb3jj7+Pt7/oTmIEmqsUs6rWSrFsZnFrKS5cgPDM4vvqVr+GnDz0iz8x1192M4cFhPP7Y48LwD6MBx2LAFpkTYWzbugm7d1+Gqm1jen5R7Kk2b9qAK/bswq4dlyLT3SsWdOzJ6YlbqdmYmpzEgw//Al/+yn/izJlzsi+nokns3nUZNqxZi0Q8Ci0UQDafxbmJcRTrdelLOSjjM8bzheeMYDGGIWxVDgM5HPDXMPdcrhP+G4a91moK41IsDXpE/9oKYPX+9mtg9YLd3gdWX/nmW5GIJqC7AezZsUvA1bgZE2A1V6rg/X/1YWQLNeVnKM13AM+/+Ub89stfJE0igTzbdTExMylpnfFYVJKao2ZUUmm//s1v4dCR414bvxJyoIod1eivAKleQ+9Jz7gIdl+2A2960+8jnU4I+FOvESRReAW9QDhJePqZgwKCkjnR1taGRDwuhQoXUyFfwNTUGGbn51EqZNGslrFjZAi7N65Bq16SpHZOaxyLHlUxWG4T2UoZT0zM48joKTQpkRQpUUhCJ2665Qq8653vgG2zWPEYJvSiEVme8spcLXVigSJenTLJV0Wt37hyik5qvhmJL3vMsQBiod6iab0HdBAElaGYSLEJgikzdv4Rn6KWq4JiZGAZwPzsLL74pS+iWC1heNsIor0RNAiQMnkxkVZNblDD4XuewMzZCeh2AKGWJg1lRCZ8lBGq9yKpxN5/8xA0uhPovmIDZnILWMjlEe9oQzxhioQzNzkPt+KgMVNAp2WgabN5tVGxKqhoDuJDHcis6wOSIYSiDORRPqW9vT0i+bBqlkwEz56bx/pkLxYPnkHYVgwStttsoDlZ5jX1JYB8jbGoife8663YsWMrUlEDc2MnMfrUE7ALeczkcxjcuAWXXXcjIukufOGLX8PXvv5ddEZ1XLGxDzs3DCGhuyIXMaJJnDo/CX39Tlx7ywsZjyaTYDHYr1fxqX/8NPbv37/s6+bfaxYLlNG5VhNdfZ147/v/Au2dGfHyNY2YV4x5/DgftLrA1241o1UBxkqKzw8W3i98wa0XW6/BB1b52DUl7jyKwJq10JMdcMcm0MxOA9W85wGp/Krom8yV6bX6yh+YDZ2AkSoRXtiYglKpdMgATEA30WLYQawdbpAgiArsAdN4hZWknn1psDiECFYE2CQLXZh8HvPbFX2j/L9lsEZoZn5okhfg5pL9zQZdAkYiAA97hlTVq+Jzp3cOo0UT/WoBaJCxKjHS8j4ClJgy/IpyL6IAZMeJLH15yfkJPsoGRL1y5Tcq71l5QjHllxISMr5V0S1Cel/bugKseqFAzzqQliE91mUqaZrAMgsa8UGjd2NEl4TNdMxAezQFh5LLGqfeBkLROBaLWSQ2rcVV730XOgf6JLiDQLFcYwnCULCuYlQojE+sbr0gIrkPAsByD1ZBEcIS9liuq5mePtiqCeigmK4XfvArZKz+0ucvADhX2EvP/hm8ugG3CqMVhq2FUHCrmHJLuPuB7+DYn9yPYC2KajSLYKmOQDCBZiWAevc5dH73L/HHl7wcl6EJoxlBJeCIU64P5sr7WAWQE3zlh+/2qK6RApdpGWLy9wdaKDoazqGAL/zow5h/5B586srbcWlkI8x4FNAqsF0bUV5zno3ifR1GgKAqATOyjgg4eiwzYeBIB2kjQOm1+KwWYNXmUSouYmF+Hlvf9tmLXuNfu+Mfl/cXKR5pryF+tZ703ZPd8v0pcEAxV3i/SwLqVjA1NYeHfvYIDh8Yl+eOjDHfZ1KYVWx+lq+Rtxq8iQOfAzZTqyXpXAch756zgGWyLlmrHOzxd/d09GHThl2ItXVhtjCHH//kTpw7PuqxopWcnUDNQF8vBvr60NcRQX52BtnZaQSaSlZG/1OV1bTCaCSAqphEzAdTgZEiF5NBJNctUJfhDINfQoiYMSRTafmTSiYkqC+eTCARjyEaCyMa1YW9EApGAVDZEYFd4hDRQD1fw8GDiwhpNjZvcrD9EqAzHoBuOQg0qpihhG7NNei+5EbU6twbGnD0JvSlIFohAl0Sowsj5oGMDMSqK3CJ14xWMGQU0f7H96STe7GKacf36lvi+OCQlEar1ptfWy37p9LOYFW6OBts/vN6REfp9Bj0n92JvmeehqUZmO1vQyuVRJG+l+k4qmTwNAyEEUI1zKFYQIbYl19+HRKpLlSqjrCYyCT01QYCmkqAJ+sU2kCpzYe1DBk7SunDf2OJtNzfG3ymGFks/PAtAPymyB/Ciyqooa4Rfw9DRciq5MbWEG99F26DLCmqcxRTkbUYmbFkCbJhGhs7jYZdwdoNm2UYStDdNwklA1fsEhj4ST/BcAiVcgmz++9FbuIIwrTECWoIGS35+dx1dQ6NBUj2rFO8Vb3zNc+NsfqN798pIJIKI1MhqgKseozVSr6ISrak7KTsCu784ufQpdfR096NGfpVBnToEXoKajAl3EuddX7QkDovVPgdax2CJBzUN2xbGubDh46h4dTRP9gPI0ziQgoLi3mcP3NarCpUDUZv1Ppy6MqFz+F/B6zyWeeH+r1NsQLo7+8TpQ6vYX9/j0jf1X0Ny1rl58+cPiPW1Xv27ECNw1SRdqtAM1p+TU3OCgDL/kDAXLHnUWWEP6Tw9yzxLaX3tbef8ObzmWKuwabNm9Dd3S2vj6SRjq52jI6O4tTJ40gmFUipQujIWFVhcyRQ0NuRgDztkGCksfV5twBaQvYi9igEehiESksDDif4+wgaSx1CX0dDAf/hVgDVFjBfreDp0yfx08cfRa5WlsFV2AliY28PXv3S30JfPIP3/+lbMX7+Seh0H1Bpe8IeJlTOoVaj1UKyqaMzFcXlw92IRcO46jVvRqJ3GEcOH5KBFoFVDlboj0pyTMZMyj7EbINsjn7CTTy872Hc98PvirUMfQcZmpaIMcBLk32fg8doLCEWAnOLWbHXSXe0o2Q7iCY5gHGEZc3agwG2rA7bMxlhKxcLBWGR0lO2Tm9Jw8DSYkHk2fSEPX/2DAKBhuzPA0M9GBzuRsNlCFMK7R0bcPzgvTDNECwB4ZRyoy6Bt0HiRfJcy9nIgT6fDT4PiRgKBRv5XFVIFBozLITJ+WxF2YpzsDe0pZUSswJkPwVyi1MXfX7zG+78m7fJtSSTVo+EkGsE8cAzp+EYKWzetl1UEXaDNnj0jHbRtKoIyHpRdgXsISl5qJSrOHN6SiT5AgwVCsIkZIhaX3e3DDVJBKDVDPNKMqkEbKuOdHsKYzM5PPyLwzDj3Uiku5BuVx6rM9PzCLg1bF3bhigq+Ol9D4qnp9TRAoxS5UKgVJW9ioVO6zjuV0FhMXNdbOjrR7lew8zSIuqi8tMVu90jFBCA5fcLAYvvhxYjrK2thrwHqi3tSgkjPZ14wWXrYQRsCWUjqFqu2oiaESTYUxJQb+vG6FQJT52ZRbkZQKFcRsxUKg+CtDyCEuk00nzmMsPS9xhWHq2Z0yhPj6FYt1End5MDV9Y+3G/p0cyhDZ8bhqSK/zfrCF3ClWgv2Blt4QPv/hN0x3UszYyhUMyjaFnIVxt49JljOPb/sffmUXac9ZnwU3Xr1t2Xvr2rF7X2fbPlTZYxxhsmJjGECQRIIF8YhkxCViYwk5nJ5CRhvszMdzL5zmRhgLBnyGIwYAzBeJexLNmyJcvaWlK3Wr13332tqnurvvP83qrulic5Z+T/Pg59jiy5l9t1q97l9z6/Z7k4iwfedhve9857RK3y6OPP4vFjZ0X+f99tN2A4E0FUd0VmT7s5ytxV01qxpUVdJoSVhjQtxJrIMOGZUczOL+K7L15Ag7aCpo4N3UnctWszklzHGRwVZj5DVFQNGokJoRji2V4sFFvIF0qoVuqiNGTTkMBpsicntoj3PXAP1m8YRml5Buk4cYmQ5NHQ2o4gM/NouO8s54s4duw4qrUG5haXMDO3jNtuPYyBwWEc+eEPUS0sIBbRsFQsYNuu3bjn3rfhxaMv4OixlzG6YYOso2SLvuuhd2Lvrp1wXUcaOGY0Bt2IyDmP65KjxfGjI8/jj//w0ygsFnD/3fdj/+49Ej4+tzCHmblZLBXyaDNagUxkqwWnYV8Tmi5zJhwWYJX7CgF/oW4Jm9VvrqcT0jyh12urQa9oZUO3WHxzc/xNLQz/P/ihnwCrb3hIAbD667/9fmG033rwZuRSGbSbbWGsRmMxLFeq+L3f/yMUKzzIGsqnEBruvecuPPTO+2QRI+OCg3dqZhrZXAaZZBL1KpkCIZSKVXz281/AQr4gUI2wpcRrx/cHW+PrFRwagmKHRRaLi717duGTn/yELNS1WlUOeYFUnbUSJWVMg+QBlv5m9MbktftYCOq1ivhEsdO8ODeD+cmLaC/OI9Gx0KjV0WLh4XsgJZJx1FtN1O0m6u0Grl6dxyLDRWqWgKqcaD/7vvfi3vvuhsOwHWHDKNN9yncCkDjw4greywqzkUBlx/a9LF0purhg0tejw9YKJ7ypijSxsw8Z6r3wQMJCSfxYVQHKAxep+vweFpQC9UhIZgfjE5fwzce/A7M7ib6xXjgmvW9olWgKsBpJpsWrZOn4BE4+dwztfB090Swi4ZiwEMW7yPePCYBVvgfee7MngcFbt2G2vISlQgnRXBr9A71olqpoV5po5uvAcgNdNR1Ww5KuU82qoxV2ERlIY92ujWiEO4imYzDFE05Df08O5VJJigMWwxMX5zAa7Ubj4hxibYFIxAqAJzIekOnjpLr7il2VzaTxyU/8CnZs2gCntIRXnnsauiT9dVBp1FHzNOy/6z4MbNmLT3zq93Hp/EXsGcrhLXs2ojsZgUE2UTgCLxQT/5mhQ/eib2QUdctBnGmX9JnSgM9/9vP4zre/I4UCn30glRUGFaVToRA2b9mEj/7mx6FHwpKYGiZ70y8eRFbrd2pZNAdyr+DgyK8HDIogaVJYMCED997zjuteZgmsrt91SKTfLg950QT0DRugp3LoTEzAW54DWmW1WUshTs8qJvqqNFeBLUSSvwqsChApktJAukpgSYcXSkJL9MLI5tChp3HbVumODSZg03+NQJeckJXnqldVnQFxRlcAsgJxVQiCsAICIHYFWFXMYAGu+DdDEUyODwOeZUlIEawmvO4sQpkheMUa3FZRJIvCTGX1y7AFk2Ao0ea2PDeVLKtk8iuhBUFI1xrKqkoDJjDB2UZgJywMADJyFZilwGZ161bDmdR7u/ZDCfL5Kiyc+EeBXgaBd+n6G0jGTaRiNFpw0J3sQjYalSA++gRlE/St0qBtHMb2j30EXesG0KTtiLppyhPXB1YVu8lnrEponvIP5YcPYfts1lVjAvX0FXNrheUqEvMV4xMfCr/2fXUne1cg13+OpfrPAatthBB2bYTaIbQNAw3NQdXzcLZ6Hkf+7C9w6bNXEbUiCBltWIYGr+BgfvMsBv7m9/A7Ox7CXv67CYIAACAASURBVK2DqBtFkwymNUhqMJYDGFcxdn0AOfDa0zxpLrlaE1EvDIu+0O0wxt15/NV3/hOwdAZ/uf292Ij10CkDbTfQCtkI02BfQA+1B0kTQphhZEerdFsVbKfChNhMoGRMJxjv1NBpFdCqF4UtsP4X//N1z/Gv+oxVARSlK08/cR9c9wGpgNkfgHCqv6AOQOI12gGmp6fxnUeewutnzovPmIQC+T7bMjt8ZknwWsHvE2aprkuTM/iQcBNZI1SAGYEGygFjyYSAQpl0Dru334hUrh+2Drz0yvM4fvQZZKJxbNqwASMjIwJmZDIZWWsJuk1dHseFUydRWJiXPZSiVFH2Bo1ZmY9KCSL3m/7ZtAWKUp4fEQCISpBUslsO8JkMgdSkHFpjcVMChkI6Q1TIRKL3XxhOy0TbNtCo9aKZ76AyXUWjNI/R9R5cYxrTk5ex70AWN924DqlIAoW5JVTyRdCypOpGkNp/J3JjO0QCGdbCKNUcOFeKSPcPAPE4KlQIRHTEUwSfM9KgodWN7LlhSlWVBQAbicG+wGfIf/N7xE/UBxYDhluw1wRzL3hOQT0k0jlXAZ1rpeot7peRMJxiGVe/8ueIXHwGyb03ojVVxsi5OTSH+3Dqjr1o9a1DSAsLiy7EZqKn4caDh9Hbt0lYJWSG0XUzqOeCPY3XuxYYFvaQ2EwoJgl9oAOJP69Z2QiQgaQAyuB98O9g7+drBg3WYF8lQBVYdatuCucC1ywqiJSXrQrl1IVhSBVLu93ExfEzyGZzEvbTJMDtstYiW6ijAEg2Q/wAD1onTJ84gvrSeZhuE4ZG/zgNUZN7tQ6NYZkS6hJeAfF4//d/4M15rP6vR76p7KjYwPEtBoKxzo3YqjZQXS7LHhPRXTz38Ndg5icQzfRjLqShGWK4kgmX88HPL5Bx44e/BeNAQHCGbDKsiPVluy2MnjOvX5D6OZaIYHBwEGEykCNRnD9zXj3DTkd8NdcSCmT/+CcaasEY4NfF8oJ2D75vLr+f8n8Ge548eVLu3fqxEZHEsuZLsm6N0I4gjOXlZQHj9u3bjQsXzq3YZrBO5ntdWFhGrd6SulmxDZXlhNprlWIomCt8zVZDBeNm00ly0dC02hhYt07C/shuZqNn//79cn08jD/77DNip8IwHoKOBOulPhXlWUvqd2Gkuhp2HjyM93/kN2F3lBcr17XlpWVZn2iXQiIKm8T8vLo2Lg8JeU8JM4G8Z+Mbzz+NZ0++JP7RlETzHOBankh2B+MRfPTnPwS3VsEf/rt/jTDDO7kNsZYX4IsYK1mGLiKdELYPpPH+O2/B4P4DMHfcDKfp4MXnn8Hi4iIyuawElQZOnHNXpjEzMyPPmM+rUChgauKyWlvDYSQSUfR2ZcULnmnfET/khU0iMg4JQBXKFRQrFey/7XaEUwnUGjWMDY9Ko4IAplBsPOZ0FNHdlRPfWDYz6C2ZSKTx6skzmFvIo14uY2pqUionNtH27d+Je+6/E3a7iaZjwrbjOHn8GWRTEQxmszh19qwwBqWxZgPJWEr2Dq7zWpskjhpirAVTJqymAavlwYjwfKrGjevRli2Yx35QWTQi4CGfE5mazbolrDbuO5XCm7MC+Nyv/QvEEjG5l1kGVbVc/I+vfhOXF5dw8NYbcfDgAfQN9MB1LbQ7LZGkh3UCumr9Y/hkfrmEM6+fx7lTF2XccF3j/OGfRDKJjq2CmEh/5JglU7W3h37gSey/YQ+uzBbxw+deRjjajVzvOnT19KJUb4t1UDLiYeugib4U8Owzz+PCxIwEIEn4o9+wlPVZ6ntN5iil55ynDBXitWzu75N9+OrSIiZmZtHu0MdT2bhwF6eCQp2nhHsKl/M0loBDGz+bjS0LEdfGrXu2Y8e6FJxGHS3bQZ4WdC0HEUPHUF8WEZ0hS0lU3ChevDCHmYolxCiDia0ureQIitLX15D6LJLoQ29PBgPhNrandESbRcwuzGO52kShQCzAQr3TRs3toGOE4IVCYv9C9jdBXdvuQKMKybFwz2278Msf/BdAvYzK8jwa9OKu1lFtWnjt4gQ279yF9777p1FZmMHk1SU89vQxnDg3idsP7MDhfVvRZXrIUW0bpt6KxDDlXS8yddZYwrT3xIKQhCUvRF9aB7YPcB45PYvxmTk4XhvruxK4b992dOs8/jgSTMxnEovGEEtl4IXCaDhtxMIRxGMJAbQZ/Ec2rjSmzRAyvd2oWS0sFBbF5qe3O4vuXI88n2q5iHq1KsAybeKqtRrCJgPGbVwYv4SFpQJsR8Pw+k0IdUJ47olHUchfxS2HbsNvfOITeOnoUXzxi1/A+97/Aezbf0CUvWSKSm5Oqw4zpMGk1U8sJo0+CZ5mLR3JINXVg5eOvIDvPfqPGB4YxuzsPCauXsV8fhnzy3k5Expc08mQJdZkqz2KY5TzhfdT1VmB8lcRDcQ2Uta5kCgSkvEUXNuBXW/JukTg94cv/ui6a/Qf5x/4CbD6hqcbAKs/+PYXRLYRNkw47NTzWOyRNm+iWCWwqhirlLAIsKppeOCB+/DgA28DezaU0THJuVKrIJ5SEhf6nbgdTZiqf/e3D6PpFx3XsCc4PdcAq28sdlThA+zcvR3/7t9+SgY+J4OY8oPGyio1M9vVpcyMXRdj6zeIVYCwv5RqWAGxwv5riz9Js7iMh//6c7CXZ5VEJJlG/+aNCMeiAnSw0CewNNwVQyrTBavDwKQm5mbnZBMgG4+G3OJPQwmAD8AIs4Xs03hMpD5yMHA7KhEzELP7TD/KW9gdkVRtLootUv4p9QoJu4+SuqZtr3TbA+CFMkV2nPizdtsSCId+jGTliIzJdtCybZybuYRjl07DixHwcpBI6DDMKHFXROMpmPGkSLircyWcPnIClfF5JNsmvLaHcJSdPfoRKYYT3wcXdLUwuQh1RTF0aAdmSotYKpURTiUxsn4IpaVloN5GY6kCLNXRVQ+JFSV9dqvNKtpk6OTi2HBwO5bbVSRyGYTbjhSz9FshyG0YMSwuFbAwU0JPJ4r21YLIcklNWgusUnIWeNHxmWzbthW/+isfxmAqhgvHnoO9PCedP7LDeE/KTgexoTEM7LgRv/O7/x4DmTju3LsFg0kCV/TOYZKtAc+Ig+Le7K6bkejO0cwO8WgC1VoT2Z4efPfbj+LLX/ryNVIyOfShjfW9WewbGUBfbw/u+pl3QaPcnvYAK76DqpgPPgKGKv8/kDmK7QLHtaEOfwTX2D1k8fKzD733utdnBazeJodKlyyeaAyhDaNAMgH30iQ8SpdaNZ/lKFRqCTdy5UCqQD+p0AXINKCxqPN9SZUTJ79XwYZeOAUt0Y9QulvCLDy3BZ2e7k1Lmg/0fpJvFa9JHjiaQSy3SmdXYp4A6bsWWJVDUXBNBHrDvqRfh2aGJBDJtSyRSLHI0YYH0TFz0AoVeK0SQC9kn8UpwCpBo44hnrK0BKAVggJXV6XUohy8BlRV8mS+D2HHEGLUw3Ig8mR9C2TlgedJwFwNvhLAemthvuDfPmNVQE/lBcs1K2qGxV+VES7xaAT96STClH5aLZi6iVwsjuFDN2HwAx9AKB1Hk8C4rN+KeSrS/wAMlf9X6ngF86kP9W//e9d4/gZsVeUgTWXc6kFULa0KmHxjTAkZq34Mzpr87/+zocsREhHWqpKf22RQWR3MhCxMLp7E8a9/B4uPvA5riZ6YEegxD+c+NowHP/Qr+Gh8D/ol2EsXTyyHfUD/1669xv/tffnPje+GK7WLhgJWoaHmGjjjTOEvHv2PGA4t4i9zP4tsZARaIg693aA5iXruIsXjH9/4Wx4B5w0Ps8ouQv7NwwfBQAn0YBOgJSk/7WYJleIsun/u3/+f3ag13/WFL/znaxQfytJB2erwYy1oIoxVf2OU9ZMsGQLUfsFp2R6OPP8C/vF7z+DKlTnq1VUglexzgf3FtQoTYUURqKck0fe9FvY22ZQ82Mm400UOmMqkoZGNqYewdeNmrN+wHeF4Ai27DqtVRndXFj25biRpteB6KFerUrC3Ow4cq4n56Skszs+JxxhBpsBzUgXImHJw4x/uV/x9bMwKEMO92QzDEAkoD9Zk+4VFjSA2PmLpGkXbioBClFZVQ70I1AoemP3Qccqw2Lo0GYY0jeGeAjYNOBhel0M8koXnquYKw4EYtMD7QCtdspa1RFSSjtPRAUTdNBLJDhAbRKhrM7x4Pxq0aGByfMJEIq18RUW+KzJYdf1r16HAnicIHQok5wJO+o1GxaBSB1VZnX0ZXFBTKTCM3qe+RzRlt3YVHc+E02riO0/8KQaHDGTHbsPMDx7Hbd8/BrPg4Ox9t8M7eEACv0Sy7Npo2W1s3rwHW7YfFG867gnBuhOwEAOATRrNHh00LERjKtQykOeZYSqceIBWTS7ZM6jC8T1ag9cQEM+XTYu0VCezPyq1YQC6NgRQC7yCff0FJddhguZK4qu8a5VnKOuq5cU5zM1NY+PGMcTjKbQcBgrSyofMNaVIoFqA96xer2Hi1eOozp+GbhcRDRHE12EaBAu4PykmVuCFG8jI9/78H173/OYPfP0b31BsVfEjVaCO+lsXr3raiRTnilJPxiMaXnr0YXTmxlGNZrDA7cSk1NwUEFw8TX2LiYCFLqwrw2+yiGWIrUDXNpmiVVwavyyAGptVw8NDMOlNGY3CajgCxvHeCyjrKPB87cdagD8AW4PxzCAmPkslV1cZDAxo4jN47bXX5HMbNqyXMXXlyhUJxI0LEG7LQXzX7t3o7c1hcvKyJETzvVHRVMhXUC5XfZBGrYWBT3twBgmAeF4TryMdz6JZK6OvJyvjb3JmFl29/X5TA9i8eSP27NmNrq4cotEEjh17ES8cPSJML18XsuI6zvWFNZSMNTeMn/65D+Pw/Q+h2eogGomiWqmgUW/IOYEgKWv2VCa7AvaSuUrmK8d1wXLxrZeO4Oi5U8Jw1cWXlc0zFighGAzVrRTQncihJ5vDpQuvwJm9CMOzxF+RORg69yKPIBvhmg7u2b0Zhw7sQdeNt8PtGRHW9cyVS1jO54Uhx7WBzDzOL44FWrx157ql/vnmN76JKxMTQv6Ix6NCakjHo2K9w+ZUhNYYwjNgkC9DWKNyPpyemxdgdXDDCBbySzh0860SjMTzHD0gayRUTFzGju07VHOfwGbbEWn+K6+dw/HjJ4R8sTQ7LfWjq2u488478MBP3QO7Y6HaoL2ZiePHn0O4WsaQq+Opc6cxW68pb2QAfQPd0kRLpSJIJ6OgoptM2040gZMvX8LSYhGpXBSJVEgCl3LdBDtjMj7CpgraU0oOJppzzWTjoY7F+SLmZ4soLlx/wCzH37f+6F+LpJ7zItOdxXLdwZ9/9RGcvXIF3X1d2LhpFDt3b0U8EZUGBz1/U0mym5U+ampyGgtzi5idWUCtaPnB0CoIkHs8/5bnGKPlnAvLtgS87u5KY/v2LeJjPLdcxbMvnITVMdE7MIRkJoMWEogQ/NdbGM25yEQsXLxwGS+8/DoqdUv8WpkNwia+Os/yPSgAkI1Lrn+NelXmcUprY8u2bQJGXpy8IvkVUjvzLGtz7isWodJCsQ7T4PAsRO1b20arXsb2sT7s2TAMo1lSGS4dDUvVNuq2B7tRxZbRfuSYAezYMFLduJi3cW6uhJaEBKuztvgDk1HOuUmikhlHNptEn97BwYEUxmIsyyoStNZuQql6WhYKjTqKzYZYCpY7JiwXsNr0PK3DcGx0RUy8/2fuxs37d0swYrVSFgCb3q6NVhOOpuGetz8AAzZOHHsRC4U2TlxcxuXpadx7yx4c3DYMEx1pQMdjqhEmzXhRw4nET2qipmOjWG2KrQZBQ+6WtKshw7vpJnBxeh4Ly8vY2JfB/TfslCArYjQMRU4mY74axhQGKBmxVAjK75DQs7A0zPgwal4bQ2NjiHVlcGV2VgJneaCnvQjJc45loVgoCIuUFiK0BaQdCs9Hi4sLKPMabR35YgPrBscwM3EW2VQI9z74dmFMf/1LX8b27Vvxlre8Re5TLBoVpVQhXxD7CqpQuQaxdiS4yv1L6gUohS+92h95+Ft46pnnUa235BqXymVZb0Jk54taoIFWU5H8gnN2UBurOkrVRmo/DeyTlL+4WDRqLga6snjogfuwc8tmtFtNvP8Tv/em9vAf1x/6CbD6hicbAKt/+z//i0jiSOBi8m5HY6EaQzIaQbW2agVAyatIYXUdDz74AO67+zAMyjg6kGCoWqOKrp4cLl+6JN5H6XQO3/72Y3ji6edkwkqQSpAs7LNrgkJrbcEVFGYyATwXu/fsxG/95m+IiTsnFgc9vVVJv2dRQiBTbE4MA0PrxmRCMpxJDg1igk78xkO92cLC/BwSpoYnv/VNlKYmYNltmD09GN29C+FYXAEMNKFGG6aEZNG4XXnIUTLBTUC8TuRgouQg4ukW0L/kgMoublImNv2qRA5RbyIS5UKpDgxRMkMkJER17ZU0jcAqQ7covYRaNH3vIcqZRBLITY4+YR6jadrwRLbNjcdFR3OlU87u1cmpcZyYPIeOwY0VyGYTiCVSUsBFYnFEaPUQMWG1HJw/8gqWTk0gbUckAZXgBruHXGh47SyuJJ3XZyYgZWD0jj2YLS1gvliCkYxhZHQIlWIJoZaL4swywkUb2SrZdyHp+JXqVbgRwE2b2Hr7PkzXC0h1pxGihE/roCsZl6KRJtgzs0twGkC86sLxgVUVyqdSW1l0stB59dVXV/xHD9xwAO95zzuR9SxMvvQsciGVdsoNIuK4qLkuSnocBS2Kbz/6fbz91v0ilSCjlemHBKYJoLsMIMl2Y8Mtd6PGZxcx8dLxV/D4D5/Czv37MX35Co4fOyYFQHBYVffGxlhXFHdtH5Vk18Gd+zG67xYYcbIfVsHUYPzzXpIJoYLWOC6UbFc2UIJhItVVrCQyRvgMPvwLH73utTlgrNLr0wtHgVgcxuYhIBmHe2kCLo24mxUVYi8BoWRDMEKF3XoekAn4sbMblnFGMEkgNb/pIZuVHNz5+nEg2Q09PQiNRYFXg2tXobcI+tvK6J8AJtmrXDSCECyydAnOsIigD6ykmyv5urK74H8UsCr3j4n1LOZou0HmAIFVevs5lFhbCHlt6JvWw3ZT0JZK8OwSiI4I05QgkQCrZBxH4NLDiD7JDGGR+89TqP+8fMlscNOVnJxf9w9pElplqsRNzuU1FgCrlgCrj0y5mq4V1wecScXkV80gAj6+dJHzkLI600DcDCEVJ+tORyYRk3lca1lIGQZuefsDGPrwh9ChVIqHOVJmeD+l8RR4qapGUwCsSvKwz9BlyaECrHyAzOebyveusQQICe5MBrMfIOS/Y+UiGwDEQE+qz2fuQ4UVrGEurX7fGsNt/xYpGJpjgSCkjRAPd3oU0baHYshAqdPCVGMBF2eex/mTryDkZpHash0/2tbGnYnb8QteHwZlveYYUKEDa69rLXsqWK6VBUAQwiXOk3DRFI9XFuN1N4TTrQn8xff/I25NNfHfjHdCz4xIUJVLphpVCwIkEJxU3sAaJxMZMVANIbIKCIiI56cP4jIoUuOG22rI/POaNTSKRSTe8/HrnuN//defvgbMUCTZVY9HruHXNgiU4b8AM/KQOyK15f0Jx3Q4lovTr43j+SMv48zrk8gvF9Va4LN0AqAuACiEge4Xp9yXFXCr9kj6tgvY6kLYkNmuLDK9g+jt68VIfw/WDY0iluySAyPHNocLG2G8PxwPPPw4Ek5goy1BGWSGMXSOh/iwePuRuSXNAqkJaMmgfEl5uJe1VGoDn0FO71eXwL0J14mh3YyhVQ2jUXXRquholDqoN6twvBr0SBOxFL3YDCT6IognQkhEbSRQQrxTREqj1xmZlEqWTdBJHJjbyvPTbTVg5ZeUTUI0i3hyGMl4P9z6ZbT0Iazf8w5Ee7ZK84As6XmrgGgqLgcradb5fZiVe0u2xgpwHbCT1WE8YHAGzWnWCrxPfAbBHsPvk8Zd6FrQPQBhW/WazJiJiVN45LFP4/bbD2EseQNKj/0QkVOvI1+vonLbfqRvoGd3CO0wPbIh/oZduSEcvOmtMCIJOYCx3gs+CNKwqc3fQ589No8blIdScWKoa1HBEWwi8ppVUrVABlxrfDHBNfPX92AN3q9SkECk6Bz7rGtEJisJZ5yibA6oeaoYtKqZyfWe9ycaicvYuTJBBqaF0bExuGIBpSyLpZHkdWA1CCDyoOpgbnwc05eeh1dfQDISF49JHpqjrJ1CvM+Uwyr5aQCGHvjgp697fvMHAmA1eB+rwKoGnfVLy0JpriTSyWwqjPPPPIG5sydwxTNgGVGETY5RIGnG4JmKIRq8BhUxsoL7JAGOXbLUJOiu1UKz2cLVK9MS5MEx2dOTQyqdFM9g+skS4OTBWIBVgvuyFqrxufaZreyj/v7BrxG84n2SdHB6EnuehFHt3LkD58+fF1bq4GC/7AtXr06L3zLremUJZmHvgb1yLiDYJPPfiMj1zs4uoFgoC7lDjSRejyKFXEPu8K+TlhAj/aOoV4vwqGRr1FGo1YREodb2DnK5DPYf2I9dO/fAtl08+cQPMTF5SVl8sW7x2bC+qwJcrSPsUnoP//a//WNkhjZKaAvtFRbnF8QOoFGtCRAskuRU2rdCyCASiQnLj4DUX/3oCC5enZRnwhBOg6FDTtMH/NnY9RCi5ZJD8gGlyR1opWWkrArSVhlOZVkaUSQO0O5t40AOd24fRc/Gjdj81nej5uqw3YZ4t5M9ymaUgJq+PZLsoZROx+J47tnn8NUvf1mecTKTRCrBca9LM4G2VyRJxGmHwaaopRi8YhAZMtBotWAmM9h320FRG9xy40HYjZbsLfS0ZJ176dJF7Ni+Tc53si559IaM4sSp13H06DEUl5akuUYvTYItd99zLw6/5Q60PRuFMkN9DJw89RLyr76C0bKFV5tFzJk6tI6LTBzYc2grRkbXCVjK4DHJE+C5xgthZqounrzZbgNmjNYCNPVQoydgsnEcqERyHiq5f7Lxw4aCiQvn53HulUtvan4//me/i1K1JgBjJpvB1aUy/uY7T2Cu3BI7hGwuho0bRxBLEDUEevr6BHDknOF6Nz+7KJJ9ypahK5UDr5PzMtgzaC0jVixij+MgYhrIpGLYummDeFO2XANz+TqajoZkNifgVN1NotNqoTsJ7F4fR8QtI79UwNGT53B1Lo+OR09VU87e3OSplnEcsk8NpNMEVsNi3yChdo0i1o+OIJXM4PLktNisWbTbpCWMQ3UCvS8NyXIhWMuxU/c6iBoROddGTBe3H9iO7rCHWmFR5OcL5RamixZqAqxWsHvDEIbThhApIqkuLLsxvDq5iGpb3Q/abtC6hqSiht0S9YybZOBcBN0hYIvpYRh18UJnE06AXhG6kcWpi6VEw3Hw6lwDV2bnxKuVDNPhdBJD2RRu2jyGgXU9sMMeCo0SSpUqHKsNq9nA2OgQhkZHUSkuwmnZODtRwgtn59F0Wrj35h04sGUIbocetBFaHIulDJuX9PUm2apQLmN+eQmFah0LZUvmM+dALB4VAPHK5CX0dQ2i1Opgbn4RB7aO4VaeRzUGZkYRInkuEpb7zTlOdRUbH2SuSj3MsE826mil4nqwEhFs3rkd8XRKmkSFYh5NhkC1bLFNYd3XqFXFxqSnr19eK5XJiZUW1bzie2ukYTm0xaIfbgPtVh5nzr2OC+fHsW3TRhw+fLtkFHM9p9qYc43rN/cDu0N/XqVoIGFNlHX+Gi94kmbgpROv4e+/9SjOXZrE5MwMHE9DJJaURgIb3XaTwHZdNQAC33ba9pA4putotgILAFeAer4+6zVOb4LRmtNCXzqKD777QezZskGaOr/86b94U3P8x/WHfgKs/jPA6md/4+eQG9mAzPAmNBkagpB0KOltRS+N//AHf4xq3RawhJCLaeh417t/Cm+9/VboIgtmV6KExUIJG0b6cHV6RoIeotEkPv+FL+L0mXMwjbAKp6Efjfg7eQjrngxmZbqtwEtKZ8SsmQCDSRlBC3v37cWnPvVvxHepWCqIb5F0L/zDPCcfAcx0Ko10Kifm3/R3JeNWFeaeAMTcoGgnQG+d10+9grOnT2EpvyybyKYtm2VRV7gvmQ0s3tRCEyRBrsj5SUiQ1gkXLHqrumLAHrDx+D75+/n/LKy4IjSqdQFWeaihj1ulUkKpVAT9ChMp+twwAVDJ+vmHwKfrqfsSHGSlWOUhxC9c+Szka/w9fsow/dJqnoWnXj+OC7NXkSUD9PK0LKpcAOUAapC9o1JHk6EIZiavYnl6AaarI0bwnACT7y3E72fhKGwkQ7FXvaiGTYf34UpzCfOlPKIMrxgcRpNUn0YblSsLCBVtJFoh6LZKnqw3miBe0ki52Hr3Dbi8OIv+/kF47YbYAcQlCMxDLJbCxPgkkul+RJZbqF9aEO9WeqVI8mXHFoCJZuyTU1Oo078WHnbu3IW3vfUuhGpLiDbysvmy8HC9kAR6kTlFX6CnXz4lxvx33rAPEc8TUJ5sRQb+WK6GihfC5v03oH/nfmHMsah78okn8bnPf151sTqahL5EIwYGB/qlYChX63BaLeweG8be4UGEbAs9o5uw5633onvjVtgdsmf8Z+UfNjim2JkTIE3MyRXrJvD+4n3nveZY4Fhko+AdD/z0da/N4rG67XbFKI0koWUGEBobAPQGPB4ii0UlS/Z9UzncKM5UvndKDMausqZHhO2i27UVGIxzeAWgIjM3FAOyAwhlB5THKtM16zXoZFd0HEj7t0MQk+CqA80mEMWBFsi2iZL4yd8raauKG6mCJ8hwZ6lL0IH+wz6DRxgWGrRODbpVFfaBNrIVGtmApQW49DizyRDkUmXIwVKj7YMRhSYyEUusAoRRKwd6BQqJ76qc7VcZqARW/fgC+f1iR+AHnazyI9f6rAZcyQBcVxxPxW2lW6tiO6r+vP+HmDSXDY8MQNU8YpppPMEDgoFs/zXslAAAIABJREFUMoZExPaZdBqGxkZw8Nc/ht79W5B3bNg6I4DaiHXIBFHsMb6GCsRVUCOZJUGsloJ1A3CU91gBjSsBT/6lm5Ro0TaF7g7wUIWLmuwIirUapsoBOgbSAzB8sm4rCFiAhwg0cFXk3+QJrv7OVfZs4LmtBtmamBXKrjoaGlQtSAhHB2EvjAgMvNqcxj+Er2K7OYiPhoZBIwIGX4XdDqxQRyw8wmRReBpseklqAOMpgvetVnz1/sM+aVmCCTQD823gdesy/uqxX8P7k3347ci9MLvXw4tTJt+GLinJlLKp57XywXmk0+eRc1tiiBXrU8BqmWSKYU0GklWH16ihXa8g/FP/8rrn+Be/8Ccr6cRB+jqliqsd+GtfcuW+S/CFAhoU6EZASzU0yJ4pliuYnV3E0RdfxAvPv4ZK2YJpch9QHoCytXH88+f8wDmR/qv8eHgEl8na00PyvGmBMDI8hJsPHcbmHdsl+CWQgNIqQMLyXF9O7Cn2k2rG6pIQzPWXh3deJ9crbnwE8bjncaUyOMYD8wruW+GmWGXwkB7WYoAbg2OF0FkYRDMfQilfkcNCvemgjSqMRAXpPg3JrhByfXEkMkkYkSQS8S549hRC9Tzi1jISsORaxUPRplSUQWvKToGKn3qlgVq5CddWjCseYMlM02wXtUIZpVoIWx94N7bfej9CXkykwzxIdkIOlupFpAe6lIevgD7K9zIAqLgn8ICopJZJeW4KjFQN74DFGjxTHqwD/1EJwiHooQN1jw1HNombcExN/IHrsxWEjBa+8epfY/zSC/gV8wbseGkaMwtLONasYm59D3K33Yx4z6AC5sgw4krjNhEyYtiz/w70DmyExcaZrBmUw/N5KjCCHzzwEFBlgBprPLKI+VrStPX/5vWqxqXyQpU6ypchB+BdAI7xPqx9fwH7lb9LBQDxkBSEkLBmU0xqVVYplhU/KH0m88ZrWxgffw2ZriT6B8fQbHGs2ytNPtarHXq2OS1MTc6iMnsGrfkzSJiu1EEcD7ScIc5ASwAye0hgJRDE5uCNH1F+yNf78TffeOQa5rnMCzKS/Qasa7soLOYlNDYRCeP86RM49sw/wgnH0AlHEY5GxaOQ771et6A7LaxLp9GXzch91mMxlGtVzBWLiHX1CQDYbjTRaNZRLOcxPTMvWQVUYHV1ZcSblnWvZTsCako4JbvfQdiqb0XzT71P1Rz1FHucnsuUVAszkt7QDP9MoaenR/zvKA2PRXjwV2xwMpq4HsSTlJPXsXXzJqQzGczNzWE5XxKPXgmrEva2so0KxopYUfCsQeayqVLfOV64+zJk1aB0WtdRrZSkZpVd3CeCcJRQ6n7rvt0Y6OnC5YUFnLowjk6LIIIP3vuKBfHF5/7q2QJ0bt53CB/51U+i0WzDNCK4eJG+tCay6SzGxy+iN9eHrp5uWB4JFyroLRlNopNM4qtPfR+vz06Lz6Rnt5RtkjC5/dBN2VDU/VQ1heJ4sCnJ95dwLQzaZYw6RQyF20jGDQyk4zAGh5C++W3IbdiDltuUplCr2oRHogl9OLne+onnJkElnfM2js995vN44emnkcsmhalK4Ew82n02oLI+6IgiQRq8bC+ykS0+3XxNA4MbRjG0foOA1LVWhbs1PD0qtfyFCxewYwfDyPwsDrGYMDExNY3njxzFzNQVLMzNIKxr6B3qx60334Kbb75JlHiL+QosN4Szp45janwc4ZaDiekrUv+LHD5t4La7bkRvN8NVLbR1CxHDExswL0SF4TA6nSaS0WXxv2xJ3apUeqoJo+onBbKyflApBAKBaSlcPL+IV4+dud6pLd//Xz/8LmghT5okA6Pr8Nr4RZw8O45Iuh/LhbLsuTyrsFlGkg3PcNDDssaZsYhYyNAqg82PSCIJz6VNgS1+onwGJAgpiytlUSLvwXVkrvX39qLNIEtK+GMJYevz9Tkfndgw4rEI0lEHW4fC6Il1UFguolCx8eSRY1iqNGWPJFAZ0ulr30GlqsKXaeFARm+j2ZSznWVXZFz0dvegWCiKhN1MMM+DmII6j/IczPktnrH8MBgQ6cGxati9ZRQ7NwygVVyCVa/BMeMYX6xiaq6MTluDbbewd/MItg0k5RxAxqxtpnB8cgmz1Y6sX5zPMa7zJBNQ0k8yVTwjCsF42IW9OItOfgmZeFzsIqImz44aYlHaupEdHhIp/eVSB+NXJ4Xgs3HdANJOCzuTWfR6IVRbdQxsWw+kTeRbNcwvL8pasmnDGAZ6elEpFlEmw3KhjLOTc+jv68fu7RuRTUZFCVGqNVBvWFKzk8zAmqdarWB2MQ9H5PsdIYF193VjsL9PckqYG8NzzpZNw8gXq5iYnsXG4X6EygUM9vaip7dfajWqW9noEFWkMEAZEKZURYpUQ/9uflqDl+tGs2MjnmXIV7+An9VCUVQbisluoUTrjt5e9PX3S53SleuRcdfkmYsraziGXHcfKqUmnnjiezh39pREdRw+fBi7du5Qal42emn7SMVR2JTXZSBdtdqQ+8tVjfUA/80mfbPRxNWrs6hbHhzNxFe+/g84O34R+RLXf8r4GYbIBjfte5RnLIPAJXhMCEwCbsjw6jA8mfNbGKpB6JqqbeX/uQ65Ng7s2IJ7Dt+MlKnhI3/w/76pOf7j+kM/AVbf8GQDxur//NiD0GJZdI1uweCmHXB8tgQnF43r/+CP/m8UKqRTK6CPB4UP//x7sH//Pun4kT1JX9JCuSTFZa1aEyP7pYVlfOVLXxVfCp4t55cWYbcJJtCPlMClYonR2FxtXL6Xn2/MT28gFkW7d+/CJz/1b0R2QhZCf2+f8t9xVGI6N212f6UY70CKPh7Ugg/FfFVJieUKJRvTmF+Yg8MFgoUyuWt+MmnALAheN5ALrbBzhEVD77g2nEYZpcKSbGTZnj5Y/AKZOWEDqbg69ATAKic5u4RMOyVJKM/NoWVJQBgXddtSnlbs+vBwGI0nJdmCi0AAgkoHl9J8v1iU11cIqDAJSJvnBrxcL+HJky9iemke9mIF02cuwW3Y8j3y/nig8D01mRxO/1Ctw05zBOlYQnyTyOAUCMBPa5XDBz/PhcgExm7dhRmniPlyXvy2+voG4bEwaLRRvDwLncCqHYZusQhpo1FvktyDRhbYevcBjM9NY93gEDp2HUanLUUrNz16vVw6fxndvWMIL1RRvjCLEB8Q5UVGGHfccgMG+7uF+VJrMmFQddkzmS4MDQyhOn0R7YVJZHTl2aYZEblfYV1Hud5Ei//Pe1arImGEwNRDLuwEVttaGGbfOvRu2QI31iUbL8FOFvizs7NKkkk7Cbshh1MWJfPzCzh56hTOn3odm7pzOLBpFGg10bdhE+782fcju3ELioW8HBDokxcwyXgYzC8t+6nITKnmJuAo1liY80wdJgMmEp/b+977C9e9NguwuuOwYujE09DS/QgN98L1asDlC3Dpa0vgXA6YyleVUJn06n3mqgTyaARWdehkf/ofKirNJ2uTrUJ/3uwg9EyfvJLGA06rIc0XglA8tIpUn8AqDwcWbQR48KHkUkod33rgWssEdVpTQIpyDeVJlYWlpG3IIUCwHQK3dhVuIgtt3RagUQNK8/BoAyDSawWskrEKrhVGSh1FmALM6yJAJpYACsSVxsraMCpZn4J3zQONAlYFovQPIerWBAxI4bqv3C31DwWs+tCl3GlhDhHkEok+vXD90AnfezXk6TDDEaSibEZFhLEaTQCWE0a+7Ahrd9/bb8ddv/YRaIkYSp4F0xe1i52Hb7ki//YxBWHRrfFXDfimAvfKtfifke9XICiBSZ7jGBrUJKjquqi7bTTZIFM5PGAoVG+6X4A03tqGzyZk8RenHBw6ogR12FAQ+4EAClu9O+ouXZteLd/LR6WxH64gbB6IycAxWsDfYwLfDk9hf3gEH8Qo+uUxSESFFKh89ITfOLNMeuDpcudXnkjwHg0emITF6cGGgYUO8Gr9LD7z2Mfxod4N+K3QWxHuGoEXozzbgS7rpB+YJIdb5Y8r1x9iggjBfwWqirpBXtoHVm0fWLWb8BpVOI0azAf+r+ue41/60n9VU8EH1gKG6hulr2uVIPLeZe6tAqtcb/ghQJek/Uq0O5y2i9dOncf3H3sKF85fVWNBfGP9ItW32+Fex69RrcLn36EcWopTgqsKbM1ls7jt9kPYd+ONMKLUC5AtpAp62b/9RqZipxM4YpNVEyCVibgMYVB+xgxpo4xNlz+B/QGZrlR9EEyNs+npxOBUk6gsG1ietlFatlBpsgB3EIqWkehpoGc4jeyAga4eE4lkBkYsCS1kisRPs5toNxuIty7DdFuIuS2R3rY7OpptDVbDFm9GCS7k55ptSSSnR23HctFp2VSFC0BYLlXkfh968Odx2/0/A72nT9QcHMMdW0M0HMZirQSjK4p4OrFik6T7tjzB8wu8R/msxO7AVzzwQBKAjME+I6Bvuy3MQwFgO23EohFplLF74+mOgDlW2RLftvn2FF58+cs46PXgtqdnMPPqyziqA4t9OSRvvQGxDWPS2OI8Z9uDCifXa8FyXGzaegM2bt4Lh00ukUGrjkzQVOS/2RTnnhYwwIJEeILmik2r2IsBi1aAVD/UiO8/8FoNgOaAhSJ+/H4Nx58P/FsJLPPzgeQ9AHgD4Dmo7/g64hcZjaFYmMPC0jSGRzcikegRcJErEgEz3kfdJUBmoFWv48ql87h67hiSWg3diZAEhEodyyRyHtzpsUqpdttGPBrFTR99c8Dq1x7+5hrGjQ+0iyewmvee7Uk9YTUaiIUNTJw/hZNPfUdUKnVXR4tNpY4rEsyIHsKmoQFs6u9lJ0Bqzk07dsKIRvE3j3wT56YXEY1l0CYzqW2hbtVgWZRNKj86Yb7S1iOVQq3WkLpGqT3WhLYqKcA/uZYF9z54ditMaoa1iDyTwLSqgZSChwffthyqGQ7GphHXiobFuaisSvic2filP6Oy1CJDXo2zoJZXZwy1L5GNxjVD6mGPzD9byCAcK82GakbIdfo7NhV5HEXD3RmYegfJwUFMzC+gkq+sNAbEy9Xfz8X6pWODsO27P/SrOHjoHrQaDq5ensL4hXHs278XV6euClgwMrJR9hszZsqaGI3FRbn1xKlTePzMSbRdCx4JDQxYYd0kFgBKlbIqhlprv+AndPlNwqRhYZ1mYczQcG83waQ6QuvWI3vwfrRiaUTDUQHRms263G8C3jJvJaldNSRZOJhmDF/47Jfwo6efQi4dk/FMT1UGXHG+857Js6RnpvjNK9sJesoq9jYVN2m0DGDP4QPYM7oFrLraXCC9kPjUEljdunWrz6ZWpBiCLXOzS3jhhRcxMT4uwCrtOfbeuF8swMhuZhK6MFbbwLnTL6FaLuMth27HU4//UEK5eF3DG0exffc2VPIL6O5LIZImi62NsN4RKwJd2wTXqyMWnoPX4b7CPYgKQlV1Bq1xlnqiSJCGEZtanEYGzp+dw/lTk9e9f/MHPv3BhxAKE1hljeNicnYOHYZeRrswdXVONd9CIbHGaTRa0hZmsBIbVAL4ShAgFR2WfE2AbD+kj/ODLFCGAXFKBiGH0qwK67L+O5RL+4GO6jnFkUqlEevdqiz2hlLYOBBGbxzILxVRKDXx+oXLOHH6AjoMlEtloGuurHXcE3muplybditV+geLbY9aGyOU/3ueKPZCzKEg8B5kULAhsMbCiExLnh16cykc3L0FujCwlwQ8K7R1nJ5axPRiTfZ8rhHb1vdhYy6GmNvAodtuQt0z8aNz03j6xFk0HE8sAEisiZgxUT5yfNv0x05EYWptLF6+iOLUFOIM3mJTVvYcEhwgZ/WIwUA5E2W7JXVHIpFAKmkiadVxa7oX60JRlOtV1GCjfyvB1TBmCkvI5LqQSaWFgMPXyFeauDg1h6m5JfT29mPHjq0oFZZRqVVRqTexxCBCIyRsSwadDvb1S/O20fZgS2MojFiCgXcW+rrS6E5GkY1FsHlsHVzXwKWpKTlrZTouurJZDA6vF8xFlgQ/BJGMZAXQ0wqJSgNfvUUGeiyKTbfchImpK7h4ZUIavcNDg+jtyqFW4RhsyF5IMJ/e01QepGgJkE7J16Q5akah09vbMPHaq6/j9OlTGBruw/4De5DLdUkNxpA6zix+v4zZNv1xY0JYmrgyJXXmAL15TQW48vfNTk+jVrXQ0aO4MDGNJ4+8AIvWX23aXdBKSJ0fRTEs4epUS64quOR84e9Nyrt31eIqIDYpe0eFS5GN35eO4fDN+7B5dB1+44///E3N8R/XH/oJsPqGJxsAq//jlx6Q5Hs3nMDAxi0Y3bEbtkGZg45KtY4//PSfYClfUh0O5n+bYXzsFz6AbTt2sOcr1G+33ZIOT6negtOy5JAwdfkypicmkIzGpQtXtx189/GnMb1QVgw4ViuUVQniEZjJK8aMAgDVxw03HsDHPvZR8cESg2tJRlXfk05nMDA4IIszJxMBCHZOlBSJRSe74Q5KtYqkTS7Mz6JYzMuG2NvTLQv63MKidMxZ5AQF+VqGiPJ9UUUef6ftUr05j8L0OTQqy5IC3Te8FYncoBSvmVQSuUxWigthOfpyRW5w3T3dyC/n5aAldHUa0HMz8ZPAyVrl7sdFiV3I4BDF1wmkVVwMxTCafmp+oIgw+bml6kzdW8a3fvA9TExNwcqXgaol6ZjsbgojLJCA8mcIsPCQRC+ekIF4NCaLGRdxXkfgsSr3ViTvHXR0F+tu3Ip8qI6Z4pJIjnt7B2AwkbHlYeHcJIySg6RjImQruR39pJhK38pp2HzXPpyfvoKhdSNwrDpCji3G46zYGSYxfmYcPf1jiC43URmfhWcpL5xcLotP/s6vY8smHu5UoSOJpx3K1j0JkChNXMALjz6MpNaRQw29ncSDlodOV8fwjl3i93v+xHGkoqozz877wuIyouke7LvrXiSGhqUTJoA85axBui8bqBLy66JJMASueD5Nz8xgcXIKk6+8jH5TQzYWRrWjYXDvzbjzofcKoB0cSoJAKiny/edOQIJMkOAQwL8pCQoOgcG4e+/PffC612YBVncfVof0ZBeQ6Ic2RBP8CtxLZ4FyWVgQCiBSf9TxwAdWib+wA6hHRfKqWfkVIClApQJ4yo3EoWcHoKV7pfutMTWSgVIMDOF46lgK5KT5INmgDr2MyRIlsKrmPWNPFPi4hq0oT9pnjbpkz3KsKGsRjy1FnpXaHkJOCy49JLr6oPdsRKdSACoL8vtpPSBZUiLNpnyOSZo5ZXtJ4Fekdbw2dXhRoIAPlPlaVMX0I7AYHLd4jwghiUnRNc/G55mvMM4VaK1gWqXxpXSYAKs6EHEdImCj2B88XCpgSUJXRMZiIB0xkDJ5oGECNdAJRbFU7WCpVMPgUDce+k+/iw233IBypwpNQldoxaHAWgn780OnJFTItwhQQVTqI3h/BF3lmvyTxAroKJ0Zddjk0t3yOrA9Dy1drJRF/scfVVYA6mBWE/azB9MDYmQaEVglQ8hvmvG6hJ2ystoHHP1rx4BiwCm5egD1EprlKOFrFxzgm/ZFfDs6i5tD6/GL3igGNJ8pKcYuSpbKHcxwXNiiEw+4w6sAKxmrEgyCDhqejiVNw8uFk/jMP/4m/uX63fi4ezvM1DoFrNKyQZiTvneqcudWHX8ZZxEFrPKa/UJORjHfO7VG3BvI0LAawljtNOsw7v/F657jX/vqn4okMQAq5FAsh5NVj9VgP1t9zgQg1GUFX1N7pi+dZyiCbUnzil5/LPJnZ5bw9JMv4ugLr6JWZXNJ6aQ1TyXAB4oTYawKC189Q2Hw6ZpI2viZHZu34I4734K+kWF4NLljQU1GOZk1prL7WRl//vUJZ10YjZwbPrCgcc3nnFEyX7HkYfiYp6FcqKN6ejsqlRaqZLd4VZixFpJZwFxXRyrDBOk00hn6GMal0UgQienxzQYbTQ6SoRbCnUWE3TJiZD3ofG2gyRTipiPBhs1KG9VSFW6LOh8Tnm4imsyi2XBQXCzAarZRq7agh5PYtHsPDh6+A8P79sB0DVQ7NsKpmEymtqMh4RkoNsrwkiYS3SklOectJpDEBqykLTOoz39O0NCQ56OYfwIgrmGw8t8Bg5n3k/sKvd5oL5I0YrBD9MXWELI8dKoOiskyJiaeQO/Fc7jxeA2NV17DcdTxaiqF9N5d6Nm9Ax0zAr0NRESrqMk6oIXoEe+gt38j9u4/BIQicqC5Zsz5DVoJm/IDnQKLIY5b8S0kOBoOKzYMmZ8+k1oxd5UcV8m9VYBTAMixZgsOZhJC1FIKEd4PshxlzPvzj7WjOkip2jCw0BYbB8oIDVPSo6emLsKym9iyZQucji7AIg+ibIaTQaRLM6AjqcwXz5zC1dMvoj/uoCsdRdNqSj3DdVQFOFIaq4IJD3/sz657fvMHvvr39FjlHFOSRmmICJtbpXCTsldYXkazWpcmdf7qRcy88Bg6ugE3FEUknUEi0wWDrCCqBwjk0U7KcSjCgZlMIZ7MYGJ+CZ/7+iNYrDVU49Bfz7hmBfWnqgVVsBr9A4OGjFKTKhubgJX6T7/Zay3BVp4P97o1VhdBzc39VizyHAfpeBzJREzAGtovsaZTASQEBCkfD6IWPT9gVCl/+CFMPbHXIgCkWJ4EYZkdQdmqyeBI+R6VVxDYJXDSc/fmzMtFQkjEw4j0dGOhUkO1oBKllQWiAoMVmzskdX33ulH8+u/+PpptNntMnDr+igCNDgMom01s2roVdqstoVxZnhliEQFulqpV/MOzT2LBaQmbUJiqVPfJ2ufbDl3jphPs3srJSFQ3ci/VIk/yQDQewZZ2AzeOhbBrz250b72JyyVSbCKSWWhbQjqQswU3B3E4UzUE6zTW5o/8w7fxvW89giRrEB944jzjuUyNA7L02/IeqVKUhgSZ42QKxmKIJxkeBdxxaCdGd25FyYqK7JakCs5bAqvbtm1b2ctYm1GafOXKDF469jImx8dRzC9KIvnA8DBuvuUg9h7YJyBjtUEvyw7On30VxeUlvOO++zF+5iy+99h3hdyxZdcepLLdOPvyS9iwYR1GNq9DyPQQNpg/UEc8uhnF0lWE9HmEQzHJaxVbCxEdrpJ/CBbKmHOVVzRDUJsND1MTBSxcLbyp+f2pd78NXV1pRGIG8pUCWi69VnuwWHJw8fKU2AQ0LUfGKdcc23HEWiFg6ItftqgRaDXBbAZl78E6Mmi0yp4q9m6r80+a+iynJUSYIGtM9oxUKiPjsejERBGyZeMgdoylsGEgg/mZPJ559iiSZFxfuYrZpQLC0QS6ct0SLk35NfNaOBboda38rNvQSd3nZ33PbK4VJAPRWzNiMhDMZ9LyrMubK9em7Ae3bRjB7s3DaOWn4VSXYcS7MF21cGpyDvmqI78vEg1j83AfxrImsmEXt990I5xQFEfPTuJrj/wAZu8wzFhUBe9JcKJiHxuJCCKJOCJ6GGGrA7daQ9tuomnV0GrWlKWMKPp4/gvLeKS1GStqNiH0KJBqN3FXsgfrdBMtq4kSQ5OiPFxGkRnqxaadWzE1OYkrk9MImzE0rDZabQK9MZy9MC7kMa7ni8t5mNEkFvNlLCzz7OJg49AAHrzvXtQqFRw99jI8KgjFR1QX/9p1vTkMD3SjJ5tCLhGF22aYuIVZMmrtNkbHNiDb06tUwFTv0GueqlUBVrmqqZpX6mo+A/mEjtjIOuR6e9Cgf2ulJDY48VhUWOqCPXQ6qBJkrdfFF7unu1vqC66dYoFjsmHTRrGoAv54fqedCms1rsNcL+Ni20gWNhvTVHHmpWHHcXn85ROiXFg/Ogqr1cLy8pKAtulkBolUDt/49vfxvcefQanRhEn5v+eqULa2qhXUWZv4A/M9VjEc7l9BqBttKoK6V80PhSupwxDHB2AamvhSrx/oxq037sN/+ezX39Qc/3H9oZ8Aq294sgGw+ucffQi1ch2GGYOezGDzjTcj1t8nvnAsTP/kv/13LOWL0t0g44C+Ov/qlz6ETRs3cdsU4CI/MwnXrqNZ56Jky2bVqtVQqxTlAGkhhK7BEURzA/jS334HUwt5eLpirKijul+Q+J0rGfj+ZnbroVvwy7/8S1J0U0LDwoOdjVx3tzBN2eGlqT0tAIKCOyikKaFm0NH80pxI74VxSYmZ3VJpiuyQ09jc96Fjt44f9FjiR1DEr70+eptY1XnMjh9D1CC0HEZby2Bk217YroZENIIuGtH7BRqTOdnNU2b0MRSLZWE/cKGTgCJZpBSgxRlNWwMuXMrnSHl/BEWeLBhMPfWBVVGV+kWg46nDxMVLl/ClL38FpXwRMRZ7BHFlMeNrdcQPR3yq/MOFnLB52Ncp21Eptgr8UcBqAPhJij27oFobvbvH0Eh6uJqfh2cY6B8cQjhmIGx5mH39EvSig4wbQZjaW3io1+rokOnTZ2LDW3bj9OQljAyvh23VRbLNBEB65sRjSZx/7Rx6+tcjKlYA8+iIVNPD4MAAPvE7v4bhkUF1iJa1b9U/kMwDVEt48uG/RVRYiipYhmEH1VIJbS2E3OhGJHPdeO3oEWQiYSTTCfT09uDipUk4egw33Pt29G3dLsVLsMgSEJfDrBQplDaSJat8ZDqOJd3x/Ow0Lrx0DHqlgKxpoFR3kB7Zgne89xeBbGr18EGw3X+ecv2BXYRf+EsAmaQnq00/OMzwe++95x3XvTaLx+qe2+W6kSCwOgB9qBeeW0Xn4hmgXKDGVjyofJNVNRYEXFIpn2T96iEWWAY0e1GBjhLCtno57AjSBF7LDUFPdSuZO6X4TH5x69D5Owi02pZ4mHFz1dsqJE6jFYDsZQGwqoAq9RHINv3mywqw6vsn0z6EABILJIthcRa0vmHo6WG0i0tAfV7GAcEdxYGknJ3AqgGYvQK6SwBXuwHNaUAj65WskMAZNzD4WwEeec0+o9K3JeDFyzq45mPl1sgN9AFaNWJX4Dz5t2+qzs8S7BRmhABBWJGpAAAgAElEQVRF0jVQqlUJCAghrMeRiBqI6R1EzA6iyQgajo6F5Tp0LYZb3vcO3P2pj0kgXMVtCRhDIZXix5J14bNUedDy5f5kCgZXxcsU0HXt+/AZpcIaDIKt1sgjfV67gsKF0Qt0p3plfPBrnP4rgK0Pmwe2ARxAqzCpf5tWcrfewFqmtBuuH2ugrsUnH8n9TDk2ym0Dn/PO4++Ny3jI2IkPYD0GNEOgerIuaNIvQKIvY155GjLe1Zvm94Y8zvcOqq6O5ZCG4wvH8Jnv/xY+vv0W/IpzC8ICrDIIxlH3lj6bct3KjFEAS4I2PBSQ1hmMZD7MQC7LQaTMOAGrCY8+UK0GQvd+4Lrn+Ne+9qfKwiIAovwDVMCxUU2CVXCJ38dCWurHNYcs9T0+64wsX4LnrZZ4fQvwb5jClnnx6Ak8+eSPcPXqgjwEKi7kOa4JPgteX8aNv7OZtOzgvh1P4rbbbsGeW25GNJNWHnxcCygNjKvDoRz+hJClxpTYfwiLXEn/BTQmk00agDL4fLYVQT0PVyZmcOWEjlQuhGwf023DSGXjiCWTMncIplD6plNeazNkwUPboFe7h+LUOfRHHAxmKHR3RB2js4Xs6ahZHuotR4BEpt92bF0SY52ajU5bR6XmCNNZAF6rg0RPH0ZGt2LD6HYMD21EIpNDvU/4vBISFSGjw0zIz5otJhwXoGVj4j8uzTax+YHyqpV9m4ei1WR4ATcJjvmgI4HF4OuKsaGaEStgpD/OTTZteaA2DfHnJKAyXjwK89UjuPHEEtwXz+KEU8HZdALYsxt9u3ZBZzCpp8m1MFGahzCCkcRYCTSEI0nsu+F2JFJ9cOif7X8EDcqgqchLWAuGBgFbyvpG1XBkngTBV0Fjm++HXw+CNNcyH4M6hfUPxw/HbcBu5WFMxqOvhGJNGLAiA2aXNKjFrgKIRvgaHqaujCMa0zE8skW89NhYlHqM95uAim9P4zkOpi+ex9XzLyOhVdCV4DOiRYYNEiMJDLBe42+481/99+ue3/yBr/3dw6oh7r+HFXBV1htdGjzFfAH1ckXYxM3lWVx55hEZo5yDiVRSrKA4DsT3U6TqihlKtlurTXlxBL1DG/D4i6/gkaeeRztsynPk72Q4pPIrDvx5lY8i562A3r4/t9h8+cz1tcD6tXvj2h1GfSX43uDvoN5dYY1yubSa6M1lkUnF0WjUUGMojkuQgzWV2n8DH2s+78AWI5gf/H+uHayvlTWO2hC4BtIuQqfHIIOUuE/6wAFrc2U5Qr9wD91cnzQHI7t2otS0Mf46PXmDprDaA1dqtlAMd97/Ttx59ztQJoPd1XDu5Fm5rgsXzmHL9m2IMPwpm8PgwDBibEzHIjDjMTzz4vP4wQvPomPSaoOSHFc1h9kUCCzAVmqkNYWYv6Oq+B/uQTo6ZKoZESASg8HE9FAI6/qyOLhtBHfu2YZclCzDukoZZ4NO1ISq9NIl8EoTIJjemEeeeh7/60tfhKl1xMpNscjJIFZBwmxaMNSGcumEBCWxaUQLBk2YkV7YQEKL4G29cWx64HZMh3slOZxBVJzz58+fE8bqaugex2gY4xcu4fSrpzF16RLyi3NiokSl4P0/db8fiNSWMKR6w8HU1AWxDHjr4TuwPDuLx777qEh+t+7ej0S6BxdOnMC6wV5s3D4GMx4ScKfWqcLUenD+wnGEow0Yekwa3GRLygZDIoQfQss9rNNhLgP3SFUBOZaGQr6F5bmFNzW//+zjH0AiGcXC0hxqraaAqnbHw+XpIpaLVRQrNeRLFdTIIif73ObarhoG4uHsN5xEiUjVRigkc0KRM5SNgQpAVvYnBAuDfYFEGjIzJZTWD8VLJVPIZDJwwvT7jWJstA9b1qcw2BVHpWzju999XM5jZJ2ePH0GtqcjkemVa66Xl+TZ57q6hAWdXy6odZO7KIF7ni/9sCDF/PWQSCaE1BPYwqyQkjyOKyATC2PH2CCyZgeaVYUdTuPychkXFkuoWeRDtJFKJrB94zr89FtuYuoketIJJDLdeOLoSTz61PPoZAcRSSSghVXgbMti809HPBtFiHMDcfQm+pAJUy3K+0SSWAH1RglWs4JatYh6rYw2mZbROEyymUk+a9cwGtXxztw6pFq2WKo02w6WWxXUIx5uve8OpHoyuHjpMuYWC2i0XMwtLGH9yAj27t2N+cW82JqQ5Xtp8gp6+4cQDkexuLSEhBnCYDaFe+44JF63x469JEGYoURaqU7RRjIRQV93GplkTLIeWjUL8XQaM1cuo7qwjLHNWzFfWBZwkngJwVHWCTzrEyTlXkxgm/UdlbKhSETsEorEW2IR9A8MCO7CutlqtuS8JSkcDCyvVARcHRkZWcEoCNwyQJTM2EbDQq3WRCym9kS1P6v1SjVJFVtWml8esDA/v6K6KZTKAtjy+lSTRtkKRmIpzM4t4y8/+0UcO3FaSIHxVFrWIAL7rM0C9Y6yv+ACver5HqijeQ08ywer50rzlTWIHzBBlSbnC9c6hmHv3LIR33362Jua4z+uP/QTYPUNTzYAVj/9wXdIMUagj9Ihk9T0W28V9iWZA1/66t+gWmsouYFNf1Md73zwQQz09CAWAuxiAYXpK7AERG36HQiVOsgEa4sAi5lEzTYwtms/Xhq/gocf+4EsxizODeIicnhb9ZsUUM/vfN/51rcIsMruAyf4QP+AHOgUK4dMxm7lT8lJ6jNVhe3htCXJdHpmGgsLMyuda9LnOfm5uLML0pXtkkWGHywU6LUl0u16E5kMDeVVN48dV/Hb0ek/VcDUhZdQXJxBJJ7ByObdyPQMCYODBUQunVFJsrxCg4UH5QdRFQDgY0a8/Gq5KIu0YiXyfpkCskqnd4U5pyR06qBEP0rVcRRlMwsbAUk9MePmAvnikaN49FuPwmrSp0XKTZFQSkeZXXmRp6lDgpLIKTkVWaGSrsx7QTtRJnr6kqxATiUer14byU39CPUnMLk8BzdsiCl3yKSZrIP5MxNAvoUuxBDp8JCp5CBkRuhDcay/YxdOXjyP9aMbJBCs3agKW4A2Esl4GmdOnsHw6GaE5mqoXZyBXbdhtR309HTjd37749iylSEASsYqTGef3ccDerhj47UXjuC1559DxgxJEUnwqM1QL4QwuHUHtu3ejcce/juE223ZOJqtmhwqKpaHzTcfwoG33S2hZivdK2E2qLHJ8yJrbQKrDBBYmJ1Erbgs9/nSmXO4cvZ17BjbJHJIW4/gp9/zPiTG1svYC/zx+BxYDAULelDE06uLnxeZrb/5CMuo0ZBn98Db35zH6vq9t6twhWgGWmodQkMMg2jAvXQGXjEvXVEJkxLTRAXqBQcaYZwZlHTE4SIM3VlQTCGCEivvgKV+WOY4ugahp3tVYdJkuAk9niippadqS2QtlCQpYJXSaBZ+KqxL/Ud12leBVR+x8YtDnWFRBCNpX8ExK6pqES7DaFgyxrR1I9CjfXBLc/Bqi9B4YPBtDhTESXl2CIj1Qud8k8WiBc2qQ6dPcIdpp4q5J2FWcvLz/eO4vgRS7xVglQDhWsbqGv6lD6xee/Qh64hBO0qiLuCQ+KZ1ZKxynCroNuSHJCgfL+j0GPIQ1jpIxEPI5iIwwlGUKy7sVgQj+0bw4F/+B4yE08ijjrir7hHv0CpbVYGrAuIGaKIPqArk6/87OOyqxq1ab+j3FBQfgXRLvs8Pdwm+1pPqEXBYAagMbVLsY2kA+U20FbzZ92ddAWYV3eZ/swIQ+xJyBMhqesM+JtBxpw42sGrNKD7TeR0/jC7i7tAY3qUPYxci0DseyrpaO+MCyioGgqz5azoEAjbQJVTTUPQ0LGjAC1efxRe//wn87r678BHnJuipAXTitGmxYUgqqwK6Arm/gKpyYF/1yBaU0pcJk+oijFXRELZV86HVRNtqwLjv+lnpX/nK/6NyefyP4HmpA9UqqLraKKInnO8Pt7Y5IgCFAreUgoLsPiV/JjNbNTnoPQiMX7iKxx57FidfOStrI+2BfDvdldAlronSIBUAXXGzuawZroex0REcuvOtWL95IwwW4fIM6KW6Coj4S6C8K2GJiBSZth28BsUioV2Q2g/VeFb2mZqEkOiegXjERMTg+G9BY0BLpwmTQTth+vq1YHi2rB81rff/Y+89o+Q6zzPB54aqWzl37gbQyEQkCJIiRUoMkikq2rJlWbZsazyjkdOud+1d79jHu/tjd8/uzPGcneO1x5LHYyvZkijLli1ZlKhAUaSYARIkMhpohEbnylW34g17nve7t7tJeX6QP3XUEg+A7q7uWzd83/s+7xPQtHYikSsg0b6AbO86ol4fPSeKRo91zwCDoY9Oz0GvS69XrplDxWOTSziE3R7gxmIZnYGG8bEp7L3lIPYfvwNT4zsQqbvoLLeE8dI7Ngon5kHrDpDRUvC0GJzeUIL3yt06EmM5xLOqJiDQMxjy9ykWEhsi1jphIBJPKD8fAoShwiVksYaszhBkZWAlPbsjvB91U86no3Ww3LyJ6gtfwVtersF8+RJOry3iedJl7z6GybvvQiTJwEwFpPBCKhYhPZ+D20KjNJWpz8ewfftBCZ4I7z1hUYUgbzCAEVudYCAcvhfF/FOAXbhXbmVbbZXtb7UX4M+mJDP8OpVHrFtp/ST2RUy4JyjL4+Cxy2BQbTPh+kY2MgnYHCJQVppMEkBYx5X5c5iamhWPup6E8bAuUvdenzWrOxBQiuDD4rUreOXJR2E6dezcPo2kxbDH7gbDkGvx/b/15oDVv3nkK5v1SACuhiCI/AkP9UoVrWpdLJDcdg3nHvsShr2OSNfTcTJxLWGHGXEmQysAWg3wCMI4ok7TokmkRmfxN9/6Lk5duQaNLGgCenQBl3pxE3yReoj7erD2hdebz6P4T4az0det1/8twDUEx3+EtSpBdSYjWmEaHkZG85jaPoHz58+h1QxCyNRKLvuLgM5BDSNA8habCcV8V7kQwpzjs8OdRYaC9CTXZcggfvJShwRzG/ZGzlCA1UjEx8zBg8gUR3HymRNoMqAmsA5QYL8a1E3uPIAPfOhXxGeQntW9oYfzL1/ElcvzeNvb70UylcDE1AQmJqakvqAVB2vYqtvDlx/5Ai6fOw2MkMVaVMCqqJyCB+5HTm44vlRMK7m35fx70BlaGompP2NJ0ZAYRk/e35FDt+Ojt89gzHLQ6vZV3kCw/4qJEME4KlK8gTD7L525jL/+1CfBdFmqBXiCpGYNAohUjTwUxir/C9djMoEF1EmmZQ+/P27g9juOYGHPPiwPeW19AUMuXCCwumcjHJbXiyz9q/PXcf70OVy5cAGVlUUYvof82Dg+/NGPoDBaEtCO6gS73cfc1fMoryzhnfc9gKHdxqf/6r/KOrf7lkNIZUs4/9JJ7Ng+g8PHD8EgG432IzBEfXDu3POIpxnExWkR2WzKWkLAYbmn1XFGYwnpC8uVNfH2NFkjaxaqa8tvCj/589//GJqthgwLUrk8au0uVioNLK420OwM0B86wlZt2z3xNR6Ip7GLeDIuNngJenjTDo52DNIPKaCax6Z6S0XeoVJS2cL0pccIw/V4DngHURpNH2P2sARW86M7hYQwMZ7FzEQcI3kGJen43GcfwdToKKKGh0sXL6HVcxHLjYjHbbtZkfuVwOv42Ahu3rypbM90JrU7pEeqgYasE+xzlTorFiPYp4J8ebwSQij2Fz78QRfFdAz7t40gE9VQcyKYW6titcPnSkOn0UIqYWHnZBH3HN4Dr13FsFVDNJ5Ec2jg0vVlXKx3kMxmQWszerfS7JPXN5amv3IKcNmvpmE6lniG855OGC5iFte8DjS3hXZzHfXauvg5c+DB3r1pV7A7buIjU7MwOfAZ9NAc9LHYqKIwO4G3Pvx2VO0q1tYqWCy3cX2pgsXFJRzavwcTpYyElYnfbIxhdbTk4BAjg1QyI/Wl267jEOskHbh0+QrswQDJUkn2fbkX2efGWY/SbtCB4So1SdduoZTMoG9E8MMTJ2HbLRVkKV6xqmYSawhiMBpBT7Jgo3Ictxw6hKP3PyAhxRxKdNpt6aEZzEybxUgsKqD6Wnld8ATW87R8JJYi1oSBUpR7Jkn2RoTMc9bJDOJSKlZlV6TL7+f6yT63Wq7I/cm/W7EksrmM2vfEJjAhQxBPj+Lb3/s+/unr38YrZy7BsJKwaL3o0U6Pez3vc4WXhIxVruehRdeGGkHqSpLI1CO7dSgmgCyfJzaUQSZFzNCk97q6VH5Tz/iP64t+Aqy+7sqGwOrvfeB+TBSLIoklB8fIFnHf+35aioxqvYpHH/sOukwfNJii1oXdbuE973oYmZiJQb2Cfr0KbeAgaVkoN6rYuXMWzXoNS4sL4inCBTySSsF2NaRHptFydDz1wknZDJeWl+VBZFqfTP6YLBkkGnNawJv9ve99D371X/2yPID0KU3Gk0glU/J99NakcXb4Qdk/H3SyTAialisVYax22nXliSMP31CaE276jUZdLVBkSwTsIqYGEuRtNJoKTAum4XwfBEEKYwVhjjl2C5XyinhT5YrjMklkEZeMx4WxSgaOsnXkphGXBaPf5/tjCJQqSLts8sR/houHasQlFEgYQ8o0PWyawgdfzPkJcJLRSJCEi4Omod1ryYL89a98Dc/98FnxIOx7KtlVSheCROynIgoIENN9AgxsD+kdEzERs2Jqg5Wp7KbXVciI4UkbUMI4lUVqRwnX1pfhWSamduwUj6BhvYPy3AK8NRsFLYmEZkkBIMAqJXHb0ph+6368dOk8ZrfvEuZLr1kXA+5EOoVMKofTL5/BxOQORFc76C9UMGz3BTRm8/Q//0+/g1sO7JH7IsIpPBfEgBk8pAl6RBfm11OPfg3N69dhdGyRl9L3lqbf0wcO4a0PPICvf/kLsNcr0mwxjIoTdi2exOH73omxPXtAoYcU+EEDxsZe/iG1pA+728SgU8OlMyfQra4ilkjD1ZI4/cpp/PIvfwz54igGBNlTKZFGhuApz+mGp8sW/7lwsZdJIqVVgZ0FG0zeo7xeD7/rzQGrOw7fo6RpkRTM3DZgYhSuZ8NYuAC3XgvCm8iGoKdi+JY3PS41FuUGDd9N6IP1wINRTQI3EoBpDmWlYZQmgASTIXV4nSY0j891D363C43MLzLGCY7wtZz4E8GnHYCw51gchEjPlq4skPoqBjWvgwqv4nNDv0+5r/U+InYPDuVGkzOAngGaK9DaZWj9kOURsJJ41HzW4zloVkJS2+lfpvXaAq5qHpnOBHsD37gAgQtZea9lrCq5ncZU3g3IbwvkvBECFwBcBO3YdHCIoUyNpChhWct7N0pfX0lQYmOkixSPFFky6ZNWDH2ng7rdF68l1xzAtBIYDlICfKd3jOLd/9dv4+jsLlS9LtKuAYfgR3CdVHCVMmQPatuNxlEOhWuDmNirwlygrqD4lWI3uCQbQKswORRIGTZyvGtoBRCym3ThgIauChs/QFi/6j1uMlo3vnED7Nu0g5DjFpln+BGcI7JRtSGi4Ho+hOmbaPUMfNq9iGejNdwVHceHtGlsc00MNVeYMQy1CimqyuN1k21JkM3kwE8Dqr6GZc3Ds1cfxxcf+0P8b8ffhY8ObhOfYiduQvOGMDnoClK1xauK95W6mZXxg5gbK6Yqm2KfYBVDr9ggcwNiozHsw+t3hOFtPvyxN1x/fe6z/1Hu1fC6bAIu6myFLMANlls4uKAFRwC8bsqhAkZJUGgS+2XxTsY7f9qQbPPAqmZ5uYxHH/2OBFv1Ol2xCFIAuLqolJzL4C+we5BwBENdx5gVwZGDh3DHHXegND4KLaqC6Bhex31emGKBIQjvEddjAMZQhd5JOBKBca5ZrFjUUELCMAlAkqHJwQkHk3yWHbbNlPIrS4IoUoBJEG+AKHu8eBzeyK243CyIvPPAyBDNa8/D69UlIXm92RfxAyWfAxKMOwPxTyUkwweIz2a73cfKah2dHrB/31EcPno7tu27BXouDccewq10RHlRGB9DNeYKQCTnMZJE1DGgN9toe33Ypo/EWEb8yMnSUEPTwFIxGCaGcnjWP/RZk8I/qJn497BJ4fcRZFTe6Mp/jzc2JdMRUatE0UUPqzfP4PpLT+Btl84i/soazi+v4Gy3ieaBAxh9+B2IZjLCgorR6zViKtBUGuNwO1SMNbtjo1jahmPH7lMBVsHAItz7WIeI92LglapAKCUbVEyqzXonlPJJnUJWd/ARAqohoy18HffN8HuFFUM2rUi+dQWsDsjcVA2arDsbyfVB6JcekbrG0x2RFfo+mYkMhFlCrbwmipxkOrcB0vFGGfS78tyxDut2Okgn4lhbuIFnH38UZn8dB/dsh6UReG0IM4Z1yE/9j28uUfjzX/q7LQoaXaSa6jlXFgPkWTZqVTQqdfhDH/rAxivf/FsM7CbiER2ZpCWASTyRRK6QEA99LkvcT9lUs9nleyiXGzCzk6hHUvj2iZewtLqGXrsDLyA9CKjMmjF4PplmTzskgjmivCLrbUOjsHWcuLmshffFVoA1XLuUh2to5RXuQ5TVk1HrS/p7caKA295yGCvlVVw9sSgNvii/IgpElSGgDI42h4LhmqjYhp70NtLcuw7Spok909OoDhwsrq3A4T0jWxq9nZVlCqFY7tk5iwG7XcwePYKub+DquSuBFYBi+ot1j/hJa3jog7+MW269B3arJfJgWohdOXMa5185hbvuul1Z4Og6KpWKyH67rSoatQ46Y3lEElkM6zbM8SK4u4XAKpU5r1cgvGbDCHzFJa1eliflEyogEtnePMZkEW5Uk+AgZ6DjyOw0HrptFuPpCNIGB1+OrKMccknQjQSRcb/S0Kv38F/+7E9RXllAwlIBc1HpJyDWBurZCux0pNZVahmCquzZSvkReWbet3cnDo4UsDAzjit+XL6HYB+BVVoBkEkXWiqwVmvWWjj5/It45fnn0GW42LCHfYeO4oMf/jkkc2kwpLzR6KDZ6OLqwhzmL8/hpx9+WI7xW//8dcxduoC9B48ISeDsqVPYuXsWBw7dIrYZlmHA1uNAjxe9KWvv8mIDg3YdSa59via5IeJl7QMrq2vSL/C9nzv/qvgnx1NJ2SMbFVplvfGPTzx0GIlkArlSCZ4RxfzNNSwsl1Fp9ISB1wn2YIKQBOnZ8yRTKQE/2ReREU9QjWslbR1IBJIANgGw1OCN9z37T14nrsVkrfJrEpisGRKuzF6NvRJ99iOmgantR8Q3c2q6gGIOKGaYJp/EX3zqb+TZef9Db8fq4k3cXC7j1MUbqNlDsY0gC5F2G9tmppBOxiWjwlYYqewfBP5EWh/I09lvbuxjAfuWrMdQncBeemjXsH28gB2TIyj3fVxaWkfLZ4CXgX6zjSQDhQsJzJbSiGOATn0dTI9PjkxAT6Tx9Jkrck9rlgV6aZlWXK1/sbSEO8uAvB8RLoiPuPQwUYaldivw+xVMjiYxzp8d03H+7EXMr6whmcrA8obY5vTwMxPT4sPecoZY7diwDRd3vvNeJEtJVJoVNO0+rizW8MyJswJW3n54H3IJE4VcAulsTkKsabdRXluHP3SQyZTQbjYQ1zwc3LtTzs96uYL1el2ejySHnUHv2+t30Ol1ZHCYMOJi41Qq5XHvnffgh6+cwRce/bawnWMRDrqBCH1jpTfg0EoNDAiu89IQT3jwp96J42+5A5fn5rC2uCSgar/XRUwYr3GMTY5jdtdOGFZUPGXpdz29bUZsH2WQJbUvcQ4PrZaNiEUAOA7TtGDoyrKIEv143BIyGO/beq2ONtfKXg9t8UZPoFDMy74l6zrDb+NxVNttfPv7T+LcuTnMX1vBwsq6DD0FExmyD1P3e9hP8PdILHBAbAhJWRKWZUY2/N7DQa+AwgEhzZHgbPqvm4iZOoZdG+v15ht/wH+MX/ETYPV1FzcEVv/oQ+9GPBZVKeSJJKL5Edx+3/3QrSjqjRqef+GEmGSL16Skstm448gxGN4QlcUb8Ptd8R9iYNXAsDA1NYVapYLq2poCvRhexDTR8Qm0eg7W6y2cPT8nwF6PzAKRf9FeiHJjH7lcXh6MEydPiU/bB3/mZ/CrH/uVwOOTlP8MJicmZQEQizuCj1IocXNvC0hKMIqsUy4Gwn4YcnKnGkmFjSkfJQnR8lUirZJ66yJJ58SORStNlJUknxIiFc6RzMbhMvxClLyq6ONgQ77P9YRqn8ukVeMcJL5z4qmk3ZuWBwKaSlFLaaKSR4nHaoDm8fikLw+CAfh1Frb8nXwfkpIcJtxRKstGXzfx+b/6PC6duyTgVd/rCxgdj9Bo3kSfviMSEkFAsY+hO1TTKjOGiKarsCRDl+/j7w0Zq2HBy6WYKfcoJpDbN4n59SXGpWJ65y7x3OvXbNTnlzBYamDEzCBBMbLGrChbUk+jO7KYuHMPXr50Hju27xRpVrtclUCIVDaNQraIsy+fQdxMI2X7MGt9ON2++AlxYvW7v/vfYf+BPXKuJHQrAEZ4HsiwZtMoct5+B/OnX8X5EyfhtKqwNANDX8fo3j24553vwDPfexz15RUx3ue9MsLpayaLXceOIc6UTDluTlPVgh5KKRWLmH6dQ1TXFrA4fxpJo49Gx8XQLGJhqYwP/cJHEU0kpQAiUJMw6EtDf1oV/hBK/Hkz8O8E/sUTTu45xW4WBpauJnmhRPJdD705YJVWAGyEfCsNszANvViEy2u4egNebR0+AUUpwtT9tuFnys2RsmgzJkwWkdB31wNz+U15uzT+nAIn0jDz40AyJ8+E121DF4YZvVY70Hpd9XvknHLirsBbMhqlUQt8fqQZCGX7cqXVvwW8E0A1IkF6noRHBcCq34HZ7cKJJ4GZcUaCw6jVgU5V5NaK1Rqg5AoylPNhJNPw6LdK5KTbgt5rA75q5BUnXI5wA4gLj4ZFAy0A1FkQfvkWif+WhXbjpUFIk/ilkq3K5oO+xroUsgmmqMaY2m1iMkNJqi/MI8puuTanEjyuvisAACAASURBVDGUkpYwVRna1+g7WKg3cXmtjbmbbWiRLMZ37sAD/+7juO34QdTYMPqO2F8IoCXcOnUMijmogBEFoiovNXWeg2Y0YJKqqLvw7YegBF+vMnEV0hlcQ7lEPkqZ0Y0TIA05S1Q2nGHWRgAm85tCsHajIwvO6BZsVfGiA3ZZeL7DBo5fYxEn78034Woeoq6Gm4Me/t5fxMloHXcbk/gFbwqj8DGgBHboMYlLvW+R/gchJUHIFb0HHU1H1dOwpGt44uo/4Bvf+ff4D4cfxrv14zBSJXhRAndkLCpFQmi2ILJ2AVYVU1hksQFbVSMIy/ufPr4OLTFcKaDpb+zTi3rownzPG7cC+Nxn/3gDyBZQQRiMqsHfBFmDMjPEtgPpbkg6D4FVNlSKsR7arCiPQr5Mhn1UlygakuzNlWoN33rsGTz/7Ak0Ki0F4koCNGNbuEYrr0kW8uF9JOYAjoepkQLuOLwPe3dNIp6MQiPgRysPCXNT96O6uj4sAqQyGAx+bsB+leGOHLMCTck4DrlbhsHj5rlQ7BQB+3UGl1HYz8EOwLAyjlHW/RzOrXi4uVjGnpEktjHYZGjLQLkz8KTQV3519Oum/QPTgsn6I5A/QLXVg2XlcGD/bThy5A6kMkUZavQMJdylIogJnl7MRGSgw3SHTPkSn7W47UhzVo948FNklRnokQUloSMMWGQDyGZXAWmqVlEAOCV7ijGmQn2UxFJNx8hekmczYDBtNNieKwFj/UEfK61lzD/xNeROvojb5tdwtVvDmXIPtdEkxn76vdCntolHM4+fgLWyFFI3iLCIxauZwyJdWCYc8Nx55/2wkgVp7KmU4fUgqNiljJCJ4QHDVsAwCbXZZE9KOKAMINzAgz6Un6tQOKknw2EBa74QyGEzzuEp9wDXEQYXn+1Bt4dBh5YLBOsNxAmUBTd4eIfxyWDtMPBd+JwDGyY0I4YIA0xMTQKqur0BprdtC+5NKkoMuAOGZ3oY8ue5A1hy/k1hjp566luIdlYxkeHvY0AUbWo8vP8P//pNtVif++KXfwRYledbPPLVsKxNS6K1MryBi6g3wKnHvoB2ZUVYqtlMCplkDIlkCokkj5+DY1ZKirmp9gUy4hzMr9SQnZiBF8/gn77zNK7cXMXs7r3Yd+AQKrUaKutLqNtVNDM13D79Frx64iQa5boaBAZsScWEDd7qBpit/h3uMSFAKJ/bEqIXAu7h5wMDdgH3XG2I2QPbceT2g7ixdB21Sy0M+0MsL64EcLnasXmNOcCU0B+NwF5EZMiSZ+AJ71aGuknfxfHZaTz41tvwnVfn8cKpc/AsLm6sCTwZQPAep1d/OpUSrz3X6WHnwVugRSzJA+A9xvpdbDvo9z9kAEsCP/PRf4PS+CyqDBXrd9Ed9HH59HOYu3BGBkTi3cieROoeF1EGrvgW/EOHoPkWtK4Dr1SQZ0E1DmFY4CbdOtyRX0MO5p4udgyU2DN1hwOaiPQGQy0icnwBgPn8xhOyVkwmfewYSePY3j3Yv21UwBzKih3dE2scDq/ED9NM4ouf+xxOPP0U8lyrZF9WCdz0qA73EVEb8niDECv2RAwLSsbzIH73kXtvx0REx8pYCdd0+i6qsJlz584JsCq2DeyPZGhJ4A949cVTOPfis4h6DAKsYt9d9+DQ0cMwrQgGQ0/UBARWl1au4trVq7jj2DGkYzEsX7uM6toisqNTWG8Ncf70aezYMYN9+/cgRZakrqNNW7p2B5m0gc7AwdpaE2SoWfEI7C49JpsSvEh7pbn5eQF7uKWsNZYRszQkrDjqNRuXz1x9U8/3r9y/F4VSCWNT05hfWMHFq3zGHNgdKrx8AVbFXoXhyNGYMOoLpULgSa76Z0lBp09u0N8pAEkNCNT/VQCf8mUl4aYrf8r+ABPxBBc/gq8dAVX53KTSo8jli9h/YBbbt6eQz8WQzIzi83/9d+iUy/j4Rz6IyuoCBi4wv7iOC3PX0eqp8EGu71yLM5mUAF+15lAxwgUAVgxgWvJslSDxeEOCE1+bSiQCCxMDHpU9wy4mR4ro6HEskjDl0o7GgMM1Xvz9o9g7mUdGd+D12xJoZJCIlSvixnobXXpeRywJ5uxDQ7OnQYuUVIA2B020HoBirIoaxnPQtyvwBuso5S3xFqbn5urNKharFcQzaeQ1H3fE4/ipUgluz0a138XyoI3Jg3swuX8WVbsioKfdcXDmyiJOnJmTICv6wRaTxEtKEv7F/o8DQN6PUU2T+5kWejPjY5iemhRSW6PdRr3ZEBshBmRTXcvnpjtQlk0DnYGZtCvqS4bM8aO34xvPPo9/+uEL0r/Jyic1VNCPiH0K3zd7BKUyI7nqvvsfAHptNJt1jJUKiJH8xn6O+yzJSN2ekIb0mIVUIYe3PfCA1B+NWkX2FqpPlR88Q+l6cLy25N8QyOb9yxpRgaoKd2q3bbSa9KseolFvCLg6MzUBWlJw4CKDOw6PuY4bETz97At44snnsV5t49LVGyjX6oKHSE9CMDQI9VYWJZqs37L+05KOewKHkVGua2rtUv7QYUWg6AFCgEJE9njaA7Fuz6TiuLaw9Kae8R/XF/0EWH3dlQ2B1T/84MNKVhuJYO+xY8iOTyKaTQe+SWQ2DqU55M3HaVfX7iCfTAso0O+0xPtoSODE89C0e8KS4H0tKcGaJg/Hwto65q4tYN/+W9DudDA3fwUvvfSyklhHorj7rruwe/de3Fi4KYtJtVbF6dPnEIka+KVf+iX8/M//vDywnM6NjY6K9EpJdVVJwYKJx7a6tigPJYFg+qQK6BkYGPMBChd8BRqqDSmcZLBYVkCdamiKpRJ63S5spp4GcnBJLCSTLZh+bC0OxR/TdWXyyACr0MdGSfsVQKq8MxmUoaTmbM74efFYDZliAugR7A1YbgGbQ36XTI/V+2aDG8r7ha1BaZqv4c//3z/HysoKugMbrukiVUwhlkkI6MjXsBljU8RJf7tio1tvwyKQyH7fpR8rz5MCLkO208aUXBgxfWg05T40g7n1BRiUYNyyF8N+D8N6F+3ra2hfXcNkooiYqxhIvKYdrw9rNo/R47vwytwF8Vj1TaC+XIE37CNXzGC8OILzJ8/DrbsoGXGYtiPAKlNbKUP4rd/+dUkVDKdLIZuX758eVpQhEcinzy2n7pVyGe3rF3DmhZckIGDbkYPYf/txLF1dwMqNBUlbfObZZ3Hg8BHsPLAfQ4L1nNh6THjuyvtnAm4IbhIol2LW7WNg1zF/8SWsLc0hksggNbJD5NrHbrtb0uK5U0uoDMGtLeydkJkjn/N9rK2tbvwubpKU6REMj9AHiGzjgI30cz/7S294bQ49Vikp9eMpAT7NbBEO2Tnra/Dqa4BdERaY8jPku1MehgJ6UcptWvBpV2FGoXfqEk7AjWeTW6rBpzdxKgMtPQI9lRbQyOu0lYckN61BW4BLDJWkLZTOyx0u48EgOV3Yg6pxEDg1BPwC70oyVTmFZrEtM+6gkYPfhtHpwsuWoM2U4LUHMNf78HpVwGOKapj0EPwuodSl5FghXst9gAxbAVbV9FyYcBsfCupVbFUFU4YfQfhu8M9wUvqaZInNtODA7oBvmeEn/G6mTiaiUZFTc8ihGKvKA46AVCzKxlDHeFLDoZ0T2DVRxGg2CS0ax2qjj2dfuYrHL66jHkvigT/8Hdz+1jvRHvQx1GxENIuBvrC41shZDUzqA7G9gF8BMKmCs5TfmQKnNr9bwNhgPVLnRrXIQoqRe3uTnVRKjwT3ewDAvQZA9eQcClAX9t2hFCeQjIfM2X/pZldH9i98BPeMCkBTa/ryYIC/c5bwjLWGnzW34z2YRJYhGp4u7FUypaW4D+45DhHIVkp6PXR1AzVXx01dxzfm/go/fOov8Kf73oV7rNthJooCKtLGgh52wrTk2RJmpmIwh96gYTAhPRBpgyHs1GEP7rAjzxGbZoNBYz49rAzo7/rQG37GP/vZ/7ABoCrAZBNQVY+IOmfh/iLXL0gTV1/bZK5utUUI2YBqGLSZQL11z+P7rPdsnD97GU8+cQLnz18SVwtKvEI2shoiKGsfCY0hlcpXIX8Hp9M4vjuP6bG0DErJaFXHr87i1oCtTUZuEN4TDNXkvQVjgfCOFewsCFqT9yGBT8prjg0TGU7cJ6QZ9U1cr/VwbqmFsg2MJ2PYM56Bha6w+PpDH8O+8q1TQxE2F0rWWGsM4FlxjMzsxPbpfdg+sQfxVF48fXXDhxmPwicAKAFetEtQ9DfumW5/AK3aRtyy0I3rqEcG4rkYDuBCT1LuPyF4yn1b7Xlq6Mn9nH+GSodwv+bwNTyPZBOHrE+RjIpveh8du4Hl2nX0X3wapa8/jsbiMlYiOhZzaeTvugPFA3sFHBYATtbhzXvo9fcUv8yhcK/r4Najt2Fq9hi63Q76g44ArJlMDv2e8rcP7z3ur6ENAC2QZHkhwNnpyKAkZjC4RFmQsLGiBQvXDtY5MrCOGGIRxPMkafGBjymHsFQxcS216zXEoCNOsJSAQ7DWCPgsqe+KacihuXhLsvGHB8dgMCJtlgwJP52fvywzk507d8L3dLRaHWSyeUkpZnMbssDGxsawvFrGwG7h7A/+AbHOTcyMJGFEOJB28d7f/4s3/HzzBZ/7wiPqeobhGgFjNXw+OBTvtDtYX1lRdl1w8ep3/h6N5XmRw2ZSCRSShoCDZNcpr1rFFFYOUconnNJHplJ7dhd6NInP/+BlJPbejl/5td/C1PZJYUJ5todvzX8Np+wX8XbnbVi6dh2N9SrqlQrK5RU0m1UhHgwDFpFaEzdrWcWifG2ATnhvhSfnNeBqsIbJ7aFRAp7GgaO70aN6o9xHzEzg/KkLwtRVdbpqjKkg4/Azovko5NKokelItjxJBtGIhLLMWBG88+AM9u3I4qUVH9/54TlU3Ca0aEoN1Gn1wiZcgCYFR7DOp4RcGm/W9ANHiBUc2nGdjFLxYFnYuWe/YqCtV4ShRuBh2GvCk6RqJ7B4Uvcv3xuPc8hh8ewtcMk6JghQmpAANFUHbf147b/lfG39ssyE1fmQfZoAA0EJDshlceWiTJseDhE4JGZqYxS5RAJ7J9M4MD2C+/bvBPwWx1ownL4CWRHB5SuX8ZX/8pdw2hVoBgNidSXZhockAceI8r2lb7943dLmK2oim8oinSjCSuj42XsOI15ro7pnL9ZiWXgMZOr3cfr0aRw4cEDWBamT+Vy6QLNdxdrNKnrLF5F0h1gsVzF2570BAUaX/A8GV7U6rNkdYQEXswWxwOhVl7Bw4VVYuTHU3ASWby5gcrSEyfERyQKhvLgFC067LteAXtprlYoccy6ZQaVZFw/MsUJJGJYX5y+jNJZDtmTCyNAWq4d+o4tauYcXvnv+TT3fv/bwbZjZsQOZQgHPv3QaF64siUVML5DzEygLg/+y6Swy6RTMeARWjHtDTAA52n6ISpIzxI1wv63PnWKthgNL+i93ex10O11hrIfnnP2d6jnUHrJtaha3HTuIyZkENNNBOjuOx7/xBK6fPYPf+Ve/iHRcQ2mkgIgZQ7/joN5tYeB4aLZaaPVtLK818fRzr+D6Sp1m4aIyG/YGco9rsQRMKypgH4Ex2qAJCSTohzmkoId7IhmHGWGd5CNqmmg5EbgknnD9FqCPyhQXeUvH/sk0RuKasPUpC+e+kE2lYFo5NHtt2YcNd4h6f4CrdRO1QTawc+JQmH61irghAkWf7O0avGEZhXwU0YhSwyxcWxEg0Iv4yPsu/vWBwzhsGRLSvGI3YU2PYPTwbrS1IRp2A/3eAPXGAC+fn8ON1TKKuTzG8xkkDQ179++Rc02QkftTKhZDjPdz10azzYEuxPqBex/vQxJ7pkolZDNJRHiuaKNB2TvPK493AHRcAtcmMukRPHdjCXOrVSFSeXCCQEWFqHJNcjWG4vFZJUOfhB4NY6MjKLjAtt07kMsmEBn24do2dIs6WGDQG2KlWsNqvYFbjh7Bez/wAeSLOVTXV2WPoEI3ErEkzJAAK8F1Jc33BR/iM8eliVaN169fw82bS/J3Bq9xjc1mMiglTXTtHrod+qUrW7NIzEJxfFru+8cefxI/fOElLKyWsVIuy7CM1TzVuUOeNOa2aLp404LBhpGo4AMxLSL3kjwnUgeqYcPWvWejouQgSlSHxGw62LlrG06duvCmnvEf1xf9BFh93ZUNgdXf/chPY3R0HHo0it0HDyKZL6DN6VjQaIs8nBOLXh/Xrl1FuVxGLBHDnp27kCUAS/+qcCIWsptEvqc8WvlaAoj1Zlsx2cgcGgzx8qunUSerdDDE297+NkxOTkrBurCwgNOnz+DFF19CJpvCxz72Mbz//e9HPBEX2jinnwky0wLZGzeBarUsQOFw2BNJWgiICvOPDE/CxJyiiZdHV5iIZKWKL03g7SXeZRJepXhaZLOScs+fG0rQVCGqTMPDDwE5+b6E3k6JRhKZDMEl1bCqoKqAwBo0uSGQKhJLH3Ke+DOEGRnIKSXhNACOQ7CADZpIKYLCNExhla9T6tHu4ZN/8mdYZ4Ke1kdp1zhKuyeQ25GX6W+j1UYuX4IZZXruAM2r67h28SoGtQ76VRsWm/vAn4oFMc9B2KhL8UspyrAPPxNF9tA0rtVWJVVxz+FDYu7ttfqwb5RRubCAmeSIGNWzWe/aXbTdLuK7iigdm8XJC2exbWo7zEQE5YVVOP0uSmMFjBdGcPGVi2gvNDGRzMHq+ui1bfGeoZToN36TjLyjG9LBsICQRo+hDZ2OhDjQd0aSlEWKOsTl0+dkYm5k0zApnSFpLYCDzpw5g8mpGeRGRjDUAHvQQ9ZKSHHGY8/mchsAJ9mkZAwmE3HEYwba9VUsL1yRQDDdSiOdH8PMNlocKEYRGa4hsBqexw3JY1D8KJBY3Z8CYoiZN2WTKjyGEk4Cg7/4C7/2htdmAVaP3COFtWclA2A1L5Ntv1qGV1+H1qkKk1QJ5XmjEnRSMn8CAS4ZX/GEDF6MXgcun2mydjfaJbI/48JYRbYALZEScNTvkaXaU8y8fksmoODGKbWeer38uoCpKr6bgRR9K7Aagj8qEIi2H3wln+kAlBVcrwvN7kErTECbKsCtdqCXbfj9GjnW8vyrj01g1dcT0JNpaAxZIJPQrgO91gbo+6PAKkm2avDC/+R5UHzWLXDfa4HVjWGJAG9BaIfI9cL5qJoSK7heaX4d8T9ikUcwQJ0rVgCxqIeZ0Ry2FxLYlo3iyI4xHNk1g0Q0g6vrDr5y5Ro6734It77tIVQGNQX/ahEpvizdlyk4iw5hJQTXOg4gRTAROnhmeRxO8BakjRTPVcV4UPym4Cxu6eLC0L3wPRWz5IYGzCTiF2yyAq9aAVXlZ22agoYtYmhHsLGuvq6X3BqO9N9+EAJ/P0CYq9f7Lj6ln8dctI6f0w7g3VoRdJmzXN7XZAupe15ScT0GfRiIuX30aIPj6rihAX//6p/g9EtfwicPvA936EegxfLSWPv0bOUwjteJV0/+rkBDtW4HwXqURfM/CdTrwRkw6ZlSvKGcG0OLImLGocMC7n/fG37GCayGgOqG3H8LA0yuS/Bv9aea2G9+bhPoEIbtlu/dZNkr5uPr9yOxqyFob0bRsrv43nd/gO8/8TTWVurCihT7HIdDIlM1TfT75brn+eKrva0Qw/HdJRzbM4FMOi4J8wocDNnTATAcLBZhAEf4LAugGihOiLfJ0yINUcB05NpKv/BgXVX2Oj4cSQRWnq2ub2Kl6eJSpYd630ACPkaTOrIxTdY6BpVw2GjqUcRjKWE02T1HQjByxWnsP3IME9tneWkRQxxRMyF1Du/nWJJyxqgKPvEYcjIQAJ0gh9Xpw+t00M1ZsBMazCQHas7GEG/rvsvrICETgVWMEqpoknAceqzyPfPvUsdYyqtO7u2AxcphmiSXe4DdrWFteQHNYR3pfhuLX/1nXH/8SQzHi8jcfgwTt98Gl4M0Jwj23AKEhbWI+jNQ1QTSv1azg23bduD2u98tYGN/QMUQG62krHJkvIZ7XchYFYayeOpFYDc7pBQjGYuLTQMZQ3GHK6Aa0hDAYkgnl1Cp6wKrEsd30R8OYDBkg422Q+aPiYFtIxtPCDFAmH8Buzz0MA8ZdvzxBIG4PkmunOYr0JaD8lRSVC3nzp/F1OSU1GiPP/4k7rnv7ZibmxNfQPrOnXr5FI4cPYq5ixflGlyfO4/q1Zfw1n0j2D5REKD2Pb/3n9/w880XfPZvv/QaYJUgs7o/1Hnhe+11OlhbXpE6nev9+Se+jrWrZwVYTcQt5JOmAKvJdCzw6VXAtZJNKjmo49CP3kW3UoOeymAtM4pD7/0w/PiogAyFXBEv3ngB3zn7DTy4/yG8ZeweeT/9gQ2fYS/DNlaXr+Ezn/oULp0+t+GFvwHEB0OvTammOh1bhz7h94brlgQhBgAhU71jCROl8RwtgtWw1zNw6ewcfK7pVHzJ2haFTmaW5yAT83Hs0AG8cmEOtfYA8VhCauG+M8CubApvmclhesREtjiCp08t4/m5y1i2CeRT6s5am/9XzzNPtwC2BP2jZLcxulat+WQu80vsKzgQpeyaxxMOY0RFQLA+CIQVRl8g16a6iR7h9D4eWBm4vGcdE/74tmD/D5IXQ5A5WN+24q1bz5t4gwZjcvFwD7U1VhJgqrgki0fl/HHorhsWtGhCcgOi8JFPxvHz7ziOt04m4Q089FwFtmlUe2gOXvnqP+L8S8/AMU2sMFTJUeFEBJ3iQb/IuiFuRRFnboNpSP0+WZpEMpfF/cf2we53sZ4toEV2hU9fbFv8Ordv3y7gi4S80irHbmHuyjkMtAyi9g20luah5Saw++53otNuCcPRiFjigV1r2YjHNQHaMqk0EqaOdmUJc6dPwkjk0fZiYplRzKSRiCk1XSqbApIFuO2mKKxcmFivVsSqaTRfRN1uwe52kCdxgFYA5TVk8jnki2mYae6XNgbduvScj3359Jt6vv/dx94ttgNr1SZeOnsJy+t16JEkPIYM0jeSABWtX+LsO5T6kP6qFi0JPL7frrCgrUgEcYuXOCJgNf9HggZ7XDIgu30V7CM1mGkKaarVailwdcNmQoUgE+yjDd54aRy33XYIO/eMYHr7KCK0Cfnat1Gev4L/4/f/e0yOZGSI2LX7iBNc9Yawuz207Dq67hCNDvAPX/0OvvHky9Do85xMwCJbeujCHnD/DYtJ1hjBUF+Y+FSPWrJnMEyQ7EMGZ3NP7jHElhJyrtVkYru+DJQScHDLeAqTWQuDdk2YzKwZSFrI5gvoOUPxQ0/oOhp9DwvNCFYHOfiaGjLJAEOsoGTyLEDksFcGnBoKeQumobziV25W0ey2Mei3cTSbxSeO34FCt42VdhW9mIEddxxGK+Kh3u+g224LrrFcsfHKhctwNQNjpVEkTA3o2Thy5KDgDOxVEzFLhoq0Vex5LrpDR0KvllbWpIfjL4/HLBzcuROjxQK6raaAo6wPWGf0GMzd7wvLXtdpeVDCydUOqj1DPI8Jw7aba2JnEo/xmatLv0nQucHgzV4P2YQOw+1g/2gKMzu2I8UhJcMbaQcZMWWf7fS6qDRb8CJRTG7fhsnpSdx2/DZMTUyKApMDR1rs8ZmWuiRiolQqYXx8XO5hKoGvXbuGy5cvY3FxUYay3EdZJ0mOjOdiJGogZsWltiRQK8Cx66FBm4BYCqWJGXz10W/jiR8+B4dWJPRp0tRQh9/r+g5i9LrOFdC2G1hptBBJJGUoLvcZawEWhz9ih6X4OlyvaZGo7OmodOhjz95deO75l97UM/7j+qKfAKuvu7IhsPrIZz4ldHumzdOMmWmLlL4JnTrw2VSyaA/nz51Dl4FDzgA7duzA+PiE0O0pHZAimwkAwSREFcyKrSehKGyyAnN5PmzpdFqM269dvy5FuPKL4tSni0e+8mU898wJRCwDH//4x/G+974vmHQkJFyJGwGL2VqtCrvdVpIyy0KlsqZke5zYyFRf+RgNGSKgKriNpFxJrpPpC6eBrrxemiDx2OBiTbN8xUzj4hM2lSqNUdkGhMxJCfno9yQpdqw0gUKhIO+JU1guRCx8RSIZeKZyKiSMVEEg1KSbDaLI+QJJkbBWJdWRw2V1HHx9w1aLKRersPgUuaERw81rN/An/+k/oef1kZkpIr9rHHrGRKoUR75Q4lAPvT6nXzrW6DHqOqgslTGodNC8WUFqQB9NBfaEaBHfJ4uX8P2yGHTjGrIHZ7DQLguwuu+2W1GvrMFtdDFYaWHl9BVMxArIW2ryb9sd2MMO4ntHUDq6Ay+efRXT09ukqFm5tohBx8boRAlj+RLmXp1D80YdY/EMkkMDfbsjPi0stn7zN/8t7n7rnRvnYpPZoMAMFrPra2ty/DyVBKwZRpCOJyU5suPQR02D5ngoFcncdNCo1YWVSgB9IGwYDXmRIAzkXgntENS5Vub1IyNjwgBW0lQX3Z6NWqOJiclppLOU2gc+Uypj9jVgRdjMiawxkO2E95GkOIvkUd1vCjBWAP0D973nDa/NAqwevUeAX99KQsuOIpIrKGuMagVeowy9U1PAaljg/AiwSj/SuEz8TE6ayaAgUCRHoysGRDROjwzo+QJ8CXlzYVAS1O0x6Qt+vwm/Z9OkUUmjxbMrmKwHLEMBVoOfqmDGMAgiNFrX4etWIFinn2WIaHJxIeO0D6M0A20kB2e9Ab1qw3fqdG4OGKsht1QxLOmjhHgaRiKtWNrtmgJWNWUF8CPAKh/XQD4ZRiiFcUyhJG8TYlXNjArNCluckNm56V8bwI8BI0VROXWdEnMCxyqhWDGISZRPiNSUnnnJqI/xjIED20o4MDOK2ybH4aYTOL3/AHpH344bZgfRviEMnwilkLoPS9dgiZzbhR0AaBnTRMEwkddNxMiCC6xSVBMZ2AZIk0aJrLr9Nt+Ful4KjA8nasAIPVblG3n/KllmsPgqAJJFvYQOhczVLTzUTWLkoirAcQAAIABJREFUxr2u7out4PVrH4NN8Fr1jwK+CbNIHdONoYO/8S5jMdrC+7ALD/oFFDjbJiCnuXAExNPlmMiCiHkDdHQDFVfDoubi88/937h5+Zv45L7341YcBOJ5Ifz49MlkpSsMh4C/qzT0Sk4fAqxcU7hnDLrw+gT7B/DIciJ1kUxOMqgiCegcGtz10Bt+xkNgdSsgGu4L4Q/j1yRIKrAJUIcZgqvq+oSDR653Eq4XKCUUc1JdOLHQCQDWMBRG+TU6IsmkLO/M2Uv45jcfx8XTV+UJUMNCJdWnj5fc1awFXB+5mIn9kxncsXcct8xOwIwRwAwZbiELWNkqhO9JINeAjMUahf9x/xblR6CUUb7b6j2FjETlb60gf/q3c/8lc4yMq7Lt4Wqtj2oHSEVjiJPN7Ntg4rtYwpE2Rc9ix0C2OIFt+w+I/c2OXfsQT2fQpdSxTD80C6lIXOTYZIKRSSkscFJk+TuHDkzPgNUbitS2ZjmwswaS2ZSwOdnA84PnP9x31PlXAE3oJcq9UK6lGRUVDxvhkBEiQZ5UXQShD+pZUKE3ZOvY3TaWV6+hsbIEPWoiYmloLt7Ei1/6IsxiCZOHboFPyXgihbgZVUB3EJgUns+wCQ8BMgr0WTvVa00kkxk8+PAvSKMuDT0tAihvpEdhMFSXGivwQQv3cL7fZo2hOHFkYml4VBHARYrBQRJUqixhQvYxN3gOwkUZxNpKB7rDPhzfw0CnZDYKpzdAPGoiZtCLT/lGcp8LvcFlXSWrJaizpB4MPAB5jF1pUj0JiFlauonz589jeXkZ165dF/B2anoa169fl6CWGzduiO8hGcg3ri2IdcDF0y+goDXw4PE9GM8n8YE/+Ms3/HzzBZ/5my/+i4xV5frAIYUhic3rK6vid8wc0fnnv4eF8yelrrWsCArJCFLpDPJFet2p5Pew5hZGtEEwht6MHoatNto9B97oDGbvfhD+2EGkvCSefeUpfHPhn/Deuz+EO7a9FXbTVnscU5OjZAhX8cjnP4sffPdRDDhI3dwWAua8UqJsZTxvrlGqXlfrpxriyBiUwAGHII6HfIFBPTE4LlVpXeRGi6iuU6pL6yoG9rCOUbsFPeNHMxYeuOugBCJ9+ov/jEqbzGRDgAE/omEqYuDte7j25FHMppEuzWC5bePMpXVcXbqGgVdGvWUiaSVQSMWk+S83u5hfqaLGwLkIgV0OICmtJwtUWQfoAwUG80iYBUBgSNZLN2CaS4BWIJXXdTA3QcAz+lMy1DOahJsbg75jF7x6K/Rm2QhcVAWB2mvk54Qbc7BDh/WJqh9VwJ98Dx8j5gWQQELGMoNnhL1N0CYidZ7IyHQDh3em8L88eBwRqv/giDVCwojC9drQL1xG9fJJdDUdJ69cweXlNXSGXItpGUILI6psKJ2OIWFZSERJhrGwc9sOTEztxK7ZGVzqNlBxVW0cZoSStEPgRYYmMnTUYXaauHb9PK5XNRi1CzBba9DGd6O4+6jU4imqJ82ohIPVGi34fg8du400rakYCtZrobqyANNKo9EFauV1xQqMRQWsIwkmkh+TrAQGuVIV1ZQeciBDGbLfCAIXMzmxZmrYbeRGRuE4Puavn8PoaBL5Am0ROvjqZ599U8/3f/5fP4GXz1zA2cvX0OwMJeiJewptLrj+k6mXoRVBVPmPKwsV5WnO+oo7LEHsTCqJYtJELpcLiB0qKKhWraHc6KDdGaJpt5UlHPtO8bZVwUGi9CQRIvC9FvCWoWSOh4MH9+DXf+NXsGv3FBLJLJ781neQ8hzcfWQf7PoqHIaZGVHEdEt0Xq12C0O/j1anjXJjgBdOXMSXv/cyOu4QqWxW7glCBbTH6A0HohigAkSUGAxZI5GLzHsB1NTwjsou+rXyvXLP5ipOW58h+wcjKiAqug0cnMxgezGBQbuJXsCA5A1GFqQRt+D0OB1x0eT1qzIsLiXnQZiJQWg29wSxc+Ie0F6B7rdQzHP4TQKVh8a6jXKniZjTxU/v34d3TEzAq1fQTRkY2TuLQdLAereFLkHgdgftZg/zy3XMX7+JbK4gjFDD5deamJoYxe7duyTkm5Jz1kcsXliLZvJ51Js2FhYXUa01BA8ZKRYxms/K+eh12oKtkJnJZ75Hq6O+unc9zUR0dD+eutzAleUBcskSIoaGOP2VI0NoelesABGdQKowhYFDu4UWkn4dw8YirM5lzExNo8j7jhMFqq2cvliCNNo2FtfWMDO7E9t27RJ1yo7ZHdi+fVaIbwwi69gt8d/udDtIZTISMs5nfWlxEfNXFUGPA2gSl9LprChSSZgjtkOcSWvW5XOxKBUGtKFU61K720a52oQRzyCeK+Br33oMc9cXUK01hXHM7smlMMgdYnuhgA/c/wAi6OGxp57FtbUyjDjZs4qIJs5dgQI49F7dGFjKsFjZDZIUQELdrl078NzzJ9/UM/7j+qKfAKuvu7IhsPrVf/hSEISkNmkCngSoVNIlU+NUIjAXnZsLCyKx5w4/PTmDeCoVeI/SL0UBIPxQ4QKqmVP+nJpMZwlguVxIKYWXEAxLGmz6jCr2A4ujAb70yCN45ocvIpfP4rd/+7dw7733ivyfMmlOhG0uKJqSa3Nz5XQilUihWisLpbzZ5EOm3jA3IPr/8Bh4dGKETzlf0BATaJAFnXRzAR7I/KDsimxSNUGhp45MAcUCQDUpIdAaFoEu/cfgo9VQm8zU5DSy2YzIG/u9PvqBYTiLWPrL8hyIR2rAKlGFFn+yAmO2soPCIoyfswcd1SQTzJaEdvqtOpJs/+xzz+Efv/XPyE8WkRkvoOnZiKQiiGejsnjliiXYXYrddCyvraFfb6LTaKNbaaO1UIXV9pFwVRIsN2ReD56XUGLI4xDvtKiH1L5JrPQb0BIR7LvtKFr1KrrlJsyGg4VTFzFqpFFK5OS9kCXcHthI7htD8dbteOHVU5ia3o5sIYPlq4vothoYmyhhtDCCuVcvoXWtjolUHomhhj7ZrmwWIlF84hO/hvvuu3ej8H79YiUNX6B2CYt3l9fdcSXZU6ZzbPSDxk7qTJHX0etWNbBhejnPddjIhqByWAFyCMH/sXEkA5BMafpo7dy1R6ZqLLrEI0+K1nAoptiNYcPLQoJDAU4BQ8BdeUsFQFrgH+oytAU+3vHA+9/w2hwCq0z2hJWEnykgmisoGWylDL9egd59HbAaWgHwwD1dPOcUYzUKg88aN+MgnVYgMT5oZgI+E19LRfiUszpD6Aysoq9e3xFgVROPJAIMAVMwYFWIvF4K/014UrWLG8hp4PlIKSjZ8wT5TWl4lcSfjV0ffncIvTQLP5eCX2lAbxBYbYgfrmKshsyNkC0Zg2+loMezinnaqQE8TihGegisqudQMaJVOnroPKqe1VD2/Vr4L/xdWy0ItkKSAUggjdEGD1Q1hGTJBO89PCf8fBRReKRsGZawECLwkI1HMJWPYduogb3bxjAyswP9ow9h9dZ9WNeYgs4hEdmqBFZ1CeDg27GDNSypmchTKmWYYAwOl2/lm8iQIRWqpUq2oGEMWHBB66rWemF8Br6tUMBq0B9vSkAVX035u7IQ5L8CZlh4UyuwQ/1L+sEA2A17xteJHYNvDBbNANgU4JbyTKmWeL0kBxoXnQH+wb+Bit7FO82duBcZ5H2CqJ7YAkgYT3CNLW+ANkNFXGBJd/GX3/8jtJafwZ/veh8O4yD8RF6ABBgssnVoQYhe0NMGPyc4agJ5IvkfAAKqdgWsk9pZQtt08erTzQQ0MgzueOcbfsY/85l//xpp7cb5fI3HqtqLQ69oeWY2WK1qiCN7W+DdGX7fVqXG6xn34X41HLjCTOz2uyIDJVOi0bTxzJMv4qmnn0O5XFe+mgwx4UBQ7FEUa5X3wUTWwm2zI7hlxwi2T2cRo3wew020wKeFzaa1Rqhw5TFzPed6K6CpMFeVQkQBf0q2K76wG9/D/ZKsVkP5Y0ot4qHW9bHe19DxGRKXQqNSRrOxijiHZ66Ppt1CIT+On3ro/Th6+73IjIygR494hmUxACMSRatpw+sNUYokECHvi2u/BGip50klq/vw7B7M/hAtbYBewUIym5QhXctuSx3G6xJaBW3uP+FzoauGM6oA1XgyLX/n94Wy+hBMIXit7kJlQcTrz/3q5tJV8SG0GFSixyTwwo/psBeuY2lpWVnDG6b8fEqmuT9F2NgEwDx/pgLV1c+V6+BzX42IVxq3r3e+5xcFmOXvI2uFtSQ91Vhfcd/ja8JgktDOh0BovdqBP2RKsSXMJMuiaogeomo9YjvN4Q8Z5rJvRE0Z/lMyxTuECh4BVy0F7HDVIQsnHiWz11RDPsGkyKRWbBUB+QO2Ic+dhHoGNSxXjwZDQdMqnfjcubNYWlrA/PwVnHrlFUxPz8i9NTU1iZWVVfE+pBXUyvJNkRKfO38ONy6fx/HdY3jozv341f/z82/4+eYLPv35LyiCQmDxQFBZWQPIUygeuGQqra2swm625DlbOvM85k/9EFGLjHgD2aSFRDqN0QJltRG0mm2pbXnvUJVGJidpoL6hwe0N0Gl0MPAjSE/vRuneD+PKqxfwyNc/i5/79d/A0b3H0XEBRlpySBuNAJfOvoIvfe4zOPfyy+KHGkYPbig6QuuOAAxU6/ymFzQZ/zLED/IGwvpXDYUYTc+gM3r0MXCE/o2uBE/arSYcCfdR3sKs5SaKPrZPz+COQwexZ8eY2I998nPfwGpTgfAEB8ism45H8Z5ju3Bk3yhy2W2IJXxEY7xrknCcG8gVW7i+PAaDXHRTHWvfNXF+fglf/e7TuLDaEM8/w4hKxoTjDdEbdqG5rBPUGit73obNmFKvhcOqcMAgtSlZnzENGmW3DN+85SgwPgl9uaqUflJ3BQMGhThv1EwbkpnQcoq1Cu9pAV9Df2slFyFzmqnoPgFW1oV8rjlcYCMWT4gFhB9NYLRg4H948Dh2xiHMQ0r7TVeDZgzgXZyDdvUk3IiJa5UKLi4t49ryOroidNTEEiCbTgvgHzV0pBNJpNNJHNyzH7O7DiFdGsGLjSqq9hARg761im0fqgc3eyoPeq+FmwuXMbfYhbtyFmm3g3Y0D604KXtKJp0RSwLdtESC7ruSPoRkIilKSnfYhdPvCGBarrbhDBjiE5FAGsrMY1yXkgUMmjUJ0eV5sPt9UZZkYnEMfRe1ZgOTI7wPNPFxThSymL96Da+++KL0YeNToxgbK+KFp94c6PKnf/QJPPb4U7h0fQUO6zsrLuC/Q2CQiqMYg+dU/8t1ksMbk3UagalkXLxirUgUoyMjmCpkpM9WQ6y+/EcQa73Vhd13xC6h2emJbV+bakyxxmG4oRqCsadWNtQa4pGIsNzHJ4v48Ic/gAcfoP1CFItzFxEfdGHSbm5Ab+3A6sbRsdq0RYnKzI1sMYvF5QpOn5nHy9dbOHvlCjyTTMQYErR/gS9MQ0rd+wOCvQZ0AmkW++2oBAcRIOPzn00lJWyMNiNet4MBMQSGUJtR9OmVTgyh08D+sQxmRzNwuzZ6HGKzV/McWGYC0RQl6gkBMZuujovrQGeYkH1JlfmqF5TME37C6aHbXoWJDrIM7hJPdw3lclO8ZCeiOv71fW/B/mJSPHr1YgZ6Oo41u4qO76Btd9Fr0pbQxYXra6iUq2KNOD5SRJy2CMx2IJYyPQUrTmamBUPICCR6JRCJxtFud2VgKXYPLlUUA/HD5flNpeJI0SfZIWPXQU985D04fRs91kRjO7HUS2H+xhBrKy1RI/DeIaCox3Rs270PkcJheb8R3UVSbyONOtz2MnprF5CNJ5FPkxw1gNNvIsoBs+ei0+1hrVbD+MQkpmamRcGZy+eEmUuco1gqIpvLyDPPzBwrERcmK9XItCnk8817NJ1R92oipuxp7HYHa+vruHrlCjqrSxIuZUViwlzV6A1NklabDPI+lutNJHMjeP7UqxJoxbqiWq6h3qVtCa1bfBRiURyYmsZ9dx5A19XxlW99F6udvvLQdrmfql4jzD5RyhmFdylcSOEzYpPhONi1aydeOHHiTe3hP64v+gmw+rorGwKrf//3X5YiSLxIhflIs3DFqiJgxwk4gxAoQSByL5uf58rN1usPVSohGS4Bn0CKVgmGMpDJZGWxdiiJDrxTWGBTJs8HlA+YeGYFqaOcPLI4/+IjX8KLz51CsZjHH/zhH+DQwUNy85OlygeBkn4W+zRXlmOXsCVXgawEtlgICGDLnZ5pwYMtDFMFnComSwi4qNZHGjB5mDg0Uo0JFzQyFjj5l2IvCMt4vc9qkIWHuUvXMDd3TXzFCvkcbtm3B9GYhdWVVVlceL4y2YwkOpr0AWGxTK8TMRVXvm8CZG8tOgPEgZ8bsOkM0AcBiintpQzOMPDVbz+K5U4VjmXA8QZwul2kUgmkSsrDLlssyuZF2VJ/6GDl8g20W020ai30y2345R6SblQKOGHQBgEaIbtEPOq4CesDWLtGUfU7QCKCXUcPoW+30FypIjUwcOPkBRSQwEgyL2ANza6b/TYyByZROLoNz516CZNT21AYyWNpfgHteg2j40VMjo5j7pU5NOarmMkUYQ2AbttGL2gmP/axj+IdD96nisagQVINvkJkQoAylEJJgx2U+PzasM90aXXNxeqAoEZQjMoiGgSckQkUNpL8GRtes2QW835iQ89ACg4NOAwQ0NyTpEROYZ2hK82O3C6s7oKP8GcpFpcuAwAeC43JQz9X3sM8X6x/B5wSsiiwInjfez7yhtfm0AqAm5IWT8FL52GmssK0dZhgSmC1V38NY5VzbAKGUo57BjwazMeT8CMx6IN20JAyeEGdc5G4G3H48QzM8RKQsqTR0WwbjMkm4IlhW0mhKdVjSAitBujfGjAYZe0IroOcLQ4Y2DWGZMcQfGWCbJBk6mnkSTF9moWTDa3vwhjfCzeVUMBquw1/2JDk8BCADTmSctx+BF6UVgAZ9Uz3GtB7TQXqBMDq5nCDBxB4km0AvoqRugmsbsrb1YViY6WeoxAofY1T/5aruQmg8pNRheNuAPLqG4XHFzAyKY8xxIM1IoysRExDJh/DgVQau/Ydh/GRD6K/bwKNQU+C4VisEehXTGCVcsz1nlcgphtISGGlQBICfsL41ujLSiuNgLEqoWPhsWzxyFOZm/Iasj4JrPI16hoGSxX3Fb4zHjP9E6kI0HwMNE/4xPL+BHBV/6nfrRLkBcYWj8XwZtg8cWp4ErAZBZTefNYIzFOsCb8H1zNx0enjH/VruBpx8UFM4rCWxXZEYHLAxW+Tm4Jg6xAt3cC642FZd/Bn3/w9eI2X8Wfb34fD2iEgVVAscoP7VwCsBudo4wilOFaMdDakGgcwTGUfdGVoJWxQAR80aXANg6BGBNqdb5yx+ulP/z8bDLDwzIQARbiHqOd0E8TYCqxyfQmB1XAtDNf7rRYDoeR8KzNWDSrDIZMj7ASur0otYuLUmfN49NHHcfH8VbGkiAe+bfScFem15yMR0SVwYtd4Ckd3jWF0LA+DbGAORAj0kyy6xRZHMWZDn3HlV85jEI9zYa0qZiotAbgmi0wwTAPn38lwhYH+0BX/TFq7tAY+Gq6OtmOg2/VQKVMK6kiASc9uY8eew/jor/4b3H7322D3PHQkzIrSSsqfmW5LNrmBDov9no98JI0oTAx6XQFSYvGEMGq6/QGa6AKWAS0TQyyXFgCxQRkqi3pDBRaGMvmQYay82VXAQuiNSWYX3xsZqmxOWFeETGP+UmEl8r1SMRMAo/NX5nDq5NOIp0yMjZRgelGRPPoJE3ECo40Gqmur4h9HRmBEvEtV8NOmz6tiw4Yccgn29LgOqxqm2+njrre/H1NTM5JQTd85/izuYWxaQ8azSFGHw43j5OC80+oLu0f3IuLnyKALR+8rOwNy+MlcIoNWfIFZn7B+Un6+8u9IBI12Cy7ljAZ9Avk71P3B92CJd7WiOxPMkmRq8fVTiiyxWJIgVBWoyD/rfbJwU/L+eB2WlhfwjW98DZcuvYRCIStDLiqUGs2G/Mk1yNRMtFptnDl3HstLi2iu3sD9d92K/+8L337Dezhf8Nef+9vXAKvcA2XNpBes78EyTJHC0gqgWW/IWl6bP4vLLz1J3EzOUSoeQSyZxkQhhVQ6Ld6fNxYWJBQ0ny8iGY8jmSFUqgZfA5ve5Bpcw4K57TY4I7OwchMozU7BZF3txxDzBzI0+sETj+Grf/e3uH71srISIkBLVUDQqIZhRLzeYWDz5noUsBa3MFlDhj3vOT67HIAIuMi8BzWrlrWVTK0De3fh0C17YDK4xXHkOTg820YyXoSBnNxvF67ewJ9++lG0XRIqdEQSMfTJaErF8PCtO3H80DRi2TwskjnhwdLI8l1FJDJErVHibEzCCqUO1GNwNQvPvTqPzzz6FMoDB8lCSVjq7DcGZFqLpJkKND637EX4e2lNxePeDLGVsYc4ACmfX4+WUk4Pg9I0tAN3SC1gNhtSc3u0bwoCrwJqr9pgN6eYwb0V2A5xPxcFXMBf5YWVfU58NOCTWEJwNbCy8TggpIdznAPnhIAlb903iV86OC4SedlZ6ffI81AtQz/xLaxXKrCpYKL1xVoZ5YYtA6tkPIFiIS9ekdwH08kk8rkc9u3ag5mZvdCzebywVsdqvQff6Ipv8cZwb0stz3Np6YDdaeDcpVVk/Aa666vo6ARDc8q7mufMiCBiEdjWENEGAtypYGJal3H/Z3YE+5ChWBVEhVgT3Eiaj8ZQR0xzkSBD04XIjdkrlDIZSTxfLa9hemxC9iwVBBvDiROncP3CJQyHXaTyKcQTESxff3PBNn/6v/8mnj95FqfOzaNi92Uox4EF2c7ZXFYGClwDCYqlEwnkM2kU0pSNuyil4wI4ci0rlUYwOTIqzx2VlVx3aRPQbDXR7A3R7A5QbbbR7lOi38darY5Wp6fsVdiSe76sWyTC8MP0fKQzCdxx12342Q++H3fefhjRiI7q1Tn01lZgOLTJo5zfhdMnVjDAq9dXsbq0itGREsbHyDBPoFpr4+lXruPpl19CiyoQcWUxxFPccXX0BhyI0R/WQm5sHPmxcRgkXQkzlTJxE6V8Du6gj/lLlxDttmT95mNpxsiS1dChbU+nhdlCErsncuKjytBBrh+iLNQs+CIvT0it2XI1LLQtdDtkI6r3TpsPenkSqOfw3HM6sJsrMGAjlSAhh8+0iWqrg16nh+PTo/j4z9yHsdEYhq0hmr0e6nYT/WFPgrnJmGXZt7rWwNUbZQH1k9EYSvkMUknuRj7aPea42JiZ3Yax8ZKAwGR3dzp9lNdr8BwflmmJPQ7XP7vTgmNykKkjkY4L8C15HrQaggsxdaNSU/ewbJpIju3CXbc/hE7LwQ++/ywuXLwJz0hibPs+JPMTaPlFRNBAXK+hEOui31rB/KUzqC8tYzxXxMG9+4T01O3WYAw7SJlUaZJhr1jzvI4E2znw4h5O5SffOxU7sURcbDOKpYIa4MVUkLP8aUXl7/z+SrmG1ZUVGU7WqnWpPyLDLtJUzsQSiEZj0g/Snsdu1FFv2ai0eqh1B1hYr2C92cT2mSl4/T6u31jDWssG+8OsFUUuGsHbb53FocPH8cTzL+N7J16mR5PKyaCl3ZYMm7DGlcEd97jgg5+nLcfu3bvx4skX39Qe/uP6op8Aq6+7shvA6lf+TooVQgRk2EmBKgnJCvDsdNryb25SnHTzJqPsnSxMMQOOxcVKQKXAcaJD6f1ANn1+nsV2yB6UyehwgH6ni7W1FZm+zezaIcFCzSZlHD4ajRY++RefwsK1VezaNYs//o9/jJHSiDBRObFjYcKHUczgOfERFiUXsL6CPFgc675iHkg4FZfdEARS3i3ceGy7LaAIGxR+bLKlgmJEPJYUM5V+MyErRgEeBGADe4DghfT5EpNpx8TM1E6cPXsB9QaP2cT3v/99rK2tSyPBYpFAGieqY6N5SfybnZ3FxISyEODxsGgc0FqAAGfAFhZGDneAqJLzhpIqCY5g+JDn4pN/+9fopSPoR0ndd1G7fANOvQsryibMRTQRF383yuYYujDQKEnl76LfmwO33IHedhHVVApx2JBvSrdUQdtFD9HZEpp6H17C/P/Ze+8wS867TPStOqdOVZ0cO4fJowmSRpJtoWTZsmzLcpCNwWCTMReWBcx9Fniey8IS7mXZy14WvMsuwdhcDAYbR2E5yEmSZQXb8iiOJsfuno4n51PnVNV93t9X1d0a7y6M9j+u+3laM5qZ7j6nqr7v+/3e3xuw49pDGDFFcKWKrGvi4tETyPu2AKvi/doboOG0kD00jfx1c3jymaOYnJpFYSyP5XOLaFQrKE3kMT81q6wAzlcwGc/CGmoCrJKxygP6J378PbgrAFa3gwbSQIo8Xd3bTX9DaOj12uI5x7fDqT/BbLKDup0BEsk06JtK828+ywShLSbcM/5BWDlbTCkFhkYEtB+6jjBUKc0hG5YT93ZvgLGxMVgJS7HWxJBfJdKH12/TCkKaQwXEEYTgVDk00BbWjMNGgqwMZTvB1/jmN/3QVe/Nm+FVLMySaXjxDCLxpDwrbrUCNGv/Q2BV7Nv8KLyIJcAqKNEZNORrKaMOw2A47fS1OHwriehUEVrKxqjfA1od+J0+0GcqWge6S8ZqEPwmUlvuF8qXTNrmTWBVIXICrAotSfnICavVp4G+auzpcUmIRIKEHILDERhT+zGKWwKsau0m/GEdmgA/0hkFsGLgceozqCwJWBn1/Z0mNFoW+IohTNnPdwOrAvep/SJgyyqGeQCqhv4EtDpQO9O2n/lSEb3yctoCAkPOLm3nZd2FbNzNiCVOjgk4jhCjARgvixFDTLcRpXdhDCjaWZSmYzjynu9H6Y1vwtqopZiBJKkI+Bd4RxFIUJW0YrPxegaDBWFCaARCdWlc+Ulws0+GZchYlXAh9doFiKWXta/J1xTSJZFryaAqePdMHY1p9HGNIOZrSGgU57gZ4InTAAAgAElEQVTowQUt9flaWOzGCbqCqag6KIpiKEuUeAcB3yuA1a1rt5UEr5DcrdfFhs1yY3B1F52Ij+O+i8+Pzsp1uNMYx6uQQVa51wQgvy7AalOLYH3k4rI+xJ989hcR7Z7An8zei8ORa6El88LIUmbUyp5C4UyBLFMZ4wI+vVU9+CMfGlmqA4ZXkeHOwQJr4aF4RhKA1CMcGJjQb37jVa/xv/qr33+JtDYEVbcDodubVuWvuv3HbIVXSZpzAMCG3ycER8LrvX0vIxhFqSSLfytmy5nhOGSKdNDqt5HMFrGwWMXf/90n8dxTLyJj0WaAd5YgPOsLJne7GMvEcHC2gD25GPbsnUc8wQs0FLapAHEhA0vO463ASSX/DxirQQq1WAAwSdlj+rAaVjLEQpG9VNCDo0VFOkp/eO7J3ZEm0sB6z0V3oAs42GrWEPGHeOWRI/i3v/OHmJjficX1mgxcI64nCeFaVMOw10e704Vh2zA8Hc5qHdG+JyAWmYLiN63r0sAynVabsmHYbO6jssLL/Rbcbh9x+kWytgrkmGq/U0wugjPhfRDPxiDESiwlmcIbgKth0FVoBSBfx4bctsXL7AufvR+VxdM4dMMhjM3MIEW2Ps+5COu2GMx4TJrCpcsLaFYrcBgGQ1pHUFdtD8ria1CvbSTAqrK1iUrYxP5rb8f+/QdBNnOv1xerHJ5h/BoFJoXqpIE0V6rGYuOqoVZpCkPQ0OgxqEGLMdiEyb1DRM2oMHukvhwOkRE/yyg8Ds6pgDIMCRsdJtRzzOeHYZ0cVJI5yxArcchm8xyEior3rxR14b7BRHkOpj0ZfHomVVxpYQqr96/j3PnTuHTheWmA2xzgBTUgm8chhwvOEGY6D/q3L5w9hbX1dZw6v4jT5xaven3zCz704Y9srkuxhdoWXsVzmAAWrY7WVlaUx3xER+fyOZw9+oj4hBKAJkPKTKRRTJoiy7TtBJ5//jlcurgIhm6VSgVkUnHkqbLyVbhVvd+CbhmwYlPIv/Ie2NfdDne1hoHRR9Ttw+u38Ln778enPv4PSGeySOXysFIZmMIs4xBb7S2se+lZzxqemPBLhjMBW57gY1hvh8+HgGYa6yNHWPGs5YWYyjXlenj1/hn86Lt/AJl4BL7bFxYf97esfQqVGkW1UxjCxJnL63j/hz6DpsMwVV3sX6JWDJlRH6+/bgfe8rqbhLVtRdKIemTVDxBLbMDpU32TDvoDnnM6YoaFXneIcsPF5799Co+fPY0RrZCGZPqyZle1W4R+jFTVCAnFVAzvTQWfslzgWiDww/dEf0S9yxArD+1Dh6FNHIBe4/C+Hkya1Xkt3iRCDtiyAtj+UIk/JIfAnOgEwaCyp3PfDAeIQXiVRv/8IEfBZS1Eua3lQbM4bE5ifDqFX3lFCZO2jY4E/xCcisLv9TD68t9g4cJFWYszO+bRdn00yKqjmCMSRT6bQZrJ4Z4H26BiLo1SYQzjY3Pw0lk8c7mGy/U+huZAhtyhvUiYQSDgOndIZp9qLhYWN2DrA6RMS5iyOhRLWyS90RickY9KvYlSnqAJ6xNFnlF+cD6q1boMdsbztOpSyimx0oxEcHGjgZwVQ8Li/hTBRr0uyetzE+MinV9avozZyWkkLVt8OiudFo69eByNlTV0Wi3YmaT8vMsLF1/W+v6jX//fsLLRwsNPPoelMslCrD0JAieF+cd9lr69uVQKU2Ml7JydwVjWEmATgy50n4zMmCgkc+nxIFzNQ6fTQr1eQ7fXRo9nIs+4Vg/17gD1Th9L6xVUGw102Cv7GmIxE81mWwhAXI+ZGEHLAeZ2zOA3/92v4+abrsdw0MTy8efhNypwaakBDwPPRb/dx+rKOr509CS6zT4O7N2LWNTD5GRRSETPHLuELz3+ONbbXbEMYr3Js9uh37kfQzybxfiOHaK6ijAQUHppReTp9TrCzOVQ7RhDr6uryKZTyvYvogsjsktCS7eD6aSJPVME9ckupqe9K/sfwWP26NR6ZU0LraGLXnRSbAWIFTgcbFCRpkUx8Hz0+/SK7aLdWEPcHGEsn5a9g/eiOnAwqLfxlpuuw72vO4iGW8ag5mDQJu7hotdpS45Fb+Ch70Vw4dIazp1bQcIw5DMVp5rChTPso+UMxe9z155dGJssiULDisVQqdUxGLgYz4+BY0ZvMITDYEGOhZMMcopiEEjzbcMSxjLJVI2BI7W4E3Fx0Wthauc+/NyP/TR2ze5Cu6PhhRdX8a3nFvHkMwsot+j+MYmsWUMmsoqIX8azzz2FY8dPie9sOmIjY6Vx4NBBHDq0D2lDQ1prIeIy1I4YSkf1p9GIfJJ8xk/6wZJFzDOUHRBbaiqhS6WS2FSwlw9rifWNMk6fOoNarSbPIJUkVDDHtCESVFFIvaeoPp1+T0hY9WYXa7U2Lq2VUe876DAgM27i4J5d8FwT337uRazXqrANDUUynUcN3HHzzdLvfexLX0FPgHNDMJJQicX9ZvsAkGcNwWvuGSSysJen/eUzz33PY/Ul542/1SW/rM3vX9oXhcDqX//1B6XQUYbVygtUIIEgxS1karIA5QbEqTCnDWEhy+RCFhzCXgmYS9JWb7KVgvCTGB/OAfxRD8vnXkBkyBRGF5qdxeT8QRjZcZnwbKxX8IE/+yDW1srYf2A/3v9H/0mA0l63I5NHsgMVe0AVzyLHJrOUXjRRlXxIEDL8oJRalK/0eOPf8/8Dlk7IdpJjWOQ6KvmTgUMycZek56BhDkBWHnrK52uLJSmNKyVqERPf/OZTWFpcQaEwBmfgoFAoYOXyokxsFhcXsLFRDmwWCPr10Gw25KXygCewOjszgxl+zk5KwcuNiNdbiiMC0zx0NQVGSGkmUjamMLbxf/3JH6G4d1agmcF6HZeOHkd0SLdGFbCi2AQa+pQbacoQnNBfxDSFdaP7EZCwx0JIWGfb2KBS7AZWAD0MEZnKoZ0AvJSOa+jt6PRQW1pF3s7gzHdeQLFrYCxeUAy5bh81p4XUjbMYOzCHJ779HUxMz2ByxzTOHj+NQbmG4lhGfFfPPXcW9XNlTNEKwI+gKxNUys1iePePvAv3vvkeYRqFHnTS0BHMp69ukJob3hsp1gJwWgpqKXjVM8PnhBM2BcQq2YxqUm2ZXIbFfSjLFIlaIA8Q9muwPvg8kKGqLCNsuYd8dvj1fKZCY6ztTYMAUmJ/oUKu2BDz+9HUO2xiBWAVhodaj294/ZuvegsisLrz2juAZApePCkAKaUwlOd7jXWg31AyfTaqIwVAEtBTd57NJ/1004Cdh7gjOn343lD8yyRSRLz/uE4ScMkgmM4hktDgNxz49T50twu/25G0UgiTgwsxBDhfsj0ryE6eOSUeVEuYTX0QrsHfRy3FGJDK2YcWIdtuiEh/pMJW5uZFAhypNsVvaTTsQB8xqmn7h3qOhS0YodeYCoDRuLdR1uRxWKN2s60PAr1MNFUJ8Dqfj01rge9mUoZfp8BRuaOBQ+CVtzB8bwEuJ9SrALhVFMot8X0Q7GWbhvimCluVa9bV0RWQivuXDS0RxSve/Sbc/OPvwgZ3C2cgP51hQTTx59R9IEWtAkMJpgnDQfZE2Ymk6aC3PgsL/ioBIoEtgMhyQ19c2VgVw1TdKQ15WgEE8lr1t8qOwKAVrzRLGnJkDALoMtFUGmvlrWlrOmyf/47ssggMvr7NgySwyJAWBvLaxdLjJSDh1vVVgL2HiKuAFIYGNL0haqM+/h4r0qzdYkzgNj+NPAGxCKf+TDHuogsT646Pi9E+PvCX70U8W8UfjL0We6IHkKAnL/+tDPD4ptmMhfdKvd9NQzuR17M78KDRBoMyaJc/h+cHGZkMwOKFNhGJ0WP16n2U/+wvfneTUR8Wh7JnBMx8tSfy2VADSEkG5gCA4IIMKUI2q9Kc8M/COiBkjnGtOCPKwZzNM6vZqKPdbKHfVh7l9McaGx/HWGlc9rOu10erVZdzj/5Xn/rHL+Lo06dlYJHQDZgwMSQKGiVDuo89k+OYSxuYKKUxP52HbdIHkteIUmA1GmWQQDhgVENHRXkPwdVQ8k9JeJ8N24g+n0pqyP2XXuYjz1R2Np4Dh/JaPQLHBdo9F2YyI36n5Uodl9cauPX2e/Brv/pbAoSur6ygyybaNOHqivlqaJSTEhiHeMXR41GnBN33JbSF11HJfreuK5sO7us8+9mYhHWMBKjJsDhgzAf7Pt+bHjU2fVT592xMwiEdr3X4/dm8CBtEgioILHqIJSzUGxV84VOfwgtPPy32O5OTOcztnEdxfFZk/wSAlHCI9kzKbqm8sYrLiwvodxnopx5pqTnowWeTJZtSNlEEKALpPJ8XBmROz+/EkVfcCdcz4TtD9NoNldJrWFITiZWJoWwBeH34jAjz0oxj6Hhot7pweEZxrYwS8qxaJoFcDvyHAlyxVqOCSYLkOMQg+31En8Au0oWsvBdeY/GcpX+opLi7EojDwSVfuzDqAkdrTzMwohR9xBCbKOr9IYamg3yyEAS3eVI3UCFBVtfJ44+j16HiRH2EqhaCvMPRQIgCZE+urKxh8dICzp+7gC9/4+XJCP/irz8EQ4tJ8AZtcDRDg0crEp0sXgNRUu69ITbWV1BZq8JwgUF9Ccee/Bps3VFArADkPjJxA3E7iVxpHIaVxmNPPoVypYa5qTGkknEYcXoOGuhzrZATp+uo9gfYWGtibNcu3PfT/wb9QQTLZ5/E4pc/iqdOnMN614Gdzihf+z59iVkTUYaryADKE5I1rEpsDskWYW3D5yZcJ6FSKPS8k7Ae7t+i6BqKbz5rPZ4nv3HfK7Fjns8OE8IpcSVPXMPU7BJqNRsjdw6O76PcbuLTXz6Kp04sImab6HVYB+uIRYeYzyTxw2+6Ebum8khZOlLJCibmz2I4yGLtwkE4bgGu1oLvmlKTDGnr1W7DcXv41vkGPvnUOXiWLRY+Phm1g7awnuUkDawNZBAc+sYGDCnZv4iVEpqSM3kIzYnA8ZPADdfBo/y10RX22dbxEtYDityhfDu2eqFN1ZWAiUEIT8CyZN3EzkUGsmGtxdfJwbhhwzdVLSTIN++VmYadyOBt107i1VOGBJDGfBsDnbLvCLSNC1h58ik4rTWUSrZ42Tv6ECZVQDCQTGaQpIe9sMrVWZ22M8gUphEbn8Pz61UsNtvQeX6SfOEMEDG5F9Mn1xMGXuiFHD4nBKtU4BfPT6WM5HNDcHgw9LC6uoHZiZzqdiRglaAdLTgtLK8sI2aYmCgWN5lqtKLj2fjsyXPydYVcWkIoLy+voVmt4dDhwwLePvfMM9i/d5/U9p/7/Odp4IyNahWL504LsJvJ5OV5XFy4cGWB98/6/1uu3Y/ucIg+zyvPk2ENK6V8IS/kJLLCS+kE5ktZHNozi7nxMRk8d9t1ATd5jYURaNvI5meE8MF+rN1tobq2KiFfDJlkdd8b+WgNXHSGvjD9FpbXcLnWFkCc4OyoN1IJ7b6LeMKWMDNbG+Hdb38T3nzXrdD8Hpwu+wbW80MZBHb6LsrNAZ47fhYPP3sa0YglnqZWTINtRWGbNiZmxnH69Dl8++gLiMYzGGgxNIYjxHNF5MYmkC+OIUoPVJ7noiaMIRmPS19MD2L+HEWI6qB6+SJiQwd+o4lhow4rGYej+WIRGMMQ1+yYQsrwhcHIM5/XcsCedcTnzBVbtHTchjUaoOUP5HywoiYsIy7Pikd7Ng5fpX5w5JxhWBh/drlcERJXPBbB7pkJ7JgqImmQiMAag/XdCK1GE86AnbqBVtfF8ZMXsLRSlb9XNlWeAOWieo0YmJiagGHq2LFrFraUkyMYiSQsw0JtvYw6SVkOA+QiyGayEgSnRxkKRWIDwxx5throtwjmOnDMKNbcAXoacN+9b8Ubbn81sskkrHgKhp1Cb6Dh9NkFPP7ki/jqE4uIelWMZTxcunAcTz11FJ7PoMMECoWU9NorK00cOPwq3HHX3bCiHoaOj56bBtkcVDGm9TpMNCUw0Ij5MGMOYpERTOJKOusLDnC4zDnkdsR7lltX3LRgkSUeqIyUQZran9hTC2GKQGuQR9Jut9CsNVBp97FYbePkpSW4moZ43ITljnDtrmlcc+0efO7L38Cl5aa8h3zaQMbvYu++fWiPdHzukaPogbYzipymeiyqclQdJ0NiEtXohx2JSZ9F9q2njWBaOpYWVv5Za/r/L//oe4zVK+50CKz+2Z/9SQACbbFVxPCc0waClbGYgKks2lnYrK+vY4zmy+LzRGmXClZgEblR2ZCDm2CgJAzTH4Y2ATzU2azzASUj4twxuJ0KzIgnU4T8+C6M79gn08BzZy/iQx/4K9TrLYxPjON3f/e3kKVkjgE7ZMsFBQN/FRl84K+k2IUK5CALRiT1sm58KdRVyiCbDbGqDjw0wpAgxfoQ5hx7PYO+VLQdUGDPdkyezbBAq0GhFF5WphuysPv0p+7HP3z0k+KREkoWc5mkSK5YPAjgRqmrYciGHU7lmc5IFq2k4lH+EItIA0UbgvGJCUxPTQlIW5oYQyqTQjyZVNYIvA8RHRfOX8Af/ul/wdzhvZJ82VhcQ2+tLiAQiycWKkznZCNKjxmJbGGRx99FeRAPpNlIxhOwYwHrMgBWQ5BRgNWhgw4cRCey6KR0uKkIDhw4iP6wj+rCMsbTRZx66jmkGhom7YJ8f7c3QNVpIXPTHKau3SXAaq5YwuTOGVw4cQa9clUkoFMzc7jw/Fk0zpTFYzWpGwKsMryK4MgPv+cH8fZ33Cf39iX3Ru3GmwxT/h2vJxknnP4xXIWFfZjCGjIpLCtkVAfSsoAN2eko6whVGCvJKn+fzqQCpmYQRiAhKSFYwQ0+LqCCAlaDcILACiB8vXxeZM2E8GXgmyaS1s1AK9WIsDEMAdzXvubqZcIKWL0TSCTgJROAGVfeRf0hQBuNfhMgU/NKYDVIyNTJFIpnAEvifuANO8pflaxOSVRk08+DMwk3kQMIrNoa3GoPaJKh2oXW74g/jQT48GuF0fdSMFIBquHndmCVqE8IPpJ2SWCVJuaKhQCdRbYDvTeCH7MQmZ2TQkqvNoBeEy6ZsizEN/c+gWcCoIBsQ/qMBcbo/lA8j3R3C1gNn3sBRl82sKrel/rJV35sAavyugTTDBir8r4DXzS1WmVizvAq24wgZVlIxZOgzSAHJa2ugcbQhptJ4Ib33ovXvPONWBRrEcr41PNLJpOwP9lsGBHxLSSWS7kvgWIWUSwyxMswYLKqx9cXpqkAqAKsqsGZeFgKe1X5FvL1ppPFwCCBz7lKrhbsUIBV5clq8WeRVM/hQRjywck2wT5+Br6tQlbm9+XXSeiMkqlaDOQSsTBgbo9G3nZ5henPn+3Tb0mNCwjNEsg96XbxDXcVZWOEu7Vx3OylkdOiGAne2EUbJlY8H2f8Gj745z+HyfEBfi9/G3ZErxGZowCr5MyI16oKEdx6xAJ1hHh7Ecxhk0gwlV05ffIoMeO+MVChadxjYnFECazecvU+yn/657/zkqn7ph82z6cgpCxs7FUSdeiPqWTQBM9D/9UYnwmxplF+h/zg+cpGjwEYlUpZZFr0hu51lB/bgCE3AVsxEU+iVKLf3AQmpicQT5iiKuFu1+wO8KWvPYonHn8aXtdBOqZAXY+2CZ4PO2JgV8lCMRvHRCmJfNpCwgrCJANJq2KjBkNFWv6EJC75vQq4keGvWPqo55N+1/TE5lMqclAyTRn241BhQsarJlJEBnp4moZkOoPxyXm88uY78Krvew2MWBLtjZqcj3zoY3FLzlxRrHRc5S9qRuVTMyKSiMwH1o4ZQfq68mbndeV+QjkbrykbttBTUOosspICeXx4Vsh5QCCTXnIBiMDhXQis8u9DiX7ox8o6xjANYZrzDClXN/Dggw/gxDNPo5BIwiezxIpgbHwCs/O7Ja3XZ2AfgQqeSxFdgFVuDGQurSwvgiC6vKbAX5W1nkXf+RhPBe5LUbn2/JWJ3Jl0HkduuROaSU99F10yP11dmlOyatTQUQEnyoOfrCEPNgEqCZNSPuUcxI/6KrxIDb1lpKKGqqLUoXJJQyJpC1PQ9Rxhxpo2PWcJYDvio8gthICcN3IEsKWVA6WkPI/E359DWY/DBx0jYwDH55qwEImO4HRbYmfV7XVU3RSwiHWfbKjBZh0iwCDvV8Cw4trhvaIdwsULF7C4sIT/96P/+LL6rQ998IMq7d7gM2LA42C478j7jCZTGNGOx/NQXbmM5cVlGLqBUbeCpx7+IqK+khYTYOJg2ekzoEdDJGYjnkpjaXkNG5V6cAbI9gSHahvuUYGShEM4Xc4lB4fv+hFY6Rl0T38V6f5lXNhoYLXdlwZXtupAtSGjxIAFFD6bvNfKlzgcHiqCguxPQe3D50LJRW3pF6hqU0FoymtR1FyBpcDbXzGOvdNxFBNpyc90fQNWsosD+4+jXjPRrO5Gp5lBpdXGixfX8KVvnsNqRwVNMaQsOuxj1gZu3jOB+95axPzOEdLZZSQs7hVprC3MYHn5MDydrOwhhn1P7vmg05ZwoaOXanjwxRVAlHkOhn3F5KU38XZCRgiyigWaqP/UPqVsABQrj+8xoScwNDLo7tmFPu9powXN5WBYDevYR4VkD1o0qSA/xeLnbzdtrQJ4IkjkUeuGN0cue1BziOqHNk4R6ARWI/SrVAFcOoOtLIb9JHHb3iLeeqAI0+tBH0XFNofneRw6aueOoXXiKOLRrtiLDCnFl5rEFN9EAplyREotoYnPZSpVQHJ8DpeHwMlKA10J9RvK3qdUQLR2Ixiv7rXUJ+xfpCfl2UUSA6+dCuWTa6hF0en2sHR5DbvnJ6VWkIFmYClFy4OFxSV5lqbGS7JWpLaTYYOO4+cXMDuWRSpBmwcd9XobjWoVu3bulJ+1vLQkQc20fnnokYeRKRSxtrGB86eOC8icyxVlgL22svSy1veN1+xGpV6X68/1J4pMTSWpJ+KWKMSmCjnsmMhh99QYitkUYp6PQb8toCuH0uwFSRSxkwWxcOn1eT53xIO4327L2cfQYmYmDPWohI2tVKq4tLyKhfWmsFZZW0c8HeVKRXpxI2rBhodDc5O47/W3Y/dsEabJeo6BnDzHelID1Fp9VBp9nFtcwxPPncJgqIDRPtUrvQ5SiQxmJwrSE5Mlu1xtAYk0osk0kmPjiNpJRPjMcYDC/Wc0wpAWIM5A2K7pTEYGgCrkWodl6HDqNSweO4ZBrSL9CNccz1aG5s2O5TBVSAEyCOPZxJUygOd46FA8FIlhbnIM87kEWBFwP+TQz0ME/ZEUxwKwGomUPI+tZgvlShmNVkPY2KxzTIOBpy5iuoeUGUEiTpuGmHiAK99n1gZR1LpDnDx7ERvVppzVtAcsFvKCixAoXF6tIJ1No9mo4MYjhzBdymJ9bVH2XsOwEKFdkmmJwpXqPN5bLcKahlYHfRkosJZpt7sY9juIWBZaER99K4Kd+/bj7W96K3ZMTsrQS6zEoiTQ2YhZCeb94iuPPo9HvvYwli5ewulTx6UmLZbyiMeSylolbqM0MQ4zMwEjOQNHL8GLFjFEEhHdhEWrHmcV/dolmA7XmItcKoJc3EcmRn6wD4vqLPZXxE54XwWbUd7O3BdCGgv/TqlHR6pnFMIZVU5UNnlSj9RrHTQHQ5xdLuPCahlWMoGxUkGUZjfum8fEdB7f+NazOHl2GelUCvt3TmLXeAYzs3N46PHv4AuPPYcI7fBEScprovZDqXfFb3UoALBY+sggk/UwAVeeoz7qZUV++t6HugLfA1aveBJCYPVjH/uIukDbAMSwiFfgofIiZdHLQrXfp29nQtgGLHbka3VdJlTr5Q1hCKoEWPU9OUkRGRsTGJMp8ftrVVexunAG7qiHXHEKUzv2w4/aIim4ePYi/uqDfyMH5ezsDH7rd35TmFYECHjYKs9CNQ1WUr+BbMgiZQ3YS/RjkoR11hJRFm2qgCe7UGSuBBJEWq8mInyfNAeXUBxOuERWZqr3cIX3E+XZYS+/nbVKAIwphh//2Kdw/6cfEOPp0F6APjSb03mBOVSgRTjRpsWBkkwp1iU3c/4cFXDF10wJEj1JDJgJykMyyBcLmJqexOT0FKanp7Fw8QI+/ulPIDtRxMblFUQcyjOUdyfBD+5eZB3yfblDVZzyOqiiVsm1CHrxOpB9JOnawXR9U8LOa+4M0PEH0Isp9DJRuJkorjlwCAN3gPL5RcyUJnHqqRdgrvUxmSzJ93B7DiqDBrI3zWH2hn34xpPfgp1MYW7vDlw4dQ6d1Q0xSJ+ancPFY+fROrWBiWQO6SjZBV3U6gwVAn7wXd+Pd/3QDwQMEnWfpEAK/BxDsJvvmc0QAQGCH7z33JyVIbVivklgWdSQSSivP58LJbGkFD94XoImSvy8olGkmN4cFGXhGuFBJMFr0AVUZWMb5NkGjaq6z8JqDqwFhH0cMIpCye7mVD5gLHENsfEOGUx33H7XVe/lBFZ3HLoTfiIOJOOAFReGlT8Ywm814fdaAqwS9GSttMlYlevKEaMDJHLwE0VJ8fSHTRWg4AWSZjZFAbA6SmShzRbpCw630kGkzeCqFsDAnkC6KV5AnLAq6HnLhHPbOxMLgE1pZuC9KocfiwKCGgZ8rmkyVunxRnkgvVxTGUSmZuEyLKvegEa/1GH3CmA19OPke6WFARkbgWcg7w+N8sV+QYVivRRY5RRbhfL98xmrW29sC1gNfNH4V4p6G/yj/z6wumlRIkCeBisKZBMmcokYsgyJSNODCOj0o3hhKYLB/ARe9+vvwt5rr8VCpyGgRBhGoNJO6S4kLbM0BfS+FLlNwEajb6PsS9w7BUxRXRtZp/x6/hnXCL+I14dyfX7K9ybQGc9JiAwZEiH7Vi6z8FjUr9GIiN0k0VVIi2RF6FEkdB+mPBvq+wvjKbCB4DUnq89kMIUekbRwgr32FZYK26+4HAeBjQ2vNQs5vs6G62PBbeOL+irWoyO82Z/ATcggw7PBHfplElwAACAASURBVIkVwILv4nn3Mv7qP/9rHN5r4XdTt2La2CsBA4iw4VPNovgybn9+gxums0CnzFoYfcpzFQxeCNhczqgnoYtkCMWsJEw7Af3Wd171Gn//f/m3Cgy9IvhFJN7BfhPuPaG9CRkcBKQIqJMFoT6jIm0O9yHede4/DL5YubyMSrksfpk8K/jJoptAPBkSoYcp/5wgCr3VS/kCZuemMTU9IeoIPg+Ndhff+OYzeOirj0LvD+U5Vux0xWTOmkAhY4vMsZC2kUly8Ehfw9CDOQikEh91Ft88J9U5TvCHMn0BX6WJpK8eGY7Ko5X+e3y2mUxMb/h+n97W9AdVzFcCbwxf2Lf/IH72Z9+HAwevR7PdQafTRcI3odNv1GRTE4WhR4T1iI7Kqe8NOxhoI2TH8ojaMfTJauvRV9QUEDRkpfL6S2q948jQj/9P8E3CEwIfcdkWtrHbJKQnWAP8uhBYDdOzQ0UFf0ZoBUDJbyadRLvewB/98f+DLz/4OeyaHMeeuXnYmZysqYhuYMf8LuzYOYtsMSMNTzjcEcCWTbpti1ffwsJFCS6lN6EEpzAxmixThlkIU55BmkE6OlVEWgyv+L7XIpkqiA1Gp1GRhslKUG4cnNmSmE4ZfqDWJYuV9YiokVTgj/jj9wmqEWRVlg6iWvVUDUXWdzSqrJ/4z22b3ui6SF+pBKrVyiiX11GtlsX/t9cjk2ig7h3P9gCo4lHH5GE7FkfMjtJ5Wbz4vKgrjFupM3hiBOA475EkOAd7XsjM5FlNHzyCu7wfaljqC5B79sxZ/OF//eurXt/8gj//wIdhWRpGvQq65cvwW3XYHmAkx2HO7ISbL8gz31peweKlS3B9HaNBG1+6/xNot2oCFimvYa4bNeCjNZR4qAYE+017kIBMwH2ToL58SC1A6xkNycIkMskkcpEm7F4PF8oNrPccGc5zv9M1I9gTwzrakOclZJzyvJX6JxjcbJIWhIWs/jxcNyFjntc3ZLRuDdQ9JCNd7CylcGBqFtOTOnLJEXbsqmI8fwZ2gsnUFjqNCJrtIc4txPDRB2v45tkIzIwBz3cwbvn4vj1DzJjAXXdHsWsvbTNcuANL2Jp9J4qTx65Du1UQpRuZc0OHoUJtOIMonrvcxCPnqqAg2pXU7BFiGq0r1LBAseS3lD3cp6iG44fkO/D84F41cgWQjkcSGMUyqE2Mo08LNdZlDF4SoDAYCocLhmobDvWEABAEP25T0QmoKpRYfm9V90hdKl8TfJKxbZBuR1BVfT+NZxuf81gSmpXEobkS3v3KOWR0WhDQf1INDCN6At6ggtrRxzCsLiCdicLivUumETFMCQemNyRrDO7C3MNiURtpO41kZgxOuogXyg1UWNuJ/ZzyCZU+ThSIJDcof/Vw/1Q1B61nRlLBEKgRVn7MRrc3wKlT57Bn94yEZqn3rzot1m0XLl0Ucsv0xJiyVAh1SZ6GF06fx/xEHqmECTpIkiBD9rH6R+qcb/d60t+uV8qyN1K+3CivolarI5nOIm7GcPHMqZe1vm9/1RGsrK1LPgNDpAgmMbAnnaLHpAkromMyn8JkLoGpfAbZZBxx1sC8RvQENijDJhnIgB9LbBtUuOi22+i2O9KXy0DdNKGZFtqOI8nuiyvrWNjootp3JE+BYUEEVhvtBnSYSHpD3HxgN975htsxO5VDlNYsDNQduWIJ2Op0sFFto1zvQTfi+Pq3nsXSchVGKo1qoybMfTMWRylpiUoxWRrDqaUVeCTw5IvQyMzWjU1PdLHbiMWk32226kKQoW0dQ5BC79d4JoWo62Ll9EmsnT0Nw3cksI9hbJTvxw0IuEoWsTx9Lge3BPYMVAY+1rsD7N85g4MzeSToaey5aPL8d1wk0wUkufZ5H2i67AO1Rk36RGIZPM8jZPY6PEdoP+hLDU0iFJ0kkuwzSYjpDTBwgVq3j8W1DXQHSplx7eGD2LcvqCPh4/ljZ3D82Avibb5rehx33XYTWtV1bFRr4oGcy+aRy+bkOedriFlkf6pBU6VSQ7NN5QsVMA7SGRODiIaaO8D4rnm85jWvwU0HrkXStqWOIr4g9hf0t2WAWCIBRBM4fXYFH/+HB3H/Zx8U1XEyQY9iB/lMATNT04hnS+hpRdT6RbhGEa4ek7PYjmkYtJZx8eSTqK2fhzEoIxHXMVawMJY2sXOihB1TkzBGraCfUpNwtTRVj031QRg4KgO0ERUPZPYqsJPXjJ8kpVUqVVTrPXRGGk5cWka53UV+bAxHrj+MOEbYMZZCvbyCRquLC4vr0v/vmZ/CjYd3I5HI4rMPPoxHnzsntni0fBCbyDCwLFR1cU/hWSSBvIETnfyGwjID6ytrL2uN/0v9ou8Bq1fc2U2P1U9/XJ0fge+VsCSkKXNlI+HvwyKBTAsyV+WIlpAqNu2BF5gekWRgHqQK1FTyHn69BGPRXLtQkObYIFXKo6yjL/J5j+m0rgbTNvDM0efxNx/+e/FHuf766/Dbv/Pv4DhK4sXCmx88cEOZnZhTS9iUCluSIkTSSiWiUlYGmwiZhMoUU/Q3Ariqqj6QbQcLObwWIYMjLPzC6zOir6v41AWfwbSdAVL0rfq7j3wUD3z2i4gZ9G5locjXtOXXSKA0LCr5s0LGhsj8A9BP2ScFzKegbRfggyCJTFG4nYdefb6wipkMOaCUmawj11e+LNzEBAxRkiMFomrSXPB1UQ5JZi7lOJx2c3JMMkjMtOVwDxuJULpFRgqB7C6B1Vwc/ZyJUTaKg4cOo+8OsHLmInZOzOLs0ReByy1MJ0rCfvJomj5oCGN1/qZr8PXHnxRz8j0H9+Hi6fNoLq9icqaImZ27sPDiRVSfW8JkMotU1JTmvVpvSGHwjnfeh/e8e8trNGxAw2sXAq0hEKxYNmy8uXkroD3kDcrGTSZVSwWKSfJfAJpCs4LnLAhWCAtWSqsDwCJspoR1FngBcroqssZA+q2ArC3LiHBdKD85NRzgR/i6Q/aRMJsGLLLUJ3/W6+++epmwMFYP3wXPtoBUAiDLiCxzSpKb/xNgVXzwSCcbqrCeZBESCElgVdJkaKcRSLPF7D0ON5GHNluCHvXgVjuINgms1gXcpA8tZdDCcN0s8rdk8mp8EdaxSjYvjA/xWg03LjJN4vD5gIoPLgt8MgCHKiirUERkfBJuZwi/3QS6TWhkzPK1bpbR4ZqSXUQJ9UUqp2SSkoq+zeZAPSsBa50H8f8ysBr6ooUN60uBVdVZhJ6GirG6HVjlqrdMHaVMAlnLQMaMYCKXRSZtw0wmcWHZQ/ngLtz2sz+MRK6Amhv4/wnYFECkHBrxseSwgIWLyGRV+B8ZE/RGkrCYYO3IJaI0Jwy1CvxT6cHNJ8AiMEqGl+xJBFazAh5RQjqil1YQNEcmqgRc8b+6C4duUfKaNMZ1SYDWpM64EfW91J7uCwjEV0DBOL1aDUqINB1xCcNSDFa1iLY/RS897PgMCcFZksUpWoxiBB+XRm08EFlDQx/hTm0Sr/ItTMAUP7LzGOFb7in86X/8edx1wzR+y7oFY+YOKWx1TQGrbDLlOl1hmyIvh1ImGdrxmSfI6sGlb7aAbh10HaZuD2DELCTSWSQSaeivfs9V11//+U9+4yXehCGIyr1NQNDN5l41+dJbM5RQQuBUWjzBKBbeZMeo0CNfBm8E/+jNWS2XJcSSEzreG8q0CB4K69L1hEnCQl9kmRIIFJNE2WwujdnZacztnIWdSoj3lqPp+MrXvo7PffqrSOgxZOMM7uJZ5sLUDKSsKAppE9m4gaQVlSJfZxMZ1CgEqggKSSgR2egCVjBEjIwXFZpDdkNX0r/pzzaQ5qPVYw3hoEffawmE574VlcCeWEwXGf+hAzfiZ977C5if2yee6Or6kLkQkwGSmEsMR4iONDnT4DDQzodneBhGRnD0ETLjRcX4DbzfQ7AoBIlIHeGeLqGegUqBv9Lbm/eCfxcyiMU73nFAz9RQzcCmk79ng5dO0yNc+RPy31Kqyg8raUoy94f+4gP4D//h99BqVZGIaLj+4CHM7zuAVn+Ieq0u1z6Xz+LON7wOBw4eQK/blgG2sAZNG/FkColUQqTt506dxsryEuJsdOjTPuAQmGw3JozzeYri+IvHsLy0gNfefiuuvelOjM3uFZK20+/AcVXNQTYlB5lkI3IbD6yexXO42+1g0CM7tI0mvf86LXGVZnscvn+px2RTVLZPfG5Tcg9V8FeluoGzp09LsKnDRHAO5AkIkmVrGXJv6EdH9pqEwvD8ohUISTSajoRuw8/YGMFBsjFAg57WMvimOops5K1zm0hFWBurNG0GjdAegqogZS3EP6cPLO/3z/3yb171+uYXfPAD/w2dtSW0lhgacwljKRPFAuW0BYzGdiK2Yw90M47W6gYunD2P9nDIsSH+8eMfxerauoQY+QTTZMjDsRr3gWDAH+y1PJfFNlqOPOWzraolX6wvlG99TELOrtk1h1Z5Demoj+VmH2sMupJSh8Aqn1X1taGPHn+/XeofDnzCgZAAuAFzNQTR+FxLzR1cb9VvbFlwyfePJTHqtGBpPvbP2LjrJuDOm9aQSHVFttnvGBLMGU9G8OwLwEcfBB58MYaRIbMx7M6P8J57XMynPWSywPQOIJO14Iz6sM0JaBEb66sZXDwxi343Dl8nuN+D53YxGup4brGNR85uoM0AJ6kb1NUdOIpIEe7F2wkYPC8E7JMhc6iI48yN3oxDjOJ5YG4OLuslskTpSy/AqiTsBGddiIYTJQlCCTlYEwYqBxuBKieot6T/YG3jqJ9Hlj5ZelrMhEEiAMkWtDmiGjC0OiMFOF7A7t078NOv3o/xGNUlyvdU9R605vDh1su48Ngj0EdlzBdtxBmyY9jiS0gJeIz3McijIGiXSWRhmyloqQKWHOBSdwDLYrAXg8qAWq2JqElf9MDmR9jq6nXzHBVLG+53AjRTqUCQ1xC7sLNnzmP37nlZg8RCVO/JMjKCcxfOSyL75FgxsMlR7Gx+36dfOI3p8QwycRO9oYsIB/hkHnY6Uu3weSVIIz6dzKQYesJinSzmsLq2JgNDKhSOPvH4y1rft9/2SiwtLsHpO2oIwXtlxJBJpaSvS5lRjGVs5BMxlFIJpBNxAQ9JGmEtZ8XI6uP9oHUHiQLKI5kDL6WOYJ0ckEm4d9ODedBDvdlApdHBmeUOzqytozXSkUyk0Go0sLaxCjtGn00PN+6axlteczPmZvKIWqT1MXl+iO5ggEazg9VyA2cvLOOaQ9fj6LMM4TqHaCqLRr+Ly6vr8N0odM+BbpkYm9+J4s6diKYzICwsMvHAF502f/TDJsGBCo5UKike3QRv2VcxRJB7cF+LIp9KIuL0cP6FZ9AtrwmzlsMx7nD9bh1jmSTScUuCnUStqg2Fmd3V47hYq2NqLIvvu2YOWddFvd1GczRCn1CynUIilkC9WkXfaW+eqTIUoS0BQ6kCO0KuIa5zGY5S7eEOkTSjAq6SLVtrtiSxvjt0YTG0Op1GLp+RejsWjWJ6egrp7Dgq62U8/53v4MwLz+Ktr78DpbSFereLJsFZDuug6hOe81SvRDUqTGm1xGA7pdyxrATMdAKrrTpcK4rrbzqCe+66G7YWFQZ5NpdXKln6lMdi8iv/n0xdGEmMPBsf+8QX8bcf+QzOnFlANNbD1BQ9UfMYelkMo/PwrWnoJtXIjgzBe/VLePGpL2P54rPQvS6iBnEe2u/RHhIYz6Vw3aGDuOXIXvijgRDzfGIMWkRUKQy5Yng59zeubTlrODB3ieXogmvwvlNFw/OTVnnNgYZq28GJi5fR9TSxn3rD61+LiNPBdN7GhePHZBjMXq3RqMOIaDi0fxdajR6ePnYax5fWUO27QIQD72BfIf4hKgplS6Y8mMma15RFnJBTIjIYXtv4nhXA9k3ue8DqFVv+FrD6DwpQCqT7YUHAaYxidRJM2mKJshiVhRBIpRXopsAAHoji7/VdnkJbIIySeahpQNQIpT1BGp/u46lvHcUnPv4Z8Qx969vegl/+5V9CtboR+GpxyhFOtoMUa2GqeLJZKLBrKyxIVYnctVWRw9+TTaDYGcF03Kb8TCW7E6QViaswEAPmyBUCXm4c2z1Ww6aakx4rZuFv/+aj+MxnHpDAKJGyiP/sFpg6ZKEfBEIQ7CBYKa9bmKnq/+X32+7Xdk4U5Ry8vopNoL5OGnl+jbCQNNgM3iKjSJSqnEIamJmaELZwMm7Kpt+u11Fr1zH06XAXhcswnyDAJgRVxUMtsFbgayDDhNd/QGp/NoZhgdJjAweuv05A9aVTZ7Fzch4Lz5+Ge6mGyXhRNkgyVhujDjI3zWLupv34+mNPiuH83sP7cenMedQWlzE2U8DuvfuweHIRG9++gPFkBilO5X1fDijKA97ylnvw4z/xo5swXFi48meILDmQvoaAa/h+BAyQVGUV1kMQSRjQwnoeBv7CaiDABtHlZD4EPYP7EDb221m80iywYhEZpS8HJ4sbgnXSdNITqNveBGxZNMlhxiY9aMpesklR4syJMp9H+hH7NFFn8vQQr7vrnqsu2gis7rr+bnhmDGB6pMVoIB0eu8huC35fMVa/22OV64XAqgM/XYCeKKml5DSFLeDTmzBgBEiKZpTNaBHaZAnQR/CqHeiNjgCr2qgvASlSNfM9fxewGqBim08810vgXxmSOtUTDl1niBYZFqYKHHId9doJrI6XEClMKGCVvoCdBuB0oNGn8QohvuJDBisskJrLHiFJqGTyUGq25bEqa1isAP4XGasBwykE96Ub3YKUVVcbAKtb1gjqdQp45NMnNYJCJoGcbSBnGpjMZ5BLElhlU2Oge/0rMHPPvdBsH71gPbAHEXJM8JYkbCrwO2UDHrLy+TSLY2IAgoZ7kJreKkltQH5XzV4QYsXBjWKs+mIFIKuC9beEIKqmWTkZMTFb2Y84auUo6xX4iGsRFH0dKZHgqMAs1dare8XvqWBoxXwlwCqSv20bZbgXB4jAFhc4sCAQ/oqABxF4ZKa7Hi75PTyEdXR14BYtg+u1POIjYAlDPOE9i/f/+5/HO+44iN/QbkHGmodh64rxy+Y0olhsW/dQnRnytDJkRLyaPBWUQ4kTA4y6HfFGq3cb4qvH4IVsrohMKo/I3T911Wv8P/3xrwfeqer8CH++XL/QF3wbW17AksDzUylBFbDKfZHKEAkTov9ttytea2SsMkBQAvVGao9lKBFZBbTdYGGswiMdCX0iq0RCGiMG0qkExooFzMxRVTGJTCGLRDYpUusHPv8QHvriN0B3PpOScjaKPv2DPeQSFrIp+lsBphmR0AphBochdkHQjVqXHOBSuuyi5wzR7TEN2cFGR0nOKCkUn9bApzSZsEXKl0ynJOyDTzwl7Xv3HsRr77wXpeIUGtWWvH6eEbRHcC1DGFWMwvX7LrSBL3toxKXE2oUeZ1K0hsaghUyxIAF7m0PebfdAwp7gBn6TykOb+ztZOWxWxY5oG0ivzhcSzLYAVzn7PU+GgbxXPC840AtZgQRcTVPD1x78Ih792iNodlpYLS+j224iZSeQzI5hobyBZnUDutOX/eYHf/yn8brX3y02TfS9t8VTjkASCzXFLGWjsXJ5CcuLi6KmsYSVps46vs6kFcHypbPoNqq4+5q90DPjsCfn0dNjSBQngFhK/Ap9h8GnfZFB8n3XqlUBMCqVVZGuUsLKZ29App7UQdHAUiEq9aKSiZvCKCWgQiWUyfsTnOsMBuVWxHrQZkhYjECnqv9GAxWqJ9ZUUteqwQftCuiRaSbp6RdHgsEjlWVU+l3YYzuDuoJHmEqGV+DHUA0pA7/1UNXC/S30klM2PgT++Ryb+OGf+OWrXt/8gt//uTfCbXWgdbuora4hEjcwMTeDXHYcw0QRsblDiJemJVH51ImTwl6KWSY+/5lP4PylizSZFC9hMUSRJGQFInN/EN6qnDu8x6FBUYDfBVkJDJuht60xGsBIFXHgwDXI9csSOHJho46KM5KBvgw5ZZdXpIUwt4HPB69FOGQIB9gSyhMo2mg/sZ3lKQCgKI1Uv8HfS7hIsJ7EhkxjJgRrpR5S0RHuPOTjB17vYO98D+22B29oyjArndZx5qKPTz6s4YGnDQx8Hfoggr2FPn7i7SMcmrdhpfpIZ02ksvRsVUzsiM64RRsXThSwtljAyDWF0UVyBcGqF5ba+OrxZbGQYblI9jyZjhQrbIGmChiV2jS4+7LG5fprAhpwjbe7A3Q6I3ilSfjFEvR2F/A7EJeOoC4P710IRPDbEYRQ/sGBGifwYhdrADlHt85sDjuFZU1eiwSH6mJrQnapAOI8m4eO+Hz68Qy07Dh2HzmCf/WGI5gwdHRZPfJc43mhSSyNgFmts6dx7OufxVTGR6lAO6gkEsGnDB5lDdCKzIAdTyKdLHAEi6GZxPlKBS+8cBQr5RqufcUtmN9/CMvlspILB+9P3oOo54I4TNpayJ8pko1cA7G6UH7uYr0j90lVDazbTp89I4rJYj4rbEPVc1ElpOPUpWUUUjHErSg6/aEM6NhPieLB86WnJXGGV9iwYqKgW7i4gIN7d0odwTwQkn8e+tznXtb6vu6GQ+h3euh3aFmnzgVuGoV8AUnLQNY2MJayRKWUsW0kbBJpYrDIVI1qYvEU+qJzPasgKht2IgXdtNDpD0SNQW9oWrnRO5W+lOzlyPRdbQJPnjiFc2sVJOJpCQhaX1uVIefBHTO47YZrcP3+OZQKcSXndphHMEK710eZwOy5BZy/tIp3vPMH8eS3nsFXH/+2yK05cKBfudP3ZY0kSyXM7tuPzNg4HI12HLTWCMgWoT2DqAqV9zbrXZ6JHC46Q0fJ4Tkw1VRQEq9Na30F555/FtFBR+pGPsu0SCCbMpeIiwWVePUShDaYQZDFIsH7iIsje2aQiUbRY/ihZQkoTWUEA0f7nRYM3UU2X1DAOu3oIlHE4wn0Bl1Z/6w92CfxfGZtTZUK7WZyKQsp25TzrdXpwrRtzM1OY8+e3bDjtqgpqtUKarWqDIRvPPIKlNI5PPnIQ3A7VZQycamfCfLX2m3UWx0hPIjCYKj8h1Xvz2eVKiFbwuHO16oYwMX8vl2489bbcOuNN8pAgENxqogKhZKA0wQMTfEs597KMERPect6CTz09efwkY88gIsrdSHJDJwRPD2DvpuEkSKLPSWK5bjXwIVjj6J2+QSSJgfqfC20fYyogGzPR71SlbP+4FwBB/btRjppYdjvIsp1J1wDDkiUhY70CAp0kYqfZ3t4fhDf6ZIFPBqi5xu4sLSGCytleBETpbES3nj3a7G2dA4TGQuZaATdZlUCpsm8554TiXpo13qoNrqoOUOcXFxBhXZ1Ehiqwv7ULqms/ThU4YnHZ4d7lxGhLU0CppXGicVjL2uN/0v9ou8Bq/8zYDVg4UkQQwCK8iFjc9ATBoFKhxUZZNCYsdAxOT0J0tI31bth8x6kigiwRtZrhGESASArSeIBy1SqDYY8cMoLPPHYk/jkx+9HZ9DHffe9Db/6a7+CWrWMTru1KRvbbB7pdUaPLN9DqViUgjz0pFQTYTV9Z2OlmDQRMQPvy78bCfOFkoOQ9REyeOTQDQ72K4Ev2dC2Tc6VxUAA2kYNfOiDH8bnP/egMD7Chlsy7YLrSgnjlgyKIAKLRXXR+HN5nZV8NPAXDK63NOvyhnhMbA/PUUb2MvGhPDpKaa6mpN2ajr47lMbrV375lzCVS2FQL6O5fBnV5WXUy+tY7zt4cXkdKwwhEeaZYtsIa0WmnprILjdBX3eEIWWW6RgcAqtZA4dvOCIp0IvHz2DHxBxWTl7A8HwFY3ZeDju/P0LT6yJz4yxmjuzFo098UwGrh/bh4pkLqC1eRmk6j70HDmKJwOo3z2E8kUGS00wNqLfaGPQHuOdNr8fPvPen5PqFLNpNmVRQtYbMlpDpSSsBFdKi0pVjQQhGp92UZiwEIzgwULJ7DQYT7qPRIKxCTaxlWhg0suG9EvaqBGew0OSENaXAeSY301s4AKlCZlIYzCD3nwOBkIHAMjOQPIQNXwj4hmykm191+1XvzcJYve4uePTMTacAym747FCjQn/VQfN/EF6lgFVOJkFgNTUmQBKclhQOApRuyql0aAQ6c0VgnAWzC63WBcgydhrAqK/S0TmAESP5UIa1DbhUT3swwhBHUGWtGqxfJQEjWy4l7AqYilFMKRSlpjqD7SZL0LJFeG3K5/pAuw6NVgSE8LaBpAqiVUWK+r0aW7CpUMBq4J+8mWmvmtCXA6yqYkH9HGExb+otQ8bqPwWs8isDVjOviUzII0jbljBW83ELk5k4pnNJWFkLeVtHf+chTL39HUjnomgN2AOxcQuYleIJoN41n0EKB8SegR5oAoLSZUrBmWJVoqjzATDKfUFdK5ktc18N/k9eV1ATFdMluZZUKQSP+Uu+n7T3bIIIvLIp4mvzXPFNtWgrIInxhFPYkIUvN2AryaUIgGb5+2Bwtm1lbF3v4D1skoNV2J9cUX5/Pt9k7QO44HXwdb8s7JfbtGnMD3W0dBdPeN/G+//9L+JHXv8K/Jp7C5L2DGIWgVVX2UGwJvsuj1V1fXQpGFmkj1RwFYMUugOMOh30WlVsNCvojnowEwnk8iVk03lYb/6Fq17jv/9//xs1Yd/GpJPzMRgOht9wE/ANWBbhGRSCqyK/lkBD5Q/YbLWwsbGhUupdT1QOTEaVxoOKDxkOsmklfqwatE67g3anK9JnSif5L3KpNCbHxzA9NYHieAHZXBbZyQn0NA2f/fQDOProUdj0/ZL9ksF4Huyojlw6AcukLNOXZ4MFsLxm8dpTDLjOyEfbceVndx16Y8kNEZTDplzSjiObychnJp0SxhLlbxJGYaukbrJYJyZmsHvPQcTJuhdoSMeoP4ShqwCqvuHJ86INfbgDyn55TkcRYVgVpwpkb3gD9PwhssWS+KCF59N2sFsUCKPB5l4fgi9kwTBdmsMJTQrgpgAAIABJREFUYf0GYUhyztFTMpClhiBTGHgYBjjS054fPEP4b77x1S/gC5+5HzvndmB65w55Xe1OE51mG5qRwPnVRVw8dxyd9VXYdg6vvfcHMbtjB6bGctg1MwY7xv1X+XISOFehZkp5U95Yw8rKUgCeK2sQ9PuIuz0k3C4yBmu8EvqtKkb9OmLxGOKz+7DkpVDu9tHtMO1YsZ2pKuIZSBBU2fAoqyfWDJZFRqlqfFiLKMsmDgK4D6p4cwWoKMYLv45N5qa1TjDEUoNydX4HJpNbaqqATMB9wIhHoQ9dLDx2AkvPfBv5HWnMvvpmWPEZBVwFAyIF7ikvSO6HfB/84HWXfT5QezEMU233SgHG9/Cj7/3Vq17f/IL3/9j3oSoABQcFI5i0a8okkUnZMBJjiE1di/jMHrRGLk4cO4Fei56XcXz5c/fj5OlT8FlH0Y5FPJ1VzSOqHgFOFVAvtjiK9h+cWepMln2FDwLf3pB+vyauPbQHzkZZhpbn1+uoO2qoz3RyYl+01JKzNBgkhzWN2FIF52sIRPOZlbpI5LSqFg/XjAoL26q/ZL0EobX8PYc9rE1FkgUPHJPcdesAP/HWviSKEx/lKMOIxHD+ooG//XwfXz2mwcyYiLSHuGnnCD/0Ng+7ZmIw7SHiCb4GDr5NRHTW1HEZsPT7Bs6+WEBllZYLUbQ4aBo6uFBz8PCpFbQdyoRpd2ZhNOiLR23IvA1B4fDGS40v1i2sR1UOBRnNne4Qjf4I2vQcHCsOu9bCcFBTw+2A+CJvSsDxcEAYQrWhskbxSKS+UQ1EUO2oGoD3XmBv8UkPeiO55crKinunDHtYryWziBRncc0td+Dn33gDcu4Q3YgpHpKyzbJ+JVjKVPZhB9/89D9g1NvA/gO7YNKqJ5lGKpEKuC3KeohghWYmUMhNwdTIAtfRcvp4/PGH8Oh3nsGdb/sB3H7v29B2aJcylLVFH8nw+en3usrGQ/l2qTUfhDKKXVrMFmUjVQV8TzyX+FwPRh5OnDwh50Ahm1YDnsAmgD3vixcWMJFPIpmIiWSbr5REAO58ZNYpL8gggAw+KvUmKuUKJopZuaZkALsjB5/+iLLVu9qPA9deIwPnXqsjr42B0DxD8sUikqaBUsrCeMZGzo4hYZIJTDVHTOwHCKzSDz983tiPcNAYicQwgo5Ku4vFtXWsblRl+JmwTYwX8sLczWcZLhbB0I/h6YuX8NjTL8rQNG3b2LNjFr1aE4WchTtedS2mSinETTIn+8Ks5c+otdoCrH776RdQrrTxr3/hfXj+2An85d99ElWm0ycsOA6VOzqKe65BaWoKvhFDjxRLXYXZsUZQikIyMgMlXJDDIAFmQlBRMnZ+MKCLVhO8SzJgiwDLZ09h7fxpGBzEsIYkVqh5iDH0kINRxxGv9GI+DzNFa7M0YmYEXruOvtOQSp9BsBJmDNrdDeEOHSRpoSa2HbSboAWOGmRS+cABcrVWF7sgUc/I5h+VgSCtuTIZW/rwfqsr9VMhnxbLPg5zU+mkgNudXgcLlxZlz9w9vweTpRKWzp9AeeUSYrIfq5DXSruDWouYRUjAUv05P7gPMiuE3uZnujXkxgu48cgRvPOeNyEbt7GyvoZEMoa4bSGRyCCXI/kl2A+EmMBQRLK+OcRKw0Ua33jyefzeH38MldoAZrwIXzdhBBZArubCMkYY1C+ifOl5mNoAMYM5LxxgxmS9SW9BW4oRPb37KK+vii/u/Mw4Spmk+Jb7tD0UKS0HQ8p6TQHjaq1FowydVIQ91j9ikcEhmhbD8bMXUOk4krnBvJ9X33Gr1DPGqIsjO3ciG4+g0ab90AiaF4FOX+BhVIIxHUPDequHYy9ewuVyVXoynZ66gUKX9SZ/ajwaQS5Lr/8sirlpaEig2/bwia9/7GqX97/of/89YPWK2xsyVj/4oT8XuYaiXAfm+CI7px+HjxF94VjsRunhEpNCn+AJDy0aVIvUI5SsivyCvmcjKZbDAomyQ5lai0WAKqAoBxMPUVcFanDDjts2vvqVh/HAA19AfzDC97/jPrzvfb+AVruJdqsZTIGVpF8YiMo8UAqTeCIuxQH/nK9NBQ4FAxDV9stCZeFGE2QiNxLcEQQUsTSRYIBQDh4AnQKOhMXcppBcTaE3ZSks7lhIRnR8+K8/jPs/8yXZqCUwhZTyTUBFgclh86+gC7XJvfQj4GmFhdEmgBDAQNtZWoFkVmTW3NRkAs1CNWRM9uR6/eRP/iTuvOVmHH/0S4hWLyPN19frY7HewuOnL+BSz0Pfj8qBwg2O14kSOJH/0/dEGAOhKb+HYUpHr2jBy5nYf/gQBv0eLp4+h5nSBFqX1lA7eRkzVl6kumxE2xggf/0MJo/sxmPfekpYY7sO78PyhQWULy5ibGoMe689iJXzC1h+5DTG4mmk6HUEoNnqCLj/mtfegV/8hZ/fZC8o6r4CoXn4SRMQ3KtQetZq0nBchbLIvQ2+hkUqk4bDZFGR0dBbjl5vBCC3JdWGBxgPeGEdBdJLZYmhJMusZBkuJuzuwJ9WNQIK+FYprsrfRt1/FmSKNcO7Kg0GzeuFpRQkEDOoh4xqADceufmqN2gCq/PX3iOAaiSZgmabIrt1nTb0Tle8gDSnAwwp81VycB52vEZRl9djAD+ZQyQ7JUUmJJiF7FOCq5yqBy/JiAPZIqI5Nh4juI0K0KhLw617DPwgEBtOJjnrUPCc8jINwbFA+s7SXyaIypcrtFKQn8QYzEhS2E9yT7wuNL8PnzLl8TFEc2MYtRyg24HWa8Pv18WHNfRLVY2iYn5CGBdbHyErXLWbbFwUm0nqJbmfbBbVQb/JON2EgrdA4u0rWcC3YOIkQ2ahWCigMlzyEi53xSt5KVtVrXk/SoCYISUmbJHURZFNRZC0NVxTTOHQxBTSmTQu+y003nEvjhx4DezuCGvRISwmXLLBJ0hBSb2EOilgILBuV7dSWIHqz8N3Kj9bpPQvBaLVDeDXq6Yp/Cilx7beTVD8yT8Ng6jk92rH284wVXhv6OiqvsWVV0YJUrceie3fM1yjcndC/4Rt1/UlzFbu9Szag0CHnu6hOurja/oaRo6OfauTyEUtPGk8gg994H342Te9Av97/zYkjFkYZkTsIlx6O/KMFFuKrfcijCqCLmwSuO45aGER2e/D63bgdTro1qtYb1ZQY9KyZaKUTGMylYX+nt++4ln4p//3t//PX9oEJkLlg+wzQaCYAu/Uawou+qZtQ3gsbXq0MvFZfC81CaiqVqqKxc9BqICZKpFZPLpiMWH3K+9qFSLZarextr6OtbU1XF7tottmqrWLsUIeO+cmUCpmkS8VkCkWMTk3gWqngb/7yOdx5vlzKKRM2SvZsDNZl6wc+oQaUTZXTI4luwEKuB0weZ1yVFXAJ1IppFNp5LJZCXskmzObzyBuxZFKphVAF4So+bGoDHjIpKB1z/TcXsTTRcnWM2EgziGRQ6sBFzqZ/lTgGCOww3E7PiI0MFUVEDz6MQtbTcNQH8GJ+EiPFZRfMb8hh3Qi0VQbpfISU3UQ91rKNRPxeCDPVU0TPemE8cvukAMK/tuAYRyCMvyVTB6+76TJEKmYMDSmxkp46jvfwv0f/hgqy2uw0kkcvumI/Eqgbc++vZjbsVMsgBYuXsSJF49JLVQYm5Qk4NnpMYzNpXBm7RTSySQOFK+B5UbQITPZVwMF1jiNXh2XV89Dq9RRaK1B11lj9BDt9cV2YeRGkLWycCobwg7OjY9j2R2iUZxFHzEJ9YhFCFZH4cdSMKIdeK7yW1V11Ta2tYAbWyGj6ixVZ6pI2wPgVKlVeLvIvFS7hwxZBXBV1192P7GSGAmDign10YQFm1Lo5QpOfuVxPPbQo+Id/8YfeTuuP3KDyDiDrWlTEcMag3YYznAgoEuYKaBqEda/fDZ4lgZsQfEIHeLH3vsr//SC/u/8i//jzYfVMSjHpa+YPLGoNMR81u3SPIzJfdDyMzh26hya1bpIeh9++Ct49tmnEQlAX0V/3vKmV9cpHNypH6wuXXAaKgqR2j9Ejk4ZaQQHds/C9DQJXFmutVAXlp8KPWRKtTq4WW8rhY5Isl0q1bhXcD0rIFp53Kq9k4MKI5A0s57nOuH1lR4isDThOlKqMlU7EZgnyUF8lQWGiCGX9fHee+u4cT89xF1ohgdjZGNtbYQHvjHCpx/TMDILyOsVvOt1wF13Kl/VuBGDZRM8YzAnwSqIBQh0G6Y1RGtjDKefLWGjHMPiRhk9x0UincO59QqeXypjoBkwY8oh3Ol3pZciU5reyfS2dbes1DeJFfJcyxBFR2vgoxUrIJ5OoNdYh99ss5sJbnrgWhacbap6DE/HwK5K4/4xUtd7c5gY/LtgyMBnX2U7BFY/2yzNxBeWQNBgKMNG+qt6VhJH7roHP3nf65A3+AzTU1JJ6/VRBCPdE2BvUC3jzHPPYnLPNCbHC+gsr4giKsdQP4LtXLNSpDPslLLkEtLJnPSKVBpsuC6qrR5yE1NIFcfg6TGRwgt4tK3/IqhKBQUHfkPoQpLguJQgd1j3C8jFQQDXofSXXKdDCZDjfsEzQoYykslBqxcd5y6vyyAvblP1SCuAmAxtuqxftwU5CyOZZJVeXxLQmTrOvVlUbqMh/uYv/vJlre891+yEFY1IUj1Zj5VKnXJOsQJIWwZmiylM55NIEUy1LfHSTpmGqC/ZW8oAV9i6vDsM//HAbWtxeQ0nzy+gORjIfk71CGtE7uFklxOczWXSiCfTWO308Y+PPIHLq2XcfsONuGZqHOdPn8TBA3uwf988EnHFSB/0u+LTzAFrtdnCYrmDrz7+HQHJ3/evfh6jQRf/9W8/iieeP4N4vohMcRLpwhi0bEaeSwLlMjARb3wmrwf7fjiml/WsFKVhKpsMVAMPTAHAzLgKZNZ9pOK29Bnnjx1DmyBihASOLqbGihjL5WUQWN5YBfSEgJn0x73jdXcjX8jj6FPfQZeqPdpKxWJIJWyxUOHAiH0gFU2NdlsYjZlcQRieZKGyRiJZiUSujQ3l303gj/2x9JiegwRVN5m04CjtZgPuoAeb9UgijVwmg2KuIFYHbJ1oe0gbHHq1ZpIWKquXYTuKscuOy9Gj2Kg30O0rlaUWeINyUUUtC13fxaW1FcQnSxgrFXHnrbfitbfdgrXly2h1WmLnQUsaVvVkrYY+9LyWDPGj7YItJLmY6MEINH72oWP4j3/43zAc0ouV3rpqP9NGLXh9hmIP5V6323VQJcL9LmrGRb4vBxXxFfbLge1UZX0VnVYd0xMlzEyOo7KxhmGvC5NrjbaTAqbSfjCwsKJFIfcMl88ys2boABdDY+hjYWlJVAGsQ8fHx3DjjTdgYeEsuvUaSnEbrzy8H5mEgV6vLh7rnkf7HwK1BrRYFFY8hVanj6PHTqHebAopSpi2EV3yZSwzilTCQDadFCuIVCKHlctVnDhxDg+feOFlrfF/qV/0PWD1ijsbAqt/8Ae/pxaFSPgVwMMPaQZkg1OnNEFUFhpS+OoKHJTCyTTlIBN/KU58gsN6+4/b7iWpCmDlkcriiJtoCKzGYha++MUH8ZUvfw39/ghvffOb8DM/81MY0DA+YE1KYR2wAFSxpvxkZDrOiUmQnhs2u6oZUQwSboaZzP/H3nuHSXaWV+LnVs5d1TnHmZ6eqBmNwkgiSEgYIZFNtInO6dnFYffB2NgYBxabXWANGFh7bWzAIBCsSCbIgISEhMJocuyZnp7OuXLVrXDvPuf9vq+6piXZHu3vnx8PpaefaXVXVd/67hfe97znPSeJhYV5SQQJrPLvq6q4K5tp8+u2JuiK+aDYpxwfHmxMWOUwJwPAA3zxni/gn//5y/D7CKx64FiUQ9+ECK4AUdlGYAwQmgBXAzY12FdNQEEDlG1qGTQRsar0qMRYKvpV5RzIqhB1YF7/s69Fu5NFMDOL1lhCKPlzG2kcn13BkzMryLla0JmsMbZOsiJKF3kJYmvS8iD3klpDUQulrgjc1hC275xA1a7g4oUL6G/rgr24jpUT0+gNpuCrK6ZyATbarulH5zUjeOjRx8WFd2TfBBanprE2PYuuvl6M79uJxekZzNx/Gh3hOBI+uiE7yOZVe+BNt9yI3/vd326A3w3tVAFWVbvYJhtY6wBLlX+zNasB5jg1SYoY2vI1mxqrnOvKhdnoqZrXG7DWMGDYsmIeTHTb2zsVUCqJnGrLNWxlORDNzxg8aJ1ivt4kzPzeaMEyGOfrTavcjdfdctV7swJWX6IYnqEIEA7A8pE9WoanUIZTyKt2ebJKuRa5xqS905U2V8ex4URa4Ev2oU7GUoFMAAZxRBmoNaxZ4aEWWIkOeGItqNfLcHNrQD4Lj81W/YKWmLh6YFU+sCHScI1Kv3BMNIHk4RSAekkBuH3d8ERTqBdqcCkNUCoII9fjsuarGE1XAqsqYTaPTWBV6fJyZhhGsTLUItjbDKxugomGhcv3agZWFWwpmYgykJMWQJlNpuLTACybr+SZgFXHy3SH9nMBBAkmhfxIRD2IhQPYnkpgb08KfSMd8NpZnEx1Yv2VL8O++CjJdMK+cHyaBc8ARQBWBVCKGRX1QnUyLeL2YvRk9PbU9V4BjDZYowJfKCBa70ftcWVYpz/2ZhGpaWBMjtkMrJo19myT3Nw9g7Vr6eLG2v73FscV+DWBKmNCRr0ni+mIgzkHOGmtYGFtAbm0H4XHHsP3jn0A/+WNr8AvFa6FP9wLKwwEyGyn+L7XlXajLfZVgn+QhStC/WJCwvbxIly2dxZLEgAuZ1axUthAzbWRDAQxkEwh/isf+vc+xtN+T2DVFDBNUVDalaXtU4PhGkwxY2ykUsy/5j4Qy+NeKKy8ak00VpkE8fxUrH/15/l8k8gyOTLt0bzFdE5m8nHmwiwmz0xjbnoZNbuGoYEObNvWg1SK7NFW9PT1oW/bAE6ev4h/+NTnkF3OobM9LiCMaleti7QFgRwmFGzFpLad6/WKWUhbRxd6e3sksCaYSkYqDZVY6FVmV9qhXDzE6tI2J9fv8wngS03bocFtaGntQiZXpq0jwp4AaiVbWt99QbYGUlewjqjohDsopW14atT+8qNSsyXZ4BfFgcg+9sSDCCdj2mCFhhIlGSu254vEgpZQ4n3i2cwzjePITge6GnN/4O/IEmYLH88b8zqOsWGzUnKG542PDMYIr9WH7cMDOHXyND7w7vcg4Yti9zX74QuHpADQNdCHfQf2o6+vXwqQBPz4vjQSpDlXpVLGyswSstV1HM8dx7dmHoA/EMTP9N+CW3oPodXfjnI1j5rPhuUG4NgW/EELl556GPXTD2BwpBX5ag2F1TUUKjZqRQfVkhdPHj6F68a34fnXXoP1QB3z/jByUZ4lQXhpvGKFlOmYp6KkFkwxu+lfA7Qatq4ZM3Weqkczy1exeJW+vzH9Moumyr9VocyLOttpAsqYcOHEOTz0hfvw8GOPonvvOG5/46sxMr5NAHiu3+YWdd4H3lO2hhIIFE11acfWnQ5N5qqmoEr5HN7vt/7S71z1+uYLXjtBSY0ORKlfybiFrB6RJKBDNmua3UBqAP7uHZjL2JhfJFCUxI8eeQgPP/ygim10i3BDjcZciTaGbL6w5n1ZlWQIUpIhKJkuetuTCFIWwefHUjaLXJVgqjIfqguXTJ01hshg4iWRsairuJmt/4opCZn/qtunJmCpyJJZSgbJ6NKbGMkUyQ3rmdm3NNDorhb+jTv2ZfFzL7OQCNki1xJwvMhlfDh52cH//qqL03NebEvaeOsrgecdCiHZXoadF6xGuc2zkMj7zHF2EohFAtwdsDgTwonjHnzr/gvIlnzYvXc7ksk4Hjw6iaUsPSD8cKwgoS2iskqvmgA8ZUpYUKlUhfQg+yuZ6BUWSxUbPF3zoBDtQ8RTh706DZcsO61bLmepkZgx3g6Nf1noZxccOyiMVJoCW7fmDz5d8BeJAE1AMO/N/aBE3Wey+Am2tKREAz3VOYbXveFVuOWacTi2iuV4vnGvtJnbWC7yy8vCpOzbOSYEiPL6OpzcGoJ1OrGrLkJhmQsw6UU01oLW1nZhpcmciifF/IzzifJBLKAp7w4lc8AH5zBzGP597qunL0xJDseflypK31gx21XhhX+TXyZmL1MDmdI8YhKsCoTms88tb4hRVDjE1mgFrPI57LohOCSkfHacEC8iuzifR8ADKWps/t0q/v7jn3xO6/vVd70QO3fskPH//vd/gHS+iJrlR2s8gajPxXB3CmO9HSIBFWYrt4+gUUWBnJWijH0yGlUaxyRDcb7ZNcwub2A1kxdj6EQsIkAR1w/3exAkr1cR8vvR1d2FUKoV9z9+BCfOXsbeHeMIlAuYPPEUXvrSn8ENN1yjDGtdapaX1Hwu2Uhnizh5aRnfeuAJJJNtePub3oj2RAhfvP/7uOfbDyLZO4ChiX1AJKK0QnXnAIuFlGOQrlAtk2H2eTNvzZ7LXErWIuezlhn0BaKyRn1BZb4aCwaRXVnF5dOn4OTXELQqGOzpwbahbThy/CiyBWqRkg1PDdkoJnZNSIywtLokxRClBU0piAB8loNkPCx77dTlWcwtryLRkkSqrVPAYwWmrjRMJDkHqf0pAL7EStwHlT5nW1tKzohcLitdssQYxBPGtVTxN5lEazKIrq4u2d8JNM5MnYenVkPY4RiXEG1thRUOYz1XQCFflnGjnBp1Ssn3pW7t5fQqCqijY6APY0NDePGtL5RrWF6Yw9jYmBRceF2tqTa5b5VKDe3t7bJ22EFD3xXOdxaaqfXOsQ8m+vG/PvWP+Oxn7gXHm4XsfDmHeimjugD8BPZZNFYyRWTw2jUW0Ng5xM9PyoUisjjVOnp6OqkggrnZyzIPCfKLxFSxLAxgrlOOn3nfqhiOU49VSzJ6eI8iWMrkUWThSvYvYHh4CLt378aFi5OoV2xMnTmF/eOjOHRgN8J+SjisyzgKcZDM5xpxoJQUGDiepWJJ7gvvH4vpUnskrkUSkqU6dcOBKOp1L8rFKt7/mS89pzX+k/qinwKrW+6sAVY///l/uqI9hxNJqpfUwatyo7B0yxYnH3NFtkQrswIGsARXFbBIZ1ZjLqV1wCIR2UBMImaMF0ybnASjygpSjCaY7t977//BD3/4I6nw3/6iW/GOX3ybBHPKUEUFDCYBUVqkyoBDFpoGMkxVm6wPqW7XVfInWnLcCNjeKJQpxSRsiBhTs6mp9YhD1ty+pNyH65J4KeFnRUlgJZVjwLH65je/jr/723+Exworl2IP22ufDVjlZ9KiyU3NyVcLrJoggQmpSd4EWNVMU/51YVXW6rht1yBu2d6DBMWu/T5k8jksZEp4+OxlzGRLKEpioMZSmMVa/oHAqjHtYrJRjVio9cWBjhjGdmwXyv/UhYvoa+2As57H4tGL6AkkEaA+V91Fzi2jdW8/OvYN46FHH4PH9WJk7w7MX7yEjcvz6Bnow/a9O7E8M4dL3z7RAFY533IFOh8WcPD6A/iDd7+robulwDJtZqF19wxYsBmMmoTHIDvGGElrP+r5JPNKXKVZgdamO1u0CSWobCRQm0ZWqqgQQCrVqkjUQlXhumHAK43XKogj80Lja0qGTJsJ6OSNm79JutULNgPqQ89RCmD02heL26dLOYBwCB4/50gFbp5Mzzxga8aqsEo125bz3mGSb8MJJoSx6tDkIM/1Rq1UHsZkk6gWQASTFFCCFYvJa5BdBQoZWLYtBlJKA0xprMpKaDBWm1mrijvZUNI0dLqmcXKtEFxvGFYgqvSNCKrWCKwW4R8ZQJ1ar+W6AKueckk0ZC0CwIqnrHdAMla3MGGb9kbef2G3EXI3+ohXAKtmHjUDq+oNtvLODeAm/AnzeSTb33z20xmrDdixwSZSJl6KnS8MKZ8H4YBPJAGiQT8GkiGMtSXQ3dOC3a0J0ZD61zsmsO/mt2K05gMd6B2SbzTzXQykGqvciIuoWSoFMwFb1WdS5OrNtnwDZzQKPNJ7+MyM1SaifuMpBsBV730lJ3UrQ/WZkn3zp5qB1Wd6r62BzBWMVUMYFjBZzQeOK/e+Rbg4WZ/FD+e+hplfvBfTExv44G+/Bm9Y3I9AuAsIsZhiix6hE+A4KcaF4dcKDCFi/IIOqS8G03ZJtIBdakVlNrC6voiV7CLK5SxicDAQTyLxe/941fHXH7zn1/RNMvdLnYdMOJR2rsbzhVmpz08NXDUXDmWuG8kXLQnExIdnmylYGWDVFBzUuamSXvkK+AVo5sOu1zE7s4Qzpybx1JOnsb6ewdBgN8ZH+tFJcLUliaFto2gfascPH34cn//M1xF0yYAik42GQjyXXTHmIOOJcUQ82SrOwh3d3Wjr6BQwhgAjwVRpuRYgW+nFa5UK3SLO+MAVp+lyuY5YvBXDozuQaGlHLpNHtVJDMpqAU1XGWN4QC1DqbCdLw5uvw87ZcG2ahdAggyxIiAs2WeBlq4aSZSPellByPARkWLSr1+Xc4r+8TtP2bOIhJhMM+kVmJhRCKBxqnG1MMoycjYphFMCgWB1eBdb6g6JN292RQnppGR94/wewNrss869/eAgHb74ZXf19GBobk7OJcZDCEzQDUbfR8zOGw3S+LmIhv4ypwjSm1ieR3lhGe6gde9p3oj/RLWwPOGFYDjtZqsif/BHsiw+jvTOKdL6C7Noa1tIrKK4DF5Zy+N7j5/GSHYN49Q37UE9GUPBb2GjfhlqqC3WbKsse2Z+9gZi0XvO6TeHdtP/y/wW81AVzUzgV/WCdqHN8TEFZSTOxU2RTb9ic22QgET1j8hiLszhnYfpfH8UjX/kXnF6dwfAt1+JnXvMKSToJENW9lnTNmDPfxBRMQsmiJrCpmJxMIU3LukpieT2Mv2jEQtd3vubtv/LcpAB+bl+HxGoh6sYSSdV7Lj0N/KhLe3Mo1QMnNYI1tGBhvSDsq2PHn8J3v/ttxTiXY2fTTLOx0WhgdetebH5vgFUvuyV4LviGS+iLAAAgAElEQVSAnjYai5KZWcEyzVkcIbOp813k41U3mQFWTYFaijZesu7CEvNz3UbCQURCIQGLRLdQ6Mhq/Qp4alfE6EU6fLSMlhrbmhRbCH6xLVlAGx0v9UbqeNvr69i3LQ8/u47JlCsGkK7U8MBTXnz9+34cHC/jFS/woq/TQShSR7FqibYik3+erSzoUCqq6nhRLjPRBqo+P546FcU9X1rBwirfvxcvOjCBqalZhMIxrKyt4dLCKtLwi4EUi0DU7+V2VGb8Q1NZrzIHNHEex50Ehg3Xj1KkF1Ytj9rqZXjFdOeZT0QVN6rOKTFY4VzXmv3SUdjERDX3UV6jDbPMOdBMeOFe5PNawtKsMwaIRFD3BhHtGMWLb3seXnPni1At5dS1U3aEgHU8Ioa3UY9fALqCW4NNIgvnZ70M1CtwCaBp9h1Z9WytJwEmGqPxXkjyH+kcFAai8ibg/qnOdJWHNMg4wgJWcnXL62lcuHBRClxyTaIOQPkugrhs52a7utLqZBcfWXlcp9xXmwFXvvfk9ALaWpNilEhAn2OrugoUiYa3QWRLhCjjEV3ooFcVzBT5gUB5HZ/6yEev+vzmC77yqfejp6cbJ0+dxcc++b+xki3DCiYQDgUQD3gw2pvCzpFetETDWFldx8z8InJFJTXEzo7B7nZ0JhOI+Fl8U2siX65gaT2H9UIFFVdpkrJ1vlIqIbO+Kvtud2sLBvu70E+Jno5uXF7J4v4fHZazq6+jDbX1eeycGMfB664BXMYBFdQqNZSrddFX3ciW8PjJS7j/4SNoa+/B29/6Flx/7T6cX1nBez/0UVhsPe/pR9quwC+m2EpiT5lOakNnYajyzDZnktJ/EsKRZisTY+B5LHNDSDAhYapT75ZPiwRDosO+ND2NlUsXYFXyCLouIuEYSpyHQQshXxwJgpnRKCp2Scyf/NxLHVcXPv3w+xRRoas1JTIAly7P4uLMrOgCU2s1EIgIgEhsguAqHwT7Oae4FlkIUmeFwk8oZxOJhBHweRHU3SelYkFwFeq60uQ1GvDKeyRbUhjo64PPdbC+siQFs+0TO7CRpznYKjyWH4V8CZS2Y4gl3FJfCJlKCVV293R1iDTVHbfeht6uDizOzQh7lXkp2bDd3T1aUxzo6emVPalQyMPj13uJxl9IqOJajEVSWFhYw7ve/T4cP3FWtMxrTkWz4vnXVZxHMhzvj5DjSgVZCz6fkviirATXEqUbWltTwuDd2FAsUp7psRClU2hqVUVvX49INZFZzoK+EN7Y9SDAKo3NwwJ8LqVzqjtCp0mjo8MYHx/H1NQlKUxMnjuNVCyEW2/cj7aIHy1h3mMyXkkcYuTGXD0omrQBj7r3JARy72C+TlNWHSJJMV7OHNHnj4hG79vf9/HntMZ/Ul/0U2B1y501wOqX7v38FQluI1AkwMiKgZ8t1IqaXyyUBYQMhZXBTuOAF3kAdbib4JMHGjVYVdKjACKjmWES4c2AVVUZyV74zD99Fk8+8ZRUUl502634pV96uyRF3Hwl4RL9RR3Qbqnisp2Ij2bmjgFHVGXF6GGpw5ksWAWsKh0vbhaGGWKSTlM5k2q7DuSNdpQinqlKFQ90CoI/+OAD+PCHPga4QQFWqUnCSnFzoNp8K65grG5pft1acTbj1vxvM5Ao3TYit6AYRSowIBtZAYW8n9f2JXH7nhEko3F1bytlZAs2js2s4rGpBWzwHpIazzYDVvJCKqmR4Ea3sYvAfRCo9yeArpiwO2qVCi5OXkBPqg3+fBVzh8+j0xsXYJUVsTzKaN3Th3YNrDJQH9m3E7OTF5CeWUBPfx+279uJtbkFXPzWcbQFo0h4g9KeXygpBs81B/bij97zBw0Wj5guaMCSJ2wDCGuqRl8x7XULsowfx4ri9tJ6qF5L92VhGQgrWrXdNe6bblFUc0t9SRIn7BcyUipap4drQ7WoMplWwbHWhdM6osocgQmBCvwkqPX5xPyK941ahQzsGMxJOuTx4Pm33HrVe7OYV117G+oEeoNheKJRCTJ5/5xiGV4yCehwW8wq8McMjBgD8ePbcDwReFr6xPzKLXBMyNazBVyls4KYLwRa4Ebb4aFBFmy42XUgtw6XRiJSEeU4EVhVbuoN1KMhAyBIZxOwap6jQT2NDnk8EThsESGwSn3Omi2Vd2q/hkaHUKFpW0kBqwR1USYbt7QFWFUg4RUSA00jq67k32KsbgVWzbVfeXvUTxWq1ZhFDXRPoFY93FvBRWOG1DQGkhUroIeO9AEvEPb7EQtHEPH60R7zoLczit5kBBP9PfAUqzgx2Im2t/0W+qjTZBfABh2CPnTb9ZMpL6CbBlPN9wq7lUKQKQaprUuPmf5MBoBVvzFCqOrzN0sBmPUpz9uCOj8NVDXXshWd1sPaAHL/A+/TDBg21u+WHFWVZJTMAlskAyKRYCHj1rBQd3C8/AS+++534cz2Ffzti96COzL7YcW6YPmrwtyjLARlM8h0lBvTAFd18URl+QISiBwAi3nFAlDOwckvI59eQya9CLecRcguI0VDhj/+6lWv8d/9L29vsNo5RqawJuZkGkiV5FC3rDezlbYCrWJYqQtHhrnK/Uv2OSkqaVMJDWSRacVA2hQ2jdSFJOzCcqVWaxZTUzN44omTOH9uAclgALu2d6G9jayBLozv3Y5wawL3fe1+PPydB2XeBamjLEUYF+FwAAO9XWjv7EIi1SqgaigcgY96otRk1O1jZuB0F7kGEUQPQc4Qu1KW/b4t1Y2+wW2IpzpRLFaR28ggIYkZWX0eWKEAaLWsIxphNvsyDipl6q4p4NdsYZ5aXTTM7YALXyIIX9iHWkVJGvn8SjuS4BATLlNMZhLVGFsdx4iuIUEibdbD56hzSANGJgltYgvz80biMfR1pDC/OIM/fNe7MHfqEl5w863oGhlEe18Xdl2zH32DQ9JGmc8rRh01I1V8oCUipMjAorgS9fA5FoI8z5DHsruGmY1ZRP1hdFUcVKcvwwrE4O/sQb64CnfpMELFVTHzWcvlUcqWsDC7hsX5DB6dyWKlFsCw38FtXTHs2DOM1u5OrIZasN42CHhpRKKWjZ8SRCzSbZHfMexQE3eZGNLEqOZ8NvFOIxbSWVejgE9QlmNYqiLSloQ3HoU9s4zzX/0+fvjQQ1iPAtffeRtuv+sl8Fte0RakVr0b8os+cjMQLkAN9UD9IdFXN0UGMq1FgkPLn/A5IhlEQEakoly8+RfeedXrmy+4ayyJeCQkBTXRD+S4ES30epGMhsV9ubWjG/VoL+ZrCSwXXQHrLk6dx333fUWBQ9SmZTIs+oXNB54Bsf6NspZmfwubxwe0J6JoFxOWHNZo2OILibEdu5YkcBCyhOoEks407eHA72PRmKwPgsTRcEgAFoItfC6LDJwRXNd8DbutyPblmmMybMzeVCGbzFAVQ1XZaq+L1lLPKll4/rVFvPHlRXQECADXBSCt1y0cPu/B338ZeOEhC4d2OUgl6qhWvMICY5jkeqjJ6UE+72IjXcXlNRfzc0C17kfZdbGe82IpDTF4Goj58Y47boS/VEJHSwtW1tdx5vICLpZcrDFmFQkEdTxQj9Qj5mC6k6mpaM+9bMMNoBTpBspp1Ncuq2EUIsnm/bmiEKYJJWzPF31C7kvS3a7Z+rIR6pBOd8qoeMQYUSpAVq6Hc5YsM7I5y2XlwN7Sgn3XH8LAtTegv6MVu7cPo1ZRDHzmFNRV5BgQhKMGL0Fbm8ZGuiDG3IpAnEwFMsEoEUdpBykOEVyPSCeEdEtqWbZGLV0X7MTcSzPZJYaQs0gV0GLJFC5duoSZuVkl1cb9i+ucbeY6jzKSXWb9ci9WRREV75vizZkLl9Hd2QEaG5LEI2V1Y6YkhB59Bgqb1sXS4iKiApptAqsc7I/+1f94Tuv7c3/xW8KKTOdK+MEjT+D4uVksZcpS1KOR48RQJ4a6U3K2ZLJZiZP93qAUAVkroY5oxOdDyOdBgOaD0TAyhYKY/MyupGEFYxge24alpUWcO3MafZ0dGOxuw8TIIIYHe+F1qREcgO0G8YNHj+L81DQG+3uxu68V3T2d6OvrFMknI61QLFdQooTDRh7fe/gYHj0yie7BEbzrD38ft931Utz/48fw4U/+Hewa2d8+mRfMNRQjvSLdMIIpaNMimdcyNZXEh8ERZHYKO98HD7tIfApYDZDpzDlL2Tt2elCTmwz4ah0Xjx9HcX0eIcnr69i5fxw9w10orBdQzpdRzBZRLtjwh3g+0+tCyR8xh2dhgbJF7a1s10+ILMbJs2eFQR2LJ8UkiozoSkWd6cxJzdxSjEfDyuVnrUo8Sc1mSi70x2NIkthCiSDKnDhV0Q7lOqEGMDtpKE0TaYliZGwU1xzYh23j47j/Bz/Ak4ePIhlPwbFryOdycJ0qIt4AStUqFvIZdI0Oo3dwAOOjwxgZGkIukxb2LYvRc3Mz6OrullZ/5qMsaPO619c3pJAbDAdkbSbicUSjcek24hoLBSKIRFtw75e/gf/2gQ/JfVD0FO7rPrUuXa4T43/B+LkuezolF0S7t1oTXX7KZXHPoGRCPJFER0eH7O2cC9l0Rnx8gqEAto2OSQfS/d+9H4V8GsEA4xV1/2OJFpEEXE0r6QbuFVzHfX292LFjHKur61heWsbkhfNIJEK4Yd8E2oI+tEcjMhZFmniVSroQ7xUMob0tirb2VvleCHSUHajVJKL3MB6jzAgNGS0v/ASQfQG85t1/85zW+E/qi34KrG65s83AKoNC005lqv8E/MQzVOQAlLt9qVjW2pus0HEvMK3ziqrP/dG0bDUS2i1t7FsBS8Mm4MFEmvbf/e3f4+SJ06i5Nbz0Z16Mt7zt5+H1brZ5K03STbafAsbU4ScqWg3zLcU2Nb83B6mp0qqAmLIG2hlZqmHKzZcgLs06mgMZAySb6qkCiZUejAR31RoSLTEcP3oUf/5nH0A+T0FrHgzGZEWNyFY91asFVk2AYZJoeU89BioRMwCZcsvkpsQ2SWF0uC4mUn4cGulEa7wFgVAA3mpJnJTPLGbw/VNTWCcQSmBV5ADoxKvaluS9yADmSc6Km9+B098C9MQxOD4mAuFTFy6gM5FCvOrFpcdOosOKCbDKDTjvlpHc04Ou/aN4+MdPiBTA2P5duHzuPNan5wRY3bF/N9bnFzHzr2cQtwKIM9mlIyNNL4pF7N67E+9973sQCqpWfX5W2WBZBCCIvSUBNWOzFWiRsXNcqXDxQOWBQx2yTRmFLbmHYS4aEwv1xo2/xypxOr0hWjM8aOZm5zE/v6D0WeIRuNR4CUWRTLWJeHmEum7hEMKhsASxqn1RQ3GaaUwQQLWKQUD7F9/+M1e9N4sUwIFbYAXCQDgKkLUqzq8OUCrBx2pcvYxaPq00UxuQp27vBiuUIVjxXriJFlgVBiIKWBU5ANTh9XuAQAsQawUiUWGyOmSsZo3GKh1YCaqqth8FrJq/ZDRWzUdjwGt+rdazGReVgvMzBIR5S8BENMPIWCllERjuRY3JBaUAikWgQMA1L59PrToja3Kl8/HWQX1GYFXYf9RY3SyQGFa5+rf555qQK2/c9PMre9H/w8CqYTtT+0gkGnwugj4LkUAAEV8YoZAPyRjQHvehr70dI8kOJPxezFgepH7jnYjRhd3OI0a2mtdFlWYH1JAz7fzC2txsG+SuZrj/AmZqwNCIIKg7p+6h+lfLQeiBNMCqgoWb9KT/A4AosYJnS++f7a41A7TN329d883DL3uHouKqwgXbMSmH4LHFyCFTqWDJCuP+x/8WTyx/Eh8ZvxM3ZK5FPtWLMJUyRPtOAdCu7nLQtFUNpLvSRixabmIkRVGysrBVyaawSuuoFXOw8xvwlgvwZbLw58vAH3/hqtf4O3/7rdr4RyedbBMTN1TVoWFaZ03xUNg7fpWwm04NdptwL+VeK2eZXZHvlQN7SABapZOoEge+l3RsCItks2NEzlgtC+GCmmOUBmLyHEQuX8aJE6dx4vAx2KU1tLXH0ZboxcDAMIYnRlD1OPjiP34Zp0+dRZia0LQ60fpfQ/1s+e9GS2sKqfYOBCNh0RUVFigNFskulYSdpoGqaEptQ0l2NGuUhYmenn4MDGwXja0yTa+KFdRLFSS4P3Lc2F4fCsjcMIAA3ZqDJSbtBG+0iUXAOJXbAqxWA4AvEUa+SHO/GmJkqQRUImPafg1LigkZ7wnBU9F+1eA3GTj5Qr7RDtf8ewOW819zXlFnry0Vx+zsNP7yfe9DMZ0V7cJwIIaXvOqVuOaG6xCOhVGy1X0lW5Vgtbh0C2CjYigD4FbFiZcapLQ359Zegy/A17oIxryYf/g7WPn2lxDtjMI71g3LU0G9sgqrXEWpWMdaZgPp9QJWZqs4NXkRhxfL6JqYQM0uYadVxJvvvEkSvNViBrPRbripYZGrqJNyWypSoF7uoQFDBbwMBASYbo5vlMGkMuUT/UN9YFwRl7Fork3AeP8N+BmKRkXaaOWJ0zj85W/j0TPHkNy/HXf87MulPZTMUrtURlDkJDwos7VT6+/xungtvC7eV4J5wstpamUlyC8FeynYKgBTNNO1YdEb3vLrV72++YJdcS/ikSCS0SAiAS/8ZAvKGraEWcXCA5PVohvCYi2GghWBLxLD0vICvvCFf5a5K91kBPZMK4K5kibG6tZil4Q5OomlkYwUG7xALOhBV0sC+Vwe6yWy69iGTACzrIBbUYsycmGKWclx4lyL0HAmGEI0HJakmQw6Hvpsi2Xim+fZ7XqEzcV7SIYn77WRRJJWZIIglDcQXIRAm5KfNdqBDoJoDxTxq28qY6KngkyWsYcyWnr0tIu/uw9IRnzYM1xFIuFFqeyVFlu7aiFd8CDD8KHiSghRcqKoVMvCZOSmIB3tckL60Rt28esvvRmJagUBMgVrNayXqji+VsJ8Lo+VUlkAXYInNfFa8IlrucSrGrgTqQ+vF3NlC+VwBzzlDTgbs3K2WJbKr+Q+6BjfADm8ELtaxr69uwSwvHjhohwzMvjCujTEl80TlazO5p83ipViRAh4KjYqpSIGevvw1ne8HdfdcguKkSDcmg2LetKaVMDncv6Lo7ajumi4p5Gh7eVcIwgnpns0qNMEARoXazCE95SEDRkL5lxiWKY+p3QmsmguRr7K5d3MHwWsqnXY3tElZ+vpc+cEbOR7kKlp9n1Zh1pj1eyfRh7A5IimEHPy7BR6e7qE5c1Y1TCfRSfXMFZJPKCTfbWG2bk5tCXjsofzenju8Pz867/8789pff/x21+ixqkO+CMJeCIt+PFTp3DuwiV0pBLYNz6I1qhPGIFk7lH6xrErWE1nsZEvIpfNIuzzozURx3hvG8a2jyKdS+PIiVO4OLeCUDSFbRO7pIV68swZ9Hd34rp9u7F7+yicahkb6SUpAHG3O35uBo8+cRROtYqX3nIttm0fEcIQySPcDdhZapeqKNq26Cv/6MencXJyAWWvD7e//G707DmAR44exfzSGnzk0/N9CU4xduBeKfshgXbFIBQpAEOQ0p2VspfrzYfgvyoMkVFKvXMCrH6VixJoFTar+lnQF0RmaQmXzhyFZecRsKrYuWsAd959K9bnFnDm7BQWV7Lw+2JSGKPMA1v/ydLmnkIpoXgsjFg4hDbpqmnB6ckLyOWLiMRakE7npAMlFovKfsTvea3CdtTnjZEEULq/9H/hHHLRFg1ge2cnOoJeBEUqgMAD9UTrIrmRJlMyEsatd9+J4Z3bRW6BQOITTz2FI08dQzQUQWEjJ7JevGav68FyPovlagkjO8Zx6y3Pw9hgn8RuVbuErs5OTM9cFnxiZGQY0Yi65oWFBSlgMZ4i6Muclb/r7u7F7OwsNjY2hD0bikQRDMexuprDH7znT/Hwj36MaCwu+zpBUnXusVuDZ7DOBNyKsPyDQb8AuTQNJJktVyhq2UfFEB0cGhLZAQLUuXxO9n1eE8dieHhYcunl+TkprPOcIGjuDQaRyeSRK5LQozqlOL40BBsf34Z8Nif7wtTMNNZWV3HDgT1oj0Xgd2oIOIplXCrkEY2E0BKn8WMME6P9EqsxrhNtZW2QKvOCMa/lkflertDonPJNNbzjzz/9nNb4T+qLfgqsbrmzBli9557PyqTmpDRtFmSZchKxGsp2A4KPArJ5qVPiQ4kaF1JlVG5qFISmRquihJN2rQ5Fw1BtPsxNQCEAjw6+THBKGvYnPvEpTJ5ni0cVb3j9a/G6171ai1nrJmGtO2TecxOoVYxTOfQ1E1E5yKqNmV+S3GizIAFYKZ7t0y521JbUWoMmEDeBvjmIm0FZ9dmUOQIf/NzccC9NXcSf/en7MTOzKkCtkASamY9bGob/vwJWeQ3GGGuzBZlUei86OzqkilmzKxiLWbhhqA0ROhxGYvDXS8LmObe4gQfPzWPZFmcBxR8UIyylhcuDn1UrqVbxcPXXUOtrgdXXgqEd24TSf3FyEu2xFrR5wrjwyHF0IHoFsNqyuxu9B7fjkccPw626wlidOX8B65dm0N3fh4kDe5BeXMHig5MIVl3EPARWXeSLauPduXsH3ve+98qmbYBVMVQhIKB1fpUW4BagywCjVzCcmfSoKiqrUZzXwppu0lRrDmolsNXt5KbSreae2pRZdZOkz7Jw5OgxPPDAAxgcGBbW58z0ArK5slQ+qzUb/qAPLbGEmF0xsGZlkSAsD3K2IfLnbHOls6phL914/aGr3psJrA4ffJ5orFrBiEgCWOQu1ly4ZWqQFmHRuMouKkdfXTkWbWWCeKCuVBhutBdItsBDK3epNFfgEFhlgOD3wgongGgLHBqi1cpAbgNWJgvXLguwKYGU6NGyRdowOBUot/nV3AKvk4kGMKlkAoAQBUJZohfqjEgmwouqnYHV1QY3EoGHUgClCpxsXtiBNM9SCmwGWFVA4tZHA4iT9jMlBWD2gU2N1SYHCpXu6K8mRnrzWxumugQemyDA5us2QUpzPWoP0yxnDfzJqzUbn1M75PchFgyIcU0gSE0oBz3RGMLxFgwFW9HXFcIymRmvfivad4/I+qYNnACBohtHdorOmCWZ2YQtDWNVpWiK/cI5rZox1WNzBNVINo/nJmOVe88mO6rRwq8zqK1JvOzTzwKs8m94NTLKf7aSWp8JEHja/W26L0zAGq8REwWleeugDL8bx7pTwYzj4rFjX8Xpe76Ll/5sBK/17kbSMwIvzzppM6Y8TV2MNqRFVjvWm0HSx4ICI/j3yFSo2FKUku+p4WZTrqIEK1cQh3m8/feveo3/p//8livkawxLTKr9BBoFYFWtybI3egmmaWBcA1ObxU11jkm7pNYD5P5DoypVuNw0CDRsQo6DSfp5/jCh5kOcZr0hwKFwqx/RWAj0+VrfWMfR42cwNT0Nv8OEoxWDw8PoHujG9MwCvvmNb2NteR0R7lfUIq1UkAqH0EtN1qFBdPb0IN7SIoUV6oASWOX+yYSLG0Ljs4iTrA2yaxiXdPcMYWBwDF5fTLEXUUeB417zIE7NNk4+glYev4Di9bIjsiIE2zxCRnThC/oRCAfEDIVzqOSWFbvVy84UstqU9AvPI7LsmESY1n0DoDIZM6xHA7yaVm3GX/wdW+H4IHhqumPMfeXP+XwCaUvpafzym9+BucOnceiaGzDx/Btx+6tfjm1jO0QTmgmjKSgzoVVno5JvknhBg+RSvHRKCDpANBiXAlyOLZvVDKyaF/GWBGYe+hpyj30DPYMR1JMufJUCqmUP8oUCCjkHy+sZTE/NY/VyAVNrGWTLDsIjI/B3dSCWW8NbDu3GaH8nak4Ry/Ah074TdW9CjELKmt0je4to9yujSfNlJKTMuEnsJ9uvMqh5WnFFgyoyf+p1uQ8caxpOXfzaA3jsG9/F0fU5jN99K372Da9DdyKJbDaDqlNHSLPQ+J5k9sSj1FdTxXOOJZNTGTs5fRwBDvhzBZIroy1+qdhWL2e9Jt741t+46vXNF7ztlXfh+OEnkV1ZQSriRWuCwCSN1rwIhCMIJ1Io5HJI5/OIdQyhfXQnrHgn8oUcPve5fxJ2lbSHS7fXlkvYIgXwTHspY3kC8yQ+8OAI+1wMdfL981gvlGGzDCLGig68PmV+SV0/M1fNOUpgJOBXMlrUoOaZwM4LKeAECaC5KNt0gi+haNPAjUzVkE56ldyXAS54PyQGF3Yj/eaN8ooDx++Fp1zFK26u4EXXF1Gh7mbFg4gfeHTKh499uQK/2wW/mxHQR3YDyv9QMknOGYKGZGJx/ZPdpM5f0f3jZsCilOvDro4Ifu75+2DlsmjhurfLIilwZGYFGY8XC6UKijUHdrkihnEBH5lcuvAjgJwywSnV6zi7UYId7oBVWIaVXRLQh9GNgC8aVDVFMgExqw76+/rw+7//O1hbXZZOv8uX5mUtsOW+eU9v3HExCnoGwJVSabKm6igWsrjrlS/Df/6930W2UFTvRUkxmtoaYzg59FWrNu8JY0A+CGpSwoWgEnMNyQXZach9x2fBSyRcG3eKdIycSTQQDunAgg7d2oyLQDzjEi3vYHI4xtrM74JkPkciWFxewoWpaaXR6vdLHmI+u2EQmnXbTB7iGWceTx0/K8BqSywqbdb8bHKOacIO17HosjIirlRxeeYyejrb5e8rXU12B9bxPz/wwee0vj/wzjcrJq/HQqq1HZ1d/XjosSfw1W//ANFwENfvHUeU5mHVEiKxONKZnABeq7kc5hdXZE21RqPYPtSHG8ZHMDrSD7taxGp6A+WahZJtyd7Ae8F27MHeXgz1dCLi96GQyyJfysGuFISRPTmzisnzl4W5v2+8D51d/JzK64KMSu5ttVJNGIfz6Sym59I4N72KY1MXYSVj6Jq4CRAgLAw7X5T5QOYf2bbsmJT9kfm5FLxU7NA8V5vxAaO7rWRMVNGUBRXLz45AsgjDAqyyyComk9TvDfpx4dRRpBfmEKzaCFtlHDq4C4PtSZy4cBkbVcAXjotGadDyiOkyW8u2bF0AACAASURBVPODIeqg+8V4zudxhcHc292D2aVFLC6vidQHuz5onsacs3GmaPBeCoFk0TOnpOF3U3crvUmcehljbS0Yb08ioo3mqpRD4Th4fCg5wPPvuhsvfs2rMLuxggzv8doaZmZnMTs7j1I2j+NPHhGd4qHudtiUY/BZWKzkcfDa6/C6l9yNajknjNb2tlZZe0eOHcXOXTuF1cmYZH5eecsMDg4imUoKWYldLARVZ2ZmcOzYCbS3tSOVbEUgysJ5GH5/HPfd9x28+w/+BImWNgWmck3rM7q5eMHCjeqooDkai3/Ei0KoUK6gqvSk+fye3i7RlaVuMU1JKd/EMypOk80w93sH2dV1ZNJpATgZ31EbPpMviGkgCx4qx3c0sDqOQj6D1mQCwXAE9331qxgeHMRAX5fMPye7IkV6As7dba04eOAajI0OI0zJAgHE1Wcy53WpUkG2WEY6W0Imm8fyWhbL6+vYSGfxzR+fek5r/Cf1RT8FVrfc2WZglZOayYJx6OOkVZudcjY2FVAuFB7MXJDq0FHGUcK6YwXZYe6onDzDYWpXaLMr1TPfYBcYtqWIHFPIXTRWHOTzBXz045/A9KVZWYBvfMPr8YJbnydAR5BuzKKjo8wpRI9H3NxUsCXtAgx4xDFUJXc8vA3rSvQ1uHi0gzwPSh6IbJmSVF2y9U3mlnqtYupwIXNhqjYvpUGrYCFFjpfvXUcAv8uXL+ODf/URnD07Je3gdEltZlttZaw29DefprFqWolNR7puMd3C1lX5hapQi+Zsky6ThNIelYSFw0H4XQfDMQ8m2sJoYZu6zw8fdXNqVcxnS3hiZg2TqyVYITIbVZLDjZcVd2pdSaWIgRTvs7eKel8CnsEUhiaUxurFc+fRGo2jM5zA+YeOotONwifxtQcFt4L4zk4M3DCBR594ErVyHdv27xYpgLWLl9E9OICJa/civbSClYcvwl+qIUzXYJDJU5KNd+euHfiT9/6RuIEa4JeAr2jR6TEIBIJyzQ1NFYNwbJn/cl8120pVrtU4q/liuHhNpgFyv5V2mDFO4FNVe4rcBWmhoNYM2wsZ6G4bG0U85sf05UXUagwAgnKIB4I+JBMpJJMtkkTzSw6oWl0OlmiU7oqcf175LPFEHF+658tXvTcrYPUFcCUYCQL8ogJWzYXFCimZQtU8LIctW3RTNYATk1XVDl93gnDjXUAyRS1vEUV3q2SskrnqwMPrjETYlyrMFQqIU1+V5lXUPmWrPoFVArIsMGyC/ubjNCiqV3w+ASI1xMlxkPviZZuuDy6ZqcRJ6zQX4PrPw+2gxitZtQ48VRdOdgNufk20vpgwqNWjNV6faST1ZRBSpcaqos7qPUs0VpkUKK26pz82P4P6vXnSJlhsgAA1U55JCkCDXQKsNpRM5e+qliif0o5kG6TfiwR1mWJhBPwuwv46OqNBtCTD6I+nMNKVQs12sfSCu9H/vOtFY5UyHj4a7og8CeDTVV+1520aVQmjzbTS0QyCw6wNrZQEgOr2FGZJE0BtPnFHvFMB6DIMalyaPo1qvW+GjjUpVrFktTbplgEm5nXFHtp0D+Ran/GebAKwBozdKuJAipPMSJFrcBF0QWgVq/UKpq0cjj75GUz+/jnUXl7Dr9/Zg5cvXgsrGkY9Rt0mrhUyJoQyr1iAurdZvSuTdD0XNGuVJlZySJKpwUIQwRq7BlSq0iaKO1521Wv8N3/r53TnhDrDDIgapGt4A1DlOW0MqLiHm3WuTzHTMirghDKTlBZmzcaQdnsplG4WKc08NgkE91NhpJDVxPtb55olWMG6jooDpPUsEoTlC2NhaQNLsxexMb+MSDiB7t4eBOJRHH7yCH74g4fhsegcr9uIy2W0t7VhZHQEg8ND6OjpkbOLUkOMPWhAwdZt/m2ezWSOWQTDRL7Gh97+YXR2DcBxvag4ZFvU4fdayK6tIx6MIeKLStLosAjKbmZu8zZbBXjOe+H6HNXdQZkADw26qNFmox4mfulFzakJIBQMhSWmoGu0tDnrQh4TA46/kn1RDCd1VrAtVbWl0eVduO9Nbezy/HoNUQEGKQ9AeZmAaAGeOHEGf/Fn70Jto4SD+6+D5QvgZa98BXbdeBA11w+7yA9CoJwxgWKqcv8gkGGkb5gkmQJ3EDHUPUW4/joqpZoAZf5QGB5vBeXCMjKTPwLWTyMa9sKmbt96FuVyCaVyHum1MlbyNSxu5HHhxDRqVR9iHheXHBet+/fAW69il2Xj1mu3ob0jgXSxgMXECNzYIDw1G0V+LgLlYmiqdBDFxMznQzgUhG2XVQuv6OQrEMewzdiCLPNOzha1L/FeSpznuMJADnl8yEzN48w938GjZ09gPeXHC15+J1784hdLC3OukJd1zGSZa7RuK7O0YCwqwKl4DujivGmpUE70poggQuAKfNFkAVFIMXusBiTe+LbnBqz+/Sf+BgszlzF56gQmT55AeWMVLRELiWgYhbJKTslC27VzBwKxFFaqXuT87dKK/dnPfUbkOMQARlX5r9xjtOa3KZHJjqVjSDFEMvIGrop7CZN4nCq6U0kpJGQ5VmQvUhSFwJ2ujinnee6Jlu7+oquzXxWZ4IpuaoAmKT5lSsTrssuK3EF2UDaTEx1FxnPC/JL8Qo232AUwIVay+MogRX6hi5eUcahWsbezjLtvtRGNWqjl63CqHtx/CvjmExY8wSh8ThF1xg8OzToZG1XgWjQ94x7G8VJxpsiSyDFTFxkGukwTBN492IpX3zABe20NSb8Xcb8PC8tpnJpbgq+tA0vlKtYKnLt10UiXtn4aQzJ+4X5IXf6WFmTLNk6tV1AOpeDkFuHNrwrwwy4sj85hFBCpjflcF21t7bjr7pfiuuuvwbkzp3Ds8DGcPHlerXePK2MuwIU2CFIUAB1j6K4+09HnISLiUi7Fxqte/xrc+cqXwgrpNn1bzWkCWQQp1IHuEZDOsEvl3JMcThUgbLb/Us5Y4iZXtB/lTHQ8uvBQExBRQFRYwsZj7mkEweW5Hjp5+yRO4T5l1rxhrAcEcOeB58HU9AyKFRteGu1WyBRUbFVTDDGFD9M1YPJbA/RcmJoVwJFsNoKUvA4pvkmRRwHb8l7wwK7UMXVpCgM9nXKeScwsGrd1/Pc//29XfX7zBZ/+0B8hvbqM7NoqqmToW16UKw42ijWsrCyjKxlGS4QakLYw6C7PryDZOQTX48XhI0fR05ZCdyoupnLjna0YHuojt1QKQx4WLSItwvjkfaJpT5wFP7jIrK6gWCjAdsjIs1FyaphZWkcpX0EvpUUqG0LwaE0lhUHOPU3GtVxDsWxjKZNFW9sASjUfJpcXsF6r4MySiyIJKl6/5Ixk2RJHYPt/QxpJx7HS0aPZgrpfT8XGGnzn7BCrajnHlfwK56HjVX4ulC8gqcvjI7CqHOi5ptxqGfPnJ1FeXkGgnEdHPIiD+yZwfm4Oea6pUBAt8YQqbrPgyOJOMCz3sGIX0RKLiE4p1+vy6hoyuYIAmXa1JoAnCz/M98n0VNiA9mrxUSIjIOtFzVMVk1G2gPFTR8CLnd3taAnwDK7JuvDXHTDUiLR14PW/+MtwoiFslPISIywuLGBheRUrK6uYPH0O546fQTISwQiNeiMh5IIW8lYdN99wCHsHx+DWCAp7pYhImQziHfuvPSBrbn5+TubxwMCAdE0q/xyfsFOJWZw9e07MLaPhqMQh4Qj3KJLnIjh3bha/83vvwdw8AeaIMNEl99M65gaUrOnCI4l5lVJZ9JQ5toxZZH+xywKoM/+lJAxlHHiN0i3luggHQyIXQBZqb1uHELUou9HR0Yl82UYmV1R7mMYm+Lr+gX6MT+xAMbchGsTjEztx/PhJbGTSiMdioi/rI2mBJCDXQSQcQndnu5xDBPo5r8iwFZmrelVij3yxgBy7ZG12IkPOtzoPGo8XTxw//ZzW+E/qi34KrG65swZY/exn/6HRlmJYFeqpm2265gBUmqQ8yxSjQLW0qUqP+n+/HOZ8mLYoUyE1LD+pcBrNTxFah1R4uEg3NjL46499QqpwfssSdgoTJzpvHrpuP1pbYtL6xEOYVyedBJYXx0+ckEQlGlOuh7wW/n2y/0LhsLjymbYOSTxZMfdQCJ0t2tysVRLKazWMRzH/0FVZfj5ZmF4yuIzmkarMGFYs++fYQnbp0iw+8cl/wBNPPKUqaU0PA6o2wCWN0hig2QS1/H0z+1TgWx3UKGKUBgO2aIA+7f1FO82H9s5OxAM+RNwKhtvi6I74kQpTx6oCSwAqFzYczBTreGxyGXlWsFn1l3ZRpUXLQ5KbEK9LabbWUe2KwjPWjqGdY5JMTp89h4jPj8Gefpz4/uPoqUXhLSvn7CJqiO/swtChCTz+1GHkM0VMXHsNZs9fwOrkNHpGBwVozaytY+1HUwjkbATZSuI6oo3DgGLnrnH80R++G0Fx71QyB2J4JLqwui2PpAqdfEnS7ygmplTRNKtXAnOttcR5IkGnZsio1yqwSbF9DEtLMRmEEcD2Fmo5yXzxKiDfclBhAO26eOLxJ/Hxj34S42PD6Ex5cezkNDZyZEaomIEtEvybfjlgLWE3iVFYMIhEIopojPpTXu0q7RHJgO9851+vem8WYPWGO6TVjIEVg3Th3bLXqVQBymVYThGo0zG1qtv0eWVMnlQCVLeCQLIDbjIFVF14GHBWy3BrSv/VYktONAwrFIFFTVxWo8mGLWdglfKwpHqrACXpptPJ6JVt9VeuEoOUibkJTcmY5PD2BbzwBMJwCFpVyAKss2EYNeTh7RmCG2mBY1fhJbM2uw43t6gMrgyoKmeyKaL8+8NpgJFmdqNqIdesCp2oCODeoAKp4ovKBEwDvZ5D+k9uLa6o56rXiXuu5oQK6KHfi0xxHv4i6O7xIx4OoSURBGOWiN+DjlgUnYkQkmE/Rtvb0BaM4NSBmzB8x22oVwtw6n4EfGX46hZ455i4SY6kEF/1vRRi1HUw16paHpS9QFUK0HI3BBQl69jos5mxVWCphbZ4R2NUlEaa4hrLqDW9h0lbSZ70ueTmMDVXULrsg02eWJKrNzGtNrHrzULY1rspWKYZbxKtm+zLpHVJgwfN9zhAWRf4sW7XcN63in/5xodx/G/OYGx/HHveYOO3nFvQXx2D0xKGZcWEjWl5K6LLJwC4CJkqlq/APAJa6FFroLuOgH7SVllzlCyH3mN8193y70/KLc/49d98/RUsJAMAEbjgOW2YquZckxYqEr10CzrHwbxGieyovZD7G7sEmEiRsUpdRO5RRvpBNKbJHiKLSwOxZCmJOYU4R2s2k2YXmNZuAgR8H/VeEEfd9fV1KY6GqeMML+7/zgM4f3ZSnHmZKFAKxUtNw74e7NmzC8PbtnPzREDaSTUjV9hYqshqXJ+rdRep1k6MjO6A1x+RhJ+u03yw8zyztgbYDnpau1G3XbhVMhjYV0wXdOVyLgXZFDUrg1Keke4e6TpgkccrmmSmo8W09vPvM7kxY2nugWJeqq4I7u8GbJWE360JsGeAcXPGM8HnYRSPRCXxD4f9Ykj053/xp/CtlTE4NIqbbrsVb/qFdyDV2Y5CqSJAmzm3zDVI3EVARLcsGiasab33Wn5ULWXQwuSHbMhyKQN75jEUF87CrW0gEmQrp41iroB8tgS7VER+rYS52RWs1IAXvObNePLYJXznox/DQGcKq3YJmVQ7dt50CLXZabx4zwAO7hpAtpjHxXQFvt5dcKIdokdruYrNJDGmnOcqzuGcNCwm0ZHkWuZZInFeXZhxZLZJgivt44bRYsFHA55cCZd++CRO3f8wHlucxOD+Xbj91XdjbPt2uLbSx6d+H+e4YUMaZqDMpVpFAC3+rNGSLB1KSqvRrCNTYBBNbYmRjHGqlmaqO3j9W371qtc3X/DhD39U5hv3ZjuXxtknf4yjjzyIXK4In6+GXYOt2N3XgbZ4HDV/GOsIYyXUL+DU5++5R5hPjJVM8fmKi1BaSnL2m64KE58rfVQWWdVWpu6N0uKMEwwVp2V1Fpr4STHQIEY5ZEFyfVIz3iazz0+ZhKruflPammTWs92TIC0L1nIOeTwNQxgDRsqZwL1VYii1fxPqktOrKY5WazuAah3oj+Zx8448RruDCHmqWNoA/uWIg6dm6koD2fIJSMPiK4suz/TYLAOq35pzg6DeYEsIr7p+O6L1ChKU/bCAp46dRsGtI9nVg7Rdx0I6jwqBX46TQ4CecVhAxpudJ92pGNbzZfzwcgZ2NAm3tA5fIa3OWHE+V5rMNHzig/NVWF8dbXjhS25F51APlqamcfihx7C4moZDgzN9thk2mflcbN83a4f3UklQSf1FmHsskr/zXf8Vu/fsRKnIlmmCRmr+yjTRe7qKS/R46GKGkRRh/GdMsszZ2tDM1B1hvGtm31Z5o9LpZmuweGl41XxiXEygR8nLqXi8IOY9CsSngRCBwly5jHV2KHn9qNqUbVAAu/n8Zj2bn5nx4P9LIctxhbjB/zf5o8T+Ir2kTG1ELgdkf9YxdWESIwPdDW1x0xXwwb94bsDqf3rzSwTCFxC55og8TjSRxGOHj2BjdQUdqSgiIXaRVkE2XblcE2ZrNBZFemNdWJrUWva5LkYHeoXJzAJANruB1dUVxBNR9PeMIBJNwK7aqNUrKBcLKGYzoklbRQ2MLHNlG8tr6xLDj2/bBp+nihp1xdlqIrEpWeu8BhvraxkUsgWMDo8hEI0g2ppEzevF984s4YdPnsJCvgZQh5r5QqUEpguMX8VrgbOnUXRWSZFhrkrnkPGuqKl8ink6z06ZdwqAUBJHLBaTHctuAc5ljxf+YFhY8Lm1FcyfPQNvIYOYz0JHX7dIGXG/iZOZrIubzFvVzOY26IrkCs35ero7UCgWsby4jJJdRbFcxXqW7N4ySlVVfOa+w7hIFeaVgWFzl67qbGIspOLPYL2Kid4u7BnoRtxbh8+pSMdM3rLQt28vdt18M3LMJQI+VEslrK1vYD1XwKVLM0gvreOR7z+Mbf2DuOHQAXgSYRw+fwq79u7Gvp274KlTAEW1x/N6FhcX0d/fJySd5ZVVGTeyRNkZaTo/2BFDFitB2O7ubgHRub5YzIpGEljfWBFsx65Y+MsPfhLf+MZD8AaCSu5FDAq18bfUVSjtoIhdiUSLjE+R3ViWR6SdWPzm+maXg3TfsHNBCivs4iS4rTtj63WMjI7i0M7duHTpAmbmZ3Ht9TfisSMnML+8Ab+HHQD0+lFyIpQOuObgNShm03DKZbR1dEghcXpmBoViQRUDRT1IFfP4N5U8j7p/xG8Yx3JukEwkhSAhjrCgovYRE6vxuh89fPw5neE/qS/6KbC65c4aYPWLX/rnp91zU2k3h9mm8KHKkHnImkUkDEGjwymEKhPsGGaWYhGYh0nkNsFB1drBoGl5ZQ0f/eu/wdpaWg5XcXHlgvD78fNvegN2bB9FSzQii9rjC0pFjsnTZz77GVycmhJnXT54KHMR0AyIBz51PhQIp3QxudhZPSeoKq0FZGGJW6dmILCa7uXnUpRzv89CKOgTvcxIWLXT8T18Hh9YOWUSFY6EJACnrtx9X/02fvjQIwKsKjxUV9oNaGCgh2dJ8J8NWFVjtqmfZMZaBZd63LUli9pKVJWcFR/qcwWdOrqifoSqJWwf7EO9koPf8ksSuVEu4+xqHudXy8jZVWGFckORILdaEeCUyQvfkwmaAVa92wisbhO3xMtnziFgWRjpG8KZHx1BZzkEq6gSnRKFrXd0YOyWPXjy2FGkV9PYce01mJu8iNULl9E3NoSRvRPIb6QVY1WAVZUMEFgtlIrYMTGO9733j5BMxRsuyUrQS5ry5N5zwxUDFn5+GXwFuJpgS7XobbZlN1evGwBa03zdBLS5Iat2BjPHDGtGVdgtFEsqODt18jQ+8qG/xk03XI/RgSS+/+CTuDS7Kq2G4mxJR3EpKmxqCZlrNKwwUynn52FQMTMze9V7s5hX3fgyuMKq80obuDCwyNQrUgbABuoEVllJJGvOQGwOPDw4hcUVgtXaBbelDRAQqCaMVTq+SsBNncVIGE4gyGZZJXRGB/RiBhbNoyhW//8ArCrNMDJhACsUlHVPOJXAKq2ICfQ6vjoCAyOoB/yol6vwlAEnnYZVXAJcAqtqDZoAaKvM3LMN7NOAVW1rpYJMBmNqXzMxYhOFRr+lalcxj00hgS2sIXmTZmBVQ6tkzDeBtMIWkgTHJy6o8SiDRD/ikQAibCMLB9GRiGOgtQ1t4Tgu3HIAO2+/VeQYSi6NDcgIVVrLyhxD84KN9poGQI1hRo3yKZaLmmWhYtV1sucBcWvbIrvTlcIHEwJqtvpdC/FEuxZe4N+g8IQlRbIQ2UcCoCqDEI5ewPUgRFa8q55D4NWcFFuBVS0D94xn1TPePwmKRAJOgTFNwKoKgc2900AuLIRrOeS8CSxVvFj1zuOvP/QrSBQs/E5pHGfaLmPo7f145aWb4fO3wgnFUKP/sxsWZgv114R1If9acNlXrVlKwu01rGteEAsbnBdSGWzSGd5+01Wv8V/99dduAqMa5BBwjs6pugDXAE61SSPbdQ2Ad8XvNIjFM5KJJkFEJnMBX0Da0qNM3kQLU7VOEbzj+SvadSIfoJiGsr/wYzaScm2Upq/PAI1kqhFM5PPYBbOezogWNbXMvn7fN2AXyxKU8/3IRAoH/Nizdzf2X3s9fOGgnK8NXSzvJvjF7htqGhaLNuxyHZ2dvRgbmxAn6irvD+c/50StiuW5ZcRDMUQ8YVhVBT4SAFIsXXVO2GFXTAzISvWwDVHHOyW7LONkkj4WxvhZCARwTAgU8fPxYcBUaovx9+ZsNYU6smCZKJj7YkAPYemA4+9DOGnh81+4Fx/5wP9A0Cngnb/2HgyOjSDamsL43j1yvpBRxWKiaZFvgCcEI2jS0aRZaq5Bro8dCh7uDQ5CsSA21maQO/191DMXRVM4FvSLvluRWmalirxPKZPF9MKamJhU8hb6R/bhhte+CZ/+5Kdw7P5vob8tiQ1vAMHhEXS2t2NPbxx3HhxFdmUaj0+tIDZxCwKpHnhZ0Niij26ASoJzm23AyjxD9nEmtnWlHSqt58KmRENjl+YkudkVnPvaAzj648cxF6ziurtehFte9EIk29uQT2fg2HXRbyNoznvFL2NkYUAZf0AVJwRU1VrzJiZogEk6oTRxhZkDHFfTfsxC0mt//peven3zBR/60EekoM9YNREJYvnSBdz3xS8gPXMRfR1xtMZ9aAt60ZlMIdLSgno4iVV/F2rhKL503zexOL8gIGfNw64RBSCaOFxORjlT2Kmx2XbOnxuAlfuYmPmAYFVFtM0j4aBo0DXHVXIPRIdTFdQI0LMgwHVKkIL7jlkHop/Jz+T1iQyAsORFQoGMS/7caO4qk1BVvJYr1/rQHrCVVo7OJmBVkmDGCHUXPdE8rhvNoi3sIhnzoFQL4is/KuPkIhmYPJks0Wm1xIhzU8+0+SY9K7DqAiGrhpcdHMfujjCcYkmKGksLC6j7A4gkUqh4fFjJFVHWhQCfdJd7pfOG1xkN0tG9S3Rq//nxsyiGkvDVCsKycyo1pe8ZUNIB7M4TRr5uPabL+L6bDqBvfBjrl2dx7vHjKJAFT2arlscwYLcAGUIgUPE89yyuGxZgJJerVYQtvH3PTrzlF96BNrYSV4qS1wlkpLuNlKa2imJM3GxAda4jmT9kcOp8RNawLrqJxJZyDW10RShiTgiBgDpXmAeSYWZiNR6okVBE8jjurfzsBWpeB4Myt2ZnZxCORBGOx7G6kRWT1s3WXgWsmnjfXK8BlczvOC7MLwn8N38uvo7Md44BZXHE7wBeAdkuXpwUAFPAfS0Rwud/5K+em8bqz77oAIb6BxBh54U2yrl4eUa0JikdNNjbLoCfj/roAZ57lDwoyX7OtUPt4AC7i2wbO4d2IJKIwR8KIJ1Oq326UEAwEEKyrVXmHd3dySSlURk7ySo0YHbq2MgVkOE8LpQxMDCIFLtLpEikWILMxWzKnuXymLt8Wdih1HNlR10wQtaoH8VqC45cmMP/eehJTGfL8EQTwgoP1jk3eC5VxPRPgFR27bBwo9vmxfCM94wMUJnrSseXebrZS3n9JHPIOcnzn19+fvlh0ZwxGFakLqeOlelJZGan0dUSEwd4FnvYPcJ/uddwHZSLeQHqaKaXiIbQ1ZrEyEAP2ltbFBCYo+45QcIKltc2sLi2ivUSpd9slMoVBEJhMdsTSUAyNsVMU5G0lIyqYtOT7eqtVdEVC+CmnSMYSIQRAfdjP3IeC2OHDqF12yhKVCQKhZBPb8icnJqdw6kz59HV2oWYPyI52sSecZyYPIOnTh3DXXe9BL2traiX2SmsJBKUDnG5oVvNc4365qLNq7ERxnMEXwmqdnZ2ivwcOycZ05ENX6+5mF+YU1qpgSi+8rXv4uN/82nUHZq2kkxEBrKwsmSvFwKThLM8G2Kyt3I9mw5izl3mHZSXpGmVejL3EbWvsYjB66ekX6Ilirtufb5IA8gO7w/h2997EIurGVQqOezadw0OHrgeXe2d2Dm+XebMfV+5Vz4LiX2MJVlAEBIRiydy5imyHYtFvCaSDjyegJw/lMfitmZkITk/CbSqM8lIEqnz6dLlq8/Dn9Oh//+TF/0UWN1yowyweu+XlWFGM9hkvlcmB6ZFVb0BqwumKsLfmcqjQfYbVUANcErgphezqfobHUsVPGl2i9ePC5MX8T8//FEUc3lpnTHVQ57+b3rjG3HDjTcizKo3k6xoTFxJi6US/vHT/4Tjp0+pANipi+B5g2LONh4ChPqziOsg9XsIwJn/hNHIzUKDc8JqYZJFwX/SwG0E/RY6O1uRiqtgUFgqjkqYeTDzwCPIdPNNL8SRY6fx9W9+R1oUWOk0kp/PxFg149sM4ii4Q7PICK4IXV4BQ88GrKoAU30i83q5F5YXHW3taIlHkAgE0Bb1I7c0j4HuHsvFaQAAIABJREFUDpTTi+jt6JQK5apdw48nZ1ENpYTVw83SXBurlNKmxSRGXMOVsZndFYZvWycGJ0ZRLpbFiIpA12j/MC48fgptBR+sggqUbY+DyHg7tj1/L46ePoXVxVVs378XCxcvaWB1GCN7d6CQzmL5oUn4MtSFVFIPBFaz+RxGxobxF3/+Pqm6cePjpkwWCzdwbvDqoZIDMx483Mh4MqC5CZ5MsG4Mq9QaIONJabY1QFP9XnK/tZ6qKQqYwNUEvEqj2IfDTx7Ghz74YbzqFS/HwX0j+Nznv4ajpy6KnpdUNKUFRkkLSHKr9TfVeKsWYwO0ms+zsbF21VutMFave4W0yQiSwMCXc4jJj12SNkyLbI0qhcOr0lC3SYKmtqCDujcIb3svnGSrtMkyEHMrZZEOkFZIAhHUYPIFlJEPwdlyEQ51Vu0SrBo1r57OWN1q+GQ+XDPkqGA2raPGtSisWCZAXmktoqGCMGdZ/RwYQt3Hm12DU3SAjTys8jJcFJUEgW6BlBVCVsSz9Y83jfK/D6yqRE9d59Z+dNVm3fxQKYkpgGy5nc8ArMp7y5zgfFTFDM4NcjtZXGVbbjxOVocfEa8HMUoERILojLWgK9GCyJvfgr6DE6LNVaW2Jtl4bO+R96Txl2aiNJlayCfSoCv/dt0UGTQqzPbEkgVkLAcZt4YK6AxsgXZDZF1E462okNkg4wxEPV60wIsELCTgQdBV7V3cowSMpS6TrACC+Zuj+G8Bq40CyKbawNPWhrknIgIhDFKlsivn0TMAq2rnqKLgBLHqAKvuCt7/X1+KV3V14zdXbsDJwhJO/UYab4wcQO/0COpBC75oDvUag0ihUynwVNpttdGZyiPV77Q2eIM9beaLsF2FQgrseuFVr/Ff+43XXcGcM3uTtOU2vVszQ9WAkc3gngAtBFC0nqRhRskZQtA5FBINcYJ/LDhyWhDssCsKxGPLtGEWsrjCVmoDjm0tAJpEX5IPr1fARwb61OtcXFpBa1snnnryCB55+McIUf+aDrMVmiVVMTQ0hJtvuQVtXR2yrwlTRYNAKl7QOrFsP6wBR48cQ8Wu4+DBG7FzYhcSbZ2qW0UzXOlmnl7bgFV14XO8kkR6/OxqIctfSfzYupOF2ti8dhb5GLwbJpQ5U4zuI88Ujh+fQxDAxDHmsxoGhJEqknumXa0NUGEYpTzfCC6EgxbuufeLeN+f/iG6o0m86tbXoHtiDHe+/G509vViPZMToIvPt+2SsIOMvqtpi5UisQaszNQw4GDOziFgJRCJBVDNTmPp+L2wCgsIRagLqfQRy/kCysWiJEaU/slv5DGXLiCXq8HdsHH63CJGn/dC3Hjb7fj0+/8EE91J+Ftb8Y0jp7Dr5luRCntwx55uhEqLOD6fQ/Ka2+GNJBGCjYqjxtacpRwHGR8tL6FYwVwq2pSGIDfPa7+K27h3SDzJ86juYvnUBZz40ndxcfYySkMp3PHaV+K65x2SNk46EbMNPRqOy/okEE8tXcPqFmkhbd7G7hgDZnEdEDA3oKQBVlTssFmsZZFVdbQqJpasIRd43Zt/5arXN1/wV3/5VyIjRAAhT03EjXWU8zmcfeDr8JTIJPagJRxAMhqR9kdqrqatJEqJFL72vUcwdeGy3MOql/Y05DWpRyP2ZFu2rHId6zcVZERmQRsUkqWrTChVRxpZpoahvql7Z2pFivlNwILrmwmvJcCqaquXRJvrX5ukyr6sgUN+bwBusx8ZQoTpaZDx1mZIBFZNfGyAVeIcfS1FXDdWgL9WQcDrCmv0G0+4uLDBNnTGKuzMIFzG00rtI1sfzwasSrt4rYaJzhhefd0w6sUCCgRc0iyge+CPREXTvkivCgHo/Aj7AtIeX6kpia5ELIrR4UEUXC8+8q2HsOKGYdUKaPd7UCmWVbHAq9aBYVHx+kQDm5JMlGqjOUuQ5AjqlQZRrRCoUswxs7b5Gn4fDERkzLgvUcaDDLUDBw7ArpTEg+GmF7wAPQP9ojfM+I6mO2zjJYhp9jg1zszNlMyaFDc0cKvOEAWom3lhOgjE/IgFCF1cM+cLX9vS0iayWAS8qBGZzeXUGtPvr7oWWxsFKwFCiyUsr6wI+NQ/MoqFlTW4zPv4d/Se0czY3UqgMPqrnGck2bAjz+SpJq6viPmvVwgVlUpNdP0z2Rz+L3vvGSbXdV2Jrkq3cuqIbjS60Y2ciUxSDBIFMUmiwihrxpKebMvjqPH4eebZb5xGTrLosa0wDpJtaaSRREtUoGgFkgpMIgGCAIhAAA2gAXTOXTndune+tc85VYUWKD7Afn/8sfjxA9Bd4da5J+y99tprXbp0ERuGBmRMzH7Av9//x396Xev7LXfciO7ODunc9PksjE5MIJpqw/qhAUxcHAaVh7rScUQjQblnvJdkJZMRCVeBV7WyKnalYu2wvR7kKmVcHBslzRyDfQNytrMwGo2FZU+tN/xTlDRUuVrDQi6PfKWO+aU8CuUqNvV3oT2VQISddVo/nQDhzPQcSqUy1q5fg+7ebskD2DnAQjqluKpWHEfHF/HgEwRXK3DDCQQooyXdJDSKUhIVcu5RQoIO7LbqNGllvpszQM4v6l8T5ONa8BBUDUihiXsitc99gaDk4F4rJN1VkWAI1ewCZi8NI+LWEPWyBT0s0kDyftUyatUKksGAmEBSUzUespBOhDGwsgepeETmEoHCcqmKQqmMucVFTM3MYmSugLmFDBYyeVRdrxgrcT1yfpNlbYqZHHPukx5vQGlGe+pSONk+sAL7NqxGioXbegCT1QI23nYLujeshdeKoFwoo1TMCXD8gyefQqlEUygL2zZsxZYtWzC1MIXvPvpdpDvSuGXfHtRLBbgEVkNR6bygpAfXl2Up42kySNva0g0jTeo6T09PY2RkBD09PSIVSNMqjkssFkcqlcbszLx0EnHMmXOdPHMef/lXn8Dk7KzIkvEQ4PwTyT0ppjEIo/+AX6QCuS/4KefkDaBGOQj21DuUYGLLfwCxcBhJ6iSHowJ+8v7yPFnKZKQ4f/vN+9DR3YmJmVk8+vjTmJjJSn4+tGUN7nvzW1jjRSgUFbDz8ccfx/nz55vyHzzbmPg3OlGlzUUXfJSMo+ihs6Kou1NFV1tiDEWIEGKClkwxkl48x2dmpq5rjf9bfdErwOqyO2uA1Qe/9sAVUgDmaUpbSU00VnQEjKQequPKQdRamWkyCszk1PRp3V7F9h8TjPJ9TEuV0uggOMNAJ4AXnj+C//33/4CAMmCUyohUIEpl3PXG+3Dr7XeIHgbPEy7mJbInylV87etfw7Fjx5TGDoNs3e4nbqgCTDYF26VSpn/eek1mEZoAWVqnGKAIQEAw2Ub/QB9WptmSoCUY6Yink3RWVgg13XX3fThxahhfefAheKkJqRqqZVivF1g116yC4aszVuX9NbDavIcEVr1Ip6jnmUDYR8FuB+XMPFZ0dmB+4iI29vdLRTbjenFo+CL88TYJ0ESs3Fb3TYIjCtOLWyc3HQUyVrsjsNZ3C2O1VChibPgcPDUbQwNDAqwmsh4E6HHERNvrILy2DWtv244Xh4cxOT6FtTu2YvbyGGbOjqBv7SCGtm9EIZPF1OPD8GdK8Duqxa9arErS3TewEn/8xx9BZ2eHCqAEAFZtHNSVknESrK/ZN1xn24Y4WjZbTsyGqdo5dEVeJ3Lc5Hm9jXus25/kPQk8sKKqkyVTrVagnYKLCM+8eOo0PvrHH8Nb7ns9XrV/C/76b7+A46dHBNBROq0SpqLuKKDVAKv6IjW7WjHuTPKzsDB3zXszgdWBXQZYVdpYClMjsEpjqRo8NoFVGkxVNLBqGHyUA3Bhey342nvgtnXAtT3wsJpcq0jwzuIH9YO8FhXLfXCF8QS4xRLcQg7eWhmoFa8TWG0xueJ107wpGJeqNNMxBoYEbVGvwLWi8K/ohU0mXt2Fk6vDzRXgLc/BdfMKRNRyAArkeWkhgtZBvjqwaqQATOO0NOe3vOwqbFT9W/MKtRcsezSAVdM4r1irKhzQ4Kq8hMFoQOoI4aAX8biFKNn0IQYrfoQsL9oiEXTHU1j9lp/Bips3o+T3oOwUEXIISmuzF6Ojp+UADCCnPsGIEegeQN3uJ3uk60HZ4yIHB1nUBUQlsBoUH3cP4vF2AVu53m0Cqx4vUvChDX4kyVAVgFhBm4rRqYIcuScvA6y2Aqpm9F6KfazuuAJxZXV6lCKi4ocuB8HVuxGwpkHLDOqYdEfxp//p/UiP5PEfN96G+pKDpzxHsffuBF4d2yHsAac+h4ATU3syVQCEicvzgYUMAqy6MMnvR8COexXXiIfMFN5nFo5UMYZ/hre985rX+C//6rsbe4Q6H9RZZxirrYXOJvhz5ewzr2GSrsBQrXtF7UEyQ2hQqdlFbD9ksq0AQGpjKXaJYauZxMiYCRpgxLT3mXOWfxpg0gCNZLAygeHsKOZLeOx738fs9DzCFo2HbFTLFdFj3LNnN7Zt3670ljULlzOWYIXZ+6kJxzm2ML+E5w49LzN637792L59D5KpNkSicfkcv9+S9mSeE2prJntCtaN6WagRPWIalDFvsiWRJ1OV31M5dyvgQ8VGKhEXVpBtN6QUGgmhbiszOoHS6RImW4ttjGqHMoxVk+RHYhEsFhfx4ANfxhf/4q9x07qt+Nlf+zB6d+2Vdt10R4c4RbOAIGtKZDrUmWbuicxt0UHUpSrNqDFzQ+4l56FTRW7iIhbPfwfB8iUEQzFl6kUmXLWGWrEkUgC2TbNTMppdLBRqmLk0h6AviEvTizgzPIbVQ+vRFXaxtr8NyZ4VeOAHTyPvT6N/aB0G0j4k7UW4yR7E190o+t907XW8NLmoNswjTcGTybiJ04TRqHWvZT55vKh5WSByESELsOYIo3bk2aM49eRBzBULiG8bwk13vRZDQ0PSbUFWl+X1IxAOoua4KIknAMQEjeNjZCRE0zJAaSu2M6q1y3li5m1DFqDFbEvYcLJe1HnQChIQUHvbe372mtc3X/Cxj/6ZFBB49jH2YDsj99wfP/gPmDt/EulIGNGgT7R307GYGD5V/VGUY534/tGzeP7EWdVG72M8q/SOzV4h80LYROo7mkdjr2D8x1VBkEGDIbbqrRSgxBjeGgBZ5pqwK+siAcPvzXZZvgfjSVM64/pqdCdwDTWcppsdRkYuhGQOSd4bZpZKFkDYSBLrNWMlKR542R7sQ0cog60rM0iHArACNrIlF9877OJynqwyxaDieeCj3uE1AqscQY5mGBXcvWM1+tNRlPJF2LklOUOoT8zzj2cbQWSCgQR7WCiSIim8iMcS6O3pQc0K4a/++XG8MFMQQ8Quzs0KW75Lws5TEiLci5XWNTsJyjVFdODXV/rJDLy0XromiCwv/Ph9PHc8WLduDaLxqJzDPT0r0LeqF8n2NiTa27GUUwY4ZEJSyz0YUHNCFYeYB1Rlfpv9RLwtNCPfFIoYI0u3giE4sI2e5JoW80Mju6HATxfpVEqk29gBSaYlJVYajWMcR3boxOOIkAHt82Fhdkbu++T0NDZv3YGlQhl5yltJLK5yASFPaCZ8EyRRc9/sjXLNfsoQKIkFM+8VkE/JOEpnaYYlz5OlDEYvXxJNYxaxmmBsHX/2kT+6rvV9++4tstewGFqu2Ziez8CKxTDY3Ymoz0XCcrGyKymkIoLPLFakrAj8AY/oRlLyI58rYW5uASMTk4i1pVGu1zB8bhgLc4vYvnETbtm/Bx1tCVSlC0WZUkubOvN75nd1BzmCs/BjbHoJlydnsHPbEPr7ehH0s0OsBJeM4mwWC/NzWLWqF/2r+9U5QzPcugcOmZ3FBeRtF7aVxJnpLL5/+DSmslVUA2GJK9j9qDpbFDHDy2vgz6hPre9VYy8R82KFKVD2p1GI1EbZ/iAZqwEBIEXag/eSklleyg0FEKIZ2+w4ctNjSPpVo1C5XIVTrUmsTE3OLWtWYcv6NejqSCMAejaQcUmAUDZwmcNkp/Lcp7v93OICxhfLmJiZx8TsEibmM2Dm5LUog1aV/a5xna5iPBPbKFfr0vnqVPJYmYxgz8YhJJjblm10rh3A9jtugScRExA2O5eBx+9iYWkJx06chM8fEhbo2v412LV7Nx558jGcOnkct9/6KnSmksgtzAmpwWNRSog6wBXZOxhfsKjV1p6W8eBy5L9ZOKFZFVmqnR2dje4krnFhq9aV0VU2k4dlhWTVzizO4p+/9y2MjJ2Tjh5Gy3aNuTLjCuU/4WHXj8NONGUMVisUUcjk4C9VpMMuErJEv7YtkUAyHkU8HERISGkBxOJxYeoyV5d4lPtdIIBsqYLRiSnki+wW9WH1+n54Q1GE2zpwaWYBX/3WtwXsFkkIzX41566Je6j1qs47g8Eo60njl6GA4WZXMc9CysQYDKCpSe9gcYH7ziuPRpzgttImXhkXGGD1G9/4SsN0YvmwmICSQTSr+FyoRo+0UZVp0ZmShC4QaOh4SfsGGTA6IG0N2sxk5oRmAELtk8NPPYUfPfwwOkJhJOIxxOIxLGYyyBQr6BoYwuD6TZhbymAxu4TFhUXMzs0hHqcWyAKGh8/KJtDKVpTgTzOnjF6oqbCIELy0cGqBaR0IazKXMiLRNXxqkXJTvPW2W7Bjwyr5fjycpBWSCR+F4mlm4brYt+9mPHPoGL7+zW/D4yPQy+Cv2aYvC7wZUjYCzasxVqVh1Tg364V/LcCq+ay2dJu4ADKcsytl1MtFxGl8kFnAzjVrpOo5Xajg8PBFcXNkYM4Hk1m2YvDa+Hdei2gzSV+ug0pXGKGNPVi9ZT2K2TwuD5Ox6mDjug0YPngS4bkaglVW5VyRAggMJrHh1TdgeGQE46PjWHfDdgFWp89cQN+6QQxt24hSvoDx77+IQLYiepCsPBFYZTLb2d2BD3zgfejpVXo5ZKJyUxcTKh5aWufXHMaKpaUqlILjtAIqOihXARgTYtUuxU1U2LqaRarae1VgybGQQJmaa7otStq1BCBikKJYAmdOn8Uf/N4f4s1vvBd3vmYf/vLjf48jJ4ZFAF65iSv9FrYcyOtbrkuMRrQDvBHt57gvLFwfY3Vg95vE2EXMfxsmJjZcasQSOGflmuAk9XZF/0gDj2RHcg6wdTzdDU9nNxyONdt3BFjVTe68fjK7RG6A0UsdYPW0VISXAVwtf41SAGqXIFNE2+Cowgv19QIU4ScIpYHVOoHbMrwU5+/olkq9z3ZRJ2O1WICnNAvUVWuZek/FVpUD9yehzZ84Fa4OrKpXGykAdZ1yTDfhUskYCWIolpX68CuNmV4aWG0CqdI2d8V+oUFB14KnriRK4lG/MFYZpIRDBFYDiAWC6E21Y/3aLWi/dx8CGzegZOfgcSz4vGRvKw0hxRjQ99uwlFrmopFwMQxW9a3YNuyiSg1WYYOq+SuhlseDVLxTXGB57ygZYLlMPgHaJYTZ8m8WlB4T9XEKPmZQ+nJSAMvBVZpxXe2hQFT1OwnhNWOZe7TRyV7+uoBbRdkJ47LtwbjvOXzqlz6E0W/b2LOpF2m/hdpcGdW2i7hhTS+2JFcJyyYqyTOTG9USJQEmk3Q/nbgdLRMgX05pGXqZKHAvVcYupjLOveqGd33qmiOTX/k1mlc1HwYkNWNpQCm5d4bJw+BV9h3V3ifGUwwuNTPJPJd/CnNSJ/RMEshapW4XGZ1mzptESEBZtktznxOQT5lhCVCruy54FphFYaQCDLOKxdpgOIQy9a89ARw/dgrPPn1Q9Hc5Xiyi2lUbfX29eNWrbkKqo4MOlQKo8iHtXcJEVVJFBHICVkgMJ549dEiYUHs278Krbrkdnb19CIQi8nzFVlDaxjIbZQ9WoKqMS42tfwQTlbkOzwF+OYIfXD7SmqrlZvgcsm+NLEChUFCJoS4ym1ZoM2Ym+eE0ZsujuV98Dd8nMz+HL3/+c/jKNx7EbTfswttf907k6h50buvD9h07pUVRzDS594lbueoBEtZkS9eQfB6TVA0Emt+ZgrnHLWF+7BzKl5+CVZmhRbVIAFDrkUzFarmEelkl5dLOyRbSOlCoOKjla+hasQK268WpY2fQ09WLgb5OJGMWrEgEpy5N4oFvP4F4/wZJqIK1PLbseRUCHQOwmcw6ZXmtmQ+thXq1P6kHz0NKj/BRJwPf44VVY++kX+bU9PFhnPvRQZy5cA61VBhb7rgF2/bvEUCL0gE0Vgx6aZwRFU35bLEkumvcM0VHXuum897xPvDfInskTsgKHJK5que52Yta2XBy7YwTtN6vYXHzWt/67g9e8/rmCz76px9V8Yawn1RbOIHV8wcfw+HvfxsdIR9SsSDCEUu0T2NkZtGN2ZfEwZFpPHLsJBwWR0Qjv0kyUPGRRxVHOXc0cGkAd4mjCKjJvkbzIbWmlGEfUCtVrgBpzXiINp1mNHHspDVXmOU0DNEMXomvm2emAKsNzVRV3GbCzXVJR2hlEKMrb0b7X+vcGs1z831C/ghcn4PuWBHruzKI+ryIRBxkCw5++IIHowUWs9R5zO/mkxPi2hmr3JNqdgUDbRHsX9OLOGqolYoSH7E9mPOZ8yvGsznoFw8GsqxkfsGHUCSORCINbySGrx46ha8dPCV7DjUhBXhknBVQOrZqP4jL/GHLLofKor6j3wu7VBbd7qpdk70rpAEGs3+bYpMVCMq6XT04gPe//2dwYeQcDh58FolUClt33oBVqwexmMshl8lKVBPweBGLBxuse+4BDYIN9e01U5V7HqeItGzLelVtvnIWqamj7p0GfPlzw2RlbM78kvF1MpkS9hylHMiWKxYI7FA2xY/5+QUZAzLskokEzp05jUQyKeZCa9ZthC8YxWK2IMZjrWedWX/NPUR1/5nYTgBXstf0GWjmsPyb+YfE6goops8DuwKymQwCen9tLSje/5E/vK71feMNG4WxyTWYpYanw9jKi4TXgy2D/eiIBdCdCiEeotSWLedxMhhGMhGFTxzmqRHr4OzwCA6ePo32jjY5o9mJSE+Sro527N2xDW3JuLSYF/I5lCgFwH1clIk88t3KJCUEojh9aQovnL4AfyyKdRs3I93ZgUiQXVEuSguzaA95sXnNKjkfyDaVLniHnRxVZMoZVHhWVusoORbOji/h2JlRjHmU2ZjqmGfOVRP2KmUoWLAxbNVG/Mdond1yulAp8jmUpmh0UGmNVYKqQQKrOg6g1BpBZ3Z6eByUZkaRnx6D5WV7vNrjw34v1vatwNr+XuzeOChGZH6vkjlTt1XluczFuNeTzUzwv2LXkM3nsZSvYHYhh9GZJZwZm8JstgjXIrNb7VtG6og5BvNKBiQcY54BdqWIoBdYP9iP7nQKyVgMr3vTvYj1tCFnk6lahkND06AXE9PTeOGFE+jqWIHe7j709/Zj5ao+fPFrX0Q+m8E9d94p15xbXEQiERc9XI4XGen5fE4AVYKnLKJIgZhdBrWaSACwSEFDUDJLKanINZFKpcQzh2uNwCuBU5HW87rIVRZx/uIpjM6eRZ2Rv2vBrvhQq3hRKXmwOL+EymIBKzo6EGesnM2ilsvLrtoRjYvsSTQSRpheIn5VfCR4zTEi+5j+OCKFxO5D5no1Je5HczLmlT5JMpkz11D0eLDoePHl7/4Ah04OC9DKNSCEIV08VjKAygvCmDLr5j+NCWlyR4upujF2lGxGCCDNs4rbF9f60uIrwOoV+cYrwOqVe74BVh966EEdNFJHSbmzKW02BSjFY3EJrnjIcaIFqGei3XpNkmCqgZLcCFNHUTplkktg2tQZbMW3JSB1HVTr1LoK4OD3H8PRH/4A3ZEwOuIJWOEQxqdnaVGHssePE+dGMJcroawrkVw0dJJrMgdVK5m0rBMMNNUPxWlsASkZFDQdZg0QJ+/DWrI2IVELjISNGiyfD297+1tx4NYbJZhiO4NIInghGq6VckGuo7OrFw89/Ci++TClAKg7yQBSMSaXM1Zb26H/tYHVVjmBNIHVVErYOdVyEaU8HX0Lwki8YWgAhaUlZBwPLi/mJDEmO6mRrIqmHuRwMfeZCRxBwVJnEOGNvRjaugG5TA6XzpyRytn2Ldtw5pnj8E+WEKoqPUOaV6Evgk137MLI6ChGRy5jw56dmLk0iqnT57Fq3RAGtq6HXarg8qMnYOWq4s7MuVQpKDdM6ttFwpY2r1IHdChIc7I81qwdkCo3k/ilpYxU5pi0lioOcvm83BsGaRRil3lOVoFmJfP+CdNBWCqKlS0HuE6mJGn1sdWKz/HLGggG2eIW1dqDISQSEcQTSQl+52bn8dm//xze9MZ7cc9rb8LHP/VZHDlOYJW8DQKWBIH53VQ1tslY5UGmgjmVdGgtVkCq+Nf6EMbq3jerqjtdyrzK65ZuiAxmQF0pslbZUkbNVLeqOJLiws5AjzrHXrjpDni7euCSaUfwha+VIElpt3p9LlzxEaMRAMQUy83nATIunKszVn86Z1TNGUno+NCMdjeQEmCVTDK7ShmDEmCX4CWTtb1XBPglWar54KvkxWHXU8tLZVxJZDRBnesDVg1YtxxYVYzLBg9Vs8rV4dwI6a90tl9+MxuM1VZgtdm2rvSStXGHS+dRuqBy/kPYqhEmIAQarBBCniBWd/bgrZtXY3pnD2KvOQCEPahUqD+nWEN+18i8KMaX7N2SCKlBVwGsWgfi76EdfFv5nlJI47eSqapeR/MqA14LuKcBJwXiqi9tkyQls1umpCRxnJdXaHEvM6/iHGteV3PwqM96tQfDJlUaaAKrZo81BkbLX8c5n63VseT4cLl+Fn/1vrche6gbqwd70Bn2IlxcwmKhhp5EFOs2xNEf60ePxXOkDl/AAQv5AphS3KCqABiuebaCqq4jxVmnyQSTEngYyKuWS7aN7fqdv77WJY5f/OV3XsFYNUl46700ibWAQ8ZMYRnLlL+jKU3r+dxgY4okjhr/SCQkQXmYmm9+fnfFaDLsIOp8mkcTeKJki9LSojkHi3QquVLtf+a+yjzztU5DAAAgAElEQVT0e0S3nNWahbkc/vmh7yAzNw9qk7Ids0rHabeOfXt3Y8OWLbAYnwjYRPBBJV4Sb7DbhAUlzjK/TzQenzv8PM4dOYnt23bi3je9FauG1opGGoFIadkTMFjtu4q9x3Yxdm5U5Wzh9Sv9VBZVKeMSkHPGSADwuzCpMW38bLnj3/kzPvidBawT9q8yveBr+J5suZfWRiYcfj/4Wn7mX3/yk3j4c1/Abet348P/9bfRvnsNim4FCcRQjwVF20yKgbowQXYpi2gsIBiQvRFbNKBjBRibe0agJzN2AlPnvo+UlUeYbdMlmlX6UHNsMTqpFvKSxBEYq9VYMGDuQSOiCHzRKAJsn3M8SHf2wPH4xUTGqrsI+4Io21586eFHMJx10N63GlHLwi2vfh1qXguZfAYBn7oWYffQYEszl+Qc1BJIkpTrlkE5q8mKpJ4mWzYX8jj/g2dx9LEnJGkM7BzE3W95I9Zv3CwGFuq8dUDdEYKsBMRL9RqscARBHmeVCmgtaZjT8jna5EsVG1Q8zM8VVhu7t2jioduyZe/ULGATKxDYb7wHn/8vAVY/+jH1+WRRG6DBb2Fp9CweeeDziNbyaE8EEEtEEQtFpM2Sn+fxJHF6sYx/OnwEBccLP1vQRU+uabola1fHvBKJaODCFDtETw8uUomk6LCzc6hjRSe8QT/OHjsh79UEVLX+rS7SaYMB1dPl9SAQVAmz3IsGu16fMbrLyCSzsh9xTHVx0hQuVLHVGGbpuJpsW/2d+GfIF4Hrd9GbKmMgsYiAW0c0BuSLwHPngriY4/10JP6l3A0lYK4VWJXtnIapPktkibZ2BbF9RQLZXBEhtvz6RbAHIcuPdDyCWMgSCRWCBnTWJouNjPBILIlQPI2jU3l84huPYjGfEzNKtly7LoFSvo5xqSXxLPcLro9gLAbYDtxqDQWSJXi2MEamuZhmTMv5TGNeFgOoca73a4LjO27YhmQqIUWSXKmEHXv2YGBoDeYXMyjmC3Kv65UK2juSst9zWhTzdCtn/BsQuTZqn5J9yOIR9xCRb9AO6GZeGBBT9nZH52ASh6miG2U4KmVKE9B0you29nb0rxqQ7zk9PSXnC7Uhp6dnMDc3L8Brf38/zp46oToD6i56+1cj1bECC5mCaGEbxqrZc3kNrYCpYqM2C08EVluBVj5fAX06/6PklOOIcRTXvTB3y6prwZxj/PNPfvf3rvn85gt2bVmjyR9eMUaqeAPwR2KwymVs6O3Bmr42xHx1hHxkgWuwnozMIB3gLcnrShUXFy6OYXQxC7dWEz3yof5+bFi/Vq15AWRJUilIGzyB1VK1LOdbnUUt6oC6QNUTxsWZLJ55/gRm6kn0b9yEUEcnvJYP7TE/Yt4ahlIh9Kei8FYLYnxLYhEN2bKFIqrFIuqlHBySsWwgZ1t48eIUnp7MSQcnjeVk36wVUS4VlN6mdMhosFu8qbQ5VTAq+IFhgDbiP6VTJy3qNPVTOquqoMr9ymPFEApFEHJqmDt3Cp7SksxzkqDYbdmVimP3pjXYtWkdVncnECIph/JmAlKrmJsFPMnFGKkJq9qROK5CA7FcUSQTJhYLGJ6cw/DoFBYKRSHxEMQza46hEWNaVWgGPHUlnUiiWW9fL9LpBIZ6e/HWd74VRaeIklOWdRWLxmH7XQyPXMDwmfPYvmUH+nv6kU60IZfP4qHvfVNkkV5/z12y/mSdk61bU2ufhRcWgvv6+pBIxqQQFgqHZI+kBAD3Ea4jjnOeXb+UkEildMyRx4ULI1LYiEWTAkbX6hVUkMVifhwz2RG4gTo8dgT5LNv6u1Gr+PHsU4cQLxTR19WFQL0Gf7WKRMCPCIvlkZCsYxaZmDdSB5nxFQtnBFVpMC5GpCykaWknmSXS4UXCk6XMlCUEraJuRfDDY6fxwKNPIO+EUOY65b0yBtS6O0d1K6suHSWSqPcB6V5TfhOKc6ORGZOsqc29gRepvUHtEQvzr0gBtG5yr0gBLNvyDbD6rW99TTYDtvhxc+MBxweBIx4gDPDF0dPjk81GiX6rMqRyRlW6OorNqDUjtVaWObwkGLDrCEfCDVdQA7pyAjMZi4SCeOxbD+HE0z9GTzyBoGMj1dmBS5cuIxKJI9Xdi4ee/BHmykxIVaDAhWNAVIJlhgreODR1O6DRHZWkq0UKgJuwyqVUcNcIAgRgUK3fov6nA8E33vcG3HfPHahUFYOXgYQRQxd3eQJ9oTC+/MDX8a1vfxc+A6x6VAB4BWNSftJsvTKHv6nyymc3ND40SN3ojblS08sEEOYWt7qO8zOpu0VdUoKKhUJeWgEU64LmygpsNO2Lot/Etgwd2FriRkvav27HYuBE1kPdRinpQ3DrSqzesRELc/OYPDMiG+D2XTtw8fhZ2MOLSNj0bfeizKO73cL6A7txeWYCY2dHsGHvTkxdmsDk8Dms2tCH1Vs2iTvz+cdOIDCbR7DuEWYK9VsJhIoWiw4sW9kt6r6qCpVXA8FyP8mOMiCXHhyTbJqxlXtuAj7tqMiAuBXoNgd60CJg36x2N1tYg8K45oNzopjPScXv3e9+F/bu3oZ//OwXcPzUOTjSIqfcJw0LhtfTep9NgmDuqbmO6wZW979WDnwCcQ3tVo6VXZMADA4ByqrcT2mMEx1P1SIn+kdMboMp+DtWoR4PqnZZUpUYiUkV1gPHp4xDfMJYdeGWqnDp8FspwItFONJ6xBq8Ns9qeL//ZByq/DXNzdLrg0ki11cgDi+tdwnF1VxJJFArwI2l4Ut1qGDIQ/adD55qBcgtwK3mAKcAql4S/TUNaSJPpdlPDYOp5axSzeZsXKXougmioLRKNFdTOYKqAkRTG1kanTQedSWMrJ7TBATVvmD+v3psrhuPW55nwCS2hTKYI7MlJC2PMY8P24ZW42dv6YATbMf0a+6Dd12P6FFbdLL3UOJDM1YbCa66nqbAge6q06wTadOXapv61mafUletvgHvbkess/lNWto91Xvr76xd0gybRTiv2gHcfL4ZXWHLaiDW7KGtUGqDwbBs2Bq6SBo4EGhdv5AAvDA1zd4vuDCb+B3MOwEsVjy4lP8W/uLdfwj7vBcbhlaiLx5HrZjBfP4yogkPtq7qx4b2fqSDFqxADcGAi6DXguWj2ZAPdc5DKe4RWGVCpM4YdVaqNlkprAiRVenWbfnwX1z95v+Un/7HX3zXFUkh9w9JrOXsU2eIOTaaoKli6BgAq7nXNXUh+Tqj0SkrUrfk8WcMzJlsE8BREiwmETUJLFkbZJDoBEmDQQJYEVzUbf2m/U/OPhaz9H3h8gqGo3K/nnr6aRz+3iHEUknQs55tbh7bRW+6C/tuvgnpFV3S1u2lq6zNdaB09lh8kTNAn+28bp7Zjx/+MQ4/+QzW9A7hXe/5Gdyw92ZY3iBsyvroPZwggMhTGNCIzJdSSQDSBrOG7csC/JgAXCViHFMW6ti2zrOATrwmTuB7GODQAJsEZiX+8FsIxcjqCCFpRVHI5HH/Jz+GL/zTF3DvjbfiN372wzj27AwCHWG8+WfvQtXnh11pgqeNs19r4l6t3EA2l7huuxHUAjT+cxFAFXMLi1h65n4BzckoIThTJzOV7f6FEsrlijAVxbBMM5LVOUrWkAJa2Imh4p8QEm2d8PtCqJXKCNH8sljGE88+j8ePX8DgntuRd8NYO7ROmEIcB5rkBfxeGVvGUwRp+HPGIlwgqg25Ccbx30ENrNpLJZz6/LfxzDNPYTRaxdDNO/G2d74bK7q6MTc3p7tQ1D1iu3+5VJJ7RGCb94LxLrXdmJhSZkr0ITWwK/eoZsv3M2CLWRcSR+prkk4ucTVvmltecT80IPuO91yfedWf/MmfNMFQkQ5Ra5P7xxMPfgGFc0fQnQojEAmjLZlClIygoB+BmoM8IvjnU5dwYnRGmXiQ2SXOyNyXVIFDimV+xiEeRK0QYmFlKEct4bJdQziZQpDfoVqUboTu/rXwhdvx4jNPyvMMe11iciFSECshuKiNstTBKO8vUijME3ThmvqOjkgBqLPexOgGYDX7u4nbWuMi8bPSDOzWuC7g4Z7sw1Agh5vXxVEIVTFXnoVj+/HcRQcTuSRqxTJ8ri1yEAT0CZzwMzmupiWcn0WAVIohfmVIY65Riu8Uj+FeW7elsLB7+2Z47CqiMxNIRH2IhuuIhX1IxxOSF7h+jwJWyVoNRGH5IwiHY6BBXc1j4ZGjL+CJ4QuYypWxlM2rzjDNKBZNaNFRDQirrFopC1jUOg/lXnLf10UrwyhVkgE0r6R6igK2giELqRQBqCBC6QTufON90kVFEkKpWBRjP3KIOzpTiIWjomlarhRl36cOIrWHOU8WZtUaY0s2YyPuH9wXTV5mcis1dk2wwqwxBVrZykiIMjD1ujiU9/R2o1isoVSqoburHbMzU5gcH5fYedOmTRgdm8TU1Cg62jvQs2od0p19mM/RfEcVNEwuZ/IYzj3mq2bNSpHPEH6EFa3WPR/m5yYuN2el/FznkNwXTO5oiD1/8P/81jWf33zBts1rRDeUOxwNkQgkhYMc20m0RUJ42+sPoFKcR8Bnw1O1EaVJk+tFOORDMhaVvLpSd5T5VNlBtVRGOplEPByV+869m+ZUbM6gJwHb3Qm0cg7xXK+KJnoZDs9Ix8KlmRxODo/i2GQFm299FSK9K1FhZ4DjkT0jGgohnUgIO5i5DsHa7OIinGoFezauRKJegT01Ck+1JJ4s2UoVp0dnMZbNwg3H4dY8sEs2imJkVAYzJ2M0RD8Ufn92KvqDETXGel9o5EZs1RYWPLXQ/dIyLvsCz4VoDKFwAp5gAM7SPPIXh1ErzSOou258Th3b1w1i/+a1WNfXJSxg6Zpt6bZRe4w6z6UoTYKEMdiigaNdEzPNbL6A6cU8To/O48zoLBZ5tmhZDq5TKdbquMnobsv+hroUZClPs2fvNuzafYNEqTSwpLwawWTOx0NnTspn3L59r6wr2+eIPMDTzxxET3sb7jxwByamJtGWSMIu1WBbHoT8FqYnpuV6V60eEKJFMOgTXdNMJiPjRPmPgOUXAlKukBdNVRpc00flwrkLkrum2QUYJkibQ63ioMrOxqU5VJzLiHREEPCswMxUVWIQy2dj7OI5tBcqUtATw0kxqmWOIoLammTHApve56WrwyN5M/1yWDjiGuB9FSCd+aJ0DZEgQcBckfAsB1hCGJ956Ps4cXlCtISZV7OLw5wNZo82i/Gl8nkT95qzpnXxtp5DSkJJ4UCLS7PXtcb/rb7oFWB12Z01wOoj33lY2vt6V/bJxJmempSDKZlKS7JJ7YtioYDZuVmEgiHEEwkUKyUU8nmtvak0qJgYURxeBdmq4i/tb8JSoS6lI60ijcNL6zMJa8WxZYE9//RTOPXMQURpdMLExu9FqVzB4mIW/Ws34IkXjuH8zJy4gvNh2vsNWEpg9YrF0mLktLytXl7704BVWahN13aOzV133Yk3veGAJBEMtlrF4Q3bipWyLz/wIP75e4+J8yj1lMhM+klQVb5B4660AquNduyWKv7yhWkWfmsA3/j7sjZnml9Qw4hjQ6Yt/xc9MbouMkgPUNhetV3wvlEHx7Re8XcCmhNYFSMv1vYJrrooJ/0Ibe1D/44NEmBNnh0RKYAtN2zF+aMvwne5iGTdjyqlAGgmkvJh0137MLk0h5FTw8JYnb48ganhcxjYNIDBbZtQKzoYfuQFBBeL0uZXowN5qSIJjgl6WoMiE1ArwFOJVpufiWeSqzUl9eCY35lk7WrAKufy8nGVwLABxOnWJlXY0vqKCjhSjFcHmWwG733ve/Hqm3fhM//4eRw9fkaANraUEEgxLTE/DVg1BwXv23UDq/teJ4GBgKsaHBN5Bxp61SvSSg+bLo2KCaYqe4qlQ/0jaeuzkvCne+Ekw9LN5eGcJgbL9iWCZ8RTBYi1qB0AMGCrFhWw6mSk3UfeX/5jAHl1lqEciA1gVVPmBcnzSiXTDSREbUDqOhWCMVW4tRIQa9fAqkBmAiJ7qeeWz8CpZgE7KzuGR4BVgqO6itkATvX9fhlgVYCaBrCqdIYMM/xfD1j9CZEANe9Vs7z83cCYAprJHkJZE5or1BDyRDGQCmP/plV4/Q09sKoeXFxzA0J334OKtwIP2/aEfWomb9OsSnUpqM+XZwibVIOp+rKkm8FchYCh6mEA1i4BVtVrzB9qrzavMs/X4Kx5X/Me8lIC0Ro0MnO2Cbe32KzoT77KdKJOknonxciSevUyYJU/N9cuFXQA844XcxXg3OxX8an3/AkwERJgtT8Zh13KYjYzgkDIwYbeAWzsHEJ7hK3ENkIEVgmOeQmskgGigVWCVDrZJZtHFcMVQ5WgpMwiSgkA2PzhP1++zb/svz/0C+9o7HdmL1F7nGqbNUIjCscwc0slDMvPEMO4bk2GJbnUs6+VUUxgisAqA3T1PiopNddg3t+08kmQLNIDSuuMCbQkrBpMExaRdJBqNgEDbCuIy6Oj+PoXHpLXkdlAdgzZGhErjJ27d2Fo/XrFdLD4fOpkqu4CvpmKC7S+nwZ5K3YVx46fwDM/PgS/48fdr70b977hTejp60fNdlFllwvbrjVoygSFoQC/F4E/gqMNwxIBV9TvWIQW7WAxteHf1XibtnLGQnQk5oNMVGNsRVCOz2H7azyahCfowfjcRXzuH/4GD372S7hly37851/6DWx61V4Upb/Wh1giiapbFdZbK9jTAMhbtIpbJ5CS8aDZHIfHhSfohV1YxNjxb8G/8KICRMR8piagKls6y0XGCxqQ0EC1OLTrh+pQUpISTER5/jFOdD0BBHgw1GxkMzkcP3Mez52fhZNciZInhGQyjbtfd4cANNxTqeOrxlHdNwOOMHleDqxyLnEtT7xwBoe/+h2MXBxFoL8DO++5DTe+9jbEfVEZY/NgZwqZQrx3Bvzl78xnELxl3Kpcjk2rKgGamhiHqXblivxO6V02NYXF/IaJoL52A7IY1iDntQEE3vqOD7zser7aE/7oj/6ohZGp5C6kaBHw49LRZ3D0O19BZyyAeCKCVCyKGOcTr4umNE4AJ2YKeOLUCOZLnDOqOMzvIIwhDRiyKEoyBbcN6jAKaGEFpP3VJnOIxjpk2Ft+JLtWIZrqw5mDT8paEABVt82q61dyCGJaKeeuYvuyQCbSMdLtwmhIyRAo9VQNYrQMQGtx+0qATj3JAKtmz5FP5riwTRrATlTwmi0DOF8v44cj50QuanzRRjHQB5capsV5Ae7tujKHUeyyK0kMHCcl3WTkQpQpo9rrOO8dpNvacNfdB/DaO27DkecP4fg3v4K+dAhD7XHERGqbrHnVDSXAgRWCLxRFgAArwS8rAttKoegLYHh6Hl/6xkOYmJoRYEbJKnDZ+2EJKzQoIDAN6jiGDXDQdMwQBNB7D7+PKY5xjMQokiQKBlEeF7FYEKl0EgMb1uGGfftknRdLXO9liTS4D3R0tYkhz/z0tBA0+CDg3tu7AvOzc2JaJGtC2nYtkTvw6gEy897s/dwoDLO7FVjlOpM1Vq5Irsnf9a5cgY6OLjFzCrPNf2Ee42OXUasW0daeQjrdjVMnj6GzqwtdPUPo6l2N6YWFFjMddZMMO5WMOaM7bYAUUwig87d5niHKyPzS8ULreudNl39rPVaTi/DP3/3N/3Jd63vzxjVyvvHsYVcGwe9qxUalkMGq9gTees8Bmat1u4QY8zQWA8BCkRfRkIVoLI66x4dSpY6lUl3WL/XIHW0sSVCP753NZeDz1tHX24X2NBnotgB4lRplDqqoOC6yVWAyU8Xl6SVcqoYR7+2BlWxDOJIApSSW8llZC5SpoVSfT3eP5ZaWUMjlMTi0Hp3xILyFGZSmL6E0NYZqZgnjJQ+m5hdQrFLD3CudJwJ6GwKH1sQnSMq9i4V/6n4b6R1zr6RIQJNQ0WdTpqCm+OanDivXlRUCrACcxTkULp9HvZpBPBSVzqjOZAx7t67Dxv5udCcjsLhvGZkk0ZxV65/nhQHT2JnC56h5QhCW+xo7b2pYKJRxbmIBp0bGcW5yFmW2sFNb1U92rpJLkn2uxQya8zASCUub/pbNQzhw4DViQFexy9rk1EUml8PjRw+hWKzglm27RIvUH7VEJmlmZg4bVq9GilKJ+SwSsQScSg2hRFSMr2anp6Ubs6dvpXRQRmMhFAo5wSzIVOVnk2DFM5Ks87a2DtnHh4eHMTs1K3tGd7oLBbuEifEJ0YHlMGcuncfCxaPCqA+Hu1C3QygVygLc0pSKTFXJ8KQ7zSOMWEW8Y2FUExv4Ox2L+S2/MFUJ/qr9LSQxH8ea76E8bvQaFpCbxKkgnjs/jv/18A8xW6qiSsKVxJ8q5VA5ruzODY1Uvpc5P8wCbT1bzJm/fPE2invyBFVweQVYvXKUXgFWl80aA6y+8PxzMmHZ1qwANGqfKNMiatgUC0WhlpdFZ7WK9o52JNvTotNCd1VhMZAhImxBVTkiw1Uo7/W6Eq7XLR+iBUbdPbo6aqd2Hqp01CNF/9KZs5i+cAET585iTWcXpmdnEAyFMT0zD4SiWKxUcPzCJRSNS6XWWnopYLWxiIzFlKk2anarBJkmuX4JxmqjfbVu49Wvvh3vfvt9sqmywmqAVQFFdYLFCvTnv/gAHvv+j6T1QbZVtmFf9fH/P7DKsYmG6RYbF8BUDjPdtktRbqMdykq60c1lcEEZBdH9EV1RxXCQIIJjSR0Zdnwn/YhsW4VV29djbnoG08OXRGNz5/5dGD5yCs75DFJ1uscCpXoVtYQHW+7Zj4VSHqePHMeGPbsxw8rz2WEMbhnE4LbNKOdrGH7kGMILJQRq1HJ0UClVhbEq8Ah11jSjxAypMb9hECotARrEIXjpCAOzhR2oKf4mWZO5Q7BQMwNMkaAJQjQBCQVkadhbZc46nNW2ODrg5k9ZDX7Pe96Du++4EZ/+zGdx+OgpqawpYPXlGautFTMBanW18VoiN0oBDO69RzMNqUuqEx0mOII61wDqeInGqnJtFMRXWpbZykZtMw8cfwzeRDeceEizNAKS4DuUEGAyY/lEf9Vljzfx71oJnkoOqBbgrRc0sEqZAQUOmuaMq30XPkPASwH2FKgqbutsJfbH4GN2QEYG9XV5zbUikOyEP9GhmIEuOTUBkSvwFJfglnMCrJJ968PVgNUmSPATOqjLGKtqHol/fYvGqk58/tUYqy3X0zJARiW2CZWZFkyWOSjaXxLUqiuexp7BNmzr68Cetd0I5AsYrlnwvuODiKxfiXJxUcaUHQiNddFgoZqgRCfDDRC1lcnaBEhlrTRgXnWxnfGuxl5oll2rRqskvy3sVbO/KsBWg4H67/wk1ZBt+L1KTkDHTQr8bwFcW9e5oqfqDgXNejB7PeF3JcrRBFaNPuW842K2Cpwc+QL+7r33w8omsXGwG/2pBNxqAZMLI6h7SljbvRqbutehI05R/joiFhD2WQj5glK1504pjFUpRtWFRaTMjhRjXXSh9Z9is+UBNv7an13L8pbn/vyH3n4FsGoKR8qHRrNk9T1SwLmSGmk8TzO+hGFE8QRBYBVjQxJII+yvso+G7A7BwHgkikhUOfUq4LbZctkauBrmqiTa1KcWXVMFbNnaNMSArLxnXMf8OAbaBC4eeOBhnHnxPDrTSXhdrzjSkzkz2L8a+/fvR1tXl3S9sJ1eBcPNa5HP1AVDfje61uZtGydefBHHDx/Fwvg0tm/bjje9+W24+abb4YuEMJfLiKwAi43UGHW0bp8JwHndjJF4HbxQBaIp5q4CEdTcM+xWvs4YXBlDHr6GfyfYJ0lqNC6tmpNTE/jU330KDz74T9i3aSN+99d/C049hYxdwYF33Iaqw/Y9JtVNM5/GeacBjcYaWTabGItIU6Kbgz8QB+wixk8+BHvqCKIBJaHAIjjvCRNzMtSYVDGh5LhSx4xdILxXBkgVAEK3ypmxtmhcV2d/gk+YbrliBacujKIQaMe52SIuTswJOPyWN78RK3u7ZH3QnIPjIaCpBi7lDNTacGY+NUEaF88/+jge+8bD6NyyHgfecA8G+/th83ywFXNYxp0gJOWEKhV5XxYEDPtUEmgBuvwKkGkxT1F5u1dLHyi5ChPvmffmz1qv2QDCAmJpgkErsPqWt7//mtc3X/CRj3zkilZ3BawqjUEUl/C9L34ayM6iKxVBMmIhQRmkYJRYHk3BkalZeOrsKI6Mz4hMgxSh2U4esgQ049wlsM/bWClTH7EsiX4gFACNqtiOyTZO7leU6ggnupHqHMSFw0z82QKr1hvHR2IzYZ4rm0AZM+0cb3ZcJtpqqmrZLT2HlATZT1bJTIJr7r15jpFsMkUcA7AS1Oj1erDDU8WNG1exNoaHTxwDjd0ns4AvvQ4hnx8z0xfFnE3iMR2iC0CuW3c5H6xQFFu3bBWm/IXzF1Aql9Hb24tEIibjFE8m8aZ/9xbs2b8btkNjnjIuH30OtaV5BGngSTkkxo00/BWTQp8Y3QQiUYTiSYSicXiCFmxvENFEG46eeBH/4y8/gUwuK/IJFNvh+qJkiQCYYrDG/YfSTaZQpljH5mGIAUZP2TBWaXSkCBRqvw6G/Ojp6cb2G/cg3dUl65sMQ4mVvB5USgV0dKSFZJFdXEBXRydmZmeQbkvLDre0sCR5npE2IbAqOoc6V5D9lszChlyEAlZbpQp4b+W7iNxYRVirjHVZdOzq6sTg6jWIx9oxPzOP8YlRZDKz0nGzZmgLxsZHxFV85cB6xFLdWCB7sqp0f80cae1sE2Yi5d5awHPJbQiWsT1ZWK1a/1x0MVtAN13w4SgbYNWcBwZc/W+/8X9f1/oeXN0nubK0H+tcKxlPYs+2Ddg8sArRgIux0XNSgCXzkvJHJGcE/V4ESYoJRVBzvMjmy5iZzaNEXW/KUPgDSKXT6O5ZIR0ds3PTyGbnxPQ0HCbATgNddoE4KFPSoWpjtmRjqepF3vZiKdopDHPb9SAYiiKRaiyS5M4AACAASURBVEOBZtLlkgD84XhMtJy4TlhcsfxqDtPcKGR5EKgWkLl8AdPnh3F59BLK2aLoMtfJAud+we49LcchA0dpFysIf4DnAGVoaGCk5o/EjaYDhgZVYjynUTSvR0lRiJyO0uSkVIm7NI/i2EW49QJiwQiCXheb16wUYHVFMoRYUMlYid+AlizkeMg+oqWr5MykVILMBVXyF5kgMfBzkK9UMT6fwYnhC3hueByZYk2AVRYvZO5LDKb02s2D80Vk6awAXn37Prz2wGtEJoQxDUkP3H/oLfOdp36IXL6IDSv60Z5KI9nTjum5OaRjSWxeswYL87PwhYOYm19AIhqXs40gYmZxSTCWVf39QoSjLmmpWBBJDTLOc8LstqXQy/8LhaJ0Bk9PTYu5Hp8XDkQwl53H5ZFLKOZKMl88i3PInzmFsBiOs/PBUuQ0YXRyr9e5kMSZKsYU4pbcr0YQL78TAJ17WjgsGE8gGESIe2IkCp8/IGZqvEZKHdTJzGdMSJJCKIHPff27ePTQCVQ9CmPinqpSB1VEN7GtWZ/NmKF5D1rze7NXmJzbPKvxHB378t8Lr2isXrHHvQKsLtvyDbCaWVyUygVZBqxgM1ghuGrTddvjolavY2Z6Wm101QoK5QrSbe1IxBOYmhqXqj6ZDVxgpJPzYGRCwUMxm8sjlUxK9Vt0aWrKBZ3mSGTAcoHb9RoqNRrnAJeGh2E5Dp589BH0JhMo5Uvi2sq6xVLFxrlLY1gsl8FjWAGEqsXFAKutrqZmUbTqmpqFY2QDDLDaDNSajqRSdRdnQO0w6dSxf98+fOB975BWw1KxJExP854maQ2HYvj7f/xfeOKpZ+CVthsCGNcGrCrgoBkctAYCjeBJg8Q/sQm0tCObjYWsCwq+E1jlgaFaFlkdVcBp68YiiZK0x6sESirMWgBaJVEMygmsuiglfIjtGBDG6sz4JOYujsOp1XDjbTdh5MQwcscnkahSp84j4Hk16mDT3fuRrZfxwsHnsWn/XsyNTWH8xdMY2rZOGKu5xQIu/vAUrNk8LHZ6e11hzcjmzWCHJhTGbOUKHTktVq3NtiRA/v8gBWCAVRkrDcpKp3JTHLMZsOoxb70fcv81y4pMNYVLOKiUFbB674Eb8Xef/kc8+9wLgC8gSSoTFKMZZw6f1uTBBJ7mZ/8SYHVgx+u0bo0BBWlsQracknMQxqeIyFdE68iAWxLn8F9s6wvE4Ym0w6V4Ptcc23wbTCWlXSczwuZ7ElwtAeWsYqzaJdF0hUNgVWDYl3RlN7EHEzmFaaqWe9H7pSGDNwx/UDFZyZQAA3K7ALR1wR/vknXJpKAu2jkOPMUc3JJirLK1hE6PNHcwZ7ySAmiyVSV4ayGMqjnQkrAYYFWASAJRhrGq/q1SRfV8JmuEcs17NG2ZFHuyNdK6UgrgpwGrsjFoDV5dlBFxWyH3I2ZFsXF1AltXJLGhsw1bVqZFv3qKa2zvveh84xvg+DKSVPN6eX/lHVsSWl63XH+Tlyp/azJOW4DVxrdQrTIcgY5El9JCkk7qFiBUf47Mqwbjp6m7alr+heUqwS7vRXMPFLjKsF5bX98CrLYecWRV8zsY8FQ0IfWaNsCqsBP05zHJIEVlwa1j2nZx9IXP4LPv/wSi1S6sHUhiIJmEr17F5PxlFGtZ9HX0YHPPOvSkQtLyGQ15EfH6BVgV7F+DuQQJFatIGQepDnOluaj+rszv+Njwqx9ddkq//D9/7uffdsX9M/sJ17h5CGhszMm0XrQJQFtBT5dmRS1MVukm0YVWgiOyV+rWNjIt2RIYjmjGpW4HN59pmIcmyTUJNRMyJk/8HGHLVCryPxlAiiFPgyL1LnwOWVrPnTyHf/rfX0EsQOAoKtdUtssIW0HctG8/tu+8AWXKgugWacM6EhDTFFO1rh5b/vme/JzjJ0/g8MHnkJ1bQNgfwj2vfzM++AsfQjAWx8zCgrROE4jgWdn6UMl1vRHrqDOT55J6ntKgV8m6YWgZDUICqUxuOH68V0xsZH4EmMAW8bE//Qi++aUH0Rdfgd//7d/DrXceQDUagQhMWF4UCF6TFcaZ7ag9Z/njpYFVJd/CBRgOBzB29BEULj6MJE0/aSDFbpVKTYrGZI8pWSB+L8YCrm4fJ1tLgcjiFi965NrogTU5ngssdnksZWBSKCBXqmFkag7r9x3AYtmLrz/8HWGebN2+FQdec4uYJvoCQRkT/s+HOfsI1ijww6wj9W3JriX4dHlmEmsGBtEdiqNi28j4XQRs9XqCm0F/QIgB/HuELdTagdpIDijZAWUUZDRRLcZ13DvqdZFB4H0yAGorc7W13dnMdzNvTeHWJHV877e96/rMq/77H/y+Mq3SvgD8U7pOPD4xLTzy+Hfx4tOPoSvkQTpuIRVPIBqKIBDkHk/SsB/nMlU8dmoYkxm27rMnWMmQ+AMKXDCgEytZVojttV5pfyf4ZoXIZPbBIljBdeuGEEusxMzwRdG0NTGPAKviU6DiILIE+b3JvCQ4R7kH+oyVK7Yw7CjBJCZSZCVpXfuXAlbNHP+JIoJO3s2+x/GOeoPocW1sj7rYtqEDwUEvzswOI18L4elTNoYnfQgFgqhSI5JsNDLMtIyHtOxq47LVa4bw7971Htxy662iI/riiy/KXF+7Zo1IErE9tr2jW1qx8/mMMAipVe/zBFGr5FEr54WxLW37bNUVDWnKOIS0AWpA3MypBc1CHD0Fjj1/HJ/4+CexlMvAw3tTV870wXBYroukFdlTxazl6sCq2XNVrK/kCuRPDyTPU0YvLkMqDKxehV3790jrNAE6AcgpDunYKOQz6O3tEW1VrqNykflYCd0rVmB2ekZY5lyfIv9BvVWa/FAyRIOQ5owxny+FUN3V2Pon900pdrDIVlOyAAuLc+JlsWb1Guy8YT+yS0Ux28rlF5DJzqKzfaV06fD5K/s3oGvlIJYKBRSKTaa6nCWGhGM6JjTb3sQCJvaRM6iFsCFnXYtkldmPWhmr5j0MsPr//uffePkD+yrPWL9mQHUD0h/E70dbMokPfuD/wr7t63D84DOiWerz2rg0OioanBE5kyrSHm5xH4AXpaqD8el5zM/m0LtihRQde1asQGdHh8yZ0fFxLGbmUbPzgIemv9zHub/VUKzSiNBBoeZiMldBxrXgj6XgdPahmM2JoRJ1BNJd3bLn8EygrIqHBSkdzYpJWyyGQJxsU7L/uYfKsQbXrmDq1BGcPnQYxbl5eAMe2B4HFrkdhnFII08f9VLJUiXwr/Y3XaW/orDEM0zuLTMJancSlAuF4LUCytyWFArmKtlFlCZGAbeMoMePjngQt+zejK1DvQj7HAQDZEYqEFd8KFg41CxwIdBQT7wO1CiRSANLml/ZdeSzBVQrLCg58JIk5jgYm5zB8xemsZCriLQMF5dii+sYWLMqW/MJ/v7973s79uzZKecPfTAkb4WLQqmEp144jLn5JXQFoli7bi2ciA+HjxzBni03YH3/ALLZRThWAE8/9xw62zuRjkTR1dmFUkHhOWvXroXf4v2qiGEj5QeU3rsj65VnHzshJyamMD8/L7FIOpGWawh4ghidHsPpk6dQyleQTiURqxZQPndeOorZkUXPE+6XIgfDMeS+ohhmKoBXoIj2EOHEFwqBxEcEUq1oHJFkEolECuFYTEBWZiYsXiEUkVyOoL0ApnVbinsjcwX89z//n7g4nxUjOQXRqGL6cmC1ic1cWaxrPUOW7wNmeV6R/2tglb+bX5i+rjX+b/VFrwCry+6sAVYLZaVxw81XNlAAYRE6VvRvtvyPjFyUw1kdUlwsAamULS0tqhY4fShy4RqHXNLcqelHkJaMgHg8JpujtNJRdyWrqibiLi8CzMDZF0+jt70Nx488L7IAHck0SuUaxhcWkKlUUciXpT2AIJ0kMBpYlaBWV7/NYvqXAquyHSiZVc3QcLBt6xb80i+8X66bTF4C0WaRimYj2zOCYfwtgbSDhyVZeClgVV1nc8G3VloMsGpA438JsMpxikViAnCbhIVtRKwOUwrAJMuy7WnWrkmueU0NnT0DbAqrpS56TYW4F4mdgxjcuQljFy5ifnRKRN333LQXs5cmsXhkFPEa2a7U8amjFnWx+Z79KHjrOPbMc9h84z7Mjc1g9ORJrNuxHv1bNmBuagGTT55DYD4vBy+dxdneIAkLA/Wacug0QVATFFJoDkH8RsBzDcCqvMbICGgwvTWYN5/TCLCWrSczjqadulat4X3vex/ufu0+/N1nPounnz0ildQawWy6hWt3zKsBq63ghnnf62Wsrt5xQBifwiBRPaCip0aZCoKPTjkPt1oSJ1s5GAUcVCC1iGGQsRVKwsPqtU8yZwW7KWV2er9LMs2ARvRjmfhXanBKRVIQ4K0X4VByQIBVxYQl47M1wFBHrlkLbA+UnkFZH8JWpTMlAVkCupZK2uoVTg4Cq0Ug3SGM1XqN7cRs+aarM+ApZuEQWK0uqeSdny0gFr+fau+7dmBVBwhaY9VwOa8OrCp2kGkHahzay6Q6rgVYVcZmisspc5IyDwDiVggru6MY6omh0x/EjqFurGqPIM8AemoeZwZ2IfneDyJslVC3y/CKoEfLyOv2cWElNRiO6hlKGVc9NK9Ua4Q22aSGXUrzqtb2c7OvyDs14i79ySI1oB4Nw0RTLNHPNUCvYcaquK25b7YC4a0/N0zYZctU/imFOSMRoD9P2oUcHxacKiZcFwef+hS+9MG/Qcq/EkOrIliViCPo+DA1P45MdQEr0kms6x3AymQ7opE64iEP4nSiJWNVDZrMMjLm1d6umBEcX2ri8lrVEiLoqTjca3/1Y1e73J/6MzJWzRibJzYZQhws9VnsCBFmRgNgbeqf8nW8Rumg12NrQFWlgSeaKvL2BiAVxiWNCegWrM99w9rkntV6dslwaMBW2Ao+vi4oSaRizJDpVQUZVeos53UrsI6MqMUq8Om/+UfMjs2hI5WQmF2cmms1DPSuwo233aI0WOuOaqsn81GfZTRH4cMwp2h4RKYMgfSaFzh68jiOPXsYublFzC/lsHfPfvzmf/ktrFm/AQuLGdl3DFOxde83zEqCAAqArDQ6fXiUMFnjuAiztVptgIYE+AjScZyNNifHslgq4P6/vB9f+uJnsWvNGvzXX/h1tCfW4NCLw7j35+5F14pelHIeWJxP3gpsJmzXCKwyUYHPQSAUxPzwYUwffwDJQB1hFvxqRRUD0pW6WJYCumLmEiBm0l8X12F+N+7zdGov18hmZZeDV1jGAkySrW3XUKq5As7yHi3li6j4gth9xxvQsXIIf/+Zz2J6KY9EKo3X3nYz1g32IVcsCuOGyTnH28xDtgrKmq1WG2wUAWVsShlY8KYiqBfLKGWLsCIxMcMRMzyfDyErKPEr7xvfl3OL94t/yjwRIzLKHIi+jWIcy7pUsS7BFrZOy9bVoqnKfxsGsmHAmbVngHTzfAO+8vrf+d6fv+b1zRf8/u/9jgYWlAyAAap4PgajEWRnxvCjr3wevswk2pNRJNMxxIN0og8h4lfF3JwniGeGL+HJ8/PaBEsZOAmQQeAu5Fe6rCFlDsp1x2OYa9zjVW3wBEoZeRfKBDySmL80jvmZGYm5VPLLbhGOI/dSBRLIuaBZeGuHViPhcXHm0iVUXJqP+ZUwkDBEmwV+M0itye1ywNWAh617iwERQ/4atoWD2BWJoWdFBNagB2fnhjGddXB4BBieojY8GXsOHJrpiBQ/JQ38iuQBYO9NN+JXP/xhdPcpbXLeZwVKatM3sssCnOu6+8euKfMoembXXLgBD0q1orif22U6n7tSJ6akUdAfhOULyP8EJ7kfslXb73owfGYY99//55iemZMuHU+dLD5laicyJSzYMsaiL0Czf6oxR83YSVypgVWz9/pp9hsOy5omiETQh8Dq2o1rEI5HxcBGmJPUeyzkpNOIBjiM6XmHx8fGsHLVKhkj7hGUdqPjOKUQeN6yFVyZ6Knz2RQb5Kwjc1mf3WaNmNyCzD251y6l/1XHZKlcwPzcDLJLWezdezPWr92C8xfOYWZmAotLcwiHKPexIC3XW3fsR+fKQWQKBWSyiw3GqipoNs+01uJH617O6+Naby2E8XUEwg0BorFwdaGO12ne3/z5W//p169rfd93zwEUi3kBlKgNvG/3Ltx2y63Izoxi9OxJpGNRdHa1IZMv4PzZC6gUy5JDRIIBMamquQ6y+QrGJqeRTnVjzeAgkpGY7L+ZzBIWFxeRpfkiaoglgkim1B6by5awlMkLoEpW6lLFwaXFPPLeEEJtnQi1daOYySqAjMzRcAQhKyLMVClOMg4X7XrleB+Nx6SrLQA/woGwGBhW7CJCsRDSJFONXMDhxx7FzOWLiEZD0lWmunoYL1Av1ZL1wb/Le/rJ0Fa6to2CsZBrdGeMT8mhUCJIdLBFboQxFvVZffDkcyhNjqJeLyEZjqK/M4479m3DUE9K2tk5d6QLg8AccyFhSTJeo7kxu3NoWFbD3FIelyenMT41i3ypDNf1C/6RSEQRT1AL3ovZ+XlcmM1jqVAR+RSuIoKNoj/dws8woashLX3g/W/Hnr27RX6DgLPETR6gVK1gKr8k5lVWuY6bXnUTzs2M4dDh5/DG2w8gFY5IB3HRU8fpixdlLa5MtiEVT2JuegrJZAIbNq6TsaPMYjSqtdw97E4OCyGOhDoCq5QAoQa0YDfyvW1xmJ1amMbR54+gVq6ju7sL0Uoe5eHziIjhmS3KZIo8oe4/F38DO9AhusI5VPgoUS4ltwIhkSgIxhOIt7cjlW5DMBKBLxQSDdmLly5hcn5R5kFUTKjDMl/b2tL4wbMn8Ldf/CdUvEEBsKXnWHenMak2a7E1hzZ7QOt5shxbuSJmbinsyrmj9ya+zyvA6pVb3CvA6rIt3wCrn/z055DPU9eG7Aq/LEBKALSlUwJ+kl1KtiP1liSIpDg4qyt1B6lkQlrGWeGPReiKHmkAJNzoZmdn5TXlMllrrGQzCFE6nQzCZJ0pQj+KxRIuDA9jZVc7irkcnv3xM8jML2JsbBwXZ2ZgcxO0IcFInXqdBP20LtfyqkPrgapaktRDaSWxpU0ZXb0UY1UFa0yPVaAtbfCug4GBfvz6r31Ivi8Zq1ewPU3lzgrjf/7NZ3Dk6PGGedVyxmqzYnJ1YFVtBP96jNVgIIgEnZzFiZim7QwUyUxRSScfDSB6mTN0s9qsNk05hOw6Aq6LXBRI7h7C4M7NGBu5iOnzo6hVKti0YxNqmRJmn7ukpAAqNgqVEuwYsOONt6BsAc8/cxib9+3B/PgMLp88iQ03bMSqzeswcXkaU0+fQ2SpooFVV3RcyJiSNokWN+PWjZJBokBAAvbp7ySafc32VLPBtoKZUqHUhGLDWDVi163zSJgnNP/Q1fgrAn3dTqKABbaWeaSA8B9+5j/g9XfeLFIATz7zvDCYK5WauIC/HLBq7on5jtersTq444AGKthWqfQCeSCK2y7dy0RjlYYw1FxV2kGqFVjNQVaNPZE2eMTtXbX5GXBNAENWpAWwldqhcoGv1OEWqX9ag9ehFADbsyqS8Mrnyt9YiWzO/8Z4MimT1g4DrDLJ9kvw4vq97EBRiRsTa5t02hLcZBzeWBucGq+dCBY1e7zwlopwCa5W5iVxUukfv5MCjhvmVQ0Ujk6RzWtSY99khahrVP9LNV2+gWpGf2lgVVKMFjXlJqu1kQQ1mt353j+dsUqg2VwDWyoFwPEHsCLlR19nHFG/he5EAGt7OwFfSRhC4TxwfnAHIv/+fWizAqjbxUa7vqwJlfFo0E2BfKo13yRvYhfW8i/Dt2Ug2OTekolKYNWMYCvjVBWLlumztjBQzciq1ikC9E24uQmuqhFrnTcGZtaHSeP3L8Xa4xNqmmUuDCI9mgzGyXResIu47Nbx48f+Al/5uX9AZ2wAQyuDWJVMIFgPYWZpBovlGbQlLQx1d2NVuh/RsI1EyIOEFUDMFxIjE2OWJful1ozlHuKX9n+lua1AHN125vFg7a/cv+yUfvl/Go1Vs18Y4NSsJ/lTSw4okzA1fgZobJyN0jKv9i8DChn2hjogWjnWumNECokB0VozZkCapKDGtQUAl3NXjEVUcdaYYJG5IOw77hsaxFVFsyYhywnF8NA3v4MfPvoE4mE6bAcFwHCqNVh+C7v27cXQxvXSSsi2MiYIxuRQznLddi/vy/+pjShFQ2qneXHs9Em8eOo08osZLEzNY0VnD97z3vfh1XfeBW9AGSnx3hn2oQF1+P1EzoBMz6rq1FHsSrUjEFjlcwiqkSlCIJUFZz44XmZMxsbG8KV/+DS+/fVvYm3XKvziL/wyXv2WN6AeDWKpWEJXZ5vsu15fSO3NMr+UVEvr2d3YT15CY1UR/2uYnziJ8Re+iTZ3AREfr6MOW/QNiyiQlVauSmxAB+QaTY60IUyN+njsaKorA7JCVf2OBS0moTQAIXpEBg/bS3mvaVxYrFQxsGkr1u66CamuXhw59Dy++vBjCEYS6E7H8ZZ7D8CKhmScOWYEQY2BldmODfPMzCmvsB29os/PVWzF46hXHAQqLiq+ioCqwmwulxssWFMk4Nzj5xigVcUIBEvZutmUcFBFBKWZbgBUk4C1Jm6tzDyZby3sOHOPed3Xy1j9nf/2242ChrSSa0KB7NNkarl1HHr4q5g+eRDpeAiRZFS0n6P+GMJs9fexmOTDbLaGb5wdQ7FcFFaqFbYQioYQitCR2aeAQtmvlAMzdfvE5MrWEhAueUpslY8hFOxCOmahu6sbHZ3tso/lcnlp4y7lCsJULtL8irIdtRo6Ozpxy437MHbkCH506DkQgqv7aKrJ5JhxhZKmUYm42oNaH+Z35mdmDZoijonpZF+x63hVWwxbwxbaemKo99h4/vIw5nLAixMuxnIx5RPgrYOFFoKllImV++zUcde99+DnPvTzCEdpElVQ+tH6jJTTXEt/8bOpicn9ix1KtXIRdrUiZAABVcj8ol4z7wH3D5FWUv9LV4Yxd5HOII+YyJ47fx5/8Zcfx8zsnNLSdZXOpOhkMk7THXpGA93EJ81x051bcrY0wWpeK/MWkfsiwiv7iQfpVAKrBlZi9dBqaRvnPSsVc8gszTUMWRk3kUyRTtM5PIF8sYBgMCIyCLFkQq6N7uL8TpZoYDa1VM05oDqcmvfWECPUvqqez3zOFMTIVmUn5OTEJCYnp3HgwJ3o7x/EyKWLkldWitSIXEBvz0oMrNks5lXcd9jubvbE1vOrdU2a35s5xs9Uhr3qXBOwyENmdlOjuzEXTeFRn1WtOcJv/sqvvvyBfZVnfOr+P0bdsaWdfnJiDFMTY+hItyEecBD1ukjHI0ikk/CHIjjy3DFkl3KSNwe8LkJklgcCKFZtVNgN5wugRrPBCsF81XHCPZqt4em2JCIxtmVz3wbyZKdmisjIXu5gKlPEXNWFm+hAkLqbVaY8dcQSMdRDtDn0IORl8SsBKxoWEJQyLtz/OdeCVgiBaFSRW8SzSPVEMfdn5xSLPrPnzuDgww+jujgvTG3mXHzwujnPuU4Y66v9VXVLyubckqMy5uY89gctRW4SKR7mIXydkiwRQLOQRWlqHLVaEd3pFNauaMOdN+3AYFcKsSglYTxYyuVRLhWlHV5JGvhl7YosStXG3FIWZy5cxsT8EmrMOxhzB2OwyDyX80HFLgTFpzJ5ZApl0UGlBBTXKuV9JF+SHJFrjt27lKNQUkhvvu8AXv/6u1XPIwtdAbUf5UtFXJybwoVzI+hLdmDbju14/NhBLGWzuOfGW+ElicTjwVQ+g8lsBuV6HWtTHUglkpgcH0NnRzu2btssuI3F4hnBZn43MeerIV/IiaQIL4THNtcfSUt2VXmS+GwfZjJzOHjwEOxqHW3tbYg7FeDyZYQIHBv5HxErUbkUm+dE9kTPcUOCEGap4C0sIvGeEViNIZhIIpxMIhqPwwpH4An4hRGcLRQwPTqJIk2raehWYv6oula+/MgPcPLiBKpiOEdfEFvyRYK7xrTPnMFmT1Tdx4rC0RpHNH9/Zdee2hdau5cVbsXnz8+/Yl51xbnsLj+pr2sL/LfzIgOsbty6s0WXQk1Atu6wDYhBNYNNtu+ptEqBfawwsl0kGo3JZhGNRcXJcUXPCu1WyRaDsryEYCYZsO1taQFkpcTbaL9VFXF+ZqFYkDaSrvY2JVxct4Vyf+LUi/jWdx8hL07a0fzCvlMOtARHZUNt0VBdHphJWmtYUBpYMdUiHuStTbkS0MnzuUE0ARappNZttLe14Td//ZeRTieQzWRkbIzLHVvn+bCCYXz8k3+NE6fOiNOvSmO1tmWr0Mr/Ye/No+U6qyvxXfdW3apbc9WbJz3NlmVJtiRbso2NjTFTjCFgRofJDAmGhARCOglpenVndXfSnQ7pQBJCYhII4JAAIUACxuABPM+SNc960pvnmueq39rn+76q+56FASf9+yPLtdbzk+vVcIdvOGefffb2sL+kNVgfiJe5Z9pvDTis2GoXBl7awKi+tt7hzrYnth8ymeMxiwQDJRwqKhHkNVOtjAQOVVJrHBHV300gptiCxKXIDMwHG0juXIeRy7di4sw5zJ44h0algs2XXYxaoYqZR0+iq+mgxFZ+ugNHWtj48stgp1w8/uCjuGjXTklkz+0/gEt2X4L+LRtw/vh5LD5+Fk6hJlIArFyyLaJZUy1shq1qApoVG66u0Mv19ARx3gTfBOgiGyGVNE9V2giMq962dmbfAWK1uLl2B+X9kbuuXQPVOFQtCZVKEe9972247trL8cW/+3s89MiT8FmOksMgm00HbdJCrYNlkyR07ola3Pl4ocDq6KU3dlARZe2uNj8yKBjgyybPVv2aOIYacFQ1slNo3oad7EeTUgDSo6u4fgzs1DWyxNCCAYGYVGnt03q5BLCyTOCTTAsyPGQeeNvXVMAhDyUK2QEujbqm6B+pY25Z1E/SwGRTppvpMAAAIABJREFUKwYyII66sNy4CoybtJBXQRoDy1a5glY5o2QJoNhMRNKbsnao8/HOFeNKb1b6leCqeVYxaVUToy2asDJvPUDSCvhUO7SbFUVGCR2apTN3ZQLZ0Qz1rD/6SDX/R4EsPrYaBcStudv1o7fLRSik4N2UG0FvPI2Ir4ZIAvDl/Mjufi1i7/4FJHwlVBtK71Z0kORYKJ2nEVIalGjTKgXEUWNSGdZ17o76N1+nfdHVuG8xCehW7FbTDqTvaPvKMWiTxO65rf3Kiovnpgw4vCzVFg2etJGV5y60jTJUZbkD/kk8rvcF+a62EZdi3dG9lZCMyOOLkzrvfAvTTR8mfEu45xu/j7t/7W70xrqxZiSOgVgUkaYfc9kFzBbmEYs42DQ8LO708VANKaeFFAPGQBABi2UDNneqh5il8bx5z0QGQAE54p6qwWYWMTb++p+aU/uZf682r2q/UY8rA2grHWoNyZvxqvfFNmiombNmvTNBsgT9sj+YH1Vg4icyVqCOOjW8CVbRXZ0JohRO9BCWFju+V5gg7HhQLBS+LhyJqFa+YFASCjL9CcRwfWZCyICWCeW+w0fxla98E9V8GVE/YxJlwlMrV7Fl42bs3HO56KM6oZBK6KQVWbXj6VusirkspAk7URkycr9uWj6cGTuD/c88g8xiBrlsQbTGbnjZy/GWW96M9OBacVaW5IAAfIMu6iqBIEjCB8+NjE/uq7x+0k5fqSCdTsMNum2zKn/Uh3gwikaNjLYWzo2fxRfu+Czuu+du9Kai+J3bfwsj/RdjbG4KN7/ttege6MFygRInSkBEXIdlnvD7O7GAdw2j07qjiflktsJXgb8VgGPVsTj2OMYO34tgcxpJGmyQDUqH6FxZHICLZbKHqbnHLqaa/BAgZawgrZC1pjDeKnyOrLlmE6V6Fb4GtXFV+2yFIIHtoFrjLPAh2TeIjdsvgxtPS0KWTqVxxxf+HmfPT0kL445LtuDqqy6Va8ZYky2J1PznuGTcxQstjGq5rwrMblg2Qv4Q3JqNitvE2fwEGKVGKxb8kSiazPKqVcTCUcAmyFpGqZlBoBlEwI0q6RsfwRRqgwM+asxLHFZHrVEToyM+mg0+6zUpU4Uf0V+V9vXOamSMoPi8mm+KCcdj5jh8oRqrn/y935OEXIAy3dZNgFW6C4IhYR6effIhHLzve4gHfQjHQkhHQog6rjDaCHrKvWlZeHIyi/3TU2g4IYSoo+qyLdOGr0m9RQgLSIgElLKgYan81oQEGtzUG7ho+w68/FU3YcPIkAKt9f3hGFQyYtKOo2TFWLBtNSRX4Lz98R134AePPYWFlg8Ni/FcTUkT6T1h9cJnYnfvftF+Dbd63j9qThLAtFoI+HzoD/qwO+pi1LaQWtuLM805nJubRNO2cHjSh7NLYdhOAw6TdUIaARuhBsdaDd0Dvfj9//M/kEwlUSkUyFtstwerxZzEDLUXGY19gu9Kk5rrW0MYhBJ7cL1pKEaf7E9ax1dYoezuIbuOoADZ68EQIkEXJ48cxl/+zRcwNj2PAFttQSkABUpyjWkXzCTmVECgFyBo5xIa4DcxqgJWlY+CNGexc4C6mI6DgaFubN6yEfF4AtlMFpnlJSwvLYrOrkN5g2ZLXOa7e7rlHEm86RsYlPea7kPqTZMhLd+hdVTNfFUApyrSK0YqzeDKQj4oVyrI5anrW0FVpATqcn2rlJ0rlpDJZDFxbhI0ePrQhz6IZCKN8fEpnDz5DBKJJKLRNAaG1iGaSMNxQ5iYntYGVh3pEC8oz7XDFELMmBKSg85tOfaNg7uR8VGkNZ1HGoDmAl4PH7v9Qz/zvu194Wc/9fvSpcX7cezwQUyNjWG4rxejfWm0KkWkEzFp3a7U6jhy7ATmFhfl7SGyn7XespCVmg0UyuyQoNFeUwDCIPdYJ4h0KiWgeL1RQSafEy3Q6YU85pfyyFYrWMqXMJeviIal2zsAnxtBpVRHKBSEG43AH2bsbaNZqSMUiwsgRvKUMPurRGBVtMYcTVSVWIxkodNxBUyjFinluOJ2C8cefQQnnngUAfbiC6hKhqkyiJJ8usW9neCBkaKjbIgiYPEzLRrNcb12+F3KcE4MkwhiyvUgRmGjnllCfmYcvloZfckUtq4fwGuu2YXBdBz5fAmz88uYmJkXNq8USCwfhnrT6O9OgOzuSh2YWVzGmYlp5KrsurSQLZBZSoJMBXNzCzIuIi67HyzRqC1W6ihxzRQ9+iZCIXWOQhQwoLyexxz71165C2992y2IxVyRX+F+x3PPlPJ46sgBLC0sY+dF2xBJxfHg049gtH8Ye7ZsF/MpElpKaOLYxHkcP3sW24c3YO3wEBYmJrF2zQguvWxHW5JKwGIabtHTpq66NIQopSWeTEcIMRFZ5uotTE9O49FHHpX9P5VKoNsNwjc5DjufEwKL13CSsZXFmEjjBVzz2kxjxhlcFwKOkkBxHJFPoXGf41JrOoaAG4JPcCf+OHCsgHS+cP0q0AsmEMEzBw7jk5/5LBbzRZGuEDBXz1uuL51k0uQWOr9kaqPzA44jk4MShG8XV0wx1OQMmv3qxQ44ABcXZ1/QHP+P+qYXGaur7qwBVtevv0glXKvaN9SQ7TxWgA+rKvJ8FVumOLYNCCjsDV2hYTI50NeDZq2EUEDBA9J2QeFtccsMyKJ/5ZVXYc3oiKoCsYrid3Dk2En89ec/LwG/tBprcwNZkDWwKq0xkqR2nI69QKP5d3th09qhZhExZ9l+j9beM3Rx/p2LUSQcwcc/cjtGR0ewtLTQBlZl09XqzIGgiz/99J/hyPGTAqwqqOAnAKsenVSvFqxhwrXviWbdKqbgSjMmc+xyDQwjz1Pt53Nkb7DNJ0imD1v483l5GxkpEsho/TLvGDDBiEqyFUtCAg5xQvZJ0Fh0mkjvWoeRK7fh3MkzWDh+Hq16HVuu2I5KroSJB48iVSdjtYGgG0bBqWD02ksQG+nCg/f8COu3bcPS3BLGnz2EbZdvQ/fGUZw5eBqVZ6akndxfU1eiWCmjVWf7ngrkTHDkvW8mwGxT/NtJ/Uox6w6wqlo0+D5l0KLZa8bEykP/7wCrHTaX+RzvvDDAqCRn1RI+8IH345qrd+NLX/5HPPDQYyKhwY1N9DefB1j1aqwaAPmFAqvrdr5SMU0FDTcApg80kRcd0mad26206gslXIBHpQlpS9upDTs9iEakm1m9OCe3mtTq1cEmrVNtFVCRodpimZuaWdWKtPhRb5VjgpVv49Hu7Y1Rl112PrUOSbu+Ar1VRKLdhAW4DGlnYX55TemMMXGLx2EHI5IkM3kkrZVBKseMnFO1iGY5A1+tJEw3AhKEjdWjc+/VkawEOtVrjBNwGwVWyYzAEgRWVwKF8g6pzujXa3H31cCqtPWtWpdVs6Xhb3rW3zZTUxc5CHj7Awj5LaTJTmI7HSpybrFQGD2xJAbiEVihCqrLdSSveB1GPvxLaPqLol1GYFgAfG0QJf+Se2DB4jqriM2aHUfg1bA71frdbvfzUEN5RQisCjBLIJFDbhUYyjPyGwd5MecgGKxBDK1NaqQEFNCqv7flMdsyLFv53WGkm6smc5PHIJG6cp+Wn/atbaFBsEH73cvaATJUGphu2Ri35/C9L34CD3z8IQymejA4FEN/NAq3aWF2aRZT+XmE3QA2Dg9juKsP6XATXS6Q9gcRdRz4KfWhazPm/iqzKku0/PyWlrLRmqvqKjSx6aOfWTUafvr/ehmr3n3csPC8SaX30xSA3WmxM+PcsBpMUmzmiAJPGtI2xjVM1iUNftMgiBpeRjtU2vyphawfJilVwAvXD2Vqo8BVxVIygbcBpcx7+H1kQs/mcvjCl/4RJw+dRMJxEeCa4wZRzhWQDsdw1TUvQay/R+RJ2EkjRU+TyKzS51SHxWKNLcmPFA/QwtTMjDheE+QYO30Wk2Nj2H7xVtx66wcxvGUTMsUirEZTdHSF9cqEjgyUVhNVMT+xVBsrZVDQEqCQ16In3aMYIfU6YrEeabNt+GiGcwx//ad/iZNPHUXAKuKXP3Q7PvK7v4OFYgmLuQJ6e/vkGGni4X2sCPY9TJ729ZZ7yyJTXYAjshEjFnD+0GOYPnIX7OYSuqI2fNLGzzigivxiRlg7ZKtWay0BUcnYKRSrIsdUqpDBWket3kK1rnRwOYcszWgt2gIBgc3dlNmW1lqfhd6BNdi6ay+afsVIJRBPptvBw8fx9W98C9FYF7q7uvHqV+yVGIUJHoFV16WsFFs1CXR0GCdGp7/lb8HfspEKp3Bs/jSOLR5EKFBED40yfH5YgSSiVhTpSD/8wR74ak1UW3UknDAoLFQpUBKgiqZVRSRoo8Y8vqbkMsi8VfNXuUAbtos3JhJXe4+0RmfudeIIJqSMrRjf8jN+8U3v/ukT+gKv+L3f/URHK1MARMZiXA+b4jbPvXf22LN4+q5/RtiiKUkIyXBY1ijXr1pjeew8lumijfvOnsNCFXAoeWBRD7AFuxlAq6FeIzr60lWmjeB8jOHoddDAZbsvw+vf9EaMblgn0jpmLBrmtnT0CPBsS9JOAE3MbQmIVKs4d9f38a/3PIBT5SJqNIiDHw16EPwEG4LnA1aVVJcyMOH6wU6BWMCPPX1dCE5OYW3KRWprP876F1CozcANBbDviIUDZ/xoUIi3biEQtFAF1xhX4p53vu+deO1bXo9MZgn+el00aM31kFjRxMrSUaGuF5836ybvszFKa1BflcWWCqVCaiJ3ovIUJTdBkEFpTgdkvNfzBRx78jF8+657cXh8RrSQfZqxqlj2Kv9R25pSAPXGn6uHjolbzfMEPAmEEzDn+OW45E93XxIbN2+QeTc3O4f5uXksLi7KvVszMojh4REpgjFHGxoeku43upaTnUwgMhJmUddFQGsA8/uUlAylRUqiT0vWWb5I8JSmeDSpKiFPVnOxiFyebfgKcPUSJiiFQA3aRqWK/PI83nHrm3Hbe27DQw8+gvMTh9E3MIJEkoSeNQiFwkIcmVyY13INBKg6c9e7B5kx1QFYtUa0vr+yHwgYrIyuzP+b+F4KXDquMeOBf3uhwOof/NePtnOQ82fPIr84j3UDA1jTl0a9kkdSzA1dLGdzOH12DNMLi0JECPlplMmSt/IDoZksuwn8NLUKhRB2gwgFHLh+W9reOQdpUrWQy2F6IYeJ+QyW82UslwrIlCootWxYsS6EUt1oBYLCSiYrVAwn/UoehRqvzAm6evsQioTlOVmfNeOYBJhiPiMkC5F0sYOwAyFY4QiazOPKRQSbNYwdOSQ/BFdVJwU/QxerWmwXD2hZEVWskyKEMB75OuoS87M7TFZKHYlOvpYoo7FXNbuIwtw07GoJA+k09mzfjJdesQ2L0xM4Qem65RJypTrKJIPYfrhBPy5aO4hNw70IOarQlMlXML2cxfmZJUwtZECN9r17r8C585N44smnkEqmkUxFUCnn4fMHkS1VsJgtgDx85teUVWHnFglh0s2iNVw5nwlIb920Fu9+960YGOiBG3ZEdpExT6QrgYOnj6OYL2Hj8FrkaiVMz05h7/adSLsxFCslhBMx1P0+PPDUkzh25ixuuPwqRJ0AMnPzuOryyzEyMoIiQXapy6icXc0JRSYQNKHelGKaWdvkOvu53ldx9vgZPP3EUyJBMtzfhzjPZXoaIeq0GjM3MQvWgLcwepXgG38IpHJtcxzqQ0sbnBQGuV+JWVUoAjcSgxOJIBBWDGiOI2X2xUKwMGXgYz4XTuGLf/81/MXX/lnuV3veeRa9lWuhmtPy4JjQJBpj7MenO/hOBzdiOiv7+irpH1O8WnoRWF0Zi77IWF257Rpgdd26ze0/mCBJgirNBPW+awX45AHvTHBhACFxGxR3UFW56k66YlLA5L9Bo5yGAscIrLJ1hHpdDDK2btuOeDIhjBA+Ry2Oc+OT+Ms77kAmQ9FtBbgw2FbzRYEj/17AKj/LbMCSmWjAWRJCaiDZfnzo/e/Grl07RLdGSFl0UzYgHOn2gaACVk+cEtaGgjtXtj1fKLpeYbKl4Y5/H2AVoBQABeeZbOZzFCMvyOJGjRZzvmaRMe0z3uSNlR1udJJc1+m8ru4rgdXeyzdgzZU7cPr4ScwdGxOoaftLdqOYKeDcjw4h1fCjlCsJu68YqGDjjTvRv2UU9971Q6y9eAuWF5YxceAIduzZgeToEI4+cRjNw/NwGj7Y1KpiK0ClLMZKlKXgvWaQahZWc49MkPSzAKvC0BKNzRcGrP6kYFYCL0nmmVBVcPsHP4irrtyJO+/8Gu69/yE0WwxO6iuAVWVo0wnsDHvMLORGeuCFaqyu2/UKpR+3AkCkwZQGVtlKQcoOXS6FTW6A1YbSPGRrTXoAjVgvbDhoNito1spKqoL6qzIVG2rzZhWR40OYG/zMBnz1gjynGKuK7arcwxW4oa6lAVYJ7vGDtHkV/9022dYsT+W0oT6bAB0Z1oku2A5bewwcqIM0AX6asOoVNEoZtCp5BfAadyW1ejwvY1XN1dUJjG5ZlNGugWDD6PQUS1SRVB2vDgH11JdGcPXJq9qcFG+yA2KqN3jZq+qCKA1otiNZcCwgwBvAoMkGYq4fXdTlSoQRCAPl5TK2XLQHOz7yEeRGYqg3KcugcFTFPDbMKwVzKsaqliORr1ctvoK9GthXXJ/0Z+j4hUtmmsCqEXjR91i+x4MN+VcVfjqsL3VuigWr+MASAAlQZP5vJezcBl5XMGq1Lqw5Li0voEBexTQiy1jYSsagoqWq/7N1C+P2FP7pz38TT/2XpzHaN4j+Phdd0TD89RZmF+Ywm5tHKGRjdGAAIz2D6IlZ6Alb6Ar6ESOwyoCfIL8wI9X9JLjB7gyajPlFCkC3hplr42tiy8f+/EJbw/M+98Hb39qWJzFroQBAnVrFipZ882FiNqAZ/uZ9piXT7OPmeZtMBF1IMW3R7eKWaPXZYmZBPSyyVslkCrh2W4fSWyjSXHe5B8Is1XsJ2UpsFSPwxoSM94dxBPfderkMn+Pie3fdi3/957sRCdjCtqdxVoN6gcUydl5xObbtoolVVdrMQiGuVc/V3KJ5kcP2/rZBoRpXwXAEQyOjAqSUikUszC3g8Ucfxbatl+Dpg6exvn8Yb7v1VjTDDnL5AqIIoBVg8lRVbdrC/lYP7lE0eZFr1GiKXAFBZ7rtZhYKKPiyeOKZB/F//+CPUJnJYrCnD2+9+bXYc+WrcGZuHnteuRejmzcim2fhsybsjdUPb6y2+m+BpoUSzSUcJZcSchxMn3gYE/u/DaeVQyxkgZ8oLNNaA9l8DsVMTsAPAqjCutFgaq7URKFEsLgi7ZwEFCQ+JHPXx1iAuq9+FHx1tZYJaB5Cmdc5FsO6i7aid2AYlkUmsV/053js0VgCX/vGt3Dq9Hn09fVjw2gfrrjiciWbYlmip8ZknsUj1b5IvdeaANViktSgXqWNcmMJD+7/Pmr2Mvz+JuJ0FQ4Q6A4h2LTg+Fy4oSQSDk2N0oiE+lD3JyQxpAYggS3H8qNYLcp+ogpO1LwEAo6LWiO/wsXcjOV6VZ2HAU078UiHQUhQ1ujF8rUvGFj9xO8oJ2W6XVN3U7OzuPbVLQICDuZPHsJTBFZ9NYQjIcTcEMJkq/rYLky2K9mCDRQtF4+Oz+Do1BJgOajQWFIY+7J9KBaQ/DZ7s9qfnbCDm9/4BrzyNa8QcIOAmdpHFTPVAGIKhFa7BMG7arUs4BuvA9lzmWcP4K5vfg/PzE4jT6Yaze1FiuHCRmzesb26oCB7hBVQQLjVRNxv4eLBQVyRiCF/7jwSqQRGrr0c/VftwGxmGpNnD+Guf3kah04WYUdC0gUn97NVB0OHNcND+K3//LtiEke2lMsioDZoMV1EBmRXeboC4AyT38Slwp7VcZ2JleU12nleWa5oVp9ueaZM1Mzpkzj9+MOgSe+jx8+jYAqcPEaRuOoAABJ46X10dTxqrpO3ECBxpWbG8n0EfEUn23HQ05fGho3rBHA9d24cs7NzAorymJOphMw53m+y7ykVR21GakrzvQRqyVIl6YLdBmXKiFQoJVKWH35OGzAVJmKn7dY0hnFcG8kxBaCxxdoWJ3sp/JRKWJydwE2veTl+6dZbcedX/gHpNJm2oxhZfxGi8RRSiS4JXRfI5NN5nGgn69jNtAB79yIDmnKsm73C5BHqmirdZXOvDLDKgpoxWPTuMb/xKx/8ufdvvuG/f/LX5PpyD8wuzAsAOdCVQm/SBRplJGMRhINBZPNFTE7NY3puQYhGNIkieGV6r9j+HrAaCFP7lmbUSjRdrofocVYqYnI1nytgdimDHIHuegOZah3LhTIqVgBuuhdusgtOJCH7Mdd0m+323Isp61cgqKZMCu1QEOFoRPJK7n/sUJuZnESxWJC5T4kCP48j5CLa0ysSPvVyERG/H6loFE8+/BDmJicQZG4pjWSmI4bFHg5+ZXQkPwTjAtQaVh2u/BvvjFp3GxIjquKskm5x/D7U8xnUs4uI+n3oicexebQfu7asw9zMJPLFGjKFGuaLFTGm4hoWDTkY7klgw0AXEi7HXg15erzMLuHUuWnMLxeQ6urB9ddfi4WlDJ7Zf0CKEaLVXC+jq7cfY5Nz2H/0BCotSzTfqZnLOEZiatHNUsUYPjgHB3qTeP8HbsOWizdIHvbII49IC/zoRRtwZmYClVIVPbEUMuU80j1p7Ny0FZVcUXwyRKqEmtVnz8IKOtjcN4TDBw+iVWvg+muvQSKd0mAmNVC5njeE5KLMa1UuL0Z27EIOKc17FnEpa1AqVHDq6DE8u2+/gKPJGIuULpylBTj5fNuIVVZvbRRJ81eVrmignXurExSAvKGLdfwufg918APBMEICrNK4KiTznYxjxqbsSJFeEeaSPj9yNQt/8CefwQP7j0rXy/MDq51OSJnHAqzyQam3TiLS2U9U956AyzpWl+ujNZpNHMzfiwsvmlet2JNfBFZXrvkdYHWTB1iQrFMFzjKazHuUNlsbhJPsVFU9BPjRACQbADnJDHNSquTNBvp70vjwh34ZQ709qNIps200xY/gYspFpqZ0CyXQoaMrNwUb84sZ/PUdn8f4FN1HFYhpAon/V8CqbK56MnqrlTyX97z9LbjhhpcKY1U2Wq3vohJ/MnCC+PRn/gyHjp4U8yoly38hFpxegwxT2MNKNYGpARPaUgAvgLHKb+FCNTgwKAESxcxZiTZGUN5KrgkSzULSCcyoz6KMuqTipQOREoHV3RsweuV2nDx2ArNHzyJgWdh53ZXCJDp1z7NI1mwUsgWBS8rBKta89BKM7rwI93//Xoxs2oTFuUUBVrfv3YHkyBAOPbIPzcMLcH1++HXsSCFvJtJkEhGkEN0g3dLjDSpNhV7O6XkYqyrIVKxoWUwvyFhVAIy5Fm3A9gL6X2aW8LNUiyDb32r41Q9/GLt2bsU//dN38P2772NzjgQBwpjUjFVlXmOSGBV0muDde29eKLA6ustIARiGg0oIUDOtE9RbEHtODawaoxoNkNJgIT2AZrwfli8gRlRso2TbnQCrBL+ll5KRkQgHKSYpJ7W0xOWpoyHMUVPL7ACr5hJ32JKc8zSrkhI8WzVkqVFQo9Xk5sfjox4s22MltEIrOQiLRYwGASXqtrUUu1riGAKrVTQrBfkBE0kCbe0NdqUGr3eudsbWTwJWCQJz1esofV4oslYgtNnatQaaTpLa7eIa4GSA2AFWPWBie4xodqyBOOX6+GA1qQ9IaZIWXKeJVMTBYCICOxJEs1LF5UMj2PaW9yB37WXwOWz3Nyz6pmafEhAgqKoKKLw+oneqAVijrSvzQZ+LrAf6uNVE0RqrsiG0hOBsGLHttn7dht/ZWRRMzIfdokyA+j+dmncYrx30Vb3aHINuBTLblcJy+TnE+tVR84qZc+GfldGggrAbbEmV8eVDFk0slIHz/nF87f98FEf+11GMDA6gtyuIZDgoAevC0gIWc4vwOz4M9PZgtG8APREHvREbPRECqwqoMbU2k6CJQYwwR8hcpSSFklvpwAktbP34X1xo+Dzvc+//wC0qZPS09csaQnMjE+d6rp15HfcEo8FnAkyykrzrqUlweRNk3Wrr8Ha0RYUZrJNhJkhuyFXAKjUcgw6CBJo140Vax8hK0fpivAbKBKQlYCaLMexI4LWLJeNtQEvaCv1BnD47gS/+7Z1Ymp1HmG7a2q29UixhsH8A17/8BrjxqOiTkeFj1m6vTrgq9irzIdF7tSzRiUx29yDkRkTK6Pz4OVlDKuUqutLd+PRffRFTJ8/ixmuuw23vvQ2jWzZhqZCTv1MXUSRV9JgU6QKyx8VlWLna0uiC10S0Vltl3HP/Xfjy5/4OpbEShtIpvOP9r8WtH/p1LC9XMTE+hQ2bNsp5SEuxIF7ewsqKsPaCY4MFLkoVVH11uJaF7PhRnHjsqwi3phFl6zalDGR+02W8gmwug9xCGcViBYVyFflyHflSFfliGbkimasN0Z7kHBFglUur1pLlMfLsnbpPDLUCPgu5Zgvx7m70r1mDnoEhBEMRMOmS5IWJC4F4N4xzYxP4yp3/ICyrgb403va2t4rMFDX0e3q6EY1So5ZMX5VwCzhH/VzuMS0HpUYZDx64BzPzx5CM+eWc/fEIXBaQS3VYzQqCTgtuoIneQA12zUauGkYz2I9IuAeuP4pErAv+RkjYmj6HTHdq9zKxd8RciVJ9xrzMjCeJGWpKi04KzuxoqimgVWJe6fzg+xRT1YA1LxRY/e3/9HENNpHRwx9t0kLdzSY7kgKYP3UI+37wbbioIxpzEaF5FdlCNiQmIzBCBmqJBklLFTx2chIFMo9FtkDJanjjnY5JYkvMZ19980245e1vEpM1Al1M0A0TqiMZomImpXen1jd+rpihiI6pjebyMh79l3vw8MOPYx4NiNo3QdyfsMo9B0z1rGVk/zcoBUATG18dQ1EXN+68DOviAYlVpgtVrHvpSzG4a5f75KAUAAAgAElEQVQwsIvLc3jswUfw5S9+G+VaFlaQ73MREVZdFTe88kbc9IabsZzPyLrMJJxaior9rnWgVTWyrZVqYmbv+ksWmEhq6TZbs5/VqhVdBFOXWu2taoeilvPS+Dmcf/JBKWLcf+gsposswqvxJ3mILAOaiXUBYNWs3d5rxn+bdZwFS/5brX2quMf1OZVOIhgOYWpyWtqipauKTHl5jWLs6vYumYeq+K9avfmQHFBiaJ6QKozLHqQ7Fg0oTa18VfTTe7yOw9nB5SUUyFnybwJQW8gsLqJRLeCWN74aqWQSRw4fx5qhHvQPr0H/yCi6ugcQj3cp0z2aFerlUsXPHUkAc32810ldKzVHvbml7Dnk8eg40fxd5UAMb1cW7XjMt7/vfT/3/s03fPI//TKWFhZRKRaFzOD4WkhQHzgRQiRkKx1VtkQXq1jOlAXgm8sWZY0jqG2z96ZRR5CsXaeOcDCEkO1IHM51u0Jz6koNuWIZmVINyyUFJnI9Z949X66hUK2hGQgjmEjDH4kjnEjJ3sZCGOV1CIRJcaBWR5BjyB9AoVqBTY31cASZhUVMj08Ik5RmZqGwK/8m21UY7GTtM0duNEHZiL7uLnnf2eOnUFzMwGVHQ5kgfFk6qkrVIkrVXHvdV3roKuxTtRt6MShwVbV36zhSMw7j4SCq2SU0ixn0p+JIhF30p8LYvW0zCtkMJqcXMZ8ty/men5rG2TNjiLshDCTDuGhNHy69eB1GBruwuJzHkRNnMD41L9fbZwfQ1ZUSCaFKrSFzxLFb6O/vRldfHw4eP4Mf/Pgx5BvURKb2rJI7VPJ6nc4BHi+vZywcwHvf907s3LUdMzOT2L//WZl7A2uHMbE0h8xyDvFgWMzltm+/BEknjFKuKNrYjhvEQmYZMwsLcMMRJJ0Ajh07gWAghOtfeo345Ega1SIgXkB+OYPs8rKwjivlIkr5Akq1OkJRxRpN9w2ge2AATshFdjGDY4cO4+jhQxLLxSmFZfuxfOI4GktLcINBAY2psc/9SEw5LSUD4roRkX4hEYp7A6V1PCG7Yq2KRq4rhpNuNIYA4xIxj1a5uUi1iacHYAUjeObYWfzPP/kMzs9llA648QLwSKGYlK7z28tYVVOT5srmsXJvUas011iTM5jv8L7uRWB15RL3ohTAqiXfAKujo+vbCYh5iQSOmmljgsn223VAbgabqb7IoF0V/xtQ0gk5+OCvvB8b161Fo1aSKoQ0/bKVTCuFcW3khBE9IcuGYzGR80tl7vNf+CIOHj4qAtfC/9FCwgRWBQT+d5ICaAcJnKweYNWcI+UA3njTq/HGN94srTIMGkVwW5sXMRmjFMCnP/PnOHjkOPxtbdoL66J6r60XPL0QsGoCN9HA9ASX5r60AW2txdbWG5GNxoeenh4BJtmCU28opiorzOacjTmDN7GWxVDuiakWigefVCdFCiDQRM+u9VizZxtOHj2B6WNn4FgWLr/halRY8bpnPyKlJurlOtxACDmriJ4963HR1Zfhh9/7AUY3bMLc7DzG9x/C9qsuQ2p4EAce2ofWkXm4sGETj2sCFWq4AQi7ytnQsFe84KpJan5mxipBeuo+eYBV8xmyuKqyd3tumATJXJOfFEGJ5g91w3wN/PpHPoKLt6zD3Xffh3/+9nfRQkBVVwk6mYKEbsn1BntmA/YGey8YWN39cn0eyixOxlzTh5YAq6ppQ5WLa2iRtWoSLI5tFj0ItqUG0EoOKKCTAGyDjEcCnDSRktKnsD5Ec4yttfw3kwqCMY2KgKrUbzXfpaxX1LVVl1gzVeUZPzMJ+GzVuiTBk0byWMSWiiu1XAW81izY9FrFb5RKuh8tbuTGT4tfUC8D1TJQI0AvFJm2PMfq+aTA2tUPD7Cq2ZsKJCBy618BrKrA26SJkmm0QcJVW5I6f03nlPfotVUBqwaK1PpfHs6rd5lV0KcyuaB6PIHVcJAAZxAxJj+hsDjBXtWfxsW7rkL55lejSs1cuV1K21mSIM1QtaxaeyGX5FK30UOzLGWdF70odd/E6EGOgWxtMlZ75D3ywZpKoXjEKtnmX+p2Vb23fZadczVJqHyPukL6sil3bj1aPJdSz9H2dVZ/UsfegYPbIHH7c9V94gyg2Qjv+hKaWCq2cNo+jX/4n7+J8382ht7BHjEGi4QcMeHLLC8iU8jA8vvQ1Z3EaG83eqgxHg2gJ+xHnAGn5SpNTDkZBbqRqRpkpd5uwW9xfVDXRGnBKrrYtt/+3AXG3vM/9Z7bXt8GdExyqtYPdbFXJ9ly/bSLr/lbBzDtsIm8xR1qmsvxan3H9hqr5QBMAMrnqbNHvVRqVDJ4pn6qOLDr1n9TOODaK+2FZLXp9nm2n9HJmNeDGlzCJiQbimAbHXtbNr729W/hR/c/iu5oTIo3BDF5qmwFvHLPXly0bSsypYIkNMb5fcV+SeafrbS62V3S298n4KkdcIRVUSzkBFgl6Ldx0xYcP3EG//r178KOucgsL2Mo2YV33vpLeMmrbkAoGBbDJ3P9VGGNhSGxx0XIJWMjgKrsuUo+4ctf+jK+/o2vwSrVEG/48ebX3oJdu6/Aku3DK95wA1K93cjmuHySAVoVkMqw2p87EjqFl9V/Y4cAE59SfhKnHv4HWMtH4bpBWCLlo8YHu4doViO6iostZHMF5EpV5Mo1ZIq6dZdsHimg+8SQgyCoIrlY8DX8qNo1VEI0ZfMjmbeQbIVwxFfAlm3bsG7jJrQsMpDpOKhaj4UVQ51xJlaBIO695348/fQ+XHTRZtx002sE1HHDQWH3ilav3qONg7gymWkhFHRw9NxhPHjwR4i6lgDILb8PvoQryVOprJjh8YQfbP4f8BWlc2KqbiHToMZmCk4rCJetsqEgoqEY/KE+9ESGYZfJiKnCFyTTR4FBpiur3T7IWE+DqgJSaQCLoCrvswLDVOeWmUsvVGOVwKr5fKUxqAoU1AGstSxJbmePHcCBe78L16qJFADBFQKrlIox6yDHJBmqS9UgHjg+gfPsApOxwGPlCFq59wlrFS1s2b4Z73nfbeIAT/1GFgpYROnog+tFTG1bqsaqW+YNa5XmTgJW1RuYOzGGo/c/ioPnxzDepDQSO7t+MvnAO7a9c5ndGk3qq1o2aK2zbbgHr7tqD/q7klgoVnAqk8XuV98IKx5BsUDzSgv1ahNf/NxXcXDfE4hHfQISBQM+OEEWOG5D18gAKjTnZWGF5+pXnQZGGsXEZhIX6wPjkcv40DGdMqgiQ5UFgbrSlRZmq+rUkzFBWRhbAe+8+GSAV5aWMb3/YTTKZTxw5DxOzOVlIxPGHqUVWsr4V3IBvZd6wcD2/ugtQupxKUAGAYsmdR9DEsPzGDmGaU7Ec52ampK1Rsz3DHlG66zLXkmjMd2hp7uJ9dqncjeJI8T0txOhmD3J7OTq/9Uur16vaDiy32vJj/Y1FpUpC3PTUxgaSOO6a3djYXEBfiuIgYFedHf1ordvACPrNknrdZmGefJRHVO/DiCq2dgeYoSJ1YzWosmx1LmquNgURQwzVeUBiqW9elx+8L3v/bn3b77htz/ybszPzIo/RSIcUo71viZSiTCS8TBqlYKSVai2UKz4MDNfwOn5LMotP1zHj4S/jmalhAyZjAEgEgoj5roi9cGODxJpyBou1+rIUzebobsA501hwS6WaeLmhxWKirYqY8ZInAbWaSlSEhxlkZSFQRYLWKiRYioLXaEgMkvLYjIWi0bRv3aNaGcSVFXawhwbLFY1UCqRva7WSrLnB/r7YdXr2P/oI6gtZ4VVykKW7fgl7q/XuT+V2qksW+d5HqJ/LZ4LzA+MHIkac2Sshug9YPtQyS6hVcoiEQlKkX3TSB8u374ZsxMTOHV2AvH0AC5/ybV4at9+/Oj+HyMcDKAv7mJtXwLXXbULV+/dicXFDA4dPYHxyRlkc0Vk8wWUKWkAyi1EEI3F0NeTwtBQH2wniIMnzuCf7v4xshUfKg3lU8EYRugUmjRj9gueGIvst/7SW3HZzktw9uwpTExMiDlY3/AgprMLGDs3jrA/iDVrR3Hlnt1AsYbZmTlk8lns2LlDJAoJmnMWLczO4Nz5cXSnu3HVnivQFQtjaXYKc+fPI7+8LB0aQnjR3Ro0G5zPZjGfyWFsahbL5Tq6h0ZwyY6duP6l12JmcgJPPvkoLI7HgIW0G8WZ/QewNDmJaIjSKbyXjOMUGSjEdZjyZCEXYZqIOqpLJeCwmMP9XkmPMC4j05ds1XCUIH4coXBEYjliPCz6V2WOKdOzUKIbn/3SP+Lzd34dJXYoeZj67UxL84RWF09k3fEAU8aVx6w3Zg1Q72OXmUZfVm1HZp1dXnrRvGrFuvciY3Xlmm+A1eHh0RUsORmIHrq0ScQ0ZVU+xAwy+a3Zp9z0jeaUYrHqpJYbdauBt7/tzXjJVXtRymdlI2XQrPQ0CEQpV1mln6Lc66Rl1/KLpsmdX/0qHnjwUZmYUqnyAKv8XrP5GSF4b7AhR+gByHj8DGyMC6U5HxOwtTdiqZ4YBoLSUeImde2eXXjf+24TDSYGStxwGIBKh3KzhVA4ik//2Z/j2YNH4HdCWiXwuQJS5rq1r6fHaOWFAasKinlOoCXAKkS/TPTD6jQHUW0+5jp4K2leoNzcR8unGDfGvZkmLFycS/46endvxJort+HogcOYPX5OEtwrXn41aqUaTt67H7FiE3VqrNpB5Fo5pC4fxbaX7cEP/vVurNuwGTMEVp89iO17dyK9ZhCHHtyP+qEZhKghqcmTZKzyXsSjMfnNDd6wVk3CY8bp8wGrXvBV1Bt10iZmAoY9oJkBLxRYlXHUomwE8LGPfRTr1w7g4UeexFf+/msCrPL6M+lXrRHqnnnNq0wCZcaFaUd4wRqrV7xCNihhpUo4oCUQiCZJcqBYn2gRrFRtNcLmZBLUqqPBKnOiH0gNMOIRRg/BSR/BUgafZPoIQKfb8pk0iIsuE8yGYouSXSosI1YglSyBMWkSkXq5+GbL84v5FCvDFpM3BrLUYJM2Dlt0XAmQGiBY3pbarK4lsbwAgzaK97NooFpT+XofAVUBVhWbiAqb6rGyUPH8wKrWqdU1TToZK2BVsZa8SZ9aczrayl5OjtrM9bd7dFhls28zVtV1Mex/1Yrvqcx7lnPOT7vliLMye47CDpCKBOGGGIS4iEZs7OqP4KXr16PwqtdgYvs2VAla8N5pIxxRLNCkJflOModFp9QSFqnJe6UYZoBYamtLSqNasTj0U9GedrLFlnieBbVWRc9TG0jZnNiaCdtm7eggnNdJQFhFOG5Xj7WcljrrtlQB2/kZvK6s6KmzUomv9zMMmK9V6szdl2SVGotLrSbyRQsHG/tx53/7OBb/bhHJ/iT6YoptSoYiTQtL1NOygXg6gaGuMIbT3RiMh5EOthDxu3B8qj1MMSs4vpSpCj/D8QMBm4wgY9Sl2MEch5f+7h2eu/qz/fNd7765vX8b4FPGoW7TNcG8d3zKcx7WsVkXeWENgGCSS6WhphzTV+qudtzPyWIx65QE1m5IDB28STXXa67bFSJerZa4SSfSaQQjYQEyqKPdrFVlHAW49gsLTemm0VyK5jYBfwhP7j+EL/zdnQjVA5LgNS0N2DVaWL9mLa645mpYkSDKhbxo7jGIN/NSgRjcAwkosJV0CMlkWq0d0slYxez0NPL5PHI0yUr04c6//zqys0twaczl2JjLLCE3v4ArLtmOd7znvdh5xRVy7pSrYcskGYBMGoiqsyWb44UAWKGYx//+3/8Lj//wPvS4vXAc4JZ3vhq/8rGP4cjxDGbPjeOq6/YgGE8iV1XrpMMxIrWPlXIlnZHxXGBVwAEyBZsNhHwlnNn3XSyfuh/JAFm/ZA3x8hNUqaJSyaNE06rlChaWK1hcpqlJBRkyo9gmWmsp1qxoCqqZafuDsjZz3Xb8LurhBprdAYRydaROV1GsWTjmZLB+/SaMDK8RDTpet0AooJgmTQjYzHtCtg/B6ZmZGQGjGaMw9uNvSifQoIMxB81PTTGV19rIEv346XtxfukwElEHzUoTTTsMOxaWFsJSmXFkHeFYE0l/ERvsIupNC6eqLpbqYQSiEYT9TdTyFcClAWsIswtAX3AtLh3aBqtBHWauLR2ZHrM3y/zRun8GcDGsVh4nY1s+CFB548o3v/39P9ukXvWq3/zYb7TnkjL34A8LCi20bCaqAUwdegZHfnw3In5lmMLihqw3RnZQZLPofl5GDXE8Pr6AA5Nz2sCEIIXew2Xt7bScB4IOXvPGX8C1116LaqmIiOsKG17iV+6iunNIdtK2eZVaDzgWCSoIM5q6muUiqiUFzDZmF3HizFk8ceIUpifmpWvgZ3mY6yl7KNcl0eJjUt/A9Zdtxg07tsAJuNh3ehzh0VFs3L0D5ybG0azaiMXjcMI+LC0U8eD3foCpU/skFm65LWza+hLc9JZbUG0pLX+GB8v5LCgVrYzJV3YScbwaxr9sSV4WFY2rzP+zIESQWWuxspCkGNf8XC3rwCIHd6xKA8XTB1BYnMOjx8dx4PwcCJkoHWpVZJDPkr1RxW8XAlYNkG/WdWPiZ4BVxvKOreQ1+NmxeFTm2szcnCoKsaGJbH4NfvJetlvodUzj1/IkPB8+2C4skgzUJNZgrheEVow9dQ0791BJzChvro65Txt0JYjbbGFhZgY7d2zE4EBSYsmu7j4k011IRGJYMzCMZFcfWm5UWtlNN53RRzWEEYU1d2Q6DIiq9kWlH8qHaGbrc6KxmnndamBV9gxdRDf55wsFVn/1vbegmMsh7A8gHQkL2EavgnjERTQcRLmSk+JjoeZDoWbj6KkpHFsqAcEYaoUlrIlaGEzFMD01j5NzGWEhR6NBxLn/MY+ljwJBfikkNwSQZEEmU6jIT9kKosnxHKJJVRShREpYhK7jIMu274Bf9j/OYfG/9Su98EQkinwmh7m5OXT19WBgeAilegNVehtoeQcyhiV24zyQQoPhnaqx0NuVxOzpY3jmwfvh1MsI8PoTMPX5EQvT+ErFHUbTnPlLgJJwbKVn7q/BfLO3W0RmKT1G8kWlCFTy8PvqAvRtv2gUOzaOiPxAqdRAPN2PwcFhzC0s4dSZsyjlM4j4G9g41INrrrwcl126DQuLi5iYnMTychaFIveQBpaXC9LFQXyChm7JeBR+u4lKo4ET47P4x+/ei/kiyWlK9CPgWKgJiKrWjLbWMudCo4xffOPN2Lt3F8bOncb09AzisQSG149iMjOP/QcOIRWNY8eO7diyaSMKM4tYyuQxuziLtetHRYKJn1sulDAxO4PMchbDg4O4/uqrUZgdx7kjB2HVqnIvnSAL+yx8tKQzp1wqi1bycrGKseklPHboOA6emkS9ZeOm174cr77xBhw7dhDFakGKtN2xJCZOnsPU2Dgi4aAUMEluUUtGCzYJRaLSxk5FMdyR7MK21frBe0vgmwVz7k9uJCrAKuUfo8kEYvGknDvlpCKxuKzDwWgMhZaND/32f8HDzxxCo2m6qoz+t04JPJqoHfxK5QVeX0Tt39xeC7z7s2BRIjfZ6TA0e5L5zBeB1ZW79IuM1VVRy2rGqkm8VoKmGuLTSa8CA1QGbjZvSbw4ICUAVzRu2fM9FT0mLDfe+DK88eabUS1Rn0M5AbI9gE7jqj1at0YSdeKclE2Lu64f3/r2d/C9u++RYFJ9vw50WHX9NwCrXiDWbOxSWSYgpEFfBfwSoCBbo45LNq7HRz/2ERTyWQHJWLFTJyy2L7JYkLH69P6DIgWgWqpWMQFMhVbrBq4Gsk3F18gLGPF8tQhcmLFqmH/qs4zZjjo0tpFEYxERqhYumRawVviZCgLNAsN/e8FKNWwU1V9au8S4RjFWq4Em+q7YjNErd+DZp/dh7uR5WTw7wOo+xEs+1Ct1RINh5H1FBC/qwaWvuhr3330vBofXYnZuARMHDuLSq3YjNTKIQw88g+qBaQFWqR7EfZhC3RxPCZoU2bYk6Pwx4LAJhEzwK9fABD2azWzur3mNQC9tKQClscOEVCQCDE6jx7B6XrlPyvDTBQXTwqxkMjoTjHBPKOjHb/3Wx7FmuAdPPX0An//bL6EhzrNKY1WgFC2b8f8SWF2/50YlWq4oippS4oOvoZw2lW0LwVT+nSxT9ZsgqwCrBOvi3fAl+9HyszWzAdSrit1aI4DKwE1pnipwlZspN1gmV3VYdZpg0NBK6awqzSrDlNVzXFHr9AVkFZrgqi3mb/wtrEy9BlFqoFUti24q5RYEpU6TdS89s7KuNBhU8Ri1pg6LNK1aGS0KuZN9J7dRVXk1fbXNjOxIBHQ27A5r0tjOG+hOtb01EVSftYqxLxIJHu6pcbA0a5ispupgPO3/6h3qseoDn/Os+jslAAIgGM32OQJ4lrTDOg6BqiBiUT8u6UvgdRsGUb30cnx/xMVsNaP1t1T7De8zgWtKKlgB5WAvTCAGyGxnYquO1nXl3zhmRaMNIWGpUCetYfvgJtLaGRT8izo6agPy2ARpZACmWDrKpEr9l8cQkN88E5pl0ZSBkCmvuY1giyxpxfBUIK66eyJJoa+UFCkkYVWjgT/Cn2kPe2WoRd1BCbDY0qd51EyrsjWgXPZhX/1xfOmTH8fCPy0i0deNbhouWtSOK6KcKaHWKMPvkLGQwMBIC3vWjqI/kKSSGRyyFKwknADZi/y3Eh1gi5RU6/108yWwarUZq4JptJrY9Z//ZtUu/dP/913vuVnWLJOwqjZLBUxzezH7sSl6qiGlFX6N5qxu25T3aKaS2Ufan7si8dWjU75DmdwYWSDR6wo4iMfCwlLlGsdEQjTVyWh1XcRiUSAcwmIxh7mFRZw6dxYsng2NDEjC3xtJYP3AsG7HL0sswFZBxgNzSzn89R1fwNy5WTFpq3NNYQt6E+jv6sbV178U3cMDyBHQ1Fpeyq1dgZBk6ZBFOzg0JO7WTPR4Sar1ChYWZ8RcbG5uEf5AFNOzWXzlq99AMhpD0Ga3gdKFZ1IyOzODkN/FG255I970lrcg3d2FWrOhNGZDIbhBF3NzMwKKnh87g0996o9x6MAhDEe7EM4Gcf2ua/Gm996KwLoYei8egRsLophlM0AT/oByFLYCrrTFcwzJWrGq4G0KsOq30QNUK3o86ce5/Q9jat83EW5lESQbpFVF3deAHw7q9QqKhbzSfM00MZfNYzFTEHfo+VwJxVoT/lAUoWgCjhuWBJeFYicUQavpR6lcQbnVQCacBaLAmmezqI+XcNDfQjVSRyKaQMyNiczC6PpRWET4pKvJFiYvH9QVjEZjwnAplouSuCfiKbmGNGcSxrOjgA4yJQXI0Jq+hVoBjzzzABYLkwhQwoK5fNCG5SomeKMVRDjsh+PWkPYVsL5VQBk2TjV9WK5Hka/Yog3rb9VRdXyw3QBqaKC+VMFlfVuxaWgbSiWuSApcabdTaxNPzl4WC/jgvObaTlkLzj/KfvBc/H5HChI8T8Yqt77r9p8+oS/wiv/8yd/TAGZDQFUZyxaN8CwxTAk6Ns4/+yROPnwf4iGfAK0OTWFtrocEorVusbRs19BoRnFgoYDHzkyoMieLrErGUzneay8Dnnd3Xw9u/cA70N9FGa+SyHX4uYiJNKmSPpI4UlqjNYGgzXZU2zqPRWmZ0iOzhprNomwDiUgC+/cdwbe+8R0s5/KdEGDVNdDLt9oRdaumxOVs029aoEDUmt44XnvN5djYl0Ku2MDDh46h++KL4aTDUgRLxLsRCaWkxTgYdXHm2UN4/L7v4aJLdmHo4s0YHFkDuAHRCHV83D+DyJdKyC7Oo0EjXpvMYKXvKwUjHa94gUIDJnN/lBhaSwEQVOVFYtFFddyZKqbZudhNRFNDB/bCOObPncZjh89i39lplAnOkHUsZmDEjNRnmZjTFMDUtdHFWI9kiykG8DhpLiXjlcC8dgTn+ZAhXibjMZMTzWidQcg+znklHdyyr1FSQuU6ylZSdRhKkURLxXi1pk3Mba4R417zUH/TAL5HCsB762leTDBubnoSWzYMYs1QCol4DIlkGrFUl3Qt9MbTiKR64fQPomIHYLNZSutuck81uYwBVgUCkpxRzWnpMBNbAUXQMTGKjC8ttyAyGvrvCkxVobQ3V+Zx/8ptt72g+f2uW24ESZi9iaQYBNVLedRrZSSicZH5qDVKYjq1XG5iZrmCJ4+cRjbUBSscw/z5U7goYWPnpg2YnlvCM+PL0pHIHCTi+JFyAwiTrcxz9alYn3ehUGliLldGjqGyP4gm1+VYArHuHrjxuMRFjMByhYLk6dFYVGQDZNwb7et6S5i2kVgU3UMDKNWpCd5Q3Wac8xwvXE/09TbrqBQXtGQDtWAHkjEcfPTHOHPgKTlWCiXVGIs2SnLcIufvU/sB83IyRZlFlMm85D3jfRcdYksIK81aDWHGWzQnFF+FqrTK79yyDtdfsR2tUkG6X7Jkf07MtEku1DMf6I5h89oB7LhkC0ZHRzEzO4vFxQVh2nKOMJbw+yNi4ki2PI3CKpUSioUMCpUqxuez+Or37sdMri7aoNRqZvxcF/NSZVrH3FW6mIRAVsHLb7wOr3rVDZiYOoexs+cQjcSw+ZItGF+ewyOPP4E1fYO48qorEQ+FcPjpZzE5NYtEOoEGzRijMSTjcRSyeYwvLKJarmDTurXYsWEdFsdOIdKqIhEhQK0KhMJ6bzRQKhcEWC3mCsgUa5jOVnB+roCDpydxanwKxXIJb37DK7F+wxos5xdEPz8VSWBqfAaPPPio7Llh7SdAHWrueWGb4LEGUEn2EDIF9xfmXR7jZz2XyLYlOV50wzk+xUCMXT4u4vG4FN97h4axVG3hs1/+GuaK7KhUwLDKxY3kn+4+M3IeEix11kPTFSjxhzdPF9KD7ovTsZXpVm17YKyIuVpYXpp/QXP8P+qbXgRWV91ZA6yOjKxVAa8kvZ3gXRYoBpS6Ms8s1CReJmDwvt5YrpjN1Gw6/JK6M3oAACAASURBVFzSuXfu2IEPvO/dqJdLSmtRtHiYsGpGqQbDvJVLAV9tPx5++FF8/m//Dk4oqlwIteuomj+dqi1p5+ZcBCD0gIZe8NBsoAZY9V4a8z6TiPL4zebMRSmWiOMTv/NboqtC8EYxVpWYt2qZD+Ev/vJzePLp/cLuUAGPTow87U4dUE5XVWThMVVbFdp4maSGAexlAptEywuKGn3GFtu0NWDKRY8VIgmyxFVWtQJWK6o1if82TE8VHDLQWMn0ZfIgphHcKAmwNmqo200M7t2Kwb3bcOjxZzB/elJes+vGK4WZMPaj/UgW/aiWq8I2rtFNfiSOq978Ktz1w+9jZGQd5mYXMPnUs9j1sr2IDPfh2P3PoPzUhGIaEYJrKLMqPpiUi1skN1Sts2rA1RVMBo/uCsexd0y1gVUdhK4Gkr3grKlEm7mxYrx7FlzFFFYVWPm+Vl2qmB//2EfR35/CiROn8Zk//xwqFWqRGlax0uAz45X3wNwv1U6l5uK/mbG6+wYlKij3VbFIpPbRVKCHfK/q3dOgI2++kgWgCRVZtogkYCe70QgkBFj1tWoidyDagqKnynOWA1bmZmSLEoBlqz49sRjo0SRLtFHJhOXZMQkz2qTaDl6YknoEiz5TEC3LQYv9TZLQarmBUhF2rYhWsyqMHaSHJBFXOpAWaLrOBI7Vcr9fMRfrlSKa1aoWL+fxKofezj29EGNm5XOrK6FmU27S5oKAvIdAJnip0SZrZxPq8wgWPgfAveDOaxIv9R7zbgOnGmCF6qoCJpoWLa6blg/RYBOJoIVwNIR13f14xWgMIxs24kjoIoxNMVhvoNaoigZShetxrYU6SvDZVfiou6BbRMnu9QXZ8kyQW90z0UkUQ4GGmH3UbQITTLRpZNNA1W6h5HJ8BeAju4qGQ1Qr8DVQDDNJU6wrsm3lh2Oe7CO2nfkaqFQt5GINVPpKwpgtk4mg10fbp/S6OOfo/E2Qg4ANnVcJ4nIfCPpcBK2QgJuRZhSxVkxaL5la9iGAZNOB2/ArNiSTiHoL2WoD4VYGj534Dv76E/8X2SMlOFEX0bofFV8e9WoWVkkBF81WDctOAO+4dQDv7LsU2Tk/juWWMDa9CL8dRVeQAKpKHMnYCzoWwtS/DdAZXbmjU56fpgJGV3b3J//2546/fuldN7VBH7Pn8jvFodnjpt5eZ3TrqfkivkcZrXD9Us8+N0HvMLbMHFDrCN/De6z2SNFSFAY+WVBky/hFZoEtiWSuRSNRxNNRZBoVfOfAY3jm1EnYFWAms4R6LAi7i0F5ADcPbMdr1u+SdYktkD4rKPsHmTaFYgn/8q1/xSMPPgbHComsCY0cqGtNk6Zr9l6Fy3Zsx2wup1rPQoo5q9pzW/C7YfT09kiruQrQacxUEpaqSKPYPpw/P4N0agj3/PA+HD9+FNFQUrXDa9YZrw8BjmxmAaVyCXv27MHb3vJW7N27V/a/ufkZPPn4E+ghWzMZwac+9YeYOn5e2swnm7N480034Nfe82s4/PQ8Cr4qbnj9tXDiCQF9f65Hi7r0YkMlrY4s5HA8B8N+ZM/ux9jDd8Jfm4ETCisH92ZJOhB4m6vUU80VkcsRUMljcqGE+eUSJpeKKMOPvjUbkO5bI0kkgaAGDQBbvMeUDCijXCyjEipgIbWMvlkbQ08XMRau44S/jHQ4Ih0uAtq4rlxrShFRey8SjQgII0C7Ll6rTVAx83ht2apMcFVMzOo8M+7hLHhT3iAEAi7jU6fw5IH7UPPnEQhTC5Ct+S5sH2UeqBtdRzDuwB9vYkMzj8FWATNNC6ebcWRzIRQLbNEPwm7VULbJ/KTJZwO5QgX9oQhetu2lCPlGUKoVO+uquJ4brXmzN6v9VDpRWGgKOGJCw/nhOCGJU4xR0FtufWEajP/tj/9QHNidgB893d2S0FPJx1+pYmlhVroGJg7sw+ShZ5GKBsXpPmj5ZbxyXjMJZts8H2zLZVQ/mavix8ensFDVnWZifMh2c1M8ZMLrx8tedh12X7FD7gs7tMiG43EwNqe+iZjWSLFdGWQpiL/ZLk4TTBQZDx3rsK2eQJVA1o06ZuYXcN8/fxf7j51RrcOmnKgPg4muomyo9Uk6IESGB2jYLMLVMRTz45VXXIJL1o7K+Nh/Zg5js9O45Kq9SA0NIJJMCEBYK5dRyGXl/QSJyNLrHhpCtdVC0HGlmw6ULGKcH42K4Q/N7hgmsG3WaOfK2qe7dEzMpooAjjLU9ZATJFdisbkNyClgVYA6g9DpqMCyqnDyc8iPncGzRyfwxNlFZJtKp5HocLmh5ADYBSSxgAcUMOvySkaoNufSsaTZDwi0C0lCm6txjtJoajmbacec6ngVL3n1Q+Jpg1AovZvn7BlmH/HG3hrXVQXTVYW61TG67EFCoqgjtzyHiwdTWN8XRywSQjSeQHckhu6Yi56uHoTXX4J67whqDZoEdfJBsx96j8XE0+2QTJNVvHmAtK+LIZLuqPSAqmoOqVK7d7/l8b7vne/8uZZv8+KPvON1ooWcjrnC+iuSKe0EEI7ElNFztYpCpY75CvDkqQmcX8ghkhpEvllFuJzB3v4uxEMuDpyfxlTNQdMPFLJLCJaLWNOVQMSl+ROnKxnFLTANWSg1MVVsoNDkuqt8AqLJLqR6e+EL+KnaCrtpoVgsSiGSjGSTGwb8lOjxY2l5CQE3hFRPD1okPbGzUbddKykQBXApORRFTDHeByJ9p6UgCJZb1RKe+P5dKE1NijSHyLo0FJDvBbBlnLd8cKNRVghQY/zWXpcVKYbdMq4F5GdnhYVab9bEzGvX5rV4x+teiYjVQKFcwtTCIuamlpDLLiMccjDU14PB/h50dyWxfuNG9AwOI7e4iPGxMyjkMiiWC1Kkioe7EArRALMhMgulchHZXJZd+pjLl/G1ux/E8Yl5WNRhrZTlHBqM83QhgaAy555o0fsb2Lp1M97whpskFqFGaqtpYe81e3FiagwPPfIwdm66BC+77nq5jvnFLB58+HGJ73dcug00LONY5TpFgDToayFqtVBfWkDcbqE3ERMZKlmjtYwH9yQW/nhvM9ReLVQxu5jHufkiDp6dxvl5ug0UMNDfgxuufwl8liro9fQNIJOr4Stf+brc22DI1XqnPBc/nAb3dHYcsUjkk8IeO1hdGgC2n1O5ifFwUKQC5csh3YJS/FNyjxR6q9pBjC3kMJmroAxHEYFW6SFLEYTjbBWD36wpqzvaOrFvp1P1Qjm+dzKbolk2s/SC5vh/1De9CKyuurOrpQBMMsWXCaCjqwLPAVb5dw/opjZfAxx2Wjq8m06t0cCmjRvx6x/+oGgtciKJXqosrh22pPcQJXCT4NTBsWMn8Ud/8mkBWgj4CYiggwqjTcrvez5gtVON7LhxPh+wKlwqnZiaaqWcp8+H3/zYRzA81IsWWQlM+Bl8SOWeZlYO/uqvPo+n9x0Q3TYm/KwStifzKnjEe85eYFXapTUTSYBdLRXw8wKrkrMQWNWJDqn4PG9eXmqqqYCs0+qjWrs8jFedaBtg1WyI1M2sWQ0MXbUVvbsvxqHH92HxzJRsPDtvvBI0FBn70QGky47o5vEYqo0qrOEYrnnbTbj3gfvQ1zuIpcUszj+1DzuuuRzp9SM4et/TKDw+JsmVIkcrEJXHyed4HByrfM64sK4OoDoLpxrHJrAyv73B58qASkNW+l6uBla9oMKKwEwTEJRWFtlwDXSlEgKsptMRkTv44099GqVSTRJy9TmdFkM1ztS4VMDuvx+wunY3GavamEonA4pcqQsbDKBZyaYuqTDHGdCQWVpTv+l+HU7ATnShGYopbVQm8ARWBUQlHksWrmr1ZhDIDZLt4Qw8iLESUCUYy8/na7l+eNkLRk1TTCzEEIm0Q7puEFB14LNDaDEosQj4toAygVWymA2wOqxYrRLJ+aRKLpIBBIupASQsEQr8q6RJVdGp8+llgf3/AKzKAOSRdoDVn9wA6WWraqkR/ZRRJ5XjFz1RBqyK1SIAmab4pJIOesOKObCldw129DvYONyH0PpX4GSxC8W8D061jpLobpVg+8rwUw8LFZWAC6uZ40QZkkhRQLq6uDbR2IMLcUPaTUu819UG4sUQcgTS2Z4U0Aml4OYN8sEIcSPjlBR7ST5MsdC49tX8TTR8NVSLRWS755G+tIqtayJw+VmtDGrNuswfJttcEblOzfkVB6MmesBNNKwGmmRRtoIoB32oRZoIl5IojtuYy+fg9FpYF3MxVImhpxKDG0sB4YB8b7w4iEh2Ft/5yrfww2+eA1oRWBaZzi1k6f7e9CHi2nCtAHyhLLa+fgB/sPMXsXEygLn4FD576FkcOl7GSLgPYdRhBUKIRiMI2mXEAhV0hRw4fibxvHbUkgoIK4SgF+fRnv/6pZ87/nrne5QUgHcNVG1XipVkgkuVDK8snpr3SMK9qhvCvK/NNvK0ca78TDWCzR5pzFFcFuH8FsI8Nyk62vBFghjLLeLZyTPYf/4UMpmstPGWrSbqCbrE2lifGsDr1u3GttSQBOVMLEFgnv/W6+bTT+3DN7/xbRSzFWFUc0xIm2mrhU0bNuDaq69Gk+283OT0NeAYY5tZvKsLIdfV6yzdksuYX5iTcR6PJrCUWUSp0sDcYh7f/MbXUayW4LSUvm+7tVUtHKCkBd9PUKIr3YWLtlwka+Dk5JRICgwP9WHLpTtw4PGDqE+X4dT8uPKarfjlj92OoYsvQ80hK5WGDxEBfWXaevQRf9pgsAhmU/faasFmSx7tER0XxbnjOPzgP8CXOYFUOCS6ezTts1u2sDJrlRoa1ToK+TIymSIWl7OYXqhjbGYGFTuC9VuuQFffqLBaaNBRpUlHuSxjrFiisUhd5BumfOMIdYex6ck8mrkGjiRqKPtsxMNKgoF7tSl89vb2Ynh0DRJJuk0rwEISPd2ey+dMAVtaASMRZRrVZMsyQUvAZqFC+oZtHDr+FI6OPQE37kMwEkKtznXEJ4ypCkLoDhTQjIbRCAM7rGX0+woYqzs4XY2imAuhUiC4yzWNRSDuezyWAHKlOuKo4zWXX47BrlEUq0rXvV2Q1XZzRnaD7ujsQlF/19IqPiVnVeN106ZWHDtvetsLY7T98m/cjr7+fnR394gOHSt4NJOpT43h6JOPoprLY/rcWWSXFtAdiyEWceEnWKwLnYylA4LOtURvjoWPxYoPPz52HuezJcUOZnGkqQzC2O7K167fuAHXv+w6hCNsLY4is7So2jOD1NEjezmkWH8y/5XMg2IRKfY076fSRSRri0zlEPyOIyZjrh1Q+o/VKp594BHcfc9DKJQrKsplkVTiZm4SynxVTBJ1p5vsPxYN0xoY6Eniiq1rsXvTGsQCflSqLdx94Ci279mD9Vu3oCrxjU8MyWiQR03hRpWdZiFE4kk0AzweAvo2yvmc6A7nM8sCYAtIXq8Ke4rrWy6bRb5QUDqpjEl1DKrAOhbcHBWjahIDxyILzd74U+6JBuragJFshOzkqMDJzaIydR5Hzs7g8EwRC/migFjFehOZCu+fLQw8hUt1QE8zRs13tcert3gsfgkcm5x/CiFkfkXmfr6QB+WmTIyrfCtU8XL146cBq95j6BTpFA4s/88uJw+w6l3zOq9XzFCSMsqFZWwbSmNzfwLRoC3GOKlYBD3pLsQH1iC8fivqkRSqWlrL5Ibt/U2vN9490nu9VAHcFMLV2UosroMzby6rl34Vp+p7aa71u9/+9p+2ZF/w73/8iQ8jn1lEyAZK2SU0alX09XTLNeKYq5DlbQVxZHIRz5yeBCJJBNwEcoUsen0VvGTdEBYzORyYWkAtmESxWsTS/CzsYhFD6RiSiQiiLo3sfCLXkCvXMV+sY6nOgjj3tpbk1vFUGlbIFTM47pFMWwm+8d/MG5WsAhBywgJiVVo1pLpT0p2RXVhGrVgRs1QZl5K72tLhIWCqdASqygjZ37y+orUZDoshXjTkYO70SRx44AGEyJfttBm1r5nCGhT+wLXH74akUFjXBQB+X9ANCUiKSgmlhQU0ayXZq1jc3bZuEL/6zjchYlGDu4jlfFFiCEa1fT1puU6UK+vpSmF07ShC8YSsreNnz2JuZgZLmSXRIo7HexCOhEUShdfEgKuVpoXFUg3f+MFDOHxuBj4nJEU1Xt+GkX4i+YY5tsgRBRAKtDA03I/Xv/4XkO5NYXx8AjPTc7hs906cnpvAw488giu37cR1175U9NzjkRiePXAYZ86exs5dl6p1tlmTOR2oQ7Rlc7PTKC/OYagrhe54pFP0kHhKrck8LsYtuWIJhVIdMwt5nJnL4si5GUwsZGDZNQwP92PP7ktFQoD3rH9oBIVCE5/7qy8gky0gHI6puI57iuQCigEumt5C9FBFe/qlcMEioMpxwK4H7udhx4+ALpZRNky6LFis4xrFXNC2Uar7cHpmATPZMqogocJ0XnYKGyoP0kZmFzCXNkx97/w3810dZ0eexDtBVxdh+Dd6LLz46FyBF4HVVaPh3wqsqoGpq4OrgFXzVWbz4sI32NeHX/+12+ESGNNsNWlFlnbFldo78tlkwmjH0vnFZfyPP/wjCfLFOEEIDqoVxQt2MXjzVh5UVViBVV5gVQBQDVoapqYJBkzQsyKR8lRCytUK3v2uW3Hl3t3Skky9MAEFpDLdlPb/O+74Gzyz/yAstjJLNbcDn6zmnXlvy4WAVXPsRsP25wVWJYABk3nFICFjVc7Nx6RSGWoopl9HX0haaTwmPrxW0lZJtqhgXqI8hppVx+Cei5HcsQGHH9uHpbFpqW7ufPleCWLPP3AQXWUHpUJJkuIqTYQGo7j+1tfioScfQyrVg2y2gLOPPfn/sfcu0HVV573vf6+99vuhtyxZlh+ywQLEQ4CFg5PGpNi9mNyYnDhtzEjsEvcW5zS0cc6g9CR0xDkBRiknpTckrWnrcnEopsXcEecWU3BanBIT4gTEwzU2tmWwbEmW9dza77X3Wnd831xra2tbsrcwGGx/20NDlrSevzXnXHP+5zf/H67+rUWYsXAB3t75K4y+coQ7qHTlyn+XXugqWYQTCaNeaBk7glk93+LOklM+zySsFndynTLglAmnbDmdQOdn59jOs3NsBRxhlZaeN9TX4Jvf+BMEAuTpZ+LBhx7mJaZOlAGVCycq2BFWneN/sMLq7/BkBmcrYi9VEhvJ94gM1dXydWUrk+Os5/yKooEViaGOsOqPQquohumjlzSJbDRgUJl+6XVGS6vZb5UiYnNKpC1kyuaQE9vDlUQSFpbHPVbHy//4IIGvi9PhepSvq05RqzT4ofsArFQK7hyZ2mdhUR2rbFK/d5ZukShoOC9gO/qbE3TRfREHCxrZE0zwX55sqW2x7DlxsmE8SoMIUMSqylJaKBOFTvmp/srKCmEqSXWK5f+U/di2BigeiKhoHrWEjQakLIBSp8QCGmv8aAzTrLgHMwKVaKxy4YqZUcy58kbs15twckBHgKyo8hRpnYbuSyKYJ8uPHHfAjSwlF6JBmBs6RcBTB5GXdVEkFJUhGpC4kSM/UVoK6/MirNchkrCg01JiyrZMM9gUNeymdpjamTzyHqPgt6h6yipFFtky6VkT8dwQ6i5N4vpZM1GXnc2+eLwkl3yhOUqPp/24HJFATnnJc1YehivH10L/KOA266FISgPuk0PY33MQh0+8hxmWH3qwAj1pF3pjtEw1Cj+NaOiaPC6ErDH0nTiM7iMGfn0gi4PxMeTMUYRNum4THjdFAVei4dIgvnrrXKwcWoyx0DB2nXwL3/u3N1GVrcU19VE01EWQ1VxIZnOIuL2YEQogGKSkO+T5SBGsHhVhS5FeJD5awJIHtky7z0bCqjMQpO8FPz1KRlGyJLTQJtrRY4WIeV6iRoNoZetT+kXCTOnvCpmqKdqgaB+njabIFdKtgpYGSkpl6C7sHTqOf//1r9E/OgJvTYQCXNBYVYVQJIh+K4nGSDU+NeNSXBluREj3I+fVkHWb8FA4IS/jpyVlNCgDntvxPF779RvUTKm2nyJvNA3hgB/XX3895ixYwKIqJVyiwR29w+rrZqCxeTa/N2hg5Vh8JBIJZDO0jD+CQ13voGlWC/qHEth/6CD8YT9HxTnvP45K42WVykKDEjMlEwlOOjEwOMgRyN5wCDXz5uLT17UjdWA/frjpMfRn4rj1t6/BNz77dfzny8cRbK7A739zLUbzQCpvwEtCSSGybeJk4FSFgtphfldBQ8owEAnqyI71Y/+uHyN94g3UR2kSUueBMtm2kHyfJm/VVJpXq8RiSYyMpjA4MoZ3TyQxkjYw/8rFqG64FPGxDHKZGCc7Ir9F01ArWeLJJNJWDgNjJ3HccwxXmg2Y/2YS++pNHMsn4NUjiIb9qq9hR8jQe41+jlZVqmRhNTU8qKbmjEQyKjMUBaXESBXhWVlZwRYB9Kw5QQZZvJBDoJ0M6tV9v0DP6DuIVlJEshs5w8X3ZOSyMDhiPAN3NAAtkMdVrmFUahn0mFEcSHqQGPMjm84jk6T7yiKnk1BFUaABJE0LtZ48ll9zGeY01iNnXcb41fJiardVH5PujfogWSPNPzsiMvvs+3y8PS0rV0KWzvt+cfX7S26z8cHvMjMSMyj6n47lcQGjb+7GsddfBcXh9w0N492+fvh1P2bV1MLnU/YjVKfZFsWeVOG6AA1JS8eed09g7/FBJXTbhYzfLZrF0eX/x2dX8HuKtNxoRZQtPcjGIRgMcCJRmnwjv2Kn3SlEZOUpW7aa+KbBclVVJUcuE5NsPoexZAJWhp5zGkY6ieEjR/Gb1/bhxMAAxpJZpGnultoc3QuT7Abs9om8GmnpLfezYWLhjEpctvAStMyoRk3AjXAwjHd7+jEYrUT7jZ9AOpdlv0eqV9kUeQqm+D1B3ymCPRCMIFRVA28gxO+1FAmr2TT6e4+jYcYMFvBIiCW/XxJXndVS3H4kkyyuOuWCRYqxMT52KBzmdy77Q05YFTM+AeXsp9pg9WZ3Z9PwjPQic6Ib7/YN4sgI2c+QdYkXg/E0esbSLLCxxRCtEiqKFC30O4omZkoFA2Wdo5JHqT6Yig5vaGzEif4TnJCX3xGqZ1QQQUvbn3KFVWcM5exfGrHq9LdLg3qc7XM0xZvNwkwl0DqzCpfUhlDp0xEJhzCjMoqaqpkILrgM4ZaFyLu8yNjRjM57rli85f5ZUddqwt/YxkL1J/hZ2AzJO9zZzhlfKH60PF0dzLHCo+2+/Lu/O+33N+1w34bfR1U4iL7jRzHY14OWuXO4vMVGhkHvJkv3oTeWxq/ePoKTSQ2B6jqkqR+dTmBB2Icrm6pxpH8IRyj1gEvD4OAgYkND8OSyCOoaKiMB1EaC7MdJ4nPMMBHLWUhSn9pDFjskcgY5wpKs97zBENtDZNMGt3H+YEC9fw0S8GgVSBDZvImqqgpOatR9qAv9x3tQGamAvyrKAUU0uUCTKNzesFcueWurdydNlFEELLUJY6NjGI3FUFNTgYDmwpu7X0Ls2FGEOLcCm/OrMumMwXlCQE0S6/6AimrMW+wDS+MmsgaiPr6fxrNZWnuhrP3y2Qwum12PDV+9HQFXBhr1b/NgUTgYCHBix/jYKMZGh9DSMg8N9fXsa5tNk+1PPw+d6L108OBBpE3wCgzy/qYyRatWKAo1YwIjmTz+v5/vwVtdPXD7AuwjznYrHKWp+mc04UJ9Wfq/322hoiqMz9z8W2hvvxrDsVGcPDmAYCSC47FBdL7xOpZevxjtV1/DZYEsSg4e7sLB/fvRcf21nMg3E4+zaFkb8nNkrpEYgzuXRW1FhC3BaGUABbcRQ35n2cIqRe2PJdKIZwycGErgUO8g3uk+gf4xEk11LFrUjvraShZBdY8XDU2zEI+b+MEj/4DBoRFencsLHOxAJK+u8rColUxUlGhSnazJgtzm0DVS2831ivyxOQeDSvBHEaz0d+rD0fvey3qED3mXByMJsqzIs0e6BjVuc8pEoWwUCavFlZAncIss1Yr1Ih7LTmJxVVzenDbKOaYIqxObOBFWS5r8qZJXOQXPsQLgThlHi6lXLhVEEk2cj5pFmhixWvp2IWG1rroaf3LXf0dFKAia5Sehjfw4nSWsjoeVsy8Pj+0ZMloi9/Bf/xDv9fRyZ8URRrnBsqP86HfvV1gtfhFPJqzS350XK81YLV9+Mz6/8haYRoaXWJFPW85OVEAZER/d9PfssUpZb9XyB5XISxGcKKg4v1fXMLUVgCMQc0Uv8V50OgITnkWRFQCdlSJWncFMzqAIQ8egnjoHyvvSMah3BOliLtRRVMKqixtP6uSSkNG0+ApErpiDfa90InbsJHyBAK7+zCKk4kl07/4vVKc8/H+OPDWzyNZ68akv3oLOfW+gsmoG4skUDv/yN2hf2oGGS+dj73O/xPArh/il6/hAORGrThmhFzTda3HEaqmwWhCkTxOx6rysnWfucCzmMFXnzxEllHCtfMa4nFBjbebQ1EgTCV+Hz0/JJML4m7/5e7z62uvw+YN2Ebc9b2xfJ3oRfWjCKqkPJGqyvyjH+vHyaxbl+A1oi5K8Df2fvhucwdeiVCA+W1i1k45wVArbC6iZZY52I4GeIkLZFsDiyFTKhsuRsXw8imRVHQq2AyiK4nZelAqMEhBZpGSfVUqWQsIqtUHKFN1Kp+HOp9V1UnRIRRPPANPPxJ7ukyNbC82ULeRSxKztNes2JwqrE6+h0LoVNWV2O1fonY8vfzNd5D86UVjlGXqO+Bhv0cYPNl1hlcRs22vW9pkrXKFj0VLwFFIe1XQ9jREP5tRX8bLQypAffq+BeTUBLL7qWsSqLsGhniwyYxkkTJ39mnzeDM8u02w1RS1lMrRkkma5XUiZARWhweejZ073QOXJRIYmrqrrkInWwe2qRiQ9Au9ID6qzlJxGh89LS82pfaHBPj1HVfaVOE3RkipmU6c6Td6L+RTmNKRxTXMl6r0NgA/IU+QoTbTxpBivp5LlbwAAIABJREFUo+Dnq2yQ2SKfHVXJb1a5sGrQvH46GHKjvehLdOHkYB+qE15UuqtxyNLRldEBPYiQzw3dTzYdYdSa/TC1Yzhw4DCefa0bv4q9i/l1PrS4Q0iYSYymfEgkPNCjLjTXuHB1OIpDVgL7jx5HZaAKgWgY9d4w5ociqKkOIYMcunoGMTRqIuyNosrvRtif4/bY6/ZyJAV70MKFz35/+sLql9d+ttA5dKLoWNQqimaa8K4usjBx2j9ONsLCy0TbFGfFhpqwGreaKBZSuU2mKANbfFX2PSqizp0zkaHIccrGnk/iX996BUeP9SHv1lHt8aFmRg2qAj6svPx6xGp86I4PY75WiSrTy0nTqINOyWVo8ESdcJo4oWuKVlSiv38Qu3a9hH3/dQCaqcOg9Y0cRepCfX0dbli8BHUN9ZxogzzieLn/WBK+YBAzmxo5QRLdB4s9NHi3lyy/8frruPXWz6OxaQEy1DZ7NPb5TCVTPGAlocWJUCJvNxa5yHqCJwKJkRsVkQhqa6rRc/Ad/P29f4l9Rw7gU6uX4hv3/CHC/itw6O1BBMNuzJrdSEHeMNhVTrkNO+9c55kViw6n9KtcOfg5gSCtY6cIowEcfGUbEof/E1V+ssSgFRSUhdwL9c4nnzg1sKIs6SNjaQwOx3FicARdAynMnt+OhnlXYIyixJIJ+DUve1JSW+AyNfZVHcsmMZodw/FYD6rqPLjmbR9G02l0VsThM1wIRKoR8qtkfsSWE+V4vSpq0evBrNnNaGpqUhFQtkhKIl4kQjYzLsRiMY6koXJFUavcD3CWMOYNHqyl0yn88s1/R8I8gVDYh0w6h3xOlRedlpGSHYCuIRp1oz44hgWuFPy6heP5KP5rVEMqpsNMW0glc8iQQObOIZ/RYOo+ZNwZzIwEceOChWiorIQ33KasJJzlwBTZyn1eNeFLf/N6lM8+iyx2tI6yL1Lex46o+YXf+/3SR1jWz3/72I8wOjSqkjn6dPjJLy+eQP+rP4Nxoodfr2M5C0cHhjAyFIfHtNBQHWY7BbIcYSGOvafZ8JT96w2XB2/1jWLP4eO8JJ76+HT9LBCbOVx66SW4+rprEKPl4fkM15fGmTMQIkGVkrWllCcufRzrBocB8aFnXlER5Wsg78KxsRgS8TjisRivkLDIhsZIQ6dVBieHMNB3Ev1DI4glUzzQT1ISHFoOSjkYlCER33dlMISaaBR+nwcLmioxo7aWl1BXkMih6RjJuuCaNx953Y1EKsmZyEeHhtDTfZxtKOob6uH3url8k3dwuLIOtQ0z2WKEfodcGn3HjyEaDSMUiqi+iO2jSwwoclclxJtol0WAeWltLIbRgeGCfRUJBep9rESGgkDEuRxUIiv6Tu2vh+rd8YPIDR/HWDKNd/tjyuPc50N/PIOuoSTG8jSNSmLx+Ko9p49a/L04yKBgEVSIzLLzWljgOrbgkgU4eOgQt29Uh2jMooILCm7cE8ppucJqsWjh7MPtmR2xWny9xSfgfoZJ744MC0J+3Y2WmjAW1IYR1YFwMITGugrUNF6Cytar4a6bwf0jsm6n8YnTZk5oO1UGsgkrO5xzUkTbeF6J8bEttcYcdWyPMZ22mVcJ0SoK+/3hvA9Wf+ELZdXn0o3uWbcK1ZURDPX3cn2ojJL3dx7JuLJuGcvn8ebBo9jf3Q94K2C6vUjnDfawb62LorW5Hgd6enE85yaTbgz3DyIdG4NOs7X5HPyU0d3v5wmfjNuLFMjaSEOO+gicRFpHIBQFNA8njgrSxICXAmKUDQoJ+yQyUmmg9ti02/QgXDj89j6MDA6yF2ZtwwyehCNbPGrrqc9uZ37j1aTqeShvW5/Hg+GhYQwODaO6phahcBDhoB89hw7gwCu/RA29M8x04ZkV2LN/PkXXWzyWcvtU1CpZgpGASsJqwOdlK4DMyDDMbEoFBOQMzK2rwJ/c8buoD+lw5Q34fAGEAxFexk4TJT3HjyGXNzB/fguvvIyNjPL1DQ+PcBLGcCCErsNdSCOPigoSlZW3q2GoOkx+r2OGiedefh1vHj7GEas8TnTROi2VEIm25+RO9rvP73ahoiKEWc0zcfPNn0Yw6OcJmoyZx5GBPvT09uBzv70cNZVVPImXpGRhJ06iv6cHrfPmIkLRxZT4MRxGMOJVqxPZok3l8qBJJeqDZXklqnpnOcmflbCaxXAijROxlJrMOTGAuJHD5ZdditmzG9kCiNpaWvZf39iEwaEUfvQ3jyEWi8Pvj/A7nJ4rCcgUtKpeNM5oyg5rcimPbw4k0N3w+8h7XK1CUpE99koHWnXG+UBUzg9KWGpZJAxTYjCyl+Hwi4L6USySKu/kiVGszsSSow2Mj6/td7J9eqdNdtojvo2iHEHF9VWE1YmtlwirJa35ZBGrLJo6JsO2FcApwion/XGWTjiC6umFVeqcUEN1x1dWo7mpCT6viiBRnj/KxNmJgHFeqpQogioEDxI9Pjzx5D/j3198SS0lssVe7rzbpumlwqpTiZzIy9NFrDqNdkGMs+/PEdicQQJ9z+YNXHPllfjq798OjaPfVK4fdq6iAaUviEcf/Xt0vvFf0L00u0xth5pdVs3OqZFqKqaUWgUnJN2OsrM7Qk4EaaHD8D6FVVqKxYJklpZmkU+cmqllYZWj6CZGyxVHBCthlTKPq2slmSer5TBnydUIXdaMfS+/irHeIQRCQVx10yLEx+JKWE16kE2meQafhLGxsIn2//PTeHPfXlTVzEDKyKHrlV/j2s98AnXz5uCtHS9jdE+XGlBRYiBOXKE8y5wOYsGWwLYJUPcwvuTK6VTSd5ogKO14FpZ02h244oaVu8A29wniaVEkgFNGxxviicIqdWbmzm7C1//71+D15RGNVuPZZ1/Avzz9DJdfFaFAA55xW4oPy2N1bscyfom7aJKCIzadCAm1RI48BblUOkkRuDzT+n0Dbs5u64ZJEavRKlh+JVpxEeYkVVT+aaafxFNqFzIATTZQh4oGDVlK5kHLQEhMzahl+BztSomxnA6sKuvjH5V2iIRVi54DL9Xz8vJP2o4iWEDZSfOUvCrPHStEG3j5FCW24khb9nijSqnenFxi2ceHaqliQPsXT0iUJ6yqJX8q9GFyYVUNHJSPmlqqp9pUJw7EOY8TsXpqnXNIOEzs6DXqZNgd0/Faai8ftgd/nNSJmNmHqAu7MbOmGtWBECqjJs+OV/rcWHTp5Zh1STu6RlPoGxnhqEp6/D5K7EQRqBaZ+1Nn0Q0jRz6HLsRzXhVlSk+HkqJQSChFZZk5JC03knUzkQk3AvkodKsPwcH3MHOEJhUoYpYm49QyMm5TOdJVrVLgpApsYaASHZDnoUEeUcijLpxCTa3B/or0PB1BlzqMlNCHf2a7FUqQZfGghJYWUVST160h6PLCa/l46TN1jqlY11U2AGNVeCOWQFea/LgqUB/yIeQHQi4PZmAYRnYQhwcP4mdv/gaWGcb1s5oR0fMYGE3hN4fHsK93BDmK2vNkkB8y0NBkYs0n5uD6xhaYpAP7s/ChErl+QE8HkNA1vNZ7FG8eOUEWfgj5wJ6jNGj2umg5lErscs+WndMemFHEqhNB50w8cftldzILA5KSJVLFZV+VZiq2p0asqraQW7oicZW8JulLReOxoMu5I1RbwgNN8oizNKRhIuW2sKfnEHbtfRW64ULaMnF1oB7XXX8tXj9+CG2+GphVAfxi4DAu9dfixoZLgYSBNEUnU7nRdPjYj5cis5WgQYO/gZEYXnrpZRzYewhuy6PEZE35pF5x6RW4uv0aBCsiHH1NZYy8HjlazrL4/dLY2IiKaCUvSaYl1rQc9sWdz+OSuQvxqU/+NkLRKKBT26giZkmcddp8NSGVV/0P7o+4eHCVIR/HkVEcP7gPu158EQf3DeAziz6Fz978O4C/HnXtzbjiuvnI5N1IG3GeHPBYQc6K7szZOH0XpzBMJa5SLaH3sJfqVD6Og795DsOH/xNhVwx+L02EqMkPiuY08jQRmUQuYyJNAmk8g5F4Fn0Do+gfjCEdmYOFl1+HHLxI08R3Pod81k5mSC09RTmlEhjOjKA33oesK402VKH6kIFXK+IYyafQ4K+FO+TldrYg5tC12R9KRtE8ZzZ73CrrEo1FORJWyY+U7pvEqeHhYf4/iT5kpUGT6TxEc1kcMXm0+wh+s+8/YQWSIM/OdFJ5ges0oA5RUjk3MlT/vSZmBmKYn4/D0jUcd1XgnZiO5DBgjGVBrwzqH5J0n4nRK8aHnJcipytxVdNlqApHEKmeW6hfLLBSAiEapLKdlZszHNODUyIr+d3leDJA+ceO3zvt+99+d+206zft8Gf/638i4PLCFwqwXUrYoyHZ3Y2B138J3UixNQMJ9EnDQiyRRCqeQIiSiwT8KsO9vSqJ2wKvGxFaAaJ5cXA4hV8ePIoUJXCjyHmKJssbCIYCmDNnNkeSh0JB5LIpjk5raGjggTH1x1LJBJf1IIvfQfbgIzGVhFQSHYLBEEemDfSf4C/KOk9saJKP/BiD/hAvMaZoutGu99B7YB+S6TTIZpjKKvULU5ks0iTokF+434dwwIeqUAiVkTBbiHi9JiqiFRy0QUl+si4P3j42gDcHYkjncrxsn7yTx2JjMHh1mQ+1dVW4bGELKiuC/C7zhSsw79JWZLMupBNjQD6LoYET/Eale9e96t7o40wSsNe/HX1XHJXtlPlcKsPnpfbCpFV2tnWaaSpvZopu42g4jpxPc1RmOpOBlUjAnxlB1BVHPp1BbIzEhSwn7+sbM3B4OI2TSXpJK5s01Wqrz2RthNMPLrwfHLsyTtikJrgpGvfShQux/8B+jIyOFLxwVcAAt2ynlNn3J6yOL9ZyrIxKr7l4/MljHhKdSezXvbhsdgMua6pFcqify3Vz8ww0LbwWNfMvR97nVdP0puo3Ou9Bpx1V7yc1MV0Qtu1EPvxcbRuSQs+L+qucWNbOcG5PRhbEak42Mh617girv/f5z7+v+r1h7W1s40FJhha0zEV8NIbeE30YieeRhoYTsRgO955AkiYN4OW+Wp5WCbk8qA34MKsugp6RYWSDlTBTg0gNxZEZSyhxXDM5+i/Iy7W9yHipDfHDon61bRPn8vk5QlJz+znild6F5E+eTqa4XHF+DNtDmuo6LcOn+vHe/gMYHRjEvEsWIFxbiyStDuKVZdS3s6N6bcsXu0Ni2/VZGBw8yccPV1aipm4Ge7+SRpAdG8ZbL/0c5sgQ/DxJppAWRDRCb+cA8XgD8JMPre5BlvrbnNjKB79XhyubQmLgJMws2YuQ4ArUBFy4478txw1XLECGfVWDCPgDHIlP7xxKVEUCL7VfA4PDcGkeDI2M4MCBA/wOqqmq4nNf3d7Gfc7Y2BhH7Dse0tSrHcuZePHVfXjj8DFebcfe0i56UysLA+rv8viAgks0DT43UFkRRTgYwPy5s3D1VVfwhCgFnx0fOcn9i6WLbrDHFHlkyRqEyrOZR8jn4edK4qybxvWWspqj62Ex0aUmKOhnmlh1bHkcGz2ymIgnDU5YeXyEkl+NIGlZCFZUYMaMGbwqzaODI8QpNKVp1mwMjqTxt5sew8DAKAKBEKhNo/tWK0nsMZ3zzNST45AHXn1KK9I0dyFXCo3pNLLVYscmFbzn2FLR5B6NKbMZ5QdLNmB0PxRY4bR3kwmrxQFWhfaYReXxFa2F1TS2T7Qzznfqtwir5TdjIqyWz0q2FAJCQAgIASEgBISAEBACQkAICAEhIASEgBAQAkJACCiB2yoNAxAwQkAICAEhIASEgBAQAkJACAgBISAEhIAQEAJCQAgIASFwWgIirEoBEQJCQAgIASEgBISAEBACQkAICAEhIASEgBAQAkJACEyTgAir0wQmmwsBISAEhIAQEAJCQAgIASEgBISAEBACQkAICAEhIAREWJUyIASEgBAQAkJACAgBISAEhIAQEAJCQAgIASEgBISAEJgmARFWpwlMNhcCQkAICAEhIASEgBAQAkJACAgBISAEhIAQEAJCQAiIsCplQAgIASEgBISAEBACQkAICAEhIASEgBAQAkJACAgBITBNAiKsThOYbC4EhIAQEAJCQAgIASEgBISAEBACQkAICAEhIASEgBAQYVXKgBAQAkJACAgBISAEhIAQEAJCQAgIASEgBISAEBACQmCaBERYnSYw2VwICAEhIASEgBAQAkJACAgBISAEhIAQEAJCQAgIASEgwqqUASEgBISAEBACQkAICAEhIASEgBAQAkJACAgBISAEhMA0CYiwOk1gsrkQEAJCQAgIASEgBISAEBACQkAICAEhIASEgBAQAkJAhFUpA0JACAgBISAEhIAQEAJCQAgIASEgBISAEBACQkAICIFpEhBhdZrAZHMhIASEgBAQAkJACAgBISAEhIAQEAJCQAgIASEgBISACKtSBoSAEBACQkAICAEhIASEgBAQAkJACAgBISAEhIAQEALTJCDC6jSByeZCQAgIASEgBISAEBACQkAICAEhIASEgBAQAkJACAgBEValDAgBISAEhIAQEAJCQAgIASEgBISAEBACQkAICAEhIASmSUCE1WkCk82FgBAQAkJACAgBISAEhIAQEAJCQAgIASEgBISAEBACIqxKGRACQkAICAEhIASEgBAQAkJACAgBISAEhIAQEAJCQAhMk4AIq9MEJpsLASEgBISAEBACQkAICAEhIASEgBAQAkJACAgBISAERFiVMiAEhIAQEAJCQAgIASEgBISAEBACQkAICAEhIASEgBCYJgERVqcJTDYXAkJACAgBISAEhIAQEAJCQAgIASEgBISAEBACQkAIiLAqZUAICAEhIASEgBAQAkJACAgBISAEhIAQEAJCQAgIASEwTQIirE4TmGw+TQLDe7Dpr19A49p7sbJlGvt2bsKdm/qw8rsbsaJhGvt9VJv27cDG72xHw/pHsb79o7oIOa8QuHAJdP3kPmzpX45v/mEHoufoNj+Kc56jW5PTCIGPAYFe7PjORmxvWo9H/5BenKU/fwwuUS5BCAgBISAEhIAQEAJCQAicgYAIq1JEpk2g8+/uxKZXi3fzIDinDctuWYVl7bXwFP/p0Dbc/f1dmP/Vh7F+0YS/nP68IqxO+7nIDkLgQyEQ24+dT23Djje7kTQA+KJovu6LWH97B2qnUaXP7tpi2P3X38KWwWW493sr0Xx2Bytz74/inGVemmwmBD4SArbw2XeGk1/nCKVnukgRVs9ESP4uBD56Akl0v7QNj/90D7pj1AlQff4VX7gdyxaeq2nOj56CXIEQ+HgTkHr68X4+cnUXAwERVi+Gp/wB36MSVluw9A9uwnw+toGBzp3Y8WovAovX47t3tCN4tucUYfVsCcr+QuDsCST34JE/3Yy9gVYs+9wSzPYDGD2MF57bhW60Y/331qP9rCv72V+mHEEICIFzQcBA795OdKecc43itWe2obNqKdZ9RvUG+FPTio6WcgQXEVbPxVOTcwiB908gic6/+zY2vWqg8caVWHF5BXUCcHjnDux6D2hffz/WSyfg/eOVPYXAB0JA6ukHglEOIgTOkoAIq2cJ8GLcXQmr7Vj/6HoUr3qPvbIJ33msEy1rH8ZdN56l2iLC6sVYtOSeP2YEup6+Gw/+rAKr/uJeLKsqurjhnbjvz7Yhtfxe3P+FcxM/+jFDI5cjBITAWS/dF2FVCpEQ+DgTMF55BF9/rAvtf3A/1i8q7tfbdTe+FPd8fzWm4/T1cb5fuTYhcD4SkHp6Pj41ueYLkYAIqxfiU/2Q72kqYRWIYecDd2NbZiU2fncFGuk6Sr1HWTAdwLK116L3X3dg76ABeKJou+VrWHdry3ik62TCqjGAPU9uwtZfqyXJnnAzOr64HqsXF9kP2PutuGMpep/fhs4e2jCI5hvX4Ztfmo2up36AzS/b+9e0YcVX12HFgqLOYrILOzZvxo59AzBMwDPZNuQE99ImPPp0J3ozgKeqDSturcWeJ3aVeKwaGHhlKzY9vQfdcfs6Fq0+dQl1sgs7n9iC7Z299jlbsOTz67B6Ue2H/CTl8ELg9AT2PnYnHnmlHev+dj06tOJtY+h85mm8Vrsc6z5tC6ul9XNmO1Z9dR2WNjt+AZ3YdOcm9N2yDkv7d2Abl3daUrgE676xGrMPbcUPHt+t6oqvFm2/s25Cm8DtznGnbXEEmTW4p+k1bH5+Lwbsurjyj9ZjWeGcdM1JdD27ubDNqce2j9W4CusCu7Hl5V7Ufm4jNt7aiInntO8/th87Hv/xxDZi7VqsKF4SaQ5gz1Ob8fTLXaCVk9RWtd1yO9bcXNTGSeETAuc9gTN4og7uwZZHt2LPe0kYvHy4A6vvXIOOGufGyxNWYwd24PHHx/sLLTetxdc+34ao3Sb1PrsRG3/agFV/EMTux3ejt2a8D3KmfSF19bwvhXIDHxaBGHY9dDe2Di7DPX+x6hTx1Hj5EXz98aNYds9DWNUCOPVwYtCF/d6336mA/fNNa9DR9xNsfzuGdic3QVl94fL61clDO7Hln7arMYDmQW3LEqz86uqitufDYibHFQLnmsD06ilfXRn9WKc+r7l7Nl77x6Lx+m1/jPU3N4/b/pkx7C0eW89cgjWfr8COH3Wiw8mTYo/Nl365A30/3Y79saLgrAnX4kF0wVKsvXMV2ooWvQz8eis2P7MbXcP2WPqqFbj9y8vQUjzXU8Y90a2Xdaxz/QjlfBcMARFWL5hHee5uZGphFej96bex8dkGrPnBXVjim0pY7QTCzVh6y21obwK6X9mKba8MoPlzG3HvrSzHAqXCqtmLHQ9sxPa+Riz5vTVYsRA48NwWbH25Fw2n7EfHb8Wy25ahrXb8+NFoELnGJVh1SxtqBvbiuZ/sxH5zCe76/hq00QDN3I8tdz+M3cEOrLljJa70dOPZH2/Gru4GrPzOvYUkWsmXH8GGx/eidvEqrLyuEcHR/dhJx4rTsqjx5FW9z96HjT/tQ+ONq7HmFrrgHdjyz7vR27ASG7+1Ao08KOzFjvs2YvtwK5Z9eRWW1ybwi2c3Y3tnDh1/9JdYd9U5M7E8dwVIznT+EHh7Czb89W5g4UrceccytFZNUR6d+knl+EsrsbRhFLue3oKdBxuw+oF7sJSjXdWAqhNBtC5fhWWX1wDHd2PrM3swEI4iaM7EkttuQVvtIPY+tw07DwBL7noYa9rsJmEyYbUfiF6yDLfd3IoKpx5iYgTN/ic24OHdQXTcvg4rr/age8fj2PxiNxpu24h7b6H2Ztw30tPQhiUdrZjdcgOWXBY9VVhNdmLTn29Cp9aKZbdTfR3AC888iZ1v54qWRBrY+9if4pE99jkXAl3/8SS2TDjn+VME5EqFwNQETiOsDu/Cg9/air5LlmHNF5ej2fgVtv3tNnSaHbjrgXVoo/7BKRGvpx4v2bkJ397UieDiVfjKze3wvrsdm5/cg+SSDXj4y618aWoA2At4GtF2Ywda57bghhtboZ9xX6mrUrqFwNQE9mLz1x7BnvbyPJOnI6x2Aoi2tOOG6+Zj/iXL0D6nvL5wWf3qvh2477vbMWi3PbXxX+DZf9xe0vbIcxcCFwqB6dVTlNWPLXqvRskKbBlaK0ax/2eqb7707oexeoHix33sl5RVyKr2RiT7f4Xt1K83G8cTUPOYvhPQomi5+gZcu2A+Wm9uR7NzLcEOrLp9Odp9R7H9sS3Yk1yCDQ+tQasGGG9uxp/+aA+Ci9dg3a0Lgfd24snHd6GbxtL32kFcZd5TWce6UIqF3MdHQkCE1Y8E+/l90tMKqzzAwXhjOmnE6mEsvfuhQqNMEWW7H9mALfvasf5H69FOgmOJsKqWOfRh2T3388y48+l6+tt48D9qsfrBDVhKs1u8X+nxu7Dtzx7EThJcHliNFify7tebcOc/HC7MtmPvVtz9xFEs/8Y9WNZgn8Fe8ozb7se9t1AEaTe2fes+7Gxcg4fvWjIeYXtoK+5+aBfmO8JqZg8e+cZm9H3mHtz/xeIL3oZvP7gTtbc/hA2fjgK03R9vxmBhNl8JvNu+uxmdl63D/V9SA0f5CIGPisDAr7fghxQFZkdeLrzxJtz6mQ60FImszjKkYiEU5l5s+R+PoPM6RwBRwurhm+7BQ18arxPKboA6akVtgrkHm762GYdvvgcP2fVn0ohVrMDG76y0JykAFUEzON7+YC+2/tnjOPqZb+Ke5fakjRNZb67E/feuQK0j7pQci3iXRqx2P/Nt3PezBqz5/l1YUpgpt9uvdx1B124j5hYPRmPY9cj38CxuxT13LYXEon9UpVnO+8ESmFpYHXjxYTz4fA3WPmBPXNKJ927Bhkd2o+2PHsW6q1gSxY7vbMT2JqeulP5s16XwKjz0rWVwAlhiP7sPdz/tweqH7uH3vhJ0gBXf2YiVM507LGdfqasfbHmQo11YBOzJ0DKT0U1HWD3Qvg73r+8Y70OX0xcus1+t+iPF/QAAb2/Dxsc7sXDt/Vh92YX1lORuLnYC06un5fVjp3ivZnbjkT/eMj5mje3Cg3dvRd+Nd+HhtXYUBK0Te+lhbHhitERYPXCKpQhfywuBiXZj9rjb86WHcM9NUahtmifYD8Z+/gi+9xxw6913YWkN1DZn7Jvb253hWBd7aZL7PzsCIqyeHb+Lcu+zF1b7ioQPGyGLnEW/LxFW+ZxdkyxH6tmOb393B5odQXNSb9YpBn/2DFpxlOmpD7RkGVP/Dtz359vhNPiF7acQkJ0lUuPH7cX2P9+IHc1FA0mKWO1rRPstK7B8URua64PjSywuyhImN/2xI2DE0PX6L/Dirt3o7CKbDA8aP70ef3p7Gw+MuH6+vQQbHl6D4qmAPZvuxOYBR8AsXRKo7vJ0g7HOogHd5FYAJZE0ZXozl3WsU4RVux2pXYMf3rVkYh2d0H45UXA6Wj61HCs/tQTzm4LwTLBS+Ng9YbkgIfA+CJzBCqD0iKXvyTMJq/b2AXuAVTic/d7/LHzSAAAgAElEQVRvsQXaSduQsvaVuvo+HrrsctEQmJ5gMx1hta84mED1BNTqrdP1he3AiTP2q+2I1b76dqz47HJ0XNGM2qCs/rpoiu1Fd6PTqafl9mPLtPbgOnkAS77xMNYUT1iU9sVPNzYPr8ZDdy8tTJxSW8Dj5Ja78OgdbYWIVb1lKZZ/7pNY0tKMIK94cT7l35MTsTr1sS66wiM3/AETEGH1AwZ6MRzu7K0AJhFWudHtxrJv3Y9Vc0ojVg3seeTrLNAUvFsd0PbgCU4n7SyF1diBnXjymRewtzvGfqfOp9E5/ikDQ3uLkt9POmPudB4pQgdF90LelE9vxo5Xu9HLXqzkObsOa29pLXjIXQzlSu7xPCFgxLD/Jz/Awz/rRgsLHjp2/dUGbD0wxfXTch32XP6IhNXYfux8ahte2NuNWKboGgvXNbU4NFGAnSy6zT5e6SSNGcP+/3gS257fi24yWdU8aFy8Bl+/vQO1Mr47Twq6XOaZCZxOWCUvxG3Y/NwedPeRx+r4Z3wy8wwRq4e2YsNDu5Cc4kKc40wq6JS5L6SunvkxyxYXKYHpLTE+O2EVwBn6wtPpVxv9e7Dt8R3Y816vyslAuRDuKPFCv0ifqtz2hUZgOvW0/H5sWfV5qmCGsoTVLmz9Hw9iV3yK51EUWFE6NveQj+vXVqOjnjrU5d8Tnen0x7rQyobcz7kmIMLquSZ+AZzv7JNXfUwjVtlPshOzl6/BqmXzUROIIuiZPGK1Yu0PcdeNRQrJ+45YLSkQmQF0vbQVjzy9F0HJuH4B1Jbz+Ra6seuxF3C4pShBVeF2bHuNGjXTfJgiVruXYcPdy1FYietsqwUQDVNd+QiEVds3ubNJ+TzOrwkgGvSULPEvV1gtf1Z8wlM3kujeux2P/90udLetww//qEMi0s/naiHXXkRg6roTe/FB3P0vMdvbuAEV4SA8/Tuw8Tvbi5I8nkFYtd+rNV9+CGuvPhW8zu/oKSJrytxX6qoUaCEwFYHpJcUpS4iZoh9wyhVM1hcuN2K15GDGYBd2PfUItr0ZxLJ778cqO9+mPHchcGEQmE49Lb8fW1Z9fnMz7vzR3rOLWK1fg4e+cuVkL3jur0/8GEh278X2xzdh1/E2rPvru9DhK/+eznysC6NEyF18dAREWP3o2J+3Z55KWI29sgnfeawTLWsfxl032gaE0/FY7SpKJHVWHqulwm15VgBdT27Agz9fOMHHBcndeHjDFowWli19wB6rk3YUp7m88rwtSXLhH28CMex84G5siy/DPfetGvcmpou2/VN3L1yHR9d3QHkeYqJPEm0XiyEWjtqR1x+BsGpHrS0sSirHns5/tQFbRp1I2nKF1TJ9nBxBp2TypdSv9eP97OXqhEA5BKaqO0kVxV6oY/axSr3Iz2QF4Pg0XzPRvw0wEBs2EK1S/YxJB4Dl7Ct1tZyHLNtcxAQc//T2P7gf6xdNSMFd6B/c+8AqkFY58Nx9+PZPxr2PGdspfejJ+wFOfoSJy/xL2pcyPVYntQ6barXZRfxs5dYvHALTqafl+pGWJaxOUScn91g9Nahq7+Mb8Mjr7eNJpO1HYgzHYFRFEXT6CKUWXCUaQXn3NIUAW6aF2IVTWuROPkwCIqx+mHQv0GMrYbUNax5aiysxip4DR9HVuRM7Xu1FYPF6fPeO9nFD+kmF1U4gbGcPnwMceHYztrwygOZClu5Tk1ehNOv4HKDrpe3Y+sJ+1HxuI+691U5McxZWAOrFtBe1i1dhZVsFMHoYLz6/C10xoGAFQP3Elx/Bhsft7a5rRNDJRh4Hiv1aVfbSQbQuX42Vn2oB3tuF7U/txP6qldj4rRUq4Y4dUbdba8fKr96KT9YY2G/fV0Opr9wFWp7ktj7GBHp24L7vbUc31dfPLUFbbRSxeDf2/+t27O4PYOkfP6QSQZTWz4UeDOx5EU/9ZDcSizfggS+3wvNRRKzanb69tR1Y9bkrUYFRHP6PF7CLKvW0rQCo8ndi059vQqedwfSGcAK/+tmPse2VJNrX34/17TTwtKMH3mvG0rW3YxmzeAE/fmZiJvOP8VOXSxMCZRKYelJCJZxIonX5KiyZ7YHR/xp2PtfJSfDKtgLgKrcJ397UieDiVfjKzTeg1tiPXT99GjsP1GLVffdgWc1UXnDl7Ct1tcwHLZtdtASS6Py7b2NTp47Wm2/DsstrgHg33tq5A7veo7rsvPdoRe42fPu+nUguXIZVN7eiYvQofvHCdnT2F/ehpxBWy+wLl9Wv5tVnu6G3r8S6Wz+p2oyfbMXOgw1Y/cA9WFp10T5MufELlsA06mlZ/dgyPVYB7H9iAx5+CfyuX3ZJBZL9v8L2Z/ZgwGwsSV41yWrV0muxx8BP/2w/ar9wP+65uRa8+uWpbjTftAa3f6YVnsFf4YUnt2FPcgk2PLQGrTSWLvOeyjrWBVtG5MbOBQERVs8F5QvsHEpYLbopzYNocxtuumUVlrXXTlzmOqmw2oelX+7AwHM7sHfQ8RT9Gtbd2jIuyE4mkJL/0pObsPXX3cozKdyMji+ux+rFRec8C2GVItm6nt2Mzc/vxUCGPJlasPT2m5B8bDOcyDznrjlT+o93o5e3a8OKP7gWRx/aAkyIjCOPua3Y9PQedLN3ahDNi1ZjfanPYmw/djz+FHYesL2gws1ou+V2rLm5iMcFVobkds4jAqUepZoHtS1LsHLtKtvfyJliPrV+TizHH0HEKvW3Du3A5n8cb2tablqLm+KbsfnlhVj3t+vRoZUfscp3yvX1x9ixj5J4AZ6aNqxYW+LdZrdVT79q+7r6atGyeCXWfakDtZLE6jwq/HKppydwmtUV5gD2/LjofT2zHas+Pxu/+tF2xG7diPs/R5OhZ7ACsE8eO7ADjz9u12Gn/fnqanTUqA0mj6xRfzvTvuzr+OQmSF2Vsi4EpiDg+BA/t1f1ZbnP34HbvrIKS5qLo1iBCX1j6svediXwxA6MJ6uaQlgtvFvP1Bcur1/N9f7JnTjA/s4eBOe0YcXvrsGyBROvV565ELhgCEyjnpbTjy0rYpXgmTHsfeoH2PyyPTYn/9NPJLH5makTUk9gfkqfugVLPr8OqxfVOoMLNZZ+Zk8hZwGPQYr6AGX3zWG3H2c61gVTKORGzjUBEVbPNfGL/XwScn+xlwC5fyEgBISAEBACQkAICAEhIASEgBA4nwlQoueSgAFlD1ZiC3I+36NcuxAok4AIq2WCks0+IAIirH5AIOUwQkAICAEhIASEgBAQAkJACAgBISAEzjWBAex6aCOeNZdg+ec+iRuagB7H+qrjLvzlHW2SrPVcPxI530dKQITVjxT/RXhyEVYvwocutywEhIAQEAJCQAgIASEgBISAEBACFwwB2y5sx5vKCgC+WrT9zlew9pZWO3HtBXOnciNC4IwERFg9IyLZQAgIASEgBISAEBACQkAICAEhIASEgBAQAkJACAgBITCRgAirUiKEgBAQAkJACAgBISAEhIAQEAJCQAgIASEgBISAEBAC0yQgwuo0gcnmQkAICAEhIASEgBAQAkJACAgBISAEhIAQEAJCQAgIARFWpQwIASEgBISAEBACQkAICAEhIASEgBAQAkJACAgBISAEpklAhNVpApPNhYAQEAJCQAgIASEgBISAEBACQkAICAEhIASEgBAQAiKsShkQAkJACAgBISAEhIAQEAJCQAgIASEgBISAEBACQkAITJOACKvTBCabCwEhIASEgBAQAkJACAgBISAEhIAQEAJCQAgIASEgBERYlTIgBISAEBACQkAICAEhIASEgBAQAkJACAgBISAEhIAQmCYBEVanCUw2FwJCQAgIASEgBISAEBACQkAICAEhIASEgBAQAkJACIiwKmVACAgBISAEhIAQEAJCQAgIASEgBISAEBACQkAICAEhME0CIqxOE5hsLgSEgBAQAkJACAgBISAEhIAQEAJCQAgIASEgBISAEBBhVcqAEBACQkAICAEhIASEgBAQAkJACAgBISAEhIAQEAJCYJoERFidJjDZXAgIASEgBISAEBACQkAICAEhIASEgBAQAkJACAgBISDCqpQBISAEhIAQEAJCQAgIASEgBISAEBACQkAICAEhIASEwDQJiLA6TWCyuRAQAkJACAgBISAEhIAQEAJCQAgIASEgBISAEBACQkCEVSkDQkAICAEhIASEgBAQAkJACAgBISAEhIAQEAJCQAgIgWkSEGF1msBkcyEgBISAEBACQkAICAEhIASEgBAQAkJACAgBISAEhIAIq1IGhIAQEAJCQAgIASEgBISAEBACQkAICAEhIASEgBAQAtMkIMLqNIHJ5kJACAgBISAEhIAQEAJCQAgIASEgBISAEBACQkAICAERVqUMCAEhIASEgBAQAkJACAgBISAEhIAQEAJCQAgIASEgBKZJQITVaQKTzYWAEBACQkAICAEhIASEgBAQAkJACAgBISAEhIAQEAIirE5RBrY+/zw0DTBzFrwIYN6suQh4NOSMNGB5YJouuLQ8dF3Du0eOo7amAcHg5Acz3Bo8uSxyeQ1NzZX4z2d/jsf/3x0YcZnwu4GhY0dgmiaq6poRqZ6B2GgMDXVRLFl8A6695irUVkahufLI5wykcxZ03QNYJgALLpcLlkn/p5+gfrbo94DbrfFx6XcTP/Z+tAPtZ1nQNLUt/5+2P2Ufte2px5peJfqw9lf37EImk8Hw8DCy2SyqqqoQikagu90wszm4LAv0UPPEjm6R/rnUF+3vcKDv5Xwm3kt5+5RzXLjU83Q+Luc5lT7Gsg4GeH0+ZhEIBmDxc7XgmeL5lnnI972ZQ2n6t0J7TmSsnrn7fV1L11gMHt0LXXdDszQuC7Bc8Oou+NyAF4BWOLKFTN7EaCaHbC6PrAkYAHL0ZVrQcjnkTRO5fA5W3gKyORx79z2cPDnA2+dNg8ubx6tD13WuW/Sdyo8JS9Vb+tK0Qjl0yqNTJ8GFQNVProd8fepZmhqgud1waW4EgyFEQxGMDo8gnUiN3wGxslRd5yNx+zHeXjj1n7dRjUKhbaD/uKE4Wxa1J+NtAT+VicV1vNxOUcYsbYqnz9c4+cHULhPrqTqRqrdut87t12gshngqyX/RXR7obh265obmsmCZBkzTgGX54Ha7oMHiZ+ymZ2FpGEkMwshlUFlZCb+u4dA7e9Hb8x7qaqqAXBbBSCWCwTkIRP0IRmrg9gTgC0Thc7mhu/JIZkZg5g0E3D54XPRQ8rA0E9CCMOGH5s7DRAY5lw6fFuB3i+7WkHflYLlycOVdME2Ln41mAdSsUxnRdC/crhy8bhcMeGFaVH/VfXOx5caM/6MKBnFyadymq2dmwU3XQ//XqK23+Vsa/55249+VsHfaN7c6aKG8OOXGaTudn4u/T7Y9/51ubJJjFX5pl0nn3HTti69vLf6z/F8ICAEhIASEgBAQAkJACAgBIfCxIiDC6hSPwxFWkQcCegRzmmbDgzwPnC2TBvEWDxJdLgtH3+vDzMZZ8HhIajn1k3O54KV9TTcaGiPY8vf/hJ/87GVEGmqQjg3jwBu/QThSCU+oGo2z5yMaiSCTjiOZiKMqEkbbFa1ov+oKzJ07B9FQEEbOQC6Xs2UVGoFbLKyQuMMDcRZJ8wUhqlg8pPE3CRAkPGqaG14vSUjqUxBtTiO6fVjCaLm1opzz0zbJZBIjIyMwXWCe4UCIBVYSofMuem5aQTxyxGc3CbC2SF3O9ZwPwipdI5ULes6RSASBcAhejw79XAmrBbGnHKJn2OYDPNad//MvUFNTjfqGev5eXVONquoq1ERCCPs8CHq98HnccFMxgYls3kLCAgwSUKkMkbiazyGXN7nMGPk88vkc8vk8dGjo7+1F73s9yKQzLOSTnEnile7RQeWM6qhlKmGMBFUuS5YSSZVYSedQQqqql2oihT4swir5TNVbzQWX200HQjQSRcAXYGE1nx1vj/gYdD77AMUStVP+6Ttf1yQTCxo1J+ps9sSNI7Y5V1P+86U6OdmH7ocnPyb7OIKyXW65mhI+Fgo1pNNpFlW5XfPo8Og6vB4vdJebn4mVzwMWPSODhXRN16D7dOSRRyKTRiabg09zw+PWkc/lkEkmEBsdQN7IwOvV0Nf7HmbU1SPoq4dpJWCSmJ7Lw8inYRpp5HIGXLqG0aFeJIaOoboyhAWtl2Mo5kJF7SWomTEf/mAlafc8MWbm81weVBtC391w69R+a3BrGnJ0vSQOU7tOQjzdbC4Nl+6FS/ez6kq83JrbbvO5IPH+/A6wJ4z46PY7gZ9e3uTj0zMw8+p8XDodQb1o8qxUWHV+Lm73Sn93ur9x0SPlnnVgVQjOtD1tI8Jq+XVLthQCQkAICAEhIASEgBAQAkLg3BMQYXUK5k+98Lwa5FsaKoJVmN3QDCubZpGFolUpcosG9NlMFn19g5g7Zy4sazxCrPiwOYsivnLQ3QFUV3nxwH3/G28c6oEn6EV9dRhvv/4ahkbHMGv+FZg5Z746btbgiNl8Jo3Y2Aj8Hg+aZ83Ekuuvxvz581BXW6uClPI5GIbBUUyaW+d9SUigv9HA3RFLODrOiWy1TKRSKR7gk+BWLKY4kZ9TFcVyhM3TFeMPe39HJKKIQOIQi48hFouxQEGiUzAYZGGLhQs7ypUFhxLhppyqeD4Iq859cPnQNATDIVRWVbJw+KF/WCEsEso4EvrszmprkXwQjrR7n8eb2XoLAuEwQiS6V0RRU1+HuoYZaGhsQFVVBepqalBTGUEo6ON6lMtnYCHD9YpEO7/PB7/Xq8R6CgbUSMAm4U4JYrHRYXQfPIqxkRiMXA4chUwCl1tTXySAadSOsFTJ+3DdtSMRqTxSWabnxmXTjhRV0csUo2iLrBRtzeGrbp5cochkj+ZFbHiYI3Cdss312o5YddipJzEulBZfS7G4ysIcgZ9U85xaWFXR0ZN8pnxm4/dVuhdF5/I92HdP10L1mNrjRDyO4ZERFlWp3nu8Hv6u6y7SUpUmzSK1+gr6/SzwJZMxDAz08USDz+cDdKD/5EkMDw/Bz+IsL1mArukYHRni9sPjroHbl7fbWjdc7iB03QR0D/yhSmQSJ3HgjX+Dlh9DXe08ALUwXT6EoxHU1NRiRv0s5KwAUpk0cnYEslujiFkqWCoiOJvNIGNkuNyRWJ/MZOBxe5GJDyEeiyFcMwvegJ+fiWHkMDQ4jNGxGD//UDAEv98Pn9fPZTTgD8Dr9bDITJHrfp8XHr43D3xejxLw83n46D3g1hl7qeip29GuU7Xd5YikhW3siNWpBNXSc9DPIqyeXZspewsBISAEhIAQEAJCQAgIASHw4RIQYXUKvv/8wvM86KQFo3UVDZhZ04BcRi0xVWIHRf7oiMUSiMeTmN08C7mc+nupSEfHMKw0wr4KwEzgT//8e0jkAoiNDWLOzDq48lm803UUlfXNqJ7RyAILRVA5x9HdpAvkkUolkR7oRXPzLFx37TXouP56zJrZyNeSyaaVwGqa9jJjtQ/9TAIEXzf/TUXLUcSripQajxxyhNfTiZ8ftjB6puI+1fmLl/E7y6dZEHJTJJibxdXR0VF4PB5URitYSCEOxMzZ13l25d7j+SCsOqI5XSuJyRQdWVldhdrKirO2dTjTs7J1u/HNigQ1ipJzPrwM3/6cuuB/4lmcoEtVD0347OXOZV1L0UaNl98Cjy8A3ReC2x9GMFyNcEU1AtVR+CN+RCIhhPw+eD0kzmWRpbo3OoBEbBTpRBwel4lQwMciXW1NmJePV1REOPI1Eo0gGAoiNjiK2PAoslQvWVi1HTbIssJU9Zu/CpGLgF60VD9P4qplckQh6VEFSwgWGMctPqg9ImFV93hQXV3DbVZybIyFVeccXFZteEpgHOfPgqq9DJyi2J2/FbdjhSX6tljLRgRniHqeMjJ1yv2mfvq0HN25Hk1TAiAJgqNjYxgbiyFvGCwYOh9q8ti2gP6RbQsL4hqL4oaRxqFD+9D97n4Y2REEfC5URsPIWx5kjTzCwTCi4UqEAhFURqsQ8EdwrL8XtfV1iETmIIc0LLeH65Pb9CBvpWHAjXjKRMhnof+9X2BkeAhtV34GgUA90ukUBoe60XP8CHSXjsbG2WhsaoHuDSOZTgGuHDTNRCydRSadRo5WG7gsJNIpWFaeLTw0Vxj9PfuRHhlApKEVg+kETrzbiwNH3kMikeJ2TE2skRibh+bxKSHf5YLbtp7wsHhKgjRpyC64cnlUh6P4xKJFWPqp30LA7xmvk0XPiNjTs+Z6WiKKTyaQ0kF4+6JjTCWsFm/jWBcU2gV7/08sumy61Vu2FwJCQAgIASEgBISAEBACQkAInDMCIqxOgfpfXniBhUnN5UZT3WxUBqOwyF8VbpgcBkWDYS8GTo5w5GdtTSVyOfr7uLDqDDA104W0K4OaSB0P5v/X//6/EaqZh6yRRHfXQUSDPoQqa5G13IhEKxDwemFQmCsNTinqlIUQcHSpx8wgFhvF6Mgwqqsq0HHdtehYdB2amxrg9+octUVfFF7mLDUtFkqcsS4NYnkZqOOrWuTveD4Kqyy0FVkhOI+VhSnLxMDwkLJPoOXcmQwi4QgikSgLrMUMJveknbyQnBfCKktw5MurF5aWV9HS9woSVs9ZO6OWtxed7hQnTcfTs7AdxSKqvTh607JYyFL/V8Ig/a4uGH1fN1E9//Pw+Hxwe/1wk8AaCCAYisAT9sMb8CAQ8iEY9MKna7CMDIx0Fql4BplEHInYMNJjw0jFR5BNp5CKD8JLHqcAPB43/AEvwpEw6mpqEQoG4Qt4+TtFLZLoSkKZLxyAz+8DiV3Oh+okRSGaFF1uWRwBS3YDeV4ib2tati3AhOX6HAmswev3o6KiApZhIZvJFDxJC0IV+3aaHEVMkb7F9WWy5f/OfqdEsbNg6widSrSc7DOVl+rpJkdUeOkkH162ru6Ton1JSByLxxFPpDhqlfykSUCkSF4uOVQ+cmrShH7v8+jssRpPjOLIwf9Cb99xzGtpQVVNLfyBELy+ABJDw4BBfrh5XtqfMzLI5UykknGkk72Ikl+zVgV/gNiRP6obukZhpuSd6kbOIi/XDHLxXmieABpnXw7NUwW3J4K8C8hbOQwODKC/511kM0Bd7Uw0Nc9G1mVgNDmKZMqCPxjgemqYeXhoyb/mQjqTQC4fQnK4C+bYSRw4YWJ/bw/ysSxML22j8eQZvYfYVgKAYavwVKY4spdsC2gSycwi4HWjsboW17RdgcXXXIvZDTOh834Fv4dJRVHnfeZ8p1OwH7f9KY1cnTSStSRitVR8nSxi9caOy99XHZedhIAQEAJCQAgIASEgBISAEBAC54KACKtTUP7n55/niCev7sPsxnnwuTxAjpYCe1hYpWXBbpcPPT1DqK2tht+vw8yToHmqsOrJa0h5sqgN12P3z3fih09sRW1TK/x+H+KjQ4gPD3IElC8URUVFFPksJcgiUVXjIDPyaCQPPudn3e2C7rKQomXuo8OorqxE28K5uObKy9Da2opQKMTLSQ1DXY8zWKUBNiV3ymTSHLnp8YzbADjbnO9WAKX8ydOyu/c43nnnHRbmWhcuRENdPQZPDnJkVzgcZu9RYqMsFMpXG8+1sPp+1r2zvmKvl+dnq2mor69HOBT40NsX5QxqC6N2vVACngWaNyDd1ImeVJGVQN6VVxHhtAy++Mui5FAqApuFcJDwaOLyJlpuPf3Pum8+i0QqhdF4HGOJJFJGTvmnkhDPihFFd7vgpQg/i/w0ydc4BTOXgWkkYGUTMDJxGJkk8kYWuWwW+XQaRibN7QMt4XZZBidI4nBTuKB7x5ephyNBRKNRhMNKaI1Eo+wFHKmq5AkUXyAAr98HnZdue9g+QEUBFkWa8vJ8i4VXOr43EEAoEIRB0e5GngW3CYKpaXEZN0mszRlIJlN8nY7nK4lwOiWpYk9O2/tTSdtsd0ATMSRqUlQrfXGbxNc0Of+phNWpRdypI1apbLBAaIHbMPJQJqHQaRfZn5VKG90fCZ1UTnImewl7vG4kxkZwtPsw+nqPIeRXHGY3z0F9XSN0+HjCjO6J4oMpwRW1nSTTmjkX+nqO4b13f4O6GTOxYMFi6H6yf/Ahb7qQt+Jw5VR5zOSyHGkadPugsy1EGok0XSeJngHobvLNzXACwuGTPXjvyEHA40P97AWYOe9SjjilMu3zB5G3NBi5PJLpLEZG+nG8L4PM6GFEkcKbx0zENAsByw9DI0saunY7QtT2bNV0nZ8VcaBn7Pf50dTUhMtmz8JV8+di3ty5iAYDcJOdTC6nVjdQEreiFQyTtYXFkah2yrdTrAOmEljVu2iix2rx+2kygZbKyqc+ceX0K7jsIQSEgBAQAkJACAgBISAEhIAQOEcERFidUlj9N/ZSDfsjmD+zGZZBiWlMFjgsk+SSHIs/fX2jmNXUBMuV4CiuU4RVGkxSuJIOVIWD+KcnnsJPf/EGGmbNhmUZvDSVhA5KgkMJaCgCiMSBPGUX54EoKRrj0X60uJV+ogExRWnRviyippIsAjU1NuK6a69CW1sr6mqr4NZcyCaShSzgjndjJpvlyM1wKATdozJNu+wltqWZv4sRnUl4narc0mC71CLhXJRxXdfw9jv7kcxmkEglOTnNjYs6OHs7WTiQRQBFspLASkIXiVhKsDn1eovFZ4fDmYXYKZLxnPbmi5bJlyP0OknBp0j8o5bxKgsLt8eDuvo6XuY+1cc5jHNq52pK76T4Z2WnarGtp8qTRALVuMhFghEtcVa+oSYLV+zvyBHFyr+T9udETxytaQurtphKy+IN2pbqBsUk2h6kN7d1vK9idHIUyBo5pNMG0pkc0ikDyVQG/fEEYmMaRmM5jIyNYGQkgeGTSYyNDGNoJIaxeAyJeAzp1DCSyROwkIDLysI0cnAZ9J0iHpU4Z5kkrqp7puhTOy0VA6Il3hyRzpVc+avyl0fj6GKKpCY7gVA4gnA4hGg0hAh5wobpO/78T+IAACAASURBVP0uzBMoFPUKvw8+fwChUBAe3cvlmTLOU5uiMsTb9iW2nyaxI2/OeDxeKOvs28peqmpbksSd+E96NmyK4nazR6/X5yUjAOhuj50kafJHQM+5+DNeV0pLkmNHohKFkchJ2ZVIhOMv5KG7PMznZP9Jvm5iTFYsbo+XxUw3edPmwd7UBk+AmUAuD8o+Fk8MIplI4LXXO5HKxnBJUxMCvgq48mkEvBZCoWq4AxXw5OKIEytKXHXsdXhcgC8cxGgugpM9R9Dc0IBI9Wz4gmG4w1XQkILuDsHt0eFyazwJp8ELy6X8Snm1gcuAS/NBc4VU+jEzjqGegzi4by/M3ChymoVw/VxUz7oE8ITgoghYeDAWT+P4iZPoPnYcgwMnYWWymBM4jrk1QXT2eHHCXQXLIMHdgFvXWUSnc5L9Avv85rMIeLxoqKnGwpZ5uLp1IZpnNqEiGISHkxtSGVXJzRxdnCwWikXvyZbzF//OSYzlPOPSZf1UjDjIuKgNIztiPqcdWcvvS+ca7ARujmWGs9+nl1z9vuq47CQEhIAQEAJCQAgIASEgBISAEDgXBERYnYLyU8/vQD6noyZSjXkzyF81hTw4bAsui7z8aGllBkODKY4EylsjsKxxf8Liw2pQ2cWDuoUfProFvzk0iPrGGuSyaRYznWz0Bc/FQibwUy/OsTh0ItfUkn6KYCXBN6dEn2QMNVVRLF68CDd0XI/5s2aygDJCS11JhODoTAOJ2Bgvh9e9XhaFNd1NOV44wklFrE0cFL9fYbRYkCw95oddyMlX8dCRwxiOx5DN5+DTPbhy4eXQyWzQRfdrckbx4eFhFiTIK7Ouro7tFIiZE83HmcVtxdFhzqLAGZNevR9hdZzKmYXb8SiwSSMBHfHO8dj1elE7ox4hHz1zW+SYIuJQyWJOaiUq8erDCdxsYZMjJkmMc4RQ+j1tQQKoSZMRBnKUYC2Xg8G/U0IjLbPmJc8cYajEVCWo2hnK7eNz5KodzZojYdA2FHCSOv3eJ5d9YEWInzEnj9JZBMvklL8phY3T0u+4QWK8hYGTBo4dHcC7h49g6xP/hL7RQyziWbT0nJef55A3ye+YWgxHXLRpWnlbyCoWHW2v1UIyNbWc3WHKzM08J9NzlnbTBEAgEICfolSrKthioK62jqORa2rqeJIgUlXBvqs0cULLxKl+U3QjfSgjfNbIcplXky30dF1I8WWNC/GmlWMhWKf2gfyKaUk93ROJ9Ox7ak/+TPoUxu9xQjkuyjg2WdQ3+7zyaU2eQPL6PLByGt5443UMDg7C53Gz5YLP54fL42fedEiXi6I0dRj5NEyKODUyiCV7EQxWw+fx49CRt6DpGqqDKdQ2tGGQPHBHToIcXLzBCtRVzUCkoQFaMoFXd22DMTaMlkub0XjNLThw4C3UcqKzBowOnkS4sgYeKwUjb8CTt2Bl88jAQNqIw5UZhZmNIWtkkMlayOZcMKwk4PLBMqPoHTiG2GAM8xbMhkbief0czJh7OUx3CEODo+ju7sO7R3vQe/Ikx+F6daDBm8A8dzcaqsJ464QHva5aZCw/eU/wPdHH8dimcnHV3Dlov6oNV11+OSrDQViZNCc6JG9cy05G5Twy5xlwBGrJRM5k4mrxoy5dyu/8rTghYnEEq5vfU+P13ZlQcNpSbm85aFpNbFEd+O1PX/eB1XE5kBAQAkJACAgBISAEhIAQEAJC4IMmIMLqFESf+rcdME0PZlTVo6m6GtlkAi63VyWSgcpGnUqlkIzn0DhzBoxcDBanBz/14wZlqAayiTH81Q/+AX1pHdHqCA/+6WjF4pwTrceD0SKBtSBOFkQwiuZS51KDUPIZVF6CtDQ5PhZDNp2G3+vB4uvb0XH9tWie1QgPiacU0UZLld0q0QlHxdLAPJcvCImn81wsHZAXR3dOdv8frbDq5iQw+w++g9jYGObMno05TbM4YpXEOYoOpME9CakUvTo2NsZRq9XV1QgGgxz9R1804C9d4locvTsVr3ICTk9Xqc9WWHWEEbV8HuzDWVVbzRnBlX/pxLOzKGoLH040KZUtEhbJSZK+kwhH0dtOcjQSrNWSYxJOVUQqCXc5k8RU+2+5vIpY5ShKikx1FUTW4uzx6noLJcwu4ErqI79jjqq0ozspSnD5Fdd+sG0iRYq7XJxwyuPlFD+cXEjlq1dL0WlygoIxhwdj+Nr/9cd48fUj0HhGguqVob5MkoApYtWpp0o8VaG5Tqr6iRF99Hf2AS5U7KI6zi2Fimx1WPNzsu0ACALx4eX8uoftBPwV5O9KNgOViFbQVwVCoQh7hZIXK0W8BkMB+HxeLt8U+ZjXVH3gmFU7ypYnWUg8pMRIfF/2deTyLNQSm+l+JmszOFJeUxM7NPFBkz3UdlJk+f/z43/Gu+8e4eX+9Fx0zYLXq0NzexEMB3kiyO2myFANXq+F6sogzAwlHQOq68LQ/RSlS1GuPgSNk3CHW4AARajnYKUTSIwOIZYYQDZ1ErmRk9DyCSxsnomBgV4EZ9+Iy65bxtYthw68hcHufaieMQOa7uPrNQxVJ7xalhRr5E0dltsLl1tHzowhlRlF3vAgNpLFif5jMOPDFIOLeQuuRN3secj7KjGcdOGdQ8fRe6IPI7G4mnDj++NYc8wMjGGuP4N581rxdvcwDp7MIuXxgOuOmYdPc6Gxrg5tra24qu0KXDFzFl8TrWZguwfOgKjavOLHNbF9UVHTxR+eRMqrJ1wqonJ0ur1xcduo2kUluE9s+zn0mf9WqMO2Ky7bTdhtj5EzkElnkEqnkMlm8LU7fm+6xUu2FwJCQAgIASEgBISAEBACQkAInDMCIqxOgfqpf3uOZCg01TWhJhhANpmE20uJjnjVJX9GR+P/P3vvASVZepZpvteFz4z0mZXlvVP7biELomVGixG7iMUcgZBtCSExCBYkQMycZWf27O45mtmdQYAGDSCEDIjBSLSEXEst205tqn1Xl+sunzYy/LV73u///4gb0Zmt6upWizlz45w8lRlx7febqPv87/d+QOxggoWrolYqqXLwoHbsolC2cObkk/j//vAvEVenkMu7Ajj5ZD6seiSckvT/dcBqH0goSNN7oJVrkuo0Co5aFiJCwSCE36yhXCpi985tuO7qK7F/3x6MVMriRUg1IbcT1attKwWbsSC4hG5owN3TgdhhiHIpsPASTn1JmxAuMK261qzLwzr9VL1e5fO+dQMBK1+i7F1dFdDK/QigCFolukalqc9sIMTT3/slXeaGG11SrCRletDb1xxwoH3YxsU8CuUSYlpZGFWo6WfCPZRqlHDUpOMblakf+T3o2vM6jRMEMeGpKSqlr6NX3f6pt8ZrCpngrT1tXUeptmmz4UiKsPL4ZLqw8vQkVOVyhnlPKevYx6/ecnkeqxsFnCr0c2dDRHaM+c1FeOK9mSCMIX6dBKqWrbS7C2dW8PY3vRvffOw8wLR/QkeJRagL3EWwNUwVbKR/twQgqjR9vlTbKYUqX4xlb1uBV4kcR6kylUrU7MdYOUzMZ3w0/BcvVNsWH1vH8cT+gQCS81cuV4RXyEuxJgJV9vFioSCWAoV8Hq4TSkEtflYsFkQVy7GRK5cEztEGgL7FhJuEz6Lgt5QKdvi14bgYXm3QfUXuSdLElRcw/ayP3PcI/umzn8fZhZqCg+B85SOJWJwrocOKgG7pS7YjFhfTE3mJf60ZY7TgYHpyHGv1Gjr1OuYmRzA34+D4mQBd0EagKynzjmshiGxYcQc7pnNAZwEjJRuFUgml0VnMb74Oo5VRNJZPY+H8KRy/2MLZ9gjgjMLxYrg5Fs9S6mAvb2GibCNo17G22hQv7pGyhyCsYWnpIhxEcFg0D1W0AgfnVmpYWPHRpGWM5cAp0EpAHF5FjVu0QuybCnDN9h3Yc/CFuP+RR3HHkUcRjuTh5Sexd8cO7NmxHbs2z2OiMgLPYsGrlvpuEJcNzg927/e0KW56fhFInlLgm89s+n3LAoNu4R5NHfzKG5irxAtY2dakLQFSpa6UT7LY3qjCWh2/q4sv0h88EMU7x8LvvfdXnt0kmu2dRSCLQBaBLAJZBLIIZBHIIpBFIItAFoHvYwQysLpBcD/5+c/Dc0rYumkLKraLoNuG4+aVj6oVCOxZvNiQVNyRkQLCiL6cTz2YgK3ARnHUxt133Iu/+PjNKG/epPztQnpS9uFeWt2j9IXrwwoFy1JFbARMKCWgKIy4mwjvVFET+u2xWI3vt6Xo1aa5WRw+dBA3XHcNxsfGkHMddNtNAb2maE1aRfh0/e9SwN8PEqzy3JKS7ShIJ5XlBT4rP0H+qKI4g78TrNZqNbEJoHLV+K9KaDfwMl0vTs+HYlVKxqcg+/B1sEewP1HhmbiOqEgbfkOl4GuIJ/ev/Q4pgjQFpAS+ymcKnPYNEZWXqrwhEExhMcJO1QcV/FSqNVv8JpkGbPqLVEmPIgGpnuvJv2yHnMN0bg1Q+R6PJYCVdhcs4KaOY84zmb+8IlxptXE6XgsXlvGR/3IvXvQjV+GlLx9FjsGwObps2PD0qCStCnDh9Are+ZbfxLePPikFgOiNrAwTxAVW+ZSKfywBmRnRSnlqIJWo97TiXABTSGBoXv0xTg0pq9vLrqk0af7NvmzAqipkZEvFehsFUa86Xh5eroRCaQSFMn9GUR4dw9hYVawv6NdKkJqjijkO0Om0RblNRT4Vjx2qB7s18YUNoy4qo2W88EXXwyt4oPetyDbXeemr7X3SGwupQZEeS4LhYtZzyoG1t77ytW/i1m/cjnY7QOxyUUuBa15jEgWi/HW0p21EFXACFO0Qc2M2quUY2zdXMTU2gvMX66iHquiWE8UoFXycvmChFdGP1kcYOehQwQ6I5+6ubVVMuy3MzI5hdvdVcKMWpqa2oOiWUF88gycWFnDf8UXcfTJAkHPg0nsbVMOGqJQ9lHL0keiiWWvDsRNUq6703XqthfpaDY7nY25+AmefbKDWihA6gFeYQlyqwOICj8ujUQEL5D0bO4pd7K12sW12O7ZuPyxz2OPHH4czXsSuK38CFRY6sy24BPZxLBC+7eqhSiAvY9GWaUKN8tQXVY+Xql/UMFZjVzyQI94XF+q0Yl+x0n62RG/BoN8vpcFTVjLpNqbunQpan2piX/1IVkDEvhXr9lD2FMaf9X//7V//Pv4XKDt0FoEsAlkEsghkEcgikEUgi0AWgSwCWQSeXQQysLpB/D71uc8jXxjBtrltyLOwVBggthwklovEaknhlPNn11Adq6BQVN6kadhpAIiAj8BDbjTA5z57C774lbtR3b4ZfqfFEuhSbMRAPaOAlBTfjSptax/Gp56rX0ld1Hy6IriyCFCqWO5DtVmz2YDf7WKiVMR1V1+Bl7zoxdixdYuo7lqNNQFvLKR1KdDUhO/ptl0PrG4Etp5dd37q3n3lH1OFFUA1qdQEUnyZazHXqWBsLEpVViBfXFwUCEi4SshqFKxSJEanRf8grQCeDqxqzC79iWDVR4yl1VUstVee4hmr1KGElqbauyp8ZPoT9zf+sul/6dtIOEgAoyAM/TgJIulHrPYXcKqBKP/2mWaeJMh7OVFKqn25DY+m4A6PYyCPKBnliKliOxtqxC+/Fz18ZBG/8/7P4PW/9Cq87ie2oFqwwYpOsc0boT8q1ctMvw5w/ollvONNv4U7jj8hsIiwT41Ljl9CaAW5lGqPE4QCpWZNhB8Zz1T2Hx6DyveeX61WsAp8FUCmFOq99jCLMlLoSRW9MnOItI9dAAsScUHIy5dRrFRRqoyiVKmKNcDY2DgmJsa1LUBR+napOKqO79gol8qojJThea7cb722gkZzBX/7d3+NPQd3Yu/h3Wi2Oz0rkfWivt68sOHCRJygkCsgiG38+cc/jbuPPAinVEFIKE0lp0B1S6xOEnraMt6hUot2ul3YSYiK08E1uyewayqH0e4qXnDFDtx65CS+dm8M365i0+YAe0bP49RSBatxGU6piEIuD8cjzwzhwkE3bqMatXFoxyyS0QMojhaxbesOlPNVHD/6AE6tnMbiuaM4e/YiVmoVBCjBch14aKHoFbHaUMcbrQZSVGt5IcDS0gICf0X68FihgH37p3D/PafQjvNwx8uIc1NwcgUkri3HkgWEJELRsXDtljy2TZQwPjGHwwevgt+JcfyJBzA3M4nq7NWy8GGLat1SVhLypaPmNmVboTxNhX9rwLpeu5j3eAzOe/zh7/Th5lxp+pb0j17f68+BaRsB1d/VJXCe5HFEldppye98L93Ppbgdx4v2DOe1ilLdtvFv3/trlz+gsz2zCGQRyCKQRSCLQBaBLAJZBLIIZBHIIvB9jkAGVjcI8Cdu/jxGyuPYOrMFThjAlurlfDD1EFttgScXzrYwNT0GzyM4IQRKq0z7XpF25MHNd/GpT34Gd93/BEbmpxB02rBiR8CqSQFWD7Y6pXrd6zIpwurYaTWk/C2QUFdZTzkfsgRPL20dgOs6kuZtd9potxoo5fO48vBBvOTFLxTAShBLnzuTqj18KX1lbV+9aYpdbQRXBpRpWnH3TMDt5Y8DBRxod6D8KQkY+MCuClcNQ1X+bfz/+LmJGyuRU8FKeEXAyhRpvriNabcBJZi+YJOif7n3emn7Kd/Ep3iTSqka1Veke1KZHIc4v7SIVsQ+rMAe74k/plAXAacCc0oxKkWLBHgouNL7EQDniB+mUZBKyr6AF5XCLypVrV4V+KppC5WOVMCy6JpRYgoP2rChlWo2rZZTm66vlry0/sLjGZkeU/Ft3HPvadz34Bpe8dpDmJ8G8hGBdIhQ3D7pgWpBMtKR4PSxs3j329+P246dRhwEoqaUavSiNySE1erUXrq/bidBs5QUqr7G8ajSokN0unVtJaD9U7VGVoHVvgWCAay8Eoup2uJbSSDOwyrQGhKmEba6TP2voDwyjsroGCrlUVRHxjA+XhWoSsUqf+i5mndzMjdwHOTyeQGr+UIBjl1ATsBtgI99/CPYf9UeTG+eQlcUowbfp6OupY3D/qtDvpySpm6kkhFw+tQ5/P0/3IyjZy4gVx5FzLlK0XnlVyvp/zaigLEGHNtD1w8EZDtJiMl8jL2zDqL2RUyMllAutrBQ83CuVhaLgfFSF3snVnH3CQsXoil07SLcyIaTdBBbediRjSAXYTwf4kUvmIQ9thO5Sgk37NyNcmEKCwvncG7tPJYf+QJOH7kD51tFWFaEeuihFpQwumkX3EoBQeKg2bSwVmtLtgBfIQtI+W2MxnUc2j+OY0cXsRqWEFaKsEc3Ie/m9b2qRbqCY2NmvIrrt5dwYOcOFKgyLo8glxvBau00KoSwpa0QL2T2SC4IiY2GjRwFvXyfsaMLgM1eSWWtBab2yyuV2t/P7lc+ulSSmoUj2knIPGTsRrS6XTx/NexXVh790RtQCRwEYhcRBPSp5vcJv5voP6x8mI14lu3PluX+oriW7AI1T7Mf/957MiuAS5vPsq2yCGQRyCKQRSCLQBaBLAJZBLIIZBH4QUQgA6sbRP1jN38RW8ZnMFedFqVN4iSwmYYKVRxmZfUs1lZszG+ZVio1K0AiarbBl0A9O0a+G+JP/uyvcaJWh1f0YIX0SjTwwaRRMoVYPeIOqLpSqb+miEhaPSTPyHyolgdeFqNSFZXNSwHC4RR283kskMLvdlDIu9i9cyeuPLgPB3bvxOTkpHi28kG7V0iLD7v6wJYU61Kwi9XUzXUM4JWhaxn+7Pvd6Z9J2r65luECLuZ9gq9WqwVCVoJI+rUWCqxKru5dgVvlk2l+N/8aELbe9Xwvte+lxCh9jIHjaSAl/NGzETlA0+8IdFHKsz5YFa9TA1M1QFV+vcpGIddL7zdp/sp7kd6j//29lHVGkhBG8vcArYaL+x+uYc+hcVTLCRzhoKyiblTNKl3ckbR+B+ePnsDb3/JvcM+p06rieuwjYZq6NgLgQouKjDqGaRdlj9CH0fT35IvjkFXlRbkaBpJ6z/HMthLBrB7novxl++j2UB6WfVgm9azEwtUR5aJDf1WvIFYAY2MTGBkZR3WUalX+XkG5WEKpVJa+TBhOWEooKyjX8eDlCyjm8ih7eeTcEJ/5p0/gR/6nlyJfLaMbcqunwm0D4tKLDeYSub1Z0OB4YZ8jJT1+8gy+/NXbUFteBvI5SFE0sYyIxXJA/J9NITWCOhZUY/+Gi8DvKLgfRpgtdpDzfFxsEqZyn5wUqRpzm7h2zzh2b9uEY2caeOSJBXTtAmCVpP2J95LYlljTqqVUyeHA4d2YqhaxZ9MWlPJVNBsraMUOTt33GTzy3dsQemWU3QhNbxZ130KSm8e5FtDsukrlDAJ3ip0tJGzTTgOT1gVctd3FxZUYD5x34U1MAUUWRsyjVMhhojqCnVs2Yf/O7dgyO4PO0pOYqORg2zmUKyMolfK4cP60FFHMVbelFndSc7x8Jw1/Gam52rjM9BfI1IKdeOVKZ+oro+V9sbMwi3qplH+qYbUVgFGf8rtS1Kl+RwC9Klj3VPsUsziTVl/z/P3CVgoQ8/W+d73tv7/pJbviLAJZBLIIZBHIIpBFIItAFoEsAlkE/oeJQAZWN2jqv7r5y9gxswmT5THxGWSOMlWrfEguFHI4f+EM/E4ec3PjCqNYhCB9xU4abjo5C62FFfzRRz6FVcuFl3cQBVTsmOIe6kHW+KTykoYBnEBTSfnUqEZ7UpqUf6UCogpQKTONvYA6FiGaulEDNAhtwGIlhK4CJwguAsRBKOBoaryKgwf245qrrsSW+U1wbZUeH8esem488PppyaLmXef1XEDDZzMaLwesbnTN5qGfgIfqVQJWwiiq/liFne+bVNY0YDXXMGz5kL6vjc/5vaHl8L7pv1nJXfSEVqwKFFXKsD16OKq+JMWPNDg1Kb6qF6c8F79H1fdnoxl9Nm377Pbl+GOnpVqUWr4QixcCPHz0Iq574XaU8/SrVP6wBE1G6SxIVYauhXOPncDb3vT7OHL6rKSlJwaschwao2NdOEhpLdU4V+n/Oa0CplJP24FEMbphU3lO0npEIK2CifTCVbYCypNVLBd6cFW1gPLBVcWCRBBIBavNyvKeqFYLhRJGRsc0WKUVwIT03ZFypVekqtlJUG800KS/apggEmhrI+faKNOH1Y1x5KFv4eff9NNICg5CTiNJ3zs3bcJLxfPwS7idwyJ5BmxTdUrdY4Jmq4MgUffmS0E9W2xJxCYhVKnjhM7qX/pxhqC3qh+EaLabCDk/+Q6ilTOw7RZ8dwqttg/HLuPC+ePwV45j77yHg7uuhuWN4+t3fBfLrQBueQrNbgdB3JV5OYo5ZiJUR1y89MVXoWB1MZEvodmOEVBR7JRw+smH8N0jR1HwKhhxQ6zZU6i3umj5NsJCEUg4inwFViOqbXnMWOB7NVnFdVtjnDrfwWMLRbjTM8gXHVyz7yAO7NstWQPVkbJsG/s+ls+fxHilhHyRCzlFWEmEldUFpSYvTSv1p9L99py5zQJdL/49/wnjkdpffOvNkSn7VUnl12p3RemNwlVWGVSbxKrwlEnzT6f4K59hs5uyNpCCZFKATi3oiAi2V6BO2YmYQlfmu4rn+b1fe+ezG+rZ3lkEsghkEcgikEUgi0AWgSwCWQSyCGQR+D5GIAOrGwT3E5+7BXvnt2EkVxCvOQGrhCNxjFI5j1Mnn4DnVjE5WUZCtSrVm0NFXAxIGxkp4vEHH8aHP/rfYI3NwLYixCQS9GzV1cCVwqtfhKgPQNVDrHyilUO8ZCoJTeo23xfYwBRerVg1YNdcA1W15gFa1K18KCZAkBRvpaxTKiLJb2f1IjTqa5TR4dorD+PGV/wI9uzZDTemVx4LvoQCnAmAeLx8odxTzZlrNw/HzwYaPtu+/9yCVVayp2oZ4rPKmK+srGBtbU3A1PT0tChZxedwSKn7dIpVYRYbqD6fDkyb2DwdWI2ZLiz9xcL4KNO+2U5MC14/iV6p0zaIuj2ohN7o/M+2zZ6v/dWCg3R4sfk4caKOWq2BF1w1D8+OYBGOiREqh4SqVM9Ua4fjzLZw5qFjeOubfx8PnT2PJPLFh5RKR0LamGRVFIupYlNG8Svp/zl42reypzKPYwRhR8aUH3TlWLzGiICVY1KrB9neSlmsvHCZPs2XsbZQcJX+uPzchuN6cMVntYhyeQSVchWlUkU8VUdGqijRAiCfF6uHpdUOGs0W2n4XZJ8CwzgvxIkUxIqiOlYbZ/Du33gbujavz4LF2Az1X/4dJf0q8+k27el4tcJb7ofH1nGV+UMDZDI9ZggY5bdRRprxlKd/dERhrgMnX4CX2HjsnltgWW3sv/7HBZbSM/jBI3fijq99Adtmytg6NYMkzuH0hbNwKiO49qWvRdey0Q4TdAMbUchWjtCtX0Swdhb1CyfhNNbQ9GPMTJZRKo1gsR2g5W1DwwoQri2j42xSEDh2sBq0kHQChH4LUeLTulrUyJHfRs61sH16BPunQ4TJKP7xm4/iBT90Pa65/nrsHqO/bYJOq4Uo6MJ1aTtho7FyGmF7DZZD5W0OlbKCq/XGGryx3QNWMuvOd2mLmqEVsOHtB1Wsyj/VzGUm9oSpqtAaPYG5CKDgd3oec0SEbDySTT9VAN4sPg1mXSSIoxBRqL7LqHw16tf/+AcfeL6mhOw8WQSyCGQRyCKQRSCLQBaBLAJZBLIIZBF4xhHIwOoGIfubz9+KfVu3Iw8bfugjIVxIlLrKywHHHz+L8fFpVCo5JFYHSZzvgRRzSAM1pydGccuXvoK/+adbUZjajCRqI2FBLMftFfDYCKzyWAJOddEqgSu6gM2AMtGAV0lrVq8+VJW/hh7AJalZUnCl2jYrbGtQo1KVqVeKpdp5c20Vec/Fzh3b8ZIbrsOuXTsxMTYqkJH+gfxxXKaqauWc9o401/BMe+WlwMRLPeZzCVYZJwIgvvjwT4jKayV4X11dFV9Cwip6sPIzs136GoyaeKPrfzpIein7/VQdOwAAIABJREFUDO8vxXAsC57nYGp8AoU8K78nA8XRetzF+CiucyIRYBLKrAeAv7eo9lKb63neTqvGWUwrTPDAA6uYnMxhy9ayKFBZjkgos01QTodVItg+WH3ywaOiWH347AUkiapUL/8mkbbl0BauPcguEj2l2HOo/lT9h2pivtgOQdQF/SkJlUSxmhBiKV9Koxyk6k/S3vUPwalRERrFKkdvImpbQktP4Krn5mQBhMrVnFeAl8vBy+Xlh8tGrMre9rngoj07xbdThcC1CIIdtLs1FEdivPu9b8dqpwmHlgYDVgR9qxC6oa770vOMeHayL2qIymtnNXkZI0rQqlSMUYxOzIUcXz7joobETeSNMZLIhWt5CHwf8Ndwxy1/jjCq48offjsCK8FoqYqou4Kls6fEymC8Oiemo+cunkHXSjC77QrY5VF4YDE1D3FC398E3foS7vn2LahWcohCG/l8AWsrZ1GwbUzt2Isdh1+BRuNJ1C+cwfSu69WiShCha/nw4ImyP4wDuLYLSn+PP/4Qzj15FDNugMbiCbzoxa9GMwCW6jVMbT+EiC6+VCZzWlZJ9mi3Wjj9wLeQNBYwTssAXQCutrKA6tgEJg+/qjfXp2Pdm3N6yunel4L2KU4ZrPYU6fTW5Y8a5qKAZip/quCfgaoKsmpdrG5/9mulciX412pULsboYnjSx03RK31Mpc5WxaxE/cqiVvJ7LICb5/izD/7753leyE6XRSCLQBaBLAJZBLIIZBHIIpBFIItAFoFLj0AGVjeI1T9++Tbs2bIF8H2E9Drkw2ECgSFR3MbJY0uY37wJuTyVaR0kkVKuph8ezaFnxsr46F9+At+45yiK45tgxR3Ekorv9Ss2D1kBmKJIohZKXaPxWRwGhrKNAFdlCWAem9XvSgn7lCJZ2gZACWGVIo8vghUCDlE6SlEcIPQJe3yJwbYt81Ls6vD+fZidmhDoSuihlLBM01UA8nIB6eXut15TPpdgVXly9sG2aSPeK99vNpvyw/dpEcBiQAawDiu6nm6Ipu//UmLxtNs79Mm0xb5ifGwMOf6tSFb/EkSkqvqM6UfGOzd9nb3z6O3NZ5dyjZc+JT0/W5IR2wSayvwU9XaIO+5YxP59Y5ibLSDwmX5vI08LTouqbBabAmJCI1phODZO3f8o3vrLH8CjFy6Kspv+qkioWFXFeQQUMrJW31NUwJMUBMuJAlQWSbSylccPwq7yWI1Y7EcrYAVuUT1Iv0sVH5VUrUBVuo/JIoyahdTAFSU6fVZZeMoVuOp5eYGttiyGuEqJmygv0/58w+P0+7rDsmO2jU6ngS27pnDTr74Fa60mbMtVHpwGmom9hLHyXN8kwqIFiYZ3qu8YSxSlmidcVH6bFuKI/tAW1tpNOQfVq2a88f3QimElBNRUmgbII8Jdt3wCfrCM/S/+BdiFMYxVptBaOYtuewGW00UhLiOXK6PWWEbiOpiY3Y2AdgY24x8IuKUxqBWHqC0tYmxyAvBKcC0XzfYa0O3Aq5QQBzZOHfkaLj7xOK790Z9GqVJGFNiIPUrCCc/VnEtoTWB7+tQjOHP6BCbLBeSSNrZvP4wz58+h1lzB5n03wHY9ZSci/YX7KV/ZC6eOolrIoTI6IYs4rWYdCxfPYd++vUjKMxKX/iKatpyQAA+PJeWVqiww1p0t9T6c5wg11VxOJS4BJ/u0UhObQlaq6JRRoaa9qamQNy9RT+vFKAGoQzBVgKr4scYKTHe7aDbbWFuro9Vs47tf+LvnZ1LIzpJFIItAFoEsAlkEsghkEcgikEUgi0AWgcuIQAZWNwja5279LnbPz8NvNoW9RJKpb6PgeWi2lnHmiSZ27NgC26XytI04qCCxFVjtQQadXj9ZyuE//KcP4eEzNRSqc3CTroASwtqB9Hy+p/3sDLSTh1Wt8jEqreF0WGMVQIDGVFIDUM0Dt1K5akuB3kM1SYryMSRAUc/hSt1IWMFiVPLArNM5uQHhDJmrVLcOOhgvl3D1oQO44bprsWP7FgEeBKxGWXa5wO1y91sXFWwIETYeLRudX1LoCUq0YrgXX30oAi5+bgArVYcsEETIytiYVO3vNU6fK7AqyjEqbC0LxUoR42NVqeKtOmivpw7yl42Yy8A+3+sO/uV/HooKsw9Wl2pdfP3rZ3HDDZtRKcdotxMsL9exadMIqtW8eGQyZGmweuK+RwSsHl24KIWJaAUAhBJh8Z/UMJQYVBwrTb/hv/RYFWW4UqzKv3EiCkeBT2IrQF9RQq1QzRd6bpBC71q5qGweFIQU30tZQOHY7c8btApwCFcFsNKb1QUIiiUVn9CL2zoq/T69jJMuuGUT9AF+2MWhq/bgTW//JdSbLfFwTc9h5h4H7UBkpEinEBtP+o3SI1au0bzJy+nDOKrnWZyKLy70qHmobyKqxpKqLM85MkRXFLdjxUkcu/dOWFYDmw5eh9VOF6VCGXFzUVLxOY+P5MuAVcDF5fMIkxibtx6AH6rCgbwGKo/VnEsAnkc3CuAhom0oAqp/kSBI2oiWzuHYQ3fjwXtuw6t/9iZUxsZRyFXRDGO4nFcT1RcIWckZ66vnEEVtgdsFfxlzc3txvlbDytoSJma2IUo85aNtAsXCXo6DIGzD9ZSfrSieQTVnV3xvw1ipgtNgVYaqhvqDI1G1oRQbHJoXGU8/UEXtVAq++i4Ty5l8rncY075qjuKVKniefl8tsPHeVV+MoqSnSk2rU40/a6fTQb3VwkptDav8Wa2h1eig6ys/786pB//lTyjZFWYRyCKQRSCLQBaBLAJZBLIIZBHIIvA/bAQysLpB0995xyOoVCoCCSkTMxW48zkHTzyxiCgC5rdOyYOfKihF700+cmsvRl0dvlgqId9Zw/v+rw+hGdpSSb7LAi2ugzjwBWia9HLzsMuHz3TKuHjS2RqYplKxzfbyMJ5+X+Vt92wGyGbTD9JaR9dTv8nW+noVEDFP9io4aZCYToFvt9vKfxbAy66/Ci+87npcceig+Ai21mpSeCW2FZRmOq9J4e0XeSLY0So5nRpqYvFMR6SBkemYqGM8HSm89LNcCuzlvfD6CVh5jwQGCwsL8vfY2BjK5YqckO0r6kMN2tJgKl0AK311BpyZ9hj+bPhv2V6oGwsl2RgbGcHoSFmpAblxWrF66WF45lsOhz8NdIZsBcRHNHVdT4n5ek15mTYEAvgEVFE5HuPkuRif+cwZvPZVm1HIt/Gnf/QwktHNeOOb5rBvOofQTuBwWyobExuRHeHEXY/hzTf9Hk5cWEDMNpV2pXeyaFZ1Kr+yXZAxp6+V0DNJ8j1/YwGr4otKlasCWuKBTKUg4ZyMDaVYNS/TdwgnmWpuwNoAMGM+tn4Nqgq5oDP4mSq21S9ElR7zMoosB3krQsdv4uCLrserfvp16LbXUBCPWqO8VX6+sj0v1eNnVDTqOUQrHWF5PXX8IKjTwFU0kRo2a2joEASnUsnp6yrXCwuBFyHq+rj/O19G2Svh/IVjyMHBxMRWnLx4HDe+9sdQ8EZRW3gSTuTDyZfhOhSlRmh1Q2zdfQj1bgKXFgValWnOZeIqCmSZqwAnYcr/RSB0sLh0BsdOLuLwlYfg2QmqxSl0xA5XpbdD1OyEvwmajSV02i0US2UgaWFs5iBOHH0IncYZbN/5AkSRAu2qvfvzYnrQDbczi6gN9wnZP1Fe0MNjSOHQQa9k0/ZRQH9fdd2cu3gN9I52C1WiXDhU4LJdxA6FENiCy+8yjguCZKqNrTyixEKQtCS+ojhmEbQgROwHaESBFEar1dawvFLDwuIyFhcW0Wipom3K/NmG5XpyHiqXw6N3PPN5J9sji0AWgSwCWQSyCGQRyCKQRSCLQBaBLALPUwQysLpBoO+955gUdPGZ/q7rSvEh1XNtHD9+Dvl8CXPz4wI/VGokAQhVSoOFXKrVUVw88Rj+j//8UeTKY8gXCuiSHxEgiSKNSlClXDUqr7SyUakOVWVy9cA8WBBnIMVcfyZVolPFqtTTav9lwKrk/+rXoMpVAYT0A7v53QBfVeiK1b0jUTg1VhYxUi5j357deOF11+DQ/n1S2Vo8WKWyt4JFAlL0wcSkYKjoiUBiPqCvozR9OriZBo/mWtUxnj+wmo6xAUaqwNUqOp02iiUWDyohl8uJOphxUxXilZp1PbVfug2GY7Ve+xiYkgarrmurwlXlotpFqOL3Z4bZ6Bp7bdJvHGVdMdQve/e0zuU9h1xVVNo2SSdVpg5wYQX41F8/htmJcYxVY3z075t49U9uxetvLKBa7CKOchR1SrtRgRjbEY7d9SjectMHcPLCkipqRjAkytIIMQvUiWJRpU+nwaqgLYtg1dS7Y4q/2o5KVb6UWpUqSv5rvC/74zgNVqlENTYVah5RwaOCPT1uDVyV1Gydnm3GlBxZ1JKqRZSSVteapwIRQNEBukEXY9u3Yf7AXthxAE+K36lUfCkgRSWqwwrvLK5lihVpYKr/Zjq/8nFWfqqycKSrxasq8Tw/3yeUVQX1mCaf3r7nL0ubkthC0cvhyRN3YXG5hZmJEoq2g5V2AT5qOHjgAOpLdSyceRx5qpTzI7DpKW0x9R/Y+4JrYOUqkoou895QR1N/qkJnMhVHDpaWHkHYsRDVFxFZJYyMj+LCxdPYu+9KeKWqVnwq2wdR1SJEu7mCdqeJgldA7K+hWN2MtbVVdNpLmNm0V4psiW+p/g5RMJ0x6GcbpBeOJL1+CLb3h435HjI2C7p4oVHEGq9TWcjQdyi+qbEAUS6YcW6n2j4SuwiH3R6e50pb5bwcnJyHkGBd+h+hKhA5CToI4YUOWi1aozSkuN/S0hJqy8tYuriMRr2Beq2OdpsqY96j6gtqztIeu72ZwUL0+F3fn8kqO2oWgSwCWQSyCGQRyCKQRSCLQBaBLAJZBJ6DCGRgdYMgPvzQaXnAlar3AkEVACU4eeyxJzEzPYfx6ZKqAC9SNPWIaxJeDTAaHx/HbV/9Kv74U5/F9OZtUhSFZXEU1DSFQpQ3KV8GKhrQasCDFGnRgEbAh6IfAkMMzJWr4IOxBqvm1gh60opOVRZFqUj72/Rpgko5fmqlb3N96WvsK9sS+N0O/E4Hrg3Mz83i6itfgMP792Pr3Iw8oAdBFyGVS1Isi0VaNihuoy8qDVINbHi6Pr8ejP1BgFVzrSo2Cm51ui00m4QJDaUgHZtGsVCWdhFlm277jRSr6ft+igptnYrsabDq0UdyfBzFAlN6xSBVO3SuE83nELgOY+1+Mrg+r+5yugSOvrSUKjOFXZXqs4/kzZXndHyf6VyoUrQZBypWE6w2bXz2sydw58NrWFgLUEgm8JP/ahyv+eEqimUbXQQogfHjXAABq0fvfARvvekDOHFhBQl9V5lCbmCqJOVLYr5aENF2G9yd92HbBIVqCEuROD3mTF9QHpf6GOsoVtXwN2ByMB3cxML0E7OdWXwgVDXyWaOi5T7G11P219BbAVYCrwS0k+6EAcLKKLoe/VlJ0kJFh9NF9TRAdbR9QlqVasaEIHWBqLpKvOyjrWE10OW8K6fnZ7QwIGSlApvwVu9LFWXeq8IJAkxuSoDiDPZvncO2iRGcXghx7uLjOHv2LPyuJ8pkKfQVtGHHEV6wfx+CMMbiWhNJrtybu3lN6ty6iJ9YovA6HDF1yLl5rK0eR2vNx87pEeRHprFYW0arVcPc/C4kbkF5VCfqemmv4CAQhW8cdFFxLbRrFzE1tx1hHGFtrQZvZA6JwwJj2mfVsXvF8dRilLqmdNsquwf1Tn8eNipVtUDVf/WVw5JVId7d+ntAt52ML81Z+b2nshM8WDkPXrEMJ1cQ8Jt3HBzauxsToxUsrjZwfGFFLBJor7G8toKl+grOHD2LhYsXcPHcOaytLksRLsJa3q/0MxmAGuPLwgHjyzcVZO+vq1mIHrv9mQ7vbPssAlkEsghkEcgikEUgi0AWgSwCWQSyCDxvEcjA6gahfvzx8710SAGJEdO8bak8fezxs9i+YyeKFYLXCDZBqUIo6mFWg0PHtVGtVvGpj30K//j1u7B5+w4gYnp8XkPNfrpnWunHh17jo6rAKh+CB1ND0+rG9L59iKNgnQK06d9N1Zh++r/ZrvfQborurKMaNQ/raXgoMJDFcRylQAxDXyAr4fF4pYSDe/fghdddi717dqOQz8HvdBGG3QF1VhoCrad6XB+aprBBr/L6cIM+d4rVja4hDTrTAFtZAyjfVcdVhcVarQZqayughWG5NIIqC0p5HoIwVLYSVC8T+KV8XIfv6FLAquwjcMgSldnExLgUsFJtTc/K9QsLyefPcPrpgVGzn1ZfR1Rg6irjSlGpimTxpYr6mMUBdVbpbr20cVOMzcAkXeV+6Noq7tPD+Y1uRU4lXpOhcMGF5Qjf+PpJbN47g9sfaeOeu2IRoF5zZRWvf3UFc3NAXg7WB6uP3v4Q3nrTv8GTS2uIaYDJAlaiWFUFrBKm+EshK8ZBYyx10+pIQhK5iCG54z3VqWkjZQ2grACM+jo9JPuKzsG2TPfTNFQ184rxUzZtLVdmFPMEzfql+qC6Ts5tLmIEtGYenUAnV9SFjPoRHh4fBKDpuWX4c+kJ+oZ6fa7HDnUJLqNoX09iTXWn5cOJKihaFvZdWcXIzF4c2DqDvfMzePR0F2fPPoRvf+vb6DRY+YpGDZyjbMyMjeKmt7wJd95xB770pVuAyljPAsWsUwwIu6UtHZDLunAxNQls37wL+/Zuw659V+Eb3/o6mrUlnDh2Ho1OAC+f02rVSFSuecdCzolhJzEKdoQcQoQxxEfUK5TRiD3Br4V8XhZaaB9SKBQFplL5Kz65VATT81RU7vTLtcVeRT4jeBborLb18ixWptTA8p62KHFcVx9HbSf7MOWe/ty2K+flj6iIaTNBzwT+cBHMziGOEpTyHg7s3gkriPDQ8VP49qnHcPbcChaeXMbZWgtN10Wr5MAKI+TDEDlaWnS46NZC2GkiZgZDQE9iGnZHYhOQaKsL+V4xCz+60Fb4yG3PcEbKNs8ikEUgi0AWgSwCWQSyCGQRyCKQRSCLwPMXgQysbhBrglUWITJgIolCeeBcq9Vx/lwNu/fsguV2pGCKi7wCIFqBxm0JikrFvECtD37wT3D/k4uY2TwniiUWRFE8hWq5vqfeoMKIVboj/YCrCtwMp8hvpOhUFcmVKlSxC/V7H9Ao6GbSz7lN2gpA1GcatqTDY2CfuQ7jBcu4sPI506H5wwd1prszBn67hW6zIQ/LB/btwY0/+gocPnhQAGurttzzE0xDF+OzOnx/TzcshmGj2dYU/Hm2Q8qo/TY6zkbnF02kAFOFsSSt2bbQaLTQaChfQcL30dFRVTiMgC4lI0wD9DTwGm6Xdf/WCjcDVovFfM8UYiOs+nTmCYOGEimgpn81/UuqiceqCI6vi+AMpDBru4c09DNHS4+BtNJRPl9HmVv1+oV1nkkbG2gm6jkLaDRinD3bhF0YwSNHmxjdXUKj5ePxR4Gzp0K8580jmK+qvZhNHtkJHrntfrz1pt/HudWuqFVjAqIeWKWSU4FJppjLQskAsjZ2HQqsqmR71UfMv4NWAGlFuS4sp5WhBH7DL6U01XBSq0LVXDB4HPMe4a98llK3pxc7BPAhhp9YCEfH0SmOSsEupXzsvwbG7HrqZ12kq3efA54jQ20sqn5eExWOqhhX38NVAzg75loVCrCwe3cBUzM7UbK7GHGB5VYOXiHGPUcewdJqjNihPlktVE2XSnj7m38RD913BJ+5+XNICIo95VXbu6eerQvVopyuY9hOjNiPsXVLAbu270F+tADbHsHCwgW4SYDHHjiBWoOLZ7q1uahFcS4iuFQ6C3B3UfJsdFiULKJHiqPS7aO26gG0TNF2KGbxQbXbYEDV+NF2CWK/oNW/tCzwtKrXQFUCWccVEMv5QLygczmZpz0vJ99t+WJRPufvAnC5WGZbsLkoBFfGM2NA5X29voYLa2tYWK6judwGRsZhX3MVxl/5w5i++gXYbnmwmy0kKzWEFxfQuHAOjeUlhI0aOs0mGqs1dJt1xB0fSegj4sISf7jgEtOSIoEVqXHjP/itZzK0s22zCGQRyCKQRSCLQBaBLAJZBLIIZBHIIvC8RiADqxuE++jRcwJWlepHpc3zYXPx4hIajQi7d++EH9cko99FARGLhYhqMpZ0UaoTi4UC2s0G/s0f/L9oumWMTU0gCTsinWKCKCsnmwfo3gO9ebDXoKNX2EqKhygvTvNKg480NBkGq8ZjtVegKpUCao41CFaNgm4wOGloohRNg4VWeu8p7V2virl4sQahKJZYz2bXzp245uorcc2+3VLMi/fONFFVsXzQX/VSLAB4lYSXpjp6+qp/EGA1reYlOE1XbVefUSVmIYpD1Ot1UUbzxUIxIyOj4rXYUxAOwURu9xTFagrHDShdNVilsm10dAQlFq/SleWfkpbf61SCNNYdFYNgcHCTNLQX1XQci3+i8QTuKVJ7u2lIaVKZBeX30dFw317vvvneREH7xj7DaVOpJZXlheo/Ns6fa+M7334CC3XgJ39uL0bsBMcvBHjwjIdDe4Fr5hyJjBVbCqx+53685R2/j7PLVGdTscoFFR4zktR5ZQNhSfozf4x/phodVLdSmqevQRR7TIfuA1a2lfFYHRif+l7NeGNBrXR8DJymgtx4r5rPVVxVtXY5vq4Qr8AqAa9pFwWFTYtQMe9aELAaT0yjU6yo9G0J4xByH/JNVvNimov38b1SDpveKKsO6l5UA+nmoTJVq3zVRKcFvgrA0XvECX0c3lHFpuk5oLuEqFmHm6siLjg48tg5nF+xBJzK8aM29s7P4q2/8HNori7j0eMncP/jx/Hok+cRE1Ib9XvvBlVNNeX4Eog379ysi/mZLZidGUG766AbdmFFPh5+8ASW15qA7ck8HyPUvq0sfqbGtWQ2xCyAxu8MR4o7JQ7hq7KNMK+NlfvpbTbo+NJRVdW0QfQ9hGdTYFzaIT3/8jOCTtpcCKePkFDGzb7NcVcZQVKeAOZ3w33xD2HqR38I+w/vwpaSB2c1AeptWEsrwOICmgsX0FxewvLSCur1Gpqrq/AbTQTtJrqNBoJuB0kYyfloq2EnCTzbgmc7WL79C89wdGebZxHIIpBFIItAFoEsAlkEsghkEcgikEXg+YtABlY3iPWjj56W4hpMZ5Xn0ziQtMjTTy7BdQuY3zKNrl8XTzibD9BamWTxXwFaFip5DycfexC/+8GPYXbbDhSKRcSRr6pE8zGaIIMPshpMpGESFX9SgZopmnyeJ7AVmwGlLOPvyks1nVas0o0V5FJqHwF5GrDJ+xpMKM9H7duaVrNq8CLpmD2wYh7kVeqyeLqKT6Q6t+EP6jyqGr2cK1X0i+movM8wUOok2iRsmRrH/n37cOWhQ9i6eR45x0Xgd+H7HVXQi/gp8OUcjL28J5W71fGV8yCtB0IEURf5XB5MdSWj6gPZZ5rYfnmDb2PFrFEN9z0PFWRSyjiyNyrBCFgJl6kYq5RHRUmWBunS3rHuA/oSewBXUbPehfeuxSj8HAvFSgmFEtO3xVg0tbmOom53ieowzDWFboaBmTkjVxcUw1HQK3V9vej33tewTIonmRR3s0O63QbbwfiRyrv6vnjsyWLpshpM2WMkCGOC7zwatRj33X0KX//8g/Cmx/ATr38JSsU26g1gcTlArW7jxS8cxeRoAkcqrrt48Nv34i03/d84dsFDLt9F5EfKEoA4Laaak2BZKVNjFqWylGdqLke7B6oa6VHK+SJQ9g8EsnYHDopA0pWAxkkgoFv1aUK6fjubdG3VLKrdTOo+/1aLMjJY1HUYqxLjxayLYullEAVbNUqVXqFtANTRuVUEn9LryVl08wqsyoX1jT5VW2gomu5GaWAox9Ido89uzdyh57PUBrwWVqXvd7L+FRHAEWJztpio5ODxvu1A2iFIbGHOrU6MdkAEq5YGrKiFK/fswhtf/z8jbDex2mjhtnvuwdfveRihRSA6/NLFxQSUx3DCEDs2lbF/xzbMly2srLVh5XNo+iHuffAEFutdRFZOVPw8pwRS5niu0Cl1MqvdU73Kl0MlKz200wsaaRKtx6zq+rr99XhSi1sm6H0duukLaqzoOUh2pfLX7VluKOyqPlcg3tjHqEaS7yj2Cw2O7YAKXBtJtQprYhbxlr3AdTeg/JIfwuaD27B33MM0lxbaQFxrIb64CCwvoru8iNbqChZWW6jXaqgvLqCzuoyk2YAdBsglCSqei5FyCaOVCqqlEkYqFVSKBfzxB957WWM82ymLQBaBLAJZBLIIZBHIIpBFIItAFoEsAs9HBDKwukGU77//uKRpig+deJ5SqRPiySdqmJiYwNh4EX5ApaEqcGLUX47AET6suhjJO7jz1i/h3330izhw4IBWeKqHaaVW00BMUl5Tvpo8nzyAEyiqh+VecSvCFg3YBKy5SgVFyKkqiSsvVrOPnEfbDZjH7975Wb1cPzwPKA6fknTavzZjKzBwvakYGqAqqi+Fe3oP9io9ue8fa4U+H/Pl4Xnfzp244ZprsHvXThTzDrqdjhS7SgQkK89B+gSGUQI3rWxNIAWxOkFDFJ+uSx9AdUFKMfgvA6xuNJhZsMWodH3fR6fTReCHyOfzcj/8lzE1RY3McdbzujWfpeGb9ATPQa5cgJvzlNpMgL3xv2Qb6SIyl6COfbpJiddIn1iaSirkreD3wMuknFssBKfHTbr/pNtLDSz9qVI59u9NAaHZ8sjlzZO66JuoEC0bzVqI44+fw5G7lnD64iK2796KV752DyaqFtYaEW6++TjGZydx48smUc4HQOTiyDfvwS+++UN49c/8MvYfGEe3FaO20kCz0cZao4F2q4HlpToa9S6ajSYazTU0WgtoNpcRxTV0gwCFQoRWu418rgxYPqzIUwpmtwXXs5FzgNDvSl/m4o3MA0wt14XRBKxJu/WBuImRo310CfFlkUXm6hGUAAAgAElEQVT7pxqluVmASS+wGFWyaG1NpXZZxCABBNp8b2wagVMEPCrv+3pIA09Nk1GBuf5LUXjDA3sLODypKbjU85WVkSzXrvrSIPgXsCpzpXo/EgJNSKiU7735UKtQ5QhhF/PjVbzjjW9Aq7aCO+6+B40gxJFjp9Hy+/YJfbsCtRDCNHh6ethhF5NFC2MFBx2/iyAOYXsek/3RCGy0OuZa+4sqA2B5aKHC9HHJjBiya+iN6dS4kPjq7w8uzPVfKj49xa0U3NKf8jtAg3LqfKVtZaHK1s4j/LBgJk5D0uVvV6w9fCTdFqwOwaoLTE0AO3bBOnAFcocPo3RgD6Y3T2DruIdJJ0Z3yUJcW0N8cQXxwjI6S4to19YQrlwEgi5ycYSK62CylMfkSAXVYgGFnAvps/Qo9gNEtBGJI/z+u952eWM82yuLQBaBLAJZBLIIZBHIIpBFIItAFoEsAs9DBDKwukGQ7733cfXwSewk1aETUVKePbuG+flNyBepNKSakmndVBPSx5TPtJGokfhEW3IdfPbTn8RfffUB7N27dwB8rpfmKexCA0lRhVqWFD0StNDjsPThVMo1AaqeKo7E86fBkwEKBAxUvxpwmn5wty2lGEzDVaNyTYclnV7OOKwHCQZgjQDUDZBKqiiTR4sA3gsSdJp1gUV7du/Ey37oehzctw+VcgntRlNiQpDodzq9AmEErX1Im6DrN+B5eVXFmgnCOuX+cqwANlKfPpfjsRcvAqNedXdeN+B3lYKVoLJcLqNUKglYprI1DVR5jxKHodfA9RPCeS7cUg6u50lBJelnPYClYUxaDaePNxyH9LnTp6TykkCLYJh9k9dkxg7Tn5UyV0tatSoyNKBoAKABLPs0jMKVOrlXQ7wHV/n+9urYZTULRYCSBu8A5JhhN0Sn7ePRBxawUrNw7NQSXvdT+7FzRwm2E2JhKcGjR1u49ooKSmUqGF3c/pW78YY3/hf84UffjxtfvQMsam7YtBbxynW32xSmJuIUcOrkOfzKO/83FEpz+JGXXo2//Oh/w46dszh67DiCqIC8VcB1N+xAFK7iviPfFShLRWbs0H+yDwr7bUHIOuiYy1jLe+Ifq8YifTvVYs4g7FTKdgVszaKIzCvphR49L1FVGdgWNh26Er5TQNf3xReTsZQ5RENNUceK2lYX3mIL6fdUGr8G5lp5bgp39ZLWzTUbgDgMG3uiTQXvey8z70gf0+RWF3Drw0hLFKLj+RzeddPb8MTJ4/iLP/9zTO/YCR8u6vQF1X6mSlmr9JwC4NkPuagjCDVCGHQQOWOiNBb7hziC5+YQcEFOfHP7hcAGOqmoU/Xx9GITD9+3zVBb9xbITGGx9VTp5hpNHzDbsNgUq2bxbzF25r98T6g8V1ZgeTkkbk4Vp5JCVu7AQoi6ngSOT9uKGHEYIGn7QJTAmp6GtXMvkr1XoLBrN4o7tmJ0uoKxio08QpSX68DKKkbrDcyHMWYcGxOeh0lPZme47A+Bj26jjmZjTRYXmt228rHlOenpy3nRsvCbb3njZY3xbKcsAlkEsghkEcgikEUgi0AWgSwCWQSyCDwfEcjA6gZRJlglvAgJsyxbUrPpubq42MS2bVuQWB0FU2MNVplazGd5PrPSl5XPr1GC//rhD+Ou03Vs2bJFQKwpSKVA6KD6SuCRBqasIs7zu25PT6iqc6chqVasilIrUl5+/bTQvmpVKIl+AO8VqRG4ptSvBqgoQNv3+eun0/eDJKqqlA9gT9U2pMJNQ4l0iNNAmZ5+BhCRRTM2nXYbRTvG/OwcrnrBFTi4by8mqmNwWd1aFIupo+n7kutOop6Kr+cLmbrOZzKYng+w2odBg6BLQVZXbBM63a7EgzfNauHFYmkAKhr4Mny9A38TsnkOLFYJp/pZx68Py/tglccTJaQpnjUEx9dN7aZimLaVUSRQle0pKts4RqvbRSDexBwPqrhOT8G6jpek7qQ9qGRUiERbcpUiuesDJ97Dlmr1mTRtb9uERYMcJnYrXXVtKcK5M8u49UtH4EdFrLVs/MzPHcbBfaMqWdqmv2gI6hKlfRIXt33lbrzxzX+BD/3pb+FVr9mi7R04fjhIjFpa233w2pXYFJ/+9K0Yn5vGtulJ3Hn7Mdzwom1465v/AC/9kRvx+p99CQ7smMajd9yND37w3+P0Uh2PnFmGTysB7aWqmKFWAzMeWp3ZU4oasKrtRLgqk1anpr1l1ftaCSuJ7lo9rxd2eupXwvPIx+z2rXjDO38VIzPziAIWHgrFZ1pU1TIfanWsVlkb1Sg/k7klThAIjFUFzgjSBOz2fHnVFfDznk9vFCEIlYUKtzf7EfZFkZiaSP8jeGYfNX1RLkz7L6vPtc9tCORdBz/1Y6/F+XNn8cVbvoJidVSAb7vVkeMrAKx/RDWv59BYweJYrFgSJBEnUdo18N4i8SHllwCbm8YPyuZF7d/ztJWuoT5TPVsvcKV6soLgakKnIjltEyDD0mQlaO8GBdBtsZahujkiOKUqndCUwJQ/rofEyyNh8UT6zcq/HhLXU/CVheCGVetJAid2lNVN2EXSaHFFEc70JArbtiG3cyeq2zdjZtssdo+P4EApjzkAu5IIBcdG2Y7hBm2060001mpYqTXQarXRajcRdH35TpRFQA3mCerDMBBP7lCrVv/d+37rssZ4tlMWgSwCWQSyCGQRyCKQRSCLQBaBLAJZBJ6PCGRgdYMoG7Aa+L5AIcKilZVVtNsxtmzdBD9oaA6koJGk2QpYVVA151ior9bxnz/0J1hGSSq/S1XlmKDJpPorhaI8Jw+BDD60q5R3/Tn/SYCAhT1UiXnll8mHZw01CLAMSDDAMmDl7pSgLQ1We4pVSS9W0IoAwgDVfmpvXxWWVqwaOCfAl/hJ34NUqhbLAiIPps8qQmdABX9PV3/XGb4qDrwOPmwHvtz/eLWKHVu34PDBQ9ixdTOqxaIC3hFBk4aS4iOrVKrD1345g+jpwKphjunjqkI7z+zVg9ZDCsL0uQ1IVxYBHdiWK/2QP+n4PS1YZV8jtCZcs6m4U52BfYjKRoXtdfto6wZj4DBwj1wwSIHWNFyPxUJS+b+WikUUc3mEUYxas4GG35XxIYsNpoq9ZYkXpnmlPXoluVzgqfnXbKcTwVOKZ+5P5eFlvdg/qY+1uMDhIGhbWF7s4Oj95+HHDh56bBWv+bFdOLh/BJYUkSK8530o6Tj3Ilh985s/hT/6yK/hxldvF5UiEuI0qnSpWo8Q0e7CUaCcMVdepxZiwrKuUvrSMuCP//Bm/PArX4SXXLsLt339m3CjBJ/9p7/GvY88hqNPrGGp0UVsuQKvlQq774Gq+Fs/7byngO4VQ9KLJ/rvhLYmvc/6ReYEGGrINzwfuY6FbreJPQf3412//X645VEkflf6hCS+91SkaqJKr2mYxZ7+NaoWW29+Mf655oCyjRxALwpokKgkpH1/0N7YZ8q7hruSEi+LLkpBy10JVzlbs0DS0sWL8BwXlfEqOkw75zzC4lxazqwALwFoAtAGQIp+xWB/jxILdA1gwSoDlWVulssViXDv3D0YLGBZXY9ZxOr9myQIpPhZf540MFzUzr04pMYNPYJTrrh6ApWxE3Js88tDoCoVqy59ZWA7OcDJaRsADVVpCWDZ6HAs9YqZ6UU2AeGq3/Je48YaCq6FnQf24tDe7di7aQpbpiewaaSCCnt+0ELUaWG5S6/sAO1WF92ODz8I0e5Q4eyLjzYtTzrdDlqtFjqdtk77D8VDnO3ARRjaldDj/AO//q8va4hnO2URyCKQRSCLQBaBLAJZBLIIZBHIIpBF4PmIQAZWN4jyffceB/0vpSoyLORyBZw/twDL9jA7NyWFqwRoJcrjlNvKg7flwU4iFB0LJ0+exh99+C+Qm90iUInQUooWiR8qj6uqhg+45KX898RXNFXgR/wVmbKZgoh83Cd463Y78HKu+HKaQkfGl5OFXwzEWA+spiFZpAta9aHXIDU0fo3mcwP4CFcIMojpJM3cqL2Mh0EKGPTVkn1FGfcVMKyFWlFIgKysEVjwynMcbJ3fhBdedQUO7N+HibEq4iBAl4pO+gB6Oe1DexmU81JH2tNZHFzmaYd9L3kpaWCdvjRCCrY1X7QH4I9RBA4DWbNf7CQIkxidkMWSEvFZZVxNxXoFUftV5QVVa3VpH9SolNyi9mU112jOodRyFnKuh1K+AFo8MBytwEc79OUMbEdlCaD8XC3SqfTLFNqSDw3q7VtKqNGVeukU7Yl1rBAupTkV7LLQaicIQwv33f0APv+5f8bWmU142Y0vQcvfitnNDrZv4yIJrT50sbQYiJhLboX41hfuwE1v+wz+5M/eh5ffOCnrB+I4KqpzZQ0iKfnigsC5hDFQFh+y4CBI0hPVZaPZQbGQh5c4OP/EBVQnRvC3f/sP+K9/9lfoRi5OX1hCkES9xRkDnhWgV3c8vHDh2kaBTrBqlOgEVwRYJk1dF7wT4JcoAC/SUGUj0FOscr0jauHQVVfine99L5xcCTa9RXtlpQgkDQRV9+vQi7M3kehr7JVK6hc5S28zUDzNqDZTENZYTKj+qyBmr++nthf1rO4xSv2pejoBIWMf+SESP5TxZLk2iuWSANT+olUfVCuLFeUHIK0m8E9n14cRZM6kQpQ+uJy3pIBfpNW/Rq2aslAxxf1Etap6tvDinl+q7vemSJ8sgOj5tTeO9GIIxxMX4LTvtBT5sx04uTxs15VieA69S11XrEA8V//k+G9e3iPAJDin60x/icV44CrFbBTEAtGlUGDQEZuWkmcj7DbQ9NsIOSRsHrMAO+F8QesSH2v1OhYWz2Hx4kXUaqvoNDti/yLFGCW7w4FLqxJXe5WLWFjrc/V3yPt+9VcvZUhn22QRyCKQRSCLQBaBLAJZBLIIZBHIIpBF4AcSgQysbhB2glXxI9QPeZ5XwJnT51EqjWB8chR+UJeUYKbnqhRUDShsT4BD0bVx5MjD+NO//DRmdu+VB3g+MPLZ2SiWBEMSYvEazANzCpB4BKsp/iTqJmIwpv5KIRUq3oBuHKG2uoTaygoK+QImJqfkwVf59nEfBVa5vyifCAr0fUnibUpeJn6sQy6XBrwqgKEAjPFzNQgsDVZVyncKpGj7gDT4UVBapdU6DmF0X/VIuGNokVgESjGvCN1mHW4UYvvWrbjh6mtw5eGDGB8dlRRcFrVKFzpKF/F6zkbWcwhWezDbGgRYKTYkl50GpvlcUZSrjUZD+hPtKUZGKuIrm4bj6X2oVu1GvsCPxFWKUimIxqrkoqDT+lTt7UvlmkUwwwJU0t7K35Yq67xWSiuOqlqY/3r0USUiJMgRD0rVFFQHhtKftDpRGUvKtuKs+xSrhgShtmJVn7HPKiAVESpSTS2AUlUr5/UfnJq9rOZNEKC2HOPWW09iaRm49ZZb8OUv/jM6tQacUgeHrnot3v9v34gXv3gapVxOwBPQgZUUEMVMs47xzc99B+98xz/iTz7xK3jpy7YJUAtZjb4boVDMA06g/X4Za6qEVREm8d9MPAQES4y/wzFF3SzvP4SbuAhaXfzme/5PfOxvPo+4mFd2ConydDbQVsFCFVNTsKhXyIkelbbyPY0jjjPlwSxtJrYlxpNZKd9lbuCPLOToeS8FVtllwriD3Qf24Wfe8IvSfg6PyxR7lc2eshswWexGqW6aSJ3fLAz1ZghDzE06u74rUVTrayCAM39zf1u8e224fL+ncNbbCwNlcAcL2KnMAmXX0l5rIu/mEPohvvClf8bLXvYyTM2ovmQAp+rjCsrGAqlZ8MlT83UcwuGcKj6mjA1jGsuikkOoLgkMylt4eN6jXYCZj/UgUuMptXCRVuMqWG8gvVYqm5bXQFWKLDIujoKoLALluI4spLDvUP3vuLYCqa4nPsg5x5X3Xe7D+9CWHWoBpG/bQUDPS3DcPBqdDs4vLYELXzmvgEqpgolSHmUXaNVrWFxawOLqCi5cuICV2iq6oY9CqYhypYJ8jn6uBTV+I6q5Q1Gv8l/JuqDlQ6A8e1U/5VgH3vfud13WGM92yiKQRSCLQBaBLAJZBLIIZBHIIpBFIIvA8xGBDKxuEOX77zuhU26ZwkvllY0nn7iAmdlx5Ar0WNTKM/0vyQiL+PCZsEgYZCf4yle+hX/4+newadOWntLQKFcFMFAJZypXa6WngQ5EVVT+CVCgYiiJBVKBCqmCA68LxLkQLT+P8suvx2te/UIcvesenLr3EZx57CS6tbrsX66U4HB7x5PrYwVregK6fIi1tdrWVIumolZ7+qWVrQYMUNmklHaDFcPFR1CT1LTKrYdTNEBLAz8DztYLvxZADqT2K1Uk1WKxpI/aSYwts5tw9eHD2Ld7N+Y2jaOaK8GKIvhJhDCJBHyISo0n0b+ba+jrxPRDfEoprDSVT309nUXAetubPqJOn7ZTSKfBa9iV8jZU6uf+K31etgH/JlhlwRcqyPKe8l99aiErVbhmLVhDPerCdvOoFIooeBZCyxP1I9WSBH4qbVp5Q4r6jRBK1ICJFFCj8s21PAF1vHqBhEZZZnEBgJFOkPMc5KWAGNDqdtDwffj0TRSFKaEdwUkkcLLve2kKKEXwI70AIH6YAaI4FPASRvReDNU+EakVQUyMt73mdZc1T/pJB63FCJ/+0jksONtw4v67cM9td2JhsYX6Uhuzsx4+9IdvwvXXzqDoeHAJmgWzRbAiVlOPcetnb8dNv/pP+Mgn34cffmlF4rFwJsCX/v5b+OFXXYG5/VPCyizQg5Px8kSpa1n0Q2b6teSaSx8VEE0Yqvtqt+Xj45/8B/w//+EjuLAUgCsPKoW9iCBq6EUaF1HchWN7GnRrZapKeodNwwVZHGK8qBxWFgDGYzWK6B+t/InNPKSC2VdXsl2VshBo+G28+EdfgZ//pV8UrS0BGdtEVKBpT1L9exQoVaz5zMwpbFcFb9XCTw886rWRNIjsWaXQ21THJu0DOug+ml4j4nU7SKJArl0wJ31RpagXGSaVnTZyXh4XCQGXl1Gvr8miA8fR6OioLFwQCOY8D0GXliq6YKBYWuh5Qw/VNFw2wFssBVQVMMQhFZqqqBiLeplxVJHj51WBROJqs8DGffS8rHqFKkCVttNQ2xKm8kcpVaVwHMevx8URqkEJUglO1WfD/5r35H1t1WHOYeZ5xontxeNw3llcXEQonsoBgm4H7U5H5hJeD2PGH69QlDmjUChIQa9u4Mu8zRhzccgXqwBV7E76EFcIuXAY9rMrTN95/7sysHpZk1y2UxaBLAJZBLIIZBHIIpBFIItAFoEsAs9LBDKwukGYCVZFnRlHYgPQ6fg4d3YJc/NT8HLKz9O8lPpSlZOJHQueVuD87d/djDuPPYHRkTF5eDQPzZLSr55aNWzSnnJaEciPyNY8PihrkCZglemTQYxujvDWRWz7WOq6mPrp12DbK6/HWtjFPguYPXsRq4+dxp133IvHHn0ca0srcPN5jFUqGGUBJM9Bx46kCIkUaxdvQT74qwdoAtx0pra53rTSLA1QZf8hGDgc1jRk7H+WSo/VbxpVrNnGQBZzvh4QJZCJQthJgoLrYe+O7bjq4CHs3rUTY5NjsAi3O11ROlKl29tfoI8CwSbtuAdbNRCi2mu91zMBq4Mq3+cGrPL8SvWs/EoJNwg0CH0IGQViEIBS6UyIRAWiDVxYO4/VTgNuLo+cm4PH6u7sq1KoTEFSKkOl33l5OF4BDn1BJUhUMmpfT53ardqEhYMUEImSLihq82wPMxPTmKqOI2c5aAQ+Hj/3BI6fPKHaQGCfAqsdXcBIiuJwcUGnkVtMU++lrWvoJ4WMCFr7acKCOS3gd990eYVtwgRYPdvBJz9/AueTWTSXLyDs0BOyjZxdQOIv4B1vuw6H91aQE2U6aZzyUlZgNcFXP/MdvOM9N+PPPvk7ePlLSjKWOw3g5k9+F0cfP4Y3vPVfYX7PhNSccqXLxbKfqBF12jhBnty6ng+oZmVbsFTbY4+exRvf/F48+OgZVXgotrFl8z5s2TqBditAFHqoN2pi80A/y5AFf8IIvt9F1+8iiRsKojLGopKkwjSEa3fhugSFvGJd8V0XizIqTTNeBaILWE3Q9Dt4zU/+BH7uF38JPhWauj0UMk/VPVK3iJgq8pTqWsYEgSEhmrlnDdyNSN7EQqXI919MrOerN+/qc3AhSH1gEur1PuzXAq2VNyrz2Kli9aMYZdtFMV9QcD4M0WzUUautIZfz8MD9D2J2bhbbt23H8soyHnnkEcxvnsfcls3ih9tT/eqxKAWoDFTWQJp93UliAZU+fbXZVXnreiGC6lZRc/tdUXGWi0U4xhNVX76M354yXGU2EAyLfzVhqlbzileyQ0W5AqkctwJWUxCVvw8A1PRnUiBRzRe06+gVE0wp0mWxTeZ4C41mU9SofPHapaheuQQCYno/s+G5+MFFFYJT/nCO6nRpV0O/1bbEhGBVLewo5ap4z7KQWWgsKnSzJgkysLrBf1Kyt7MIZBHIIpBFIItAFoEsAlkEsghkEfgXEYEMrG7QDGmwWiyWsbS0gtWVJua3zMJ2BoGgAquKvSRUD0UBYj/Ah//847jYVT5yprgPt1VAS5n0CSjT6dYDykSW1OmlugqSkTRdJ0yw5gawIxeuHaERF3HFTW9A4fAsFkMLHRbNido4XMhhXxCiuNbEY197CF/79tdx/333Ad0Ak1MzmJydQ26igKDdRtIhZmPV8wgRC0Tzr0BVeU8rqAzY60EXra6Se1D1tAbSXg1USUPowXCvD1apklz3WIyT8gYQBS/pM1PPiadbK3UgCrF1y2Zce/WVuPaKqzA/OSWqR0Im403KdFjNwRXAEpg8CMmHoai55ksFqxsdL33vaZhr4tT7XNsDDJ/3KXDaFHixHNTrDYEUBCNUjNFrl4q5duzj4RP3Y7GxBNvxpDiMgxgBQbr2dBRIS8juOChXp1CpTqJQKAkkEZ/EtRWxH6BFA+GNVGsPA3TabXQ7TI/vCtSrlsdw9RXXYffWPSh4BTSiDu568G7cdfd3Ra0W+h0U8zaKBVdUhIyBAkTqTvl30VUKSQORBPxLZ1Bp3SoNXAEg/rzlde++rImUoK65EuCbd1/AYlTGaJHgEqitNhB1bIyWE7z0RdOYm9RWHZKrT8W2BqtOgq/8w7fwK//68/j43/86rr96QmCzbUforrq477sXcPTIMezaP4sXvWY/LJeWD4TIrqSU06LBiRRwCzh+zLhLpBSUQNS1NR+33/UIbvnq7Th5cgVf+dIdeMtbfxm//ts3CqimwtgPWghbOXS6IbptH10pdNZFp93FylqCTreLVqMpSsH6Wl3a8cTRI7j9tlsQJlTSUhUcKC9pvbCSdrNVKkv2mQSNbgev/PEfw6t//McRcPEoVbCup1jXwFvadh1PXrblgPdqqvWGx0S6YYlIzas3vtj/hywlzBwl8xY4vqXsGLxCHvVuB+cXFnBo01ZRPVNZrQrtJeIP/PBDD+O2227Hz/7cz2J6ehp+18d9R+6ThaZdB/crP1Zta2LmcVfP4crwQnVU4cdUeNIfmhBVjq8tMsTORUHoVmMNrfoaPNeGR0W0SzDZHwtJzwpBgdS+YpUgVVl1iIJdrDp4LwquioLVy/XUqaJaFR9Tpv4ruw7xXNXerFJYTlsCpOciMz8QEPPFY7PA1urqqlLO6vk4V1DF9Ph9wRhxHmq0mwL5lSo9ln7ZFbjakbmGkFUKsYkCPVXMKwOrlzWfZTtlEcgikEUgi0AWgSwCWQSyCGQRyCLwg4tABlY3iH3aCoCQ6cyZcwgDG5vmp6SaePplFKuigLKZwm+hvrCC//SRjyIuT8hDvFEamgfy4dMaUKT8KbXCkkWZpBq2SgslW/CSBD6ru/sEHjEW7QoOv+0XkN8/DrfgoQkbD9caWKx1MOm6uHrzGK61YkwFFpYeOIpvfPlruOueh3DuwjLyToT5uTmMj1VFfUgFEdOTqabqF7uRR+0eNDAP22nIJxBDK1aHIWoaxqYf2tV2fYCa/mwQrCpYoZkFiLksx4KUhmF2rAYjrsNK9D7WVpZhRxG2z83h2quvwvVXXS2Frug3yAd63qf4TQrXVmn1cgatykpfh2mjSwGq6W2ea7Dau6ZEQeAe7KaCUkv8qBxj+y0sLMh7TGUeGR3FxcYCvnXnLbiwck68FZmS7FjswaF4oqoUYlabjwScjE3MoDo+i0K+KKAtCAlWV0UZaTkJPI89Ui0OEKYSWudE5RyhWBjFgQNXYNv23fC8ImrNNTx+4lGcv3ABq6srWF5aQKWYw8T4KGZHyn0QJACJ96VgKZVxyjOStgS646sSWOpzgazKT/PG6y/PCiCBL/AyiB0EtoUcgVmUSBGees0CxXflMkEp/VAJc9V5WZTIipVi9Qt/9w285ze/hL/8m9/Ai66viiezwNUoJ8T0/ntP4osf+wa2z2/GK/7X6zCxeRSWa4laPNex0Dy7JGnS+c1VmTdc9ml9b6Y/il0ILPht4A//418jjjz8xu/8L3Bd2gJwLKhK9k95ibXAOgWiAHz2776KX3/P72K5vozYCmTxwYzytBcr3zNWAFza6fgd/NTP/zxe/spXokuwqv1vzc5qSGv1KrTvqJk5eqpOXeBryB7DjBmjnDbzRm8MpgSsMgbEC5VQVPk5p8cF91H1pTi+E/hRF5XxcVheDheXV7B7YgaNel1UvDPTU/A7HVw8dw6rqzXMz89jbm5OICTvpFgoCpx+/MQxgYZGtc9pQ3ycGePUwow6rwa6iVGYK0uCs2dOYdPcrPhBS9o9i8lZCQqFnIBX2LleM8r9a7Bqxj+Vqb3vCb2wwPHLcSMevLZK9adi1dFgta9kpYrVUT7I2mPVfKY8lB0VS+1Xa87J+dXcs8z9loXaWk2gqABZkma9DeNB5TQV022/rRWpKj5U1xv1KufhgDYAARXvCryaxca0FYDpA5li9QVTVhAAACAASURBVAf3H8TszFkEsghkEcgikEUgi0AWgSwCWQSyCHzvCGRgdYMYHWHxKqYuE3i4OZw4cQrl4hgmZ8YQxaoye1odJeCUnoO2JYVrTj7wKD78yU8jNz4vD9XrgdX0/iYVswf5pHgH668ogMSHbPG/pMclH8KRQxB1ETqTePnrfhrRSA6N0QK6kx5QsbFkAydbAXw4mHSbuKZSwf/P3ntHSXZV9/7fmyt3ztPdkzRBGkkzklAWCCGSBAJZFiIJGWyCEBhjeELYD4MjwSbJgIEHD/ww2AJMNBZggQIopxnNSDOaGU3qmekcK9/4W3ufe6puVVcLuddb+r0/bs2a1d1VN+57zql1Pue7v3uzpqDN9zF3chb7ntqPo/c8juNjxzAzN8dFTrLZNJJmAlRZmifDoaelhFjiHuoBkwWiomBVXn8zjGytWm1M95VHlts278NKWkobVwKolELNFcx9Vl75AUG3AG6piNLMHMrFPDKdWawZHMGGtetx+rbTMDI0iLRlsZqMiq+I1F7xkvBAAJqVrABW7lDPprZrtdfvUqzK9hXdV4JFCd0ItPB21BpME2NjY5iYmEBXZyd6e3uRzmZwYu4E7n/oDiyWZthvUSr5qBgVFb0iBRsXQwsC/puKs5mJFPt2ivxuagc2+3AmTLMGduR5qY9oDLDImiBAMp1FKtfO6li7Wub/pPgrFivI5xdhGTpymRQ6U6nasSRIp2P6YQOrt59I1fewL/BNh0D5vNMu+92jXIstuGo8K5aFalbQObI98KAoBEZpJ1J0kjJQVLen/k3eqgRWCVr+/Pt34303/wr/9oMPY8cZKYZ5quZBdRUEXJBKgZNX8Ytv3oMTT03ixW8+F+svHIDm6pjacwgTe56BAxWnXXERrO40dFKrsu8xaRrrvsW8ghAo+F9f+hEKS8D7b7kyLIKVINwJRU1Elj7qN0vLD+IV5s0L/wv8xw/vxntu+nPk7SXYfpXHETI5IIW8Tx7MZAIhU8EZrlK/V1Cxbbz1phvxwstfwqndAiyqrHatgdHQ0kHATy671Oi/Kp9dbVElvD72Ww1l//w46jYp3NbCImi1AnVS5hy6qtTboyznRQXvpP2CKAyVyOSQ7WiHV7JRLBSQX1hAcWkBlmkgZZnIZjKs9rUsE4lEkmElKS7pXqZnZ/k+o/bL4jmFEQ5l1bStsFERizekTiZIOzcziR99/zZc/pJLkUlmkUiGXqRmWDiKBan1hZ4oWBXjL0F0ATJ5MUkqt0PFqlCrimOxFQAtTOjSHqDuryq2if4tfmdgG/av2rOXhcOEvJxBKt0mWSSwepf6Du0TqmcpVgRWSeVeceqp/uTVTN7Y7KfqkGWFsK0gCwCpaOW40TP26m0pBqurGtrineIIxBGIIxBHII5AHIE4AnEE4gjEEXieIxCD1RUCLsGqSLnUcPDAIfT0DKKtIw3HrTZ4dvIE0CfABNiKwkDr8bt+i2//7BdIdA4xWOVJKBcBqSucoqosriYdfs6AQZQrEUq5sEqzzxNdn/0aoVjIV/Lo6N6Ea696g4BCnoJ84GI+o2KmA5jNeHDbNCRUFd2Giu7wmHO+hvEA6CvMAeOzKO45hGMPPoH9e57CUrmIRDaFru4uVj3SxJfSNqWVgYQuciJcm/STZ2vTq1lFVocQoWdf6O8qoUwU4LZSfRKvINBMRX4CSpcPoRGl8pJi1a6UEFBBp4UlTEyfRG6oB+3dA+zbl7ESWD8yjDO2bMGmjRvQ2d4O1xepq1HLA3GNUZhXv6lIfall99qssPtd/Xg1YJUAG0ERenF8QkUb+TNSaj6pVSlNl2wARkZGYJgmxudO4ODRJxCopTB1mCChUMwxzNcZ3fM9C9AqiuAQEKLtRKo+Fa6hZPBE+J4s3iP8XsW9CHhCL/LWpLZMCwOkqCNnVZusJaiPUIEb8oGVBYBqYssQxLENhASBMoqs466pEsMA8FbnbX3x7wp1y8+JiVE6u6YRUAR8RRfFpEiNHrBOnMEqAoqPJkAutVdWsGpsi3D79+7Cn9xyJ77LYNVg+EwLILonCsWRFYNTcqD7Ku69/Qnc/187cerp63DFNRfjkZ/fjtl9Y1BSKbzgLa9Cx4Ze6AR1yQtUGK7W4iAVqbd+5t9h6b14x3sv4vT2wCNlYhVAFKxyHrrYl/wGRF2ysKeIuH7/Oz/Hhz74N8g7eRSdPCsnVfa4JKjcqCQXTzYQSvbAwzs/8H5ceOmLYId+rsK1QzybaJ/lvk9AOKJMlV6sAhTL/aL+w3KhRSg9o+OFT0W4wjT7+gOlewx7LN+kSMPn6BGopGsiewxdhU1SZEWHRmnrXCyKnmqAMpFq8mpmO2GC4XVYSinq1O7Jv5hVqGERJ1LKsjI3VKdy+5eielrsoRR5agvcDwwGnvOzk/jal7+I69/4OqStJKyExXYmvEjGBa186JHCVRKsinupe6zK7xHZ71ixyn25DlH5b43gq7BjaASpBFbrcFWqVcX3jxhbmsGqzv60YvGJXvPz8zVrlVqwqeeEVgD0s+KIcVX6c5OtrgSrBFRpTJafy7bTCqzS8T90442r6uPxTnEE4gjEEYgjEEcgjkAcgTgCcQTiCMQReD4iEIPVFaL8xK5jQOCw/1216uPwkWNYu24UlimqmfPEV1ADMRGlmWcQwDEcdGXb8b1//iHueGIvMp3dCByCH1IVKbwM5UsCOfLq49+pSjspCP26akxWk6bPuaiQV2WoNltwcPqZF+PyF74UAaVyq4Clkg9egKLrouDZyMPBxJAFv1dDe0ZDW6DjqB/gznIZDhLIKj7O1IFtvgfn6DiOPfAoHvzVnXhiz9OoKAY2bVyLwaEO2L4PswAU2RvSg8Npxi50uk5Dg++RoklMzOVkmiAaw6iIZ2p04i7C1+xXyxnV4UsUu5GpvlxVnFPG66ngvD88VtsRXCxOT6A6cZIrVXefshltA8NwaBJP6adOlYtaDQ4MYPupp+KFO7ajr68P1WoJxWKRARId21HIb5OOKXxu6ZnwMxaku3bN7PcaFrFpbkatFbp1aNG8fbPCN9o+mn+X55Xv098ERMfGjrNqdWh4DYaHh6Hq1EaOI1+YgKYRWNJE6m6ojBR2mIK6kfZMUDhZVE0cvcY9+Rf5l0zPl4+pORW9Driiz7uOzVp3Om7/rbLamZbVvVije5+7ZXVglYicUFWGFI7ljWS5IYB9RAgp4hBQhAiC0QICFV9Scdttv8JH/vzX+MFPPoKtpyYFjOUQshEnjw/lkg9PcWCZAQ4+PI7P/89vYnSgD4Z1Ar/+6f24/ua34rXvfz0S5N/KBeSM2nXVYH0I/b7wsZ8hs6EHb3nTBXhm3xwKThJn7EhA5xRuuh96mmEA+TqF8pwWISiwpEkk2Petb/4Yf/GXn8FCOQ/XLUELyEsZwnOVvValRYeIEcN16mWBj3f8yftwyUtfimKlKoAz9f8GuMq9WjwiSoWveY+KtxmuRqCpGANat4cGuBqaWDdsGu64Yl+TFbLE0CyuJVI0q35WcVRhQxABukLyWh+Lovci320AwPV754gFjigspeqYn57G1/7p87jhTdcinczAtMwQVotFCEGCZV8UbTIKOBlqyoJVpFpltTot1uk1z2H2Wg0XTIJQvSqAq1CxSsBaK1bFylaxWFOzA5BwN2K3wYs5ivRkDjA/PycW26jIHAu9hTWI8F6mAmouF6higCoXWyibwyPFqkj9l1BVWgDIhTqWGTfFNrYCaN0/4nfjCMQRiCMQRyCOQByBOAJxBOIIxBH4fyMCMVhd4TkwWIUDQ6XCQGWcnJjEhlPWiWIoErRFvP1kIZdAd5FLZvDVf/w/2HVyCun2DvgE9MIJa135KU4soCxNrsOJNBUXCgsEyUtjsCoLXBG89G0EqoqFkodLXnQlzjn9LJ6w0rUZii7UseTlSCohBAxBpvUq5jM+3HYLWlcCFU3FfrWKYtVBJyyYmo5F2DhNNbF1toCZvfvw2N0PYu9DO3FyfgZd/X3obu9E1tBRVCmN2ofpEYT0UVY8WAEn6gulooSNlNoZAQQCotSBsSSoy0GLnFzXt61vU4cfNRhJMIyqaHsu5o6PYf7YYaRTGfRv3gI928H+fgwjqWhTVVSpJh/cvo42nLltG3accQb6u7qg0eSfgECoTuNJPz0j8rlk31mhWmulPI42o5VAj9ymFUT9b4HVqB9DiDsJaucLeSzl82hvb+cq3YapY7Z4DMXiNFRNgDdKN6bq8FyFJ3yJNij+Ftq81q/6NYYWBDUp5HIaGlUhP5ehrqbgbQFWW+0vt3/B5kufy+GXbfOzH/ySFwKSiQRSSVIQJlhJa1qGaMPSz5KgVOj7SgsIARWUIzVgoOBHP70Xf/e39+CnP/0INm1NsgJShESAVVKVEnwsVRykEgHg6jixewn/9Omv4f47H8VCYRLnbdqK19/0Lpxz1VakshoUsx6Aegy55+CTH7gNa87dhjdcsw2/vfMwfn3PMdz0gUvQ0y69d4Wyt97PQg9eYQ7L0NWzPXz9q9/D337yi1zYLPCrgFuFR+ptj2CpOJdQf9bTsjUl4MJFb3vPe3DZlVegVCU7FA0qC0nr55TnFtceHm0ZSJV9ePnnrfpOs3r1ufa1cOmrBchdDu/kMVcei5pRe1RpK/ZuUNkzcHRoZYbB6sLMLL76xc/gLW+8Bpl0jq07xFpcXfVNaufad0KTcrQBrIZjLI/zcryXnqs1sCrsAIT3auih2mQBID1WxYJd6F8c9umoLYCmi+sSilUBViuVCqiFe2SP0QRWaeGRxlhpoyChKf3teSLlX1oArARWo7GMweqqhrh4pzgCcQTiCMQRiCMQRyCOQByBOAJxBJ6nCMRgdYVAP7HrCPvkGZqOyYlZFEtlbDhlLftN1tWkYQXoMBWaJ8W6B91T8alPfQmzgQY9meRU02iaexSiifdp/h1Oqil9uskygNNWQ0sAdgEIPPbxKzkaXnP1mzHaPwzPpYRrmsSLKt4EyFRS1wYBDPrECVAJPIwHNvJpHbapotQeIJ9UoSc1zPoO9joFtKtJrDcsLmiTqVbRf3IeMw/twTO7nsKBZ55BqbSIZDqNnJmAYSXhJwyubh6oVP2a0qTrkKH5PqPwgT+rS1MbnkIjRG16QJFU5ZqKkasZcfSRn5lGfuI4Ojo6ke4bgKeSApBiJlKk6bxCXeXBJksHL0B3LofNa9dj26bNGF0zjLZMktV5pGCj9GeKpfQ0fC7A8LmA1QbAHN7i7wKu8nOZkisjI0SmkZzvsIJ3ImVhfO4AypU5rlbv+4znQ8Vq4/asPpRI7XfATbLGiL6E2rXx1er+atcbUfkuu+cQLsltG+NdvzDRXRScs+mFqxoq29s2MUClQj4GWROEldItBmEadM2ASW3cTMIwLai6CTOVg2aasDQTlm5hbHIeh4904Y5f3oyNm01OPZdgVShFqWNosKsuDCP0o4SGpWkbt9/2AL73L/8Cx61gx0XX4qpXbceZ5w1AaxdFk+TihIiPkFl+9D3/grNeeQFec8UopiYc/OIXh/Gy12xGbydFIlSLk0qS2wNZPiwHq3bJxhdv/RY++8VvwmdXCAeBU4HtVlD1bShhhXah2a2n+BNYrTo23vSOd+BVv38NSlUqeCXsHoTKMATyoVJXSESXp/TzwwofYyh0rQtcJZxcQcLaCnpG7TmawaYQubZYJmhS0EfHpeZ2F45mrY/D17scuPIt8rk9QCOXXp2L6n351n/Am15/NXLZNlhUHS1Uv9cWFZqKVclrqdltSMVqBKxyq+L3o4WthKesKARXV6QKW4C6FUBUrSoXjOiczQXi2FaArQBEWyQrgGq1zNYfBFbFeEoWIAKYSrBaU6HSN2mtSJXIaGgoWBV69PKzihZECwMQg9VVDXHxTnEE4gjEEYgjEEcgjkAcgTgCcQTiCDxPEYjB6gqB3rXzMBRVFOYZOzoBwzKxZrQfdrUSzRatpWuyYpUqPFsa5k/M4uOf+zK0zl5R2TlUJbWCchK4irIgIvVcTrSjxaFkEStXCaAHAaquB8Vowxvf+EfIJtKR9GGf7Qto0qsYpLQMuNgOiY3IboCqwju0v++hqHiY1T3MZVUsdVmoZgHVC2CoKg6VqxjTFFwQ6HiFomKxvIADExMInjyG3Q8/hqeeIj/WEjqzbRjq7AWSOp+Tr5lJRYgkQrDRDNAYvKlio+hnDKRCVesyaMHwsDFdVxzA54JWmmrCt6tApcTKQ0814cnccvYkjVgLSPpB6mNSFzouUokkVwnftnkjNm/ciIHeXp7o02fkP0mHEhBDkCH5fJpB+Ep9dyUo2xybVkA6GqdlYDXizUjbERQ2TQtmQsfxqafg2ItQyAM3ELCN/HibWWgNrIb2Da3uoVmxKrdpBVZrn0XJ1wqBaXj+EajbGBdhP9Acq7NPuXhVQ6WV2VAzH62BaY6OBGXU43S2TyBIKZqxUKyaisWwrBooaGu/CHf/6qNYt0HjAlChtk+AOE7B1+A5pPz0oZuAx/FQ4RUquPMbP8bE/iM4mT4TF5+5AWdu70Db5h4BKcVFhZ2ICmYpuOVd38Kl152Pl102ysXrDuyfRtHWsH1bZxgX0lqTXygBVaFcF7izrlgtF8r49N9/DV/9+m3wTWoLDuCRH2YVTuAicJ0wTZusBKRyleAggdUqrnnL9bj2+utRsV0uzhVdSOFuH02NjzDHhvcjVgFin8axomXba6l65V7Y+vmHxc1+lwI2PDP/4LEnagXQAsouh7vLvaXl0ELPn2wYVBgoLi3iS5/7JN5w7WtZUU5gVSjhQ5sROv+zKFa53Ydjj/zOaP5Z811loCoKUnFhqaZ0f7XJJkDsJ8Bs/ftItD9a1GNPWV6sEYrVublZVKsV/m7hMZ9gPI2hDFbFdwBZAciYNoJUAdulUjWqWG0Gq3JxIQarqxri4p3iCMQRiCMQRyCOQByBOAJxBOIIxBF4niIQg9UVAr1z50FRbd4JcOTwCfQN9qOtIwG7SumyTWnUIRzw1AAd6TQe+83D+MptP0Db4DCnlROck/CtFUSj96JgVaaHykk8++aFyMbXqDCKj0rFRVffOvz+71/Pto/FwiKqdgW9PT3sOUo+eqQS4uIrhgevAi6qo+s0sfWhG4DnK1AcoOB4mPFtzCcCTHXrUAcslAPgMHmvVjxcrKn4FUp43NNxnhXg7IoGjM3jt3ffjXvuugOHDx9CZ3s3BgcHkc1mubAJ+ZIy9oiAAwYOUU/SULFaU2wtAxlNhb54Wk8gognEkBUAi6l0fjaaRt5+ZFcg4JKYvPvExWrQVjgUCozCVgE6eRiqfO1epYTerm7sOPU0nHPGdgz19nFFeJvUyqE3p7wXfq5c9GalBPrW0Oi/C1Pl+ehnM1iV79H7VJCJYEo6nYbr2Rif3QvfL0JliK1zyj/dN6WpR48prQAYpa2gWJXQZRmVjezQSnUb7WLRZ91y2ybFan1focqTL7nvWRsvWtVQmUiPht6hAh5xTMMidOKA1CPZVFfYJBBg0kx48KAGSZhKAtUgQDp3Lh6461MYXSf2qO3LVgAiUgSbKqUqV4L3fR3TU0UM9ltY3LMbt97yT9htnoFb3nc90vP7cMoV26ElLfZ6ZRsNVj8G8Ksebn73d3DVH16Ci88fhe9ryC8Ucft/zeDq1w4jmaICSARVCZ6Ll0zrp2dNIwg92MJSAR//6y/h//zrT+FqBMEcqIED33fhqz5UXxQVov+kuJTgS4WHsmPjVdf+Pq5/+9thc0q3VKu2buOtgCmPaYIa805ijJPPtdGbN/pgCXi3UqxGt2n4nM/TOn1/JUV5DUKHB3025bn8rHmbWptmGwWy3CDYrqNSKOIfP/NxvO73rkR3d/eKitXm9i37qASr0b/luRqAaAhHVc0QljDkj0pZDE3K1Wa1Km/boIQNlasRKxfpQDI/T2CVChoGNZBah6fiPRpTowBVLphRm6n/Lp5pQywjHquyfcRgdVVDXLxTHIE4AnEE4gjEEYgjEEcgjkAcgTgCz1MEYrC6QqAlWK2UbFasnrJ5I1Td5YIckYomNQUdZ8SqAdoTKfz4W/+O/3x0JzoG1sDxqco4qX2o0rooANKs0BSpl0K5RIrVqFKVLk96rNLnLpkaEqipuDh123l42SuuhFN0cfiZfYABBqnd3V3obO9k7zuyGAhQhUJqTkVDfsnB3PwicpksDFNBIkkV2gGDUjkdBXO2i0m9jELWxFKvgR7VxUBCw6OaihMuqSHLbDUwoOrYblpIzxVwYOcu3PfLu3H4mUPsvUeKrEQiAV0V6aj1yXNTAaKIFUBriNEEK7n4dl1FJyGDgBdUAVxndZanuKL4FHR+XqKyPVV+pwJOVK1dbM8xJxSra0JxRV63usbVuSulMryKjfZsBtu2bsUZW0/DQE8nUglrmQduMzxu1aRa3d/vUqbW7k+CMul/2OyxGkIR9i4MfPYLJY/VfGERE3N7qYQSK5a5gbDXpigC1gBxZAX30Ge11T3UgW5j6v+zKVZbgaJnHdsiYLWVYjUaE/p8x4YLVzVUWumRmhKPnSQYYgp1uaD0wiqBryEQkNXnDkYq9gRULwlX0ZHruAAP3P1xDI8KVad4hSn4vJAgvEptWthQVRzeN48f//sjaB/owoZUgHvuexR+9xZceuYozGP3o//lZ2P91lMQaFRIi6tWcR+u5Iu4+abv4Ib3X4sd29r4USq2iu/+6CjOf0Enhtem+FodW4HrBEikBDCmFy9GiCpyWJpbwkc/8hnc9sP/AkwVnltB4FbgUQErXWGfYcbuXGDIrvlkwndR8Ry89NWvxltvfBePJeTZKxdQ+DxNiwuiGFT9Vfs8bGviE1roabFN01Ml+5NW51gRfrYAq/8tMNusvl1BGbsyWKXn7rJiVSE7iHIZn//U3+D3r74Cvb29PD4S8IyO9WTvslKf5wWpsGif3OZZlatq6LUdeq5SZUOZ7t9gDxDxZq0vnIjvnMbji8VBUgjPzc3BtiVYJfguFtAoFjLln9bVoun+tTj59eJ/8nuhBlp5TF7eFmKwuqohLt4pjkAcgTgCcQTiCMQRiCMQRyCOQByB5ykCMVhdIdC7dj4DXVexNF/G1NQctp66EbZbDH0Dl0+AuVSLpsBCgFs/91Ucmi+irasbFceGzj54BFtCsBpWX+c5pKxwT3YBIViVk9CGtMxwwumHXpmlsocXXfJyXHD++SgVHezdtxuJdALTk1PYseNM5LIZVq/5nrAocEld5PrQNWCpuAQHCZSrRViajpRuwEqYMBIGdM8BZY1XfQ2LrgdX91FK+xjvUFFNmVhIqij4HrIa0KdoyMJHUgU6Sh6WTkzi8O7d2L9rD44ePopSqQJDM5C0Elyshfz9WBWoEKClQlukiuPICZgVCsx8eCH0itoCSNsAxis1GCNiRKJg4WdJadAeSXhJKUuT+LCgEJ+HCZqAXrQ9ixRDuCMhmriegL11tQBwCCB4Psdz7dAQNoyOYP3oKDrb2xkckzKWr4d/Rm0ChN/ms+tYG20QJEhcGbiKVFzZLmQ70TXy5RQgjJBxKpNBti2L2flJTM3ug0pwhwp7s2Q39OyMqlIjCkJ+PisNPrV9GhcHogsNYZMOFx8EBq9Vqo8et+H8cq2C2kF9o2cDq3xMBqsXrGqoNDLDjVYAbNkhst/ZH5P+FgQrVKiLayNQpqtJqIEF29HR23sB7rvvsxjsk3fJSyyifZINAB/Dh+qoXDiqVNKx87FjOHDkBBIF8qNcxM5H96KaX8RgsoCX/N6Lcf6rXgy0Jdl2QFQ48lFcqOD97/4GPvCxN2PTpmwIbDXs2TOH4xNlXPbCPiQMHY89Po9SoOCcM9qRtOgiSDNP10ZtFVicXsSHbv4EfvTzu6BbOny/Ap9sAFxb2FzwAo/wDvV8gmaisrtHbUtTcfFll+Ht730PApWUsQqLQpcBS4FAxWe1xRABqykuWqDVAJooDyePwcsd4fWS0l94NnMcQAta4rjCv7Xm6lr3HZFb8MJJuG3t2FFiVztSw77imdW3i94Xt+ToZzU7g4Z1tlpbFL2IUuVJRQw4FQef/9Tf4rVXXY6BgUG26qB48yKPHMPkaCT9tpuU4yIlPxyxROMUvqeRBZe68pQsLML0fnquBFbJZiZamI2gqlSq0vt0RPmzBnHJc5j6uygQSDFYmJ9DlbISfC+0fyH1shirua3wfwlWo883jHuoUuX4hgtatdBKGxg+ntg+BqurGuLineIIxBGIIxBHII5AHIE4AnEE4gjEEXieIhCD1RUC/cTOQ1T/AzPTeVQrLjacMohiqcCAolUKM03lTU1FtbSEj3z8VijJDiTTKVR8FxalX4cp8FKxShNQqhjNvnnhhJ6UaTT55SlzNAUzUoTFD2z4mgXH0fHqV1yNU9ZtQNXzsO/AXuzdtxfrR9bhogvPYo+7ZDKBw0emsFQsoLunG0ePnMDouhHk2ix4HnnnAaWiDadUQTppob0tDdf14JA+T9FgBgp8L0AZHhYUDwUlwFSbBydtAGkDlqWAC0aHMNJSVSQcD5lCCf7UFA7s3oNdj+/G4X1HORW2ra0dmVxOFAuChqpClcVpAh76FNKkmr1QI/aSTSq4lunjjI88tkuQLCKqhpKPuHHfkKBJGBP1AlUD6IpK4kSh+GUwLdKiTUVHVy6HrRs34vStp6Gvr5u9BxVXVMFm5dYKvqIS1EjlZxTcRJ+3fP7Rpik+r4PV+j2Biy1RDF2XlKkmMm1tsDImJqePYWHxSE2p1tzURTyEkrHx1doLoC40rLdR2i+6END6HMs7mURfzedtDJ28DgmTIj/DPrV9w3mrGirNzJrafiu1qdr7fOOh1yRTR1okUOHaFnraz8Tt930R67rIh9VFKSArCuKiJjmy8lqBF2gwffBCg2KpUHWy4FDgVVU4dgmP3/8kPvzBz2B6agKvPLUX7/3jt2PtledBz2ZR9hQk1L2tEAAAIABJREFUFGB+vIwPfOAb+Nt/eCP6htqhBQo8BSgsuvjXHy3hokssjA4kcetXTmBgbQLXvaINmYQBRaBdBIrGkG9hcgnve99f4vY774NuqNAUStl24LhkB0BAuO6tyopDUl0GAWy7jFxnB7bt2IF3vvePoZmJUIne2Fa430nlZUCesqESXCWIK2BZAEu0OV4QIfoqLUKY0sIntSX1Z4cKcZFFRxJKUAqfl1BGyjEzWgBvJfWqeL9uC/BsKtcaHo+kqMuxexloZQQcKRAW7QsMtEnVazOU9KsBPvepj+PKKy7B0NCw8FgNvxMY4vPvje283seb1OXhBxKiSiVrVGFKi2r8N8FTGp+kApWVq6It1xSs7OtNz6D+3UZK6/rCHqlV64tGi/MLoceqsFghlTyrl9lnVcBVl4GpKAAYHV9o0Sw6ZtR/F0DdJ+/wcJFNVcnnGPjgO9+5qj4e7xRHII5AHIE4AnEE4gjEEYgjEEcgjkAcgecjAjFYXSHKu3cd5sn4+Mk5pJIZ9A+2oVQuPgtYBSvGTh4bw0f/4YvoGdnAk1HHD2BFvCEboBqrjcQFEFBkL9UmH0lRbymaPkngU4Nh5XDta16P9kwbHIJ+uo3AdZGwsrAMSm13oRsGjoyN46m9+/HCF76AU8H37h1jJVk6p8K0MujubEcyQZhTnJ95L892fbhsoijsCRTXh6Xr8Cs+xnUHJxMOllIqnDYLJF/t0QHHA8oqYCsBLN/FSKBgratg7vAU/uvue/DAffdhauwEkqkk2no6kct0s/cnAR/XrYTFdjyipKwSpRd5xUpIKgpHLX9gPKEnRZWoU16buMv96oCiSSYZyTtlP8wwxV5ldSfFQeWiVcR2NF2ACl3R4FZtFBcXYekGtm/fjvPOPgvrBwZ5f9upwHUdVhRymi+lkYeV0glwEERhMBS5Vn7+EZAu/47eqWwDZCkhPxcCMqFHJK9Mz3NgGEmkcznA9DB28jAce6rBO3F59EQKfLPqtFW3oFRlARsbrQBax5evsrVadZmPa/14dZeDRngrHupyn9Uz15+7qnFyZbAaylbDe6zDVXHf9Ix9UlyS8tlLoj2zBf/4nY8i68+jYpeh5HoxMDSEzrY02lJAh6mJonGcJg1MjE+jq7MbqSR5X4o2UsxX8flPfQ9f+Pw30GbnccX69XjrR2/E6a95EZDQ4QXA4lgRH/jwt/DXn7wOQ8Pt3M4JrPqOhx/fs4gnd07jums24hv//DQue+kgLr2wHcRILY2U3AS5NGiqgvGxKbzzHX+Oux54GKalQVNICSrVqQTChD8xexRzuxU/HbeEdRtOwcDoKP7wxhuRzLSJwnihAlxCx9CoQzwThpP02BQo5PXsuDA1HSVSM4bqburntIjDcSZARypIGgN9D6rnAqoBx9eQJguU8Jjil9AjmH1U6z6dYpNWmmthydD8aljceBZLggaoKo8v5LTispqtAthflRY8BFgNHAWf++Tf4RUvvxDDw6N1sBr2hdWAVTovW63IrIdwDOHFu3ABkMfMaFEqgqy0oBfuG/VV5dGTj1EPBHuxhn/z+MiK1Xk4jl1L9SewKhyGFXihcpUWmaSCVcRc9OfmJyPjKjyqxcIitzsqKki2La6LD91006r6eLxTHIE4AnEE4gjEEYgjEEcgjkAcgTgCcQSejwjEYHWFKBNYJchw8vgM+vuHkMoosG2Cf/XiMM27WrqGRx56FLd+43tYd+ppcJ0qfEWHGU78pcKotl+YxSknlxKsMiyjCS5B1RC6ydRXuiY7UNHeMYBrX3stkmYa8/lFTM4cRV9PNxTfQldXJ6ssVUODyxNUFWPHplCuFFAqu6hWFKxd14/9B/djdM0Qhtf0w9BUlCpVkEooqanQA8Cm9HJiHOTzGPpPUoo82ca6rs9K2VnTw1xCwWJOh5nRoFkKF8GhK7dVFUbgo1sB+gj+zVVxYPcuPPbAw3j6qX1QSw4r/1KpJAzLYi2TR4V2Qr9ZCbVY3ctpqiyPbQh7bWK+SrBaO0cUblLqdlgRmx0ECERIywKCvaykUlAuFlGtVJFKJLBp3Xqcse00rB8ZRto0KPGan53niWcp7A+ExyvdgSiLFAG9UlEW3l2zilKCVakyEzBJwAf6T1DV9xxYiTSy7e2o+iUcPb4fgb8YUabVz7fs+HxFrZWqHHs6R8RDNLp/87HkA3pWYFsjqKFKL+ppKmNQA75SycdXEsJ1AYFOX3vWqsZJMzPYsF/re2iCuyHYVRWT61l5joV1a87Hg499BQcPHUKFFlFSaYyu6ceJ+RJVi8PmrixMJUDR97CwUMDJA+Po6OzGwEg3TNODofrQfAuz44v4sz/9JH750x/gpVtOwxVXvgQ7LnshfnPnI3D7BtDhGfj67Y/gm7d9EB1ZAaxdxWNP1Nl5H//yoyk8OdYF3ysiUEp45Sv68OIzNLSnaXmAVIBUuMzHiUOTeNvbbsa9j+9CIkkp+Q4r1xkN+j4cGrNqYJUS9UXfs+0izj7vPCRyWbzlD/+IbU7Iw3mZR2rogiw6LI1hCtt++BqQsixsGR1Fe9YUTY39NsVYIbLCCQDTfYliforvY26pjL0HjocLLWHfjwBSsf/y9P3wyppgqgSwK7Tz0GJANoxmQMuxCKEqnzEKcNlLNzo20WhGkNABVRdUXBWf/eTf4fLLzsW6dRtE8arwyiUYXUmxKuw/6s11Wd8TXxINnqg1L+8obG0qUNUIVcn+IrQDkOcKLQpCDis8e4MAi4sLXOSPXtxmCIDTNwRbkqhcvIqoPtuw8FYS2Ar4Wu/D9YUykbQhFvdKxRIXieSxDsDN7373qvp4vFMcgTgCcQTiCMQRiCMQRyCOQByBOAJxBJ6PCMRgdYUo7951iFU5kxPzWDu6AV5QCIvACMVg84vmnIaq4D9+8gv89O5HMbRxHexqCQFMBiuySEm0ortIv6xzgZpqkfxWI357Qs0VKsAU8j8FRtdtwSsvfyUs1cKhY0dw4PATDE7OPesiDA72oFTxoJk6e2sSfBg7usi+oqmMhdmZPKePWwkDnlvF2tF+9sXbv/8wg7m2jgwDz672NFsbBi556Xlc2ImUsKCiVFBhuAECN2BF3TSlJes+llI+ChkFblqHlqA0VCHqoqglggCd9LPkYGliChO79+HJJ/bgyMEjWFpYhKaZSKQzyGREqrVUPNVTzRvZX1TJKxWrzcVPGhRpDXJXYQXQDFaZB5FMOISJpBAlNbFnO2Lir2nQTDP0oyRw6rHtAoGGhG5gTW8vTtuwAZvWrkNfVyc002C1IlVZJ7Da/PxlO5LXwfA9VClH21j0cxkboYxVoBNAdyuchptIZtHW0YFCdQGHx/ZCRbEGVpsLpy2DiQwOl6tX5XYSrFLKcKtra74XYTMg3l12LoLTtedBSrjm7eqpx8ICof45/S12VXDayJmrGieN9EDDNa0Eh+vq3BBcMQRUuS84VR2b1r8Qjz72FaiqA5vaiW9AVwKcXMhDT1toNy0QbprJ25ifXcLCxAxGhgdg6i57+Ha0tcOxHTi+jrvvvh/7HjmIx351B86+8Axcc/El+Ldv/Rte9eYb8ORDT+JL9+3Dz+7+BNpox5CDK6T2dgI8ebSMgzNZTC6WMTdXgaukcOkpSzjvzD6kTBGiwHdw9MBJvPnNf4Kd+w7CsGiUcVg1LphZwGOe5wnVKvcdUlvS+3YRL3nFy1Hxfbzxhj9AV18/qyKFKryuEufzhMei9kKmHwTsqoGDXMrCuVtPwWAuWQey5D9KXs7Udk1yo2aHWh4UCR5PL1bw24f3oBRQ4bXQd5NTz4UbazgwivuLgE2+IkE/62rSlkrWiJWF5LYtfFbrbhmNylcx3tA5GuGuwkCa1M2kWPWg+jqD1RddsgMbN26qgVXaWyrBnw2sSm/lVuMFn7lJtRpdxIsqVhveD0Gr7J+1759aXxMre6IIWt1DeGlpEY5D46EockaAXbcSMCzyBdYYrNICoHgm8kGEilVhj1tTu8qiV/TsqDXmclnk80soFQq8P+0VK1ZXNcTFO8URiCMQRyCOQByBOAJxBOIIxBGII/A8RSAGqysEes8TR1AuFzA3W8S6tRtRseehsnKxdRo0C/BcF//8ze9i/2QRic4sfKcCBBYMlfwvXYZyUYDDqsUQLhFMqE16Q24iL61B2agqWCrbOPucC3HJ+S+Coeg4PnEC99x7BxTfw9vedgP7p5LIc6FQxf79RzC6bgD5pTIy6TYuUEUqqsDXUCpWYVeLDDK7e9owMZHHwcMnYBkGhgZ62HOVVJnZdBqppMnWBr7nwgt9YXVKdSdVJqkZVYerXweuhrIHzBo+prI+SlTlKq3DMhUYSgDdD0CaXyq01KVoUAsllKcXcGDnHux65FEcfPpplMiPNZdDd3e3qJ7N29NEXUz0a4peWfWcgItKxXIox7gOS5+rFYBQlEbUnIJsCmsGAgqui77uHobD07MzKFYr0CwLumaINPsQjlDaqlutQvF89HR1Y2TNGpy343T+PZ1Kwa7acGxbIHOyBAhhTBRoPBtYlW2H2ppQF1LqvwGqCUYemKRKTKVyyHW0Yy4/iYOHnoBpuHyN1PaiCjWR7tuYWi/4TKNyNdpe61YAjfB1mfq1Fsu6FUArsFq3CogqaWX/ioLVmoQu9IKUSlIVW9dsW9VQSWBVAqUorHpW5SoDYlLkgf1JnYqOtSMX4IEH/jc6c6RGpuZnID9n4/CJIwwUnz7wNE7ZugnZdDuOHjqBpJnD8bHjmJo+gnUDa5HQFYzPTaJn9DSs2zaMxWN5vOetf4TzzzgVH77+DRg/8Ax0xcSB6SV8/rcHcNvPPoa+hAI3xIqUpq15AarVAONLVaBNxYH7K5hZKOPsCzvQ224hZwbQuXhegAO7j+ANb/4T7D18MPRYdaGwwlyAQWpTUrHKSnFFKFYJrL7ujW/AiZkZXPvGN2FgeCQsiCXaUSsrALIq0D0VvkrqdQ8ZS8MFW07BYBsV3wIXOHIAzMwvoOw4GOzuQrpWjMnjQnMzeQd3P7ibwWr9HKRmrUNV7kk1gCeepthWwk4BQ+X+0RG82QpgmUpVKlQjitEGlSxfB3u5NCpWyYeB09rpDl3ogclg9aILT8emTVsawCrZg4hrlsrsZkVt/V5a9bWap22TapW3bfGeHG+iP2VfEOJXHtFq/UMuYEmLgKWlJbjkfxsK+blQVaDCV1Q4XsCQ3As8RrE8BtfWw2hMlUW1pMcrjUth+/F9dLS3Y25+hr8D6H1qt7FidVVDXLxTHIE4AnEE4gjEEYgjEEcgjkAcgTgCz1MEYrC6QqCf2nMMS0vzWFq0sW7tBpSrc1xFPnQgXbYXTTKrhTy+8pVvo6h3wNbJCdVF4CcYrBKwkGCV1TkE5FilE4IAmn4SyJN+eBFAKFWYPBHWNBSqLl582ctx+pbt8KoOjKSBik2FtXxkkxlO2bYSOsYnS/j5L+7BZZedjbYOC0/vnYCmJ2ElFRiGBsvIoS1noVIpI53J4MjR4zhyfBanbhmBlUjgzt/ci/Ub1uK0TRuRNVWWyvqqCo8gJl0757QHcDUFhqtCJeCk+dA1FXACkJnirOLhcMLGYgYodZlQMjpSqooUgIUgQNJ10OMBa0wTSbuKI/sP4K6f34PHHn0czzzzDHK5HNatW4dsNstw1fWEcrQGAkL/WaKe7IcaiRttI20E5Pa1B8fsIuK5GMadAUcIk3RNY4+/NiuJV7/8lVg/Oox9Bw/ikV2P48jYGCqOg0wiDcs0RQEurr6ts+dtoVREuVJBjwqcse10nHPWWVi3ZgSWYaJcLsOm+wj5yXMFq3S9UvFKsaB7SyQsTjWuVsvQdRPpdAey7W0Ynz2Kpw8+hqQJbnfkVSvBPatc9SjAbFwsiMKb6O+kRhOvZgVp69RqxqqsLo2C0xAiMV5vVLIKZWrztnXAWt+ejiyOu2XNqasaKluBVb6zuslr5LgCnrP1AoN0g2Pu2jo2jFyMe+74EhJtJi8wqEUXc0eP4vDcEu79ze24875f4y8+8TkYJQWPPLwLN7z9dXhq31E8dnge3WYKB3ffjqPHJvCiK69C25pObN+wFVdd8jJs2b4Vt/7Fn2Psl3dBdXVMVYBP3L8f//LTj6Az8OBR2/RJJS+sOvQS8Nudc5hecrD/iI8lv4JzNyewaW0Sp67vhBLQwg7w1OOH8LrX34hnTowzWDU0WtIRixYUT+5jXIhNKA6jYPXtN74LTx48iN+77vUYWb9B9EP2EF5Bsaqr0CljXNNg6z6Smo/zN23EmrYMFJ3SwlUGq8enp9nPeaSvj8pasSWIQHsBZksBfvPo06hUQgVkqFINReXsydrKCkAqWeugtA5WuUBe5FUbTyJFAuXHNZj7HMAqjx3y2M1gFSY++4m/wwXnb8OWLVtXDVaXjWPijZpitbkN89gS8VjlolQhyF0GVsOCcOLe6zYjoqBZ/ZUnsBoudLGumMYFKjimm9DNBHTTkktGYcG9sCnRApxL34nkN+zxf1byewRhyWJFRXtbDtPTUyiXCmJBSFFixeqqRrh4pzgCcQTiCMQRiCMQRyCOQByBOAJxBJ6vCMRgdYVIP/XEUczOLPCktLM7B49S4InesfxGgMUoECMx69TRk/jit76PxMAA3KUiHMUHuW1CIw9Mn705pUKV58Oy+BAzVQFVRYprk/9m5BoVU4VbsXDVq6/G8JpBWKaKu+66C1u2DkPX29Df3wu7Kqpp64YD2/Exsehi4sQs1oy2sfp0754xDA51YWp8CX0DaaxZ04NSMcDU1BQ6OzuwsOTi+MlplEpLGBrsxdBAF5+Hi8vIdFnPh0ZwjhRJVLBEURlTlqsuyhUHmaSFdEqD5qpQHBdFz8WipmHG8rGYU2HnNOimgkAnT1bWvSITAG2KigE3QGlqhlWsjz/wMPbt24d8qYRkMoVsrg16MoG0p6KkeDA9HwUTMFy3NolnACaTVxt8E0X6f/OrDhjEZ1Rkip42PXsqCNaXzuDNV1+NtZ09cDUNxWIBY8cOYdehg3jy5DgK+TJ0lWwCwkrc7BEpwN9iuQinWkUulcLGkWGcvmUL1o+OIpdIsW+tS2nXFNcwa16qzCiu4rpCgM0puaLyPBX7EnBU5/fIX9Vxq7CSWaTSOaSySYxPH8DhsafgsC2kx+pby9AZepMSzOSq4eIeWdUWFsFRyQ6gZglQByKMWmrFqzhK/CGr2cKACoDaCoTWK47XIGsN4kQhbQtgG8JcyWYlqJXH2dS/eVVjZTNYbaVUbXxPqtXrXpbi/lV0Z/sYXtPCCKmmq1UbVbsK26lCN3R0dXYyQCLLiHQ6zbYRfgjJFxcX+frJc5O2GR3oxfj4JLef7s5eeGTD4frIV01sv/BS/Nt3PwSfHpknKrXrigIr8FF1gekJBTsfP4pHdj2DbM8I+oeSaE8HePGL1sAgHKx52PnbfXjdG2/E2Pw0dIPGMQ9K6NUrCnNR8TUB7aOqT1Ks/vHHPozH73sEr3rN1RjZvBkaWQGIQSzcVqZ7ixZB4wF5TOuk5FXp/AZesGUYw51JqAEZJABlP8BCvoDutgx0zmcn3BrADVTeb7Hk49ePHUQ+9PSUfJP7eASE1oFmEHZxofJkC5ZaC6nD1Zp6tWk4aFas0q7CEkEcr/FzoZBv3EacLPBdBseq6iHwbFhaCp//zN/j9NPX4sxtZ8I0Q38G2jYEnc+tITcW4Gq1aMHvcaG/ugK29l3Ffb6xX8vtGjIjot85TLHrgSos5Wvtg96teC4XQgycAMefeRqevYBKlexjqEsYApzSd6DvwSVfXVKy0ndGeEz6PJnOYetp2zE42I+Z6WmQ3QCNb/T6s/e857mFJt4qjkAcgTgCcQTiCMQRiCMQRyCOQByBOAL/P0QgBqsrBJ3A6sTEDDLZDNKZBDwq8lIrXFVXTMp0c0NVceDJ/fjnH/4nUn2DcIsluPBgagYXb6GXKHoUmdSGgJYmtFKpKoGt3FIeX05+A4OqjOdwzWuvQUdHO0OXxx57AI5Twfq1G3Datg1YXBLqWDomqVNnFh1MT+WRzgSolhVWqPb25nDk8DS2njYCXddw8sQcCoU8BgcHUXVsGKbB3nkzU5NsC0D2AATnhK+emBITUyC/T5qouzap+RQ4foBioYpisQTirgSSDFNDyjKJy6Ia+CjBQYWqS6d8VFIaKhkVgaWxik0lu4DAh6EoSPlAeqmK0vFxPLP7SRzY9zQOP3MICwsLyGgmzM4sMskkvIQOteKywo0hBZ3IFQW36t6IjDvYb7EGR5aBB+kpqCLg+1LhlMvYODCI6668EtlEAqriQ1MMaIqFgl3AyflJHD0+joNjxzE+NYliqcQerJqhhwRD5Mu6lSpDWgLO/T292Lh2FBvXrkV/Xz9Xa3cdlwxba6Cy9rxDmEmxp4B7ns2Qh6EqV+kmn0sCFg5MK8VgNZmxGKyOTx3ktudUbfbQ5UR/gnG6zpBVU4RFgEwXJugv/tWhaRTccK2iWvutq0ujACcstybaucgr5j0EEI2oV0OwGlWpSi/V+vHEORj+hhC3vpgh+syGng2rGjaNdH/tmPLYYc9c4XiiwJK0L2i4F5eUvFJ+LO65fg/Ch1e+6HdRyT3gCujiIkJuxU3Fhabr3PdIKEjbaKoB103hyqvfgO98+/0M/TUf8FQfRkBPi4wBVMxPKbjvnn14Yt9x2Fo3/vQDO6D5LpIkAw10aFqAu/7zcdzw1j/FVGkCKnm1Mv6sK+cJrMrrFSnvIVgMbNz8ib/EvXfcg5e87BXYvGMHiXZrYFVs16hcpvHBUzX2mCWlO6WBE1gd7cqB3AcIthZsG4ulPHra2xmsEtgnsCqBbdEB7nhkP/K2UDXy+BhJ+2f7jyZ/VVath8rWKHCVBd8aHnDEdiWqbo9uI9LZ63YJURXsSmBVFG+i9u4KsKqn8I+f/TRO3TqM7Wds/78GVqNtt2EhoAVY5W0jovDGftu45tRwLCoMKC1YAqBQKIhMAHq+gcfewolkDktzS9j96AOo5KfhOD40w+JCbaRg1XRDwF4jkpWhCmsAiqdppTE0tAG9PV2Yn59nsErXQOPTh2+6aVV9PN4pjkAcgTgCcQTiCMQRiCMQRyCOQByBOALPRwRisLpClJ/cdRTHx06ib2CAlV00gVRVoaCJFhKhSSFNMg1NwwO/eRC/uO8xqOkcPKfKykcq8+SGRYso1ZEmoxKeChYjinZECwtFFatRhRRtU/Qc9HatxWuueg0y6SSqZRcPPHgPnEoFl1xyATq7ulF1XK7UvPepMQwN98LzFfZTHV3fgdnpKtrbE5yOrmsm8sUZZDLteGLXAXR1dUE3TMxMz2BkZAClUhndnW1oy6YRSDjEle1J2UbKTg35UhX5QhHZZBLz8wvo7e/ldPhysQpTA0pVB8VSGRZZrRo60ukkVFJ2ahqqrgMHPpZ0H3MpoJjR4Sd0uEkVlkp+rIDLCjYfWcdHplhF+fg4Duzeiyceegi79+2F63lo6+nG2r5BTsGv+iK1VJNxFSEOi+yEyisC2pJlNcBVAVZ18kbUhR9upVDAeaduw1WXvQRJ6DAShH0IQigo2lUBvgIVM9UiTkxOYP+hgzhw9CjmC3mougbDSAjIHVYp8x1Ks/ZBRYc6cllsXL8Bp285FWuHh2EpKqrVqvCKlbBIluQmMK+o7E1LMIyKJ1F7VBW6U8I+HnTdQiqd5WucnDmAxcI4qxFtUkvapF4mFZlQ3ZEVAAF1QzcY+FPbFH6x0pdRwNAGwNRURKoGUSMxZHgjrQIawKq0BQghKWFv3q8OTQX4lZ+HvSD03KRt5WcqVUQLlbHrutauapw00n2833LFn1DdylctTZzNfQUkl8pc6gcCIIdgNYRP0gdYVIWn7QkqqjWVHz27usqz0TPYpQrydFyV9KACnJMq2S4beNP178TXvvJHcOj5BQoc1YUJncEWRa0wX8HPf7wT+45M4alnCnjfTa/Ahee3Q1VsIDB4Yej2H96JG956M/LeYuitSv2ZOwivRwDVmn2GuHZhp2HoAT5266fwyx//HOdfdAl2XHQRfNsHyPZD+oyG9ytjx4pVVYdGxyaltKLhnM1DWNvdzjYi9PlcuUxnRC6Zglv1kKE2SdSVq955KHsq7nh0P+bLpDwV11kXnYcKUvYNiChHRecJ3wsVnrX0/+WKdbZu5s09Xpypq6pDTSV/LuJUswbg49UVq2KYiahJQ7DKLrK+g4SRxhc+/xmcsqEfZ+84uwGsNirBWzfnBpgb2aSVYpU/bkr3l21ddFUxzom+HjlYJDStwKpMVyjkBVhlD1UFsAMflpVBpVDBgSd3wS7N8nhjWSnkOrqh6gmousGxpUJpvIATWrjIn7qZQt/ACPr6ejAzM418ngosUptRcEusWF3VGBfvFEcgjkAcgTgCcQTiCMQRiCMQRyCOwPMTgRisrhDnPTsP49ixkxgZGQFUUkOSaoc0kApPwKNejDTJJDj1Hz/5OXYdPA5XT3AFbvY/BKVA+kJhKIgLT85ZKRhWkyblYGO1eFEZXvCBMD2dFUgqJhbyOPfsi3H55S8R6eeqjtnZadjlMoZHBuC5Cheoml9axD13PY7h0UEsLZbgeA7O3L4FJ45PY2i4E5WKg+HBLkxOTyKb7cSJsUVU7CqshIWpiTlYuoXh4QF4ThmD/e3w6X50FY4rQBEn2CoKTk7O4OT4JLaftgkz82UsLC3xvZJSNWEYaEsnoHgKKtUKSpUlJFIJJJJJnmQbzE80Vk4GboClwMG85mI2pSGf1RC06UhpCqhIVpGUXyrQCQ39UGEsVjCxcx/uvee3eOTRx3Fk4jgGBgYwONAP0zTgEvQMhEJWKIaFZ6AEDFK9VldACjUXbULPkvYhBa5dKOHlF12Ey8+7AKZn4a4D09g3Po+LTx3C5sEkqpUCDE/EHLqGiudjfGYKT+7fh70H9mN2Mc+FscxEgmEyHVOYPfiBfr+6AAAgAElEQVSwyyXY5QrbAqwbHcFZp5+JzZtOYbWuLE5FwEd4ItbbAVXcJjWhphnsq8pwXlWgagbHPYCNidn9sL15aIEoDEMFZSqOiypVoHdc2G5V2AloGqdom4bBiwPRIlcyVnWfSQkd6+nw9JkEnfXYhsCSzh2pVi4+D5WrEbAqQWUUnlLF+WhKM+0nziOOzceBgtHO4VWNlCuD1cZ+FwWrBNPFKwqDibdK71kBtGqp1dSOQhWy7MvUz1m1GoLhqKUIp98rwhOXuaBHij1Simuoli2888b34x8//SZ4tNjgK/AUDxpVYedr8uDbCqaPBii4Pn525x4oahp/+PZNXNyK1ON0zh//6w/x9hs/gpJSYZ9YXiYIgaFQg9Y9jCVYJWuAbNbCX3/hM/jZ93+C07efhQsvvxxO2YHK6loJFJdbAQSqAZWgJC0EQMVZmwisphkae4GGyXwFBY9U1AbKSyWM9CSRpVUYbu+0UKLi148fxnSeMgZCNWvEBqC2RMIrJRG4yrcl/w4Vw/Lv8Ck26muFZUazFQDHgB/ecsUqK3pr9/7sYDVpZvClWz+L0ZEunHvOuS3BaisbguWNu9EKIPp5w/gWsReIjnFiUbDxqHWI2vrYPC5GFqeKxWJNsUrBcRQgkcjBLlVx8KknUC3O8Al0I4FMthOqbkHlInsa/NrCRH1BgRd6jAR6+9egu7sLMzNTKBWLDFbp9eH3vndVfTzeKY5AHIE4AnEE4gjEEYgjEEcgjkAcgTgCz0cEYrC6QpQfeWAfZmcXsGbNGgQKFRqi1EcBxqhQUc0PVRZP8gJ8+9vfw7HZIgI9AdJimjTp1jRWVXLxoHDyLye6DNkIkDWBVVYOhspCurzoxHhyrohXvOzVOO/cs+AHLtTAQCJB2/hw7YCFW7qps7ouXyghlUpgfHoWC4uLGBkdxeT4EvoH02wD0N+dw8BQG2zbxdycjarjIdeewsmxOaStDHzfhmUCPd05aFSZinOTTVZcimRbUutSRXIbswtlOI6H+cUlpDNphrCB52Lj2kEYSoBiyWXFGtkCsDWr54RAiAgIAThCacI7shT4KPouFkwP+ZyOcsaAllDZH9RVfOjwQEXYNyom5m0PY/N5LDy6C48/9DAO7d8P33OhpwzoSROGZtVSrhvBSd03sAb0qLBLBKxyCnDFxnVXXIFztmzFfN7H9x45iR8/MoUNHVnc8OI+7NhgwbFdqK4oLMYWApqKimMjX8hj35HDOHqcbAKmUbRtAaLYj5Osd4Wi0XdseLbLhaiGBgZw+qbNGBwYQGdbDkaoiiSISH6sougU2TGQslGoVilVnhgEQdZMJoNKNY/p+QOAmkfgCVpM2xMHIqhHauZCpcq/+/wsBcwzDAOmSipWShsXYDP6v45dBNiUrzqYEan+jWq3+rYNEJtcP3nbRlhKbaTBRzVcUCCoWlOzckzEuYbbB1c1TpoZYQXQfA/RwkaNoCtUrNb3qKlmfbFkwi8p+osWJhNvinYuFK9CiUcgVUDUumczwW3XEarVgK1HVF58sCsm/uQDf45P/NU1UFSh2vQUn1PnFRptXA3lYoD/+MEDePCxJzGX19G7vgMf+uBrsfO+w8imszjvgj5895s/wdvf9SE4loOAe6DH9hts78EwkspJ1RXeBOypAvzAQBc+dus/4Eff+T7WbtyMl7zqSnhVTyhWa4tAjUpf6tOkWFVpHAzB6o5TBrC+t42vm+I2sVTBsfkKyrbwVN00nEGHpbJ9AFkc2IGGe3aPYXyhEoJVurpGb9Na/Jh/hhfDdq1C4SruR4BR8UzDhYom8WorsMrjLytlo/vLBS8fARmJ1hpRxIM1VKwGZCETOEhZWXz5C7dicDCLC869gPuahOpSsUpjfquX9F8Wn7WGn7UsCKnCfhawGvVLld8vz3Zs8VTr91YsFBkos9qUijZ6HhKpNjgVB4ef3gO3ssBt27KSyGY7YJoJOFzsCvBJrR2q98WTCL8DjST6B9ehs7MdszMzqJRL4nmraly8qmWriN+MIxBHII5AHIE4AnEE4gjEEYgjEEfg/5UIxGB1hSfx27t2wrY9VkH6oGIzpGYSKd1UPIiACKdDhvIfp2Lj6//721iwVUrKhqt7SBDIUlBTrEZT/HlCGyoRCZJIkCUnus1gVV7m7EIFb3z99TjllLUMPCj9myp+K5oL+ORlR/BM+DcahvBDnc1TGriDhcUiqhVgeG07jh9bwHBfG3p6U5iYXMLYsRms37wWxdIiw0hSbS7MzaKnuwOZlMVqLt8lkCKKrpBKjf1Vw2zSo+N5TvH3Ah+Vqg1d4ykz+rqzbAlwfHwBnq/BShhoz1lIhMWwQkQGH1TsJSyGxB6JVOAEKAcB8hpQNFVUEgoKOQV+WkMiCDAcaNivODgUONikAMmiA//ENKb2HsSBPXtw6NBBLBZKMEyLlZykZJUFbQSIqBcgY8gXKlYZk9HzJSDu+viDa67BpoEhzBZ9OJUifrWvin+9fwov3pbDe17WDz1w4BB3DuGDSOUW6k5SFS4VSzgxNYXDJ07g6MlxzOfzbA9BBWzIT1NAC8D2HPZZTasaejq7sG54GJvWrcdATw9MTefK6SLduA5XqDgMA0dFFEDKZLMoFGcxM38QmlGG5wm3Xiqmw22Lf6cUawWO46Bq2wxsSVVNajJD1ZAge4AQrnJl7hCyEiiLQtQolGmGq+JkdYVws3+qqpg1KwCpWOUCbhGwygsM/F9AVeEpKy0FxLUM5RoB6XMdWK3sQOtNIzAuugFDR2lxIL0+ZbEuqa6VhbzYk1O0ZYopvSQUlipQ2VaERYSMEx1Y3h+p+4S/LMHzatnAn33kb/GxP7tCqK8DBWQboJLHLnwsVIDHHi3grl/twve+ezvGZ5bwltdtx6c/8zY8eu9BeF4aF1+2Bl//4m14///4CDyTroDUqeRdKqCZAKukhq5DNAlWN2wYwUc//yl895vfQc/AEF55zTWAK1ojp5S38FilXkxglWwvwAtLCrZv7MeGPtKdE1hVMFtxMF72UHHF6JjVffSmNLQlNGi+B0/R8Js9J3FivijiKM4kQGekeJU4P70RUa6SLp7GktDSoO4ZWwfA0Vp20kc1ev88LtDBuRhV3aJDAFoBeGsAPmIVQMA6CGjhxOaYphM5Bqv9fWlceP6F/9fAahT+yz7I70WU09F+Ggaooe3/TsVqSM6lerdUKNbvmXyoyRObFuIcH0f3P4VyYZoXA+gRLS7keaGAQKwolCa8cmVxNPrJiujuQbzgxa/E4OAAZibJq7pQU8/f/O53P9duHW8XRyCOQByBOAJxBOIIxBGIIxBHII5AHIHnPQIxWF0h5L/42YPIZNLo7G7nqutiQiom5OSdySm+9C8ATF3H8eMT+OZ3fgyXABjBVFaTCRBAQIH8LOWrBiLCNFxSLhLIlEIqVgLVlFYC0FCBI7taRVVtw9ve/Gb003VRdXgCc+QpSl6cDL7qN0R+diSCYjijqbCrNsNiqmqfzxdZE9bb18MekZNTS+jo7ETVrmBqcp5B3EBvB/p6ckSGa16RpHJTFA9+QLYAGo4dm0RbWw7lqgdFNWAmXaQsC9WKj4q9xJYC7R1ZnDw5jxMnxjE0PMSAijz4hvosJJNJhhNcc4qL1lBMfXgegQxRiZ1S3CmVnVKgl+CgTMA4oUNvS+CE6WLCpEJVKiqkcAp8DPg6hgol2ONzOPH4Ljzx8EPYeWAvqMZQT7YTuWQbfFPlgk+KS6I7DZqhcjEgx/NhkodDqNTrTqTwB9dch85MGrbrsbp0etHBZD5AV9bCmi6di+4Uyz50y0MyZaJaFeCLvBUJcFMaLFkxsFK0XMKRo0ex5/BBjC/Mcnq+aSWE7ywBdvJMJXU0PTjX51iuHRnGli1bsHnNGpi6Ac91+T89U3q2PgFi6EgmUshmTCwUxrCweJT9DEVBoaiSTlTjZujlU5x9VpPZjs3tg+6fbBDougnUWqYJXSMFK5cU4p8CEoo2yuCJVZOCsMu2zbCGVJfcqMO2yenvjHnY75Pgc60IFD1nsjNQSckqASv9LYp0CZ9aqaKlz4WlQF+2e1WDppkbEosCdVGjuDay0pSgMWR44gRkDUE8rzmBnLqdSN0XAEv+DKufh3FqgFssXG1Uvcs+X4sPjRwhZCbYartZ/OVf/xU+9P4roDFUVOBRoSuNvFFVnFzw8YvfTGGhoKG4NAt7qYwzNwZ49VXnYP9T40gYOWzcksWn//7r+Iu/+iQCy2UVM1946BPNak+6Lo0WNUJPUwqJ52D7uWfiQ3/5F/jut2+DZaZw3R/cgHLFFu016kkbPmuOGB1XIY9VD76i8f/T1/dj60AXNIWXqlAKApyYy6NgB+ihMa1Shev46Mql0U4VunwFD+ydxL4lBzmlDE3TUQ0MGFxELuBro7bAfs2k9KXCYGQzQD7G5N1qqTwmLBXJ85oK8nlQpYqb700U3eMFl0i6v2xUEiaSMpXHU88NfWdpcFcBr9rQ/njc5kZFCxUCJsL3kE2l8PWvfJkXqS695HwYllBsC5OC+gJE7WAhnJdtTy6+SLWpOE/Y4JobH9sXyIbY6KUq1acrdRqGx01NXJWLDaHiulQq1T1WqXAhFZ9KkK+4j/EjB7EwexyqZsGtlPDQ/ffCcyizIoBG3tA8xss2IyCr6wQY3LAVr7rhnejr7cfU1AQKxUWGz5QlcstN71pVH493iiMQRyCOQByBOAJxBOIIxBGIIxBHII7A8xGBGKyuEOWf/uhe9Pf3IJNJMsCMplpKsEpqs8D10ZbN4uGHd+J7P/k11KQFhyb8Chis0uSZCs1E06Nr6rXQ95O85AisSpga3VbOmelc5VIJ6Z61uOG665BLmXAJjOgqV9gOWZeYpjOwqhdhkdWu6bxsSSAEmZidL7G3XbFYxvTsIqxEmj1b5+YWGbAM9HWgrytT81DkSs8MgMmzU0Ggeti374iAs6qOUklAhnLBhmXp6O42kWS1q4HJyRlW0pJ69MjRY+jp6cX6NTlWbUarpst7J+BBnnzEOubm5pHO5mDpOnRFQwUuKp6Dqu5jMamgnNFRTBjIG0DBd2AGClKmhqriIReoGHQ1FPYdxH13/BcefuBBFMpFZHI5ZLJpGIbFKcjEQijGBLkpdp6qwLNtrO/rx5tefTWSrHb1cfCZI5hdLGJgaAQWx76CXDaHgycW4DgB2rIZdOQs5NI6PK8qACjDHpHWSgpiqpBtBy4OHz+GnfuexMmpaZRdVxQs0nROrxVg04RnV1EtlWFoOtaNDOG0LVuxbngEGSvBimVOJafUcMVEMpFGKhlgMX8MhdIE34dgInXvyejvDL9C9Ripxug/FT6r2C6rWRnoaxo/I7oWsmKoKUdDRSb/Tea3TYWgxLEFXG2tZg3hqCqLWIn4q6oVglXhqUr/yWeUfuoMWaNwVUN3un1V42SirVGxKtOwo2pFVkTKYkZc3KiuUJfgkClUQEXEhLo0qhqMpnA32CPwFYeJ0E2Gl6EhRt0mgVWPARw7gS995Qt46w2XcGo9+ZUKsObBDTSMzdm4+5FJpNu60ZnTobgeTl+nI5dSMHFyHgaSGBhK4W8+8gl88rNfhm/Vi2mJywmLmhHwZNsIoY6mBR0qxHfhSy7Be//HB/H9734fcFW86R1/hFK5Al2hpP0oiRO2HhIIUhk5AsESrJ66rg/bBrpB60C0AJW3PRybmMPsko2hgV4MdRiYWShwkbU17SkG+Q8dmEbB8XDuKX3cT10qvEZt2gsQmCqrxefmSigUi2yHQcB2bn4BCcvAhjUDbIny9KHjKJScmlKSFk5k5j0rKanteULd2vyi+3OZYxIoJUgoFJfcOnxhnSBfrcGqj2wqiW987atI6Douu/R8GKbJz89vUCxL5W/zNdCzqavUGywq2E5GbB9te3Vzivq1ic/rFigtO47wq2nwmmWwKp9oEKBSqdQ8VqmNk6kEWQF4to+JY4ewMDMGVSGf6woefOA+9PZ2I5k0oRK011NshcJewrQcpGhcjK2jbwjnXvJydLR3Y2Z2EsXiEqte6Ti3vPudq+rj8U5xBOIIxBGIIxBHII5AHIE4AnEE4gjEEXg+IhCD1RWi/MPv340NG9ZC02niKoqa1OAI+6z6DL9818VgXz/+9d/+HXc99CSS2QxDP/LZ5GlyAE6vjr7kcVjTFsIrqvjOm9cmsXISzFNmhjZUKXnLGefj6itfCZ3MCXwPvgoYpP7jSvcytV0UYopOtuXvUTUszW5VXUGl4qJSdfhnoVhmZRcdm7L1Byhtl5VaMk2fJvjk/wj4GqmygIW5MqamKugdyKJULMEydAaKVBipb6AN+UIZ5XIVuWwG+UIFrh+gXK5gqDvFqkgZ2xogoLsLU2xpSl8qF2E7wn6BADQBTUpXJ9hga0BF9VHQfOSTOvJJDXZCQ9VQMK/YOGnbMEwdI4qBEceHMjmLQ7ufwIHdT+LIgQOoVEowDB0JK4GEabFbJsEcAqtupYLzt52BK154GaclUwGzhUIJD+/eg1Kliu6OdvS35zA6MoJ9JxdxYmwJpF9dN9qJzjYFSYv8Vkl1J1SxIpVcqDupQBU904JTwfGpCRw6MYbj4+NYKhRYxRZQG1MVGDqp8zRUiyVMzU0goRk4d8fZeOmLLkXSMAUQ42MZyCTTUPQKlvJjsN15BsGyOTUDVQnbayA7VC2S0o9iTcXGyCaAvRH5OnRYhskqsqhNAAOpmsdoo2Kaa9U32AdE/FbD9Hmp0JQFsKjtsa8op8ALCwCC/ZpKRZzMUDFLfwt/2a5UblXjZCI3ED6JRiBFz0rA6DDVXHTKsDPVFblS1idS/ht9kBv6cBM4ZaGhEPA2eKuy8pesA8hzNlyQEX01VAYji1tuuQWveuVZCFzhl0vg8/9j783j5DrLO9/f2ZdaunqVWntLsmTkRfJuwMbgGLBZkgBeABNIhpAJCTC5k89NQkJIcjPDnZs7ZJlkJivE4ASzBgIBs3mVjGVZtixb1mbtUu9L7VVnP/fzPO85VdUttRNr5nr+OfX5NG511zl16jnv+zb1fX/P78egPo7Q9iKUqwFyeRpzwlJCa5Gq3MX4+DxkzUT/Cgv3feEBPPijRxFqAVtdpO3zKVBmYJu0uZOQkzaVSKX5tvfcjg//6kfxja9+HdVyAx/5xMfRIOAva68IrF66bhhXrCawKvEca0cxpsoOZhbqKJoGtowWWHHqRRFyGin/Jew5NgW/7eB121bDUKj1XAFlzCMO2GqA/Z5Z5B2zipscS+qNJlRNhU5K/1DGCycmMD5XZ/sBAtG09rLVhyrCxHgNSr1we2wFxL1kfXc3pIusDUiJypYMvWt28v15itUIhZyF+z//OVbj3/am10EzhBUGnWWpTUYvOE1ff5FS9RWM+AsD/WW8XFO1bccpOBn2SUBX+rej3W53xg3hdwLkBFaJMU+fFWCV7ocXhti37xlcf91VGBoq8d8nsq4ISREtUXghbcpICJQYaq4fa9ZegWKhn8Fqq1Xn9ZHmfAZWX8ENz56aVSCrQFaBrAJZBbIKZBXIKpBVIKvAq16BDKy+DFi99NJLELIiKW2FT9RBiUootQJYOTyMz/7pX+DweAW5QgGO5yZgVbTUktLyQmpUdhWUqc2/B00xTCExlmiPFx6M9G8ZtUYTt7317XjjjdezmpI+nJKHK4NVehJJqbhleXFraQfk9kCe7gd28XqKKjM8DQJqhye7ABe6IqOQNxnapqCTg264XVSFR7auER0To1L1kS8CDYI7tgXfc7kt3rJlHD8+AdO0oGsGH2uYNtdjsEDKWaHiTB90rZ4HNBotVioGYcTn4ZZ3UqrS+/Z9mLIKTZFgWlbygT2CKwNtKUZLllC3ZdRtBVVNQUWLEKgRAygp9LFCUrGyHaF15gxOvnQEB57Zj+NHjsG2bAyv6Efo+gysQ9/HO97wRtx4+XbEHgWYxYgVFaemp3H0+HEEroPXbBzD5rGNqLViVCoN1FsO388odLBy5QADOtKrkhWEqWt8T4k6pOo4AqgE4f04xHxlATPzczh+bhzTC/OoO20OxCKo6TQdTJ46jkq5gltvfgPef889MHQBpal6BCEL+QLCuIF64yzCmAJmwo56cJESM1GpLgb5CZhKWtfJtsDxfB7LZBNAgJUgCEFVguG9gJU2BZaOMYYwqWqVW/8TS4COsq4n6Iq9RAVwFmFWAqzS9wKuEETVoMpGxxaAxoaqaBgpDF7UopnrWyOOSxw+xG0RCt9UvSk422IIlWgDO+3bvGHB/DiZcz2mIULTKGBzL+ASGy5iEyTdVBBqZlJ2CosD4V1MIyd5hBaGB1eyP7FPE4QAFatKY0gdQBqwgjKOPISRS7FUDEVdj1cwyFoIxwd88kaN3Q5Y7QBFev/wEupLKk5xHI2jez70frz35z+Eb3/z2zhz8hx+7bd/i9cjXdHYC7b7WEaxKlPknIQtqwexfe0gNFWBCwVVN8D0QgMtn0CqirGhHEyWkBN0I+2phOdOzWK6HuLmbaMwZApLAixVKEhZmZ/S6sTWoQOkCV6HAXxJw/7j0zg2PoeQLRR06KQiDz3IZLuRwE2yGqHVLR2r6XJJK4+KAO2WxxYofFcjT/gWJzdoEQxl6CvuDdnIkOIzn7PwpS9+Ab7Txltvu/mCYHXpQO6ec7Fidem8fWUTYHnFakdtuxSsJlYAaWAjgdXUX5zBahzDsPvJVhYz506iunCO120/lLDnqSdxy2uvRV8pD5c28miuU7YiqaEjsrGhNTWEXihh7di1KPUNYHaOPFZrrN7PFKuv7O5mz84qkFUgq0BWgawCWQWyCmQVyCqQVeDVr0AGVpep+fe+sxsbN26AH1AadbeVmlVliTKUQIyp6eyx+p/+y3/FXCA8Q6mNuhP4Q4A0VY8mPpTpSxJCIgjHqr9elRqDVGpLJ+0WoUhKmY/hBhHef+/7sW3jBgRESEjcRlCU26NTsNoLcXrhjfCwTD+sL04kTwlTcmWJNybFKjHsSX0ICVQEBCY8KKqOw0dmEQYKPN9BLMnYvHkFPM+BYZA3ngzXcaHpGqrVFodnBX6AZruNgcFBbi9fPSySsXuhBNWi1nRw9swE8oV+aKqJVruFXN7k4KucZbDa0/c9BFEAkyCfpKAu+zAhwSAPhiCGE8VwJaBpxJgxgbk+Db6tcNsq3Y4chT1FPmyqe6WJnd9+DCf2PQNbdhkseVEAXVFw99vfiSs3XgK30RBtxFQDTcN8pQLPaWO4VISpmuzVGus+t7XWqhHm5mushnP9iD1oK5V55HMmBvoLME0ChKLpm+FnQDCMLAIkbn9tRiEmZ2fw0smTODc9yerYyakpzLx0HI7Txrvf9W7cc/fdXDeyg2DVs6yiWCzADypotCbJkIE9NNMG4t46c70jQhvd2ncgXzJG6TkE7igwy/VcOOTv6zjsXUlYhMa3YZhsEWBqZgJCu5YXS5Vy/G8ChknbOIcesaxaAFeh2KRTp89LAaOAjLJENgDCl5LtAQi2Kio2rth8UatmfmC1GHdJOBFPUSpLCsWScUkqyEWt152pkkxqPkyoD3vVv+xb2uOT2TlHp22bcR7tSojrJ28OthZJQr0SP8s0qIw2NMh3mFXPpBJlrxGyCYhA0nKG0LHDsJGgq6zQZgipvHVW+5K3qGGQtQZBbGrFTseNLKweKEiNfH5ZQU9rBWBqGnRDR6vVwBtvfwPe8Obb8OhDj+DA/kP4jd//NGqNFoPVf4sVQCyrCGIJm0b7cPWGVXztkxUX4/N1TM5UaBFDf9HC5WODGLBIUaowkIwiCYdOzeBUM8Trt66EpcY4cXYKfTkLQ4P9Yo1MA6Z6GDht1oiuARrDMsYrbRw5PY1Guw0viDA6PIBVw/1Q2DOalKMSb9SQ9YEYb90wOxqWXhDjxcNnMDFVEVYd8IHY7+TILRojBGhpXhN0DDxebwq2ia898CU0qlXc8dZbuK70Qr2K1d6BvFi1KuZc+lg6Hpdu2qWw/sIA9pWD1V4rADrnYrAKeFIM0yyBGPXsxGnUy1O83kPS8NSux3Hz9Ttg9fejqebRhAqDwDmpjSWTA77ycJHTNawduwyDA8OYmZ1isKqqwmP1k5nH6kWtcdlBWQWyCmQVyCqQVSCrQFaBrAJZBbIKvDoVyMDqMnXe+egBDA8PMjRM/Uq5/Z+VkwmwjCIUcwXMzczg//2TP4ebG2F1IUEVAk/MzaKIg6XSD7u9KrXlwCoJOMl7jyI+BFhV0HRDKKaNf/+RD2NFXw6B47HKj/iKQvFJnPPU9drrDdFJlUZpEnN6bawHSwAOsWMGDGRjQNYFnGNDr89RPsJfkoALp5ALVez4RFW03dYdtJ0KNmzYxOAvCgj4BFi9Ns/KtEo1QL3eQqFgY2aujL5SEa1WG+tW5LkuQp0oasRf5OsYAbWqi2rN4Xb4ICSVno/BvgIGSzk4pKxFyNYAJqOLCH5EsDUUreuKDjmS4AYO5ABoSRJmDQmVggqfIKsOBq/kw9qo+Di3+xBqz+1DePYgJF2BR1YIqoJbrrkO127ZBptad5OwG2JZhmmyUrHlNtmXlTr+G04TqqFB0Uy0Wz6cpoupSouhFYEegqYESEdWjGBoMA9LV2CrBMRCxKFIaOf7mUBLurNkE3Do9Ens3v8snnniCeQtCx/6wAfxlp+6DU6bbBuISVG4lIpczkYQVNByZ4BYtOsy3umBgx0Ik1gt0O8XAZ0k2koMXnFvaNzQZkGb1I+uyx6L1D6dhkrZWlfBmnqwpqBRwMauB2sHPvb8TLy+AKgCtCZq1kXHJRAx+ZmARhKuuuS1F7VS6nkRXtVJkU+BZxJgJC6FwsGSvn0OoUt8UdOfcelIoUn2BQTTkkAhopJ0rCJ8dTvhW8n3bAWh0j1TWPmbjn16HtlRMDymuUaqTQ7uknkOKJKBWDIASWefXlVXEcUhg6qY1wAXqq5AAXmTBlCsADLDK4GaS0AAACAASURBVMC0qMUfMHWTX1PXVeTyefQVi+wRXMjnGbC6NCkInPMmTIhqtYyQrAf0JvqGB/H07j3Y/cQe/Nb/9QesaKZX6/iO8J3oVaySiJE8VkOkYHXDSAHXbF6DIJRx9FwFC+0QDYfU4EDRVLBj0wD6DfbCYAhPSPGlc2Ucmq7gtu0bYCoxZhaaaDXr0Ewbg/157gggawEa27wJRPVThTetEgd8fXSlLR88X148MYFSTsPGVcMcbEWAn15H4dCn8x90m51Iwp59R3DiXBmKZiRQ1e14n/7rYNXCN776ZVTmZvG2298EwzRYjS3mXxfSi3G9ZE72hGotBq4XbulfbkKIY5cHq/zaXInF513qsdoFqzKv1V4MWHYfh9jNT55BszLDftv0d+TJJx7FDdddAWXFKpTtFWjoFEqmIApcNBUTsaxhNHAw6LtYv34Mpb5B4bGaKFYplC8Dqxe1xGUHZRXIKpBVIKtAVoGsAlkFsgpkFcgq8CpVIAOryxT6maePw7ZN+IGXKFbZFFG06cYRAkWCFEQYKBZxYP8B/NX9X4EysJJBpGjxl4ViLYqgarKALj0PBiYsVBMAhSBWCqPoOFIykXsgZ7FLKhpuiP7hVfiVj3wAOgFQT6RT0wdbJQmyYbFfqvzrJLD3tCn3tB6naj26JHo9gkakouz13iSDAvIhFB+4E+bF3oLU/htBIRNWCZidrqJep+vRYOcl+G6MSrmKK69ch/mFFqZnaxgdHYHn+azirDdqsG0LA3nRyp4+0vZS0uXpmspQ1adP7ZBBSdSaLsE2NFiGgbnKArw4hG2aMCQVmiHD0skSQUBgVmpG9MEf0Im1BhLcKIKDCAt6iKoBeLaOek7BmZqPAzv3ovX80+ivTyOSqeaA73rIqxrGRldjbN06rFk5iqG+fg6Oiqn9mtS8slCNEmxvtQNW60oIGJUYWg5NPxbWELKGlufjpZdOwrDzMDQFBdtAf8FGIadDlkJEpIAj70EGPDJ0RQd0A9PNOr776EPYd3A/BvMF/Mxb78CVr7kMUeBDePMSiNNZ0esGM3C8OSDyhFqPOVnS4t7jHZl6QwpnXvFgAMsGn+kPxNhhbB1RoBdYieZ5ngCsrouAr0GFrmmJRQBBv0RRmqqxRa+8mBkpPE1MgBe1yCfvpav+FLNJqF3FoUmnvqh9HOOaLbdc1FL5if/jMzy7CErzORk0k28ygTYBtxfZHaji3x2DVB5pAuYFURu+F6DhtBAGMqrlaaiVCgYUFT7VR9UQOg5iy4a/bjX7c7JXsKEjZ+e45q7rCUW0GmBAqkCqHYQbEOyjMaHA0EK2xgiH3gBfzYswNPK8pU0EWWdVeyh5kFUVlmJjfP4svrXwFJwFB87MAuTAw0ChhA/cfjcG9D7IscoBSjx+Er9XnuKSCK3izY44wuzcDPL5Auy8DScIsf/Z5/Dwjx7BJ//gD0TwEgfzpWBQqI+7zgBUI3Eeeg+0cqwe7sO1m1dzHafKLQTQ2VeWaqDLMVYVNZgyGTor7N9M/sHHzs7g0Ewbb7p8DQq6zK9LqtP5Sh2tZpM3bwb7+mCQknx+AWEc8aYYeTGLu0RK8+RaJBnHJptA6GDdyn603QBFW2OvVAbcPaOpMw2kGH4E7H7uGI6fLUMmf2fa6EHqtZrC0OToRLFKo5UUq3TWgm3jW9/4OqYmzuGdb7uVrVEInv9rYLUXhl4sVOVNvfR9pXP8ArNG/E24AHzlv13d7ofOxgoBaeoekARYpfV2YWocbmMO9VoDkqph966HcfW1l0FZvQFTxbVoGzqKc7NoVqrwSv1w+vqxMvSxxXUxtmEz+oolzM3Pot1uJEF1pFj96EXN8eygrAJZBbIKZBXIKpBVIKtAVoGsAlkFsgq8GhXIwOoyVX7xxdNC8ReKVtHOI1agRxGaegQjVDCYt/Gdb3wP39r9HAqDgwwiheJMSZKTYw6IIkqQqlYJWtAneEUGe1Zyw2qihmXVaNJyTgoqboeFglo7wKWX78CH73kHHEdAGHp0LAcEFemo/noveTG8upAma0kRErZ2Xgt0AtjSn1O7LH3kphpRavbsbA2aZsFpOwwURlcNwPGAmdkmVq7oQ7PhwvMasC0Ng0N9rGRLgV4KZ+jc5yYqrEY0LWqLJuBLEIq8Jcm/FNAMA7VaA81mC7puwHFc9BcNFIt57qhmOMgsQKgg0+tleEYt8GHIqeOOFKNhSjg+28JTe57A3OnnYccthpGsTuU0dvKrjFjN158rYNXwCLau34ANo6sx1NfHAV0EF91AJI4T5Gm3WtyGTyCO7A8My2QVbRDLDHKqjRaqVcbHcJ0GbFPG0GAfKw8VJUIuRyYMEmQWj0mYazXxg5/swunKHAZ1E3fcdDP7upKKlOA3tYmrug0oIWrOabhehZV4UejCT4OY+FwCnArQslgl1wtWO8LR7qDn7zisLVG/uj6FnZFS2YHnCfUq1SiFkTSuVYVCplQe4+kj4XiJl2p33HUVrknAV+LJ2vtzGiME/9OfUd2v3XrrRa2T//1P/xKRpCGXLwGyzlA1Cn2Efhs+WVvQxoYqlODCfkAoUCUleV+6AVU3oJBa0tSgxgo8KYCqlbD7x/8M/Z8fxPa2i3owg1J7lDSPUDdtgve7vwa9ICEKBKjitSCBx3QNDSnC9ngncOjPMNuQoHoLCCINOVNmFfbU2l9Hq/86nm+hZECjJnZq4ZcjbrWnTZiCpOJ4cwqfGv8aasfOIT61IGCxauC3f/rf4+rhLeylTPeK5m6aAi/WJ6H07F0zGB5TUJwb4MiBg/iX73wPn/q934ekC9/UDlhl/9Hex+J/0zkHBgZw45Y1UCQx92mMMIzl16QvFp+zmpMdKyRgcnoGe8+0cMsVa1AyyCZArGFuHKLpBahUHTQaDudJVasVmIaGzZvWos9WOXmezy1TQBXdTAXHx6twoxDrRoo4dG4eW1YPoGiobMfCoXzc6k+MUaj16WekzN994DSOnp7hOQ5WmJPtgngfooYUjSW+p/lP22Nk30DPKeby+O63v40Tx1/Cz77zNraMobWb51MHTCdn6tlsEmrz5a0ALrRGX2hCJM0ML3uu9DgBWMXfly7YTcBzTJsAbvJ3kbb9JARSBJPmUahgYWoCQbvK1ifQTezd+Sh2bN8Cc9V6nC2tR81rQHvyKVQrVagrViC4cjs028BNnocN6y9BqVTCzMwMry1pJ8Nvf+xXL2qOZwdlFcgqkFUgq0BWgawCWQWyCmQVyCqQVeDVqEAGVpep8pEj46zMEx9suy32BOvUOICjSTBjDUVDw1/+xefw3MQCCv39HRBLH5rTY2NSwSWKqPTDIv2bOopJ3ZeqB1NglKpJCY6RMo/UjtWWh5tuuRXvesvr0aIQlQTE0uUznGGxWBeapmDk5aFq6sC5uAhJjNDS3J6eD9pLE81FoAtBTbLWI5Upffgm2BNCw/RcA4VcrgNc+/py6O+zoalRp170ngmgEuiZmqkKRZ6ssFI1l8vx+YqFHEp9FkOfal20oxNkJrBazCnsMUo+pQLOCKXrIosBAiyc+i78L0nXSu/1xPF5PL7nMZxZOAyYFEojYIyATqK+9D2FOIV+wOrMFUPDuGT9Brxm8yVYM7wCfYaJIBRqTnoeHUNqxbbTZk/VMAhg6CZMw0YUSqi3XFbBERyenyvDtHIcAmaZBkr9NjQtQtEiMCnhxNQEHn7qKcx7TQxbObzjjW/CqhUrGazS9ctyBM3Mseduoz0OP2jw+w/DNlwvYMjDIWwcckRBbPS1+J53xiqrC+l3FxgbHDIlakrjzwsCBEESKMbnE63YAW8uAKpM3p0Wv3+6LwIQpaJPMT96H0IxmNgG9PgRk3+ozF8C+hGUonbkubk53PvTv3xR6+SnP/lpqEYOK1augWHleCOEAJjnVOC4TfYnTedqOgbIFoB8XUmxqJK/rGlzS7ec74epkWqadjoszL64H8N/8zVYlX04tWoag0+NIu+riHN5VP/s01DW94EFj6lKOLHDEF7GKraGn0N45GuouBridhWIKTBMhURq776rUBn8NbQ1g/18Sa1O3rPU4s6hVJICW1YwbbbxyQNfRPX4BKTxMgNp2ky4a8db8Z5r3wLKqKLNCjEWeu0izl9DeL7IpET3cOzQS/jG17+F3/7dT8EsFDj5neapeDNLW9oFBE/PT/UkcHbjpetgkoqf1sAkaC9xWRDjI7mjHOIHsDL1qZfm8MbLV6Nkke+mQKuBFLP3KVQZjbaPc1M1TE3OAH6I9atXYsPqEmz2aw2S8U7q5Bhnp+tY8CNcvrYfp6bKrDJf1Z+DykQ3UXCTaJZ3AWQOraO5+tSBMzhyanoRWBVmBbSmiHm1GKwGYg1JwOqD3/0XHDt6BO/66Tdz7Tt/I9L6dd63mBedDaGLAKtL51YKVlMAfKFJ03uM6JlIH2J8pOtgutnEEB4SW7KY+X5IkYLy1AT8dhW1ahmRZmDvzkew/crNMFdtwJm+dZg7+CKulCI4coR628M5JYfha7ZhW7uJTeu2ZmD1olaz7KCsAlkFsgpkFcgqkFUgq0BWgawCWQX+d1YgA6vLVP/o0QlWzaTqrfSDJcO6yGdVo6EaUD0ff/iZz6Jh9nPSc9rOvhSsclNzT8ANqT3JF5BhTUex1QURaaiOxL6NBA48/My77sTrr3kNg9Xu9SSt/gmgYDCRJpR3QGuadN19synwWKTGTX79cppW5m6c4E7t4cJDlj+Qx0K1yCE6iS0l/ZwUmm03hu+HaLfaHDYVBh5GVgxw+3uqVqOXJghBXqHU1u+4MaamFvj3YUDHB+jvL6CvqMJ1I7RaDnTT6qr9giZ7jHLQWALsSKF2PlgVPpl83XKEWNHwwuHTePSphzBVPQlZjyEHAiIQNExDvlhJTMeRipW8Rh2H09gH80WsGVmBbWMbsWHdOgwNDnGgDgHcwKeoLFKt+fA9X7TKKxo1oAuoq8hQNAuNpodaw8HUzAIMM49apQ5N93D51nXQ1BiHT5/Co3v3ohY4WD8whHfceiv68gXxHmh8yJTKTVCZPF9nuEWZQmFEOjxBeHENYUjfU1BW2EmE7x3+VH/y1RQ+iynYSb/vlPW8GUOp8FQXqpfrOgyLW60mSKynGxYKhVwnsCv1byQY1xk7PWOWw8FIMpiOxWQMUwATw1UKQQoCNOpNmKaJ97z1Qxe1fv6X//QZyJqJkZE1UA0B62kMO84ctyGT0rDr/St8OFnlS7CNlLiaymCVgLiSK0HJa6A8Il2xUD99DoW/+kfY8UMYv6KF0okcBp8YARoSyh97F9o/czOZdvJ1k8UC1YQ3FaIQ/ZqCte1Pwzm2F21YcJuO8FrWVSg6QUVgeuQ30cjtgC+1EcFg1SexuSii6yNFbYQTWhV/uPd+OJNVRBNVtuDwowDbhy/Bx95yL0pKXrynpL7iOhY/0t/xJgOpNj0fp4+dwpf+8QH8+m/8JoZGR9H2aBNhebC69JwExTetGmGVdQpcyRaZVbFRJNT6aXBYJFF3OZotB61Axc2XrUK/LcAqB41JIlSK5huJSGnaL9QDHDk2hRga1o8WMThI9iEqECXHKRHGZxqYaIW4akMRIWScm6ljqJhHgTxD2LJAgkpzWCx2tB+BUJKw58WzOHxyalmwKoyphcKU/ZIpoImUq1GIvnweP/r+D3Do4AG852ffyupu8TeCePT5HquLIOe/0WP15dSrvYrVdINj6b3518BqZ0PFSzb2yMKBLFNAitUuWA2cGuq1CkJNx97HHsHll4/BXDWGM8U1aD7zDN6yZT20Ug6T49N45OApjNx6A3aoKsZWbWawOj09zRtpmWL1opa27KCsAlkFsgpkFcgqkFUgq0BWgawCWQVe5QpkYHWZgh88eEYoApeqQAkigdq4JQYr5TPn8Jn/9pewVmxkoJWC1UXAMoGnKaziFmBJhkqAcglY7RIlbhAWH7w5Ql3G+953L7aMrWaVJj3SUKpUscrI8DyoSj/rQpNF15Xwq6UgVfw7dbRcCtR6U9KFOpQhL4FHTjjvBnUJlRyp8ASQolZi8qIkTVg+byUKL4Kc4l3TtdEHaj8k/0w9gVsE4Ki1Nkbgk2rVYHBHoJUCrjg5WpJQzGlsHUBKQzohAd5U+yZAR3JdiSUDPYdsBZxYwk/2vYifPPsYas4kNF3tqFUXww0BZDnIK21TJxjlB6wqJkVhqVDA2pWjWL9qDcPWwVI/TFXlawpIMZr43hJkDlyHwSBr3CjhXjdQazThOiFmp9tQFA+bN66EKsfYd/Qwnti/H63AweVjG3HHG26BodF1JvdGlmFYeXh+HW3nHFtPKIotADjDa5LpRnwdBFgp8AhUp8RRMhWOMujkK+qq8ITCTdyf7n/TH3QnD9clioSC1XFQr9cZfgdRzC31BJVJuaobmrC/IADfo0oVI06MuY6VQ4+/qixRHYUnar3egKYaGB+fxC++7xMXtWR+9o/+H8SSjuHhVdCtXDLiYzQb83CcBr8P8j8W41n4rrIkmK9ZRkQ1N0xYuRzsQhGyqcHMmZA0E43JCop/9wVI+rcwv6WJgVIOxS+uAI6paN54Kep/+EuQ21RrYVkhFOpiY2FDvoHhmd9B/cwEXCWHZtuBTpsWmgTZsGA5DmYH3oy54r1wNQVBrEJXyVNEYsUggcJYi/C0fxp/88w3gVoAlxSrmoxQjTCqlfBLN9+Fy4Y28pyi+cObBiGF7CX2JT3rSLpm0awlsDp5ZhxfuO9+fPRjH8fYlkv4+pYFq+TRzHOxu8EhNjpSoJyscTwOE39Tmgtcc7E7Q9CRgGvOMHHTZaswWBBzRqVz8NiU4Hou9+7T5kQQKVgouyhXmqyK7yvEWLWiBI0CxvhlIpybbWCSwOr6Ih8/W23DDyKMDORQdyK4joeRfgu6RBsNdLupzsDTL57DwROTDFalSEDTLiBOFaspMBYqcYbEUcBg9eEf/Rgv7N+H97zr9q5ild0+hBK799FVqwrw3gtDz1+XLjwFep/3/x9Y7VoBSJHKilUCq81mDaGiYc9jD+OybRtgrd6IU4XVcJ9/Bq9fswJGjoIMZ7Hr6BnYN12H15kFbFyzCX19fR0rgNTmJrMCuKglLjsoq0BWgawCWQWyCmQVyCqQVSCrQFaBV6kCGVhdptD79x/vwL5edSe3p0ohtFiGaedw4Mk9+OuvfxOllZsRRV0laQoU+CQ9YDUFiKxY5ZRwSeSF9DzOe70gRn+pH+9/310YKPUz9FmkfiU/QkGmOo8uYGU0cj4gZlZ7vkotPY2Auuf/PlWT9QJa9nsVVDd5fWFWyGpfspMlSRq5HcoExwi00JMF7BT1oJAsshKQsbBQZuuAoaFhBnR0Sgr5oQd5JxqaBM8PUC5XGeg4rsc+qwMlG6apI0p7rJN0eXFBKexIGWMCtaiF2Anw6JNP49mDT6IVzkPVTEis7Oy2wqffEwij+5YCb9EqnMDWOERIQUWQkDMsDBT7sHJkBFvXjmHlyiEU8zmBZUNSiwoAqWkqWx1QnUzLEvngsgzPI4AXwDJEvZ7Y/xz2vnQEXtDG667cgTdedwPbSERUxwCQNY3V0gvlE1ioHOCwNEUtQVWtRMEokuUFtxT3lGwCeu9vZ8xxc6+oGf9vJ0mcbmnaqN+9zcK3teu/yFg0ElYQbfpyHAG+yEJDpYArk6GSZWgiuC1RO3bHc9pOndQ5eSm6HRSORm3vlBR+6tRZfP/BH+K+v/zKRS2Vf/rZz7KqcWBwJaxckQPPCD63WwusWCX/1u4YT4Ll0o0Onm8SFE2Hbeeg9RXQR8pVAuU5HY3pKnJf+Tzs4oOo9Zdh9uvIPVmE/nAJXn4E9f/8S/CHhjo2GKlyl2q9ffQw8ic+i8pkC65iou470P0AkhpD0UzYfoSWuQLjpV9E09qGCB77vNIuAYEtavcPzRgPtQ/jq3sfhNQCnMkyZAp9MgArkHH3tp/CHdtu4s0HUgDz/EsAqLjt9O66aWF0T6ntPnADzE5O4fOf/wJ+7kO/gCuvuRr1ZgsKb2LwQrfoXoTdFKvOz3n9SALDEv+STp1Fd4CA18IaQCihyWOENihufM0KDBZJpS5D656ROv/RDoFy3eHxrUjg9WFissretGNrV2JkMAedgCiAibKDiUoDV64vsUKeNmlOzzQgGRZqrRih62Hr+iKKGktpu2D14DkcOjEFlYO9umCVLoWVqTyGUsUqbQ4lYDUMUMzn8djDD2PfM0/jznffwXOANhgYmy4Bq4uhqrAZSOdjd04mK1tHnd9dqy+0bnPnQ2ct7K5ty63xy3mssgVIolhVZFKsymwFYKWK1elJhG6d55AvqXjq0R/jNZeuQ37dZpwqrIHz3B5cMzoEy7YxPTuNvccmoN18A262S9i0diwDqxe1mmUHZRXIKpBVIKtAVoGsAlkFsgpkFcgq8L+zAhlYXab6+/a91PHAW6xaleHLIYwQ0KwcHv/Og/jmrp+gMLwRUuQK38DEgzKFRdQqqXDwjviiB33AT60ALgRWBQwUKi4Kulm7Zg3ed8/PQFPtRSqwjhqM09zTD89CSXoh9Sq/dqpqfVmwemHomsLQ3g/44nyiPZcVqvzaApZ22/LFzxieUPZLSIrAHp/NJGiKPrg32zHqjTa3k5PKsd1uoVgswrY12IaOar0O28ohDGP2V6WvgT4LhkkhRKTEFC/LnbwJ+BRAWGSyCOsCoaSdqzv40c6f4ODxvQiiCgwlB1/zGB6QgjC9ZwKuCugox4l9A0EFppCcD89BVuK1yX9UgLl8pGJ0xTA2rlmDbZdsxmj/IDRZgReF8OMIgefxxZJKz3Vc5GxSPQqFbhwprN59dO8zOHD2JIKgjTff+HrccOWVrMol2BX7MXRTh6pGODfxDCamn0TESrs+yEoBkHLQVPI6FZ6OQgVGgVdiEyB9dMYEk56ee5+0bPPz5LAzxDobA6RvJdFt4r3KauxkjPuhD8dz0Wq1+R75noDpBFgLOQGWWL2azAs6llLuhaI7USyS3QR5fEaAYRVg6DaazTb+5TsPQlUN/OdP/fFFrZ9/9sd/gihWURoYQb5Q4tcg9WGrOcdquyB0F52X51kKkclzl8aApjFYlfv6UdAt6PkcVEtGbaGMaN8DWCk9iGawwAFjBaMA9b6VwLiG+q/cjeZNOzobJPRCqWfyVau/j9zBL6K8APikfpUcmC7BRS4ENDmGFFg40f9uVI2fQayUISs5ugFQoENSFDiGjwebL+Lbe34ANAF3pg7ZJLAaQ3ZD3LbiKtxz3e2wzByPBVWleSM2H2idWvrgNn05hu/6KM/M4fOfuw/vufu9uP51r0XtZcBqkMy/dK1Ix0ZnoyKBp3yvO8OO1pFkg4aUoqQK1WjDJMY1WwbRl6dNFhU5VeWNCfLGpblDalrqMKANBrJqaPohjp5cwOTpaeTNGFs3jaBUFD7GC+0Y1VYbl28YYjCoKyHm2jKOTrqoN2LEgYdNq0ys7ZfZRoDGLG0NPX1oHAePT3bAqvBUTa0LhGL15cDqzkcfxd6nd+Oud7+to1jl902AsmfOvRxYvZCy9V9TsHJHQaqMXqJ+7b3Xi85zAY/VpVYApB6PKZQvsQKQIwWVmSlWrLpuGy4kPPXIj7F161oU12/Bmb61wIH96AtbvBkQtluYKPto33g1bsr3YfPaDbzOU3gVbcxkitWLWtqyg7IKZBXIKpBVIKtAVoGsAlkFsgpkFXiVK5CB1WUKvv+5E4tUnunTFHjwQF6ZKiwEuO+Br+PoZA2RrEOmFmuZ2leptdaHLotgKgJgBA+o/b8XdhLESDWei9plWeQq2oPpg3+r4ePG667H29/2RoSBAE8dIJbAUQEQLwBTGXqJZ3dfbbE9wNISiDOdD90upG5KjyWfzfQhntcFNMt98GfQeZ6hKwEeWXiytgma+ghCUo2pyNkGDF1FuVxn0CJUXwp7ixasrsK29/XoutJwsF5PT1J8hlBx8lwZP979QxwfP8DwSlVihEl4Va9qlc7pBzK34NMYCEMHsaTAjzVW1CmyUFqSlpHOTRBOlRW4FEhEMDmM0V8sYnRkJTZtHMPG4RGUbAqpUhEGIQddEZjRCDQmST7UBl31PPxg106cmZ1GHLVx1+3vwKXrxhj6UrI5PSgQC7GHsxM/RK16GK7noeW4qFZ1NCMdBvmclkocAkbeoJqhQJNCVkzzWEq9f1MOTiCJ7Bgi8UXen6RCVckGI/XApOqR2pQOJ0+GWOFgJ0qaJz9PUqOqCkFWcCt3u+2xgpXgKumFCazTKCHAQm395B9KIEWNSfNL/qY+DFLekn9orEBTC7Bzg/w+9uzZiz1PP421a9fh//zlT13UkvkX/+NvYOg6bCsPi6wAYuF32XJqaNTKCMJ2Zw5wjVJlYPpqDIAVtnMwiv3QcjmYtgndLCJoVOCc/ioGoi/DLVdhBRqUjTq0QzqizxWhXPPTOPvhW+FSAJ1CYWkOpCCHnOXgzf2fxcThU3CqDpCz4JI6HiG3/BuRDUmbhR7IqMmX4gXrl+FpCvRIh6Ll4Wh5aHEVjh3ivtldeGH/S/BabURzVUi6ikiVeRwOFvrxiZvvxCXaCGKdxqAOl2LmElVj7/rSO6dpg2h6Zg5f+Lsv4M0/dRve8s53oFyrQ2GLBLHC9D7CRYr3ZEMp2YTpzFFeN6SEpdJcPd9fl85Ja+olY2ugqxFkVYFqm+QDgmGdgLKEctOF4/rIWwZslWxWgEo7xLGT46gs1NBfKKBoqDCVCJMNGXZexvZLVsNSIvZPlWMZc06AWiih4gCNmoPVgyZWFxUY5DssyXjuyDj2HZ6EYsi0xwApanTaBMS8SPymeeQk/qqJFUDetrD3qafw+CMP4e47385zUrdMeJ4PRdWSzZ5elXg3vIq9XhcFjKUbRqkdwvJq1Veifu3dZ1u01vNGTffaXF6rYqgSeUWzaB52fhBSJGFhehyhW0XboY2rELt37cTGNSUUN23HVPfJYQAAIABJREFU6eIoStVx6GfnIMkeCrKE066L+sZt2F7IYcs6YQUwOzubdCvQ+iHhdz7+8Yua49lBWQWyCmQVyCqQVSCrQFaBrAJZBbIKZBV4NSqQgdVlqkxglR5LIYMU+wgVgz9Uot3A397/FYw3IqiagTj0WTFGjyD0BLgi1SYBjQSipucjyCrayhfDUFZ0sppVtF5LioZWw8Obb70VN990HQc5da6JGUQSTLXUC/YCytQUrPZ6rl7o7TNrS9rne9//y4HVVMna+YjP6r5eJVr3lZY/TwJ0OV1ctFtTazMFP3kBgUChim02Wqw8EzcohmXqGOgz+Z+p8i59Nc7+StRa/DvxJH5/fqTi8IkpPLr3xzgx8SJ7k1IIDsHY3vN0vqewlsiDFrWwfdtmBoGnz06g2nTRDqltmUChxkpY8gSlV4lUASVUgjcE0ijV3jAwUihh5eAwVo2u4P8WLJsVzDRmSE2rkCJSVnFuYQ4/3P0EpupV5DXgzjveiQ0jo9y+TKCL3gupOMOojvHJh9BsnkDgh2i0HMyXY5R9icFhX2kAuXyO1a3kI0vBawQ/U7VxagVAfrFkV+AHAYdvefTlefx96Abso0u/i1iRK+rte6RNk1kZaxoWbEv4qRI01lQNmq6B8ut9Asi+8CF2XKE0pp/RPdE08l81oMtkOUuAO2LrB1O3YJlF5O0BWPYAzFwOjz32OObn5/k+/eav/M5FrZNfvP8Bvn+aZjLYZTeLCHDcOur1Cny/JXwjknnUY3IhxhkrcxOwWiglYNWAZhQRtutwz/wzBsP7EVXLCDwJhbVFtrGIH5NRfW4r5n71w0CuD4FHfrohwljDCquBGwp/gvGDpxGSSjVnoc1glU1JocY0xn3o8OEoAziq3okF/Wr+GQHoQMnBkiOUrQCfO/cwjh0+Aa/lIJqvQCI1N4PVCIZi4P1X/hTeuvUG+J4ETTcQUCYXqc2TOXshuOqGPubnK7j/7+/H9dddj5+9+25U6nUOY0sm4yI/ksVgNVG1d7x0e7ZuaL7xYOLCLtlsEf+WJRfbr9iKkYEi35VKq4Va0yGNLizLxtx8jcdD5HuQI4qfihEpJmTNwPzcAmI/wOhgiVWSCw5gF2TsILAqR2LnKZbhxMBktYHZRoRGy8dIn43RgozBnIYIMvYfmcCzh8YhazFk8vuFsNPofnWDt2jbhryMRcBcgLxt49m9e/DIj36Ie+56J1ti0GZCGrCXTKbOGpauZfwDfj9d0NqBnMJQpTP+l9/AWmrrsRjgpifo+rAuPqdEIX8JWKX3Q2CVHrQxSM8kx3ErPwgq5cL0BCKvhlY7ZLD65K5dWLs6j9Km7ThXXIlVzgJWtcml3GOf6ZfKZUwMr8cNK4bwmjUb0ddXxOzsDK8N/PdRlvCpDKxe1BqXHZRVIKtAVoGsAlkFsgpkFcgqkFUgq8CrU4EMrC5T5xSspmAlfRq1fkayBsJm9fk5/N0/fAO1JJmbfPYIqtGHUAouIXhKtI0UVr2KVFJYpa3T550/ha2seiJFmwbHCXD3e34Wl2/bgsBPwaoghl3Ier7SS/yu+zwWwfYGWZ3f9StA0gW8VTvv/8IOAYs+4Hc8EtMm+SXHLAUAvdfEYJnBqoBX6YMAAnubkp9i22VA57mUeh+yarC/aCyCEmnoEoPVHiiRAgsqg+PL2HfwOJ7Y9wjOzL4EhRWSIjinF5h0LkJSuM21qLTxwbvfidGhfkzNzOHEmUkcODnJoToLlRZafsh+mBRKFcshdE0TqlWCYwxxEgUzBSBpKgbyfVgxOIQ1o6NYObICBcuEGgKGbuLomVP40dNPYrJZxYZSCe+54x0YzBXhBQFCQYzZY9bzZjE98zhcdwJBEKFab2N2vo2Jmg5dN5Ev9CFfLMK0CP5psHVdtOwnalVu8w1DBEEIz/XhOKJ9n/5Lrfye6yJ0Aoas5H1LFgYEPQj4uX4TgRcyqCUvyb6+HAo5GxYDVvJUtaDR6ymqaO+VJXhOwP6rdG6XYBhDSguGTlYBLEaErpJKuYThwVUY6F8NyypC1XQ8uftJTE5N8fGf/NjvXtRK+aUHvsbvX5E1hroR+RnEQNttoF5dgOs1F8+V5FU6QzlRrLJfbLEEzc7DsHVoRgGx56J95vsoBX8Lu11HzXFRWmHCyCsIKhJa+4o4u+Uj0Edfg9gPIas+nFjBpaVxbI3+EqcOn4GmmICdQwsBNLrOkHyVgcjTocsOoMWYxNU4Lt8Ll+oqB4hlHUXNxmnLwd8eexBTJyfhOy7ChSpk24CkqYja1GKt4caVW/Grb30/gnrI44egK6XBiTXiPBm5CJbzPVSqdTxw/wMYG9uID/3iL6K8CKzy6pF4pCZy9HQzQ6wsApymtUxU9mI9EPVf5ELRE8QnRSHWrl6JYt6CF3io1ptsQ0DH0NiuNx0eG57jAqEvQtok8h62eKMh9DwYKkXY+4hUA0NDNq7dug62ErEalsBqhBCzDQcvnSuj7QMbVg9htKjC1kiZKeGFIxN45sUz0EyqFR3TZo3uhcBqDNpQ6QGrloX9zz2LH3zvu7j7zneif2CAgXaj0ehYYVwIjPLPEurf2fxIYC6VkYZt72OpQjVd77r/XdyN0Pv7C4FVcduSYK7E4iZVrAqwSvryrmK1PDOBmEP0aLxGeGLXLqxaZaN/0w5M5IexrjyJoixz4FrcbOO5dh0zw2O4MZfHtrFNKBYLHSsAYR0h4Xc/fnEBdRe1MGQHZRXIKpBVIKtAVoGsAlkFsgpkFcgqkFXgFVYgA6vLFGw5sErkIYICU5Zw5vgx/MO3fghPLwBxwECOP2xyC3XA6lUKxUm9BRmmRgKG9npS8mdXTstOQ3ISu1SZWqZjyIqBn/+5e7Bm1QqEJC1bEjzFxzIw7YLW3sT1jv1Aci3p66Xp7+eVgBWr58MVet5y7aK9H/AXAQJCDxfwD+z9QN99ffoAL3xQGfRxAHsCWUkBxqpChdv/qe2WVKu+71GMEAz1/EAWug7W4PWA3RSC0PtrujF2P/sidu9/DFO1U6yspA/y/Do98KKj1ooV+I0yxgZV/Lt73gEdAkqVaw2cnp7F6NoNGJ+ex/Ezkzh28gwcL4AvCW9TtgmQFaiaiN2h4DB6LYbwBEkDAsQ6hgb6sW3dGFYPr8LK4WEcOHoEu/Y/iwW/je1r1+KdP/UWmIrG/pyhQknwMQxNR6N9EvMLexAGc1yXatXDzHwZp2d01BstuH4A07SRL+Rh5ywYhsqKsDSZnq6JzkngtN0mmNpKvFHb/G9qWZYDCSErWF320iV1LVkS+B55oEZs02BbOixbRT5vCuWqbcKyLOQtG7qhs4qV7p8sGfzeXd9Bo9VkRayiacjbeehkVaApbDXQVxjC2PrXYOWKdcjnBmDaFp7euwc7d+3EmrVr8cv3fuwVLnni6V96gEKvaCzp0BOwSnYHnt9CrVaG49QZrPbOSR6z6asRjIPMdhRmoQg9V4BpG1ANG1IItE49ipL/5zC9eVTaAYZXkn2IgmYow1BUjNffi0bhBiiSCi9qIJINXLdyL0bnv4YzJ2ZhF/OIdQtOJIC1FsQIyTagLUOVfBhGjEbcj0PhvZjTt0KWSTcYo2Dksd+axxeP/gD1UzVWe8fVBiRbh6xr8GsNqIaBIcnGJ+/8ZQyHeUo/4/ArEfzU3W1J1w2qAamp3TBAvd7CV7/0FRQKRXzsP/46Fuq1HiuATnGSugmf6PMeycYJ/VzEyKXKdlHv7qPrFR1T8hZD2iQ0igOwCG4SmFbg+1GyESNBV2QResXhV7SWie6AKAj4fQRhiNWjJdywbR1sNbF0JY9nhHAg48i5CuaqbRRzBi4fG4TM4VEyDh2bwp7njkOzKLxKhRRTWJZYd5azAhA/D3j8H3xhP/75m/+EO9/zTuQLBRFelawzukqq2GVa+lM59RJFPt0foffuqlnT2i0LaRObl8V1Fkd1A67Ev9Pn9CpWxZylDS3aJFL4bKFE1grCCqAyO8mKVdcjm5IQu3btwuhqG4Mbt2PaKGHF+GkYpgSd/KclDbsbZVSGxnBTaQCXrB9DoZBnKwDyWBWbkcCnP/EfLmqOZwdlFcgqkFUgq0BWgawCWQWyCmQVyCqQVeDVqEAGVpepci9Y5Q+diXoqjTAqmTp+smsXvvPYXkh2PxCQS6EElUKbgpChjKQqhAOZxnBAT4Ire0Fr77nTD7Pcss9t5TJqjQZWja7DBz9wF4p5UtZ11a+LLl3QyM6POjC187Nuorv4EaHFLozsPVd6na9oACb0sidEXkADhnddcNJ7zk4SOf+wp+26k6ydQhc6BymByc6UwKeor3gtgqwEOkR7ai8Q5bP2KuR6fAJJTbxQc7Frz3N46sBjqLpTbOfAQJdgiDjZ4oAnWUN9dhI3XDqKe97+RkyfPYl8YYC9Qyv1BVy67XLEsoa2F+LZ5w/AMG0cmyhjZn4B9VYboaRy26yiGSAkwQ3UDI8JsBIopt9KMGJgoFTCyqER1FoNTM7PwwkD3HzZZbjlta/ndm4CKvRFyJbSzivNg6jV9gNhHdSpW2+GKNdmcXbSwezcAsqVOsMhK2fDtEyYZg6U6s3wQhb+vxwSFTockhXRayTeqrQ5wONR0thrlZStIlAqYAA7ca6BaqXBalcC4QROCRJrugydbAcIPpo6TJ3UoSqHfOmakqhYZWE3EJJqVYapCbsCgqvU3j40sApXXH4dNqy7BAW7n2F7tVrGg99/kIOL/uNHfuMVDdP0yV964KtcfPKE1TUrUSlLDFar5Xm0e8AqHdMJWEo3QXhI0/vTYebz0HN9sGwNsmFCik20Tu/GoPtfoUfjqDd1lAYsRFaLbQFKsoEF9Y04GbwJqkTq4zZsS8H1I9+BdWoXpuaaKPSXELKHL23MRFAjhcGq7IWQwxgahSopEs461+Kw8g62J6ERUTAt7LLO4hsHd8I700JASteWA1BNbROtuTJkU4Pkhvilm9+DW9btQBgrwsJEIe9QAeqWqlYJt9K1EKT/5te+ycrQ3/q930OlUWeFOVmdpI/zoV3XBiCdo2Kypsr0BFjTS1No2wVC1aI09K8TlCdgPqvjI1I4awL2J4F4HX9kVp/zG+LxRaFwdK0rhnO48dK1yGnkM0BTXbS1l50Ap2aamKu3EfttXHfZBlTnp1EolDA5W8ceCjXUSUVKGxMe22bwOrPUY5U22kgDGwYMfwmsHjl8EN/46lfx/vfdhfHxs3xvduzYwWpaWtPYLLrn0akDjYElaxGvc0usABbVNjnPUgUrB2z1ANze10vB6nn3b6nHqu/x/BcQXkIgSQxWyaeWwCorVsk7No6xc9cTGF5lYHTsSsyqRQzNngVaTQ4Sg6bg2XMTqBXW4nWbx7Bl4yWLwKoIwYszsHpRK1x2UFaBrAJZBbIKZBXIKpBVIKtAVoGsAq9WBTKwukyll4LVFDZQ0AmpC1cUbPzTN7+Fx/efgJYfAAIHESVsJ2CVPxOqMoJYKHsYLSSCpDQFXXisLlZ0pR9qCcMquoLZuVns2HEt7rnzZ6FSYgrEh+8u+CBQwI3vLwNWhWo2fX3BJkQS/YUeKQrtVawtfk1x1IVUT+n5EiFX8uE/sSRY5sN++kGfW7Mp9Ig+yEcxKFWceAP5GwrP1cTRj1qikxcgz1lZolZ7ATiWgoRexeqi640lTM3VsGvPPjz14mNw4gqnjzNuvlBQDEPHEM3yBN5y/Tbc/fY3ol5egKrncezkKQ69It/EVtvBipWjGD83gS1bt8KXdJwdn8Lzh46gFUmYq7dQbTrwo5jBIXmv0pihL5LKEuSMuCtb2AZQTagWBETeesMNuPqKHQhcFxGlcUchdJnawGOUG8+j1ToEKW4i9CU4noqWN4t2M4LrBnDcUIRLsWpUtL8TWKV6E4wiNa0A7pEI3xJGu8JJIt1UCAkHE9BK7k/goV6r4eSpszhzegLT0zXUGj5c6saOhZqVfHEJhmsqtf9SCJUMhQLHyDuUVKlsEcBpXwngpbAtDZopwqxWjKzBddfehC2bL0d/cRh+6HPQ14mTJ3Do8CH8xkcvzmP1K1/9Oo8VWdbYcoHAGo0xP2ijsjCHVrvWUaxSVc4HqwIWUi2NfA6GXYJpq5BNEwpyaJ3dh2L7j1CUJlCveyjmbPiKh0DxUPQ1tPsuxQnvbgTeEAO4wUIdV/V/DcHxg6g0AxQG++GHdN+ppZy8mynCCjAIIgYhAjWGpgNtZwC74nvhSsP8+5yl40facXz3wD7IU034UQDVDRBZKnKFAmozc5A0mT1Hbxh4DT5223sRg8aDjpB9VrsrQqqip5+Q0tOPYzSaLXz3W/+C6alp/P5n/m/U26IdX4DVC2+giDMuA14TuMqKd5p3CdjtqCXTjSFar0ghyWsoKbW73tI0ztjSgn8lg07BSvdk3gi/Y3Y6YBgfQsbKoRxee+la5HWh9qdwKtoYGy+32Qqg3HCQt1S8fvs6zE/NwrRtzFdd7Nl7GLJOCxNJXd0O8BQbOiLsjWcRdzCEDFZpPaXwqmNHjuArX/4S7rrrXaiWK7xxtmH9OoazrJSnboclNiysmE48oXvXYHrPDHNZOb28YvV85epiK4BFEDsJLzv/fLSFI7ohUsVqClZTj1W7MAQFMiozAqw2fYp4lLFr5xMYGNGwetMVqCp9KM2fgVutYOVQP7zYw+lyE6daBl5/xaXYsu1KVtSnitUMrL5a/zcwe52sAlkFsgpkFcgqkFUgq0BWgawCWQX+ZyqQgdVlqpeC1aXqKUlS4YcN9rn8/Oe/jBem5gDDhBUoiGSCUpSongQtcStqzAq+tLk+bS1O28MZrSbwYNFrMc3QMbuwgNtvvxV33PYmRH7AClABELpItkeUmvw8MRbtog6GZqk9QCJYXbbdv6sxvbDf4r9lwPXyAQEd0qO63xMwIKvCSI6hBBE0WUJY0FE2KaUbGCRo6scIvQixF8CJAoSs7pRA2fEUIMPKTVKckXqToBMxFgqx4aZhei1KCJeI9DElZDBIkFRS8dLpSex8+gk8d2QPZINAjSK8FhOFVqp+TfV2PgGa1jxW5WS84bXX4dIN69Df14dnn9+PlSMFrjFbE8gqqtUGVq9eC9eXYBg6Tp0+iTVr13Ab8rFjx7Hv+DgaQYg2BUNR4rtVBNwQhiIjZreA1C5CWAUQwLvrDbdi3drVCHxPAGtSQksaZNRRbTwHxz8NShAnkRyBWfIJBUMzE7puQ9ctVuWqCgVKGZAlAqoyA00G791blNwvoR7ktmqqHIGqFOKQwjb0UKtVMTF+EpMTE5ibL6O8UMPCQou/ylUP9VYM1yX4rULXdChqEkYkOwxOqR1a1dTEZ1Jch0KhV7rGv+srlXD9Da/F9dfcgNHBUVb5latltiw4NzGJD9/9K/+W4Xjecx742jdYvagZJkzNgk9K0Jg2QlxUK/Not2ocOsTWH7GY1+QPKsSPCXQm9bGiwOLwqjx0S4Oq21AUE87UAVjVP0dJOQSnHcI2FISBxKpETW5DKQxjKroT47UrWKi4IX8Kl/Z9GQuHZhCpClsBuCEpA31GkjSmSJ/MAktWVJMNhQKEKva334DT8dXk/szq+e8oJ/CTF59CPNXieUXD3zUV5HQTrUZDBOlFEfIe8Jt3/Dus7lsPSdMEUO8B6b2qdxobNNfqjSYe+v6PcejAIfzRn/0JGo7L40KsR4vV6YvXtW5QX6+qPfVj7i4PBO57VavdVnc+H4e6JRtVfB8E7OsZuh2FqvhZ6t8qlKsEXMM4xMqhPly7bQPyhkKnZMsQ8goleNriTQhSVUvoy+moVpus6q3WW3juuQPEbhkUk2KbzQxofUsgLm/K8PcB+7wSbGWLBtvG6RMn8Y/3fwH3vvfdHNRGGwyk3hYhcInNbK8TQnLtId9rDQp7PHv8nkjV3XSabBXD95PqQOSYH+wEfkFIu3gi9K7LZAUgNqc6tUzrSt0QyYPeD4XXib9j5EsLBHGMfJEUqwoqs1MIvQbPT0NTsPPxx1DotzC2ZRtc6LBm59FuTqAaAsM5A40YODgP3HTVDmy5bAfy+Txm52bYCkDY5SDzWL2oFS47KKtAVoGsAlkFsgpkFcgqkFUgq0BWgVerAhlYXabSS8FqVyGqQFYdKIGEv/7rL+NMu41Y12D5OiSieklbqPCHE6hKKG/EIwWrBI0EsDsfrKaQy48VlGtVfOD978Zrr78KXpupYedci9r9WdWUorFEzZU8U06O6W3vXdrq2wtBlipW/6cGY08gzVI1KYFVsowNFUDzAoaKTsnAo0aIquTBimJskAxsihX0B4DsRPDckELQ0aIP+KQGDiPY5GmpqwIsJIoxgqRUKcIQDH0oRKzHYiCEiuePnsbOpx/BiydegJETZovk1xrEfJS4VwlcYIsAKNDdCoZyErexttsNDI2M8LnvuGYbxjZvgmFZOHj4GBwvRi5fgtOqwc6ZmJ2dxuaNGxmk0CmPHj0BK5/HfK2OQ2dmMFV3WFVKEJjAYmoXQZYHvu8zcPjgW25HqVRCEHiJ5QG18GuIwhnUm8/Diyb5+qOA2vg9+H7I4NAyc7CtPmiaAKsU2KSqZHsggExnfKat2dxm3FUAi/smlKppXQgo+YGLer2CuelzmJ+fQb1R4zCees1BeaGJiekaJmeaWFiowXNF63dMkEYmr14RTEPzgEAZfc9txVHAwEkmJa4qc/jVlTu249ZbbsGWTVsRBD4qlQrmFhbQbLbw8V/4rYsanv/wla/DsC30FftZtVor1xD5NL9C1KrzaDVriAKPDX8ZWDL9SvyNeyw3CMCZ+X7oeRu6ScA6z1YP7dnDyM3/FfLKXgbLhkaJ9TFUyYKqu9AsAw28CYcat0PSPFxeeAar9e9h8lAdub4iFJNsI3y2FaFtGWaXBPuoNjwuI66hpsg4216H5/2fRpC3UIGJb/nP4sXjRyFNuZCbHuKcjiBnQDUNhNUGFALyiBD4Dj541dtxy6bXQlJ05GIZPvtTdDdU0nVBKFYjNFttPP7Qo9jz5NP44//+53DYHzhRxLPtR9Lev0R5mS5bYiz1puaJ+967NvSC0lQB2lHy85gV47b3OsW45P8VYzQJzusODgFleX0mf0/LwLrVK6DS/Y0DnitRJMNxqC2flKdCbUozod12ECSBdnUK60q8hcXrCIApjkkgK8NV8oIV4JVuXs62cO70adx/3334+Q/cBTufW+Srnf5dSO1ROps6kgRNVlmJu2fPHux64gnohoYbr78WN7z2ejSdNofVEWpOz0H1JAua89Wq3WosVcZyLXvA6qLf94BVuj6yLOmAVUmA1VxhgMFqdW4agddA4AbQDRU7dz6CYl8OY2NjYl0qNwB3BhNujDUlG04Y48WyjBuu2oFLt+1ALpfD3PwMg9n0b+inP5GFV13UIpcdlFUgq0BWgawCWQWyCmQVyCqQVSCrwKtSgQysLlPmC1kB0FPDKMZAv4Vzx8/gb+/7J9RJ6aUb0HwZktIFqzKFwYiP/hzywx/okw/epHLj9msCBMu8Pv2OvDopKORXfvUXcMnYGrjNsMMklkLS3oAm1l/1Jmr3/JuvaJnUbwYFDGhJCfm/bvwtBaodSBJJCBQCHTE0P4Cmq6j3aXhBBapSjAXJRR+17UKFDqAUyciTv6QnIReQOpXgnodW5MFwNfhSjEASSJDhEwuthHciafyopkRf1FiCGwBPPX8EO/c+gpMTxzpgleBLkPi1cq0SKRnVzGnU0S838ZGfexdKwyN48fAhHDl6GgeOnsBQwcboyDA2blgDz2lj9cqV2LBuHfuONpp1zM3Poq+vD7NzcxgcHEFtYRKXb9kIWbVweq6Fh556AWfmFojCM1RM7SIYrHoeRkZG8KHb38bq5xRssAIPCnzvHFreIYTxHP+bFK4EdcgmQTct2HYBtlVksKqoBFZ1fo0UXNAxS1XTKdgRieCpgrD3+xCe76Jam8fMxFkGrK7nsGLXaXtoNBxW7S5UaqhUWnDaAYKQIJbwx41g8nukuZEGufEcIe9GUi6T0i8JIRoeHsaVV1yNK7ZdDdvKsUqvXK6AINcvvv/XL2qgfuPB76PYV0JfsQTPDTA9McOKcFmKGKw2G9UErDKiEvXhNDWxEdIZw+Qnaxehkc8qe8PaUDQT3sJJGDN/hby8G74XcSu9CIfSIck+2yDI2jocan8Udfh43dofoFh+GuOnW+gf7kekUIt6xEF4JEGmOpHaUicQnYBVar0ma9SGn8Nj5bvw7KSB/itNfLP+NM4enYY05/KaI/N1GfD6LWCuxipKWCokz8X2wS348I63IacXkFMt+Ek6Xe/GEMN3SYIXBnBdH0/ufAIP/fBhfPYv/hti8pH2F4PVC0I73mBJx1EvWBU2AjSWO76oPXdUqKQFuGQEK4nxwrYDdBCprXtW0Qu9tgjQ6m5IBbKJMPChkpA98oVKXSamztJVfggLBrIfoGtjXSb/nJTjNP+6Lf9ikyMFq6S2Fb8LOdiK72FIimUTE2fP4v77/h4f+rm7eaOkM45400b4Jac1Sv/LvsO6jSd2/gRf//pXEIekiI8ZZr7vfe/DNTdcB9/1O9cj5rEAq+nj5QBruubzWrdEsdo5PtlkSZ+brj8Ee4V2Gsjl+yFDZbAa+k14tKmja3js0YcwWLSxdcNqSH4b42emMGgAbdVG0VTQano43FZx5bXX4NKt22HbdgesputCBlYvaonLDsoqkFUgq0BWgawCWQWyCmQVyCqQVeBVqkAGVpcp9HJg1Q8jbFg1jF2PPoF/+NaPgHwRMqlPfUBSuy2s4gO5ADJa8n36YbwLVkVI1SK6SgCCPmRLMhotF1bBwic+8UvoL+TIxhXUrd776ADUhBsIZir+0fndvwpWU+iQKGzTTuf/RYPwQh/sBcCltnvyNyTfyACKoaJcVPAYtcLHQD6SoJJNgARY5IwQAw4p7SQJehyjGAH9gYxCDBRa5IFKKryQv6jdl96ss36qAAAgAElEQVQV2QOQ2o+CfmJSsSaBN812gCeePYCdex/FbHUCqkkBWERaKIyF3BYXiYO5Eu12Eyv0Nv7Dz9+JnG2yYnBuroZnDx2HPVzEAikpZ2cxPj6BUqkfW7ZswZZ1G9Bo1GDqClaNDqNercJ1XCw0pzE0UIAcqJDMEXzvsWcwUW5AMTQBtgk4qnS9AUIvwKaxMbz3tjezejVtlU4VpJ57Gn70EiLUBSQKqIU8QBQq0AwCq3lYZgGaakJOwCqpVjtgtccfM4UnqUqVAU8SwMaIi0GzSDr3/DbKlTnMTJ5Gq9WA77us8vM8H47jwmm7aLfb8Dy6CQJw08YEgSG6H6kVgPB4TYEZDXDRfk+FCOmeRhJy9gDWr78cwwNDsKwcByYFno/b3/TBixqlDz+9F6ZBFgkG2i0XMxPTiP0IshyhXl1AvVbmOpKhRGeXIepaAaRzm+CvmctBtftgGjqDbAqw8iuT0Kf+BjYeF8rHUIaqEGDVIUnkjUvjK4dpfBAnvEuwtrQLG1sPolZtoDjYl3h+0uYAfZG1CPmcghXPtB1D/JNhqySh5RfxPx7fjIPzfdj87kvwnfKzqB+agV9uQjI1wNSglwrsDS2R5YHrwQ5ihI4Lc2QYH9l+OzYPjkExch0t6XlgNQmv8rwAe3fvwT//07cZrOq2zfMtWXAWqVEF8OQFbYn3ceoL2uPfy5NUPLf30QWNIqgqBYed63uZHSAeq+kpe87L60DnpWhdEGOT5n8KOxmmJjYYhD1lUqBykJjEmyWksCbLlxipwlUoVtPNsxSq0nuhjQ7bMDAzMYkv/P3f4YP33o1CgaxDBFBN7QzYnztR3Kfvm+ZGw/Pwxb//PLyZaawf6oeqSJgqlwFdx8999OM8hknhSTYxHIbHoFqA1aVr74XAc/JEVkGnj8XPE3ORHqliVdzv5cGq65Fa/v9j702g5DrP88zn7rX13uhu7GisJAiSEAlSXESRNElRMiVZkrV4iWxZkeRknJkkXpLMmTnxmThKYkuW5UTxKsuS5ZFs2Va0WpRIcQOJhSBAkFiJxr51o/fa6+5zvv/W7S6AgO3BeGjnnFtHze6urqp766v//6H7/O/3vjbbn32avqLFltGleOVpanMVhgs5aoEuW0AQGZwObFbcegsbb9ymwOrU9CW1zmVg9bqWtuxJWQWyCmQVyCqQVSCrQFaBrAJZBbIKvMEVyMDqNQq+/+UTr1N2ysWmIITRkSV87at/xfd2vorT06cuOqXrU1LQ0wvjJIFaQI2uvENTVZMcLgWr6tq0Q1maXkwrsBZpzFWrrL9hHR//xM9iiHJLqWKvIA/t809tBdqXv5edu1y+X02lKsFFiyqy5JkKWFzBetMSJaq9qx+/3WV71Wpe62JesQsBq6IEkwCXosWlEhw3RLEoQT0ak3pAS4tZLl6hQEPa+8MYX1pQ9aQlWmJ9BgWyxhaDoU6XG6G1IqVAFAgivpyiWlMwRRRuhsFspcVTO/eyY9926r4EV4lkTvUJq3PqMIVtc4eYerXM1tF+fva9jzAxfo5CIU+t2eLSXJU3b70ZzXCYr7bY8eJL1F2f+UoFt9Gi2aixeuUId27byuplSzl/7hyeW6evlMdrRdTiIo/vfpUZCRnSQPLdVUK7yBGjgNgPedOWW3jHW+5RUDbx+kyDjSLc1nEiThEjfpcS+NVS4DOOHJx8UVkB5HJFTCMBq6ZhJ4FfbfVlZ/BQ+gEm4zgJ5JFbp5IuUbFKIJa0+V9iauIMrVZTqVXFV1KgiIAe35MWa1H6iZeqAOO2MlaAoCWqbVMpcBVYTeEqAr0kxKsdUKaZeF5IueKhmyVGhpawdHgIS7dxjAL33f2T17Vk7jh4OLFB0HQCN2R64hKB6ymGWq3MUy3PEIrHaRSgCZRXveWvl3ErL85iDivXi+M4SrWq5/KE1Vns8S9i+o+jaRGmJiFdHlEQkxOFuwaNsg+lbexufpyjYzXes+a3GCmexXTyyl9ZPoIErAZqHDjKZ1Owqmw4mGqTwLTyPPeKxovHNXIrH2Jq2xq+d/oF6q+eU5sWTk9JBeg53UVagU8u1Fh5bI6BiSYTXRrnbhrgnRvfzGPr78WwuhZCuq5stRfFrVjEuq7HgX2v8NU//TM+9V8/S1dfH57rLyqe22i2c63oVKyn/tDJfVfYALTh6pXrxevXj8SnV3kid4hfk6W0/Rml6tj2RlUyiNsbRwLLxa9UfheYKuNRAKiC+YkSViBqMuaTTZYkCKsN/NVrySaB2AckatHOr4XNiPZGhGyAiGJ19tIEX/j8H/Lhn/qAsvQQqLrg2Xvl/lr7/GVuzJTn+eof/SH3r1/LaDGPHvrUwoA9x8a444MfZnDJkJpzsrYlx5b30JFCdhXA2jlp0vrq1wCrkSb/frT/ZYniZKNAbRomYXbKY1WsADCpzEwqxWqzFZDLO2x/7imKtsbWTaPUpsexPJ+8rjNXbWBpMV2lHiZii+7RjazfcpeyAsjA6nUtadmTsgpkFcgqkFUgq0BWgawCWQWyCmQV+AeqQAZWr1F4AatXu0nIy/LuEr/927/Hy+emKfQMoIW+Spq2rASmKmDTCVY7bADSv6l21gWFUargaitN5SI7hPlalQcefoD3ve9h3FqIJmakV4DVKxWr7cvf11kBXPlekvN4PShKlKSXi2gVrkgB8NW5aqK8usbt2iopAYQJADAk2bvLZrwUcVSFSxnkRZkq3qgRCkQFukaZkHnx4dRMSu0QG0F3EzToxWIIk/5YozeEnIRZycu7EXorIGr6yh5Awq4uTs3z/R0vsXv/C4SGi6YHC4pVJQfs8MNVoCWK8JpzPLR1HR94x4PMlyvElsbBsaO4scm6oWEFEpcMDHL65Ak2rh/FcQyOnptj1+5dTM1MKRgxODiIadrcsn4tt910I5ppsfe1s/z1zpdpihbRkHOWhCJRQEvbd4g4TNx3193cdfNNCVhNaZLyOhCweoQoPkOMT6zEg9KeLNRaQF8CVh1HwKqDLlBVt5TPaqIAXPSrvBpsSeBSClm1xGdVBichzVaF6ZlLzE6eUWEzSi0ciGJV/F0FsEqAT5woU8UyQz4vTWCqiSbK2XZ4lQpya88ZCehRYFsLVQCXWBaEgcHMfIOZ+RpdxUT5W7K7WDmygW23vf+6ls6dr7bBqszTIGZ2YhK30VSlFRuAynwCVuVLVKkqoElA3BU2GmL5YeVtjFwveTuHlTfR8yXiWhXr4p+ge9/CMEK0WIC2R+BH5ATAmiatWRe7p8h3qp/mz763gg+u/xw/c+8PcT1RcVtoup3s2PieUilahqkUvAKDbVPguEbLc/jiDyLu3tJkPHwzXx9ex55je2ieukTXYB8r6zr2eAXdtji2sYQeRNzx7CWGJlyOvGmA/estbu5exse3vZdeewjsRVuITri6AFZbHsePHuMPfvcP+U+/+SmGli1TYDW5SX06SGd7Eyad/+lqc/lKsQhXVdt/h2LzsvGotrQWfVLlb6oroGMJu3zzSF6rraRte+MuvF7kESvfUjMBhNK+H7hKuSqfr97uCuj0O5XApvR3eZ10A00C3F4HVRcsD9qPiyMKuRyzU1N84Q9/nw//5Afo6etV41udcxosmFaxbTUh5ybvsVapsuP732Ndr0OuNo8VhcxX68S5AssefQ9dpW4C8YRtr8HKj3dBXb5YxSvVq6/7N+EaVgChmu/JvwHyXpVStx1eJfenHqtGG6xGQQNRrOZzJk8//QPyts6bbr1ZWaTYnk+g60rV7ohPsGkyF0FpaA3rNr3pMo/VVMWeWQFc1xKXPSmrQFaBrAJZBbIKZBXIKpBVIKtAVoE3qAIZWL1GoV/ed/xy1Wf7ojJXKlACfv1Tn+N0NaDU1UMc+IQCiZSFZ9L+L7AoVawqtWnSD9v2CGy3tHaAzc6LXpVAHkLd83j/B9/F/W+5lcpcgIlF3AFWOxVanR6ropBLoFmKO9oekVe8VzmOSoTvdCBsQ4FO5NoJLC73cl18wb8JrKaPuhKwqtZb8ejTYky5WO+2OVOImJacew2m4hYDmsmIaFLbsED0YxUiau0TdKKYAgYFEZxK2ZT/YKD8CuX99UgbufJmlYAs0ANUC/TYiXG+//wuXj68G2zxrg3b6kABe4sqTXkNAYvSft+sjnPnxmX82I/cT2/PgLp/90t76B0apLfHplptUCx0MT5+kZWrlmOaOiWnj1cPH6S7r08p5I6fPMuxE6cx9YANa1cxNLKM8dkGh05cwNdEudm2JJD3p9q+Y3KawcNveYDNa1cpaCk3UeAmPr0urdZhwuhc4naoRHeSRi5q3pxSrDpOQX1JWr1AVRUMpUt41WJrdfoZpa3QiVo1QWDy3tPf5T0nMDyg0ZxnanqcmamzBJ5AQwGroYImCrQKLJeAJdtUYFWosYBcgbqW47TVqmbyntvemclYS4CxBLXFsUkQGZQrAXPlGjotBvuKjK7YyPoVN7Nm7QPXtVQugFWVpq4xe2kSt56A1UajwvzsNGEo1gYyaNqWHVcBq6J2FLBqOmIF4GA5JkahSNxqoV/4GoXwf9D0m5yYNVjVF9NnR1i6oTZh9JpGnG/xpfHP8uUfruPW6Dk++7H/G0ObIfRlo6ag1IGa3yJn2spvWdifbeSUvYhpOzx3QON8ucRP3DXHzhMBv9P1CPuOHyKu+Qx393Dn0xN0X2owu6qLPfcsoWyGbHlxhg2nXQ7ft5IDAy2WeBYfv/N9bBjZpBTNCehrq9fbP5uaIVFaCpidPXGGz/32Z/nVT/5HVq9dT8tNxqQalx1hfJ3q9k6o2qmSFzuQZDwna6QaXx3BVwpoy/2i3FUvIots+2CKsy6uVMlPlx0pPaPLLApiTZSmiTWIrMlqGZY6K2GqbEikFq6JHYAoWSM1BhKFqcBfgaKRGt+pcjWZL53nL7+LqlXWzEI+x/z0DH/4+7/LT3/ovfT29S2+jUR+m1jGJiu3AsayiaFsH9A4dfQg44f3M39+jOG+HpqVOstXb2DZQ48pKwBZ+0SZLOclryJK/rRMqp6pQLj9HhYnTftRsr5eoXJNHxMJsl1QrCZgVVW6DdGDOPFYlU2RyuwUod8g8CIKBYunfvh9bEdn65u2Ko9lO9ZoiacFkJPwQmJqQUypZ4Q1azZTLBRUEJ5szKSK8n//r7Lwquta5LInZRXIKpBVIKtAVoGsAlkFsgpkFcgq8IZUIAOr1yizgNXk4rHdPtpOgu7tzTN7fpbP/N6fUjYMSk5ehYdoBRuj3RK6GDyUgCtRRKXwQK4pBYip318vGFX3q6AYPyS2c/wv//QnuGHdUuYqoVJpSixJeruyvX/hdy1SF+PXelx6v8DH5GGvB68pIFY1uLYYdeEY11Sl/g3DWA5txjoNzScXBbi9ecZycEFZciaKs25Np6sdOiXIwEdjUvw9dWn9N5Qi1TU0+q44TtsZVF24G7GG2Q7kysfQ24DD24/zzPPPMXZuP7GdKGd1aRGWNK02IJd2WsW4wwSOaH6VJQNFCo5OV6FAT7FEeW6SN9+xlc3rNyp2cfz4cZqtFl09PczPz7FqcJgjp8bYsGkjJcfBbXjsf21MpcK7YcjF6QrT8y71VkBoWipExxLVXBtQCdTpyRV45/0PM7JkCWEsXoo+hBa2XiRmCs9/lTiaWQQpaUiaaeLkunHsPI5dxDASFWSiWBWvz/b4TOFUR9t0Z/t2OnaTQJ+k0FHsUavPMD1zkbk5aaN3CcV6wfNwfR9XvreSZG/TkjZ4CeQSoGslSlWBraLIVWpVI1E66gKLE2gsHqpiYSGRRUFgMV/3qDaa+LUaN6wb5a6tb6V5yWXz3Y9e10L5wv6DiwFhsc7c5LRSBoqK23dbzExP4PvNpNVbxoYag4nHanJL1L5yzlJfO5/HzOXQLYt8Pq98NVvnf8hI/HlenfH476eX8vDIPD+xoqaUeqKyNkODyIVf3/uv+cHhmzCCJh/Z9hI/ft83KXjzaEaBIHbJ6WKLkcMNmvi6R9HspWBrXJwf5tPfgJ964Dx3rclz5mzIb88X+PZ4jri3m2IrYO2JOpteq3Fxcz8v3zeCO1Nh2cEp3vJKjaOrLV65uQuzBQ+uvo0P3PcYtsTF6cr9WLWTK/dRsdsIPFxTJ9C6uHBmgt/8rU/yy7/0K9x86zZqbnNhfbvyw1hQq3YA0ET9KxBy8dGL60cCL9Wa1BF4pdbQdCMg7fZXKLbtj9qpsl9wGVgMGes8rzSMLH39xfG9eEKXjX+BngneXVBsClSVoLW2mFutHwvq7kWXA0IBt4Bj2tQrVX73c/+V97/v7fT19an5kG6+yXuT9c1WdiuizlcOGphBhGUYnD5+jEu799ATevT0FtA8n4lGnYNBjoHhQYaWDrFi5UqKXd1KtS6he+m/Lwu1bW8SXU3NmtZn4bHtD6e9tZJsDMpaKLB4AawmCmU/gmKxV6mqq/MzxIFH4IXkchbbn3uaZrPK1ls2o+sxluEoKxbZkBCFsMxveW27NMjS1Vso5R3mZqYJxdpAoLJu8qv/+l9c1xzPnpRVIKtAVoGsAlkFsgpkFcgqkFUgq0BWgTeiAhlYvUaVUyuAtP0xhZb9PXle3XuIz3/lO4SlLnKOpSCK6ThobbCatjWn4Eo6y1MloGCANJQjvf7uPIX0OC3PpzSwhF/8hY/Q32VTqS+C1SuBqsI8nS3Kf0ewqjreX9/dvIiO/pb2/87zvh6wKs+XtndXC3C0iPkemyNWhK8L4tRwicijUVBwNyTSdBro0vBOTrWgwgw+ZS1iayxKu0WYnMIZ9RZjTUGQSI/IRRqlmZgjzx1k+67tnJ44hOYI4AjRNZGzti0alLpY+E+iYAt8n6FCi7c/dDeWY3Hm7Dhnz04wdvwYS5cOc8Oa9axauZxGtcySgV7WrF6J22owOzvP+UsXWDu6htiXd2Vw4vw51oyuor9/kMlyk+/teonTk3PYuoMjWlsV5GRKDhV+4LK8v5d33n8/XaUlKpQKTcKQLGwjTxSP4/uHEJOEK1t9xdfUdko4Th7bErAqgFO8VRfBqnwGScr6lQFDnSnuCehKwrLafsGxR7U+zczMONXKjPJXjcRbVUKrXI96w6XelHRw8XoVrG2BLiDVVMnqhtn2VVU+jYmgTtSHmibWAVY7Id1TXrMtV6faCJmemWHtkkHe9/YfI5hvUT4/wVs+9AvXtU6mYFXNVQzK07MqWEx+Dzw3AategzDylM2FgNUkXT69JWBV7so5BaxcLgGrtkk+V1BrQjT+AiXvd/jD12Ke5AaWWDP8b/3jbBvW8DxXjfkLxwv8+93/hjPVPiy7hOV5/Nx9T/HOzd8min2KAskNjUigtOersWdJOWObv355C6N9J3nz+jot8oyfizlJjV89NkytZ4j6xfP0+Sb37asxt7Kblx5aRvdEneGLdW4cqxCNFDm+rkBomWw0h3jHbfdih61ELSzzRYVu+YkNgnx1D2AO3cC5qRa/8en/zCc+8c+4954HaDTF+fjK8XJ5cFK6PiVWI1fbUWqrKttepqnKUq2hSh/dtklRT03U+Avjpr35kyLZ9DmJyjU51mXrk560tF+5YdSppE1/TpS0yS6YUq6LEjT1VFXwMrVUSaCrsgiQzbN2N4D8bugGedvGa7b4zKd+g7c9ch8jIyOJsrQNi2V9ksdpQYxlysabh4VHa3qCs2enef7AIdyZS6y2HfpMk2I+z0m3xjPHJpTi1nEsVqxcwTvf/Rj9AwNKOS7nLZsYC++rA6z+bWt3Z70i5S+SgG2ZCylYVV0ZsjaGUCj1Ypk6lblpZV/Scl11jjuee4axw4dY0tuDbejYXXmsnKXU3blcHjvn4Dg2pcHlrNr8ZmzbZmZ2WgURylog2PXX/tUvX9ccz56UVSCrQFaBrAJZBbIKZBXIKpBVIKtAVoE3ogIZWL1GlQWspp56ndByoCvPd77zJN98cgfFoaWJujEMMQ1LBd10qlXTi1NJe1Y4QEGc5GL/ahf8nfc3XJdVG9bzS//iJwga0PRidbF+rRDsy9r1JWzk76BYbVuJXmaL2FmO9DUvBxCXh6Kkj782WL2aY2vyrJAIK9IV8HQsjfPdOgdVG7uOJZ61Aq2k1VpUp0FES9c4L228mkFJKimqKk1TkFXsGRT/6HgDiZ5NVV7pfEV7KGDVvuhy8Ol9PP/iM4zPnsLO5ZRHoYBVaQtXbbnK31M+28QH0XNdtgzrfODdD9Hd3YMfGpw8Nc7xkyewCg6np2eZnBhndvIio6uWcde221i/dg1nz09haiHrVq0kaPnMVcpcnBpn1epRDCNPE4PvPL+T01NlHKcLQ1S4wiAFLZomodtk06plPHr3XQqOKmUcYltgYRk2YXyWMDiGrtWvSF4Hy7KxnW7VKmxbeWUFoAncFDuAy8KrOoB0Zxt2h1dkAmcWwWoQthRYnZubpFEv4/stpTKTcKNW02euXGdmvsr0TIW52SaeSIxFcW3oid+qllgRqHHQ9myUz8m0ZONBtNQSYBWimQZ+YKg69nc7/Nuf/xgrCss4deQI3VbE3T99fdBFwGo630QJXp2dpzI3n6jyfI/ZmUu4rdoCWFXt2R2p8Z2KVduS8CqnDVYtcraMSAhn9nDi9B/zmQs21YE+4jjHjfWTfHxoklu6I1pEPLd7hN879n/SDAJyRoHQNLFx+Vdv/RMe23CAqXqDkgQEGRY+AYOWg4/HicllnJjS+cBdFwl8G8/LMVutUuoa4YuvdTMRDNMbVuizHFaWwegqML+iix5PozfQyLsBue68shZpEtKDg1dpUCdRnxpKjCs2CaGqkzj7Rt1Lya1/C6crOp/+9f/CT37oQzz86Dup1WpXXUWvtn5euSl0+bqR9punbfXJ93RzK53vyWZQG5im877tDZ2us+ruKzxe05NULfxtT1+1JreVsWr9aI//zvX58nOME/uU9vFFeS3heOItLO9Xvge++A0HCk43PVdtNsjZuvUGf/Fnf8Zdd9/GunXrlP+w/HthmInXq0hUZd6LdUxrdpLymcM4zTkuTDd58rUxkcwzWijSHUSU8kVOhQ1ePltR6nbbtPD8Fm+57x4eetuDhGECQRe6I9prpQqGu4Yf9pUq9YUPtW2NokIaBXIHordO11v5MEzyxR50LaZRnUcLfDwV2OXw2sGDHDlwgMBr4bdctU4kcF3Gl8Bk+TctZvUNt/Loh36OXKHE5MwsXtCSGDu1DvzaL/2bq46v7M6sAlkFsgpkFcgqkFUgq0BWgawCWQWyCvxjqEAGVq/xKQhY7bzITlWo3bbJH//pn7N93zH6ly7HQ5SkYMeSMh1eBlbTl04BpoKuHW33qYo1vaBPjyHHbbkBt927jX/6Tx6lOuMTxAKjxHNvEdIuXNy24UP6e6L0WbxdTeEqf1VWAHK7Rq//3x9YvXqRRZEpnqeSKGXnDE50aYzpMYnhQaiAR6+EWKHRIKYlnnwippMwoTimLME+ukYPJj1tBZscqdPvVfkGRhqhWDlosUpFj07W2f/ULl7Y9zSV+jiWXUi8EEWxqpRp0v2cqKVEpWmqsBWP29f18MF3PcTJk8fJOUXqNY/JyQk23bCO7r5epmbm2PnSXppuSMOVtHCNZqPC+qVDPHDHHRTMPBcnLlJtzdLX04Vu2mA4HD16mkvzTS61fFqmQST+mbGJLr6WQcCtN2ziwTffpQBE8v6kRdvG0qVOJwmDkxiauxCok45bAatOrgfbziHwTxdf1bbH6rXAajoWO8fWInBZBKt+0KBam2a+PEWzUUtgUuApf9V6PWB6psbZ8XlOnJzi4tlxojDGNB1iPVYBXcpCtS2ZlnFmCGBSIVcR+ZyEbCUJbl4gY2OA0dWbuXX9eu69cR1zZy7hNaoUiwb3/fT1QZcUrMr7NHWLRrnK3MxMou4LQ+ZmL9FolJUVgBKqKviWALWkHotWAJbpKGsHUa3rto0j39GZuHiYrx36AnvMHKGpzB3QGhFv8i/w0ZUVVuY0vvDc3Xx77L2YtiiRxZ6hgR+WWFOa4d88+BesX3IA4Vg5PcZ1bJxAJw4LvHB8FZvXnGX1YAMvsDl3TqNVFli7nMLAGnAGKMaesg8OHF0pAC0vRLxSXWKaprR1BxQijZaooMMQ1wArziebCm0lZhrSRBTS0rtxNr2VC36e3/n0p3nbjzzMY+//ENVGfVGtueDNmngAp/C6cw1K1ajJ2rPoiirzdrFtXS0LC96reodaWL1We74ngWhtS4vLLEvESiAmCGQeplYs4g+a2nvIzwFhO3BN4L76PRSPYBnH7QA2CVuSQDbXxVc2Fy3lHyx/F1VyvVJRfqAtt0Wr1VR/U8Ftoa/mrlh5yHeBvNLSnzdNHnnHIwwPDyuwKnYYqgyyi2O4RJpF4MLcxUt8/8+/yvLeIv2DQzy3/xWWdFuMLunHDHxKVo6xqQnOViP82EDyw+RYvX1d/ORPfYCBJSP4YbAAVpODJKrbxL/g9bcrFe8Lj2iDVTlHOUaqWFVe4OJ67IeUuvuVfYTXrEPgKRuXXD6PZdvUW7JW1FVtGpU6rXqDWrVCs16j0ajRqNUZWb2eh9/zIQqFIpPTk/iB1w5XjPlPv/iL/xj+v1J2DlkFsgpkFcgqkFUgq0BWgawCWQWyCmQVuGoFMrB6jYGxa+chcrncglpKHiZtiqbr8t8+/0UOnp5mYHgZrhGoMBoBdqKITNuqU0iqLvrbF/ZKnaTay9O21muYrIoqKNJ49D1v4x0P3kZ1Rnw1HXTdQ4sTf9ZrwdLkIj3xJ0xv/7Bg9dozTwCw6ncXZVXe4Ggh5Ky0tSospSmFrqiWLBXgAnUJrSImrxnKo7IRR+Q1ne7LommS46VvX4JXEr/OJBDG9qF2ZJaXnnye3QefwQvK6FqiMBRFmGp1V+nk8goCZRMIIVYAD24b5dEH7+TcuVPKK3BqcloFvqxYuRTbKCqw8tprxxgaGqaQy1MuV3hq1076tQym6DgAACAASURBVIh7bthMf6GP+fIctcYEpt5SSuF8oUjk62hWkbpmMllvUPECydJSytxaqLH+xlu59dY7FOQTkKRa02ML0xCvzjHi8AxSkc72ZfnMlVJVKVZzWKaAVfFXlXFkKNXqAjhvg6krVcdXtkarRLW2Utj161SrU1SqM7RaLQK/he+7eL5PrR5wcbzM8VOznDh1idr8NAPdebq7CwqqagIZtVCp1QxRsBomtiUWAeIJq6EsDGxbwbOWB/2D63nkkQ/gBCaHnn0CozZPT6mEmXd4+8f+j+ta2p9/+UCSKh8L8LJwqw1mpqbb4UUR8zOT1OpzhKHf4bnbkXifglVNlMGJWtV0LHSlDrbVezp/4ST/7cjXOK9Jq3yA5caELRujGHJXfJF3F1y+vOPHeHXuHkyzhhYlIM7ScwQtj/U9U/zLt32N9SOT6G6Abms0jRzTk/1MNTS2rrtI6BUYP2ZxdipCr+nQ08PaDZtUYFgcmvg6mIaxkEAvmxZioSGw0QpRYE8gmOaFhI7UQ9rd06C9ZH1SPqCGQSsqEI9uY84e5POf/Rxbb9nK+3/2o9Sa9cRL10xsHpR3rp60uV+5Vim1YpS0zXeOV/V7JKFSifJTfQnsDEK16RGJf28QJNBSQKcvwNPHcz3V9i73y89isSBqUbGmaLlNBURdUY0KKE0hqUDRUILW2krTsB2YpeZ6unIs+g/L21BewGq8GmrMipWFGr/KuqMdFNj2z7ZMqYGu1NmGldRCYLtj2XSVSuQLoh6XdTzZTFA2AKplP/EjrszOcvHIUfTqPHh1Dpw8w0SjxpYVS1k+IKudjx1B2W9h2wX2HDnNiUvzGPkicRRwz5tv50fe9qhS4afQWdVdb28KXA2sXuFLczlkFYVvYlKtLFXaa6KMK/FHlu2+XL5Lbfx49aoCrPJZGjIWcg6+fJbqcfKOkzkn408AvqyrbrOFZjmMrFhDyTFVAJYnPq1iOG1Y/FoWXnVda1z2pKwCWQWyCmQVyCqQVSCrQFaBrAJZBd6YCmRg9Rp1/sIf/QWrV6+mv79/ARAIaG1MTPJbn/8iZ2dbDA4vxzVDyRihEICn/CETBVUnUEiVoaliNb1oTSFs+tj0fuXLZzl88Gffz+1bRqnPuMQCxAwXTflVpondVw9n6QSrfxOAfWMUq9ceyIYmTe2i4Y0wCxZHCxFToBSqdWBOk9TtkG4sSppOM8m9pz/UqGlQ0WMFswUgrGm3tnceTViBT5gEV0VJArjpasy8cpEXn9zO3uPbieMmWmwnQDUFq2ECUwUUpH6Kgefz4JZlvO3+bTg5i2bL5/CR1+jv70OljAva9HzmZmcZ7O+n1WyqgJoDBw/R1ayyvtSD5VtKoeW6E4RmA0fS5CVgqtSDme/C1HJKqRrELXxRxWkW05pNz+gWlqzaKMYJSeCNSjK3MPWIUDtCHJ5H4daO1n0ZW6kVgCWt6mIFoGCqwFVT+Zh2jqMrP6XOtuCrKVZdr0alOk21Jv6q0v4s7f4tWq5PtRZw9twMR09McG58ii7H54bRIQaHupUPo2HLuct41rEEPqXfBcwZuvIzFcuCMNbp7llKobiKVw5fwG1E1I4doBTMsXJkJV09Q7zvl37tulZKAasL7dyGhVdrMjM1pQCkwHyxAqjVOsCqCly6eniVWBuYtihWbQzbUSo9yzCZnbzAp/Z9hTNWA8vTKPgOXmMSP2+SC3SWT00xPvGz+H4/QdRA97vwnCaO6iKP8b2IDQMT/O+PfpfVxXEFo/zuYZ49sJyV+WPkChHHDmhI13mPIbMmz0SlTH5wObfdcoOyx2jmDIwYDD/CF28NNHJhTKBptIIQ23EUmJSdGOUFHck8SOBZ8jkkfqRG7BLEORpLt1DvW82XPvd5Vq/ZyM/9r/9SqZVTACuAU5SJSp3YaCRqzlaLZrOpvuRnt15XwFN+Tr/cVjLmQ1cAva+C0FL4qdSkUZJ436lolZ9NM1lv1Xg3DAW1LTsNSLMwBdiblrpPNhossVqQDTJdHmslINiSIDVLwX2BhQk8Tb7UJoTshomTRTtoSc2bdpiTBDelStfEizT57KSdX523PE78W+S+VPHc9nMRkKr+vWgHI+ZiC80S+wWXHU88wS3rRxk7eZwfbH8JvVBgac7m1nUryecMHENH63JY11PiuUMnePLlY/hmXm0ErV42wkf+6UcJ2gA1VVmr79LNkAZTdaaHdcyiKzdYlHQ4WSzUpo6CtJpGo15nbOwEFycmlcfq3W++g6GBPvyWfO6emgeyqdMKVFxYElqVlCJxaVAMO5lTsjaFrsvk2WO05qeV3Upsl4iNHL/9m79+XXM8e1JWgawCWQWyCmQVyCqQVSCrQFaBrAJZBd6ICmRg9RpV/q+f/QK2nefGzTcquCpqvGIhx5GDp/jCl/8UVy7iiz3YVgHDMPF8F8tMFHhpwE+qiBOAKRejSrHaDhNRV5Yqar6tPlUqseRnPwxxBvv4+Y+/n/X5ESpyOWuEmJJYfy2Rq1wwq+v/zgcshrcoUPg3jKhOAPt6Z4CFq+BrvsK1XlvpPq9xAS8X7J4eU5QU7B6HF82QaVGsRjp5SVuX9yMp1FFIaBjMxx7zxCzXVMQT80T0CE5qA4SkNVUu1BcDawSWethK4SXkyJ6LmXzuJE/vfoaj5/YkCuM05KYNJkWlKABCQli02MIX39XWBFrcoKu3l/Vr1rBiaAnN2SluvmEN3cUCfmwxcWkGLWhih03On77I0mXrOX9xL3Z5hoGcAQIU80W6dFu1utZadaWaKxQKlETJlpeQKRtDF7iahMJEmoblFMgXC4Sr7kDLF2hRJNAcbHMeJziMxkwCcBTUSWogEENgUc7pQcCqaTnomrx2AmcFGCWsZNEvsk1PFuBQConSD13a+eUziwlouWUq1TkFisVvNXClrdqj6TaZrjQ5c67CwdcuMDczxdrhAps3raZ/qF+BPKetalSt/211Y6pwDGMBYC6hr6tgGzfuYa7cx/GxC5x6bQw7qhBfuqRaqletGuZXfvNL17VObt+zH90yVd3UPHUD5idn1fsQ+Ds9M069NkezVVcqQoGPMrwElimVZxsuqXktUFUgnZPDFKjX/r02P8MXd3+Fvc0z3NR/DzfGy6k0z7Bn+kXKBZPguIl+6VGlwPYiUY9Cw8hjN2cxtDxeTiNq9XDHqr38/EPPs9py2dPayvmD09y47DiXLkQ0Z226CiZu2M3J6UlOXfAYGuzhQ++9LwnRChN7EpmCC2tDLNBUbCZkgpmyNYGme0SxKOJziKxYC321POlyUr6HQ42W3UOjtIaofz1f/sYP2L1nP+vWjRIpCwiPRrWmQKmn4KiXvEbapi/q8zasFLAp98tGlfwsXwI4ZR7kpHamSVdXF4ahqfvksVYhp/4mYFRtRjiOgqNOLq/UpAkEldC3RCl75aZVOpaVWrJjJbwMIsah2kiRm4RUpeJVWb9ESfw6he3CeiE2AqK2FaVtohxPVZ3qvoXgrcstC+ScgyBaaNcXL24rpzNVbnLo6e/zvttWsOvoOb727D667G5u3XgzpZzG7OxZZLdoxdAIa3pyWDY88eJ+XjlTVV68xZLOx/7ZL1AoFtvKYAmxMlVdlJe0YSh4LTVP/Y3VubT9VxP7E1E5+2rMiMJY1Lepx6r4QM/PzvHED57g+ImTKkWw23BYMlLkwcceY9XGO5TSW2w/IvH71mNCz0ePYnQjR4wnQlQMUbEGMboZE3lN9v7wGSbOnMHRNXK2SU+ugNZ0+ereA9c1x7MnZRXIKpBVIKtAVoGsAlkFsgpkFcgqkFXgjahABlavUeVf+aX/i3XrNjK6bpRly5YreODYJjuff4k/+9bjBNLOGXmYvgd2HqPQS07SzqXttg0z0ov7NBwlvfBvX7kreCdX7+pxCWNNgpLCkIE1K/jYR97NUNxHU5STRoDZVqte9ZTbYFWx2rZiNiUD6e//UGD1dQqo9hsQAZ0oSuX9z/VZHNBDpVIUQCpN+Xoc0IuBg4avoXxWw7a5ovitNrWAQfFglRbatlIsya8WYJSG20jkj6VUe2I9YE6GnHr6CM+/+CwnJvYrNZu0HCs1V5pIHgWJX27kE4UabhAy3BXy0JvWqPbjMxcucXFyjqnpWdasXsWKpUOMjCxhttakFPisNXW6fBPXN5kovwLNeQrS2W476KVecsUSRdtWYU+i4hPIIQBG4Jzj5BQQE8WmUocJ32m3WXvd/Thdg1jda7C6homtCoF2BC2eR49SoJ5ANAGrolhVYNV0lAL67wOsKkgSSZt1mUpllpbbUEBOgKS09TbcJjPzDU6cKXNk7AK1yjwblpW4YcNKegZ6cXI58uJBmnqqmqKeTaCY3HQjT0xd4niUR22o99MKhjl05BQvPLNThY/lDB937gIlPeZL333hutbJ7S/uR7MMsd9Nju0FzAlYbQUqMKfemGdmepxQWtMVKEvGTydQlQMrj0xp/RZYLLBP1JBtsNqsVfnSC3/K3vpJblt2H+u8IabKY+y8uJtKlwMnA5z59yr/WWHWlq7jintuHCi4HooPqmtQajV52x3HeNPtJl97vMEqXmHLUIg776Hl+pmu15mablJ2PSKtQFdO5z3v2MZg3+CC3YGChUEChZWVhK4TeE1spV42cL1AhaUpKwAZc+LPaZr4saZ8SWVulEML+tdQWn4DF+bqHBs7QRQEKjhJWr9T6GwbyWs6tozBtnq0wyYgsalI4Gr6JY+Tm6ElcFRZNCjwl8wN+ZySQLnk77IhYYgtRtvvtnMTIF3vrrbuyH1h26+1U5Wtnq+imS4PzrpSuZ1C0xSyprYFqapWWvHlnORcJTyvs3V+oZOhvUZLG30KgtXfZAzYGnOVFkee/yGP3riEQ2cn+fOn9rJu8y3cv/Vudr+4ixNTp7hp5Si181OsXaIzPNBNZOZ5/NUxpoKIXBzxvp/+KYaGlrQ3BBLYrMau+FMvqE477ldq1OQm41zGikwLWVUSS+QkKFDWlXq5xjf+6utcOHdRjSdbrDCCgJGCjp7L8eAHf47i8qWJElp5iqevqyNeuYahBpha22whrJHPxTNjHN3zIkGtjtdq0NNVZHTpUroNm0998/vXNcezJ2UVyCqQVSCrQFaBrAJZBbIKZBXIKpBV4I2oQAZWr1Hlf/dvP8nKlau58abNDPT1I23r0hr+nW/9gO9vf1GlbAvc8eYmaEUmheFRli1fp9pKxcsvafFMrihFdZkChAUPViVQFVqzCEJTpah40q3behMf+YlHMRsWkW4Q6wFGbF4zaCqFqEphtKBCXARB6jz+hhH1/5ditRN4XHl4QSnSRB87Bud6DA7jYoRm4lkI5OKYnEAWdWGvKU/VpqjRxC4gFvQmoWHgEWGrYLCkvVRBmPbBRI0n8i6lY5Vyn3c59MTL7Nj3DBdmXlPKN4Eicjzxc0xYd4wX+8ReU0FKCabZtLLAP3n0HhzbIrZynL80y8GDB+kpFTl//gKXyi0mZmYIpmf50O3ruXV4BL8RMeVNQFTDiD0MLHLFXnK9PTjFIrphKiAnh5TWaVH7Sbu3BEzZAhxV4JGcV9IWnS92EVs2vlEi1zdC98o+vJIELFUx2vYFolhV6kQBq7aDY0v7/f97sJp+bpd5LQp50aQlu0WjWaZancP1JEU+IAySRPRGs8nkbJ0TZ2Y5MnYRt15mw4puNq5bpgK+UrCaqhcFzFxmn6FbRFETTXOIybHhhnuxnRX84OntfPkLf06j3GLJSB+WN0vj0ln++rn917VOPrf7ZTTLVKo6pd71QspTc3gtUW3GNFtl5ucmlRJd00VZKJBoMbhHDqpa5EV1K8Bc2s0dJ7E5ELBq2/jNFn+246s8d3EfNy2/i1FrKdPVM+w6swcvZ+KMt9BnP4ArvsmiEgwNYs3CsMS2wiQSj0ltmsgzGB40WLO2xoU9X+ejDzSZG3eYmTeZbcX4oSSoA5ZHtWpiahHveORN3Lhh84KSUkZSEtAkmxex2jgQn9I4FC9TjcCNadZdAq9BHLjKJiAS/0/dJjAdtOIAS5aPMrBmE3qxj0iAmEBYAXCiPAw93JarXi/RTMsYTABpAusWlfSyBqabT50fnvjSVsoVzpw5reaCdAqsWrWS7u5u6s36gmI0Ba/JGF1UXC8EbS3M/WQuX5ZpJfNJKHZ7I6bTPkOB878DWO1Uroo9weVw1U/OU6wAlG9s8prqf2q/R1M2ETLuVZCW+lxkTonna0QhZzExPcvhHU/x6I3LOTNT4a+e3UsYO7ztHe9k6YoV7Nm3h1vygywdm+NQ6yiFoQKabfPUsZNMy0aTr/GuD76PjZs2qjouqpaVbFl9OLLutbfyFtS1rh8pewQFVtXmYFvlLB63sViuJH/fvXMXT37/CXJ2TtkbxIZGXoPbl/SpYw3dfT9r7rmbWDZB7HxbKRvhiYewFxLH4m3rypBXYF/3Wpx+7RXOHztI2GwReh45x2RZXx+rBpfwX/7ye9c1x7MnZRXIKpBVIKtAVoGsAlkFsgpkFcgqkFXgjahABlavUeVPfvK/sXT5Cm655RakRVPAauR7fOlPv8FL+1+ht8fCLU/RqszR8gLM3iH6V29V7dxKTdVW4am2VMGC7fbUTtXSYrJ1mwSqzJgYP47Y9sDdfOCxtxLUJOTHUj6eEpWiAp+uckuVdJ1gVdRn6f3ylH9sYFWCn1RKdZfNxaLOcUI8Uayq9tlQtYT2aCZWrNHQYhqinJO2aQm00sEWL9Y4Yp6AAXRMgRboKuxKFKyCcgKlcU2UbaYPwYka+57azc59zzBTO6PakcXPUSnRQlFRxRBGtKSl12+o3z2/yT03L+PRu7cyduw4A8NDSnFXmZnkrjfdwvzMLBdn6uzesY+xIwfpjWvcsGSYrjiPJtBTrA+1QLXV9vX1k+/NYRa7sKyCAquGlaj3AgW+khRxBWBMg9BzE4AlQTShSaGvC1eCeqKIvrUrKK4fIFKEWoCFgPQ2WJV2aQlSsrsxTWmvFm9VW3mz/l2sAK4KVpXSLyQIm9Tq89Tr8/hBKwGOQQIdBaxOzNY5fmaOY8cvELoVNq7oYe2aEbp7E7CaE1VnG6imgHVRZShtyxoSpN7ds4YbN72Vi1NVXnpxP7t37mP7rp04usWqkSXU5s7x3cefva518tnd+xKFpuTjSJCQH1Kdnsdt+ArCu16V42OHOX/hLJadU/PacZJ2dQFp6XxWykonhyGqVdvBcES96mA5Nrgh39n3Lb5+6PsMDW5kpDDMXOsSZyZP4QQNVgU65069G0/vVhYSZiwwWSc2PdAK2DLWvTKhrrFkuEFj/HmGqxf5xZ8zGT8jHrw6w/0GuWJEQQCWYbJjV41y2WLDxjWMDCyjWq0p799avZak23ueiAXxNJPZUGeyKin3Pr2Ow6rBQQbzJnndJbbzOKUuZW2QH15Nz8Y7MPIlpWBNxNEyzhK7ALXCRZF6ba0dAKXJOExVku2NnrRuSp3dtlNIPzz5XcDsEz94kp07d1KvV5Xf6YaNG3nooYfYsmWzCqGSeSzvQwFb8eOVYLo2tO0Engpnto9/5QBRexBt4NoJVtMxr1SrCojKwxIdZ7qWXnaMthVAClblvKR9PgnmShTwCyFdScmUQrU6X+bChQvMzZap1+vKi1aU62I3kDdtGoGHPzvBB+/dxtiFCV44cIJmGHPjps088rZHePzJ77NpKuR93aN87/w+pkZ0WjmDvWNn8Zw8hgc/9v4fY+OmTYl/sWWqmrmuHCNW4Vn1euJ5Ozc3T6VS484736xsFWq1mvKtfX67+E+HDPYP0NNdVOpXmf6y8fCNr3+Di2fOqlZ+CW4UsNpl6Wzr7aK/u5v9zYBpQ8e2cvR2D9DT18fwshH1ZXf1ks876rwkoFHEq5fGjvLKrmeYmzxD1ApwHBudkD7HYePy5Xzu8eeva45nT8oqkFUgq0BWgawCWQWyCmQVyCqQVSCrwBtRgQysXqPKv/cHX2Xz5i309vaqRGqhEa1qld//4l8yNnYMPZojqM8RSYK7laPQN0JhxRYF6lTwS4ffnyZt5W3vv8vaQSWluX18US4pbCVefYbOw+95lEfufBNN18URbaYWECtn0f/ZwKrAvrTJ9Ipi65pS8/oli9NWxDk9oKGZCpJabWWqoVp3oaFDOQ5xNcHUASUM+jAQrCea1ED+K4qqWFrFDQVdBfKIjaQlfpKif2xC9cA0u7fvZPe+p2gEM0o9ppRuEo7T9knUw4BmEKBFHp7AEr/Fu++/ibfespaxsTGWrh6lUq0SNBqIY6Dlh6wqDGGSY746w5PPf5O58fM4rkEYtwik7b1QVJYCPcUc61f20tvXh5MrkBN4ZTlKFRlGsYKrSS+/hChBo15DF79Zx6bVapDv6kcLLVqNJoXhPIO3rcTo61YgMgWrUmUBfbaTwzJLlylWdU38VQWuJpj9Wh6ri5Aped30JrDFDxoJWG3MJ16KAsjDZOzWmk3GZ6qMnZ7jxKmL6GGVjSv7WbtqmFJPtzonUeMKmE7tADrnhuQEiQdmEMHqVW9mxcib2PfqK7y8c7+SIh88cYRDew/R1dtHEFV4/NuPX9c6+cyufehtKwAFd0OozMzTqieK1anpc/z3z32WEyfH8IOIUqnIxo0bePDBBxkYGFBALIWDAlTFdkGsAMS3NQ2wEgXqM0ee4kt7/gK91I9tFGgGNbTYZeX8OLcWC/zg1R/FDQcxoiqm1Y1uRKpVPYrymEYDtxnSN1hisG+W0/v2YnvjfPQDNo/ePEPeCunu89E8Cf4JaHoaO/c6HDlpMFOuU52G3l6LZctkIyCxmZBzLhQHeG28zI5j55jyRT0akA9d+h2dH3/kdm5Y2kW15Sr1rShY9b6V9Gx9l4KqKgBO6ibwMAyS9nBpI1fgTjYBRFQv4HnxY1nY9GmvgUoHqSUKWvku5zQ/P883v/FNXty9RwFasQGQTaRmva4A6Uc/+hHe+ta34gV+YhXQDtVKhublxtOd8PNqgyNqWwGkCtfLx/flVgDJ85M17FpQVdkLhKGy9AhCL5kvbQsFVae2Z6u8V7fZ4gffeZyTp06p95i8JontgR5jBBqBERO7Ve4eXcu5qRlOz5XJGZayGRkaWk7Unaer6bFm3iP24EV9hlaPw9RUGTEv1SOTYneB3t4eNc/k+6ZNG1kzuoogijl5+jTPPP0s5XJNKY5lw+PDH/4IlVqVvt5ezpw5xXe+/W18z1V2C3HssnXrVt7+oz+qvFX/5I+/SOh6mJqJ+rfNNOk2ddbldHpKJY7XI8Y9j/lqHV+i4OIY29K5fdttDK9drzZn8sUiTlePArfFVoOxvTvYtWs7ppYEimlxwNKeEmsGB/mDH+6+rjmePSmrQFaBrAJZBbIKZBXIKpBVIKtAVoGsAm9EBTKweo0q79l7jFyuoGCBeKSW8g4nx8b4wlf/iqlqjYnxE8SVCWzfx+5ZypLRLZQGViaQoa1oU0o4ueyPw4V25wVfQbnaFrCatsqK7iuFDbbFj//M+7h97WqacYjly+uEIq1LWtWvcutUrHYgjeT4bcrxD6NYvXbwlShzc5pOrcfkkOVR1nScWPxQRa0qcLStLGt7rlaU16KmQlbEn1Z0TXKfhKn0C6QVu4a0DVnVPVJQU/LSpWG9UIep3WfZuXsnu/f+EHRp9U+irlK1qrTda6GHJ8BDoKGECukRb3vzOh7Ytgk7l1NhRQcPHqLHsTlz6BBW0+futdsEsVJtTjM5exTXn8fULcrNOpV6wEQdTkyV6S6arOvSGXQ0SqUC+XwBO5fHzhewLFEsikA1aScWiC6QSdp5BdiLZ6VmFzG0nEqx17pNBrauJb+0V7XqLoJVDcNKUtBtq4RpLFoB/H8Dq6LAkxbyBvWGBDtVFJQTf01p+5VxX2k0uDBV4djJWU6evUhOa3HT6CCrVw6RL5VwnPxCeFUnWE3HaRx5GGZewdUb1j9MzlnNzt3Pceb4Wdx5l5YfcezMaY4ef42hkX7+8stfvq51UsCqZupKfana+SON2myFeqWJbRkqvOqT//FXOXP2VJJgjk6h4PDYYz/KnXfeqdR+Um+1gdL2WBWgakiyvJ1TilUrdthx8gX+5KU/p2kKLLIgcHG0iPu0KTbpGl8++F6q8wOYcZnI6VL2IKbYIEQ2oV5DC2H1Co/q/BGqjRHcyn7WDN/LJx59mQc3HKLm2mh+iBl55Ip5nnguYtcBF183uWl0DSPDQwr6JutSiGM5nJz1+O7uo1yYqaDnuxTE1sIAv1Hj9tE+3nvfTcrWwBRVeNzCzS8hf/t70ET5LGuJbEKoNc5QMni1brXVsMnGjyTPy/2JBYqoJVOv1Uqlgu8HDAwMqvEiQFL+9u1vf5vH//p7ib9rG1Smnrby2l2lAv/8F36BW269RSm6ZQ0QqwFp64/EzqAdOpUOhk5YeuV9ySqxuGGQPlZ9zKJcV2C0DVhTtaqM8fS+djiVUrkrdWqiohWwKorVxC9V6p38XdCqvE+5NeoNvvv1bzE1Pa1U0Ml7batizRgncvD0iEZ1lv7YoUFEU/cYCGBd9wB9IyswR0a4ND/FxcMHGIpszuAyF/tKQSp2J7Gmkyvk1ecgGwIChdeuHeW+t96rxuZTTz/H7u0vcPdbH2B4eCmHDx/hnnvv5YmnnqSvp4dLlyaozJexbJM4lPlep2+gn5/58IeZOH+Rv/zaX2DJBo1S/YbkHJsSOoN2SLFYYKpi4g0OENk2nmEqm4Pq7CTr165m+aqVeM0GPf19hE5OrbuDYg0wM8ULLzyP6waJD2zosbKvh8Gcw9dfOX5dczx7UlaBrAJZBbIKZBXIKpBVIKtAVoGsAlkF3ogKZGD1GlXe+/IJpVzTYp1Aixgo5tixfRdf+ea3cImVYtGvl9WFbL53iIGR1eSc0kIidKrEku9GOyxGlIcKIKUKK2lVbadWGXKxH2lKYWkX83zsn32QlX19BGGMGUljJMS6jzTpGQAAIABJREFUgXEFQFiABskrLSR/JyxV1GSLeq7LdV2X+x6qR18D2ibHSP949QddG9peG6wKwLANjdkukz2WR12T4B4NI9YxRaUpMFQ18ktwFZSjAE/UmEqVqmPGGi0BLGj0yv3tsJXEkzV53yqoR1qVYyjMhRx/4QQ79m7n5X1PkrOToDFRYQqcSUBJElolBgK+as2HOKiztOizdGkvy5avZPnQcuq1GW5cNcT8qROcf+VVbh5ZiVPoxg086q1ZdDtCt3TVbh5FJmVf4+RMmdxgL2HgMnnqNHGjRYGQAcdgaKCHUn8feiFPFAaYQYwlYN42aXoufsslX3DImzl0R9Svom6N6N+wlO6Ny8DRlbJaATSxQlA2ADksq4hhSOu9oywlNAEiSrXahv4LfrzpSHq9+m8RTIlLgiTA16k3Zmm26qpeEtgjw0P40HytyYXJKoeOX+L8ufP0F+CG9SOsWj6UQGRHfF9NLM2WpCJ0M/EiVq31aqyGhL5OV2kpo6P3Mjsds3/vi1SnZ9E9qNRcdh0+xNiFM/QNDPLdr37putbJp3fuUcdWvpeiKMagUa5RnaspYOc2K3zmN/4zLx9IvFgl/EzA9i1btnDnHXcysGSJ8gcWpbFj55TqOJLgJVGG5sQaQCe2c4yf2M3jB77IvrqGn+8VQ2AGKfNzwxWsswF/cfztnKxtgHiO0MopxaJlG/haDs0XOOljO3NozSqG3kO1dRK763429E/y0Xuf45blpzHiptqIEAXujr06L+wLsHtzLO0fYPXwOsLYTRSefoSVy/PM4UmePnAaUW5GmqE8VhEleBjRZbT42Udu55ZVA/jymrFHZBQJb3o7Rq6oYL+sY8q3UzxYxRNYBb9FCiwKkJQ1R8CrzFOBruI7LXYEP/zhUxx45RU1RzZvuYm3P/wQvT29TMzO8alPfYapC+OJv6wMJqXmj4mDCAnD8gKP+x94kNtuu42jrx1V8HPZsqWsW7uWFctX4PqeOr4m9hmihFWbVouBgCkUTeZHsgYnKtQEpipVant1VuFTyn4juV++yxqRgtQ0nErZEog6V/xUvUB5kMrKUXNbBGLdEUHYctW8VDYfhPhhxNNP/JCZqWllz6GOLYJ5WX8MUanLmNTwfVdt2ITqfEOcIKJXM8kXuigMDpHvKTE9P0350hyRbdDwJQRPNiVkzdGVdcy60bVsu+UWLFHCGhrdvd1MVJvs2H+Ic2PHefCht3PH7Xfw/HMvcMcdd3Lg2FHGL01waXqCaqOCmbcV6A8J6CoWuWXjZs4fHePEgaN0OQVljaMZITnxGPYDHCNiaGCAyrzLDXfew5b7H6CqiT+4zvlzJ9i7f5daE0Pfo1goEsiCjcfWUpHlusEL+1/h/OS86jDQI5dl/T2s6O3ja3uPXtccz56UVSCrQFaBrAJZBbIKZBXIKpBVIKtAVoE3ogIZWL1GlV/ad1zcDjEig6YRsiRv8+3/8TjfeXa78lG07TwqPzw2VOK6wBUJcUnTl5X3YpqInV6yt5WjC3YA6qI5CRQxYwl60XFj6B0Z5Bd+/sfpsnPgi4LNIFCehQI6EuXTlbe0I1Z5HqrjJMBDbteCnp2BMn87WE2PePW2/usBq44f0yzqTJUMxgwBFNIiDPOqhT/GFo8/DHKYlOXyXkOFWXkBWAJktUjdbwUR6wVSXHFLQIkYBySt3rnJFgd2vMYLu57i6JHt5O2cUlwKHEx9EpVSVCVWJ36u9VaD4b48WzcMUStPMX5xikY9otqqs27tCD2Skn36LOutiJVLl9DXXUSEfK04JDAFumlKmWaYNq5m0NQMZj2PYxdmeO3sDJW6y7AWsMovM9ylMbR2JYVSF474+hqaCrkSG4PyXBnDjCjoNkauRJzrInID8oN5+m4dxegtJmBVfZDiz5pT3qBGG6xaymPVbINVSSMXF9q/2QpA/n55m7SmgqvEf1T8VVtuI4FTAlbFjiGMmC23uDBZ49Wxi0xevMDSXptNG5ezfGQwAau2zB3xZpTApzZUFbWxMhyOhJoT+RYD/RsYHLqJs2dmOfryy1w8cRw7MugbHObJ3Xt4+cQYrSDg6K7t17VOPrVjt2rbV/MjBau1OrW5mtrE0AOXz33m02x/8Xl0x8aIYmxTWp27lRVAsbukgLdA13WrRxldv4HhkRXJ5odtKAjuGg7x2QNcuvR7/OB8jf3eMkwrz4OlYzy2LGT+FYPxFzbwXWMLZ82CaoP2DA/bHiDW8thSVlvHF7/m0CcMThE1Zil1j+I3y2wePsFbbjjBttUGG0Zays9330GLwycLBOKna/ncvuke3KCiAL+NWGJofHfvOE+/ci5RnYocvw1AZSkKtAY/dd/t3HvTCmoRFEvdypvXW74Np9STtOFrorIM8ANXAXr59FJrCeUzqoKPZOMjWQ9lTH7lK1/h2aefUT/7caCg+tbNm/nExz9BJQr4D//+12iVa2ruyLopry3jyZZxG0Ghu6SUxTIe5+bmiAPx4szR19ej7Bl+5JGHldJRrAJk3nf6rqpzkPMWBan6o4DMZMwq0KrON9HaJhA1+er0RxVFeOcaseCrKmNWLDwk3MyyOHLuFHuPHqIRecoeYUX/ECM9/Qowy7iQdePA4YP4XkguX1RQe2RkGTfddDM5utRryfl4LRdXVNFhSCGfo2Bb6L5s+oDpWApKtkIfw4QdO7dz/ORR1q5bTdNr0Wy16OtbztqVq+m2HRqVCgP9vdRbdaYbc9ilAnOzs+TyJW69eSuvvXaM5ctXsnp0I023ybGTx4htOPjaYabnZjB1HQeTvKyjDY+45lG5NEWtImsSygu31ahhaxoj/QMErkdueAnr33IvfqkbPwhpNmscPXOUMr5awyWgSvyve0Kft5S6sKdmueTGnJivUa81KZjQZepsXjHKX+55+brmePakrAJZBbIKZBXIKpBVIKtAVoGsAlkFsgq8ERXIwOo1qrz35ZPKV1WPdAIT+iyNz//RV3nl9DiFrm7V/puq/pIwlSTEJbUCUL5ytq1ggHWlVLQDaAlYlWRyAasSuVTxPG64eTMf+/Bj6EIBgkgpDCUMRdrg9Wv4lbZtA5Mwmf9JwKqousycyURO51VHWmZNpe4VlaqoVU2Bw0qtGit/VXn/osZsxj5LkURqaInCN4SCgNkOY8cFICityFJZPyY+W+XgriM8+ey3uDR+hJxlqxbeFKCk3wUVeb6nlIvVyiy33ricn3rX/XQ7OvVawLGTF9m9fz9+5DE3OcXFk+eU+nRlb56tq4ZYO9JFMSdqPp+c+IpaSWJ8TnxWI015rc54LY5OlDk46VMJbEr1MkOVC6zsgU1rl1Hq78YUZacoTS2HuudTr05TkHZsp4BT6kfTdAIrpP/mUQrLBxP1bRRjio2C5WCo5xaVMs40/h7AqijwBKz6VWq1eVxPDBbaEFq1Q0fMlJucHa/y6th5ytNTrBwqsGnjCpYODZAXywNbPBQlMcpqh8JJ6JhIjRN1oxsHmHqJgSWbmZ63mLlU4+LJYxzd9yK4EaXuAXqHl/Hsnl0cGTvK4b0vXdc6+cMdu5Q35AJY1Uxa9QbV2aoCq2bk88e/+zv89dPfR7NNbFFvygxve9MKlBSIJzJpUbavXbeORx79UdasW6s2SwqlAmJCUb9wEr36GeZaVb5yqpum6/Ovb5+nx4lpHLbo+1aOF7zV/HnfZjytn6aAVbNHAUZH7yISFas+jRNPEPuTmP40hGIPEdBozkHUZEUh5C03W7z34Yiw4fPyfpPJOlSbdd7xwLuIBVTK3BJFp67z5CuT/NVT+9UxRNkZRQGGKEulBVvL8c/f+y5+5G0/Qt+SfgqFJQSmxbTX4OixY0oVKgrUnt7upP2+3Qaf+uRKXdKfjUhX/qnPP/88v/e7v0vOcdT6JFszgSghmw3e9e538Y73vZt/98v/jsZshShVL8vMlzFhmeqrp1iiXC6roCd5nThMjiNKUpnDH/v5T3DPvfeo8DTxhhU4KRLqWN5TW5Qqx1X+10rJL0BVfKtFzZl4xnZ6ri5A1TZklbVqQbHabv9PX0vUqLLp09BjnnhpB4fOnmJAoOWa9dywei3dZk6pWi9cOKvUtgOD3Wy88SYKXf3MzFfxY4Ntd95FlOvDFzAs5xgn3rN+q8Xs3DStZj0Z52Gk1LmyPsk40yyf3bt3cH78NBs2rqdcKSubgdtu28LM1BSRJ5+8Rsv3VFBbyckzPLBEjd2p2TkiXefMuQuqRl1Wj1Jb54sF6s0mDa+pPuc1AysYWTJMb76E/v+w9x7Qlp3lmeaz8z753BwrR+WMJUASGWwQRmCw7MYB201PO/T0co89didW97jbdLdtcMN4GhwAdztgExVBEhIox6qSVJJKpcrh5nTy2XnW9+9zqq5kFQ3VPRrPmn20irq3Ttrn2///H/bzv9/7+jHN1RqLM3Pq3AtgbzcbhF6btaVFNedtXWcu8QgrBeKC2ztPMZqTruiW2jgL0UKfNwyMsiXyOXbsOBfe+F6WvZg7vvZ1ylZISQ+5eONG/nLvy+c1x7MnZRXIKpBVIKtAVoGsAlkFsgpkFcgqkFXg9ahABlbPUeW9e45K46ZSrFoFB63d4g//zy9wshXj5IpnWl6V0qkHGPpqVXlJ+TkNYNEUWO17q8p9fT9U9Xj5T6wKY9F8Gqy0W7zt3W/jlve9Ca8ToscCAQQOyH+agjiveRPBX6+d/38crJ67ff9cg/J8FKu6+HWWbY7ZcEo+vZG27AtczWkpXJWbBFQJVpD3sBLoCBCRVOlewJVcqFf7yeDrEsLVkwU+kuB40D60wrOPP8ud3/4yfmcJQ5RTygqgp04TVCE/h2LLILA8oNutce1lW7jpxksJPY9ydZSlJYEXM4wNF/HbDY4cOs7t9z5JZ61OxTYZy9tsHCkxULCpFkwGBqu4rrTmC1QUv0tD+Vq2ux1mV9rsb1sciQ2MhRm2Npe4YCpHZWqEXF58Og1st0CSc2mtLCsbAdOyKZSGMN0CnaBDdec0Azs3Ekm4vSj5dBPHyqn2dN3KYwjE/D5gtT9e02p/HysAUebFHl2vrhSrfiBgVeCaiE1j/EDAapsjJ1fYd+A4nWad7VMVdu/ewOjQAK6dglXbMSRdS0E2USSKN6QElElbfcHMk8Q5cuXNPPr0cRy7wqmDzzF39CXCrocf6oxPbmJ60zQvvvQsv/PvP3le6+S9Dz+GYQpZTGGpgYnf7VJbrCGd8TYRX/7SF/nKbV8jscXvV1TjogLXlUJPkz+9lndRVwrQfvMNN/C+99+ELvPeNCjYOeozc4TLv0/ZXOZAXWdxzePGXRaaHhEdTHDuNFlbLnFrbgOPla8iji0c8dC1Y4x8npx3ElqPYycrytICyyCMAsIgBsvFLQwTBx1iL+LNly3z9l0mi8cS5ho6nt/m8suuY+OuNxHaA5haTLFU5hvffoi/+uptdJOQxNRVUrwp5wOoahG/9tGP8c5bfgbT0Ai6Fo8feIG7H7hNhfbJTYDfxOQkl156KVu3bKbgOgpmKq9QlW/VtyUx1Pn+48/9MffefffZYD+x1xDfhzhi06YNfOLf/RuefvgR/vzzf0ot8NBlrIr6X72ZTnl0CK/eVFBVQdtYVMaph6mEuolqesfOnXzsl36BfL5AN/AULFXqTzlH6nhSmKoaBHpLqPyrCovrdRT0A6rkbV+92RL1FKvr4Woaepd+1lDXePKF53hs/158x8JFZ8DOEXU8/HZHvV6rnQbRXbRlh3wApbiWwLq1WpNALEhcg8BPw69knZfgKPm93emmSltp8xezDAG7YRr8JbYBomw3TPk5NTlQwDnuqjkpa5zUUiwLxKM7ls2AnqI4MQyltJXxqst3jJ/aH8RBxPDQKG97x7vYOL0R09OliKktgvj5ihpZt5TSWWom63V9bYWDLzzP8UMHGR4Y5K03vY89B5/jju98C82QOidqXonNS5L45KyEN+zYwWa3wOrsYRox7L7+JrZu3sn+79yH3V5g54YqW8YG+PHf/eJ5zfHsSVkFsgpkFcgqkFUgq0BWgawCWQWyCmQVeD0qkIHVc1R579PHCDVfKUmL5RLzR4/ymT/9S+p6EVv85eTiVIWzpCAh9fc8G1wl8EH+yAW16HTkQr+v5HpFsIpcHBsJWiy+hVDzPH76536Kt1+1hU5bVJiiiOt5sa73Z33Vca+3Akjv+h+xAnh9wKqZxLRLFs+4EScU+NCxiKkmGjnNUGBV4IqA1WYibnwSWJUCVk9LyMvjEmjpMSVhOspQNm3p7d8kYT3SAoodk6X9Czz92BN8+94vY2ppgrmA1VSpJm3CKViNxNsS8YzsEAYt3ve2q3jDBeOcOH6MTdt2M7ewROi1KOVE9Rao0KkHHniU9lqDbr1Dtx3QbHsMjIxy+WBCqZCjmLcpFSSAysaWFvTApCuR3kSsdWKeq/scXvYpdyN2OcsMjlYYqubV2FF+qaUKBBHL9UXkAIv5AfKDo3S6HvnxKhOX7SIpO3R9H0czccxc2sJurgerAlDEDkCU1WmbtkKpr/BZ/X4eq6JK7dLu1pRaMgzl+CXkS+aAgNWIhZUmLx2ZY8+LxyAMuHDrELt3bWB4oIrr9BWrZs+uIIXMBha2IWpGHRbbzMyukh/ZwsuzbcYnNrPnoe+ideoEUcippTqDg2Ncd9UVLMwc4hf+6T87r3Xy3oceVVYE/VR7acOPgoBV8ayUDnwt4vavfoU//5v/puCjtGCLWlrdBO7pulKxpj6bofKNnJqc5Oc+9jEGRkdIDFFaurC6QjD3BzjMkBgRkQeaa5CzQDuu4XxDY7XmcoiE+8vX85Izjq2XCe0EM6fhrj5Ct/ZULyhLI9RNXKdEqTqIWxogMhIqToVms4XhrbJjKGS63KFgdCGyGB7bwg03/TpJeQuGHuLYOW679at8/nOfZqnZxCymQWGC7GxD5w0TeX72Z/8xQ7uvoFoq8+JzL/HpL/0JC2uLyjJDxpco9UUlKpYIWzZtJOeY7Nq9m8uuuBwnl6PT7Si1figQLY75/d/7ffbv3cvE1DTXXH01Lz/3AidmThH4ARPjY3zi//gEbhzzmX//SZ4/8jJdpQ62FAA1HROzklPzSlkMqPCsdIbLmirvI+tquVLhH/6jjzM+OYEvXq+pGwoCRMUGQca88kENApIowbItDNNUys++u6p8PjWeexstZ60AEgUz18PW/s/pSgur9TpfufWbLNRW0HIumlgDBKIETrsYxI8XU6xjxFZUehtkPEUYygs2/TtUmVkCQ43UiqSn/u3bxQgkPhOYpvwMZM2Sz9bbduv7asvqFaZwWSmSZQ0U2wcVpijfVXJ/lI79OEmhas8WIgpjKvkSH7j5w0yOb1DeuHE3fYwolUUNLzYi8t1mGSmQFdDvdTv4nY4KQZuenGDLrotpB22++Jdf4Bu3fh075yjFrHyn5uKAK4ZHuHrnDiLxaI26uFaOrTe8hx2XXkfJyOGvLRCszmF12lzzsV86rzmePSmrQFaBrAJZBbIKZBXIKpBVIKtAVoGsAq9HBTKwei6w+tQxQkMUqxoDA1X2PvQIX/jKnSSlYRUCJBfhctGaBlLF6UWsujBOL/rlYl8Uq8prtadYfS2wKr6AEmoil9q+H+MbBv/kn/4yF044dIUo9h1SlVpO3uC1taHrrQDSj/T6glVpJX6tW1qP1/ZlNfSEZtnmBSuhoSwPRdIkQCFgAJu8ptHSEpa0BC/RcTQoyqMEQBsxZpIwkDb2KhC63gqg/44CwyTyqtQ0OPnULI898j0efPBr5FwJuUlTySWgZb2vopASCWaJkxBdi7n53W/k6p1jtJtruKUqLxx8mXLeoVtfVW25AyPjvHToZZZPnGDh2AnK5QqLy3VGJqbZMV0lbDQw/A5V22RksEy+kCP2urRFWedYSp3bCkz21nReXm2zubPIVCXH1HAew4zUKS8US7hOhTVvlVZthZxZoDw+RRIbxCZMXrELZ8MwXhgoP0RTQKWbS60EDFuNWV39EWXi3wWr/XOX1vDsuVy/CSAwKQw7tDo1ul5NtQGrUB8FVhM8P2B2scbzB0+x5/njuLbG5bvH2bVzI4OVsgKrMicsy1AKSfEUtjSHvJYjXO2yfHyWxvEZjs/OUt2yE3t8M4ZdUnPPFh9c22WhI6rLQS7aOMXKyRf51d/53fNaJ+956BEVviSAVD6zqZkKNq0trOGHIa4JD3z7W3zuS3+MLx8wlFEiqlpdqSClQhKyI3/LCJJxMjwwwIdv+Uk2bd9BLApQu0BUbxDN/jtK5iId30fzYpyqSIsjzEUX4yshndUKM3SYMYe5o3QFtfwksRlTNF2i5cdpNZ9Ux2pGBnk3pFCqkOgFfDw03aHTqeO3QmU/EHg6W4YKXL0jYNj2sPIVrn7nb0J5O93mLAPFMvXVRf7yL/+Mh594lICAvOswWCxQtGzec911XPWODzKx/XKmJqf4V7/9G3z9O3fiJQG+75MvFLGc1FpC5k5tdYmg21R2F1dccw0fvuUjjE1M0Gq3wMnRbXc4euSI8gzdvHmzUpbOHz/B6YU5mp0uqyurXPemH6EUJXzlv3yeJ55+lDnfB93BjCAnAUo5g1ZT3GHFnSWd2Wq91bTUZsOyVPv6z/78z7N1+za6nqceI+dFVNBBHFNfW6O5UiPxApbrNXX/th3bGR0bo9FqpOBRAGWvzf8VPquygp3DY1Vtymgah48d4/ZvfQs979DuemrDrb9Sq46DJCaS9UTGfZxu/iREuG4Oz+soKwZdd1RN1UooG0TKhkB+ls+RAl9FZtV3TkqOUzsEWTP7z5MwMrANQwFmsbsQZbYo2cXD2DItBcXltUR5qqxDelYI4i0t1rMf+PGbueziy1lZrmFbNpEfKUAsMLVUKGIalqqT67hKce75qS2BnAvbtCjm82imrZT6jfYaP//xj9H0m2hmguPXuX7LFq4aH8NxDMySy6CmUzVzaNOb2fqW9+EObVLjDN+nEOmM7xo+rzmePSmrQFaBrAJZBbIKZBXIKpBVIKtAVoGsAq9HBTKweo4q73nqKLERKWw3PFDh7m/eyd/e/RDO4Li6yIykddPoefX1VECiLE0VrD3wIi2WAljXMcdXBEbJ1bWhctCVWq8rycrlAX7zt36ZcSvE91NP0bTXWmCtXPifo+l+nRXA3y+wmqpBX+smrckroli1I9a0NHm9rIm3KjjixacyoyXMKqEeJwo+FIxUhSZBKQ46rqjaBHwIfFj3TtL+myaAC1j1KK3pHH70BA88eDd79n6LnCNgqKdC64NVpQCLlQpVgmcEmgRei0t2THLljgkmx0dwCmWOHTvGxECBoh5iOyYLq6ssri1z8MWXeWbvASYnp+i0mlTLRarTk4wWS6weOUQ+8hirligX88TinxqGFB0TXI2i7VJL4JmVOvOHG4zpIVtHChSqFrGWjoJydZzETWgszyvlY2lsmrxbpNVuM3zBJqoXbEJcDGyppeFg5vIqeCgFq+YPBFaV7voMJE/BTv8m9fD9llKsSoCVeHPKA1T7cBTT9XxOL6yx/8BJ9jx/jFLB4soLp9i1c4NSPwqIUVBVFIQShmMXsEKD5qkV1g6dxl9o4NWWWO40KWzayNDOi5lfarJw/BSubtNKbI6stNmybQfNk8cIVk7zu//1v57XOnn3gw8r6NT3TJXWZoF2tUUJ5fLJWzpPPPgAn/38Z2lLq794N4hIsKdvFKWepUmbNXTDiLxlsmFqgjfdeAOXXHU1nTih6JZZbfgYq59m0HueRiCd/AamFaEVDOxlg85/84nmq8wj9gJ1Hne3sqd4rVLGl52QbuMxgtqzoNmYKjyrhBcFdILUpkSUry3ZgUmKJFYDS1SFocX2DQ7Xbu5iWBYXXvvLTO2+gZXZF3HimJHBIRaXl/nzv/gCmuazY+Mkm8eGaC6vYFfHuPTdt7BxywX4AfyDn3o/B04exjRdDMNUIFBmmrSQt1otCH0MPVbg1/c9Lr3qSn7pf/k4A4ODkMuTE8/OXE55htZrNeUBmnMlgM1RgFig4+ryMjQaPHHrrTz50H0cWlmh5YeMV0ZwHYuVbpOaFK/ndyp/C0ztnzsBesMjw3z0536OkfFRFXol41Za3QWuzi8scvilg7RW1ig5OeaWlxQkHhkfY9u2bYxNjKNbstESost4FtW6YHS1HqRAU9b7V9sAyO+iupUx8fiep3niqScxSkVlLyDPF2WvcnjtqUJVVKECuGlOm4w/3w8wbBtRimpa8Eqf6B7ATwTRRvJVIVtI6SqnMKra0xNLgHStU18zEhiGRiKEtBfIFSURlinAVUK6TDTdVAA3VIrYvgpWAz9m+/YdfOQnbqHV8lS7fxTIronUIsYybOVv65gWOcfFsRwseS15DdWtkShwK4pY+c6rlMpUB6t89k/+iL/9xl9h5RLetnmKS6fHSKIWkS6ewB0qjstQuYJbmGD0ihu48Lp3Edk2mq0RtTpccMGm85rj2ZOyCmQVyCqQVSCrQFaBrAJZBbIKZBXIKvB6VCADq+eo8uN7DuJGLlE+ZtA0+bPPfZnvHTxKZWhIARi5kJULe6VcFcCqfpagqZSiSsukUlWh4UqASo9Q9duulY+eqFSl9VMLiUOTFb/NxRddxW/82k2S2KSUVuJFmHrupd6AiQT9rLutf91zDZhzqUnPPj7VT8l7nO9NFKM/7E2zYuZKFsfFo08z8LUIR0FOjQImeR0k47shSkmB1z2wIJ6qjm7QVN2wCWOxrnz8VDiNgJF+Krj8rEn+l051ocPzD7/MN+/7GnMn92DjEiTB2eRvUYKdCaUJ8COdJPSpuh6bJyr4XV86e9EMk0a7zZbJITZNDjA4WGWtVkvz1r1FFk+fZG7BZ3GpTc51iA2NTVu20GzWKRgB3twM426JkWIeq2RiOjpF8V4V0Oo6+L7Oc6ebLB4/zEjBZtP0KLZr0g665FyLSqWigPBavYlu5xluUjgoAAAgAElEQVQYHFXKTwlY23D5DqzxKqEpPqCuApeGnlNATJe2XYEqCgaK2k/agtPbK2D/9zmJAmN8v0m7K/6q7VQlJ6FqosYT2NeNODHfYN+BE7x86CiDZZvLL5hg+6ZNlErDmLkY19JwkiK2O4ix0qZzbI7GydP43RadoEG91qAZ2+RGNjG1aRvzs7Osra2ii/pRy7HYzDExPMQzj9xNlBh84ba//WGHnXr8tx54SM1P5cXZU0DKXKovrCl7BbFseGHfPj7znz/FWmMFX8J2NEN5Ics8FM2hJsBbni6wMpdny4Yptl58IZe8+Xq6mDiuQ9iBcOZrVPy78bWYINEoim/zYEIh0Zn/owhttsiMAFotpBrH7M1t5sHKFXRKVZz6U3RX9oFAfFsUv3m63S5h1MUUKwOBfjIue+uOAEe5FQoF3nGRyagRcuENH+by6z+mLBfmDuxjz7e+zOnjx9GdiMnNY1QGSwpU2naBelLlwre8h60bt3Pft27lt37nE3iRhWEJjBNPUFFeSmhROt/lfRU+jCIFdf044P0/+UE+/qu/zJrfVWul3CdQTwnupVxh6ukq81na8hPZxIhi5g4/z57b/pqoscaa32IoN8jMbIOXOi1WRL2vXkPUwRqi9BdAaFkJA4bD7t27eM8tN6Plc2otTTSTIAqYnVthaXGZ+ZlZwmYNsR+R4/fkeA2HsYEhRicmGNuygcCMKHRCPCPGMxKsQNaddLdGgq5kfZc5cNY+RFhkpGpy1/33cuz4CaVY1dXzznYMpF6or1i1z2xY9M+b2ox7Lf9s8U1VT+59D0gPw7ruANl0ec3vFjE0VRsBafeEeLJWiyVVf1HZR6JgFeCrNu3Stc/SbN774zezY9eFtBqdtNZJrACs+j6Teiu4mqNYKPZ07alq1pLNEvFz7YUnmrZBIVcklyux95ln+Pf/9tfZubnMO3duU6/pBV0VyKWFAXnDIGfruNVhKrvfzI/86E/ilgaVH6xYJFxwweR5zfHsSVkFsgpkFcgqkFUgq0BWgawCWQWyCmQVeD0qkIHVc1T5yX0vY/gmRtHA6nT51Ke/wJFml2K5onz6+p6pypdPWGfPp7J//SyqVrngFMWrY55pCj2jaE2DUkStKte/kqxuUg+6vOMd7+IXb3kTrVUBACJrSi+QRQ2rXqXXIvrDDI7XBaz2FKOvPq5X+Mm+6k7L1jlaNDgqfqYqGT6hIlpGLcFSKTjCl2PWtIhuouHHMXaiMWhaSjcoarQcOnmVNJ7KhJXCrAdgldJM4FdkYJ1o8uxDz3HrfV+htnwQM5F4olSx2k83Vwo1BU98BWOjoMOl24f4wLvepOBDu9XlxOlZnnvxJRVu1WrWVQhTvd5holJmesSiVNA5cXqZ1VoLx9YxVShNDqdUYGSwyPKhI7jdhFHbYnAgT77sKP9VUd1qtgVugW5oc+LIYZZnZ9gwNcrgcFXZEkhAjaj/crk84h272uiQy5eoVodYazdxpgeYvmSHUsO6ThFDszDNwt8BqzKSBLL2bz84WA3xBKx21giEGIoNQCxgNVXz1Ztdjs032P/yaY6fnGGs5HD5rgm2bBwnX6xi2AJQXAp6BW2xw+qxEwSLKyStJp7v4cUB9XaLjpbDrE4wNDrF7OlTysvVyhXp6gXa1jBxs8GhJx/EcvJ87rav/jBT4cxjzwVWG4s1ul1Pzd3Tx47xB7/3H5hbnFHBYCo8Sjwl/UAypDDimInRYQXqrDBi09QUxeEhLr/+eqqjk8qbNegmhLO3UvK+jW4nBDJ/GyG5IY2ybjD/XyLimQJzmoZPiGZElNF51trJA0PX0wnniFbvI44bFIslNf8lxEnWj9QvU/w4e23iPYgmH1K8R99yQYUtBY3pS97MtR/8dcbGN7Lv9m9y75/9HiUbcoMl3NEq+mAFd2QUpzJA3qlij26glC+z99GH+cM/+ixdX1MQtB/0JjlGMs/S8D21m4Gl98K8kgi3lOc3/sX/zs6rLqPT6aiWcwGnlpGOuTjSFKgT64VQdivEjiOKaS7N8fg3vkzcXCa2QuJmxOmTaxwPY5a8QL1/2mKvKW9P23YoF23Gg5iNmzZw/Ud/Ej1fVerP0IDVmsfpmXlqa2s0VlZYOn2Sbr3G8MgouigvbZeRgWHKlTKDU6NYJQdLNlC0XtBSGCs1pgRMKfirrDDSv/vrWoiEUrW5/e67WFxZwyjkhFyqoCa1IdbbgOuD1fXWKOs3N/qbZ6/Ar4q2ilpdfcGkd/XAcv9xahXsbYilvDV9nNRH4LeoZh2xpYhiBstVgm6X5aVldT5EiZpujsjfCVsvupgPffgWtbYEfohj2cRBuvmkNiFECa+blAtlikUJcBSP6bPes0pRLOtpFFEZKpFzc5QrA+x56nH+r9/7BG+8ZAODRVf5upphiCnA1kiwbdGvh0S6TW7rtbztJz6OUxhUa6JYGlxw8fh5zfHsSVkFsgpkFcgqkFUgq0BWgawCWQWyCmQVeD0qkIHVc1T5sacP4iQ2Vkln7fgs/+kzX6SbK6tka7nA73v89RWr6oK5346pnFFTRav87dpnIVZ6bZyCELmYjRQoFSWWQSeBj/3sT/LuN++gtppGqsgF+Xol6Xor0+8HLdd/rNcDrBrfR+56zuPMmTzthDw5O0spn2egUmHMtKiI4lcEaqLik3CqRFSnqb2sK++jaczHPloYMqE5FC0DyadXtRXgesYGQDpoY/KhQfelVZ564EnuvP9vCfwlkcIq+4AzATUCS1QLsbT9egTy5kGLG67YxHvfdg21lRUGy2VWVtdYqbeYnJrA9wJOza3y2N5nWFheImyv0W22abY8cpZNteSQL1RVi+zgQInpDQN0Og0a9QYsrHBRdZhq3sAua+TzEtWFgqJ5u4CuWbx8+AjdbpvJiVEcW1RvqY+h6+ZxCyW6XkS97SmwKhE8TTdk13VXYBUKWKaLY7jQa+Fer1h9NVhVOOYcHrnrx5EKqfEbdLprBIEnzb8idFMeugLJluttTiy02PfSCRYWltgwWOKS7WNs3ix+ii45p0JJL9FZ7NB54TCa30YPunidJs1OBy+OaXserdjBHd6AU6iytDCjwJybL+M7A2gjG6kdP8Lc/r2qZf+zd9x+XuvkXd978IxitQ+/5IXaK03qjaYCfyvzc3zq9/8jy7Ul1lp1RL4Y99qrbT3BBbZPT1MLfDr1JoMDAyrd3alWufTKN3DFG65RLfy1w19j0P8WhiNuvyZRKyA/DBXTZPHzEJ5wWVBgNcIzdQpBhxI5nitczrdHLif2l4hae3CNOlHUotvpqhCyKEowZNOmB7ZffR4vmc5z5YYKk1t3c+NPfYLhie3MP/cs3/3SH6BHDfLbpyjt3kLo5rGcolJwigK3k5iU3AIrM7N8+g8+xcLCmgJ1AszSuawR9zeSpN0+jDCNVK0o88+PfHbu2sVv/O4nlJKxf1yy2aSsI5QHaNqOriw3ggjf84m9Ds8/+ij7ntnL4dkT5BKDASvP3MoyK/K43hora2rBsSgXi0wMlhlcWmF84ziX/vRHCYwyBB6ek3BqtsXJkyeZOTlD2G6p168vL1EqlxgYGlVeyGJhUKmUGRgeoDxUUEpktX6o9vsYSSX0RRIcRAqq9j1Q08A7Mdo1mJ2d485v3UFHQGbBJe746TjprUNqbvV+T590Vu3bd2JV3Q6v5W38arB61nVbQWb5/nl114KyQJHAwyhWYNJMNDprDRI/xBRAHoqntzqLvTUzxbEf+qV/yPYdO6itNbEsW3VbKBVt77tKaiLzYrA6lIbw2RLG56ZrhzymB1nlRcUMQb64JODs2aef4O4v/ymXTVeYXT6lvs+GSmWKtk3RFUsQAcchnlVm5w0fZOePvBvLLjJQyisIu2lr9bzmePakrAJZBbIKZBXIKpBVIKtAVoGsAlkFsgq8HhXIwOo5qvzEU4eUh2K+ZPHCk8/yh3/2VfJjEyroQy5k09CQXgu9IReyvdCqPnBQnqi68mO1Rd4mF57r36t3wRpIM6YKRkkwnDK//k9/los2DbBakwRseX7Pt7XfCvqqjKgfBK7+vw1WzzmQyya3z5zg3/3+Z/GWV5i+fAdj01NsnJxidHCIydFR1dIcWBYty8LXUw/WUQw8EpxEUx6ra7r8nHoQGv1U7x6UFnQw4OvM71vg0Qcf5r4Hv0ZEMw0jOhNUkyq2hBLKeUhEOxjqaGGT97/1Mt5w6UZeev4FlWq+tFLHMCxKeZucbWPkShx46TCDVfHo9JlfWuKJfS8xP9OgveYR6L7ylywVC4xPDpIfKNEOoDU3x0Vuni0Fg1wVilWbnISdKRBvYLtFsTxkcXEJXUsoF3NEsa9aqCUAxxb/ykKVekvawkHLOcRVm+3XXIxVLGBoDo6AMiuXej2uswJ4dXjVq4Hcuc6XKEe7PbAaht3U7VFZUUaqlsu1NgdOLPLok8+pNt7d26bZtXWC6QlRQuYZsCfonmyzfOgkldCDqIvfbdD1WnSjkLbv02p2aSUuY1svJIw1FuZn0OOYXEmUlRvJTWzk9HNPES0tEAUB//yL/+281sk7v/tA6vUqY6YXhCQ/d9farK7WsG2L5uoqv/8fP8np+ZN0Io+oGynYr1qe45CybVEt5FlodwgC8dsVL1uDji+KRY1rrruW973vQ3inv0elfTuG2UYr5umsNamMQVEzWf6CQXDEZgEIBKLFNiUtwFJJ8RYPFC/jgdGrsIJj0HmeTuu0SnwntpR/sITnKcV7b71R6nYBW3HMQDHmxovG2DI5yTtu/gSjm65AjIy/8uXPYOoeu669irlunZbnkwQxmi9WJiGuW8CRUKVanT/5zOc4fuK0Um3Ka8pNxtMZL16xI5D3EwWieNbKIqdrdLpd/tm/+S0uvuxSgii9TyXQ9xZB5VcaSDhcusap9PkoUmFXM3NzyqbDSqBiWDzx8CPc8937VMQfuqFA+2A+x1CpyPaxAfSTp5m4cCfbPvAhvLiEFnTo2hEnZ5ocOXyEudOnSSTISWwAgoAgCChJGJxboBP4ylpi64ZpqlWHqGDhxxpGIut86ofqRT6J3wu662+K9f42XJsDB17i3vvvITYt9FwKVhMzDbw6Y/3yGqM03cxIuxm+H1iV3TWx8OjfBHamr/tKsNqfx3KfbESJEY0RxiQCejsepgrRUp4DPaV+ukEoPrFT09P8/K//BrXVFbWbJ37I4hWrMLq8RpJgyH+6TiGfV2xYVO+iWJfBZ1vpXBIVsazZ8kSxjpianuLZp5/k8W9/naK3wouHDhAZBoPjEwwPDZA3NIYck3KpiDOykcFtl7HsQbvTpllfVV7Vn/v8Z85rjmdPyiqQVSCrQFaBrAJZBbIKZBXIKpBVIKvA61GBDKyeo8pPPX1EJc3ncjrfue0+/vyuhxjdsBGtlwIt0DRtTU3QJRhEQkkkYbzXjpsKKzUFWvow9tXKoiQOCRNdta5Hoc/QyGb++W/9NMOOSTPQ0IVjrPMyVDYA61RNcuj/Xwar7arBfZ0W+57eT3TkKPP1BZbnV2msNYmMBKPoUCqXGR4dZWR6msHRYcYHBiiVyrRKNkU7T0UzaEhraRSQNy1cab3tQW6xB5C23uEOHHr0NA89+F2efOq21C9T0rd7Sd+pergXViOwNRZ1GuSdmA+95xou3zlBbWUZzS3zwktHGBkeottYwdI1zFyJ0zOzTFdMvK5PqVrh5WOHibsd2ssrnFjpMDu3TFccI2wbqzBAEOYIwoAhM+aCosGmqkalCAMDJUzl15soeJrLFwnihHa7m6qfEzGaVPgEzbCx8yU006HZCfBNGN29ifFdm9BcV6kPxTPRsNxzgtU+iDkDbP47qlVRqXa9Bh1vjThKk8+l1ALcBEyfnl/h6RcO8dTe/YwPVrjkwm1s2TzJcLVMMVfCrJVZfXGJXLuBY3RoNxt43TaB36bjtWm3WzQ6AXpplMntl9Dq+syfPqF8IMtDI8SVjdjFKrMHnoROGytJ+Cd/9IXzWifvuP97Z8Cqqm3vj1frKFWybIiE3Q6f+k//gf0HnmN80wS15RUaTWnDh3wuh2PoeJ02anPE0JVKURc1pmnTDT10Q+dd772ZN+4cID75XymWGiQ5W1lMFAc1ZWOx9iUb/6jJgthQiKGFHlKIDETEF6lAt4h95St5vDBK0z9Mp3MEPREobcnegEqal2Ndr7rtK+JlHF23s8jF0xVuvOm32XrF21n16jx7Yp/yyhWVceB5PZ132tLtJrqyOIgtQyW8/82f/QX79x9QKs4zKk3l0ZuGnMmap8Bgb9tIAKppWjTqdd7zoffygZ/4oFJ1qqCpKFZwT9bMZqOhVKpiISDHL/PPD3wazRqG76Enkfo9Z+eYPznPN//2yzQ8sehI0+zHSgWmBqpcuXGUYK3BwGWXUbjiGrzAQg8D5Tm8tNjgxRde4OiRo8pyQDYBZD0WW91SvqQsMuRzVV2X3VPTjFRs4okKbdGORmnwnZ4EeFFIEqRdBv3NmH4tBKw+/vjjPPrk45huTilWo5YHlgQcii9vbyfsNebWWZW4qFtf2ZlwZm0Xj1WlHT03WF3/PdAfBxLgJRFxmh8psGrEiQLbKoSLRIWPpZuDEW7O5QM338zWK65jaWEO17KU565mWASibg1jAj8NcOvD8749gAD1dqtFs9lUFhWO4zA0OMhApaq+98bGJ9n79FN866t/RVnrEIny2XK44OofIVcqcfD552guzhJ5sgll04oMaq0mYdBF0zXEdiIJ+v0I5zXVsydlFcgqkFUgq0BWgawCWQWyCmQVyCqQVeD/0QpkYPVcYPWpIxiGhHv4/M0Xv8K3nz3C5KbNxL6HJgrAV4FVgUv9ZGa5r98ZL76CZ9WtZ3331MVwHBCI4sewiMIum7deyr/8zQ/ghhqtRMdWMCJVeQlQEHgRx+kF9g8CVPsf7X+mYvVcLePnE17VKhvcb8mnMtgQhdS9Jt22R6fWYqVVY27uNEunTrM8M8fy2hrdICJvuhSrA+SmxpicmmZqYgprZICRgYpKly7pBrYqUNqW3NFiRmsRzz54jO89eC/7n7ubrhZh9ltcz9gypFYACpgIWBUfSHzeePkGLt42yujwkAIxL7x4kG3btqCLetQ0ODqzRK3ZohQ3VaDUxMZNHD15jFatRlhrKYi7NLtCMVfELRaJc2WOLjRYqGlolsaEXueavMamikluwMUu5ZQqzBRoa+q4uYIK4un4EVbS7nk8Cni1CQSC2TnlTRjYOpuu2EVpegTNdTA1C9fKo+v2DwxWXw1aXz01fAmc8URhWiMWKwalDu55UCYwM7/EC4dOcPzkaTaNDbFlwyijo8PKE7bglll4yaN7tMGY4dPtLuB3BNZEak51Ow267Rq1MCbOD5EbnsYWv9lmDU1SzYtlosomHNOlfnI/ESG65/GPP/Wn57VA3n7fd1+hWJUXEfWetOkvLS2nIV9RyGf/8FM88sRDXHbNZYR+l/nZBYqFMuPjE5yeneHUzEnsUMc3ZYNEx4hQrdeiWPQSj0J1nF+95Sacxa/h2AsYFQvd8MlXNOwoofmXOQIBqzL2kpiOniDukkYsmwQdsCLi4e08aG9hT1CnUX+eOKyjJRaRbMroEXqSqkYVvJSm6jBM16e4wCVjPldvc7ni/f8roxdcy4njB+kKOpRguCBSY9iIIWh38LqeWousKCDJGXh+xGN3P8jDjz2moORZyb2KPFLvoTaSxM9T/kXXMExLtf8HYcjGndP84j/6OKXBqoLvAlFt3VD2FosLC0o5KpYA4tEqvtVS3zgOSbyYwAtVEFa54GJ3Pe6+7TYWa3W8KME2dcbyebaMDHLFRBWjUKF8zXU0qoN02gGJn6iQufrKKs8995xSlNbrLUzbxXZcSEIq+XJqxwKMFItcPr2ZEfF22DFGXdkeyIqmYUS+Og4xW+0D677PqlrvLYN7v/Md9h94HitfxCrlCZpy3tJgwzO3HlhN18903qyfbylYfVU7gnpA6sUt//Vvr1asrv8+6INVBT4FpnqRUqsqmwb5vbeJJOdOFKmFYp7dF+zmpve/nzUtR6O2KoeuVKeaaROEMV6tzdzsKRbm5pWNgEBz2QSRQK/A7+K123iep0KxZJzImLIN2QLUlCp4w8bNLM+fRvNWlRLcypfoBBqzSys0Wk3Qg95xGWi6hZ6EalMTwyHUHYKG6LmzW1aBrAJZBbIKZBXIKpBVIKtAVoGsAlkF/n5WIAOr5zgvjz/5EradJ2ku8MlPf4FTQY6JQk61tUorrLT+S7iUqNLURa9qET7rVZnaAeqpwsfUziid+mBStX5K+7mW0DJidM/grW+8nl/4xTdyT9fmORIucwx2W2m7uxtFOEaC0zLxvQ5G3iLX0YkTn64hbeiGAoO+nmCJp55qj9dw0NOEalErybFGMYGtYQQxhVAnMjXVgixtr6ImU4os8RkUBZ7YGAgoEgWbHhIYMVbsKN9XUXoJSBGfUvH+tKQd/Ry1XO812AfCArFOVBOOJiF53VIwec1IFVUToojToZYkrIR+6hcYhCwvznHy2BFOHT/B7PHjrC0sk/iB8vsrjIwyMT3N9JbNDE1MMDgxQaFUJK+ZTM13efrBl7jrgW9w/OVHVHu8AuGq9V/aqOXnfnusqC999UnEy9LrdlSb68DAAJWyiW2EXHrBDjZMjFAtFjh8+BCupVPUuzQIMTohtcVlZtZqnJqZox6EaCHqPIjya2R6G8fXuiw2Q2zNITZihp2AK7WALVUdczJPVfwLTUk8tzAtA0v9btGOTBUe1ek0FRySMJkwSNCLFbTKMKO7tzK0uYppOyq0yrQked1R41WgsITlyJjsWwGcATWvgD6K5rziTKZASRSFDbrdFgJYExlVirYJ5E+T0uv1Ossrq3hel0K+QDmfo1gqEhgW5cIwc88c5+RDzzPkW+iFRMFWxxJVXBOvXVOKt5XlVdqYuCOTDE1totvq4GgJgVsgHtqME/kEtePYklbuBXz0d86vTVjAal+l2ldeKrDaDVidWVKbJ5pp8Bdf+BPuvOsbbN6xmUq1wPDQMI7tqBo+vWcfMzPzOJZLEAepH7IQSwmz0gzlMxl4CT/23jfzhsIsSXwAZwRsXJyKTy4xOfmNgPyBKnO6p3yWG3rAYKhhS31LJYKPfpjqpRcwd+Ik995+DwcPHjgDUNO5lAK/PlTtw0J1XnQYzGnccMO1vOHdP0rHtClYhgLZrXZXbQQ5psXS4qKCnALTbDlvRfEaBT2M2fPUE3zz67fRbAg0S99HeXj2bAHUZ1bK1XQDSbw5BbTKv5XKDj/3K/+Iia0bSIIIWxSIYcT8zGl8z1M/K3yZiKeyRrvZVN69ajNJoKamkyvkyLkuj935TZbnF9HCiIqbo1ooKM/jqcEB3JExdrz9HSzqJqeW17A0Eyf0Wd23l2ce2cfcYI4Xj5/ESnIU7DKatYpmlSlFOn6ryYWXXcTbNm9GCxq0d0yxljhEvqx5EU4IfoJSmPfXbjn2NBwqomvG3HXXtzh97ARmsUCuXFLqa4W6e1YjCosaBmFv802+O9ZvtgloTb1dJWwq/T6RUKi+8l4WQ+lqUOuoasFP56ecDxVCpd4qwRCfW/luUmtbiB7ryldV1nypv4xvsVuQmwDtju8xtXETIxs28cGf/AgrSyuqBV/WxJGhYRUqduzIEe65/VaazQa+7/d8dmUTYn0gY4p9FStWGYIyOwICsSKJEt577Rtonz5GybU56Pu0/ZDjx09hGHa69qZs/QxY7m9QpmpojVZz9e/n/3vKjiqrQFaBrAJZBbIKZBXIKpBVIKtAVoGsAnLVkvww0sf/H5XsiadewrJc6rNH+eRn/wK/OE5FAmZETWOaZ5Lk1cWfggvpVWW/RTYtVQpWRS4kra6p/WAvNkSSmJVvXaKUQ2Fi8aH338QtN1/G9wKdGboUCbjAKrJmSLAN5BJo1poM6RZHXEkVt9muiUIO8h64sUY7iTClZVN8I4OYlsKqFpZob/WEnA9dU0CfhifRTupwxJs0Tfc2REAby0W8TiAKNOGncpeeEOoxtvLUS9FbOnRE15W+xn/vJrXpQ1a5yH++EnNEfTKTgmYiuE5eZZOo94COoeEliYIuJURBqhEI0NETPD9gcXWZmblZVmqrnDw5Q21+meZyTQEA8jlKo8Pc/IEPcHEywOPffZY7vvsVFk4/C4arLugTFcbzKqiaSFK5tLmnfe7iPyhqLKVSE+uAMKAgnoAFl2q5qMbBwECRC7fk2VHNU5TOavKqaN3GIi8vrnDk9Ayn5uept7sMTmxhsanTim0FtWJDw7JCpqI2F+ZCNk2VGBgs4zoCR+WsiDpVUwnd5AoK5jSbdZr1GmEYKD9EpzqEOTSpwOpwH6zqeQzLxDTECsDs+Yj+IGD1757H9WBVoG4QypkSQNMLYeuFJwmc69dKxr0E5yh7DNsl55bQ1gIe+uo9LB04xs4tO5ga26B8ZYPOCu3mivpMJ06cxtddxnZeiFEZIG1pjvANF2dkC0bQJWrNqhCz2A/58L/+g//esHvN+18LrCrYFcSszS0K1kMzTW7927/mr778JUYmRtm4aUoFHcm5EZD19FP7WFleU/NcxqsSdfY8TmUuaXpM7Ce85S3Xcu1IA0N7jtxgjIOBVYD8ssOx29sUVoZZidsYScKqFjKsW8SOifvON9O+5nJaouZca/Hkw4+zf//zZ1rS07UmVaue8fJc5+WcyOYKCTe9/51c9ba3Ejk5uq0GUbfbCzDSWF5eVuBSQobKpbKa26trq6yurOB1WqzOLbLn8Sc4enJR+ayuB6upX6dAQwF6KVhVHsACpTUN04j54M/8FFdee41SN8pGxvziPCsLC+n6Eab/Jqpl8VhVKv84Vj9Lu38+n8e0LArFIo/dexcLs7PkbZtKrsDI4CDlQpGcoTO5Ywfbr30TC0HEzPKKWsc0aeGfPUbtyWdY6nR5od6hvlwq1ogAACAASURBVOYr25aR0SorDZ9B22L7ximuufwqRmtN5rxVljaO0k5s5Yus1MBBjK/Wo576VAVbaQpEyxo7V1vh1jvuoCmBZ3mXfLGkfErFDkE+zxmbEbEoMcx0zRQw2vPn7p28dP1MxDogBfPyRwHKHqhXv8tjeopX5U0rft9xasmQwtb0ZzkudS5kMIYR3UaLRq2unirPkbVMaq7bFgPDI2zcuZubP/JhFufmabVFzawzWB1g7tRJ7rrtNpZmT521fuit8331bn/sqW+/HlSVny1Tp+sFVAoFPvLud7D/sUcJkpihiy7jxMwML+7fr74LFaTvfZf0f1//mnJ/qylzLLtlFcgqkFUgq0BWgawCWQWyCmQVyCqQVeDvZwUysHqO8/L4UwdxLZvD+/fx6S98ncr0DrROm1A8VXsBVmcuiuWSVkJk1oWVyH19oKUcCHst5+tb6QV5Crg0g5C27fIrv/TT3HjtVu7wAkxLZ9LQaCQBBS1VicoV6OpylzHb5BnTU8rEaSGheoIt7cPynl5IqZ3QzekKnpY0HUf8PaM0fEb8GwUGRsrDURJzUuWmHL/SqsrLKf2UtPemMlwBq6JKTaFR/6JfaeVSyCr//opkru8/2JX3rGHwbDGmJlzaAzOCrqMTGzCiQQA0iZVHqoQXFRONnEibtJ7LrNS6BxIkPKkpbdTNFu1Gi9VanVOL86w26lx/5Y8w3Szy8Hef4M77/5p2/SSRtE6r1thItaCKQktqciZhW+CqgFRRg/XOm9wvdgzyPL/bIYrSEBwBnVVb45bLNnDD7l0MVkroErQlXpxBh1rQZa7RYO/hQxxdWqRrVjm6FIBZwHVNYcrKczAXB+zS61w94jA0UVXhOpZlEEpbtrTCS4t1IacUgZ4XsrCwQL2+hmFp5KtjOCPTjOzayujWQSzXxdTzCiL9zwSrnr9Gt9shiDrqmFKYIvULz5zw/jjvAyUF4gwTU3co2QUac6s8+O37OPjwi1RzVS7evoPRogNejebaCiePz7PS8Zm8+FJyYxNotoV4Ecemi12ZJCdA1VtEk7bjIOKD/+L3zmtlve079/8dxaoCq2FMfX5ZtV/rlskj99/H5//Lf2Z0wxgbN23EMDTyOVe1zT+z5xlajbZMoVRzKBsHArl68CkKRcVqcPGurbynCpr7EoWdCXlpk27qWPstVp6JsKIyK0mXyOj5gCYJ7rYdWLe8h27epuH7LBw+zZ6Hn+DkyVNqs0apEtVGRQqn+rf1ilVRzOZMjUsvv5g3vOUGOip8PcLRdYqFomq/F1V0qVDsAfsmnWab4kBFqXWDdouw3uLFPfu4/7G9eEF4JuhLxn0fEsp6KGtdCvXk7xT6xYHH29/3Hq69/o089vCDdNttNm7bTOhJaFlXbeLIWhN4PlEQpiFIuoVtWeRyOXL5HKZjYzkOh55/Ts3VgWqFYi5HtVxhYmyMyPPpBjED0xuILIeTc/Po4lEsx+O16T79GCefewZ940awHdWiXnQqLC6vUbV1Lrn0Qqa37Wbp0BEOtT1qgwOEouyOREmbbob5yo9ZNscSlpaWqNdqqtyy6bK4vMTBo4dpdNpojkW5VGGgOshwZUgFOeUKBQXhpV6FvGzERKrrQYKdRJ2ffof0NeI9eNoDqzKOBKAKNBVuquwpZJ2WY9MEXsp2Wepz21fAykiQc6rGYZJw9OAhntv3TOohraB7+l/o+Ri2Ra5c4U1vewfXXv9mlheXaLVaKohscmKM5/c9y9133EncD6rr+xf05v3f2ZNV3wF90CuWFBFDeZcbr7qCo8ePYw6OcM2N7+Kb3/g6xw69gGWmG226ZvXGce/z9wZz39agUV85rzmePSmrQFaBrAJZBbIKZBXIKpBVIKtAVoGsAq9HBTKweo4qP/bUQfKmyaPfvZ8v3vYw05t3KOWMtMevb7tVV7w9xZioT/u3FB5aqapoHYRa/3bK01PaMnWNoFzht3/lI4xvHuMLjRqRnWNXLo+mR+QSnbyuYwhAPe0zWrFYymssJzCUMkK8RMPTwG4HOIHOi8VA/ftEYjFigIVGTtSmQUQp0Kg5UA0N8hIGIyk4ki0ukEzCSnrwNHVQ7F0s9y6YBSzLo9X/KvFqSlZNUU79ECNW6jOria+khrfcUoDKGCyhFR0FHPS8Q9uBlgi4dMjp4CTSRp0eT+o4mypl5RgEzCbiG6igbKJ8Uv0goBjqtJ5v8tDDj/Cd7/01obdCoLwT0/b2vhpTgSJlCyDBLgIzU5AiMOJMYE0UKGgmKkp5vMARSYOfsHV+7dId7JycJiladGOPdq2ObtpYRodI2viTmOdPnOLb+w7y4nJEoTyImzNUq79plJUqdcJY45JCwNbRItVqWfkRKmipSeq2RSJWDE4BQ7ep1essrUjLeoRbGcYd3sDwzi1MbB/GyYlPawFdQoM08Vj9YRSrPeXZOliXfv6Yrr+G53UIIwnROrtZ8Mqf+7D1bCK6pNsr6KablAplBSUf/Ov7eeieR7C7ETsnRtg0XCbptFmZWeXE0grm8AgbLrqY4elpDFsAtE2g5dBlbMRrwqOVfcNNv/HJH2LUnX3orffedwasqvmsVH+pWrA+v4JMWanf/qef4vc++TsMTAyydft2XNdScCvyfV56/kX8ZpdmECnILh6ryttU7U6k3slm4LN7yzhvcUpw8nlGL4/J7XZovhAS77VIOg5GCDVCPNPDiHQi28S89lqKP/ZWDDuiHUY8+8hennr4CVZXV8/4O6fq0VQdKrc+6OqvQgJWZfNjfGKU7RftIj9QoZgvMjE6RqvZYHVpmW63q0Kkup2OCiC6/Oormd6yiSgRpWOTpNnh9MuHue3eh+gKjOupIWX8KzsAgX49sCrHIOFQqfWEoRSp49OTWK7FoQMvMD49zjvf96NEAud9TylTRaEqrfUlSYW3HSI1LxNKxSIDI8O4+Rxtz8MIZKMjUmp0pcbUdAaHBhmqDihfTtlmaTTFpiJidHwY4bR6CGsv7eOZO77B0MQw+Q0TFB2xETCx9Dx5y8atDqEPbyPSXU40Vjk2dxrDNtJNI1F7hl01j+srTZ544glOHD2qWvpN3VDHLdBUksYkvMxPYq668hpu+rH3E/rS1m+qwD3xdZUxL5slsvnVajfVxo0voViyvqi5lHrQqvXHD/B9T31WsUuQjQXljao8thXFT3+XZa5vx6E2hvoRYqlyWtr9n927lwfuvw9LbC5kA6nfVSE2AprG4NgYP/EPfpZcuUi33VF2HrZlMD0+waMPPsz999yr2vrXQ9T1atVXTL4eWD37bwllU2N6cIClVpsL3vxWJqa28uW/+HOl5pegPllzTSNHFMrm3tmOjz5UlXG0trp4XnM8e1JWgawCWQWyCmQVyCqQVSCrQFaBrAJZBV6PCmRg9RxVFrCa02Ju/eo3uefZ04wPj1DrNNAkqVtX6PEVNwkcSpuBzwZUmaadKrd6ir5+K3z/MWYkTpUaoRFTGp/mX//KT9AYKfCV1hrisjjkOliiUu0EdPSYquvwY90At1TkuTji4eVlrhkaYqPt0NYjpWJy64GCcPM5nUIiwBVyJPhJpNr4W6KAjXQO2l1KfsyUXaKqmQpYmjHkPHB0MOXCXLhHIDYFAgBScKpHosqTa/veZ+15LIrC9Ye5ycW5qVv4QcjqaoPaWoNcIa/UeKvLNUpDg0SlPCteG18HN2ejuwZaTldqW8NM/xaIKkemoLZ4M2piFxARi+IuiRlsRZx4ZJEHn/gujz76FZKwQ2CA6feBRq+dXVSRPU9E+RwKnIY9pVoPrkp9RM0lHFq10wro8bqULY13bRvjqvFhBW5801GehI3aHLl8zMjwsIIqkWXz5Qef5LY9h9HcMvlqSSnzXPJohkbR6bDJ6HDFsEm1UsF2DBVgJX9yrkUkXqMij9QN0Awa7QZ+6GPlKhTGNjKwfROTO0ZwXBfdKCjFqqGLx+oPDlbXidJ6ish+u39Mp7uK57eJ4jRJXsZ7mvUlLczrcEo/EKz3T9I6Ly3LloAzUSVaDmPuCE/ev4cHbrsXbbXOZCFH0mpSX1xjdmUVrVLh8utvYGhySgUjGY5NgKmUdnFUw5JxF8NP/MtP/zDD7sxjv3H3vWcgYR+sqs0QXac+t4LvhdiuzYmDL/Gv/vn/pibF9KZNbN6yUaXai+rzyIsHqC2ukNiuskAQ4C8bBS2vS6T6rnO4Xocb33MdF7Rdgof2MFSuUdhlE53UiU47BIZGM+koH89ID3ATjdVcDvNH30Lh6ktZ66wy/8zLHNj7AicX5hXIkzmixp+qc6r+fgX46iuJowDLdrEck+nNk2zbtY3h4XFe3P8ie558Uj1PgLDR2xIRv+if/sWfIV8q0vU6VNw8reUV9j7yOHtfOKIU28ozWjYwRNEtJ1+AtJkqVvter0ZvvElgkiceyaLu9jpc8YYr+JG3vJmw21aKValZvSZrHVx00UUMDA4ppeXK8rICl8OjI3R9X6lCg1ZLbfoIR5Q5I8cu6thqZYDR0dEUVPq+CkoTCwE/DBAXFieKePSrt5O0fEauuZrBiW3kDQc7V8LMmTjFIrniBMVShdDyeeCe25hdPqE2M/K6iRcHdLwu37nrPo6+/DJuLp9C9L6vrWQsWaZS9HcDn/fddDMfvuWjnD45o45HgvZK1bJStxbdnPpc8nw53rAHOkVxL9DTJFX6qjAvuT9IwWoQiF2KbOSk8DT9rpHwMdH1v3IjQ36X54pDhMDnp554jLvvugvLNpUfePoE1DkXJe7GrVv58Ed/jm4cEvoejUYjtRIIE+74xjeZO3UKQ7xmXnV7dQdGap0iD0oXAvFg9TyfsuOA32Z842Yuf/s7MRKDu++4neWlWWxTU0rlRDeV+lYWkz64l3Emf5QX9/HD5zXHsydlFcgqkFUgq0BWgawCWQWyCmQVyCqQVeD1qEAGVs9R5Sf2HIFOnb/40l/zwppB0dTpxOK9afUs8s4GkEgYSR+s9oNdlKrKFLWghJykwSevVpYJeBDFmRd32XXRVfzmx2/ieMXi+TDEjRLVBj3X6bDoCzQ1GNRMfizxoVTgcS/ge8vLlEs2w26BjabJNDr2Wpeo4PCyFTBp2PgSJKOCqdIL3lwzomSYHHVjOlqXAc0hn6RhM4QhhXbEoqWxZmtsxGJUYK3YAooCLBC/U/EvRFkYqHZZpeoUwCIawrOqufU/r//cfbWvCu/S5Pmi9EpVoBJ0Iq2yopySYBPpxF+tN/GiSAU46aauAFsn8jHKYlJp4knwlgmBK0eWBrsoWwNRFZJQXW5x4HtL3Pf4XTyz73YMYnwtwg40QnlEzydWWmVfDVYVyOlBVQU0RE0mMDVIvVmRIDPxqQ18HD1mc9Vld3WAITdPFLbxm0sMlnWGh4coVyQYKMeyb3Df3mPcv/8EnpWnVKliOxamHVMxYTQOuLjUZGiwSr7g4Lo2hqkpz0JByH7gK5jqSIuxZtD1QjAd8iNTDO3YxOTOsVSxqsCqqJx/OI/Vc4FVlVjfXcH3Owqspha0oloUZe/Z9PP+5kFfCSznW4KzTMMhjhIMNScM8gWb9nzAvX9zD43js7jtLqunZlhYmKEbx2y84AIuufY63HKZONaU36zAewF4JALZAvxOl4/86/MLr/r6t+9R0Eb+9L0rVZiVptFcXFPBZY6bY3V2hn/5279OvdvCLZTYsXMLo6NDmEnMwomTLJyaJZFjkzmhW4Qx1Dst2p5PqGkqSG76gu0MNkM6p8QbNqBoa+QjnW1+ng2azrOs4cYCLBPs0OPk9BQj77mRGgFLtSbz+48wc/o0ja4ohc/e0rF7VkHfvye1Ko3VZkOcmOiWxvBwiS3bN3LRxVfy8sEj7N2zRylWlQe0JoAroFqt8pYfe6tSe8t6IV6mnbU1nn16LwdOL6V+tz3gJRsPAvCUP7PVD0ZLW9fTlnVdbZwEsvbFAX63xdvf8w7Gd2yiubaqwKrcTENX7f2FYoF8Lq+AnMz/oOOpnwW0ptYHAv4CwiDCtR3y+aIChxIKJZYBtuuQLxZxnVwa8KTuSzAsg2MvzZAvb2Zo625qXR9HK2NbLpoZYjsaOTMn4mIKlSJrh1/msf0P0sVHa4fIf/fcdScvv/CCUubK55ZWe+URK2NfAgqlLd/QaHd9bnzHu/n5j/9jZk7PqBA33bUpVSpq8ydn/d/svXmUZVd55bnvfO+b48UckZHzJGWmUkMihCQQNmAM2C6XwRhwu/HUlG3sGtwud9nV1WW7y+1e1e22a+GysQtM28VkRiEQg4QklJKQkJQi53keYp7e/O7ca3/nvcyQQFXV+Ye6/7hvrSBDEW+497vnnOD+zv72duAYFqIglrAzhlVx5og1SxrDoBLWNJU3K9ejWCmhI2769NT1rJnqJFD2Av01q+9zzdfR8iXRQrGyeWb/k3j061+H5ZqyLvrdADTWljBDpLjz9ffgjW99u3g90+KE77e6uITZ6Rl0anUcPvASF/rratkfaP/vDTq1xos5iwKrXNMNHesmJ7A6ew3lSgXwSmg3a+h2WqKSZscGH1HKLgla6ag3e6UittOuvxb/Xyj7jKwCWQWyCmQVyCqQVSCrQFaBrAJZBbIK3FQFMrD6KmV7/qUL6C7P4m8+9lksGWXxQQ2NhBij14bJcBqlAOKNIG9a++FVfTUTAZICq1T09VqN18BHAbIwkaQRNm/djnf86D741RKMUhF2yUHq2RIutZxEcGHB7IaY4M18zsI1PcHVKMIKImmD3Wg6GIOGUiPFopvimaiOsu6iYrlItRB+EqNgWtjd0NF0U1yyNYxpBhhwk4uBjgRVJai2Yyw7OuYtYCjR4QgQVonVuUBB1VU9RkWzUQZQSGgTmkIPASsCYgNw6EdKJR2PlQCSvfwMlCEMIITQdAnOoqrKYMt1qiGm3x4FotRmsaxBDDPWxU8wZIgUW4apIE1MUXARqFDl1SaEiWJ4o0W0gwCRbUEvukgKFiJLg3utgePfvYJHn/kqTp56ApZuKohBRap4KKp2//51FFgh6dtM3FZ+iLzOcmyJLzCDgInQNQ67MJIIYbcr7cFRmmAi52BT3sKYl2I4Z2CkYKFQZlq4A83UYbtl1Ns6Hjt8HgcuzqMWWagMlTBWNjFIJWS3g3VOFwMDZYGPnmdD0wihqYBUQWlBHIr3pEEFKPmubsGpjmJ4yyasu2UKXiEH3XBgUPGl8fWWBOcwF0fFlCkfzL7KtA++FRTt2Tv0WoYpT+Z4Zq273UWEDI8SBTavbR9Ms4TKGkD5RarUeP6MUJXt4QTl3BywDFsAq5430Jnp4OmvPI36tQXo7S6CWl1CsQzXxdDkJAbHJ2HlCqISJ4BjSjwhbhy1pJU86LTw/j/86E0tfA9+69GXeaxK4BLb2nUd7ZUa2s2ueGR2Vpfxr3/vdzC/sgjdsjEwWMbG9VPKaqLVgt/uoDI0jGKxCIt2BWGMZqeNK9PTmJ6fhR4kiAwTjqUUfFTs6lS9awHuSGy83xzGM8ksnAQoxBpC3cLF2zbCXjeKpcVFrKy0sDizgpbfftk4vaF+5/x8uVq8D6ZMbi6kOqiILBVd3Lp7B+644054+SKOHD6CR771mPSM873iNMK2rVtw+527UVtdhpbEsBiGt1rDpbMXcLHWoiAchmWJ6lLGRBwLbLTp6UvFYS/A6Hr4Et+X84Xt+1qK977vPaiMVnHxwgXML8yjVC5hz55dcFwb8/NzCDtdtBt1abEndCNANC0Ttm3DdT35l8sJlaqeSw9WhluZ4kNM6O26ORknOcdB0SvKvAhNC7FZhm8MII6ogFRKTkujA3UqdhsW0+ttKqpN5OMYjbCGbhzDTXV89Sufw9//3V/KJhDnIGFvf3xzXeDGgs3NAwLCMML6rTvwL37391BvNtH2O4BtolAqi56foNOzXYTdUICzgNXel3jm9sA1x7mCq1xr+BUh5Jxbs07JnOUaJT+LESVdtLs1dLoN+GEXHb8uSvLZ6QYuX5yFZflYWFjAzIV5pL5SvZqeh7f9xLuw49bbxEvbMlIsLSzgyccel+t795378MRjj2NlZUnJXF/h5dvDoD2Y2vPj5rGD72WiFXRRLOcRd9rwaf9Ajqrxs7krc+Nvp/h3y5rbn8prTWVSdDvNm5rj2YuyCmQVyCqQVSCrQFaBrAJZBbIKZBXIKvBaVCADq69S5QMvXcT0pVP467/9CpJyFVqYItITaUEWpVKvFXRtS6QETPUeon7rfUnLrKgpbwAQuZGkP6KuI6ASKwqkVZPwoFQpw60UUB4ooTpYwcDQEKpDIygWShgdLiOygY6dIrQ0gY5yz83AljDAcGCjVtBxGoGoTHMwUUt91LUEI4aNu1sGzngRpi1dQIOvx6gmGmItwngKbI4M1FwDJ6NAPFlNKq4SwNJTVBo+As/CBSNCVbORY3u3eASmyPsxQsNE3QgxDh0FzYQbqjqZkpKVwo0haiqGadX1CG6igrH4+kBPVYo1fQNNg0+8bi5AeMDbdfFflO5jBe6oXmPt2CJLONtpdwXoEkij4sKnR+t0B8cPncY3vv1FXJo+CJOALyIs7Io6dq3CktdIvFZ5/x8EkizeCTrS+m/CFQ9AQl22exP4Rt0AUbcDUtc0DhCmhniAjropdg472DrsoaJpcDwTOQY0mVQ5G7BMD4lm4ko9wVPHryKNQty5cQQl+GjUatL2T6WqZQGOzabdnl+pY4hyl96IBLkMGKLCLbVs2KVBDG/Ziqlbt8KruAqq6jYMjcDLFrAqFqIcc6A9AIGaoLDrUFm+6XnWynjtqc8kfCeJ0O3Oi/9sP+RLoHlfYdZLTb+haFPvK8CS2wc9pSqhC3/mOgVcO3oRB79zAH69Ddsw4BiE+wTINgzHgVssS8u2WBnweMU4g0DbR9gl1Gzi5//dx25qnXzwm4+8IrzKkPlnMIW83kSj1oRr2ogDH3/0B7+P8xfPw/BcgcWjoyPYvHkz1m+YwtDwEEqlQRlHouDs+S0TYh0/cgQvvvC8jEvXccUDuN3xe6nwEQbTBL9mTeKks4K20cVIM4EflXH2lgHohQJWay1cuzaL2Ofak0oY0Q9//CBYVc/jGkP4F8M0NezYuQ07d26Dm6MK2saRQ8fx0oFjSg2pRXjd3Xdh86Yp1FaWsLq8BEczsLq4gtWlFTQ1qk8T8Vnl+kd1qWwWcZxZyvJEBb7R11VZKtCPl4ccBRGiOMCeXbfgfe9/L3LFEo4eOyo2AYNDA2g0a6ivrohdAIP01NqoSXI9v6dC1BK/arazmwJQc1S45vMoFPLye/5c4uyovoeGfKEE3StDc8pIzCISjddObYpRJS/KW8uQ9ZYPAlMqT5OE3QU6PKeMNAjwv/z+b+D57z0q6nGejAT1cbNJoCoDrqj+VNCV67vjFfChX/8whsbGUWu34BWLcHM5uRYEpgUvhzgIEUaRbNqIWlUsNWIYUBtxnDEEq6wlwStfG0aBbC71/+5QUczrQDV3EC7jzKWXUGvPAppSuBLc+mEAS5tA0HVRb55DbXEZ184vI2p2gURHrlzG23/6Z7Bp83bkvTzOHT+I/d95EhfOnIZlmhgcHJZOBHrCUgm7Vkm61mdc/Z1TqmXx15XvdbTadfFj5thTdjj6DR/gvl1If0z3fGN/2PjutDOwelOLXPairAJZBbIKZBXIKpBVIKtAVoGsAlkFXpMKZGD1Vcp86OBFfP/FZ/GZLz4JY3AIRpSKnycDpKimWgtW+29BJtRX//Wh6tq3X5ve3QdSN36v2uAJ9ngDmkQmOt2WtH3TM5R6T9v2MFQpoFQdwPDkONZtWI/JqXUYYKt5MYeczZAroJ0HZiwg0uWdBGCukr10utjmGzifS3AZCeYiA5qtowodOUTY7gMbdQvHTA2P1GrQ9QQT5TK2QEdVA8q1LmoVBzWkKKds05WuUrGWpV/rqqNjTosxmKbI0bc1BopxAjsBLrohcqmFiUhHgWFbGuC1Y4GzoaYCtPREecEaKp8FiakjkjNXKlcCxoQ/6YEXUV/2WvWjgLaIGsJAeRFaHpOxExy92sDhE6fw4Ff/M1YbV5TqDCbiqPMyqNhPWee/VIdtGa1g4+gA4jTA9MIyrlxbQL3WgqbT35KgI0FMsNv1Bfbp9BrVTSRRBDtpY13ZwJbxCqZsHR6/rASua8CyTOi2hYrjQLfLmGnEOHvyJHJpgPVjY2i2ffhGDMclTCTIUenkAihtiGemaVviPUmtMlV7muXAyJcxsmUrNu7ZAXcgL4FPVKsKWKVilVRVYCoVh8p/tQ8BFSjtjWmhrT2lcQ/OESLHsY9usCxguQ9U+br+OKbS9JVjmm9FdaYcuyTF26Jmy9PGYE7HkWdfwJVTZ3vemJ6oEE3ZtNCRmibsXAGWgFWiJqqlQ3BE0AuSSeVJ5OO9//Zvbmqh/OLD37ju56jsANg6rqwAaDGwulQTdbOlA3/2f/4JXjzwIhKT6eUp7rnvHrznve+B4zriv9mqNyQEqg9W++3inmPj8MHD+MbDX0fXD8UbtzxQxSpT5QMfnpni3XEFSTHGuUILU4mJYEHHc04ApzqIWtPHar0lkIvKalpR/LAHgdYr26fVWsNrqgA6bQa2bd+CrVs3wrR1WJYLzy3i249+B5cuXUJloIQ3vvkBLC3OwiLIazXF/5LjbN369WhHBhYWl3D50hWYto3q4KAkyHe7gWo977WuKwsA1lF5A1OlK5sQ3DjSErz3ve/B6+6+Bx2/Ix7BV6ev9BSJKVzLVGFWQaD8W3ut4gJWTVdO3fFceLmCqIlNy4Zl8l8DAfGkZsAwC3DtQQwOjsPOF5FaLmLYMm9lTU64hqsuA8LVfjeBjIEkhWVz00WDnjoS3vXb//TnMTtzSkLLZNOldw34XjwuttZTGUxfUsd2we2gN//oW/DGH/lRNP0uitUqNEPZpPDcyjymOIYfBAJWpXY9sJqEymOUoVOyncLNI/qwyt8FejurNe6HMwAAIABJREFUcCoJguv9nt+HYRtPPvMIDKcL3aZ6voE4deS5RlpFHBpoNM7B4kCIXfjNAN8/cAzloXX4R+95P7Zs245vPPRV7H/kYcRhANc2KcgWNa549NKGRYLSboSk9ddgwm5l/aCgqgBWKo1NE7X6kngycxz0Nxf79euP1+sbMRlYval1LHtRVoGsAlkFsgpkFcgqkFUgq0BWgawC/99XIAOrr3INjhy8gEce+Qa++eRx2OUB8R+lOpStpJLY07vB7cMkUVj11Uy9G9C+qmctUH25R516H6ql2O7Jm+d+KEsaMcDEv/6e0kUJQ9re2YYeSiI1lYy6pJdbpRLKA4MYGaxiaLCKUrWMwcEqCpUi3KILrWzD1W2scxwsugZWGP5kxNB0A7GmfPkmWgmKroNLNnCKXqJxhJyhY4NhoeKHmIwtPOkQoSUo8nxFKJdiMNKwzU9xwklFRcnQLN5cE9AwzTuf6jjlRKJIHaSlAb0n4wgW3yBOUTcSDMESZSxVtm6oPAHEX5H+rrQDkKAXAkalSLvejivt65KrLSCg34JOs0t+3nPna3jpxGE8+JW/RZK2BNawxnHE4Jcbist+EA8hRhB18eNv2IM7t4+jXMwhMXM4fuocaktLCKMQK7UW5haWMT09IxC3vlJDFGnoBlT+mdDpaZuEGB4oYe+whUrOQU6PULQ1FPKWQF/PMqCbDlLDE5VqfXFZgKJp5wXmEqyaJiEQ1bEM7UmgWzpsx4FmGQhpU5AkcBl05LhILBdDm7dg25174A0V5Tr0FauabgswZD0Nw4NtlWEaxeudvRyTfUgKjfLnfjBSLP6KVIgGYQfdYEkUqzeUqmtUbPS67SWX95Pd+mCVbeKELozMoQfmynINF751AZ2VZehRF2EagfJcgThUA4shgAbToXdmToCkSmn3kSYh0tgHEno0+vjZP/jETa2iX/ja118WXiXwlopVBjN1A6wsroIeyJ5t4hMf/yge+fajsHJ5dAMfGzZtxM++/72wHEva7F2Ndh6Ez7GMz35yO31hOUVOnTyNb3/7MczOzeHOe16He++7H8ePnsKlI4ewc66NgTTE8WoH5bwFu53HsytL0Jwc2r5q9aZKPmZFXk2w2tN299eWG9YOCo4plWUiitXNm9fD9RxRf5Nbzs8t4YUXDiCX87Br161YWl5A1GkJ4PY8B+MbNsi1WZhfkeu2sroK03JE2dxqd1Wrf1+pS5MJUSwqtT4tRFhX2YAIu3BtC7fcuh3vetdPoFAsotVt4ujxI2g16mIrIdlKPSWj57pwLNpHKKuCiOp2XUM+X5TNBPrfOpwLuiXqb688hOLAOJx8Faap7CPof0orBBWoRAsG9cWrwvckGFUbZISYVNpyjMYwLQtGauPi6dP4V7/zK4iCebHRoAWIZbF2aiNC+VYriCigVbxgU+zbdzfe/pM/hU6coDhYgU4gT89sACVaW6QpglApSrnu0ppE1MUJVa8aLM4V8S6mhys7Etjqr8BqH1D2n0N7hmajLQrgO/btQbM1i9n5i1hoXEOj2UTOGcDK4grSeBG6rCMW4gA4/OIpjE9tx/t+4Zex/6mn8MwTT4B4moCYx6f+vpky9+hf+8oNQ+VHrECq+humgqbUJgrHXYRabRWd7g2wuhb+/3CwqtwGXrl/0Gk3bmqOZy/KKpBVIKtAVoGsAlkFsgpkFcgqkFUgq8BrUYEMrL5KlY8fPIe//9Rn8PzxBTjFgoQUxexmNKic63nCrfGceyVYfaU6de3H3AAg/fe5AQSltZsJ4ZIAvSZ9Wlp6AcO1BPhQXcXWUt5oMwGbafX8Wa8ZWW7GE9MUeMAwo1zZw0CugNHqCFyGxQwXMVweQLGQhzNQglXOoapZsHIGVq0UHUsXe4EgTmFrOnJ+hHWpiWecBB2iVV1DV1N+pOsCE7sSA087IXwtRZnoIiQkAEagoZwAl+wE+cREjjfOGkN6+N8aVvUUK0aCMn00Uw12nCCPFD4SdAi2YGAg1WETMMUpzK5S9NK3U8FAQapIQ+XvKUEvVGCGicCMZ06v4pnvP4lvP/pZUBBHtRghibxUu6Gy7AMLAbNxGz/7Y3fjji3DAgsS08PFq9MoWAoyGpYrytLpmRlUqwOYvjaLE6cv49q1OQEXjaaPMKQHJTDh+pikh2rBQcUBBoo2SkVPwqikbZbQkQAoTLFab0v7t+vocBhoZfEaK+Ua1YMGlYa0AiCEodpOPC9NOK4r3pzFyXXY8fo7URobAEwLpulAZ9Y4VWRiQ0FlXRGuU4VhjChrACHYvdAxEaQROIc9wMXRFCIIW+h0a+h25wT+/5fAan+jQcCMABcVVqWComy4Tg6PP/4EZh+ZxobRERQ8A+2og4AwBjpcg0CMGmA6ArgCsmTzgEcaURXahZEquBqHHXzgT/7hptbJz3/14etWAP2ALap4CQVjP8TSwrKEqeUcC1/+4mfxuS98Hk4urzxkDV1Uq1Mb18N1HYH/Eq4ldezDL6UU7fuCHj16BE89/TRdGfAz730PJtdvR2d+ETNHjmP1wGGcCRfgldiWnsPleg1p6iAIUvED1bnpQsC21nryZWf9ciuA/qYPYSXVrNy4oTfu5Lpx7NixBeVKSc690w5Qb7Rw5sxZzM3NwyOkN3UE7TYKnoMNGzfALRTEb5QLy8ryKurNFqI4hR8otaWsZbLhpNrYCX8J8SUUSzZCDAkCo2I17znYtHkDbr9tL7Zt3y7j+fCRQ5ibm1Z2F9R+i22BiZznwe75tsqoTDTxWWUIEqEqrS4sy0Zo2Bid2IKh4a1IzSLCmO/EccvPplJVtdbLf4vnLwO2aI9B64bweoCZrBmJLkFxvJa2ZuOFp5/GH/6bDyPn+nKuPkME6ZPqFRB22xJeZ3Gd5Dkb3DRwkUYR7r//PrztJ38ay802itUKvHweYRhJbYoM6NL0G2CV7f6iLObxKTWqzQArqvZ7GxVc22kdwLWW1gAyr2QR4wt08as9fvwYfuRHflTWPoLuRjCH1dUGpqfncPrkMXRbC2JBwL8R/Jwr52cwtm4z1m/ajEOHD4q/LTcJUv6RE/sBFZZHmwfbUYrV/rjqz3EBoD0P5v7v1J9EWiWoYDuet4KoNwLubrxe/f2TB2t43fzl5SGIWXjVTS1x2YuyCmQVyCqQVSCrQFaBrAJZBbIKZBV4jSqQgdVXKfTh54/hz/7ir3F+yYCX92BohJymqDvpqXcDXig/wD5YvXGDqSjIDwOsN1Sr6ia5789IlY+kQmu6pL3zXlZUXwahjSaeorZnSGutamFVKi6l7qRKMpWwFMKMhOCDvoGJBp836YkP+BF8+lXG/NwAvp2HA1PCjvLVEoYHBjA8UkGFateRYRSHB1HMF2Gx/dYyMWDomMkBoZEipIouAbpIMeRrGLA1nE5TTBsx9BhYDmOELvDW2IalJXjOCMBPK6QaKtBQ0IDBdop5m6o8Da6poUVoRQ/LiCrWVGwFCIZoO+AhQcnXYFypodX04bk5eC69IlNp03WpjCM0JaATRRnQ7nTx5NElfPOpL+L7B74lLbZaqnwL2ZLO0LC1Hqu8LoQSOd3HL/zjN2P3lmEsLddRb0VYWlnEaNWVwKRipYplBhy125icGEOj3sDpc1exNDcv4PDqtQW0feDqzALKroWibWC06KBsJhhwNAwUCBhd2JYlbbeEP7phodPpYmZ6FmGSoljIwXYYmqU8FgmdUi1WoFegoyOt/amuCVhN6UtaHcK2fXsxvGVS1J6GQbDa8z8UMEJVXQWeMwzNHOrxjD7cUJpoGW/Xxy0tKLrwA57rCjrtSzLubviyvlyxuhaY9PDKDW9VBleZNhwnh/379+PoPxzGumoVUxNjMB0DjdBHvdGAQ1sDpswTxNoODEOpCkVFF3UEporXauIjClv47/+Ph25qqfzcQ197uWKVYJBfHEBRguWFFYHZBIzfeeyb+NjH/0YguGEamNqwHuumJjE2PgYqK5Xi93ryzo3jkTwfDYZmoN1p4+Tpo1hYncGOXTswOr4DBTcPO5fH8e98F8+98BxC+vRSBaik7zwMAasIY5X/9kPP9AfDq/g0pZzlGmIin8+h223Bsg3s3r0TE5PjsuES+BFWVlZx7doMzp47L5s5EjKna1g/NY7bbtuDpeUVUYkymGlmZg6LS8sIaIPBTR4qMcUUWXkA8z37Lexco6g7FgVjqomPaj7nYteuncg5Hvbu3SNWJleuXcbp0ycQBl3ZHOJ5y2aQbQvk7r9vYtjI5wsoFEsKVvfW3OLErRgZ24Iodpl3J+PNNBMJfqLCX1SvvSA2BiqJIjnmsRuora5IgBY/j/M+ClPuRwhYdAwXz+3/Dv7kD/8ZPM9HGOuwnBwqQ2MYn5jEytwsrlw6D4MKbyrBTRvFXEHOY+fWLXjvB38ZS+2O2LYUyiVEYYgkSsUKgJslVKxyQ4zhVFSsrgWrDLki/JRHT7FOsMtj7NLjOYokwItq9ihtY3FhBSdPnMMDb3xAwDTrHlJRq+dw/OQJVMoeEIdYXVoVKxIGqX3y7/4OpYEyoiTA9JXLAtWThECXfyzUhhkM+tA6MHoBf7LB07N9UHYhqkugr1BXiVs9/3EL8Lx87+8WjbH5d/KG5PqHKVb7YHWt8prXv9Vcvak5nr0oq0BWgawCWQWyCmQVyCqQVSCrQFaBrAKvRQUysPoqVX72ie/h3//5X2E1HVKts1EHluFKgJUmPqgKiF73++xZAfTfrg9bXw2uKvDUS1BPVYjJDd/WRAXKUFYpUcl8JhPRUzipjZTWAVQ5EawRkrJllBA1AhJbQ2yosJDYBIxOCM024JjMNYnRtG1UdAdp1ELb8GF0U+ixhU6QoOlH0OhR2o0QuCYSz8Y4vTtHBzE0PoTRsRFMjaxDebCE4kABA5UcooqJkqZjQDNwyGL7P+RrKQZaRorNVJKmGi7amkDYq1qAiVTHDs2CEQEHTR9+mCBvebARYyzVMBHo6FgQX1ieeU48V1N4HaB1ZAHzc6sCjOjZSFXnunVjCNMO2q06yrkc8p4Hw3JEXffsqRU8+M2P4/K552GCITup+NbS+5Ngtf/o38yHYYixoolf/sCPY9NEGVevzqHtJ1hZXUAxZ2F5cQHjE1NYXFpCu92E51go5guo1RpYmp1GGgW4ePkqYli4OruM9Zt3wW/UUWCXcXMFhcTH5ACDdzxYjgHblCZ3UaJSLVZbrmG51kEu58DzVCgQlbf0NtWplpb+ekPS2XWL3psQRZnh5BHni5jauxMbdm+X0JwUBF03wCohtWUOwHNGkZql60BQnfuN9l/WRgX09AC8v4Jmax5+5+J/E1jtA1YqcXmdlBWAJR9RKJTQarXxzY88jNlzF7Fj4xaMTI6iE/moN+sQn0nbgkkPTfrQavS0pdqPqkmqVNtA6sPgDIi6+OCffu2m1skfAKs9KwDBz6kmYDXsBigXPDz/3NP4yEf+XHxpqXi8bfdubNy0Saw2ms2meGX2PSg5j7k5wutGK40w4IYMQWeCensJ04uXcPXaFQwWNmFybB3sXBFhN8LBQ4exXFtBEEQoGiZz3hHoDOvSkYSSTteLEvvB02WN14Ld/rFQJUhOVi6XEARdNJp17Nq1DRs2rkelUpHXEMoRnp44eRoBg6mYTG8b2Hv7bahUSlheWMbw4LAoJqdnZ7C0tAqNoV7Stm4gZrBZ6Pc2NehNKgxN6hEloXihUgBJxayhAbft3SVK4LvuugObtmzBamMFhw69hIW5GVi2CqFi/WybgVXqewGthbIoVemrKoFTVKIaJoY2PSAhVZy3ojymx6tmIOyG8tpCPi/HpDxfbbFA4FDkc6enpzE8PIxcLidrAUEzu/Bty0DsJwJW//zf/0sYeguxZmPfPfdj5547cPniZaRBF2dOHMfCzEXYniuwtlwoyjg1EOP9v/wh+JqBkckJVIcGZT3vtjoYLA/A1E2ppwKrkfioEqxyHae9Qd71EPkBGo26+PEyCI21GJ+cgFvIC/Dnc7khEyc65uav4Py5E7j//jciCjTE9M62fLQ6ES5euoTtOzaL+tfSbKTgfErw7/7g91EeymN4ooqZa5dQX15Ft6a8XKUTQgNGRsawfeet+N7T+2X96f+96/9NU5uGymqCD1G8ildzgkK5ANfJw/dj2RAUga0EWKnHD4JVFdjV/x0HO68Z51GjvnxTczx7UVaBrAJZBbIKZBXIKpBVIKtAVoGsAlkFXosKZGD1Var8rU9/FX/8ic/DKg/LjXCS8qZdqQfXitN4gy5wtQdJ5abTeHnQR/851Jz1Q5LEo47QJIkoDILfaYmXXRJTqUaMqNOSEhEDe5g4HacwEk0gKdVjol+jqi0OJc1cefIBjuOJAlSUhTpvcqnKVB6ADCYhpGCzrIRk9UJvCCB4HLz5p3KJ3n88U4bI8EvCVrq+gIxE8+Q98rkCBqv0cx0RcDM4OCQgplItolTxkC848AgHXRPswe9YJloW9Y9KJWrBFE/Vy7GPWapcDQvDqYnRGNL6fwwBVixgADbY/E5MOFhPUDu6gFaDsNYWL1BNb2Pz1jFcuLCK5aUlpKaLOGyh7KWojI/hwJmL+NRn/xJBsKT6/6kwk5ZjauuUlQAtFwh/GQkTRyk0o4PX7dmKzetHUMrnJShmZXYaY6MOrly9hG237MHs7AKa9SaWl+dx1513YXpmHs16QwD8zMxlNFa6WJzrYmpqHCtLi/BTE2cuz2O0kMPdk3kMO0wud2C7lP5SjUkFLb0XfTTaXblerute9+xU4F15ePJ6M7BH1KtUmFoWvHwBuuehMDKKqd23YnzHdsSmco3kdTYZYJWa0J0BGLlhRkj1PGn7gTwEqWyTVj6PHPPSRJ2GaHdnUGteQRjMrQEiN/xpVUvyjf++EfBjwDTY3q6CftQmhI5yuYzFsxG+8H99FOHMMnbuuRV2pSCBPhEiuJ4rMJbCTTXGI6SRDy1qI427SBMmlYUCsX/5zx+/qXXyc199SHlE0lOyp4xUvpEq5KuxvAq/7gvMW5i+gP/t3/xrNJIIWysF3HvnXdAnRrAShvD8ALEYL7/8IcFu0pat6kv9JtWJbI0+evQY5uaWsXnzBngFR+wOut0Ex0+cEXiswrQ0FItF1Go1BdK4ifLKz7juhcnPp1JQ+TVznvIaBoEvr6Bi1fNczM3NYXBwEFu3bUSpnJegt0iUkAnOnjuH2Zl52LqBkZFhbNg4IWCvUilLy30QppidWUCr1VU+z3xdrIKpeKF4ffubQ/xMsX4QWxN6mOrwu13xUL1j723Ysm0zcrkCxscn5DyPHj2M02eOo1TKiaq2H4Tkejm4bk5AqpOzYVlFuDZhO2ueh1HcADM3hnyhRNdUNVeiSNZBDh3WT1kSQMZhfxOM3rF+GGNhcQUjgyPIl4u4OjeDrt/G+uERFCwL3Y6P48dP4U/+6J8B4VW+Aya3bsed970RszOzOHfkKFZnZmR9Tu0EjlYQC4Gq1sFIdRRTe18Ht1TG1h3bMTo+Jv6oBKn5XB6e4cj62vY78KlkFTipiw3K5UsXcezIIZw6dlS8Z/1uW+bpQKWKiYkp3LJrNzZu24Z8uSwbaxyvV6encfHcObzl/jeJMjrh3x/LxurKKqavXcOO7dt6nQ09NakB/NVf/kes1uax6/atML0I3W4dy1frWJxfESAbdUOMTmzDzj33Yv83Pw2rE6BpGXA5hvWQUYqyXtKzlosMg/Ycx4Tr2kolbNloNltoNLqinOcVoZI2Tbjp19vEEcCq1M7XOwd6umzpxuh5uNZXZm9qjmcvyiqQVSCrQFaBrAJZBbIKZBXIKpBVIKvAa1GBDKy+SpX//j/83/joVx5DbmgUBlPKefeoKZ88hVHVo+89J9/z5pGtkJLCreBq/2ZePfuGMlCeL29DUMvgqgSmtD2rhG96W/J/2XppkkhEVEIBmkvvxaCXDs3fE7apf3lcBKsEJQJwhbcy9EbBjTiKYZmENoSwcjt/HXz01UZUTPFmX4Eh5XtIFRifT8AhKqtQ+fjxi+2tcnNsEgISsNjI5fLIFwooFmkvUMZgtYTy4ABKQyUUy0WUi0UUcnkUSw58Jms7QKgKK2pXL9FxVUvR1KjQVW5/VU1DeTnE7LFZBB3Wji3YAWwnwvqNIzh7cglhp4MIJrqdOoarHsyBCp46dAhfevBvEcc11U6usdaSly1QlbUQr1bxNAT8boSxaozRagFRIBgYrXaAsNXC+NigJNoTDDYbqxgmRM6ZmJgYx+Ur83BtG436Imori5i+PId2I8bQUAW1Rh21LnDgxGV40LBvQxU7h/MouoDnqCAuJIacvx/64mHJMdCHQjdCX3i87NClio/gimAV0EwdNlW6tovC0AiGNmzE+JYtGBwfRyIFZKI5g4UcWE4VmjMEDZ4ooPtJ5xyr130UeR3Zakzlahqg2ZlGo3UVUbjwXwWrfeWkvJ94bfY8UiUt3JDxQQuFy48v4+RzL2Lm7Bk4nomJ7etg5ggZLbFJEDVcT8LG8UgLAD1uK+Vqqnxgk8jH//CRJ29qnfyHh76ivF8ZvkNA1Qtc4maHZumoL66gvdKCl8ujvjSD//DHf4iSZ2Df9m2wiwUscHvCduFwjq9BnvyegFxgau9fAcMcbQyMihNcm57B0aMnUSx6mNo4Jdchly/jxMmzqC0vwLaUUrlarWJ1dVXqxf9+5eMGwFabO3yIR6etQp+o4uT1LRYLoq69fPmyjN+p9eOwbVOUw7ppolyuoF5v4vix43AtB7t274Sm9QKaetYk9HvlZgLBahD2FPbcmOj5bPK69R/87H6gk/iCcj0R+40Ud7/+dXj96+9WUXw9X9Z6vYbvfvcpuJ4lth58vePmkMsX4Ll5OWbNJHxzpP09TUMEcFEY3g7TG5ZNGQJLrlG0AeHiJapXKl2peta5YaI2JVgbV9fR1oDF1QbGh8dx+vIFfOaRrwqof+sb3oT79t4GBCHOHjuFP/3j30XoX0XEOWE6KOQK8H0fvt+WoKuIgXxOXmwRKjbgdev46V/6NYzvuQunz59HrlDA8OgIya5cx2KhiKJBYxOOFHrVBjL++O+jDz+IF7/3HJYXF2HqgGVocExD1pWR4VFR/67UGhgYHsE999+PqY0b0O4GmF6Yx7WrV3DHrbsFpgcpgTnzFiMszM1h3eQkbKrbU6V8pxr4S19+EEsLs5jaNI7p6YsoVT1MjJRlPjRbTXSCEKY1gKkNe3Do2UelG6JpAAWqWVOqgV2xp9A0dfy8/h7nA3cJkwT1Vozpawuo1TrKEkDMibk5pP6uKKWrCh5U45brnxrHtP/o/57jt1mbv6k5nr0oq0BWgawCWQWyCmQVyCqQVSCrQFaBrAKvRQUysPoqVf6j3/3f8fALx1EaGZNUesIpKm5UZPEP+qcKSFoDVl8GqnqAdW3bpNxMStANgaiyASA0aNRrKlRIgofo+UhlIoErw1jYzmqIPx9VizdUPrxtVSnptuX1bqqVHydJnPoMlTIt/oSEHWu8Mvk+cUIlKT0KTWltlkioJJH2Xb6OalZCCvHfk6RxwYHX4ZxF79UwUgqsmGpX1YacsreWvq6aLmnXnuuIkqxQLGBo3SSGygMYHRrCYGUAlYEBlMplVCo2opyF2GJmTgpfA0qErvNdXD4xD7/NllWmmvuoDLiYmBzCiRNzMAhMNRPtTgPjEwOoaRqe+O7TeOyJL7APH7okhMcKQifEtSqNW3l4KhBBn9Ofe/MWvOmN96LT7WK17eP7B4+gWVuGCROdToSZ+UUsrdZFCegwaMp10Ql8jI0MolRQnoTXLl6Fnjoo2V00uwGW2joOnLyKJEgwljdw94YKJksmSi5giepZtfXzOhOMK7/Yl6cVUWnM68gxYNqEq/RANEWhJhdPNzEwNoFSdQh2vojhiQlUt4zDrQwgEGGZA8cdgUGwqrlyfdeqDAXz99q4CeAJVpF20excQ715FWm88v8KrKqgILbF0wrAFtUgweq3H30CwVMdCehaWZzDxQunERgRpm7ZjOGBKlyOM3oyEnxzTyEkzO+KxyoVcikVxlStpiH+yV8+fVPr5Ge/8qBAJJVironKfK1itbVaR2u5Ia3nadDCg3/7UYyYXYwNjmKGfpUMW3PzMr49wkdeQ46uXtCQgE6KX2nbESmYz3kbBgFq9QaOHD6BMOpicmoSju2gWCpjYXEVF8+dlZAmvj6fozdqV0DeK8OD1LVSMPWGIl6BVZmnUOOZ44iK8snJCZw8eVLm/+TkmLS+1+t1uR6lckV+fu7sObBbe9++veh0m6KQ5kdQPRzFGq5dnRUAG4YKUtLXWew36bfaU9n2j1N8S8NYVKpKa5sI6B0cHsaOnTswOjoqx1cdGMDQyCCOHz+OM6dPolRSkJKfSbUqVds8Rsd1ECX0mQ7hdzuAU8Guu98KGEWZLwMDA+JdSmU9LQ28XE4+j9CY6kdZ+xz6r5qwUw3tFJhvt/DS2dN4/HvfxUqnCboX25GO7eNj+MA/+klMFKr4n//5r+PyxRdg0n2ASsueBy3XJc2yEKYpSrGJ4XIOr9swinzOxr0//yEUxzfg6JHD1GgKWM3l8+KPSsVt1StJcFa73cHyyrKomvc/tR+Pfu1LMp9tQ5fQtGKeAV4GLKqXc7QPKYqFwNziMiJNQ2VoEI0gQq5UkJ9TZc31OqKPNCAdBVyj6rWaqEjpKdvtct45WFqsoTo8LJ6wF8+fg6aFyOVtrFs/hqkNowi5YWeUMTi0DScPPQLPs+CnidSOq2g35Maajjgggw7lZ2kUih8wGzuMYh611QCrq21YtMawDGV5II0Wal1T47fvHCzJXQLFqXBVSmeg1Woi6NRuao5nL8oqkFUgq0BWgawCWQWyCmQVyCqQVSCrwGtRgQysvkqVf/UD/xxH5+soVAehUe3ElmZdwcm1wOs63BCFnkpOVtkzqr1xLfhQ6pwbr6f3H4Em70QDvwE9bWEc/xbMAAAgAElEQVTdOKOdYsyvBkjCGO0mE7U1mF4RuWJZwb92R0Anb0SlrZ5t1nEiEJYp5WwRTaIEYZSoABhd+TwSMLBVuB9CIh6uPZWbBGdZqm2WqlQBrWugTV8Jx/dVCk8FdcTHkUEptiMKPVG58u6eHe5iN9ADP2EsLc08/iChr2CE1GcYkAnD1GHaloTkEBJUqlUBrWMjoxgYHcHg2DA2lgcxpDmIQ7aIMtEb8P0OXI/nbODAsfOwJHxKQ7Oxgi3b12OmE+Dhx76OAwcegaH50oYqKjMef0rllTp/uYYJ6xUgjkN86KfuxK6dOwSWwXRx/MQRDOYJpKrwwwgnz17BlZklFIpVNNst8ak8dvoCgqAFPQ0lOEyLNbzuzn3QWtNoBMDVpQBHz80L/KTkdnvVxm2TZYzldZhIxDNVGIPA9pcrSfvXSFkZaGIDIFDVNhQol3wjejamGBwaRaFcRtcPkS8WMLprG6Z27YIzUEUCS8CqZVLlp+DFWrCqvmfgEpWcTB5nUFobzc5lNNvXkMaEbQpE95VmqnY3rAD6ilWlAFXBSlT6afTU1VV41be++S109y+KeplekkuLizh4/CiQd7Dvzt0YrJZ7QD9CEkc9D89AAVUC/7grylWGWP3GXz97U+vkZx78MgydbefKT1YU5qJcZV+zBr/RRmOxJkjQ0RM89cVPwV66ALc8ihlDQ4dhYbqNxLJgi98n30sXwMWW/74CVjYtUgUVgyCU8c/2/uPHToNKTS/vYHx8HJbjwHZcnDp+Ss3POBbV8CtDsV4J2/ut9v3nERwSnPG/CWT5fLb/T01N4tChQ3KcGzZOIYp88e6k5y2fzzVkcXFRYNzevbtx+vRJ1e4vbf/c9LExN7eIZqt7fWNFJb2ra7xWnd+Hu912F6YGVEoFJIjQ8SOMTUzIhgVbxqnIvf322+X4CHn3738SzVYdrVZLoCM3apRtBxD6XfCKiyI10XDrvvvxgV/95whi5cUq9hILi6JSpWK+1WhCMy35uTo2yM95Tnk7j6U0wJee+Q72H3pRugK48ZPSDsVPoQcdjOccfOj9H0TSrON//f3fgBWsyNTl2hYzSJB+1px4RgInNrBzrIQPPPB6jN9+B+xb7kbYCfG9Z57E/Pw8ytUKLHrNysYIMHPpKq5duybXmNdreXkZly+cl2PnVz7vYnigApcbKKYGh0pbQ0fQDZFyM4CvqdWxUq/j9jfcB6uYR7PdxMZ162EbCmDKFkyaYmVlBYMDVfGNDXwfYeAjny/h4KHjmJlbQqtWw+XLF6UrgH65e2+/FW99+wMIog46oY0gyOHQC0+iUnQwXqng8IkTmF1aUZs/AVDwimIJQZscLfIRdJrwbBtx0YbfMeF3U5gOvWDVuEnSQDaGJOjM6AWVuQypU2MoDBN0Wj46nUCFMCYpmqtLNzXHsxdlFcgqkFUgq0BWgawCWQWyCmQVyCqQVeC1qEAGVl+lyu982y+gbpdgei6sKITO1sde6z5BQv9x3TNVPOF6XnE9sNp/Th86kJz1rQEEkCSq3TsIm4jDVYwPWviNX303cg4TqzuIAl8AQye0cODIBXzv4CmUiyZ27dolysrVlRX4QQjfZ7u2jiDlnX+MTqcjykbRFmk6XFPZE4hyUNMF9EgrLmHC9bblGI5jK5UboWevvbn/e1HLMqxG2tR7KiMJXVGA1bAY4MIW4UiUbGSSAntEBUtAR+0WeSbBRCwqp5LpIUxj+EmoVLIEo3HKU5DYJambbcCiytXNoVocwNDgKIaGhjFYHRT/x6HBsgQ9FdOCtKEGsS4QZny0gpdOX8RnH/oMzpx/HroWApFq/4+lldxUUJs/IQymv2nQlXbkD/7EXSjlC2i0Omj7EbrtGjaMlRClAYrlASwtt1BfbWDDuvUo5DxpqT5x9jwoFKRtw8piAxfOn8eWLRtRm5tGN7Zx7Nw8Tl2YAQwXaRQhZ/jYO1nFjkG2k4ewHQsmPSKDQEASoQuPa63VhEk/VV6HnlpVXVOCVuVHyutqO44AJKr36JfrDI1iw747MXrrToRw4TpDsKwRFSbVe6xVkKWp0heKZyXfM6qj0VZgFUnnvwms9jcVeKyW2WvrT3k9CcFzaDWbeO4zT6A1v4oCLSQMC80gwOz8AgpFGwMDZXi2JV6qMe0Ywq6Mn0T8GpQnrpZGdCjGb37suZtaJz/7pS8ptar4kSqoo/7VYTom/FYLKzMrAnZyjoYXv/ZFxDNn0HDLmOOwttlqboufsXia9sCq6NklJZ7BS4Ya01Ekc1Sga0SlaAPnzpwXoJZqDF+bhE1vSteF3w4FxnEOC5QNVTDW2sfLFX83QvT4HAYxEVqpdnWldGVA0+bNG3HkyBH52aZNGwTyXbp0CeVSGTmP9iEBlpaWsGv3bgwPV3Hx4nl4Xk7OjV6Zy0t1CWhLEo4PquCV528f+suxrlFZ8zhKuQo6zRpGhioCxC9em8bA8Ki0xHP527p1M/bs2Y0BqpTdPJ5//nt49rmn0ai3rkf79W1XuEFEP2EJR0os/NR7fxH3v/2n0enGYh3RqNfRbrXFEoDrWjfgXK1cX2+pXKXylQrYZT/BV158Gs+dPCwKV118WUO1YZQaMLmBVl/GYL6KoUoV505/H+H0WZipDy3kutwFt0P4XIbhWYjx1t1bce8dezBw131IhqZgpzGuXTonIXdULdMCghtWtHHhWPAcR9Ywrjtf/tKXcenCBZkbuZyLSrmEUs4V5bupa3AMHRaVqCE3f2KYtosoTXF1ZlbA6vimKcwtLeDeu+9Bt9mSkLXE0MQD+sKF87hl5y0wxPIkRRKF0pr//SMn8cILL6G2uoqF6atccJDoGh544I14x7veiiCm13OCbtfGCy88BatRw2Si44mTRzHdanJHUFSqI2OD8HI2ikUHpYIL24IobWM3j0MHzmFhfgXFqot80ZDAtOqgh3zeU+PU5qaGWusIasMgRRhw46GF+dkVzE6voN0O4TeaNzXHsxdlFcgqkFUgq0BWgawCWQWyCmQVyCqQVeC1qEAGVl+lyvff+25YYxuQsrWWLbE6E5WVR+pahVYflPLGnwo4PhSAvfG4AVP7Kk+lJqKMihCk3VqFiTZet2cKH/y5tyEJGnDcEnQtkqAqMz+Kz33tu/jPn38U73nrZrzn3e+WG1GGTAV+KMquC1dX8eDXHkUUd7Bnzy3odDtottpodwI0fEtaipm4TdJJj0RRg61pyyS7yeVV+2wfrF4Hwn2/TxEn9sEq1bvKYkCAsq48HalSJMyV5wlYpXKR6eERiMZE1UulJAN5HFsAGZWYfF2a6gjoJWukMKjmFZhGMKXONZFwIZUWLQpaghKHwTwequUJDAyUUBgYxECpiGrewfFzszh89Hmsrp6HqcdATPCciEcg1WZ9lV8c0f8xgR+0UR0s4Xd+7g0oFkpYrnex1GhjdvYKtk4NYXlpEdWhccwt1LBUoxVAUYJ+VpeXEHY7KA948LwCksjEkaPHMD4xiObMHBq+jmdfOoXLV5ckp4o1YWL6+oKJO8eLGMyxFT1Bnq3KSSpWDgo2KKjWh9dWj68pla/y9qTPque6kpKuTHh7ITJsKTYt2LkRjNy2G9veeC9ipwDDGIRpDEobvLJzUNeuZ24hoWnE5vwoTU8Q+jXUmxfR7NDagMrn/7pitQ9WCeUM3ZV2cbZ288GxUCwU8OTDT+H0/ufhBYTnlqSdM5ytQThWyMGj12YcIiFUpZI4iRFL+BVtG6hdpHIxxm9+7OYUq32wKgrVl4FVDbqlI+r6WJ1ZFe/LStHCqScfw8yJl3ApNeGbLiyb4xoo2B5SqrUJ53twltdElJxUjif0tQzR9X2BapyH3BS5cukqVlZWZa0YGqqiWCqIitvUHAGcVG32YeV1ixE5/1csLirf6zpAJLyiKpVgttv15ecco7feegtOnTolqtTx8VEBq1euXEWpkBf1M+cyA5tuu+M2MNyJalq+Dz1yebzT03NYWa5JuJ54M4siUtlV9L/66md+Ju0+pkbXo9VYEYuSdruF5WYTiQB9zvUY1WoZt99xO3bdugdBkODxx76NCxfPydpECM/PkTZ+5aqARKONRwLLKuC3f++PUZ7cjCTRxV5hfnZO7ADajaaAYKre88VSzwqhLN7TEszn+/jod5/G2SsX5Zqk3Q64YRGFHRlXhLaayfUnAELOUx2GGUNbXUTRr6Pk1xDWF+EHXVGPmomGzWNVPLBzPYY2b8bWN/8MmomOIGnLBgrVo7QgEKiZsF68mrxgQNHL4an9T+GTf//3spFRKBdQzOdgGTocy5CwQSp+czaD51IEvlLwQlTVJtrdLuxCGXvfsI+Ow3j9XfsQtLuqm8FyRBl97txZ3LJzB0xDeXezS4IA/6XDx/Dcc89jZWEBs1cvQ09jOJ6Ht7z1bbj/TW+UTaTlWht+YOLQ4RexdPD7WF/zcbCzghlbhxYnKOeAPfdux9T6CYGlDB4jwOW6H6cGrl1uiSdvZdCE7bHrg+Y2avRwfVP+zj2/bi6MCVXjVKRzQ8HG6VOzOHviqszF7JFVIKtAVoGsAlkFsgpkFcgqkFUgq0BWgf+/ViADq69yZXbf8z5MbdwkUERydNaoO2+o25RySxRq4jEoKEDuffvtp6KwYqOlQBEVWNUHELpOsOqhvryIvN3AW960E+96y5uwsrCKUzOzGBmuYv3IoKiPPvapx/DMs8fwL37pR7DvnnskVInt9/S148330VPz+MhffBx33zGKD/78z6Lj02OxjbBLwzsTRy8s41Of/iq2Ttl44L59ovRaabQQNLuYq7dxeamDdpOttqvoBh10e6FVVsibXQuFgQEEnUDUgrFpw6Ray4zRiRpwNFellsdsGTYQxV1AjxBHqagR2THLFtCE0FRTdaJXoul4Ann5GsWZebPNeifibUkVq4oKY4s1W0NT2KaqOYEza+13mRCvIRZeqwK5+sn2mq78CukLq96nD4RUyztVV0nsy/H5kY40SlByI7zvx/ZhbHwCuUIeq6vLuHLpNPbs2qrMJGHg6PEzsOwcCqUKHM/B9PS0QBTP1eHkPLS7MS5fuIwtG9bDbyyh3rXw8KPfE/sAKpRp20Cwq8c+NlUd3DJZQsWMkdNS5F1HzoWBaYTPbMUOqZimIpLtssLmCVTpt0vow+ugi40D24ZpX2DZyktSeeq6GLrjNtz24+9ErBdgmwMwjCJ0TaV6K9Cj1KSiU2XAjMBLwnEffriARvsSWp1Z6D3rCKnzGsAuXrvXgauCf6oVnmDVgZnSY1FHzPdOdOSdMq5eWsATX3gInStzKNgWrLwHzbUQ+iEcy4RjiKZYgDfHCj2BxfNT5lhvgyNJ8Vsf++5Nra2f/tKDL2vXF7gsmyNq7tILd3l+CX6ng7xj4dTRl/D8k99CaHmILReW68J2LdkkaLV86GEXE6USRipl5Yfseag1G5hZWYE3MCIAMGp30O60sFJbwtVrs6it1gQYU6FLEEkgRgU6oSbnilgsiIWHpjYqfghU5ckLbOXmBwOEPE+1VIsyUlmAlEpFDA0NodFoSGu45xDUxWg2m/A8Kop1Geu0tdi+dYv4HM/MzGBxaRVBEKmwKrE3oCr1Roq7gH/x4eVapFLfCcsMuvmaLkwGquk6GvVV8RSVK9c7B85Itrrfs3c3xoYGcH5uDodPn0HcDUXZKxBe1gql9pSAsTQQ0Ll177341Q//T2h3Itimg7Nn6Utro1Kq4MyZsxiujmBgaBB+GolfL60OCm4BcaGATz7xTRybvoqYtQno28uNnYgGodC4ESRpcKqefXdYwkgj5toSI5/4GA9qWB+uYNKKUMiZGCvlYI5PonT3j6K6aQ+6VHZrKbqNDtIgUmFi9AruKXxt+nXriWwKfeyvP45nv/MdVCsFUaoyWIpOKvQSlo0lsT6IpVuA6waPiRtKnF8cHlFqYnzTekxu2CSQutmti0VGqrsC50+fOYNbbmEYWS9oUSwmbFy4fBXPPP0crl2+hLmZa7B0DcOTo7jn7tfj7rtfB16B+aU6/MTAicMv4PKZM7C6IS5cvYS4Z32RL5l4w4/cheHBMhLDR6T7cMwUJrsWjDyCYB3iuIOCu4ig66NLVbDA1L63M1dTpXRmJwSD45Qfig5DK+LsqXkcOXQOsZ+B1Zta5LIXZRXIKpBVIKtAVoGsAlkFsgpkFcgq8JpUIAOrr1Lm2x/4RUxMTFz3KXylUqyv0up7HPbBal9deKP9n/fC9IqjWvMVilUCMs1C0GnAM5fwU++4Ew+84S5cPHMZzx48hqGhQbz9zfej1vHxp3/1EK5MX8XvfOgf45Zde3Dw2HEsrdSwaf16TIyO4MnnTuBzn38Q7/6JO/GOH3sAQWjAsFNokYFC3sG3nz2Fv/yrT+LdP7kXP/2OtyAFw2A6sFIdHc3GJx/8Np7bfwDvfMd9GB2tYHpuBa12G37Dx/RCEzOrdbiOhthvokNb2EhHEHaRujaK3hDCxEfkhwJBTcdQsNJPJN07ijpKTCm95fTyY1N3Csuht6zfgy1K+UrvR9tw5faa4IZqLyZdx2LHYCLpAW6+H39PdZQK5Aqvh2zR84/1Jlyk/+IPavwUCCQwIVgNecOveYjbXRS9Lhy06G0ggTP0y3RMDTu2bcLEUA55x8PpsxewcdM2TExOwc3ncOrEcaRBB9VqAflCHmcuXEFtqYaxahWxFqHddfAPX34MMwvLCsKTiOiWpNoXjBBbRovYOJhHxdbgaRpci4CvFw5GeByE6IahtPcLtBSQT39CBVapFCOQ0RkWRehhskWdbbXKYmD0rttxxzvehdRi6ncRppWDDkcpfwWqmgLIZPOA+EvS0/h9iI4/j0brElrdeRg9oNoP/LruGfxqYFUUqzbs1OEUQKjFsE0PrlHAqQOncODJZxAt11HxXBi2iUBLpDWb7dGunoAKXQH5ApiIenr+vWJFG4vK77f+0zM3tVB+6otfvg5W+1YAhHcEq6ISDlMszS/Cb7fhWSYunDqMQ098FanlopXo6KYagjhBx/fh6Aa2TI5hy+gwzUClXXvLLbfCdF18+sEv4+TVebheGVE3kPHd8pvwfdpmKC9VUb4WCgJXm822tMqTmvU9cOUEOYj/C2C1vw71Fc4SPKdbMkf6c0GQvJjockMhEusJhyCPreZUzvtd+RlVvIRytDlg63/fc5eAcq1FhdogUupLU+TUyrqCUL7bDeDm8zI3O+1Wb4NKIXGeSpgC7AFYN1iGrccojI/jwuwc6kv166FqEpInsJ+KbhM09SS2/ZkPfhj77n0ruu0QV85fxpnTZ7D39ttw5fIVaTGfmtosym3bs2G6DlwvB9vJ4bHDh/Ho8UOIEh9pEMiXQFWxACBUVSBbPdbaL/QSuhTXRMH0MaH52GhqeNugAc9rwZjYgMq+t6PrleBarkDtTqcl9Sbw5oNzkqDZEg8Pbnp4+MR/+jt89ztPoFrykHNd2RxhwBU3n7ipJ2MgDAX0ymw11JrGvze27cB1S+iawJ7778Ce9dtkQyzSCIp5Dds4c+YMtm/f3tvsUGGDBLMz0wt49tnv4cKZMwJWqda97a7bsWPHdlE3Jzp9XNugSPbk0RfRqNXwpnvvwxOPfltCuXhc6zavx87dO1BfmsPgSBFOiT7DESw9ls1AXduCJG3Bs2aQxjoSnZsulmxwcf3ul5q8medKRS8tKci3Q9/EqRMzuHBuDkGrc1NzPHtRVoGsAlkFsgpkFcgqkFUgq0BWgawCWQVeiwpkYPVVqnzfOz8soIPtu2s9DtcC1v73ArN6itU+WO23/ysoYvQUUEppd923VBKeUkRBA0OVAO/9mfuwdf0wgpaPGDYoWpsaH8TZyyv4s49+HWauiX/1a78o3oEHjx7DxUtXsWn9RuzZvRuff+gxPLl/P379V34St+3egYNHzmC1XsMtO7ZjcnQYn37waTz01YfxG7/yTrz+9t1otCK4nglXN9GMDPzHT/wDlufm8Hu//U8wMpiT1lyCI8sy8PRL5/DJLzyEt7/lTmzfNIXVRhut5RpqjS4uLTVx8cI81o8x8d1Co+mj3enAjxI0uuSTjkp0p5JN1KxMrKb60oFpKyUcE8pZS/oGqqAchvawDZ5gR/k4JlTHEaxKG3EiUFTCZgimRFLcb5knrKJHbCwtzn2lsVyGvgduzxc2ZYGpntKpCjUQt5u4564NuOf2zajV21itt3Hi1Fl0Oy3xPvQDX7wbl5ZqqA6NoFIdhuN6aNVXMVywMbVuBNXBIZw8exFhN8Dk0BBKZRcLyzE++4VvYYVegUkEg2CZHoWGjjQOUbRSbJuoYmogB0+LUdTZzs8AqRSmYUkKe7PpI0kCGUcca4SqDKSRwBvHFMUqwSohDtWtHT+QkDOCppE9t2Lfu94Fa2BEzpOwU0AqVYD8l3CVQU6U1Wn04aUizpLP6/qLaLSvwveXld5XarfWDkC5YL5SsSrzQd7Tgg1HQFKiA55VQH2xjZe+8QxW5hclcMyi3YO0+scyPgj96FtpicJVwXOqOalY1c0eaOuhrw//9VM3tU5+8vP0WNWue6PK2JCwLfrWUl4ILC8uotNoibJy6cpZXHv264g5Ng0XTqmMfHkApm0LIHQI8tJIIFisAXahiFyhjAuzC/jYZx/EfLMt6wBb8EUcTC/bXms//7VtU/w//Q4D1Hqhatw8EJsMdc5KRfnDHjeC8tZu7PAz+mvX2nWJXqVyDPQ5zuVQyHtoNJpyvUMqaxlMFBMIUkmuWv/5vzw+Prgm8sFrTMWtgrjq+OSaGxa6YQxb16QFXTZS+sF2PW9pzmMTKaqOgXzOgjM0iLl6E43lurw/T5XrgMx9dgUwyChOMDixHv/0d/8tOpEF07Bx+IXvC2gMk0DsD7Zs346gG0koV6VcATwHpmljodHAF/Y/jrmwi6jbVkrViCpVrgE9T+l+QL1atHtfwmhFOU0rEgGuvY0NN+dgW9TGXRsN7NqzG4PbX0eeiaJGv+YI7cBHkCbityu+3NxPobqXGzpaDM/N48EvPIRvfOVBFFwDFucvg6pEcU6lrlLac+3jOdLaQ8K8GKbY81DOFRgeBbzx3lux/tbtWPVdsRuhMpi2E6dPn8aOHTuubyKkBOqmhUuXruHF5w/g4pkzWFmaRxwFGFu3Dne/fh9uu2OvBOE12oGo70+dOIiVxQW888fejjPHT+AbX39Y1thtu/agWBnEiQMvYtOmCUxtnZDNPMvUkVgt5NytWFm9AkOfhWV4oLhZbC0oQL7u00urF+WxSkGu2kRL0WmnuHxhGfXVEJ1G46bmePairAJZBbIKZBXIKpBVIKtAVoGsAlkFsgq8FhXIwOqrVPmt7/4duRml4osAoQ+O+nBuLajrJ6CvkTtd98VUytW+ZrLXwixt70qhSSVmp72MdWMufvG/exdGqy5MgWcm4tREuejg2RfP4i8+/i3s3FvG//jBXxBFXBDHaLU7cB0Ppm7hE596EBcunsXv/ObPY3RkEC8cPI4r07PYs2s7tm7Zjo/8zVdw9PiL+Je/9T6MVwfw4sGjaHVjvPneN2CxmeIjH/s0pkYK+PVf+jkE3Qbqja54YQ4MFvClb34PX3/kcfzeb38AU+PrEYQxDEI+3cbjL57Co4/vx2+97z6UK2UBq0HAlm0XX//O87g0fQ17d22nSA6NRl1UcUsNHwuLDOchoGO7O99Lh8/Qe9ORtvEoDMRrkC3E9BQkqCAopQNoX7zH2sVUtTKFmgpLgW9MMg9FlUfFap9HvfK6KWKjrBmC/4e99w6y5DzP/Z7O4eQzeXY272zexSIRIAKXAMEAkgApEmLWlSX5mpdUcJV0daWy/7Jd9h9W1b2yZZUYBZAgiEAiZ4IkACITWGAXm8PM5snp5M7tet+ve2Z2CVxT6yrU/aMPajAzZ07ofvvr72z/vud9nsglxgTVa+Fzn7ocu3cNY3aeQpscnDpzGpVqGTptUxBifqGOk6fOoKunjzYW9UYLJ0ZOQTNzMHRq2ZZxfnKGAUlvqYjerjym50PsPXAKjhew36RCMIqgCfunUjtsiM2r+7FpZRfU0IHitdlfV40DGNTqH0qQQgl+4PJ4pH2i+w2CcYbBakFWAOsKrFyOwU+z3WH/Xdu0UFqzClfc+nFU121A2yN6RApVIYAU2rEEVpKClaCrbLKSOox8uF6NVau+X0u8MX8XrKbAb/k5QucMefoSWFVjHZEcMYTUYgP7Xn8XM3tHBYjjgCyPgQollvOrRwGk0IMcB1Bo4CyCW6qZsN0g5R/5Tn7rO7+5pHnyngceZGWupJBCU3yJMUKMXoYcRZifnUOrVocmKejMjOH0i4/A8z0+b3OFPCzb5jHGvp/cqi7GnKKpcMj2QjXQs2ItnnvjHTzy/CsIyN4i8Pk9JW45F7YJwutXBNkhENCa3It57NIYIbCYtvy/x96KY3jhLV30Sb+nliU8HyXi19DtoKdaRqlgo91uotlqwI20JHArgbtJUB8FQvG+KYrwYU4S7SOG4XSchFKVNpoANfnhyuRdTEFKpDuVBSik40YbQPCP5rkum0C+j5XbtmKh4+H4waOsWEwDApePKSgWdn/yNuz+2KdRo8WnSMKRfYd5u44dO4LhzZtgUPhTuYqB/iFYhg3ZMqDbFl584xX84rXfINQVthOgN5EobIt9opfGmKjico27AKzUsk5fdDxCRUWkGgDPvSEsRcFgbxlXbVqJ3Ts2oWrGcNstXtyIZbJDIVsOIdGUOfBKYhBcyJfw8vOv4N4f3QVdCqHRY3mRjhTEpPYmH+gQvuvCMi3kLJsXnsgGhcYgnfuxpiInGbi5x8b6W6/HOa0Hni9xEJUAq0dZsUrHTZxHNEY1HD82ggN7D+DMyAhmp8Z5XjVyeXzyM5/E8KZNcPwAHTdCq+3jzJljbBnw0RtuxMzYGJ568gn+3Nq4fRdyxW4ce/ttDA70YN3mNdBtBbZtoRk2oH8OYT4AACAASURBVEvdOHrsTWhmG6ps8ZxG5zbXl9TOpBAmR5aArABkBKRqTYIVfVfC3KzDIY5+p35J53j2pKwCWQWyCmQVyCqQVSCrQFaBrAJZBbIKfBAVyMDq+1T501/+u8U2WlIcpan2DA6S8CR66qKajGGFuFC8wAaAL2aFoowuaqnNOf076Z9IhecHLWiKhyt2bUJPNYdizkKhYMPOlzHU34Mnn30BP3vsdVx3/Xr89X//p3CcNoM0uj41dBPT07P4p3+5C7Yl42++/cccIOJQynIgwbDo4ljCf/6nB+CHk/jbP/8ah6YQ/Juaq+GyrZtx/Fwd//zDn+Ij127E1z9/K9599xgOHB7Frh1bsHXbFnznRw9zqMzf//mXIMHGmfPj6O/NoVTuwYPPvY4jx/fj7/7kM7CplblNrdHkQVnB/33X/Wi0Z/A/fO2zKJhldJwWAinGyLk5/OT+p3HVznXo662iXl/AQquDRifCyKkJeIGLSqmARm2BFYx+qMAJySpWQxh0GHGQIisgVZ2qMYhSkmAlqi2pqVIV8fIgseVwlY4TtxrT4wljeQHysosvfuYK7Fw/jFqziXqzhWMnDmP9+tVoNmZQzufRrNUxMTmJVWvWoViucmr1kWOj6O5fwa3r5Aq67+AxSGEAU4rRCgIcH53F2FQHHqmT/UQtxwo+glcy+8Zu37gKG1f3MrCOySMx8KHELmTPgRZ6kIIABmk7AwrYidiH0dQVGJoOSRGKT/L8zOXzXBuCOqTwI6WbUa1g80eux/qrr4ZLqsmY2v/pvZdUeezdkIQFCdWqUA37fhNeUEcQthMf3PcGq8sVkYsKbvYsNaBJGoI4gk6KRwd47pFfQ5tqwbQs8R4BgW2fYTqBY4QBIq/NEFpV6NwRSma2QVATCMrOxRK+fYlg9Sf3/3wRqFL/f3oeL35HhIXZOTTmFiDHMsLmPA49ex98p82t6wVLR84yODhMsSwYhvC9FNacCu8HQXdJzyHfuxY/eeaX2DtyChLZVhDQg7AHIYS65EkrI/DIY1iYMS/WlPablJLvI1i92KYkndJYUcpWA6KtffH1Ikqbp0WKAKoSoae3ghWrB3D48CE06okHND9DAHvR3i/mNQbJpCqmMUgLTrQHDMtIfU3jTeFnEfTmfVRkVm2SrQAdr2TaQkwK88BnsKppMVZu24ZiVy/2vPoW6vXGonVAujBFJRlctxW33/FHUDQLfhjC8SMcfucoRk6M4saP3MChZwMrBjAwsIKhNSvlZQVzoYMH7v8pThzaD/SQirVLgFWqf6IK/d3iLjs3xApE4m8cQdZMQDPFdzPH57yiOLx/O7dfha9ftRJ9RoBGh2wtCILymZXMW7R4QfbOHkzTxrEDJ/Cv3/kXwG9ziBZtByn/CazS+cCLe77P5zF9sZMDqX0VWljRYecKUGIJH7UUXHX1Tpwd3oRxn45tzDY2R44cwcaNw/yaDKnJfkZRcXL0NA7vP4SRI0cwO3GebT4qff340te/gmpvN8hoo1530Gq6OH7yMGYmxnDL7pvgt5q484c/YC/sDVu2I1/qxuG392DN6pXYceV2DtWjMUDmL516gEOH3oBVoCAuBQgc8VlInQsEh3lMi+3UTZtV0jOzU/A8B6pqQpYMNOod+M7CB/Fvoew9sgpkFcgqkFUgq0BWgawCWQWyCmQVyCpwSRXIwOr7lO0zX/n7xZZXDgphVRkbhQqlG4PSpaAecWG+RD5S2CFgRvJ4SoVO3o+fS+ocKWKw57gduI7DreHU4h1K1PZsoq9UQtupY64OTidft3olcnkTlXIBxVKeE54dx8dDjz6FNUNl/NW//wY0AlHU0ixbsHMhTp6awj/853uxfoOJP/+TL3L6eqQYopXXb+OlN0dx90NP44+/8lHccv2VmBxvYa42j0rehJnrwT985x7YloT/9M0v4/TZCfz65Tew67L12Lx1F773o0eAuIZvff02nJucxPjkDLasG4ZplPG//fOd6OnW8cef2w0lJmsDD2o+j/3Hx/D9Ox/H3/77T2D9htWsWJUUCzO1ED+8+yFsXteD66+9CrPT0wxq55ouXnjtLQ6hqRZNNJpttNoeg4tm24NG3o+xz+2kVG5qJSX/QYJADKCT28VglVqlCdjJmgSn2URfDvjybZfDNgsoFMsMVg8ceBe7dm5BszHHrdDHT5zg1+zp60e1qw+TU/OYnZnDUG+VYZJh5Rm0UvAY+YTme4fwxNOv4o19J+BFlHbtcNp3FMaQ6CsOkTdVbNu0Gv29RfZYJHsBGkuGLmOwr4j+qomD+3+LaLQBTSYoyjIvbh02dZ0VcARMNLIEMA0eoz6PV+HnKlk2BrZvxfZbboJSLLP/IoEXsQiQwMDFIqUumGLMkz9uEDbZG5RFd+9hBUBFT6FdurAgVKUKVArJIkgrK+yX6867eOzex1F2ZFSrVZYN07ggEElA3HU6DMQit4XId7lNO91O9qclKwBWPUb/v8Dq3ff97AKPVYKrAnCSTyQjQdTm51CbXWC/VdlrYd/T98Br1WFpMoo5g4OfLDuHctVGwIFk1B6vQZUUhEGETruNmZka1NIgFrQ8fvHW2xibnILTbLNXMKs4CSRL1Oou4Cel2dcWFljNR4pFarUXbrvLQN9Fc9bF6tT0GIhFBgFWL1Dc096RelSNOf29a6CKK67ZgYmZSZx86zw6jiOU+pqAqFz3RLmankMpDBZqw4gBKqshwwAFVcXw0BDmvADnpyYQEBykqY6Uq+zZyk4LrPItGzKisIO1l+1EJ1Zw8tBIYgVAMF14uDKoh4RP/ME3sGXX9Wg1Gjxfkvh65MB+HN63F9dee9ViQNPs7CwmZybRacyhNt9Gu68CzS7BX2hB7e+CD30RrJJFyQX2CRd/HvCCA1kcCCsLobLWOBAwJksO2sZcF0Jdgp6zEHgydq4dwieuWIv+goYChbBFAUI/4NAnAr0KB5GRBYEEZ8HB9/6ff8LMxFnYBsHPCDpbmICtDfhYku0CnadUZ/adlRiq5nN5dFd6eNs+u3EdtvVUcXZlP0ZiSwT7uQ6OHj3KVgDkwZxaKhDYrM83sOeNN7HvjdfRoXAx38Gm7ZfhD770ReTKBfghUKu1Ua91cPLscYyeOI7PfepTvI3PPPE4jh87go3bdkJSTRzcuxfrNqzF1u1b2DbDUBS0ZAug4ESpjkgBxs/X4DUXkCsW+Zg2G03uNKBpaGJyihW5tO+HDr+LOPBg5XMcftdotBBRyFh2yyqQVSCrQFaBrAJZBbIKZBXIKpBVIKvAf6MVyMDq+xyYT3/577ltl25pyyIBF1JaLVeIXQjrknSTpNV2yWdV4NRUsSo6IQlgEVCJ4VEfOnvwparBGCHBUZJb+tTqTu2bOQSOg6bbYQ9KUjUSUOO2ZbINCGPYRoC1g70wNAVW3kLOLqFc1jE308Cvfr0H64fLuPXm61DI5SDrBvK6BctQ8NSvXsOrb+3FX37rK9i8bhXclgdFoeAoFeMTHfzjd36EHZcN48uf2Y2WS2FMLkxDgRca+MGd92HtqgK+cfsncPDYUczMzeOybTvgtA38r//ln/Cha9fhCx/fjX17jqDjNnHZtdfgV68ewEuvH8bf/dkNMMlzs15DT183To+7+Mn9j+Jzt+zAFbt2oeN0oGk65lsyvnPX3bjmyi245rJNnMLuBgEOnjiLV1/fgw9dsRWRbqDTarEv4JGTk5hb6LC3IvuBLkLEJEE9yZXnY0feiaTd63TQX1Fwyw1b0F3Ko1ypYm52FqdPjmLnto2oL0xxGM+hQ4fQN9CP/v5+OG6As2NT3HI/ONAPUzfR7HgYGT2Ngb4eSKGLQmUAP3v8eew9fBaqbiGicBZSZPohq09JxVUpmtixZQOKBYMcFKHppPg1IMkhtu1cixuu34nzYyN48YePw51roKibiH0fshLDMgkgJ+3xqkw0XbSPJ+COGoAV3YA9MIDNN+1GZc06xBRWxa3mCaxjRV3iUcvt6WIAE3wLAocV1UFEajOhMEuVb2l41eJ9SWs/ARGCquT1qpCxIrWqUxiYaWFubA4P3/sw+lBAV7UClQ1aCRiFcByyOugg8BxQm3rgdXihgT11eUFDtJmzAjNREF6qYvXH9z7wO2CVlZnsO0sgEWjWahxgFXkh9MjD3md/iubsBKtUS8U8ijkTdi4PO6cmr0X7KgAYQ0SEaLYCjE7MozSwEpFVxKPPvYKRc5NYu2EjNm3djtn5ecxOj2GhNYd6cR5XDV2Dd9/ag9rMArfWC//gxZB6MVslIVbpIk1qE3Ax3F6++HOx9yq9BsG9UPKxdutq7LxqG86Mncb8sQZ818f4+QmhYE7OIFLa8zzD9hkE9jSEdNxC0dJN+JeWiHJxiCvXDuHm667Ac++O4rd7DyEySIGrI/YjaOQvKhPQjdlqhLx0w8DBum1bIGkGjh86Dq/j8NghTTXNa3SuWJaNz3/9z9DdvxZz0zNw3Q46nosT+1/H8SMHgJDsCSi0KeKxT9pxnQLcYgPx9u2QKECtEyDqrorzjhYIIno4/S9ZTBClFpYXyz8XaFyzHQO12MuApkHRNFb9+pLG7fgMgFUNkWUzLBzMxVjTU8DlG4exeVUvLCmCHAQI5AgKL2wE8AIflprDvT/+Md565SVeyOJxTSOHHhu4i0CcIDu5YrCFDPUNWCZKpTJyVgWmDnzlhqswoMmY6OvGKbnEjyMVOM1XBFZ5kYkCFFWaEVQe3+++uReH3nwNehSgtjCHTddej+2X7YBqaPD8CG0nYLA6NnESp06exNWXX46CaWL81AnMTZ1HqXcFphs+Du/fjzVrVmLT5mHkTQO6LKMpGwibbRQLCtpegKmpOkyFOig0tDod1Op1VMtlaLKK46OjvEhB+WRTtXEOSbQNCwvzLZw+Mwa/7v43+s+nbLOyCmQVyCqQVSCrQFaBrAJZBbIKZBXIKkDdjcuvxrOKLFbg43f8rfiZWraJJqRt/wRX38Pv8HdVYxcqWBch1LKWXOot5aClNEwpUcBe/FoXKqpSJRdvnFAhcZgKtR/7cJyOaDFP/BtZ7cX+iASNaJsCEk1xq2neLsI0dMzOTKHTaeDD116NFQP9sHQZtqmh0t2N8+dmcP99P8ett+7GzTdfDdeVYCCAYeRwbqqB7//gu7jpI7tw6/VXcpq5H4Wwiznse2cW3/n+d/HFO67C7g/dgLNnJlHvLGDFmmE8+PiLODs1i7/8kxswOxHi6NEjuPq6nRg9E+CxZ5/CN7+8GyEszMxOore3C/NNGz+9/3589Q93o7/ajdgH8iUdr+8/jTd+uw/f+sYtHJKFgMJidPz4sZfw1oEzsPUcIJO+dMmiYbG2SS51JDlQ5Bwi34EmNTA0UOGaaJqBZqOOKHSxZdMaKJIPQ9Vx4sQIdu3cjmKxyBB5moKsKiWU8zloOm3zPBbm59BVLkLXKMWoirvufxKnJmrshSuRnywhKJ++KJ3cQV93CTu3DsM2ZQavErXT6gY0Q8JlH9qEq6/dCUVXsO/Xr+OVh59G2VOgk1+jLnFQDNknclK4qnCrPLeRk0+jrvHfDdWEmiuga9tWrP3QNVDyRQ7RWlRVE/pURdu4JAk3SdrGKPbheW34QYdbl6UkcEmMZRp9iQ9nCltjej61/1NbPHlJitAeSabvKizdwtzUHH52733ocYro7irD1IR6VpEk9tF1OvNcF2qDdjttYQtA1g6UMk5t5okfapoz9O1/efGSZq0f//R+0eKevF6qWOX8LgnQJBntZhvTExPcnq8jxLvPPYja+Ch0K4di3kY1pzAcJHWdCBQjdS6pROkQEP4iL2QJ9VYHUasDWc/h7hffgb3xKvzRn3wbK1YPwvFcRK0Iz4w+hr2tN/GR4EaMnTqN2vQcFmZnMTMzgXp9DqHnw3eD5HwXKkrBWJPQqCSYbfG+5fPMRfYkiyCW8KNELeAFbL1sA5ygjYUZF6Zq4/DeI6zUFYFUYgEioIWeWGZFfLVcwDwpHWMJpmZC1TW03Q5WGhpu2bYSm9aU8PZEjOdePoTZsA5Jz4sWdvIXJkUwjVUea+RLHHMLOc1bBGllL+AAMI+8WkMKBZMhGQbWDW/mwKeZ6Vn2+CQvUt+pIyKv5TDg+Yda1EltS9Wh7fTJ+mLtFoSkOg5CSN0DfI4t+V6nw2e5r2pi57J8ZAm59iKElckDleCynmPrDZ5UScVKYXB0QtI5ougo2zY2DhawdagHuzevA+IGadGhkF8yQVZoODFyAj//3vcRNGchKWSbIcPlgLAIOQKOmvC9lUKyAJGhyqRUV1HKl1Cwu2DYMr5w/Q5Y803MDW/ElFliRbznuti/fz+2bt3KVgD0WcGheSFQb85h6twcnPGjyIU+zs/Moe9DN7BvK39mqBoHVzXaHV5kIxVwV6nKFhjO3BjOHnkXRrkP86GN8XNnMdjbjcH+Hp5vyGO1QZ8SzQU+BuR/PTU7y9tczhUxW19As91CX7UbqiTj6OgJdPeVUepWoRRpQdGBW+tgfsbB+fEazh8cu6RzPHtSVoGsAlkFsgpkFcgqkFUgq0BWgawCWQU+iApkYPV9qpyCVVI00cX+ojKVDPOS2/J2/+Utskus+oKYafZTXQ5JKTSFYcL7gNX0fZY/J338cqWs2A4BaUWLLsFfSvYmUEGBMaK9mcAqQQcCsPQ6oWQgCiKYps4XxPUatSAH0EgBqSHxs9TQbrno7algxUAVpUIelWIOlVIV41N1/OblF7H7xivw4SuGRXK4ZaBcKeGZJ9/E0794Cn/x7Tuwa+NW9mEkRVKjBXz/X38Ku5zDv/vC9Wg2Ag6K6l01iBdeGsFv97+Fb3/1o1iouzhz9iT6e3owNhvhlddfxR2fvxnNWpuT01es6MbLbx/HfK2BL3/6Gpw8P4NqwYJhl/Hde5/GqYkGipbNrdTvBVYFl4oQKNSObwFeDbs2VbF93QpM1mpothycPj0Bx/Vg6wYC34UTeZicmMSqVUMM1EjBNztfQ19vLzYMDqJYKGJyahKFnI6uah66GmOubeCu+x7DdN3jFnHygmXAEUns70hgaM1gD7ZuXAMNPgMZUivTaxu2hBs/djW27tgASZWhBhIe+t6Pce7tQ+i2itBJner7oMwjnRR0qgi9ocfSl05qVlODKelQDQtSdw/WXfthVNesYZ1uCuHYo5b8MhNlJCnm6EYw1fPbrCKlIKvfD6ySBYD2O2CVWuS5oTsCfvi9HyA3I2P10AA02hKyGaDWdApG8uj9PIarZI1BAJgUoLxQwLBWwFVW1MYxLhWs/uie+y4Aq3GihGWfZOLhsgqn3cbU+AQ8h3yDYxx+4XFMnTzIYNW2DFRyKo+DXMFkmwgGq0lQE6fHx3S+SQjcEJ3Zecj5IqaKvdj+mS8htno5uK1a7sKbZ36L5w4+iZs3fwLX9F3PtXe9FuLIYY/byfFTuOs738Gx/YcWF1KWQ3FWIiZWAsvnjPezCGCFcKLS1C0Tpq2iu78MWQViVYccKTh28DjikJSTIuFNknTIMYXWBSiaMS7fvhX7jhzHfNODZdqshHQDD+tLeVyzsoyhHhWlrh68snccbxw/gfFWjFimVneyPuBsex5lVG4GtooOSVc5yI1GCg1Gn1vmwbCPguxc1+PtIWhPHqM0p8kKLSyIRYF0biPwTx6skiJBi2J4RhGhZUMKVMT9q1jNyh0CqfJ3ma3LxZ7MS/UULqk004pug+TLyAGqBom+yD9X1TmwS1YMSLqNwO9AR4xKzsIffuxKXDeYQ+RFcMg/mML1fBrbAfY9/AgOv/0qAlXFxEIdzYD0vzLvp2WYYl6HBMvQYakqdFVhK4DB7kHkyiV89PJNaLkdTJeqaMR0ICW0yCP62DGsXr0atm0Lz3A/AFoNHB85BE8qQm+dQWNsFFJ5ABs+fAvazQZ/XtBClefHmG+0YFkSnI6LYr4AW5XRnB3D8f17oNgVNCOTLTO6igXYps5+svlSHshVETbrkElJDBXTc7OgNZ/eShcWWg20Om1U8kU+/hMzUyhWyqh0FaAWaKGwBa+zAKfTQaPVwqtPjn4Q/xbK3iOrQFaBrAJZBbIKZBXIKpBVIKtAVoGsApdUgQys/lfAaupLKPxQRVAVXzkuu6XttimkWvoTtUwvKV3pfvF6STw0P5DUOcvBqrhvOSRJtyF9XYamF3lair+J12YImySpp2FaIomZLstFiFa6reTjSr8T1OL3ZEEWhb6E7EoQRBQCRepJHQ6lzHdchCGFR1Hjr4xcvsoKMcCFZikwTQu2rSOfz2F2usOK0+uv2YL1gyugKgEHcoWBhUefeAqbt6/CV2/dzcFFllWAbJi4867H0fBm8a2v3A5J0dFpN6ArGh579iWcOX8Wf/iFT8IPAnSaTdi2iWde2gM7Z+Pmq4bxwuvvYP3KIRiFbnz3vqcx35Zhahor7ZYDlCXFKrGVGB7752qI2+P48id2YveuzfCCJieHHzh0AuVKD6pdPWi3GjhyZhrHRk6jv68XrUYdtWYLp86cZfUipXq7XsAty7uvvxblooW8rePQyQbueehJdAKFx5AaB5wiTx6bFKATum3s3LwWG1b1c/o1HStiWaSztfMKPv0HN2H1un7GoPTaB17bg2fveQgFX0GO2uwDgukxgxZdlWHpKsNV2VAYrMqWBp10caoFT7fRs2Uz1l95JdRCntXFrEZM1I4C4ItwGfp5EayGHV4U4NbpxTH8fopVAVZZrcpAn74I9AhIZJs5PPbIoxh54QBW9fdCiyOGlhqltTNgFeCZAnsiAkE0vhhkUeu6CE9KA6aCKMJffPelS5r47vrJve+pWBWnQQxdVuB2HExPTPLY12Vg9I1f4ezhPdANA4ahoZrTkC8UUemyeLvo1Bb7S+pVDZqiIaK0cwqSazTRdAJEvSux9sM3I+7bhnyUw2v7XsLTZx/FZz58B65edR1a9RYvitDYpHCy1sIc7r/7R3jxl0/Bc5rJuSt2ObVyYNfN5Ly+0A6AbEuEdcCixyrNBAr5mkYMKSvVCp9LQeiwb2m5twtz07OIPFLHkk+nLyxJ6D2iAL1FAzddu40Dke689wnMNiNWEredDmJNwgpNwUeG+7FlbQVdpQIK3SsxTl7Fx6ZxcuwUvGgGCw0VOcNGNW9C13TM1DsYnZjDvOND0gjsSgzxuW1dEdYBsidgMG2JppKqkhaSQlZmcqAWz3FJq7wsw/MDHt+KRJYbEiI9h7DcB3nNekQLDTEn0Lhf3vPPKVOJbQsXOB1awthhseZso5DYBdCJqWqAbgAE1ikkisG/CsganbREq1nRumNdHv/p5iuhuQ7aFFDnR7AVHWHUhHzkBOZO7EFHkrFnZAQnxqfQJlV7THYaMnRqoyf7FtOEbRiwdZPh/rpVazCwYh3Wr12JY50aZsPUz1ts+8zMDCzLEgsntIBCitd2HadOH8bpOQnK/BGojSlI/RvQteEyDpLK5wpso0LhYLRwFccO2q0mCnaBA7YCp4G5ibNQjQJqHWB+Zpq3ixfoNBXFYgFapQ+duUkg8BFLGuqtFqLQQ8my2f+ZIHBXsQxdUVFrNVHu6UUQxBg9fQi9vTlUqmSLINTyT9yz95LO8exJWQWyCmQVyCqQVSCrQFaBrAJZBbIKZBX4ICqQgdX3qfItX/yPizCCfe2oZTjxebzYyzB9iQtdFZasAJZ7sorHLCWrp6FYKaBd9GWlQJtlQCSFBsl1/6LKdTFYi4Ow+FEJvE1a4NleQASepAE4QiBLylYCsRErlDjdm1RexGU5bCZixRcBC1KZqbJOfcOIZIKCZI9AKVERAyQ/8uF6FDQkI4w9VsnaVgFR7MLzPW7nVbWYLQZ0tYh6o4lqt46Vvf3I5VXkcyXkbAOvv7oXZk7CZz96HSSN2qwt2LqFnz74GF+033HbJ2DrFHoTotX0cNfPHsbmrcP4+FVbMdPoIGcaOH5qCv9y/y/gSDkYBBgTuL38GCwyE4IEikbd5rDjaXzt1ssw3FXAWG0OxXI3Q9ThTVtY3KZpCs6dn0Wr6WD71q2sqJybX8DRY8exYuUgyIlgenoe589PYdvmbVDkmIHrS3vP46lfvoRYMhBTS3vsIyR7CfJRpLRvOcLHbrwGa4b60KxNo9NssNeoF3golDR84aufRO9ABR5ZRhDsbnp49t7HcPKtQ+jWcxzqwypjBbBlGbamwjBVqIYK3dKh5SxQs72mGIBuQypVsP6Ky9G9bTOPQoJVQqmaeK6yP6VQQBP0JrARhBSiw7T3PcFqOoYJvrIFQGIFQD8TYKLxRW9CY5XC1mZmZvHzf/4JwmYLPXYOehwxRIxo7JBnJ20TK8WpdTlIxq4AidRCrpBEl/03Q/zF91+9pHnyzrt/KlSAqQJWEWFSIqMphiYp8F0XUxOTaNUbMBQZYwfewOjelzmES1MVlHIG7EIBvVULqqahUaeQr5BD1kzDZCUnyUBjOo8cD+1aG16soTC0Ad03fAkj7x7B/Y//CF/85n/AZRuvRDsEcuSe7DvQNeDYwX2478d34dA777Afaqq8TuPFGAwK2rdYA6FYT+AaQ16h6EznjxQOUhs9qM1e14RfahggIIW7ovKiQeC6i4stdBwHumKsHlqJq7dvw/CaPjTbbfzLj5/EZD3g+YL8Qt3Ix5Cl49OXr8fOTb0ol1bBtGPoJi/DIAjOoNzVwOnxPigwYaliW91QxeHRMTz8y1dwZLKGUCEwryNHKsvIh+N3IIV0zMWcSIeItokXBOhMkmh9geapJbBKqfMEjkNTguS7COUisOUyoH8Q8vgcLyYxtGebl8RXmOfBpJaLBrbiB7It4HHJ8JUWqVIbBmG7AZXUqhpYPs7ewjQXSoBlswVErNvorSr4H2++EussoBP63NqvhhIkxUN09Dikk3sQaipOzc7i6Ng4To1Po0P225DYEqBUKDDwJ6V6wc6hUMhh2/BmrF2/HYXuHrxZm8Ncy4emkG+tL0efkgAAIABJREFUUKF7HtkeJL7ItFhCfsVOA+fOnsDx8x2EEwdRCNto6hVIXYO8/EbKe7IkkFUDHgUChm3+yMrZOfZmDf0OArfNwHRmronA83gRi0K3KFyOuhakXBVefR4afa6QetZ12Tu5aFrw4xDz9RoGe2gcSGh3OrCrJYyePIV333yTz/H+Fb3o6+vCQH8PHv3ZM5d0jmdPyiqQVSCrQFaBrAJZBbIKZBXIKpBVIKvAB1GBDKy+T5Vv/sLfCBiReJimwGI5oOAL7iRx+71fJrUCSJKlk4v1VPW3XP23/HXTVv7loHbpZwHAFhVopDjlYBUBBwiiijRtAQzoP8FdFnGMeBwnaKVejXTxGwrlF8FVhKyQjOiiX6Xnh4gpwT6idvEIPgiUahzGQh6aHqWBs08mNb26glVw0nkAP1TgRQSlCd4IxR1BvijqoOWSGWUEKdYhKx0o5MVJwSzE4fSI/TdtzcbY7AxytomNK4dQzGsc8hIFCn71+m+xc9dmXLdlA2JdQcm28dbeI/j5s29Atssw+LUTFeYy+MRwKf0fKWObLQyUHfy72z+ELlXCxHwbplXAmbFJrFs/jNNnTqKnpwvjU1PcUrtyaICh6NzcHM6dH8fmzcMMqdudECdGTmP1mvX8vsVCDg8+9y7eeOcgZNUEyNsxchmsko+p67SRt03cfuvHMTTQA9dpwmnW0ZifRb1VQ1evhc996RPIFw14pComK0eoOLLnIJ6951EoTZ8DsygkifKBbElGXiflsALNVKDbBPhISadBkQig5eCrJipDQ+i/4VqUqxU+HoTgCbAKpTQ5ngo1qk9ep4HDwVXcPk32Be+hWBXjTYSxieAqYQUgvFUJ60pQZQKn1PItIV8q4sAbe/GLBx9DZ3wGXaaFomVCVYiMJecMbQ+rqdM2dzGOhf8jAVsx7v/yB69f0jz5rz++5wKwSu3bfD4rtI8RDEVlb1WyAqgv1DjBfn70IE68/Rv2tFUVGXlLg5krYKCaR75QYO/PM2fPwrZsVCpdyFkWckVCpRQXJMNrOQzuQsWAuuoKBD1rYZQH0L12BVQKyotNmASXAw8vvvgsHn7gHpw+eQIgtTABWgj4S+dpGkZEAUWpC8ASVE3A6kUKdeEDqzH89X0KUQvZn5S74rnFPWLPy60b12P7lmGoMqlaA+RyOexY20TO6oKCMrfCHzl5Bv9051NohtSWL0OzTbihj9V5E5/atQ5Xbh+CWarAIDEnIhgSqXwnoWk+5mvdJLQGIvJJpXFisi3J6++O4q6nXsKMFyBX7ebQMPJS9QKXxx5BVArsI5U8jSuVfIVZ+E2qf7H9rGzmYRQhCCNEpHAOHHjdQ5C2Xg3aGrVeY5AceS4vdvCYS4PcaIwmKt+lgUWKYGXRu1jESyVTKs1V9BspQhVhCUDHiuupGqxmlS0TsWEjZ1u4btMgvratn1vkeQ6KAI/qMDcD+a1nMD07ixbNE6aJ01MzmKm14IfktWpz2JtJlgNxxAGElXIZm9YPY+XKjZBLFfx2agGTCw5ipYM4EmF0S+emqA/V0pCBVruGQ8cmUYxr6ExPoi0TDC1z3VgVrmjQDALbEjTJ44UCqje9pu87vOBGQnKn47NVga6IcSBqF6Pmy7CkEJamgrLCaq0WfLeD7mIRbdfB5MwUhvoGGEATmI8NE2+9tRenjxyD73eQr+Rh2Ro2b1iP5391aar0S5oYsidlFcgqkFUgq0BWgawCWQWyCmQVyCqQVeDfWIEMrL5PwW76g7/mvywqky4KrEoVfhe34C7dL668xe8EbS4Os0pb95d8WFOvRAKrZBGQKgGXb2IUEUgRbalpcBX/wmBMPJLDq5LU90XbgCTtXWTdCG9XUhMK6wDxXLYlYC0lPZ1SpCk0hdrFCUCEUGUTUuwhYNWWCJmhbQkImpFHpmwhjDvcxh9JhF89yJFG7JQa2RFLLchkPxArgmXIBHBJ7aYhUusM5aLQQOxFCGSCKQHkQIGet9BszSP2YnhKCDnyoEs2OgwAXFQRABS2ZenodALMtADNzEEJW+zryTnayywQhNIttURQ0W7WMDyk4E++eCP67RwcI8T58SmcOz+NLVt3YmZ6CqZp4MTpCfT09qGQMxF6LqYmJ1FrNFnJB9dDxwlwbnwaw5s2cau4JEX414dew9GRM1A0ExLDLIeagBmo+E4H3dUKbvvsraiU8pDJF9frwK3PYnpuAn2DRdz6+RvJfpLhikJwVTHQmm/j0X99ACf2HEK1UuWamoiRg4RCAlZJsWrmdJjUnmyakGUNpmJBNfKIDAvmh3Ziw8aN7A3KAGZZ2zORNgFWyePTQRhTKnfAIP7fAlap/Zm9VWOJw6korZ3S4Om9ioUCjvz2Xfzipw9i7tR5VMibt5hnUEZAlW5kHUBjnOEbQ1UBVqmVnWFMHOOvfvjGv3HKEw//4Y9+kvgRE6gllaEYIwQZ6fwggBV6ASbHxzE/O8cqwdb5EZzY8wIruBVZgqUrMHJFdOcNVKtdsKwc3n13H06fOou+vj6G8aWCjWqpyEnw5MG64DQgk++tPojq1Z+CtfMGhBPzcDUHauggchp44pFH8OAD96NYKqNQqcIslGBQuJhHwXQCYhNQpUAhgvuCM19o6SDmhkRlmSgW6TEMzWgxxPPg8uvROZwokcMIH9k0hG989Q6UbAVx6EClNnxZQtk6itl5BREG4cPA8fNT+McfPoy6pzJQC6QYqqmjFDj4+M41+OzHrkRsyjCVItSIAs1c6LlpeA4tihSTKYsWC2TomolO28dMLcSTvz2KV04cQ6BbgE9KXwdhSOdNAEWhbSElc8jhcgR4SXFMi0E8D5GHBiQGx7RPDqkz2xRiFaG5bTuk/i2Q50lBvyDmY5qECMYSXOU5c8kKYPmgosUjnit5ZYPGphgrlAUYMVhlIs/hVRIp+xVhVxFqeYasMCNIZhGQ8uhbUcDfXNWDActCy2lClQ3Euoq400Hwix/jzMlT8AMPQ2tWoxnGqHkeKEOMrDWq5RKK5O0cRbA0HYVCET1dvejrXYWoWMY75+dxfsGBb7iQYlrIEjYzwtM5CTmkiScEPCnEmbPTsGQXBcNkpSzNlaTS5sUMVYcXxJhdqKOnSjML7TXZpiQQWo4xN7fACyh91S5+L6onlYqOyanpGqqmziGI5OcwvbDA892q/j7UW02cGzuPlQMrkDctOIGP2VYDBw4eQm18Eq1GAxbPhzKu3nUFHnnsoUs6x7MnZRXIKpBVIKtAVoGsAlkFsgpkFcgqkFXgg6hABlbfp8o33f5Xi2rUxTZpuvQm8pPcOPGcSYxQuZHSU3hB8pW28CVkLz7R2izgEN2XqKyotToSqtK0jT8hDsmFfszvF8YiDZzaLFNBnwCo4mJ5yVP1QiUr81GGKiK9nWnesrTwpQbi5UaDwkJAhNuI24XKWfFaF7fWL9ZEXmo7XdLILr7SBeFdBGPe6z0khhzpLWkNT5SSBHrT90+hAXstslqNAEQScJTA0/cK8OF9on2gY0HhOW4LpYKGjcMD6Okpoi+Xw/T0JMOcbVu2wLJ0+J6LI4ePY/uOLdB1Co2KcGpkFLoKDKzohx8pOH36HNqtNoZWrGZ/Smof/r8eeAnzC7OLATu8nQnoaDfr2LJxHT5x040cSkMqVoZerov52hjWbszhQ9duF0cu8lhgTPtsQMP+l/fgybsfhBnpsHSD76fE9bKpo2josBUCf6RC03gMaeQLmrMYzBJkNQq9GLhiB4pb1iLWdCgUYk6J9uS7yuMzEDYA5HsaU5t1qkpNx5Tw8uXxHXriHGC7DFXAVG5Hp/0RqtXlY0a0VEfQ9RxmJ+bx9itv4NDrb6I+MYGybMBSRDgPtdvT+UIEi7aNEI2kSlB1nU+vACH++s63lo2V3//H7971Q2gU6sXqWhWSJiFSKLGe3kuDGpK5p4/pqXHMTs5BCwF34RwOvPYrWLInQCzBNMQo2RpsK49KTx80s4iXX3sTM7PzWDXYi0LehmbnOZLJCWMEUBHKMuYcF9OTdfSuW4fP/elfw3EVjJ14DWd/cS/ePDyCqbYHq1hi0Ow6PsIgREBgnnx5k6AvXdd5/iHPSlaaJzYAaa1Fe7xoCaevdL6wTJMVxPQcArSUQO+HATQJ+J8/dzXWrKbxpDBAlRUdpL8cXHkO8/MWgnAVvDjGTLOOh36xB28ePgvdMtBpkaqWrD58rC7l8ZVbr8C6wSoKpoxCfhb9q0/Ad8uYPLkVXtiFUGogpkUUXmBw4Tab8MIO3hit4edvjiAyLUg07khR6zYX593U2iDtFEjnZlEXgq6pAjtiawLJU+DFeeDynbygINXaiD1PDJRF2bpYZmGVP817NI4TOwU+X2nsJ2RfQFYB9umLtf08fSc+t3TASL2qWYhZLU6qVQWgY2UUYeVKuH3HAD4yqCF2G9BjC64c8fGQpk9i/LU34TUm0dNjQYIPT/Zh6AXQ6M/nS8hbBYb6qkJzV4yiVUKpawX0vlV4d2oOZ+tNPr+pbcDzXPZa9si3mD6faE5iRe+SjzfNaxRmKD4nRCAcjRuCw64fYWJiGiv7KzwGSDlN+0kuMIpuYmx8DLpmoL+7W/yNzlGd5hcFe4+M8PO6KkXEsoLzY5Ooz81j2/btDG/3vfMONg1vRLVaxRNPPgkYOqbn5nB25BiD3VKpyuPxo9dfg7vvve/3P7GzR2YVyCqQVSCrQFaBrAJZBbIKZBXIKpBV4AOuQAZW36fgH73tLy+Ah4sgkU1Il/xKBVwVceopwCTFDl2kpkCSwJbwjBRK0kVPP/YEFA37Sxf67D+QqE4TJRoHVgnVEYOmZTehOF1SvaYK1VTV+l8Dq/zmizfxM+3D8mRscd9yALoEPX8Xrgr1a/qc9FnpFqdhXunfwyVGvfgc5h0JWBXvu+RHy89/DxibKn1TYJBaJVCv6nIl3wWFk4RimMAfKaN8zwFil9WfBCEZXskyyqUiNIIYkgTXaWDFYA/yOZOVoDOT0ygWyRqgj0HgqVOnWZW4ds1a6LqJhYUFfPeBl7ilnm4MLGiPKDgoDOG067hi5zZ85PpruNWcWuiF4WmEjjuLdZvy2LJtLYOGWCIYRM3QEXRFR318Ds/e+yjOHRhBTrMZtshhAJta1HUNtq7CMg0ohgJZlaFoGsy8DVU1OfFbNgrIDQ6gb/tW5FYMIFJIVUr6YTFuw8iH55Fa0CXXz0XricVjm4y7SwWrtI9+LHFIWOAFaM8t4MzxYzj8yhuYGxuHFSuwqLU6UayqqgSNYsUZ3mi8yEAQ6D/efWlg9Yc/+IFIu9cI4GqIPI99UA3LgJovICAYHEWYGz+PsbNj0GQNQXsWbz7/NNTYZYhMgCkIA3gOBfRIUHQLdqGIc2OTmJ5dYMsCGr30OC+M2a+SKkyPDUltyVYcHrbf/HWYxSG0j/0SRec8Tk7XMNF0ELIKlYZ8skiTqNBJdUo+rlR7Hkc+qTmXfFTT84A9apM5gyAshcuRCtjQdX6e51ErvlAheomlwOev6sPwChvduSJINBrGNG7a2LLpEBbmDdTn1qNVL2G20cTBU5N49vURTLRE0BT5AKu+g5UWcM2Gfnzutm6sXhugWB5DzqTjVcTkmSGMjW1HJFNImw/fiRB4LtxWEx03wJ7T83jm4Dhg26xU9R2h5FV1UoAnwVLJfMRwlXxHSGFN4yn1WSVRZhjwPubkHHythPaGdXDomNYakHhM88TLcJS9s8laQiFH0HQuF+A1VU/TchPfkXhZsxkAbQ+XXVhoEJAliEhgVSawqpiIkwAumZXjRShWHtcPd+O2Ld0wog7kQAUxfJrWbciYHzmAxuE9sNU2rLwKn1rx7Tx01eDgNwKZpJSl852+DNVGodCFfN8qnPeBI7M1tMnrmvybKVCNF9NiBvPpsaYpVKjAyZ+ZFqXCxKNWdErwZ5KkotXu4Nz5SaxfPQCFfY/JNoH+JrPlwZmz53gsDfb18LnCkJsXG2QcGj2Dlb0VFHIGQknGwkITtbk5rFu7lt9r7Nw59PcPoOM6+PULz6PU1Y3J6WmMHj3EkLlS6eaugBuuvRIPPvzoB/zPouztsgpkFcgqkFUgq0BWgawCWQWyCmQVyCrw+1cgA6vvU6vdt/35IjDlkJhFj84Ugwq4mqpWBcwTqp0U7FGrKrdQsn8jBfHQxSe1TCY2AKyGEu2lQskqQAqjxBQiJEpMBqSkUKWr6otu1La9XFV7MWCk9xSKzkThmqpdl73OUiiWCMlJ3+VCqCp8NFO4thysLr5/Anl5e5PXF2qw37VCoBCs5bdFEJ1YKIi/pWFcQlEmQMGFsPfieqRqNsHALwz2WVKwEgSgmlIvL+mxZIYx9PpB0upNx4kUfQQNSKhGWIx8DWRQK7gK3/FZvUot4SaF/rTaIIDV09vNXqzNZhMHj49zl3CqNBQdyEIp6Llt7L7uWlx1+TbEQQBV0RlqENCF7GDDlgKGVnXB93xADthSgZRnJGM0JA17fvUa3njiV9A8wOCWe/K6JX9QBTlDhBKRJYGqEVxVYNgWNPZK1KGYFnSriNyKVejZsQ1S1ebgMYsUdtTiHAuwSmnx6YJBCu0X658e68hj+MeKVVnj2vx/KVZVCWj7IRpeiI7roZTPoWhbaIxPYM9Lr+DAK7+F3CLNpMqghYC6pJD6Uvi10vlCYOl/emDf7z/bLXvkd773I5imhKAzi/bMecSNBVgRoOX7YAytRVjt4mPRGBvH2dOnEcYyAreJZx/5GZqNeYZFPilQA/LyFOesT63XiaKPMdyyACShLBcwWAxghVuySSmb7xpAKZ9HRanD6nRwcqaGqY4H9n1lb11NJNgnYJV8UlM/ZB6f1IK+TK26eM5S8FdyP4FYGpP0e6peTRWtS3NWhLzSxtqeArYMrsSKARmVfIA16+bQVz0OK2eg3TLRqimoN32MnNFx7zPzeP2EAqNEtiEe+swY127wMWQAN9+iYt2wBMsKEbomqzUdT8WRAzvRbHQJeO8H8L0OAq8Jz1Wx73wdL4zMoUMw0HcRBQF0KeRgrfS8Fi3uwnuXVKqkDKcbPYYJJY3fgCxHZNhKDoFewnx/HxxS9QYeJApe4vk0XeRKLAAo4E1RE8Wq8GpNF59S5aqQxNJrJ/MQzfD8nOSLPFA1jbxIEJPHKh0bhYIAFcR6HpKZx7ZVPfjq1atQksmCQOFxTXOCIucQubOY3/My/LkzKJZUmBT4li/yYoiqaDBUQ4x/ckaWAF0lf+Ii8qVeeMVu7J+pYZZAPIUSSgqvQ9HnBt3IYoA/ZwjqJ4rcdH6lOtPMllrQ6LqFdsfF0aMj2LB+iEOzeN95XpcQSQpOnj7FfsIr+nuFpUKyDEZq/f3HRrG6vyrAKinxaW4jH2F+kDh3m50OpmamMTU7w/PSsaPHUZuZwPz8AvLFMmxDx84tw3jssScu6RzPnpRVIKtAVoGsAlkFsgpkFcgqkFUgq0BWgQ+iAhlYfZ8q3/S5vxDXgAkIWVRLMdgTUkvxp2Up3ITlkrAdgmOLPp5yzG2ZnusQsYKmC/CUPibk9POQE5vZQ5FCWnSTAYjwDhSKQQ4AIq/LZLsWlZlSohZaBhEvVqy+F1ilHVgCjWkhIpEUn2DR9wKry+/jCiRhWvzz+1gBXAxW6bFCBXaxIpa2SdgJJFfhi161yxWr6d8vPj7p9vD39wCry7dXlEt4MlIYFz2BXo/azhf9bdl6gNEwglhBJNGx8hAFhCEokMlHHPqIA5kT1l2X2rUpKZ1UYXJi3SiOK90YCrFakGBkiE9/8mPYuG4Vq/a0BKxSK61pRRjeWkRXT44hbAwfKqmgybk2DoQi9uwUXvrZk5gdGYMpq9BkBSrBVQnsyUnel5apQ9cVVvwZ1AKuixAaydSQ04uI9QIq2zYht2EInuTDNCwYunEBWBVHiuhh6rGaKqwTmBJ6DKb/LWCV9qTlhWg6PgNKW1NRydsw8iYsWcWh1/fgmfsfRmt6HnmVFLmAH3kcrkTPJSUh7d//8vD+S5onf/C9f0Zr8hwa547DmTqN3oKB7q4SXKkLQe9a6Gs2QDZsNCamcfLEKJq+z269jz5wLyYmpzgJPiaYxhYghLOJkorjQypIuhHopnUQXj9IPI55vFM1eYGE6qnDUjVsXrcKjZlJFNUYY3UHkxR0RaLImMAq+R2L3UzVqvTz8lb/5VYYdO4zwE1avlOIRkCWF0CS0D1WaSb+q2kRVT2PoNWAKcXYNGTh5iuB3VdOIldowzBlOC0NUuDDzivYux+49xngmYM6Ag1sJ7G+GuBrnwqxuhihVAZWrAFKZRNe4MAy+iEpFqYmSjh1eCWcto2YAu78DqKwjcCXse9sEy+cmEaTg95orhPVdT3hLU3bf3EgE40Fhn3LFOq0+54fotPyEdhVYNUqhD6BzA5kP7ErIWV8WlgmkDyBJQtdotVfYQWqBI+OX2IXQMeVlf2kpvbEglhIwW4Ev3UDGvkWa6TUFJBWhAHGiEkCbHdh/fo1+NOPbEKfLrFqm2Z1XhyTNPaRDRdmcPLlFyAHM1jdbcE2LUSaBU3VYRkWdDqOHNgVw9BMlHJlWEYBUqEL5zzgdNuFaYoQORLJz8/XoRo6jzlueAjFAhtDd/4MEFA6YNAcIWDIq6HddnDi+CjWr18Ng715iSnT5xSxUQUjJ0dRyBcw0NudWNcIdTa97tv7j2FFXwkl20DHD6Go5M8do9Vq8eciHUNaePJj+kQjxXTEKtaB7gomyLu62Yala1g71I+fP/DgJZ3j2ZOyCmQVyCqQVSCrQFaBrAJZBbIKZBXIKvBBVCADq+9T5RSspr6EKYAMWZWaID9Kqk59VpmkUFO5CNhhfELenwRXggClUgldXVV0d3ehWimDfA51TWcVEoFUAm0L9RoH0tRqC5iYmWYFJF3sMhCRJG51lRNwecFmL7MCSO9PL5xToCoA5EWWAQlUEPuWgkzhsXqBScB7WAEsh6u/L1hlH9pl7bwpWE23eQmWivbVpMpL/p7L4BQDqoug0MXq1OVWAPT45X8Xv1MLsEBdJAcVPpWMrxK4LKA5HUN+Lz/x0ZUIyAhvXQp3klUmDSLAhcGaaLFl5XCsszIvVfSmCljHcZHPGfj8Zz6F/p4y+w6Swoz9PiUZ+YKCDVtKyBWS9mcQsJWgxiEncgeKBC2SsO+5l3HkN+8A7YDBqk7+i6RkI/AoydA0CaqmwrR0WLYFlcacqkO1TegUtCObULu7UNm0AepADzTbgGno7KvqkZKQ2qYJLtMYi5PwmsUjk9hCRJRoT8o92v7fT7FKdeoEMWoEEMMYRdNEwTKhmKTajVAwLEycPIOnf/4wzh4bhR6RSpdCz0RdFSlm6PW/P/ruJc2T/8c3P4mw0YLUbmN+YhKKraF/1RAq5T74uW7oq7bB7lmB+bkFHD18BJ2OB9008OTDP8Po6VNkMsmBRWTOQPCTBaki+YoQGS8OkBKaarbcvEN4cdL6CuE0H1rgQit0Y8uWzag4M5ifn8fJ6QXMUjCcRopVSo+n9xGt56SIJrhKUJXGUqpITWEjLcbQfEHj1jTI71LAyNSDlb6ngJV+ptdK4SoB/Yg8cWUJrttBQQ2we1uMOz7uYXh1B81mhMg3ELoOikUZx0/F+PnzEh5/W4Mby5BdBcNdDv748wG2rbZgFhwUywYKZfJspTGkQJFNKLBw8nAXJs92IQgNVoIHvsvWBPvPNfHLQ2MIRGc9AlL5Bz6CBNilc00KWJdEwUIRTOOQws1o9mi2XbRaAaKeAcTdPZCbbSBuQaLhmninpsdOnKtizqHFMWqPT5WePJey9UUSnra41AL2y6Vke5FHF4s2eUXmeZ2BOMFr34NHC2Z2CVK5D+t37cJ/+MQu9Gsy2mREQuFZClkSEEjW2EO4ceIYDrz4GAZLMXq6KmwhkEu+CCSTYpa+66oGy86jmO8CYMA38hidncX+/XswPjOPHVd9GKs3bcPYzAx/fqT7x+YSvICU2NOQrUWisubwRKoBW10QjI1Z5UpjPfBJ1S8Uq8dOHEcxX0B3tcwLQ6zKp8fJMo6eHkN3QYdlqmg5PiSa18h2gOeQGDp7uHr8iaSZOuYX6jhz6gy2Dq9FJEuYnJxhxfzq/h7c+YM7L+kcz56UVSCrQFaBrAJZBbIKZBXIKpBVIKtAVoEPogIZWH2fKn/09j+/ANylClACqwzPGJcs2QGwijVJFSdlFCnsqpUK+nt7sXH1apTKZeRy5HEpFHek/IlY+iNahuliPL3QJWjSaDYwPjmJ46OjGJuagusH4jHLkOeiWlNeUp6msHG5JcFS+/5yYCnAZIrtlkCpwJ3L0eqFCtWlMKnlEHf5tqTbsAhnL1CfJriUQCXbGS4h3OVgdcmPdcljVRRrSc26HLIwGEmUgvQO3E6fCisTmHuhdYEIr0r6fYWSS2wQ4iSUSSgKBSjjG4sSCeyRtQIdfQoAIu9T8h6kYyqgAh9XOqasUGV9YnJsBbwlqNHpdBiYfP62W1GwNAYTIHCq6gxkylUda4ZtaIYvQBgF2UQRTAo7i3y41PJvGJg5dgZ7nvgN5s9OQ4kjDn4iAGlyYBFBPAH5BFi1Wa1KATOqlWOfUnq/WNGh9Q2gtH0L8oM90FVS4FGbdifZv8TblsJtFlt+BajnYxb7wgf03wBWCVq1vABNRyi1y/kCcroGnXxmKeldDmEbJrz5Gp5/7EkceHUPlA6BefJ/FUCXFMH/8PilKVb/8Y+uxdzsAjyHQroCGLYJu5RHqWBBy/VCH9wBe2gDGkGIwwcOo9Mgz0sbv3jiERw5dhQxQ2lAoYClxMaD/UwTexAGnQTckoEgxl76Bcg0RiiNy48Z2O7YtgHe9AykyMfo1AIWvBCSQorCgFXPBNyp4gRCaTzQOEpDrFKoSt9TRSsHVlGYlK7z49NzhZXSiSI7ha0cxJQoGH3PY99YUmnS8S0ixs3Xufjj2xywxWZItqIhq6tHT2lCY/GeAAAgAElEQVS4+0kHvzwgwSgZUJo+rlwb4Mu3R1g3pMOwfNg5oeRWVQMK2WjENjRFg+NoOHGwC7MTZLmgotFswfc9nJz38PzRcTQ9B6omQ9VMBK7DHrWp8jYFxen8w8F+PPbofCTbDhkaWXO0fdScANKKVfBMG9Z8A747D0SkhiXPa2rrJ5xIcDwWCvdFg2mWr4qFFj6dxXyV+mvHNDfQf2RJQdibLBb47+JxQkNLnwkKA3CHAHG+DKV7JTZ/+EZ865OXoxL6aCsGVJo76KFRzCBWJ6sPv4XXH7ofQWcam7asgyEryOeLKOQKQgFNYBUxq10lI4euyiAMiRYlZDQ8B6+88mv85q13sPv2O3DDp29H06PFO7L38NBxyDtZjB+n0wYdc94v8mTlxS+hhqaFArIEcJw2Ivr8Ya/WgMe1G0Q4fOQwyrRgWC7ywhDP+zQrqioOnjyD/q488raOtkswVqEXpZkQYUA2BaJjQzwnxuxCHbMzs+jvLnNNSQEcBh4sFbjnrp98EP8Wyt4jq0BWgawCWQWyCmQVyCqQVSCrQFaBrAKXVIEMrL5P2W787Df5L6lXIgWc8O90ga8IdSLDCG7VJ6BBwUPiwrNaKmP71q1Ys2olSsUiTN1Au9NCvT6PiYnzOH/+LKZnJuE0WxwqUq50oVguwzBtlKvdGBhaia6eIRiSi9BxcXDkOPYf3ItGo8EX+wSCGJREEXxStLFHK/lQUlu7+BtbFEgyyGYgVqidmIJekot+AivMTcjrTkQiETEhWMBJ16kHLIPXNDFbtODKSgLTWCBGjxWp2NzZnKi6GLmRepP9HQWZELB1CcqKNuSLvVdFK3V6cb/0PNL00rYQJFxKp0/JKeFiVo1dZN2QYiwRQLNMNyiYyQXhNPRcdrHkC316xdQrN9HV0j5ChS8FiKIW1MBArIZw6aEh3Ue57xqndTu+izAiowDyYuT0IRFixIpW4bfaaTewaXgdPnXLzQxWSN3MajtS9SkKuvoUDK3NE2OEppu0h4ijOjnB8hgLQeplCX7Hwb5fvoGz7xxF1GzBknQYig7bUKGrBJiFNyJBDFKuUtiMaZAyVOPQJt0wEUs6PMNAedVq9G7dBq2ngk48zyn08GlchIgUH1JI4EUcSx5/qbcvw1ZSrBIsoXZmCsYhWEftw+piLS9QK8ch6p0QLTfgFvtSzoJtUVo9QWSx0EDjIGdacJpNvPzMr/DW079ELlb4nHFDag2X8F+eOnpJE9/ff2a7AFS81hALJahOfq4hcrkcrO5V0AY3QaoO4cDREdTnFpDPFfD8889h7963OQxscYJIFjYEZKZ7xVhMR5xwDEmMQRJSl9pdxBEdEwVb1q+EEUmo12YxNt/AAqv8yEuTYFvixUx4isC4pomWbApYU8gmgM4z8P10nOmUo1qT1y3ZjtD9BBrJQ9jz3WTuSGwvFJq/xFxGwDrwfT7/+dzkUaejUo7xZ59ewBWbyI4khKRF0AILk5MBHn8pwEMvSwiMLlTlWXzpY8DNu4Wvqq3pMC06juRTTN64gMpA2oJh+mhM9+LY3h5Mz+g4Oz2DjhciV6xgZGoW756bgSuRT7DB85LntEGhgLQYEHo+z7mL4Xd0biaLKjQ2eLsVGQ03RkPvgl3MoVObQlxvsj9yutDEC1qprUpy/ouDKkAzLbCQOpzrnaytCGiaqGPpkazkFPMcK0kXvbIl4QsrSXBcH+QuSv6qkZnHrps/hf/ucx9DVYsQBC6PFmqtlwMFgRzxwoY7N4Pj+/ZiYMMKDPR1oTU2DrQbqBgqVILtNJfSxpMliWqgXOlBMV/hRR0vCDEdhphrdFDpH0ShuxeRrEPRdDEfc8iU2EeCqjMzM5ienoYPGbqhsYKYIHcKsn2f4L5Y4KLPFw4+832cOnmS55ZKuSwUu7zaRB6+MkbOT6FSzMG2dJ4bFVVnFWzbcbgm9NlFr8WKZEmG03EgxyEK+RwrqAnOhoHPdhB3fz9TrF7SJJc9KatAVoGsAlkFsgpkFcgqkFUgq0BWgQ+kAhlYfZ8y33jbNy9QU6ZQiAAe/UzKH1KHEUshONVstGDrOnZs345rrr4ShZyNKPTRabVw5OgBvPLKb3DkyCHU6nN84UnqVVOXuW2VgAG1UDdabbikntNNXH3Fjbjxps9iaHUvLCVGY6GFhc4CQjeE67qsOvJ8jy9OO50W/CBEq9NhdRRd4NL99N31PDjczh0j8nyGsqJllb6Edyspg/g7hTQlba3UwsyqogTIUJlYKZe0tS/6ISQggQCtaAW9sN0/hXAMPqQlf0SuZ6KAZCCVBFmJFl/RspqSq8WQK4a4y8OrBHAVAGhJdZeq71L4vAi4lvkbcKD3YoCLeKdUjZkGDF1sHUBhN9S8qiqUfq6hEzXhRxosWcbK3kGUyyWolgnfjTA2fQKT56a43pRiL7izgFncxu21ccWuHdh9/XWISTHGrcm0D1RzGf0rdQyssMW+qWYS/lJLWrsTmwEOIFdw4s13ceDXL8ObmYMeyAwncwxQY04TF+pfap2XuD2cPBtlQ2F/Rk0zOWDHl1WoxQK6Nm5BYXgtQtOH47WgJMFdlOBOqtS0Rlwb8pulv6fUSSYorPIXHwNQSzqBVQH6UtUk/U6qyFonZDWbpUgokbeqaQKSKtrTl4W2maaJzkIdv7zv5zjy+h6UNBNeRLAnwv/5xKFLmijv2JxDb3cPg1sab1RzqiUpyk0NKHf3A5WV0Po34XzNxdgEgaIyXn3tZT6XGbb9v+y9d5RlV3ntO3c8OVSOXdU5J7VCKyeUJTIGG2OwjS84DMdrMB7vJj/z/GyME9cYG18emIzAYJCIygilljqp1S11qK7uqq6unE4+O74xv3V2d0kPjfFu/6G/9mE0XV11wt7fXmuV9m/Nb05JIiNMe80hUL37mser1NItsw2TKlShYz76O4tIeC4M08J0qYSyy/GgwocI0TnS+cyo1T8KQxOrCp+WD4ZcW6WUBHK5nPwReEWPXpmXIRqNxoXNl0jpKepWw5B1hesaySw5v8wtwn5dx207S3jvfRryySZCI4QdGCgvmzg6FuD/+V6IlycMrC828f63AtdfnUSxs4FmRcTH8h7cyOE6R2BuBHlRMlpIYWo8iZeO6PjRwyMo1U1s27EBxWIOPz18CtOlmsD/QEvAJRAVhbWJ0PUFHtZ9ziMXplw3NWZ4/JxjpmlgydNRzQwgrftozp2VeWZRJRmtLCv8s1euGZpG5avauBD1pISAXVxf+PJIXS+ev62AsIuBUOrnhPX1mrJzafgerEIbvFBDW/c6/MJ73obrdm1E0KzKcXOGpnQbTc0Xm4vKzAwyCRsDW9ahVq+jsbCAoDyPhN9E4NRaNhC0iiCYNJDJFtDe3gnTTKoxlStK+BnHE4PWPMmd4saRsjmI1vNUiuM/EAX9yyOjMgY4tutOXVmZ6Nys42YW5DP5J/L2bdTrCBn41wr5u9hxEGJiZhH5XBapJH19FVjla7kRR69wLh+NJjeguIliolqpwNYhmxoXP1dZqHzhM5+9pDkevyiuQFyBuAJxBeIKxBWIKxBXIK5AXIG4Am9EBWKw+jpVJlgVbiI/X9F+3lKi2XYCVPJISErTw0BvL6698ips2LAWjlPF9NQ4jhw+gGefexqnTx1FrliEZZnir5rNZUR9ypvLXC6L8fExAQiex5R5G7lMFpPnZxDYBey+8hbccdvtGOrvRiBGg+pmN/L/sxO2utEVeqX8HBmUJQ3oDCQhSKXCSVRHjvjWUbXGgBK37ouayvE9Ua2xndP3mvBCtq7yJtoRJZEoLcNQboR5gy5t77yZZspzq63YFeDaCtGKfCRb7bbiOSp0U1MBXa3mesNv9dmKulZ5IlxQjNKHUvw0V7bX8vQvmhSIurVFTSOb2SiQKgJZkR+uAoEXlavyshYEXqmkjKDJyu9dsDkgajISCAIHBtPgdQc97Wuwa/Mgeqk4thuAsQyvlsR0I4XTU7MYOXoY1RrVdgpKRkBMCx3ccN3V2LN7J5xKTakb6VNJwGkDaze0o7M3I2MihCktxbx+yqNT/aE6lIFUS2OjePaB/8Di6VEYzRBmaCBlWUiaVKAxKI0QW7WpJ1MJZFJp6KaFhGXDMCyVWE7lIqFXZxc6t2xFdrAXdVQBNMT7VdkbKDAuV/JVitUWqnotWBXFqkpsfy2kJhhbqhHe+shYOorZtGxQEGoR8nHcEpZFyvBCLoeZM2P47ue+iMb0Agw/lPH58e9emhXAe3d2IUHvWZs+kFSfqvNjyI8FX9qbk219CNrWYB4FTC5Ukcuk8OKRg3jooR/LMSr1otoweNWjBVZfe87Rc1TzcwgjVCpzsue+jiJyJpWZDmYqFdQCsVeVsDuKfpnWzskQgVXWRRTkVCJToZxKyTVmsFE6RXieFKjG9m+lpBXvCgVPmw5sUymJFUBUwJKbAPS95Bz1PHWtxa0kDNGf9vGBd/vYub4CK1AK9XrNxpLj4YmDBh58zMLlGxt4y40GBroDJNM+aq6G0CPQB1K2UuYS7ruBgUbDhJUCXNPCwWMZ3P+tWUzO8f37cetlmzE6eg7JVBaz8/M4MzmHJVgSIBXSJsJVVhwNbsD4oahx1YYMlZbKd5br4mJooZ7uh+ZV4M2NwQhU6NnPe6g5RaBKFbBSnnIjhbXhZhFhczTvotfLv1uBWRFUjZSz/JmMYUMTlabP+ZpOwzcSyHStxe23XI933HUr3HpZHTsdUgmsc2n4rouMbiFpWaiGHpq0OuD49BuA7yB0mvAdT9Twru9Iaz2DrTLZvGyUcM5xg0CU41QwE2TyIsg85Cqg1iIeI6E01aE87pmFJYyMnIbjtTbixB3AlDHE14lNBEE9vb4N2i1QRa9g9krgyvc+dXYSHR1FZNOc01S4G2pTrzVmxW6Am4A8Fk3H4sICEoaGdDot9eDvSrX+h/jXT336jfhvofgz4grEFYgrEFcgrkBcgbgCcQXiCsQViCtwSRWIwerrlO2G+37rwk8ipSG/oRvKH9UyE/AZZhSGGFq1CjfdcD162tuxsDiL5/c9hSd++hCmp8+hUMihs6sdqVRS/P8mJiawtLggrZS6zlbZFKqErMRnuoadO7YjkUrixOhJaEy1djQUetbhjjvfgquvuEJaweXGNvJulLtltsIqj0He4FKtpW5mVbu+rlkSsKPa/X1RjjEgZd+h/ShVKujo7EbDaSKbSmJpaQHZZAqe6yObTaOjowMBgYvTEAjEBHdRwjaaF1SxosAMCG154+1KqzpvxgltBO66jgAbx/XgMXiJ32eQCdt5Az5fQaLoj0ffyih5W0SB/EyVch6FxETI+yInUcAkChES+Eze1QIir7rMhFkKiSmguRK2iHq2BV8iiNtStoWSX50QlZathxheuwY7N+zEquJp5NMHoVlTsPwqgloHFhrrMFnfjJdOzeLYy8dEYcxHBIAsw8ddt9+KDWvXol6utKwMCOlMMDx809YBdPTk5bzZ6k31IBXQDIdRzci8rqaCkfUSXnjo+zj17NOwqk3onqa8VgWsKlDJ8cXzpd9lMsXgtJTANVpE6Calr0y5h1gCJPtXoXfzNujtNhy9KqU2Qio0W5CuNeaoaYwUqwIRxdeTkEaNRcKUnwdWWYOm62O55qLp+cjYBgqZNBJ2SsbmxUfL41JapTUUclm89MQzeOI734NeaUALAvzXbx64pIXvnnVF5BjgZeqwxDKBc4UnaqCYSaGnLYf2rl74mX6c9/KYqYUC606PnsR3v/sd1SYtnseEoxdD4dRFjiDWz4d4aqCSxyr1JMFqZz6DznQKpVIZ8/U6AjMpGylu02HxFbxt+QhHwDnyVM1msgJWCYkzqaTYSnAO8hipROSHWbYtc5HjkPOZoUf06BX/z0ZDxqX8mwFFnM8yN9Umhjgm1DXcsKeGX3xzDV02AbAvgNT3NRw4qePz3wZuulrD1VsDtOV9uI4BnTCfilWdnpw6KpUQi0suxuZDnJ+gy4SFRhhioWxgegniIbwqa+HXbtsLix7EhQJmFxbwytgkTtdDzNcbqIgFgqof/Uh1CQdrbci04CrLayYSWAxt1NO9QGMJ/vyYKuOKsMGVCmq5bLyaAvWbYhdAexfh0WIL0NocaDF0tVET2QJwmWkpWrne8Hi4mcEWeG5ANRpS20yhgJ1XXo1Ve67CYFc7tm1YDc+ptxSvBmxLlxqwU4AevIS2TQmrI0AP1brJzRWxNfbF2oWhXxxl9EpOp9KyUSLru0ZYHoXz8fdD5Ber7EaiB8+Dv5c4lrLFNpw5cwbjE+eUVQA3g6iwpy9vy9gi2qyLVLoE9RxDK0PS+JxXRsbQ292FbCYlimyuPmJL07IRIeDm82gDQEXv9NQUMkn7VWA12tD89Cf/7pLmePyiuAJxBeIKxBWIKxBXIK5AXIG4AnEF4gq8ERWIwerrVPn6e3/z/6Oyk5tvja3gFty6K6qhnTu24c7bboFhhjgzchwPPvgAXtj3NPLFHIaG+gU0TpybBFsur7jyClSrJezbtw+VSkVugD3fFQ9Wz3NgWwauv/ZauQHdd/AAauUauruKSCZzWKjouOWet+Nd99wn78k2TLlZbnFAcfqjusqnSoqwhwBVx/z8AspV2hbQ05Q3uAaSmRzsZBbnTh9HrVpFk+EkLQVTNp9HqbQs77N6aBBDQ8PyWmknj7KemLnj0jfxolKPN8qiZmTgDlVltCMIGFWi/EOVN58CqsqmgG3gdQVTfV/UhwSzBM71RlWeS49CuZH3VfuptKJGqqnWz/kZEkTTggMXW8gZFEV1rGpjjR7RlwJWVwDVlX6Yyt9TPXOlSi0MPfihCd33sWXTemzavBMdNjDc/mOcOfs0Dk/YMI2qAMAdq4F641acrW7D/gP7cXp09EK7Ms+jLZ/CfXffhp7OLjSqNQGSVG/R39HO6Ni4aQC5IkFJUlrrQ400SYVfSXs2oaXO5HFdfCNPH3wWh37yfQRzc9AaHhKajoRhIplQbdLi/6hRPci2cUvGnC2KVUPAKs/XsEx4VIkmM2hfvQFtG1bBz2nw6L7INuIorOoClXk1WGVLbwRVXw+sRnVtNH0sN1y4gY9cwkI+lZKgHI7hldBH5hyvBRVylgXb9fGtf/kc5k6eQVo38CdfeuaS1smtOQO5dALFTAJp24BFtaCl4Fg2k8aq/h50dXWhFiYx5WVR1dIw01lMz0ziG9/4mnhcCgQm2BOD4RWPFWD156lWBY2Lk4K4G1OMjGxCR08hj0q5goV6QwKJCF4dAnmCW2axteYor5kaB2x5N5FOJsQ3N5NKwTJ0OISpYYhisSjrRKVWk+P0RInqicIzGgcRfBVrE9obtCw9JNdJCWZl/nBDodOu4cO/1MDmPgfLJSZZqaClZ18O8bnvAsW0ie2rXeTzBuoNQwLZmq6GpaqO5RpQdUJUm0A9yMBxGzIeuYDx/BnpRuuI/lSI37r7WuRdB7ZHNaaHhbqLI/N1nC9XMFtvCNAlZPTYYk7rCMLE1voTteBT2TrR0NBIdUFvLCJYPCchU5rW8saNvFVb6m9lVWKg6Tawc8dWAZanR05LcJgKJlS+wq9VrdLi4NU2Aq0NHhJlvtJpwqnXsKp/AO//tV/FFdddh1o6gdBrQmPwncBGBeYJs7lmi/e1WIJQ5elKKJ1O4E11qOfA4wYV11+PClzlL8trmkgmVC10UzyAo+WNteHvCrF+EIWzCj+LICe/JiDt7OoRkPryiRNYLpXkPahepqethO6Jn7jaLFPt+voFe4AIrEabkEePj6K/r0dU3rTaiJTP4pMrFizMsqIPtyEbbucmJtBRzMnvSb4/Nwf5O4LHHIPVS1ri4hfFFYgrEFcgrkBcgbgCcQXiCsQViCvwBlUgBquvU+jr7/3tC2Bt5VMIJwnByktlXL77Mtx5282wTSYkH8bXvvoFHD9+HHv37kVHRztGR0dx+vRphIGOVDqB9evXSZvpiZOvoFxeljZtAkTeFPMGksCULZCpZBrNhouazzbsJDrasmBY+vSCjw998A9xzTXXqAAjV8V0K/Wqclfk+xAAZjJJTJyfwAsvPAcbywIYqQ40EmkYySJq9RBuaCKXNmEGDkC7AKoN7QycZlPayAlmiDyolGQIDuFnJl1EW6EoadABg2JavqF0OSWYoQ+ix+8RsNqWqApBFStbl9n66bfSrA2lqLr4UNYFcgMvAFeQqMCX6DMEtnoKsir7AvXvSEW18u+oPZUAR1qaW63NERiI4EDUmv+q9wjUcahaKoVuBGzrTQfbNq3HlZdTPZxDXpvEYMf9+Mz3l/DI2DqEiRLuuOajeMva57BcmUa5uR3nz5/H/oMHBF7wwWMb7GvHfXffgUySnqxUhLHZVxcFVypnYWh1H2zbhG4kBCiy95pt1AJxoLxvVduxjmqjipkzxzH69MOojp1GWKlD9zykTBtJSZE3YUm7L5V1KtTM1nVR0Rm2LYCQDp6EdJQYeoQ6hQIKG9Yjt3YVfJtWE40LSszomkmoFdV0Avc18Ur8/wtWqzUHyw1HtGxtmQRyKabFp5RKrmU3QLAkwMl1BQI7niftxU//8CG88MOHkPaBj33h6UtaKj/w1ntw5MB+lGZn0ZY20J4nmLSQtgzYqTRS+TZRki9VKsh2DaNz7RZouW5UqmV89atfEpWnqKEl8O01h/AaxerPg6uESz7tDAiXjBApM8RwN9+/goVqA00YyiqAMIwbG9Sat7yHWZeoRryuNq+vZUHnRkYIsYGgpUgyQYBGCw8mwddRa3J9oVI1qQKFxNuZx+G31Ob0mjVaKm+OCWX9K+PfMqA3XLzlWge3XlmDQ99NR0faAp4dNfHpbzuwwh5Y4TIcKqt5vLQtMeixKUl5ovan32bgGbBtbgSZcJn+rhOw6dBDE1u70njvDTuhlUsoECY3G2IpcGh8Fsu6gcm6g5pHxbwjKnnbTLVU0uo8OIYLhQLqvo/ji3U0U13QqjPQStPi7QnaarQ2TsROo+UvKxDTDTA4MIA//dM/wvzcDL78pa9g7Mx5FfLkO69aBy5c8chPuAVdo+/TOsOQueqjVi3hnrfeh9//4/+MUrWm3ovrlqt8ulVam7JyiVTJhqXGPqEm11CuvV5TteITdkr7vqnBIAlvKfklpMykRzFD5Bh4pwg+YW2kzhVP2Ja9A6+9ePTSFsb1kKDyOZ3G1Mw0RkbPKo9Wy4LXbF4498jDW7Xr075G+WHz/cWft/U4eOS4gNVCNiM+uzw3gmE5HqmVmtfc6Gs6LsbGx9DX3Smfz/eh5zGPi9c0BquXtMTFL4orEFcgrkBcgbgCcQXiCsQViCsQV+ANqkAMVl+n0NffSyuAlvoo+ruV+ry0VMbm9Ztw7523IZvW8dKR5/GNr38JlWoJ23fsRHtbJ2ZmZnDs6FHlQxoyqIPtti4834FlqYCiljGq3BgTGlFpykAqwimbKkXiCAuoux6K+QI68iamZnX81m//Z2zevFVMGMNW4I26Z1VKIM1UaqIDB55FszqLX7prE8hvqg0H1WaAU2NzOHBkBMdPn8Sbrt+DbesGEXgO6k0frpVFzc/h4UeehOcs4crLtiNlG6hRKeY2sVwK0TewBhs2bFI3yCHTxNUNs2/aOHduHAunXhGYGiZSsHgsto32oXVob2uDxhZ/8WwN0GhUsbQ8J+ozHrtFv0/LloAZBOp7BFCECGwFNywSV19UVZKYznNttb2qeG+lBOT36TsoqdJKEyiqTGmfZ2t9GGCxVEa1WhOWQXBBUODpIrhFs9YUwEfFrNgguMqHlmrZXKaI4YEOWMk0GpUEhvOjSCX+BZ/4QQYHa+ugmYu4Yff78N7hlzG3aGKx1iMBYvsPHMD0zLScD6H4+jX9uPOOW6Vll7CZisKQ4VAag5PyGBikeozn2gJdRJ9UCDK93qQKlco0wqQAs0tLmDl3CqUTz6MxNoJwuYKg7sAyNSQ1W6A428QtkzVTTb1G4MNKJmDZCamheLsSlLAFmeo2Jsz3DKBz6xZYXUmEVgNhyxNXzQpBfQI/BC9y7LXAqrID4FhU3rCRL6xq7VUK1KVKDcvVhnxWRyGHfDoNQ+OxqLbuSAEXQUmlmAWS+QzOHnsFP/nSV6GXa/ivX9x3SUvl5//5M5gcH8OpYy/h1NGX0FicQyGtIZ9JoUqbi8DHYG83tm7ZBDvbhlnXQNnqlFbsr3z1yyiVSyqMSawAXqtYXdEmvmLt4IFGFhXK91Ylx9NzWA9c9LYV4foeSk1aJHADgkpaUyliRZnYqrOuyeYHa8lgNM4pVofWDgLMTUuUfzwuWnZw/rh+gNJyGb6EKiXkvSSA60JIGBWEnlKlywWmRlIk+koxbOoIXRc7uhu49+YmMhkNXoWbJToePgb84AUNeiIDM6jBF1/SEIaf4DaCCsnTuE3CelmqIuJNKi6vYsMQiK1AiG1D7Xj7VZvRnJ9H0TKQs0xMzizh2MQ0zI4uTDdczFe5FrGNnO/BdVQTP1keZzJho61QQKnRxLEFB41kG4LyFIzKHEx6BVPtLWpOdf70thY/1TBER0cn7rn3blxx5S6ceOUYXjzwIo4ePSnKSl4D1lx8plmnlk2IihRTliui+qbvKMcvJ3LI8MAm3vbud+Cut94NLdlq02+qMDGDa1Kr/tz1IDCN1KWi3OZa2VL4N5sErFyflHqW7J4zUAu4nijrB1rJCESFhkwyDdPg/Is23dSaSV9hU9S9LffwVvAUz4G2IvJ9Q8fo2XHUnCYMy4bv8HeSUqtGwVWRMjjyVlWAtrWOeh5GRs+hWMgjQ7sNem3Qc1Za/wmzVa2UN7iOpuNj9MwoVvV1i00J10PlcavA6t//5V9f0hyPXxRXIK5AXIG4AnEF4grEFYgrEFcgrkBcgTeiAjFYfV2w+mF1w0wVYUCFjVL91GpV9HX34+33vQVtRQuHDz+Jb3zjywIN9t54C5oND+NnzqFer6JWWfk06nYAACAASURBVECjtgTeFLPVPwhdCY9iKArvjAnOTN5kthLpqTYS2CE+nypF26GKNWEL6Mvms8jbIZLZTXjv+z6MjkISGuGqbqv0eHlPD7B08ULd98yPsXE4iRt3rwetGsUzUAvx0sgEHnjkAKrLS/jge+7AlvV9AiADx0O6Yy3mmkV85CP/BetXufjtX/0FFLMWXNdAtVHBo88cRWiuQu/wBvFtJWyjaMrUA1T0JJ79wQO4+qmHsFu30AhslEwHD1FddcebsfOyK5Q9ABVX8HF+cgSVyjmYDA8KDTh1D6OzZZSXlrFudSdyyRycZh2+ZqHqJrFcXUQ+qUJXNDMBi36tRlrCmmAwQTzNvHkBiD2dQwIa+Fm2aQs0rTUbSPoQf9nT0+dRrTpIpBKo18vyXFuzUCim4ZWa6B8cQCKdguYFaDDQh2AJPpJhDn6whGpoImyksbXzSVSrX8af/2QAZ8M++GYKa61x/N4VHmrhO1F22fbs4qVjL+PkqZMqJd13sGfXFlx/3dUCkwjn6EfKy05Q2jfUie7eHrGLII4iuFZeph6y2ZwoTempyIvOtuC55QrOjZ3A0thBGDMTMOZK8Akt2d5OH1YGB1HFSAjNgCpNgQ3WUb1XS/Gom/DgK+9QzYZnJZEdHkT75g0w2vLwNVo3sDeaveG0dSDca4FVBlexBZlt5pGaVqcKlyFJCgiJYyfPMQgwVapI23vSsNHd0Slt7Dw2MeX8OQ/iIkIsI51AeXoGP/n8l+HNzOFjX3j2ktbJv//7f5R5RcDYLC/h+P7ncPiZn6JcrsE0PWwdase2gS505HLwrBQWkMJsclDg1Nfvvx9z8/NyngL5XxuI1KL7BOGR/2cE3JQ/KjcNFMDkpgIBEr04c4ShCUJPtdZESmmlmgaSyYSoILkBU61UBdgbli5t4Xxffp+gPmFbUk9C2kglzfekElCFgSkYqYCgAtZUlUrgUhTXF/28dW4MyHJ9YDBTwbWbKljbm0BSdzG9CPzwUICD4z5Mi8dnIqCZqd9QmwI/57HC3VgdQ+szCPWGCkm87coNyPgO8skkTA04+OLLqIY+ij19WGr6mFyqwCH4ZZ0Ctqhb0C1bNh6SlonetiwWKg08ObaMZqaIsL4As7okdhb8KDORUu3znEMtBTkhX19XB26682Z0D/dhevQsDvxsH6bmlhAw4Kx1jJHiPTottu/L3BRbFxW4JuMdQLNRF9X+H3zso9i2fQvqtZKsTbQ+UedNfK02EeR6t96UV4aAle/Fa8/OhCgkK7LSkN8hKtdPteZTi9tS30rLv8xDQ4IMuZHETgl+n966mVRGfs9EmxzcYJJQNMPE7Ows8oU8yo0GFkoVgLY3Tdo2KPgcnX+k9I2+F9Uj2hQhOI+8eyOFtZwL7UhMU9Yt8Y+GJht6oyOnsGZV7wUVtTy31cHwd38Vg9VLWuTiF8UViCsQVyCuQFyBuAJxBeIKxBWIK/CGVCAGq69T5uvu/Q3BqoRFkg6tWWg06kilM3jLPW/GxtWDOP7yfnz9/i9gYnISb3vne6AZGYxNnEe90US5tIDq8jQ0r4lGvYqFxTlUq0yADpCwbbiOugmP2jF5GBHsUoExSv3kBh6spC0KtFXDw+gqJHH0+BRuv+PduPGa6xD6dWi6LUo0CT1hSIgWoN6oYf++n+D6KwfR19GJw4ePoFJexOVX7IaR7MCn/vXbMK0Q77rvRnmPpdISOnJ5WKl2nJ728cUvfg3vuG8X7rjpGkyMnUW1qSORppoIWKrlkW7rluZ1/lvEWYaFSt3Fi//+b/jNl49iUPOQD9IYRx3fM1M4/663YvvOqwQyUrVkNZuozh3F8HA7PI1qTB0zkzN4+LkjmJ1fwvt/+U7kkwbm52fQv2YP9NRWfOp/fgLXbM2js7NLINHi/BwOj0yjUqrg9us3I5vrwPzyIsbPz2LNut3IFdoFSKSsJF44fhQvjo8IfKC/qB/6yMFEXwWwwypqgY6Gm0AlawJpoKujE0kGOdkJqV+S3oykPAHhAuBoJqwgwI7+h3H8+I/x54+tRzmZRlAzcfnqcXxobwEzpbeh5hGeBTh+8qSEWGkalYg+rt17GfZctltacDnGCFZVUFWIvuEOud7j586pEK+W6iydtNDX149CvihKO1Hl+r60q09PjaM0OYLamZeBmSmE1QbYjmxRoWgpxaqAVWkTVipS8egkUGm1jlO1KlDfUC3CTT6vWETbuvXoWrsOZldRPDeVCptqxSZTdESJHYGiV/lNrggOE6MKaXdWwGS65AkcTFkEq+1IJ9jSrawQfl7rPMEqEa6RslGfXcAjX/oqmlMz+MjnnrqkhfLv/u4f5LOo0s2nE5g5M4LvfvMbWBo/jYGuHNpzJjoSBrqLbUgXCvBTRcxZPfBSGXzruz/A1PlJgZyezo0CBRCjQB9+zTkhs3EFxBbg1lI0Sh2o8APHkyNK6nQqIQnpEcSKbCqUEpBqVZbdRy6dkc2Baq0mNgEqyV55V0pokXjrsk2bfsYtVbF4a7bay301bpTSXI5cYKt4Zrb8PlX7vjongW4M6/ND9GUquGJtCR2pEMWsjrqXwHeebuDoFBWYtowrbrRoQRNY4We68iK9LlgNgaTm4b7LN2JbVwpBrY5q3cH05CR8y0Y63wZHNzFbrqHRgpmmiOW5saL8gjMJG0O9PeJT+7Xnj6OWLML0qrAbFdk4En9PWmxIqJ+yVIhgYULTsPOayzCwcTUWxs7hxPNHUPUDeFS2eoThF2E3Xy/gE8pOgRBRPLO5ccRlwnNELbxh+xb8yq//mljDeE5NbDnErVg2mOiRq17PR6T6jD6H64+MHyo4VwTfUaFKmK5sU5SPAN+P15o1YFAi/Yr53lxfuBlIKwaZVyGQTqaRz+dlU4XnXq3W5WuOLXYc8HdcKpfD3GIJvm6Iaj8KklL+2Oq9ouOVMMWWojUKVLMtS8D/yvPiz9wgkBq4DjcZHalfveni9OlTWLuqX8F9KllbFiz8+1Of/NtLmuPxi+IKxBWIKxBXIK5AXIG4AnEF4grEFYgr8EZUIAarr1Pla+/5oLoRDZTSk0pC+nTecONNuOqyXWiUZvDNr30e+w8fwLU334ZiRw/On1+EkUwhU8hjaWEK9cUpzJ0/g5mZ8yiXS3CdpqRzExJlMhn5ZAlkct0LASjSmnvBL9Vns7UKG0qnsHPnTnhuHVMzs+jt24Jff//vQIMDU1chIzxYA5a0eE9NTuD4S4/hLffuQM7KY3pmBr5XQ2d3O+ZKOj712f/A6kEbv/SOO7FYXhTvv85cCoaRwqP7RvHYkwfw4V+7DTs2bMC+Z5/B+clldPb1YNv2XTg3BRjpPCwx66P2lO3+KYxPTmHxP76C94yM4rizDN3OY6EyDatnFRof/HVke4YRBLooa5vLC/CDMQyt6sK56UmcGR2FEWoYX/RQWpjAhz7wFliuhumpaVjFIQSZ9fjKVz+NX757O5KWheXSIqrlOn787HEeAv74A2/FiZFzyLYVsVxxUW2mkc4WRWlKOPrFH38PBxfGYeXS0JsezJqLzZMVvLfk4qbQw1LvBuh//If4+8d/iB8efgTZ3k4BFT16Cm+79hZ0ForSokq1aYAkAt1AKqhjx9D3cOTg0/irB/rhEArULNx3cxl37NmEc0s3SBo626JHz57FocOHxP82Yem47ZYbsGnjOvHSpbqMGE6pCTUMDHfC9TxRuPJ7/Jrjoq29gI0bN6K/tx/JZKrVkqyjUi9jYmICtcV5NCZPYe74AWC5DK/qI2VAwCpVjLSXsFtgleq0COQLOKNHJzcRODrFlzGAb+hoWgnYHb3oWbsB+a27YSaTcNjGTdsEqlV9jl0FXjj+VI68oEX1JyQk4ZhW3r9UZzabdSw2DTQbDQFhbYQ8li0emISd0WMlYOVQYxu3lbFRmZzF41+7H42pWfzx5352SevkX3/ir2HaCWl1rpRLqCwuoFEp4/gTD0KvLyKd0FFI2Shm0shls+K5uqQVUc+34YFHn8HoyJh43rqGAwNseVeP6JiZCk+wGqWpR8BZYBShUQs00yOY6l+WjYp1qkzZ1i3etS0PVL6vTG/+XxAKJKcXJdvSNQGrClpT8SsgNPLLbSnhIx9M2khEwVcRTCRQpWZaBWppImRVNgwKIq4Eq/z4gUINV6yrwmLYnhGKavT7L4QYWeSYMUU1GlCVCNpwKPXmax+vB1alXdzzsLk7i7dfsRp+rYpq3Ud9aQ5uoMNKZxAYFmoMbxJAZ4mPMDeUHI+gz0A+m8Ha1UOohgb+4Uc/w2xI1XkVnZYOp9ZQ3smGsgHgHgLBJR/iyUwFfsA2fQ92woJJewwzIZtgVMayFpGKlK/h1wk7LTWr1Wqy8ZbL5XDZZZeh6dSRyqRwzY03om/VoAQCaiHBbohk0lZ2KK+CqdxIUxYFBKkRuJW52ALq0biQNUHAqke5qtgQ8Hk8hwhyFgodKBYLonKulMsolctqXrfenyC1WGyXOigPYwvNWh0zs7MCRAfXrMXk7LxsmAX8nBboXKnYXdn+z/eO/Fc5zmhR4TSVL230PH7t+FTPGvA9hhV6gG5iuVTG2bNnsGnt8IXfidE84t+f/Iu/vKQ5Hr8orkBcgbgCcQXiCsQViCsQVyCuQFyBuAJvRAVisPo6Vb7m7l9vKXw0Cc6pVGoYHlqNu+64DT3tWfzggW/gh9//HgaH1+Gyq69D3WU7r42K42G5wpvoJsZOHsHIKy/CdRqiKqLqi0CEoIYKJyqJohvPqIU0gl303FNtlq6ooKhI6u3rQ7E9j7m5SWQzvfjl9/0u1q5fC69Wlw5qIhWqGKlmGx87g9LCCdx12yY4CxXxLu3ozKNSq+K5w2O4/4HncPOeXtx723XS6s5WWjg1pBMZ/Ou3H8dLp87hdz54F9b19aJRLcHzTdhpGxNzDSyWs0jm2xG4hEpUGYaAncapkeMwv/1v+M3JZSz6Hso2U82rODO0GrO/8svIFvtbYTg+GgvzsBPTGOjrweTsLA4f2o+B/gEcO7sI21vAe95yMwxHw+joGUws1TAy52KpMo73330dPDdEw63AgI3vPXEEhfY0+tpyePzxp9A10IObbr0TiUQ/Gk4AokJirM8++C2cNeoITA2icis1cOdEFX/a9JFdmkdlaDfSv/+7+L3HvoknJ47AKhYQNB0MJQp49013ot1KSW3F15QehwDSfg07190PZ+EAjpxhe6slaejr1+sI9VtwurQLblMTkDZ6dgwHDx1EELgo5NK4+443YaCvVxRlBELKBoB+kzp6BvLSwk3IwU+qNxqiEuW42bJlKwYGBiTgjMo1jpFGs4ZzE+cxv7iMvFbH+cNPY+7kK9DrDmwBdgYS9N9kyz+tAKjaNdkGT2lh5M3LFnP6TdKWgErtUABUg7rkZAaZjm6077gK+Z5+OFZSfDQp4GXEET0TFTgklFMZPCJOlSpRZxoKUA01ekG6otyer5akFrm0LS3w9NflBoG8wc+DcUL+DCSzKUweP4Wn//0/4C8s4Y8uEax+8hN/Dd00oZnKekPqoml45tufx9zIUbSlU8gkDGQzSbRlsxL45JgZNLJdePTQCRx46YRqozd4frbyIV2pWmVNRGX6alAsz6Mfsai9PYQtJaQXKNUvgZsEE7Xmf/S+Sl3JoDplq5BmejoYfsXXKXUp273VVwqSWjKuVPhatK4QevERwXqC9Ogh3rotf1u5eq1QMmmb1xl0ZqAzuYztA8toS1qwLQ+leoif7A8xVmHrOc9ZuRob9FX93wSr0WhJoYm7dq3GUFsG9UoNXnlJQr4sbiYQhuocq7rAwHQiiaSdFH9inksum0d/Xx9cO4lP/eCneHGmCl3z0Z1KSEgc4adm0R7DFnW4tMzrOur1Ohpus9WKrlrxlWWLGtcEq6rGhgr4akFR00hIrTdsWIdMLiObCH19vRhc1Y9CRzvyHR1YKpcFblJFnLDoc6pqrlrkffFupppY5qP4tJpyVbgeEHzy/SWsULypW96oom6n+l0ZCCi/5YshZITtbcUiOjs7xVN3aWkJZYGrravNOhqGgOA0FdCGgYXZGRlLk9PT2Lp9F5aqDVTqTstDWIUIRu35K32QozEaBf7JMZu0IVCgN1Jgq40jbuBoauzLWNGwsLSM8bGz4mnMTcyLMFZ5rP7t//1Xb8R/C8WfEVcgrkBcgbgCcQXiCsQViCsQVyCuQFyBS6pADFZfp2xX36XAqkE1KKGpYeGWW27Bnu0bcPb0S/j0P/2tKFiv2HsDPN1E/6oBpO0kzk/NiDfmmdPHceLYAbjNMtKprMDAnp4+dHdR2TqB5eUlucmW9OMwEHWP8l5kyrgKApKbV2nL1lCvKx+8zsFueM0aEJq4/a5fxB13vA3N8oI0SkNTatjQ1HDk6EuoLp3FvXfsROAzFCtAs15GR0cbfvDI0/jR4y/ivW+7Clfv3oRypaxasN06DDOBz3zlR2gECXz0996FsF5Do1aGZqRhJDWcn2rARQ+sVIGR1RIIQ1VtYCVw8NALWPPg/bh9oYSlUEcXW2gbLp7Ysgbzv/orKFrtCBwXgRFgcWYcqzsdeI6Dl0+cRmdXARvXrsNnv/Igtqzuxu237MTC1AzKlSXkuwfxjQeeQjob4u6rd2F6uoxETkch24Fv/eAZDA3ncfX2yzA5OYfJuSl0dA+is2szKjUfCVvH7PI8Pv/IA5hPBHDrNVipNBLVBt5/toIPOzoONamIy2Em24Z/Krg4N5yB5vkwnQDbB9bgzdfchLxHaO3Dp+2CXkfoG2gzJ7Bt7ddQ1MbFi5eg12FrPNI4ePatGKtsRuBRcerj1OlRvHjksMDE/t4u3HPn7Sjkchc8L3mtJfxG19HWaaNUKmFpmQnrCqgQNlDlvGvXLqwaXIVMOiOKWoIQr9nAuekpjM1MYbC9iOb4CI489iC8pWlYDoGXBstQgWgEiJIkb1qiuItaehUYVVCV4412AUQ4LtuMGZRFgLVqHdqG18Ho6IObSAlYpDconx+1kvN1asyy1VpBKcoxyYxs25LxWalWMDF7AoHfRCGXRDaZEB9cQ6MH8Ksn5AXlmgAuBVZffuZ5HPrxw7DqDfz+Z5+4pIXvE3/1CQkPErjaagsnWB3Z9wj2P/pDdCYMFHMJpFrgN8vztZJwjAL2jU7jocNHEbCeokBV/qQraymK1ZY1h1SgBSwjJSqtAgjJCOwIRxnaRZrm1ulbexHSXlDASnhXKF7ABH68hjx2qoJp+XDB21I5pkpNBKxe8Ewl3A5FSUiQT3sKUWC3/JxJw1U7t9tqTW8pl1tqyKSZRmgE6MnWsLF7GRlDRzodoFQN8PiLGsarhMEhmLPFczPErfV/X7HKceR6TQy3p7F3XT9ycGXOhq5S+3MucIMgm0oglVDewclkRlrZubGUTOeQz7dBT2fx788fw3f2HRPunG1ZJjhuE5qlfGz5h57FfHC+sVR2KgXN1OHVG9AIKj1XFLhJtsS3gqYiCxe+zrYSAkdXrxnGr/7q+3F69BT27XsO+WIR2y/bjVWr12CxXEZ5uSQQ1NJ0ZHMJOV7xQG3UlSWHacpaIXYOpikbKxwiiWSyBVOp/lbAvDV01LVrAV+Bry0lK2Fms9kQQFsoFNDV1SWbegsLC6hVKzIP+bP5+QWpQV9fHwr5PE4dfwX5QgEzc/NYt2EzjEQGi6WqBI9FY3il72808V77PdkU0NXxRKpnPlf+7au1gup1AcFUZ2s6SsvLsCjNjZ7X8pWmCvZTf/WJS5rj8YviCsQViCsQVyCuQFyBuAJxBeIKxBWIK/BGVCAGq69T5b13fFCpl+Smr4r169fjvvvejLRWwxe/8Gn89KlHsXnbbhTaejG/tIxcLoWO9gJsM4G5mXnse+ancJsl5NtScJoa+noHsWXzdjz77D6US0soFPJAoMKsqJbizTBvtqU1k5529ElMJi8EgFD4xiASk7DHtJDNZLBhy1V436/8ATRnQSCVoWckEEuzdYxNTOLw/idQyDto2kWxCDADF9mkhvGJaYxPV9HdU8CmoS7xA6SPZ9rQUPeAJ184isD1cNebtiNBAGGZCM0MzJSBsAbk2rbASGSBgN6QmkChhg4c/PHD2PTYA7izEaBk2Gj3G1h2HDxy85UovOeD0B0TOj8raGBsZgS7NxYxe34OR145ge3b1qOvpw+f+l/fwj037sHm9R2YmpiCYZlo6x7EP372W9izZw2u37kazz73MnLdGQz3rsLX/v0R3HbbduzdsQsvHTuBRD6H0M5iqZSCr2VgJQ0cHjmGbz73OIJCStS9qVwW1uICfvv0Mt5XN3HCXcYaM4UnzQD/rasdS8NZhL4HO9Cxd3gTbt9+JXQmcounqQnfrEPz0ujNH8DGwa8j5Vbhm4DFjlk9ROj24Nmxd2DGWcWodTiuh1eOn8DRl48KUFgzvAp33nartHRHwIJ/K5CvI5MLRK06PT2FucUFGRsEFN3dvdi7dy82bdyEYrGovDGpdHVDjE2PY2xhCkNdfejyfTzzwL9h8uR+2PWkQE2+Lz1W+YdQjv+WRPRWOrpSlVGaR3pDgEe/TEOgR2BCPHy1XAGZobUorN8Gq7MXIf1CBfzSCkCBQqGD4tmp5o7yVaXq20I+V5TWZI738clDcJwqChkLuUwSNpV/IdPDLwgwL8xMgYtCXAnOknj+ocdw4mdPIxOE+N3PPHpJ6+QnPvFJpbA12MKuVIgMM1oaP4GH7v8y0m4FnXkL2XwG2WQaWYZryfkU8MpiA9/cfxDVQIfJFnS+RwvURSBU7DFaYDX6XtRGzs/jz4v5AkLfRaVaRWdvF/SEiROHX7oQZhSNDdWir8CtSL5VhQVsWwkLoasClKIxpGkqUIvXOHqPC+DeoFEAwdZFT2faEvC68TUBbQlaYVbROfHvpJFGaIboLzYwnF+EFfrIZIFKDXjhVAJnyjy+QLxieaz6JVgBqKESIDRsWX+2dyewszePUrmGpOYrf2BoSNom2nJpZJM2LIvXzUIylYZuWEgks0hnC0jm2nBoqoJ//O7DWKyUkbZ0NF2qJAlK+ToLlmXLGqva6n0kslnACxA6tBJpiFe1Rv9Qhou1VKqskQSFtYKlbFNtjhGO79q9A4ViXjxzy/U6dl1xBYbXrhMlea1SlWvtN5vo6CyIUpSXs1apXAiPq5Ur4n1KBWu1WpXfB2LfIBsdCgSra9RSIAtYVeMiCoYj5KWPdbNBawKGTulo7+jA0KphOU+uKTzetrY2TE/PYG5uXsDr0NAQThx7Sc7T80P0D61GsbMXC8tVuD5V0QreR+PptcA0sjHhz+X4uAHQen5kBaCsAqjKJWTl74EAdap1bQWn3UbjwrlJIFcYyjH/zcf/r0ua4/GL4grEFYgrEFcgrkBcgbgCcQXiCsQViCvwRlQgBquvU+Vr7vowSNM81wfvK9929z3Ys3MT9j//MP7h7z+JRDqN9Rs2YG5hEfWmo1RHlilqxAMHn4dTr0vrNj0RQ60P73733Xj88R9ibGwC/b0DqFSXJCW63nCQbevCnfe+A5u37RAv12MvHsYLTz4iQK3Gm82QXqseXM9BAu3oXdMuuTDtuT78zoc+IsyJIVf6hRtZgjSJJ5LWXraFer4D322Cii16blLB2HQDsQZwAleSqqmoIlej0pCvK1XKUh1aEfDmmMcyPLRe7Ayi9s4ojCf0azh96iQmRkagOS6Smg6PLey2jTW792B49QYJ9YLFcBsNTz/zDOrlMfiaCa28gM7eTpxv1DH2yglsWN2NQkcvG6yRT9koNX0889wB7N2zGdu2DOLoiyPoHexCYGt47KH9uO2Wq7BpzQCqdcKIPBw3jVrNREiAkjHx2L6n8dih54BCCk23jmw+D3NiEn8w7uOOZgKvhFPYbPXha5km/rmzCaevH6HrIQsL91x+Pbb1r4ER8LhDMJMn6TTQ1/40VvU9gYyxTD4uMeBeoCGhMUgswHhpN45NvgmV0ITrBjh64EWcOjUCx/Zw+ZZNuO2GmwSG8NoFPoGJCcdtoK0thUxex9zcAmZnZjE1NSNtvPPz8/AMB3fecSeuv+5GdLR3wdLMVgAPcGZiBFNL0+jtHMCGvtV45bnH8dMffBX58jKTtqTNX6cNgs5jNCRNXnwcJQ3cVoq5QIUaCZQjNBUlqmpdJ8RjqFWQzKNteDP6tl8Ou2cAnp2C7qnUcNcP4RAeUQ3pefB8V4Xj1KrS4jswMChAh2D19NiL8Jpz6CwmkLZTSBopNe4EyBC+0JaAKmy2P+uidDMZsBM08Mz938X88dMwtBC/+y+Xplj9y7/8y4swVFet92LHoQV48ttfQfXUAfQU07DSKbQXisiYBsyECYtzBmn84NhZvDQ+A50Gv/SnNXRRNHuBanEmPaL/KdW8GTuJbCotta1SAe65SBWKsmnBQCMqvnuG1sNIdeDlZ38mzzMttptfVKLS39QPCBdbQVlCuFRbfMjwM1oICIBm8jp5G60AFFiN5moEVy+ogCNY21LUKtuAi4FVK1W4lmbDtgystcq4dkMO1aSDucYsAs/EC2cCnC8X4NYaMEIPLpWxlinjIFJjRi3hPB4CUraJUzG88ljYmi/Kb0JM3xMP58t3boXmOcjMnEc+YyCT8pFNGWjL5cVnmOp8AatUrVoZ2GYaqVQWtpWEq9l46NCLePLkaUyVG1gqVcTHVzysCSvpCSs+qhZSqTScZkOgaGSfEEFEetvS4iCy6uA4kU03blZotNpQGySJpI1iMSubB8m2PO5481tks6JcqaBeqyHwXAn86+wqIpvKiKcpbTwIWalOTyQtGScLs3MyFg2bCm4NKXqWtuD/ymuoatcCq63jU/YxarODYLVRZ4idj97eXvT196BWc1Gvu+jp7sDszBQmJyYkAGvLli0YPzeJqalxdHZ0om/VBrR1DWK+XJLzjjZ3VgJ6jj0qnCOoHylXpRiiilat/BFslW+3LC4i6qRv8gAAIABJREFUS4ELnuI8fteTjZXoHKLr8PH/47+8Ef8tFH9GXIG4AnEF4grEFYgrEFcgrkBcgbgCcQUuqQIxWH1dsPqf5CbPcXx0tnfhPW99G5Kmh69+5Z/w5E8fx9r162AlEjh3flJ8IQk9ErYNz21i6vy4ABDexBO23nbrL2Bq6gxeOnoQHe2dWF4uwXFqonIaWr0e7/7lD0C305iamUO93kR3Zwf2P/konn7ycZg2FXFUMebghxraCl1Yv64f42PjgJbHh377D9HV2Yam05B0crnZptJKFGkMnyGXUmn2/L7TpLJVlzCt85OTGB4exsT0JDo6O1BaXEQmmUIum5GbelEl8bUtYz5pDfcI6ZR3Y+TbKDBOV0oln2nxCOALYGKYloakTkRqCuzhzwmJH/z+Azh+5ijyTO3WPDQCB01fRy6dhNeso8mgIj2EGbqo+RqMRBppw4NJu4QgCc0MUWpWYYRZZBIudEuHYdIr08LVV92Egf5hUW5Z9AycmcYroyfRFDWecpVM+j7WLlaR85pwtAY69ByO2RpeMQK4lgnH85G1Eti77TIMtHcpuBDqMBwPfcUjGO57FGn9PNyaAztpIdTplwnoni7KvmWvG+cmr8Pp6lWoVMp47oXnMTUzCQd13HrNNbhmz+UK4gg80xEGVL010NffgXwhIa3J9OAtlcry9dzcHBbLc9i9ezcu27UHnV09AoTo48lwnXPT45hemEJv9yA2Da5DaWoUjz34dbijx6E7ATQ/FO9OAndbM5T6T2CNKWAqCrMi3Gr1HJOwy3VV118BO1gpIFtE+7qt6NuyC5neASTSWZVeHqr2XwEiYSBhbVRfE6Ty0d7eIVC+Xm/gzLkj8JwFdBRsAatMspfPkNZ0+q0moWl8L0fZY9DN12brdAWPfvEbqJ2dEpD4R5976pIWvr/4i7+4AFbZGs/gJUIfKqTPHnoWh370LXRlLeTyaRSzGWSpJifg0oBGYOGlmSqePDaK+bojileOdY5/ttpz7ivFqIlEwpa5yI0WnWuCbaFJ32TWy3HFi1S3TRS6VyFTHMTxfT8TlZ4AVHr5tpSoVJRyHaCyT2CpQFXahlDMq0PjBo54bipoSBUqvxbfzhWPlTYD0fyN4KYCYK1281bqewTDjEQKBQCXoYlbtg1jxG/g8dFTMEwNE4seatYgQnqY1uZl3HAjx9DtC5s00WdFkE2NF3oWRwBZHaSIckMGtbXjzrtuw5tuvREHDzyPI9/7FgbbkljbkUOWpeF5cdxapoxry07CSFKhnkEilZH11LOLqBkWTk7P4+vffUBsWqjW5jhVlr0mbFGFJgQCM1SNNYxAobJUkIW0tZ5ShawUq5w7ovYmWLWoKiWUD5HNJlBsK2B40wbsvuoqOI6LWr0pnQlypr4rAYK04pifnlabb4AA9/7+XszPzsFrOsoDltMtYYvdwcVNs5bNxoXrqjZBIiuACEqKNzctARpN1KpVmZf9A73o7OyGYdhIsc1/YR4T58bgOjW0dxTR1taDY0cPo6u7G919a9HdvxrTCwwZVC390di5uPmixmM056PfCcpS4uImTRSoJde+ZfURbeJEYFX+3fJjjQBt9PeffexPL2mOxy+KKxBXIK5AXIG4AnEF4grEFYgrEFcgrsAbUYEYrL5Ola+9+0MtxQ2we8cevPn2W3Hm1EH882c+iYWFOWzevAV1p4nxcxOqkZat1ZaJcmUZ1UpJtQFrGgYHhzDQO4yDh/Yjm6XXqidQky2vbd39+MBv/KYAu9n5JTRdX/4wFCioLuPg80/i1MkjSGXZ5pqAaWWwbdsV+MX7bsbjD38fP/rps3jfb30EN+y9ER4DsgSq8oQUZBF4QM86XamBUqkUZqam0WzUkUwlMHLqJIZWD4uiMJ3JoFlviJqVII+toTwnx3UutL1KSyc1VytaPCNQQjhIkKM+XSLMW5X1leJWgJ1KNao3l/Gd79yPcn0OKT0pqsRq00GzqSGXsRG6DjyCNvqV+h6qvoFUOo3Qq7InHQHhJW/ewxDpRBpBcxG+loLnN9BOIHPHfWgrdqLZrImnIeEjk74D1xUPSB4lFXOhZWCuvoCsZSIJCzAS0A0bBttSWwArnUqrGpI4hQYK9glsGHwQBesstJDPs+GFHsyAIV4EPp6kePP7CwvD2D/7q5gtL+LQk89gamFWlK1333E7Nm/eCN9ptupkwHUJFR2sXt2PTMYSj0Tfd9F0mqhWK5ibm0W9WhHl2aqhIfFwFG9QUT36Am0XSvMClId6h8T24fC+x3H+2YcRVCrQHU98ghmCZDI1nhBR2t+V3yKBk2ichSUFAkCiNv4oEcmT4mniu2q1daNvy2UY2r4bmYG1YIiPaRAiqnbykAnrrBv9gx2mg4cy/ghQG80GpmZPw3OXkElpYk/AuUI1cb0ZwDKzEqJmWjwURwG3UIeVSiDwmvj+P38OtbFxmScf+bd9l7ROfvzjH18BVgktCVap5LWA2hIe+trnEJZm0F1Mo5C2kU+nkWwdE61tl10bT50Yx8GJGQQaYV0gwVNULRKacfzT15L15HzjxgeT5q2kBQZVcfzSK5SqW55IKt+DYtcanN7/vCTMK/FpIHNPwBW9bilb5RYF4WArOT4UUwGyTBWAJhsHrcAsCaJaoUpdWaiVEEwBTTV3RTXagqqvUqyaNvp1Dbs0B1dvXoXzSeD7Lx0Gg90nS4DRtgFJw8TM9BlRdlMFGSoGrNrXWR++Pz1Skxls37ZdxvbpkdMSztbf3498Pit1yhUKeOs7344r9l4OL3Ak/G/s0Atwl+aRqJahM4CKUNm2YFGtSzBuJ2ClM0jmCkhmctASNjw9gUy+HYdeehl/9w//iGWuu6LkN0WRbydTCmBKy7kH13UuhENdgKqtohFc88F6RgFWAuLDAAmbfqm01aBq1URfXw92Xn0F2rq7Zd3j5oLGTSZdQ7NeRWdnm/jblhYX0N3ZhZnZGbS1t8k0W1pYko0rfgbnC8Eq52PoXfQrjTxeI8XqykCtSJ0s58J1rtkU1ery8jI0PUR3dxfWrF6HXLYD8zPzmDg/juXlWWiai3Vrt+HcxCjSqQwGhjciW+zBQqUsFjQrwXikQlXq00AA7sqNNhWkpb6vVK0t73DZWFOuv5EaVV7Xsg8gWJUR3Apci8Dqf//on1zSHI9fFFcgrkBcgbgCcQXiCsQViCsQVyCuQFyBN6ICMVh9nSpffedviHrLtFK480134vJta/Hoj76Jf/viZ9Hd0y3+dxNTkwJfxatSlJ0hSqVluUEnXEkkUujvH8S5M2ekbdWyEyiXlwU0NBwP9779F7Fx6065Cb32hhvw7L4X8OLRowIHLaeBo0eexQvPPSYJ2IadRaHYi3y+F7fv3YrREwew7+WT+KUPfwRXX34DfII4SiZfBUmUysjXAzRqDdSqTfT1dWN+dhpTU+fxzDNPSqAJb3zZjrph4yZs275dWuVrNRWqwvATFoJAgUiSKc4rPyMqX5SBQwApCIUtysLolMUA1bIe27k1DYsL45ieHsHOTavFixCNJs6OT+Opw0ewqiOHy7eth6NTwelgfmYRzx8ZkePYuXUYhhGg0XQwNVfGyOg4BnqK2LR6AG5oiHWBbqSxdfs1MMys4F0qZC1Th990pJ2W7b4EoAtLS8gWO1B3G8glEvAbjrT7FrN5eISChFiaUlBGsCIVlrB2+AH0Z/bDbITwrBCTCxrmFgmSTBRSOtqLPuyUBz9MolZN4PiBX4A/PofmuXmc1B3s02u48ebbsHlgLVyHSk5+jiU+rNA8rF4zgFRCpYUTTvLa1BtUri6jWS4hk80incuIepLnIf6Oji9WAY7XRE9PP7q6+gWOlBamcfLR76B8bhRmk2E8Bgw9AbMVMkQgQxgqnpErUskJ1/g/pX5W45oBPp60aitbCNe0kejsx6rNOzB01c0otndL7XVR7nHIME1czk4pBCXtXLWxU5HZcJcQ+FVooSst9I7vYGFpBkuLDbQX+9De1gXbJDj2FTyDBaomfaeGH372M5g7fkjUnh/78oFLWif//P/8sxaYVhBLqVYJxw3kUgkc/OmP8fLTj6A7qaEtZ6OYyyOTTMNKGKI8dD0Tp5YdPHLsJCaX2brPjQDOE64ZhPkKjPL6cT/BTppiv8D2d8I3O2nA0AzYCbO1SZBENj+AmZNnMDU1pcAqWmCV4Eo8UNX15nsShBPOcWzbJqeQB59wNaBKVamyCfUiOPraIkWbIyvn8ko1a+TnGfmsZvQE+kIPOzMhdmzqRGKNjuOzJ1Fxk3j6mIeTkwaSVkJ8c2FYcu4MI1JqdjWOCNhXr1uLd/7ie3H9DTeIj+jLL78siuT169aJVQXHcEdnD1LpFCqVZSQsHSHVr1oCbrMCt1Fh8VXbft2VzRWYtHFIioLbYCiblZAAKq5Ehg8cPnAE//g/P40lrr28Nr5Kpk+kUnJcTW6ySJCYUqeqx8UQsAj2CXBuQefICoCZY8lEUm0cSdggMLx6FfbsvQJagp6vaQXIDUr6PVQry+jv7xNv1YRpoVHjZkIdPb29mJ2ekY0HwlR6v4rfKkMNPVdtlLWAY2TVodTISpVMz9iVf9MKgGCSfq3czKMtwMLinASDrVu9Dpft3ovSUk3CtsqVBSyXZtHVMQBN8+T5A0Ob0D2wBkvVKqo1ZQkT1WElWOX3IoXvyvHDY2QAV6RmjV7L3x8XKtzqeuA1iBSr0XtEUJVj/X/8yccuaY7HL4orEFcgrkBcgbgCcQXiCsQViCsQVyCuwBtRgRisvk6Vr7vzP8EPmeDcjre/5W3ob0/g61/4W/zwx9/H5q3bRAE0NX1e3WzSBy+VkpbneqOmbnI1E/l8URSQ0xNnMTgwhFKlhIZTl1bMQr4Hv/Zbv498Rwd279iG8fPn8NOfPYVStSbqzKmzZ/DCzx5BZXFC2olDzYKdLmJgcBXmxkfgNGrYuOMqfOj3PgbaMbrNhhh9yo2pqNSYVi7aVZimhmqljoX5BeQyKfz4Jw/iySceRaO6KL6ZkjNNlZvvY+tll+Ht73oPFhZKkhTNxGjxfJTWXaKeiwno0c2yKFtpP0AYRCjnB9KmTbhENVhAF0nNp20iErqBmakTWLemgISZxP5jR7Bn6zaMnDqHbz38MG7buwNX79yEHz/xOLbv3IHA0fGN7zyKzRtX4xfefBPSpoem5+D5F8/gqWcOYc+uYezdtQOj4yNo7+rF9EwDRqIXgZZhDo2gYMIoKuWovFpcWkR7VxvOT5zHyOkRLFbLKCZT2LxlC9r7uuEuVpDqaIPJ4gUBPC0U6wSG2AzmjmLDmm/Dpl+i5uPUZIhXTprQjQw0s4ZswhGPxIRWRXslgY4lE5knN6Hb0ZHs6kSpsw0PdWhY3LAGiXSb1EZS3ZmhzkRw00dffycSFoGYauEWCwLfETBSLy2qFmixD6BSkXpFH6EXiiqN0CedyaO9ZxD5zl4k7STGnvo+zh99HlppAUGddgBsW6bFAv1ZV6rv+G+lOY7UZ1EauNBCje3d9PGEQCKfHoqWjVShHb27rsamXVeirW81PCOhxl/oKQR/QTGpgncuqNHYAq8zJdxHs+Gj0ijj3ORpzMzMo6d7CKv61yBNhSrDsZo+PBfiCezUKnjxR9/G5NEnYWkOPvaVg5e0Tv7Z//hvLcWqsgGIQBkhcCKTRmnmHJ741pdhLE+io5BBoS0rAD6VSCJtWtLqXNYSePbkWfxsZL4VgqUCnAxbWS4QoIova9IW/0wFryFKVU1XbfAcmxR2Vhvsby9g/uwE5mdmxDZAPJKZpC7Xm6pr5X/Luooq0POxfu1q5LUQx8+eRTM0EPBcxCu5ZQbQUqKuBGPR1ystAKK5HH1vJVhlbZKmix2pBPaks+jrTcNeo+HE3ElMlwLsHwVOTnHThGMrQGBQZUkeT0sDE03XkWO+8pqr8Xt/8AfoGexDrRXYp6CkahunfQjBJx07eK686BIeBV8U3aGloe7WRMntNRwZ97Tj1U0TCTMB27DkD+EkVdiO78EMNZw8fhJ/8zd/i+mZOWisq2+IZQPPi8+hjzAVtRqDoNQMuKC4fy2AjsBqVB96FnPtp48yNyQMQxOwun7zOqRyGQmZ47wBfNSrZQkKHBwclKAmXuGJc+cwsGqV1KheayCRTCKTy4gVAtfParkikFz8c6NgqNZmDy0QpCuhNY/5d2RTYNOfVRLKWEZXNjO4QTM/N4PSUglXXnktNq7fhpHTpzAzcx6LS3NIJTMolxfEM3b7rr3oGliD5WoVy6XFC4rVlSFpK48nGj8r4SrBKsFoZFXA5xCEy8bNBYCt1gixMJBwKxXCFv3N1/+3j3z0kuZ4/KK4AnEF4grEFYgrEFcgrkBcgbgCcQXiCrwRFYjB6utU+Ya7PoSmF6JvcC3e9da3A40ZfOGf/hyHX3oR6zcx6OOsqD2jG1i2lJbpZRf4ojai5142W8RyqYqkqdo6F0vz0K0QTiPE7p034aP//c/Q3d+NRq2Ep556EiNnRlFrOhL8QSDQKM1hcuQ4jh8/Cs2wEDBkBwmkcgwGcbFpw2X4nd/5qASgBExZlrbKllJUIBnhaoByaQm5TB7l5RL+9X99BmfPHIdGv1Kdf/iemnhLhroh9gZDazbjne98ryimqJRKJVOi5pQ055aScWXojNwUR1pWqrYkrb4VpMMbe81DaLgIPA2a62Nu6hVs3dSOb377R5icnsTQ0AA2btmDJ59+FjdfswXnRyfw3IuH0NPbgW2bduK5F17Gnss24e4bd0HzavDg48SZGn70yD5ce806TJ05g0MnTmL3niuwefMe6Bo9Z+k1SdRM/9sApmXBcx3MzEzj7MgIjrx4GJPT50RJmzL+X/beBEyq8kz/vuvUqX3r6n2h2aFBEASlRZGICyi4YBSNOIqjZCJZzMSZz3Emmgn5J3pN4jdx/mPmC2aGcXQSNSMZxYm44IILirig0GwCzdJ7d1UvtVedU1Xf9TznnKZB0B4mMkqeytWX0HSdOuf3vuftnPu9n/txIFxXgxkzZ2HcmPFcqqvqFJ+gQbMZDlwq7p5c8wyqgu/CUSjgYK+O1shEVITnobv7Fei5/UhnFBQO5lC+S8XkeBCj1BDCipezQfMhHxy+EAZ8IXw0bQT2lZaR9xNFhWIbjC7tdrWAkrAbDpW6kKtGbiKdB4vCOei5hCGoUq6hTk2iNCMDtahAy2rcwAiKCkcgjEDFKHgDYWjN29De9Ab0SBuKaVKaSc6hxkBUZ0+6OmUBG59FLy4jN51kdOUs4hrt2tnBTWIgi3vs7iTFR4FaPgIjp87AhMa58FWP4M+g7ElyABqRAuT0s4RVVlvZ0UwHLBQoAgCIJWNo6WpGd/QQqivqMKp2POcCR7t7EB9I858TmSTUIqAd3Ik9bz+LgpbED/6j6YTWyb/9wd2DJd1cSs5fhrCsuN0s5r37+9+ha/tmhANueEM+lHlV+FQ/PFTqbwdysKMnpmHtx61IZVLsSnV6nHD73HB7XVCddkMo5PvSyD0uZA2Hrq6TaEqOaJLGqVTeD7erEmG/E1WVVSivKGNxNh5P8CZOOp5EOplEippfZTIsQlWUV+C82Y1o3bIFr737HkiCy9tVjr2w851qjpUpXB0hZpmC3FBx1Sr3pv8OFVZJrHPrecwp9WOqx4nSGj/yNTo+OLQHkTiws72I1rifIybsJJbb7cY9ZzcEMmp+d8mihfiz274Bj4+aRCV5Hpuq4KCQZon6uZzO7uEsNb/LpKDnstBJ0Ke5Srmmqh0KjQFFYdDGBDVLy5uN9yiL1nTXk3vX6XBi7759+If/+yC6eyJG5EPRyGUlJy05ZGmzgq+ZOyexRMjnZG0EsHvd3FDiTRYrc5riBBzU/IrcyqZ71G5DuCSI+lF1GD12NErCYR6zdCqOgf4IXE5aSWj62FDQ8wiHSxAKBbmJoMvl5RgEfyjI55aIxXnOWFEZQwVKvqfIAT5kbC13qOEyNjZNSGTmpnDkXtWzyKbT6GjvQEdHFy6+eAFGjhyD/QcPoKenB9lUgoXV2po6jBp3GjevyhYK6Il08TkPLdHntcLMeR3qWB2MiaHIEE3jdc2YT8ZmHwurpvN28MY1eVIUAF3DUPGW3nvXd//8hO5xeZMQEAJCQAgIASEgBISAEBACQuBkEBBh9TiUz1mwnLucT540E4sXXYa+rm345f9difaOLlTX1uPQoYOcU0qOMyrDpofrjJYzyjG5SzQ51txIJlMoD1WwyzKVTsDhKCCRzOLSy76BKecshjPswaSGapR4bIhFWtC8dze2bt2JQtGBmafPQOu+D/Ev//RzuL0B5KmTu05CZZ7zCRcuugY3L7sN/f2U2UoiBrmv7CwysDWOH6gp46+A7s5DeOmF33OuKsVIxuJRdpfRg7chaBhygtF4CqirG43K2nosumwxAsESaBmNxdWirchCBD38WqXdhDBPmYrsUDWbnFhCHbuPNGSLOaiKA3oyjkRkP2ZMrcXB9l7kcwn0JgfQ3ptE8+59uHbRPARCYRxqPYBEMomOnjh27z2IBefPQOPU0chrRRQcNjS3p/Ffz72Gi79yGhyZLLoTSWRyQP3o0+HyViJDDje+MIVFbsr1pK7ce3bvxCvrX0CKcnDtNtjIXWtXkCvkWagaM34CJp9+GsbWjkfRRg/5Weh5N4L2dkyvfxKq/QB0RceO3R7UjP46ppx2Dp57/m5otjJgnw0lL29FTcSDKSUjEAz5UCxmWHPJ+7woej1wJ3U0jyrH+7OmIObxA0WV6+WpSVMgoMDnV6mG2+j0rpAjzcY5iZR/m82nOBOSGnSRI5HcuDTmmayGVDKBgpaDP+CD4vKhoPqhuvxwJPsR3/cucu17UUjrzI8sgSSssj+PBBqW4E23nimisvOYxntoOTm5EHleGdmp9F8qbVe8bjjLqjByxmxMnD0X3vJqkOHQzgNA2isJPSrfT9TMJ0+Com44/Gi+Ag7eKEhnU9Dyfew6dDu96Ghr5/Jot5NKtotIp2IIhcoR8Lmx+al/Q3p/E/726e0ntE7+4O67WZhiocyMQSCBlTNPXW52Hh54byOaXn0OQZcN3oAbpT43/E4PPOR2pOxIEo6LCt5rj+Gjzg7knW64KUfVQ+XcdtgKJOoDGrluKSOTcic13fyvIebl9Ryyeh4Np0/DRZdchnH1dbwxY8QpGPcSiajkkKUbjJhRYyISJn0+P/yqitf/5V+w/p33EaXmYQplspLgTg2XjmxcZYGyBFRLPDwCIG1GUDO1oo1dsxQr4LDZUO2y4Uy/B6PsCsKjK7G/0INDPe0o2BXsaLfhQJ8XdmceziJJ0nSP2uHOKzyu5TWV+D//770oCZcgm0ySb5GvbbBJFHGgRnlG+CavQ7SxYDQEy7MAqZk5o5RjSznLVCXAAif9O7u683wfce6pKf6TG9bn8mDvzh1Y9a//hoOdETgoCgBUNm+IkrQRNrhJRE5QU0C0RFVDZjUXR1NMJKHSygl1OqhZGZ0ruUqNqAe6R2vqyjFx0ngEgyHEBmIY6O9Df18v5+w6Kd6gUEQ4FEJ5RTlfYzAUQlVNLb+XMlkp5zqXybBDmj/DzF21xFWDH3Gwm45UnXOZqWoik80inqBc3yxyHCWgM19y7CdTaW6e2HaoHadNGodvfWsFSkKlaG3twN69WxAKlcDvL0VN3Rj4Q6Vwetxo6+w0G1gdKXpa3MhVyo0OzTWf2dF0NTfhaO5zHARtspmNsIwMYbMBoinQUpzC0OgAa17+xTe/dUL3uLxJCAgBISAEhIAQEAJCQAgIASFwMgiIsHocymcvWM4PftOmnoNLL7oI3W3v4hf/8CMuka8bMYqFj9GjR6KzswMffPABizT00EgvElbpvfTATa6d0lAV4mZOnYIsMrk8rr7+r7G9I4x93f0YN6Ea584Yh/mz6xFyJfDUU0/hUGcMDeMn48Cud/D0E4/A7fGj6FLgURRkNGqaZMctt67AeefNQypFZeAkYpCAY2aCkvhVKLCw6/WF8NabL+Cl9c+gsrQM0WgP0pk4O7+sFz0c00OtoZsVOf/Q5vDjiq9ei3PnzIPL6YaW0wyz4RDXFpfQDoq4BXYWUrk4vfjhn8SRIrnYSBQqIJvohZKNoHHmeOw92IL+nk6MGDUWu1p68OZrr+Jbf/JV9GfS2L19G6ZPn4kd+zvw0muv4ZbrrsCY6iCLcg6fGxvf34M33n4fl8+fCT3Si6LXC9gDcPproBW8KCpujgLgbt3FIro7O9HfG8EH729GR/shaBoJrYaoQmNED/rUfIzHzePGBecvxIxZZ6CopaHnfKgNbsOkyv+E29uLaKyInbu98IfnwukpoifyAWzqdChvpVD98rsYG6zA2Np6o6mOloFSyCPjcCHrsSOQyaGzNIj3LmpEb2k5kHewUARkUFPrg9MJ9PXHoeXJ6ukA9XkngSWdSoI6b4XDYZSXUv4oZWzmuZN5TzTCzatUpYDamkp4OSfWgTxU+OxAtn03Oj56G4VkHMgVkc9SebUpKhpePHbQkaPMEkNI+GFhz2xARM2RaFxJUDUEeEPcIvHN7XYgZ1fhqqnH5PMuwPgZs2H3BCkjwyh7t9l5HsZilBUbRyKRhJ4jIYbcfwqcLjdKQiXskM4XEuzI7evtQ1tLCwu+Pq8XOV2H027j/F9vZQ16d7yHtx77JX78nyeWsXr333zfEOFIVGUB0c7jRaX81DWLMlO7d2/FB88/Da+iw+dzo8TrhdfjgEdVWERjR3E+j86UHa8eOIRoDnAqduRp90Mpwl5woJg3fsbacCCXKm9i2FRolEGJPM448wwsXnI1Ro0bww7roYKVJVpxnq5ibJoYjc3I1WmHksvh0PMv4NmX38C+TAqaosIFFXkbCZDHXtw+TVglw7KtSI54yo11wGErIuBQ0VhVBld7B0aHPQifVo0DahRJrQsetwMf7lSwbb+KvIN2fRQ4XApy0GAzDppEAAAgAElEQVQvetiVfNPym3D5dYsxMNAHVdc5g9biweKy6VIklzv9zxLXOPtXpaZiCud1cg4n5auSezub4/uWMkSt7FN2X6sOOKmRldMBj8cLPZHE7vfewTPPv4IdrV2kGsNmOlaJqeHCpnlPDmsjAfRoZ+9QivxZphBI3yfBk4RwEszJ3U8xMPRVXlWC8RPHwefzoae7B5GeCFc40NiNrK/FiBH1UFU7u1XrRtQhGAhgIB5ndzIJkT7ahKFcbo6LMNZp4kL53SSe0vqcTmeRSJF4mmUxNZNO82YUNT+LJ6gMnyIADNHTelEUAmXQUuZ0oj+CG2+4Frf86S3Y+ObbaGnbgaqaes7yrq4ZCbfby5UW7dGIGddATaoowsIQ7AcjQyyB1HTGGvPX2Diwxpe+Z4jBRqMr6++WO9podGe4hK35YP3cHSu+eTL+v5B8hhAQAkJACAgBISAEhIAQEAJC4IQIiLB6XGH1Vn44PGvGXFw4dy7aD76Nf3xgJVKpHMoqKviBf9SoUWhpacHWrR8Z3bvJqVWgLtHuQQcPPYS6HW5kdA1Oh4sbzQzEElh68w/R1FWK9/ZFUcjk4bHruPm6M3HT1ZPx7w8/hLZoElMbJuPNV57Bpg3rEQyVIVfMw0UlyFoRgVAFvv3nf4mqqhGcz2koA+SAM8p4ySVHgieVDbe2teE/nngYDruGoq7zA77X5+JqbM5HzeX4yxAU6CG8ANXpRH90ABNPm4Gbbv06gsEwshlt8CGfy8HpAZqaVJnlndQ0XuEGR4aDlcvAySCZ08B5nbYC4vEo0ul2TD9jDLZ+1ARbtoiysnq837QHXZ0HcNPX5qM1GkMsGsH4UWPwzpbt2LpzF27+kyWoKqE8xhwcbg+ef/EtHGrvxIXnT0dfRycSeTsqKkfDH6pDIkVlsEZHdiO3L89CzI7tH2Hjxg30yI9EIgZ1iEBMIgeVq9JDfULTUFtWhUuvugJ1lTXIpuwYWfEWJlY/B4+SRGe3ih0HbEhl6dpz8Pj80HtGwP16CrXNrTh75ESUBUvYLUbOQoXFCCdSagHuXAa9Ph/eu+w8ROvqUdAMRcHpKmLixFrkC0ls37kHh1o7WVi1O93IZDTOUCWxpaK8HHW1dSywkohE19Hd24W+/iiCXgdG1lWz+011+Fmo8LmcKCSi+Ojl/0KseSfUHImxRSg0HGZep9FrzAbFdJiyQY/GNG+KqyR4kYNRsbGbjhp6UVwFjy85tKkxmcOJvkIRI6bOwNzLr0HV6AY+dzpOrL8ffb29iEaiiEQiLACpTg+LTn5fAGVl5fxnEp2y2SQ8HjciXd1IJhLw+/x8h5Lw6fd7odgLcPpK4bRRqf6v8c2/feiEFr67v//XLOqS8M55pma8Ac0NXVHhdjkR3bsd75OwatPg9bkR8LjhJbeqrQi3g4RpcgvmkVI82NTahV0dfYDiRDavGY2MuHmb0cTK+K9xrxg3qwKn14krrv4qFiycz65pEswo75PbVpnCtnHtRpk5b3mw8zDD4hutOS7VjoGt2/D8U89hS3cnEhTNQM3tKXqA3cCf/hoaBUA/ScKiQs5yEtWVAoKqgsm1tZgVCiBxqAWhcAj1c89C9TnT0D3QifYD2/H87z/A9r0p2H1uULIuC4FFHQUFGDmiDnfe8zewOyk7VYOHxEhyjSqGQHmEUMmXbjYyosxVFhLJ4Zw3xG8zUoLWGRZZ6WfMzvMUCkAv+r5xXBLMnehq3ovmzW9h78FWbPq4BUkSUtkRazcb7B3O/mWbtZn9eazYBOZjrnvWedM5kTOW3kdrKB2XXKcVVaUYN34MC66HDrWiu7uHRVE655JwiJsf0nhTo0Kfz4t4PA5Ny/J7Sagllyoxos2sTCbHDftoLacvOs6gYFqkXO2h52XMLprXVm6wtYHAf+cma+BIgN7uNly28CL8yQ034LHf/BalpeS0HYX6sQ3wB8MIh8r410E0mRh06NJaamQ8G4I4vSzhd9CByvEElpBqOJMPO4DpvYdzVC1hleIBeH/J2pAbIgZ/77YVnzWN5d+FgBAQAkJACAgBISAEhIAQEAL/awREWD2usLqchZczzzgPF5x3HjoObcKDD6xEOqPBFwigtbWVnVHsmtJy/KCsFYwsTBJWrYdMEj+8bjcyJC4WjQ7eyVQWX7vpbuyI+vHBgV4U3R4gpWHppWfi2zdOxe8eexiBqnrUVZTgvh/chdYD++D2+FCw2eFx2hBP5jDzrDm48eavw644zeYoppOoaJTpk6MwpxlC6EcfvoffrXkUfo+KBD3A5zS4vU5+eKd/JzcYXQe9OPvQVkCaylC9QXz79u9BdfpQXlFrPMCbAgYLD6aoSu+jvuXkrqLSeooMIMOlrhTZFUpF58U8NTFR0dbZjo2bX4bDR02XbFALgJ6z4VBHBF6fA7VVQeQdTu68ruTzaOuIgKrXqyrDcDspq5McsAraWvtQgI7qqgA//OeyOqqrR2HaGbOhOrzczIsiCMgxSJ23qTz6jdc2YM/H26HrGVBJMecPKgqLGSy+6kaznWQ6g4suvAhTzpwOF7zI5xSMqV2P0WWvwA8NHd0qPtxbJGMjvK4CBpJ26AfCCL2uYUwmg/PqJ7GTjZxkumKDg8qp83bk1CJsuTT6fH58sHgeovUjkM9RZX4e4RI3zpgxEYlUL2fNvrlxE3K6DWWVtfAHwvD5g+zsJNGF3MlUwuxwUjdwEqkAr9uJEZVlqKkoRcAfgJPmlJEayaX/uze/hh0vr0Wxvw+6Rp3RrUxJ06FHgjiJp5yPy8ZjYx6RuEoZlvx3Ej8MAUSnrNN8gf+u61kk83l4K6sxa/4laLxoEULVo9gx3BeJorO9A50dbcilUwgE/KiqqkRpeQ3fM+Sytpx2iTgJqR4W0Hp7qWFOAT6vj6+Z5Hq9mEcg4IJq98JTUg4k2nHWrEtOaPG866/+HzNjlZqP0RdxJKHVhlzBBrfTgci+7fhw/TPwQIc/4IGPmlc5qUES4CDxjiIx8kWkqUFSXxbv7G1HkjJxCyROkuBllO8fFuQsgbQIh1PFpVdchmuWLkEqnWShizY9aOKzeGfmvRqRn8bY0LiQuE3HJScr2S1pnhX6+7Hp9y/jrbc2I4I8UpwVerj7+tGAPiGmDmlw5aDNBYoCsJMrV0ed34OLZ5yBMUFqyOdAZzKHMV/5CmpnzkQ6qyPV34N33nwbv37kGWS0GBQXvc8Dn90FuyOHCxdcjMu+egX6EwPGPU25pCrNW3IyG65GPh+u6jfzUk3R1Po3o1GXEQtAjfH4+6bUrOUMJ6uR5WnKz7xhoEBxuNDXeggt773J7s4N2w+gM6XzhhLd5+ya5BvEOI9jCauWwDqUGf2Z1k3+MoVkcqnSmNDhXE4nwqUlcHnd6GjvRCwe57WF5gRtTFjZ16xwmgKlkYtaMHJTrSZV5nVRZjHd5JYzl53KpihtsxnXQSIsM6Hj2OjL2GAbWl3Af2eBWsFAL8WwJHHN1ZciXFKCnTs+xsi6ClSPGInq+lEoK69BMFjGDbWS9LvBrEIwfq8djgSw+AzlZDlWrSgL698M0dvYtBm8RnP86Vt5Gn9TULVcsSTefucb3zihe1zeJASEgBAQAkJACAgBISAEhIAQOBkERFg9rrBqOFanTTkbl1x0EaId77NjlfJMS8srsG/fPtOhZDzY8gOxAhYpyZlKD930UMgOJlWFzk/wKuw2DclMBldc/V302sbj7V090NwF2PM2XHXBdKy44TR07N+PulET8d4b6/CDO/8ShbwGh8sJu80Fp7OIdKaA625YjlmN54FMQ5SnSA+7xoO3aggNNqC7p4dL3De+vh6b3n6ZS8WzmSwLdIWiPigssvPLdB+xSmkrsuDlcnlQXz8WI8dMwKIrroZOIhupZYZSNFjOawhfRUPwIwcZZxAagl06lzGctHkdTtWLj/fuwbPPP428LcNZh3R+FKEQCAb52NlUCpqNflZFXid3m5NLkim6oEjOXBShFW0IeCtQzMehaxmQuJDPpDD5tGk4f958o0lKNgWbjfIsqQlODt1dXXj1pfWIRjqR01LcBIeEDhJEuPmMJSqTSJzXcfrU09EwfTpGVI7isvVxNc9jTNkb8KoaeiJ2bNlZgJ53IOCzIZHVkW0OwvtqGpOKdsypGscuVY1K9W1FeMxs3Dw188lm0FFZhu1XXoi+igp2rNL41laXYlbjFMQTvdjatA0ffdSEeEpDuKwGpVUjECqtgs3h4G7iPT1d2Lt3F2IDEVTXlBnNZupGYMKYkagIh+HzeJkbuUqp+zoxi3cfwttrH0P04x1QyEmrG+5Hoz8VlfyTIG4krZJySsI8/TOJHbopeGncAKcArQBk9QJSWQ3ZnIa0loO3NIivXLEY5156OcpHjoNWVNHXE0X7oRa0trSwE7OutgZjRo9CKbltnW709/dzMzHOkyS3n2pHWWk5SGClkmgam7KyMp7PVPocKAujuqYGLtUNxV8Cez6F8XXjT2idJGHVEsgMoUrlhlzU5V0rKnC5HOjevQ3bXlkHj6JxFIDX5WZh1a2SP5LEPbZ8s0O1L+fCGx+3oWUgYQjaLHixfHTE+bFrFUVMOn0i/nT5LdwBnrIvXQ4VLoeDM4zNG8wQs9iJznsdHP3A97bpWqXmTixW6Xn07DmIXRs2oanlIFoLGhSbk8dwOK+hoqFqpzJ9895ADlNHVODKcxpRXVaCaCqLfQMxnHnpxVCCPqSSGkcX0P3xyENPoOnDdxH02+Cy2+Fy2OB0hXHj129BWX0NshoJoEXO/XSptMFkOCot56flaLRSYbk0PE+N2szoCZ6D5FCltUrntcJwreosaLKr1aZw/jCLciyaKsj29aPzo7eQz2Twxs4W7OlJsHhNmzwcrVA0NgdYrDWFWWtTbCi7YwmrHFVgMzayuGEh/Tmf53nrD/r5Wjs6Ojgyg+4jY0IYX9b1Umk8cWDnptHvz3TF0uaGITrT3BxUNq2cV6scf/Dvh4/LjaLMsbfEVUtg5UgJm4Kezg7U1ZTi/LlnItobhaq4UFNTifKySlRW1aB+zARQC7RMrsCbKNY8Zie7mf1r5KQaQvdQYdVwoRqxKpY4br2PU7xNB6uVs0vnZji0j5yvFvMVt9LvYnkJASEgBISAEBACQkAICAEhIAS+mAREWD3OuJx10Z+yQNcwfgauvuIKxHq34cGfU/OqDtSOGIE9e/ZxKSeVY/ODJAmpRXI96pyxSg/X9LBPD4cOhbqI098pk09HMpNE45wlGDH5Ujz9cjN0Kncuarhq/iT8zZ9fhEhLHL3RHvzrP67Ey+v+C6HSMuiFNNx2LxLJPowcMwk33/It+PzlfI6qSiKnmV1H/cC5O7xRtk0lzb99/F/wzqZXYbfl2TVLogJ1LGd5yOoAP1h6aQgZqsOOvJZHOpXDpZdfjSuvvh7Rvn44uBO12cTIZNff14f93R1c+kvv5lLbog1jakcg4PdDL1BJvA6P04333nsPm95+FXYly+/O2+zIaAXu0q1QCTU1AFOp9NeDRLrAIrXP5+IO8OQPI+FpIEdCoAPloSJUqNBJsVSLmDx5OqadPgtZ+ndq5FUkwaXIx+7u6MSzv3+G81UV6JxvaAkc5FglMYIccYbIQc2CbLj48sU4Y8o0ZFMaRpevR0PlG9D0DNIasKcZ2N9qg8/ngD+go2uXD/ZX05iZVXB+5Tg4UUSqoEG32eBxkNtQYfdqMZvDvkkjseeSryDuDrBwltdyGDumDjNnTkEq1Yu+3m5EenoR6UuiqHrhDVbC6S1BkWIbsmnEY1F0tR1APNaF0rAX4bIqlJfWYGRtDcpLwvC4vezWI2EmTm5dPQ0VWex6703sev0lFHtaoWeUQeHKRqIGCT8ssoJzVal7N80NElWp7JjiJnIkjGXzSOs60rkC0jkdOXIkO4E5lyzEBV+9HqWjxkNxupGMxdFxqAVtrS2c/ziirg7l5eWc2Ujzk3Ig6f6hjFh229ls8Hrd8HoCnEeZTJG7lWICyji6gqbdmIYGBMtqodpt6O9PQs9kMGva9BNaWf/yL7436Oij+WF8UVOwIop2BwurHdu3YOfrL8JHEQ5uB9wuF5feO6nBk2LEE9AcorxeDUFsbo1iW3sPH5cE/SLVrHNIrZFfa4lptEmy8OpFmDt3Lrt4fR4PN1LjzQly5prNgFjOGmxeZWRl0piQ05x+jjZxMpkUcmlDmM1392LP/gN4d88+dLZFOI5jOC9LwOLzU8CNzZwUYaLkMe+Mibhw2iQ4HR582NwK76hRGH/mNBxqa0UhZ+cNEafXhr5oCm8+tx4d+z6EruVQ9BQx4bQ5uOy6a5ArFuByOcnWjv5EDC4jQeSIGAAW4NgxfDhj1lqbWJTTae0yG6qRU5pEZhJezcZX7BZlE70Z60CbOSQvZvNINW9DsrcHmz5uxbaWHmiwGdmt1OjPbJhE+17s77Y+w3RVWvwsB6UVBUDrxFBhldYQp13lsaPvB4J+JJMJdNHmltnwTeONIWOuD23+R2dKL2rux2uiuRZTTixHMuQLvFlllfZb84iLBoZEKtB7jXnGeyqDsQXGNZiN6mh9KxQR7erCjGnjUVtTgkJeR1l5FUpKyxDyBTCyZgRKyqpQ9PiRVRwcETI0H5Wu0RBM6bhmpvcQEdU4D/P3kBkVYDlRqXLAEluPFlYtUdkSYS3Wt91yy3CmsfyMEBACQkAICAEhIASEgBAQAkLgf4WACKvHwT77kj/jjtYjaibiuquXoJDdj1/94if4aOs2jBs/AZ1dnRgYiJtNPQpwOh3Iajl+0LTbDRckO3PoId7m5Lw/Kuks5tNQHDYEQ+Nw1S2345n1B9Ae83Am4gXnjcRN152FF57aCEVvw3NP/gp6Og2tSI1qdKhwYCAew7VfuxnnX7AI1EuKHrbJ9WS4Vsn1RJ3kDdelURYK/PY3q7DpndfgVI2mIkb+oFnyze6hw81IqAs4J61ymbEDWq6AK666Fl+5aCESaY3L2sn1ZBrpkEqn8OIrL+Oj3haoHhdrc1Ta7cwXsfC8C3DG+MmwUyfoYg7FvIZIVwuCPiDktcOmJRGJ5/Hu1r1oOXgAl188G+GgC8l4DIo7iB17O7Fr18dYcOEcNIyrRS6dQX88gbe27UBrSxeuu/J8zkDN63ZsbzkIRQ0hEKyBnjPKXclyqdPnksgZT+Cp/3wSrS0HoCrUpMtgQYKIkRFoZFuyeJNPwx+owuXXXouyUCk35BlV9gYaKl5C0ZZDJk8Nq4rYsc+OWCKP2ioFPS0eaG+mcUZXAReWjUVAcSCl5FCw2zmDlFyAOXIX2lXsPXca9pwzE6kCCWTgzvATJ4zC6ac3IJuJQdeSXIJL4mE8W0Q670KmoCKbzsBhV+CyF+CwZ+B3Az4P1TX7ULR7EPD6EfIF4XJ7oLqoeVcBmZyOfLofiqKjP9KJD154Gul9W5FLULd5o1s9CS1Uhs6OMdJXCyTUk8vYcN1SpASJQlmtgIxeRIpKwDMatEIRqtOFaTOn4PyFV6KqYTrUYDm3wurtakd3eysGYjGEwmGESkIs7lCWKLmmjQZFNPfAY0DCldfrQS6no6enh0ufKyor2MHXG42isroMlbX1cAdr2dWrZ3KkyuP82Y0ntHDe84O7TQEzz6Iq3wOUF0vCnuqCy6miZeu72PvWqwi6bSy0OlUHHHYb7EVqUmQ0VjIcpBryBT+2RZN4Z38bz7eCTtZAQ0Dkjvd0fDO7tryqAjf82Y2oLqtALpNGgcQ4l8o/X9SLLC4alelG+buhi1luR+OPdC5GlqmRYazZqXlSHiFfCB99uBNrf/dffK8MqfI/gpN1/1qH5rZRJPhRmX5BAXnQR1YGcfl5Z2F8VRjxVB5vbd+N8smT4Sz1cnV6KFgOnzuMdC4Fl9+D/Vu3Y/Orz6FhykzUTZ6I2vqRgMfBGaFOmwKPw4VEOo1YbwR5TeP4BYqDsBpUkXhIryOa45list0U6qwoABJVuYye5i79j+YuRy9YnMjKb4OqOGGPtiJyqBnv7DiADw90IlOkkngqk6dmYLRWGscyHJhmvrApbg4VnS2hb9DpzPPFKN13kDDPgnqBr8fjdSGTTfPvCPq9YK4uvCbTadJ0oPuLhWS2qhoxKyyucxM1G0fL8GeRWGqOnnUOg/m0Q8Rz499MAX9IFMDQgberTr7nezrbMWlcLUbWhREKBhAqKUUgXIZyfwCVwVL4wpVwVtcia3fArhvuYY5iIIevKWhbwion81KTQmpcyO5vEmLNKBEz89YSYHk+myK6JawaQvFh9kMdsPRncaye0BInbxICQkAICAEhIASEgBAQAkLgJBEQYfU4oGddvAIFJBEI1OLKK7+GERV5PPfb/w9PPf00Ro4eA72go7W1hYUnKgqmB2RqrETOPnowJnHV6LdOD7uGu4mzAthEprCoc/a8r2LaOYvx0lt70BHNcsfxaQ2VCHsS2PLSQ9i7dy93huYoAIcdifgAGqbOw8033wqv1288vLLoWuQMTPa7DXZfNtxtJBC98MzjWP/S8xwXYLcbbi3j50h8MJxN9KK/8x+L9ICsIJVKs5h18y23obJ6NDIZHS67grwpwCi6jq6eTjz+0jNoG+kmPykK8TSK6SyUlI6vnbcQ08c2IKfljJLhdAr5XBumT6mF1+GELZfCgY4+PPXih+iLtuF7t14Al6qiL5ZEQbHj1Xc7sHPvAdx63XxMGFmBZDqC6ICGZ1/fju6ubqy46QpUBJzIZPJojcTQE3OhqAZYoKDS6aJNQ44yL0mg0nW89MLzaNr6PlS7WXYLGwvig2Wy7LoCcsk0zjx3NubMu5iFarumIuDfhtNG/Bf8tn6k01QeD8QzdrR1FZDKUBmyDYV2Oyo2Amenw6hxVkArppBQbXDYbHAVCyxQdowbiX3z56K3shqFnG7UeBc1TJ48ASNH1kHXqfNQHgWdOn4n0NWfQn9aQSwDxAcicNkdqAr7URVWUR5yIOh2Iwcn0gWFO807VDe7qB0qOZlVaJR9Szmz2TT6BjpwYNu76N66BXpPF4uT3M2cHIBUYk1ONOpaz1mqNhZms5rO5f6aZgirfTnFuN5cFl63gsqRtZh5+XUYNW4C3IEAgqEw591Ge3rRG+mBXbWx69SYX4XBsmd2GJoRGiQ2kTOZzjceG0AiEWfBrSQcRk+0l4XXsooqhMqrWJjOUWREOsnZsQvmXnhCS+WP/v7vOG7A6VC5IRgJ35Tlq2Zz6It2wwEdbds+RPv2rQj7Xdzp3qWo7JKksXZQd3WyrbKrlNYAO9rjObz+cQeiOXIYKrBR0zLa+LDCP+nOV1VccMH5OHPWNLMDus6ZnHQedM9BpYxS47gkJlK5upEIYMR70IvERJrTlrORyuq5iRi5Z/M6uiJRvPr0Ony0ez+XoQ9KsmapO7kzDWc5lZkbReb0mVx+b3fwtdcFVCyYNQVTRo+C0+HGR/t7cLC7E1POORvhuhr4SkIsEFI0BW2E0PtzOQ0FRUF5XR1yvPZ4kE7EqIMcsyD3ejab4/WA1pl4PMGl/PQySvENh6/laKT5wBsfJF6aWaTGxgeJ2ZZT0uxObzb7YtaDblO6vhyciR4kDu7H1l1tePdAL2LkTOe4WzsyeSMOQNEN8ZMVzyEd73m1HuKitURV62do3ad/J6Gd828tYdXj4UZT/bEBoxHckAZOhqf/yBeLouRw5gMfLuvnU7IaBR7VPIvPzexPRpsZQ3/ueO8j6zdtXsT7ezC5NoyxVUEEfG74gyGU+wIoD3hQUVYB79gp0CvroeUVzsUd6h4eWvZv/b4ZejXG7xPj989QEZZ+vyjmeQ4VVY17yNzaGuJ8tZy5X1+27ITucXmTEBACQkAICAEhIASEgBAQAkLgZBAQYfU4lGct+DqK1IHeUYo5c+bjnLNG44PX12D1P/8SvqAfLrcLbe1thiCjk7tTZVcmCR5GSSMJIuTQMwTVw41EyI1m46Y3Rfgw7ayLMG32BSgobmjZGLpat2P7+2+iu3UXnC47Nz0h8S+dyiJcUoblK/4KNTU1MCL76Fgk3pBziz1BR2TdkXhFgs3HW9/BY4/9G5KZAdDpkFjIGXjUIZvdcWYncrNbM4mvJHikkmlcvPAKzL/kMsDmJvkFBTt9itGExwVgd/PHeOqtl9A9zodiVkORnIQAynIqrp19MUaW10LXsnDYncjEBuBU+nHaxCrYKCMRMSQ1O37z1AZkUr34s6+dh3Q6hWxcR1X9CPxufROa29rx9WsXoMytIqvHoSt+rHl+E9KpJJYtmc/5l1mtiCz8aO3OI5mzcal0kVxWILHEEHzojD/a8gHe2PAyd57n5jlmiSsxoBxXEs3IvVZfPxoLLr0I5RUjoOezUDQVqqsNU+vWoMzdYTBX7IingGgij4EB+owi7CSgtjow6rUQJmUD7O5N2zR4qJmR04NOfwh75s1Az+SJ0KlUnB2hOagOG8ZNGIfKynJoVCqbJ8EzjUwmjXgqi6RmQ1pXkEmnoEJBadCNylIHyoJOLtlOazYkKKu1qEC1u/jcPG43vG4X7E4H1KKCRDKB1s4D6Nq3A+m2Q8h37EW8fwBamvJWSXg2mlPRxgCLrIUitDyQ00lYzXPDs1ROQW9aZ/dqidPOzcYmTJ+CyRdeAbvbi0BJGAF/iBsFJeJJ9EWjcHucCIVCg8KMNd9obnLzHwfNQxtHZ5CQkkzEkUol4fP5uDR/IB7n94dKS1FWVcv3VzKZAjUtshV0XHrhwhNaJ7/xvW+iqroa5eUVUJ0OUA28w+mE3nEQu97bhFwigc6DBxDri6I8EEDA52FB3ipLJxGU3MPsclZoY0VFb9aG13e3oCVG8QZ2zt+kJmMkEFKOMP3s2PHjMO+C8+H1OeH3+zHQ18tl8uSI5W7wlNVJrj8WoknkNjY6KALDcgtmc9QVXmPB0e1xQ3U6YVMVeOwOdqrTv2994228+PJGJDNZIw2W3JnkmGeLK9ApUkQAACAASURBVOm3vA3CqipdC4m0JAw69TxqKkow67TROHPCSAQcKrK5Il7ctgunNzZi7GmTkCOHIW0k5HSkUyl2redzGlxuN3zBEhRo04Q3b+zIJOLIaxkkBvpZwHY6nMjpOQQpU7lQQDwWQyKZNHJSNQ1FbgaomU2MyCnsZC4Ol8sQonXadDBcvNaGkCVcDm2WxA5WkrvzWTjj3ch2tGDngS7s6EohmkjxupjSCxjI0vjZYaO4EnNNtSaUJfAOFSmHiqy8bnKeKG1ikLBpKIQkBgdDIb7nKEfYEiJJwDXWbMt/enjqfpawOvQcDrtoDR2Y/075yEcJsNbRh7pueeMok0Mm2Y+pdaWYWB2C32WHz+dHOOBDRWkZgjUj4R17GnRfGDkW4ym7+0jB2crHPdpdenhMjGxhbuBmvlhctrTjo6IDGCU7Vw+L0NZa8ac33HBC97i8SQgIASEgBISAEBACQkAICAEhcDIIiLB6HMpnLVjGmZ6ptIJxE6bjmisvRLxrO1b9099h796daJg0CdHeXvRG+2F3uvmBn9x5JArQF4mpg5l4phBpiKvcG9t0aCmcD5q3q3D5fFCKGrIDEbidNuTh5DxP1mXp0bbgxLVfuxGzZp/PwhU51KymS1x6OSSbj7MxTUcgueGysQgefmQVdux4Hw6nUQLvcwcGH2S5sQqMsmx60d/TyTQa58zFVVcvgapSVIEDCgk39iLnp+ZzOtyqHe9sew/PfPQmkiODFKDI5dR2txNjbUFc33gxAt4AcgWNs1lj0R6UBrMYNSLAzbrySh6ptA2//Lc1XJL6J1fNRVtHB9J9A5gwpQEP/cfLSBcKuPmqi+ChUnVbHlm48c+/WYsRddX46qXnAnoKRcWB/qQPbT1Unm6UzdqhomAjVx81uykg0tPD59C09UN8+NF70KhZkk2BPxBgjpT3Se6zyqoqfGXefFRVlyKfJTsvCZ2kPuUxrvJVeJQPkdejqKwwWCViHkQjGlrbdOQVBwLloxF/yYGzdicx003ilRt5ex4RtxO7zp+J+PQzuOs8uZAVcoTqGlS3EyNGjoTX74PGCmcW6WQcmVTcyMu1U2MlJ4o28iQCPrcdAS8Q8NjYTRZPFdCfzHJzMYfDxQ7D0pJS7vZNGbvkQu3p68XuvdvR3bofaioBd+9e4zMGksinNOgauVap2zx9kTtV51J/MhRmKV81l0c0XkBayyPgdSLoVOAPejC58UxUTDsPUJ2GSKk6DFciuVajEQT8Pni93kHHHotjZikx3Q8kntL4kBhF8zaVjPNYeH0+PhdyVpaWliIQDKGiugbpdAax/n6OT6Bs2isvv/aE1smVP/0RO2mpcZFNdfD5OWzAwNaNaP3wfThhR0dvHw50dsOtujGirBwuVxEqZ/CS887YlKAXicOUV5wqqth8oAtNbVF2qg4t34ZShN/nx6WXL+LGQqTlBkNBnoduj4tjELweL7tfiT8fl4Rns7SbBH9NN9YWigEIh0sG82pzeR3xVJI3NnK5DLRMCn37D+G9D3agKxJBPJVDhoQrO8UcOFGguAEqMSf+lCShUnl6gbZN0FBVgskNEzC2qhRlHjv8Xj8OtHcjGizBjHPPQUbPsWOYcnkpmoNiP/Rinv9LZfAebwC+cBmcHh/yxQLSJKzmMujuaEN1VRULeCTEUn4uiaskqBN7yoslkZbEVaPsvMCOz3g8zsf2+f1wcPwBNQA0yA4KlgWrkZXxPiPPk+RkwJ7LwNHfgWxXCw50RrG/P4dMtgCny4loIoP2eAaa4uIMaNqdsiIRhk4qSyyk7w0VVo2V2fgeu1VpwwU2FoKpyVpXdxfnA/O5GhL8oAh69KQdrrBqnYP1/qMdq3xOQwTWoZzozzoKLLwX0klMqg1jQrkPJS5y5PtQVRJEWbgW3vGT4R/bgLzNiayheA7yPuLYLLAfvpIj/o1jLGiT0RwLc8zymuFUt5yuHF9j/l4kYdX4/WNEIFjcb7zuuhO6x+VNQkAICAEhIASEgBAQAkJACAiBk0FAhNXjUJ5x0VIoUJHOFOHxVeLqxVdiXJ0P63//MH7z64dRXV3B4k9nVwThsgoE/AG0d7QhkTByDalpEosgZn6k9QTKTlYuvyeHkVEuWbDbuExcyRfhJpFHy7PYauSdkoNHwVfmLcSll1yJPHWXoUw/h9HJngRWq/u39UBqXRKJq93d3XDYKCczgbXP/BYtB5tZAKFmSj6/m7uxG12ZKWPTEHRcngBOmzIdF1wwnxua6Hkbd5m3HLIkrFLJLWUkvrjpNbze0gStyg+tIwrV7ULRrWKKvxpLZl0IKiym87MpOvoinaivc6CmygWbZoNddaGrM46HHv0Nzjt7OmZNHY3Onii7mkorg/jn376AujGjcc3884xO9nYb+hI5/PO//wfOnd2Ir5w1BXk9g6LThWivAz19eWgkLtpIwHCxSEmuPHJbDQzEuPlQIjaArq52dLS3sThEzshgMGQ2rlJRW1sLf1kVUEhDKVAubpbdwHbVi4AtAbfzDWRSryHg1OB1FlDQihgYsKMv7kFWHYW25Dhs29KCMZ0RnKu4EVZV9CpZNNd4MHbRIoQrx2AgFYNKogSVc9MIUyZjIICCYoPDpcJpLyKbSpgl1gW4nA54vB64A37Y4YQx4mn+OUPILCIWTyOdy7JwXxIKY8zocagsq4Lb6UIqk0ZLRxvefPt17P94O9SChkp7DB5FgT4Qgx5LQE9r0LIatHwBORLo9ILxpRWRyRpxAP3JAouIIR8Jq4C3NIyG2efAP3oq3B4fykrLeW6RsEriTX9/DMFAgIWmoXOTxWIWmShf8nBXdRJiyLFKDmN6D90o5AwnJ6TXT0JcCIlYP1KJBOf1ZtMp/Mmyb53QOvnLh/8JA70DUMjd7FLhtisoJpLofv8laF3t7OCN60UcivSivzcBR6GI6lI/i8SUp8lCHDdL4sBTuG12aDYHtnUOYPO+Ni6Jp3lH18qN7Ao6Jk6cgOlnnoEYlYfnsygpKUFNbRV8JKgWCoZbO2s0daPrp88i6c4SomktCYWC/P28riEejyGZSCARiyGd01AkZ7GWgUobCtT8rLMH3b39iKXSSGQ1pLgBGcVYcLAAKKyErrvE60NZMAi3y4HxdSWoKi9HacCDkMeNoqKiP2eDbcw45FU7kmlqOpbBQG8v2lva4PP7UFldCbfTjkwqCafHC39JBcqra5FMpfl70DPobGtFMOiHzxcwnPW8hjmYATl3KfqBULJLd7CUv8hNziindyDSZ25Ykdv2cKQKN/2yStULRjwCu19JKKYSfXJntu2B3teGeCqDA90xOBQVdpcL3YksmntTiOfpjiKxmMbzcJn+UKenJVBa37MqEA4326J1Os9rF60p4yeMx569exGNRjlDlddLMzvXcPwf+RqusPqJWADlsFh79PkO/QTLCZrVshxfQ5tiY8v8GF/uR1AF/F4faipCKKuZgJJJ02GvqIKtaEeeoqqLh0XOoSKz2YFskP/Qz6PsWWveGl3xjBdJp+w6NqMRLK40H7h5nLnxQv+1HKs3LFlyQve4vEkICAEhIASEgBAQAkJACAgBIXAyCIiwehzKZ158E5frUx5hKmvHzGlzMP/8s6D178bqX/0jdn28A1VVFZyZSPmQmVwOkWiUhRFDGDBEU3o5LFGSRQOrG7YhsJLEwaITOdyKJLZx4S5go/xTO4o2O2afcz4uuvAyeLxBzqKjslNyKnFpKeU+0nOr2aGZHu6tJiJUSn7w4AEoSgEVFWUY6O/Fxzt3YN/ej1nAUtQiu978fh+i0V54fW7U1tSgrKwS4ydOhtvlg+rwwOF0maXClBtphuEpNi7H/v2GF/Bh3yHoHhX53n4oTiccAS9mjZ+CC6c0wqHxozRdJVpaDyIcLqK8zIViloRVBa2HIlj/2gacfdYkjAiXIFMA8kU7Mrk4Xn9nF+pHj+KyZFtB4dzGvv4E3nz3A0ydNBGjqio46zZrVxBylyOPADv+nAp1uVdB/YOgUFftItwuDwao9F3LsvutveUQNyoiMYvGh8QqKjum/xapnJ4iD2g8bDolsXIptqOoweNIwqFsgWo7gEI2xu5SXS9BZ98I7G1VsG3fAPpjPVBUHSV6DAF4kVbyKBs3EpdeuhB+XwB6RmPXL7nHyOGbzGYQ6e9HT28vxo4bg5qqUi4xTsXjUJUCPC4FAb8b/lAQNpsTWk7nOAOKbPB4ArDbHEhlUkikkiw+VVRU47SGqSgLl8NucyOZTeFg2wG88eYrONi8GwoxKqZQ6nbBkYojG+lGLhaHlqH8S3KnGuX/3Kwql0cynUWWYh4UB5xOFX4HNR9zwV9Vi3HnfAXOSsrhdCHkDxjNlApFpDMZxOJxBPxB3lywHNQkqAx1pHETJZsNHq+PBRdyrNI9xF3WXS54KBLArrL4RvEU0e4OFHIZ6uzETbC++b0fnNA6+df/52/gsTnh8nmgqQX4HQpSLS2IfPg2VI1Eah25PJDSioglU0gnkvCpdng9bqPDPTsjjY2IotOOgOpEUXFiT18ab+85hDTdx5SRardzEzyvz4NRo0bCF/DC5/NCz6URDodQXV3N9zNtcFC8RTaT4Q0bj8fLTbWIA81JikPwesnFqyHS3cVf1HWeNkQo+7WoOuB1++D2eFAS8GCg+SA6du9AKpOBTlmo+SLSmo50NocMOeoVG/xuF/weF8I+H0oCfo6VcDoLCJE7uLQUbqcDOZsDO1sj2BqJIaPrXLZPm0dxmi+5DJxOF8orwpjcMBYlIS8Lpi5/CGMmTkIuZ0MmGQfyOfRGulhOpWtXnca10YvH2enkdYiiGNily65gsxmfmWGqU7xEIsFuZtp4sgRYarRGbl5d03hzKkfO10yGhf0MrcXJJNzZfgRtCeQzWcTiOmzFHAo2GzrjGvb1ZdCTop0TEmuHtvQ6HDVwtEBpiX58rmaUitGwKc+bJeTGndjQgF27d6F/oH8wC5dFUcPj+ok5e2LC6mAk7GA8yxHCp3lvWSzZCUyiM4n9qhOTR1Zjcl05Ur3dPK/r66tQ1zATZeNOQ97lBM9uym6mqIsh40Lf5moMGiczfsb6DPqdxONqN4RV60Uub45WoENyXI7xu3EwboF3G40qj8H8ZZPt9VdffUL3uLxJCAgBISAEhIAQEAJCQAgIASFwMgiIsHoyKMtnCAEhIASEgBAQAkJACAgBISAEhIAQEAJCQAgIASFwShEQYfWUGk65GCEgBISAEBACQkAICAEhIASEgBAQAkJACAgBISAETgYBEVZPBmX5DCEgBISAEBACQkAICAEhIASEgBAQAkJACAgBISAETikCIqyeUsMpFyMEhIAQEAJCQAgIASEgBISAEBACQkAICAEhIASEwMkgIMLqyaAsnyEEhIAQEAJCQAgIASEgBISAEBACQkAICAEhIASEwClFQITVU2o45WKEgBAQAkJACAgBISAEhIAQEAJCQAgIASEgBISAEDgZBERYPRmU5TOEgBAQAkJACAgBISAEhIAQEAJCQAgIASEgBISAEDilCIiwekoNp1yMEBACQkAICAEhIASEgBAQAkJACAgBISAEhIAQEAIng4AIqyeDsnyGEBACQkAICAEhIASEgBAQAkJACAgBISAEhIAQEAKnFAERVk+p4ZSLEQJCQAgIASEgBISAEBACQkAICAEhIASEgBAQAkLgZBAQYfVkUJbPEAJCQAgIASEgBISAEBACQkAICAEhIASEgBAQAkLglCIgwuopNZxyMUJACAgBISAEhIAQEAJCQAgIASEgBISAEBACQkAInAwCIqyeDMryGUJACAgBISAEhIAQEAJCQAgIASEgBISAEBACQkAInFIERFg9pYZTLkYICAEhIASEgBAQAkJACAgBISAEhIAQEAJCQAgIgZNBQITVk0FZPkMICAEhIASEgBAQAkJACAgBISAEhIAQEAJCQAgIgVOKgAirp9RwysUIASEgBISAEBACQkAICAEhIASEgBAQAkJACAgBIXAyCIiwejIoy2cIASEgBISAEBACQkAICAEhIASEgBAQAkJACAgBIXBKERBh9ZQaTrkYISAEhIAQEAJCQAgIASEgBISAEBACQkAICAEhIAROBgERVk8GZfkMISAEhIAQEAJCQAgIASEgBISAEBACQkAICAEhIAROKQIirJ5SwykXIwSEgBAQAkJACAgBISAEhIAQEAJCQAgIASEgBITAySAgwurJoCyfIQSEgBAQAkJACAgBISAEhIAQEAJCQAgIASEgBITAKUVAhNVTajjlYoSAEBACQkAICAEhIASEgBAQAkJACAgBISAEhIAQOBkERFg9GZTlM4SAEBACQkAICAEhIASEgBAQAkJACAgBISAEhIAQOKUIiLB6Sg2nXMwpS6BvM1b9w4uoufkeLB57yl6lXNgpSSCGzb/6OV6sXIZ7rvoyTt4v+/mfkpNKLkoICAEhIASEgBAQAkJACAgBIfCFICDC6hdiGIZ/Eh3PrsTKZzqOeoMD3uoGzLlmKZZMKx/+weQnP0Fgy69uw6r3PwNM9WKs/NEi1Az+WApNv74XD270YP73voslDcE/PNm9a3Dn32/AuFsfwIpZjj/88eWIQuBECGgRbH5yNdZuakYkC8DhRU3DfFx/8yJMGrwNmrHmzp9iw7jleGBFI758s/fLfv4nMrDyHiEgBISAEBACQkAICAEhIASEgBAYDgERVodD6Qv0M4aw6sG8r1+AcYPnNYB969dhw8EUxl5/P+664HMQ9r5ADD7PU4k1b8au6OFP2PfKamzom4El18xEyPq2px4zptYMCkSRTavwwNNpzP/uHZhX+3menRxbCHyBCBSaseaHP8X6vhrMuWoRJtENkonggxfXYkukHot/cA8Wyf3wBRowORUhIASEgBAQAkJACAgBISAEhIAQ+EMTEGH1D030cz6eIaxWY8VDKzDjiM+KYf19d2JNzxzc8cAyTPqcz+OP5fDsYG072qH6x3L1cp1C4PgEtLcexHceacac2x/AsqlDfq7QhEf/8kFsHL8cv/j2l9GhKqMuBISAEBACQkAICAEhIASEgBAQAkJgeAREWB0epy/MTx1fWAWMf1Ox+Mf3YFFlB9b9cCXW1izBcs9GPPpWB8qvXImVl1EBu4bIpsex6snNaEloXL5bP2spVtzQiPKhdbqxJjz+i9XYeDAFTXGgZvYyLAmvw4PvNw6Wwlvns+TrXmx8ZCM6yiwRMoXmZ1dj9QtNRomwqxxTL1mO5ZeNhdekab136bfL8c5jG9Dcpxk/99Xv4PbzdKxftQprd0SgFRzwjmrE0tuWobFsyFCkmrFu9Wqs458BHGVTsejW5Vg03voEAIUINj+xGk++1YwYXaq/HlMX3oBlFx8+j08b3E8VVqkM+rFVePzdFqTo2LUzsOTW5ZhXPxSihpbXVuORZ5oM1szhJty8cBKCCn2yOU51y3BX3QeDvBzhqVj87RWYbx2rcx1W/nAtqlc8hBWDivpnHZuOP7yxTu1dj0d/sxZb2jVAcaB87BwsvnXpkby/MHeBnMgXgUDkuZ/g7qfTWPTDe7H4KGdq86ur8erA2bj2qqkIDs7xFXjoGzR5rbVpKW6veAePvGrem2VTseQ7t2NOfj1W/XItmqJD1qabGlHO94u5zv2+Gktu9eKdJ8w1zFWDOTd9B8tmDY1CGd7cR6oZ63/9KNZu6TDXkbGY89XlWDp4LOsetc7fOI/Y7nV45JF1xnnSPXPaItx0RATCF2GU5ByEgBAQAkJACAgBISAEhIAQEAJC4PMkIMLq50n3czj2pwmrTY/cgQffasDyX65Ao2KKAZ2Ao3oq5jROwsixZ2PO5CA6nv0JVj7TiZpzl2LZwgZg9zo8+tuN6KDs0O8vQg0JGIVdePTOB7AxS2W+SzCzMoWO99dizaYIMCRjdDDz1VGDqec2YtLosTj73Elo//UdeGCjF403LMfi6Q60rHsEq19tQfVVK3HPQiOddPC9lY1YcuUc1PujaHpuDdbvBoJBDc7TFmPp7HqgbSMe/91mROqX4P7vzwcHHVjn523EslsW43RHC57999XY0FKNxT+8B4uqDVGx6eG/woObzfNoAJpfeQyPHnUenzZMxxVWCx1Yd99KrO2bhPnXL8a86gFsePJRrN9TjaX33YV5YUsEItZRTFqwFIvn1iC39UX8++82I9V4O352y1Q4LJGpGwhOmI+rLp6E0MAurH96PXZhHu76+6Xgdj/HEFaNcfy0YxPjYYx15zr85EdrEZ0wH8uuXYDyxJt49l/XYkuhEbfftxxTXZ/DRJZDfvkJ9G3AT7//OJrLG7H8m8vQWHu89NSjhcnDa1P57CVYPLsewUgTnuM5H0Qw68Skq5ZiTh3QsulxXnPqr70f91xsRJwcXjdmYPGCeRhbfnjdmLHiXqyYYWysDGvu0/33E/M+vnEJFpQn8eazq7F2i47Gb/8My6fRNX1SWE1tWYW7V22BOnk+brhmAcojL2LNY+uxqzADK368AuYpfPnHWK5ACAgBISAEhIAQEAJCQAgIASEgBD6VgAirX7IJckxhtaChY/Oj+MUjm5GasQI/+8aMw4IdFmHlDxcbYim9spvx4PdWo/PCu3DvtUM6dDevwd0/XY/yG+7HHecHEXv1p7jzic6jynxT2PjzO/DowOHSeON8gEU/XDnEtdaEx//6ERy68C9w1wKrxZMZVVBYjHvvWQTylRnvDWHZA3dgjmUyzW7Eg999FE0Ny/DAX8w57G595m6sfLYay/7xdswhoa/pcdz560NY8L27MJ9FVAB96/GTv14DXHUv7llIn9CCNd//CdaPHuo0i2HDgz/Gs7gMd90+j8/j017HE1a1TQ/iOw8fVQZtlkBvOfMOPHDjpOOyjr30E9z5pANL778L84KmaHPUOBll1lEs/tFKQyQ+Wlg9zjgecWzX8MbauJYhn0VAdq7Byke2oOHme7F08pfsJpHTPWkEUnvX4aGH1mJXzHClj50xBwsumY8ZR4isxxFWQ0fe48acb8KkGx/AHXMHfe1Y+4OVWFe5DL+4fQ7nGh9z3aC813t+ivUOc20a5jrH6+F3VyM66OY3Nm3W/Gg1tkxejnuvp1CVo8/fXFdqluGB2w+vUUhtxIN/+Sia596FB24YsraetNGQDxICQkAICAEhIASEgBAQAkJACAiBk01AhNWTTfx/+HmDbq1jHCc4eQm+++35MKrHj12+ii2rcNuqfZh/1/1YcsSzf4chYNQbIiQLijs/mdd6tND4aQ7ao09xeO/dglW3rULnUKFjUEzBYaHxmByPfq/lWFUxdu4CLJ47B+PqvHBYIvMwxuJ4wurx+GxedRtWR0zxeOtq3PZPuz7JWkshlgY8fjqXTxunzuMLq8M59kfDG2sSbcmx2lk5A4suX4DGKfUo9375ercPYzjlRz4PArSxs3sDNr70DjbuNmIxgpOX4i++O8/c0DmOsFp3ZGm9sTYNmfN8rtbGw9GbOZ/Mme7gzZd6I396mOscH58cq501mLFwERbMmor6Su9gYzoD11Hnb25ylN38C9x+7pH3Cd//HZLJ/HlMMzmmEBACQkAICAEhIASEgBAQAkLgi0hAhNUv4qh8yjkZQmYZlt1/M04f8nOqKwjvESXbxxbsjulOPIaA0Xmcpk3DE0cpgHAX1j+xBi82tSBGGavW6xMxAkcLJMMXVmO71+Ox372IppYYZyNar5oj3Gcx7HrlMax5oQktFLJqZsV+5+g82eMwP7awmsKGn9+Bx3cf503WNR5TKDr6PScorA7j2MMda07d7d6MNY+sw+aDHUZebHgqFt1yMxY1GOXX8hICwyJAIuvGVfjZr5uAuaZz+3gZq39oYdVcG5f/4+2YseUYLuxjrHPsp6es5CdXY937LejgzOkgpi5cfowcZFMIPrgGd9+3HvVH5B0bdHi9eH/GMZoLDoue/JAQEAJCQAgIASEgBISAEBACQkAIfMkIiLD6JRuw4TtE/2eO1aaHb8ODW0/QsWrmn26pMzI7x5V5EPQ6DNGh7bOcZ8MUVnc+ijv+YQtGLliGJfPHocwThNdx7PcODrGWQkvTWjzyqw1omTq8juWf6lhtmY877lyAo/r2AIoHQb8DOJ6r9Ig5d4LC6nCOPWzX3pE3gRZtxoYnHsSarV7Mv+deLKn/kt0kcrongUAMTU8/iXdgNaga+pEaNj74HTzabK0fX2TH6lGoshE0v/E4HnyyCd4F9+Dea2jyi2P1JEwo+QghIASEgBAQAkJACAgBISAEhMCXkoAIq1+yYfsfC6vDzB403I6dmH/XvUMiA46XsXqU63Tv47jj/g1oOMLRNcz3YnjCavNjd+CnrzUc6QxLbcQDdzyKAcuxepyS3eM2pDrGXDjezxpZpsCSv7sH881GVfz2WAwxfxBBihs4DuvUGw/gjl/njsxY/Sz33jAzVo849jAzVvkam+fjrr9bYjTKotcxmmV9yW4VOd3PmQA3y9s0Fsv+/vbDGcnGTYD1992JNelFWPnjxaj5XByrR2UzWxmrfrPB3TDXuWNHo3yWECwZq5/z1JLDCwEhIASEgBAQAkJACAgBISAEvjQERFj90gyVcaL/Y2F1sFu21U1+LHBwA9Y+sR67woux8vuLjFxE03W6EZMw/6r5mBRKoeP9tdyhG59Vzm+KGk3ljVhy5ekIYQD7XnkRG5pjn/3eYQqrhvDbBO4qPjUEDOzDqy9sAH3E4SiAGDbcfyceP1iPeTffgPkNDkQ2v4h//91mpOZYZcqfPgGOK8IWOrDuPrOb+PWLMY+P/SqeeHojkrPvwH03TjIb7fwEK58h1uSsrYf20VqsfmwzUo2342e3TD3cZOy/K6weMY7HO7bVGf0zxprdvxuhzliM5Zedh3JtFzY8/TjW76nG0vvuwryhwvGX7H6R0/0cCaS2YNUPVmFLtgZzrlqEmXVBIBHFro1PY/3Ok+pR5QAAEMNJREFUNCbdcB83wvtk3vMwXdrGiod1P1yJtTja6d4BVDZiyQ0LcLY/gheffBTrdwON3/4Zlk8zck87nrXuvaVYPPcz1jllBhbfehnOK9Ow6421ePzFXai+/n7cdcGxzh9IbVmFu1dtgXf2Etx08dnwJd7Bi4+twebUDKz48QrMsHpvfY745dBCQAgIASEgBISAEBACQkAICAEh8L9PQITV//0x+G+dwR9CWAU0RDY9jlVPbkYLZwp6UT9rKVYcnTsaa8Ljv1iNjQdT0Mxs0jnp1VgzpDnL8c6HuoWv/td1aIoamYVjL7gZFyRWY/VbDVj+yxVoVI4nEg/PsQqk0Pzsaqx+oQmRLGWCjsW8Gy5A6uHV2NiwHA+taDS4Un7iY6vw5Ptm1it1Lp+9GMuvb0T5MJpYfaq71Tz24+8aDXsc/npMXXgDll08Fod1FQ0tr63GI880Gaxd5Zh6yU3Hz2+0ZsPRGarHdJB+1rEZwLDGOrZ7HR55bD12d6agwQHvqKlYdN0yzB8vCtF/6wb9Y/vho/NJrblzDW1kWPm8n+UANaH9N5tXLfm6F+88Ya5hrhrMuek7WDarfMgIDG/uUx70ukeewPrdZr7wJ+7jYwvBfM88Yq5xigPlpy3CTTcvwiSJJf5juwvkeoWAEBACQkAICAEhIASEgBD4IyYgwuof8eB/5qVTQ6gjxEezxNexFPffOQ+iH3wmQfkBISAE/sAEhr+59P+3d7+hdZ7nHYB/GJ+FaEUhSAw7wf2grNgt6h8xpph6ZXGJXCKD1VEPFhNLLIJEpTFUK55LbYhCnLJgmAvuqDx2WuwWu1Ab4kE0YpVG/eCRuGyCIRYbWrNFJDbDJlgUQdAwQ7KOHMt26xA/mvLqOh/Fq/t57ut+P/14znPu8cLKESBAgAABAgQIECBAgACBRQKCVa/E7QWujOXlF15NNm5Jz5cezUN5N2/+/Mc58cb0TV+3xUeAAIGlFBCsLqW2tQgQIECAAAECBAgQIEDgdwkIVr0fdxSYOj+aYydHMjF7FUCSWkt7uvv60r3wFV94BAgQWFoBwerSeluNAAECBAgQIECAAAECBO4sIFj1dhAgQIAAAQIECBAgQIAAAQIECBAgQOBDCghWPySYxwkQIECAAAECBAgQIECAAAECBAgQICBY9Q4QIECAAAECBAgQIECAAAECBAgQIEDgQwoIVj8kmMcJECBAgAABAgQIECBAgAABAgQIECAgWPUOLGuB5fNDNRcz8vxQTj08kMPPdCxrM5sjQIAAAQIECBAgQIAAAQIECBAoLyBYLW+88la4NJKh508l24YytHXtR+pfsPqR+PwzAQIECBAgQIAAAQIECBAgQIBAIQHBaiHYFV1WsLqix695AgQIECBAgAABAgQIECBAgMBKEBCsroQpL3WPgtWlFrceAQIECBAgQIAAAQIECBAgQIDAEgsIVpcYfEUsd9fB6nQuvFpP/bWJXH4/yX2taf9Kf/q3tqVpHqpxFcCT32jNm8fGcuG9meS+ten4Wn/6/3xdah8AnTo/kiNHRjJxZSZZVUvrZ7qzs687G5obD41n+NnhXNrcm85Lr+TUW1PpGDicgdkrU6cvZKRez8h/Xs7MtaTW0p7up/vT/ccLO7ntHas3rVlrTtvmvnz9L9rTvOrGxi7/6njqJ89c33utKes+150dT3WlrVF6RbwUmiRAgAABAgQIECBAgAABAgQIVEtAsFqteS6Pbu4yWD33k8EcPNOUzh396fl8LZMjR1J/fTJrvjqUfU9cv5v1erB6MWnekK5tT6S99UomXnslo29Npb3vYHZ98Xo6OT0+nL3D41n96a7s+NqWtF4+nRPHRnPuWkcGXhxIx9xj14PV8STNbR159E8eySOf6krHunM5uvtgzjR1pveve/LZ2mRe/XE9Y5Nr0vP8vnSvmdvJLcFqY82mjduz8/GO/MF/nUr92NlMbxrMwac2zO1r5j/q+dt/OJumjb3p37o++e/RHDsylsk1PRna152PdgPt8hi3XRAgQIAAAQIECBAgQIAAAQIEVqKAYHUlTr10z3cVrE7k+LeP5O0v/032bGnEi1MZ/e7unLjWk5f2dad1IVhdne1/ty9dDzY2Pv/c+z0ZemE2nJzMie/sz+ja3hzctWnhtGumz+TQt47mwpf25OCOtoVg9XxHf14a6Lzx3MTx7P7J29nyzT3pmgtRk7w3mv3fPpF89aXse2JuJ4uC1fk1P7E9B77Tlcah2Kmf78/un9Xy5IE9eaw5mTy5N/tPr8vA4YHMHoyd/Uz98lBe/Jdk6+5deayl9DDUJ0CAAAECBAgQIECAAAECBAgQKCEgWC2hutJr3lWwenuk8X98NsPvNALTxonVNTcFk7P/2bgioP8HA+n8n5EMPX8qLX3fz64vfvBygOTs8LOpX2zUm78KYNtQhrb+vrOii59dFKzO93j/Xx3Ins0Ldw0k757K3hdG0vaNw+n/3I0Tq6vbHsuWbX+WTW3r0nTfSn9B9E+AAAECBAgQIECAAAECBAgQ+PgLCFY//jNcfh3cbbA6dS6jPz2R0xOTmZq9Y7Xxmf2a/NxJ1N8XrCY9Lwyl+/0T2fvd0axr3Jf6gVJzQe2/dcwHs3cOVqfOj+bYydOZmJyau2O18Vm7EMIuClZ/fTyDB8YyfQf9hbtbZ0+oLqpde2hTer/+ZDr/6OYQePkN0o4IECBAgAABAgQIECBAgAABAgTuJCBY9W7ce4G7CVavXb/XdPzhrvT+5ZY80nJ/mptq+X85sfrW0Qx+bzyf3NKb7V2PpOX+5jTV7u7EastTB9L3+VsJV8/VWPz3mUxPTuTUkeGMvdOe/u/tSqfTq/f+/VORAAECBAgQIECAAAECBAgQILAEAoLVJUBecUvcTbA6f+Jz/U2nTKdz5u8Hc/Tq4hOr8ydTG/ef5qPdsXpp0VUAF44N5uVfrr/5uoHpMzk4eDRX73Ri9dpEjn7rUMa/sCsH+9o/MOKZTL03k+YHZ38ta/6Ua2tvvr9rUxZy1vHhPDt86fpp24WeVtxbomECBAgQIECAAAECBAgQIECAwMdaQLD6sR7fMt38fLA68/hg9nzloUWbXJ37P9GU2szZHPpmPROtndm+7bN5IFfzm1+cztiFqeSWqwAuJs0b0rWtKxseuJpzv3glo2/9bzoGXspAx2yAmUyPD2fv8HiaNm7PzscfzR/+9s2cPnYiZ6c7MvDiQK4/dvurAGbeOJTnfjSR1o3b09P+QHL1N3n9tbHMbuWOVwHcZs3WmXMZ++efZfR8a7bv35OulmTq9Zez+6eTWbe5Nzu+vCG1K419bcrggd5sWLVMZ2hbBAgQIECAAAECBAgQIECAAAECv1NAsOoFufcC88HqxdtWXrtwUnP61yOp/3AkE1dmklpz2jb3ZfNv66n/6/rM/SjVqht3rPbu/mT+/Z9GMvHeTHLf2mza+Vx6/7T1phWmzo/kyJH5eqtqaf1Md3b2dWfDwm9L3emO1elceLWe+msTufx+UnuwLY/t2JzpH9VzZn1/Dg903jh9+vBADj/TsbDuLWu2bUrP00+ms6XxyEwuv3E8wyfPZnJqJpnd1y3P3PsRqEi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QLBa1ld1AgQIECBAgAABAgQIECBAgAABAgQqKCBYreBQtUSAAAECBAgQIECAAAECBAgQIECAQFkBwWpZX9UJECBAgAABAgQIECBAgAABAgQIEKiggGC1gkPVEgECBAgQIECAAAECBAgQIECAAAECZQUEq2V9VSdAgAABAgQIECBAgAABAgQIECBAoIICgtUKDlVLBAgQIECAAAECBAgQIECAAAECBAiUFRCslvVVnQABAgQIECBAgAABAgQIECBAgACBCgoIVis4VC0RIECAAAECBAgQIECAAAECBAgQIFBW4P8AUTeUqaZKWwk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AutoShape 2" descr="data:image/png;base64,iVBORw0KGgoAAAANSUhEUgAABVYAAAKaCAYAAADVtAJTAAAgAElEQVR4Xuy92871ypIlZHt+/1q7dqslWoIGqdVXwB1IvA73iCu4RbwBN0j9Lq2W+iBuECpaat6ETe3aVRsVqlr/Z6OIcE572nmyneccbha11/o87fTIiMjMkZEjxr/7V//tMuACAkAACAABIAAEgAAQAAJPEBiHYXjPKulfLJfjz5+/dN88um8ZhsHrpu3VxtvpI6erTZT7PzB6Avbut+922r+PMPKf9B++z9RUX0h97/M1GvoQ32dq79P/2M+Ojo30bYijv/kxHs/yuIWfcwGjS99924bph4bGe32THzyXverSx7v60PdD1udYsdw9y/exF2zdF6fPRwaK67627mykMvLRy3WcjzsE6Gsx0zMu+Pbl+3GXf6D5TM2Y5QbjfEcwXwnxTZ7x8s533voNjZn+I6z+FSXh0lpbLgyIt/p/GMa/+V8eW8DNV+NnQAAIAAEgAASAABAAAs0gcGUefuVeD4Aurfd83+1735X13ZVnenw33+L5zNF33ed7H73b697xxEP7ftrnfbsP9eUJjPdpiONlGBgj13V6pmcHuJ7LRuzxLI9b3s/xuncY7P5zeIjnMzWsjNlgfJ/5vs9heL7PI8S9HcPVgfSwl8dNu1uM7TwYme/3nO6j5xja5PnM7MSqs52r3zjv8+maw9d6xTeTWRsa5PvMd3ODfNh5M9AHjuM9U0FtuTL4Wb811DeRn7VErIb4Hu9JgsMafQZml0H7ThpczzH/ffzb//WxBdx/O34JBIAAEAACQAAIAAEgUD8CV8gm7/mtutG+8FmWYZic8+71Wb7vtt53ICsePdP3xwYTef/c/hw/jNZ14WQhY/bN8Gr6MgzLFIBYPbzM693qe47Y6b/vGkbqmb4Ncbj4++WORb7X667Zuv27b+J++lyDL3t9z/owT1vnla0zHsgzl2UZJnfw8IvPDOQFYtUZY9aP8P0e7X0GX/Z85udtjh95PlP6x+Nmj1uEyJqGYQmxeXP4Wq9xxRZj9Js3vra5Wqi/MVut1DOm257hHSBd7hKgLe90/KekqJeRuT5oNYILvq99Ysi2eAZA45eF6COOsAHsN8QzQrXFbgrj8i9ArHp4C24BAkAACAABIAAEgAAQsCFwZY1z5V4f1K88zzdjyLo22f3xyrxf284rjdeA8f654zm+r+H7PLNVvJ45DcNIID29bsovnPrbsmi8ZRteICgmbxhmAxacNuqxIHa+bmeQznvXPrHed/ij7zNP3b1mFh7/+5Xn+dq6bz9SW0Jl4THsnn7jXOcfPsAXI+19lozV5XsYhvmCYwaKMZeIVVfsWO3KFyPr1960de27DUZ4uZ0eMcHZg4GIsktHQ2yNCvFNV5zc1RaXjTkBNmeG+/z0fc9l4zA8PcRznvTRPAzz3/kMLp7ohPgeDvYBsorNTR7/m//xPw9hSZ6g4DYgAASAABAAAkAACAABIOCLQKgJte/7dvcle3WaF3m/xfdGWkH43nsD/vNPQr1M3/BLn3OnKSQ18Mtr+OWf/n5YTORqWkA3iO98T5A+vfuQcA0OxhVdMqC7333ndyasvod/+PWfD/PXP7lIrvq3Qb35b+eJLfvnMg5/903/259+mIdp+PvhRyLP8G+XPwp37wxn49KCkr7tLib4XekILMs8fE2/H17/8f+wI1dLb/Wz9v2jr2n4lfaPh//uv4aXPcMSvwYCQAAIAAEgAASAABAAAkCgGgQyLH/olb9+DT/++T8elu8M76+mbypuaJHdqm/UuHwPv/3+vxyGH/90GAbKXC31KhLUUsFCu4BAZgTm4TX+fvj9f/Y/D8v8/2ZuS5rXk0oG76t9/ff/FaJVGszxFiAABIAAEAACQAAIAAEgAAQ6RID1PH/9Gn79Z//YLAfQIS745EwILD+Hv/+L/2L4/vGfDOMlOYBM7cVrgQAQKB6BZfkefkz/aPj9f/o/dUOsqk4BsVq8eaKBQAAIAAEgAASAABAAAkAACNSMAIjVmnuvwbaDWG2wU/FJQCAvAiBW8+KPtwMBIAAEgAAQAAJAAAgAASAABJpFAMRqs11b54eBWK2z39BqIFAwAiBWC+4cNA0IAAEgAASAABAAAkAACAABIFAzAiBWa+69BtsOYrXBTsUnAYG8CIBYzYs/3g4EgAAQAAJAAAgAASAABIAAEGgWARCrzXZtnR8GYrXOfkOrgUDBCIBYLbhz0DQgAASAABAAAkAACAABIAAEgEDNCIBYrbn3Gmw7iNUGOxWfBATyIgBiNS/+eDsQAAJAAAgAASAABIAAEAACQKBZBECsNtu1dX4YiNU6+w2tBgIFIwBiteDOQdOAABAAAkAACAABIAAEgAAQAAI1IwBitebea7DtIFYb7FR8EhDIiwCI1bz44+1AAAgAASAABIAAEAACQAAIAIFmEQCx2mzX1vlhIFbr7De0GggUjACI1YI7B00DAkAACAABIAAEgAAQAAJAAAjUjACI1Zp7r8G2g1htsFPxSUAgLwIgVvPij7cDASAABIAAEAACQAAIAAEgAASaRQDEarNdW+eHgVits9/QaiBQMAIgVgvuHDQNCAABIAAEgAAQAAJAAAgAASBQMwIgVmvuvQbbDmK1wU7FJwGBvAiAWM2LP94OBIAAEAACQAAIAAEgAASAABBoFgEQq812bZ0fBmK1zn5Dq4FAwQiAWC24c9A0IAAEgAAQAAJAAAgAASAABIBAzQiAWK259xpsO4jVBjsVnwQE8iLQNbH61//3v1zywp/z7fTpP9d/xpwNefzucRiHaZyGur/iMQyGB4zDMr6GYRiHcQyJ0DyMy3esRlf9XA4qC/3/aw4vy7AMr2EYvwLbTdVdy42nxeEwTMM4/ojyMcsyD8O40BuiPL/2h87Dz2qR4aiw/BiWcaq9G6K0f1kIFxqv4lzLMA9Bh8E4zczzVI5r9eHDzR7GYZ5lnoPrjACNJjMbfgx8FhquZL6zLJgvHOCX+UKtVyybqRWPz3aHXVOZManbhtro65BfUXVICAmE5lkLjeXLOND/jX3NyzL8pOVWgnfF/pYYz5/neSCMrvTE2DexSt0wD8PwW9UEEDnEOE4Dlqk6tyJ3eA3LSBjJ4iPYxSMDEavXnC7Y+wt+kEyjZZFR7zUNy/jFzU81eawFK+lWIpzjRB2itNNMK2pB/LOdRI7J2FXXJdHgNcyD+BWuIwLjsCwJyLGxPttJZitMjNWFD8Vjshsh5XEdEeCFKo9VAed/J5hXcpXtB31w6oNq54IgVm3WnHJuDHK1nbhSbTiI3AW8tcukapqxnHxqXuSdkgiFwWvfxZTkMxNAFy4QqwwWkWOUuUqT6fqMijJVkdmlt3oOTuMrGjHGmXXDPExVZ2ZeiBiXb13W7MbLP8z8A8pyjkccZv64x68X8ocyVmPHS8lcHXnQx6UQkLhDw1VlBBBljTGpiv7U8DKSIZ9kQk1bFyCAjBFlmXljR3ys/Lgzz9NKqlbQ2MRwqi063v6OPl7RcDUja9XSx3WRYyBVSyFVt7nPNZIjcbjB6zwQAKlqBolmHkJyphrLJY3leyaClf5XGkLXw0wKuUU4jCvkKohV7jra7v8exuE3zmys6ZpGcgM4wrHP5GQcET8pMqPI8X6iFzSOw1sV1UgCqAkbLcC+eMcwPnFYU7RZE5BpoyLiUeVPRNajuckmGZX1R0WZq5w1xqQqxiudlanNinQWuPCmBS4NAkoSoHBilUmq5TXMvNGFS4cAZaqmyv5R7+c5z7r5hTnEYUSvglURqaN05EZ9vpvLrusi5uvr19gtrsL9Y4Ogm3JwpiqxUWp+nJ6L+u0bGaumrmdJAKKgPabMIFbfKCq91Xo0M2lgQ66q3g0kO4EyVdMs4imDbOLMZ1x60oAo1lqCNklHyEI11+SxVCtaeCc1neYsTaJHylgtFZDM7apHEkBIVZk01hIHEnbuQuRPBnKMZ4keM8WEUJTwKo47HP/LxofiMWWrYrPCNA+kDPk0maoH+lA2lKG3qu2YOsixNGuHEuLd1TbknhfXYT9XUW3/fpCqpnFKZmE0nqfeBNwoMMlcJb1VXGcEKOaof1z4gFj9QIhMm/RWiSAreSlP5q+KVZXcTpf5xfo7HeOWxUaqCYAM9ESuIiqZho46JkOiq5rKbmJ5QOjnqmJVpI+ZarPi8xsUMQ+R9T0uUuSL/kvJcUcmi9BVNXklHePOQKqq5hROHoaOZdeeRxkKyseu/TLq3apYFRHy0FXVk3esq5rRr2iZOlMhNMzRdR2kNi/K3NZRfYa+0/VdCTZdx3oi6ihQ3cNBrJqJ1Zk31/PHG5YE4KOm+dtSkoGreONDroJYPfWcKmZVot6qTEFAqjrcjSbT0QsVGNqwkFZvCeGxpJC0teWtDVlU89TUnvR4v1bbKaqBeRvDsyHJVBW/Sn8hc9WEuSoTJxs7JV4bqYqJ2rl/EhWrshrGmpWJ7jGsela91YLwkWTIzIR8icFmbVOaYlVuAJQkQAlElLu1ee4ojyBLqW+YB/Mnby3JlsuznSfIhv3tTtgs7INvPg2k6hk41UdSrKqQuLMsAykCsCwBqUWBYP3oOCn2ZS/MDWL1YOtCIVDG6j+sfyloNr0W13qxxmFJ7boZaQP/bNNVTVBV2dB22YUnvd4y9+EDQ375cSqzt7yMcJGOUMcwMJjsulbp/mSMO2oCDVkAA/ejdIwLK2ZF/rSwBADGKx2pOnCWQp7Nis/2CLkqBa3QV3tsZEwXSZJSLiJVRQIAfaXzK9FVpSs/PihmZfeassixQsiNUgLNoR2ljQ1l2U6hnVZAs0CqmjuBSNXvZSxo3kULPpIEIAIRxOqx53wkAUCsGu2dJAEo+zD/xGxr4jJM44sOuBcQKstrAuWVjAl1VU0IQG/VZhuiU1LaRfqGZDs4/rCLNu9+UpXK8w/+ogIkmZnYXPqgf/hfRHO1DP8SOkrpqpbm8QW0J5euqvHTUczKbBUkCbD6VUaCVYpVSaYqNiv0vUWCTCIFVcoFSQDrjLCo+WBJdlOK/Uo7SiNVFTolridK6blS1OyLcvFSOmedqX/nlIGyYEF+temtgnM6QkVZq1TQStainxeIVYNhyQKeyNUSjldKeNwkAAqKDIU0RRWrYpwyZtzIkeVxGBbKeuayCbgOCPDydK2YWwQ4rMMGUvXYF0pXlQnnIrLqJKdOpDZEZxrXHgFBR8as3OQq0d9E/uTUOCzZOpQ2Zmk2DHLVaDWcuZpXb5WLW8ylZDmX518yMhCxWpJf8ZEPzt3HpUegDHIM2aom+8y5pvLxmTLsx6el/d0DUtUQ82imzpvrOmquDDuhjFXSXJWrpDE1Pz62zNXxr/7wr5apJJIjP167FtAk+reVBMppVLRQnobXSLmqOdtRVOe8GyMSAKqoThn4yPFBIlZLIObL6zemgLKPuGQ5pKv6A5mqGhPhzYqFCsCVc+QUkgB2X1bEc+4NQSJUiVjFZEzXXyXoqtrsaIYkgAEezlrNJbexjLIQQ7Eqbe+o7TaKOWURq2tzF8qlxWVCQMb2XDl2IFVtlgliFX57B4HsS7w7jU7wG4pydPy/lIQVY0wm8nctZsWRuagNywQd5XgFnU4WvdXPG8c//uFfL8PyE5qQRgAp81AKEuW7IAFgXwYS+UPEahmk6tZWOj5I9pPTdvJZre3NquROTnJVZTmXRByW0FvvrGsqVlXsUnDVg0TmqpYSl9zetJs6aknMRXVG6KrqfZlIVaJXSqdY8mZmlhAHjW3g1SJVe0/Tyq0arSpWlejFaT4vyFuEkitNAuD8aSMfHVxzlFIZUBCE4z8kfdahGrFAqtZMqqq2C4mHtVZ8T/V7A0hVPU48e1B1KypIlGMSeCVXy+NY/Gwx5l1SzGqWQl/ri5hYpT9MXLAJQUnfAUSs5sMHEgDWYZ8X8XSV6PRcuKCIo7kxQ8u9Z8s8SGUp3HvGk1+J3RApj4XqHkdZ4KyaswUP/LRbKEVl0H+ffqC2LYQASnmJN/8opCBTyi/3fBdrY5ZOqq4L1Ixaop5oZrlN5svpJBOgq+ruZtFVLZ0go1g8DtMiOvMYtw6jViYmhrwZMwi9j9Vmo+nJeXds6vWOTO5cPNySrVrOKUAfwKgvv0s4ZOrT2Az3ELFKmb07YvXfrGzq9yAkEMjVD5KBp0KEiSJXU/aa6Ai+WOMQ1xGBz4zDMvGRgZ6m/WkJjjLR0LdqOwKWqtVCHA7Tj1QvrOo9pOM3DF/FL/xEboM2VJRvYXmkDE0ITiGeU43pMnP4WiUAqjL5RI0tVVfV9PmQBNAho+IOb1pQDJrixh3oqtrdU0SXSNKH7ovbF6ECBWWuYj/QNh8MhbTrOTVscrm+Id7fayNWCQmQq/HswffJIFUNsa1CUlV9CR15/+YpD20KIm5uPSwbpawIsBr++Mc/KGKV/us3NCGNkYOWjWmLWbECB3RVzT2yFtUpf/An35LM1Tqm/b7D5/P70koCyNEvzhgbyycOn6N77Qk8KIy0lVOyBMDxmxRxiGJWZ2SEeBZJgPgbplSpfOaYjCh38jwqOlSl5iwkAcwTEM49ibYBpRan5FfQVTX1gpCqRWqqWodfkomSFKDy56/X5hEh7k5DjpWe4RwCyfvPqNku09jPfWxb/iVI1c/e3c+8Z54H1klKsrjYLDIGmONrVlsrsUrpCDtiVY6piCYksutOsPEEiHBJhw/tCqBclWkIosm0ZPLWMQEQchXFrEw7eeqcgdK9ijH1oGeL/iPHOqSMfIAsxOoX5cjHAD/aM2UHdTuGEe1FlT5YClrRuBXvosnizIQ8SNUzyrXoqhrsI1expnjmGuTJkrkqsSfGJVkQilSFX52XMrJIrY9UlS/hE4IgVk+uk4YUA6lqi1ktzI3T2FGMyJ/mmTFWWiBVTetbIiRpHihnyGr1L9ETpSKaaWy0treoYlY7YlV9Ag32IIDMHUoLVMpcjRGW1Fsl1fpV6c5GbGcQCYD6Mg7J6UQWAFHJZCOCUbyLssbGSTR5cX0iwBIATKzWuIjf9ETrbH88a2SfYvInUtyhidZIuqo12k083N+jOetp1bVZcYgMq/3Ex6rGNxBBxrIbgTfqKB7PMzLATTYxD69qSVX5JslaRdQ0kBHqWGXwkQukqivOho5lrvfF+jvI1VjInp8LUtUQxyTSDzPPA+u/WBjzm4o1ITnp2JvCX4z7jNX3MkAyVtfCIPWbQegvUNk/pLka50KxKhuuI2eq1qjxoTJcRBIgEskRxySTPJURiVrMihZiZDtYypw7lHZT69usOBFAoPdOXfteXHDmYfi4M6NYlTk+LrSNVjOpqj5t3fBC6DSsKANrZi7j8D3TQqyNxVjoCQTPoFjnrXaDBLlqs404xBh8yoR5a3PjOPYTOprV/zyQquY+5Fk3zwPpqn28ku+kjNVvTltt43tCeSCfDqSDn5vG6p5YXbNbWHMV1xEBAm+MVsxqHKZxRJ1K48j/GobKi3lJNXP4lqmLVcGvsEGbFmKQANBhLjkzL6pXXHWwl2EeOsZmv5KM+ZCD+kxHldmvcJ0ZbcpSaGkjB8WsjFa+ypGE2LiQE+KvarXYYkeCrVhVI6sTsp11Q7k1YiuULYQjyJCt2gup+mY0wPqFckPb8Bf9HTW+gM/RNUaqSj+QJABlrsq/Ydz6tE4NsbonWGmGBwJI79C0SP2N8RmCVEiT4isoVqVHW3Z7qOhQ/QtVRRySKiEuQ3+z1nOohZMccQ/jp+30mNihkKrkW+0MjpKZCUmAo63KhqkUs3p+QVfVjiFlgIeLYc/7K8wTwhLzYdpUyFM4nj7MXF3WhdjSQpZz+H5hhJvbyEEhK5elhCFW6944dmH09O/tzP/OSISxn6cIl/n7p3mH4K3NnEXNxap8rPXnTAQrrbUQW/d4WYhVug16qzbjYl2t4R987M/jnoVJVfp/uDQDI5PXRP7Uj48a5KflZ3vr7gDGG1YSgEhVyf5peeJ4FfY3qUr+1FRWHSFBZzFosXoVldbvF0CEWH0GjpTt+UJWndZkaLNiarSSu/gWLgMCrLFFGvk3EGJYSQIAuqom9Hgzp4E54Of3rYdEybUexuUbVlfFT8IQY/WvHWJ1Vutz4zD2Ewv9ep8LUtXcd1zkiRNX7kwGKrGJZRl+Ek3IzW34Oy92h4NYXRepy08M+Fpgld4qFbO6a1gqF3NiYhXXGQEpVlWnrqq1P3lUooxwLFR1OAWRBCDZiOYyXMJECS5WNdSuq2pegsOv9NgsRIytBNA9SxI93vYIjntonH7VjK6q2bck85kIREymjyQZH+u+QT7Tz1gCoJEiF4G86f0Y2cxR2qqhn17C85C56uqF+wRZ4wSHCzjH33uI4/dt5yG4jf4cpKq5Y1l0i8fx1udHIoz5/S3SADIdbP2b3Q7tR6xy5iokAQzLVKqRtv5zx6BocSKZqnd+7e7iuu+QJA5FqraIkPgWwpGOUH9azIqkI0gCoEW7ue/XmwQAkaotb+bI0VzxLdiAshg5+qUkAa5v6lAxpnmArqreA4l07iHjUBGr9+NQu7/cNDN9wo6Kx8sMXVUzlT+uGzmtx/GNXOVxC3OXD5O4R461PMd5HkV7srF79vMc4xafAGLVzAi1qatqIZKXZVfMqvUx2u3NHsQqPWQZluWbDuG4n9jlHZRq8Pe3iXqRAIAx6kyHqri3pf+oIRDhW9qooQ4uD7dGcBSr0vrTqqs6EjE2EgnU9uJN5Fqgt6q1Bc6UvyYLAF1V2wSnF1J1R9HfyMzsYorIumN+matSt2jiQme49AjMJK3R9Cbg5lOcW7nQmgsZ4UdruE6MIVPVOmJ1SNxftyFE5bMfAhMTAt8LzQPplG1PnA4Rq5Sl29M3m33Ak1iVByzLb2vVZYC3h1RVox5Yb9VXClpooxdV4+7KAf0CspRZGYdparEAyCcGPIGGJIDRMGQidDGzbvyBYlUaRIWjJr3Z9rPq2G54frPZz4iBf2cVsngfRr8NUyJVKVuV/i+uIwIjk2N9YaOKoYEA0u8MSv161575PPdGyF+LHkKq9kWQsZzEQoXQsNbSbgp6b7b3ZTdXPKtX2wKxarcSF4Ph7XpXjLGReymNQyQA+rro/NKwjMP3sgzzupzoNb5Qz18iVqWYFTQhT7s3b1WJ72FYfnNOpOX3NGkiWrU/J/QJOc3qqmrJLiX9DN/STqL5P7IAnY/prMf/e9C38YPj8y4hx/o6HK+IVWSuHrZ0xKWYeHaRq0QRoViVefdH+dUdn6z5N35ZmTV/4ZO2j0rLWMeP8ZBGC7H2N7nuYriRqrxcufuYKn9HttPXF/t3kx85hrWVCdGeSQ9eTfiuJfxNsps7AZ2+q/vRVTWZuuisErFKWPQsv3aRWF3zCKmaOS4dRbZqrYpmpu3ifVRIABgw7PMY98ITaTm6jOuMgOyKScg2XlysCgvVIz5Kx2/kQl49LjiEPOx5sDc7jehlmslVikikq4rNCj2G01pwqFcaxJ2V2et4JqdRKKP3c0x/66qiWJXRNAQ5la3apwWNnP6DjHD9fMa5wurTaDy+undiFeSqh5HoVudYmhqB++YTS73OATdYZtZbpX/vF4uLxKqAt9CxZRSzskQmkgRQ5OrRuCTR/ovJH1ynCRP7I8kj9IePLLYUuQrb0FKrb1mAs1/RImycfnQd0C2rVCbHpFhVrwPepicKgnVvKUoSQC+5IaQqNiv0voVj3GpWyHrGOLqsW44OnLm6C7t80ptJVRxV1vnVSkd3JwFwxmJmvVWMV/roq888hE9ZKWfE6Dc8yFz1X2ciU9UQg2jVTrqqXSas6DGhzNXvWdI1ehy7bhGrciyXji27jg/6O21bdxIuv60ZQGcSA8WqzL3NwYmJ1f7IHzXIS9YqfEu/4DJJAizDMv7SeJX7+1GSj/8vpK3an199UogoZmXesKBZ0Gfc4aPKpFfcLRlv8TkKRVQEDthsG+6dxxfzxhZlHW6+tcxUrKrnTS4r9TPMVFjx7Vc9j1nLSqzeH/tb/uWZGAOpClL1msWDXPXDC8SqgURkXVXEnc911ioJsBZL9rOwdu66SawSAEKuSoYdrjMChA1JJnzmzhOxAV1Vk70oCYC2K5W7vEUGetFbhW8Z6NX3KC97Ysv4RaXOOqvE6LIk0ZKiiAN5BIWVFGtCESvT7juNW2rMopJ6vUpHuH1roIxDZCnsgILeqplYpb+sGfNcNZhsB6P7ES/Jmafj/z3K1ZhjDopZGcarD7YH5AZIVY9x+3BLGmI1Z6x/cn5fhOnuYyT5ik9aMDzarL1Qm0NrOvZ+4zOmIFW1yAmL8bo1y3mvQG4UG16U7NKNmtfvD3norg+IVUWu/oQmpDGWE7GqyFUKMONA2aoP++z6yFHBL9iRiBzDhHrtLZUV/mhIqqDn7zVRySZIFHqtEgD3ntXyr2Td8aP7TNXPPt70RM3HVOQYS5cXZdZRdc/hB4hDowH0rqtqAkZms/V7z71ZGscT/qmxWhXr8Qqpeu8d1pi03Ef+aWtkDfTsKWsVh/UTnz2rrdgto9GVY5W0vrxvDQ/Re3dd5D6UfXW5ZBHx/nf17ZFbYAAqz1u3xpxnLweZ54cdjJ/3gIBIspBUlBRavM5x5vaDd2C42V2u9gs2Qq7i2hCgM7eTFLHqEJvnxCplrKrKp7CrAwI0uClyVUhV0Kp6I+GjykQ6X4/cDVsd+Za7EFrDABg/jaeNa7bCMoI4NAG1LF/iVz0aifWblZ6xgQAh83oE2n2N6CCELvnGnfavLxeCg7Lqblw8AX9OHN1690dzmVkIcx2x5GPcuI4IqIJDt4xv3HXXbecLRerecR63PZBfxDxS+cTcg3zxnuhyw3G6QzZMHz7kxnvxkzgIPJnPX8mS27/n+LsnbYiDSoanrkEH5GoG7Ct+5bKuxxWxWvGnRGz6MpCmqOil4yIEhFSVNUCPMechsaqM6HuVBbi2oxraBPPuUNLXnFZf6yTxe5hGdWiwfee7OrnnLNUOi1X52HlXHtQAACAASURBVD8f5b5DNsdcvbkazkTefeLB134k6+eoUyc7iLvEBVdr9X9/Mkje6a93K57FB46Bqu9HQscXzXsw1forKsYkEfm+ndb67fZ20x6zysaE7ZixenLOqE3L4Qn18sX6mLiOCMigxMQq/Snn+Fx454Bc3XfQmqmKk1xaq9XNj9+1ChCHzphJet29NUXhceNK826vq668pOJ7Jfn7c3OcMBPfwpxZ17VcrInyGTqPO7QuJ2L1YWZKxd4zDIGIVQrUK6ma0aiyHXvZkSK6JQUx9lyM6FAY5NNy6JchdupzL4bvLKrEFXEdEaBFGGmUENHh168qqLc8cWBKg4jPlYwv7Vt9+0pn7+EHZXUgA96lECBCdWbtUJ49Apg9AiNNDkmvmHCZveNObyDKSA1ydd/vEmnUogt+JdiocVtlca//1XM8782v3jEa+KxQbIR8r7bg+m7JAv+cH5c2J3R9Q4q/i96+hCRE5xSI1/sOPnnyVtUQawGxau9PwocyV3v2LkWqsmxEveb/uOUPidVtNzU8IfD42wp5gGiryiLsXMyqkEbmbwbLSczd7/aoAUx2BV/QnNVY5nbcVC3i/Ujn/EaevgU02E9UrAmZq+vkkKrcoyCTyRJVFq/YCy1Y14I76U236DfKJi6N69gQlLX6NHyTPELGjfUyDYZVxrTj+JMNuDK/NWCr3vqgIZINArYr06OwvvoEXvnONJ2z5+BXbgJIkn1wAQENAnyq4mwdpLrPc0LOzPzcKASOhAAlIoxd663y5voqk9VzfHlMrNIxbgz6prCiSFVFrM7DwuQqLi0CCxGrIMlk851I1fs6ja1aGGv9EOl8wgZ2Y+tzqu/eO7kqhLyqxo3jTJu9KN8h4YhjzKFJtKgl4dIhgKxVWmx9U5V7NhJYyoECsm6OggRyRJUHxbjqjlciyYK1lb4XVUaqCZ8tuw5Hc42rU0mvwwUE3ggwoerYHEXmqt1gZpZM6G8uRISqErzs3aUeEas0qGHgt5Cq667OttQgb/selgEFiYyoUbGmztdmHJwWIlY7B0JjJITNmfxRN2KiaB7QaMpE5Gqfl9BfRKoScdgrCjbroL+ZsKHdDGRm6mlVldvRa+yhnN2X5O2ywBg2LI524hrHQa7ax6Q+8YEEgM9MxeZbigBy+Z/Pe1q8h08zdTZsQSLCEWs5W5XmNJ/6qvtfUeaq1BjEWG/Y9umumJXIqxFv0WKkvP5NN4lVQU+OYWCRqoOddDF1tbglnZ6IVSxUtebKEfu7S1JRCYOPfFQZfnW0D5VxaMcGkd08DFDmYZ/Zh5uuKvxqsw+Vbal2ms2TaSJWZcKNyzSZ7nFWuemqwjI+7eIaMdYneegXS3ouZgVS8OBVazFXH1zgU+4NC0gC+MWgHu6SJEt/snSeRRoAa9WjddBceRzmuYc5Ea0K1PH/Hr7XLxLcJlYhAWAGWChVvZGtynXDMvyDXw91ede8Vs3tq3qlHB/4gq6qxuaFLlWV3G1OAWLVho5oQvZCrioqkHZTVTYmBv9PYpUyFGgy7ZpQU9Yqjr2bfEuN6z2Rq6yrynYDn9Jurl88cQIiyDxy9YPNNUK+t+WBSwJAh4cQQJAEMNnKCEmA3tzoOAWULfOLUj40uya9VZCrR/NR9QmGtZhV2+ZFaysuJo3rjcAtYhUSAHoLInciSpWIVfdFkgDQWzXi1FExK7VoWFZSte96emeLYHxGdYzb7Vk9kRs+aHzeI3Ube9BbFbtRpCqqlZ+nfzJiyT/uiREfElvJVRypO3qVQDh2IpkgUUTpFV+PQj38wierbo9DP+Thvd7vAx8Qqz7WccW3IAlgR7RHSQAfG+vlHtkul/nfNb9ai1mBVDOYSvvFrGbS1vdYO/TiS+o7LxKrMujrKjH2Bpzue2WZqpcA0C5ql5/DMEISwEyu/rwU6Gu1QVkwqGJVboKj1u+8227WbvEkf+QdkrUK8seEOCHafvYhfaFkqkJX9cMS1JjDkyI/UnX7PeUpzLwVf2USftf36/tdD34lWc6S947x6sNGeTPnfu2BPsjD+15NhfTaszkVM8SfEFfP9nEnU1U95Z24IEfCgO8B3paJVawB3LH2qgTAict4F2ti73K/sJs7hC+jpF4uurzKmLTx+UoCAAW2df15kViVQQkDv941KFeVsg19Qos6pCpZqyBX9YhKXkzrF6XRQ1fVbAH3Cw5BFsDkO5K12rZvSUYdSFXNMvVw/N9nxNo/hTJXe5GTuDP6tE2uSrEqkKo6v3pKjIFYtftbm/ioeYqsrdpagN+Jn5+/UX1+d+2p8ETmqrkvWiZXn1tgw0/gYlXPCFHiMvj/Q+bqccuC/11I1S0ruAVr4qSVhWrB4HpMrN4d2HqAnuhUPwmAw6SBw9pv7yy7HrC69I28yzxTEkhzl0wY6cOkWBU2LI4T6mFYHhfyArlqoqxpqKe8s9YuJR0xr37V2veF+J4nhDNFLCJWmVxtMTA/BHjNU3j4lDJ/rqq/4vjXuX9Eou75RKVN8jCcPbdXzOqTWA2HVN1P2vuBGmeejDfwK4c9UEYdpst1O82l1o/DEmC8IqNh4rCLYk2XAH7fTLFnboh4/mZdVWYt7gHS6K+oi6fxx+CZsUrH/iYsoozGcJdWVQ+kKnKUuYpRTQsxL+AbxIaOUAw/UKzK4FdyjNtHr9gWpRu0m4CDUouZq7RzPjMh/9R2AgJdxKNWUf0gWbwoZuXu0rYyV6GraupxdcQ4XLwBCWT3rjYkAUCoWmduu6P7TwhV9Q5IArh8SjIPcRbBPbK3cIeQquGIMXXcPeQzW8B5iz+U5amSqer8Mi5YxqRquLlOnUgYWj1+DdP05Ueskv8RsYpLh4CQqvdD1KoHOXwPA/+DS49AewV3OGtswYaFrr9FVzWUfgvIVXNUIbqkLcmN73em6v2o3GYUpg08tVnxfEItmasYs2x0WytyG0qvWDJVn9tOc/5FElmBPwrkqmXUWkm3wJAnfpwsskOQhokbnuR1e0mEEBjt/QlyC+cufEsukFViypzExnO9RGb9YfWGRWpDfVHo0TAXUmHfW3vmKmXd0to8/GwnLM5ZnsbJp7/woSVLxqrKtphQrMrSSyIA8DyIsE4JyFUL0nzWQOoXhji+kMXz5KU8qSPicPyRsRXlvpp3Ph9LABy/DzNFO7la/8YFT+zGr2FhYhXXGQEpOhSKGFOjHshVva2p/OAWTqKIrio213U9HUoCQPdskKsucnXL+qwv4oNYtdn8fp4fcs4Pn7J7Cq9P1szV+nwKLXYiwLqqzzmL83uExRC9VZWZGeM9zi8s9AbJ9yTJhDj4x/1sTr9ZJpaPwMbLAWsmVbfTxw5ilXZT6QdxO6zep4eiVRUClFFEGUDt6R6G6WMhV2u3R9Em+RFEjy0MrmU8RQ3GyxhCAkA7ZS/jQ4tsBQ2b36yyHnIRk/JTifgRUhUD1ifuISUAdD06izo/LgMCdUsCUJbzNzJVNevIZRinuBm8IIEcQYXllGq81DiLserYe0+LVbmsAZmrbmKV7gC56rKk+v7OhJ7sBEZrvJCH9HiKzNiMPc7FWarsPV+O1w8hO5hPLPHxf/TnHtdllCS5jVSV/rRqrKJYldk0KRWasw6DhSi1w0MR6XtYQK4aF6kjRW3eMqkjKH1+CFV9lUrltRJYIQP2R5DiLqVK7vGCNwru2HpvHsblu1q7/El6xfx58ewnlu3Hfa7oIkXFZT1NEPc76ny6jFR1bpZysSrOUgg306mzF/WtTjGGg1z1I4LqsStkqtr6Sh3Tj+VbR3+CLMCB+tltktZErqIfHRGQM1WF7ox7lFtlZmIubuoRWodKMas6OAxKWqH2xrWbekZw3jZYOahxfHHBqn1faohVJcQv2aq4dAgoWjW8Uwj6lDn2DaEbY1SiRWqFFalX4jCcdmg73ikDPvlTzGPc9Pw6CY4UPS0T0+/qaEklHSHkIa4zAjShToDNMg/YuDijz/Nnln+pL7eO9IprPLYWNwrIGEIT6lQXyFUXuarG9fBz8tB9LCeuym9n6O92PU/Z+DSlWXfCp1w9so5b9Q1bHh/W1y3chQn5nM9CcWn8ua4eFWJ1phyxoo/gEkk+DSQFJSdtce0RoDngOH2Squxqf/zDvzmETTmiAlLVZEBCqsbl7jnxeliGn7BiI7lKmXWVwUOp9KwdiuuIgNAOkskb72KGY/0n3ltqfbIQq5JdVwsJJL1JWc6xbafWXk1EqjI8Sge7VqzitXtTgqxnY+ebJ9NcuTQeMFU+OU/GIYggm7HsC6eUalSfp6zKXlCnxzB2pqrui+BT9n6WehDI8UnvDWHfSLqYcqUby7nmwTotTPnesMjFetp6jon1aGO94/lz37qqyFU9g3nQVd3foJUCgASA2SDl+L8kRMcNURSUiFitZyH23I2vPKG2YlYkASCkKibUn/1Mi3fRVY3rUfu3IrPOvkidWOu57EtIVdJVVbaTzn7KRkZaJ/O1tH5FNC75Fq4zAsxR8iy64Jn02mzyKyJW13OD6M4PBGgDKk8WDogguymWjU8eQr42580xP5aK5vXqy0fv47WgVfT34AXBESBSNf7xf32zmVpl38ozXgYHM/gD52EutJgVk6rEd4kOFC41N17hoOP/cmrpjM+OWF0P41JqKzIUtEbEIrVJmXuVtVr+QiyL1/Ei9We2RY7PN6uCTCNnqmJw0WFGxwzSYyMTaboQ7869IlmrZRNkdJRmgV9pXEqm0aJVHH8L8NQA6K06hoayyVUpY5eWkPcZS7Pfs56Fy0Wqqu8vmzzM3UtqXC9vMUjzDJB3Z/vIkal6bMXn0WXMCXX4jDOI59zR7er7RQIgwxzw0NCZzrznmIteBSz5/XLSgtcyBW3s8Ax1oZOA5Y2jybvo8EIWR5h+MZKq7HKbFIDswoNkMHVbelqVOpAzgIbfcttSue9fSGu1XOKZuTvarEihcVhuLxlbJse4cxHO5dpN/q6U/cpSJQGkdWI7EFTfW4uyaZXJm96SRFKUJtLwLx366yGw9B3j8ca3XzGJmCsuezQ0yy1lZByCWLV3fun4YI312X8gVrMEs0svfevfYki/hFvum0UCID85xuWsOE8jf1ty98kh+vG/KnK1jLZJsduaimslxW3VVbWtOz+kAFKJhicFIdDLpowL+IWP5UJv1czOlVfMapvcv5hYjV2HMZCZJ32MHONWWXVJX717GWaKZuTLI1fZr/hokyLky5g45rLe83tlOy61BMC+HTJ1FkmAknbhS+kjiTglFrOSo198/AuXFoFSSLHSycPc5rPJkZSwkM8nHZG7H668vwTfgl85egySAFdMOuu9aoZRhF/R6TfOyiwhHmftFsPLl2Fm1YT8+EACQN9FvLIap2Eaf3EmHYx//MO/5lpf0FU1Oxsx00Ss5r1+DkKw4tIisJRVzEoIBbIZkgDIHyxLs5o0xap8vxr6WrWQq5+6qrljsq99pbhvy1QlWY1V5CLFiy3vQDEreweUJQlAhKpsdmG8+ui3teZQCQvUfbtAAtm8S2k95xoj9hu24k+l2U/mweG96VYSLpAEcIxYiljNfGwZG7aOfiokU3Vr5SpPxeThOqDmDkAFvl/I1VwNW89SQQJA3wFcx1VJANj7iIlVSADYSFU6apo733DNcVl+Q3lGY1fJPksplwTHr6L1X/NhpTIOS1nAZxvJ8nXBpTeXk7lKxI9o8iJTVdeFKgOcNgPLsGqQqw76p4ieEr8qhZC/FJwS3FyGBIDW3/OtwhLg/uwVeYlntWmyjVMlEYjPkA3z6xIkAI5fsidW0V/nfoYkQBjbj/2UUiQAdP61EaulrP9i94b/86WIXr65uxQsRb/oemyczMWqjvePf/3//NsFA4hmAFmX7q+CtDEXJg5JEqCMJbN/uEh0J4u4kOZqvsCwTea/RP9xhALksffzFKty2SB8yoZQ7mJWIgFAxI/4Fa7TlHXFhUjn0i6Qq6YeUWXGco7pG6mab9wszWL37ck5n3Dhkpc8dLUu/98Zn1U+JldrSrafHJgci4aWiI8QHCjWZBy31sxVjBg5PMj+zqVgbXQ6Tk2XxGVlPbAi1aPbxk5qclV0Vb8XSSTEtSFAZko1cqbph/fp4/FPf/XvwCgYrEgEAEozs+9VEgDdpu223MWsaLxg4oe0VUGqnkjVZVr1SUrzKx7uMZ5YEMhJrkr+jyJVS7SdXKajFDsp5uTWK7bQh1K5ANcBge1QXD58aKOLytRBsmbfOeVmqR6dCOSqg2jg2JNnzCiRNMwdhEvMVIVP3bAK2utGxvwN4OL9hGV8MiYW+X2Z0KvblDBPbPZra+q7FPE8suZqmovr3DOpyuaDjNVP2InHGX+9lLAHYtVCqhItVp7LkxOQ1ir0VvVdl1cSYKHgNLwuOWGa4Jn3LVvRoR88qJbnVwqfZKNZ3g659fZ8kgAzZasulI2JbNXPrlM5j0oe4VbHJvgRslbdIKcnV6VYlSJVy43KbuxC31EPsUpfDnLV1v+UfRjaPuzvE0IV/mRDqWTSee9PyFw19yITq0l9K6Uf1/Uu4cPqiTuSFa7aXBfWKVpL2KQiV795bYXx6ry2mgaRALiWtAJi9eAh63SaEn9T+M7Nd4BctQOnFvHpjvLI0QZKxvz1Zp+2/TOy2GXwT6XPi4YcA+Mhv/jd37RIUbXlaRQqJsXFk6/xxdmqGPh1iJNf1YKNxGUsVM/9yMeNeKGRTspGSNVrE8YUPl/CO2SNmirKhflikKtmHAWbFFu6dRHyYSzP4ykU2w7zqRrmVpAEcPStKmblYQK4JSYC4yC6qnVdotSimPn62h8PbYmX86yUbOJhIyeWkKl67stxJVWvy6uBWD2hSVmqJAFQ7iVhiFyBslbTZ7mUi8yuZRysaZGaprUs40UER8H6NmmQ0L+F9Fvon3q2t6GxZepJEbtIE3d413YkQr7kiJzPs1SxqmpI5wUnLUz0OHN5/Mf4KUCce75MQ8l6bPm8ai1WmmjuEOo7QaxaiFV2q/h+pVpQA2kYyu58nqPbqK4BI/iUvXd5k5RJGR8rwD2xECi1WJXP9yJzVT8jlCFrHGZKW41EZPDmOp+yrWYF4WNSYe6ZXsPEa8/rE0EQq4cuIFK1TAmAs61skgAY1fSeRNs9QgDFnsQxwbFAAuDYD+qoxzJSVl1tF/zK1GMjbeokyK6bSVeVJhXr4F+bBcVrL8U1tVkR7y3hn7wWk0lAHoZve/wnSr5b7E0L8l4qBFfPscH4yH++IfZ8Idb3gAhyE0FxsCeflWKluDRrlV0hqBoxUpmrKdYSNdnPPt4QuQrrT997ND9WJ23Tv/35G/k0I095YD06NMnH5gi6p3TuUHgL4P7GnZaabInTWqzqXkIPiNWdJZdZrMoWuCgkqcxVkECa6dxKrMaTBJBMVRJ9hkaJdlBgmuCr0iETkgDm6BNfb5WOqMgx9xRHOJ9PEFM/QTLAK50UIXPVYS7xyFUUq9KPVEKa3JtIp/Z966wwYWZmSd/t2xaS2wgfNyEBYCIFFBlZI6Gqvmmr1r2ts2r+Hl9f8b5PSWdhGeoNWZAbmVStdA64A2DLWgXBquMxKGmVsldDXbJ6o811SACcMOViVaSrel0CQD0LxOqOqi5dAuBoADKGkYt8rwWtQrldS88RXb9YiQQyn/hqYkEWvtdV8KYs8FovzBTNPce1JKN0rIgNoFiVCVwhVeudhNJyQAgOXDoEaMtU8lDCXtBVNXsUCwDEmiiE7Ubr05C16gY7FkYt2I8bPf87lJ527bgci1nxyNtArPDvSfedkAVwYxTsDhEsXpMN611d7fGAJIBtbrLqrQaa83PSSkCiNphdZ38Q6aoSn/PshG3XxOqWB1Vfruqn/dEy7Cf0VvUrVBEAWjOkQk+GuFL5+KqYOIwTyYQSoIzD+jOAUmgexumFFE8VqibkJbupqiBTG5PGYPiMREjWTzgLsZq2WFOwPkjwIJmbqII7IV5IcwTaBnk2YQzRkjKfQVGHTp6U2bo7rYpFHt5pS3m/2U6jPOt0SADY+rYVYvVMAMU7BVeer1xr0ZiqlPm1ZrV1dyOZqh9+xZIANOdpYc0Y3txEEoCe+2ySIpmqJAEQvo21PlE4ZorpX7d1Vfff3jWxKkCIoir9v+cmm9Os5pVchbdoe4FTS78D7zITwXE/XTyntcR+NwXuLasu9ttiPx8+ZUOYaNBQupBCqq7EIYVk7KoeoF91kR5OrmJ7jOv5amooWavwLzNeYTYtlF+1cGzQZVt3/h56w/VOG0L/BsSqHVHB57nMTIu2E9oWW8JI6a229E0h+5vwmTCkh4T09Kw2i07S5i8dMH1GHEYFPuvDBZ/5AT5MqqJexdmfOAH8NUwTJR48J/a7J1Zrz1X9tBCSBKDMVVx6BESuOcRFwUk0ODAIHPGUQ6ytYRPGbkLYXonPIDmSp74ly1xVkAl+tfWzsr32/EplroJctXn188zVeXnx9kc0TZwSg5JXm9rWxgS56kOuehmK9iaQa3rsWsxUVV96lAWADXzagJIEoPQ6YHM/tph+ycVcG153boXinhNc4dHP/8R7xazkxNLMpCrWVqdeHKdhnH7IqaUAV9fE6kRVPJsyMjre9D0MYxzdwwD2lv8RLAlwb8DfJlTkfCQBsGU65/+wUloguqohdn1K+aIzwVVey/K3SFRR7xJkXBmUs5whAXDuS6WmrbDJ39uhWiBTPJEEUIvxUM9u4TlbPt39zFWRAMDJCgMF1Lw+OshVSyRgOZJ14+JS4bK2Cfm7sVPZmiLUWibWkLnq3rRA5updTzL8bpSCQy1fnJe5iKaoyBiDCNz3t9KivXL6iDNdmVQNQxy2Yn/Kl6bpl0fFqo54dEmsrlOilVZty2klWfy32wRHKw5j/I4HkgAyaaQCF2HSxVvDmuBZOIu31eDd+pTmiUUKNnfIVVnWUu4i/MrcA5TJ29ZYJVNmiakLkfKoZn7qfhnPaQPvXtYqJADsMa1l4ue4GHsS3Vv+7RNJgF7sx7f/eyNWfXHp8T7eKF1Ai4Xs+zYlAD4RUsSqWm/Dgo4WREkIo/zjaVx0YokznX1/4Pnc2m8jOCbKVA18+rhLYnWvq9reUlUWYCIJAC/SO/49SQAJ9FQxDun0OlzlGHerpKr6YkVwtBc5wgySord6BR0lHSG2c+WXYVpc7lPe+6nrZoX/RKrcb7K1DOSqvd+ukatCqlKGS9tHB+/Zel8Zh8hadVgJZa56GVJfduMFye6mliUAjljApxyj1bpRiqzVq16kv791CQCdf4FcNdsOuZe7ThylLLygq2qCkXVVfwRfd3ZIrJKKQvtHuCUD6OfAW4a4TgiItt/sJTm37cKL/mNb8hFhjEOotNZ0VU3YwKdsVnNFb1Wooq+VkAep+omryubsxa/IGPjQUpig1NhTxBr8sBG/Il3V1je67nWynDDsL96ADLItVP02TZGlesawp0xVEKwXYy5prV78CW4/zAQb11XV9beKKdtBJljRcX2wkatHbGSNSrVgvpuTvHweHZaRYhLVySEJgPBz5O6I1baKVVkmifwn0hMVTVFcGgSYWHVjIwGenJAIINCqp4llk8WqXB7jthvXE9r9u+TKufIrWStopM2K9rRDQ/XtlsXby6SS9ESuZWaGwrr056xTZadf0Xeo6q+S5YLriECv5BiIVRuxyktRq7OQ3UAL+gwRiFXEWBMCkAR4ahujHOPu7PosEqc+vj8cXCzPPI/DTLIbBxuhkex7oVowlF8H3PY4ErE6jb8G1VXdP78zYnUcXp1lcCyst+qX5dJZ3JbPXYtZ0f80LrY4VQj6jydCdd1KXMbwqfR12CLIVdugT5mrRJKZ/ErpqrYvH3HNmtXCnTIO+5RGIHIVY5ZxoboqEpv/TkrHtK0BCQAdRr2SqgoLkKuWeMySAJIb/nlBAsA2ivUkAWAjEEG6233LI4/l2mSp+bvljErPY5ZortIJU8xn9Oa+sCSALMfVuLVIwVIuWIXrPfdZ4ZmGH8M4EacT5+qIWO0lV/U4HSRvI71VLFS1LrQePbVuCPKuD/QftcQqZxz2XHEa5Kp5aDLrrW6kKiZLZ/xoKtlyETifyQzIVTtK+qzeT13V/UTbB/P27+l5gbrvXZCrZls/F7PaiFbYjz1G9IwPfMoxYqGY1eUBdstU7Tvj8FMWoG8stOsFJla3M4J0Ymle2pe8vOxQvNx8DdP4y3o6JY4tdUOsTp3qTMjuuyJXQQKdHJEhIdKZMusOpDSRriNpqsbb2bgcGAr6AWUa9k2qUmfApyxL1DVv7nNTh9xKJAB6zch0OTFNkLCRQ7kaWKzavEu2J/YXFSoQves4E0aX5Zb8955JH+2maMmdlbltprgDGzrPkfeY9IzP59Flics942GKOZS1itHJHeAkAREZhwoplg57T3dgQYdIzNgQmSqb67S+WiABcHSzcRymiUjVuH7VCbFKtCoF836dkRLDobdqG8yo2JcQQGoyRDtAIx9zx7VHQA1uIgGASxAAwaq3hE1vVeX9yKAPUvWMlyAEbHbIsFQLLh0Ccux0izucpfCeMPY71zH5FUiOw1JsW6XCwTQIHHVDAdLZfpRPwbc2bIQAwnzQ5C+87Qd4rOGETr1LPQ+M4zvPYvLw88h7mqhcQnyjYtuuixIyfi5bzYrn0ryySf/sOQ9JTFVz4bErkD46teVhe1ydQIj96a/+XdMhblyo6JAg0XOQksxVRa56WEZ3t6iITQWtJJgsHKCw66xd1HMl98eRriErazqMPuwnspRvthYa+Od3Bjjs57BURSGvg6URzTzP38j80RE/Kw1PXiWiGyrLGX51hKuEhdHDIBr85yB/XJBKhhRsx44T8DFtWGxx+ElEVkULXdYa6++P182no4BrSy9lH9LN86p+/ATN6yjthEBucwjXagdR3KHTOog9x94SkyFO56oN6HSzfWxh/d3V1/k8+uI9rvFaqtzTuhxrcxO0WrnCAgAAIABJREFU5FM/E+RqNE6s0pAg2aq9X9vgDL1Vsy3sdP1YAqBn7VAzSrKABzanQX9RpHzv0UZPxRP1I6Rq6ogcivS+M7vyn9DJRgX86mw9awbQFfhVl1NF1AfuyI+hVdGThzx4//unvGuvbwSRz7RtYdrour4ICdHgkM/w96GQb+3hWfXbRuxeCjF2yJbi/evJb++/9fOXZ3mRfWYm7GhDa1/ACrh8WhFjs45jSOq1rEQBjgGccSDdWfjVAR4m4b+kyv1CaSyp11ihxpn4z5nnYfh2J/8+akjDxKpKoydqFdeGAO2EfQ/DGNmySoH80lbhOoHl9ev+qHLqVXUpE2lO193NGOV/ooq73rg3TaRQ9kJEf2ZH4k8Jp/d5V/9RlqZFgHGxQ/xJoRGTaSO2UsThhl/d+Mm5EUEectFujhPns+3vuOPsnvHs4+L/2pXtEb8FZb6BFqhYpGrIH9JiW72KKy5n87B97Mk5/uli4F7zsEz7TtkqnXQEfOtAOL/HcLGnc6G4lD1W9ruwcXHoH5oDQnPWsPiUbNW3jCGdYGLuo4C5a4Fu9v1NerT+a7OrnzD+6a/+N8toLcfo7wzn7+MDd3680jf33qwgENBgWodJ43vv3O1wwqnlRvC2AV31hff9Qhzul623H/Xgh7nfb2k6a72k75cHYCb5KWfy7gd+RerfEpQKtKDibDuuFnUdg1vtNr1mGpZxWvWRntjOje+4/uVZfjFSxnOWN5f9Ui7RBALo1Envhfx6QPKJV5VtAc9bB2L1jCH0MQ1r1EVmgNMajMmvhFzFdUZgPQsHcJgkPBKpIFY3i9myVT/ntkRwPJYbaNQ1Fbnasx3JphZtANL6CjPks6lPXGCbfWgHjxSyQlqhKTSQJECsXJbxb//4vzc6JNJuquj6wRVlUvju6JX8AS5Hl9tX4/5ArNFh+8FnoajMB3g0gBFxiEuHAEWaF5NjdIHkMFnJMkyxRvpKDZNtBn6l7b3TQp6KplTaz6majdizIT1NGK+Odkf2IeczNpIMxKrbO0EAybwGGeAa6n2d05jOjsJ27P6FMWtlcXgu6I5F3dwhRyTXTFX9WD4vdO4CoOlsgvyKMldj4NMwsUoreMqsQxYQkxnrrg8Wqeawu+Yp7G7oRC7hzkjEkyXgI9CNw0zaNrg0CFC24bkSIyaL2qFeJkrIXBUCnnfg13/gWwYE9seZcDTXZSaIO+uIhQzwk6mojLppPC+1uBr1rnyOy876+ztij+rznrMLTQSG6+wok6s84oME0m329BdPZAbITCoyVfXdv9dVNRrIOHxDEsCIjuithpcEaJpYFbhmXqj2fsnmBvJ3zXZAOzu6XR/YjgkzWYj0jg8Rhy9kihlpn5c24xAEh21EmocJqYfDrE5W4PjXh7FIZpRs6Hxewv7AdOyzvd5jDyQATIPVMkxEOBs8aMtcDb8Qq399IsSqTme0/m9zxxNkqlowWjPrbChy4g8GLiNEfWb1kkFMw4CTFVq74OP/PEe2b0bwKn3B6RSTc1EhKyJYQ15NE6sCFA34M2ev0qSpt2tVQFrJjf6+36+/9xIAx19AEsA6IeLsuj5nRJJRh6MW5tmgaM4qCYCTZ+HYu5GOpkJWPUdrznLucLz2G69kXuOcUMO/rAtVf6zbuRME0LkvFRlImqocdy1xR8hVya3DpcOSiuNS6O4HH0gA6D1h0wD3J3VmYjj4xHc/9uMTR3raDFSCRiwdgRNLJ/OQhKbXR7Eqlw0tC6VA+fuh63kt/Z0lAeYxqN5qB8SqIle/uzQroQVR+dUUCGSC7Nr1AblqxI+DfJ/4QFfVNrzuNWfNk+SeJoxXJyNCrva3aYFiVS5LUTZh8qt1O7U/03EB9/H33mIPMlXNBJDMAu2kKq8kVp/6vmRpPd1MxGqfpFhPZLKPRUt8JYrU3x7kN+5NQ5/3t3RPT2OVkoRQNSvgVwdLXiiJ98fKW/hZOXsV9FYtG+0iCSDju3+8Mj2wE2J1I1d7OwwvdoKdCp0DyByZtDF9HClwrrhfPKzjrg71VplU5R3VOrooXSsVIFuxKte7e5o0urD4/DsVs5Kxq5dLkao8bHWU9eTTv6diVeZp4ntxiqRVM7I9xR1kqlo8bFmG18VxnGTZZhBARlA587DxGI5MVceodZOk6Cku+4z7+3v6kASglHeSELsYlK+CWdn928mKH8N4o6YHyFV7h/OYTofbAyy3OiJWCVTaTaXM1fYd9m0b0FW1LD/PRXUcrldZKE7Y3K7IVSnIhOOAGvuibJX38X//OIvJtNlX+8lcJb9CsarjQkr9uxDNvtk8233wLZCrIFb1NiCJFtdH8q2YVcI5VlWvWoZ5dmcAV/VJu8buN7mwAfjZi3cyVY92sBWzYnq+VjOJ0m5Frra3cSGsBemGqmzVKADW+lDWWPkapvHr9hdw4gJnruLSISDFrJ5j0xmxSmw0Eavtm5XUWJyQ9WPwESlUdTWTt88j795hhovEte5bKFZltwc/CQDdM0AAmZClzNXW/WqQyTSyFD6MYCsGs//PFxaarAeJy4ZA63EHEgD63qd+p7oLd9YDQqxNw88O4vK96NGuJMDx5ACI1TjEqv8m4j0LrfFXyvZaHbNYtnCahpFqmV2Y5tTYl9fbPA3TSBIAzy4Us7LjF6KYVXfEqpTNJQKIiu6067n0hVIxDtcRgWsSALpfY6lqtKrGydVl8D/i3pXnsUuspOpNcqzVyWIIO2g9axWkqpn82dzp/nwFvmX2wpaxoTngzXAcImwV/QxVIPAJPlz4ouF1xNMObPHoMiQAPKwiACsmR5dpva4yGe+Pfx4tru6W1sYtPmODzXWDHRJbRRIAYXwAxaxs80Glt3of6w6JVQKUgnXb0yGk0lscx1tX1fQMZK5aZyFNkqtyYBC6qqaeV9g8U7FubbIYcrbeKrnKB3EhAaA1FVnEqz/dn+jRnAfJdX2Rq8hUNfe3Ov7/xKPU02k2+I29dgPYEnf89aFDjphxnxWK5IjbysRPp74OlLL0dileT9AVwlsT4xH5dW3Ml9ciZ0peDd18sBoiVV+3dFVt5jcv65otso3W+Hgasyhz9e6cuVNilbhVlbVaY7eb24xMVXt/3pMAOD4TxKoLZfGvdi4hVUlQvZ1vCvslSgLgOUBtTBbDovum1ohoa+xw98xZdc/tJg7ieZ4anoiQxQt8y9yfrWEDYvXc1+xXdLaC9nICurYUs8KlQZwTWVTiYa1xfpNk2aym1m+JZaUsARnUq6Slgr2vtnisryv3ubVnhZNYEQmyqBO2AZKdy+2syy0bh2GZhmm6r6tqeiV51LzQqeaQI+HlDyz2B0/I1X6JVQ7YJAewVq8stnuvNEx0VXH2S4+ZTKlfVwC13Aty1Q6kktwIBHfmx8wqyxljkKYnSB4hrOxIayRHOPNdBnWENdwzczxJFkpEqtKFRepnH2yZqmEDDvzKMWrdTVHI4UKWd6JYlRkcip9ErIa8yK9oNYHEVcPcm7SeKz7Svd/owli19fG7T9/kTFjH2rJW67afkLHm+KzaiVXe8B1HzAHPHctZqiMXqwrrV+pVIFftnjnP4/BNFa0u4t83sbrqrd6pChozUN57NhFZ07CEnjHea0yBv1Jp7yEDFMhVa0fzRLr+PI63rio2zTXdLcW8rg48rgABAsiEkCw1WihmRWS8WjhhsWoiVpl2drmL/99RzMoxZNVPjYFUtZGqvIyPknsgi9T2y3f6B5v9ne1IkWCsMhGrAcepg5Ep8pBVg0KOh/eMuahf1T1XFhko0VeNZz9FdZhvY5ZxmCYqVhUXF9JbpZLucd/i+9Hl3KeW+9/fNK5fW/x3TaxKF0pmXc17ze+DEoGzxsox8ectCSMBoGsHyFVb70hWeL2LVSF/wmZjPrfmUp7Ahyp5tznG4F/3hDFuH43sVzVflK2KLIVjD8bP6pJY3EhiZhQHEGzqHLNw/F9vErEkAE7+y+QqnRyjq+4IHda5ZJ5Mi/j4MS5cyyEBYMdS/CrO/O/sW6qQFfxK1yszZ9ZVRlCiWJXBweLoqpq8GXqr5jgnkgAydvleIFbf5Op3lVOh9/Q/Ernha0jl3qfykWOSY/VnZcbrPzUZqm+hSoRq6CPu8XDO8OTxxepIMReQIFdN/VqrJIAoag1TKEmWDHYf8ZXhtVXNRFPEz6j+0TWSq8hUPZvdnhijLVL/pdE9E2b6cJUFuPeEln+1FbKqjgCqjbCKbEafEgCxvWr7GJo9LJQWjv449XB9c2UULTW56Th8BS9W5QoJpLdK6RrpvNnVonL+TvPBn1yh0g8dEKtr37FCUmVZQGvuCWeNRTnbVI5d327JWqrA2yFuv6iBI+/3v93+S9nVrot8lhJB8Ctzz4YrVuWyu/omjK4vCvF3yQCa3tl1fgN+iDc/e8YyzKwbVUt7n33t9V+rExAxNwKpVe0czb2Osd8vaos7IFb1xCrhItIpJAEQP+5woaYmRJD8/OTaXaKVyYWOEvTFtbaZ766praG+2faclJmqx3aI/czvYkcpvreWd1QzZpHv44StwaxewxRBXs1pwywJEDdRxtmGgm/4nodhTQp3thLE6h4iJlYpczX+5MvZMx43rFPFqiYoHp8V8JYYuqqm5kESwNpxCxGrtWStit3IEXdcZwT2mbzxMapmspjBVGgzkAmD4scs2e3lDQtIAJwsJf3x2LU/oAlgH7YqwQcSAPpuJL+iLYrUpQdEbxWSAMbZcuHFrNTJARCqZr9KJQGga8HMa/X4c88MU7rHryx5viznlVZSFeurc18v01qwKvbGusmvKQUqz7sfG36CB4jeqvtFIFY/MFKVzOsI2pyNieBksPKUpKpqAsjVFshVJlU5W9UdQPu7g/zqtcMmDUglTxbz2gBJAghlWfqlxisUKtD1lOq/NP60bXJtmoel20+u9pUee/bkD4igvZVs55VS246aCars1dTvr+F9JVczB7HqYUEXNAc9nnbpli0m+x/PvfSCim8uebxS2tMja6tWDHKUphPlTBIAeYlNroqy5G1DFHgDPJTsl8hV8TGzAYNYPYFNxwyoRlq5F+vM0L4PdFWNnRSvWJXLLkCu2slV0TIu9RIJgD1xWGpLc7QrbrEq1xeVPGF0tT3230eW2yibXJ1H2o3HbFpvC6mJ1V0r3pl1sa20zueXHncgAWDwqIVG8nx6jKK3OlQmgpTKR2WefKUgSKqW7d+D8eoTdUUolJAtCkkAu0dQMatS7Pedu891GeqSAUkSd1gaRZGq+efIpLcaX5E8CbLBXyLFrOwFYEGsamGnzNVyi1nxVBGkaoGkqmpSXXqiwSOP5YEl661CV9XQcRJwWBMpZzGv0gmOlH50etdKrOafkploQ0gA6JBJVazKxzbhX2aUSsVmmkpOAfCxujj35JIA0H0NHR3EjNDczyVVM1d+Dr8yzQVpMlhOzCk1LseJateeWlJGuBCr0zBivDrsVPD20jAxqUoFXQuZwfOYBXLV5HGktUrkqukCsWocP0jGt0xJAEgAWBZAPOjnFmBG1qptClAmuUrEDwYSfb+JPwmpmn/gx2Ta0EtFZq0uH35VSgbFtSVKzLtLOsqIglaucSumJVx9NjJVLQsbtdFUQIa8ylot+zzBVesLd39J4zkkABz9qjbZw3X/7Se9/akSHezbH3rzhyX5FX8CH//Pv364CWe8ny0TE6ulYSMyNlgTmzreVswKxKqJWKX/zpIA5UyHhK5TEgDx/LzWJ0tPlbLrA3LVakeFFbOSYlXl7MSX5YOrXnFBWfLFTRoL6TAuD1XQQuO9CYgJ9dtCPgtVZZQAONksiFWXG5cSd1CsSt9TJWWq7lvIxwddxtXt3/PHnc+YjKPKR1MsSQJA5yYLrydA2umxIf9assgCqGJVohtKyRndBjnth48L8Tk/iiNVVWNJqoXSC+Fb5+7jApWz/HO8xr/96/9jGTgo4dIisPzk/1xCPJDNQpA/Jktlbcwiekq1EH5ljCpM/pRBPqNYlS32K1K1rLhTCsFR3qhZTjErltZYCVVkqm6WIosc9e8lzCw+rRi+Zffq3PggU9XSP4uo65e4jwNJgHL9Cpmq7r4ZC5IA0BO/5c3GymhRvo0L8avXMEzlzXNy9g0tf5mufEsA5GyN/d3QWzXjY9JbHf/8p79clpn2UsvJzCzJxGQSzXXSslN2LExQ4oyxgA7LV6zK9vFlEIcFdM+pCSIHQFc+jCTiUaYqduT0NrLqqhY6oc5NcJToV9Im8a3cmasirSEXxq16iFUpKlOudeduWe64A2LVbAGqiF+p8Ybm8DOcy9CByzDPmTLr1oy+Uu0mf8yT2XrJ9FhJmqK5++vz/WvpqAxj+vuELXiLjy4RYvU1TNNXWaZiaA2Rq2UKY+aHbyNXN1kvIVZZTIGy6zJ4Xn5c3C1YeDrkvi/SHTMvlKFPYoJXaATKVi3xykcclojGqU3rxkWuti7DF46nGMFX8gjlTqdzkxy57Nb9XpEEyNNzoquK0xWH5c1KqJS/eAex6vKvXHEHEgDnnnkXHBpLKqtjtqBv1q4rSVvZZe2p/i5x53gsP9bb9z4Mv9KjLAkQ9SQe5IrLsWw09HPTkc9rsar1hC0kAA49uUoAlD8XlHbz6bOlhPTC0B4R5nl0GuWbBvZ1xcXEKgPHIxpUgIwwMzZ5FqooVmUz/vWociYKwc8tQa5accpErkICwNYrlG1Y/mYOJtLmPlTZW34xKtxdQqrmoXTDfUX4J+XSObv+JbLBLhPD67/u5RepYw/IH4NlrRtINZ02/V5EfRDXEYGNXE1BOuxjcor3VdXfPC+vh1RVPEY942xaa0g9XtE8cFLnEhHqdp09SrGqQk8CmqxS9FbLkoRL60Hmt3GBSvpnzb98E6sSlOY1c7WU5pbTDt5h5szVlNMhGdhQVMdi0MXpqhrDElapNndOnDH/LlaFxBFNr6iYU88gmnrSWM7IZI83LI7/lttIM7sFsVq+dfi1EJmrLpxSxh1IAJhj3ZSpOIvLPnR/V4WAcEbQ3J8Kozv4+v4GpKqNKFglGSpMNVQxWRVO8rWH1u9LOVZxnvNUz/ohWd9zpurXIMW86ruWVRKgvpbHb7FIAtCceRw+iFWQqzYCjyhOIZ5TLE+3HEfoqlqm05Xt+iBz1eph74JWcYMg9wLvGOLSI1C+BMCx3SknjbVZzZhszJJiVcj8+bSQVEdbw9vlurELTUgjtKniDkjVcxcoYozOVqSYk4f2LxSzsiOqji3TXSHHlH08Dvnc0PaR83kiAVAn+SO4EcGBrAnj2pky5oNvRq3HW6hYFU4saaEnXVUiVmu+ZpYEqDk2xEOfPODnz+VMrEpAIgIRZ8C08L/1VuMGbaHgsEg1u0ANEgC61ufT6o0XTgI9OYkkANnNC7qqxi7bF/Oqa7maiuQIZO3pHsOVsuOP56pYFRarZ2JV1hl1+ZPSAcBU0E0AxXRmSADo0aV4T8u7miQA9l8imnVLxuoNMa02zLNjaEKCWHX0zXuqUNt49eFdoDAs3RzDr+R1VPB2/SdMCGjoKSSNQKQq4VP3Z83Li8etyj8jSidwYTKlsfrxBt7NwEEVI+qMzfcq6h22b7blL4KTCVnJT6Apda1uDXLV7FvkAXHwEd9S2Zhh/baNp1HMeVWa/yM9AHLVbInxMldXvcCp1AKCub1Tjeq1jlfwK5cFxYo7yFQ9I6+wJv2+cawzW1V9Fc92uJgVLk1PRyXHsAF4QPy9g1aXrqrNc+b3aZ16x94YkeEtlxAka3U3v4G+/qm7mGgjtdnpVXkW+PZpNOrOC7JWTb6pJ1aht+qIZSv5sx5dlqqJYS51WLxWDY4wKNifsuYppHhVpHdAEsAGLG3qiC5k6Gsa5kq1bUIjcX4eHeMmYixcLIvfZvOiO8e7i39npMxVrhgKCQDNhFpiWCsL+FjkYfF+49PAd6V3n5v97kGmqh4nlanKiVF+UBZ9Fxe+gAK/sY9CZdchU9WxruLj/+2QqvK10Am3r7VCrLPW07sgVQ0DVt26qib7Ablq9iwjscohCcWsLDGJAjZlrarBKMzcDRIALhzXauWu24r/O8hV+4AfmlwdV1K1haVYaOOWDPBWiuSBADLYR3BiVSbUarOiFQIxlHeJhhlTq6EemfU58Cs3/CEwetfiXnXq4FcH3JdleLXhUu8PQ+aqm/R7qgmpfg9/Ms0PVvk5d5ir5g6mDaFlY920CNKZPFZNrUx1gkCiNH4nLlbV5mku6K3qTcVKrFJAgiSAlf4ZBiZXn190mFKiEiQAbDskw9BSgIpz5P25NRbwhKB6q1Llvu5DgzH7ROmqtnO0IwTBERPxnM8eOTMljEIS+xSqv1q6M64We3I7ipCZmfwbYr4wED6QADh3korpfK4ixKQ7ph3ceDZFiu/3kbUbD2j6J5J5+KQQIIhVvYG8MW24IA1nPQdOgmrJ3e5khQtnIcfcB85WbQmR598i8eZrmBo4CWhm5um0BdbWR3zsxKrSrIPeqtnLGBvKrnt2IVPVhV+txapc3wVy1Ry0QxyQE7uho8q4dAioTNX28AG5atmiYnL14UWbFfArB4iNEavr18K3LFNCSZO67VyQADATQNNIy/j72N7ulAQ/5DXAKguQ4HWVvUL6fCZB2ofyKshYPXT9250ezwiKtimMWZYxi2IqJ7P428CbqOaklXYkj4IZ8TIO4/TVjK6qZTUxUObqFdsJhnGhD3ISq9zuZRnmQJmZheLwqFkiCUDkqn9QOr6Ql7lYpBr6oVVSVS3A2lwoPHIq9eOHmzpSD30tdDYC588+aUsC4BRTcQTM4IJSLUVkbO5dyFS1LFKCFIS41y+pfoVFqh3pu/jsSR8QQEcCqD0JgPM6AMWsHJ7F5OoV30CmqmNU4Gnx3ZlAqhEnzHvmWRJZrthPmDeX/pTrWrRiNhOw1HbtqqvacBb4/rOht3pYWf/5T3/pxTYovdVrexqlB5OA7Vt+3hqa3id/mFTtY3C7gros/Vf9lis/rOpe6K1au+sGuSpBTY6oeAW4quwlRGMVqdp23LlLcIRAuPRniCTAPe9gPV5sBL67+Ghn7S/cri/ESveH0O27E3sgAaDphXWDrDVdVZO9vSUBQhtkE8/zlwQ4yga0H5OvdXAPEgBHRO7E5Guo1n234ONieVTWuBS75WRFXBsClLTQsK6qcdxapgBnt9swJL+M1fVbl/n70RGnNiAzT4fGhfC5dolOCRapZlTXbMPGSWfauABPYfGdi+SqZIBD+8XqV0SONe5X9P2YTNvGrKtZqzSRFjoWC9VPXFsrVmWfycjiCknhZpQEG/+NC0gAGLCkonsjnQfzx/LaLLy8u5dlHL47+l7/HtjijquYFYhVRwRfj34/OWnp329l3CkhuZ84chV1n7mySABQpqrUZACxekT51bauqsWo5gVrboLnErHKTgRy1WhWCxUEWUjK1/9S6fT+v+jnTlny90H+SK9Cb9XsXGon1WdStOqqMrnaj7/4f2m7uqomDHwmjP74NXTnmrXqdhPJYkCmqq3vVWxyo9mKBcGvfMgLd28jU9WM0Xq2wg1iQ3dIsR0pMYhLh4A7Yx4SAK7YRCN6P2PVHo2tWBPTIHCxHQJeYzpOLJ1thgl7Ipx/dJt0wKt0kKvXiVXagRdyFdcRAV56st6qD/lDSEJX1UiE8B/kqEE/FyQBrH3tkbWqyHgU1TEgSdvL76JDPfkWMlfNvrUMk0cWx3u8Qmr9G8onVarbGNdWwt3Dftr43utf4bNQBbGqW6dSpqpsrfd6fbMctutobo/ozANl9dJ1zFw9/jtOVhzs47087Wv+d1qvY8wyBg79mLXGoYnW5bjO9jQME5OqPY9Ywmv1XszqcsaqDGSSmYlLj4BIAhA+5oELmap261m6I1UVHiBXbQSQHOMxb1xwsarOBzYTfnKYUlVy73NS7UNy9DeuidaqvbYbJAB0duE6jtq+LUESwKePbXEHEgAmBN9lJ30gbvIeshsqi+uXqtEkBJaPEnIVxOq1fqcpdK+ZqnukMBe0rLRW0nnvW5JD/yL28JrB9XL38hqm6auXr7V+J8VlGbf6jDS3iFWQqy7foW1mylzVLsWYcCWjw06qHkfJOux5Vwzk6h1yVegh6BWbsXt1Tzr7ifO74nu7f58WWqzuqy5DAsDW25uuKt3V94IDC1X3QvV4BzJVQaq64guJ71PmKi79esqUeIj11YbXFpuJ6Fg10mFQPNeRjHCQzUdzUHNl+b9y0o1iEfzqgBQXqxIJAFwbAkysLn1m794mVoVc/YYQtNGTKKv3XHVZhXBUKjIBt5JjnS9SJSsTs2n93oReb3UZXyKvgUuDQH+6qqZtG5wAMzvISEX0jvNG6Gk5IgqO6qpKwiBX7aayxweZqmasUALjExs6WjljPqgxmHPGPIgfg19BAsCwnFDriVbXDne131fK+UCs1r+8CtvPvFUxUqZq2OdWjzOdJuDTozSaM2MY5JMexXeeqsfvp4fEKmVm0pH3MIAFQb2khzA2IpmgupIFAnBU2dhL/UoA6CCB3IbZnVXskTvIbqCratms4JhDUSj+oFJSCDa1BQSQafHFYhHvP5JP8XGeBJORGuxGtXHLVIU/ffQbZwDhcsWdvT/Btza0yK94pELdyYMJkW4drSbgXTrf0m1YHO/jmH27oOk+zj/ogzs/Va++81sFAj2DNWmxCaiPzb5znLvjPRVbWzvwxiO2n1z/8XYC6UZNl5VUFc5Cvft6G45zhA9SxHe6sOeHb/tC+IGF4jKuMwIUa6fpl2EMLY9w1/xYAkXMOHYC1iNilQkN6K3afepDb5V6tqcq99fCjUyp+0wd1yMlO6nQ8TOTQLJxMQ0zNisszgYJgDM4u4nutTB18+67s4Gbr3v4s2n55slHi3rFd4gsHREvXHNd/frQLDx+7q7W7fGQqLc8Vv1Smww3Ut+5dqAieHy/UvEhvvcf73ub6H1bvf+6ll+JAAAgAElEQVRL1Rhfwn0cOGv++QvvolXk79QcUDaPH6zkFbfzZL70pG/U4vbJN2h7SDaNsWFqXknMtOn1wHSKdIzHjZI1+cjV3J8Y9uOGFPoAIpwFm3kWfIDSuas4vRDOtQNmHF7T1/B6/dKlxTwmVkGuOnhVmkDw8UqRfkbwNg38yKizkavhRt3cw2LYmR0PZlTlHsO9wURIAoD+hA2LT4BU5oa/P/jfee4KX1ohnJ+fn3SFUJLRSjONvg2CWtSF9f8reD1eFuw4ja0/bwNypekV3UukmJAc+3WqrDny9X0pAMosp0abUW2O34dYoJqtNdz6IacNxrChbX4D+7GRqyCAPtHZiMNSxohy2kEZh0SqTqJFy3k+OeNGOcjoWvINYvUNyzSupCpp8lY533lma0GI1Y1ctTUmxmB64eOzkgtEroZQmXiC4RoQ2dCfXHd+vWrYGJov//nOc598Ry2/laMLG3F43wY2YiEH1jIwP9oUfg9c++Mcq/aY14PVdz/5/jv4K0YmzzGst/h8LSafqJ3hFqmJGpz0NZAhccFNlU9xHRGgwmdARYfA9B7/AJB1pYAFqhYejFdnWGROKeQYX7zU2goSIRJ9IkAzUGSubpiM4wvJTgYnkUzVLZOX/WrNWoVfaWLR6lu9Y0M+RZmq09hvAfJgxKpbv+8OIRHaRPNNaJlaxITR0qFS7AvXEQHJxsRiVWcZgotMFsNr57Rki4g9a2+u7D4WqVZqA9mFns4vQ1a+eYVnMxPctm6PAgo9KbYMw/QxiOfZZEtgCEFegQznlSck2QhU4tbalMgjyDHufQh+Z9chQ16LG1f+IAfrfLmliMMgAauxh+yx2c+V2WxYVBQDva7Le5cEYF1VIlWnry4zVZVNBCJW5egXLj0CavwCueGwEBRCOwAkZWRAApntRmFDxCoSyMw4IfYQNor8gSyCxVJkgwvDudd0ZssG7x0wZKraDOZ1cqi9FEnnDIcBOIxZGzCYA34aibKNaaKsqHPs5ZxVVJXRE9Kc5LOSq16jXHs3gVS1r6lUsSpd3EHmqoHnYf30YehXEoB0VX8Mr9eP7vnAAMQqSFXbsHOcMmOy6CJXv9sbxW99EUVpEEAu6NTAL8e/iFztneAwDPrIBmdg7lcFdlliC39fJVta+JTE34DMVRCrJhZDqtzbxqWdeG9iuy39dT3Pl+nbSeMQ1xkBOXhiLzhE+FFmJmaEegv6nktQfs9j3SZCPk9rynorYfOW1tA0TTLC16OCZTW9iNYouY0iGpOwEUpX1WY7CZuT9VUgViPCb8pD6Hmy6IZbin31fYFUtfW/bZH6jWm01XV6jz3I/LGYB8VdrEJvDz09a66OlKqB64RAvcWqyunMXscsjFU2G/Sr4i4kEGKTDklChbPrOoMHuqpmv1KEsyv2gFy1j4+9kaubrqoqQl7O/CFHSx4Sq9hNNXWaa6zCYG9BjsHrlVwlUhVZ4HeJVSI32HJAEGkh7DPuyLFb12QxxwBczjuXYaRFKPzmdpds6/deQJQMZ/iV2WREAsClSef6+22TbOKHihzrzc56+15fY6U53pVM3nnudS3hIH9WvXnKXO3lggSAuacJGyFW/S5IAoBclaX2OLxev7tkO34WVu9dD4hVkD9GatBjntwnwXHBUbrVWyUh/l4W5v72IIUK3OQYJAHcmPYYe7BItdkFJADcXuN3R29Zq8hU1dsFz47XiuV+lqPugiyAdV7dQXodJADMHkNc4BXyRz0J5KoZ03lYhh64Z5CqtpFoHOgo9xX1OWStukd28q2mE+aXYXi9fh1ery9kM+3M4QGximxV4wTQ7W98R48Ehyc0kuXRnSQASFXr0H+BcJ5Jb9Xf2Lq7s6fYA1LVQaqiWFVQ/++FXJVwjCh7NB5JOWA15xsXiFUbsboscxcZ0hizTFbgJwFw/DUkASxkNZ0PZMmEG+Gqmp9QlrN/NmY1nxWooYIN+Zb/A9UaAnqrdsxaJlen6Wt4Tb92MSb7e8Yw3CRWQao+JVXV73siOK4YptzbE7kKXdVQpKpsWgixiqPNlgl12zPp9xFcLFJto9WN1ZT6yYVJ+PXYX+8vepAEQKbq2T45Q3X9z/dijsdRp3rdIkjLe5gv37OdIPAW/hA6sXR/7QlytVdyVUlHYMKiswDSx7wiraHftEAxK/ssu72NC4rFX6/fraQqfGvf/zeI1fsDW+Gj9uPm3ViiCn3YPMHxAFrGpnWNJJCqxkHJUwJA/3vRW73rlw+stpqftht7lPYjBny9MSqvgHfEctaWM1dBrBpGnJVcfUqOgWK1bwgqaaBYvpvnuUQc5nlz+W99Rqqq7wO56iBX56W5+TIkAMx9rrB5Ml7tM1dx+Mk826as8Haucfj6+t0wjcgC125W/PlPf3mht6GranOMC0B+PKZdciNQGGlcb3UZXphQW0zl0aA/rMWsAplii49pL/4QnX7vyGCL/Xv+JmiqpujnVolVSACYrWe6LQGwfyZoVes8myfad2fbKTz/7jtArBq2K9bik/TXJ8yzZI21N9+5a2/n39HMaW6omBVIVZttbPIIj9ZYO8JwmZ/4Zzg7LvFJnOTTBLk6Dq/pl2F6/XgUjUvso+dtWqiU1xUpAJCqMUjV/U7q805t7wkqTJO2VquT6UuK4e11sfWLngz48mCSBCBytcWFWBhjaGOw32FBWWMTJnhm61iGkTTVAFEYB7I8pTVyFZmqsUlVRRrCOU1Iy3jVphbt8/lO9JCW+AWrYnHAVF5krdq7kHjVNrLroKtq7mmRR3girXF8tvgV9NdcPFHdviVFzr6+fk08DtTxOp6ZTF9XiFVIABgneoH6vDmCIxAu8pgW9VYhAWAzkXCLDEgCuFyxjdizZXqFsx0XcjX+nUq7tblNVWJvCLlacxbiRmQF5DdK7KrbbaLZ8d1yVbdf2vkPax+z9nIGGK9Mxhzn5AnIVdu2KxGr9WfXkXYo/ErXzyKrQdiExkeIVbKdzgcnw+ezsGHF4JBPfb2oWBX4wHMXj8NIReDIr/ykAJCtGptUVc+vfbIYN5y2Ra4ugwSn0INb3D5I9/TQuMxU0AqJQMYOrD/2QALA7p3rjDe0D6CYlRX2+otZkV5xurhf25sIGpIAwJUWgfrHK8Er9DwnbS/EfJsifmL4FmQBrGvaNWu1Vn4MpKrZL4VUjSc/95bbwGLr1Alqj71GcpXs5jX9yuRhjIgccyRJ8WzyqWFaOR03sQpS1dYpMQaeViaMcYy5FXJ14p0NXJ8ISBYHBSdVfCgcQrJbSFnC4Z7Z0pNaiDtYpLpGqxgjVkteEOdb6pYEALFqsoqJZEcwjsdxGsdTj+NVTQWtVFthO6ZOjkmqbu8kgoP7IosFl/1Smil8M0tWdju31snJCuiq2khVwid+Ji/51DzjFIdt86ImcpVO47xevwzT9KOWYJC2nbRZQdmq6+XIWAWp6lqmxuq9FkiOONiocwbVjPYaGECq6mxjWxjFK+JABAf01c2eWXPcwSLVFXEpoxdXHgTGao/HQVfVYDELZaqmIFZrlpGI6221jleQAbDbxUielWDDApIA9n6orZiVHG8XYRZcRwQ20jmBaw3LTJsW6AeTHfKmThVGSsWqvobp9QvkjnT9RTGHSdXN1i3EKkjVXKQqvbfWCWOaOFEzuQpdVZeNxCbIIAlg74H6Yg9lnNBCzGVZvf59Fb7q9fML+m6RBajFUJGpajMd6KqW41j1jVkpCPly+udaS+LoqpraAHLVstHOp7xqWY9u2qHX7K2Hu6VYlZp7xF5jKURnNp5a5jvp7YBLcheuuUrFqihblYpsoycPNkI7FJoMcBCrN3wp1S6DOByyFfRdVKMkAEhVl7ulGvC/2a0wTNgWG66+KuXv3IvoS0t3IFO1FFuVTdNa4g6IVW2CAh3/5yOnJVkV2lL6AlV8f1kJDvTXGQFxqByFUUCuusjVteJ7wWab4oh7wZ9vbZrCJtX6at+Y+btW1NK0m+U2Cr3Ibl4TSQBsx9wLbWryZlE6zzjRJuC5kJeBWEW2qq2XUrrBPM/Q8DKzP7Sfmtyh7r8wzfGm++3L+0sa9FPppNFYNmNlbOzwGhapqvEyWcQGlL4za4qPeeNPqrfXQqxCAkBvESNJAMhuTiqTwXs8EVAEWQ4CwdVE6Kq6EFLHuF33xfg7ilm51rwl661CV9XcewqbHDFRrSOWecQM3dBFUvsjJavkFz9FV5WKVX1hpqOD7KCrur9FQ6yCVHUNMH5mGe6umkiOcF/t+aSFk+k9b855G0hVF/qpB37ordp7pIa4k9pmXDZc3t9BrJbXJ5S59t4WKLB50jjsO+m7BhIABZrs2iRVkbpk28WYdbYfIZ3jF9VxWS4lsmCLVo8SIUMFiYq7xnGYoKtq6BaSACjBryAJYPObEiUBiFSdOCafMzKLiwEJGyRqXvYicAdiFaRqaaSqak8NJEdC2/58VfHk6upXJc/2s3Ve3iOVvFuI/ThD75d9/EvcCVlj+s6Drmq2kOb54lL1VpGpau5AijZQGvM08Ey3iV+Vt9kOQtUwUlEG+E7/MZPZ8GshCWBHnyQzy8qug66qbbQqgVR9cxizbChj48K8cVFK4qrSVQWpeu6rhTdyXtbMgwOxCmbaFKRyT9NArDqmW0upQi4gVXU9V9KxOCJWc/t3zsWE+d2CSimD/bGdWKjaRitYdJk+ddgTLFBvFcSq3nIm0lYtZnNUNr3KaU9Z3lbifBl9ZbIRIscKSeph4od8C+OnqbdIEqAUeET7EZvrur7KqatqWvPJiQI6ZI7riICkQuT3LSJTv16/Q6bqyURlS4CkEVzHuXbEKkjVUknV944PD2h0ZAZhad9XrLDII31p51SoWFUhE8bCxrGSiFUZ0ECu2kyknEJ66+CGGGjpLmSrFhburM0pSXMVpKq+q0RXtaR515b3IwRrTRYfv60yXint7fjvc70Bc/YzQtJHU5HFvEgSAJcZge+ZKKBcl5oD5j/ingsB13uJHCux4JBkhI8lHihwQZrk7zxzJ4ySvE3/kq+vv4C0hgYajjosq+HmSldiFeSPlVTIaOT7V2MX1bDoWf/zQsRqKVup3Cboqtpcp6TFBshVV5BTWRz5V/CQAHCMVsy0uPoTfy8FgVIkAUCq6mfTfPy/WOZSFXwsxZrLaEdZxGpeuaMyekRHrNKGAFVVLnOw4iPvRa0nyulJLv6akQBSBZmQaKSzCdJV/Sp2sw3kqt2Pcxazek2/Dq/XF7LAtW41DaOnZM345z/9n1iFWew8586BrlkgVx2Ti2L0VkGq1kKqqnaimJWpx8qRBCh1EVbGkqfgTFU1kJa5hs7effmKWUnHFMptZO8XylTltAMAlL0v7jYg75wZpKq538olVanNfCyXREVxnRCQzLpceqtEHEoJQVxnBJhUJWwKhof3LJAUbjRfCjup81ZJV3XiglUFG042hycJALuu6r5p45//9O8xchg6q1Rg8k4Us1m2/4uzk6s0qLnTxf0/qKU7y15oiKAEBhabxeWJP0oCBX1j6ptxkYrGMN8642WezFXyqzrxStFqFKtKgXK8d6ixKmdmG0h5Xf+WTaqqFqOYld030+utoliVrUdKlQA4tln8ith5TD50/alSJFKttcZhGkgCAGPVuTdEAoAywP1tFcRqZaTqfsCPNx2t/cmZt8NGSqUvlZbP3bdlE6uEDu8WXgiiuRFN/f5Ug/3nd4FYtfdzwdmqqQ204vel1luVMIex6mQyq27pVM0uxaa5WrH5B2966rFKvW+/CLuyIAsOQJEPFOm5WnABuWo2Ijm2rGpcxDc2JQEQ/031vUFhU4tf8cyDtHpBrmqNLZXeKmU3v16/K1KTtwgvJLkaLpLnf4FYrZRY5aAE/R+LpechV5ehjp14/xAR5s6SilW5vkgmi2UfpXF9Q+y/p4s9dF4IPmXvT5ypim3vqZ6fThIAEgC2Pl2pn2poVSHH/TMqUtlzKe9JN17JF9dEbqTuIyn+UZetglw1WwnNPkSPNq4lgVS1j1iqWFVNsUckATB2mXo2vt4qkao/hmn6pbKIHDfWyNMpmec1DBdJVR7/IQVw7qDI40NQi0g9YQza+NgPSy4JAAkAe5eWn62q2s/6UchaNXZnuriDTFW7TyFTNfYwkvr5aTI4IAFg6lfWVeV9tbrIn9R2WuP7Uo1bNZEbKfuxRlJVLbLfx5dTAlbJu4gbY3I10kX+VK/tRALl/dhxmMbXME51jlfsV3OdbY/ds0LvxfItKXL29fqluo2uFLjzDPCCruq+TSBWDz0Ub2iIYwqpJopxWh/7qaqqZ/xeXXgRRpl1sb+prucftc1qWnCAXHVQehEn0h+DFJzK0hHIVq0rIvq1Nja5OhJ7iOuEAIpVtW0UaebL9Wwgp+3tuk+eIGvVbi3xyFXoqpqR37CpaW21/x6OybxUx+LZ1M80yw89dlE25tfr13XDIu1IUP7b7pOq9G0gVisnVnlHIxHBUb4z6FqYQhIAmaom26hJAkBrPcs4YDPV7PnxYo8cD6p1spgmVoJUTYNzjreM67geerEBCQBbb6JYVQ5bT//O0ONW7fOcWD1ASxPZF1UZh7HelOa51M8qMzN0ZE7zBfHeIoVfKfsw7DuIAMI8UI/pXh6hdozmVW8VfqXvayoUF+oiu3lNv3JGJvDWoEq4PChADmJ1h2k4sw1l/v7PCT1R9H9zDXfGJlcnnj1CKcZsC7UO+rSLiuKVIFbLi3JrNj5mReV1TcAWhc/imLFItfQPlhkBjbfAR8WeJ9c6z4ndVS0d40bmqmU+SOTqvAzErYaYmkBX1bamogxw0iuWq/rYQ3IS0Fs1dng4SYBxeE0/hun1Qza8Ygf/2p5/o1jV8RNBrK6I1Eyqqk6NPWmszT8+2xuJXOXt+G1wqxuj8K2vfrCXKcvwHR6app4YOva0YTexurgtXVU6fo1TYHpbCU2sQgJAjzN0VWPFqnKfqwiyEGNNiGeUi9STlq1l4BqT85nnwGmZTyAu7Lc0O/lmguzpRRqQ9RU6e/rVPr8nOoyzDRvyK7WG4DlPCPPxAbKye0KQq6/pl2GafjRlO8G6kcX1n/sViNVVHDhYx2R+UGiCI/PnhH09p9KHnBBBAsDVQa0M/GI52Nsz9Xe4uAMJALtPtUWquuIH/h5OewykqtmaJs7caO3MSWvfEzYahBuzoKmq6xmRAahbV9U23wlnP2HtuoSnbeTqnRhEhRVVNibm3Lr+pKJDraytjt/HchszMimNsWcgOZJ7Xj6NX8Pr9cujY+733lz+rzhSPZQAUF/ZPbF60z6LtRIM9vquoeGZ+5oFgEL0+pqpinHf6AutDfwzyQKgv439HSr2tGY3QQcLJWAGOwwKa+kPe565SovV0r8yX/tIAuBYaDFfa0K8+Q6hEeK9dT1jy5Ii/7jjICBVrdsVtzCtw4YgCWDvJ9KEvC4LKXFromrcSGTQAqxI53vxqnzfEr+iZfqdeFz+94VoIek8X2Ix1k2u19cvwzSSb9EFfFVfUPHxcfqU1njST10Tq5cM8wnKiX+78OIbTqOHPZQkgOiq4jIQ2Y1iQ1mrrcaNZ7YsMef6RPrzra1OFp9hq34dMts+TIuCPgVckAXOZ76FbFXDOEULjhb06YI6Yl8PeyIJgPHKZCttFKtyeQLIVQe5SgWJXCB+/J02OJ4Vjrn0uupuFtK5h7hDahuc9V5dH8VtsPInVUTP723j8PX6daBMZ1waBN6kahhrA7HaqJWFyh5rE56n5CpIVZtdtD7o0zGMpVHi+L6/Cyv2NO60bjvP8L22RLn/LvyyRATuZq2CVDX3pkgA4OoZgSdjFsYrw4bFOyuqdcuS7DoiORBHzn3NkgAEkOfUhfyJiFVcOgS2TN4elh+8aTHDq0y+cEVv9TUJqYrx6ogmMfeUqfoKmijXLbHqGeerju9PJoxVf7hP429LAkBX1QVv68Gb54kjMleNA/7ltFXoqtp9igwOW/euuNPH369mrkICQGsXi5ScbH2s+vx2tUjtYfZ7LRpcz1oVcam+7MeNacu6qravRzErMzpEOrs1ISkmTasEgNvOeryD9DHHqS+iEeSqc2XAmzq2a9NVlUKCuHYIEJ0zfgUlVenpXRKrvUwrQaw6QshlcpXINNpRRXDaIyt2Jrj0Ag30Vm37qDy0eGevwp9cU53GJQBcn4+/fyCwzaNN49A2w+klHl8xEV5esOZYj+P4W23+CmRd3HuFXO3TdnzMoM1iVdYv54RMylztZWXpYwef9/iQqyIB0GNMduPJuqrDi5LrursWkpOA3qqx37lqjCH20Hmcr6+/QLEqLXq0u05ZvOGdqjtitbehD4O9bRy6KAnADoiBX49oP6Sq+n6QqzpLUBEWxOrzGTAr+D9/DJ7QHAIyrtsnhJAAMI1UhBzG8eacIsAHuefLYjfgf3RgS0aUYNOff0Fv1eyA6tiyiXtWBZkCuHBzj5CEFdLG7DdDnnKgsG+hN21eJWiLWZGu6u+kKFOH8dgVCJhQ5SJ54S8Qq+ExLe6J7slicU1O1yCO1h4ZYSBVrX3S406zSEeNKF5psQxX7OnRbvyDG4hVf6z6u9OcxYHj/yZroEzVCaxYf85y4YtlAf+5oaXGMSE5+iMN3fApXPrGBuTqdXIVpKrNu/opVmVDgddamA4bITrrrY7Da/oxvF6/uEN3j3coLedIY3lXxGqvuT8ucqNHv9q+2R2xRZaejjj1jZRxsdoxMDLWQ2/VPinSR14sUK2oIVsV4daKwFkSQPys43DstJipWwmAIzSQBDAZi22+jDHrEzXCSjDpUALAYEAgV23kquitvseucRwmFKsyAEabFeJXiDtiM6zeh0uLwJ5cJV3Vr69fuzw54DaPcRhflKkaj9DphljtlVTdGxkIVpvLmc8aLFLmAgtWDXwY8Kki7EqsxovT7rGi4DuM+j9ggExLMxSrKtieS2rapyQAMlVtfbPSPyV1X6a2iCY6Lj0CSjNeZa0q8hBznTOpKhs5RP6E16mr1T6FWKXWY9Wp60PC5vtdlwGEvN7ON1JVfAzxmj2K9VYZkVrDQ9R2q0QfkgBYxskhFhW1KWU+nE4sTa9hmeKOVyBWy+z+aK0CuWqCVp+5SqQqBjX9hFoN+MBHNG5mLC6MROFRHwk2o11yrBNGbMtHGwAbe/DnIgPEqrZ7KUuVcuqwOG3M+uN+jm6ujHFrw5xij2TTxV2kxu3lOE+Pl7VaAqH0fGNmZtKZtB8f2E4JUMQxnzWRB2vPI7zvQsnDqo35xAbuFsQiPaGMeyb2MYjK3P/gokxmwv6a0X5uEqX+cNHtDnmlGMO7IFZTm0JIIwj9LBCrNkQPZw2gq2o1vxQBKrT9x3oeJAHcyO516tx393oHhKRMPc/Tq4eD+d25dNnWOAouNOHv5LpUjIGJ1X4Lf5hN4i5BctfOwi2QuP/DPU7Px6+f+WlrVP+dzy9l8rR1lyDb+9fPfmdkUj/kwiJTF3i+No6NrFg/gvz+j4OIXtEyi913Yhktum61KLvd3Y2D7i8mMoslE9YJD9ZaW9wZd5Xcb9mNp/86mILbT4nRZp7XsjnSRsVrGEheg/0jxttuf3o3P2yeWH0S+lq1ApCrlp5lEZd1wYGdeMOCQxapGOyP8EwD7cQj5hj8i1NcnkbV/UT8ycPuZIUSgRWvd9+W8+SznsJb4u9X0lAEWaZnNvTwiObiU+jQguF7/nsD583yQxlIPFv2+7z7779KWsgCPhRufl9Xw11CONfQ0hxtVDazbly8myDZdjkuGiOK6S7eyGELygFF0e+k+MRzZGBz6ie2GjYZ8S+V+Vx0h2ZoHBGrIpkAKQCBn7xJZEew9twM8p0swP9DVbmnosovnCbI4LdsqX/+07+/P7vN1Ogrr236464A8XEv6ZTczVa4/dKgP3w6YbHaBWkk8aTIduW1rNzHr5ZlxuBmMg8f8u3WanadZD1Y1D232idPUHm9QUNBMw/jImiUqYB16mefLjRdBAGkM3Qexzn7Zz+ew4COBqQKUDYTLIJ8yDJMMBU7ku8sIAUUANPGIcCyJWQwAURFmQDK3lZk9kcxZyOc+b8tSNIwBaF5xnxQcRUTEaqTZGJ2dDjHOdLLHFCRqvuYMw0D4YXNHSeGoW8Y//w3/+HaStmHNAjdyv3zvNObiTxU2YcxG1Tns+fbziaO+zwv75rZhUbZFJi3wd98snK/W9Zv9i+KeeltsoYNi7u+92yhMA7fK2TPnhM6FpTyPI6pyzR8A56PLlEHBgHLgS58V+TeZ1+DADLFZZCrn8hMWJ26SVXlTpwNJDnzuM4I8IwC0DAwnFGXVS6iTAtVmarHlBWcJjD3F2+0P1dAKtMgPFvFxQMpU5UlAFwJT54Pbeg2Wc3R2HQ+RbFlrSI4p+zy68RqytY9fpciVx8/qKkHULBmAhE7qrt+lfAkRKn875fS/wFOH/avquQ25RT4mIgIcC7mh6/Rf8FQr4ecNr3uCBVE7MBsjya7oT33ZVyGsU2B1AfYnjPAVU47WA49rFjECy4j+dMDy2v7p4TMNl5tI9XE2XW4dAjIKa/eL5EAEGIV1xkB0xFuxGXDeLWeLP2mVKa1WFx/dkU+Jcfa4Vefva/8hops87iuM47xaxgga5jUbRonVglLkKt7iyJHxKJdPzEUW9lPqKVuJfRcTIO+WqQljVl4WXUIKKpQ7aiKUhwmSSbyR47HQRJglQCozt7jNlgym83k2EaZwcP0I/0We3qkF6Gretc/JQ+RK+9g9NKCyLGJw05/sUcOuGO9cDQMdVTZlW04QxLAGJiU3mpPa1ElAfDaFau6G7lb/J0tU/XI+bCEwgMJuRbxi/lNHRCrtEjtPZleTIgcUUjV/iY9bifSE/CsXILdHv0kGsLqbrPq/g61lUPRZyNWJRrlKQBSepeoPMQtd770Fsdp38Q6zjkrcMf5rqdPVQVsbBWaQa7qKVX5rxsx1iOxCo9r9gsAACAASURBVAmAJx5IxCokAUwI9kmsivzTxIV1sLY6Eatr8SUXMhtR9MQ/2/3t90Ij/l0Zrwpx4c1j8inKVnVZT4Xf97DJm7SRHRsiqBfGUaQUcH3SztucMBwyXRCrTCp2Tq6qw7gdhWVPLzlLABx/yFmrqMx4whOSAJ4m1u1tRwmA85Qbmatm42BKepVt6WkvjKQfqaiOjTjs1qX4w88SALqp4p5A7Bsv/der43M9YYNsVVdvf8oA6O9W5Koi6V3P7Ojv4zwsRDx3tn7nwjq9fbSHWas1gi+hA0kAO6g/aT741lb36ICqbxm5WBXrq1b9HWEbv3E41wpTQW81bD/YntYNsdozubrPgEpnWrW8SR3/t1POFNpR5dNCAqnChLV0O9oZGYH9Vo5pWiSZHjWU+4oMlvbx77hNk+mOZpaSD9ZjLqGPlbk2K7ZnQG/VhOe6mcrLtX6y5kGq+viX7z3Tmrnqe38v961jekfjFRM/KKpjNHBfUlU9AKct7Ous73cV+DZjitKSnVgbFCeWjr2sKsBc3b1iv1q1atu0nHK+qjNidTsMX04XxG/JJoTQ0WzHE1bfTGZegkE8W08AdbOD6mlUXd+mNij2BJCNWCWw1txEGveRUv+2nj2SvehikyVM63E3ZAB9BhIfCQD9JByakOeQrLyLrK3teZH6OipYhcuAwOXdvZWU72nH66LxsLU17VoiZ0RSYf1kEfobAaNz8+hxj6cJfJGdl2WgqgWtXuRL0/hjmKZ+Nj2v9KWsrFRp7Su/XAuWE7na0YayP0KXJwHmzaQ//81/6Gq25Uuk+XdG2XeiWJVpIq3UavwpC5lKQ5y+bIuP2zpMoN34Ck16fVgJN6y521jTHbIdOHJV2Ibn09wlNJVWxGpNfZSmrf7Zqvv2QLvO1js0D2hcM5M3PkmvLo2VdvWWhY5jNs8gXu/STiQBIAGgN42rEgDHp0ASwO5yUsxqjTwNxXW2m+E1TK+v1qe6l2OqMBbU2V+Xf/v5A+IwXqy7iisOAl1lrCoIeyFX1YI8junU/9Q7dqCI1YbGsvo7MuEXgFh1gb3fyoGXuNDy/bucOmhTdVSpGoJUtROAYgHXLxCrLlwlT7rNi7J/2vyyYF+l9gBv4USSAMgIP/UFZUdTsZ1bmAbr2agP4sI6THU0/JEPELwqAQBy1R9s2mTnOWFDm+2ytpoGSADo7UBSwCjbNEC8IVJ1vKbR6m+dtd/53Km6JFap2++QarWZi1qM19buFO190v90vAVy2ude4kGeFv9IjUlhwoW9Qwajkad79M+9xeajNW5hiIRsjtLLpEwFgvZ6PnDI1oR71vTucOSo6FClxQb1d4gsXhCsNrttUdV39akA67BwHt/Yk4g5pPkOFWzCpUGAKlK3Z4BMAIUgOFq0mYC6mJgV6A2E5wXrSSaSBqCr+nXXIsWqKAsc14bAe3NqoVlgqKhDTkrkauOndTIZUsfEqjqu2soSdW9BQm+0+GXP/cSvWJV9CQZJgOf9UNsTVF5dbe1O1d5Q+ZSiJNneUux5P7xHrIYygRT93iKt9bzH6QnS60H8gZPI3oqbYZrXzFPakwRAsSoP43yenCIvYWL13maiRyurv6WlzFWanYD8OZukOqp8V1dVb+SrsBQXxw0yClbvS/sPIE6VJAE4jFUKj5DEcjx9er1QZ+FgoSqpgrJVw15SzErIVVwhEeiWWOW5EDu0v8ZmSOBjPgu6qjZ0iVh93uest8qVQCsdzWIaYIPPbrwQZ4AeU1HnqT+EWukG+KQCH0EL1GUeh/kpzIV8m1ARc7B9+EI+K2AzQhGr4leouGzqGsmyp6IQLVzsVyhWZelKCqRKpDBAj/OjQK6akGTS7T1m1Tx4EamKef+xn8WT5LRa+DURtl3tK9pNbzVAJEv7CCKFSQKAMlUn0Q6tOTrEAE9SVliEMMLjSa7lxRIMuHRR7R7mXROrQq62ldsJXVV7eFiW72Dxg8nVNdhhN/UT1va0SJGxanacUNmq2xt4ok4bqki7P8HOMb72rNWVP3+9MzLvTWCCBfPCHvReqIbKVl2/b3MnTKR1Xb5lh9Rtj0Sq1v0FhTmkqzlqwGq9EJoLB+Pf5SRKzUYpmxWxCI7bwBb1w3jrIJCrxk2LZeHipiQTVWfW6jRMUyDt0KK84VljJMtfZGbinuIjrSkitTFjeNZj26+7J1ZbI1e/4RwG33guAaB7sJpmxZtQhHJ1PAcIxEAgPKkqrYQkgK23OD9Y6oNUe0l+FwggfQeGylQ1PR3Hlk3IiEXWSzxDAiBnSFR6qxUH5ojwvfnniO+I8WiQquZRaqV/oh/Vh96q2bLJr1gSoCZyddUvIAkAVQguhu/W+sxNEz/+XIQzYicUswplKyBW1SI+wPHwUJ1y9zkzkxHxnfBu+3L+LmZmMpGrYXWFciIV9t1KZL1e4pmm1KoYU1hs2nga75VHICJUbh0WqDo7UbTbc1GTPFbIh5u4Ciz6d98DW6Y/+VW8q5XMzPAIqVzhOos6gFQNbxHXnzihmJUFtBrJVdFVxWbUsVt5Y3fVP405Xqn3glx1k6vX41X6X/A8R+mqTi+RA8Bc8KMjFi6MGF+aSGG/jF+QBNC6wvW1KIjVN5BxMhrThCyiNmhKjXOzZ7zXhVJE4lzpraoJRpo+r+MtbQyY0P00+ZWUFoh78fwi/mvifkSkp5MkAJOrKVY1ob5hGYYXH1WGX50WqpzBmyaLF4tUm0HXWcxqQqA0dCplklKcTDWQELmqgnJNwTlUkDc9R2k91zNmCQEUQzs0Ntbxn8/nihJjwyMkilkZKaCfcwUkJfffi7MkER23rtxGJ9FVJW2HZEMW7ZGAXA0SNEGs7mCstZgVdFVtkziloxvEX4wPUXqr2HX7hKgNYjWu7dT59FDFqlxfT3n4SsnYdW9/f1eLjFqKWdEkkRITmFQlcrVmLYOA5rZRzLGkNfSNBbnqIoDqyFKTo8r0LamIw4DGn+pRyfdxpoGyjuIUHUkFWpz31JS1OkFX1WoEqdc8GLPsPkkSUd+FZ4Dy0X8iVkGrfnTmdpIotq7q2YaY/5qoX6C3apot+2awgFg9IBjzyHiMKYocCeV6jDEeX/kz02YhQxLAZi7JVzWV227ZzZc8yRR9muIdZWPt8ir6u5xYKP9a9+ExWh3nHesInroXt4k8NQhziK1btuNf29yqXHxQrKrA2MebRnVKSqRAswZydaJNXRxRPpkDz8p4gzRXTEx1riOFJ4R9Bydakd5q2McGeZok2kzDxJmRuWwnyKdEeYj0GY0ZOSUdp2GA3uqj/gWxqoGvHnJ1ozceWUFzP1ZDiiJW030gilkZ9noK30E1tBpkgxaYtFl1qgmgWM1xTBGrJU6mudWUoEq5x3UXho42kIhtx9VVNTV+m8xH+7zKH1z2Ih66qi7zWoUgXbdF+bsqZoWNCx285ZKrRAC9cFZGuz5ehnHKn4mNzFV7wPrJxawKkwWgeeDra6ANC1wbAiLjqDbi8mMzDq9hmbApeNdGQawakFuW77uYJvtdLVlKyQD5eBGRqnlKu/ABB+zGnbq9uEE+j2FW/tZUEgBHmECr2gxHnVrIE/HcJj2xBADOVZiRynvuBItUO+0sRUHLzLCBrqol/hQxbKCYlXXsKtKtqFgVJIi0ZPiyDBOTLvkvFGs298G8LANp8Jc0bPHxf0hrnNfGTKyqTNVCAiJJAoxl+Hn+SHOtBSBWjcSqKJeWekFX1U4z5CJVqVW0l/sCsartIJCrpUYUc7tkmFe5kCom5hv8t0O69WEZq8VbpqoUdmCaLl8XnT6TFaNKy56I1RmXn5snA1y3dSGrsIIM5zKW8X5QIvmMbNV4/R3qyXJcmipfh3piY88ZuQRSIR8lTPwrQTXuQj74UjNyFKuyr/SkKJ1IE5RiQ5cgjXYzrbVUGkS0l3g+WIqNkQQAEavoJ/3c61XY3ItI+RfIVU8b398GYtUCWqmSAGoZhnmaPjxJEbK86EASwB2NZLB134c78iMg2o95fUpQkIVPEYlI+bvl1ALupWXtrQJ8S2i6EimpUjqvDFJVoVGDnmjOnivJkpEB7rCEogYJSAK4/LaMjUCSq0FRHd3KSk0nSiPGSorJLhvP8XfSW82ZIibrvHEYJ5IAKGBSmqMTDO/cJABKI1VVg6eVXEW/XTEbEKuuuRkfJy+BUNhohbKWYlfMLfa9aYtVub5mGkcMJKYBhV2qMP0fV4d2/HdRcy7hQr6qrRcU/Z1HrfPcMilWRSMWJmb6fitvNAe5quspFXfEmnNfyFR1TdzXv+fvqq2hKGZl7bQS9FbVMeWSzCZ3rJGZuly0pinxgiSAuVeI2MzFYkiSExWb/zGMVHG+HCqlCDOe2bNoI6fgI/ckB8AZ/GX6fhEdeWjE+Oe/+b8KrR9XBlwSGEohFSQbaYZ9G9aotP9TSmadOlRJWk3osGOHbZIAOQtL7FtVVHpLGcGPW7HPjy/LjkGxmqg66bXco5ZI8UsvlWU5ed2L5xSr9JnkFpd1bS0qeLKfEbJ8GVIyt+GyMXCojBZw79WyuTTxHB6XBoGskgDkV3RUGTFPZ5sUeUpfx+SLy2V7s0gCEIuxinqlPCnI73oNE1eZx6UQeA8B/D8qwIYlASpoZyEmthKrsoDGZUIgXyGkD+oHpKrVREssOCZHYUGuHjsOWqs1RFud6EhJi0J1kKakNpXRr4qCoWNgOVhNJQGAZappmaoELcqwl1N85v+A3tP3DsWdPMWs2K+Q9lOm0zhapbL2lyWP7ZQP2irzk2U4R7Eqq33wRmCWjrlktshcNcPFxaxYKiqdHi2f2YSu6qlThFgVeZg6znPt9VYzLSouRYK8N++IVZCrtq7InblaQgZSXlO19s5Qgq6qqYWSp0BZJuVPTFL38b6gA+BJjb79feXoqpo3vLKwhmV1k7E1Kkshx5YpTRdBy9nstvxMXmQAmfqPlqd5LBy6qo7gW8sxBiZXESGNETLxVJkL61RAHKaceogriVxXDaSqwgYzDxu5mub8rRzKGYfp9cWNqcl+UvgYE6tLbcfrp2F4Zx4nDtApOiXgO97E6rpXaHz019d/FPC1dT4qJ3mX+1hnyT1W0vF/M7m6DS0YZDaUpO8w8JbnX+VpP1q3VmhDNQeDWF7HfbRofwQsVVNVtiqmXmfEXfOsVH3k/x7/Xvz586/9Hxvxzq+vfxLx6Z+PTrmI540u/+5IhkExL6olkYbbSdlKEilxaRBICItIayR8YW0dXiU26E+dmb1lAVbiM1r4oedPX9EeX5sLqfZuEgCVnlqgWNCAJMD39/8X1YQ+iFUhOPSrUxCr0g8LF7NKe5WjGpr2u33eJtaavk982na8R+37gli9gx5+kxKB/Aqd1762ljX1ta8Kc7cULkiz0ACpau6z+khV9S1+ttMfsUrbgnIeJfYlJwexcxQb52TP/yBXZeWFa0VgnIV0TkHo8RF35KpabS9FPwQ3fviTDlJFrHLaxBKrePC60kWxqlMXSKZqmjlDcJfiB65xuXIt6njEqszyD1IAqivOEzgQqxs2qtJdHMP9fCpIVRvKqlhVip54/g6ltwpi1UU+PMcaT3iCQF3Zqu/IjKxVbacrvdUUtEwZNdOf2H7M36bogRjt91uk9kesKqwpHcEPozu9A1L1Dmrl/4azJBciOOLZTvkoOFoYBZptGxbZqmf832oaVRKq+++JYjzVuxR9AB3Vj6G/r/RbWVe1CaTCfsTSykkFLmZVbw/HI1bFXgzEKrveh0WBWN3gSCUJAFLVHtREiruuS5GrOPyum9BtMt7xMxDjv6Euy9xifomVyn2xRK/qkUohCQBS1Yy9TEFrJVY3AtHmh/0SqyojPM5CAxIANqvjFCDf4aHA+1abeZOrcWyowA/3aJKSvoiDCUhVy3gluzkefVT6LS18QxyMFbnK5y5CkGRrFj7pFSN56LPPlOCd+FQjNjmJfm6NV0Zi9XMhAGL1aD7LWjApnlnVRxvGw+KMfr3oIHPVbCeo857Oh3Rvqk0CIC9adb09JrlK5E/8A9F14a1aW68EwBFv+4KgZ2JVZsvhPYCKVeEyIUDLd6XSXjNK0FvV9p6yfZYFCNy/IwQArIiGINoCd9n9x4U2nvstKe2XlLVK/4TpbtIqFu1QIL719DaCV6qrajBaToN6F7MqzbLt7clMrG7kKojVc0fFzFytlzZM42A1ZqvukRGVlfALsTTox32LKNdhaI6Lsu7pdUoAHL/kfZQtPYBFv1HtmscYW5Cteu76mTPpaAHfCjkGYtXl4CIJ8Gzs2n6NYlVmvGvPVNVsWqCYlaW7w55FmSrXCHTFoTt/fyMchmW704Rov6HsTLqCZGZGa2WeB88zpVPM97FZ5MTGRJqqD8e+PAjEfauYXlukqkKMtzYrJFezEqv7TAsQq3oiIobeKiQA7IGudlJVfZ0MQ88WYXGHhDxPB7GaA/c2SFWFXNhlWI7+CP9ORe+F7mnZHoqpMhkeixRP3GxQjeitxHr9d/Sesbou3R97whtdZKua3ZSzGFvZsNiWqVLYpJU4ESHKBoBGjirjOiLw/7P3HeByVVXb75lya3pIIYSa0HsooQlKE1CKVKWJUsQCggrYEdH/w469IiJVEUF6B0PvEIHQW3ovt987M+d/1t5z7sydOb2Xdb4n5iNzzi7vXru9e+13yZvcaUUmyGBNybUlyV/Ie2qug1kJj9ccwP1K1xBqN1lS2reqbZ+kXhApsVoDSgUTq0Zm468kAJOq2SBVmVy1Hob98jxkotYKa7+pNqv8+PcoEfBTEoAlAKxaMm3kTx0J1FB1JlYlIL54raaONLTqJw5/T+3JWZVY5YBW+gbhkZsg4pCdGQz6Wmp0VY3GEo/G43CIStLrJAfgfqVCEgB5UV1GuJ410xBJ+2EZHXJSMKvkWHxMiFWgUBibHNRCLqlfkgBMqlqRqulDSNNblUNwgkamEPoYE6IhgCxoAPdLqjBK6CWP1O6/PYAiR1HvrS7HLvZUNW6K9PYrvVU0E6v1myptLnc+p3OwKg+DW+I/Jb1VqgTLROk3pXtBSCZVDRGVO4/UeqvW19v5eJz4IcVGBYjDEOtC6bZs4wv5rjimyOV556qDWJolAJqrmyxyNRbEKhkIEav2uputPpm6l1TVu3Kd9xRSB+twharDfiorqJ2hM7E6snk5kFUY5l5J9bjOxGqzDdXoPi+hylJ/wcl15xspAeA6mQR8OHJFyMRq4/zl3FNFEhxpJuQ9mnXaB3TR9GQFTKya0oCONqOSjOWYBiaI2iTTPPbemHzuyHhiUuZwilEmz1W7Zxf0ntDX5J2rXutkboVMY0jVczkca3WfSyyIVSo+e6xaN6IXcjV9vpjWeNl/gyi2dG82aGpi5Sf7FsFv+oFAuklVPxBKcxpePFdZAsDKMtI9X8naM7FqZgU1jxUrW6lHkwNWmaKVdmJ1uPLsuWpqBw65MdZVbUZzhNRWpojV5rnL3gid/reETJTF0kWLK0PX/7lfGfUr7VDV4UCVdBNLiN5qrIjVzKxpXBu3O71VJlXNAU9LsCors9KIVT7/s0KKf/eOgB+Xwb2XIqwUeO7SR9oNuapFuc/YktGBqWaBVNXgqFkBe6wa9TF73ocKe6qa9DGysyz1qyr5w8GsDGzCrludDKzDc5UOAUQOZplFhi3CaLAlj1XT27NVr3rprZooaU0Hazjnrw7LYg9LuWTUxhJArsaOWOWOZEECCpES+wtAZ2877+xJ/yLNEgCNbcOSAEYbUyIBMzpJBdSBvVwCD6hIgSfL5Kp3clXTVeV1gM5Gtao5G7ghxy4DOTYzsWrUv6wkAao6xTzFxc6yIyvQsDshe64az1qCGTR9WFfV4qzCCsDIOkDwGcsr7zzo1iOteaMKtwujBbPKuqp61lkjVukgNcN2JSQB4o1BrIjV4Ie6dOTgRBKAdVWN2jz91//1ai7JVaYRdScucWAhJ6wMT1seB8lseap6BCszn9vxXOXr/1bmYP9A1Sql5P2uoFRaFYuRuVAYHzv4anprzUVjXVUbzZXZUzEiVq2IeRv4pfUVk4WgQE1s8PkZQZ5V/4NJRd5JGO6+RTArRcgCaNyzJF0V5FhXVRe2mvQP707FDp30VmMKRSyJ1cyucRzMz3bIVSZVjQHNkqdqIwqst6pvF5rOrhntLJcDvGAy7lmsq8rzV7N1aJSgmXWQBEBM10kOZuYgX80ysap5rEZvIfEkVrU5aSQ+TKpa9ccsSgDUYVK9dlvboUbfv6xaLPTfDSDJMalqSAAxqVoPDfcpPUMRh+0UzIp+rP4t+lQuJ/6bURuJmlwd80HOMCoxDmYVS2I19IkzkRma662yBIB5o2ZFV1UPBY0YlH4KPH0lsvvHrtCS9CGvw6w/TKya0+56FkJ2w35TZj2H+5X0WI1+YxFHYlXuTRt7kDrsDZT1MZnrb4HACK9VXhPW0KqOuw1XulkCwMSe5GkOd7kRCDAeuuQq6a1WSVXRpyhgFVvOCARqK794X3+PpNliqrfKxGok1uBXpsbkKnurGmGcTQmARjQ0UpWJVb/6YtbTYQmAegsYlrDLulk01F9PEkCewzNxaGw/jA1hUy6tqlpJtBR8XInVGrkqiQ0OVsWDr10EiNRQiVwdFvKz+2Wc3/Nx3KwnC4kAEtU2p4C0X70etHqphVeSymneEiavucbZptyWjTEx3pGT52r1ard1t3ISYsYgS69t4fR7P9zcmFTVb0wFqu2bA07bzW1fB0rl3uaPhdSFP4/StfYZW6kVCmObcvQ6IflThbin0kyuMqlq3GZZlgBoRIUlAcztpJl05hHJCDEZrIrxaSTHwpvK4z5PyfI1SgKwp6p+u1Fvqvlm2lpCJcMAPJSSiFVpQ0ysmsE4HIqRBx8P1patT7W1jiA4UuIzFgi/p+RqAYmshuXh/mf1ooWtefk8EBAMyqvd6Q4zz0R1U6cDstP3rcDwOz2r/Mxnqfpfy6qCim2CDFA89Ak3Z0dafm6+9YKStmgmiQR2gmpGkqTF4iggpkusejaEWgKeiFUfy5HqpOr1VplUNW/qLEsA6CHD5KqToYGJQ3202FtVDxcPa7/h5PxYCsehHHploH+zc7Hbe/mHqSYnnT3Sd+VI473mkVbC58w1YlUma6dnaOO1nXftFzZvEbyq5qkWTfuJ4JSxuI4bTf31W7K+VbhnNWKkoSNtx3t/0cavOFmA/R5uZEEaqWpn1vKaWzK/98M3L5k1Nyu1dljhvV+lDxuSAtB25U68D9OIhHmd8mK1zDakoSSCn8UUDyZWU9E/pdcqT2pWpCojZESu+jFc06K8FtzJXcfyZyHuz9meLItb/yh/auIGRS1nO9fV3KRf+ya6Onord5hfx+Goy4/e7QUzr3bi9fuk1j893mNerEf7ViNW5WGgE5vwt/1zhQk2qjNyFLbxgU+v1HRVk3ec4BMEFsnIlpF3LPiRCMiRhq7jMiL1CNQI51wVGybJrCyE+1UjQhoRz51rJDKSUCWN1dqTg+rDwY6VjSbxd7nu4UMdbcaSdyTj2acSQ6wKSkyIHFsN27WpMKrOo0UXd5+/k01DLaLecL4ebU270RFa+Q0z8liR4XRVkCM93R/wK0X32MTvS/8xcWi/gUDiU63UaixGB8llz6/VATiBtHVcE9XkEeJavujKpW3kK44IsujKG13OTK5q2GvEqvTbiG7MsUesRmExjcGqosMoito7yVMesbPnqoaZDMbEjz4lRnsH4csrfparWyY4jKyF3Vfqkam3E+5hNWT0SFXt17zsYwxXUxfLqXSjIOtjjyY8F18DSQyxWiZ3cR/FX9O0hCBcytXpPh9fW4sccrEhY3x02oEJZ0PjrI45tPHI+nRm3oGpY2WPUjbGhLCwOgSMfEiMpAC1LarMnsMJmjUDE6v1xKqMGTxSgTZsI44nsVr1w2xa3/CCx5wAYnJVoc06L250zUSOvnW6qnVvkbsGP/oIMLmqMYM8fzdbiJyryFNVf4XMkgBm4wp5rWb5GCyuuqr1bRZ7YlVsT6kDqrxJ1etshE0ZFYERDeE5Rf7hRx8BwobhqWHD2wqTntJwkEOkvPB85scAAcamBkyZrcQAAbkdrbcV63so2QaTN2diI1ZaVUdlRDfWxJVY1T80jg6nuPdZ7V5NXHXawsBPuznAy5qRaGu9RjtO19OddSsSFUa7xiEP3rGzJqZzUlX7gslVoz5MgbQomFUWmYw466omhljVrv8Tccg3BvWHKPLkpT+14Qggr1X2zDReWjC5KrFhUtU+qaq9meMrcyag8SZeTlTsr2FkJPJgQs+zmclV880wk6vq0CpfAut4JR3iSKwqlmGSeWzWa/es661q65k4iDd57Zd+fq8d/klC1bjvMLlqjHq2V0EsAaBvGWYSAI1fsN6qIbkq/egzRa5q0j1JuF8ba49VGpjLakVoq/LTjIBGqjbCQ90tr2mtM3BNCGievVmGRi4VuWMZ2oDJoMPkqlnPyfoGnnVVjReDZtqYHHyRiVWTw1AKNlRaFYspO27EqjWpqsGW9bHZaKufTb1VGXcgFl0qdoWQcjWkZ2gNEJOr5s2XPc/VbHoTWndiucaj27X2d555qNZd0DrrFL4hg1llh1xNggSAZmaxJlbLLAFgOBzQ4FQi0tngDfLKZL1Vs41adr16mVS1mGUtTnJYb9XOKiVrqyH2VLWyimYJgPovpBerRNH+stsqz3T9np1FdH27aXbDxKqeNTcGrOJDL6d9PouSAGIksUEaOsUyLe8LHUOb+HAwK/NWz5bnqjZHZ239a9Xz5fqOnMGcre5YEsAM2azorSaJVKX2ii2xyqSqcXci3qdU1VU17XRMrpqO9lmUBGBS1Rupqn3NXqtWC6msLSw5WJWRRQzr+FmZTPV3DmZlRY5lp2/VqGT2WK1ZhbY1JY86Z9tUmUZ27MfmkCNekyN4urHRzEWQhumuqpOmH/GuE1JVmRukUwAAIABJREFU+5DJVZP96vC87rpJEvRhPkFlDbOoFHzcbThXOnDnK7hGrSXJ1fTO60nRVa1vn1gSqyIgk/Aac7NoDHOwCD8vQkR4qtp0p9f0VnkNpd9WWSNXWVfVpM861BxhctWKAAp/fIwmR/ZWNcPd3FNV/0t5fZDnf310suG5OrKWTKw2Eqs2Hep0TIhXg3r9StNbFVe7FUB1uB6IZu5xluvwIRebgC5w2tVau96q9YkwuWpui+mXBGAJgGYLkL2C2p54HfcP660aYSekDUVYzzQO6gpkGOBk1S2WxGqJ3MVTuKhxP6jUviRsKg7c6ckcOZiVMfJSRykJcsjerYdJVf9IVS0lJlet7DJZE6JVbfQXjnwIaLzooxFWXgNz8rAkgBVa6SZX6z1VNSRYCkBDQvYON+RPLQXql/w0EmOEifRapVHLExMQS3DlejeWRYu8UJquqtjGuwSJ9VaNm1E4A6XW9rRgVamtoMv+6cVTtSFLJUeznstypPuztOqtVkBtnrwnVsQqAcjBqoyNiAhVQTo7tDPyysyaZ6YTiGgNVR/D0cm3SXmXJQD8J1VFigoJiDuljZJiNX6UM+0LIQ5WZWQl2gUlt1bEkgBWyKVz1mr0VGVitZ5Qlf+/S95n2KBog5r2kdmq9xj9LmhrlbT93KYQz+80UpWq5XQPEc8a+VcqJ8GqTKjDKiGf7kMv+6gPoX/xIixatBorVvegZyiHjlFjMWn6FEzbcCJaCvZTiveb0meQn2YEaA1Hso7+PHSTgA68UjYw+wOOmNHTFMwqabqq9c0YG2I1XxgrPDHpDz86A5QKDJkEq7LCjMlVc4QEOZbS8ZpJVYve4XHM4WBWVqNPSjtWVZXPqvZZ/H34yqmnystDRF4RGIGYzg08E6umlJ9rb7rmVNM6LnsadMTHVZ/g1Iw99aSqVj/vKKUnBXmV1r2naj0SLAkAYHARHv/DLbjjjSWY994KrKzTAegcNx17770bDv3Y3thpk46EG5E2W/FYqteQZfL793UBR+RqMr0YgzZ0aYlErSbfFpOoqxo7YpX6XT4/Vnir8qNPqpKuqhd0xJla1XOVMdZHIK1evSwBYGLxPs36LAlgNaokf7IfWUPWVTVrcTe6qkbpVVJDb1j1ETe/p4tc1ZMA0FDJthRAVQHU52GUPVeN+xxhk5aDHeHJ5LPtuBmt4viN5uflF7Eqiet0jcuO2m1oPu657M/4xRMr0Gf4oYKJm+yMUz5/Mo7cvs1R8vF6me+r6beH6oOuqlFLVyUBeDxrAkj6TifbJpNOqlKjBOaxKgLAKVC61j5jeV5BhKGSGx2v8TImpZHyCORObwmjZYmZXLWEKHWSCUyqBk+qajkwuWrVv9KyEmJS1bilpTSG3w+Tq2aIpmMTL6/jauuc5rEi68RqEDdqpPpxWsZlf0cdYYmqgkrC4WFS1dguvASrsrK2rJKrXXdcjhN++wZ6rACCgnGzz8JNF+8YyJrBMnvPLySbwPJcfbOtla8SAHoZcTArI/hrkgD0RrImL0mqJq/cjW0RFLEqA8DZIFbpvUqlglxhbJD9PLFpkzTCkA+kao38kWowQSzSEwtyXcE18jkNdZFd0DshnxYsmurhY7+q71+8UTWe8tNhS2LWSkdVfK6FPxIAzYViYtWqoYKgs63y9Pf3Wg30NwPZJVYpUJW/WI9MLdDEgyx4oGmL5YFSkwUINLOAEudgVcbA+qOrat5wWSRXV9/5O5z5m5exnKBRKyiXK3USfwpy+TzydD0QQGGLE3HH5fugJSD7Dy5ZDlZlhK1YHbuIBeOsrSR9mPRDL2d1tv+2otIN5bz9D2LyZpJ1VeshDIJYFcH/qkS5qceq1gFLlTJaiuNj0rTxKQax02XQpORvmVhv1RzPNJCrctnis+H4a4bRphYAqapVKB/sLjha3Dzkng7vKCZVjUzA7Bq3B7MZ/pSDWZmhmGyvVTvSEdkjVmvzdzhTChOsej0sqXqrYkQIx3D8GN5DS2P4AEcJXo8wi3qrlRevw2cvuh8vdQ1gkAg2IgQqJQxWFOTzORQURdhloaUD2x3zdVx97ozQ2t6/jJhY1cdSBqsKa+epJpA89M8GrXgMop6Tc+CeBgkArUX8JlbFGkRE05RrNENiVb6oolQhXxSVidWGPkKTUSkAUlU0StVjNc/raMORKeleveypajLpBEiqiv6lBHMdOqwJOfh8kjrwMKlqTqoG367suZo+clVex7V+skmsEgkR/Da1quBqsyWs2yptb8iR356dxqHu0hszcTdBQ4FObk9zYiMUxu2iLHmtlpe8grtuuAV/uPElzBuwak4F07f/MD532lE4br/1kRz/OpYAGNmytfmJnMDCvcslVUUF58RPEwJErIYxxnmFPk2kKmHhN7FaGTZwC2KVXMUpIBORq/Swx2rNNP3UVTXbCHMwK/PhIKnkKpOq0ZGqWs4yEBrP9sYtkURsyl7XD6n93o7HoffKS59nJlfTQ646kY7IHrFaicDjMInjsveRxSyFelo7EeSquAbKwaqM9z5VEYAQvXmzQK4OvXgjLvnFA7jtlVXodtAllbaNcfpF5+Arh2+EooPvonmVSdVm3OUISYSq37dr7bWxAlVJjmemvTr591Y+9sGspK6qds3dv5pHl5KfxGq9BIChx6q2SClXKiirtbMNJlZrRkCu9IRN0H4KtIQmr9UQ1xfRWbrLnJPm1csSABYNHbC3an3uLAlg1emStImXUz8/zQgMe0eFCE7ws2OIlfE9q+TIAjgh5LNDrFb9RyMbHiPL2Pee4GeCSZEEED5KVW1YP+uf9LRorKFZPBeCBIAeVqkmV1c/h0tO+BH+vsqdleRapuKMy/4fLth3lLsEQvmKSVV9mFVJjIUoAdBUDiUv8mdfFr0WUpCX95RD6SVOM0mLrmp9vf0iVhslALQ8mqQANG9MClhFEgDaw8SqRCIoXVUjY2e9VfNhIGl6q+ytatKeIZKqVAqWBLCaYuM50TeXmiUAjFpy5HItvPZkvVWrvhV/Dw4npKpYG5Vc7tqtoHL4e64wweEXTl+nbaokx6J5Iss4muo6yDXu5Crrqpo3prgaG13Hqnplpa1/lfHq//s6zrzlfSxxfQ9cwUazj8Yvf3wCtut00CFDe1Vb6aSt7fwAMFxdVcMSE7nqR3VSmIYUBIgfuZo2CQDNdPwgVmueqs1jThOxWlZVkLdqPalKhWFiNXxSVTMCIleT5pkZ5tgnPQDiP2QzqRofUlUrCa3h7WoIhmnT8ckr7gtVJlXNbMUpOean3TG5aoZm/BbR9aV1IgGgfZclYjVK8qfWTnEfm/0cTeylJfcttNKSGp2alJm9r4N9i5aoSjXaerA5JTN1LZBL1H1L2E6anu5n8b1jfoyrV3qtVAEHXfxH/O7w0V4TCuB79lZtBrUqARC6rqpR87IkgJnhx00SIK2kKrWBV2LVyFN1mFfoWvuM6H3ypBcoV8ogfdXGh4lVCM1ZkgGI4mFy1Rx10qyKM3HJEgAWvSZkb9URJAIHs7JonLhu4LVZK6JBOYqJwEGecTgwkC3E7aPfbPEkV2ulctbv00+sRi0BMNKKaOPjrIUcDB4Jf1VsCimgRBwO3KvDn1ijsgSArmVJ54h4EJqyueJRFu/dsIwVD/wNn//2PXh+yDq1Ykceh+21AdZfsQR3vTiI9xs+2fSYi3H317dFvM4HmFTVb1kpARCNrqqRrVEgK561jNCJC7kq3VXiuT61HsWs3/BKrMpgVcZ2POyxSkCWDEhVKmbWiVXhyatGu0UUeqviCrO14WTxDRmQKH4Pk6rxJVW1kklinh9jAiiO2LCuqlGruPE4DKKFmVi1QjV+G3hZImo5Z2VLP7EqcYnX+otnLaMeRpufuESjztV5q/Ix08gWk3NVtBIAjTaUHr3V1Xj8Rz/AmTfOR7/FVDR1WieO2mcrHH/otuhY9BL+c8Nc/Pp/6ohAVxt9+LO46pJDMD02cgBMqho1K7EVRKrGb7xhctVw3S4CG0Zv02nUVa3H3AuxqtK6QiRmg1jVglUZdcIsE6tCV1WtiNOfKB9a0OeZWDVsAo10jttWI86etFHas9y/x2faZ3LVzBri1quYVI07qVpfPg5mZdW34tG/vHg5p59YjRupqm2a+VCwuXcRrUB9Koeox57h4IHx6OKRL/kaaVVtzIlaAqC+XLWNc8IbrfQurjvr6/jOXON19vqjFKw/cxrOOnpXzN5iwyoM3Vh3z4345JU9WFwHzPhtDsXlPzgZ+2xUjHw/XHUzim3Qn+g6mmzrUny2Vg1QyHFZFC/h3SuINqb5Qo6J0YCTdlJV9I1yr6umk7qq1g4Hyrq1z6gVuuJeMVdEyyqxKj15oydVNSugJhWemdH0OVfGGOZH4qwnRtgwqWrS+jEiVcUcz5IAFl01Lh2LSdUkkari/IQlASz6lvViLeh51K0EgFaudBKr2u40vjruLAlg3DPElUYhCRB07zFOnw5s+dFHIOpgVWbtkgpJgMG3cc3Z38TFOsRqqwJsv/N0nHnULth9mFCtQ0T9H67+/iO4al4Fa0gmkH5q3QVXXXMe9tm0dVg+MDrbjt6zL7q6m1suSRbGllcVRa+Sqzw06jakGBcjmLSyQKp6IVatJAC0xlTWrnlaJeLQ6pJ7VonVIZXc6eM1RBGxGjcCMU4TTFwkAZhUTQ6pOnxwwZIAJo0Wh1UQ66qajbVePA6DHsOj9hwLun7e0o/OQ0Hb5tR6t7t+nmZiNf7cmLs282az8f9aBK9SlKpeXPjlFeMxN40BeRAfXVUjy0i8JIABsXrwAZvjtEN2xNYbTrXoFCuw/KFH8Jc7FuL2BUBvyy646lpJrNKjrcai6FncsfRRJ74i6tu19uyByVUjnKLwWk1zsKpGnN14rEpSVVstm1u4smr1k6od4jCLxGqpqqtqb5AI7y0xHBG5ygs2Q9CjJleZVE0eqVojV2nJxp1LrwVpIR0tNuytarYYi7vVMrlqtk6IhlyVuXq3nLQSq/EnVaVNseeqcd+Sm8ZwHyZVjfGW8ghyzImTBID+mieacdkXa20gVidO6sCpn9oXp+61mQMN7T6U5z+DP/9iLv64Ig7Eqna7w/uc5QvGsUlEusdFFWDbFQwK7ZSjv63jquwBfxQ2uVrOUDs4IlZVCuRFj307VVasesKWO2bWiFXSVR1Sw16K2e+pTK5anBhUJQGimHplnra6lf0GT8ubMfP+NoKV9VatCKAoDFLGquSnGQGv17jDwpQlAayQDn8TX1suepst00esxk9T1cp62ItLHyE57oR33C1oQ2/dybqpE/uGpiEoKxB3YlWu5sMfl31p3tK7uPasr+O7c1VMm9SKE087DCftsoGLpAfQdefVOP6u3fGj35+JfTaRHqvaTie83U59O3AHq2/I+AarsjI3DmZluA8dPoAK1tazIgGg4eyEWJW6qs7GfyZWdSyarg+Rt2rct/AsCWA+YGvks9Ww7vfv4S3f/S55COklhFilcTTvgxdXCIhGmEWwk/3IijGpatbQcZYAaCw3k6tWXdbZIs4qNXO7qf/VW39OF7FaDV/jDRIvTePy28QV2GU9nX2mET9hkKscrMq4beTIJo9ykkCo1pOHtWBJzmwv0rfVJbjjKxfg3EdLOO+io/Hpnaa4L073s7j//mnY4JPHYPb04oh0wpEE0OZFHuP0GrGsWgk6um/6YL8UO3UM37QONrPEpS49V+17SzqtYJYkADRs7BKrNVJVzFi2oWVitQEqEaxKrYA8VpPwaJIA9ps8CbXyr4xha9EyqWrSdkkhVatV4GBWVv0wrFGHSVWjlvDrGrdVS/v9u3moTL9zS2J6wS2kNTT8tp10EKu1hV9SPQ6jl2uJb38Lw3OVJQCa2792VJRLFKFaX5NkBrMawAf/uRL/en4dPnvKHt7omfKbePGBCVjvk0dhmwnNa7/gyVWWANAfWaUTWFI4C/06VMlVZ/xVfCcan0smqdUg9lsKyoGk6zMAPidnl1iVfcr5WpyJ1boGkxFEpbdqUh6xYCHvuiD6XFJAsChnWOQqSwCkh1TVasKSAFaDQBgDD+uqGrWCX9e4rVrZ79+ZWLVCNHivVb8X6ukgVmW7KEpy1oDGG1UrG8ve76JVSTMtINacJQCMrVFiE/y4FqRVO70SGmRZ7KStDnWh651ngHzBzuvW76g5KJNmo3NcUZduCI5crSc3wlhzWkMRjzcSqKtqCBx7rprZVF6GLPfR7GRQx6SvdNwAYodYdSMBoJWFidW6ViF2mrxVk2Zo2pV3DmZl3MWCDmbFpKrF8Jagw4rGmjC5ata2fk70evkwqWqEvt8eh24WKF6+YXLVCr3gSAi/SVWqSTqI1STqqpqNEFY2lr3fqyIPUjdNAUj6y/OjUjBZmR4/zQhoEgBJuv6v1441SYkgRlD/LafSuww9i17zd0/bvgM6NhgHI6rWfwk9lgBotgxpidIZLE0RPVhvNSxyNWu6qvW4WhGrqkqEs/vJnInVKto0OJVJAsD/uS2UFDWvVfemEEoxI8tEI5+DKACTquklVbWaMbkaBbnKpKoxZUL+P/LSb9Kf5B1lhom4/+RqLR63v/VINrFapUxSxo3R5iD5I4S/dqoREjR20ubSD1pC3hxjpPVaSiNVJY+dfIw0Yj4Jc2+lbyV6F73i7zXxtu3RMX28IbEqPL18a2YmVfVHP2mF5VSRqlpN8z7aj/9zR5QpSr1V72vCLOqq2iVWhde9GMDcD2JMrFZPfMpIjq6qUccmr0yWBDAe9oKSBMimM73N6cUPbxCbWQX9Wp43TiYQu5+EjBeOST3mCtoS61V//MY9+LI35sCeq1aHFv61cW256F+aWunTQKymb4j3v53DHyGCydFPvVXhrcqPLgJEBCRdAqB5zqJ/8bb5DsNc1NIgBpa/jsGe1T5l1wFlzDbomNyBvEGKYslPnuCec2RS1RhCVZDl6V0hM7lqyPOoNJ461/3U0pOkqjZ+ee6kiUzAyGNVkqrex/bME6uEIUXToz9peJhcNW9Fv8lV9la16DUp6VdiqFW0eLZpGCmCqIOfm0v2VjVqIbnd8BPrIGzBWZrstWqFl/uFdH3KQV5gTTaxWkmtx6F2pS1dI4ZVf7H+vbbiz8Ht+DM8FjO4uoBL73iNWLVukyS9kZRgVpWBtehb9CrK5SGP8BaAtplonTQZLa3W/lze9VY5WFVzg0mrS36wKitTVKB6IA+tUk/67zKUlfNJh0lV2fJ6xKofnqqaXWWbWBUnPjJYVTpoVdms5LXKeqvGQ6dfeqtMqmaHVNVqypIAVksS55N9c4pMqmaJVNXq6pbcsLLIdPzuzTsqDDI+mcSqJqeRXmJV2r8f43I6elJjLWqbTef142BVxphJeQRJjrkhAZy3RvhfJCWYlVpRMbRmPvpXvecOpMImaJm8IVraFFCT2h1N3HtUMqmq31CSq0iXrqqRSbLequE+QGh6Ow9mlWVd1XosdYlVj7qq9elnmlhNuq6qWafL0+Rnd/ZzN9Um+iuvkglMqmaPVGVy1U6X9zroiGWjnYwy904Y5FiUoLIkgBX67slV6akarCZvconVrKyVvI7NVvaZzN/dSgJI4lBShmlyzPCrFYVXVQY2IUkhV6ldBxY+jYG+fodNPAr5qbPQOcrhZ9XXna/mWALAGGm6XZul8YYlAYxpZ00t3968nnVdVTNiVehCDx8X2cPTbDTMLLFKC6ESBatK6YqITEOQq+7mwtR/5UUSgEnV7JKqoubkEZ5aHww/ur6bUUcbiJ0vw/0ocdzTqFFqbrCNe+1Glo89V83ay7kkQFiEfFKJ1QxwP1WDSku4O//Hs2Fy1ebZg6JWg1Wlfzh2BTaRqmKplIHOJX0IjRRHXcEX2EcDy+ZhYN1yZ+krG6Kw4aboaHH2mfa22GM76ifOPfHclSxJX6U5WJVVOzC5aoSQ3WBWTKqORLDeY7VGqjoapEyNNrPEKl3/r6RMAmBkS6uga8tePTOthrwk/+5WEoCDVZm0uq+aqioq/d1YvbILfTEztHjprSrIFYroaG9Fa76AlrY25CPv+E4nKfZUNTZxTdvX8Q4lZr3GXnEkyZHSE097EJi85dxrVbuM6zlriwSSSaymXQKgsdGcjstBW0180pdXbEXoestHeIDbeM8yoVS+oEWuzgaxSk2YFL3VvoUvoLdrLYoFuwd0FZQHN0Bh5uYY7ZJYFfiQR5it/sISAPpDgpoBXVWzZU+eV4QG8OTFIZZx55I7K+frxlROTdVKacSqn7qq9XhlkljVglVlYevGeqvmw4NTcpW9VcMiVYH+t+fgp3c+h+d62YvRziRXyLdiypjxmDltA+y8+VbYfbOpGNViazVrJ3mX79jNn3VVjQAOMuCQy0YN+DO5ieDHDAHrjfHIpbTdfuge9eQQq9WVX2a5seBtwb0VRfeltAotYrJxOVhX1QKblAarsrLMeEsC5KHkx6PctQD9Cx7FkFK04U1MbOhEFNbfDsXOsWjJdUFV3c/M1sGsaFyyntes2iGNv9NBM0kAZPehyTrH5KquAciDLCMda9ZVbQZtmFgdlgDwd02UOWKVvFTTFqzKbLAVUxUHszKdj+ySq0yqWkzrvnqrlvDOA9fim8+uwEB2VxPeap4bgwP32R8n7zoTEzx4G3grhJ0Ji0lVI4yzJAHQiAFLAljN7OZ9q7ZFtdMHvfVy+jppxGoGbikbNGo49uDdosJPwUpvlUlVK8LZeIMffmuGn2N8ydVW5Fo3QE7tRvmNW1B5fB66d5sJ1XAQrAArXseorkORP2Rv5MjDtbQQ5XLJNajmxKq20uGxqRngrOmqGpmY9My05/ns2kwT+aGRJACTqvrNScRqUN6qlGOmiFXifYSuaiK7jvtC01RFnqvZ3UiYYyemdBveKywBYICjr4RqLY+ul/6DC+55C0szfVLrvt/LLwvYZPrW+OT++2GvaW1eE3PxvdVCmSUAzElVK/xcNElCPuFgVlYNZXy9KwpCPjnEKs33PKnwXXb9/qVtuBo38HKdmN3x2Ho0ygn5sSw/mtdz3PqWUhmPfMd42TSLbwJ+/i+UxoxC3747YmhiY1SqNci98zbaXh5A644XQvnYTPld7wKUc4OevAaNyVWWADAajbIVrMps9KiR70yuNuMkydXacTrrqhrbUqnUi7KJl6/XOSxTxOoQ6aqSknYG537NazWDVbfVR6yCWTGpagJjQMQqKr1Y8t5ivLO0B72ZioRpy2RHvKSU+7B8zSosXrsa81cuxwf9pREHSOPGb4LjDjwEh89wGdrVeZHqvjAadbRlNpMcesskvhQnI3WyMIBZ52u2EukzpvWp8Gb8+BOrVdojPEg8jZpBf6xFwWU4RiKt9Rx1eJMqFZ9ZV9XYIqVcjcLEc8z0VpV1a5B7820oHfsBO0+uNuAq4K/fAv63BuXxrRicPh6l9TpQKapQ+npQWLAGxWWDKEw5BMpJpwITqiPEyoeAB7uhzp6JyuRW1wRrs94qB6sy6ll0ayetAbbdzW9SLoKJVX30JLUqx+KyeIVndz2kBkvSY1WLXuHOFo2/ygyxSqc+5K2a5YfI1chj2sS4AYROiY4nC0sAGJ2lVoftoIhVcb00j4GBfMb1hRx0mlIXVi5dgFfmPY3b3l6MJaUaadk2dgZOP+wQfHTjdgcJ+vWq3gTPEgBG6GZPV9XYzlgSwKwPNnuthi0BoJWOiVW/xsow0+GNlxHamiyA3J7auNIUZrPFKC95kMOkan2TRB3MSukfgDLvaeQeeQ7AlsAxpwIzRteK2PUCcMXlwPuDBgzNFOAz3we2H1P7ffUjwP/7PTBqJrDNLlD32BKVCS1Q886McaTXqp+eqm4O6OvHPzffa3X3cxyV5aCDL4oHw08jAiQHEKDbgRvI/Wp+L3lr0vFCi9Y5Pm6yjqNtmtVDNpOCoZIWDtuvhhuJRCaI1azpqhoZuzjrYb1V07GgUW+VSVUTuEKY9JlYdTt1qRhY+AT+dt9jeKKnVD29BPLjd8EvP/sRbFR0m67b7xoXsNahDNzmlPTvorjGHXfMmFy1R65W/cYiac4kEKsZv6lsYBfBbC4iMUIfM633XBUIMUwj0B2epxQZOoWfkQiErbcq2mP1CiivvQLlqaeBpWtkgTbaHzj6U8DGDbeV3rwduPUWYEFPAyswBTjuq8CeG478d0Gs/g7QZFbz6wHbzIZ64B6oTJZEjl1ypqZl7JwA0rczuzkHY6Ve7ocYlVx49gZT3ESnSphUKlqQwUaEqBd4R81pCiNHv7DHQnmjQut/ctwhWRZnfcvzdt5rtZ2CrmvFVonQASDZz1CgM1bqiVWCuVTJnq6q0chJts96q+bzSr0sAEsAmGDleSS2nt/NiFU5fZjvd8Qk7MtUa13WWL5RWYIHb74W1ywZxJAoYBHb7fBxfP+wGShEVmCNVPU6E2sVsJpMI6uoq4zZW1UfNiZXzcxJRoatPeH3iUpptUkwFOuu4F32VI4rucJE3cyYVLVuA29vSHrNjeX5MRPUtpfeajHy66onppXxDFfaj5q4LT8xMSR15q0Mdr+utXOOJQB0mixMYlVZuRC5Of+F8vzrQKkhwNTkXYBDTgZ2ntpcyoX3AP+6GZjfLaKuA5OBY88HZm/Q/O6aR4Af1hGr2hvKKGDmXlAP3huV6QVb/Z+ut0tJAN5hGfd2xqYRG7GfUwGSdeSnGQFVVURwdhrDC7nQvWcS0yTlcj/yuXxgB4KpJlaHg1VRH7S7WkiMabgvqCBXcwyJEYKaZy9PayY2FtLEZkSs5ocG0bFoCQr9JZOdnAK0jsHQpInoG4Vhr033PSeZX5ZXvoi//PsuPKrd+lIm44tnnIyPTtS8DLwuUtxQgfVnrF5x9Vp+L/nX/Eu9pKJ9S5d4+DEZmY3m8ZDGI/O2iW6RIbmUqu1EVIzK0KpIFxUqbSgUBbnCBJ0dR0SgJKAzpwOZgBbMrMuiAAAgAElEQVT5wySl1Thfn7+XMdx9a0hSmzbV7tNwaq6ypkQ+O/OOcppP0t6XuASLiVIuQVm0AMrTj0F55W2gb8AYpg9/Fzhya/3fK6uBp28HVm8M7LM3MNrgbv+8XwB/etogD7oKOQ7Ycheos3aAus1EVAyqr5FjYspW5JV3fvQRIKKM4alhQ6QqEYfZFnU0shUIyTxyQJBOR3lBHvLTjMBAqRvFXBF5JRh8lGUrn7C1CmgpViMKxq6VjM+pqfORDAA/zQjQerE+wIX30/7oJkdPZW8yD/kP5NWr6dHShs3qEbWn01evqtpuYRRFrHoCuvRYEBtTq4pWf88r4SzfjYjVluUvY9w/b4XS3W9S4gLQuTkq+x2C7u3HQ1NVsVnFFL1WwYrnr8PFT8zHOlGrAnbc7TBc8JGZGGW3wX1AQ9t6ktwGP/oIyO07A8T24QwBMeRHbDaxlwIQc2TEIDlr1lDeZkRMYB6xlpJaovyMREAjVzl4lcRFw0Oud4Kxl9z7c5G79VFgzSqg18bKdsYZwJcO0DfdrreAh28CFk4HjjoCmFqnxVr/xXM/AK55xcL8c0BxDDBtC2D3fVCZNXGYBNP2abRHqt9RyQCV/BghwORqtV8JUlV6rKrer7ekzuDKFXIeGj7qEvXLKyQJEAx5mGQAiVilQ/iiUkQugMWz8t7SR22Nae2tOl4AcUDWjPQSeqLBTGxxqLr7MlCkwfqLlX5gZMuMzFaw7qvj+5eyLsXqiasf6PhexIgTJB/FQgjAGBGrrQsewbhr77OBQhHY6zT07LUhurM8v/QvwkN3XIO/LpGxIvOjt8YlnzkU20UQx0pwQCHYjg3jiOUrNY6MQYplA8WsUAGsC13VkIlVV7BF9hGPLhbQ60xSQUURjswIfMi4tvKvC5uX4Qk+aAkAZfXLyP/qesDMp6CxXcceAlz86ZHnSuW1wLzHgf/NBV58ERhUgB0OAGZuD+y+O9DakMij3wdummffYjq3Ag4/BuUdOzSXD/m3zlaRyVVzWO27vNhvniS9STZD3phEHHplGpJUb7tlrQhSVf/J5woNMlF2U03ve0Ss0kM6tAWBj7+3C5R3ljxiy0474kqs2lgbMbk6EiSiVO14Yaa3W1lNYoSP9FgtsGRCE1ia5yHxlNKrN7gtmiGxuvBpjLvh9pqQvlmT7nU6evbYGN2ZlpxRseqpP+G8Z1dVFybjcdYZn8Fh+nKEvnZ9Pdk36THPjxEC7BvFtmELAepHMelIsSdWCVD2Wh02q5iYjS0zD/0lg07FxGpzS8jLUtVVIQWyisuAFLrRaNfag+1ZuYf/hNw97zurXeuuwHe+CnRWP+t+HbjlKuD5d/WltCbNAo74NLDd5OoHg8CdlwD3veMgXwWYcSIqZ2wzHOeAvA31HnnXLljcHBQ8dq/WvMJjV7RQClSqemPaIqtCKVF8MqE+Jf7oyMAQDS2coHIUUYP7l9ZqGrFK/01yAISPn7cLUk+sEnAi0nuGJ/v6IYA6GssjGA+KjedhmiQAD0n6mBVI0y7AOYaJVf/AVRfei+/c8hzkkryII085B5+Z5l/6TlNictUcMTfKtU7bIN7va0c48S5llKWLk7RhIohVrbG8SvZE2ei+5B2uFqcvRQ48EW3bbnVawcdeRk0hEcwmuRq0pyohq/SvQu5ff4fyynJnvaF1B+CLXwM2LALrngL+ci2waLl54IFR6wN7fxE4ZAYwsAS4+afAUwud5VvYGeq3jkGpjcgfkkozPwisMPljiG9WiWfhqcq6qs12QZIIkJ68VoQzzVgFobfKTAYBWU+s0n8TsVoQkgn+4JMJYlWy0uwiRd2PSFWrTuhs5kzP203IVPf1dOVdkPPpqaovNSF4iPyh4Sgo3UwmVn1pKpFIecGD+NF/noK8zFXAXgecggt3jVY7Oyi78Q+16FJivdU6oiO6ZohtznGRANAAShaxKmiK2LZt0AXLbs1tIGvDCSPY42QbZYzpK3INTcRqkMft8au8RigHXTJl8Vzkr/0PsNKJDgA1yYbAyRcAo98Enr4bePZNazaGKrP+3sCR+wNtQ8B9VwBOCV1lA+BTn0Zpu05xVdmKWGVJAGMLyqLXqgxALoNVMW/RaBsKyhX7gbzydOE9R+Myz/6NxKokngu+BbPKDLFKpiQkATJsUyN1VYNeAiQvfSPKmUyGJAGytVS0336ES1DBrJhYtd8OVm+WFjyIn/7nKcjwAwXs9qET8K29plh95vp3q0W0Rm3Y2Me6LkPSP2RyNektGEz540aqUi0TRaxSgTMqC5DhJbB1Z7Q5Gclrg4ykHqBSFUCulrNyUzAMb1XCM/fSv5G74TlrO256YzSw00HA0AvAK+86+75lKrDXTsAjd5t7uOqm2gnMOg6lYzc31IBs/IzJVfPmyYrnKg0jJAEgpAudWWyq36ZZh/AgXVW7hDMhSHMWXXsnXdGsP43EqhhbSW9VKfiCT2aIVTnJZzeYlfRU5eHJaEAxx0bTKeGltO5CWtB0SiBevUys+jcFVhY9jB/f/MQwsfqRw8/Cl7dp8y8Dlyll/LzLErXskassAWBqFFY3les/DtHpN3HEqiBXs0WOyfjb2aqz5QCrYWKTVK1Pjz1X9dEV5GqO7jOl39Y0IjD4uqrI3/RzKM+usjbpOL3RuisqF30CQw6WmiwJYNyAWSFWhyrk4ayikv4hxHFvVVVFyCM4ZXRojMoJcjXboOoRq9QIeSWHWrAv9xhliliVrLQSm2APjnuTyw+YVLU6AbQ3PNE5DwezasZS26pp5KpLM9X9jIlV/9Asv38Hvnn7XCwSSbbiuE9/ESdN9S99LykxuWqOnlgI2RumvDQDfxt3BLRLN3bXfEysWk3+mSEa7ZpM3LtAYOVzsdlkYtWAWK3+s5QESLflkduF5hEWmG0SisveQv7qa4AVQ0FmE0DaE4HTv4KBGfaTJmJeddEf7eeQ7DfTTq6SbihJANDDy94GW1UVlFQZqsrNIzxXc/lMHHoZ4WNErNL7pLXqNdhX5ojV7EkCsK6q2eDj9MyH9VaN0aS+JfVW3Q34eikzsepm6tT/ZuXjv8V5L6yr/jgBZ51xGg6b6F/6YhFUXQW5MQFpN7yMMmqR6uVKfxuMU0sUAq4lAEJwVEykx+rwzs2/OSuuBpX+GnpA3s2EpdkOOWu43OR6KHEiPtWuyKdREqCmeRlGz1KRe/pO5O59FugZTETb1wo5CfjoKRjab6K4umz3IXzdkkd280jye2nFhvYQQxysqsk0td1RuSqP4OXAKuvBrMyIVU0yQZKr7p7MEasEk5AEoIVQGPOhu3bx7SvWVTWG0impKmxHuIvLP/w0IyCCWfnYtZhY9cnKhpZgzm1X48+LSyLBsVNm4bsnfhgzWvxJ3wuhqpVAXHnnfmXYIDVJgBBYMn/MglPxEQHXpKpWhoDNJrHEKuGTckkAHlZNOqIPkw57rurjK/VW6ZZg+nT9wtJVHV4fLX4V+SuvA7oSdvic3wT41GkY3Kbo+Nic9VbNFxBpI1dlsCqS8k2Yjfu4zjNLinRVKQicHw9pipLmahYfM2JV8jwymBVh5ObQNJPEqgAuA+RqRaXhiZfUBks+6V3nAh4RrImDWTXBqsFJQxF59vrxMLHqC4pY88ot+Pmjr+NdwasWsc8Bx+PLu05B0Y/kPXqq1heByVXzBsme3qpPBprwZDyTqoI8dDff2YUu0cRqislVn6Ziu2aQvPd8IVblyMzPSARII7FGrKYHn7BJVQ3V3FuPI3fD3UCPPr1CHqFRUNi0rNT178pvBBx+DEq7r+eKENK8gplmMxpZpGp2Gh6qB3ljllJTI39bRZLO/i3i5O3tbAazsiJWqeXoBmVRKbo6FMwssSrJVRlwJ42PEH0WFy9SWkGPjebGW7U+S9ZbNW4AMWBXPVc9NhMcEatKBzChDVjZIO6/1+no2WNjdPvFInqtVMjfV1bOxT/uvgt3rSFdHqDYujm+e/bh2N5BMAGrIlf3T1av2fqdyVVzmFgSwJYZpeYlX0hVDQ3/1uVN+CaeWE0pucorQIOhwAdCdThlwW7IqHKMdzPekvypzlx+4h7BKB8VqapVNffGHOSufwDol7ePxLAFYIBCqCs5tIXshFZSyxgo5VAsKhhxAaplI2D/I1Had6orUrW+adlz1czQFddOQhF0H8MsSVeVJAD40UFA6KoSp0M9wb8ZJqt6q3aIVWoFCmZVzBVF/3IiZ5NtYrVKriZ8ntcdh8rCW1W6NPPTiIBXWlWmp0kCMMLNFiYkE0QEQm/WZ5tYVcYD2+yNoZ3HonD7P6GsqRP4zzKxWl6Mh269Adcu6seA2PuNwof3OQJf3mtqrEcGr3bjzeri/7WQsuEnEwgwseqsmXOFCc4+GLGDT0+/Sk9N3Den4ZcBLfrlepuRb15xV//F5dXKACzAVZJRk6paoXPvPI7cVfcCg3KdW64Mobe7gnxnKzpCJlaHykMY6CtBzbeivT0nPVdbpwEfPg6l/SZ7JlUpOdZbNTfXpN9MrQhSldqZidXGlqbZhM5MNHkEvzmdLOqt2iVWqS0KSgGFHA2q9uf1TBOrgmfQgu3Yx8zVhBzeRxysymoK8mvoFuQhSUr4qCkanp0EmxNhLCQTyCvcQ1bGxOqTGHf9XQAdc6IVmHkEeg/fHr0tQKFrEcZc/2fkVtN1qRyw12cy6LFaxtDSF3D9fQ/jgbVD1aABCiZu/CFcdtyumOTT4tsPbVUj8+BgVuYdh8lVDwNLQj71lVTV6hyQ12oqPFa1XbyDRXRcTSk1S9ogAA6IWJV7CiZXDYnVKjZOvH+CaH43aXoKVtXbhXVru9E3BBRGj8P4jgq6lq5Df72Hc66Alo4xGDfenvC9suY95K/5B7BwHQZ612KgK4f8eqPR6dPazi5GRKz2d/VAHWpD66R2tI6aCRzyCZRmjdUlVdXeLqxd0Y0B5NA2ZgxaKz1Y2z00wiMsV2xB+/jx6GytjWJMrlrtbJM54lO71hOHdu0uK+9VVAXlgD15s6a36oRY1YjnvGI/mFXmiVWxEBLkWDIHpcbBhYJV+e0unp4BzP/zME1vVbOedFiRfy2ukatucTEkVuc/hHHXPST8YrHV8eg9dGv0tGA46mjr0mcx7ub7gHWdwF5Homd2RqQA1EF0L3kTT859Cne9uxTL6qS4Jm+6Ly49YhdMaXPbGv7Zhd2U2HOVyVW7tpK29wIhVQMEKTXEqiBXkzNG6jVpsksfoJFqC/4As2Bi1RjcenIyaeSqdh3dkcdY/we45zd/x69ueR1LCwUUyQkjX0BrXsXgYAVKIV8LhFspoW8oj7ETp2LPgw7EKSfsi80nmLslKANdyD10G3pufhiVvjyUSePR3qLo650GZPND5UH0r14LdaAAZftj0XnaR1BeTxleiw9n2zsP11/yB/zk0VVobS2IG235QgF5tYTBioJioXZUXKmUUSqVMdiyAT5+4lH49BG7YOPxeXER2i/HmIDgiDTZpHmusq6qBVleDeYVhlFRICsiWLPwOCFW5WEp0JJvsX1oysRq1YoSr7dKbvSK9FblRx8B/2lVmQ91umJ1POINTTP2Qo/WzcGFug6vvvAm3ljWjR5VlTpC1WejrsU49NUPgPVm4rWNJ+LJAuRV9+pDZ/5Te5fjkHfXYnDsFMzdYDSeT2vjkNeDOoSunjWYv3wZFvb2Y63w5NUeBZtssS/OP3gWNu5MFghkNskqcbijb3K9VgNymwwX/uByk3KNiXrSRaxqM3uimmB4PZK8UodU4rA6lao40mQLqfaxyEbTW00SsaoRVo7k1fpewRXf/jN++99FWOsY+Tw22GwbHHLccTj32K0wymQuoJ/Kb9yD/j89AmWwhNbO/EitU8d5O/tgqNSHvp4OKFsei5Yv7UQyr83kZ9cbuO4bl+GSp7qdE6O5Fqw3Zgw+9Okv43snbwkKDZA0AtEZou7frh1cuE8jzC9pmyIDMunYTJgFiWFeBAt5qoZn6yoKuWIm5COdEqtkHkQ6k96qnYM1Jlbr6YcEB7Oi7sekqvHoGBSpquXIwazMZ6YC6a063KsOzLsD59/2GhbrnBXsXang5JKK94p5/FIB+nWypwXY/qqKrSvA03kFj8Rw8gy6SErLBBwwazaOm72Vr56qfgarssKAyVVzhJIVzErrzAljDa2M1Offk+g4kD5i1eGE5bMNuEmOe5UFamERqywJYNgQFFhXBvpKRjArdxIAJbz5+2/hE1e8iz43Hbn6TUvbOGyzzyn462UfwliTdKiMldXLUHnkBRTnPYXCmno3Aw8FsPpUmYzKtjuif8udkdtlrMEh+Bo8eNHX8PkH1zknVUfk34b9zv4ufn/6TBEclx99BMIj4ry1QFnohtItQ3YG05DURGRIc7YkNGfDe4gjySHnWE80vBL6l5MbYpVyJ73VfI587c3HHyZW69oquXqrrKtq1uWCJlW1vAuK1FzlpxkBgoXIVfv7mjLeve9KfO35tc1XishDGMA4AMttgE2SU3U34m18kfxXRrW0YdzEGTj2Q7vjQ5uOJ8EEX58wiVUqOEsCGDefXIzxwOOrgUeYWNIkADSoUkWsapXSor1HaA9OsuZRoBGt6tY0ok7FsgBG5I/277nYe/a6CVg18NTfceI5t+PFipPea/TuBJz8g0txySGTbCWWW/welMcehfL2UqBrHVAu2frO9ku5dqBzErDhFlB3nYXyjLGoFI1JoN7nrsfZ596MJwdt52D8YutUHPXlr+NHx00L0ZPPh3KHnETcyVXaPxBxqAVkChme2GdHxOqIS4chlpgOLYg8TPNdQbfEqtRbLQjvVbM9FxOrDQabRHKVPFW1/+MNdvMIFA6xKhfwReH1TFYU5llTiKOu66zIY1UVwazsbv763nwIlz30FtYMkW6wD49Uvxf/kz7FDBWVSh7jx0/EFtM2wHabboJtpk1AqxvJHLLhYkFzKPEBeH+SYHLVGEe6VqnwkOOPoUWYyvDBk91BMsKyNmadSmJVTBfJaIxklDIig7V/outzAWm9wy3TCGp1GSa8VuMsCeCGVAW6MOcb5+Ez93X5ZkttE/bCNbefh53txbUS+SqlPuRemgvlpZeB+UuAoRJQKQOqUzeDPEBES64ATNoG2Hk7VLbcBJXJRRvkz2rcfc43cMGTq0ZIdXkCpn1n/Pn2r2PfMaS3yn3LCMu4YqPpqmqkKi9bay2oVANVOe2hnvpT08e0T5fkYVoft8SqGFehoCjIVWN3JSZWGyyHrqnkcrnEeEixBIB51w+HVK0bGEE6JdVr72kdlTzUy2swK8dZ967Dgnlv45HHXsdzH6zDklU9WN5fQS6X5vM4xyiN+IDGQLXYhulb7Y7vnb8bNmyt/Ry2p2p9wQR5yAcWho0bb89VlgCw0ysjXct6bKLUEqsJIFeZXjCmFyI/IRQ335lgNW6heEoCuCNVAXXx47j0rMtx1WI7I77ddwr48Ocuw+9P3wgtLvgOpVKBsmI5lPmLobz3FvD+UmCgR3q0jjg4qnoftE4FxrYA7ZOBzWdAnT4N6vSJUDvlCoyub6t2DpyW34lTPvY3POUne6a0Y/ePfhF/+f7uaFV4RWjYr6h9YjgxkARASbiC8aMhoDVTpUqsRhmAXKq6Ss/MtB4KeiFWqc2IdCZZADGr6xzaMrGqQ6yKDbxC4MVwVKorr/BSFd6q/DQjEB0urLdqbo+kUELeh0H2LnXVfDz870fx18eWYs1QCX2lCga5ozgaKHJjN8TnTj8IJ8ye6LuUgKOC1L3MeqvmyMVXe4yDVZm2nDYeBjkoWnU6j02UbmKVwIuyccwbL74lszK6EH6Peh3PxKppI8tlWbw8V7UyObfOChbe+Fuc/+tH8Fyv86+Nv1AwaaPtcOnvv4ODprhPV4wTdP2rVAGRrSiVAWK66tfG1F+KRaFrpuZzEIs/pfaKoF5t6T+qWH3Pb3HSt+fgLfdF1v+yuDV+f+cl2J/0wPi43aJ/xWd2oOvt9Id1VUc2mbzjqqBUkXePo1xraMwJ6a3a0RP1u2uHkZ5XYpXKmFfyklzVI1bfXvyIamfd0dE6IYz6xioPoZdpB5xISs26qmawR0erylLRWoTWJPGZ0iIxUt1MCROSBHBx8G6jEkNY9sh/8ZdbX8ODH/TCD1knG5mm8pX1t9sL3z93T2w1NjcsnRCH4ZDJVXNzi2cwq2gXi3HvoJF6qvoETqqJVQ0jO15aPuFpNxleY5ggFYcJq1q8oFY8du0kru+JYFbCmcVvJXj3NaYwLu6ebjz0lXNwxpwed5+bftWKT1z8R/z08I4A0raXpHTmseklWlmK+y+7HN+9+W2ssJe8g7fG4uQfXIbvfHSi+Cau194dVCiwV4VncQwmCVoBDgkOP+rdeWBQu06YmqdUkWcecXqk52r69Fb9IFYJGyJX9chn5Y0Fc9QCRd2xeLJIrBIk+ZgK+1VUTaHEuu2s2jZtv8dl2KZuFbRnZlLbjjzraOnqb/caxMIHHsTPrpkrvAWGD+FbOjFz2mRsvuEUTB+TF17e/BgjUCmXoUycij1nb4otp1KYMOmhEJc9aqzPu2JgWPGSBGBC1cokIoqrY1wsl02WDWJVgy0e6654lMLKwiP6PS4TllZ99lw1NQSVTpfEOiNaq3YrASAr9z7+cOQF+MnCIGxewVYf+yr+cfHuGOWW93VZLG1PZZtUpXx6X8SPT7kMf/kgGLpo/X0+hxt/fgAmC29am2Svy/on/bOoiWcOVmVsQRQbgTRVZaycaMc+vVLStXciENP0+EGsEh6CeFYKglwlXkGbu5RXPnhYbS3kheag2ZNVYjWOkgAVVSjcROouHt9OFhdaVR4SFnJ0yYmfRgTIekkSgLzC/ZlKSlj+yAP4/h9fwktDtc1v57iNcdzx++KgbadjfNir0SQ3e66E9vYy6HAgTqRqPa0R8f4r1q0bL3I11lBFWzga//wZAP2rh0ut1dQTqyPO4+LRaPEohX+m519Kvi0s/CuSSIm1Vo0AlZ6r+UiJVW+kKoDup/CtI36GG9bVarnpNhth69FlfPD6Ury8pjT8Q37CaMxozaPU148Fa/pt3a5q3+gj+OMfzsbexCaG+Gi7KtKAtL0eXHY3PvPxv+KxunGzOGETfHXXCv7z2GJ80DeEHsG55rHrJuMwMFhCd98g1vUOYuWAjfA9o/bC3287D3uMkkAwuWpuEFGSduSNSa5g7NIyso2EBICqYEhwOnJ2iNtDZSJyNU3BrPwiVqmtpN6qEDisEauvvv9flbzGCoWcKbmaVWJVLIVipLeqooIKj06GY0/chm4RrInJVcP20shVz5PJ6w/ijEuexRvV9ZhSGI09DjoU5x+1BUYVPKeevQRyJbS1SWI1dsRPtTVYEsDcLJlcjXm3jXHfcnNum3piVTMnsf6KfgMUfQli2r/iOmFp85awHW69RuupOYtEE8zKM6lKFVr8EC485fe4aY1WOwV7Hv8J/OLo9VF5/13c/8gbuH/uUsxbm8PGG8/EGZ/dGTN7l+J/ryzAk/OW4LX5a7Fo3QDWDZZFTIDmrd5UXPSXn+CsneoiiobQDUXAKqf7znevwUePvxXv1pVvw1M+h1s/VsTQ/Pdxz4Ov4I7nF+GDSic22303fOcTU1FZshLzXp2PZ99Yjtfmr8K7qwbQW6pgSOhyNj4b4pJbfoZPbaARq3JcdlrMEOCLRRZREatSV1X2bm6bBlNQFZQEqRrv+UBce8/Rbj3e5bTb0fwkVjVytZgrDuOjzPtgjrB1Sa7KoE16T5aJVUmuyoA7UT9SAiAGBYkaCJ3840aqakXkYFbGxkKWTLIAQs/Y7dO/AP/+2X/w67k94kpFS/sEHH7Sp/DZPcdzT3GLaZVYLcbc3ZrJVfMGFgEYeTXrthcE+l3sJAAaa+vQczUzxKqGU4R6q16my0CNOg6Jx5xYlRCx56qeqdSmqvCDWflCrOJd/OzAi/C7YWJ1NL548adwxtYtI6tbKaF3+QAwphVtrXRjVOvRKiq9vVj6wVI8MeclXPfIQrw9fAOLkhiPz/3ip7jwQ6ND6WmuJAC0kq17Cpd84me4dth7dxTOuORUfHHLhkVlaRDdfSpaW4so0oJzGAoVlb4eLPlgIf770Cu4es4iLB6xlpmEC/7xW5y5WQ0K+TOTq0bGETZ3QN7N8oBA5sxL0VrLEB5SVzUZt4/TpLfqN7FKrUpyCcWc9OIaJlbJ8MmzrpCnCa25W2adWCVEaJMa5ZpNSgDwo78giy8y1J1IoUST2+BN0cgWFPh4CGbVfc+1OOavC9FXXVRtc+An8b0TZoSuQ5WqnpkQYlWOy6lC3vfK0MEFP/FCIPakKsHFxKq50UTkucq92aRZolygOxxiOJiVPmDDnqsKzVzhWLs/pCrVZyX+eeLn8Y03qnUbvTEuvuijOGpmA7Fqx1Yqg1j5xGP4yh9fwdzhKKyT8ZU//ARf3LXdTgqe36kPVmVbAkDLdfBtXHveD/H9Z7qrU8lEfOXS43HKZip6Vg0KT1QbF/5Favl8Dv1z5+C8v76FdzTXVWVT/N+tP8IxU0dWkyUBrKatsPpULSBTXJ2ePHcQDwmQrIb05CWLDadNPBS3urtORzCrIIhVzauXNFdHEKt0zkPEal7HfYyJVXmQJjyAIugDTKoaL8LIoOM+cEvyUP7hp3EhJHVoC3Rw4fTwrm8Z7vzRNbhsXlW7qmUTfPOHJ2OfCSlGuTyIAdXoqpgcnuj0rC3f4p50rNNYTQKSTK4atxJLAsTLghNBqmqQOSBXs+exSiCFN6GHl1O8+ovt0iSIVK1ZTsyvhNgG378XpdYqpUfYSKsPMqCVf6QqlbQfL/zfBTjhpqWCNBw7Y0f8+Ny9sPsUl8Ff1HWYc8U9uPT+pVhByY+ahV9fdSEO2zgcuyEO032s17V48U+/xvl/ngsRyys3Dd/7v8OwbXkQo8cU0U7yg8KNUUVpbReefWsQY0/cRXIAACAASURBVDdoweCStVjVMhqbTiiirYXIdRVqRcXQYDdee/Bh/PDRdQJbZb198Pcbz8XsqsZqvQXKa+c8Yhr1yqCxEdIRFWCIXcF0m0AL5uXfqBleSmkIZhUEsSrndAVCEkCTApDNIrtbvpAT3qv1DxOrEg2ht0oohThmE2lIxGqomYbXTz3nFHdSVaugJA/jq1npuSFcJqBxqRq56iSZobkP4oIfP4vnxXWpTnz4mOPw1cOmCw/hVD6Vfszr78GLagVLVRW9OpVsgYIJSg6bFDqxf2ubOxgSRqwK8jDEMdkdqNF9xeRqdNg35pwoYlUuC6uLH3MMM0esanCEJAnAw5uJ/SV08JeeStyy9S0rhxu6P0yL5WD1Vv0lVWUtuh+/Hud/+2Y83JXDuG33xN8u3BkbunBY1TCpvP0UzvzOM3ixAmy4z+n4+2UfxXSXyzons6Cmq+rU16E+j6Hnr8WpX/gPniMmdNTW+MPFO+K1hW04ZY9RI4P6DnbhgfvWYspOo9HzykIsm7YxDtm6E0VtIV8uYcn/3secZW/jz397AysrBWx/8On47aUHYIoBx8yeq+atTUGTghp6SFe1VNVVdWJzmXhXYCMlAJLiqTq81KmWOZ8rSB4soU9QxCrBQYeADcQqHR6p4sqyCGZVhxsTqzULCjWYlaqiLGS7k2vEQfa9pJCqGgaa3qrogEECk9C0SRLAPimqYulNV+GT/1wmrxQVN8PFP/kUZo9OMbKldbiuvx8P2dAr2jTXjgvbR6PoBo6EEatyQuM+ZdbtWW812kFxmPtx0x+jLbqt3LNLrIYzm6fUbGzZluVLCSVWpeUwuarXvkHrrWp6nL6vGsrv42+nXIgfva1g7A774tqLtsMkSwM2eWHgHXznzLtwzxCw85mX47qz1g987zAsAeCFVaUqDb6KXx5/KX67sIzc9Nm44dwNcPt7Y3H+vp0jK6z24ZkHVkHZqA3lZeswfpdNsUWj2sGS+bh1RS9evPIR3LmwgKO+/zNceuh4Q+DYa9XK6ILRoqUgZ0SqNgcbsypPNn4vC13VZD/CATNXSBwxrKEeJLEq5vSRHqu1xhbkqri3rAoGlonVkR2BSOcgr6doubEEgPEAlDRSVdt+EblKHuG8UWpuWzFggwLF2VnRVfDqzy/H2U9VZQA6ZuGvvz4MDZJLyZ7BGks/tBbXDgwIYtXqma604esdY9DmxtASSKyK/kWnhXz9yNA0qv4/VqbDvweAQOI8VRsxsBiSM0usEk4Beq26Gb4DMN94JplgQnUEoMJ7LGn+S+GZhEr+UT63dRDeqhoiK/72VRz75wVYNn1P/OeHszDFE1SL8YNTbsaciRvivF/+BJ+c4Skxy499I1VFToN49Zc/xbdu+h8wa29cfMwk/PspFSceNAnrt+aFNJpaKqN/4RL87aFuTNpmFJTFa7DBwdtjz8b4XPPfxG8Xqhi473k8MX9DfP3Gb2BfC8mvWiR6HkX1Gt5vr1XtijuF2OanGQGSR5DYJNseaYzIIYdCjtygkleXyIhVIlRFMKuC3IoxsTqyk5ApBa23WkEFFTV57uLhDKgkj5DM67+CPGS9VVMzKdraZJQw96e/wpeekcRq5zaH4cqvzoKO5FI4JhlGLkNrcc3AAB62kdcGVWK13c28l1BilWAR4zIv7EzIVTcGYcPg+BVDBBJPqgry0HwNnWliNUBylXurycDiM9kW7RBGxCq3ti4BRMhUZQH8aKMgSVVRvjUv46pv/RK/7d0OV5IUQNFLqRfgWyfehsWHfg6//9aHMcmDrICdUnjTVdXJoXce/njmj/Hw+K1x5im7YNrylXh9QS9WD1bElWi6Jau2tmKjaeOxy9adKKztweLVg1izbgArusooQ0FbRxFtORVjp/Xhrn+8A6x3ML787b0tA9Rq+rBqqsYJO61o/x2/9FZpeUDemEQcMq2qQ6qqqAar0m4p2G+juL0pWlglacM8ciIqd7LmrUiJVWrMQkFBPsceq3qGHSS5SpMNEatJM9iwBoCkD91kO5rearKGpOBbmCZlOgcjWQBzbEqY+7Nf40tPC4FVTNv7GPz6s1sjnHipweOgmwMTq5bAi4uV3KmMSb5aSBBLLPkFfxBIBbGqQWFAsGaeWA2IXOWhTJ9q0/Q3/emh8UhFGak8GY9CxaAUkqjxx2u1RiQF27P65vwRX76nhFM/tg12mGxf4KoJ7vIi/OILj2GjX/0Kp21rtSZ231gyPrn0vveXGFOx7Mbf4IoX12DGgR/CxzYCBlf3Y3X3EPorQK6QR9vodkwaU4dReQhrVw2gq1cSq8WWAsZNbEdH75u49DrgiM+fir1m2meYWW/V3C68kquaHi9pqw7bkXtTTN2XRPBLbNL3UKBkCmiVpCdCYlXCRBsCIldHtaU5zLZ7kwhCb1VexUg6degeU6sv04IMB7Myb2kpCWB2tFDCSz/+Jc4RyvjAuJ2OwF/O2QEdVgaU5N+ZWLXVeqy3ag6TP5IANqMa2Wqx9L6UsDWn64ZgYlVzlPeHsPEnFdfNGeMPtatKKURIHFokOSxIcGYjZhuBjft21wja4EpZl3JlOZ6+/UEsxXjst42HaFPdS3HvP1V86HvHY4p9LtFxFcW1+cDIn7V4/do/4cnJu+LYzTyQzCvexE/nbIsLL9jDsQMFk6vBkatSV1UGZOKnhkBVTBOlikY3ux+74ogr1YrG40LC9FYjJ1Y1cnVs50T2AjKwbD/1VplUtRo+0kKrynpqwazSNdxataH930keuz6I3sgvK3jlp7/A55+RxKoydV9c/cN9keojICZWbRuPsd3YTiLVL3rfvidfKyroBk6Vp2o9WDqcOhOrdQB51Fzl9YBFz0z1lQSWBDBqfS+eq6GSqtUKqN1v4uH73sMu27e6nGoqWPNuD4Y2+DA22abTQWBX59n5LgHQUITye3fgwSWjsNck96NbeVUvnsZ+OGC3dlf0esXVV86xTOIXbr1WqV+VhrVDk1jzYMqsCZLJYFWSt/ByKBRMKb2lqrExpLeaz5ErlPu+7a0kzr6OBbFKZjG6Y71qMCtnFcjK23Rt2btNkW5ouohDv9s/jegUiGDlYFZNpqLRNmbk6qq7/4ETr3wfvfR1yxa47PLjsYPbNazfxhpEekysOkKVyVVzuIRsguuJi4lVM3RTS6oaVJqJ1Row5Pnlvl/Rt9y39MxMoJJqUlXWmiUB9AeZYXpCIa9HZ30kcF1VnSKr5Qr6lryJUt9SR+uW2st9ePnFTbDr0VuiJaDbttKZR4SpdllGe5+p5TKGljyL7v4BuFuiD2FR7w7YbPtJrglmUc8MjB/2WqT5Lac2oJGqGnHoNt+0fkeevPQn7X68NIbklRxIFsAHIixwc4gJsapiVPsEobWa452qbqP7IQlAmqokAZAEwwzc8vUWKSkenkhv1fzaexSIR5unNhnRUE0BifTWlaVX5+DbP34Sj/dRtxmHo886CWfsPj7aggeZOxOrjtHlKcsYMm/EquOmyMwHWSNVqWGZWG0wb3l32bHNO//CcRbJ/iADxIi0gYCYtAS3fo1Y1bCx11ui8FbVYFZLvehb9ApKg7RIdfqMR278VuiYWAzMGjR9TKclc/N+pXcVBpa+igqFR3f8TEF+yuZoHeXtrg1LApgD74RcJW/MEger0gVU6qrKy/JZeYhczQlyNd5PTIhVCGKVePd8Lie86/hpRsALuSpPDTWFkux0RLt2lEZP1fq6U5fKk9OzH47PdkFN0HsSHx0foP4VuOcnV+OHL8sAVq0b7YmfXHgAZqY1ghUTq46tlvuUOWR88dSxSVkBmknZJCZWdczCoSQAr/xMupYAJ1sIseeqvj04kQSIklTVSq/2LMS6xW87t97c5mjZdH20BWT2weqq6rddacWrGFi7wvmkW9wN7Ru1+0IwM7lqDL/sL9YGR8GYiDh0Q5E7b/zkfCEkAFQFpQzyObSXoEBWcQ9mFTtilYwmn6fojMkx9DBL6opcFYNT2qlD962QFWRYb9XcRugcjFRcGuf83of+iRP+8B7Wis87sO8njsG5h22MjjQeADGx6mogYXLVkgv0dHXZVaOk8aPq4Vgaq2ZaJ7ryVl4Vi2rnCjFS2XbotcoSAHomVL3FlcFNhzxK5s1Wo1WIm33CHkhDy1h0Iw6kKpROKLl29C97CQOr37Y/RiqbomXadmgdVUKu3OP7fT3pzCNHnLAeJT8Rhcogepc8jsHu1fazLe6IlvW3Qkf7GpRKfZ7LrHkRhll3+5WN/k0rL0vqfqWqbKEg56MvcnxKoCqZJpxpNI673mrsiFVxlqEQcAqTqwZd2aneamX4ZCM+Y0NcSpIVUlXDmyUBmi2vPk6Krt5qaTn++/ub8cNH16AfQLFtPD524qdw5t4T0rclMSBWSbNqsGGBs4HShq93jEG7m31ZroT29jLIHtPysCSAeUt6u2CXFivxVo8sSgAIxJhYNTYcB+QqE6sGMGaQVBV7LSZWdQ1C7Auk4C6g0Mylv1CJQle1vsCVSg5qbjJa2jqglNeg++3bMTBQst47VwB1yrGYOGUUoPah1L/Yd3496GBVzQ2Xg1LcCC2FHFD+AKtfvQ+q5bVhmljGIb/p4Rg7ugBU1mFgwIW3q44VMblqtdYxIN1VYEh0P7kzY4/VkTiSyoV0lEvR5snKVOp+p5pTMKtCLr56qzEjViV6dFqYz5PLL5OrevYmzlFtukhJUpV1VfX7bdZoVbl2EpqiHMxK1yQEPnp6q8tfxuX/737cumgQJVpvF8fhI4cfjnMO2xitaZrfdIlVBecWCnihNITHAZSryDGxqrO0T5MtOFjs2H3VmFzlOcoKw8ySqkysWpkGRUwxfYeHJRN4Mkqq1iPCkgAGO4SqPIQeAR05qVouYmCgFUOdkzGhGq2ptOhGLFmwEi2tRRTyOlqEagnlwTwqHZth3Fb7Da9dexd+gMr4Mlpz3uma+mBVw46/1iOYpzeo1JVeQJ2wKTpFm/Wg6383oGuwgmIhL27BjnzESR1KpRao7Tth4tY7gIL80up25YIFaJ9QQU7xA4vgg3Z5Ai7ij/UQJl1VKbzGfqpNzSNI52El6IhbL9rsaS+Rz8leG7cnlsSqFo1RBrOKG2TxKI+QBNC5tlxfOup+FRGsip9GXIROSUZh0fRW2cNO3wD09VYr6HphDi75+dN4ZrA6QuU7sPV2O+CYQ2dhl80moCX+mtrWFt9ArNKG4oTiaBzYUkCl3I8H+ntxE0hQHthUacNX2GO1CVPuV+ZmJqd0pnqsO2PdG1mVAKiDQGisxoB/j5UUwMiFjWG/4t5m0tuYWK2Cw2rYxlaSqzqwyp4UrQTAENbNexM33vwoXp5+JM7/9J7YrEqsorIE6167E+u6BkQgaOl/U93tEJdYoT3haHRs/glMmNhZra6Kd6/4Fi55bwsceeDWOGj2JLQ5mpxGvhy6BMDyxXjo7mdw07OjcfZvTscuLdXy9L+O1W89it6eQSjEJdQNguS8pZLnX3FTjN3yQIzu1AiaIbz0ryvx9xcq2OOgHXDgrKnoKLoHQ9gJeV/yGGMA4kivVYpwrxGH7lFP15ea2dZ0VXk211o4r+RjqbcaU2JVwiY8M5lcNRwlzPVWJamaVfLQCDTpQE+DebaRYb1V48lXUx1rDmZVwsqnn8Rfrn8G9y8awkA1idyocdh22iTM2HAqNp06DuuNLkCtJNTCxo/FnGmteFV4NqvYbdU67LS4WlMlB3VcJ16Z2o7ncsD4wX4c8t46tMjjZUdPvqMd02dMwaaTPaxaHeUY0su0kdHk2ULKMmnZyP7Fi0Mn7ZZpb9UqUMPEqrY4dAKgj+8mjVjlnmbS+Ex4DIPDsgDGdiLVNqQkQC34Tsg9qzKAtW++iptueBIPvLsab3Wp2Onjp+HCMz+ELesdt/rmYeXrc9Dbr3+JOj/xI5iy+Vbi5pr2LL7tUhz5x7fR3j4Km261DT556E7YY9upGKURtjbHz/CCVakYWrYILz/xLK6/83W8tLoPvesfhWt+9wlsUYdFZfWDWPrG6yjpbvdGoWOzozBx8ui62lWw6Knb8PMr/o2HFo3CTjtuiUMPmIX9Z62PTpdX07Ssvfu/2myEBL6mBfsaIuI/geUPqsjaXpRsqFSVAGCnBIm2lASQXqtx20/EmlilUyU6ZeJgVsbdlvAhTdrGhyUAzBZJ2SZVNWRq5GqW/XeN7URPb5WW1eVlC/DAjQ/gN3OWwYE8flBzr7/pztofY0+ZiZZcGX0P34vum+ePTF9pA/bZAx37TEdr5S2s+eWTUEl41umjFLHZDrPx7XP2xOb161qn6cT0fZtKLTEtffDFar6IEvImNfgq+pYDk6oSSkGsyhV1pHuL2BKrGjZ1hxbcq0y6IZOqTeAETa7KlXfE6+9hUX0HvUO7067QzCW9V0N7ykNY98YruO3eufjvc+9hbo+WcxGzjjgNX/3sPtiq4Xy60v0q1rz7KHp6NOEmKV/VMn4XTNh0iwZtexWvXXkBTvrX8uEqFdvHYPstt8bxx+2JvWaMRkvRHlaCIAsSHHUQ6956C08+9TrmPP8OnvuguxpUFsC0I3H9747GFiOwGMTgsqew5r2XMTCCsRuNjs0+jomTxzU0YwlvPngTfnP9nXh0kfZTC3bebRaOOnAn7L3DFFcerASJ0JzVpYA0d5/QLKo2jzrM0p/+q9lS9W/ypCbikP62YTtepQ2FR7UvPdhGYS3xtdevxPqnmlbcSETLKgb8AmnOyscESzEouW8vp1/2DKzzr9b1mVerqMz7YI6tMo1q14u0Wr1wQZqHHMxKt6HEiUYDuSo9VWvd0L8WTkdK/gyqyceCbCdPkhLiuhA/jQgIfFB/hajuzLnSjbf/+xxuevAtvDS/C2vLZawdTMFZ66az0HHSNJSfeQkD9zSQqsPzVxHYeVd0bLkcvTe85Xq+Kk6YiQu+chQO3Tyd1seSAMZjSs1rNWKWLObDHpOqtQYaJlZHtJmTscPWUtTSIrwRq07Ka1kUnReqQXeGN/BxPDQNGgMz3KrjTZRFcNOsoX2j+UgFmWEcwK+OBXaLUn29AiJWfcLIMu9BrHxxLu6dMw//mfMu3m8avnLY5uCT8bXTD8COo5rbS+17B+s+eA69PQNAoR35cbtg4kabjPBUlV8N4Z6vn4Vv/k9n/ZrrxE47b4tjj94H+29Vl4khe+oTNk3VKaHv/bfx4F2P4soHFmCR3lA+am/84aqzsFuTjkEF5bUvYc38NzA4NAgUxqB92n4YO3Gczr6nCw/87lf40V1vYGUTHHnM2HE3fObI3bDPts6kv8rVK+5WxKE/M5SNvisyCi03nQJpxi+ZCvJUJYwsu4Tgz2y9ZQxCoMy/DeydviKqS/vQXJ20h9NE0vk+NWWZDCdmT8/A2kBL5JFY1cqmCmKVNFf5aUaAUBHQKHRaqKKMSuxco+PSbprmrNexOS718VoOjVwlgpUf/b5VFMYiN6wjSGhaCKhD6HpnPl56+X28Mn8tPli4Am+v6EPPIPXCBD4tYwAiOl+xmBhyLUBHGeiueUTo1rbOrrTpr1Iqo9I5EXsf+BFccPzGcHjbLFGgGk9ZUXa4qBcitc1XNBLqcai/HTNW5R4iSlOxU8yQ3hlBrIomdHoi6E+7uyJWh7MOuDFJh0Q4Z9QHfo0TuRqTgxReABr0Wh5wjIYz2lVVRJA4p+OO0wFyEMueeRY33vIUbn69G30mn6+/86H4whdPwGHrG4wrajf6l3wAjN0cbYZioSU8+J2zcMHzZmu5Ajbeanucetx+OGRHsytGUqfXv6BVKgbefw13/nsO/v7EEiw1W1QXd8CPrv4qDjQqXmk5epcvRX697dBqqEC1Fvd863x880UzLPLYaKsdcdqxe+OgHScI5xSzh8jUQdqXW7GqTs0kJe8PVlRBrNIjg3IHPEcmGDciVwVG/EipywoFu48fGIkhVgk6GcyKjUrPjEgOgC6oBEnn+GG/flw1cu9x6kcN4teJvZZIkKsiEQtxSE/w+eQpYhH92AiLms04rYT0WKWbUK3vvY/Cu/ORW7wUytKlQF+leqLRkKvmNOS1YdLwfaEV2HAWygfviMEx1TNyRYFSiIZSCxtSnq6MEacFES0SeUY3xmh4Dc0gsRSAjcFL3niTc5ygOHijagM1fqUamYlPcQxMoUaqVl8IitxY8TKuuPxeXP1ajwgQar1anYhP/uRHuGAbHaaw3IXy4zdh4L5nUZlyANpO+DgK6+m8py7GVV/7Jn71mrUrQA5FbLb1tjj5k/vhoG3HGKDlUxC07gV44O934IrHl+K9fmskgE6c+Lvf4asb6xSrfzFK9/4DA3PehTL7BLR+dDbyY3SizVZew0VH/x/utxE3IJdvw4yZW+KYI/bF4bMn6K5jqNRDFOW+dl+ZB5s6BEoVVUg0aPsz6STG5KqukVRPK/LViO5ZXTlrtkJdiojVOD4JIVZlxyO78oSjIDw8pSA0Utw/Xr6tEl9mmeeAgslO3j0h6b7GI76M0FmBkC8ISQmf6pKSZIalo4aXcEY2amdhEwYobvtQffntp6GofRj98jy0vfQqlPnLgaFej4NQGBjFLI/WacBuB2PwoxuIzUJWnuolgqxU11E9tVNmDaOsLhLtgMZeqxIlDl5lbS1yo1FbaPEm1Qiz6ulnUASZdVPF8A1eHOs1CvWmiqqjq+q77ah4/8pf46Q71togVGsl3eC0X+HW48bWFV3F0MAAhp7+J9SbbkJ5Ya/4Lb/TGVC+cBQKY1vRUt/UXS/gJ9/4JW541+4aP4dNdpiNr593ILY34FbJzcfbU8Z7116Db9/2Ht6xvWhsxf7f/Q1+MrtlBBal/h70P/g7KDffifIaAmIT5A88GzhhF7SNKo70OO16DGef+Cc844AmyE/eHVf/5lBsolNlQaqqlVh61XlrH69fKyirKgYrFRC5Wh8nhtaC2g1cr7mk6nvtwJS8Vkka0xMXlVRkJItF65w4n1UkgliVExtpcNgd+JNqNO7KTaZGMhP0NxGrBau7Ce6ySfxXtIkvCq3eCBneGKKoxTmNYdEiKxLZSmv3SnTefTsKry0BShZX3iMraQIyHj0D2PNADH5ovcwQq0yqmttl/VQuvRToffsHHgmwel+LyORqHbEasZm4kgLw1Rp0EqP1n8HyWI5F7AU0ArXhYBaMi8TFKxEWtIFHl35Zj1TViuMnuVpahH9e9Ff8sllM1bTy7Qd9H4+ct7GcPStD6O4ZQP/AENSFz6PzmquQHxwL5EqozDgDPcdvhlKhBaNHtaOjhWJqA31v3INLf3Yd7lngBOMWHHzuubh433bDjzyRq+pCXHn2X/DnlU7K1Iq9zv4BfnX4ZFEvtTyE3t5+dPeVoKx6HJ0//SvyfX1QWiagfOLP0bVjEbnWNnR2tKGjGpyr8v6t+MyXbsLLDohVYDy+8ONzcPJmIyemsiBVmbfQa0GaqgYqqiBV9Z4RN5n87GNOzCnG72ZVEkA4WFav/8eZDow1sSq7nDxZLomATEyINfZ1EaaKBHyrZ5w0tLfkWTLBaEyk5SORzzxWS4SYVG22FLKRtkWvYdQt90FZ1lX3Qh4ojgZGTQBa8/oyADGejEMvGs2AnetB3XJrlHeehsE0i6k2gMsSAMbWprcgYnLVundmnVytDK2KBfceS2KVPDgMYk4L2oyJVZ0Opm3qI2bqrbt+wG8wqWoEMGmqkgyA8eOf3mr/Sw/h0ssfxcP1S04bLd8y+1zc991d0Fkpo7erG+vobjU5Zg6txITbrkNhXQHomIzKrMOxamYLxC13JY+OsaMxtjiEBQ/+Def9+jG8a+P6e31xJu55Am756hYmlLw40nFxXKpi8LUHcM53HsP/HPlSFbHjcefj1ydtjY5CBT1re9A9SKMioFRWYtINtyBfGgLKQygfeg5WTJWXz5R8C8aM7UB7roKe567D6Zfcj7cc5ZvHrMM/hctOnYFRVVMRuqoiIJOjhGy0djpe0UhVM3SGyVXerI9sdE0SQMlV5Z7TP39pt62p6nHVVa1vpHgTq8KAADr5kcMjP40IEKEqRHzrfqBxqDVf1ddiyJoQIGWdPOHD2DCx2mADwlN10UsYe829QG/dSjO3HrDd3hjcaXv0ri8Xp2w/5h1IjElKCe2d5Uz5wwgOg8cWXQTM9hmEm/Sh4ccIAVpLZ/IhGagSE6tGba8Oe/7o9R+6akkRhblvNeOXdUkASX7xo2cZdF3ZBja+3LYo460r/oTz7lqB1Q4bQ9nkSFzzs0MxfaiE3v6SuL1IT8uyhzDxihurqbUBW38Ja47abDgYVq7YitFYjIf/9FN8Z46UC3DydG4yG7/4xoHYdqL5pOTcc3Udnv7dNfj2g8vR7aRAUDB935Nw+UmzMHFMC/r6S8PCf/nl/8LkvzxYS23LC7H66E3QL/5FQb7Ygnb0Y+m9f8UX//4/rHCULzB2ox1x6XePwq7j5IfEbUtvTOYtGqEcqpLOFGjb7JGH7XyjoAmjYUkAcqCjFbONMcqhPcft9SToqtZjFntilSYJJlV1l4OCUCVs9IanvKKgKMjVuHWReJRH01vNKjyy3jzpN1pjofcDTLjq31CWagvNPDBlD5QOPhDrpuVBggCObgnFw9yjK4VSQmeGiFV57TY6uOOes5UDB5OrFi2o7TMyeHlHEKsxeOLmsWo3gMPw2JRZdt7CeDLYp1gCQN8myBRIAsD243nSX4arP/dH/MHR1fdq6cZuiFPP+yyO22w8lOrilPp65/wHMPr6m+g6o3zW+wzWnbkbeuortewunHvRPXjHdkVrL+bap+C4s0/EuXuPsp60VAd70cE38fMzr8O/RhTUXgHbx07BwZ84DWd9eP0R0ijtb9yAcTfNqSWy5Rex7uht67BQUHnrIVz+5/vx2LJuDNjLru6tDnz6/y7A5zYnQlXqqhrccneccpo+IPPsL0tnMDuPDMpdfTz3MTs5k7DgGgAAIABJREFUJugdVYWQBJCCtAkquPOiahIAcdZVra9VjIlVecWdJAD4aUZAaM4KakwfH+pmpLWaFyLH/DQiIPDJVUWyMwgPE6vNja5gCGNv/Rtan19e/bEV2PoI9H9ke3SPrq1PM2gu7qucIWKVSVVzM7EzlWsY8qxljGVWJQGYWG22CXNP1cb3ZZCQmucqrwxHIKRF8nQ/2yXsSwfEYcJq5rW4prqqeol7JX0WP4Nvf+1uPOSc0ROlGbXjsfjtuftAcx5VMIixz/4b7ffPqflPjP4Y+r7wMaypb/b3b8YXvvdffOASsNGzT8TdF8yw8bWDuyiv3YkTv/0M3rORqt4rbduein98bRboZqL2jH7uCoy697naP0w/Fv3H7I81HTV4Bl+6EV+5/DHX+W59xOn44ynTMVSusPOFTsMQU6GRqk5YnWFy1Wsfc2lPcf+MyFV5Sy6983mlIoPX29lDxKG9YkmsamQhudI76YBxADSMMsjTVKk5a4YPdTYK1kTkKj/NCGRVb5VJVf3e0P7OYxjzzzlAP/WqHDB5HwwefSDWjGXfXtfjR5aIVZYAMDQTJwsieQWMkuJ5ywjQzDgd1nkRMrFaZw3VhV/tOqWdviLBFNcraeWYGSOyOXsJ19+sXD1lUtXIKqx1VU3syRX5M4j3b7kZ37z2DbzncsOb+//sXQd4VMUW/relkV4poYTee+8iReoTkd57kSIISBMFFEFAepGOqKBIUem9dwHpNZCEkEBCet/2vpl7d7O72Z7dze7mzvvwiTt3ypkzM2f+OfOfEh9izTddUUrItI0vS4XfsTVwuROV21j3ZhAP7Y/3Kvas5NZOjF79L94aOUXyZAtphv1r2yDY4PdGRjGXp+HpL79i3F+xMJ2cgO17qe74fV4r5IbVEsP/5Fq43nia28rAthB36YbkYkKGcxZAxumVGLDzJXIM9kV7Bp9yjTHvi3ao5m9mAU7+mTG8qrpEQPlWzZpbTi5U1kpmqH6cD1ylGJeD8KqqaprdAqscqJp3QVDsufooADS/onyrxGuVA1e1rrCFDVzlQFVdG60cvvvWwfVuMpuhBGR9RiCxtKDQRLK3iglSSIBVjldVv/aYAqySkjhw1cBsLAz4j8bTbA5YVdEJ6r1h/tt15vUgB65ZZc+z+0Kd/+mouUNAoHWZKRQA2g5cplYue4PfJm/H2mjFm31TCwDgURc//DgIVdkAoXxpHAJ+XwhhhIoLrEsNSD8ZhJSwIiy3qAyxh9dj2p5nJvO6KlvoXgpTZ/VE9yoeRjSaBxiiBEi6j+Uz92KP4tGYEaVqZuEXbYuNC7ugKHvX5JL+Bj7HtkP45HVuVkFlyLqPRGIFdyWQ+u63rzDshImRw1Qr5/uj1xfDMbKemxmtdu5PxDI5DeZl5r0B9cZUs7E5kDVXYdiXFs7ouUpsHPL839TzQ0HPJrsEVgmoyjjTG3MLX9AitGX9JMogwzlrygLF8a3qH6PCwreaO5tM0R5b6nfB1eX27hm8d+wBj/I6iYDi/0PawJrqfFQF1zzHrbkQAKscqGpZUFVRGgOucjaALuk6PSUAB6xqH3rlkzhzgVU5c1Dlc8CqVgE7PSUAN+7axt1kXlW9C7MJJlvMBYyZcBb3TPgkb9bimLpqOlp7Mb/wxZEI2rwI/CTVnCHAB6OQ3LgY4w2a/QbXf/sFy8+/gflwogsadPoUS4aVI1azwWQokJX8/j/o/c0tqECgBsvMk8GrNr75egDqBzDuu65Jz+B7YDP4Maq9dAU++AoJjf1ZPtVs3F8/DzOum+sny7Siao+xWNkz0PQ2O/EXBMnJlBh6X2tYAGr2IGcX5hEY2dMZvlXn8VyVEjDeAYOa2BWwqnD75XhVtS8yRL+kcvNCeRE+UfKHW4/yypYsRQR8Fji5vckzCY43vNE5Uw7PexdR5J/zoNfXvBKQd+qLlOre7M2+M/XUxn3hSeBeRAr2hZqNK7d+dRyoql/G+b1pJnaiM3NH5VdDnR5cVREQ57HKvOBn5pTictSciwfmW8q3yvwL58SgOhGdmhLAyY1cMxdUMiOIp6rFXA5MOGhlXj2MKcv/xd18OKwCfugx6UsMrc14Swoy7iJ49Ya8kVbrTEJqh0pII1M+9TH+2rgLO+4nm/38nVYW3Bi71rRDKSNVSze4Kkf0n1swZHd0/hwa3Eqiz+BB6N84iK5v7lEn4fvLPg3NcAVazUZC00AGWM2MxrEVK7D6qYIYwDxFCqzbBT9NrwNv8z53uq8IZpEtJQ5hlplZFDzkghno1BPCZExeJzu6zexowao0B8TugFUxDftljrHodGuSSoeImvHo4mQerMpIlPCtkhsNE/Z8ZxaqWt+ITUC4aJ2VMYEDVXWrslwuht/hnXC9Ectkcq0FyeAeeO9ngvpLEhH/Jh1pWVId0UB54AlE8PIORGCwMXf7JtRtz1l5Erh6SCFyQv5RDlS1LqhKMR/Oa9Xw7FbMLWcxm3Q4YnLAKljvDXM9VTVViUQVVnBKOIvyGJ4uhnNYSr6Ga7JZDtolI5EvmzXKfiqSgQfCrWrRZOxBK/Ymvp56BCez8lO7B5r3GImpXcLoJbYg/TqCV23PW2DYMKT3ro8U0tWoE5j7zSHcypdHGB/V2vbC2jEVjPJYVTRIF7iace0gJq74Fw/zh2+iXPvRWNK3ClwIS8KLv+Dzx7G8sqg4FYk9ylLnCUn4WWxY/zeOxudHGK5o0L0PFvQupRY4Kz+j6sjfkiWHPP8nNACWTFwwK/3SVFACMPazhdc0Sw6knrIIBYA0XxdNNmqojmqsCazSBzWPIs8bNauKuPtDIpOyBACOqQzWGkoCqyooAOiVqpniIQuSiM8AiFzKKwFn5VvlQFXd2s7w1GUh4M9tED1g3035dUTGqCYmPY9Ku34UW0+G487rJMRla7n+4IsQFBCEmtXqYsiA2vArLFOQBVbpxYWTgascsKpvXlluh+HAVcOydBqnQz32TWEHVulWpfT8scwGwlCtch6rWmcYPcEwx1PHT9wY6xpDq4CqVG2M1ZtsRPyzH1N3PMMbsxVNgLJ1PsLUUe1Qyg1wiT2OgG0H8pbm0xWZYzoiiQ9kX1yLAVueIdPsOgHfCk2weFobVPc3FbTX4VWXE4erO/Zj/rEYqLEYmNhGYZmu2P71h/AFUOS/n+B9+L+8JZQci+QBNZABORJOrsfEX5/mq86i1Zpj5thWqBpoqixM7JwDZCdbFaF0JAGrLJ0Yh1XV1xaWrsGBy1PwrfL54JHty+g1yL76LJUyQascNVkTWBWLpcYBqzK5DB7uASBBmbiUVwJSCqxaRjbEQ4HxXOUkrU0CAgBCggA5RWK41LiY9toHMzeicgYC9uyA6CFrygX3QurQ6iZEJRXj1d6fMfNwDBShr3SpT5Hi9fHdrI9QMTdkqVNoms5OsMAqBcdYcNUZOsyBqrpH0UJblVoFRN7kmROXdEjAGYJZGbg0LrTAKnn+T4bdMiZgHgVSvqx0GnTeQquEYiFz0MNprhQ4UFWXRlgNVFVUaLTuJOL415ux+EGW2fRTPI/ymDZvPFoGAkWe/AnvfafzdlvYDNlT+iNBIEXkLwsw7pT58KV/WG18MaY9WpdjI2aZPO2YYFYkqYkp5SX2rjmErbfemx9Uy60Wflg5FFVdAK+Li+F5ISJv60L6IX1Yc6QgG3dXz8WsWyqBvkzqCw/BZapgxKiu+KAs8ZHlEqFzJKCqNWxBqi+aL5mMnmeFZ2wEBFx1MJvZ0SkAFNplLWBVKpVBLJEbBlYZwnAZPNz8C4/GG9lTBd0z8ValIJAFzpWKBUkk4CgBtA0DkQ/hWyXAswXEbeRIWy8b562qDwBSnFQzEbBney6wGvA/pI+ohzSjhyUbz/fswOdH31GPe70psB6WftURVT0NZXSS31WAVdIjcmfh6Hc6SiDCSYbI0t2wljHN8a3qHymHx8U4YFX7AFsZWFUcVKl3C3dAVRkDheBN8T609GpqifIcfce1hAzylmFxXlVdzTR2TmW/wb75O7D8icSwHam1Lnd0m/otxlWVocitX+Fx/LqWXDWRM2UM3ksicWL9eqx8YJ6/akCpahg/vival80vrRUD+uc5a2VEYO/ivdj0IBUpZg1/CIbOno4e5fnwO7YQbrei85bi0x7Zwz5GgmsU/pi2DD+/N6ciHvyDK2Hs1E/QuhRxy+GSpXlVdU4rVXDV2DlWiIaHCWblOO4IzgKqEhWzBrAqk8mRI5FBLjMCWCWPZnNkUni7BzjJkxvLzVw1CgDLFUs3MUIHQMBVLuWVgAJcdfRgVhyoqlu7c71VSZ4c+O/dApf77O29Z3Nkj2qPJKNtRg5Y1SlpDWCV5CMcYI5qB3Ggqv4dw1qgqgL8YVhsuH1L7xne0cRjZBymwuqxykTFzQcHlEEjjyk7l2/V4AeFK4OjUgJwvKo69ZQBVYmFbKPF0liDJzsGh77djoWPJGbNsVLNh2NF32CUOLETwofhWsooBVmv6XiTcwg/bDyNS0mmu8H7hFTCtNk98UFxS8lOBy1Adgz++X47fryfwwSYMil5onWv4ZjYsRiK7VsIlyfxeb8u0gSST3ohPuciFv/4D86nm1QBzezuVxUzvvkYTUM4UJXIg2xVhFPV0ryqOu0dLpiVdtGwhjifL6ArnD1TAhCci1o4coCGWDJ9STJ94lr5C0sDq0Q2YokMBFylJyB9HKvk6b9YLqPBXnw8CLDKJYUEmI1fDkIDYI1E9nlCCcDxrWqXbi7fqjUPNNYY2VwNspTZY81WFkTZ6qAqXdLh/e8JeBz6l1nURVUg7dMLScUFMM685YBVneOoBVgleYUOyrfK0VPrnrHWBFUVteZ5AlYQC4id1+nwnqs65FvogFUbeKqqijr30ojzXLXzKW5k8zhPVV2CIqAqoQGwaTIWXJWm4umBg/jm9+eIMPgESr0HvmGtMGdYXbQ8vgyCt9qs1xKQ/28iXkVsRL8/opBjogACwupj7rT2qB9saSCRT23vPCLKeo9/9xzCkn9eItIkWfAQVLIJvp5UH40ObQQ/Wovfq1sNyDr0wL3wv7HgwH28NClYjhDl6zbBmP7NUKuE0R4YJkrb8bIrglVZB7XQLg/ywlSZjJ1jjida81osl0NAwFU7lwvBusgFsi3OEOYJ0rSvLAmsErxCIpWB8M4qnEp0AqsEpZbIZZTgmGTmgFX1gSOAKlU208bTpNxkrrkK+A7rPWZSZ83ITMxSEbUfbGyAmdFWzU84b1V9AFDeWeWWEAGf7bvASyW/+QGN+iCldTEjif05YFWntHUAq2RuMU+7HSdxvKr6xorH0NXYIHHgqn4hc8CqdZWQL7QRbZWCAspmqyTnuWpQc9jgIAbzFXgGjldV1xAw9HMFADqbBG6IkXD7GrbsuIADr4273mf664Neo7ph+pUt4Gl18/QHmvfH8atbMPOhKeUKULdDV3w9pAYCrYUjynWcRaXpiL54CT/tvIKTJlHC+mHo2K747L/fwIvP0KIOnkDrYdhzchMWhZuAqvID0KnHhxj0UUUEFHEkC9a6ixLDq8rSFlq3KvXS5SoBuU2aY7ZsZAHVJZeDx+ODz9fhFV5AzVKt1pkoABT9shSwSswNqUwGiUT9bKUFWGXAQhKMSdVdnANWc1WN0CNQXlWrwqpMfeT5lwvHt6pzeRGCB4GlL2etuJgx27xtAA4rdsNqResCf3iQwm/XGrg8JQYYD3BvgJyRXZBoVJApDljVOWA6gFWSn0wrR/EA5UBV/VPSRpiqshFcMKvCB64WNo9VhgLAlol9ZkY4DxWUG9xBVWUAWBdih5BJAQCHtlRVM+uyGa+qrvaZqDuyuHAc/uU4fr4Rjzc5xp0Iw5p9gD/jj+k8BsiKtsC8W9dw0KggAkIUCw5Eg/btMKFrGXhY8SzEMK3qAiplEEc9wC8/ncHfzxOh1Rk3j8wFaNqmMVZHn9F9JKrWBTMOHscJsREKxROheLHS6D6gE7rW8aHxArjESIA4guVIGVynIBLlE+V4unQfwyjfqn2Bq0oKABlLAVAQimOlOi0FrBIvVeKtqjmt8gCrRJjEE5N4qqrajRywyowwkQ2RCwFXbZEU3j8EXLWZY4QtOmbBOoR8ZtG2932UA1UNgT/651SRu4fh9fd/xEoA4ALU7oP0tuWRZtCY5IBV3Tu6BK4eUp1zxxH4Vjl7zdC8suBia0JRXDAr/cKye89VE1l2ChOwantQVV2XlGsejwPo1CVjotKasJ5ZJCvHq6pXjMRT1TYnKz3NMBFcBTIQcfoith56gBsRaUg2oCiioFLY5vUcVYhxpSW9TAvE0DcpSNVbDg9uQi807dgaQztWRdlga7mpajaCB8j1BFaWpCD83FX8dvAOzkZnIpN4SOrpR+nSgVgueoPSOpaxaEFZjH70GjF6yuDz+PDwKYq2bZuge/sqKO5t7ydBi6wkRhdC5J8tk0MqMw74N7pgEzMqwVXynclzzMTKHDA70WPKo24nSeGpSkDDAsLjrSYJSwCrhE+VgKqUd1Yj5QVWWV5VShegkgo7sKoQhzV5VXVpEU8OiIQc36pO+RBKAHLbYz9rktamcsCq7nXSmGfKwpxk+P62FcKILLYgH6D1UKQ29EeG3rHngFWdktfjsar4xt75VjlvVX3zymq2icGCmUtBakUbzFtYM9g1LmYiRlVYgFV6yKD/KEi9lrPBrDhgVevaYa+UAOSJe0GqjR0vtDI5X82Zp0Cbas5hIjsRT85cxS//3Mf1d1lI04UoClzQMzAdM3y0ZeDhYKQIXytMXC1CELh4o1GjOvi0U0M0quBmczHxYMSaI0/Fk6Pnsf3gfVx9m6UzuJVAyMeQYlkYp+3lmZyPLW/csTFdrDOWQhHvILRo3Qx9P66F4h42f0Jgc9mbUyEBVYmjXIFfWLAvcBmTkFsE1cZSJZiVvYCrzsarqirv/AKrZLgkEim9rGCSuj4rgVVm2jHP/5ln7upZOWBV4a1aAAsUSxpOvFaJuziXNCQgZw7wxHMVPBJH1H5kpLDvOVBVv9YaA6ySElziH8J/52EghX0bxPcG6vdGWuuSSNc57Bywmh9gVcG3ao8QGeetamheFexuwYGrhuVvd56r2m1Fgx0pFMCqzXlVdYmdGSTlIcyuEXqDqmP5DNSl2B6DfBkBSlleGnZfIuWqMwaws1VP8gP85KTh7aPnuHDhHo5ce4XHmXkbHeApwbHiecNzyXMEmB0pwLE8GKEAJcqUR6fWNdG2RUWE+hSsHhkFrpJuyzPx+uwNHLn+GEdvxiBGC7pXzV+MnwO1/JApRNcoPt7kEZ8AZapWRvv61dC5fRV4uzDAIZfySoDIJZvEgrET8She4HLAqm5tJZ6rjLNIweAYFOGSM8//7UVvLD238wusSiQyxgNcx7xS8VhlQFVCcKztLr6wA6u25FXVqkQEPOQDLlwwK51zjEQfFNihQ0Du8mgnu5ulV6l8lmcsqKoA9kQxN+G/5SQhDGJrdgWKNYK4dSNklfBCloBQdagmDljND7BKD/B2GMyK81S1b1BV0TqOb9XwAmlXuJiZzphOD6wqn8SZiTwbVgMTcuQOEgVX8wMEmVCrw2S1S4/VggXD7HXsiCYXSLAqQwLJ75ySyyBNSkDk8yjcf/gGz2MScPdhJMIz5fBxlWBFqBRV1VSCh/vvBdiQzMc9KSD3KYY2dUujSsUyqF+7BEJ83CAU2YsOmcgHKZMgMzYGz57F4PnLN3j0PApXnyaAxKINKyLFgmApymlQI7xMEOLz93y8lQsQUKI0GlUuisrliqF8uRKoUNoXIgGPHgFyZLYi5jOkMPb0O4/SFWZq4X8s6FZy4KqeEaDBrHjg8fngFxiwCsgJFSjja+mUKT/AKgFUCbCqD3RWAqsSyBh3cR2CLKzAqsI/lQT9KgBf1bx3dTwe3VDyu+c742whCzahomVIoO0n8Zx1dbKEiNmLHFOKImPr8eJfeO0/A6QrWO35gFtRoGQYZIHBkAX4Q+rOZxFWMZ6cPoLh1xINPzXzrYQNQxqjplFBsUxptZ3mdRGCV8wHYl+BzudWipbbUzArDlR1DFBVcRlSkDfwdjrz1Jql3M/taeMyUXDODqzaBwWA5qAwL3TIQYxLWiRgNwArNz669NMueFV1Nc5SBy2ZBJL0TKQlZSLh2SukPs9C7eI+IDRLysQDJKmJiIiXI61ZJfgX80GAvwdEInvdFEwEVxUdlYqRnZyGpPfZeH/zOoTZAagcVEQDSJJBlv4eDxP9wW8aCv+iHvDx8YDIJXceEeAni4CqTgr+5Gc9JyLJkpLXx/YpHI5vVcfosuPFI3yr7OtkW6MZhDvUmUFVInlzgVUaf0osY+SjJ/EeRpylQ5ljwF28MAOrDDWCPcCqzEgSYJV4Z1pqz8/PAm5v3xIThHJCUs/VgjdIOAoAPRpiBqiqWprH64fw+vs4eHFa3lrRjLnj/zhOiIGJ5BaXTTw5RhWTok4OH78n8XFWws4tFxl+KilFLYMBsexN881sD98DCK0LaYcmyCop0guuKi4uCnxWsYHqCrwdZorcFp/Zmz2toGywhzXZFvI3p44CpwQw01NV0VenBVZZI5qZU/kUkjmKYcQ31MuFtM2uXJ+NaLi1s9gFJQBd/azdU4csXyYnNpkdy4Y7ZBnQKwPBrIzVSqIHKoHLeHzdxBA0mA4bkIkAHVzKKwF74lXVNT5kz1J32LbjdaAAlIx4rPKok5ht5EIxLjK3nJgCQDGM5gCr5GWt2AhQlSIPjyLPybNlhhHYwgqskhsf4lJvT8s3mWYKcNVGc64AlhUzqmTPPGRBIpQABU1Hy1EA6AdVKZVLPvcMEtDK+9JluNx6AqQRxn/tM/VxnAiDEnmQ0lVPjv7BEkz2Id4+wNskIca85+O9DAh1leHLEpLCA6wSefD9gXqdkNW1tM4gA0o8mvUKz+ewmTG5cz/hvFV1i8+ezxnKJ2D5Gn3n/tiRcTFnBlZzQVW6gdilElJ7x5EVyBpSpcBqAcqFGDgcOKd1ZAmgSoBVu0+0iQ7QzgIQJHOdQ8BV26k5sfDFMvKHC1albcjJ69osiczuVZa5blJxEOPWyTzDSfhWbRXMiqBcMkJBYk9gl5XWNHOAVTHhVZWy3O0G2sW7G3FGTrhVDaHihQ9YJYAq4f6xL1BVMZ5kshG6HS6YlXYNJ+CqkHitFpA9xHmq6l95TOFVNbS2Uv5PaTY8HzyFy8sI8KOiQRHCzCSALoQAAVanJfLwhidHrxAJvvRW3z0SUoSY8I4HgYscXxQmYJXvBZSpC2mbRsgsJWKAZwOpIPlWOVDV0LwyNHoF+zsHrhqWv6NiY04JrCp5VQ2PW8HmYG6V+RwlgPZhKBBKAM5TVdecsFteVV0NLqiDRMEuKkbWbkuvOsakJ85gXFKXAEFxCFqRSfgfHUQ4zEsmFn3i5pjGgDJ8q4o93RBGl98hpxQAhWRamQqsSmUyiMXGzyrerZdnjMpd2IBV8sRAameeqpoTh9ABcHyr2pcTxQHe1sGsFPY7x6uqe5m3JKiqWgsB/IRSOQTZYvDJBiERQ5AtAeQSvDx6HGv+S4awSWcsbumtpXGZeHz2Hs6EAx0HNUSYiEc9ngsIl8/vHmnE94SMmAe5uwdkRYSQCkhUXuNTQYCrHKjq2KCqovUcuGp4njkiuOp0wKrDgKq5+pR7SCX/zXl3L8MzSDNHQVA4cLyq2saJxkSR8w3z3Zs+yNb9ggN+9MhX4X9o3SEgtHzkmbu1zhDWbb11SydHnmw75lXVeWdBLgRVtypunqmJirGX+RRktUZSUAAQb9XCkkwBVgkWKBZLITfhdQUHrOrQJAlLAWDviibgs+CqvTe0ANpHlqGCCGbFeavaHlQ1ADkh6dwZXEUYGjULg59G9FHlt/IcJD1Mgle1YAgJnQTrFV4AqusQVdK5ZaOWcqCqc4Cqil4wlxbWMRRtpJJWrcZmwKoF8SZnA1YVr8itOtAWL5wLZqVdpAqiXOoiZXGp5y3QVjujDbpiwSoYUNXOeVX19dcmumNBgdu0KAvxrepoMwkYQ2LBkKjcXFKXAI2TI5ODvD52xKQMZsXNr7zDJ5dTYNVar1EIcFiYQFUiYGOBVeIoJ5ZITfbk5YBVDTWmPBNy4r3lGAsUMRGFAvLs3RbGouMt2cS8JeCzrcTDearaG6jKtifxHbJ9guFqwnmHchnz+JSvl0vaJUADxdlAOLaavzboisWrcFROJA5c1a8KBR7MykRNdSZglc4pxzAB81iw9MpC9eKCO6zmyog+KSJ/teauxVEA6Fo6HIZXlQNXTVz9mTllrctSMm0JqCpxUODQDGEa/QnZpohcshVRvYz+0r4yKoNZcfuV1oFhvFYt55BQmIJVaQrUGGCVTCeJlPCqmm4IcsCqhsQJO4m98qrqWgbJZBPxScAmaxqL9rUIm9Ia+kScRNezsng4T1X9o+KIz3cIVy+ZW9zU0j62Cq9wa04thofJlBlfePI6KqhKj2HU45kbWL1neAe61HEaYFVJAWBBd16bLklMu+khzNHQeavLiQ0pbrUNhQNVdQ0h8aWWmvCc0uqqYG4FVtMdcxtkT99ZHlxlgEMmWJXpEIc9ycY6bSGva4m3qjNgziR2jLWevFtH+rYtVcAnFrNlbGZyHifnh8LCq6o6UoaAVSIbwjkrJpHgzEgcsKoiNILgEznaZ7gq/aNLFiQXAh460EHMDH01+xMKrgostSTpApnMm4Rmd8qBPnREUJWKV074bdi5ZZn9zIFGzbimWpNvleEM5OaV5kgoIB9HBlY5cNXw/LIaLmYFzNApgFUH5FXVpUWKwCDcrZTheWa5HJwBrk2WZLmRyfnOs5Nz4KqeKWNZcJWCqgTocHRjx3KLjLIkAqYSzlniDOYMSY1/n5tj6kPKBnCxhOcqfZBTiIJVac4N/cAqE8RLTILAmTmtOGCVlTgBU4nHr6PeiSkWJC6YlS7K2dgyAAAgAElEQVTQk+FbZZ51Wx4h48Af3cc7uWOS1al1SMhj6DYsrznOYA6xXMaW7ooNOVwt3XRblGfupm+LtplSB/VSMOWDQpbXauCqheXo0MAqCzQzW5UVUGcLy9pwccyJgEIciqfv3EFVRWys5yoVkqVWHw5U1aWXTkEBoNk5i+mN4dnseDnyB64qbBuyHBPeUGcBDi05jo7Oq6r7xMg4s1huXbak1Au+LOqzSs+ipu9bCqdByhohI3zXBd+fgmiBPmCVXOBIJIzHqrmJA1ZZM5oI01F4VfUtSIpgVuYqhDN/RzkzKSWA5Q9OHLCqW3PIzZgZe4DdqaKCb9X07czuumKVBlmab5ULWKVnTpm/51tl7PNbKAeu6pegI4CrDg2ssngqc9CwvH2Q3/lh3vdMP5i7ZO6gqi5DSwOrHAWATlDVkYNVGZp4HLiqU0LsymNIgjp/J2uxM3ljmi0IHR8qglU5mSlIe0v5Vrm5pX3kSTArvsAs+RRmXlVVYeoCVsnLWomU+ZOfc36hB1aZJypy6qnqDAsUBQ8FHN+qrk3M0nyrHK+qfnPBYSkAtHSLAeb51POZS3klYEm+VY7T1tC8ci4NVHsC5lxds1hv7B1cdXRg1QkeVujQNSaqMOcBpGsq5hNIJ7yhHAigVbhOw6uqS3W4cde7v5kLrpIZKZYRblVHfUNqsW1fa0EMryqDXThrUl62c3NM406QGXMCrpoazIoCq0Rv6Mucwpt0AaskWBXxVs1vKtTAKgVVwZA+OwesyqgDmWyulG+VQ4C0TRBL8q1ynqq6lyBnAlUVveSCWenfcizBt8oFq9I3p/K75dvv91wwK8NjYzaHusJWtKJJ4MjAKn1VkS8fBcNjV9A5lB5A3EFVZShYUl2zJxY94hb00Npt/RJ5IZENN6d06iABV1l6SKP1lPCq5tDgOvkHOYyu1EEyEswiW4pCQY8gUJ1X3BxT01DmnMQ3ynNVSQHAgapUhtqAVamMUACYz6uqOjiFHlgl3C3M/5wr0YA7JFiTFQ9SDisxOeFaJV69+TtKcd6qhQtUpb1ldYdwrnL3FtrHnxyl8uPVy1EAFE5glV4KEpiC27R0K4AdO8c5JLCqeBGuPMA7r8GkvLDKF4josFafjoarRCszSy6FBDg0Y9hJsKpC4xjF7Vl6NMR4PkjK/UgoALhgVTrlmSllAnk5G2ahrcNEc9TOWdw8yxWTXM4Aq0bwrSo8VRXzy4zl3Kk+0QRWyQUOCVbF8Krm3wYslMCqQnQEVHUWCoC8Wi+HkM9nAu7kX0+calIpDvDkNowJZmV64kBV/TJz9ptmIY/MLUsswabrniN8QYBVc1jnOFDV0LxyhNE3v40K8MccYn7za3WwL00FVy1jKxoUksMCqxRULQxGEnmYTV4ymWn0GNQAB89gqludWTucnchIkoO4+4/x74soRGdkIBt8hITWRqsaZREYqGcupL5HbEQyknIAoVdRlCvrAZ4gb59khFc18TWev8yCWM6Hi18YypVV1Tsp4u68QoJEqhN8JaCBZ2AJlCjqDp6rkXJ7n4jIJ09x53UkorPl4As94OdfGvUrVEHZskIjCyHZ5JC+foMX7zJAPJnomYEngl9QCEJKeWgvR9dBKyYOL1+G4/7rCERnAyL3AJQKKYNa5cohuLgJTTIjq/xtPMKfPsV/r1/jrVgOoYsnAgLLon7F8ihVSqSzRFl0NMLfZUHm6ofSof5w9c7NKo19jzfRCUiXMeAeTyCEV9myKOGro7iXb/E6OQVpEubkxRN5wD8gFMGhKvlT0hD7IhZJEimySLAq5U888PluCAgOhJ+/O/jupglBEvkOsQlJSJcqmLN54LsFoFQpf7h6mVBWehrinpMxfI2opDTkwB3Fi5VBjfIVUbKUHuV8GYvXKanIlAvgU7Q0gotqmSyKZkhlyIl4hchkCYjHLqNzrvDxC0BISU/whAznrISVu77Wy2LfIvz5Mzx8E4MEqRwiFy8EBZdDzfLlULSYnjaYIBJbZVWCqxyQoS5y9jKY0PwoXifrspvJeZw8/+ccwBkRqgKrlFdVIodUyY+Qf1uwkAKrzPN/5wVVc+cf8VqlXCX51xVbraM2q4d61vFN9zzMFWVhuDM0fTicHVQlEiFzSgAeBVe5lFcCSr5V8i9GThMOVNWvSYXFKOK8Vg2vKEbzrdoQM3Q4YFXFWdGwxJ0hBxvMSrnQckahxknVRIDdATd/SQaiLpzCjn9v4kRcHBJz4vCMbixuCBV4IcizDFpXaIOx7RugZHBenU8/+ytmn7+BcymZkPh1xr7x3VDBR1OKPEjlPMT9OgEtbsYgBi4oFTAW/85pARdF1jcn8cmyLbggy0aO1qnFgxe/BGp5+6Ooqwt4rlUwvFNnNKmkLEH9q+R43Dl9AEtuP8Dr7BjczslhzQ4RKrkEoYgwAHXLNMbgtu1RO0wfuCVF+sNb+PPcYRyKS0VMWhTuycSQQ4BgUSlUdHdD0cDq6FCtIT6sWQ4BgRqNVzloyaPCcebCMWx99Ayx4re4mZXBAoYClHcthgBRSXRq2BkDm1VDUICF15fYlzh16hB+evICb9OjcEuqgCpdUVHkD0/XYNQJbYQhHbTJIw3XN32NkY8TIPFoiAUfD8Qn9TyZBmYm4/6hHZhy6TLuyLORDUAIT1St8TUuDC+ftxOyd1g3Yz72ikSIT49AFDwQ5lkFnar2w/x+5ZQkGuJru9Hn9/04L8uiZeYmV5R0D0WYmye8hEJ4+ZRD00qN8VG9MHipgL2aFUuf/4d9F07jn1evkcbLRHhaDN7S2e2NqkWCESgqiqY1PsAnDWsjtJieeZzwFrfOHsGfT+/jblomkrPe4KmysqKo7eGJ0NKdMKNDS1QI1dArWQbu/LIZq57dx1OxFGE1p2Nbv0rQBu/Lw29h6769OJqajFfpb/Caaq87ynmGooRABHeRO0qV74LhLWogIEDPuv0+FjdP78aqx6+QlPkaD5SRzT1R2cUbLq4hqF2iGfq3a43yJRxn/afBrIjcOSBDY7ElgaGJbBjqR23AKqW8lBJaDQuvMQ5cnCqwSp7/k8uzXNwi//OiUAKrBFCVOhmvqi4dJ+uQiD57z7+yOPA80tl0U4NZcaCqIfCn8KzeBFwllAD5efbujHNK0SdT+FY5UNXQvHJmTcnbNw5cNTzeRr1c5oBV7YJUgqo2FJDhIbVRDi6YlW5Bs9wQBg/wDgiqZifg7LYV+OpZOB5Js5BBHAsAUEdC9t+l4MEdPqju1xKLhg1C05KqkpIh4vdv0fbKXbwm+UXtcPLL0WisAi6S2SSlvKpy3FrSG63esKULuuPZkoEoqjCg721Cpa1H8EavxvNAfAEl5LxGAocKm+Pn0VPQRRO/S4zG0d0rMPlpOKLBRHNWpSAgUCxphQCuCPOqiy/7TkWvKlrOQ5lJ+Pef3Vj672Wcy0lDOi2JvGrMtWhEkEFM/8pHucB++HXUJ6gWpNEJHg+yB6exaN9ubHgfj2S2TblemAwrL5GVC7zRvEJ/LOnVHhU0yzF3NUiIwr7t32Fq5DvEa5EHAfaoPOGOst51MHfQNHRVlak8AX8tmoBBbzMgQyAmdF2Abz8oCuronvAaJ7fNQfeoZLXWiYr0wa3ZvVFG05n37Ul0+n4tLqjl5qNG6ak4NqEZvFmUMf3Ej2h46BwitPSZDwGI3BlHKD5E8EedkO5YNbYTSrJ4b+5nciSe+Rlfn7+EU6nvkQAZdYAg0LgiEZ1nZF8EZb1rom/bMRjVVAtKm/wc2zesw8a4SERBCilE8IYYiSptZLTIDWG+H2FJ3/5oXk4FNs2Kwb7Vs/DZ2ySqQ6VLzcD5iY3gptFH6b1jmLlrI3aQaFQaSQgBBJDROQACCod8hBmdP0bjilq8ZBMicXjXD/guKgax7BWR6mmM+CdLwIMIHijn0xgzBoxDc7X5ba7CWf875iWTCmxocH22fpvsrQbiuapJo8UFq9I+SgpgVUqCVVkBdC5kwCqD2pNNtnAwlDBKRSabiE+iyHHgqrZppqAEMCQd7vm//q2kMHiqakqA6I6I8wjXqRgKcJVk0DW/OFDV0LyyNxPONu3hglkZIWce4dnSMbNsjBk6jMdqoQZVGZ1S8q3Sv5hD2mKEbjpqFn2UAHROOSCoKknEibVfoefLWOoRSN7b+PH9UcErGKEeHpBnJSMyNRpPJelIYcetSJGuODJxMBqEKAZSghe7FqD+tQfIAuDl9QmOT+qH2iywSj2j5CScKwNt3lszDE1fMKXx3Pvj2YIeCFE49T34DU02/4n7bNFu/DJoGxAIX5GQtRNkSM9KxuvUN3gqTkWSok2en+LYxH6opQJCxu6egZbXniKGBU+LiUrjw4rN0NTPBemx17H71TM8laSBQIGkjUVDp+PeZ43hpopwySSI+WcFOp29ghfs6dAVRRDqWgzVfHzgxpcgJSMJkWlv8UiWpYTp/L164PCU/qim+gxeloTDyyZhxJtUpFIA0wMl3cqifeXmqOeRhbevr2F31As8keewIK0PejT/Fts/VX0bb+7kkSPy16/Q/sYDRLPgaXHXsviocj1UdZUjNvomjsS+wjNpJtLZKiqVm4Ozw+vBUwGKyhNxctVM9H35Fllwx9CuS/Fj6+IQkrGLi8LJTV+g+zsGXlYkd7c22DpwDLpUU6UXkCH1zGZ0+usI7mh0p3jpL3D1s5bwZx2Q085uRpcD/+Amc2JFoLAMGvn5w1MgR1p2Ct5lJCI6OxFxkLIyc0PbOnOxtU8VuKo4iiac2IhRx44ogVwh3FBUFIwwrxCEiABpTiIi094hXJxKAW8CZfIF9bG01xT0r6fCMyDNQfSB7+glQgLVKxFKetZH77LlUNxTiIz0aFx8cgXns9LoGJMUGjgax6Z+hEAFtpoehT1rvsD4OCIrARpUnoM/R9RWB1bv/oG+v/2JMxIF9OuGUFEIKnj5I8iFh/TsJESkvEWkNAOpVC+FKO7RAT8OH4YGJVSFKkPE7rnoeecR3lMJuiDEtRI6VauPKm5CxLw6h8OxkXgpy6Jzl6wAVcvPxq7+deBpIr2CuZqZ3+/UwFUOWM0jTkqZwGI8CgiacIYqX7jndwCc6HsCrBK8IieHXNdYPhUyYBWQsLyqlhelnZbIHq6IxyoBV3Uewuy0+bZoFvNsWTffqsLOJiYjl7RLgHlmUPjko9AdymXMKYdWCRC7V9+dDges6lacwv58h9LYcPNKtwRM5Vu1oiwdD1i1ojDsvmgm8AW1aThgVX20FIuu1sO7I4LQcqSdXIm6By8iiu2pV5Gu+GtALzSp7J574/n6Of76cyWGvIpRgi9NG6zCqf7F2K/0A6sy8CiwyiRTgFUBJozbg4UVtEya2Eic2b8cfZ9GsECgF4Z2XItV7VlXRUkstn7zGSalM7ZnpdJjsXdIO5RWBTqTIrF3+yrMjAin4GtAkTZY2mcsPq2ugsiFH8WgDduwX8wAhh68ovi00QQs6lIFXkXYdknlyHpyG1v2rsDMhDTW2uWjbsUZ+GtoffiyQK3s6QXM3roSG7JlkCIIHauPw7ahteGh+lI84gImrfwRW1knxeJBQ3F4ajeUM5ZLVtf6Io7EklmTMJ92g4c2Vb/E1r6NEKDKJxp9G0s2r8PyxHikgY9Q79aY1/sz9KzGXhiYAazyUAajWk/H0o8VukJoA97hyJYfMPb5Cwr2qSZVYJVMt6Szm9D9r4MssNoMe6ZNRUsloA8gMREPL+7D0svHcVjM0DwU4VfH2ikL0LEoW3L8FYxf9AP2KCsKQLsK/fHtJ61RJkjFioiLxOlD2zH3/m08o1JyQTH/Ptg3vjvCFI6rCY/x0+blWPTuHTLAR6Xiw7BjeGeEqdJepMTj7w0TMfJdJltjacwbtBxjarJ1GQJWX5zH7C0rsDlHcW5yResas7C6S00Es9QQ5JfMFw+w59BmrIh8xXp4i1C7zHhsHdEcPkoH2bdYN2sclrH6VKPsNPw8oDG8VT2II65iya+bsSMlEVngo4RPW3zTZzQ+CLP7zUrZQFXw0HFabbuWkh2dAVcZtIKjANAuewKs5oilLO+sHucEM4euUAGrzh2sSr8GkKlGwB8CsHKXPXllRT3riHz0nOI5YFW3jhVGb1WFNBivTD69uOCSdgkI2WBWmr9yoKq+OcVpE5EAsRM5eFW3LuTBxWzsqapomd0Dq+wr70J4/6dTeej6ywGrxi20BDR0ROM5LQLb1i3B9DexSAPg69UN+8YMQhM1jzdWBJlR2Lx8Cea/i0EaPNCqxuf4dXgdMPiMbmBVHVQleU0BVn0wfcg2fFVLxzBEHkCz5T/jLv1ZiDZ1v8eBgeWYC7fU59iwbA6mJTNMrc3rLcPhAWF5LuPSr/2KXrv3Uk9GP/cW+LbPRAysySKdMgnubRyPZk/esUtDOczuNgtftvLT7pyc8ASr136H2Sy46iuqivnDv8XQSsS3QIrEK4ex4NAu/JEhBoq0x/aBQ9G2smagKAle7VmO3pcu4yHx/vXujZMz+qCqjrhYxikogLd3sGD5AvyQRRC2Uvix3yKMbKjhkiiX4v3JTeh+6Bj+Aw/FvNth6aCxuRQLZgCrpH3+Rafj+YwmUPY07l/MWPQt1qpyILAdUQCrfiJALJcj5dxmfKoEVhvgp1Ez8XFFjcOYRIp3B+ag4dXHYKDMQHw1YhPGV2b0Lf7kJgw6ehT/Uv/QQLSqOQnb+1aHq44YXbF75qLPtXt4RGGoUAxt/iW+/5j1Gg4/hxnrV2AbxTy90bv1UqzoGAS+Jj3vgz8w4Jf9OC3OQRFeNXw96BsMqMEeBPQCqxJcXz4QXaMZ/1HSlwEt5uCHbqXVzqASOZAtlUGe+h5XfpmBgREJrI764/MBmzChOvt59kus+3YqllFAvQj6tV2NBW01yI8BZF/ZiK5/HUM4GXev1pjbfzzalTFau+wio5JvlbTGEddjK0uRBrOirwcAeV52CSvX7hjFJ6cnUgoAa6VCAawS8RHgR1qoCADyqgzHt6p/GmkLZkVuU3O97aw3Ea01wW1RbmEGVRXypVy9PD4EHLiqVeUYz151OgAOVNU/Owu7t6pCOgzfKrWibbGcOWQd9vA62SGAVW4LV9FvRhgML5ticebmmFJA9KmS6rrjoJv7i71ovHoX/qMdE6Fzi1XY0z1IJ6NBzvM3eJMsgWexoggMciGfsEk7sForkPFUVZ9apgCr/pgxaDNm19Gx9IbvQaPVuygASR45N6+zBEcGsW520jjsnD8W41IYBIEvao3fR4/ER6XdCQarlmTR8UjM5sEjIADuqphT5B2s2LYUc5MyKI1B1VITcHBsawRpkmGqlhZ1DiOXr8Ru2mkXdG6xFrs/YdwMxfdPYcbO9diaQzxWA/BB2Z5Y3LMDKqs4c9KMJIDymzgkZvNRJDgAbnn4Qs3YiuTx2PDlSExjI4L5+XyKAyN6om4JF5b/gy1TDkij3iNFykORIH+4qNZtArAq5FdCKdkThANwFXXFxXnDUFkBDt/Zjvrb/8ITwkLKD4aL7J2SZqJ46Sm48lkr6nGZLZMh88IWFWC1PtYNn4keVfLON+nZRahy8BqldQD88OXQrZhSDUBONLZ9NxEz0hk9CPTtiV8G90WdknrWs5iHWLdxHualMsJy9x6B23M6w49yyT7BlvXzMCuRQLgClA/8GF+374J2dX3VrRAy/snpSEqSwt3bC67+KvXpA1bTI7Ft6WTMSGXa6+U/ElemdUaQcq4xcWCyyVNuhSH45B+M3LYdp+kXbujYZBnW/I9115W9wbqvJmAZC2L7+fTBb4M/RsViInWzSSKDOCYZGTIePAJ9IVJ4Y5uhagX1CSNhVs622s/zuS2SM3J+m2rc98ytOnVEUAYuU4yU+Z0wrm5dGpG/wFlmn4N4ilaTfqv3IDUjxarOGoUCWCULE1lv8q/aBbWUWK5eckBVeK5arlTnKUkzmBWzFOVvWXEe6eTtCQeq5sqEchmTCI3m71/OrCo0cqWA3ew4UFX3UJttSDix9jDgKjexdA6xHTjT2TuwSueVkrKG06Vcu4bsWXagQPa2fqlRAjggqEo8lniA9OwKlD1wEXFUvp6Y1H8Hvm9gjv4TYHUeGig5Vnvg6KT+qBWgzUI2BVh1x5SRv2JeVS0KkJKK18eWofnlu+xzci8M77YRKz5QvJmX4+WOyWh4J5KlLwC8Peugb+kaaFoqDJWLBqFoUCD8A1UBYvV6si/vRLc9+3GZQhIV8NX/pmNaa/Ytti6dzInBzoXjMS6ZATJqV/4ap0bVhAs9w6fj/MoJ6B+RRLlhhfBBrYAaaF2yCuqXKoMKwQHwDwiAb6CAiWJlbCJzlOqkvrGT4+H6UWj5PF4ZdKuoTwP0KF0VNQODEVasDMqHhsDXT6gCmGs0QJ6I02tnYADLsTqo81IsaVWC4ViNj8SpLV+gF+VY9USX+nPRMXIBJr5Lg5BXD6uGz8anbGCw1EPzUef0baQhEL2aDkOx/5ZjaToDYhYrNRlnRreAh5DBfzIvbkH/g4dwi/7aCJs/m442moGVcjLw5Pev8PGDV5QnGCiJ70avQF+Csb+/jPFLluEw25UqlRfh4JCKBq5i5XixdRTaPWWJCnitsG/mJNT2JqhzDmKPrcPQ8xfxlIbM8kBp9zA0CK2N1uXLIywgCEF+PvAJ8ABfFYBXPSqmv8b+n6biC5ZjtV6lWdg5hOFYlT69iCW7VmNjFon4wkerhsuwtXspjbMmc9mlHPG0SBz4aQ6+iCPsuK5oUulzrOzZEAEUFBfj5prR6P06N6hYGd/G+Kh0ZVTxD0aZEmEIC/aFh7cLePouDIzVxQLMR+RBorhLjCQPVUwZc1a8AuymyVUzqsc8y5FKCRuvao8t1XtTsRBVBMXUb00WgcYHqn1WrZuH1KwUuORxP89vfbnfOz2wSnkmWG9Vy4nNsUuiAXcEHCWAtlFUeEcJadhOIiNbLwZm6la6GOIsLW9uSHE8AYQuQvA8eKYZcqTrGRJIsySQgQ+hm4gpQ3FZqDh4kEvXDAkk2cQnXHfi8fkQkDKITWzIoBTLIEuXQCol5PJCCLz4TAjb/KZMCXJSMpGdJQGJgCt0dYG7lwcE5JbdmL1HCsjTxJBKNEivBUK4uAnAc+fB1RCymimFLENMb6SVichGKALfS8ebec1+U5mLISHk28Qy5QshIlaqsUYTqTwtB2KxjhETCCF0EzJGmDFy0TcuEkCemoH0tBzaVgFfBHdPN7h5CYmzh+mJeIIkpSE9S0oNLOJ6IxC4wtPfHXzy6i2/7TW9RTq/MHX1oOcyUz+yYHvtuSjHDWZl3oAqMUBjB0W5dCiMWdtOBKmEhPnITfQiO9/KbHofBCJ/thFEgrkbDZ+7INWqSYx2GtqQjVVC9Xyman7u+mfql6r18pS9kZmuPkxBKtUzwZjyDzyb2xTzJJ/7Vcz+7/HBhZs0mBEBo1aMX4HhZc0pVYIXv89HY5XgVYfHk0BSxE7W7J0pwCrQrPFPOPiBG9IyJODxxEhLSsLbxHg8fXEVe5/cxElxFqQQokJAB2wYPRwNVIJXIfo+1m9fihnxKUowMbd3PmgRVButytZBu+o1UbuiL/gaNkfM7i9R/dozEMiPJ2yGX0dNRtcKBuZDTiLOb56Czs8IkMVDlZLjsG/QhwhlA3nh8QnM+u1nbEhNZ4MtqZh6CEKb4vXRulwTdG9eHUHEy9GSyvHqXyz/eSm+T1E8M1cda1+0CqmHluXq4cNqNVClnCd4Gp69kCfizNqZGPyKCV41sPNSLG7JBq+Kj8LpLV+gDwULgzCi/WJ0j1qAAY8ikYGSGNpyMr7pVgr8jERc3/Ut+jx6iWyEYcHwBSh/dDQ+jSZkFAywenREc3iJSAApHjIubcXgg4dwm/5aFXN7zsHAaiJI08SAQAC+iIf4K1vx+amjuK7ojrA99n4xGjUJn+6z/ei39RfcoL/x0KzJZmzvpkq0q13fU/dPQb3rEex0r45lo+ahm4JzNPEF/ty5DqtiXiE2j3uNCKU866NL+TpoVasx6pYvksdDGumvceCnqZjGAqt1K83CDgqsypF6fS++PLALJ+g644NRnZdgWvO8YD5deRS6kZOOF4fXYezVq3hBuIL9+mLb4E9RTcExG3Mfm7d/j++TtY17IFoXrYtmYdVQt0x11KruS46FDpkIniOWyhiHTEvOG4eUhsZ+S7AuQh0hZ3hDhVba1x1dVEkZCXDhiyCwErhq58Bq/owrDlTVrv4K759ccFVzdcqfb6+ljGPzJ2/+VlyykdFgVlQs+dFB83tgypeSSxsx4XwkYnPI7aeWxPdAce9Q1C5dFY0qVEKV8v4QGSTJl+Hd2T/x7bUHiM3KghgCeLn5oWWTIRjRMkgZuRXIQPih3Vh6LwJvs7O1GLbq7fHxqYQW5WqgWdXaqFxO06Jj80Y+wqGzx7E3Kg5JEgnk8Ef9Sh9iQo968NbBl2RQXilJeHr5GDbduIBDacnIgowadALw4edWFT1qdcSQFjVRTJXkXrPQtHjcOnUU2x8+Q2xOtrrBzHdHoFctjOzaBU3Lu+TZzhS3iek3T2DxqSt4lJmh9LBgbEEXeLuWQsdGH6FPy5KMd4AyaeqgHFF7NmPpsxcIZ598EbQ6wKMSBnb+BB9WVUVXtVkeMjzb/gO+jUpCgg6eGYHIF2X8w9AwrCoaVSyPsmEeZhgxcmTevor9t65g19Ob+FdObv7JjOLBDV6oXeJDTGrdAe1r+ug08tR6LpPi/Y1L2HX1ODZHvUAkfaTFJHLoCvNuhH7VGqBHq0YoozjgsIa2qfYXWQFz6zb1a31jp19TGb5eg9pcKDMQjM781bgghGp+a00dYHLIoPcrfEtBZKbLSyJWB1bzM1pM/01vA/lKqAas5kqS7Oec13NezSL7IHVt5FIeCZA1h3msy4CHpkrJHoLFxvz1A9qfu4ZXdHJ0wLEpo9BUAcaYNOa6gRAnqRIAACAASURBVFVGPqqFmQaski/5EMIXfIghofYZsWbJCiogF+BwR5ki9TG773h0r5bXbpQ/voDF+3ZhXVwcCASrCCekaBEffHjyAtGmci9817sNSimpAGS4saQv2rxhglYJXNvjr8/GoJWmt6SmnMSZCD84Hw3OP0EO+CgX2B0re/ZGq4pM28haLH54Cl/t3YNdifHIgIwCt5rJR1AO3Wt9iildG6OoaoApk8Ylb2bxnSNYeHAvticlQqylbj4E8OYVQ7tqn2Juz1YIUX0SbjSwGooJHedjgPQoVl48gr0ZctQIGYhfp7SH39ubWLplBZYkp0OIpjjx/TSU3jsKYTcZv+mipSbj8PBm8HVh7MF0NWCVD19+MVRxF1GaAPLeNF2chreSZJYCgJQQiN7N52B+p5LUXpJc+xn9D/zFerwK8FGb7VjdzjBhbdK+qWh04yU7x6tifr956KvgSCXVJIZj/8+rsT42GtGQah1DwB8twz7G5+06oEaYim7qAlblUiRd/wW9D/xNKRSAYHzR/XuMaagNCCbSYeeWVIacf3/DoH37WQC5HlYNm4nOqly0r6/jp12bsOZ9Eog7jKbOMfa3B5pXnoiVfRvAx+A5MJ+KaOHPlaBqrh+vhWtw4OLIXiWTQariyUtwDLL2cUldAgRYJZJxEQjZIJ6WlRDv8rNT+q1/9jDjV0TtpGp0K+T5ZM/Nz9GEvm7igjVpHSvmJows2dpAyPwBq0Yrh9EZTTVn86M1TKNIjSK+4lm3qfWTEvLfBmOLCN88Eu1eZhiQpoDelJJWuXu0wPwu/dC5thZLTulhJMHDn2eg+5MYauAqpFKn6jfYM6ACNWZEfLI4JOPUyukYEsPcRBuTXEF8h4qjT6Nx+PaT0nkOKzn3L2Dxn1uwMZMxdul4uHbGPxP7oZYZy5D8yWl8sX0r9skYShBtiV42IAzTP5mFcY10GGSx4TiwZw2mvSY3+dqSL3o0moolXcPgqrSvFLojB7KScGPXYvR7Qm73tSUfdKk9Dj90qw4ffTZh0i18vmiZSvRTRVnu+LD651jbszq89BlM8jhs/OpzzNOBwytKI8a3C9UZPqqWGY6NA1qiuLE8YPJsPPxjNcbevk2NR10c6q68oviwSn+s+LQ+AvWVnZ2IC78sweAnLylPl67yiLQ9XepjTsdhGNnMzxh1tJs8FNuQg/L0clQJ6sNC1q18Oz/azUhbtiFENjkyhseKGNKE6secHSu/rcoLrOa3RPO+zwVW1b8ntg4JUMkdMxRyYdZ2OQeq6lQ0cu+osORoRGoWPbQHwNTY2aEGrPKaY/+UyWirLXCVwQK1AKsT+qN2IPtcWQ1ZNR1YJfJ1h5yCoqqXmo2CO2Bgw4/Qq2kpuGvEYVJrslSMdzeu4+jdGzgZ9QRX095ST0OSVK3x4KCRuDC+I4rTCPAy3PqxP1pFMY/LjQZWpVl4+fc81KfAqgCVg7tj6Sc90aqSiNYlkQEk8BB5Uh514Qz+uncDZ2Je4EFOMhI12kTWar+gcbg8vh38Lcl5KRUj4c51/HPzMk5FP8GNjPcgV1+kPlX7qWTIcOwZ3gVllY7+xnqshmJyl4UY5fccFy/vxtcvXiABYdjy1RK0fbIZLf84RPlVfYI+x90vW0Hw9+cofT6C2uBFS07G4REMsEpSxqXtGHjwIOuxqlsRyUW6FL5oX206Vg+opFzLzQVWk/d+jgY3o1j90AKskqZIpEh/chunb1/G0VeP8F96PAjRgvpZQohgYVMsHDUpF5S3CLDKyILsXTyZFKmXtmLg4WO4R/9rZXzbfz761tBwPc3JQPS/V3H87g1cjHmGO1mJFJBWH3ceKpT8DDsGf4AQY216g+uDdTOQywry/J95pWbduhyudHqxLqMUAJrYg4BHoFVOYKpjSoBVkmjQaYHI4vLhnbh/xCgEKNBL9e2Fg6gdQev5fLgKeNyFvIMMmX00Uw5y6UPsRHeh/S9J4VvHov0LAjcZn1wFFTGgbn9M6VoerlqfhEjwZNc89LwfrgICitCi5lxs7V2WLtOELkHAS8b59XMxICLeWBxYpZGBGNByBr7tWEwt6FPW3dOY8OsWHFXtjqgD9o0fhAYmelrIHxzFmJ2/4bhcqgIQ65aTOwFX+83DiFpahBL9DL9unY8ZabpDLfoGjcCpcR+gqLYDwJvbWLFzE1YkJud5HqZoUcUKX2Jvr5rw1+O9ILt7AAN+24NzWrrBd+2MQxP7oaY+ijDZO2z9ZjK+0uZCoUeFwoL7YcuAzqgUbEDPJBl4emANBt38D1FGqCQPJdCvzjD80LMq3LU5Mcuyce+X+eh8P5xGNTYmiYT1sbTHOAysp+8kZkxJts9DvXSI5yFnCymFn4eH3/bDYrc1ismFkYxxOqTrMgVXSXNtq0D2DqxS3yjqtarq1WtbGdmbEsnlHEGCrjFRBVUVeXj0kMo4JThKUqcCKIofxq3F2PLmtF43sKoojfrXUdGYBqyWDh6I5fVD4Sl5h+vPDmHey1jWRnJB1aKfYnXPj9GwrI4XTppdyWbc98VxMXjy7D7OPb6FY5EPcDkng3Jz8hGC/324GD93ocgqXv8yBdX/fUWBMp6gGX4Z/Tm6VTDwTlr8HkdWTkAvGtWdjyolhuHXfh1RoTgPhF2JrMfESmSCyBBwjgHosmMjcPfxfzj/4Ay2vY3CO7btQl4FjOr8Nb5pbUlklS2c+CdIJMiOjcbj5w9w6fldXHp9H+ey01mPRk8M6roFS1uxKKcJHquTuy7EhNLpiLm2AT1u3MU7eGNY19Vof3sC+r5OpiBoz6ZfY/UnZZC9fxLKXoqkcg4p+TmOjGieC6xe3IaBhxRUAERuLgjkCSCRKyi3+AjxbYRu5SqjSoXGaFHTS317izmBwas2UJ5cU6gAIn4ei7aPFKNQHT+OnoeuZbTMDYqWM4i5PDMBL27fwMWIpzj2/DxusggKH/7o3nQOvu1UmnlxppcKYB9mHvgNx+i33hjZaSmmt9BntMvBF6fh0YGVGHPrNl4TKgDf3tgyuBdqaAZFI0Uq2ytGZsxrvIh4gTvht3Hq1R1corQaJAnRpvlP2NTFMGWCOauFpb8hUdzF+XTUs3Sb7KU88vRfQo1A7XCeiEY3dZw9y9pyVQCrpB4BTwgRX2DRPZ133EhgNcgRgVVWkURCEq3bwjw21h55rvyCkQClhVM8BGa8f1wIH23BtMaoWl/uGI92TxX34EZ9wmYKw4R2n2Ni60At/ZPg2R8L0ee/JyrPb9zQts4crP80jOYnS7gLLwVXNs9Dv/BYgzQA2lsWgokff49pTXJdLLP+O4URv21VBw5FHbD3s0FoqM2I0NXlhKfYvHkNFr9/r8PDVNuHPIQF9cS2Uf9DOcbuzk3Rz/Dzxm8wW7u7KpOP1xJ/TR+N+tqcJe/9ga6/Kp4raW90aNkvcbhPTQRo1q3ILsvCs79+wphr1/FYaxFFMX/EMgzXd3CSvcOO+ZMxS18/dMi0WOAA/DmyI8qoRtXVyJtxei0+PH6ZPtU3NvF4NbCk92QMq5sXCJXf3oMRew5gP3EDMSG5e3yMU1N6o7IuWZpQli2zKgAyCgDZ88JjI6FwoKpuQRNbWkz2q1y3Ogr80ACVVHdsp0COAKxSiaiBq7aTj42mi9HVMJ6qmtHcjf7cqTNqA1UVs4mCqw4ErGYcXYRqx28gno5YEYzvayB4VUIyop+9A0JKoFhR1eA86sCqR5GPcXTSQNRReUVE37+xsnm4ehAahbNXoa798GLhpwhWuIs/+A1NNv+J+7RNLujfbSc2tGR5nrLf4cS2pZj6/Dl97eICf9Qt3hPbx3VACU3cUUz41tORkpCAdK9QhBbXAoimpiPu0VFM+f1XHGBNiOKl5uDB5LogUG3G6XVo+89J6gXIQ3nM6jodM9oYeBqV+ADfLfoKi9jL6WrlZ+PM2Ho0eJU4JRsZialIzxKDH1Ic/pr2BxFSShJe3d6LCQcP4ho7k8pU+AHXR1fI37zKlEKamo7khPeQ+JdGsFLgKsUmpyP+4UFM3bcbh9l9o2Kl73FhZGVmtzARWJ1a0x24uwYN/zmHNxCgQlAnlHl/EMdlcoj4DbBy8GR8Ws0daXsnocIVY4DVshjXdiom1nBDckomjYUgELrAw9sbbl4C7UG3Um9j1sJvla+4KlX6Dv8MYfujS6KSRJxcMwlj35JgUGTwW2PvzAkgmC1xN5YlpiAxIQcuPr7wKqqFgyxHjvT7J7D2yC/YkpZOzz9FfAZg75juKEewSp3AKiB7fhnLfluJjZnMs7Fa1RdhT/8KundrwpmZ/BibVs/F4gxSEwleNRmrejaAP/E4zZBClpWF1Pi3kAWEwS9Ay75GYhKEH8ZnP2/HCVYmYWXn4fio6nb/ioN4qYoJLQQxdBxo7c3fZDbya5ZXldAkaE1UZDx64W5Le9DI1hdINlVglXgkiEgcFx7fYuCqkwOr7JjxeHAR8ukzMC7RnVMhGE4cahKQg1yIaS5PBFgtqOeVxgyQNmDVjReIKl6hqOCShcjUd3iZnYC3Wgrj8Wpjzahp6EACUqol44BVPlJwfcs89NcAVt14JdDQLxihbiJIpBmIS09AZPp7vJAzT65UU7GQ4fhrWBsUYy9OLQKsyuVIObkWHU9eyQPwefNDUN03EN4QIyY5EnelWRpj7omBnVdjYUuNKAfGAKsIxcIRizFYC7CZdex71DhzXwcNACMRg8BqZjR+XzMfX7xP0+EhLESPTluwqqUe7w6twKoAxd3DUL2IL1wkCXiTHo8IcQobiVd9vEKDR+LIxNbw11ZF9F2s2vYjFpOgA2pJgHJuZVHNyxVpWe/xIjUWipABimzBgUNw4rMOKKl2eJLi3qZJaP/sPRsJluTmw19QFHUCK6G+rxuQ/Q43Y1/gdlYSfeqWm4piXLsZmP9hCOWedLhEuZ4Ltx2ZP15VhxtxkxpMAGdKAaDlKwL8iCjfqu1sHvsHVnMFRUxBBngujEkOmZzzYNE18pSvWI9aMJyHzGW7Q3iu3v0FjbfvxwPaJyHaNVqGPz8Nhda4HdnxOL51KcY/ew6418e4Fn0w/qMyFIAkUona+z3aXLpFn9iLXNpi/4SxaKVCK8AETSFcNjk4t3gQusQyyKPIexReffMRvBVzTg1Y9cGsEdsws5qK0HPe49CqqRgWnczaS77o1+IrrPlfGERK7FSOpLNHsPXODVyIj0d20f9hda+2KKftRY08GX8vHIX+8Yxd4hcwEje+7IgQgpe9vI7vty3HwlTGNi1fYhwOj2uLYnromMRXdqLzH/txhekdOrZcj98/9qfrcezh7fj6yhlcz/FAufrz8UfPEO3alPkMi76Zjh/ZN+UewTMRPr1hPkAuGeJOHcGv92/gyvt3cCs7FD9+0kD7Jb34Hfb/OAGj45jxCQkeizNftEcgka2JwOqXjb3Ajz6Arut2KEFiRYf5om64+PUQlHMD4n6fhFo3orR6rGZe2oYByuBVjbF5wjS0Km7C2pwTjV1LJ2NuKiNMf+/uWNevP+qV1r3Iyx8cxpzft+EPMTPbi/iMwrnpHeDDB6QPT2Pxof04nJCOIJ+WWDR+CCppezIvzsCT379GzwfhlMJC6NIeO8aMZhxA9ACrkCTi+Krx+CyO8W4QuPfBmZk9UUxfDIk729Hl938ovQKJUtup2XKs7hoMyCWIPXcK/zy6hetxr+FdeQy+6VIDXtr0V56MvxYOx5RUxmqoVGY69oxpBCv4SZswePqzUl5VmQwySgFQaDdt7UJSgqrkZ/2Pzzm+1VwRqgGrFG7mU69VSwWzKhzAKmsAuYiIu6/F5jtXkJNJgHqqalmbiMq4Chl+LXtUn7zAqitaVPsCi9pWQYinBJlvXuHG3XPYceciLksleZ6hVy0/E7v7VYeHGi+nYWCVLuXyFFzbOg+D1IBVIdo1X4HNbfzAJ2US7pf4eIQ/vYffz/2Gn9LVXSX5/GqY1+dLDGGf31sEWI17iHUbfsD3GgCfl3tLLPmoG9pUDYIbT4r3j65iy7GdWJuWqc7DFdAXvw/tgvJq0WeN8FiFB3q2WYoV7TVdOnNwe9M0dHnB+I3oSgaB1fgbmLx0Bf7QWYIATWrMxa5e5SHSZaRpBVZrYOP4qegcJASyMpAQ8RSXbh3Fj4/v4zlI5FbVFIDxHy/GzMZ5vUvj/5yFD29GsN4xzDdk06pWZix+al8TRf1cAGkCbp3Zhx9uXcINtfkWirl9FuHzurleJ7LH5zB950/YSt7XKRK/FhZ2GY0xzVXcgt88ws9/bMbiN28Qo8jHK4FeVXtiQc9GCDIcx8DuVjPSYxqMqJA+tuBAVd0qSYOjyBnKGl2bEjGkCbjK7FnW37kcCVglEmHA1cJ0yazoK8OrahQHmN2titZvkC5vVdWaFXyrDgGspjzH2rVLsSAuDsQ3L9CjJVYOmYRuWi5/Zf/9jcE/78ABqhw8VC89EYcntoQfu3wkn9yCsSdO4IiYhJiqgG+6T8cXLRTknCoSenUTczYswsocRsuqVJqHy2NqsAAtADVg1R8zBm3G7DoaY/vkCD7fsRNbM8nFNw8Bwtr4bvBs9K/O3pLKMnF/9yqMunGN5Zwshcmd5mJ+Oy3tkSfhwHdjMPA9AyQGhkzEf1+2ZoBeuRSPt0xEowcxrJ1TBlM7zsCcD4NJQPq8Ke4+fljzPRakMCGy/Fxq4LsR89C7HHntn4HbO2aj24MI+syeJ2iNPWPGo2WYloJS7mP+d19hDQus+hT/Gk+n1DZ/pZZm4PF+EjX+EgOi86phwaezMbqRFjokcSx2LZ6ISUkM0BwaOhUXP28GaiaZCKzObOEFZD7Diu+mY6EGvZTI53O8+qolvamI2TUBjW6TEFB5qQDUgdV6WDZ4BrpVNuU2XIyX+1Zi4o0r9CWXAP5oWGU8fupTC+4a/hHMgErxaNNnGBYeR21VHkphSIvpmNWJeRInv7IMDf6+zL7WE6FL+x1Y/oGWwAWpcbj2x3cY8TwKYhRBzWL/w3cDe6ACMU31AasAUv+egcZXnrF0DMUwvP1cfNk6WDtGkfwO536ZhZGvE9l1OwjTBm3AmKoAxOl4fmg9xl+9gmfUZqyHhX2moWdNLQeAzFfY/MMX+J6N7lYhbBb+Gl0P9hrDitiABFSVcgT7edchGqxKCoZW1bjdnANXGTFqAquMPUjAVSH9//ymQgOsUsHx+RAJmdvmwpvoY53C230dPWdAVe2yoZyHPAKu2md8vbzAaghGfTQf01toXLEmv8Uf66diVqo6TOYprITJfeZicBVV4RgHrEKegstb5mHIS1UqAH/MGb0ao8tqEXbMZXyxYQv+zCJxXxWJhyaNVuGPTxiD2BLAqvzSKtT8+xqSVJrg7doIi4ZNzMuhFHUUPdbtwg2ZRHnYdOWXw9AuszG7mYrJYZTHqitaVJ6A9b3qwE8VzIt5iu07l2J2AvvsSIceGgJWpVe3oNWB03ipcwbzUC6kLzb274zKurhQtQGrol54sOB/0GRbyry1HyP/+BNn1OoToVpIT2wb2xkl3FR+SInC1pWz8FW6qn6J0KTKF9jcuzo8XVXWnYwk/L1qIiYkq4YAEKBZ9a+wp28luFGbUIY3Bzdh3IWzOK9iN9SoOQ8n+1eESHMZS3qNzaumY3oaOYZ5oV5wK0z8oAu61NPDW2DHKyF7tqVrT2F8bMFRAGhXTsqnRQM56N/KyfQgukOCMNpiz3c0YJVIV8An4ZtIKgw2keLimAF5jDuK2fECaYWmGQOq5lotPAgc4imEHJlnV6He3+eVnOdubu3xR9/++KCaJ0M4LJYj88E5rPhnJ5YkJtHLdxH8MKjdD1jRUQWoDL+BhdvJi5QcyMCDn6ABFg2chH413HKnUPJr/L1zDeaEP6N2Cg9lMLbNTCzuqnJLbQywKpcj/tAytDl1BS+ptvJRLXQYfh/VCaVZDnrpo+MYu3kDdrEmh3eRD7G6x2B8UkfF9k2Nx7W/f8LYm/9S4Il4+1WqsQQ3h6m42kacxIh1m/B7DgM0uiIAXeuOx7JuteCvMB8Id+qL+9i2exEmv1eEH+WjfuU52De4NrVZyBEi4/IujD6wB8fpBBMipEhH/DR8EJqWYp/4kP/+9in27tmEBRHP8Yb2rAS6f7AA6zuzl8XZGXj/NBwP49LBcwtF3Zol4GFMkKHX5zB2xQrsVSppPWwcNhUfV1Ex1BJjcOXgeoz77x6iad1F0LT5euz7mBWqqcBqSy9AloKrPy/BZw/uK3WMh1D0azEbS7uFIEsiw9vdk9DsP+OA1R8Hz0BXk4BVgpY8wZa1C7EqLY31cg5Eh8r9Ma1jc5QOYm8YCRj16g5+P/gzVr+JQByVkxCBvn3xx/iPc19LxVzCzE0bcCAzg1Kr+rrUxtgOEzCsoS/JzqS0VNzevxATHj6lrwF58EGn+jOw+H8VmeC1BoBVRF3H8u3LsC6D1MCDF68sejYZjrEtKsFXxRCXv7qDXX9vweqYN6zDgisalZ+EjUMbwZPF6+XPD2L45m1K+jQevynWD5mIdhVZcJXoXOJb/Hd8HUbfuc/2GyhRYSnODw9jOyRB+sN7uPtODJ5nMVQOKwlffbSvVlh/NYsUSxlQldur8gpbLpPTYF7GgqpMCYQiiri6FAZ7R7eCagNWqT3IE1BwNb8YYaECVolSCVm+1cKJrRYm7wxjV332sKES/VXXlyQgiEhgf+BqXmC1BMZ3+hqfN9PywOP5WczZuRm7acjS3FSm9DQcHl4bLsqL9fwAq0GYPWwFxlTSIsnMBFzb/SOGPWaiuytS1Ro/4NgAxtDNN7Aql+Lhtqn46Mk7lQ2Zj8a1F+L/7J0FeFRH18d/qzFIAiRogBDcvRQoLsWKtLi7VPAWK1qsuLZ4oQUKpcUphUJfihV3LRQIBEuCxmV332fu7ia7m924k/kenr5f9t6ZuWfOzJz5zzn/s7VjwZghcKGvOLV5Hn1vPyDApE/5i0zitOlHWAFWlTIvqnKP01HiVFIqd2vmd/2ESiaJtsJO/MjA3//kkCBFjKXECqzqwri7bR6fXLhh4hGqxJ3IKENJX3VRZnefQg+jZ4dle9aAVbv2XJzcLpoDLeodLfc2TqTdtQdmXqiQkxGdljC6cvQGHXpuL1/u2MJ26QrVWMqzbsRYGlkBeSNOrKX93r+4ZPJ03mz1WNhrMB8WFif/UC7/OIkm1x+ZJR6rVGkqf3QugdrKxaLu8g4W3ivIR5UrULywOnPgJUZOyHfIFsoCVa0vEmJmSd6qgm8sHsaxUBmVTABAxvpSTokyIrAq/DYF/37KSSW+dkjqPKc18KqmTmsZq5WEgKrGLxPeLRmCEkAXzr+/LKDT6bPclTovJzvZKeToRn57e8JC/PAOfcVzXYSBj15OhSJf8GvvuuQzS6QZyY0fvqLFVW8DTZAMJ1wo4pQPTzsF2ogAfEJe4B0ZKNl3kquCXTsujO1BMdNb2/gAq6Kbbx6yfd23DHr4NKpfdasuZF/3glHK5bN5LI3O/isBlAIyyC5zppBjXjzs1Cg0gfgF+3EnIgBjFgI7u3qs6zOU1iXNZ33E2e30+WUb+yLDJHtDjT3uSjeKZ3Mhu1JHYMgbHgX780QXFkXnlC9HZ/aO6EhB6RLdUF+YP7sXD+UL3xApPFzI2kWWgyLZ8pNPpSM87DVPQl7ySBsseRALGTk5d+HQkI4UNWLPPjf4acsivn72CoXifVZ9PorG0Z8cy8TScGPNSNreemhwKpDhiAte2fKRX62GyLeSPO5FBkblTnDN9hHr+/elloeh2sQAqzItb4/+QNfdezljqMberi5LOn9K01IqxG4lgNUP4g2sjqF1KUWCAbWQM9sYsXMLhw0mqBI1ORQ5yO/ghptKhi78Fd4hL3iqDZXGUIaSgu6dWd65LaXym+iDJgyfndNpc+6G4Zwiw4HseNjnIp+DE2rC8BV0VpEBUXJ0klVh5oAJtDDilHEBq0JOt3fz2aaf+TMiXNrP7bDHTeVGQYfsOCvlRGoCeBTwnCeG/upEf7O1ZGH/nlQ2S+QbztW1Y+l5xzuqv464UtQ5H3mUKjQRb/AN9ueRRj8vJW2VV2Nh33F8ZPRcj3zOviVfMs43FJ1dLaa3G0CbSmlHEhApgEORvCwLVTWf7waBiGRVemewhBVh7bzrfKu2gFUhG0EHoJQlLZnVOwas6jMXZPGtJmwiZu6nrfOq2vpmlUKEV6avg1hMYNWDL1pOYlgtK5uiVoPvzqnUP/+fIQRF/6XZHRuxoGMvGkRlQ40/sPrP2qn0MvNYzc343gsZYuYBGy1R//3L+OTIP1JiAmMpUWY2h3vpLcckA6vP/+PH9bOZ8NLoVSBqdWNk50WMMAECTcc44vhqGu05YuYJms21J0dHfoi70Wk1BrCq4r3inzEkbDMDH/qaUCwUZ3avyfQoHW2oPVz/ObVvvYry0nVQuuAU+cYCrIyDY/XFHX786XumP3suGeTi6rx07o8YqDzO2Cd+JhykMurXWcmmljaMIivAqszuE85N+pi81kLf7p9hxoalfBdq7onaoMo0fupYyHCciOTO5qk0v6LnmjIWtUsPjo9sRh5r4VhPrrJm8wpmvXhtApza0/Wj1SyrowRtEKfXjaP5v3q/AmNROLbmz8+6UMmUpsH4ozA0NLJor4JMsHhJh1O5gW81E3xPXJ+QBaralpAeVLWk5ohdogJTFXuW3us55SDEjAisShIRy0XKiSUudU+137NAVduilraNRI6EAFczRDIrbQhXNy/iqyvXuBgZJu3TanQGwFKGCh0a5DiQk6p5P2Rev48pbc1j7elNNm5bz/QH99DHKcnQmEBgCsFBK8FESvI4VKR3ixGM+cCCi+fqaoqv2y9xtQr/0IHdfmZ+NRsD4H2EwUuWssmwMWRzaMza3kNoUcIwad/68r+tCxl24y7e0hfoE7gbiwNyItEa7LNiTOs4lRE1rYTH67QEnt3HVwqrAwAAIABJREFUuO3b2B4WSKD0BXLUaNCn4FJgh4ZIFGST56N24TbM6dGIvM5I4bimXk66W3+zbO9vrHn2mOeSb6+5fikNSeMUqPF0qcGwdl/QoZwJaf39c8zfMEfiqpdRluWfTqe9tQgwayJ74c2enxcw6cEjHouLI8TYygiT4E0BtIKA8SQ/SXllFvaYQNfyJoaf1o/fvv2CT1+EoSM3n7f8hokNcut3jjdP+Gv913R+JGBqJzo2Wsay5gbE3Hsv7Zau5YShT2qnThwe1ZECDnrwx39DH2rcCkCAgxWLjObnAdWwNwxh4J/zaPLXKcnzU6WqybJ+o2hcWIDOCacsCTy5hW+PHuXwGz9eGmRvqg8SjazkkZ2NigXb8WWrNlQqZGUDCHrM/h9XsPzhbe6jkZJoydGZ2PkyBPSrRYW7XUV61urBgCYe0dFFEf4c/H4Cw5/6S+/kzT+SA18Y6BZMxk13+xCTt25mT4jgExY6p5A0VhCmKaT/Ezon4PkcVCzQirEtW1KpiBhRC8pR/wf8vm0R33r74IOIxJAhzG59BgkBDEOEYdwV8srM7DqW9qY6F/aAdbNHMyNEPF+aCW1G0Of9XGlCnyjZORpNIhMiJ3IhzyivxZWsKh7fIfYroWXvarEFrOotZJFTR4FSHkuekjgE9+4Bq9JipKcEyEpm9a5Oq+jvFu70cURUmglJ8gBKZ8msEgSsiq+58QutNu2yyCqfn/5NJjK2vjGFacoBq0/3LKL98bNmSaXKV5zH7131/EZJBVYjzu2k77ZtHDEbueqsHzqcRibRX2Y/391N29VbOW/yR0eHpvzQqzu1jPxYMYBVJ1pVn8Ao7c90PX81mtsTNe0af8eyxkbjPYzDc/rT86URmCzO121bkfP6ISbeuWoASfUNx+qxevcAfdb+aAgxE08XYUidfvSP+JnGp65HeWSIXwoUm86Z/sarc4t5nlBgFQ3X146k6R1TflglZfN1ZImgHBAJdHUB/D73Mwa8ND2eyqlebjwbO5fG3hpgqwnk3MZZ9L5l7ilcpepSDnVykzxWL/04lVbXH1gk/MpOA6/2jKlXi2oFHZHbCVfyzLuWGSkB3gUAKItX1bYe63lVhcdqwr0UBKiqli4EUw5BzKjAqpC4XKYzJLNKOfmk3QolQin1vKpZJaYEjF7gCZ9V+rokvtUUnlvJNm66CF6c/pstFy9z3P81EZH+XA54CapClMuWjZw5y9C6wvs0qlCQbLEx6Lx6ye3Th1h5+jIPZOE8euPNPZH5FVcquubFTZadCiXq8En1qpT2MqEJMH7Is7/pNn8tRyLDcFAWYdbQ2XSw6ZGpwef3bcw7fZKzIaE4uZSnXYPeDKll4kob+Ia7Jw+x6uI17gc950rAc+nSWi3LQw1XN5yUahyU7rRq3J22VWL3wou8c43df//O776BvInQoA17xtmQYHI4elHCTo6za3HqlK1H+1qFUdvpKVmsho76Pef6+aNsuXaD+8HPuf72Gb7iOlzmRiXn3ORUu1HKoxyt6zSgdCELA+n1M07uXcfEK5e4qS3BkoQAq0LGr/25fvIP1ly/x8uwMCII5v7rh/jL81PdJQf2SjX2ysJ0aNGJBqUtb73DuPPrAsbdCMA+Zw2GNm3Be8aQ8shQfI7tY8mJczzQuNHlk6G0K2cwviL92TF3EQcc8uEY9piwMsP5tlk0Mq87tZz+R1+SLbsXdUs355P60RQT2puHmLLjb3zt3CjrWZkOH9YljzRMMpG0O8Geqzx/wpULR9l14xYPw15yN+CJBNoKcLJs9ty4KvPxQZUP+ahacbOw+xjzLDiY51dOcfDqaU6/DOB1kA9XI4KJQEkutSclnZzIk78WXWrUpFxRRz2tRlTR8OzgXn799yo3AgPJW+FzJrbwsLoDa+9fZefBA5wKCiYoMoK3gQ+4FKHAy7kAudBhb5eTUqU+onftkjgb5qU+iZ5ozGTlevOSf08dYOPNuzwJDkErC+LemycEKgpSydkZO6U92dXFade0FTVKWjCr6oK4+dtSJl24xGVZOb5uNZge77ulOrAqzJtwrUaKzMkqMSWg1WjQBz4mTUDvMrgaG7AqrToGvlVFIvlW30lgVTKkBd+qQobsXSSvy1qtoiQggNWELk/SIVWRfpJZJRhYfXWbVUunMUefBDWq1Kj0LZs6GOOBkgKs5mJc3yV8ao0K4NVD9mxazKhHz0w8G5U0qbOEda30FkNSgVW/PXOoc/yyGWCpcOrIgc/aUNIWZ5DvMfrOX8GfpgKRlWZym6H0r2kAm2MAq650rD2BMc5nmHdgWxTPl6iiVMkpHOpRHJm49Hp2g4UrZjIv1KBp8jrsHN0J+cGVdL501Qw0jA1Y1Z5YTpU9J6N4oUq4teCbNp/wQcAm6vxy0MwDOFeunvwx4EPyW5Kmis4lGFgFzT+rqb3rSBR/lqgmu111ZnUdRjsRUqfzY/Wk4UzRU5QZSlFGfPg5Q+vltskR+njnLFqfvmbmuVu6yEgODq6Ok0zH072rGHzsCMesTlInquaoSNNilWlYqiwViuVAJajEMjF+YExmlRmXcDHEicAMM6MoYnyTkI0wpkV4XGLxMcG3KsBVfUn+SZKRgVVxSBF0CZmTe0xmOKQm/5hnhsknUQDonboSXTJUMivxlTodIY/8ePEqiFCdDplcgZOrO7nFRWVC5PD0Fb4vXxMQYbSjZcgU9uTImZucBRRRoarioGouXy2vrj/iVYQWuSobhcu4xw7ghEcS8uAJz0Mi0ciUOOTKR/4CVm5Tg0J5fe85L4W3mzSmMmRqJ9xyuuGSN4EeWgEB+D5+TVBopMTzKJMpcHLJQe6CzpJdJ9bjcFugqqkmhYTx9v4zXkYYEs0IbzF7F/Lmzom9Sf5NS+XTPXvM2b3z6HTLiQVDp9OuUCLUU6Ml9P5z/ENCCZfOOqLt7ORyy0X2XHEMtABvbIlM2qyt/C4oH4UXpxZCDGHcZrR7Ri8Wa03b+E30OXYCrVjkEhDC28fPJT3TJ5WXI1c7kzsO2cfcgCMJe+zP89chUnZ60SeBITi75ydHnjhu9W3Jylq3AwJ44/ua18ERiAgDmdB1x+y4F3bFlgOd1fmq1RLy4DmvgqPHXengTE73XDhZOxMY+xIYzM0dk+nyX34mturHJ9WMjjaJ0L1EviJ4VSOzDMGY0jMk147UapKKqUbZgO8q32pcwKoQkIhEUctVieJbfWeBVYldRSGXsj4mlag2ketH1mtpLAGxQSa2iEOYOp3wrSYYWA1+xcVN4+jwwJRRFNQ5hnF19Hvo786TAqzaM2LIWkZ6Gkm2DFIOCcP78HqGnTjBBW108JiLujIjPx5O38p61/ukAas6Hv0yhbrn75qFg+Ut/CV/9KhELjO+MJPRf3mFqXO/ZY2ZBaeiXb1ZLDFkCsUKsNql7iQmFXrGkZPbmHjvfhRAWChPb7b2akKhnBB6egdf7PqV3411q/vxaFpDwg7MpsL/4gmshodyddPXtLz91BCy6EDjCqP4vkNpHMOuMGr6t2wx+RwHu9os6DCA1kZvAlNFTwSwyr/HGLpuRXRSBKm+IszsPo1egstV94K1k4YyyRRYlb/HmkGf08TSG8OkL092zeajU1fNgNWi+fqwrVtTPHOD7sEZJq9ZxDJDdmFb81Uu8sAq8lO/WBMG16tHlWJWU8Emdrqnm/cEqKYHgDJXyfJUjX08hVdURDIcNgTfquAKTxKKZKOrGR1YFZ+lTGc0P8kxy7W6zLZaJIdU9HUkhlfV9h4klyhbUtIrPPm+PHVqiuIAFABnJkpsIfRGgKp6PD4hSHQC5B7sz8mtCxh0Iy/rJw6laupjXAnobPSjIqIiVKNDY3BaSRBQb7VFPR1AosHVRH1FxnkpBiVAUroeEc6dLV/R5r8yrOndn1qeqbt3CJ0Jl9wxJRQ8KV+S+d7V6YiQMpYmHreIKRQZqkR6ZWZkAccHWNUn+lKgViScEuAdBlb1t5lKuRylcOXImsMZeZ4koO/6RUlELSVleRLqIpJeCM/VlDmmxv+TEgysBvhzYcvXdLQAVrPlHsH5YdWSAVgFj5ztGFZEydvwSGmeKeSBnL1xlP+F60njTUuRfH3Z2LORBEKKkjRgVcOFJQNp81gwFEUXAaz+3q0S7rbC217fYfWSKUzTk5dGlarlJ/Nr9xL6RKA2gNWppTU8vbyFXqfO88DwZq5sjZnXtTdNvcB781g+uOITZRh6FR3DXwPK47/rW+r+E09g9dltNmxcxAT/twa9zcGAlvOYUsceInz5bdl0Rj9/YcKbq6ZtnTksb2mFiDQxwOqj6yxcOZN5pmRVyGhYbxU/NXeEZ+eYuHQh60yYAGSqOqwfMJj6sSVdOL+K6r/+LYXI6YuMom5tmduuHfVKqJBpgzm2fCSdH74x426NbXY4ywtQq3R3VnSuhLNFtFP8Z1X6fNLghCOFLWcmuzMJd1zpc6CSsVfiEC88OJJDRhKVjVyfGTa5S8YGVo2rT+ZKZiWxOybWxTm5FSSd1Sfmk9GZLDm6pgc4on2eMxOQmFT5SABrJgFX9TzXAuhL/jU0Ss66VxxePpY+j3LQt84IprTKk9QhSJX3xTCHabVEaISHb3I2qfdaTcqZLTl7k97qShZwVRfEjV8WMve/IGRlRrGureD4Sr0iAHkBqmaNsRWZR/Gqit+SV0L6ZFapC6CnnlZZbyl+wKr+PCq4VgXnakKWs3cbWDUYQkqlAH4SIra0Vous9pMigcSE/1trT2iMAOXTOplVgoHVt35c2DoxBrDqnGckZ4ZW1YOISfJYTcjoOPBR7Vl81zoaAEwasBrJ6UUDaP803KwTcQKrr24wb/4MFpuFskP50uPZ2assEj73+C4/rp7M+CjM1hXhsTrjPVcU3r/SctvvXItqNReDW89lYi0tu6b159MoNDkvnzebyLj6rrzeN5vqx+IHrGoubqfT1t/4J6r+CvwwbAxNBS2tLpz7u1fQ75/T3Db56ux5vuTmiEoxN4REAau3+G7VN8wwk4+MurW/Z3Or7OD9DxPWLGODCfAqU9Vjw4CB1IsNWL20lppb/5Iy+kYVRW02du9Hk7L2iCQPPLzMyq2rmOr30iRBV+w6JiM3LUp0YUHX93G3yJuREO1Mt8+KhDuZxBbK8la1rWV6XtXkAVWNrUjJrASVjfSH5LN7MgOwKg4twhQU/9L+yjRpq4+U+CULVLUqRLHmpARQo+c91PswZgGrNqzm5FtykjZBEvG2WI8jDf9SzFNV6lcQPv+c5bisEp1ruCbnMp2Ir47fKwI8F7IJ0xNAJnvRe61mYOVJdomYV5h0cFVLwPm/uGr/PrVKZ0vVsCgBqkZo9XQNWcVCAsL+0woP8JSZV6K1d41vNf7Aqj4iQSVXRSWojM++/s4Dq0JsQqlUSn0YT1bJ3BIQm38yRFRGCUlsZnZKuSHxRdrILsHAqg2P1dQHVmUUcPmQxb16UMMkqVTSgNUITi0YQIfn5ghpnMCq/2mGzV3CdoshLF9mAjt7lkEtDks+//Lj6ikxgNXZDfKgDDzFp/OXssvk/YKFRnG0h5LxM77lZ8PfHRya8FPvntQsLCdg/2yq/B0/YPXpLxOoceFBVObi7M4dOTiiDYUM+bF0V3fRbdMv/G3SvsyuI5cmt8HNcl1LDLDqc5vvVk6zAFahTu0V/NwqO7rHZ5i0YjE/JAJYfX/rXyaJv0CurMuGbr2pV0qNo0J4AMng7mkW7t3D1if/cSfe08yDIfWGMa2FR5rOz3h3N0EPCl484XmYoJfS5cNZxrT1YRH7lABVhcdqshUDl6SwedTJHLacWYBVIWsxr/R37Rl1ggle1Yza92TTdpsVJScFgGUjGY5vNeXFbdFCxo0QFJ6qIoGgPlI5a34ZB1aIRPB/h2sE/2hybljRqqOvNQl8q6mu56nfoCBNyGh6KeycSK1W+qcf4qx5Zao50oVFpGlS4GTWK4NNqOdbfTdAsIQAq/pVR0Qnq6PA1bhGIAtYNUhIEFGrhQtQppjTSWTij0trMuTv+m05JS59xFJkp9KHgKWF+iQcWPXl5E/j6fk4xGwkc+QbzanPKycLFUDcKiInG0UY3XkS/QzcqsZ3kgasarmyfBAtH5oTDsQJrD77H90WruGoRcffqziVX7oWQyEMaZ87/LgmJrA6p2ke5Dznp1mjGRtkcqsoK8O0Ws5sPHGKfw31Zs81iPND6+JkB6/2zea9eHmsBnFo3mf08jeCxTlpU3EI8zuWwcGYTDbgKuNnzmaDqU2rqMn6AUNo4mmRcTYxwKr3BaasmM9qM5tZQYtGK1nV2AHNmxvMnjeD702pApR12DAwdioA3envqb7zuCEhl15IXm5tmdmmHTWLKSVdtDdyGfv7cfX0ARafOsGpsECemLHoWtc4B3U9to8cTI3oBLRxq2YGeiKjJ7PKAlVtK1uE8FIwhCsnu0rq9JQAycm3mjmA1WhJZ0wuY31iFV0Wr6rNKZNic8qkRemIajAGMxrQkexrjUmF0eaDMaN5SraWvHVLnqoShVhaWPnJ+y3JVZuRQ1dYvWGRYr9KbgqAmD0VF0ZZd0a2RzAjBd/qk3LqEAmrsqZVzDEV80sj6BGS0xsslskvKAFS1hM/uVaepNWTUGBVtCb4VlVyZbwuLrKAVeP4SDyQclTKzLBpZgGrVpaoJPOqxjaVhYeL8FxNC+1JMLD6+j5bvp/I14HmN8sFi0zkr/6lDN+QlORVtiSlwkXULstG4Ry1GduuPXVKxCSGThqwCi9/X0Cdv8/z1qQb7gVHcaBXFdxtJa96coRei1fzl1nX7enYYCYLmuWVsujKHt9hgxWP1Tkf5kEuD+Pa5sV8dvUyd6PqUFJIqeBxZFiUp6lb0W+5PMBDesJ392xqn4yHx+qzWyxfPYuZQUbUMj8DGwxjfCMPVEbxaX1ZOWkE08w4UAvyWaORjG+S23xAEgGs6i78TNNf9nLDrKZizO4xmS6lxdWCH2unDGeaKQODvBor+n9B8yK2yb8f75xF69PXzJJXeebuworOrSidT4hdJ2UyV8tNLi7evObexX/47fIZDjx/jHdkEG/Q2oBZszGwzXfMrh1H5tak7dNp97ZIZpVB+VazQFXbaiPxqmp1KZqwQ6KyEeBqMnmIZDZgVSbTSVy0abGnJ2VBEeH/WeCPdQkmN6+qrXEy5VvNAlbNpRR1OkmmdScpcyW+7+rXY2MCpYy2IsT3KxP+nOSfKiXy0kn7VWoUI3WQLgPpT2rIJQrKyEBOnwKIj9RoU9TOSU3ZJ2tbUbyqqTOvRN/1fKtp5SKWrNKLtbLEAKuiQpVMiUIh+FZj3wOygFUT8QsDSKmQo8gM8ZWpp6MZoqXk4lWN7WNVCiQAKLVLgoHVZycYtvQ79pl1VEHj9+ez4iMj12nSgNXsjk0YVsw0jakcR3tH8uUtRsWSRXB3s70wJRVYfXt4JQ0PHuW56dx2+Jg/vviEMrlsjI7fUbrPW2kWSq9SVmbqR4PoVcOAxtoAVuc2yyPRiISc+Y3B27dzyKYCONCt6WLmNHSS2KJ8ds6hwam4gdWQUzsYvXc7O6WMkPoiR4GLzJU8KjVqbTDPIwPwI6aBkr/QCP4eXA1HU7VMBLAafmgO5Q5dxjS3l7vD+0zu/DmtiovonbfsmPkZwwNMjYAifNboM0Y1zCdlsrdWrAGrJYuMZOfAqghqVAGsCk0RXqtGkMNMcyK0RD6+y8Gje1l0/RznBdWHWUM56NdkFnOb2MpaltqzNXnby6jJrLJ4VW3rgcQ3JjggU8GeFt4tKhEClgxh75kNWJUOGtLFhRGmzAiAip5XNRVUJ3kXslSoTeJoTCkPcCv9N/KtCtqNrBJTAvq9K/3LRvQzXEsUJUtch+p3aayFtSXC/0V0RWoVo/OeAFZTr9XU+rrkaScjUAJk8arGMtYSr6pW8uZN7fIu8K0mFlgVu5XEtxpHMqssYNVCa8VGLygBBH9dxitZnqrWzDfpoJEKrvQS36pICiJPXdMrocCq5uR31N13wgx4RFaWb9qPokslYxr1pACr9vRot4bJlWT69KkSJZUMuUKO2l6ggrFvFkkFVjVXDzJ88wZ2mnJ9y2qzaein1M1vY1Zf2kLLn/dwxeRnZ6cmfN+5O/WLGzwubQCr81oYMrb6XWDCwvmst8ExLlfWZFXPT2leQqCMWh7tnEPDOIFVLf9tnkjjKw8wT8cVz9VJ1pjj0/pQxNRhM6HAqjaUUytG8snDNyaNKinv0Y0lXZriJYXZR3D1h0l0/fehmadwhTLj2NqlHI7WnFYjXvPPT9/S785DM8C2Yvlv2d1V79VrLHpwVaZPZmWt6LS8OL6d0b9vZ5cZKaU7g5pMZVaTHPEUWMZ8TJxPpYQ7GWDbygJVY9exMOGpmor2tLiwUJmxICVOiTIjsCpGSsyr9H/XLjzH5FmeqrFMrdSgALBs3si3Kv6eEUDE1Nz99Feg8nS/ZwkTVtAAZMUqR2uHNHaGJF4ik7vYr1Lb9pAS0KV2o6k5QZLYlt5rPomVpNDrYjqJ8H/hsZpVTCRggHCiQNU0kk9m51tNLLBq3McFJYCgBrBVsoBVK5KREjsI98N0uijZQBYMf85QnU7xNVUCVFPVS0FPCRCdVTjFP5EEAavBLzixaQb9Hjw3C53OlasHO3o3I38UF2VSgNWcjOu/lH5FTA0x/f8WnH5xhS4nFVjl1VN2rJvCUN9AE+G7M6LjAkZWteY6qePZ7gW0OXHBLDu9s2tXDg1tSQFjVvm4gFXtC7bOHMZIC4oFYyeKewxma4865JGcJ+MJrGr8+eXbEYx4m9iMkKVZM+JrmhuwX6kvCQVW7xxnysZVrA4zJVBX0aj6TNZ9HI1Uv/17M8MP7uOwSVftc/Tm2PAm5FZbmQc+F1i2eTULXr2NokoARzo0Xcq8BgKBFxkRNET6v+GJ9x1uBGejfIlylCpkY42L8GPnkrH0fW7Kr+vGwCbTmJ3JgVWJYcMsm3nKrzuJbSE1QcPE9jGt3hPhlOIQn9rHDRH+JcBVfUmcDZFZgVXh/SMuS1M/FiVhWqhPVpW4sUtYSxnv6bQAVaNnk+AT1SfJzSomNqERNBC8fulUNEJvhLeqHu9Ip51MA6US5yo9r6oAx9IOwBMOG4m1jNNAbKncpC7drjmSnaPVprqdk8oDkPDmhO2nE4m8pP+R8PeT6w1BjSmcoTLpmpcUYFWIWC6TS3yr4r/WShawakMRBY+CUpHxCNaTa15lhnqkdSlGaHDKf5kADiWv51Q65sQEVvPzaYspjKwtQs7NS9iJH+j8+yGumv1ZznuV57C5fT6TvyYFWM3NVz0WMrCUdVkLcFUwJtgyU60Cq+oW/D6iG+XjmYToyZZx1Lr40ASwk1Gt3DS2dfFCaek9+fYRv21YxHifZ5hCcgWLfM0/g0pH9zMuYJVIbqz7imb/PjdpN/p4VaPqfLZ3MCKc8QRWfc8yZuEiNiZ6j83HZ82/Znxd12iBWwFWUXfgytS25IoxKOFc2zCFTje9eW02nPkY330eg8qa/PH5ZeZ9P5elYaadrcyaL0bTxIqncOj/ltL84CnumVTh7liTb7p/TnMByj97yNEjB9hx/1+OvX2CHy60qjqGHzoVkUCOGF3VBXF0+SjamnnW5mBgsznMbpgt5Sd+GrZgpAQQFzrpOdgiC1S1rSQif0NEGuxXokdiLglwNSnJrDIrsGqUj5QozgCxpOFUt2haD/mIqBzpv+mnY+mmJ2LNSWvwRSbTU9lklZgSSK+UAAIwFN6q0d6YWeNnHD0Rxh0amT64MbVZ657NZSU9eq1KvKpavZdzVom5nWs0GsT8Svui51vNjBdKSQVWxdgIj1WlBK7G3BdkB67ujxcHtHt2I/di2g93avVAqRSCE65AqdViVjvJJwFdiiariqufApQXWZdTA1yNCay60qXBdKbWy4HcJAQ84sYxZvyyko2CwM+k5HSszYwen9KkkOlfUwZYNZJVCO8oW3S01j1Wm/PH6O6UdRVejFakL5A208ujSxtp9PN+/jV51E5VnXm9htO2uMX7N7bRfMMurpkcS9VyT3o0n8i0OgbPSfFKnMAqvPrrJ0YcPsifAiUxKwo+abOBJTWNi0l8gFUdAad+ZcjOnfzPpC57HMmtcsZFXP4Y/64L501EIL7aEEz9dEFFVc9+rO1VB3cHw8PWgFVFay7P6ISbUTVEN7XheO9fy+Bjx80oEkBNJY/urO7fiNxG5gip6hCOLBhCL78Ik94qqVrsc9Z0rU5OY/vi16DX7F46lC/emHrBKqhWagwbu5XFQXzYhW103LaT06a12Tdh68Be1PNQxPQge3CB6evmsyDUVPZujOm8mDFV0ru/WVwrSjx/NwCr6RFczaIAsD2G4pAhEoCkpTktdEYY0tFh7wkzfDIzsCpGTs+3mv7MwSxPVdvzSqw5pjtMPFfRFHlMeLfIhHefVqZ3gTTaLPGZZpKTQDy6FZvBaVpHfLZD4/MpbMRKUWXiAJ9Q4NnUVomHaKIeiQtll+udxYSnqgDtbJaEMq8JRTS+Y/VmOJ4fIeoRNrCIRBX/4qM/8aw6rseMlGph4SKYSKtvPz66ZKtiIQ8xHuK/Cf0WgywluyK5+VaN/UqMnOMzV+Mrs7h01SjXWOaoGbiaXLpjOm6iAdtR0WYjH4NXVdRjnBfG8U9FfY5L31P1d7FXSaCqaDU+i33K9y6z8q0mB7Aq0B2FXCF5rloW2a6L+3X2qrjX5ncRWBVSsVMppMQ0WSVjSUAYAGl96aMWnJCpwLcaE1iVUzJfVz4vnYe8jkp0Yb5cuXeWX/67ZgY06kdURsUy09jSySs6w7z095QDVkXt4oAqea4azhim2mUVWCUXtfJUpoazjsCImEclmUKFY94WjGqdW1/Vy//YtHYOY/3NYUZ7+8as/6QN1Yu6oiIS/ytHWPrHZn4INQUDwS1XT/b2/5CCptSc8QAuRRVDAAAgAElEQVRWNTeP8s3WtawOtUR/y/HdoHG0iaJHiAewqgnk/OZlDL9+NdqrU9mEP77oTnl3w2Ju3H8Nhrr/7lnUOnnNjLMUeR22jxxMDTeDlK0Bq+Smf6M+fOQgwnNkRAb4cOHOUVY98cE/xtTPyeDWsxlXM6ZHdMTJdfTce5iTJnaBHbloUrYn4xtVpoCbjEg/b/536FcW3bzENbO6VXT6aB1zahkW3BdnGTFvEdstninqXJuhDdrRoUJu7EUXNBrCn1zh+80rWfTqDaZMsDlU7/PjqGHUjqenc8Za5az3Nj3yreqDBxJ6Es0MoxH3NwhDWniqpgcPDimZVVTYe8JOOJkbWNUvaGJu6bPmpo+iv6zIMlBtjYaeGzMdlKfe/HXsNBdf+nD60Q3+0zrh7pifCnm9qOJRgaY1ypDbuD+bdlcTwdu73tx89jbeXrcyOzeKFy5IrnzRl7i+l+7g8yaIMEPdKgcX3IsVpbC1fVETyatzV7kdGn3RI9XpWZBceaN1P8L7MXcf+PIGFbkLFMaraPbog+SD+9x8+prX4aDKWZgKxXKiNr1YNflG3Z2LnH6iRSu8egtWpoZXHPNLE8KDy/fxCwglEiXZnXNRplKBOCM1tNcvcsZfnAtiUwpxc+KAe/6CFCiSzWqMu/bxIy7e80ODGhcXD0pWELf9NsrrN/jcuMCByxe58NqXBwG+vFQWon6hMlTxKEfdyqXIkyce8/elP/9e/IfDd+9yyfcB14M15HR0o5BzPqqWqEXzauXI657C69LTh5w9d5Ld//3H/TfPeRAUgmvO8tQuWIzKpWpQq4wrVjCGmIKJ1BDy3y1OXT3LMZ/73Hz9DB/cqVWgOCVzelGrcnVKeZk4NFjW8OYNj67dw1cnQ2XvhGf54mRXyxBO+9ZGNuLSJa4G6XB2L4Knl2vMiDXT+v0fceXcaf5+6MOjVz7cDAzBwcENj+y5KVvkfRpXqUTh/DZQxPBw3ty6zn9v9TQJsRWZzBGPIkXJk980+UH0G7rnz7h19ynB8YxgkcntcXEuSLFyhkS7po2HBvDk3N/svH6dq/5P8QkJx94hFwWy56ZMsXq0rV2BvLGosGlV2of3OXfxAhf9n3LtyVWuhjtSOHtuCrkU5YPyNalXqSD2Ruo0CwHoLysMwGHgc26cOMLu2ze48cYf/wjI5exJqRx5KFqoKvWqliXfO2SzC8XVanVodIJ3JL1sWvoBzIx8q8kBrEr2IHpKAIWFl5hs69l9Oie1nLgoRd9NYFVPOJ9xk1mlA4MyDbqQHkBV/aQDAa4qUhhcjQmsxl/oatUHrP10CDUNeGT0mykDrBrrly6o5fpDqky4cZgU68Bq3N9k79Cd81Oa42x4NPToalrsO8Idi1edZDkp5uSMnTYMvxB/7uvMQVUZhZnUbQYDy1sYqvEAVgl/ws8LxjP6tXmdBdx7sKVfM7yiDJh4AKuh91k082vmmmStyus5kfODbXAsCIzx8j4+27KZPWYizcnorksZUcEgCKvAatzy1T8hp5znMH4ZUA0na+eBV4/5dc0kRr0MNatQiT15Ve4Uc5DzIuQVjyPe8tKiyfxuPfjt02bkjzqARXB9/SQ63zZPiCX64CzLRn77PBQRt4KaAB4E+uGtDTWjcoDstKn2FSvbF0Mdj7NLfCWQ7p8z8K2ml4Q7elA13UstTToo5CLAn8h0JCABrtpJLs8JO6hnbmA1Wj3EviVlXU6gfJJXwfQuj3pv1axiTQJpyasa1R9dOP9tX0yXM7d4qwkwTxhqeEhGLmrkLEvXul3oXTe3uVb53mfn1qUMve/Nq3gNs4zsysp83Woggz9w10cFvbrDih/Ws/7xHW7qNIj2SigieJn3c26PqhrT2ezOn/RfsYptuuhQb0dFJSa3/pQhH+TS86GGBXBjz2oGnjzDfex4v8wQlrV/n3ySfaPFe9tyvrpwjgvhMuydytKr7kBGN5bI5S2KhhOze9LWN5RQFLjn/5p7X1aM9Us1p3+k3Z6z+IaHo0FBNrtc9OkyjZ5lYpsLweyc3I9+b8PiSAIqw1XhRm65HC+PD/m0eRve9zI3Hp5sn0bTk7fQyXJSvXBLZvRtHs3Db+y5Johrvyzg8yveBGtCCdAG8cLiq1RyVwrKnalffTDjGpfGxZp4xDt3/2bCunX8HqHlmS7QwgNbTU6ZGhd7T+pW6Ma0tqVwsI7VxUt7rD4UFsDN3zez6OIpTgaHEEwYAWYPysgjz4GLU1WGtuxBi4o2kDWhGXfPse7gHnY/9ua5Nhi/GBBkdjwUaooV/IgvPmxOZU8rIOa1XQzYtJ1/VdlQagJx9vqcH3tUJ5vaCt+q7gWbpgxjcXgkBQv2Zs4nzShqmm/A+B1v/Ll5Yh+rzxzhXLiGF7ogCz1Rk0umwk5VgBpF2zGu/XvksPzMN7dYs2wqCwPD40w06yR3J58cihTrxoQ2dShgAWy+PbSITw4f40E8R82OPHzg+THTejYmt8kFhvbWMZbuWMevARG81oVgbpXLccGRbI7l6FGzPT3qFsHeLALNpPFXTzlzcBPfXrmJr/YNT2LYK3bkkjmQ37k0LWt0pk99DwOtUHQdERodGm0kb87+wYr/7WB/QDCvicD8pKTATWaPzK4yX3zYnXZVc2Z+xzaDLCMija7b8Rz0VHwss4GryQWsiiEw8q1KpAmGS3fZlrP7dOIAJsBVPb+W9fKuAqtCGsLdV6nM4ltNxXmcpKbEzU968Y0Sc0ulSNlkVokFVmWysnzdZii9qlvjn0xZYNU4wOKQapnMKrHAKqp2nJ/WntzGdSzwCfs2LGL0w8cW4fGxqVd2mpX/lEXtK5Dd0siID7CKlltrvqDRXVNGUida15jIko8KmngFxwNYfXSY7svXmdAAuNK50SzmNzFCx1a+w+8+G3+YwZiXISY/2tO2/gKWNzNY7okGVmWULPQpW/vWIoctA0yAu2c28vGO/VxKwCyWySoxr/tw2pexOBU8v8n3a2YzO9Aa/0PsDdjZteTQl90pG4u4EtDFDPNoVLShwSM8rTueHjwx01oG1tqXouCkjNNpSwFg2Tcpsk9KZpUw0O5dAVaFX5S4LE3ru5osCgDbszo98KqK3vntns3HRy+a0QxZ67UcOXkdqjC83SiGVDPJ9PjgKvNXTWGKCSIiSHBiBh/qa5Vhh7tDFUY27UG/uu56ENTnNOOXzWVpuPntlkzdlguTelDMFCDSReCzbxlt/zrObbOOOtKl8QyWNy2kt2He+nJy40Sa3fWXbO1srn04MqAVJQVNvy6Es2vG0+rmw6iLTjuHNhz5siflYnjGBbN9Ug96GQKLVC5DeT65PiqbS08YF1aOpPGtpyaAjJKG1eexq6sZl5W5mHX+fD9mIF+ZoDhKgxz1kds6Ion2NNRfK6nxyt+bzb2a45nLWJ2O+5vG0ODiHenbnJzasWtoTypE/S4qC+Xy+gkMuH7PAIzJcEBOBBqrLFZ2uPKeVye++bgZZfJaaMeTU4z/bjk/hQZK3saiX6ajqESNgnDpN5WsMJ2rDGFWp5LJd5Ec+oLjm1cy/eYFrug0EpDtjMYsKsi0xzJ5dZb0+YqWxWIOYMTlP5j7x062vvaPssdt3bfKUJHfpSlTW3ehYRlz71Xdhc103Lad84aG5TJPutQbw7Sm7gavVZO2Ix8wf9IoVgi2CVULtvTpTZUiFmCt3222/PoTPz68wwMio8bIsm9G2Stxp2Hx7kzt9AFupkFbLy8zf/E0Vpg4Qoh5LSxao46JeDDzeDs5ZYuOY0vfKtibbCgv9k6nxYmLUc4HYrcRJrd1T1gVrkoPPvBqzbhuH+BqXD5eXmPp0jmsDg3C9DRgHC/RMwciCELoZxG6fvApY1oWMaECMjzpf5c9v65g5oMH+NoIUbdHQSRCP+Rkk+WmfKlBrOlRATvDNwle1QiNlshbh/hmywb2RIoLDgWOaMyj66J0XEZ2eVkGfvgZfWqbTq70aMkloU8G20+j0cbhSZ+ENpLlVUERlXmSWSUnsCrEK/hWheeqGbAqfhBGtKNaEKxbX+reXWBVv0grFXIUWcmskmWKplQl6cVT1fL7BHhop0i5/Hr/rR3Mh/fM75DjkrGrfTWG1BY3i/lscJ1GcmvzZNpff2Byy6mkVvlJbOhcNNqrQveGYyu/pu+jlyZbbg5GdF/GZ6Xj6oXeUJTAVROjIvTKXwzftJZ9cb9u/oT6Y85P/SQaWBW/PjnHtO9W8FOE5W2ttcodKJujEbN6dqGqaR4v46NP7rDph2/4KsBoGjnSptZ0vmttfgUetH82Nf6+auJh4srwzsv4spKpsanl8c451D911czLskyJMWztUIGc2SH02Fpa7vuLW4b2nR0bsqRLH5oUj+1Ir+X6yk9pet9UH9TUKjWMVe0rkUNg6Fpf1kwZwWQTAzB2UctwwoXKJXqy6JMauMcFVOo0vDq8hk6Hj1oczqy3ohCGcZXeTP64uNUDQdDR9Qw/9Dd/RoTHm3nITlmF6W0+pV+NmHQFCVWrDPt8OuBbzQJVbWuPRAGgjTtsMC30T6xUgsZGKS1Z8QNY3yVg1bhv6SUTP/kk5ziKZFXCZzarxJSAxKuaHm7WX95nxZJxjAsUcIgMN7uqDG/YnPdUwtNSiSIyCL8nx5hx6QK3pdFUU9xrJEc+r44R69Tdv8Ks76cyy3CvqMrWnPm1P6C6cyhvwqxcNsqUqJ3yUqZYXpyMIKb3P4xbOo9lFqiMQlmLdT0/5+NyJrekYb7sXj6BHj4vLUAcBR81nssPjQtjJ4Cb1884seErmnkHSQOgcOrFqcEfUaqADLRBnFrzJU1uPTcZHGdalBvGup6VcDJDhYP4fXofOr3U21TZc4/i/tha2Andtqbe/51gyg9LmR9kbrzky9mBzf26UM1KkkypYt0LNkwcwOf67iJT1GZLt1bkfRtAiOBS1UQQFPCMqz63OPb4FmfCAgyAjz0Nqi9gayejQajj4a/f0OrURZ6Jeuzasn9YL6pERXxp8Tu4mj4H/+CMXjK4qYrzUela1PUoRG5lpD4b+qsrrD9/gmOhrwzgWTbKlhzLoQFloy9sIsN5umsG9f+5ItmSDrLcfFiuFyNLZeNNaCQKZTi+z+6x78JudoWFEYEcJ1l1vvtiLM1iwZjjvWboIvE9sIKuh/7iqoEENY/T+wwsV4VSeVxRa7VotBruXP6Z+Y+NHtUKSuTpxHd9P8bL1E70Ps/3Py9h8Ru9J6gAk0vnqECzMrWpnkMmgW66MG/+vHiUP1495qkERirJn/0jlvfrSsU80cqgu7yDQVs2ccjkQ7I5tWXjgO6Uz2MEMQ3PR3iz4ptRzBd5JeSN2dpvAFW8TBQw7C1Xfv2WAdduSeOgxI589l58ULQe7bzc0Gh0yJWh3Ln+P/Y8/JdrEYGSXthTmF6NxzKyfm7kRpz25XVWfz+NOVFOABWZ3bUzpd6+JVjSsUjCg3258/Q6h+9f4IwxD4OsNKNafsXg2tECe3lgEV2OHDNQgHnRq0ZvuhfS4h8UZsUGliNXueBRoBB5ChocE7RheO9dwoB/TnFf4Dvk5oMiLRhcqTDysEh0Snj55BoHruxjR7h+HbFX1mTlF6P5wOw4E8mtDaPod9NH0ncB7xZ0KEvrik2pmVOGXK5EFfmae0+vsv/mWU6HBxnmjQd9649hfLP8er5ijQZdxCtOrf+agd56P2VHVTUGV6xBhbwuyCN1KFRyvK/vYsO969J6KIqrU0tWDelFmXhSFcRbt9PLg1G8quk/pEt4ZOppkDK+3ZHcwKrEtyrAVYV+bZE8Vo06Zq+UIf5Zc1R4d4FVg3Rkgi5BJoGraVvSg8WYthKwYkrrbSfBN5YO1yfpkKoQlxd6QCy5Nchn/RAa3HkbB+hkj5tMIYV9ZXf7kG9atqJ68VjcDonk9qZJfHLD2wRYVVCz/BR+7OxlAqy+5djK8fR/9MrkJjYXY/osYUCx+OmJ/hBvSGYlwmJvnmD+b+tYHhgabyBNtKS068SFqa3JYSlgnwvMXbOUdSERBNqoUU1OKuepx8gWbfmgpA1/EN/77PltBV95+/BW+jQHWteawfcWwKru6j7G7NjJluBgg0yKsH7cdJpYhHq9+GMxHx45IxmR+uJG+6qD+KZVGZxlb7m2bwNfnj0VlTiqSMHP2devJi6x0E+JWsL3jKHYCR+T8XCkeoFWTPmkDZWkg8crfpr8BWPDYp8sDjjgJLMjf7aitKz+MX0beSbAEyKCuztW89WZU1xFYzM0ylVVgtaVOzO2RUmcbKqjjjfHtjD6r2OcCn1jkL113VKhxM2xKp826s1ndTKrNRa/eWVcbPShy6lfspJV2Za5lMRB8Gqlw/3K2GuhM4LKJr5Xgu8OsKqXkJ5vNfXnlVZAL+lYb1JfIuYtpgsKABEtf/53xm7fyHoJAHVlVPtFfP2+HjI1hg3KIl6wf9lC5jz1xlujI7tba9YM7sR7Bn5BS2C1bPlZHO1VIgH7MGADWAV3etYez7JPCkXvDy8vMHrmDFbGcI1LKrAqwJ0yLOg3jd5lTSeNFWB1TE3UNpJZ+W0bT7OTt/nXYgLIcKd78wV819TGRaoFsGqX/1v8v4zOYhpNySID76OMXL6QjUYZ2A/k4fTm6M2uOIDVl1eZPW8Gy8PDJC9SO3U9VnTqR8sKJvyzRnV9dpMff1rC3OfPDBQRZZnVeTz9qhlg9dc+HPhlGV/9+y++qKlbYSI/dCmLo0VQT9jxNfQ7cJrLIUFE4MWoTpMZUD0Z+ACenmD40kVsNgBv7k71mfzJYFqUtrCPg/04vnkmg/97RARq3FQeDO4yhx5RjhU67q4fQafbPgZng9x8VH4QM9pXJJuJc7YklohALv08nRE37+It/UFNjZJjWN+rInYGtbEGrArtqug5mq2DqqJGUAKIiydxcxk7sKq7sJ6u2/ZwztBWmTztmPxxB6oUsu5xO3PfNn4NCEAtc+c9zyaM6tCWYsY8DBbAqiz7l/w7/n2ry2HomV8ZvetnDkg6Zk/VYmPZ1K98FC2HGbCqbMneMX0paS2w0NZiG/SY/Ru/Y/6D2/igo1SpmWzrUhKVWm8LGmnC3+75mponbhrOeAUY2WEBn1WNHt+Qfzbz+e7fOCLtN46UcG/P0t5tKBbDiVRH6PXjLNy2jLWhwvdbjouyIauGD6F8DgOv6ptrLFwwjbUGv5SyFZey9ZM8FsnPdLzeO4Ump25KXrYqeUVm9plA86jcFGm9uyRv+1qNuJzQ+zNnhKIHV9M6VifpkkpuYNW4pyvlKpRyuTmwKiacg0qOnSImZ/c7D6xKXAoylEo58gSGyCVdDbJqiF0C+kRVxoN8Gpx1Yu2eng1NUAKkTDIr7bmfmHTKj2CJo8VKUWTDI6cHpQt4UbFYMfIXMOyusfZay4uTe1l88R7BEZGIw5xaZUelKp3pXNN0Vw3h4aEdrL71nOBIDTqZAjtlPvr17kyxeDoLSnyrUjIrA9+qz23+PHaEfU8DEQBEvIpchVPedszqYuOqPiSI+8f3suTEYXaHhCDC6QRgoJY5UMClAm2rtaTPB4Wwjw20DHrB5b//YsvthwTqZKhVrtSt3Z42VSxcOF/5cPLIX2x94IdWnoPynnXo27p4jEO47sb/2HDqOudeizg/caGVh7rVGtCudgEUEa84eeAQf/73iBc6HQqlHe/XH0SnCvEwmP1v8euBE5x4/ooIqV41HvnK0KZJI0pKQ6fj4c/LWfI8lFAbKqN28qCKR1HKehSlVPGcqGwknohrbLS3z7Ju/y9s9PXlqU4EKuoIFxypyjzUKtqYPnXqUrGopXVto9ZXvlw6doB1l85wKuQ1b5AbDFERXqUiv0NxPq7alk8bl8HVNs1XXF3OfL9LXMap+1lZoKpteYsVLVKrk7hV03sRNo86nhzh7xqwKlECSF7hqTe59HzFGf9gkxJ6L2QjzqjpZVoFn93PpN2bWBciIi1cGdVhMV/XiN5IxSFV6E7klfPsunSeR/bFqFqkJBUqe+Bq2OZjAqvfcKBjGVziaVtJcrYJrIJTjiHc+box2Y0qfPVHqvywm3soKOJSl4IBR/ifVhgJSQdWRR3lC/Ri6+CWFIzqfyzAqqXXaqAPq2YP48sgHTJ5acZW8uDOv//jF4OHoKv751wf0RBna7aKBbCat/BU/h1ePiq0XoDxEZItJAQRzt+zu9LBX48A2Tm1ZffnvajsbrCdbHqsavA9uIqeBw9yUcBlitJ80eEbRleLJWX6g9NMWfUt30k0DQ6Udh/MgTF19SCuFWB1fdeyOFje+7+6z19HTvPPSyWlC5akSrHSeJp6ZSZysoXsn0rZw5cMYfsqWjZcx9ImNgzB4BtMW/AjdxU5KF+0Bq2q16R0EcNN+cNjjF25mF8Mtmbe/CM59FktHG0tYyFvOLzicwb4GgLYZbVY/8VI6hqchq0Dq+Ij8/NVl3kMriCsTMN5MDIWYDUyjDMrBtDtscGNWVmX1QOGUt8KqCqJMDKUx0e2Mv2fu2RzL041z3I0r18FZ+OZwQJYdcw1nLOj62DVuo14y59LBvGpv97z2s6lP8e/ao6rQSZmwKq8IesHf0btggkYyDf32PrjClY/uc8TdFSsuJDNHQoiM6hiFLga+pTf957kaaicXG6eVKtQAY+o5FwhHJ0/nJF+/hIgLhfy6fsF9S04h017pT0+j4/2neaWTpwYPRjYfDKf13LRTyvfE3y5ZDH7DS9Ur7mWH1paSbYV7M3m7adRZHclp5M7FatUJndmS2RloACIjIyZiDkBo5wmj2YGvtWUAFb1u4cMtUJtDqyKH4TQHFTiR/MxywJW9fKQy+WolPKoG5800eysRmNIQPCqpvci9hY7paDbSIGeCqeIcCsomTFFuJjPtoi5YuuOWPfD9KFs0pWxLRsxqn25uIC1uIWM3/cKh16V0dgSwymMTSmmLx5FuLzGB58T3xMYxKsnAUTaOeCayxk7p1i+y1rTol/ie2OTh3jPGK0WW79Ef4TrmvhMgX5Z4qaiDiEDdQL7KOoTHqli6KRsNFZcpaXvsCJfmQxBvC3ChbTJoauiD2FatG9f8sgvEpdcOXDJYYfMWp/iMdQSuVqEhnC/JzwMVJHTJTs5XB3J5iBHpk7blDLx6X5qPyPy2wgVSJF1x8bHZIDlOLWHwdCeDnH/JaZdPFe2NOpndLMi/Essr3HNrHcRWNXbzHpHhLjkk/SBlGUlq4pFiOnFUzWqi/53Wbr0ayYFGe2ywnxevxd9ShXGyyu7ZCNJ4KpWhkxSopgfFxNYncmRniWxjwWri1GLBbDqqH6Phppz7NVoUcvqsG/icN43BHe83T+P9/88xRPsqVf6C2o+Xsast8FokwVYFZ+spHHNxfzWwUgmGhNYfTC2lmTK6WPzouUSeOQn+u7ZwR9aUDu150Svyjw4s5Ovzp2VQqaViqrM6zSaftWthL5YAKsuhefiM7yoJCojqCr2LIkjL+QBS74ZwXSD/Saz78SFyZ0pINlmsXishvpxcP0iJt29iTc6CuX/jB19G5M/jsAZnx8/o9qVJ3rqBXlDDkz4gsoiukmnJfDgPGr9+Y8hDFtJWY8+LGpSgxKeubAzgtPSjYLB5k4Oe030IzKYq5um0O7qHX2EkKw2G4aOoI4lB6ypsr3WgINCb2tGFR1vTv7MiL3bDV6PXgxrOZFhH1gB1Eze0p76noa7DvNQ+ltBvuwwhyFV9MaxbWBVRfGcrZnfuwvl3PX6o414aJsKwPsCyzfOZXGguPhwpEH5cSzvUiYWfl9DB4UrsjhLWc5BC2BVmWMsN7+qbn3F8r3Jsu8nsjhU9NKOykXHsrl/hagjmrnHagt2je5HGVvJzay1oAnh7p7lDDv9j5S8VyXzoLFXIzpVq0m14u6oncw9V60mJQm6xfyZE/jOgP0VLTmXg328Yt/Gnlxh7U8LmPUqABnOvF+kB7O71SOnOBOGPuKXZVOZ/vqtpK72ygr0qVCf+mXKU7qIC3JTvcnsgbkGztl0GWIbD0NFIdM7JmXUklLAqrSEyyw8Vo1CEnyrAlw1TWaVBawapCMTWd7lKLP4VtPFnBJT25isKl10KI5OiIsLtUiElgKUABnh++Pqowhbji2JXlzvJ+R3mUCcdLqsSxILoRmdhNNvjkrroyxsXcFlnOXPZV0+4uIiNYItskBV26uQSOIggFUbjuIJWb5S9VmVAVzVN2rdoH43gVUhC5HMSoBGKXvQEOGtUnaWrBJDAuklWZVlx/x2TKPuiWsSMKYvLpR2cKeoS35K5vakQgFPynp4UtTTGYW9AdgzqcQSWBUgU7uidWmUC8KsXDprI4N4kaMlE1qbRBWZAasqGlSawpdB39HuzhM0FOPb3tMYWEENoS84umkh/a/fIYg89Gw8jvdvTaGvj7+UaCaxHKsyCjOoiJxf79/HH8jp1IRV/QfzYWHxoaH8OaMnH7+I5lg1AqviVwlfEWCn9i2HF42kncTlL6NU2fmc7eeJ5uEpxi6dwwrpdRmVS0/jfwPLxrz/twBWFfYfc2Z4W/KGhOs5VgWEK1eijvTh0P9+YdaNy9yVxkFJzUpz2dXd0zAqsQCrgQ/YsHgcX77SRyC9V/5b9vQqHueqEPLnXKoeOCnJBlk1fvhsAi2NzfmdZtSCRWyJCDUk65JRWO1JKde8eGTPT3nP0lQqWBDPgu44uiTf2qDzvcfeX5cy6t4DRBpWh5wDOTikKQUSEo4uvkcbxOWNE+hw00fyRXBz7cC6bh0p5xFHX71PMGnlQjZKt49udKw5lqnNPCV+X0tgVS1Fn2mlcHYlLjSvNo45bYphJxwDIn1YOW0Ec61wrIac/JFue3ZxVXKYqsI3HYbRsVJCP9BkslpyrCoasnVYL0qGhksXqTIBuIgEQJGPOfLXNpbfuSKBnshKMqL5WD6tY4tjNRuVcjegTQEbYLQmhNeUoXubKuaRWvcOMWrNKvZJSWcMnOgAACAASURBVMf0xVVZkIo5PSmVy4Oi7h6UKVGB0oUc9Q4dlkPy+AQTli9gi2SsqGld/3sWNouLXiuEyxu+ptvNB1Iov1P29mwc1JHi0msa/P78jn5/G7lj9X1yV3tRIVdBvFzyUNyjDBU8C5EvTzYUiYySS9fbo+FwJZJVxTsaM51+kEqiBEi+NSc1PzMlgVVpSptyrJp+mODWclRF861mAasm0pEOGXKUqRRfKZIy6aPNMqYSp9yE0YlL3Qzj+WMcQUElYSeA+ZQTTIas2XhJKS525PKU9+dKhSYy5DhIJlAG8qgzClmskwJYlfjZMqzkU7Djwms1hflWsygAbI+fOJ9EaNJnsqrYtE7KZypDogTQA/NZwKq5vPT2mbg0Tal1JytZVSzzyrBXpbzFkIi1+c0TDv26ilE3bxi87ywzu8vwyF6Zlh5l6dCgJTWKmYesxARW49EHeQeezOtMFAxjBqxmY0iHdUx9MZVCf90gAjc6vz+KpR2Ko/I7z8Qlc1kUHIGbQx2+ad2HQucn0uHuY4KTAKzauw7kTn9XZixcxA+acCJxpEr5SRwWoKNcw/GZnWnur79qEsmrzIBVsaGIyfXkNF8unMNKCSFyZ1j7ZUyvrQJdMIfm9KfdMwGrgZ1DG/73VS/KW+I/FsCqeDaHyp2onFNGsWpD8dcE8RqRv92OEvm7sbrbR5SMSugTC7D68gLjZn3DWkkRVbSst4ofPooLiIKQo6tpvPt3A8hWnZX9x9OuZFSH8Dv8MxMObWennqsgyinDeDlnJy/Gx54Vea98U7p8kDsZLk916B5eZ81PM5nwSh+On7/IePZ0r0KOhFIsRfhz4PvhDHmqH59iBYextW8dcsSRJ4Dn/7Jp5XgmSs3LqVjsS1Z1qC4lTjUHVoszuFJTGnOCkZcuGeZYYb7s8C1DqijRaX1ZN+UzZsQAVnX47ptDs+NnEGle1XbN+GHgAN6zlvzsTQghAcGEmkV3KbHP5oiDm0k4WozkVYJa0Z0CplNWG0GQNoxgXThBaNDhREmvL/i5b3UcTTxgzZNXxWPOU5QpvebQrZTJs7pQbm39nrk3znE0Qi9/86LGy7EMdQqX5/2i71G/en7Upl6j944wfu1StkpzzoV+Hy5kfIO43GZ1eP82jQ5nr/BCSu7Wmp8Hd5c8iKUS8pg9q+az0v85D3Qi9MyyZKOCcwnKeVSlWcWaVCmTLXPBHjodWp1WSoqW4YtMhiqDurGkGbAq9jIB/ghwVZQsYNV8GoibJ0EJIPFrpZQ1neFnXsp+gABS4kvBmbI9SVjtQl2Ex7MAEEXJUh+LuSXx0cbkeU6YlGN/WoAFWXI3l5HxDCP2fHGbKnmKZKAiXUBJIUaCe1Uk3ckqMSSQwuCq/hY+Y+lNamiJkEqEVoegK8yoTodiu5IuvbKAVasqI+Qjl+nXoOSeA1nAqu1Zmu4vAQPf8O//fmXCybPc1YQRoA3jheS/Z17k8oos7D6evpWiOZsSA6w6ZBvEg2lNicLAzIDV3Cwe/T19X6/Ga80f+CHDM0cHdozsRLG7P/L+hl1cBwp79mVlwzpwYjIdbj8kIAnAap4yK7nb343nOxfR8egxLkifXZAxrafydX0nDk/rRFvhFmkFWNX/VcPjfctpf/hvqW/5cnZkU5/OVPPQ/xp0YBEdDx7nmFaAoV6MbzOBcfWNGYUMMrYCrNrWKDW5ZE5ULd6NSa0aUiK/6X4WC7D6+AAfL1zBcaliOzq12MDShrEliNX3IPjvVTTZs18CVmXyGqzqN5Y2UcCqniw05OpxVu3fxC8vQwnQBPOaCJOkssYvKUCvWqOZ3c4zSbQ/wo6KeHCNJasmMceAfRUtNYXfOpTDOaHAauhz9q8axWcSsCqjTJEv2dr/PZziMs787rNz9VeMDNADUB6FvmJbl/fI42oJrBZhbNspDPS6y8Ll37BUhOkLr2i3gfzRvyluLq/5adIAJscAVjU82vENLc5cleTo4NiGTUN6Ut7NQiue3eLXbRv47cUrBNOBThdOsFaDFhU5HQswqNdUWhq5T60Aq7Z1zI5cMgfKF+/DtI8/IJ8FXplQYFUur8Hifl/RzDJSPyKcV5dP8ts/+9np68fryDeGRGmmPZOTTVaYNlV6MaZteZyMdzv3/2bS2iVskpYqF/o1XcD4hrFfFAjdebBjOl3PXMLXGrAqTdjX3Dt9iO1XznD0pR8vteIiw7IocVNWZFDzgXSpYTGXbQs13f8i5BOpEUZgJgBWDXmHRL6SjFbSDFgVghKGooNSLrnUZwGrMVVHgKoS32qKxldmHVStTloD+JPRJrSxv8JUE3yrQnWyYAjzURQaLyjHJOBZcpdK3iIoAETO0KxiIXfDUpPRL1PFNm9vyGaeNbdizi0jJUByyyaLAsDWiqKTEqOkewAoHgui8MoUPNjWfDPfPSqAmALTUwIkb9FmJauyKdAMNaciIwm4eZ1jNy7zv/vXOf7Ch/90ERLEarRGVHZN2DloEHU99atzDGBVXoq2edzJrRKZz2PaMDK5CseCHZjezsQX0wxYzc/KsUvpKj/H8FmzDN6VJVk2YCatLg2l6NknqPBiSMMe9Cnjhf/hibS56Z0kYNWz3DKu9s0Hb+8ya/oYZhowZWfXbhwZXpYt08czx/A3S49VSQih3iyZ/Q0z3r5CpB2tUX46+7uVRGnELJ/dZfPG+Xz1+DlvUFMmV1/+GNeUHKYcmFaAVXH96oQSLWEEm4yBW74ufNekOfUrWAu9jgVYfX6cQXPns0PqtIJGtVbw88eWSF1MVQ49uooGu/fzny1g1fiKSHjo48O1a6fZffMKF1485Gb4GwmUitaEHPRrPo9ZjRKe7UdnqEXs46H3r/Hd6knMNQCrRUpMZnun8rgkFFgN9+PgypEMfqL3fC3sMYI9vWqTLa6Ie//7bF/5FaMDxZflpnX5vkxoVc2Kx6onMwbMo4uXjhd/fk+fv/7imkQJkI8Wjb5lUeMw1kwYwEyJg7YxW/sNoIqU2EvH013f0OzUZWnsleoP2fRpf6rksVi9H/7FqO+Xs9vqCiSnWbMtLK1nUDQrwKogKbBDgZYIDJivVFOOvH1Z0bwhVUpYj3c3B1ZzUDlneao5y6UEwTGKXIW9UwW6fFiHwlGe1VY6/PwJVy6f5djdc/zhc5t7Oo209hg9nx1kXnzx8XQGGTmKzYBVZ/p+uJgJDSwS9Zo0I0ZKo9VKwGr3s5fxMwKrQ7pTzto0EGd4n/84feE0R+9f4YS/N4/QGCgv9BXnsm/A8mFDKBc7JW/ybrgpVJsAVQUFgPhvZioZkW81TYFVaXuQgaNKTn5XsVFnLoVIDuVO6WRWehqA5D4CJ8eXp2UdGY8CwJq0JO86VRYnpKVsjKuM4FpN7tDlLE9V2/NWIvvPgBQAMfRHJ8j6s/hWY1uhk5tvNQtUtS1t4aAQYcgCm5a7ZnK0LUVbRPGtmtslWcCq3laTPFeTQ9iSs5q4Asyy/6yJM0OBqpYfINCMwNfcPXuMn88dZJXfcyn7uoyc1Ks4gT299CSblsBq4WLjOdq7KjkFHmMtklZgPJZJdcyA1XwsHbmM3q5P2btuBr0fPCUMJbVKj6X9s/mMfBWCikp8N3AYH7kouLE3GYDVkvO4OqiI9D2hx9bxyY59HJX+vzx0ruzJ/9m7CvAqrq275ko8BEuCO8XdChSHtlCgOIXi7k5LKcVanNJS+nB3K94ixaUUKBQp7q5JiCfX5n37zExyNblJbpJ7kzn/9773fjL3zJl99rF11l772r/nGBOVijVglf9nNWpu3Bv/jHt1jClRCB4qJZScFsHvX+Hkw79wmsIBWCmOBQNmokcJo3FjBqxyWUbi5cQ6UOh4xD6+hz37fsG3T58zkJJDVnT4aCp+bpmf7T9NSwLAatht/DJ7HH5gUdccKpeagt3dysHdPCGpWY3RB6eh3J//iEmiqmBxnwloY8xYteb8tFnjDYi+fRl7Tu7BsnvXcJV00aBG6YCOWD24LQpJya3snIskwIe0e3XPrmPT1vmY/CaIuZmbXw8cHNQcBW3jatbfoo/AlU3zMPL6VTwijU+fz/C/Tt1Qs0gi2dfuH8aw5Yuxj9UagE61v8bEjwta0VgthMld56BbaerrWPyzcCyGPH3B2JIq90+wobkX5vy2E/9QNSbAKhBzfitG796CQwbqrZIY23IM+tY0Y0eGvsPNMydwLjgSUXoesc8OYWGEFFbvgY7N1+CH2iLD3BxYVXfB5amt4a3nEXPzDBbt/BULo6RBWxz96vTF8I+Lws1KUmETYFXREBuGD0Z1gmCkhLjG1iYfTUpiYvKdiGiEPLqF0//8gVX3ruK6QQceKpQv2A8LujQCk3N9cAzfLP8VW9mwUuLjusuwqJltKQCmHx8bgRtbpqDrzYdMY5WkALYO7oJSieH81KaQULy8/x/2H1+GeaEEd1PxQrPaczG7aeIXFHa6edo/Ju79DBlAV9WW8VSkH+xC+5R0B1bJkCQlWjhnoAO0W9Lep1P9jRwl21Gmmd5qqn+Pk7+ALf5isvOMcNygiwtirgpbMbkYW4DWWjdiADnqlEo2liUALJzMVAIgdSUY0tLD3RIJXU7LtjjTu4SEIEJEiiOCLWRdVdu9S7bRkASAMzlACttC0zExV4VlK37VkoFVwbBxY8tqqmV7jU8+o5S5DDbMRePK2ZMr8vdu4sKTILyJiEL0B03QvqT1HZ7hxUVM/GUW/ieyNrMFjsbdr2qCqTc+uoYZi6Zghvi3MuV+wJHOpeCdeIR5vOXMgNWfhv+KPnk1eHNgARod/YsBXiaFa4ars3qjcFQkLmxJObBasPhM/DewuPCK2Chc2jgVHa/dwysrRB0LYDUmCCfWTEen24+YFqZ9xRvNKn2N1Z3LwlMCnMyAVd9803B/RKn4+evxefy47n+Y+z6MJfrxQAB6NJ2NqY3MgaQEgFVNEI4s+w7dH75k+Fdg1jZY3r0rakih4tYaz0fjzC/90fqp9HV18efUkahAzFBNGK6fu4YHQdFw8yqBjz/Ob/2MEPwWZ7dNRfu7z0Tc7QMsGj4LbRN6r5W2EGNVo6foCh6IDsOVrVPQ6dZjQXJA0QDbxwxGZVtR2YYwnN5+GI8VWfFB8bKoWDIAauajerw9uh5fHd6LE4wx4Ydun8zH5PoJU1aj909E5ZM3RJZnLgxuORejawrCrKYaq4UwocMM9KokoNeGm4fw9fql+I0tuFlRy0+JK6FBiGTf0Bhbe/dFJcZYBfDyBlas/gEzwwQuaf4C3+DAwKrCuDMu5BAsjIsDbi5Hw8378ZT93QudW6zClFrWgVWV3yj8N652/D3H3SP4Zu0ibGdarRy84IfmjX/CtEaWaLUJsKr8GJuH90cVSafUnkEQFoonN27hzusoZMlbDJUr5ofKGvga8hLn9y7AsJu3mSYquJpY3HcMmpCkQMhFTJw9HRtEpkuOXCNxYthH8LRyHiOX0RkM0L+6hrXrf8KckHB2IVg070Cs6FkfOT0A/cvXePLoAe68jEC2IuVRtVwgFNbw9XtHMWnNYvzG3uuBD4sPwvRWHyIgMXlXe+ySHs/QWmXQQ5+B2Qd0oUzya64CrjoFsErbgfzZA+GhksEf6+OSg5ta6VAAKD3Gvyu8U9JVzSgCCbSZcVMqWNi7DKyaeiD1MbuMVToGAJJBVesjXGKqSlkqMwpDnsYTJdyhjOby2Irve4kRLiTcSRmQzogzciCL1YFFZmGgKjNSxro5I0CemKsEsEpFBlbj3YDjeGaf5BXaFSgYW1Uu1i3g/GxVHs+2/YJvr9/Dtcj3eJejD25+XQ/e1rpU9wYrpwzBaCFaGj7+I/Bo3Ec2gNVpONalJDwTYUGaWM0EWM2F2YP/h4FFAdzehjpLNuOymYk9sg7Ds4n14E7A6gZHAKsz8N/AD+Lf8uBvTF+3CLNCIywunCyA1XuH0HPREmxP4hqjUDfAnhFDUU9KRmQGrAYWnIIrQ8ubMMsNF9ai+ZY9uATS0AR8Pevj585D0KKUiaYAnmz/Hs3//hevGCOvFfYP747KTHnBgHdHlqLz/oOiTd3RoOpsbPmigM1hHHtxH8ZsW4ktYmIkv6yDcHlCEzCy6b09+HLpavxp4KFEKSwaPh2trIGlBgNe//YNqp27I+quFsbPg+ehs0AStrvoDDxiKVRZ/IXh70VosPuICCLmxMBWCzC2hg3Hu7oRrTYdwGvOGwWzl0X/toPRQHr/k5MYt+QXkfkI5PDvjwNDmyCHLR8Of4N9y0Zj2FtxQKAKVo74BvXFMHdzYHV8u2noU0W6adDj7vqx6HH9CV6afzkBq736onJRlfiNPB6uHYJmN1+xkHiOq4x5vb5B82IJMDlurUXjNbvxmNWdMLDqlWMEzo+pA+M7EP7KVnTfvB3nRB/z8mqGpT17o4aoFyw12ZSx2gibRgxC1SQAq/z13zF68xrs1emhQF583eUX9CpjxRV4PYIP/oQ2J87iOf2Zq4yfeo5Hyw84wBCMPbMGY2SoQJNVKCpjSuvh6FzNFBQnf9HqDdDzejz7bTI6/XsLIewXgejW6DuMrR/ALhufHdmAn07tw0GdHipVVfzY6ys0sjY0Yl/j0P9GYFSwcMVRrXBvfN+6HvIlxnq129PT9kEDAc4sFDCJk1jaNjPFbyNpTFfRW3UKYJUsntcvAG4qDm6JMPhT3DsuWYFwOnVXcamst+qSxnFQo4VEVRl1bqJEcUoZXLXqK+wQT7p+KThnyqCq7WFIa35GYtRJX0pzBQGHbjS2xLvUFLiQg+YxJ6uG5DZSoPOcgS/hU9RRgt4YD8qZkVELzct0cSEla5KBVeOe5hkbnMZWcugIBgaqyrOVtbHj/KCq0Or3h9dg+JFD2K/VQotc6FxtCOa1+wDuZmco/cMzGLt4PlaJ8oklSvyAc31LCIlxzRirBYp+jePdq8OfGI2xViYXdlvGIsLjiwmwGohp/RZiGGUPD72A7lNmYoeJkZVoXGMednbMB0RH4sL6VABWKRL54DxUP3hGBO3iG2AOrAbtmYaqxy/hHXskC5qWHYjBeaMQHGuqNalSeyDi5iaMePaSaWYC2TGoxS+Y1VAUBeWDsOq7vhjGqIsAAatXh5Y3HWGGCJxbMwdDxbB1ynldvNAI7O9dC75xUpgJMFap4qCLGD/rBywXN1ScogKmtRyMXrX8TYk3BsDw+hpWrJ6PH4OCEMxaVQLftR6PobVFBuPd39F1yXIcZH9TolzBAVjaoTGKmutovrqHreunY9irEGEfp2yAPWOH4UPj6OkYindXUE4ti0JkFVrHSQKA8tTHzTqh/2HOwp+wMiyUMUf9fRrj+7Z98HFJU+ojf+cU5mxfgWXhEVDAC0WyVMK47iPjQW1DMHbPGYSR76WEbTnwael+mN6+CrIKJFShsBt+De79Ng1D/72O2+wfvVAlbz+sHvxR3KVEwsAqgHd3sHntLEx4G2q6r1U0xrbefZjGqkH6yqtr0WXLXpxjMhIK5PVpgMmdB6I+aRyb5iwD3r3C5T/moNutRyzMnYzZvsU6TK9lXWPVGrAKPgoXV0/DiDu3GDBPMfylSs/Cnq6C9IdUTIBV7iMs7T8SDQhU19jYUNC4J6qt1ObHB9F38VIcFyvMl2cEtnauA/8cZt3//hmObvsJXz14hDAoUSTn55jdpTMq5hIqCj+2EgMP/o6z4vcWzNocc7u0R+Xc6jjJER1JR+hj8eLIGnx74hDOS6/g6mD1iKGoKr7T8O9m9P5tBy6IddWrNBXzPysMlbEP0N8en8Tk5b+KlylqfFhmAhZ2LMWiF12qiMm1SXc2o+mq2uoHumh3BXFDpwFW8/gFCBmX1VIImEu5eJo0VsEp4EYIUIomgAxGbXGU5cVJKqOeU2lsScmsyGTykSrecajPSeuKJEmSA67KoKrtQSiFVBJbNaMwVc2/lra9xAqn/5bHlaUv0HlLAICSVmRQ1ba9MpKuakJeQRtp4cDDQQZWLS2VtGRWxFTlRKZqMgZk0oavSz7tUpeAb27ixwVTMC1aYgG6o1H5gZhUozxKBHrCTR+BF7f/xorjv2Nd8CuW7EWtLI/vWo3G0JqeYEfUx9cwfdEUzBQxKU5dGf2Ll0ZZX+sMF06hgoeHH/LmKIPatcQM3mbA6tTeCzGS2GvRL7DxxxHoz5hhQlGrqmN+x+HoWsUjVYFVaN5i9+KZGP7okRCCLBYTYDXkKbYtm4jer8LAwxv1ig7E5oE14aMgggVpOilM94PhVzB80hSsZIcEDuWKjMHeXjWRw5suuYKwemJfjEgIWKWfvb2GnxbMxS9RYUL4OHKjc/3v8XNzCZFKBFgFj+dbZ6Lr+fMsiZJQPFGzSAeMqlkbZf046MJf4c7ds1h7+RQOxYSLIB2g9OyCqxPbwl8CxaPf4fS6aeh25xHT36Xi7t4ES1u2QcOS/nB30yH03jVs3r8MP755I2ZW90GDEoOwtEdN+LF6DHh/9ijWnv0L1/VuqFClOwY2zG2KGfI8ovUErpqfrgwIIjbj8bNxALhaWQnjazdHw5J54Y1oPL19HstPbcLvcTfzPmjx4ff4qWV+E5kh/tZhTNy4FBsoi6PgaSjp/wl6Vf4INfNkgRei8Ob1dew9fwhb3z0XgXTWi5jbewJaF4v390SBVQC6s0vRcu9h3GK6s2IRgdUqRYixSsnfiGoZgSvrx6PTnedxksXeqrLoWKY+mpcoisCs7jBEh+De7b+x57+TOBgVKgL3wjd0aL0J06qLc7WZxqpVYJV+9vo0Rv/8U1xCLI6rhGkdx6B9hXiE0TR5VS40yP8RGgcmIJrLsIfCaNaiDEgCC9p3OLh8BiY9EcYXBzcUytEcUz5piqrFskKl1SDs8Q0cPrMFPz++j9cM1XZHgyozsLBNwXgiS8xLbJgzFJMipdRmCgS4l0Xr8p/g02IFkdtTj7Dg+zh97Xf8ev++eEFAH5kXHT/8Ct81zx1vf81jrJw3DYsj3jMbKpEbjYq3QN9a1VA8rw+4qEi8fXgV+44tw89hElvZC+0/XYJJHyVF+yT+len6v0hzNgMmq0rMpq4ArjoVsMqWKw7wVBG7LjHzZs6/K5VKqJRcsgCgzGkx+76aN0gTu33Pu9JT0naGgEO1UsE2JPKxyrIHpWRWSepb2n+LBk4OKJukd7nYw5kBVJW6hMaWu8IV7lLTx4mSmsxK0FWNExVIn0Y76VvpgErnx4zIAjc3Oa1TQjIrGVi15o6UekqhIIjMnkLgBj0pr/7WrEVzjpWc2PYYNt2e0Z9biy937MdBvdRyDt7wRnalGm58DN4ZYhEJAwtFVsANpYqOwKGeVeElYizcw+uYuSQeWLXnQ5TIgXr5O2PlkPpCuLUtYFUXgYsb56HH5StxOquePu1xakgHlAhQAOGRuLA5dRir9B387cMYtGwZNrDEOUIxBlb1Z5ej7Y5DOKLXg0N+jG7+HSY1FABOAVilc5bRWIl9i32Lv0ffR88YEJnNvSqmdR+PrqWAWF0Q1k7ui1GJAavE0ju1Fj137xQTbFHH1Meer4aLDNDEgFUKVYjGtY1TMeDKLdyN6zCh37MqVIAhEpQSigKs4zKye3yMNT37o35Rs5ni0WlMWLkM66LC4gBYNdyRQ+EJT4UBYboIEC9TwN3d8EG29lgxsB1KSGHT2mg8PLgCg44fxVVwKF1yCg70KWuS34yYqkxX1Vpyaj4K/6ychhH3buOF+C1quCEL5wYV9Ijko+NAX2KX1iwyFMt7V7Oqw4nb+zFu0zpsjRVCy6nn6FuycF7w42LxzhATNxbY3xWVMbPDaLSvYAqq2QOsIuoNjq/7AQMfvRB1WgWNVWKsErBKo40xdRkISXqyM9DnvzsiOE3tUsINnsiuUkGji0IEtIg0s0/BgG5Y2fdzFJAi4+0FVgGEHV+GPgcP4F9mCXcUzt4JKwa2QH6xLlNg1Z5RT8/kxszhv6JtLvH5h8fx7fLF2GUQfI1iS5jvqLygMmgRaYhCOPQioKxAPt/mWDqsO4r70LNGRIsn/+Dn1XOwIEpiHBMoqoAnvOHH6RHFxyIirh6ybHZUKzkICzuVt2Dnx/6zCp127ccdsYm0I/eAB/yU7lDyWoQbIkHqrMK44FA4oDuW9WuGXOasVntNkh7PiXOTXqe3clmRHg1K23eSnxG46swCbE4HrFIXEXBI4SyOSHyRtl2eFm/joFIpmI3k4hgLSLqqjqnNuWtRKwRwVfYey34im9CFjl2XOhKYKh9TbTo8C6nMJAR52iiS1qobIYh0cZFRqe/Jnd6SkMxK1lW1ZWQCxjjoeB7EWM0skzg7ICs48DrixtgHISbXTe35nUrtTGJsQmgtrVmSZIJt76H5OP3tZ4+N0+MZV5EAMLcNf+s4xm9ajaWRUUw71wNqeLBjpx6x0EMDDtnUhdCqYgeM+qQSAkWiKavn+XX8b/k0TAiPBzUEyMF24ZAFNfN2w6bhDZCNMKS3V/D9gjmYExENHu4Y0Xcjvqe8TeARemo12uzcFxe+q8g6DqETqwmV68NwcN5gtHtJ/LJs6N1kCuZ9mlc490UF4ez6qWh+S0iYFOjfGwf6NEMxpgOpw41Vk9D62i0GxnnkmY63Y6ykuedjcWvzfPS8cC6O3anwHoqQ7+tDAQ3OzuuNz5/FgmJN1KpmODO9KwpYS8BjBK5qzixC1e1/4hHj6ClQvMJPONktH7SG91j8dS9MEpFMZc5JeDmuog0j6nBjxSi0uflUZOBlQb3CfbGkz0fI7m7AzRVD0eDmCwb+5Mv2BbYM64jilEXduERH4clf+/DTsR3YGEOB9ARqKdh/FDAgFgbooUSAW1F8XKIJ+nzcCCWMyH3GVRkeXcPWfWsx69E9poNJkKYnVFCChxY65kMclwsfFW2P6W0aoHCAkXcYYvFw76/oduo0A7OKF5uCEwPKM2BVkgCI1gmMapvEA4MGL4/9hoXnT+JIWAiCr+rfgwAAIABJREFUaS8FJauDIF26GODhiVolRmN5t4rwSGgKe3YZS3fvxB8vHuC+IRrUuwKIybPv0IGDt8IflfPVQ9eGrVG/hKUQq+HvZfh090HcY1hEeUzp/B06lbYyIl6dwdhff8Fv4qWGh1dLbOjRFZXyU1SAYGFSXGEztC4aDw7swqZbF3A86CmeMdBXBXc2Sgl8pC+lPsuKGrnrol2lhvi0Wn64GwN+b89h4s+zsUmSgfAchJsTG5mA2PH9asDd1YPR83YwQtgbAtGi4iD80K4Mw1ZebR+HJhfvipq5wq8SOxPy8MWEYavR3ciPtDcvYOepfdj46CZu8TzzGncGi5Lsgw4aNv9kRfW8LTG2RXNUKBjPDGZiNNJL3zzAn4f3YcutS7igCUcMgWdi0LeB2YVn4L6PWzWMaNofX1TNYqPBBgQd24EV//6FY8Ev2Pwg9L/QJhJN0UAJL2VBfFyqI0a1rgBfVyOrEmBv4KHPyNqFiWwAhGRWzotjOCWwSjYl3Tq1koNCPqFauBg5FYGrpJkpl+RaQEB8MhOoKi2eBMrLyaws/YZJAtiptxrHUk2u+2Xw3zEtdeschQz75UxuQ8Exhp08M5t1s2gQe5JZyRIA1ocIY9TxgDajCoEnMDOws7Q+2CiZVfqNMGcDVtm6LiWKszHzxEsAZNjpN0Uf5qqgatxHB4fh5cN7uHT/IZ5rRW4gT9CGG7J45UKVcuVQqrA3OHPgMDocD88ex+q77xHg622ZsdzMqrwuGiF8VlQsUguf1RNFNnWRuH7kFI4/fIznGh907/0lSkhRxcHPcWT3XvzNZ4e3/j3Cy/bEdzUlMMuA4ONbMPnyW3hmKYNOdeqiYnHxb7wBoZfOYvNfl/EQXqhU8WO0rpEXbmJKde3lv7H7+g1cC4mEonJ/TKplkWtdaLk2Ajd2b8SuMD/46N/jSd4vMLeZH8DH4OHv67DsuScK+HjDI3td9GhqLhApRU0YMVc17/DHgk3429cPbtpQ+JTuhP51haw/z7cswJpIf2QxBONV8Z74oV6ccKqlb755gPPn/sGJF0EIhw8K+VdF+6almNZq7KX9mHT6Pry9cqF84ar4rGEhJlNlUWiDFRSCZ/dv4NT167gVEYpQrR68ygcB3lkRkKUI6lSpiBIFvMAllowsIgbhL1/g1t3LOPs2Fh4qUo0nAMcAlXsWFChSHfXL+ENt5ZO0N89h1f4tWP7iIdTFp+F0/9JsFiIN8Gh2A2hf4d+8xaP7t/DP8zeI0OgomxF4gx6eWfLhg0JlUKF4NqjsAcEiYxD+9B7+vnIeF4Pf471GBx2nho+7L3J450G18h+iStHsUNuKfH91C9u2HcIdTz8UylMaDT6qhjyiLK3pl+jx6uQpnHr2GE8jIxFQ9BO0+rAofETZXXo2ThJA+H/AB7/Hm6cPcfv5U9wLjWZneALJVG5eCAwojtJ5c8PfPwvcs1jp8NgQXN61GgeicsFfEYbngR0w8dNsto374l8c+ecRHoYEIUjrg+IFquDTesXh5Q7ob57A/OO34Zktm5DILLHCR+NtaHZ06908XkpC+k1kDMIe38PVx49wPySS9Ru13sDrofLKhWL5S6Fi8UB4mF8OiGBuHLiqNUDz/AEuXPoX10JD8Co8CO80ekDpg9x+hVC1ZEVULJIHWXLakYgnOAQv7t/AxWdv8D5WCyhEsFevgTJrCXxYoiSKFLAyHyZmByf4O88bQLqzGTYhjJ02Ji9Tks6YExanBVbZIVXFsYzd6beFdsIeY00iwJnAVY6FgcklORYQrhSZpngmK4wBpBTCK2XvMe38eHCVNtO2aYeyrqrtQSNJAGRG0iaNJw+lAtaIL5lsmrH6uYnprcqgqm0voTMqsVUz4ZLFGOAaTRA8VZLuYfqtXM4FrEr+IiWzsm4XQQJALtYs4FK6qqnUhbQTpDNFRtVBT67ZpKQwHC1cZkOLXXIZREZicl/gyN+FhSMiJBY6N1/45XRPHEx11Lt1Grw5uxfTDmzBy6pLsLV1Nob5xOgNTAIgXY+o0dGIfBeFGLjB188XblYBUkcZwrIeKVVXZlyz7bWqCXOVAHmehyZWC31wOMJJHsDdF1lzupsmzLO38oz0nHihrqWNYCa8XLfWlc6qt+q0wCoZkRZ6d5WQsVsulhZQKkgSQMGSMcolqRbgQbrjmRH8IUsRc0xghCcWQJhUu2aM51kyKxvjiuPpGJJZPcd2/0prPW0iM611eDpIcPAU5TbSD/5x3nFoS29VBlUTAFV5EVTNtAMLiIkNghvJbTCN+fQbWc4JrAq+Q2uWsDbF20dmq9oeV7RWyfOOYB8CD+mgKhdrAJmgISkNK/IZAlUJXE3Pucg5+kqLW2sXYOnbGNRv/w1a5Ac0BrKPDCeKcphsRjbINBab7soUMzmSOgI0en2mkRBL0vglCSi9IVPqqiZkJxUlGXSyseXUwCrbKCqFrLB26R4myUszxsMqMZmVdb/KJAKHyejKzCYBYM1ELOOySpiS5O20mYVIEoDCKy3AVQ4K+bbQ6ojLzExVySA0rxCwSmPLg6ItSGRLLnEWEBMqs4sdYyaLkKxKLtYswA7xPAFAmdtCBKxScWdSNumnr+XMwCodTmlcxVuHY7q8crEOlkmSNbJ9BAsoOEpuKvuLuT/EJbOiawuSzCTgME5nPxPbKzYIx9atwrKHQajZ9BsMqe3LwGZiq8pFsED8ss0J0SaZ2F0S9gkhyRnJTwgljbIsG2+rUtI3qbw9o/0fJayS/cfSi0jowZlKcGRwkpqT1K09t/nC73a5Wx6/AKsNIT9n4KqczMq6fegQT8xVmyI8KZkpkuQbLvIwD54XtFUzeyHPIODQTU5mZeEK5B00VVOyL2NGuCwBYHvUuLxOnQMnBCZlo+BYQiu5WLGApAkpmkdmjVn3EpqHdCxRgQw8M2CVFwB5ktsQLr3Sfnw5M7BKBmLAKjML7XPka1NrI4sxyOQxZWEa6Zo9TZatlGzBjYZ9mm7lOQLHOEECICXtt+KUQnUOrjTJmw/BsElphebeK7zXeyHwgywwcDy0emJnJqWGJDfSJX8gSEfEZ52UXNgRZ9GUWjslq2hK3y35G+mGGvhM7DnMkLzNkUNzsnPBh84xDGlIaXS27WZfK1MyAiwnzNdhAgnAviK0PSktSDGwyraHFLasIHZd0l5u30e5/lMUiqJWKYz0VpPaTa5vA3u/QGaqmlqKBrOkt5o+x1R7ey59nhPmHjF7JR3q06cZNt8qhRqlZ7MktiEDx5KyOqRno9Pg3WQKAoAI5EgsByM9myJiWRx7JmUflpI2JPaNFi0TGeGOPqCmzAJp/WvpWGJ94BAzinRVHXF4Sesvc/T7JMYq1cuSDDJNyJS9RdLAS0otbm7Z4x9PwYChXk2tfqV1SmCt2jBQiiccwQQp/QLWjKQYP4Fnk1IPCx50tsXcQXZISTUMcKYQ95RUYs9vk9JZ9tSXRs8IyQMFXVWLT0jxN6V0NKWRERJ8DW12UjgpO8NnOLgN5DcaPSUdshxZKXYbB7c1rauj76dEZ4Ier7MFdae1NYRV1VphRCgH7HnS44tS650smksrEA+cadZJGrCadOs4BFil19LhlLS11HYkhEt6M13/FzQhqdWU2EHaqjqTmzmPfXlDRti8ONaejF1HwHwaRV44tvWpWxstcUyPlsBVpqeVuu9LSu0pXUwEUCGlH0QWIha4kxknKYZMxWcFC5OWse2XCBIKKdxeG/08uTUxf0iJOyTnxbwwvmhcpTTUPWUAbXqoJie+FpEMkpygUhg7xsCqoMVG804qDl4bVXt7xGcPd7a7JMkcBMgzMkICCSrTwXSp2llJmbpon6xSEBkhVZvkcpULCfIcz8Z0OUNYaTCbcyhUmbHmxbDujPBhqfENpHuYlAGZGm1wkjqFtcrAtEPlYmkBCXSWzhB0YSoX6xYgqR/ZPoJtaO+n1fMgdQQqzuQ1LgOskuGUtFGkxAUpvSdPbg8keycqhVcku4JEj930BjqAuQnZC+x0suQagrl1nMB0cmthoVgOOBnZa1W67aFDvFwsLZDUbrDX5gnZmrGHU9QZAjQo1OGIjrVeh7CR5uHuwFNYSr88RWZz4I/J9nQ29WKMeecCnh34mUmuSpjXOBbGLQCGjvDPJDfDiX/AQ8cL9iHNTMY+dOLWplfTCJAngMyBU096fUqK3ytJAdBoimVhgymuMlkVGAOryaoglX9EYcrCmiXKkYi3OvL4ijc8W7dIqoW0emXDxB9URd9JZRd1vurpcE5OobLeNFrCCVSl9YrtNhlzLD0u45zPdFZbxAaVMLAy+/ii8P9YnZx0yJqfCJcVom3E6A/yFzmJnu1xbp6fwEVmBIc2k+ZjugSky/UkR8o5tCXWK3MpYJVRxkUYJUV76uTO9OylyYFEpJ1bilqdoDsIvDFBL9ODkI7kfmMaOF16vULSZmMAUHo1wgnfS4ub3hDPmUsr27gC3MRCDYgZBcBTRYz59Eua4oSuE9ckWuw9VELSJnlwCRdGlDRGOog5c9+lR9v0PM8yBzNGuJiQSL6Jt94TjDFPF8ppNTGnh0PY8U6JsarRC6GDqbebSrgxzgysEvuHDhySbUh63530aOVp2WqnErhKzNXMPrYY+yczgqoGLV7/fRRrLtxAkCo7qpWrj3Z1C5r6igiqWtO5lsFV23Mli57M5AOL9n+xej1br+RiMawExqF55lJRS1TSCZftZm4Bnp2zEoqCy+g2oz2OVidcrjvjtthlgFUJVCXpZ1cAZNLasUlQnUBnOqR6qhSM5SIXSwtIAJCc+VSwjQSqyr5iaQHhsBGv30L3FZ5qSpois+ssrMUT+CMc4mV2nQD8GAMc8viKt0Ac49DIKAwAUggAkFwsLUCBKGxNz8T2IWCVwr5oTk7PY6qzAqtsvTIL4yZ3Id9hWs/ywLKwAGNH0byTiffLNJZIOoK0VdNzXKWLe777F1NWrcPeoCjkzl4TX7XvhjqFTSdZso2WoqusGEeQXsuEdrOjs5hlSMg4E65ZTN6JB2INeuj1KRZ6ssParvWIMOcIDHCLcSVSEJmeKPusTOhAiXQnceUz6zmUkZ0IVCUw0EmLSwCrxqCqk9oxXZolAczkXxLgTA0hcNWX9FbZnCRPSiadw/OMdUjhp/ZLJqRL96b6SxmdnjHrkpPCI9Wbl64vYHMOW/hNm8EOqUyPVgZXjS1DDE06ZLgrBdZ8Zp12mASAyP5Jeq7HdHX5NHk5jSvGUrDyNtITdeMErWe5mFqAxhOBzwSupiBfkkubNSomCLEpzv6achM4K7BKocq8FeeQkr96yJIAFp3P9tCMEa7MnPMO2wMKwGqmA1UBRPwxFRVPPkYu7+r4pnVXfFbWy8RHaG9MsiMJ7ZBl1mrCcyqnUDDwLDPtCdnlsc4ArV6KsU35upORamCMQ5IAoI+yNfEwSQAhR4FcLC1A846SZqZMZB4myUIyUE4uV+wSwCrZUJ6erE8t5qCq9JSa4+ClIrp4Jhp19sy+bIUnZl3m1teitYxufAy8cJsqe0m88zDbiBIAli7FM51nYgBJbAV73C6zPEN+5E6SCUxvNfN5FQGrOgPHxpU8qky9nl1WiGGV5uNBkgRILOFOZhlH1r4zU+ut8sD7qHfppqtq3B/OCKwmFsZtrLea+WZl27OGdKZnY0upzFSHVLKKsM/JnKAq0VHeHVuP4Tc80KXGJ2ha1c/CUWKYlnPCO2SJwJIZgWl71mMBeM5cUjZCsipZV9Waf0jJvBJXRxDIGjKJxdYo45ltMlMgk5SsSoRx7Jl+0uUZpwdW6XhKoKq8aFmDeASmqi1GtKeSY+GVmRDfSHQwUVicu4pCwDIf/GEMqiZqqEz4gASq2oLGJPBQSKQnH1ONXUQCyDzU8YniMgvAKoR/WbKcM+EQsvjkuMsKSuaVgEHYvEyXXvKiZdVKtIlm804mm3YoZDAsKsgphpKzAatsvbIjLI58x1OpYMxnuVhagKKWGbiaSYzjcF3VkFjmhyovd3CedhgxWgtdlA68mwfUPonInFAofpgWWnscXXw1p3aH2lcUbKR/0/PQv49l2ucKNQfN+yC8CQlFMOeHIrmyw9dXDU6jgZbCKThAq3CHwjcR0JkWtohohL1+h+CIaGgVavj550NATjfALREbRGmhjQWUnmooPBJ5NkYHbTTZVgXO3ezZCB30sXpwbm5Q0PcmVIilFBOLiOeP8DhUD87DD4E5ciKHvzugtqPPjB/RGGCI0kJPt6VUiEHn7gaFB1ENTetKst5qrAhmm39rEpsY97iWhyFCC55TQplFKWRcTaxo9TBEaqG3Fl5D7qpUQUUhWuzWKr4yWqtidHoRkLfxEmpPpAYGMX8DRwkqVSooWMhXYg0D+DANdNbGAkXSKRRQkPQLsRvcjPw/8WqFJ6L0MMRqYVCooPJW2UzoZlGdlgev4wT/tGFf6lUCnJnL2AnqkHllvVXrnUdXFhK4am/3uuZzHHQU6UbjxU6/Sc/vdGpgVZYASNg1BNDZdmGakCoF3OTYSksj8TyUDHjmMpW+FlvPRAkAFr6dnrOPE75b0lVN7DaV7aVELWPZhpYdSZIJBJCx29TMgAKJIZXpmVTHCYdTXJNorWIhPHY0ks5kxAiX9VatG4vsQuBqppi8xbWKQpUjY2Rg1dwjaDyR7qx9Zw0h6YWXSpCJktctU2uSDVWUzIpu2zNBIVyGQnIdUV7t/AFNzl1FKDyRjXND1dozsaJ5DhtV83i1ZyEGnz2Jc+yUHIDG5UdiVeeiNn3y+a8dUfUZhyxQGdUpEG4k3ze+5jZAi2hkRa18PbFm8IfwfHcba9fMwbh34XCDkoXQCtCdgv1vOkfRqJDGBInVRCIXutYZi4mf5LXerlfXsGXfTqx98gBPDRpRhE0HA9zg514Mn5Zpi1EtysDbClAWcfhn9D9xDhcMBnBcCQxrMgKD62W3ai/9+ZUY8MdRHNdqYEBDnJs2ADmlJx8tR7llh6CFAnoY8Gm7rVhQyUo1vB7v/z2D7Wd/x5oXD/EWKhFH1UMDL5TIVhu967ZCi6o5E9fIDw/GjZO7sejiCfwZq4EHlFCA1nYD1MpAVMhTG52q1UO9cv5QGX07AX6JFk0E7pw8hG1Xb+MtfFGpXBO0r1sCXikBWJ8fRv/lm3EuJgzRUKFQtgaY0bsvKttyT9bIGGz6tgsmGJTwZigheUq8fxigg4bLjirZcsMXXihesCo6f1YfAV5ANIGqRsmATb45Jhov/zmAlX/9gV1R0aIvEjnKAAXnjUDfMmhWpjE+r14K2bNZt1bEhu746K4WXqBLIOn/JPIZ+bIKWZRZkdsrB4rlqoh6paujRqkAuCUG3tPrHm1H69W/4SlUUEIHL9/PMLtDF1TLn1DPxeD5sd+w/OYzhOk4eLvXw/h+NUD4unkhuRqW0NW+BUv4eVwyK3nFstYLZBUBXE2KURMdiU70AEUA8tAQcO8in+i0wKoMqibs17YkAMx/RYdUb8bMlCcly200ZYQVdCEzi2QC8xtijYkzlOwV8V5Bcw4t+vYeNuj8RQAQ+ZBcLC1AmpkEPmcGXJVkNXQscYyLrPxp6LBkETrEs+yvdhYVx4EiLsR9tZ2/yjyPERlFlQmQZzqDMZYCZGDVmncnJgFg7TduHAcPlRxrYW4baXYiDf6MvF+WIpaSQP5MfGLVvsCqmVMxOzIYoQB8PBthwZf98EkxK3ujlyfRf/6v2CPWqvJsg+NDv0BR67gie+rh4m6o9Sgm8XaYPZEjsD+ODW4E/9c38L/lk/FDbFKqyI1udUZifKOCUBvjuTDgzeHVmHTmKA5ptQlU6IvKAR/jq8/bo1ohY1CRx8s9M/DZucvMVkQJzOvZHCuGd0ZxX8vqwo8twueHj+ExASiq1jg1sRNySYzQe1vRdNV23GE/80bvdisxvpKZzfWRuLrpe3S5+QixIEjQWuGghhLFcnfC3E4tUNIW6Hj/OCasXYodOj1ibaBjKiigRjZUDGyEUa3aonIBo/ZwiewHQ1/ir13/w6hbtxECD1QvPhCz29RC7qxJ6TfTZyP2TUDVM7dA0LdQlKhfcxFWtkzA4RCOvdN6YXiEvXsWDrm9a2Nw26FoUcRGsqqHpzBj41Ls1uoRkyCy6INi3hXQqd4XaFs9DkKPa33IzlFoeOWl3dikF7KhsH8LzOjSFAUs1S6MjMUj7Ngv6Hjib7yUxiZyoX7tyZjbJKEfRuD8iq8x4GmweHFeDWu/GoXypnLF7FylIcDZXpPGtUyWBEjM+zlOuDTNiCdR0o3XaElWIzErOM/fnRZYpfB/J9enTbdetBdUlRpIYZWeKhI6lpNZWXaaoJmppvCJjDgrmSybQkImGfwx9QJpvraWrCqxQU7MTGKFMwZQZkAQEzOI0d/JJm4smZUIkGVQ+9BGkQB5V1r4k9CNKXqUIDECnJN6iKdjKEsUZw/LJUUtdNEfE2NeQckdMm4yK5IpJjBeGlcyY9XUV5MDqko10KUF6Rln8C1P8gY3Y4RnXL3V1NJVjbm4GV227cAZ0eo5/Qfi9PAG8DMhmUbj2qY56HH1P7xgz+VC/6YzMLmed4J9FXtkFloe+Q+3DAKQSSxTAqdMz9oEDhr7dF60q9gPMzuWgOrpdSxYNgUzjHBQ2rWpbIwADt4o4FsFveq0R/uaOU0uh8NObcTYP/fimMEQd0b1VOREUY8scDdE4VnMK7wWv0YBD1TI0wZzurVC4TjQVI9nu2eg6fmriIr76hxoW30MprcoytY94xJ6ZCGaHz3O7KVwa4eT33ZAbsmmd3/D56u34D/2Az8MaLcUY42BVUMMrq7/Fn1vP8U7o0p9lIVR3lMJg+YNbmrCEGbE/C2afwS2966FLGbSAPyN/Ri1aQP2GzSIN6MnSvrkRXboEBYTgue6UISI71HCA8Wy1cGEL/qiVj7hH6l3eHEfaHU7GPQMJzd8ix4vI9nzOQKGYkfXeshviS/aN7aDH2PXmqkY/SbUxFfy5xqILT0aIZdNvDAMv8/sg6Gh8ZTuPD7FUMjorbw2GPdjg/Em7t+UCAzsg8296yObOUv55d+YsXwJdupjjABeBQLdciO32g3QReNF7Ku4uohH7cNlQ8vGMzCmto/Jtwbv+hqNLz8xiv5RwRPxvig8zENrND4UyI8vPxqBUY3z2J7zIx5i85qf8cvbN0Z+Cfhm748/BteHr5m8Q3yjwnFh1bfo//it2KaqWDFqNKpkiX+C9sgx+uSAqvF1kL8w1rC8aFn1fZbMigUyuRACacco1ugE3MKVPsspgVXGcHElK9rhHI58hG4ckzJ0GMChoIQ7FM4gg6umfcEzmxBLQc00MzNuIaaqPunXhRnXIEZfJumqJmVcST8XklnRgp+RvSd5biBoGRMzPGMCz4KshsACT47vJM+qrvMrAsYojDs5EaeC3qoCanlY2dhIC3IbGXLaITCeQFUjx5GB1Xg3kDK5J3cmkPRWM4uiRFLsRPM4XViQJEBGG1sO11U1NiwfgVOLxqLTkyARcCyKrz77BiPrGCEs9w+g+/J1OMoTNOeOmqXHYmWH8vBJLEw5JgJBT0LwPloLEiTNms2AiwcWof+9uxB4rP7oWK0LehQvgkBVNKJ0gNI9C3IFZodHVoB/Ygqsuvm2xsImjfBh1liExsRzOFmoMklkKVRw88yO3Hl8TPVPgy5j1oKfsFonAGTeyiJoVvpzDK5XFv6Uz0LBIfrpRew8/Rt+ff0S4SRrAz+0+vgnTI0Dj60Bq/QNxfB91+noXNLUW1MCrMae24ghe3fhKNucqFHAuzaGNmmNhvmzw8eNh0GrRWzwRfxv53IsixQ4nRwKoWf9r/BtEyM08/U1LF3/P/wcHAwi/bpzudGkVEeMqVkaAVk9wFGiJr0eb27sx6J//sKZ0Fd4yVZ9NWqWm4KVbYtBJQG1bFDZWLfePcXJtV+hx1sBuvXINgQHetZHAf+kjGCjefLcMrTcdRA3LX5eHJM6/YDu5W2hhabAKufWCodHd0C+aA27KKaJgeQP9JF3sH3feix++QSv2F63HPo1HIzetYwQW20oLm2dg5F37zOGshrZUSl3XXxR8UNUKZIT7nT44BSIeXsX/1z9E2vuXsVNg5Yxi7P7tcPCLm1R0uj7TYHVAPRvMRkdfEMRrpF2oAqoVDq8e3YTe85vwQ5CpgD4+nbG9qEtEGhDw5W/sh4dd+7HXZgybjlFFfzQfhg+K2VL/DUcl9ZOQb8Hz0U2dE2sHjUMFcVhT62K1ZHYQRKBCytdTq4j8DTkTaG5eQRyj2Sf5I0XZ/sVyRxRwipXO1w5HbDKwnGZXos8dKw5eWK6qrYGhnRI9chMKeTsnSV4HgomCSDorWbEKZvWbj0v3BhmxO+zt6utPWevrmqCY4u0jDNBaG5y7MwO8WKiuOT83ll/Q8xvNq4MLrfup4lJaT+kTSRZVWINYTrhNC9nNIQjsQ+38+9M6zkDomPWogdkYFVwCiaP4IA5h9yGklnJW0LTwSbBEyqFIAmQUaYeFlkhrld2Ti9Jf+zFf1i4aiZmhGuggxr5fTpiz9ctkYtAtag3OLJ2Gno/eolYcMjn2wCzvhyAhsY0wCS8UXdmCWruPYJnDGepjCV9v0LLItZ1PM2B1WIlp+JIt5IguSKpUNQJscBtXpDqo3F390/oeekKC5X2VBRF94ZjMLa+eUg5D+7pOczcuANnosMRBQ5lyg7B7PZlxBxHtoBVoGi+odjQrQ78jQi8yQdWo3Dyl6Ho/zqcgcBqt0ZY2bMvahWwYqMXV/Dr6llYFsnBTVUA9coPxNy2BQTT6HV4tX8eOpy9iBeULAc+aFp9Cn78LD9UJhIJoiVf3cHuPcsx7fEjMFVsRVXM7/EVmhc17lwmvm85thwKrPK4v2oAPr4TZKVPFahYfi52dBK/0cLvTIFVj8CJuDGivMVTLGHpi4uYtmQG1mopZ0cBNC4/EFNGaadpAAAgAElEQVRbFYw/Zz06gMFr1uAMcyw3fFhqLGZ9WhZ+1tiyMeF4cGw1xp37S5R3yIbmdWfhh4bxGhGmwGpN7Jo4DCZKE3Gt5PF8y0g0v/la/P4qWDZyDKpZe29sOK5tnYSe919CBwVyexeDZ+QdPGB1qVC64Gis6VnRRn4z28CqJK/GwDFHFI78j/RE6RTLEG5H1Jph6shIyaxonxMr6qq6Wi87HbAqgaoZxtMd+CHJBVWlJkhJQSg8V56QLDtG0FsVEu5kpCKw6lIWhpGR7CF9i7TU06Kf0jBu8hkvlRKZJO9Fkt2B7EJJU9jMkwHGF4GqwkGV/jsDfFCSezShHwjsXUFXNeUVk9eQ79iR+iLlL3PBGmhYUVh3RjljCHrFlokKZGBVOEoyBrgDxhW5OrHBiRWegdzHoSOYWKt06e7qM3ycrioBHKm8AIccWoDux8+wxEwUnt62xtf4sUUxuN9Yj082/YH/eDrl+aBjw3n46ePki2cGHfwFjY6dZmH3KnUDrOs7EPVt4GTmwGqRDybhz65l4CWyKNkhnuk/JtDTYbfxv8VzMD8sHHooULXM99jYsZjFnk+S2oq9dgUn7z6HOl9ZVC5REH7ZpLptA6vuXAC+aDkfE6vHMylDjy5E8yNJlwIw3DuEUauXYy+bKzjUrr4Qaz+3nbGJ/28Hfnvsj3yBhVCieH5kkwC4Nzexes0sfP+ehAvUKOnfAcsGfo48CSSU4m/vRve1G+JkIarXWIZNLc0QPS5+RY9zSUcCqw//xsw187AslhiYxTD0w1rIGfkAO66dxhXyGfem2Na/FyrkttbnpsCqT+DX+HdENUFOz6jQBaDm5RUsWDYNy2N5cMoy6NdwKPrWFr9Vp8GzPVPR7up9gVnN1cKqEUNRKSHJ0pjH2LTgG8yKFCZ572x98MfQRvATzWUCrHL1sOWrASjhaX3aiz08BXVOS/qyZfDLsAmoa01a9uFhTNm4Gju1JMAYgN7NRqDYlV/x3fMXIgu1MpaNHGsdlIV1YLVCForkAmLtTVph58wtSAJI05irz8x2fnQSHiOLML1VF05mxVjOGtdJVmXePakFrErpGrnNF363awuYxy+AsVRpyZWLpQUEJm/KC+mtUtiySuKNp7zKDFUDgatCWHfG+Sy6iZd1Va33JwtVFrMqp7TLiQHEAKCMhsyncCjQ3CXIbdDYcn1kVRpLjN0iL1cW3iGAqiQ74jgmL0nZuGcAgCOFQ8nmz4ktnxEudRLSK5aBVeGywlGgqgC3CBrY8tiyvuempVylUCaeKT21BraD6iVswxEsZ7uaE/Uep1d/hfZP3jMP81MUxGdlPkehx0sxIywaPDxROXc3rBvcCNmtMR7tegmQEmA1Z54BWN+0JsoGuoFTUlIdQccvTs6JLnZUSnDG4OG9TWi8ehcesvZ5oU+HVfjGksTI/kp7BKqLsA3eYj9oDqxyyK72QrQ2EtEUsu3zOdZ0/xIV8giGiDi2EE0PJxFY5fV4d2IdRvz5B86yWvJhcptp6FrFBgKXgM35K9vRaetWXGDP5ESXehMwsXGehNcbw1tsmzUE48TkT7nzjsXRQdVgHkzOKRRCFJ20+XYgsBr0x3z0P3UKlwho8miFP/p9Cq+X/2LBziXYxg7TBdG17jeY3NSagKuZxqrfRDwYZ9rZ1G7N6wfYv2c1Fj68gfu0z3VvgS39OqOYhF+/fYCDexbjh6dPmSyEj/9A7OhRFwEJSgpr8XDnRLS78ohJamT1aYY57b9EtYICsmrKWK2HfRMHIJ+1W+foUJxeMwZDXkWwcejv2RzLhnVGISsuoD85E3WPXgFTtlW1xpFvOyDH/aOYvnUltmqoFbnRq8lEDKtt7SLEOrBa3lcAVVNlj0zzckY6pNs559n7mCAJwBSN7f2J0zzH9oB6HuR2rkqmSC1gla6IyDZ2A6u5/QJkXVUbrk1Dg6Y2RwwRWr+I3ULhlQKdXi7GFqA9ENknI+itSiwFA2UBkYuFBZhOnZhx2lHmYWOLUnbLnHALk9JsQ3qrri6ZQIcmdkh1IHDoKP9zhnqEZFWO15wlGRs54Y71HqalnMBndoZ31WVdTHJmsHESy+zAqsRUdcQ+0HzPQ8CqPLZsjS3SCKcLU2eYXZPehlTVVbXVnPsH0WvNBvypiTEjhCjgq/oQP3YdjBYlzLIjJfHTUgKsAp4o6JYbhb084alUGhEPhMnToA3BI3U77Bv1YRxLkb+wBPV2H8Vz9kRBfN9zNjqbhLfb9h/pL8LYNQdWy2BKu1I4uH07/hIfzBYwHKeH1oaHAtCeWYSGfxxLWvIqXSj+Wv01uj4MFmssjYVffoNPSidAM7Vhf+35DWi/ezeusb8Xw4R2U9GzUiKIuCEMJxcPQ8/nQnquAnmGYtfAOnGsS+lVUjIrhwOrmmdYPfMrzIrWQAMPFCr5A450LwTEvMHmuYMxXmSDqj074ti49shjIR9qnrzKB1UDyqCYuwfcOIA3GKCJDcKDsBe4HxuGCPDI5lMPw5v2QLMyRjZ+cRubN0zFzEjhDJa74NfY1LEisnol5Ox6BJ36H9ofOQvqvRzejTCuaWc0KSv8yFxjtU+z79AphwY6AwH5emg0YXj56jaOXDmMg+HBYjKxHGhVbSwmflbQEqzShuLk8lEY/joKPJQoW/hbrOteCpwmElc2fYOeDykplTtK5GiPBf0/Q4CFrSyB1VWjhqG0t4HJZKVWkcBDWRLAmoXpYsf1wGcWXWsAtDrh/OCqW9nUAlaJJBcWq7cPWKUb+MCs/g4BDlNrEKdHvZJjEajKWAoO8jLGHlNw8BJoq+nxaU79TjqculHSFBfdSEvGpQMqy6YnFxMLMIvQbbODQVXpJR6kt5pBkzWlxJUIkKTLHC+1kL3S1WjhElPVwHPQU9igPHdauANNN5QAJDX20zQdUzSBcBMvF3MLsHWLWL2uuG6J+o8JJYHLzMAq01Wli5xUWs5pPiZJALYllHeFFpMLRaEQuOpqXIQ00VW1eq7X4c3Bxehw/CRum/w9N9pXGYp57YrF+VpyZ/KUAat08lHAC2p4WOFFGRCDEDTDpR+6QYrajjq2AJ8dOY0nrMHVsbjfaDSxJdFp9FGCzxhzx0yBVYVnd1ya0BC3lo5B18dvIaRtKoVJbb9Ct8re0P21CA1+TyKwGvsK+xaNxnAxCRRQHsu7jEGDUollCbPsDc259eiwZ48IrJbDzC8noH3pRFZgfSjOrByDbo8oXRNQJO8QbOlfF9mt5IpiLGGOE5irQY5JXqW7sQcD163FUdozqCpiWJtx6C+Cwc+3jEXTyw9BPE6gNKZ1/RadLABnc2A1MS91R7ncbfF1s89QNr/RAvz8FtatmYIfhbxgyFdkPNa3LYesCTFWeR1Czq1CpwNHWUIsoCwmtxqGVhUFnVVTYJX+xQ3x6eH0iAX9R5rHFfDksuGDXO3xY496yGEFV9dd3okJe7fhADHhuPKY3HE0Pi8poKeG80vQ8o+TeM6g1SIY23Ua2lpcJlgCq8tHDEFpH1qwUnenFg+uJtY/mfPvtK67UgAlkZ00WtdnrDgeWCUsB4jUGNj5KlHGKgsbBA9irKbuEHTNgZVSXVVbX03rG22kWeILuZhaQExmRaxeyvLpihZiLGfK1Ckfkiy8m805DtBVtT1seHirlSBZCbmYDy2e2cVTxbmcZIKgq8pBx0BVKnL/Gvcu00WicZWKTi/ohMvJrGyZ2FX1VglQTSxUObMCqxI4lmp3pGIsrqy3an1USZwGSmSldCFwVdDWT8fkiuEPsXbJPMx49xokCkDF1+9L/Dn0cxT0SfkikTJg1RclvPKjqLfAWDVfyQ2aEDxya4stQyrFwa7v/5yP1if+EoHValjUbww+tgNYjdspEHjIPtsUWHXPPh43RlcEnl3BwnVz8HOEBnq4oYBvO6wf0Qpefy1GqyNHWZIupVs7nPi2A3JLhNG7v+Hz1VvwH6vXDwPaLcXYShwQ/QJ7lozFSEcDq1x5zOz8beLAqu49zqwaaxewyuzDKQSGmiOAVT4aV9ZMQKfbj5muaUBAf+zt1QT+EkJ+9yRmbFqEZdEEYStRtdQErO9ajjFR40tSgVU1cqkLoHqp9hjZpAKySbmmrAGrbcoha0L+z+sQfG4VOscBqyUwsdUotKkowKeWwKrtU35Bv4boX70+apUpgqxW5Yx1uLlmNHo/fAPiFntl6YM/RzaCt2SLkBtYvm4hVgQHIQbu+KjCJPzYojDcTAjLlsDq4uFDUN4BYzzRWYKSWXGy/n5CZ1EiIrjCUZT2N8RUZdLcLl4cDawSSS5aa0C0jjhhiQCrUog7Aav5/QJc3JSOb74jJQCstY4Oqd5qhZxx2YpxmAC0gm47KQehaxXmN7KuqtVOk2xDh/jUKvQOprcqjy0bfcCzCx0KP6XBFadrllod4qB6WUhlKrGcHdTEdKpGOC4ynbo0uGwmnXBiZsp3gta7myIt2KWOiyxcQqhy4okKMiuw6mhdVVuThCATRRcXrrfnSYuJj9YpAVx1jYHFdFVTkeVsj801/25D1y3bcJI97IZW9Rdi0afx/Dp76rD1TEqAVf+8A7Hq05oomcsNnETTNn4R28SJ/xH/XXNyARofOi1KAeTFd93noUdxe75AvIYVwUNzYNUr+yhcHi1IDgTvn4UvT1/CHQYz5kC3xkNR681xzLh6HI+TAqxq3uLPZWMx4IUQik/MzIVfjsMnpZPOWNVe2Igvd+3CRVZPCUzpOBldyluhnhqbwhCG00tHovtTUhYFCuUZjG0D6lllrNLf2YgirQ1HaKxG3cKsaROwRNzj5849HPs710IWostygO7+ZazY/iNmhZKiLWmKNsX+cb1RwoRFagascpUwt317lNLrmW4ou1znFFDqXuL8tRPY+uQmHrHKfPFh6fFY3KGQUPeL29iwdjLmsMxVdkoB8HoEnVmEDofPIIhUbb0bYuynnfFJOaGBpsCqB6oWboMm3tF48uQkdocFMZ1UweMK46sO09A5IXZx5B38Om8SllNYLID8hSZgd48yUJAGLXVxyHP8vX8xxt+9x2QJvD3qYG73QaiZ27izzYHVD7F42FCQxmpaFZqThWsL15ib08ou5Als3XLy7aCgqypI82WE4khglWxDc06UNn6PnCBjlcayllhAHGRg1cybUhtUlRYzus3wJvaYq8U4pcno45kkAAuvdJH5WtBVpcQxcqCyuYuQbZjgfBpN3iolaRkLGZflEm8B6gcKliJwVU17XRcYXHGssVSjjbmuh7C1iudZYp202BYJABAHNxe5iU/rnqXhRACZSwBAIqhqz7DKjMBqaumq2vJJSWNeTmZlaSF2bOdozXL+NT1ddFWtOdXjU/h66QKsZcCNF7o3mIuZn1hLFpT0WTIlwGqRDyZjb+dS8EhK8qxbq1Fn/X6mdQr4YPCXKzCqVALtDotBVIgWHnl8oRDlZIW9jh5Pd89A0/NXBZZg1kE4P7Y+WE6hyCCcWPMNej0njq8SuT2Lo7SnO64HX2Fh4XYzVg2xuL9nMcZcOIOrrImB+LrlDPSrkQCNMDoEMbFZ4OEnAJBS4f/bi3G7dmBXdCR4BKJnk8kYVy9HwmciPhS/z+2PYe8FdDPAvx/2DW2MHIngsVzwc5xc+xV6iExbj2xDcKBnfRTwt98/dOeWo/muA7hj9BMV1PDj1OB4HSKgYUzW+JIDPT+Zi+/qGyOBpsCqOudE3BpVHlreAI3OwM5YcTYyaHBry0R0uf2Y6QlzykZYP6wPyhBD9s1d7Nm1CLNevGSAp0e23tjVpzFyJZi8SocH279B2/+esf1UVu9PMK1VZ9QuLoTnmwKrVbFj4mgUoQ01RQv99xsG7dyJcxCiqrw86mN6p/6oX9Ca/XiE/bURYw/twzmjP6vhBl/OA2poEcnHgHrdeF9XpfoSrGhmfDmS/sAqDSvCMOSjlvVxQuu6YJ+02KHbP1bpyThd1bRgZSStacl+2lHAKo08rR6I1NJlDg/pytsmsErTLYGqbPhznAysGnUhA8fE/yS7Z+38oXRI9WZXGvK0ZGI2MbMnAUAqttdwfvvQei/oP8p3d+ZDgOnUpXKosvk7GTOTGEDO7zp2zhiOe4xpZqpIu865r1Np4We+IyZkkrvS1AfINrGpkKwqIU8j36EkaMRelfvD0lISQObMCXcoYzbtAe1NcJHZgFUWGpeKkRW2xhf5jrtC0JiXx5YRwCT+TzqgErjqrGu604CqZK8nf+G7ZT9jORMO9Ub3BnOcAlgtWmIitrcrjSyeSfDwlycwaNEiHGS3QEp8VHku1rTJY2MYafF4/xYsuHQOVzUalCg3EvPalQThqxxnMANWB+L82AYCsMpsdhyj16zGvpgos8RfAOfWDqfskQIAEPXPNgzftQ1HGZaiQMOaC7GseXbr7eWjcPrXQRj/zhe5/UqiYbkW6NWwALv4xru72L7pZ3z3ivRf3VExbzcs6tME/hZJjIyqfnIYg5YsxUHxnypUmI8dHUxojlbbwQU/w4k1X6PnO0FpNsnAasxbHFs3CyMfPEKY3VtVNSoX6o+FXesjIC6plCmw6hP4Df4ZVgVavZ6dr0wLj1d/zEG78/8y3VaVW2Ms6d0bVQIJ7NTi5e/T0eHSLQjc3XKY3n08mhVOoHGh/+L7n2bjN/ERn6zdsWvwp8gpgvOmwGodbP1mED6QtFMNGjz/czGGnD2Lh+Lvvb0/x7JuX6A0tce48BE4s3gYBr8Wmbt22it/vtHY2qMqPOMuJcJxce0U9H/wXPTXtGesUtNlvdWEO5DWLQXnfIQr2v9pKFmV0V2Fna7otI85BlglsgrPmKoUKcl8XNyRWQVW6RGaNvVG6LksBSD4CGPVMdukXaGtBTHr3ONuE5Ow2Ui7Zqbbm5h9VM4fAsZAVZaq3PlupdKt86SwGJEZRfNTWnm3BG57qumQKgNA1nyA7nNIboNkN5y1EDshPQAOZ7WHyd48DXRVbdmBlisJXHUFW6V1G2lskX1ovkvlHBLJ+jQ6n0qXFfZUkJmAVbZH1qcNA9zWvOxJ87I9HZMJn6EEcW5K57QOk45Io+iBRLv+yVlMWvYzllJCEqcCVidjd6dSRuBQol8CaIJxasMcjLj/gGnG+rlXxejmQ/BlpThINL6Sp8cwbMli/C7+S768I3Fg4IfwYAk8DXi2ZyY+jWOsmgGrBi1eHlqCvqdO4qZ5s9za4bSdwCp0r7Bx9kh8FymcJr29W2Fz384obYX9qb26B8O3rsdBniBYX5TKNwDbBlaDhNe9/m0c6l16ICbWCkS/pjPx9Uc2aJcRb3B21/8w9uZNvGRvzo3BreZiVDURGUzI1EFPcWrtOPQwAlaPDaqPQHv1Om9uQau120SWLr3ID0VV1mnJ0bogkX1Mz+XD+C4/oU8Z6XRgCqx6Bn6HC4PLMgkAi8LH4t7O2ehy9QZjwirV9bGwV3/UkHDk29vQedMO3GA/dEetMl9jdtNS8LH2TZpw3N6/ECP/vSy2TY2qFWdjeatcca81AVa5etg8dgBKxgHCAHTBOL5iAka9DInTu8+evRe2DWyCHMZd8PIUvlmyEPvFmjl4IL/K2zKVmyEWoYYIhIjP+bjXwri2g9H8A2nTHo7za6dgUBywWgOrxwyLB3vtGFqOekRgZlJtaXXKc1TL06Iensk+OlMEZUbSVTXuQUcAq6SrGqU1IEZn6c1WgVUCVXVmlGQZWBW6RWKqpjU0RtOQj4qywjo3eywtph8rKydj1RHz0JkmJeN2CokKeNBglJcU0x4UwrjtZ0Y5ysekMUwABx1S5WRWZv0i8qrdFIIsAGVedrYSr/8oc8DN+4aFqYg6funVbySP56Fw3nk5vezC3suBZd5WO6EYrT3Jqsxtl5mA1bTSVbXln0xjnnTCXVBjPq3GnEqpdLoLQWL/ONUloBMBq78sm4KZAhESOUjzs0NdFMxigCHGClhGkRCU1IokSY0vfR8dxfDly7EfeuihQKBvE0xt0hL1S+eASk+RYhw0Ty9h+6GV+P5NkAhEeqN9w18ws6EPKAEm0WZe7J1lG1ilBoY+wOZVP2P221cINXbopACrFDa+bza6n/1HBPU8UCJ7K/zYrRVKESZKZz3eAEPINSxd/zPmhkWJO7IC6FxnHKZ+aiTZcHcXvli9ERfEtmRRV8CABn3Qr4o/6JKB/VDBQf/uMS6e/Q0zr17Ef7wOBnD4IP9ArOhcH7ntkdZlyavGxTFWFR5fYFv31qiUVwE+2piKJTZEoYTCgxY64f9/vW0s6lx6KITkK6ri+1ZD0C6/HlGx9C/xReXuBcXdDej0xwFcExfLapXmY0sHiYFsCqwqPLvi2OjP4BejZdFLHCWx4w3QR4fj3av/sPXgGqyMoKB5wM29GdYO6oqSUrKs6OfYs2YuZr16JcgBKAqiaek26FujHHL7u1PYBomiA5EheHZpOyaePYWrvI6Rq7J4NsDUL/qZhPInCqzS94Q8xLY1UzHtvSR6EIAv60/A2Poiqm6IwaPf52PAxctMYiK7Vz0Mq/0ZPinmB10s9ZtYCIij/VX0BUzbsAJ/sEONGyqU/QFr2uVnD+kNYbiwbiqGPJQYq0Uwsef3+DSbHgYSeTYrnEoJzp0Q0FSYqcVqZWlDc9sK5xda1+PB51SwfxKqlGT5DGnJIkxC+1LyaEqBVeotSlYVQ8m8GKZjeja2AFZpnBGoas6gkIHVeKZqWoOqkgPRIYw20nSrIRdLCzBdPwKAnMw8TDpC1FWlVjtZ89LVlQT9R0CfzkmHaN9ESUFcQvcwjXuMyZEoCVx1rvBKOgRJGodpbBKnfx0bVwYemvRarKR9P4XecRw8XEgHOy07l5ZyWtdJ79lpShJ0VY3bnFmAVZpzmDxCOneZNC/TxUU6N8VpXFdqiHRMZXqrqQEQJOOL2UGVmKrpPCebNP3JGYxfOh+rGK7ljR4N52DGx47RWA0+9AsaHj2N1wQWqOpgbb+haFTAhuGe3MD8FZMxM1b6e17U9S+GD7yts445pQeyeAWgeJ7KaFwn0Mj/DXi2ewGGXvgrjhXJwQ/VA0uhuIc7YiNe41LQLdyPa4YKpXN1xIIeLVEojqFIjNV4jVX3LANw8euG8VIA4m/5239gyNrVOGD8SerWOP1dJ+SWmn13Kz5bvR232DO+6Nt2OcZVNhqtsUE4sHgMRr6JhIY9w8FXkQcVc36AEl4K6EJvYH/IK7wx0tEMCBiA3/s3RHbjPFe8Hu8OL0KX4ydxV2yPAl4o6lUElQMC4QsDYmIjcO/NZZzXa0VgjkN2dUmM7jgZX5SycwYJeoaTG8aj52sJEMyJ6tmLo4KfDXaswgPZfWqjzxfFoXx9A2vX/4ip70LBwwf1Sg7Dwq6V4WFrfPLRuLZpJvpdu858KHf29ljUrSPKs5D5MOyd3hvDw6XB5IWaBT+Eca4yQ+RjnAt+jWBDDEKhE8BcZEO1ov2xoEsFEHYYV+7sw+CNm3AWBtE2Cvgo8qNu/qKQRsObNxdxKjqUga9UFHBD3Wqz8fNnpjH8dgGrhHVf3YTRu/fhqKi146msi2UjB6Is+WHIdfxv+Y9YHhnNLgNKF/sWqzuVgZtNEj6PB+uGoM19SmEFeHi3wYZe7VE4O+WsCMU/6yZh2OPXcYCsf5YGaJLV+lhUqX2RPX8tfP5hfqMo2WRMeNZ+QvpCoGRNcoSgdYuKyazEexUHWT2J1ZDSK89k+ShhVUaSAJAMkRJglWxDeWCitbbJYPHAKunUUXgTR7qqliWzA6tpqaua0CggzToW9s7WYDsXwyQOK1d9nKzBQk/F8Epn+Q4GqlJjnGpHnf7WYWNK1FV1hrMG+Q7LuCwPKxPnYGQHlsxKYNc5QzIrQVdVWNicwXfSfzQZt4Bn2abTKllVYt9OvsMuLpwF4UiswWn8d5pviBXuFIxwUas4OfkDMwOwml66qrZcknyHxhXprbItYRr7rrO/Tkpmld5rulPpqhp32uMj6L9oCfawf/NGj0bzMKNJNod0a+ifC1DvyCkGigEVsXTgeLSwmqQH0Dy+gXXbf8bEt++tnj+tN8gNJXN+gSX9PkM+41BrPgY3Ns/EqOs340BG679XIo9HPczt2x81TLAxHi/2TMcnohQA59ET175ragGsUp2P1o9Hz5v38ER6AdcUJ6f2RF4JLLyzFnXW7IsLG+/Yaj2mVzMbpREvsX/VdxjyKnHV0ZxZ22FFjw4oazVZlB4Pt81Fv8sX8SDRHlQgq6IsxrT/Cp3KJyTGalZRyHOc3Dkfw+4/EjVJE30R0y1d980k1Lj2P3Tefwb/6jXQI4DJD4yuYdxxlnXp/l2Dz7fuZZILauREs8bz8FMj+k0YtkzuhW/igPjE2+EOHxQr3BeLO1SHrxV1CM3lbRiyawfOJ14VY4XWKjcR81sXjZt7pZ/ZC6xCp8X1tYPx5RNB3ZW+sEbp8ZjfpiQ8rq9Cy52HRL9SoFHD1fixbsJSDbGXfsOYPdtxCgpkdSuNNjX6o3/97NAbwnF2+WiMfi1Bwol/oNKjJdYN6ohCVuyU+K8Tf0JOZpWwjdI7mRVdHutEXdXEe9P1nkgOsCqliCPCSqRWAJ1tlThglQ6nGlgHVenHmR1YJRumQ54Cq/3mSQl3GANI3kabG4gldqBkVk5CWxV0VQ0Z8tYnJdMpA8OSyYxKyXsT+i0D5lViMqvUeomL1kv9Jeit0m2zkH05PQvTf+QFQXW5mFqAAh41emG9YrfN6dtVrHECMC8ks5KLpQWkdStdkTExCRwJ8ienZHRglcYTY3Akxzip+BuO5+GtVrJIHXl0mRqaXQoqOKiJ1ZtOxqE2xLGcU9EPklX1qzvYtn09Nrx9A2SthV5Nu6BlScdQfPlbh/HT/kPY8R4o5N8AE9o1Rcl4Kcq45pJEVmzQc/x9dB9W3L6NZzHR0HFKqBUqxua3VjjODd4eefFh0U8xsFUJqK08p7/+J2b/sTIZUjsAACAASURBVAObQkMQw3h/AhOLcjd7KIuhY8U26FuvEgKt5IvSXdmHeUeP4kikBwqVGIIlHfJab8ibBzj0x1qsfPIO73gvFMzbDcv6lI2Pog6/gTmLVuNURDQ8vAthWM/R+CjASlXR73HtxCHsuHYCu96/RTg4MXqehxZqFPGriY7l6qFdnXLImoieqebmBew9fxxb713EPwYDlOBYe+K/vTBalG6J/g1qoEBgEvs6Ngw3j+3Dqn8v4WZMBGJAEloq2+u6whM5PT/G/NENoT2xBrP+fYK3Gh2Ubo3x88h68ElsTPKROLtoPtaEhUOv8kPJSr0wupFgwKebJmHs7dd4RZMyp4KHQmWiOc3zWsQY9DDAAwX8K+CT8g3RuFJ+eCYEFr56jPPnDmHT9bM4rZFYuUb9xeVC3YKN0KlGPVQt6WN1wg3f1At1bksJp8pg44QJKG1dRhZ4fQVL1/+CReFRLOFaNmU+9Gw9HU3D92Lx33/jvwgdcgXWwPBO7VDYN5ERHvEOF39fjNUvDFC7+6NwkTbo3dgf4KPx5M91+OW/O3geG8MkMtz+z967xkyzZXd9q6q6++nn+t7OOXOxZzwYM+YShGNHkSUC4RIpCgmxAYMgoEyCFIJEIgLEEQkITOQPRBEJ+ZQokSD5kATGgz0Gh0gJdogjAskEAzIzwQbiMZ45M2fOeS/nufW1qqLf2lXP091V3V3Vdem67A2vZjxPdV3WXmvttf97rf9yh6k2wxMGgyt555O/Wf79f+U75VlM4nuQc9n1I7iMqS7dpwClP7g1N2Q9P0Yhkza7hf6iaYFOiTN3KLAaho7czH3l19+luQ/A6pzsHyS5RdH7DKwei1d1mx5pt26aWfFfrGNKiIlGOyP3uOBqDBwSNBreJjtWJWA2G/Xzqu6bhRjgoIQQVOrYAOK+96377zEf7TGTDy2oun3WsSuAsRTqrLpVJemXo3XrGMHi0T8+wwvE69ax0LGi1QNdBlYND7ipsGjiUC5j28xq69QMlH+fZIT6Z69xvKqbIrhbyPJ+LuH4TIaXJQvoZiaTqcjo7ES8lGpx3cQHoVJlOYtAFm8mslhyNLhnAMoMx3J6NSR5cPu4n8vk1bVc3050XYRwdHh6IVdPLuX0ygPLSh+8wM1EZktPTq5OxFlJFky822wpy5upzIKhnF6diLtaos/dr2cyu12Ke34qwyc7gMzomTfvv5TreWB8jeOKN7yQt955IiPmJuv0zAPxX7+Wb7y+V0ogvZXjyPDkXC6eXMn5k8ED7+k+USf+vgzFf30v8wWgJcPd/l7eSE4vxuIBBi8D8T+cyHTpyenlWNzdyaqPj5364l/fycI7lfGTob43/ng2Xcjk1Y1MtfHatgEH6VBOrsZmXrLIjyqo61u5fn0r97OYNoGmV2M5vXwiT56Oduvc7Fq+9uUPJQgdcQcfkY99256mYPf38urnvyHXC0fOn70lb3/TuX5gcD2T5cKRIfq3qVPbPnexFP96KvfhiQzOPQljQHcZSICOzja75yRvhF2dXI7EyZHInFuHIrbgBz5Ro6D5b9PhX3AMZMDn+j5S6WrgDW1KFmFFn34YsGp4VWfKq7r7xRRYhXtksWcp6yuw2jRQNZ5OTiGhBIBX1I5NCYSNaGalHZUtqJqqnmQb7kqlP6ZOm8xMuIyPn5l5TDlsezZlp8in1jgoWsiU+4euynt3Xk2UXLXvFGdGaSZvtY866O6sVArMQ7dx0B26/yO4jI/RoFKBQwCOAorTZWBVMw4LyKYOzeUwWZsM1vGwFj6DZlYcCNbpe2LqCBsGJhUGKh/oappuV7w5oGTDzf8oFvlgS3TIqsmwDK0GjWM62FWnhFnUwwoatbVAYQ0lQNy2qYSP79gtkA9Yj6PctNWPRcSr2nVnlw9YVdRf5n4gt/NsVZLO//CF/ykkW3WzWdXmFPYRWKV4hCzeelQ6v9FYvtUtMosyDbWZVVRLVNOa//BCZClAAaBBWf6p7ewvsKWimVF1CAdOyNOBKa+041ECWloZl3V7NQPPmjVmTlOb6pOPqSt6WAHofMyX2PNszAm/rFQ2DX7PY76agmN1omNRNiaZTUVGV4FV1vImZoBvzpVS2cQ0UUUmsoO/1XXLoYqpvmZWjeVVbcD8GtlQWWE2rW0YcfVSMS/Zhi/N/o5rM+e4UWZs9t/nvRLZs04BqgLM27EuASQyJzOYmdgH6jREeJZvdfdEKLiqzb6q1XcO1udLkZow3KNqXx5gFQSQ0Ph6GughYJbVyvlvv/BjIQ5qX8lrH4HVJvGqpmmhBtKuyVy129SkhADFFFytsfYU12ca67TjxLBu76YBtb+dy7nu99n1PDpwkplpGFKyuNMmvX2174I0tIle3DSlYvmQ+U1pVVzWVu3XtenuJtgCTI15Vdvw9vCEk5lprSo5W5iS4VCvAXNQDvBymsB1EVg1HOntyZAn5qGZFcuWta2UmFApoqqvtoipI6KG321wybW+IwcVdFZmXW9LbKX2ZDNXt+qJzmPFcSC+GFDV73qt8gHWaCqWQt1ftW3E4KFJmbAr1+r81UEJEPOqak+GtinPAe+bB1iFmOZmGmjSStbh/Pkv/JjJbd3jEPsGrCJD9U8N1zKTPQYZe8NfNKtGlnyd4cw0G406RnyiaikAktJGNgqqtmjdPx24tQLzdehoKc+INkTnQwMAVb05sryq22aN81TKVOBIb8/AHUMJYJet9DlDLkOvek5IuA3LAg67BqzG1BptWq/QJuVbtba11Rl6LgeC1YKrjedVPeJSgb9hvYozDquOHcr7VLNPrj53rLw3rvtOVYKr6M3CD2TutynSqWcGtBIwEJkH7Uzo0TPkiBag8aBLPVO69hQDrsITXv7mmYQVeK3jQ8A+IElZgVWg0ckykPtFkCt50QCrGUZfgFXNOIwygDIJJoPsqr4E/nU2qXAf7gPIq36XJt6frDo2GnWUdRueOqAOO1YloIAzJactO01lHs+GAPN2RtM0mk386bC6TWp8QGF5VdP9iR5WROBYW9ar+EvQnRPXgqvbVgoOA5VDvQrXQ6VgTK1RkuJ0DVhtA69qqu6EoaHbGLhK21KF+rQ1utFcCUc0axWAtYphaKDak+VchQy23dNwzprDnNaOiBOyzZ9QpeydCvhWtalOAKgKcGglvzl/MehsDiuq8WtV6oy5d2hK3ivOeq7+O6p5ArP60OyrpEfE3PoLKABKumcbbpMFWCVTlUQww6sKppNdQhZY3dCCGFTNkfV7dD1iunFIZ5Tmxm9jndPDvKh8FFyt1mmb7B+76KcZhFn42ykbFrMLusrYc4tUXwdlAryQRj7ZF58sjhNzwqYsr+qmtEwADUcdDUDaaVlQ2YiM9CQ+izb07BrHyIe1PUdMl01IEcBRZjZml4DV1oKq0exbvtXdZqClpxWAq9Dq06S8TLvKZtDNv+qRV7X577rvDS3f6j77MnyrZcTM8QHgzPKqpgodOQM4d4V2xICrbQaI93mPw/+O34naxkQpgIffS5Od/Ghf3tYNxIGfvw9YNdVKplnVIawjFlhdmZg2gqoPOCrgoThyqWmr+6kdDtTH1v6MVHq4VkcxKWTJX6INmQLSxe1Ig4DmS8Or2jr5RBzw6A7APA0w7HiUQMyRBt+q8vqVLB/N/gma20DwmLpgeFXbwVe8S05j19EMO2tZSSlhToCrbsnIcxV21RVgVddy/D7/pWR/Vqe/UBokOOZL1p06v6HKZ7FWDb3yqi1ss6rds6XNqlp8CLj5dehPz/CITOYYr+Nh1MyqqPvRpjo+HIdtSnfKJKrCFxkAiMN1DKsjERQVBS1edwtP6p4bsAeFEqDobBPezBfZutxX/U11338fsMqe83ZBhnwo7gGStsBqNKMxBUAbeFW3KaFmKbiunJFcZx3TupiUE9I0I6IErKhTWr05DooSDEsBkNTMOEuhCxkc4wGb1PI2YnUvJlU+j+AZcBUAqCzbAtgw2Zj29DrtsGLWAVCV7zI84Y4M7ZqVaqLahNEzXc0Ljyibjs1Y2aBAF4BVs1HtTsYhhQTQbdhmVumW4+ihTjlrumY5dwg4LOxr4htElCMAq8bnlODHSnu5IjdiT/GYmVnkTl38bSybIsuWNtXxfeVWtSMpAQOqmlLlztiVY8CsUuKdTiqNoUwocmChlCxL07S0K944z1TvAlapkJwuQ5mw+VSryi8hC6xGs4EI+Vf2ZiPPZJdxbdwUhAw7O5ISMABQeaWnmk7/sLBZia9KIJZNnm56TZZgzLdqSlWa/KbHeTeSweF6dktoFKegasQDeZyvae5TY15Vsuq6MgYRuKpl73YkJFAW32rMqVXFQVcXgFVi6Spkc0yV1mZWHCgf8yUa/GxPm5sW8ztsULuUjVnmdGlmlPYeKPOux78XYJYbBTsd+7TyhOscfmiBTGdLk6kaNzor78Xaf6dHXtX2f0vaFxg+0WJ+uZuSMWBonLma9xs1BvRDWfa4B9w2YNX4nFCbVT1yOefXQQusrjSr6sqZGLjGRZSZmdfoOn99GMrAc+SkpGZWVGD4EGvZsSYBpdWA/9E3hxX5XVMzBRoD80U3Ys38usPfKt5YnHhkzZvM1UOH8qo+2NXh9zn0+U3+HTk/2lW5gy5nGGXXFVCdJk9d4XcrBK5GThie66oAjrYDq4ZXtUurlVE5PKg2GUSBOrQWFzao6AZF+VYtBcD2mTBNh1rerGqXolEJ59qs1W0iwvdACaB+J2coh97MLa9qqmiVV5VO7h1H9MuuLi1rzWjCfeChNZm9+d4GUJV9eeuzCPN99trV24BVSv8BVckEPyRTNX6IBVY1U9URv2NaBkfJOaW5eVezAsrapp/ScAcAqAgnJBtUQFWCx5y+rU2iOuhdlaeuI6XKmwIYAsy7TmVdhQ8SeEN+ZJqm8O8w2+KUMAgdXdjsSEpAS+MqKONugqzRHcDVcZzybJ3q2rSwlEOhflAzq6gct8qKyjYDq4Yjvbt7DaWTcM26Zc0q6e2MbXkG/MkhIK0e8LuX5VzWekAnd8CfsCv8jymCWc1c5c82clkXEh4nzFnlRRXgdOnbZsBbDFE5Z9l4qrLlcFhlGXZN98Efs3aZL+zudx4qTj0UxLYyeh3iPygA+t5jOwmsGv5vQFUFnQuO3gOrJP6UIMeC01DNzwmiTw8EOKp5oybdNdTyODIP87pr5eNd4VW1Ln99XrvEq7pNY+GE5F8RYL5J1lDmu5CfMBrQGCS/bZEBTsDY94U/bT60TKWjhxXx96ru2IY7W82RTYY5tMhnsdgVXGxVjrYCq4Zao/3NqvbNLboz9lw9vLAjKYFDmlmhN1UeVrR5nkxlRffXcgVWcciRU67Wy7ZPI9TdrMhn3xcQ+018X3w/yAgX7btjt/5umsB1jFc1dYpM80hiQlWf3Dv1bs37tq+B9TFL1mrMq2p7wIlsAqtU1wKq0mS7eFswkV4Cq/HCp+XKHT5hZEGD85CuwhYA2nBLyo9E0xRP4IbMs9fQUmXbrCrh52O74rS5K7yq2xYzBYA8R0YldhXuUhjAYk+zLz1tzogCPfI/dq8ct+jcdpFXdZdtAQBRvmxHUgLa7R0DyygfmGoWNRxWtBVY7SKv6lbbckTOIhqkjOrTGxPEx1J6OsjYzMryqm5XDdN0qPwGeU1WxjjOscBq+iwhHy2w3eN4pstAu9w/chw2edbrfTc9rABw7pOSARxGnKL1SrsdTzN8q7vBVaVkWUY0UH3SnS1T+AismjVqsjANq1i3yoiLegmsIuuuNKvaZ/o0LIBbSzsul6Ex+x7Ysr9DO0and8DVfSP2R4ES8VvvtCkvJMLC7/ckoNYMoEG0EdunPD38O7Y1Xsmu2wWwmsMK0wjOjnUJxHb12FW5+xJi3bINd7bPc2a+Vbq/1tQ4po3AquFV7b49rX5hzLeaIeTpl2Cirx1oA8bd+VG6UY3443sppD0fPfUD03F6H4rWJeEp36rhkuiZS8k0iyZzdXsWCzKDPmzm+3Z/lSJRrVha0sgrk7g7d5FtZrVtSg0f6FZwVWNAY1vWMRkZxsAqsCq8qgCrZVae9BJY1Y1qhzNVN80PvtVTAKA+BTmZl5VQhq6r2YeZ0ukjULWna9tOqXaZV3XbhwPIkxVO9rMtVUlKCU5IwGeNqbf4HzITDKia2Wh7daF2f8Xv9Oir0RiSMrEtex6YPvFDj6ZEOw5MlVe1vsOKtgGrWhrXJ6OK1SgMtXmnUtn0yKfk+dSh5+manjZi6ghbUpkuH9YqNqu71vw8c9GWa+Mi0jgzsy3vXed7qr9JMSxDrUbm2KJXcU4e2c+iw4o8v+nStTGbhI0I02dV+VY1I3wdnSBZZb409IV2vV8HVkmQu5nRrKpcS+klsNqXbNVVVYG3juwxbXxhx5oETMOd/ZyQlgJg+0aDk7C6MqOapr4Dz5RX9io7I+MkYFts4AGBNuUTl3qZJnBm4bdjVQIGTIVMvas84LvmW/1y1HDH6kW6BLCtbQBQHbyqq2/VJmAVu1r2OOMQ2yIepKGVjQjXbYtlCM7MYQrNjyZlkP1T8kasK/4NiiwoAPq+hTfgqh2rEljzMxuZq8SANKta2tOKVKVhb7XoW2nFpiSiM2TTzMquWmmK4jrhGsajlCwLm6m6KauvX78UDsJuZ4HygEtYrkb1Clhloes6r+q2pTxuCmJKc61T2pSTNgVxDbiaNkxAHROG24BpHf5ho1FuKn2bJBwD8ycDe5aauthDRzJ0lL9uTW+U99Gxzaq2KHvMq9rnCh7WLQXm7ZqVqiXb+FbZnxoe8Po8aVuAVS05DWwnd3SHjPAcdL31KVMDngQdwCrfqu4dIlC1RrNqgCSyvQLZP9pcUXvO9HuP8dCwqUeVkdm0xFyl+hHpCPoCb+jc7+Px8X6pEf+RrWqRenNeYzhFywXC9s9CO65QIhKHBDrTNBBeVaVkacfr1/aWX7/+oHRe1bVDpD//hR/LFCN84sk7tX10VQ/qY6bqqizhrYtLwIyXtua2Jh9tCpLkWzUBteVV3WaXlJsqf0tPh2a4kAE0dG0GUKoOmFPUM4BnylTi7rnoTU38j21UTe3+ag+b1bZiAKiN81j1OwOMUXERL+ePTeCqfvL6/dsCrPaRV3WbJsDSQqO4LefJ9SpQA5/mqWxMw52YOsJWViQnysjGdCt/AM4aOJ91vpJtZrVb2jFlAlmqZKv2dwexXU74GkDVOg9I67SRQ59l+Va3Sy5uZqXJTlAAWKQnIaxfeP2+3Mw5rKgGA+tFxmrssPvEq7rN7JS3Lm5mdahX6/DvBpSeRg13YpPTLIUwsDD0xrxrBjgBdU+aVe1TewCgsyHAfDXOet/zm/x3JELDHbieH/xx6OiBhQ2oN2fOAKqaVdfkSa3t3UIZOK6M3Ww82LW9VoMeNNCsXvNCdfKqroqgDcCqcjlb2pE1zR15IieuqbawK9ejaHRD6pisVZZ0+HgtwJHi9MiMolQ5CHufqbopHXOGvE4LUNTGDo2XDnnuoc/KujSyq5osm9+sqgw5GPlnnwWtWFoGWtFlx4YEEOMh8XGUqBCEQaF9RxlTErmG3FP7oA071EIpAOa79QYJFNp9FU76IOs4uz2kCYp5OMQ6vvL6fSHucTRto/zRC2AVsbFBtYUGRoEoqwTgsHyrSYOKAaC4rFspADgxzLUklm+oTbwjsqFJQRmLTBO/75B3Ajw8G0IhfvzRxJNK5fXz2KA6WqpsdSepJ8ybllQeX4Ua9QYjV+TEIev5uK91SCBX9RsjEqWxUeCwmjfcd9fbycuqPzPT/S9OX6ReZzjSLTi2KRylsqHsPcrM3Pz7vnnPNCklXVSWauf5JlO17KytVcXeo14HZrbPeb54ZbIyBBFmc+tYCoAUHQfA4YDU6Es8B4fN/4Ez+Dj3eZU2fs0MOpDucHcbfZwBDgXk/pHpop23iTn99z+rQVc4rkmqK/75Dfqo4q8C7chkcViWc6wHh9KV8PuigCAbxEPv8+jL0/0IqgJ3KAlhWxuWH+aCik9c2Xc40Dd9+eU3ZDzwVipMyxVIZmC1bHnUeT8A1R5XKidEjQqduI5cjcgAqgaxr3N+y34W8gF4prySdPpWLshlCyXlflM/7DUFQJqI0R0oAc4BOQo2BlmLxXPOJzobsiPMG0xv7KlyPnbj8s3FygQk5yNX48S8r1Y4ttQNYLG7KH9cAaEgga3IYCQQgkZA1WJvWuAlG/pT8n44DIw38QdNhAJrqn0HfeVhv1p9VKQ9OW/E5mrfT8g5jNxO8ttK0H3V3b1vsV+s5juKWFH0jIdshX2SMddzoEzcYwsKknO0K4s3m3T3z3sZc25isaK6k28VMMBhqOAz3H52rEsAibia1WsbeK5KhnWGEvcFJId2rEkgPjyegjpbm9qtHVHMY1XISICD4/u5L/MgsBnyG0pBH5jbmWnKxBi5rkD3Y00saT3sRU8HnjZ/LZ47u7EmZuJYLXLQFgVC+UIZ85IPpwKHxjKm2ZflqUvxyKZxgdlo7Auc9/09i8M3KdeH3ekh3ftAPeCpWnLMjfZ5mAjNIoAGXI3RH6PG+d8/3kQWOeEy5Wf5n62/ijYFB/16R5q9ds3FIZWxz8miQC26BpHEXGOxJ6v/9Q/xuOtvmRf43PqNMZYUgZIAvtCR1L1JNTZwkCU8fJq6kAKTacCp3eNk4MjYMwT9dpg5i7MNJ35Y+JC0mAY0cUbMF00Dsg5FTl2JqlGs/qzOFjHPmedo3GMl8ygZpUfQ3ih2Md+0biRCiTsg2dDFL9sGlWkeEIvyoJOI1qxDs8Ga6F3zv1PUOMYPlB/TJmYkJYhN3S/XuUP7rTO7tSyMMlcP2ILmV98G/0IzVZfGrux4lIAm0ojIZB7K9cRU2DI0ic5yqG9VFTJ6TwZe6dXbzn/81//ynn2Gye4wwFL+7MaHdGftrZA/nI1Btfwcs2YLC3D4fJz/uX0wWk5+6ms6dNygPc9mWrUl2mxcDmlcEL97nrukh5+59arII+MEo0NX421TFhnj2dCRMQ2Jcn9Ud3+AyDSTF76x7n7mQV9msjBDmQcmG/yc00IrpIQs8TcXQ1dGdhP/IBvigJtlEJW5W6VZUxq6ccPJGx2Enbmr4KGV1aqsBk6oTfTg6+37iLM/LZdzuiagIXCHKmWNdqI2GUDsKexISsDw0dIiN+r63lshhdrlfqbAYZEAvpsC5CAHcAxwdXVYYHXHfJO1qhVo3dSJrF819QPNVrWbq3WJsZbPlyJvpkEC02G5sgeC6RqGObHPgmO+zEQW54/9+I922lQpjbsauXI5ssHQqmqx4NumQ9vd+XJpMqPGA0ezXAy4ase6BBy5HLrK7Wety8Q8BIvwztqRlADAKhUqsXTOATgAD63yrONkUaOv86Gj5ac2iiS7BUC+9/uKVLcC0xiHORIR8UO0AXA41gwy64k2JYBNXQxMdm/fh23ItE0DTAPBGFQ1Ptgclp56ntWdLWIDHBt6g16blR8E2pCJslw7NgAgEc1U3RYjW3B1u8YArPJPd1t9AuyjBCEOKwDkq+KQb62tRg2kr6eBTFm0UgZNuam4yJ8a2VqpZHvxKHnsxDN8q2WBq50HVpEue9O3xmziNW2294P1fhmsl2H0XigrAvApN12pNDhXvtX9LAJ9lCGchxdDTzzlKen3iE/i+y2F5NfHSz1Zdcgo1hPcMY2+ADr6rjtpOkOzprOhKwRFfR4z3aiSNdZvOSR0QKmOQpkENI5ZbagAF63IuetqsGjHugSQCLZ1qXQk/ZUOmar2DDB9/gn/OCRN0COEhuf51Ou37uyyGrhWB57JXO3biHlVl1AA9O3j93yvVnNRxq20bOkXW2B1jxB7mrm6jJpVkQxmw8BIR6IKJfCcmxmZvNCObNcfYkH+9Tjk2SocAFUoEwYkI5Tgt3sBrCInunV/5BQuhX4nAGF4lCnbU58tAXUAPYLJjIoNjKwfKAHQITuSEgAYAwBiw9HXweI28TlNjfPG+iqJ5HezxViGjtD9dVNDAA3JXLUAULq+cBiIbfUVAOIA/m7hR5xR/fUv27wJPifYyEOI2ZVHjqNN9BTi6LFvTpOd64Ra0g242sfBwbE2rOrjx+/9ZrLjaSCY7m/4X7EpwFVrVuvCVOo3B75VaH6o9OqPz+bbtVlVsBvg2Kt+Hb0AmwJYzXKY0ye9yTvdId12euS42VvdL32l17DjUQJxvwcaVQGs7kuQxxOzz2LP1R+vnF1jwC/IXC0jkaU3wCriPR2IvBj3m9cPUHW9sU52xev6lQo6+8nTVNYwSI4vhgSMPVrRckw4XKt9zeJgQSNotHa1suivtIkiHKKMe9uAbxXeQ1NQYJf8VTmxLwVcJWu+b7t47Oo240Ysh6tq/6V66hfIInSUWmOXzQydUMFDa1fJadesXhrF9ezUgjgHCgAbySR1glauMx9QdfdhhBOGWmlBlosd6RIYep44B/TlaJs8TVNcUWo1gFXbrCo5g4Cpd4vsZdwWWN1hBWStimk63eloOaKUncx95SvO32enbZ4k5/uSzDMPFVTd5CvedifTdNrSIG2TD6DqeOCpXRWJmXsFrLLgPR27ygvZs1ha9QjOH8AfG1CnmFUEqm479UFmJwoAGWoJO1YkEMJNYsqWAcn6JB7Lq5puCbGP4T8BVf0dQSD6YmyrXALxrtioUiYM6F7Zn008fphGBYAcfQOU9+ptGIovjkwQkopnu8dl+wVweGYBoFSx0szqatAvug0OAU3JYJ9W6r1WZWJkeg9gV3syLU1TXvyyq4fudqSA1FEzq66DZGFItpgj94ulbVaVvrWSW0DVnHvPrutNMZ8RNbMqdpNG/1r3VjGvqvrkRr9u7S9HZe2be9/EyDkGmZkcClocI2XN0qxeV/daIBmHHl70Dlj1XEeej105HfQLAIL7B1B1X7p4Dvvs1KW+b4DnXQO/TjOrseVbTRWT57gKAAGu9mGgLdhUMR9liQAAIABJREFUnOHSH9hr/+wiG7J+TAOQ/dfHnSvxy8XOCvc/q41XcJJKxnwZZSpN/35AH3jYAFZD0hT64U4yT4vy+IGp7k3hMByRnL+fe27UCC3zY3pxIaEzwNjTUTncWk0WGmCgHzqZ/HGTv6Oqd4OyRpvq5ABKWfOp1OlJyJNb9PCtetpEr7tOHLu6X/jat8KOpAQmPjHyYfQIXdabwroSZa4Wvk9DbwCv6t3ct7SFG/NDfMy/NxNfm1Xl7WOmVDYRuNpht3ywVhMJjjyacpsd/SErV6+A1VjSQ1cUXCVLqg9DAaCI/7EP35v3GwPfAGT7hvZddgikKQGDP4pf7P/dvvt26e+c9mgWRw9QRkBDNmIAHXY8SiCWBpyqW5pUpooLTBXdYVGzIykB1q3LUVxt0d21i4yxe7hD9wKHfdMS08CLDHBklGfTybp1Bd+qjaQTSqMHpp4jFx0/bCcbk4ZVh20VumxrZsWCViPvSg6oNnQ4bO9nFVwWrQBYhXO1ewNQw/CGklmXV3e6J4/1L4qruejknmF7tVUceda5rss0uXgZWoAuDa2ppSHTfGnWq259XvGpCkWup4HczQ+3K0TKgTKZq1a+ySmBMgF6Q+LlQ1IwewmsshiSGfVs3I+mKXD/2GZV6f4sDABVOQHaHxbFV+CQzoaGCDp/KF7crzb7DgZ0BiBjD9/VNZFAkVN4gMOufuMhehbbCHIBWM1bS0FGJlQtFgBKSh97wrYuQFg7OrT7qx/zFVvLWptmDnLCUOYAzlGTmMxqEIaa7UzZu5VqmtQCuRp45sA0s1Dbc6GpWHL0ENACFZvzRvm/oavJO+K4kUZoJ5qZmfcO3b9eM6Q8elt0a91i7knIgALAjqQEwMSuZ35hwNn6q93aFUaZq51xPY7I/dzXiqW8+4c+2OFsEcrriS9Fe3lhVwCrWiRoR0ICRMpnQ9OEMe/oJ7AanfFcjFx5MupuGQ8LPwCQ5VXdYhZ7eFV3GROgKnyrNrkuKSUcEU0duki3EQOHlP/HdpXf7eZ10+26nmpKQNVDCuOQJYv9xchkuFjZrs+9chkPXKUk6drQEnff0ADYkZQAoPMsKDbvp66puOgmfFhEa0INoAGeafjVpc28NuUMDvPHRSTalt9qQ9dDydTijwzhMqZ80FpW2rxjT2SudglcXQa+TBZkjdn1anPOif3uF9mb6uzzFV3yx/u+9ZC/A652JVqe+4HcLg455jpEcu36DZSFH9xBO1KOz2E/MVK/3BXtKW8+9UDQBcdwFd/Pk5LQS2A1Fr2Wx41MBlAXiXxZ73FS5ZhgeQrbiDspqCoHB0UKAEXNrA440GiECKp8CXj9TodkAFX5lPrvHZc3UYpr+dQf5b/qY+YZeVW3zR72BCh/Slfh+qe48U8061a3Gu6wVk3hYsvZ4KLxk1XSC1JxQqmy6atTwCqcUC5c+FbjQLrAvUr6tibdBrlceN3hMsau0B24Ve1ISgB7WoQlNHQNDTBPo7g+8GAfoksx3yq/LeTDDnl4qb8JJQhCocTd8qomBUssyFoORUKZo906U6YkUu7VAb5V7csQ0uV+eVBSRsUSPvrtoXB+fW94Vcscum55wIbl3rfMdzzWvTgmBeeBb9UCqxlngXCKzEOyVs+H3Qo8CagXweEcHBlF2MrLmOkl3JgHcGqtfrA57SFzleMe65TWlCE0G4yzoeFb7Yp1kY1JiYoFVddNPw6hyVTN0qxqn+PAts6j0tx91/bx72TKPxlRptKNr6dTOQGjzVPYnM9QNxnwqsb71CIbTO7GccWldjNXiKMbClTSV7C5oKT7fAAfbUk3PeJtKBck09mMDnxQibKkogu7KgVzVlpA0wgNvl5LZZM+UXHWahEfVqIKHHQrwJ/Z0n9IWrFW9ShGPA19BwCdq9gRtVlvDlK2PD8CXOXQtQrB53mPA69FY2hWRdKKHesSYAm/nQZyo9Qa5XoczczUKtNy79uVOQRchW+V/jFZR68zVmMhoVDwrZKt0PZBsMjiY3lVt8+k8qr6JWQpRM2szoaOjDSLyBJubkqdjcbVyGs995gu9aHIZKUJnF2G1gPqGFQtKyxCvk9PDMeNlfVGoCWhlnSfD9vecZlsOpH7ZVSO2/YFuPT3N5mqy1LQn8eX4xz53AJA6bMVhnI+oAlju/2OZqoGNg8lbZJZo8g2VI70IhngiZuHMmQjRgaQXbQS0jHllZ64OTappbvUAjc0wKEvU1uqnCpFDv/utFlVWVFg8jHl2msBZWjgT5VvlXi5OvGX/tVKGc/Buh/IZOGX7I9Lf93ab4gpzZahvLyrNu0ASgDNL7Tr1uZmS9fy8+Eg6huzX0AWWI1EeDoQeT72OpKlABl/izxrza5qrl11yhtkjV0OowyX/TZX3oNbcCdDmeC2vuEOGqPNqlaynO1UPyogS75m/5SkkzHlHZx1l4PuZGaWJJ6I0z9UYBW+1bZCQGzAYlC1LN0pS8ZNuA9NdViuypZNGAYK/py5zkHk/E2QTRXvEB9Mk7xB1ipNidro5wn/OLCwYWC6lhheVXO4Xi5QY/KJho7b2UZoRe2uzXyrVAECqlYJHBaV77F+j78hU7XqvWe59nosaVX33NBxNQu/LeAqXpgs57uFr02k7fw+6obyo/uhvL6vwa5ENCbsShVcWRYWx95U4EJPl6WZlQVWNREtFJJVyVIgc7XNJ81w/7Cwlb0RK0tJj3qf0JFlVMZd5nsQSFPufjF0Wq07Zcpk9V7I53zoKVdJGzepfAugIXzFdiQO8/SIE27MqqRDGcaZXfBTVY8giCaMUNq0zbZYpSZLs14FrXv7qj2B4cXE71RhV0gcziiynuGFbJ/2VC9/qi0uBqZzbpuGyca0oGr6nJkMeTJVq4yR2U+QAdSFKrgqdB/wZOBGDSpbsuEiwxkKgLIax1Qh12PdkzUKTlUAsirtKv4+C77tmmlHQtasOiaioMKZtSqU+4WvXOB2rIKqVJyIXE9DbZJXx0BtaDzdgeLtSsRFktiJu78C1wKrK+InS+HJCdl17Qqk40+wzap22FIIp6pTaVA09ujYbdvrpc0Cpzw0iQMAatvwtUylnoCxbbLhfWcl8apu+3YDzMcZQO3TnyrnNOYJx7ba1jRlRoMLuK6rFFDb7h2lajOv0wdwrDqdxx2TtUpmph1JCZy4JnMVkLUtIwZV7TZ1dcaMNNabVVU4pyFdhEVOPVfgw7YjKQFiQmgB2gCSkaE6XfqysIfriYk01VymlLtObKwNenM0u4+aWcWVX0d7j11bcjGNFSn/B5Bv0RJbizjZd97O4J2t166IddqcBFXl5BAxnHieUEm5KxnBAqsbswC4+vapq4rVpqEnPz6n8TacTps3eFXny+qcd1zCoNljYKttqcOoUck9x9Vu5m3aw7MRg1fVmlW6olCmXDKzRuqD2IRdthSYr9bEgOAgnjfgc1uaprBO3SoXW7vW2Wrn8vHuk2gtN5vH6mSkwLzjKLjaxkOvqucDhlIyei8G7ahksryquzWCJnkPZdxV7+RDmoJw2J6nn3DVGt2s+xMTep7JXG3yAFSdL2kcY8emBKiqIFv1GHtPC65u10elBKg0eihgC4455JrOfZn4EInZas81adJ3YB7Ih9PjNCCnSodEjeoizwK6c+SfsheFMmGwgyfcAquJSQoVVH3ntD28fjhPTjdsiUq6xSlPyRJHHlR+Om74VslSsCFY2mxw2kNWbxvAVe3G7ZtSZbvArM9mnGVIVl1dA+CHTWqcmWnnZF3ypwPkQ4DabMkEEsjdIu5W3ux3rUu3H57DQYXgc+ppOmTy8EM5cRxtZmX4o+ycrM6759AoDjoSp9EccMwkPXVs5JFmtWYd92vWbaWJgrvOgqtbXSnAqmlQ2Ty/Q8IEvKqzihsy1b7OFHwgMQayMY0n6T1wHK/T9FinoJiL/9x1G5kUolnOy0Am9rBiHU+NzIg+MNczMnmLq8Ahd4h7o1CAa8eGBEKoHx050cN2s25tisn5j37889rK3MrPCO+Bb3XoyrOTdmQpBDS4CAIbUKfH05rJW+e6D9/q+dCAh9auNifFgD/K49Jg4cTcP5Q42fEogVgaGhiV2Kwqq4xPPAOutiUzM+t3Fb2O+SA76nRAM6vmrui8J7yqcPLasSoBk1vCOQXZqvWtHGYetMSJg4s9JU59nTNsC77VJlMmKFexzQBP7oLE0Ww6wB86Ztc+QrKe21cFV5ecYr7VJoJkfmg6lZO4Yse6BJAIoOriyDRZTdSb5uiKoz6vzogiy7eTsAKoCm+xnb+V/RW0an4o11NA5+P6HA67yFxtWfF2FvUr5ZqhrungGCnA6n/41z6voZhV7s1FI5TnyrfabHCVsiYCRrvup9sKTsoERfUE1PGTxjQF0czM4zrHUjxIiTchexhQjLJlw1PSvKEZ4JSpQFZnx4METG6bGZT/HwNzRl8AD/nXRN05trrA5wcnJAt+0wa6owE11Bp29hIAkILOEa9q/Z7RzAiZmadNPvE6olIPnFCeNJRugxiQZmd2bMTxocnJhgJAxxGA1TAMdPOFbbWJq7dOXUI+A4/c3mYMtIZYdbpYGkC+Ga/VqLeY0KyqIXtPi1/sUI0IWK1rD7xLSc3eyjRjUr5iu2StiQvKQsr/7xfNoJ9jvaJS0IaESa2Os3rZa23G686/81d/OIQX0mYAJQMyYrCPnHna2bOJjltL3DWgtst+Uu1DwUktj1gaZwCOo8TyjQrA0l7Gcx05HzSzmRX2RKaqPazY8IkRsMpB6jEPUx8yM/Uo1UZmm/bFgQUNGJu2pi/hVV34EgIAHQHgaLJTZOtOFq8fHhcQx6TOXVEAqIkxz/Hm0BwrwUf7jEW9QUMbMtkzwK0zMuMgpwH+xglDuRh6dsXaMlOeS/aPKa9swpgslwr+2O1VcjbIjidbtSkxclN0pgl6m/YOxv8d366Ic+7m/uNBV1MFVvN74WOYnZtZoM2qmtQjD2CVzFU7khLQrF7vEceIAVbn3/iRHwqfnXrKAWT4texAAvDHMCg9fTGmC1iz5BLz25CNaWHV5NwEbFIpVT6ScDQzk9LKoSgwb8eGBELTefBMM4CaIR3dOoeUuD/yFTfk1RohoDiTd34km4qFwONZ7Dm4oBzDjnUJmJNUA642ZcPBYcX9MrYry5GyOmOs4CTHz0KyRo+vz3CKXkK30YCNWLNs22T1QpfAoWATBuuVyca0K1XafCzggUQ+DdjbELMDzJO52oDXaYL6Jt7Bcz1x3eNXo8x9X2hYdaz9QyMnJ3opzIkD0mNULO2SS1NinabOXRPA1fulr9yqR95CNG+K2HcuRT6c+MoF3qRBZMF+i7XLhhnJmSGB5WTgKY7xAKx+5kc+GwIAPR8PtDTXgqvrgmPTwwb+6YknDYml9QXjZlXNMsGGuAPN4DAZq8ce6Axly0Pdh9nZepgP3esYrlWa7jThQCwuVW7awnZsHY61FnMiM6oBZqUiYbGHqqVpmZnHni+ejz1xKAjlxrGHdn/1A+XktWNTAqYBCE3gDDzWBIAs1AyFiweqlia8U3M0B8a6q4HhzDymZLRiKTTdle1Itysoaxoz9F2wLVd98zF1pzEy2XgRpELmqjYFOQL6zH6PhIzJYinQrNmxLgEkcrcwzaqaKJ1j6EybdCR0XNGCoZonj8fRB+Z+DiAfHsW2mzxPVNa+vvePzle8TUaWb3W39ngOOMZjw3vnMz/yOTWxk4EoeAi4amHpdSEikauRI5ej4zfcMZm0jjopG1CnKDvcj4EBnpsyNDNzYMAOO9YlgMMeR+DqsWUDoBpzRtmpepwNUwR7PF7VbXqhmZkAQFFKuN2qbtoWTfTciMqGv9Wv1fFhBQ2ZmuORj+1pHp/P5n2m4Fj9c7NLCrzN2BU5A5d3jg/ON2fGTFkD69aToeEfO8bQ6gHLq5oqemJk9TsNyVRNvGQYGr5V165YaRN4zGZW5NIp+ENHYDsSEmAdb3rGoQVXdyiu8q3Wv2bRBO6WEnd7WLE2OTGe8+qeTF7D69zUoZmZHAjaApnEFLGSs55T+a/iiYFVrqST+dWJpyXMdmxuUkPl1jofHVc2GJ7p/tpgCzyS8jAzvm82HE2SDu9lupnz3yIylSPJqImPxWGfDTzloz3G0E0qJZU0OlO7IvQ4rp0fQw67njkPHYEjs0mDt2Gpwq4A5+2crc8O8uGc9MnJ8bJ6ATfYjDXonKsxKszWHfmQddhE3WUVfUK1xREyxxozSVtehA0R1RZXR6q2YL0ia+wYhyVNnxveT3lV+S8N1F2aWRHzAK7aaot0bYIOQDNXa4zDsOkZpcpNIjhskLFBV3Oz8Bv0RumvYoHVfVPk1M45fTMnG9M2q9qcGXzO3VzkZuq3IkZmP0HcY3fHKTaGbFyacrsrwGoYaAxyeeLJxcjT/17norbPFRz77yaQhhLAFTq+H0uztFlVw4DDY89N/HzTrKpZoGr8bgBA4wEnPkdTnaZMU+p7DB1XzqOM8LqdtnZ/9QE4jnGW29xpiWHUuFlVs2DVR7mxOYUS4FjZY82dQeNroCMx1Rb1Whb2NIFXtamKc7SJC/V8Da7iOehqQ2MtYh4O2S89Ub5Vu2FNbIuUb/XMq7eSCTwVkMOaVdKA0Vn8TfPhH9Mgbmw7Lm/1wnU2s0JvFn4o0+XS2lXKjHCQc7ugSrI9XseuV9sDHHY6cK5WHRGGTiizBXGgb+0qZTqQDdmqbUk8MPsJU6lTte4cLTwv8GCt9BoMVjNWjcPUTdiJp01lrOgeJRznBsAHCbh6DOo6DnyWgSV+TtV7MnkBVRu87oPHnz2UDzb4RQs4lkN/qgTZnisXg3obO8Slyk3ljDpUnmX9LhDH0COUdcOK7sNif2n5VrdKl0MdKlLqWtNZpQBV4eS1ni4JyAH+AKpiX80OUGm4I3Kh4GGz37Qi17LztkjkQjPm65lH5VVVf2znIm1ikI1WVrREV0eUV7JJtdOZmE4sKs5crdK2Da1GIJMFAIddrTZlTew3WQSt6+RugdU9VhPTAkSFlOXamElworr2dubbbKIN4eJmaLD9wZ2vh6RtGkrBptUWdlrT5o04eY0KwFwUKin/kxNPTprUrakhmodS0en92ckjUW3VrxbzcMzj8qaqH9iy+zMni2U7yk0xKToKGypjG8StqhodsU3DnXp2GUifRW3OYYWdioTVc6pNp/I2nKYaYB5w1fYyT8J4oXBMejF0TMOdGnbxEz+Qud+cRmdNWtKUdoTKk8Y0q9onnUDGrquly5ZtNSkrzwnlkmZWFVNoGQAI2hpLAZCcBdMEzoDOpjFm0wdxPfZEM6tjN0JrqqyYR89lr1XdfGJP08UyotZoqiSO817EfrOg+byq26TTBj9wnJnlqSBjjvGXJb+ENoEjy3m2tM2qUmQb+CJvpr5MGtVdMbsSaGZmzZU62d/u+FemAKvmpcjMfDI2HEDWOT1OlOGtC7X0lMzVukbTCcPrkkNaQB34TmuCIgMAkeXiWmA1RWnYm54r32rZS33yYdqNm8MKC6quCSfettPFvQ0llasvfzZwlXLDsgAl9Z22BRyYkt1bzTCaA1cx1Bpt051qZLJ6V7YbjqhdtcjnAADRv+rcjbLr9JOq0qHqZ6H0J4SBaaI3MA2JqhpQQC0b1uSsqm/Ne18yDckCb1nyj34muwiyVi2VTfqsV9nMCt829X2Zty1tLK+BHHg9B4D3y3bHyBa/2DX5joSsWSXHIxT+T+Z+67KcDzST7D/TRqU0yAvkw2nJQs/+FqVcyR6LvVZ1EU8pr3mUm2wFVrG10yGZqwPbzXxjaliMyY4CWDUNiaobmlX30FSnuue09s5k/yxZF9rDj8nhO6WDp4PWSr3SFyc74Yqy7go3qdjVZAlnVKWf0sqbszml1JQynraJR0tzh3EGULW+uY2Ty+b9YuRU1jQFwPBuGXd/tfJf15FQQdW2gWOmYsbQRJ2RXVehX26jTcW7Utb086hErszvQPqsU9iWPQRMkazyFTefrmarTsBlrDGhZyqZ7EhIwHWiZlYlZq4aGii6cfvWrlJ0juxvQNU2HQJuMx0Lru5wKo7pZF7WYP8wXZKNafr22PEoAdZveFVfT2LakXYLiMamyrfa7s8oXUW3AqsEi57LJtWTiygz02LT6/KHZ/XFuNpu5nD/wFNnR3pA3XRe1a0LvYicKwBU5pLWFS3BWRvfY5rolT9mPvyPVvZpkvUjXtW2SoezLhow0hzEjqQEaKCH7ym7vBJzYiNG5lhbdadKfcHf0LCqGo9W5Zube3PMMoIn3HOtbaWIm8zDU5pZlZzFobyqSsli/dm62I2joZrygR6hlSIy30G2M5Qb9twiaVxl8q3GB0WLIJCZHyjXoR3rEgBMhc6H/VUXhgVW98yi65ZyuAC3PhVLMV+xlfu63OfLUD6cQJPVDbvi605cDr3aGtVW4912AKvmgWQpPBl72s2cU0M74k0G9CShckK+MzYAUNmDgNryqqZLFXrSBRx+LU7hIIDWhjtud5xsmTZABgeUJGVuNAyvaigAq3YktqkK+rSFV3XX/FFRAJexBVdTpAQ4NnCUM7PMdQtQldLB9tQO1OUBDC3CzIeMod1DGxeQuepZuo20mdQGlVSjeI4ohUIJBsbBuolzKggy262OCjhrJm/Lv4PXV5ooxzRCsyMpAcBVjzWL/1fArrBLgHgyVYkF7UjGgTSe7Nres4jO9EFHQtcrXBLBYcX9Iq5Y6oPUMn5jxP99PQV07lamHKvVScS3alcuow97gVUuInvsrfNBZeWDGVWzmZdp4wJHno29Ut+P9R4n1WLcsFR5bN7Mhx6BjtMlbV4qfdkdNwcAuhi0poltvWIKKVsur7FDXFKpFAARt1m9H9TspyEfsn/IOGz74BPgW9WGO3a1T0yn64SatUpAVMZgE3bvm6xGCwBtSjSUex/JlCPrMuaryD2Ah8euowCinetVSRrHCTgG3ypxc9EB8GPOAK0TS1qVqTqBtqYbI9R+pjQFsXyr6TPKTA+8QSFglUOKCaAqGwg7EhKAH10zeTsQB25+nAVXdyi8w8p+uC/lsOJ+4Zss58Nv00mLDAIaeQVyAxdUBwfVbyeOI24JMU8XxJMJWNVAegh4yIKGzVirWZt8J5QXJ56cDcuRjMmqCxQ4tCMpgTAgW7U7qz5ZmeDyBQ7hO6sm2s18ZJqCFPU6hvunmwHjoQqAFcWWhEnpYWpRQR/6MiX/TnnCaWblaY5LyXdv/+0Afs6GxTfxbMBulnBGWRmva4WxLMOryn/vTtRJA8/TqJmV+WY796tzT1bv1aDYoY45XLcHFSkRoKmsCMxa3iWwhEQBNqnQbdjE1fQ1Fvl4LlWC+XxOTAEw8w340+Zqt6qiD+I/Eg8MtUb3Rl6d6Z4E9nyR4+hBVR7LivcQlP/TBM6eA25EgVBkzUMFVWlA2dVBdSD8+zndcifFkQlYZeuNsC5HroIclhIguX2C1++t03Ky6zRLoYWNY+qwEIKj5dKUxnVlkcS2KM0dAa7WIcSWPYPsDbIPi3RcBi+E14aNqpVx0n8RTJky7m4NLc0d4JeB6O3YlMAIyoQhzawOA8e0w+ky0Exn6702pWs6lc8ChNs1gCxUmo1zzxHTv9Na1+rsA6Gzybg88LBdqwc0A9yONGAVYAwucE3x7KDuUf/GumWtKl3/PeWihcomj4RCBVRprGNB1aRcY470PvQeyKc3/fLBodpUdrvCA5OwArWGzQVL6grNqq6n3eJVTbMIpbJxnVKSoNpucRmBVfOZcIo+H3sypqlM27+8gvcnS+Hts2KdPQFUAVZtQJ0yQRFPCTQAXVsYya6jm/mAjYI1ro3Jd5TLmI3GIWXdZpMaKnBoKQDStqkmq66rQZEB5lnw7UY1MfvajRo+2vy8ddjVhLLBZaQ5uTa5FSzADbsluRsTyFU77NBZry6VbsMuWpvqx1oFXYKhTMg39JDLZoCnCo1sOgV/uqxzYajAPFQt+bUnn6619eqB5+VK8kFvJotlp7PGDp1L1nK4MbGrPuw9u7Z/PHTet/0uzNFPB52BAkCzMa2zehCpcjkHos2qZsue2FV0oFwkCapsXT7G/XIBqxIGwknh28q3GoNb1pLiicN0aEb05OSwMh6qL+BV7XC2+ME6jpb5PhQJ3KKbS78CQJo91s3vO3jyQ0Cf0JR1H5DFgc5MMaqOljcdKte4hGcROlqq3GVPTmYmvIcWAEpqCwAQVCTYV54NB+DPHbWDXQY4DjIu08AL0Nkwa3TZskI5cR25eAAPu/yt+ZUBLuMnAy8z3yqbMZaqpQVVU4WNfGY9Co/GruHqtVaVVAfTzMok+exatwwFAGtVBP7kN+PO/6LLvKrbJi9PrNN5Bdj8QPhWlXM1KgpIEQBRDqZ1M19qMpiV57qQ8DtvJoFMFkZOfRnsJ0ZaUdDfdSsXsBr3+x0PHHky9mwG0IalxPJ5duJq9mHe/aaWN/XJAnN4Gsiflx3iVd326WRmng7koMzMHOJs4aWOyiTmzMz6AagMRPyWT31j0Y/+T0qVKePuZkHl4zejOyeuq5yidpOatB5wMWh+sjZNAYi/W8Y8dVaiqxIlDpjDAx4F010GVuOWXGRlAgLZsSkBQ5nwZJjtsN3wqloppknA2FUcZfdDRkAbNGBEh+xISgA6AJJ99oE6U/gffb+jKRnFNIMYENC5jwk9+/SmmGRb/us9zazwxHdzX32yHUkJ3E4DuZ33s1eORzOr6LC9jytXLmD1UXVCuRh5cqmZmX0U2243Qsbhs7FrMoAyehxAQ0BV66KSAgNrJlu1D7xI6AsHF6bhzo7jwox61bXLKOeGEiBLx2XWexb9mDMqqy12TWbpm1QRqpTZxPfF57DO45NteWW6hg9c0YoLbw/fhpZUKl9xHywl/zcuQgOs9um8HgDoEr9s48FUhSGrF77VXdCzqVjqF3CY1bpYo2joCgjUKzDyGnTCAAAgAElEQVSEKkHHUXDVVluka8s+cHXhBzJZ+hI3r8qqc324jmXqdtHtpjq75rFXvuQQhY4yV/WnGxsFuIppdNaX/UNm8bHvXIq8nviaydvHwV6bdYtKwT7uuw8CVlmg2HxdnXhaumwX/HXTAQAEGANcjVH7XcZleVW3S4eqeNPBsz/uCQAIcJXNmGnOYEcsASXIVr7V3VzGSC1uVmWll5SAgqohhxX9ko7nilwMqLboeol2/nk1tmWaVKaHQ6a0nbJBbKvb5BF55WcMyQ8dpR0xGeD9CSn5Yg6Ur/DLKon+fHtWTaHR1ykNKp2kZhjgMD48trLblCkVJxxY9HXQII6M8EM45vsgM8+Fb3WTJ5xkFTpyLzVpxVrVuiZgTVD59KFZlQVXC3gBx10DT1nrNct5bpvAbUrVUPk48upu2fvmk6aZVZQE1fWSyA1FOAhY1cOLMFSAA0oAsoDseJSAco9IKBdDT56OyOrdzj+CHE2jAivBTQmAKXLiAwF03wYHFzSUGbhWMRJ6AUG258r5jrJugkVtVmX51NfEF2vTnCzwnqoWJ6lPTzzl3LUZC+vWpaWnA0OZkNyGOTLzTbZqDB32zS/v+l4OVOF/NLQj/drGqysJQz1IBkDMXqvTFw0ywM7V0DUHpisD2RHj9NUf79MAYuMZXFA9zoZmn0ClBbrTL8+yTzvM31nHPcdQAsRrOv54svC1b4WVWXI1n/sid0vfyiYSjY0Ft9vaajMrtuPX00Vnm91m8zjJq/DR6NCre1+mi8A2n1S/bCjYDujfeeg0NOJ3BwOr5u1Dzawjc1W52fT/2yUsnlmU6gI+2pPtJ81z3zar2mYJbDaCHoPO2NS5lg9adHBTR4B9aGQFCLR6GMZ/VwoAy1ecalbIh0xVTpz7OlihKFGh7N1m1iW1APlcjkwZz6p8OKggW9UCQGlBtcg8NJkcfdYpcprPXFdLl20kmNQTpdtQyoTHv2mzqh5RsuRZdzjAgXJEMw57DqyyWgGuEhda20pZtwBX4VsV03QHTtWZ6XZrx4YESDyAI93SIzwKps/+JYuBhK6rdHz3c1/7Vlh5bRxWaHZ8IB9OAVWzSLQf12hzXOXBbsb36twUeJcsPy0MrPKQ06ErVxHfqjW2R+Vh0dJAeuRG5ZXrimV5VXcYGqVfLPzNsMWjvEUMAJ0NOIXvsyTSxU/mIVmrqw13kNJ0aZvAbVPY1WZVR1HqBj0U3RlbACh1RgiGrkauDKLsOoCN+2UMHDZoEhvxKoA/jpYqGy+dJfRqxItX8hIAQGStWgAoTbyhZh2eD2hIZA4BDahaMNqvZCaPe1MtOQVUPe5rNOjpoWaCoz9Zmww26OVreRX4Vl3X0Uq3KfyPFuFIyF3pERbwFds9RUI4GdGfokcbRvLF5c8UlrFLzqIK5H3DqYruFB3F4iTz66I0ZviG4jPwGO/xPrfTfjaB26cPpvm4SZQ7LDw2MbUm2hWYNeY7i67v+p4stl8QWDWPZ+91PjKZq1keum8SuvL3WAFGLqWnZNc9brjYqAKslmPYXZFY9B1RxqEVjvFBAKsng47NcUmfA7h6NYJfy9yQjDrbrCopXF1QhJLKMsK5kibvyLchhr4awrdqV63NqUBX4qxeDnUAVU33136DhmkqywZ1HpgsKTuMBOBZpVrHdjNPWpYmI8C3SgaQrPLHW9talRbgmII/GcGOftgeXMZOsSZxhQGFonoa+8rDPSaZc9t+jcqgO/uAl8Ofvq5pZayKZTHAKli0BzlQ6pGyPr5DRodMbulyv084RdV/VWYlzEMJt9g7i9jb3SKUm/lKhW2BBxf46cO7Gpb/wyfjEdw+9B6Kaj+sT5oI5VpazE1lovL49d1SG3o9zFlekUei3quoDbmgFGAVcdEU5HLkyfnIVUTYNrR6nGHdpLoi75yZhjvKGdVH4tCMSu/7cI6V4XozPrDhlwEaXgxNhottZrU+WYhk4JqMcHQGDsismpP1ut3qUUZYfbgCZv0Glnua6li2sXVZA/ygO2xW2zSyznv6N2XX2VMOdBwygCSFUyt+iwNk9wCYFPgS/amhIDpsGG7z+DaH3CMMHT3IsXa1ATZEDU4HZJBtCDY+5DlE3vFv2OjtAlfy3HsfEJHpXqqDbq5TK2ieTyLhGCtwcvOy8VhtmJF51VuNS2Nu/wNs6EDTx16yrNDEyWcucfNmQ6JMs9Hpi5a+aThkQ+TkNLNOUf7PfpQ13eLySRnhM6BMsGPFF0ZZvNfzpW3KmaIYk0Uo7935uscaD51e8sjvsxdWYZo1WXD1UVKsUTdTX24m/aKOKA1YRZQ0s3o29vQ/i5wk7FPgMv5eYDu39ngNbDO8EFk/ZCk8P/GUL6rwpqBlCH4son2y0oZV+04MM8i7a5foRmNorAoZoj/HGQejGPq6Rd46tXQjNO8D32reu1PQUuR9jPyL+boi/cO1KEIzFPZrwgAFKjZ1+x/S0ivCQ0BVleXhAtV5j3T3ELEpkJJh3tPvvQpt7P4GAiPPozFI2ucervvxGxz8CZHtlgKKHTIB0W847KJhEwB902OeAp+Z+6fo5/yAhkzz0JGvzE/kq4uRfH0xlA+WQ/E37IRmoG8NFvLR4UK+dTSVjwwXMmgZVU7cUOfMc1R/1l8/v1/J/4tV93GoFebV+HyEB5S7X3qPdCS5lbBLP4gQQoCNhR/YjMOUuWWtovyfjEPWq5OB5XneZgIWXH2UDN4PMP56Hmimsx3rEiBZ5eV9oPyhhLxUeLHdepTUIatPF6Vs1jd4sE1xcr/lQmyunLOTOIu+P/IoCViNIQZOwkLt2L2NazU2xodMkQPti0lTQvsD/ODqTw74+dobs3SHGV+Ca6EDoDFIcZDp0H21+eJi313MQFKfHVFvXA6cKEvhQMXo6M+UOmKlFPcQ+zGgbPZstYQoNbjnfz3ktLuYxhkQMblYxcAiCeCcpA5sMJ1qAQRCcIqSyWHHowSW0u9GXrt0gfOtZWj4nQkWre6kS4seaJDzty3ruRo/QN6GRA2HssUZ08CVL03P5O/cn8ur5SB3bMKS9HywlH/67E5++fhexm5xDrhqZGPuyloOHy8L2pCM+Y1mVlU+u233pqMwMaGh+ikWd7bt21ffVw+QoMiCHsGCP6mh6dQ3oGocplI1eUJ/gjZPfIXvznple6KYRreAqjSStmNdAmSAv54Ecj1brYmIMB43tjVrYatSoyYDDKzv8eBsEcqbyVKWfv/0oyRg1cA1LP4PHTz3LGfFYBbDQFv4HjV50bj0TYGhUOTZqafZh/0OFbdtUh15e+xFJz41TVCDHwOLDJrOiSrrvg2E1icLn0OGM5sN13OUMoEMuz5vwtLVmcXekbOh+8BH22C1r+XVFAAqkvhZy1se5yEsVSQoxNxvnMCPHgCO47xTU5+Kt6FkmaYyfadACkOaomBX+zln3/gD+T9uruQfzsYK4JcxyFz99Hgi//zFtVx6zWt7RKXJapMz3YQ5opmZumzZsSYB7GlMsy+yeg+pLOiIPLGrhW+4Q9uy76lT9PNloPz6q5gz5kTWMxWUxIl91p/UuYCuxaMvSn8HGeCAqtrorL9i2KIeobyZBvrPFJE+aoralvb9IEK02RqrAsRX00CPQ8G+xoMLDismgUy10Vn/PExJwKoxMHh/SBu3gGHSTwGqIh/+k8yfj50PFADqn8rtX73OBq48H1kAyFgVfLwGPFS76vHmYlNzkIgfgapxHjYnhaeqO9ay1uVlFjgy5qFN6Lt4FDi0oOpWZ0w8BEC26m/YpNomeukiw9sArPKvzz7aDwOZ7WnkdR+48hM3T+Rnp6elAaqbswLA+itP7+XXXFw3KoN1HkTNP1YcMOAq4OGVRVZTjYu1/FIpE/q7gV8Gj9mY+yPofl0B2DxZhom+DKzxaAxZq1QL9j3mSdOKPlMCsBe/WQRyt/Az0Wn1y6pEbmeBvJoav2PG+p4qrmSygHRyZ8pBDpQJ8K32LR4MApHrqS+3U3hV+4kGlgSsmowxylSy8P31zUFximq6VD6emo4Hjrx1OlCuEjseJRAXqj8dedpVOO723kcZxWC86XJvgcL1U0GTnaAZHGsre6jcWuNh/xa0LDbiwvU8cDX7sK8ahboslKc4i8T6dY0eVkCPECS1QzMzPcOlbkdSAogFgAy+1b4dgpGlAVfx7KGpTrqO/Mz0VH78+oncBl4tKnTh+vIbrz6Ubx9PannetodoZQX0VVu8LtIgKxP92Z/re9RPqf3h+CTKKp8O4K7jtKc/QbM2JoMCwF/pxl37DDT3gcjmfrGbGxNPxGFyn/cSu2YQ4KdvZcv4lMkykFvLq5qqGrNlKB/c+3pgsXXvGYGHpkIwHXxtrueo481CzZinuXJfImb24rczA6oGJVUh1TFTZT+jBGAVrlPKBqNS5bLfsOX3Q9EIqBOb+FDk6sSVp2PPLvgpc0wQ9OzE04Zf/Qmj1wVB6X+eLvctN5Ucr28OKZZ+OjgGrnE6dGWo4GFflrSs4jMnqWSu9hEgU+AQn5xVXD27TjfxKVzGsRjwy4Cr6JAdSQkAqrJm9W2jGigFgKPUGmmDv/1vN0/k796f115yiaZ+x9md/PrLD4/W5Ep5VTGuHWlzsMuu8q1aCzOaFG/t2aQCrvYpAwhgFZAD/bEjKYHJIsrk3SMc28xqt4DICu9TlZfhVfVXsjGtdcUSIFnlA5pVLVJwi4SYzH7isZjArlqrImK5V3C1J+nyk3mgFABQAfRpnd40i4LAanSaukKobs3qUcSEQqRFA6ym+CMFVGO+1b5txPYtY0hs5Io8H3naNbdvQw8rNjij+iaDbd+r2T8BpV/bJYJtQQlgwMP+6c92yRiiZ/hWyVz1egaQWV7V3ZoBBUCwx17IerYZQOlyxNPE4GpfNqp4FGIcOHnTBs2p/vKb5/Ll+clRl7BPjWbyrz59VTs1gIJjUWWFs8vfhoEMXVeeeGTXxezGRxVZ4x5+6rly0aMGlfOlLzSQsbBqUhWJj8k61POKDJoa861muTbD7Tp3ideDzDqNfsNQXk8NqGrtal2NkcfLe19uZiZhLsugwoJ9FvFOxp9kuW1nrmHJx/d0GuOB6tIP5cOJrweBZvTX0xYDVjVgpAyjMzZQyofEndcBVTlp3uVsMLa3zzyBGsCOpATOBo48IfuwRwBQXPqlHIc9dk6b2qCdcQVA1cnUGReaDTJXPa06tQDrqjxNWTfNrPrDPcYypdUD1qYSjtaAY6xXGdahqARM1yxKc6081+SptuXCuWr8t9PZ0mVoWIw9zQDkUxrEwKf6o2+eyy8cGVSNJ+gTo5l8z9NXcubWE7Q+NqvKYFeRJZ3QzEp5Ie1Ik8DVwDW21Vm7EgmpAAwdpQCwYEVSC4iRb+b5uTHh6fU4tOhJBlkeD4KHcnsArr6Z+dqsylJBrWqHieMAVF/d+1srT9L1KVRQlf0WZsU2zdrXo6RAgDhsp/9Htiggj9U241rm/NWdL9NtJUvNeM3a3uJAYNUs9ZQ2xQ2ZanvjFjzInIqJkqkTWO9kTQ9N9g+Zq33MzNw3nTgiOr1fAZB11SutCEH5H31jW3YkoFXNUk3yqm6TFCeprpyN4mZNPVCgHErDWQWNHaAF6Pp4AA67/qEHfN8DPcIOCoC1EFwBNMO1evJwaHHAgzv8EywKSgAOBLt8OOZr01JDr7E5KP8nU/UfzcYHzfS/+JEr+e4XF/JLL8eapRiPd6cL+anX9/Lj37iWf3Q7y33vbzuZauaq8nVWONTnKECmXSezPykM5HLgydg1zXfsWJcAm3jA1SHnOirWHLJtiTDZO8xsp/LU2VJeVbgxD6BHQFPYZxH7WPAnKd6uUwKQ4Xw98zNnY7bEXZTymtDOvXcb0yPk9amh7s8HD5v0vL8v5RMafBNDmUBFStcko03gpoHczexhRayABwOrZGLOlOPQlixtWrMG1JRxZzHzqIzlfOTKk3G/MjMzikdPey6HrlyQXdfJMPpREuawwgDzdqxLwPCqZuH9efydlmHQFMQ2s0pVJ+Igsla7zLeqwGHErWrNal0NkIc2gQvJBc8X8plN6mowbT3WqgTwPWce/FrdhMfQHRqWGoAjqTs/cfNE/vbdRa6Mu4+Oh/IHf8k78i+8cyVPhrsbXBGD/tzdXD73ldfy5778QWbl402/6/xWfsPlh5l/k/dCY1es5USBDwhgptuQrQjA8QTw0IKrCZnhp8gIv9Tsw44BZFGFG6Bq1lLcTErVkYuwq+ki0N4Dhw6qBKnW6VERXC5RdRVcpfQfCgDLV5xUB2LAr98sZeIfvvdkXfVcAyDmjSVzKWhLL1aaKAVX88XZTf/cydxQAJDw1OUkgjzzcBCwSqMCFjabVJcU9QOoui9TdeOnbL2uTjxtaNUxu8ujj1uvxRmRtQo1QLfc0uMns+DPl7ZUeVMJKDdVcGwPr+o25cGeAFZHke7YRf9RUmaxB1yFb7UUU23cTWhUpc2qDt+LNe6bynoh9qeUnGY6BEx5qNrWQKI1q6ue+VBpmxIws2Z1K1MBjwwFFI3O8M+b2V8/dX8uP3H9JBftxr/2yefyB37xO/L2ySCXwDHrL7y6kx/40ruZM1hdCeU3XH0o33l2l+tZWS8mNgZUDfNkqm7cnGZWcWZm1uf26bpT19WDi+7whBtqDVuxlK7FepDjhwqsFl3KAThGVBPYJStV2F0DV/HHryZLPQi0Y10CrOUv70O5nvq51us09MOAqwZANEeK1sAe5WR2nlACdIVvlUQnKABYs+xY2Vd/5kc+l9vTzHx4VXP/rPNy1ywFyuJoVJDXn0S8dU/GnlxyHG9HQgKU8DwbeZqt0LUBDs9hRYGD+K6J5OF7sjSr2vXx/N7zHCEr3GzC8hpnZ0WraGN8kqp+p2OiMbyqJmOV0bHPK6SYD/QIGgEfLhlAKug27EiTQCgnritw+3VFQmzEWKdMo7PkeLUcyGdfvyXX/u6M09Vf/nu/5CPyez/1QsYFTnd+9mYqf/yL78rffXOfSRWvPF9+x7MP5PlAj11KG8A+2lyxKNdcGMjYdeQiysws7QU7dCNkQ0OrAu6rOdKgcgAKgF1dOZvztrW/CQc5d4CqBcu5YmaOYZS5WvuHtOCBRAOAq12gS4j5eNEdO9YlgC3cLUJ572YpJn2lSJRiMCG2WFACmIjy8Liye3NlDs7gMR5DCdAB0Xxw42symEUD17U1Z8aqCRhtN710k9eSSrIUCjgTBQ/Hrpz0qPNpVgeKIyKIfgZApl6pG+bMV9BRz3Z/TdcEfA4nY0VGfJJ6fsKCViR4KPIWzf0t5kRZN5mrXRlqV2E6+NOVbzz0Owyo6kSHgMXyCgirUBvAwy4Ei4fKdNvv8D1jjwypbmStamUF/PFb4hx4Vf/B9DSzGP/db3tHft+3vi0nBUt10Om/+fJW/sDf+Sdyl7Gj6i8dT5Rvtayhh4D6z9yxCDARhkbC54CHbsQLWdaLduA+xNnQg5/D9axcxsUOiI4pEvRGDyt8y1OXNg9gzfBjlpnQowBQB0tzy9JjEzO3Ox4Eg0dvPpzBBm7HqgQ0A3wZyNduy29A7jqhZmY+oiEdQBFLVB8obNrczCrmVb2dcdBVomA6cqtcwKrhVbWC3Jz7WK8Ax9I64+bRFdwPzWSen3q66NuxLgHlhBw48mTkFTpba5JclVfVB56w870+L4ZuRGVThvOGb9V1RMFVgQfIjlUJIJHziDKhC5JZRLyqXfiWMr/B8D86Ea9qWXcOtSnIwLPlX2kSZSnnUBAgqBiMXdZ8HXKfyB9HnLxpd/jKfCSfe/2WzDOW7Hz3i3P5T37lN8vHxsPE7dDT/+92Jn/pq6/lr79/o2X+v/ljT+W3f/Mz+a5nZ6lcZayl//XPvS//xT/8RqYPHDqh/JanL+VTJ/mbYKXFgX5AU52yAL4oA+gBXLX5P2mTSubh+cCREac6LT3ZocqNOMfyPyZnmBiQLu4k9JQ9yMqEEqBAonzZr9So+7UZXI2pIwBVywTkGzVBBV6GtfL9u0DuNZO37L1nqBnPI88kNrQ35ikg4J0/DbV6kmqmtg324tCxvL7jsKJsvWmbNDYRi1Cr1jMDqzipydJXoMOKMjn5mlUHeW8JgZ1mKQxdBVc1Vmy3rpX+9nBCXg09uWh9N3NHA2kaFahdmZSL0uXV1huSsQN3S1msI7rfpWx56MrJkAJmK+t13QjEc1ylTFhpwt069VHgMKIAiIu/7Ew/TiMy0QZ5pet/KOOBYw8Et1gMfKtkrvKfbRzK/xhlY27Tnc+/eS4/myNb9T/7VZ+Qf/ljTxKauC/79N/6RW/J7//Fb8slSP7G+OL1RH7L//mPM4v40+OJfG8JWaus5WSrmrW8vDlmHQQ8vIgyMzN/WI8uBBy7HLSTuw67AjS04E9SYdnEz/1AphWWm65mj5Votp2xvrbyrWJPgKpFGp11ZhI3PoSDnNcTMnljvuLy1qvVR3FgQQ/KMONBa1flvfldcRoVTfTa1tyUA8BXt0sBmKd3gB0re6sglJtJkA1Y1YA6CHQzZkdSAhykaqlyib4Jh3Q1Ms2sSrxtJ6aPTReZh2+PPRm2WjiOTBZFCcM7MaVrH2E4tAw1QiV0Y2Eol2NPPJumkKo8lHUDrrY1YV6BQ+1yb0cyoKOTezXZ2spl7DoKrrZVd6rWGAAgwNU2reoxgxaZmAaQTx9fnY/kL715IdMgW7D9qfMT+W++61vkW85GiRt+ZTKXP/z3vrKTL/XPfscn5F/6aBKUfTlfyh/7+1+Vn/jGTabpHDmhfN+zD+SbR/NM16ddRKUS8qkyRD5xRMFVaJCqseCDP78BP8SuRC5ByciPagFCpnFOxKvKJtWuV0k10mZVUeJBVUoW00RBZWNHugTaBq6yHb+d+8rJa8e6BLSMex7I+/fVVx+zTkFrqJW8eDhLw7ahjiQjtKf6lv34m3tfpmyw7FiTQBCEMp2HcjfLAKya7q9QAJSf39L2eVHV0s1GVKpcMsgHFcCLU1dO25w+VsEkm8xDOP0cefvEa+UmPi5TyUgFV4EUm3tLNhwxBUBVb0kMfQ6dhMbSJRtuVS9d231NWffpsH3gqtoVbtmu+wltUV5VDisq0ve4qQin8PxrAbZRm0XFD4rXLcMJ2Ra/Y/gf59qsKl59k6L7yZsr+Vt3l5llSln/D/yKjyWyTvH9f/Err+RPfvHdnff6PZ98Id//7R9RioXVAb/qn/rSu/L5d99kfpfvPr+RX3t5nfn61QuNXYUPDfIOukmGH7ExjZtZUW9hx6oEzGHOmevIGeBqC5xP3JQT3SmrKqdLOkFW3WRZTyYvnnjoOan0Il2SaZFvGbSkbBm7oiHTLUkr1k2uTTniuF+E8vLe10zwYs2qsmiTwY1GimFsjx2y3KmL14CvcVCq/Qka/oEAh3Cq3kyroI5o+MfvfD2D/80XIrcTfE64K2PVeCTKm6YRx2HTJ77uqcFps/hXdSbmhCaN/u3zgWYC2fPU5AxfDF15OmpZBlDEUWcWNoa1rNWZxYFXwae1qT0E0nQzb0N2S72+zQRDAKsArC3Yoz6Ih4NUv15hteZpyAVqjeonlMYFZpPaJt2payJZx7ErslfbAK4SKM7JxtyRBU6W6l949ZZ8Y5nkSt0m1+/9+FP5k7/843K+cXD8wXwpf/Snvyo/+f7ujNNtvz8EWH1nsJDf+fwDGbvZozmTY+gYUJXIumplp6MwftlztGGTjRySmsUmFUoAbKvpg70DcQ72Zce6BKrkVd0ma9PA02SE25GUAGsV+9CmD5pVkZFpqTWSMzVbhvJqsprJWw+qEDezsp4u3XriJnpNtS6WqPt5INcTXw/Z2xC31uWniAMXy1DuJo9N4HZwrJpg0RCq1/WK7XkOikZgVPUmXgGOgStvnbcnXbzOWUQ+T0euctLWs0QU/zrwVG0CZwHVNWHGG1WcVD2bjVDGgIeDGAAyZYR2GAmwdz8dOprJ0QapKHBo16pU9TW8qvUUEJMxEjcuQHfsSEoAenCyFJrczEozkB2Tqaqb1B2Aw7uLkfzQ6xcyy0gDgER+7duX8qd/5TfJW6PBmoD+5stb+cwXvrxXbf74L/uY/O5PPk8AITdLX37gi1+Tv/K17BmrJ24gv/3ZS/n4MB8dgOFVrZd2BFZZgNWxa1erNCXhQOdqYOLBJh6axpn9VAGyh7AjKQHAMUDnujFncMMx2WMOVS/l9Mzo0vxiU26DM1fRmZu55VVN0zn2nS8nvoLO9XOehsq9DzBv7Io3tLHh4zyFMnLpbdFMmVD6fz2h54ldr1ZtC8zC90O5n5peObFObwVWATYocbenPunL4mOpcvWZCmSuPh27ctnSsveqAwucNJQAml1X9cMK3h+9YfE33V+b/rYFPzbnz5V2xDcHFvUMY7uA8kPd21tgdV3uJhii2VfT2UhY0siqsyMpAcQC1VhQk7+JgQPteupJK7JcjqE3NLE6pRJFK5ebtxZo0BiKzNQf736///vuQv76zZPcYvzDn/6I/JufekugRmB8fbqQP/7Fd/dmqwLK/uCv+Lh8dJzMkP25u5n82z/1T+TLd7Nc7/PrLj+Uf/b8NvNvtOkQNFC1z10oLFdPtVlT5tft1YV0W77SA9PmCShuVkWcY5espFoaXtW6DteTzydjFZ5wC6ymxBLwqHvNTPIBs6AZE6C8HRuRfBjK62kgH06DKFGubr9ofB2VTGapr/v5zdYIGlSyVnHY3rSMecBUMlUnC1LB7LzFmsT6AIwzmQdyP1uvPk4BVo0BAKoi0P0hdbMVtuy3Qx4xBUBtQVGUAfTizFOQw6r2JvzDKbMjz0auKT8te9JLup+C8XpYUdINO3abZRAosFr3gKKPsvdB1Pii7uc393lGUVnsyext6iZe1yt4eRtr+ced4bjp0DFABmwL39xAfOO4kxJtLViv4Aht4prlh4EQL2aprPjRN8/lZ6anB8kUkPTXv30p86EGo60AACAASURBVCCQH/rKa/lHt7sB0e94eqag6qcvx4nncWD5F37htXKs5h3fPp7I9zx9lelnWv4Vc2MeQbmdMNRY5wngof6/2qLRTPI5/kXQJbhyTkfqhmWu0ugWXa87G/P4c7L/DQCb7xcx+LP/+qquiPlWm+iXq/rmPPf13GatWdj4zcyX+4obneWRUZOuJUv19YQs8OO+FesU+ywqmuxISgDQmXW9KeBqEIhcT30FDk0+pp23eNYAVmlWpbLZCL9SgVWyVPUk3sZqCc1HJg9k8zXrGAb31qknIw2m7diUAJmHTwDIGiicWG+wK3tatzlzlMSJsOE4lsshkNZmTXqcaufIzJCZDSRCBsd4YErkmjR4wyWZzqH1iUmrMoeAyOZYdsU7ke2sdBtNUpyGvAvuBj7IJjWzwgsrGb82Ots//NCRz75+Ib8wP9l/ccErAGGhAPjU2Sj1Tj9zM5U/9Pd+YS84m/bjT4xm8juevRSPEqEdg78CAC0ffOQRNDsqpyTj+UKB+WNaeMFJrejnbN4vYy7jJixcUVNOaKBqK8qpSLZV3BafQxf3plRJUgHX1NLcKuSf5554PCgBjuD5Ul9zsgjkpkG6k0eW1V4Lj7PI+3e+ZoFnOSSt9n0CBVWH0Ek8rLNN0aJqvzzb3U0zK/ajx7Yu9cezQBtWPVaR2rmK98WzhQFV05LBEsAqWQqGUD2bGvTlqhhi0EYFwPjHOAUPQwV/np96tntliuIRO18NXW1e0DSqEj2swK7sqc/GzBlfA6h6TJ/DcsGBxXgYlw/aBeRxoljsAVcNH22ThuVV3T4bhlc1W8ZhlXOKxgzdMOoMW+WT2nlv1ioAMt1sNGCQmwAf7z5e1fhVD2lcdchnfs/Hn8r3f/tH5Z2TdU7W+F4v50v5Mz/7nnzuK68Pub1kbWClzbz2cM4e9AIH/MgJA7kceHLaDNU54Auq/QmbVLJ6m9DRnAwXeNgsTV36nFNqCujchMF+j5iHap2m7SUaIZ8QYLUZmXXsHV7PfK0gsGNdAqxV790GmslrEuWOHb+bOaKS6fHQ4tjv1BytiaFvZAPn6jGHHlYor+ox36KZz/b9QG6nocwpB0wZK8CqyVKAUH0ZpapadX+UmMlSkIgb87iTfXXiCv/gaLNjfY7g9Xs6dB46DTdBQgTStglcuqay2YAaoT5e1e0WQwANcEjZ+/FPdptn2WQeng7MaWoTBut93Y1jmvDdWd6B7Sl21RR6BDLqyHpuQ1fhLPIt+xp8D5mHTSiRI/7Lwqsay+CNP5D//uXbcpejcVVe+f2uTzwX+FifDGndlBzfmC3lP/2Zr8uPvpu9YdXmXc7dQH73i/flqWdyUdMGcaA2noSeuwGIC9xsbL+eDQcycOyqtTlnSIRs8Eu4nlm2NGaud/1ijngmh1yLhgCHee2v6uuJj6EAaBo0hs4YXsh6daZqeZd1f+RyLNnEFbUvp8sH2sKyvqsr96FZ1fXMVAQ2a5j+Dewp1OqpOLM29jBFeBvkQ5XyMQb68urO3wocHuOdmvJMMIvbSSBkrG5brx6AVXLpSBknqI6awTblOxrxHoBjTSlRYbF/MvbkgtLl49hdI+Zk20tQWvlk5MnYqzuETr6RHlZolrMtL09ueuioZ0DVJgTUOEyAH4DVkXZrsnO2OWdDV7TZ15EPUzXzG1C1cfFiAzwjMmG9okS7OQ04Ql2r4Fs1dBt2rEogDqTPjsi3avjjTTZmVJOTaZKqBlYBVf/Ipz8iV1tA1XenC/nBL31N/to3rjO977aL9gGryuUcPGYcNmEjGDeKG7kiV14zaZAKTUrBH8eVZueeI2dHapwCsOoHjsnGtCFFYkaJ/24BVZsQBKboG+AGh8l21UoKRykBnOOAYoZXlWxM/6jVbgVdVGU/h1YDCoBl0ETNDfWMC/DwMRxs4ntWNj17b3wsvlWgitd3S5ktpbE+ea/wKrsglPtpIJP57grbB2CVgFHLmxq6uFUmpww3jkuVG5FJz/uG5hQVcPWM0uUM39C3S8isezqEMuG4X075/2OJip2peDbYELKJJ6uuaQE1mOrZKOZbtXO2DgCF6nuUj/ZIojG8qgY8tGNdAlpZobyq/O9HmqAdkwJ/5SkG1rxXO7oqIRKy6zRDqmYBcbSlzRUVkM8niiqBVThVaVT10fEw9aX+8e1MfuBL78r/9eou30unXL0LWH3gVdWsgwYqbxDKqQff6upGtbBIOnMDQHAywsc0N615+oIgkCn88TntqjPC3/Eh+BwyVZuStJL2qugL4CogUM2q0woVOAa4iilNl4F8OLOgapqSsO/82q0f9a1ortayh9BwUF+xue95HEM0yQgncBnXuGhR/n/7YFd2Th7nPpT5IpTbKQeluzXC+cwP/5AWqlhC9XRBPTSrOo5l7XyqgocnXuN4D5sgKtwBmXVPAciO8ELoDR2KKf+y1D+rrsnsLkKafzRUNpo95omckwbkHEN7jqCwOR5pKBOgBTiObABVt1Db5PiKbl5qQFVHDy3qDMbySJPEQxqD2JGUAFIBIINvtU4JxV3uWa/yIk9VAqv/1Xd+i/z6dy4TsmAV+ekPJ/JHf/orBzWqStO9bcAqh4BKOxJVVjTVrjTmcR059eQoMU+T7dlwZsK/LzKqKcMOveEfIEfew4omy7KsdyNGBhyDfq7pI84es82s0mcKn1hnJ3OSVV5NltauUqaD2O/rt4HAWdx8y8IvG/599ssm5qkz8mm653nkeq7jTaeLQN7c7wcO63iXpj1jGQRyc5/erGrzXZ1//Uc+G9ItzoI/6dMIMTYGn3ezUYtShIA/jrw4HRwte6yW78z5kHgxoc8OdAlXR+hmjj1NlYvNLhKr02f4xlzlRCIAaOrQLAXKB0fpnH5Nfe+63st1AjknI7xmgCzOVG2u5tQ1A+vPQR6EpYZXlSzwZgKrceny2cAVz5pWqrKwiT/3PMMJWdMgU5WKpUP0ZhK48j++eks+WKZnlR76Cd/x9Ez+81/1Cfmm0+R9f+ZmKn/o7/1CaaAq7/jWYCG/6/kHcuqupyOwTrGRj//XpgKrfIMbilwNaHxht6drcUe0WScjnKzeOgCyIDB60+RszENts+jvlFYj4lUteq+6fm/4Vo9XqVPXdx76nLrAVfbjb6YA8pYIanOu2He+mfryasJR4HESH/Lpj4lcoZOgebAmBLTivfN9ZaGrnVAP2ocVZ61iTu/fLPdmYxb6lhb/+BrO2YyYjvM7P/fZ0C78ydlWc494VRu7iY84Ic9Hnjw9sQt+ms0SQJO1Cr9WXUO7vz5kKdT33Lq+r8hzTLOqUIKIbqzIvar+LevY6cjV0ly7TU2EcJoBdDFytcNnHUM3Y5ZXNVXUhv+xOc2q9ukDzayouLB8q+mSgsJm7LqVZwGR06LNFbGrAwOdWejKX3j1lry3KBdY/T2ffCHf/+0fkdMNB/NyvpQ/8cV35X99rxin6qbkPzJcyO98/oGcOI8bdtarBRmrerbe/LWc9x1FjdBiGqTmv/U+b1Hm3x2lAzinkV6F8xnHOYCHB5pVmR/duHsRA0IBoHbVuLfb/kLardvyrW4VUNXNrFijbue+cvLasS4B8Ap4Vb9xF9MjtMeyeFOWeezL+sukZiMf/E4la5buqUJ5c0eWs2m0aMejBFjBJ9NQ7ufZecCd7/vsX7R6nKJFyjfWhlU/pGzZkScnrlySpmDHmgRwEWTVvRjVw7eKMWnpVwuAw/pVxciFLPC2OB3NHjsBPIwXG7voGL1hBk1mlPLRViwWC6rutlbK/9tEjwDwQBANpcSxugrX7//yPZHsOv4Z2yrXwCJCloN5VTe/5C+9fiH/eDbO94F7rv6Dv+Qd+X2/6O1EZ9y/+fJWPvOFL5f6LG72i0+m8tuevXy4r3I5A6rGjSfLnYLS3//RL4uMHUdo2MSZYCteuyJpbN6WOcXfnAKuApBVAa4qHUsoCz84+LCiJnEc5THEgFAAPPYeOMprHPRQpYly2VPUS9Vy0Mse4UfIx62IxgY3PFkGcjO3vKppfm22DBVUZf/ZRq8PpEpGuJZdNLRHwBFM6uGRLFUmHix3Rdcu99NQrqda69ZK3aliXuLqOnBAKADyJB5YYHXLjJhS5fbo2Mh15MWZZ7nrUuYTN0Q36hcnXuUAEMHiwrc94JLTEDVHaWETB9b6ixPPEqyn2VYYyMnQ0+zDktf7tactbLOq1JWKJUqbK4btOul/6GbuRRlA5caKVcRZNd+TkjhHxp6rhxcGWi1PSOZoy9Hy/zIA+b9xeyV/4/ayVBmlAauUgf53P/9S/vQ/+Hqpz+Jmv/riRn71hcmCVV5VqisiyZf+sIpvqBnhEXhoj9vXhY3mDxxHq5iQUZkLlzaBC6geiAH5iie6ZbdXiqxlEIE/LXv56HXjZlY0tLIjKQGTfVi+16EKkGZVtsI2KXPA1Jf3vmastoMCIM1yiHlCORm4SrtTZrzTDTuNmll5XmmRoPJcLwJ5fZ89G7Mbstz/FdpgOxC5vjdN4PLECRZY3ZAvQRcnqsqr2qIRp4q/c274Vu2Svz55mnk4MM2s2FNWAQKhM7MlQEcz+Q2Pqc5wqwI45zn1Oeb7bj77ZODIeAh4WH7A2KTvzP8ugfoa5VsFXM1/g52/UH8cgart8sglC2LL7QhAiaVj2v96nlriU0ICaad2rt4Sv6DSW5GdQOkyB6dlDvXHJQLyPzcby+ffPJdFiZziv/uTz+X7v/2jcrZCBXC7DOQH/9+vyQ9/9XWZ4pChE8r3Pn0lv+hkqvdVUJXmQ/p/lSv7Ul98y83YFEBhDHgY0yC17yuqkxTzCmfd5cBRkFVnuYSgMG5WZcGf5NyxpQIcmy0pPG330AaeXvnZY+2WyuPblw2uclBxPQ9Ud+xYlwCYz5tJIK8147D9w9VmVo7tT7JlKjVjvqSscBIIX5PlvLSYxaa44Ui/hcuZQDnnsMDqisA0+4dSZdCftkWhISVOImdDVzNX2/b6OfU29+WmBEw0a5Wuy2XLJw4aW9DgNLfsiv3AZEZx4kNXvfYZ1uPXn44oXbYdd9b1wSw6lJyej9zSm4KgMfP861oxlW3Jrx95VRUWaMlbJ18Tv0yPuDoayrRRSMgFcDUGgMr4BkBDbVZVkt7cBZ42sHq1HJTxenoPDkJpXvVr3rpQbjHAzv/9/Vv5/T/186U9I77R88FSG1edu0vl1odX9bFiqYW2FSUGoDM0awKYb1dOe+lTnHrDkUtz06hdSgnA6nwZ6P7BLllJcbOJnyxNJngLLSrxQaxbYxrj1qOqrXlK3ACxLL5VAI6bRaCcvNauNqLvUBRwfnXvi1/ioeZxlQ2aKOJB18536kQYyoSi8SBnFNcTXyZwh9oM4TVJ48Mms1DuZ4f5HAusrohTSyq1M25796nk0z099ZRv1S74Sa+Ew37rBL7V8sDVmFfVHqYm5U0v5SBwDF9xy4ceXAAe2mZWKTNJ50pHzobOCh9tsQkHVKVMmYxV68uSskQ2UAB0YZiOy5QQduN7ypwTJEIjohPXcBkXWbm0VDkUmWujs3LHX/3wmfz9yVm5NxWR735xLh89GcrXZwv5Wy/vSr8/N/ynTu/lNz0hC9Z0cvc743FCoaXY1YCNWCWia/VNiZcBV8lcLZSxqk05qR7Ix8XWauHleHl4igFVu5bJqzzhNTbGzSHyRlzKgVgRu2IvTqOqu4XlVU2b0Lt5KK8mvlZKdmbJiuBUbRKna5ZduFbnnhiOdevEIx48TDZU1d5MA7mbAhwedo9GOJgKXkKbjy9DuZuwlh8GBlpgNZoYNhss/mVvNiqY9723ZPP19tlAxhWU5u59eMMvwExivtUyNhrYHZghJU52JCWAY1osu5PBATB/OqKZlaUE2Jxtlmc2GVAmFMXHTOMYA6rakZSAdnLXBPCuBEVRM6uHYNrO+qoElOonylwttlENZBY4ldgVzat+9M3z1oH9AyeU73n6Sr51NNFsOv7pZqMLthVlB6I7gKtkrXbFY5TlIbCncw4FY4DsgHknq25mm1WlTgkxMtmGbWxWtU/HYr/MgeABarPv9p34O5mHhw7AeJpVdQ2QP1Qeq7+DV/WDezq5d2d/tRnzDAcGVjUrMv/Nrl6xjLTS64BmVuytyMS8nvqKeUX1GmWoZAfuESotAoDzssDm0wKrUR80FAznXWTT0iStwuDePjeZmXasSwDHcjV05GroaQlzkaGgqnJGFbxRkZdo6G+1pLJjmw24CU+GroyHNEKzc54AVx3RRlbwZhaRDmvaAdQ2DbWEcl9LM+TJOFSu6CJSLve9it3NdIIdajOrLn1XMams/lp5/VxXO8MeOuZRZl0Vx4Dz0JHPvnpL3l2MDn29xO+gAfjMt7yQX3Z1Kh8ufPlf3ruWP/sP3yvt/tzo48O5/I7n74un2apmLe+OXZlGXBDYnHqunCsNUhWzX+qU1HqzmCbq2cBVyolD5p6GTOwh7EhKAOBnjl11VjyhnA6qb4zbVt3CnrCrvAMgnmZVpsu9HasSwNV8cO/LzayboKp+axiI67oy9Aywamp18utRdzXHJCPk4lvVZlWhgqrQ1pi1zso01hHfN6Cq4XI+XC69B1ZjXlWTpdCtcT505dmY7DrrjhIAEJQJI1d53A7dp2pJpU+GS7f0pvjXGDoNfNOSTnAlNYYo/l7l3CHuXHmizazswrQu1VBLTuEeO7SZlTZk0i731rA2NfaRV/XwRb8cK6jmLuS2EEgDsNqRlABigSNcAaAcgR8HQr64MqsY/PnS5Ez+6odPxbS0KzZ+7duX8oO/4uPy0THF7GYQp/2Vdz+U/+Cnv1Ls5tGvYXH7TU/eyC89vddDwPAAAKCUF6nhJm4YyMXAldNDA54a3vGYj4Cz7gngag75AFoDAMEhb1er5OzRsHSyjEsqjzm71T6bQ3bTzKra57T17nn5VlmmAFU5sLB2tRFhh6KNqq5nZPLq7qqtapHpveldSaWgGd3+1kwCebjIWAbJc0OaKmcQDfry4b0vU1Pulu9xnb4aiizDqzqZg18cRgHwoKXf99m/2Gu/9cCr2kGlwWyuTly5OimemdlB8ehpD+DqIc2sLK/qdo1QHr8gFILqrg5tXDB0ZER5peNGjrirX5vnux4XezJXDR9t9hHzqnaBkiX7V2e7EslyTgFFQpfrDuOOyyvN4LMJqAdXYU2AqjG4mvWTASSr4FXdfD6cv597/UL+yfwk66ttve6//M5vkd/4zmXi7x/Ml/JHf/qr8pPv3xR+xidHM/ltz15KGNL8o+uZ0qHqztMHYL7XoX+q7pARDt+q7uN3gexR+iUb1TmAfGFN7N4N6FV616NMXvYT2iQuX8jTvYnf8kV5wNXruS+TRWCTVlJkCa/qy0mcydt9ZSPFgljw8cCr+9+cxykgH8DVfZQbYF3Xk0CbVVV8vp7n9RtxLUDqdI5sQt1jFR29zljtMqgaKwa4xrOxJ2Sv2gX/0VziQBi+VcDVPOWVJmsszlKwTn7TCbGJ1wyOju82WOxPR54MIwTInHLZoXtSFnuPZlbZM8Itr+p23VFQNcoCN7hqt/0O65ZyhHf7Mw9yFohEG8VlRJ7Rl1nAJrUeYf78/ER+5PULgRqgyPixX/1t8unLceIWgDV/6kvvyufffVPk9jJyQvktz17KNw2msoh8d9ftCoGNJJQnUNlYOHBNf0wOjyMXniOnroir6YfpOsxaj8pMAVXtsp+wQ2RyBzBGM+BCVtquH2v2mNJt2JEmgSxUG/Cqko3JPsKOdQnQBPi9W19mvjIn9WRA0UjWKpU6XaPAKmMKQ82UpwnjLno6bVY1wyeX8cxu3WNOgzx4VUuSTW+BVS1VDk2H3E6PkG7Ljjw79Wwzqy0TDR3Ak5EjlILtGugMl+CYyFIw3cptCPUgM+yJpkN+D+wq+mgFD0eWEiDNbhwnVN8DuJrFSrQhU6ed8eEfxzoF52xfuJw1M9MNlVLCjqQEkA9Zq0PtsbRdRsAaZDiTrVrn+ImbJ/K37y4Kbf7+3D/zKfnn3rpIvDZcq3/ii+/K//z1Dw/+JOT3Xee38usu3sjckBUffK+2/RBaiHMXGiTbDiR97hx5QjWKUmhtB1ZpVmU3qUkJ6kHOMtQy7r4NtIWYBxDIjvR1C97MbdJhrXp5v7CZqinKw2HO12+DiFqDC/qlY5iUhoPEPD379iy+BNAZ35Mmm9kikA8nQaerSLPIaPOa+ID05j4olcu5l8BqXFIJp0LXcVVVpDBUcOPp2FPDs2NdAjhsuMdoaLWvIdEjr2qsOVaesTRxUjSA69NmQ7PHBoCrMbhh9cHog7EP7CluZrXL73BIQVBtmX+SUtLDCppV9SyYNJmZIiNIe+1ISACPQ0Migz0nw2mT5WwoAOqOc8poZPV7PvlC/sinP6I86A9rjIj8jQ9u5ff+P18upBFQAPzWZx8IIGO3msDtFwvrNDjypefKmK7CtWvH/nc85hXYytBx5HLgKl/4WhZztGcgc4x/PXPJe6dFq05oAKIcfv0ccbfuPFy9fZLUNkoA/PDr2VK7cte9XrVB/q8mvryZGi7IfjoeqGyIB93uJ8QdoJBEyXGD09V1if34qzuaVVmr2hQrsdDthGZV5VbY9hJY7QMFwKYCYXQXI1eewrdqk4ASbosTZgLpCxoSbXFqrGcz26wqRTrGKVH2xV6jbxU8bFJPBo5yrophZ7MjkoBmHtJwZ2i6e6YNBQ7FlPjYsS4BQ4/g9DiDg47LTq6GMn3SIWzrTJumrGYqGEPCF9Os6lhZzh8sh/JDr1/Ijb/F8DNM1G//5mfymW95Id90OtLM0p/84Eb+zM++J1+fHp7b/sTz5bc+fSlPvFnvDitWRe5JqOAqZ4L26OJRMvEyBD0UtABayaQZzaGEUYxD01K7XCUNmAPA+0X3m1Xtc12UvJPEYhNX0yW1Ca6yZ7hZ+HI3t3zFCfBHRHkx37v3xQ/67KlNJOO6prmpHojalWtDXUKttIj5VgEO39wHMl30p4p0n29e/fv9LJDJrHzO2V4BqxoIUVLZM94fVaQQAmhHLkeePBlnK83No6BduBaHpHyrKRxJOCg2dn3owph3Lk2zKrLqyj31yfsex7yeAJqsVdOsqc/BT3IWHAm0NO585On+dFU6ChxGINAx56+pz+aQGWC1zwNKCcDVfdUEfZUR2XXQAjzKxxxwQR3Bfx5zlAGulvn+l54v3/f0A3nqzY1sekQBkNiwh2zCRC51I2a3qGl6hl1BmxCrCdligKr2EDApLWRCwyH2V3ZE3bptM6tUVdAoGU5IszVV2og3c793SRlZ7ITM+HdvlmZ/ZRM3dP9AEQsAq91rpey3lG8VPlpHbqeBXE+xq+7tIeLKmyw2lHYNGbxkq1ZRYds7YBUn1dtlPzQNZZ6OB3Ku2XV2bEoAUPWtEy/KAHrUFOVVpQFI0P3GMXm1QkFnbeLQb50CU73g0GIH52Fe2Xbjek6a8T2unI/WD3UADqEB6K1P3jHB2qwKeoTOdyvfreX4FwJp+FZ7jIPtFBIl3XQ0Rz7qj5WWpRnA4XuLoXz+zQv5sEDmahl+kEzV7336Ut4azB/Bnz4rlJaWhHIK36rniudYL7yqZ0iD1Qou2lPXUdCHw3Uqc+xYl4Cp5gpkastNHwRjACCTuWpHCgAUUUUBGL6e+hrr2LEuAfab37gnk5comWEr4gycGsoJlAD8H0X1pqh5Fn2+qYUorPqrd9BKwdCRV7e+mBzwXR9ZVADF5uCQbzffahK6DhqOyN19ec2qNt+hV8AqGw0NikrQo4MmsyE/UvDwbKD8dXasS4DMQzbwL1YAILIUCBiPVVLZ1DnSVlWho1xjdq9h3IrnOXJxYspyrb6say4SOR24SpugTeAADoutyU01jcLvRbwATV1sV33oVr5PaGTXacflnq/faXJCJDHfqmarHoFXddf8vfEH8qNvngsg6zHGR4YL+Z6nr+TKXTxwOR/jPZr4TAcOfs+VM69d2/biW1EzG/E6vS0cVroN5aI1VTlpo+i7FKVPKvr8Q/TSkCM8VgHOlraMO7HBdqBC2l7FxLxrA5UDo8Ui826a8R62mOqRzD68ZptS6WGx+WaAkduFyXTOOsxxUJEvj59UYAOsjUSLvQMyMHyp2wdr+WRxqHZklWgbr6PZENyhywKcs7Hstzcp3CeZGOA71BRUi5Tqq4g2rVaKGnvGp9zdmbdi37UN9Ir/or861BfEi8A+YaX8Xf2A2lK9g++l79DAq6Z6uxfAKpMWUMZd9+zVqyuZn4ZSAR6+deYp/6Ed6xJAJpdDV/8xKFOxmapJLWEp8OGcbdgm/pj6jDkp32oMzK/4nP+/vXdZkmRb0rTUbn6PiMzcp6prQrcwYsCAZsCon4LHgCmDGiDFkCkILUJRA0RaGMGD9Bh4AoRBc+qcfc7emRnhd7sgny6zCHc383Azc3N3u6wllbX32WluF12qutb6VfXXJOVpu/79zJGmzjp47QHu2ncncDEPXAWgs2ZV196zS78vuwQpqKofZh10Nr9sELXj8hmqlkp68C7W+pvqSs87uthsos2GsqxGfEgh+8npb1m3AtdkcVwKdNU9UB9+RlVfAqXFv18+y/+1mt+N25Rp/k8nb/JvFt9lrHOeyruO86w/4e3+ZWIKTH0OYZfUUTOizedcuvTSR3OYvHZcf4fLPtZk/yRCSOD9GHbilj9ssbq/1t/WPlymR/trBHGNLaTP1aYylqs3p84k88Ab+p5wmLsiS0q4ZgKvsaLq+vpu+x+4VKUXyMBkQJXlPpHvm9jS/JyToJOWvb/baL35qjRBHbh4H8Xy59dQ+ZztONqV6foMb+hyHcvI8yTg0GXVJqcmUGfpWVTjXs0KaDDA6o4VrmHhddWgiWYQRV2MPPk6vQ1i31XZZO+NfL6OXfHJHEvpI5o4jHZdLofvr3xjNlqRm1LNzAw8LX0/9jnm9BRpJ+r6G2kDmqTg54FKQgAAIABJREFUakWFymKY1+iyZljUf33levahInlPeSn/EQpIlb+88Mo6UFr2zGuebTJTTDT5s6Hy0bL3Zhf7K8XWgp8bueFyjiVYD5XImEvuzS75EeC/Rpvy08HdCHIRtHAvdU1JRVZPxTJ519PPP4dj+ferb/Ijvm326ou7l38z+6v8rb99FxYNiajYsXvBA/1JTIB0H172rWb9aGCQtdbIjRp4lwu3oGHVfh8LLdieLHpYKC32yVSjIB47jARY5gFVX2nI1Kyr74GIE1mHIn9dRbKPWLOyzN4efFrTn0DQQjtOAyJaA1PqiNVefqxthvypqikN1D6R11UkSQp5jX0alndksW3adi7cj8aU9EZpun+D81/+7//Hg11+9ZyNQ1ll0a+z8kvLHdQE650i7jzV93ucm7BRrJ61WpvXIv006BhCrL7muDjnJe57iQcTN+Q7Il9G8K0WHWKzMo76Diu8RpD1sITch2SFAiVEdnQJXz0duTIJcEpVf93v63GoAM6GbN6OIwlkgI4rMp8Y27IA4rGOGNvyZGS5Wo5VJ20gWH/l6KctKtilHIfG5xDQGQUGLr43aFxWwrzz/7Ofy/+5eZFlDCzT3Ji7ofznkx/yHwfLk0Z5JqA88ZwUAGJPONyDahbg0cNYaCpPGoJNm5vMR95JWcMS2dCQKQT4ATwUmUH4bPc8uZnRSi/f7AeteERWABxbePzi1vrhh5iXI7INE/l9HcsqTcxAXywX7fnZwKZsY1yTlPC6ieTPyzBNULCe5lBrwiiR12Uk/DMbgIZjSt7tWasIyNGgxSSg+Wtz+x/nv/i3/1vts/9H5kU996wcK1dmP116MpkbzzNPnma+Xe1PhJVwEIO/xYZT84AjmYX7WCa+I1/mppnVx6htMpfUtdLfZ29U922Ofl+j8RRdGV+mvpKIs5O2S5yZPsANooZdycippHTXXJzGtijfweUsJp7MUnD1mtv28bdEmCcjsp6tVWXzS7fp67io+qgpmc/hsEomvOgGcUT2GFzGHfDKv0Zj+b83L/LP4bg2RYArifydv5X/bPJD/sb7yFA9nPEszBU4jgJkyn044GB7lkGva9V7END6m8N93n5PJu8Hh7yChyNXRqSv2nEkAU1GcB1Z+IaPdshjFyXycxtrQy+nxt66z7ID8/m+juUnmbzphxIYxBUX0fz0WRZVvo094ZAzD1mvVrtY/rIMtVmyoQ6161WmQ1SdLNeRbPd5RIC9DgDixUqmKgrZk2vRIKgxm9wvO//6f/x3dXGZzoiV0rhvi0Amk6Ev9wdbRrJGAVUvkbF1Zpabe1EMLdpHEoUm0vwy87Xbu83MPJYxjoONEOCqNpXpwCG+OS0pvhPZ2NoZl/+za/7JwcuRTRiZbuXw1rkiT1Nfs57t/iivT9gWsmEzPeSs3iSJJRLHZoCfcV4s4WTVZUs5fhnbIuCldCQdGczxn8Kx/L/7mUAXsEx8gZe1aPhOInMn1DL/fxWs5F/4W/FK1gcYAIjsQ7IUhuukOagCGuKPbWz9WMsAegiQbncfdsUVZLACHr6MDDebXeNP5MYh1XVkRrnXQAd6o6CqNh2yI5OAoXFK5OfGyEexsRM1waZ0v2PFVrzu0USPUtMBhi4IHAOqrpSw2GrIoYIo6LyJZb05T48A/z77wQFvec56FfaBUNk0lcgyCGAVadL962+/BOINeMF/X+DI/EmzFOz6VSCBKJb9DlDVDBzRLwsLAJ3TFQ7wTxNPbWzIg+x7SpwOqjCGLI7jb+egSrlyhqqmf0uUEHCVf9qRP6QGvquN0IYIAL2XKkOtYWk1CszDMF6SAa7NFU+uAADSJnpaTdBd+wJwXccmRXDqRqUB1PP+xMAdIwWAdIUfVOZLZlcZr6ql1jjxu2kV3XoHPUIeGtOyZap1xpYSoMjG2AXOoNsoaDLY5zXeaEoiPwA4tBKwz19b/dsQx3KXyPctzbzOC4d1yxbqFMtXg4LY1aDQMUNx9NdlqNQa1q7yurGhWdUmks/YBdGdwDazOuu4dL/suxp0vxa4HwSwmhHuw1v37dkXd8hemxJ3utzbpkPFBkYm7w7iZ7qum8MoUVZKK7/NLQBUJDTsaz72ZDE+pUyovvnq6i9Y7ClPCSObxZKbw5RXNd/B03hmsjKfpgDz3QV/bqW3uCDI5wHIhjYyAAhQ1YI/xbMPrypZh+eaClGtMx1Rmjs8/fkMWNWcHzgzXcdUWwzooEoGOKliazoq679av3uoK0hjtYlSztlzAEcis8CVOU0Y7chJAKk8B672KRjOMF3u33aJhFAAdDiYdYs528WmWdX6wtnTSRJN0rAVgsWzgFyGVcWUyF/TZlWGB9yOQwns9rEs17GEJRq006qcrFVAROue8npEVq9WMl0Jrg4CWM3EB/jxMvfkae4PkmtCObWiREFVG/UpcM4c4OGpOxNNpVnTy8zyHp5KzhxSHQVW6bA3pEOqAu+Jiajusq7KgzpMXN7k4GugRyCjt2gowDHyFFy1Z/y8hOBFIiuc4M6Q5KN2pZnONvWnyG72USKbKNHGVeeGZikERn8IEVr2w2NJOU6inJCe2UkPYsCnCq+qrazI72SwJXhV4cZMPq3zx5ZEnkeujAkI2jU/ZztgznPfUCYMYRCn+H193DhmCN996Ru1l4o48pdlpMGcj1rA87/EGwMeWnC1WEYsVxQIZi0qL81BN//ebGxoVvXbOtTzlR0fElA8JxZ5XUe6npcd8K0CrtrGwXmJaTWKNrMCgq4/BgWsIiYOqV8p6x4Pj8iXLMyQxjE26pOzGDbUZPICrH52SKXhDgDQwKveC0WkjQsmnkyCYXV2UFA1+mhwUd8d9+uXLExgYhxSPzEr/Wg20bOxK/OJd9WC1i8JfnwNtgX4TAbiEAabRpi0aFhlR14CiIVDahnMGTCejaJpDDIM/SmvM4k2sSLzEMn0OSiYZYCT4bzHuOw4lkCaeEA39zJ2peuWkyglgGYA2ZGTAHyrU6//AJk2ZFpFug+0K9aJWYnIb5tY3uBVLSkczmMka3iejVkUuRW8jQFXddXqqeeBWi2WX99Cpdaw43S5SuRtZZpVlV2vsjuwXim4yn8YUrZGCSUCUh375k9d2xocsIpcA9+Rb0+BjAZUXgmYqsBh2ZWthAL25RLMB0A15LSh3SmLFyoOJmS2kLU6Txuh9XVJqzO3LH1k1T1PTDOrIQwADhZ/a1YFs032Two6l9EFgB+4eodY9l5WPrORyertNQAE+UriyC4+T8RfRl69vQZQFS7nCqAz+kI1wZC7Cp/VhyTR9Qq+Vcfpb+ZqEsPFe1BZ0dsDeT3LZ3+3hqeuUkeqRLl6n8bDycysIl12gQCrkx7zrbLvNbyq5QJdVeTXh2uhR/htHQkZvZVGYoBDk5lpx6kE2AearN5+SidOYvnnn6FyyFcFDvuuLcz4Ep+z/ZxX9Zwc+L3vmio4O04kkPqdqe8ZvtUa5jVIYBXwbDp25WXhi++nWRw1hNcFhWSzyBdGNLiw6E/xlJFtCOhc8qAKMP8yNQBQT9WmlmpnMcVp4MrL1E8DYf2VEKXtZChcysasJcyO/4hZRy6mpLL8xwBwfJ37g8nMLC8ZE1imIch0TEZ4v+1qn9gM8CLdMFzOgGNxJXAdE2STiO6YOHx/9aeKTWXXkmc291wNuvdVMnEUyzYUKbnNqSPGTv4GTkfsgwYgcKTXUQBA+ZlPFVwnRXCzlybzkHVr7jsS9LDbO3pDNt33DTxQffUc9dQDq4IT849vhh6hDpczEqWiwFYIFs+BAVdNdm8tx1Vvam/7q/TA8CvNquC6rnB+uO2LtePuSpEVirxdSTuCzsApSvYqttrnZI06M+dTyZQmslT9/TCB1VRKi6knz30/xCcibKgtr+qZhQkOvx1RH8OZVXZQWvll7otvS1XeRZatfzjsaeDJYtLfbuZ8KxyH/LHr/rHVYEdshgB/qm6KTLMmV17gwa5ikGUNt+PXIR8oAfoaaVa7IrPOGlWhppIBrqVfFY9RnFXQHYDDcUAJmDWuQwEjUfwN4BgVYP06ZCQSx47ysLHPsfjPiWnpQTWRDd111Cyq2wa/WAR0FaYRWscXmQZfH2AVXxUQ1PEcPcT3RTxmDyjy24osZ7tgnaoNa/iv8KpmPT1qTrzJrus/nURds2PdMo1fawq47oNv9jtoIxL59W2vvSv6813NCIw1/Ocy0jXrKq+TVudONCDYF91pRsZ6l0RMJRPgasXbDhpYRZmeZmnTlJ4qFs2qlFf1KgusqFUduVwBoF0kkbYaLL/he+8oPHLly4xGaNb1Hx9SiaK6782sOqIOlV4zA1Xtun8CqqYHqTK8qucErs2sxp48T4fF1VtWAQlczCaUnvarm3nGq8pm2i5XeW1gmdpSXXFFyiFypQkj/FpVN4tl9bPL15H9g9sxnJl9kJDRFzJcKpfidnkiy7473PpRLJsaPHVHj0hMRjjgKlUFOvqgPmXleOm6RLTJF+BqX1iiqMj5volkd6HL/SXR9PHvWaK+b2P5uY4lbsAOFDzsESjf9JxzBv3geW5A4E2/YIX77aJY/vhjp0ELuw88PVmL/HyLNWmlKUyHc8TYt42Di1QUSxp79I2pZlODBlaxWqgAyI7ioNq3ULNpVkXnOOueTo1GQdV9ZDhna4qHQxjRjJd59YhGhXWms5cSRVW+1Yxuo7Nf8vHi2olRGzLZrsrnFiI4Z689xBP0yug2eqA2jX8C3Fo0+uoLvxYuOCJzzIKqhbqCbHaRaElltS3e8e0+goKmAWP5cGLjKtzKGwLpQ70/8VLOzI6nH7JWhVEsNKy6TnNaOV1XvRQFkHEshqdO94DXWJZ5FXSHRmhD4ZivMgHmkOrIrON8q6gK+vK6jWWFU25Ab6rIse3XIh94Vf+imbzNvC26k4GrzdyxX3f54Fttxo89RjqG/un/+7GTDclg1q5OpgEO8Fi5VZsCVTNtIRFq7LmWEqBA8fE988BLs8LLWcawgVWT7asdc78+BQoA9cWWNfuH0i9bU1loCU6cyJ5N0RULPz+la+WXqS/zsSXXKgKvfc9VzszeAEBpsyqbpJBb89V1arMqwLEr7Cq7MxvpX56CSgtauWWvH1dBB0D2YR/KlimltLyqxXqJKW21k7sxqmvgHy0DJ6BMQ5mA7DG7bh1KnX0TAqbZDlTGXeeug1efjDpTqnyN5vTDZ57O9XYHr2q2WDUhn0R1ZwHdhjWtnNIgEuTT5WZWgD80qvq5jRUIakJr+mRd21jkz280q2pgE3ggGORMtrNtwHhGW6D6Iau3o8FA1qjvq1D+ugrTD7SWdTjTlP5/fwsbOVsVaRCZmYZSwo7jfYLhMV6MyieyDB5YzQ4qk7Er356DznNN6MGAsxPZLdSqNLu29cLi4H3a70LN5L0+YycRwMNfnnwlgna4uR0fElC+VdeUdaecLt0Uj5lX+A0BVe0sH88iah9JogBQk/vpke/Il3lgmxecMRpsK+AQ39HNNJaEF+YQRlamHXkJ0KxKuZwbFA+3omRZ+VY7qzu30xbWccAfOr538qBK8zeCx+wDq3bjvp1Y23NnMsD3lFQ2DTgbrt6p72rDJo1j2LPq0byTvwIlALbVtZEFuX5sbTPg07lDzwlS/LaOZaklS83PL3e0fKvnrYalHEoSs2Y1L/9b2Su4xdsukj+/7iW2DvNEzIlEkRhe1RsmyqEyE788eHgrXWjrfQlacN4qs1+2wGo6i5SezsaefHnKupm3dXo/fy8tVY4pc282Xbyb0si/NUtNuAVUbe6LtMQpcOTbYiSe2+Dpt7lXfNidTOmpI08T32TXPexNrnuwdmLUhkyW//FQkhpHcAzQTPnOLdb9+dgTGg128Bx2ndKV+LVmAI2999LTroFAWBPAD6Cq9Zz5CYcagWBFk6Bq9hQ20mQ9E7y4PsBYQlk7dAnaCAAEuGq4/bpRzZQF1jEmyv9tbL1I6UyzKm3mdSOnQ+LPzHdk2qMquCbNF8q6uZ/SbTR54xveC1UhwEWmquVVzQuavd+PTSyAzjcyK30oZwioNrp6lrihiuqtu9fMij1OLP/8cy8EkbsECN96Lrl/HMeyXKfNFW/8QM7qgKtqW9bAjqUNT7jvHjSoPC8gC6ymosOc2UDDtzonu66rSsWGehvd5CB2Y5u+z+3hf9zHjU8vh1QAoC+Wb7VwHh0xlACGb7V7g+yfDdmY3Xv1m74xwCpg3jqMJboRPya29TxNgfkuKs9NZ8CUxk1HKWdmx7IPAVTJVr3lQezG4r/Z7QF9smDFrdQe2yUoaA6qt3rKzUR0sxtnGqlZCp7pSN2FoEWiEWNHM1tMlrOd01MlUXoEgoA3XszJHHuiosD2YMzZqYJjriOLDu0HwXxet5Gs9rZk6XRCWb/fdrFmq94iuH76PCoKRpZr4+z6R0l3mcy6my2gpW/MOhXLr2+RLMEtqF+y9ETv0iOgvt5EsoJXtbRMa16YYtpU3mpzU7t1OBIkQWtSw8ha1QaVnwjIAqsnOohD+sPLSHzf/EUXNtO8p2YqUI4L+HOPla2m7T7yZ8qruoVs/jYDP/TtyVfOXptddyxjDnjY1rc5AFDXyMcSWZPdArOGXWxOJpZSUxrr3BYco6Lgy8xXEMiOvAQAxgBXkVNXBpxaysfblRe+83uu9rH6nFsO5QmnWVPgamBZKUbtjvpI5IGbyMzvBpcx+8A4EvXHt8rGvKU+3vTeKHtiMn9Ys26fPZEoePg149/vjmu+6TRkN+8S36oCh9tYwcNbVA/cReC3eogjCjb/vorNPvBOeu47jqWI+mROTbCUBb295y2SMX5fh/K78qreSXFuZQeN3lcXK9ntRV6XkdkH3ks8ialk6lKlTqOiv3AzL6U3RD7nhgVWCySDUv3hC3yrHTpkKKgaS0g2pj0Y5WbVoZT7Dpm86Mwvi0DGROLv5Qjv6VVqPsuAJ47MAlcWE8DVbgiH96bsS4n473EWqynfR/1MI6rawfP2A7/8NPW0dNmOYwkgkVHgdoYzEwCIZlU2BlisyfRV3JFSdw/DolpHm1mZLAWbuXpiW47I2KXhTna4aaP/MYrCAYwSd2tXJ3alTYYAVRPN5r2PWcG3arhEn0Z2P3jq6Uy1i8hCD/H3ww3q7B0IcgGqhrfLy6jzWo//jcM6JfL7ymTy3gtU1dNEYvpbdOQocfe5Agfwtfi2jeuVSQb7uYnkt1WUBrruLqIWPzBRKp/lOtZ/3vvwqecJz9VzusWT8nsJMnonPoGdYtuywGqBabHYT8eeZh86HfHaZKlaXtViP4nqh7tQM3lvvcgAMU18V74tfD2stnNJe+x6AmUCf7pQqvLOcfhYkbXu6eg1yz2g6j07TsPTC9/qZ9HC1gnrTi/EUkUzIgDWtnqejAOSakrbrKpYMeDFhHNMkxTugwApwPEOrtpV631iMvFT+QVDVEDyTwszgAwFgGmuGMeap2THgQSwo10YyT6Uu2fyojKzkaOcq3bkJUBx4CJoJ9+q5VX9XGNZw39f03jIrFf3HhmlhE1iyUteq1HI6m3lOTTR0v+/riLlkLfjWAJk8gKqbnePsCrzLhoU9AAP25vx/BC90SCtowk+gKtF/PvOv/4f/h1okx0nEkAkLwtf5hNP99FtRe3fKQB0Q20dVE6RE5GYQ+qdW+MCHD4DAFl+raMpMYu94cwcBylJdgu9D++JPZGtapMU8hOEf4Rz1pRU3m9kXMZkPdvNdF7uRFANZ2Y7S5e1VJkmIJYCoNBoyAAnO+oR5abvzayUP6q9mS738zbHT3IlUQAo8zut2hNCq5E1q7qvS37UdJR8ruHvUY703ePoEQh6vYwcpQaw563jqQP0Zp9M5ir7ijYdRwkafwfgsE1Lj/fxTFriyPdNLK/bWBu7PmoouNpK8PBREjl+LntC6H7MeLR1GUXZhbH8ZRnKUoHDR79TO+aJt9BaCvaAm1jWNIF7oF3xPugOXMaArIb/1s7VoSVpMyuM60Qszn/y3/+vyWRqD6mnpoU+sweCb3WsZTztVKgkTiQG/NFGBVbxD+dRs+qiREJqVe4+EnmZBbKY2FKVQ9Fn6wTAz9PE0y57bRxsqNlMU1LpAs630/wfJjoI55HPI/wiiz3A6izjrnuYFNr5YDIPTTOr9ikt9r+N7kMd0c7Z+fyt4HImWPGImcsyXKAE8FpcQviIeTXrVqKZ8jTc0SNqi/aE7P/IVn3wOewRU/PpM03GdyLLDXzFae35g97ScxL5NjaJGnbkJTDxHJm1DCADOFSqI2tYRxOGp1ntRX7fREoF8OhBiobiG49YOB/98SWez7plEg8fLKDErFF/ftvL64ZmVS14pxLyu98liWy2sQKrt26uWPab0B1oAVRzrIEdiQ2pgGFA/Xg4nH/13/1TMpsHMhrZLmBFika677fnQHxtXlBWFe90XdqsCm5VOwokECcS7SB+vj8AxPKBQ3qZ+TIdty8S/2h9YUGFMuFpYigT2jQAVemovGfD2K5Xe7iYOKhS/kW2qmbLP8gpBr6rGeGWbzWvElkGx6RFzazQFWyezBZLAZCfM6SDvyHr8NGDBmhQblBGaMexBAz3mCjfahu6FyexCVJsd/hjksjsnB0dcOBVJaMuuhtd8XmTSaCJcuQpbW56Tz7KLtgxmjv3DSfto7XY0Bwl8rqNWgNwtGkO97HIr8tQ6AX86BWLxAcGwCFr16N1p03zlL0LywKBdhNrf5yE2Af+tgrl5yZrINhGaT3unQyvKpQ1j7aqDxkQQKbSgmQoO/ISwK7oHXO4X3b+5T/8U+J6jizmvoKHD7S5Vs4Z6j0fu0oLAFG2jsf5pXcZ6UE1Mg2rbDS1AFzgAL+PlFf1kQPgB3CV8twWqM0jRZF7NvIgs47sw7bwrWJL9+hy36qJKPkyzBdJP/A/Ptis1JbgEn2ZtTMzs6RIb3YZG2jAZ+yrDUPtigaCdrEqnA5ioxtOqy0ZmvUMoailBCjcXJBZZ8SDgB63ssdxbOhqbEnFyTyZrO/9vn2ZvPPAkamfgRwtMfiWvAYx9jnNrB7ImKABwFi0W7ltVpVXDFapX99iWac84I9Wncz78s8P8PDRb9W+53PG+sjqvfeaZc7h8KpCAbDTA8S936F9c/LxRlA5iryuIl2zHota5OWE7gCs+qa7qR0nEiCJbg61YSobBVa5Jghcmc19JTq240QCKSfk08wTQOiHDzITOKRSotKes9jDxZK9ADNEI69786oWCoCmFwoA+RK0A+NozTzxIjjsDFxtgWUZUDU0PJB2HEsATIwN0b15Vc/NA4sYZRhf5v4jsY3WqklmW0ELmqYAqMKrakfBQTXJmsC1Y89KJh2+GNsiMGhDgqd+MNHMqIUvYnpZPSaTQ4MVIetV/FBwt402TcdwSinfeerasLlIBcWrPI0oIbSWVaQ7ZEcRuHjEspWtUDTVUfDHLllHU4Q4aFalmbwtNHwCymSOtZAFqRXSYqkyjV/v7RBNFeAff+41MeP+z2+F+D95iURel5Gh82mpz8GulBJAY8n31p+2z59opcUsTWR5B1Z57fHEk+nU002jHccSQKleFp7MlI/2sfIBVI0g4rcH1byaOiJJCqq2wUEp4TNdTye+gquO8xj+vDbbs3Jmjj2ZQEdy9wU/k4yJGMIXZbPqCs1KDxom0tyege5QUUCTQTvyEmDd0gaMD9oMZc2qsCm7XBWDqtvIcKS3bfBG8BgHDwIO2yaP0/ehwGvqkSV1b2DV0LBEEdUDbZfSg94vSZSnrq0+B9AQcBUQEd/cPut/0LwBuSQiYzLmvfsDZOgLzZhWO8sDXqQBm1DkT8u9RC3msQC+ADx87Cn9cfZz6clkrZri2/sBrKxXf/y5U3qNtvrkS3K7zd8bz7/eGF7VtsuG88SEToPWuHLqwDpOIysNmGYZq2pmZNfRrdt2XM4JDfVHYM8L35RXPkqxyFIAOGzhQew2jqfiXeFVTSkAHg2Af0B2idJIAB4+TVrI1VtRxLe4nDKDl+nj+Faxb9NVuX1lGLeQd9V7Ihcizm1c+NkkvsyDHIF41W/s4/VZedzsQXQbyldsQdVC1cp8DsGKR20nPtN53o/ABRUXlrsuLylWirHLQcPRzNV7pc1rsCJJZLc31Cx2nEiAxpO7WNerx23UL1mWAQ8XcLPdG5fvgMIgEppZ8edevjHjVf1BUx1rV0daktEj/Okt0sqTtouHwlKTmWnHqQTMntBw0pqai1uPRH5bhvL7OrLr1elSJSZA+vMNLue2W5VZTX2XSqZ76M2t9bL5+yOV+cg7BlZ5DFQAE8BV23E5t7CgVGTVfVn4ouWVD8hcjeHTsryqhRZBpDvcRZK00EHhMgPPka9zXyaBXfCLFns4Ib/M/Ifwre6iWKA4tBvqg5lJe1Ox4AP+tDWWoxtFz5Fvi8AeUs/sFSjr1ozwO65ZSlejf5rfwPThjgA/ZKtqD7gWfxB8q3CEG3L+Nr/pfYWYVaMA/lAGpjzhNxaPcusnos0t8MvthOTvOw/HG/VEZbN95yu+8YRc8am8GVmZs9H9MzOveO27/RRwTMHVOwBkLFH4Y8AfZda421d240Hs/f6yjGTZkcU8Aw9tA8Zi/WKpYl2/ddiC9Yrs7z+9kuXc1kDX42yQAOmP10grlrqyTca2Rp7XuqbTj5vF4yfjc44yVrO/9gNHZmSPwc5vx5EEcEizsSdfnvy7USZo922GAodpN247L7l5CYk0txBUPXxRAI5vT74hEbdz+C4BXXId012Pbu9m3F5CWlKpFACWVzWnjuk+aJtm8rZZXXWx9135urB8q0XzZIKCnuHMvAO4qnaVNqzqyobxnvqNz4FrrOXL1btI0Bv+mCaDt/fL95yLa5/lSCJT31UO9VseVA2omkgYUT1g56Bo3kg62LBHvnZS7/H7JFEuSPY8s0d2a7rHt9Z8BjkI2NatxUNFzo9NLOx17PiQAJbEGvVzm8h3zleG1qSDAAAgAElEQVQd8v0mu84GLc7ps1Im6FHrdmv6PorlP3zfadKKHYcSMH5GeVW7sl4dvL6eJ/zHUYy1XZcKgVVeejRyZU5TkDtEC9supNP3U16/qScvdC+409AN9Ta2GXXn5E2ncg6qcXIX4KDutGvDncCVXwDm696kp79jqeHgDrCqHalvvInTg6o4rehy38YpBSTYhHFrmlWVkdFi4iqf8R2wwzKv06prAFTn49tHmg2vKrQaok3g+N/3AHNbJexPXoYsBROsuLWHa0YiJujFRhrw0HBCduPNm/n+S3dhFYErE36tm1bIKahqKGss/JOfFeixyFSltPLGW4dLKlHy780sakdh35S9t5i6suQ3NX/ZyBGZ+2nTlOZvr8AhvKpvu7gbanMDGZy7JRq62ify64qkFemcfnKKMJmZdhRJAIof39WTV+MCoqLi17ed2lZHHHLjMjhrV4nIZhfJ2yprAdcxDU2gkoAGyeiN3d8fz/RZYJXN82jsyUwb7txN3zrzIJz1l3kg08ntUw/1oKoUAHY7faQgWkPpCB1g99uoOx0AHFHw8IWGO9a2cjYPuAplAryrtxxYkx7EbPPXYzGnbgYuLeXT6pDbYYH/MvM0eGHXrbz1sG5NRxln5m2cD+vVzvKqFrou9TmAqmnp121m4DZek400PPPwhXfpvW8jjY+7Zu5x5FK6bIKDTR40TMWSqazYh6JNFu0EnMxqDKhqeMC7OIgj08zK8kLmZ0+rUVLwuWm/A6i62sfymjYDbvr+XdTF7J11rYoS+esq1n92cgAAOY5WE9hC9OIZ1KzehhPo4jiW7+tI/rqiu6K1qlPJ7/ex/Fx2n3N2pMFke9Y6nd+zwCoXQm48mXjKuWpHXgKUnn57hm/1duCqZtXRqZz0lo6ubbfUHUDVkA6eXampTIXBOvZtAd+qdUqn+oGaY1uGb/VW5ZWJ7ELpBBH/Le2n6N5wFRNH7VKp8uF3sFF8mftaumxH0brlKC2AKetueiSyiyXl02r63t2/H5QjgD9dClYcHrSp1mHNMlQ2t9Cf7s6x4R4zvJBNAqukirG9Yb0CXLXjRALIZm+aVXXRrvgaozuOPI+yjHA7y4cSoGKZZl/YViavayXEPnMTJvK6jTQT3I5jCRBU/20dy3Lf/YMnW0HWLjvyElDKhAYrUcAs3naR/OUt1KocOw4lYJpVva4i5QLv+jDrlqvBdjs+JPApsAqS53muzMgeuyF42NkJoazbd+UPXwCAbgOuAhjuOal23wYbn2aMOtyFCjx3ceCL/vZ5lPLcdPELbvPOmpCTGC7jpxt0M8eUoIwgc0zxeLvfOppIxEEWR8diFUffgF9+nt2+7P02FnDbuzK/45Gna1ej2CqVAym3ql2u8nOIPUGtoRmHHRzvmZnazCorzbXOM5tKCvQ5u489V7Ler00ArJoBvjcZq9auDgwnbfq2D2OlR+jyesVXqe64Bly1lADHDpL9IPKBMgHajSYGQPzPbZqNaQ3rSKQkqH7fxvK6MfRzXddHy7f6ucUgH23I3cBhaLOP5c9ve03MaOJ+Tdh6W+7BuXO5hgdcSbJ6IR/lWw08w9Tb6IGiLbNW/T0uAKvmhp7vyPPTSMAO7TiWAFk/8wnNrCjrbmbBf9+ox4mE+6Rz2Zh305EwVtC5YbHf7fU5MJE59m3ui2dZAXJyZ9l5nvra3KFJh60AB8Dh3Wa6Iw/i8CIi6wj+x+6fNOATXQDM23Urp4CcTdkMmc309Rsiw6sqsuuB3tzKWumO2wfxsN7CtargagMHsVvJ+1H31W7mUCZQbXHF5iSB1JBu5WSqanPFZveXj5JPc89NxPCqGtC5D4PMzPmIrOd00bJTfjSt2Naz7yrIes2A5xpQFf5QG604liQBoldtVhVLD5Lq3j8OKlE/2+9cozw9/C27fSq9jNupa1yJNgH+6zKUN+VVteNQAgQoDK9q/2TjOY5mrjZNKdFVDSoFrOpGOnBlvgg6C2LdcoKQz7cnw7d6zUb61AgNr2r/jLCJuXAoqdzTIiXR7MYuDsOd5mhmHZmZNpv+ZIOXOAo4v0x9LZNrwray8i+I1e04lgB2FCaJlsf1YXD4Algl8/kKfKMPoij8Bkrj4Fu9tozHNIEzoGo/NKf5KV/vE82S74t88MXwrULZYkdeAp6TaHadS1Qn5YKvKicNVsSGssYuVydrFf8zSWS9pbliVcm2+3r2gS/45WYSyNr9sRXfTjPrXEcWfv2QDj6YhjpU5bAPrH+nii/fkctXYSK/r00WeNczVTORs7flWwDm2ffUhQ47MoWVXzPLnUQ2njazqup8zFr12zqU72vbZPt0ArKqk+U66k0Q8PQbAeZHnj1rIZdSwKpeSBR+6stkalJ+7TiWAA7pl5dARkEDABAch1Ei0b5nO8aGlMal5HRnulT2YWBbcELOaSpjjSs3pRzenyY0s7pOOCxulH9pFYYdOQmQxbEhQ75HsoE7CnAVANGOvATIWJ0GZPXWty30ZR+bJnB25CWwo5N7j+q4dZr1kArfatZwp77+9FNnEqEh0dxzJXEScWqUeymoSjamtatjFUkpAMj+MU3g+qV7pmxZ5At8q1f45X7alfmqKU0Ya3Z7J8j1qrrTZwlV/zYsiSPn76tYAFfTvI/qN2r5Lyy4+skEOSZztRr/PrqSyI8NDatC2Vu7OhFwonyqUAD0gVf1nPaYoJf70XS6X8tyJa9WGljVvTQZQItAAntILRTyKHDlDy+BeFcCQJQ3Aap2lYi/kgZWvJjIY7yPJYz6UxjHouTTCG3uyzhIS3MryqXvl1O2vJjQgbBqJPVDMhzC6G5qz6nH2qLRfHFkHXa/S2WRHdDECkqJrOy977ZS5fsMt5Yr05Gxq0pZ4WkmHk0uyHS2Iy8B8FR4VfsqHrLrCFoox7wdRxJQLmPP/KkErCZU4ojsdgZU7RtweK2aOABAe8OR3le7Ut46X+QJdF4PX9dKrV+/RxwL39XgRVnRYFP4Y7qVU7Jsx7EEyDf4yypSeoS+Z8gb8LC87gxFV7AK5IJ8TJVXGeuiWVUsvy1D9cl2fEhAq7kSkbd1JNtd/2VjdAe/XMEx91BhKgGrusVzXXl+vh487KEslatnMfPkWTkzyzikvBRoVmV5VYu1A4kmyqtqQmKVQIAWK5xCfYko3+qXmeE9rKc9Lf7IK14tSVjkE1HOzPey7moSouRrqyWVabrLFe/Tu5/SVZkmeT0+bNDJ/GXuVYzE926mCz+IzRBZ4aYhUXm7wm/FiSO7rnZjuvH04mooN+0r+JMBPpTmTkewQ9qRk4BSAnDQqGBXCYFjuFX7l43ZhIawR15ves6RrmfwRJ7HXgrMNyG5Ht0jMSXdT76j5d1lBn74txRU7bVPLiOMgmt+38TyuusftUaRONjmKLhaU1Z9/VkG/WlW73tG+OcGFsax/Ol1L6sBAIdV5h1QlZM85f/rXc/3gQeCoZIp8Fz1z0MdFYFVIyb4VmdXgId9FTaLNboEsArAWqm8Mo1sRHQ37THAUXfuFVSNYgmpVelr4IeupyNPXmaWb7VIT3DUgKtkSFWBngFVNavOUgAUmp/SI/Tc52izppEnz1DZDHe9P+t+WauwKzZEZQfrHaCqNau8xIDENqFoqXLf1Q17ApgPfJrfldefsnrW5evQAw4acEKqZEocNqCB2ip/fN81p+LMclAlWLEz3JjlsqkqPqNll6MuLyMOqlYXiqaGQouZ734KrmbHBXhVl9iVXbCORemIQI9Atupg2OfSszpUUdayip0eW0EDjp2TEIH1RH59o1lVVu1mpXkozfU20iBgX5orll0e2fOM/ZQ2dIAqUQtYRbiTiad8q5XAw7Kz0vHrcNYvi0CmYzKASn5MQqMqA6raaGqBzJQeAefdb7J5uG0oeX/CtsrqTkkV6/plbJABfmj0NS7ZNAVbAjgEWO0rHl93Xk2zKsP/2PfSL2TEJhHbopmVHXkJkMGRNfq6lLlqeFUpVbZWdSpJlQ28qgOK5LDPAZhnQ12+hLD/VmhyTuGhFZl5NLP6ZFFPg+vwXA/BH1edfdYreFUHxeGXsOcReU6bWfWlmVDVuT93vaHb+OBbPWdd6zCWnwMEOMrIGTD1z0tDjzC01dzyrZ7XEGyJPTNV3WacWlciv69oVhVJOJBAVxl7MtckEoYir8hmgPQIme6MvGpVcOXl2+4rawKrkPE7Mpv5MrIdlwtnGL7VLwtfxiX5aC2v6ucOPtxFEqcNQC4d+tttcpffDmAe8HBeBZi/fNvOX5Ft+gBVX6a+4Ui6ELnIsjH7SsRfd1JZ+AhSwInU82TVIxFhW19mgWbX2XEsAd0MeSYr/DO7wg7ZSFte1WINAk+FV3VIp1TlZqNZU4Du1GvW1Gd7BLKYeI5M9KBR/KVU5MByNCA8vtKUU620ofNk6WyFSrdv6cVm1wN4uAgor2zpaz7otQDbMaep76iMikwLe/rrKhxc1ljZKfnTMtKM1SEm8uqeh7J3m8VSqC4ZZQJrOvUoh2O9C+XPb5avOC84kxz34y3qdbOqS/4F24JvlWompUUY0LpdE1g1IuUQBrhqm1kVqxjZPy8LXzjMn8umR+E4gFle1WIZYosRoOqAoj4cwgAPv859ofGOHScAkJYZAK6eB4BMowJT4m6zfz7klx1E2ETTyGtPE7ghLXgs9p4j354Cs0205nVkXKgCtmWa6BU3s8pA1aFlt5Txw/iaDcGKeJiF3L7nyiSg4t0iQIf6AmwB7EPZMqalLjf1u+97QChZ2OcMyB+XsSmaVWFPlFQanzNEpw1XryMz5cEuI7VhXUOcdOq7cprHgj/+vo6FjFUrtmOdwJpetyK/baJBV0myUhGwoFpwGAQj1XwD/kY5wt8dD6XtjvyHHzutyhnmTuczGcbyukzpfAa+SeZsOYZvFd0ZkAO+ClhFUNpReOaLbwGgnKXhi+ZTmlkFB+n0J5cBqu5iiS36U+ipaFYVpV2VB2SX6oRouPONhjt0aKy2Fvb6atO50pHZyNPM3tPB3yv/Y2iz6k5lo3p00KxqiOs+MpiMXHmZ+faQWuApkM9s4qWdYY89D6X/ZKra5SovOGRCIIcs+aH6a/wJ69aI7DGLAL0rSVZkywFj5pkMqUw+AKvwqu5C1i0LrObW8zjRTNWh8Kqe27yRnzELyHrO6DZ6vc2r9nFQJkBl4zuSHUXxx8t9Ij8huzZhwmr37PHV+Ol1CD9mLNGQSiuK9jupy4UKyS5ZxUrPectPj1osUTSrWoJb2FLAnMA2cDmvM87ZHjuRkp9G4GKilUzD8b/XAatp0H00cmVKaa4lWM+pGlm98GUuOMSfBts5pFKCMaRa3JLGqKICdN6GCjoPySgzEZmGOyZz1VaqfChOlrVClPl54ptu5gd6xd8TSR1YNW4py0JOGefskMEx1viniS8zS7dRqDdspOcTmuh9WBb6EibxoKgjShmViVVoIAfbGvLQjJ80KAivKOu2BTQO1i4n0YzVadY1F1CVyooQapYha07xt2uAdBfLnsV8QAezc5qATS0CR0aaQWb15SByoeIgoAOXMf8OcPhj4NmYRRpCkAde1V+XsVJBWT0yUgIAss2sin0K9gTVD27nxyaWvyzDQWc5F9pVIhJFsfxcRpZ25FBAiQkkUwmnnvmTdeuqlg00pGPPeeEZZ1fN9/1X9YVVg+N0RUzvcTWwqgAY5YMTT2ZT3zrpglmjnJtmVoBkh0pFeXuWjWm3SMcSYJHbb8PBd/DEISnf6tSUVtoCy2M9QT5f54Fm12VjG8USRoOiOLzoPpQiCXqEFHQeOP6jsmDd+roIlG6j+lJ6UeSdv4BDBlnhGZ6xZ+N41c6n8yLJfUBWOphxOQOOWV1ig+vIJKBpk12xirR+5IlosQXNFfcpr+oAFccU3+ZH9l/3+0R2++E11fnMU44BV0eOKa/UhawBv3pQA53tFcre9ZqGWjzrmt+fviPeBtCZ4MXvm0jCoo0OcmvATycqKO51TUSEyWsqS73ce0SRyO/rRF5BV+04kgD6A41NFiA8/Evllo8ILJeT8yXRAsZoa8OG7uc0Qr9jPPLpK5kvTpQz9LdleDEIGCex7FG0ms5JKzdq/taw7NQIPBlWRvP/avhUfqaYjj1cFS7oTuRIfNHl1BT+wRNrTN0lU73495l9ZBc2AqxyMzIzJ1Nfxqz6duQkQFbdH16Cj6zeWGS/Gza3zTk1UV7VjclUreXheqR/SADw8G+eDN2Gta7TyXUUGPs6CxQAIvuHKPxF/90jHSn1Kbp3d2Qd2mjqobwAD7/Cg21TwgvVaBx4MvYdLRdkv9jMkaKUxnbmIvU5EZmH5pUfsbFrm7DQk8AzWQqArGfH1QrVzB7h+teoDv6xVXbJAlc+3jzEWPed6oaJqn9Bpu2mWUedcZYCC5WJyQCytCP5HY+hGkF3iuas7i6R7XadeaQcOLx8Yi5QD6M3dVSHbzwHyZM4tA8JIhu7OvXIyMyAWtcN3l27oV/l8FMZXPsyWV1AmazuJFHffN17Xye7Vv46TuR1l8hfVoY64uajmaXr4zWL0OCKH8EqdE4VCR6/LkNVm6bA5Yqv1+7Lk0Q8Fw71qxxCu7+x7tvhj+9kVnVfscnfNQas8lIAP/N5IJ7lW83NkZbHjVz59hwoP+R+F0tia7/yusxuhY7TRFOv3mw0aSqPuxdu2vdd+cOT4T3sw3if2rob60wMieFFopP5bOQqwKF73U/2u4p/XLmpMQeCeptzffU0U6Nqdsjh3Ff6BHxODDhW/xDcB70r+gY4IacHmZlVvlOj1HFdTTBPyg6X11h27fKXVBfPLUXauADeOmpQz4zs66/jCc/08hopXFEGlH6bARYqWZa4XpohUUVxen5tlvVimgd+spBnf1V7rT/M9qqpOzXXoMMTLd9Y6RM0UzXWvWCQpwlXMMhk7VQdmQyqyuI056L8c82WrflQJmXdzyP2PDacfDgb0CIst5GQzWvHsQTY37xtoI5IZDrOqi2q2kLfpZroOYJmX7raWfHokr/ex/LbKlKaBDsyCZh1jQDX2zqSXRjpmnV1onaPBezDR1u3HL2PconI5K0XtOuqOBoFVrE3DmDzhf95lsKJtOptIM1NOFBi6HXWhmzzXwfByw7UVbBR9ocLyrrHroShiZpeM67lL/s4RNZ5C0cPTAZUqDvyIA+babduGLvua3Tkd0SZ87hqpvt1LMA0yzDzV/33yitSxQAO5HysM1U16ONdPyw/kfHIldEBAFT0RYdPqvrUQzVRub2DMPUU6Mqfm1lLO5leegP0Bq7nzwCyS/fo69+TdaJVSxVHBkVc48Y/cKVrtLHe+nesz8Ufb7KRElmkXMZmv3hsWZkHuXY9+3iD6r7o47fXyLEqpGqeGgSOzMa+Vu1c8+YV1a/VlzMLq11sugZfNyWt/s66L7fdxbLZmUPqbAx4WPdO/f2dUox5roKrepgf/GC/LbLcRLLdW7s6VQfWn+UukdXWyMbzRKlsMvczxD4N50zG2JajDb8GD6ymTScBVddhbDnBT5QmimNZbSPZbLM2Z47Q3+IDPxm8Yz4SACsVWat2zTJVJ/F+WKCqnsv/5T/8U+PbXs1gqRD1yTbedV7ESXluzLar2ubrOkgwTWzRrLVyz+UqKjDIXAXgMM8v99tDyz38RfVfmzupU0z/7bj1TzknmWXs1Xn/00NwBuypfFyRX558XfDt+JAAAMdme6YsLjWcqmePOvZ2OCdtOjDD58P7wJkJwGFHXgIc4F/mvhL022EkQGBgQwPBNilzSyaHg+pmTzdu0ZLup5knowAEyOpPNkXISA+pI09mE5MhZaUjCvyQAVQz7tYSC7jNa8D7uNpE2pAJXYEmikZxVm/y8uZwOsH30KCy6gbnNtP3wLsmCqqu6cZNL68HvknrHu2IymW5Mfz6ehp0EqWJmoz8K5I/Wveljb2QVlH6gGTD1iQCx9/XkbwByKfJWo0JueM3Yn+z3kWygprv4MCIxriua/fNRfObFtGM3DrISscV5gQgiPdOJSywL1/fOLBKBiNlGMN21cfqYSI7prN9EsXi0JBIO71bKZ0aEmAzANDXmffR4a0v1lbjO7LMSLoGY1d25CUQRtF7N24ADjIzh75ZPKcnzzPkU62ioK86p5vGff2s677KJfsuwDFtAqenDfwy4KqvPFJ2HEsAkRAwnYzTzqcDFRDrdxyJvO0A5O16ldvfUKpMuelBgwsDcLhqX3bkJaANPEeeTN4DggPcNyciZDmTOaa8nnakEjBQGPb0cxNro7OjxBNH1K48MjbsyEkATHVGp6+BnkXZ2/zYRNrp3sbWP9QjSzrb7WNZrvE5+Uw58AwwDJuUUOxYaC4ILcAAVysVSBKabNUhCqBRYJUsVbrmXc3n3bMF8L3cM854VR0JRo7MJhZcLQJWcUQvM18WE3fw4DOLFmXK213GZDhUN13sFAjk7CI2RR+HDYD5+dSWDxZJjEMqWavIaKB7abPoiwibRjgg7chLgKw6U2764W8AD8nKXKht8Rvriw4lx9kd+Zis3mEO9n7wP6I/1rLyOkCmKn7nFBtTgGPkyRiQw46cBOBZ/fJOmTA8GWFPr+tQKcTsOJSAqeL6uY618qTI6Thuohz8ZNjZcQCepck+VAeS2Tuk/SAehCPD286AquwDhwuB5a2C1Rufs9yEul6dG0rDaMHVs/IZLLg6QF7VQyVoDFhVvkUaFVSgABjSIqdcpEe76UQmE18mNZum9F127IG+zGhINFwAiC00NgWoapMUChb/JFEOv9OIKV2oKa2cavaYBYCOJZdI4LsauKC5wxAHdsWmkTJ3O/ISYK3aUG6qHdaOD6PQSMynZNfhl4cHcJzXFwN4aAPPyTD5VtkDrghWKK+q1Y1TXSHjcL2Nzq7lJGQupr7lWy0wMrQp8Ay4OqxKL3OmAlTdAapaXPVIOwCAXgFVP9kjcw39CVizkgFnkH221xl5xr4Gs6STAR4m8ts6lE3IPhBY1a5ZmY5QbQKout0birXPhm1mdV46aBSN4gZF9AOvKs2qBny8agRYzQAgQCDrmg4igtm/0uSpIDOKRWw69WUUWKd+6prMZsiVb3NPu1KbRl3DGLqOaWMwuOoMD6QdJ/AgTXWi+GxZHAAQh1QaWtnDSF57KFsmc/Ww2dcQdAzwB3OyvKrFs80mGlAVXtVzI/BFdQeAnmEB1mNJIZ/FbFjVKFkGOMDqpYPYEPzM6TeyN35dHfPU5eWQiE+zppSrd4hy+uyb2f9NA0+eRkMKmNKNO5bt7jwgP0Q94XzgOq6sdpG8bSKJosung1EAn7ENCBbpi3I9+674A4m1Ezz+yzJSKih7ujrELIw0KP+nuWLZMn8yMz/6tgzRI30CrtLU3RkIuGpBVXMmuqZ5VdZ6iU0jf0wbp8sL3FDMLgPIyFQ9d9igc+V0GmhE1Y5DB2/+fTZy5XnmmmjqgATEgrbbW17Vc1MOqLr/BP3B9mgKQtkyumPHsQQI6pDB8QWu5wE1LzCgquV/LLIH1iga6mhm1GfeNm0K8u0pSHVnSJ75kif5aGZF1vxQBsG/n+uwdCPPociF78SuAFXJkr88Epn4NEIb1n7nslw+riBrdazZdf33O4Abb+vLWWNV5NeHa0mIx56+Lw3tSLnKpESrmExAsP+6U3We2QaOB9LM6q/LSJbvwQqrC5muJBLLdm+aK3LGKju0aSf/zybVF4oM2wo0OazHusbcw6uaNg8sqzt9vO4qYBWBEPlRULXMnrGPEvzkmzSCc8Creu5SMjKnEy/tZt5jw6s5/3CtPg+oIZEBOChzt3ZVpDIc4veRyeA4Zy0KDdEUhAwXGqFZTsicKD3Kusee0NBqCIdU7GobAsjbxepUGZQeIYy1PM6kcHy+DmFPk5EjL4tgELpTdenC98DzDN9qn1d0VAU/TFMda1d5LdEGeVtKlcsfUrkLfhm+1T7rTlWbyq6HJ/zLqO8BU8Nx+IMsZ12vrCYc6gs+5/sqlD0lpyWX88SJhcy66Qi+VVMFZ8exBMCc4VvtLd1Gkshyl8jv6/PVbkPWCcBUgoCfJa2ck49WlYKtlrTHocm513yrWrZuQFU7/9dmrFKOa8GfnH/ItkF5XtViV4IzGmlH4aHxR112rWRBs5GmPG5OFkfPKQGUNDyksY7lVS3SDjJ5WfzL0iOwQaRTN7QAdhudlyiUCc8zXzlp+zzwyQA/hv+xz19a79uwJ5pVxXF5K4EHm6CF6WZuD6qnknfdRJ5mvq5ffT3EA3CsdwDy1YDDelrapV+ZoCjrONk/VV0OgYvFxFN+Nov/5Od9BGXCyMinj4N9zk8ADhoy2fEuAVO47cjrJtKARTUuZ/Nbyt3pbTGkSp0qKkT15Mjrl99xkkTIct6FIr++7WVfYZ9TRXZdvVbrjdPKCrNHrud3LLh6XgNYqTiPkrnauzHwZlWn81kzY9UsUJQNZs2qeqgqtXXfZKriqMrnxWt23cSTMc2aaj+5fz807t2Qz5O1CjVAXw+p2gAuNocxAxxaTTjUaORDJLUsqJr9FmCDhjKUgdlRcEj1Hfn6FPSabxXcR4HDmhvGPuuNcjmHsVaeVPM5iR5OoQQILE94gYrE4gEAwbfaQwAIbUFvFODos4HU/DYCgG+r+tyYMNg80QjNLluFMzD1XVkErng96/bOEkXjGAIW1rCOp159zj6RH+tQz571croTCQJXJlQT9BHkqOmvsp9x6qCKEnC1N8Pw8skfX0NTlWPPVkdTmySxrDaxrCvwqp7TDd3qwLlqNwU5ESEa5Vvtkd9xEkciuIptbP19vmsBq5r1GxU3ZOqNI67xIZleaXTsE17Vc7emNHc8pnww2y70aGGrIc/TLRWlcXBCBj3NANJS5R3goV2RitRFQdWo3iGezMyXeSD8045jCThwZgae/OFpJD07o+qHAsRDqxHaJnA51cfT7PaxllTWHb4v8odn+FYtAmgE0qQAACAASURBVFQkQygToPrpU3lllgG+2tpgRdGc43PIVIXS55pBQxmCyda08lJkJV+MPJn5UNlcI+X2/JbgMQHA15XJcu7JZzUmYPbGvy1DSa7JOHSMTdLICh5+O/ISABwbeaL7ZcSVdNzAOFv9vo7kVbOc7YxnEiDRgODCfh/Jz2Uo9U5Xp+cJk5lpt9vFeoZPH7k9oYjCN+yhBLU2dSiBWsAqJe5KbExuvR3vEsj8dZyRPtdw4H7Kt0p3WDvyDpso89e54czsU7RZQdW94dWyC//xvGNGcWyaVX3Gq/qZvbAvJOsZTsg+ARzN+Ag67Doym9DMCs7MZu7ahrtYXtXPZwHAGfDnOp9DUxBPXgbWCK28fidKtaHVKD2xLdapNYC8DQLm1IDDKlm824q8qkX6hLpMoYnS7LryGjeUK8n8AVyd+P04qFIF+LoOxTBrJEI2kB1IItHD+0+6le+baJJMtYUoB/bINrMqVDGOoGPPZNd1WQ3Z26z2sfy6hADSWtOhBJR6Lkrk53JfuRLw0/OWOFppYbcHxVIyzax6sGaFjql0s3Z1NNEVgVUOYCkFQNo4xi77x4YDAHRNSrQCQL4r02m/MlyaWs7YDJHB8QK42pN4vuVV/Vw7OKgq7ch16I8eTMlSoDSXLE2bD3Isd2wLYBWAtQ9+XbMx02ZVV6pOU+6rVfdhQw2wSqD0Olswm4HnqS+zqSuuY4OCR4eXBEoAR+ZTX9f2rtuW4VWN0pLKVqn0w1/GVJ2YksqmfA6HsBnNrPyua85tpocKJsBVQKDr/Nht3q/sXTmgvm1CrSDo8neU/d4q10VJImTHL7eAY83MM/tuMjJpcIp/tuNYAkgEcIygRWcXLfxxlMivy70GAR2xe5PDWQav+LnOfE6zFsB5y2aunpcpXS2CLpeiRI7EVydlNKtzbblbNWDVSWS/q0oY3pZPvd17ZDygoPYmW/W6RVrB1cCV2dTTzbnNsDueOxZ7bbgzIm21Ls/S7fSh6p3ZUBOFt+n0eclRGgc4di2omt2ZQyoAB3yr9fi5qs5ud67Xg4bryh9e+sG3appV0QTOhlNPtRBwjJLTKGpOPx03UaoWGoP0qZqgKQnRNAXf02U6Eixps4/1jzWrvGYAipGtWpUH/JKOoTMElKm6sCMvAcCfJwCyTnIZm+AWwCG6Y8exBNgDkh3/ur62sqJYsmpbY+/aY1svp005IRVcJWu1e76Hs9VfVpGsbRO4I/00zaqgq4llRbDiRimHqAznLLsDP+N7XEe62FaZvKRoJ3YPWDSt5Jn8y3/4p9I6r924I7v+nMrS5PskEr13xr1+AaLZxXjsyphmTVcCtX1b8TMA6G+eOKR2nxKADXWTAEef5nsfRo1zY2KdNGsie8yOAwk4LJSJlp1+exp1FgDiG8hNAPxpGuDog75oA5BdLGGDoCpyQeoj33AZU2JpR36nwHrOIb6Lzay0y31IEDAWMsiMlV2/1+mLnnCIh1eVQGCTgQX8GfejZBlw1bJE5TWGAzzNrJ4I6uiGvDt6yfxudiYb85pqt77Y0el30CDv55r16jb+BlUBXIXOxo78mqW+x0uz67pjVrr3+7GJ5ccmsuvUybTGSaxr+esKvuK0/PhGyk+wq0If7xu9RXtvC99qp3bLllf1U2VywUjLAqtEVDMi/g751rtYk/L/3IBngg30bAZ42Cmzu4vMDWWCI78ArnZoE30oHM3G3GNXt4oX3mUqbvaQKOVVbTozinMXugMAxKJv/Vl+M72Y+PI8pyN196RDhqrJAMcz2/EuAaYScCzlxoTW5xZjMnLlae6l2XW3ecYt3vv29wRwcwX5TABXOyYamr+tFJC3VnWsK6bahMwf1vMMCG1an1AXmu0ArnZ0y9O0SI7uRzLvNPBkDt1GZwRkmlUtNwTXrV2d2tU+EnnbxNp/4JYDaihsiyaeduQloFzPQXea6OGD37axNqyiiLQ7/uD22ods6Ffxto5Mr5wbD3SHQLJtZlUgaK1INkGLTrDTAapGIvEVzW5vrG4Pvb2DOUVxOWAVYAOOQ3tKPV32zf9OruRVPacJ7A0BNuZwQirNTcdOYrdWcSeR+diTL7Nu8dGysDHIGNvuLPhTpCbaHTek3PR2G2oFgGa+pdoomAB8zwt0GxO/cx2p0RtoAG6oOrf2bDe7v/KqAjqrcG6znnBIhad3Mc1Kc2/znJsJ6WY3NjKHVgsqEm1mdbNnNXtjDkVk1GlzxWZv3fm7IZGNgj+mueItB4cwKgqmpJDZmciJ2ncdzVo1fKuMNltYImGYyFKznG+sOLdUyobvTbxPS00TZANf8T3WctPAE7/set3nwW54SrTml7Movoc0nxvFZBt7bQKAgKoA83ZkEjBrt3I5w6v6XmF7ewmBXRhw1fq5ImnTII4EsTavVvreCqqSgWzn8XQeFRhnHafC6FLGKvIjqkH2Twem/fYeIn2CqlWa3w4BtFrEDVabrJkVmautN7q7Sd88SEsRHUeB1cW4Wx2X40g0+8f6p2Kl2e6jmy/C2BOch5TmdibB5Y42RkOHr++cmXd88BWPAlA1gPwVN+npTwF9NrtI4vjWK4npuAywOqcRmhrXrZ/ZpUkzTVOmEy/tSN3ud2edXW0T2UXWropmapc2q7pD8o8+HsxwNvZl5Ldbbx71djSz+jJuf1CHw+nrOlJA3mLkx9rC8k3GITRZgDHODc5WRfrpuoksJvCL2SrBIvlgW2P8Tos3zAQpAFXh5bX7jo9Z1Mpa+Io3kayhHbmzgwZYZRd46+DjnT+rscdhW60OtccpqGonMD/nsGkQxCHJsgywSnTDlqgU2w4CVFD15ot+IrOpr2UqLV7PGnMwVW+ETH558mTid0M+Wqq8w66qfmm/r9comONoIIdSlVtDMYaKzZHnmZdmAPVbvnW+jvK4l7mvZXJtH2S4mOyWe28Z2y4Zc27faFMdDhv3mUvoNgBXyQy3pXh5HUE+86nhW721r6uroVo5QHPF3e2zMeu+4yN/R4D0db03e+Q7bs7IHnueUm1hfd3p/DMN8NYBrrbW72g2ZqR8xbZp6Qmo6hAANPQITfOAX/YViVLYEPQyo62e+fKX3OqKse9oYLCNkuFs9dsqkleawCk39X32OreSdZP31SZwu0h5wB+VOZpxy9sten5mlevZaSm4SiJmSHP2JjWyP/dSUFWpfIxX/DRjlSxVSlXsKJZAfLcMDpOZCSWAD3+UnZAjCRCJA/j5Njcdl9ssHxa0jFfVTuPJhjpJlHAeUPV2hcoFAIfnymLWjeyxR+gMGb2Aq+3tZg6Y6miGgm1WVawh+Jz7l5sm2sQK3QFEtIfU47mBMkEbEilA9gjLvvxMeFXftmQ5X752aFdwOISnztBk3RdY1Uom19HsujviuZ2ZYuxpDt9qGzkzCVakvKrYV0tN/2FzvY8T+bnCru7/CqYKztBtmAaMdnYOZwFwDsqEie8Y/v0WiYd3+74xoKo22baOMZ06QwHAHnC1CfV89ahhKAHei30f9Rqtfa6u644jrUJ5UlCVxooWEC8AxJVX9ZiZ6SywqqBqROr4vfJbWqvruRfTfrg0RrmzfwLYgBKgiw1lbjm7GQg3G7vyPM2aptzyifXubUjDzQJnHVRehvgcU256/2AOwPxi2mbwsJ7ONfErPaROPHmGj7aFCFDWrRzdsSMvAdbxLbQjDzgFAR6SsUojNA5k9rBzdExVeSAfOGnbNtAYGseQjXl/j9w2aRy/j2b/bA2v6gOWK30ZBYAA5sc2K6tIW/A3LxnfaotAFipyoADQJnDWsN6njsI/zlU/VoZz9lbNFUt5FnjCR54mstiRlwB0JGO/Xc2soI74ocChekc7bQewKr5muQ61AfmjV/OsmVXKpGjn6UQC2JbvtAhaTZtVPWqf02YFMc2q8nT3hcAqm0Y20zZLoXhKaVb1GNkkEoxcmY4tuFo4M44osPo0aWfHZQNwmGCFHccSIJOXSCrg6iOGdj0dm4Y7DuDhY17jEZ9+8ZlsxHyyehVcBQBqz6ZV+cItr+rZOWSdovzrkYdUMhQAD8lctcBqwSHVFQVWg6Adm+nM9aE3dOO2rjA/Z7t9nJZUXnSfN70AT4xfHmlGuB2nEqApyNeJLzS1evhQQ4rl+5KmOvegEHv4F1d6ATwNgZz19vF75MSJxXVcbY7L+tWmPU8lod7wYhJ9xp7pav6IoG32aQ5VgLHIX5aRbG2FbW7G4yTWygoTBGzHak7Qi2NES17nhlZS79asW2SuPnwAqkYEvB7+Jq17AWVhIjiqsjmeq0JgNQwzgKMFE9sScb67ozjrqEy0+d7yodxMtJvwmAW/C13k7jh/zBHZvDSzmrcsi4N9NFljgEAWXDhWCm2QFxte1UduYdlAU/Y+n9iuIEVmOwrgow1kOmpPFge8qhu63D8IkL+je6v8KEQCMEaGFJmjkjxu3jxX5GnmyczaVuE8qnzm7QiYso5S3k4GkB15CZB08HMVtuZQyPnrZYru2NnKSSBxZMy6NfKEw+pjB8BhpFzX+OZHv81jZZF/+iaM5efqUUkrJ3tSPTUnEriuBgVdg67akUpAG7TAZew5MsLxPFCZeZc/v4Wy2dt8iCIFXW5CDa63bY9sKphsM6uiOcOcWK/gXH3YADPEpuw2MDcFOivvvKqfAqumoFqbVbHqtyOw8TCdOn2wiiNJKQAeLBvW+PHEk3FHmjXdexLJ3iBzdRI8vvTU0EaI7EIOqw9WnHtPRInnAarSUAfwpw3SIQpP2Tub6YfuFkvI7t6X6Ebad+Tr00gbPDx6kOVMhoKWVNpxJAFDjxCnPufxc8WGwvcd+bKAJxwOKXtQ/Ziw9BDvw/VssnofNWNZBvgSXlVrVjmb4hBP84/78xV/7uDwx2SutiExs42ueB64yreqmVIPGmSMvbYIkH+QGHKPTRzTyPX3ZZQ2Sn7cHOVlYnjCoYqyCRF56WBOY88VZUy487SRqcoS9duaICDr1Z1foC0GdOY9kA6VFW/rsJW9B9jlZO7YbjUKbEtEKy28exuWYl1psypAVTs5eWAVUPUT2RxkrJrSf+XTsoJ8F+ShKKAAaAd6n4innSttU5Bza9tk5GgWR5AmHz7qqIr+mGZV1q6K5uq9WVWLnE7gu1ryTvm7HccS0LLuwJWvT8FDD6nvwKHlf8wfVAmmhgZ0NqVfLTlwKDAv8vWJ7Lr2cYo+1tYppnRkPHaUkuQRABCaQlbLakf1gN0EnuoDprTeRtqxvG0DO6eSYDqy4GrR3GBPi5EnU5qbqju8p080wb+fAIc2WpGbHkTyfRXKbt82qzIIA4AqwKrSbTwQmG+jdHgnYuzIhgw7xHO3lSMRWe4j+W1F09K2Sudx70Wyys/VvtUc6dgWvpn1625687gpqfxkAqXwrd79JGp5Vc/OlRb/acNSDQ0UXvcOrGo5bvg4Iv7KGnenH2TGrs2qWsO2bN4KAGgyAQBicu+5UbyT8Gs+BungkDhoQAugzSsftCECUCW75TGcvDUFeKefZbyq2WGjLRrMe5hu5oHdR5/oAtsf6DYWE1/B50fYFW6YzsFkZLYIj7+T1Vx+DJ2myVSI47ZY1Mc7Q0kwHWNbI2tbBVPpOLHMp4H6n3vPHlgqoOGWTaMdRxJQnxPGstzAV9w+4WSlufOxr6Xv99ad9kkk/0a+6yolwEhjOveTEMEKMlXbluXchjnDlqAcwa7uOSdVv90ElJ20mdX9dKfqez7merMnJHNVM+bvJB7ow/74k2zMOz3wMcKt/dQfb/uHNQOu8tKsVugPtF525CWATQV3bGZFQ6YICgA7HbnJUIYY8Byl8jm/z3oHVg2vqlXrUwlkFADKT9I2RSNSGJiOwo8AONquLThrOua+zDik3nfxBYDCnmhWZaOpeU3hIAinalszOFjMxnQzn/kmS6Fttv9g48O2yFp9BN+qAoehzVIoUgHWKQ7whh7hvj6vikp+WXgyGXMQu3ssvsprPuBac0idz3wNmN5rBtEWSpXXD+xy/wBhl34kAdLVOhR8T5v3WmT/wC9vm1kVTy18kIuRK6M7cWYSPF5vIoFa437WXFqtH3ohFAD0Hfi+Ms0V2y2ftEqQjHDXZNi12Q88YmKhAxj7UCbc9ulQALC9+XUZ6nol98/nu+0HXnl3zp7Q1ay27eEBv/RJ6Axrl2JQN9afS+/Str9XvlXXEf8egrG8qp9OvxuW45xVYDUC4KDzl9XpI6Fm8ojhf2wpsML+cBR4Mp3Y0soii/A9kZeZrwDQPf01G68NoGpqV21z1o9+HwOqtteukA8b6KeprwDrPXXn0XNT5vlshAB+foFv9Y4dqYlvbfbtBeTLyO5W1xjakTbxqp7/Ulg2vizIzHw8D/at5qPOfTkU4Wuwqbk2JLq950FvAA45pLY10FVHlk39hiAFFABd4UhXnvCRm1YyNSWFftwHa5r4noKrt25mpXvAfSzLdTuznB85o+pztAlclNKOtBtWzSLrVAlqMPnW6OEjJ6fms7EtfM/4xvtB6Ph+bEL5fZM1u739GllTJHf+mSmnZw9omiu2FLQokIomOmNT5LB057XvNr9qW64rt0Z5kr1ITPGAHTkJOGA5NB8vgQY4/9F/+78kXdkw3nOujW0nKshW8dQVCAG+1TFZClo+aBeZUxFxSP228LWD5b0GmapsHO0ikZc4gCrAahdkg219mZM9ZjPrTmcSawJ0/vY0uktHavywNqtSWpZ7WXJ3npM1qyL7p/0jkSBwU9uy4Gp+vhK1rRl8qzcEVzEjwNS15VUtNBkywJUeYdeO5orl7DrRxqYz7WZe7hdDuorMqJlPM6vbNiTSxjGbrCHTkCR8+VtZw1/XkWxbyat6/v3BfjhPTAyfhB0nEjDNrJybBXXY98EB/tdVaJtVncgeWFXtahmmFUvd2yR7rmv5Vs94FQ24uzR+vc3+PglF4tC6tCIJQI8AFkjkogzG5vzd3/+j9mOy+69jceKSko6AP7y554nMZ8FdMly6ZnpZN/NfaJpy40gz4A9Zqtu94eGw48SuElPGTYlcVwZR+K9PI9txuXDCEnmeBfKkXMa3WfCzxwKqdgWQv7duk1VnuJy7VXcyHTtKt+HZwMWRyiRJbHjCp75MAqh+bqNRqMt6Z7rcd8cj30YW+bsmstkCOncz43ACMG+rLQqVhW7LgKuzoGmAzPjfMExkuQ2Vr9jpRKDrXjYlyqW42sSy2nbR5yQCew0+2VTq3Mgx3286Gn8S69bEd5oPCCainKF/fouUY78MwNH4x7X4hiSskB2/2Xc35RBrcj1XYssJUKhpjiQycj1Rrs+mXI+CXSLRrsXK/cBXUzHvqgnc+du//8fEgqoFW+okkbhLnXGdRLPqFjPbcKcw4uAkMh97miHVlD8qeg58qpstwOEDPUGLH73bR50iKc+mkcyxp6nlMi4CHyjh+bYItCnRrXjHiMQDrBrg0I5DCRCkUC7n9+aKt/RwzcqeZlaLqadl77cG5pt989veLSvjI2A6m/g3a2ZFpirgjzWr0/mkAZyhAIioPMlKFW877Y3e3TTw9LTpjh15CZD98zRquJKJcwNZddvoHZC3ANCH7LGk9S6Rt02Xe3okChrS28KuWcWeheLApvn3CR7/tgplCcihVePWr2XSVy7nbSTLTfdTDjlDaFsLu9UvOm6lfKsNNuRmzdrBG213CYXYEbyqUSxOhX4QmrFqxXm48IPeJ5JouWk1lPrRctTMTPhWAYAe/TItez4z6TqJfJ0DADWfTp/pCmWDYXcDhjebNeRDF0/TVKd7A3tazHwtzWXh7xJ/0T2krVm9i0DGWl7Z7BM1q0673HdTd5qVxvHdkAhlygR0urkxMk1BCFrYZlZF++jE8K1OvEbpSCyv6udWCZhKAxDofLo8NDNz7EpwRxqkrsiLZYpmVs9jz3DXNbBwsS9Yb2Ol1rDr1elaZYKjy003eMAv6bFWCY69RvTm0rO69veGb1Vk4rnSRMI2dDU/1rH83HK4aniD2TXhnrwvoKqhHQnTBuTdXrP4vIz+qJt72tsrlO84wp+rB9XtUABYzKJQlPCqCtyqFZsVWmD1RJyaFU1THcOL3bmBrQGswreqe0W7CB3NIRWnvzwFAkVSk9l1GN5uL1pSaUdeAl3iVT03fzSSoeydhjt25A9N08CTFxoSNdi8QBuAvHe5t1I/lYDSI4Sgql3VSRO8RGegk4BX1B6c8nqOzyFDqqlmVqgMWXVkgttxLAHNOFyHvVnLAVUXml1nZ/pUAshkDLg6aqIaJZEtzao2kQbXrbg/pK38jxGZqsioJz7HSTRgMRv7lkal0LUkMvFpomdswbRlrD4A1163kfzArmJ7pj2UIHZFj5zlOlSarD4NwFULrBbPaCN8q4CqgIZkZPZJcRr6FnhVRXlVq/stC6yeTALcHmSrdndblChgOF/42kWuuko0pJUtvQ0L0SRw5evcE7I5mgBX0ZYwpMGFdVBF065Nh/aR4Ke6ro90hQUACiwnZG6qmVvAHzgzyWBtYsDHu7NN4ApFSRYHXadNELAZeTcxZ3XvMRk58mwbxRWKD8oEgqVQJlw70xxW3uhy3/FszLp69tnvsoxDALI+HepGvisLpWq5hdS6fU949+eBJ7M0GaHu14RRLG/rSANd5gRhhZ3JErv6uYlls+tP48nEibWRDOcJGjH2YQ2uq/vnfgcn5DRwDWVCTXOgWdV3Gp2l65W1qw9p43Mo/2e96uMgkKzJbhb5y00vQUF2g3XpSN5BVSvbvOnANsK5s2YgxwKrqUiN8Sam81cPhk/5ILx1Nk2hcDbJ4HiaugquXjMAauHZ3m7hOLzmTv38LTbFQUP5H3sw+Ap46+CFbCp7rAdief8E9s8Aq08AQNeZlmYn0DjGjrwElB5hS1OdK4XcGuESEBSZjD15UR5s/rdlfz+cHtdNtBs1MlKOuRoulZ9kvKo9ccmNajAllVAA9C2Rl8MXANB01Bd/0ei0a1PTl3F9vlUFDlehZo9Zu/qYm6w91XJLs6qMV7VfOsg3cp6wDRiLbZIYO5mrdZZzgn/wqq72tlnVoXTROfwMa5XuA3uac0jiE0f0vq3HTa1e2Jbv1Eigi0XivQWsC+dBQVURzQSrOQYNrB6dSyDwxXprHFZqyv7GP0tkNPJkagnWC+XMIf5l5ilHUl1sFVVBZ6AA6Cp36C2V0PCqUgJ2hYe65QvWvDe6A9eqaV7ATfp1UKgplvefka0KuGr4x+rdDbta22ZVxet+IpqpGvUMc+ZwoJyQExO4aKKaoJ72tfVXho9W+VY5qFZ8zYxXdbXrH3BYURSFl8OrSsYhmeB9HKxVAECWbzU/u8oJ6TryZRJInWILyv8JAnaVQuxW+o5Ph67mbR0b2hE1raqe61Zv18x9s3VrqmeJ+pmZzbxNO++Czxl5pilR2YEf/n0dCxmr8Ij2TW/KyqHoOm0CR4M8miv2dL3KvjuzKRuwKtaYynyrgKqU//frWH6NOb3/Vt0T9AjRdYEcC6wiSDJV04ZVfXLemgE08dKGMhVWtEZUtN03YZmG++fLjK65ppt5VQnh6OkcrFkK7f7cu78d9kSWKrw/SvxcWbp3f+VKDyQTHICDxiB98hmVhFB4senYOvY9eZn5KWdm+buqH6Yhk+VVPSddzQDH72jKYtK/rE788tPMFw6qdhxLgDWdpimLqV8pYz4LAr5tIltZUaBU+J3lOk7Xq75qXaKZmQS96gaT+yqZ7LvIrHsZVam2SLR5oPKqxv3b51w738jkxyqScAA8fjQZnIzMWcKOk3VLG8U5JqhTUjzfV5G8po05rTyPJUBlBRQAfeNVLZ5nk7WK3lhwNS8hDQo6jq7tF4dtVvWpiD54VbmshDzP3G3gwKqBw0DuDa9q/4brmmZWge9doSb9k0v2RePAkedpCj6X/MyMNoLNIgBHPzWnpDDOXEazKjJVe2pWOuc03JlPfG1mZVxwfUd8nbTb92skQZf3r4ugGgCUiHI/buEBsCMnATLjDf9jv3WNQ+pXeMJ9RNA/8Li+ahvKBDJWFzPW9HIhK/zw0vKqFoqdw9qG7J/dMHwOAMdiAnhody5FCrEY+TL3y/Hvs8/5uaRZlZXlsSzZFzsCOAYIZACRfq9ZBDrhwSaoXAbjqL8GdPOXyGTsO5/Tr2liaiKrncjv673stSqn53pTYToz6rnX1V7oPzCUobhqGg204Gp+1pVv1XHFvZTYHaXZqna5ygsRmZCpGl/vbwYPrAKo9jslOtFDGLxsNN6x43T7JzIfO5pdV5ZvVe1PAQ7Dr2rHiUzTTNW+l6jw1WykNQPItc0qTu0ATq3ZyFOArGwWRwaq2s1T3qvAqAGoqpQ1PT9sZIewr89Bad0Zih9WyMKhG7Ur47GrDVQ+G9qQaR/Lpi/duBueaDLAX1c949X4REboAzQtplKnYWH24HbY1svIk7H3uXxYo34u97LDMfc80FV1WvFRy00sy52hWBtC4Jlvpmx5OnL1zGVHXgIkrNJI73zv10RL2//0GmnTUjOsk8okmSSxvNLIS4MVw0LHPvhW+7//reM7AFcD+FbPiSd2JKa61mIWOfGqhwkTkQZAVfVYf/f3/zgs6yRD9cNL9YxX9bw50rUSWgAa7thl6kNO6AKg2HzsauYqG6NL8mEfTRQ+HM5ZrLSfR55hZDI4hrD8KQAUeAqu2kNqwUaa7KipJ89TTT38dGiXe8urWigjsNSh+Rw2irOpCVwonUid7heXlK7Df0/GIZQABHfODfbQAIfw1A3sHFZqZlmnVmtTxj2kwR4n41u161Z+5gPXkeeRL/yzaEOIP1qR5byJbcVSgeFA5fN9FUrS0EG1S7YJaDgeeQLXvB15CYA5k7nKqpWcOB8SnX5dRmYfOCyX/KmqmP2PaValHOkDFY5SIbmO9KxtRyNuAm8DfhEULehghjSrsqBqoaydrOlkchn/KTNZwwVWU07VoRw2UEM3DwAAFBFJREFUsLXRiMxVy69VZBhsghYTVxbjz8t40BcyVUPLq1roXyj/D+NhHeLhWyVLAZDDjoKNtEdZd6D8Y2cBIIDDEI5Du5s+lZFyOYfwFfepuWI5SyHo9TKHqxeeLZsFdCg10zRFZDELtKnV6THeBLkoq4x73+CinDYdX0UgZ72J1LaGODigLsauBYDOTD58q4vAy1UyAXKQMUajs6GcH8raBz4J0OP3lB6hmWNq2ae347rESZRLlIxw9oY24/J4XkyjOAOuZtkIShcviXzfxPJjg11ZUPp4rY9kvxd5XYeDXsvVmkh+cpy0oVk7bL4tb4F84FqFczWL+PHfIguqnp0il2ZVFJ2Y9iCNjEECq0gu1qY6jciwMzfhkEokFVoAO/ISCHxRSoDpmQwg1AVOVUDVgQYMP1Ub+MYAf4ZWooJQOKQ+kT02Kst6OBwLJLPO91z5m+eRAkA54BC7CpNBcUZVmX1tVpX6nCEeVF03kW/PgYzoamXHgQRMVcA4cGWWVqMcigfgEFDVBivySkOX6c02ls2OspOmttPdU04AIGgBzpfmdu+bmnpjtGIWuDIP0m7veuNEK5V+LPcKcAzRH38m30gS+bnCrmLD4dvD5oqX9AtgFd2Beo2A+5D9yzlZIR9tZgW4asxK6Wp+XYbaXNHa1bHk4iSW72+h9q0Y+sjAVdvMqkATsB0oAVyTEa6+J4S68LBUe+ga9PH9ukSFiaFPaHAfOChgNcNREzLqBsBTV2Q+ABtQArDoD/c4UexYzCFV5Je5n2YAGQllQCHOSXlVBwbIX3LDmXzoUDkEXtVz8sC2qjZruiTbvvw9i/105Mm3JzgzP74K3QH44Y+1q/xsU6JMMGfYXM6JjEeuZq56XnbosqtXpi2xxAqOTbXawlGwVRsy7WPDxdYXJ9LQd2gG+D6SlS3jVomSWQcAlPYGaUjK/bgNMiFrdZYGdaIklqVyHFqrOp1h7Gq5I5M3tA0HNbPONDglmcWOvAQM36qjQR2CFf/8GsqA+jGVUglCp2AV8KqyZlmvY8SmZe8uWaulxDi4izRw4bpCl3uyVa3iFKuAwzreMKiq+jkkjlWVX2LI1IesaL7vyGxKwx0bFzw0N+VbdThoOPJtAWVCCqyKATa2O1PmZMexBAw4ZprqDHqdS4n5v8zLN2salC45JiP8aWoAIIYCh6FpWGDHsQSGyKtarANGN+ZTT/l6PUov7HiXQNY0ZT7xDN+qY5qcAaxas8oryj5MlKvO+pz0kErQCw7+mzazKhsIad86QPbPPHD1oKq8qlu7CTy1KmYNsPnnKrI+50A4LFXY1ZCaWWXn7ItLNHyZcEK6jvy+juRtF71nqmb7w7Jeo0gfLz6/6AK4KAEz4TStkXp0rfc6fqbCqrLdxbLchMM+WxXMFUcIldeBO75K/glN4a+suKz7Ao6jtlB7ZHXs2fPTXjH+3qlemY0cSD6s+zK1f2iCURnuUvfxpX6Xlv1/9NS5QvZFujkoYNWCqqoCKG8Grr47p1LaOIyL2AzR2OF5Yg7wLLEsbmSsXuEzeis8QFV4Va1wjG2ROYb+ZJvD3k585Q9LNJjzdTGS6YjMOkfBHwtw5AVpeFVpkMdGT712ZWn37QdQrALKU/Z+l81XxwRI5g+ywQlRVmntKj+BEZyz20gAV+1IJZAkSmUDB/bkgPewCfnUBfbrEurgK6uHd02Wd/hJuhyUCSOHfSCAfL5UGWqJa8c1+wXz3VeMhCCnQkqV78PKBEcdcrENXQ/ngNO7AeioyEE+p3Okel7cH630ZGYVCqV/cOZCdBhgKT301Lyd+b2SIVxUSINuxJFos6p3TMicUt+fX9kurrIFKqe4QVpTXVEK726gznYt43hMQbFMktyTqhQ7TiTAHnlNI693qt7LKveZEMGHjPLWG1eRdBo/IDWaJx177A9qjTiMBf5Q3/Uqnx6aWM/qCfF+v8KvUEUJ3mMCGnWMtvh9B5GxirEgMsOrWi8Sdb/pvs+TsmZW04nfoDrd593v8RQOGl8XnkabdztTqtzA3vker363Z2BL/NkNlFf1nKCxLTqZU76cueoqa3WdSHnxu7BTq5Hdl7aOrPLOp8//7BuoqvzD81hCNvJkORc8iP/U3DJXzySu+f56T/z4Fbyq+9Ds7+3IJJAoRQu2Bd9qsX44EtfkTVBwJY7N4bKy3M32Vuer8m/NTxzHTXmxqs84fhgQCy5jblIV0OL3fDu/q+N/FJBpYG9V59kf2mFoe87dQzN7XVN6WmOKqk9Kx34B2LzbZbvlD4DENCTqb+D0XRc+UQo+PwrhCn/0qnQbpbrGHrA5Al1T39WGRPQdcgbIrVo0MwBi8M2+aUOmgiuaUqdrJjB9rQZuUVk52Wqut5EiYx48P3YUSsDTvriPmKF2Tgi2FO5i2aE7duQkkEQi+02o3KHjwBevzjlwAHI1AWUSNWqckz+RzyCAVT3yaEQVQnUTFbADjhKR6ZSmIMfyuPYwXz3m/TEbWQS39vxcsfYcHajJ6nUd+Tb3lOPwEhyfHUNqv7cCSY/VS75BaTLKDsfQalT4Rdk7d/o65KGdGTX7p/p2SPmD0s6XdQRhAu71Z4VfRvDl1r9F+vziG2BL48CULZ+vfqELfJ2vN+BW3c/PbOA9c6PGK1wT7dW5F0fmE1cX/Ef7hBqff7OfZJ5mtTWZvJ9bVh3lMU94hMzNCsOo996Z0Pd7wEORAN3Rpstl73cAJpf+zcFUpxk+1/gd/fo6z05fI3v22XsAPLPnmXga9LLjQwI05FxuonwDQdTiyoy6rstZ+Yo3BLoSw5kZfHQz7/q3Nfb+aluOVuqw93mED23sWxq6EWsJlCyAqlrRZceRBLArKgEJIrNK+b4vTt1NX89lq1l1umRdsSnvkYyifSLbtaVHKJzSWGS/jSRJD3CcJcf+B7Vhj9SgkU8hGYHzqHE9ZffLnz/a+Rf/zf/8bqkUgihQ8iDb5XABsn7V9+WSTVJIzO6jCzTBRJpB7Q8HwEAlgO3wfPV+yKmu85qMXekwePKMK/QW3TvVfaVMcFwhwy5rCvLZV119qNSyoLpbUmO3V4hAP61S+agj8jT3LwBk1fWg679QYDJOZBOSId/1r2n+/bHzfWS6mU+04U7zz+j6HSk9JTMTvmcE5NhgoBapkv1jqweKtZsyd0qVcTkAh+O0mVXXbaGp98/WZxp3wtXb1+zDqvJi32MaMl3Bq1b1oR25PgN/qFpiX6wZLoFrmujZhetoFhUccx15GttDPIJhnQJUxa7SttMd0frbv6ZSHe1pzEnGoWY7qT0FgaZm2lEgAQOuDv1A4UjMPmcd1sYoeq1cZPJuY4EG4HD4riuBZym0zs09wCpnLrOmX38gdb781//2CFjtIxDgOIkEY8OlYMb1guuHcSZCpsK1gGA/ZHH8FbrUU/0WJwocUoJqN9LHMkJvIOUHXPX8uoBw/7SHbEfbOKZoXs3mmcwfEjgoy52NPxru9E8TrvsiDvDPU8rem1nsr3ubR/7abFFocsYhtUpS/SPf+p7PxhdvtvCAG5ZEQMPJxBNARBu5yK/t2BTN0PBBgx50ct9EGrC4JtO+jzJkR4O/2WJXB04HcHU2NtUWdk+Yt60xgYuRl1ICDNG+4CoVBVWxK1vTlfcO7AHJVj09e7ouiSx2zTrnT103qcXu1Rf/DB8v2Zif8WH35VsrfweF2ftEQoIVBfg7wGrgsm4N0Sd/Lk0SDMF58D1NIBnO03/1Pw0gBBJricGYxg4WWH3XMMp962amVjb6rv0gITJmoj74IeXhGPoh7GQOs00R2VHzma/g89AHznS1s51xi/UAQNWVMLUrrgEAotlXQDdzO44kgDUBPL/Mhp4BBLAhAgWABVXzRsL6tKKJg4KqDAOuAqrOpoEJKNvN9IHgDO0CG+mnmW94WYcon4RAhaEAMC55AEeBCmsMh/gVZdwnnDjojoKrE3tIzYkz7fkzH3nKt+rUZo2uMFEtuxTfC6i6tsGKwpmhwRmZqgQBiwZcqx7gqh1n5JN1uRqWgEj6229j2SsPuF2rTmc/DhOJtvlgRXYd61bg+wqu2pGXAPjO2KeS6Xr5DARYNUL0fRF/ZAmycUpKxn8AcFhD+5AADkgPqQe+m430KG1GNMhD2CcKwsF0NvVkSgbQEA+oqWy0vCmimZfl0ypSF+yKg/zpAODQTu82cJGTDXugxdiTp2nWZHB4wQsOqh/gj12pPiRgbAleVQ6qySldhMNG2pHZzB8mcHhBVbCt2cjQkQxxkIX5883yPxbOfeIoPQKZUUVHeLY5ZGZCZ6P8yAPe95xb618mvlCCOpShYS1HZLMzwKo2fLPjaLkipLXZXc449H32g8PRnSpqgqsxwdJhgYvhluaKkVaR2qLjY42hWVVEQs+Fxhicz8lcHZJfrmJbhm/VBEyvyVwdFLAKoEhmlIvgqki7Z9cChAGq9pH24dqpKgJVs3uSXUcWkAWA8lLWsm6agqQlctfOQ9d+zxaHzBZ4Ve0olgC0I0UZh2wUM3DVHlDzsoP7ZzHxZT7W3fSg1IvDKiWD0AAM6xhRZpoNL/hqY7IU8htBAB+R0cjThk02a7Vg3XISzVpVyoQBDfzw6zLUxjHWrvITT7Oq3QXaEdaqaWCaVNp1Ky9D+FafxyaoM4xVKxG2fz/W2NWl5ooDcjbppxpeVdOs6tLZE50ha9WCq3k9Ya0n0cfReOAwvDfNqnZULNlgxYlCOMKhKtrFEpU8e3quKyPLt1rogLWvDuCqT++P+qvW4IBVZEXHXFedUn3BdXVZZEGjxN3yaeVnMONVPUePYFLp2UjbErAi/aehw2zqD7LjMoFCw6s6jI1OVf8XEVH9pI6bZNVxBgBVvfkArh/5rnyZwbc6HAAIKJUGIBs6nOocD2+9/ky1OWCtNzRxOC8XZEh2y3RimgxacPVUooaP9nk+LLqNtzX8j2Q5D8B5VvxEMsDXm3J0PmQAwbdqaZCKAaBp4Ml05Io3AEoA9n6AqrsSwGFFlezF5TSr2lfYI5OsAS3ANQBHLwR35iNMM6v+g6tQsuzIALeVgMeakFYoaaZqRZ9DxuoI8NDuqXPWpU30PMfIpya4OjBg1ciQznqjQXbMNZmqNuhzZqVS0PnzkwaGRuML28yqSIY0s3KUb3VIGUCoDJvp0BJAFhoWTeAAyC4NbAq+VQWA7DiSgHJC+q788hSIYUzoP8gIEL/algM4hqUuxpYAf8iSL7M55gC2gAd7QMB8WZ0wfKsic/hoe2xWGZcsGeAAqzYIeKIh7P9oOrSKKvUe4BAGB79pZlVW64ZxHeKYEjAlGaGnaxbe2JFEXteRrPbnOQ6HMeNFALuj9rTdQY9weR94eIcsa7UuwNFXmRtfbhrAgmeY/WA12XZFNlsoWfa2EjA/X47Eaaaq0iNUGNiTgqtkQ9mRkwABUxJ9yO6ts6QPEljFAXGIh291MBshMsYj0zXYjgIJJKLcLWUyOFjMAFd1URuMAl3WmkyzJiNXFnNKwC7/putX8M2UKVte1eKZxJ4Af8rYFXcgewwAyNJt5OXJYk/2zxdsq9Zy3x1rA/Sh+cdp45jufMEt35TMn0QzDhnldIE9jyuLRTAIv1xV+hxUn6aebqb7vG7ROPDHshpwWFWWXb0ejuLlKqzlc+Blg3PVZJDZ8S6BxIA/i5EnowaagrRRsokTy3Yn8nMd2mBF4dHKkfU6rAyqZrey4Op5re8736o2qyJYURE4bKOfaPqdkiiRkGZVNWUDZKh8qz31y9fK21SjsB+svqgPFFhF5GTXueKPMvSn3ygQB1XTkMkCq6cGp7yqsQFWyw5tZgVfb59TXMoK4+Q6bewwcmU+q59KX/PRd/0Z2kImJqCqNavCHbUeUiuYlYIaBly1AFCRMuNvXqaezOCuu6u23+9hrFXbveFVtSMvAapOlB7htFlVCWFNxq6MJ/32yyXEkLuEtZ9g+2JKtQWZh/2zLrLFyMakusKOYwmwfm93hnakzkBbCChTqdND1akjkqPf0ImaRnGB7pf7ZVv7OJbvy/rA4dXCbesNEvJ4sStTWVH37IkvhmsVgNWOvATwNyQe9o2FPiJhBUqWKgeIoSgICSubOK2wrb9P1sxMf1g0SGVVhFWK8xYVF2ZNL+9/BgysmrIdP3DE8/u32H8oj8kWI1O17sJWVhG7eJ0BVROhXLnK4HccxABX+3gIqyKLYgAIXr+0acq1N2vp7/dxoodUu+4XT9AlXtVz02qAeU+bodmRlwBBnW+LQLPmy2UrdkeKyqsaxrLZl89y7s7XXf+mAICAP6bjdPmN3vuTnURmE1+CUQYA9QvkuFbCGtSZksXRL7mwRq02kaxrAofXyrXNv9cA6T6WtTaBq/+mcB5OAk/52XqGHdYXysEvx54rszQZQQ+qNQJDjbxIQzdhrUJfvq8Mr6odeQlQWbHdX8/lrKXLV3Ae9n1uSKrD/5hxhRNriaA4j2/JcrYVtoUz8g6qXrNgpXem3H3i+y2Z+Xa9hvZk8qvz0Q4aWGUKcUY+i33PNtIf6gmvqukebMexBEyzqjSjroZ4sg5yo6DPwHw9rQHEh291MQ9M19x6t2ntrzCnreVVLZwf5hqe+WvKuElsmU3hW7XgapGQAX7+5nkkXs/So9CZ9T7LUuib17jOneFTNftHD/H11hzTzMrwYCt42DP9uU7CbAgSrbYgqEMAow/D6E2ivKoaXO/HZzU2NQQAl5RxN4CNYVOTwDazyk2Oqp2RDZmrjK7vCrGlt20sy00oynTt1DhENKbF7bsRTRVXm/1VwYrDryJrVcuW7ZqVm+yM37kfzawc2azC0l3u26f5t32jZJ9IuGuOy9kkiXkytnyrxedZxwRM/Qry+f8Bs2me6kaKnNIAAAAASUVORK5CYII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6" name="AutoShape 2" descr="data:image/png;base64,iVBORw0KGgoAAAANSUhEUgAABVYAAAKaCAYAAADVtAJTAAAgAElEQVR4Xuy9C9A2yVUedmbe7/v/3dVKSEFIAiQwSAJzkbnFisGWbS4GDMZAuJQJxgkEE4cAsTGB4CSksCkbl6Eo2zEVCscVoGyMU+AYCPf7zdzMLUYBIwMWNyNpV7sSuuz+3zuTOudMv++8807P9Mx0z3T3PGOvrd1v3pmep8853f306ecUb/72T6kJFxAAAkAACAABIAAEgAAQWIJAQUSnWSX/y8A18ufLX47fXIzfQkRON51fbb2dP7Kc2kS9/wKjJWC3fntq5/D3MUbuk/7O99ma6gqp632uRsMf4vrM3vv6f+xmR91GujZkpL/lMQ7PcrhFnjMBo0nfPduG+YeWxjt9kxs8k71q0seP9aHrhzTPGcSy9SzXx06wdVecLh/pKa672vpoI42RF06uM/q4ToCeFjMd44JrX54eN/kHPZ/ZM2aNg3F9hzdf8fFNjvFyznfO+g2Pme4jbP8rYsIlt7ZMGBBn9T9R8eTfWWwBM1+NnwEBIAAEgAAQAAJAAAhkg8CUefiUex0AmrTec323631T1ndTnunw3XKL4zML13Wf6338bqd7iyse2vXTLu9rfagrT2C9r4c4rokEo7Hr6pmOHTD2XDFih2c53HJ6jtO9RMP+03mI4zN7WBm7wbg+83TfiOG5Po8Rd3aMsQ7khx0cbmrdYm1nx8hcv+fqPn6OpU2Oz9ycWB1tZ+M3o/e5dE3na53im82sLQ1yfeapuV4+7Hoz0AWO7j1lRG2ZMvgNfquvb2I/y4lY9fE9zpOEEWt0GZjHDNp10jD2HPvfizd8xWILmP92/BIIAAEgAASAABAAAkAgfQSmkE3O81tz4/DCp66JytF5d/Ms13cP3tchKxY90/XHFhM5/Xz4OW4YNevCcoCMaTfDqek1UV16IFY7L3N6t/meLnb93zcNI/NM14aMuPjp5SOLfKfXTbP14e+eifvV51p82el7moc52rqsbEfjgT6zrmsqx4OHW3wWICcQq6MxpvkI1+/pvc/iy47PvLxt5EeOz9T+cbjZ4RYlskqi2sfmTedrncaVoRjTv3njapuNhbob86CVOsb0oWc4B8gxd/HQllM6/lJS1MnIxj6oMYIJvt/7RJ9tcQyA1i/z0UcSYT3Yr49n+GrLsCkU9VeBWHXwFtwCBIAAEAACQAAIAAEgMITAlDXOlHtdUJ/yPNeMocG1SeuPU+b9ve2c0vgeME4/H3mO62vkPsdsFadnlkQFg7T0mim/cNXfA4vGWbbhBIJh8ogqCxaSNuqwIB59XcsgR+9t+mTwvs4fXZ951d1NZmH3v095nqutu/Yjt8VXFp7A7ug3o+v8zge4YtR730DGan0komqCY3qKMZOI1bHY0diVK0aDXzvT1nvfbTHCye10iAmjPeiJKJt0NGSoUT6+aYqTj7VlzMZGAbZnhrv89HTPZOOwPN3Hc5b0UUVUvdllcHFEx8f3SLD3kFVsb3Lxvp/7Yh+W5AgKbgMCQAAIAAEgAASAABAAAq4I+JpQu76vdd9qr17nRc5vcb2RVxCu986A//onvl7W3/BJnzOnKSw1cO9A9573CNU2cnVdQM8Qz/keL3069yH+GuyNK5pkQHO/e87vbFgd6en7L6Lq5jkTyVX3Npg3v6EqxbLv6oLefOT/7U4/VFTSU3S7kme4t8sdhbl3+rNxbUFM3zYXE/wudgTquqKb8hE6PPdzWuRq7K1e1r5n3JR0n/eP6TNfBi9bhiV+DQSAABAAAkAACAABIAAEgEAyCGyw/OFX3r+h2xc9k+rjBu9Ppm8SbmiU3drfqKI+0oNHXkp0+zwi4szVWK8oQY0VLLQLCGyMQEWH4hF65AX/I9XVH2zclnVezyoZsq9281nvjWi1DuZ4CxAAAkAACAABIAAEgAAQAAI7RED0PO/f0P13fKZdDmCHuOCTN0KgvqOnHn4JHW/fjopJcgAbtRevBQJAIHoE6vpIt+Uz6JHnf+FuiFXTKSBWozdPNBAIAAEgAASAABAAAkAACACBlBEAsZpy72XYdhCrGXYqPgkIbIsAiNVt8cfbgQAQAAJAAAgAASAABIAAEAAC2SIAYjXbrk3zw0CsptlvaDUQiBgBEKsRdw6aBgSAABAAAkAACAABIAAEgAAQSBkBEKsp916GbQexmmGn4pOAwLYIgFjdFn+8HQgAASAABIAAEAACQAAIAAEgkC0CIFaz7do0PwzEapr9hlYDgYgRALEaceegaUAACAABIAAEgAAQAAJAAAgAgZQRALGacu9l2HYQqxl2Kj4JCGyLAIjVbfHH24EAEAACQAAIAAEgAASAABAAAtkiAGI1265N88NArKbZb2g1EIgYARCrEXcOmgYEgAAQAAJAAAgAASAABIAAEEgZARCrKfdehm0HsZphp+KTgMC2CIBY3RZ/vB0IAAEgAASAABAAAkAACAABIJAtAiBWs+3aND8MxGqa/YZWA4GIEQCxGnHnoGlAAAgAASAABIAAEAACQAAIAIGUEQCxmnLvZdh2EKsZdio+CQhsiwCI1W3xx9uBABAAAkAACAABIAAEgAAQAALZIgBiNduuTfPDQKym2W9oNRCIGAEQqxF3DpoGBIAAEAACQAAIAAEgAASAABBIGQEQqyn3XoZtB7GaYafik4DAtgiAWN0Wf7wdCAABIAAEgAAQAAJAAAgAASCQLQIgVrPt2jQ/DMRqmv2GVgOBiBEAsRpx56BpQAAIAAEgAASAABAAAkAACACBlBEAsZpy72XYdhCrGXYqPgkIbIvAronV17/mW+tt4d/y7fzpd80/xZYNWfzuggoqi5LS/orFMFgeUFBdHIiooKLwiVBFRX0M1eiknytBpeb/N+XwUlNNB6LixrPdJN210nheHBKVVBS3QT6mriuiouY3BHl+6g+t6C5ZZCQq1LdUF2Xq3RCk/XXNuPB4FeaqqSKvw2CYZm7zVIlr6eEjzaaCqkrnObiuEeDRpBLDD4FPzcOVznfqGvOFDvw6X0j1CmUzqeJx2W6/ayo7JmnbUB597fMrkg4JPoHoeVbNY3ldEP//oa+qrumOl1srvCv0t4R4flVVxBhN6Yli38Qqd0NFRA+SJoDYIYqiJCxT+9yK3eFAdcEY6eLD2yUjAxOr05zO2/sjfpBOo3WRke5VUl3cSPPXmjymgpV2KxPOYaIOU9rrTCtSQfyynUyO6diV1qXR4EAVqV/h6iJQUF2vQI4V6dnOarYixFha+HA8ZrtRUh5XFwFZqMpY5XH+dwVzQ66K/aAPrvog2bkgiNUha15zbgxyNZ+4kmw4CNwFsrUrpOo6Yzn7VFXrOzURCoNXu4s5yadigCZcIFYFLCbHOHOVJ9PpGRVnqiKzq9/qJTgVh2DEmGTWUUVl0pmZEyLG5FvrJrtx8g83/gFnOYcjDjf+uMWvV/KHM1ZDx0vNXC1k0MdlENC4w8NVYgQQZ40JqYr+7OFlNEN+lQk1b12AALJGlLqSjR31sfjjTlWVDamaQGNXhtNs0cn2d/DxioerClmrA32cFjkGUjUWUvU895lGcqwcbvA6BwRAqtpB4pmHkpxrjeWaxnKsmGDl/7UOoetgJpHcohzGFHIVxKp0HW/3H6mgB5LZmNJVFuwGcIRun+nJOCZ+1siMYse7Qy/0OI5sVSQjCWAmbLwAu5Edw/DEYUrRpklA5o2KgEeVLxFpjuauNslIrD8SylyVrDEhVTFe9VmZ2axYzwJr2bTA1YOAkQSInFgVkqo+UCUbXbj6EOBM1bWyf8z7Zc7TbH5hDtEZ0ZNgVVTqaD1yIz3f3cqu0yLm0+vX0C1Owv1Dg9A35ZBMVWajzPx4fS7qwREZq7auF0kApqAdpswgVk8oGr3VdDQzeWBDrmq/G2h2AmeqrrOI5wyyUjKfcfWTBkyxphK0WTpCF6pbTR5jtaJadlLX05zlSXTBGauxArJxu9KRBFBSVSeNqcSBFTu3ZvJnA3JMZokOM8UVoYjhVRJ3JP7HjQ/HY85WxWaFbR7IGfLrZKp26EPdUIbeam/HpEGOrbN2iCHeTW3D1vPiNOxnKqr53w9S1TZO6SyMx/O1NwHPFJhmrrLeKq5rBDjmmH/G8AGxeoEQmzbrrTJBFvNSns3fFKuKuZ1j5hfq73yMWxcba00AdKBnchVRyTZ0pDEZUl3VtewmlAf4fq4pVsX6mGttVlx+gyHmIbLexkWLfPF/iTnu6GQRuqo2r+Rj3BuQqqY5kZOHvmPZtOdxhoLxsWm/DHq3KVbFhDx0VfvJO9FV3dCveJlacSE0zNH7OshsXsS5rWP6DH3X13cx2HQa64mgo0ByDwexaidWK9lc3z7eiCSAHDXdvi0xGbiJNy7kKojVq54zxaxi1FvVKQhI1RF348l08EIFljbUrNUbQ3iMKSSd23LShoyqeWZqz3q8N43tRNXAbRsjsyHNVFW/Wv9C5qoNc1MmTjd2YrzOpComatf9s1KxqkHDaLIy0T2WVU+jtxoRPpoMuTEhH2Owadq0TrGqcQCMJEAMRNR4a7e5Iz6CbE19w20wX/LWmGw5PttZgqzf37aEzfw+eObTQKpeA2f6SItVRRJ36ppYEUBkCVgtCgTrRcdpsa/hwtwgVju2rhQCZ6w+3fwlotl0U1zrIBqHMbVrZqT1/LOzruoKVZUtbdddeNbrjXMf3jPkkx9nMnvjywhX6QhzDAODSatrje7PhnHHTKAhC2DhfoyOcWTFrNifapEAwHjVR6qSZClss1lx2R4lV7WgFfqqjY2O6SpJEsvFpKpKAKCv+vxKdVX52h4fFLMa9pq4yLFIyI1YAk2nHbGNDXHZTqSdFkGzQKraO4FJ1WNdRDTv4gUfSwIwgQhitdtzLpIAIFat9s6SAJx9uP3E7NzEmsriwAfcIwiV8TWB80qKFXVVbQhAb3XINlSnJLaL9Q3ZdnD8oRVtTv1kKpVvP/irCpBmZmJz6YL+kX9RzdU4/EvpKKOrGpvHR9CerXRVrZ+OYlZ2q2BJgMavNiRYtViVZqpis6K/t1iQSaWgYrkgCTA4I4xqPhiT3cRiv9qO2EhVg06M64lYei4WNfuoXDyWzmlm6sctZaAGsGC/OuutgnPqQsVZq1zQSteilxeIVYth6QKeydUYjldqeDxLAEQUGSJpiilWJThtmHGjR5YLopqznqVsAq4OArI8bSrmRgGO6LCBVO32hdFVFcI5iqw6zalTqQ3VmcbVRkDR0TFra3KV6W8mf7bUOIzZOow2Zmw2DHLVajWSubqt3qoUt6hiyXKOz790ZGBiNSa/kiMfkruPqx+BOMgxZKva7HPLNZWLz8RhPy4t3d89IFUtMY9n6rK53kfNxWEnnLHKmqt6xTSmbo/PUOZq8dhrv70uYyI5tser1QKeRD9oSKAtjYoXyiUdCs5V3bIdUXXOqTEqAWCK6sSBjx4fZGI1BmI+vn4TCmjzEZcth3VVb5Gp2mMisllRcwG4eI6cQhJg2JcN8bz1hiATqkysYjLW118x6KoO2VEFSQALPJK1upXcRl3oQgzFqnp7x2y3ccyJi1htmltzLi0uGwI6tm+VYwdSdcgyQazCb+cgsPkSb06jV/gNRzk+/h9Lwoo1JjP52xSzksgc1YblCh018go+nax6q5c3Fo+/9jtrqu+gCWkFkDMPtSDRdhckAIaXgUz+MLEaB6l6bisfH2T72dJ2trPaoTebkjtbkqsmyzkm4jCG3jplXXOxqmiXgo0eJDJXeylxze1dd1PHLImlqE4BXdV+X2ZSlemV2CmWbTMzY4iD1jbIapGrva/TynM1WlOsaqUXr/N5Xt6ilFxsEgDXn1bI0cEmR2ktA/KCcPiHrJ91aEYskKopk6qm7UriYa0V3lPd3gBStR8nmT2YuhUJJMoJCdyQq/FxLG62GPIuLWZVaaGv5kVCrPIfSinYhKDU3wFMrG6HDyQABod9WcTzFaPTS+GCKI7mhgwt856t8yCTpTDvGUt+pXbDpDwWqm0cdYHTaM5GPPDzbqEWlUH/XfqB2bZQAmjNS735NpKCTGt+ueO7RBszdlK1WaBuqCXqiOYmt+l8eT3JBOiqjnez6qrGTpBxLC6orFVnHuNWZ9TaiIlhb8YMot/HUrPR9cn58di01zs2cufo4dZs1XhOAboAxn15jOGQqUtjN7iHiVXO7G0Rq9/VsKlHUhII5OoFySBTIcbEkKtr9prqCB5E4xBXF4HLjMM48dGBnqf96xIccaLR36rzEbC1Wq3EIZW3a70wqfewjh/RTfQLP5Xb4A0V41tYHhlDU4JTiee1xnSdOdw0EgBJmfxKjY1VV9X2+ZAE6EPGxB3ZtOAYVIaNO9BVHXZPFV1iSR++L2xf+AoUnLmK/cCh+aAvpMeek8Im19g3hPt7asQqIwFyNZw9uD4ZpKoltiVIqpov4SPvR5ny8KYg4ua5h3WjVBQBGsMvHn+tIVb5vx6hCWmNHLxsXLeYlShwQFfV3iNNUZ34B3/2Lc1cTWPa7zp8Lr9vXUkAPfolGWNF/MThcnSnPUEGhYK3cmKWAOh+kyEOUczqGhklnlUSIPyGKVcqryQmI8pdeR4XHUpScxaSAPYJiOSeBNuAMotT9ivoqtp6QUnVKDVVB4dflonSFKD456/T5hE+7l6HHIs9w9kHkvOfkbJdrmM/87HN+ZcgVS97tz3zrmQemCYpKeJilcoYYI7fs9pqiFVOR2gRq3pMRTUhkV13BZtMgBiX9fDhXQGUq7INQTyZ1kzeNCYASq6imJVtJ8+cMzC6VyGmHvxs1X+UWIeUkQuQlVi94Rz5EOAHe6buoJ6PYQR7UaIP1oJWPG6Fu3iyWAkhD1L1GuVUdFUt9rFVsaZw5urlyZq5qrEnxKVZEIZUhV9dL2V0kZoeqapfIicEQaxeuc46pBhI1aGYlcPceB07ChH513lmiJUWSFXb+pYJSZ4H6hmyVP1L9US5iOY6NpraW0wxqxaxaj6BB3sQQPYO5QUqZ66GCEvmrZpqfUh0ZyO0M6gEQHoZh+x0KguAqGSzEcUo3MVZY0Wpmry4LhEQCQAhVlNcxJ/1RNNsfzhrFJ8S8idQ3OGJVsG6qinaTTjcT6O56GmltVnRiQyN/YTHKsU3MEEmshueN+o4HlcVMsBtNlHRIVlSVb9Js1YRNS1khDlW6X3kAqk6Fmd9x7Kx94X6O8jVUMhePxekqiWOaaSnSuaB6V8ijHnkYk1ITur2pvIXRTtj9bQM0IzVpjBI+mbg+wtM9g9rroa5UKxqCNdCMlVT1PgwGS4qCRCI5Ahjkqs8VRAJWsyKF2JsO1jKXHco76amt1lxRQCB3rvq2tPiQjIP/cedCsWq7PGx5m20lElV82nNhhdCp2VF6Vkzsy7oWPFCLI/FmO8JhMygROctdYMEuTpkG2GIMfiUDfPc5sZh7Md3NEv/eSBV7X0os26ZB/KV+nil38kZq0dJW83je3x5oJwO5IOfZ43VNrHaZLeI5iquLgIMXhGsmFVBZVGgTqV15D8QJV7MS6uZw7dsXWwKfvkN2rwQgwRAH+aaM3PgesVJB3sd5qFjbPcrzZj3OahXfFRZ/ArXNaPNWQo5beSgmJXVyhs5Eh8bF3pC/JCsFlvoSHAuVpXJ6oRtp9lQzo3Y8mUL/ggyZKvuhVQ9MRpg/Xy54dDwF/wdKb5AztFlRqpqP7AkAGeu6r9h3Lq0zh5itU2w8gwPBFC/Q/Mi9YHgQ14qpGnxFRSr6kdbd3u46FD6C1VDHLIqIS5Lf4vWs6+Fkx5x9+On+fSY2qGSquxb+QyOmpkJSYCureqGqRazWn5BV3UYQ84A9xfDlveXnyf4Jeb9tCmSp0g8XZi5WjcLsTqHLGf//SIIZ7eRg0JWY5bih1hNe+N4DKOlf89n/neNhB/7WYpwnL9fmncI3trOWaRcrMrFWu8qJlh5rYXY2sZrgFjl26C3OmRcoqtFT7vYn8M9tZCq/H9w9QyMQl4z+ZM+PmaQL+u7/NbdHozXryQAk6qa/ZPzxHEq7CdSlf0pq6w6RoLPYvBidSoqud+vgCixugwcLdtzg6y6XpPhzYoy00ru6lu4LAiIxhZr5M9ASGBlCQDoqtrQk82cDOaAl9/XHBJl11oYl2dYXRI/8UOMpb92CNVZuc+N/dhPKPTTfS5IVXvfSZEnSVyZMxlIxCbqmu6YJpTmZvydE7tjhFhtFqn1HQb8XmCN3ioXs5prWCYXsxRiFdc1AlqsKk1d1cH+lFGJM8KxUO3DyYskAMtGZJfh4idKSLEqSl1X1b4Eh1/1Y1MzMdYQQPMsSfV48yM45qFx9atsdFXtvqWZz0wgYjLdJcnkWPcM8pl/JhIAmRS58ORNp8foZo7RVvX99Bieh8zVsV6YT5BlTnCMATfy9z3E8fm2sxDcTH8OUtXesSK6JeN47vMjFcY8HlUaQKeDuX/zuEO7EauSuQpJAMsylWukNf/MMShenGim6pxfj3dx2ndoEochVXNESH0L4aiPUF9azIqlI1gCIEe7me/XZwkAJlVz3szRo7nqW7ABYzF69MtIAkzf1OFiTBVBV7XfA5l03kPGoSFW58ehfH951sx0CTsmHtcVdFXtVH7RbOTkHsfP5KqMW5i7XJjEPHIs5znO8ii6JxubZz/LMc7xCSBW7YxQnrqqA0RyXbeKWeU+Ro97swOxyg+pqa6PfAhn/Im7vINTDZ6aTdSrBACMsc90uIp7XvqPPQQifKs3apiDyzRrBEexql5/anRVCybGCiaB8l68qVwL9FZ7bUEy5afJAkBXdWiCsxdStUXRz8jM3MUUUXTH3DJXtW5RKYXOcPUjULG0RtabgGefktzKmtdcyAjvWsN0YgyZqoMj1g6J++k2hKh87YfAxIbAseZ5IJ+y3ROnw8QqZ+nu6ZvtPuBIrOoD6vpBU3UZ4LUhNdWoSfRWXaWglTY6cDXuXTmgW0DWMisFlWWOBUAuMZAJNCQBrIahE6GJmXXFLYpV9SCqHDXrzeafVSd2I/Obs/0UGPhbVqGLdyrcNkyZVOVsVf7/cXURKIQc2xc2phgaCKD+nUGtXz+2Z15VeyPkp0UPJVX3RZCJnETNhdCw1urdFHTebN+X3UzxrL3aFojVYSsZYzCcXW+KMWZyL6dxqATAvi4+v0R1Qce6pqpZTuw1vnDPTyJWtZgVNCGvdm9OqhJHovrB6ERaf8+TJqZV9+eELiEnW13VXrLLSD/Dt3on0fIfRYDOxXSa4/970Ldxg+PyLiXH9nU43hCryFztbOmoSwnxPEauMkWEYlX23R/jV3N8MuXfuGVlpvyFS9peGC3jPn5MhjReiOW/yTUXwzOpKsuVuY9J8ndsO/v6YvduciPHsLayIbpn0kNWE65rCXeT3M2dgK6/q/ejq2ozddVZZWKVsdiz/NpEYrXJI+Rq5rj6KLJGa1U1M4cu2UeFBIAFw30e465lIq1Hl3FdI6C7YhqyrZcUq8JCtYuP0fErpJDXHhccSh7uebC3O43qZdrJVY5IrKuKzYp+DMum4NBeaZDxrMy9jmd6GoUzei/H9JOuKopVWU1DkTPZqvu0oELSf5AR3j+fGV1h7dNoHL5678QqyFUHI+lbnWNpagXuKCeW9joHPMNSid4q//t+sZhIrCp4NR9bRjGrgcjEkgCGXO0alyba3wj5g+tqwiT+yPII+8NHF1uGXIVt9FKrJ1mAa7/iRVhR3u46oA+sUoUc02JVex3wznqiIFjblmIkAfolN5RUxWZFv2/hGLeZFYqeMY4u9y1HSTJXW2FXTnoLqYqjyn1+1dDRu5MAuMaiEr1VjFf90bc/8xA+NUg5I0af4EHmqvs6E5mqlhjEq3bWVd1lwko/Jpy5eqw0XWOPY9csYlWP5fKx5bHjg+5Om9edjMuDJgPomsRAsSp7b0twEmJ1f+SPGeQ1axW+1b/gskkC1FQX9zKvcj8/Ssrx/5q1VffnV5cUIopZ2TcseBZ0GXfkqDLrFe+WjB/wOQ5FXAQO2Jw33HceX+wbW5x1ePatuuJiVXve5Bqkfqjiwoonv9rzmFU3xOr8sT/nX14TYyBVQapOs3iQq254gVi1kIiiq4q4c7nOaiQBmmLJbhaWz10ziVUGQMlVzbDDdY0AY8OSCZe580xsQFfVZi9GAiDvSuVj3qIDveqtwrcs9OpplNc9sbq44VJnO6vEOGZJqiXFEQfyCAYrLdaEIla23Xcet8yYxSX19iodMe5bxBmHyFJoAQW9VTuxyn9pMualajDbDkb3Ll6aM8/H//coV2OPOShmZRmvLtgekBsgVR3G7c4t6xCrW8b6Jef3VZhuPkaar7ikBbRos3ZCbY5e0xnuNzljClK1FzllMQ6zZjmnFciMYsO1kV2aUfP69CEL3XUBsWrI1TtoQlpjOROrhlzlAFMQZ6su7LPpI0cCvxBHYnIME+qmt0xW+KIhKYGen9dEI5ugUejQSADMe1bOv9J1x+3uM1Uv+/isJ2o/pqLHWHZ5cWYdV/ekWxCHVgPYu66qDRidzabvPfNmaRJP5KfWalWix6uk6rx3DMakej7yS1uja6BlT2mqODSfuOxZecVuHY2mHKvk9eV8a1iI3qnrAveh7qvrpYuI07+bbw/cAgtQ27z13Jjr2UtH5nlhB+Pne0BAJVlYKkoLLU7nOLf2g1NgmNldY+1XbJRcxXVGgM/cllrEaofYLCdWOWPVVD6FXXUQ4MHNkKtKqoJW7TcSOarMpPP0yJ2x1bFvjRdCyxgA66fJtLHJVqgLEIc2oOr6Rv1qj0Yy+M1Gz9hCgLB5LQJtvka0F0KXfWNO+5uXK8HBWXUzLpmALyeOZr37ornCLPi5uljKMW5cXQRMwaFZxle0umu28/kidec4z7g9sF+EPFK5xNy9fHGb6BqH4+oO3TBd+JAZ78VPwiCwZD4/JUuu/Z7u75a0IQwqGzy1CTogVzfAPuFX1s163BCrCX9KwKbXxJqiqpeOixFQUlXXAPOvcSIAACAASURBVHuMOQuJVWNEx0YWYNqOqm8T3HaHkr/mavXVTBKPVBbm0GD+zjd1ci9ZqjssVuVi/3KUew7ZHHL1NtZwIfLmEw+u9qNZP12dOt1BbCUujLW2/+9LBsk5/XVqxbL4IDHQ9H3B6LiiOQ+mVH/FxZg0Is+301S/fbjdvMdssjFhO3aslpwzytNyZEJd34g+Jq4uAjooCbHKf9pyfI68c0CutjuoyVTFSa5eq+2bH59qFSAOXWOm6XXz1hSRx40pzZu9rprykoTv1eTvy81xxkx9C3Pmvq6VYk2cz7DzuMPrciZWF2amJOw9RJ6IVQ7UDam6oVFtduylRYr0LSmYsZdiRJ3CIJeWw7/0sVO/9WJ4zqJKXRFXFwFehLFGCRMdbv1qgnrOEwehNJj4bMj42L7Vta/67N3/oGwOZMC7DAJMqFaiHSqzRwDTRqDgySHrFTMulXPc2RuIOlKDXG33u0Yas+iCXyk2Ztw2WdzNf3Ucz/fmV6cYDXwaKM6E/F5tYey7NQv8cn4c25xw7BvW+Lvq7WtIQnReA/F03yEnT06qGmotIFaH+5Px4czVPXuXIVVFNiJd81/c8oXE6nk31T8hsPjbInmAaqvqIuy6mFUkjdy+GSInUe1+t8cMYLoreIDmbI9lno+bmkW8G+m8vZGv3wIe7Esu1oTM1WZyyFXuUZDJZokmi1fthResTcGd9U036jfqJi6P69gQ1LV6SUeWR9hwYz1OgxGVsd5xfMkGXJzf6rFVJ31QH8kGHtu10aOwvroE3vhOWV5nz8GvxgkgTfbBBQR6EJBTFdfWwar7MieUzMzLjULgyAhwIkKxa71V2VxvZLL2HF8WE6t8jBuDvi2sGFLVEKsV1UKu4upFoGZiFSSZbr4zqTpfpzFXCxOtHyadr7CB3Qz1Odd33zu5qoS8qcaN40xnezG+w8IR3ZjDk2hVS8LVhwCyVnmxdeQq92IksJQOBTS4OQoSaCSqLCjGlXa8UkkWrK36e9FkpNrwOWfX4WiudXWq6XW4gMAJASFURzZHkbk6bDCVSCbsby7EhKoRvNy7Sy0iVnlQw8A/QKo2uzrnpQZ725FqQkEiK2pcrGnnazMJTjUTqzsHosdIGJtr8sfciImifUDjKROTq/u8lP5iUpWJw72iMGQd/DcbNrybgczMflrV5HbsNfZwzu5B83ZFYAwbFl07GRvHQa4Oj0n7xAcSAC4zlSHfMgTQmP+5vCfHe+Q0086GLUhEjMRayVblOc2lvmr7V5y5qjUGMdZbtn12V8xK5dWYt8gxUk7/ppnEqqKnxzCwSO2DnXUx+2pxazo9E6tYqPaaq0Ts4y5JRSMMXshRZfhV1z5MxuEwNojs9mGAMw/3mX141lWFX53tw2Rbmp1m+2SaiVWdcOOyTab3OKs866rCMi7tYhoxtk/y0C2W7LmYFUjBjlc1xVxdcIFPjW9YQBLALQbt4S5NsnQnS6tKpQGwVu1aB8+VC6qqPcyJeFVgjv/v4XvdIsFsYhUSAHaAlVLtN7JGuY5qetqth3Z5V9VUzd1X9Uo9PnADXdUem1e61FRyH3IKEKtD6Kgm5F7IVUMF8m6qycbE4H9JrHKGAk+mxybUnLWKY+823zLj+p7IVdFVFbuBT/Vurk88cQIiyD5y7QebaYT83pYHYxIAfXgoAQRJAJutFJAE2JsbdaeAumU+UcqHZ9estwpytWs+pj4BNcWs8jYvXltJMWlcJwRmEauQAOi3IHYnplSZWB2/WBIAeqtWnHZUzMosGuqGVN13Pb1rixB8CnOMe9yz9kRuuKBxeY/WbdyD3qrajSFVUa38evqnI5b+Mz4xkkNiDbmKI3Vdr1IIi51IJmgUMXrF06PQHn7hklXXxmE/5OG83t8HPiBWXaxjim9BEmAY0T1KArjY2F7u0e1ynf9N86ummBVINYup5F/MqmJtfYe1w158yXznRGJVB/2+Sox7A67ve3WZ2i8B0Luore+ICkgC2MnVu0mBPlUb1AWDKVY1TnCk+p1z2y3aLY7kj75Ds1ZB/tgQZ0Tzzz7kL9RMVeiqXliCGXNkUuRGqp5/z3kKlWzFT5mEz/X99H63B7/SLGfNe8d4dWGjspkzv/bAPsjD+V7NhfTyszkTM9SfEFev7WNOpqp5yilxQY+EAd8OvDkTq1gDjMfaqRIAV1zGqViTeNf4C3dzh/JlnNQrRZcbGZM8Pt9IAKDAdl9/TiRWdVDCwN/vGpyrytmGLqHFHFLVrFWQq/2Ial5M7hen0UNX1W4B8wsOQRbA5juatZq3b2lGHUjVnmVq5/i/y4jVfgpnru5FTmLO6JM3uarFqkCq9vnVUmIMxOqwv+WJj5mn6NoqrwX4nPh5+RvT53PXngZPZK7a+yJncnW5BWb8BClWtYwQZS5D/i8yV7tbFvLvSqqes4JzsCZJWqm5FgyuxcTq3IFtD9AzneomAdCZNEhYe3DKstsDVpO+UXaZK04Cye7SCSN/mBarwoZFd0JNVC8u5AVy1UZZ81DPeWe5XUY6omr8Krfv8/E9SwhnjlhMrAq5mmNgXghwk6ew8Clx/txUf8Xxr+v+UYm65ROVPMlDf/acXzGrS2LVH1JpP6ntB2acWTLewK9G7IEz6jBdTttpJrW+oNrDeMVGI8ThLoo1TQL4dDPHnioj4vkouqrCWswDJNNfcReXxS05Zqzysb8SiyirMcylVc0DuYocZ65iVOuFWBbwGWLDRyjoFsWqLH6lx7hd9IqHonSGduNxUMoxc5V3zish5Jfajkego3hUI6rvJYsXxazGuzSvzFXoqtp63Bwx9hdvQAINe1cekgAgVAdnbq2j+0sIVfMOSAKM+ZRmHuIswvjInsMdSqr6I8bMcXefz8wB53P84SxPk0yV5pdJwTIhVf3NddJEwtLq4obK8saNWGX/Y2IVVx8CSqrOD1GNHiQdieQfXP0I5FdwR7LGamxY9PW36qr60m8BuWqPKkyX5CW5cTxlqs6PynlGYd7AM5sVyyfUmrmKMWuIbstFbsPoFWum6nLbyc6/WCLL80eBXB0YtRrSzTPkKz9OF9k+SMOVG77K69qSCD4wavsT5Bauu/AkucBWiSnzKja+1Ut01u9Xb1ilNswX+R4Nt0LK73tTz1zlrFtem/uf7fjFeZOnSfLpPTm0NJCxarItShSrGuglFQBYHkREpwTk6gDSctZA6xf6OL6wiefpS2VSx8RhcbthK+J9tex8LpYA6H4fZorD5Gr6GxcysStuqBZiFdc1Alp0yBcxZkY9kKv9tmbyg3M4iaK6qthc7+tpXxIAfc8GuTpGrp6zPtOL+CBWh2y+Pc/3OeeHTw17iqxPmszV9HwKLR5FQHRVl3MW1+9RFkP1Vk1mZoj3jH5hpDdovidLJoTBP+xnS/pNXYp8BDZeOlgLqXo+fTxCrPJuKv8gbIel+3RftKpBgDOKOAMoP91DP32s5Grq9qjaJLde9Nj84BrHU8xgXBc+JAB6p+xxfGiUreBh8ygq6z4XMWt+KhM/SqpiwLrE3acEQF+PVqrOj8uCQNqSAJzlfESmas86sqaiDJvBCxJoJKiInFKKlxlnMVZ1e29psaoxa0Dm6jixyneAXB2zpPT+LoSe7gQGa7ySh/x4jszYjO3OxUWq7DRfDtcPPjtYTizJ8X/0ZxvXutAkuTOpqv05qLGKYlV20+RUaMk69BaizA4PR6Qj1SBXrYvUgqO2bJmkEZQuP4Srvmql8lQJLJ8B+yJISZdyJfdwwRsFd4Z6r6KiPiZrl3esVyyfF85+Qtl+2OeqLlJQXJrTBGG/I82n60iV5mapFKuSLAV/M500e7G/1WuM4SBX3YigdOwKmapDfWWO6Yfyra4/QRagQ/20NklTIlfRjyMRUDJVle4Me5TbZGZiLm7rEV6HajGrNDgMTlrh9oa1m3RGcNk2aDioojhIwap2X/YQq0aIX7NVcfUhYGhV/06h6HPm2BFCN9aoxIvUBCtSN8ShP+3QfLxTB3z2p5DHuPn5aRIca/S0TkyPydGSRjpCyUNc1wjwhHoFbOqKsHFxjb7Mn0X+Jb3cOtYrTvHYWtgooGMIT6jXukCujpGrZlz3Pyf33cd64ir+dvr+7rHnGRsvy3XWnfCpsR5pxq30hi2HD9vXLdKFK/I5l4Xi1vHntHpUidWKc8SiPoLLJHlJLAWlJ21xtRHgOWBRXpKq4mqPv/a7OmFTj6iAVLUZkJKqYbl7Sbymmu5gxVZylTPrEoOHU+lFOxRXFwGlHTSTN9wlDEfzT7i3pPpkJVY1uy4VEkh7k7OcQ9tOqr26Eqkq8Bgd7FSxCtfusxJkOhs7R5lMS+XScMAk+eRtMg5BBA0ZS7twSqxGdXnKKu4F9foYhs5U7fsi+NRwP2s9COT4rO8Nft/Iuph6rTeWS82DZlq45nv9Ihfqac05JtGjDfWO5c896aoiV/UazI6uavuGXikASADYDVKP/2tCdNgQxUGJidV0FmLL3XjKE1IrZsUSAEqqYkJ92c+8eFdd1bAe1X4rMuuGF6mlaD3HfSmpyrqqxnbWs5+4kdHW6XxtXb9iGpd9C9c1AsJRyiw64pl002z2KyZWm3OD6M4LBHgDapssHBBBw6YYNz7bEPKpOe8W82OtaJ6uvnzwPm4KWgV/D17gHQEmVcMf/+9vtlCr4lvbjJfewfT+wIqqSItZCanKfJfqQOEyc+MGDj7+r6eWrvFpEavNYVxObUWGQq8RiUjtqsy9yVqNfyG2idfJIvVus0WOyzebgkyFZKpicOnDjI8ZrI+NTqT5Qry77hXNWo2bIOOjNDX8qseldBqtWsXhtwCvGgC91ZGhIW5yVcvYrUvIu4ylm9/TnIXbilQ13x83ebh1L5lxPb7FIM8zQN5d28cWmardVlweXcacsA+fogLxvHV0m/p+lQDYYA7YaWjFZ963mItOBWz1+/WkhaxlItrYkRlqzScB4xtHV++izgtFHKG8ZyVVxeXOUgC6Cw+SwdZt69Oq3IGSAUQPtraleN9fs9ZqvMSzcHe8WbGGxmG8vWRtmR7j3opwjtdutu9K3a+MVRJAW6e2A0H1trUYmzaZvOtbkkqK8kQa/tWHfnMIbP2OcXjjya+ERNwqLjs0dJNb4sg4BLE63Pmx44M11mX/gVjdJJhNeulJ/xZD+iTctr5ZJQC2J8eknJXkaWzflq37pBP95F8NuRpH27TYbUrFtVbFrdFVHVp3XkgBrCUavioInl5WbriAr+VYLvRW7excfMWszpP7gxCroeswejLzVR+jx7hNVt2qr269DDNFO/LxkaviV3K0yRDycUwct7Le6/fqdtzaEgDtdujUWSUBYtqFj6WPNOLEWMxKj37J8S9cvQjEQorFTh5ubT5nOZIYFvLbSUds3Q9T3h+Db8GvRnoMkgBTTHrTe80MIwq/4tNvkpUZQzzetFssL6+pEtWE7fGBBEB/F8nKqiipLO6NJh0Uj7/2O6XWF3RV7c7GzDQTq9ted6QEK65eBOq4ilkpocA2wxIA2wfL2KxmnWJVrl8Nfa1UyNVLXdWtY7Krfa1x3zlTlWU1GpGLNV488A4UsxrugLgkAZhQ1c0ujFcX/dbUHIphgdpuF0igIe8yWs9bjRHtDVv1p9jsZ+PB4bTpFhMukAQYGbEMsbrxsWVs2I70UySZqudWNvJUQh42A+rWASjC9yu5ulXDmrNUkADo7wCp42okAIb7SIhVSAAMkap81HTrfMMmx6V+gPKM1q7SfZZYLg2ON1Hrv26Hlck4jGUBv9lItl0XTHpzPJmrTPyoJi8yVfu60GSA82ZgHFYNcnWE/omip9SvYiHkJwWnFW6OQwKg19+3W4WtgPuyV2xLPJtNk/M4FROBuAxZP7+OQQKg+yVtYhX9dd3PkATwY/uhnxKLBECff52J1VjWf6F7w/35WkRvu7m7FixFv/T1WFHai1V17y9e/7rvrjGA9AwgzdL9EJE2Zi3EIUsCxLFkdg8XK90pIi6subpdYDhP5m9U/7GAAmS397cpVjVmg/CpIYS2LmalEgBM/Khf4bqasja4MOkc2wVy1dYjpszYlmP6mVTdbtyMzWLb7dlyPjGGy7bk4Vjrtv+74NPIx2zVmpjtZwtMukVDY8RHCQ4Ua7KOW03mKkaMLTxo+J11xNrofJyaL43LxnpgRaZHzxs7a5Orqqt6rDWRENcZATZTrpFTlrfOp4+LJx77HjAKFitSAYDYzOzYSAKg23q7betiVjxeCPHD2qogVa9I1bps9Eli8ysZ7jGeDCCwJbmq+T+GVI3RdrYyHaPYyTFna73iAfpQKxfg6iBwPhS3HT680cVl6iBZ0+6ceLNUu04EcnWEaJDYs82YESNpuHUQjjFTFT41wyp4rxsZ8zOAC/cTkfHZMLHI7cuUXj1PCbeJzW5tXfsuQzwXorm6ziV17oVUFfNBxuol7MzjFPcnJeyBWB0gVZkWi8/l2QlYaxV6q/1dt60kQM3BiQ6TnHCd4LntW85Fh25lUI3Prww+q41m23bIrLdvJwlQcbZqzdmYyFa97DqT82jkEWZ17Ao/QtbqOMjrk6tarMqQqvFG5XHsfN+RDrHKXw5ydaj/OfvQt30Mv08JVfjTEEoxk85tf0Lmqr0XhVhd1bfW9OO03qV8WDpxR7PCTZvTwnqN1jI2a5GrR1lbYby6XluVpBIA05JWQKx2PKSZTnPi7xq+M/MdIFeHgTOL+PWO8ujRBk7GvD+zT/P+GVtsTe6p9NuiocfAZMiPfvd3XaS42nJZKBWzxiWTr+Ig2aoY+PsQZ79KBRuNy1ioXvejHDeShcZ6UjZKqk6bMK7h8zG8Q9eoa0U5P18MctWOo2KzxpZuWoS8H8tzeArHts58KoW5FSQBRvrWFLNyMAHcEhKBglRXNa1LlVoMM59e+8OhrfGyqoySTThs9MQSMlWv+7JoSNXp8mogVq/Q5CxVlgCI99IwxK7AWavrZ7nEi0yrZRKseZG6TmtFxosJjoj1bdZBov8trN/C/6SzvQ2NLVtPqtjFOnFHdm0LJuRjjsjbeZYpVpUM6VzjpIWNHhcuT/4YPgVIcs/rkmLWY9vOq5pipSvNHXx9J4jVAWJV3Cq8X5kWpEAa+rI7l+f0bVSngBF8arh3ZZNUSBkXK8A9oRCItViVy/cic7V/RqhDVkEVp60GIjJkc11O2SazgnAxKT/3lAcqZe05fSIIYrXTBUyqxikBcG0rZ0kAjGr9nsTbPUoAhZ7ECcFRQwKg2w/mqEddcFZdahf8ytZjBW/qrJBdV7GuKk8qmsE/NQsK116Oa2azItxb/D+5KSazAnnov+3hn6j5bqE3Ldh7uRBcOscGwyN/+YbQ84VQ3wMiaJwICoM9+6wWK8XVs1ZpFYJKESOTubrGWiIl+2nHGyZXYf3r9x7Pj81J2/XfvvyNcppRpjywnj402ceqALqnfO5QeQvgfsKdl5piiWVTrGpeQg+I1ZYlx1msaihwcUgymasggXqmcw2xGk4SQDNVWfQZGiW9g4LQBDeJDpmQBLBHn/B6q3xERY+5r3GEc/kEce0naAZ4opMiZK6OmEs4chXFqvpHKiVN5k2k1/b9wVnhipmZMX23a1tYbsN/3IQEgI0UMGRkioSq+aZzte7zOivl73H1Fef7jHQWlqHOkHm5UUjVROeALQDOWasgWPt4DE5a5exVX5eu3nhzHRIAV5hKsSrWVZ0uAWCeBWK1RVXHLgHQNQAdw9hFjk1BK19ul9NzVNcvVCKBzidusliQ+e91E7w5CzzVCzNFe89JLckgHatiAyhWZQNXSdV0J6G8HFCCA1cfArxlqnkofi/oqto9SgQAQk0U/Hbj4NOQtToOdiiMcrCfcfTc7zB62qnj0i1mJSNvBrHCvSfH74QswDhG3u5QweIm2TDd1VUbD0gCDM1NGr1VT3N+SVrxSNR6s+vNH8S6qsznLDthu2ti9ZwHlV6u6qX98TLsDnqr/StUFQBqMqR8T4akUnlxSJg4DBPJlBLgjMP0M4DW0DwM0wtrPFWpGp+X7qaagkx5TBq94VMwIZk+4azE6rrFmrz1wQoP0rmJKbjj44U8R+BtkGUTRh8tifMZHHX45EmcrZvTqlDk4Zy2xPeb82mUZZ0OCYChvs2FWL0mgMKdgovPV6a1qFirlPm0ZuV1dyaZqhd+JZIAPOfJYc3o39xUEoCfu2ySopmqLAHgv42pPlE5Zo7pN7N1VdvfvmtiVYFQRVX+P8tNdkuzqhpyFd7S2wuSWnr0vMvMBMf8dPEtrSX0uzlwn7PqQr8t9PPhU0MIMw3qSxdSSdWGOOSQjF3VDvSNLtLCyVVojxl7vpkaatYq/MuOl59NC+NXORwbHLOtOX/3veE6pw2+fwNidRhRxWe5zEyOtuPbFnPCyOit5vRNPvub8SkxpPuE9OpZeRad5M1fPmC6jDgMCvymD1d8qgX4CKmKehXX/iQJ4AcqS048WE7s755YTT1X9dJCWBKAM1dx9SOgcs0+Lg5OqsGBQaCLpx5izQ0bP3bjw/ZifAbLkSz1LV3mmoJM8KtzPxvby8+vTOYqyNUhr16euVrVB9n+CKaJE2NQcmpT3tqYIFddyFUnQ+m9CeRaP3Y5ZqqaL+3KAsAGLm3ASAJweh2wmR9bbL+UYq4ZrzvPheKWE1z+0d/+ifOKWemJpUpIVaytrnqxKKkob/XUkodr18RqyVU8szIyPt50JCrC6B56sLftHyGSAPMG/POEip2PJQDOmc7bf1gsLVBdVR+7PrF80TXBFV/Ltm+RqqLOJcikMqhkOUMC4LovjZq2wWb73vbVAp3iqSSAWYz7enYOzznn083PXFUJAJyssFBA2eujg1wdiAQiR9JsXEwqXJY3IT83dhpbM4RazsQaMlfHNy2QuTrXkyy/K7TgUM6X5GXWqimqMsYgAtv9bbRop5w+kkxXIVX9EIe52J/xpbK8t6hYVRePXRKrzZSooVXzclpNFn8wm+DIxWGs37FAEkAnjVzgwk+6eG5YMzy1ZPHmGrxzn9IssUjFZg65qstazl2EX9l7gDN58xqrdMqsMbVmUh7VzK+6X8dz3sCbl7UKCYDhmJYz8dNdjC2J7jn/dokkwF7sx7X/90asuuKyx/tko7QGLeaz7/OUALhEyBCrZr0NC+paECchFPqPo3HxiSXJdHb9geNzU7+N4Sg5U9Xz6eNdEqttXdX8lqq6AFNJAHhRv+PPkwTQQM8V45BO34erHuPOlVQ1X2wIjvwih59BUvVWp6BjpCPUdqb80k+L433KaT+12axwn0jF+01DLQO5Otxv08hVJVU5wyXvo4PzbH1fGYfIWh2xEs5cdTKkfdmNEyStm3KWAOhiAZ8aGa2ajVJkrU71ov77c5cA6PMvkKt222H3Gq8TxykLB+iq2mAUXdVb7+vOHRKrrKKQ/xFuzQC6I9kyxHWFgGr7VU6Sc+ddeNV/zEs+wo9xKJWWm66qDRv41JDVTNFbVaropiHkQape4mqyOffiV2wMcmjJT1DK7ClqDW7YqF+xrmruG13zOllPGO4v3oAMGlqoum2aIkv1GsM9ZaqCYJ0Yc1lrdeJPcHtnJpi5rmpff5uYcj7IBCvqrg/O5GoXG12jci2YY3aSl8ujQ11wTOI6OSwB4H+OvDtiNa9iVQOTRPkT64mqpiiuHgSEWB3HRgM8OyETQKBVryaWWRarGvOYcbsZe0K+f9dcubH8StEKKnizIj/tUF99e87i3cukkvVEpmVm+sI69uc0U+VRv+LvMNVfNcsFVxeBvZJjIFaHiFVZig46C9sNtKCvIQKxihhrQwCSAEtto9Bj3Du7LovEmY/fHw5jLE9VFVSx7EbHRngkO9ZcC4bz64BbG0cmVsvivldd1fbzd0asFnTYWQZHLXqrblkuO4vb+rlNMSv+n9bFlqQKQf/xilBtthLrwn8qfRq2CHJ1aNDnzFUmyWx+ZXRV85ePmGbNZuHOGYf7lEZgchVjlnWh2igS2//OSse8rQEJgD6M9kqqGixArg7EY5EE0NzwywsSAEOj2J4kAIYIRJDuw77lkMcybbKU/d16RmXPY5ZqrvIJU8xn+s29FkkAXY6bcavWgqVSsArXae7TwFPSLRUlczphrh0Rq3vJVe1OB9nbWG8VC9VeF2qOng5uCMquD/Qfe4lVyTjcc8VpkKv2ocmut3omVTFZusaPp5I5F4FzmcyAXB1GqT+r91JXtT3RdsE8/3v2vEBt9y7IVbutXxezOhOtsJ/hGLFnfOBTIyMWillNHmDPmar7zji8lAXYNxa96wUhVs9nBPnEUlXnL3k52aFkuXmgsrjXnE4JY0u7IVbLnepM6O67IVdBAl05okDCpDNn1nVIaSZdC9ZUDbezMTkwRPQDzjTcN6nKnQGfGliiNnlzl5s67FYqAbDXjMwxJ+YJEjZyOFcDi9Uh79LtifbFhQpU7zrMhHHMcmP++55Jn95N0Zg7a+O22eIObOh6jtzGZM/4XB5d1ri8ZzxsMYezVjE6jQc4TUBExqFBSqTDTtMdWFAnEgs2TKbq5jqvr2pIAHTdrCioLJlUDetXOyFWmVblYL5fZ+TEcOitDg1mXOxLCSAzGeIdoEKOueNqI2AGN5UAwKUIgGDtt4Sz3qrJ+9FBH6TqNV6KELBpISNSLbj6ENBjp+e4I1kKpwnjfuc6Nr8CydFZip1XqXCwHgS6uqEA6dp+jE/Bt87YKAGE+aDNX2TbD/AMhhM+9a71PDCOtzxLyMPLI+/rROUY4hsX2x67OCHjrj7XrFguzaub9Mues5DENDUXFrsC66NzWxa2Z6wTGLEnHvuerENcUXPRIUViz0FKM1cNuepgGbu7xURsLmilwaSWAIVd595FvVRyXxzpMrKyrMPown5iSzmKtfDAX50ywGE/naUqCnl1LI1p5qo6IvOnj/hpaHj2KhXdMFnO8KsuXDEsjBYG+SlahAAAIABJREFUUe8/B/kzBqlmSMF2hnECPrYNi3McXhKRTdHCMWsN9ffF6+aro4BNSydlH/LNVaN+vATN6Si1hEBmcwjTagdx3OHTOog93d5Sk2FOZ6oN9Olmu9hC87upr3N59MR7xsZrrXLP63KszW3Qsk/drZCrkTmxykOCZqvu/ToPztBbtdtCS9dPJAD2rB1qR0kX8MDmatCvDSm/92jTT8Uz9aOk6toR2RfpPWd25T6h040K+NW19TQZQFPgN13OFVEXuKM8hldFSx6y4P2nn8qufX8jmHzmbQvbRtf0RYiPBvt8hrsP+XzrHp6Vvm2E7iUfY4duKc6/lvx2/lsvf3ktL9LOzIQdndFqF7ACLpdWJNg04xiSegdWogDHAk5BrDsLv+rAIyT8jVa5rzmNZe01lq9xJvxzqoroOJ78u6ghGROrJo2eqVVcZwR4J+xIVAS2rFggn7RV2ExgZf3aPqq89qo6lom0pOu2Zoz6P1HFvd+4z5pIvuyFif6NHUk+xZ/e51z9R12aRgHGxA5xJ4UKTKat2GoRhxl+NeMn143w8pCJdtOdOF/bfos73twzln1c+F+PZXuEb0Gcb+AFKhapPeQPa7E1XiUVlzfzsHbs2XL864uBbc3DOO17zVb1SUfAtzqE82kMV3u6LhS3Zo/F/S5sXHT6h+eA0Jy1LD41W/UkY8gnmIT7iGDuGqGbHY+sR+u+Npv6CcUTj33fwGitx+jnDOen4wNzftzQN/PebCBQ0GBanUnjae983OGUU9sawdkGNNUXTvcrcdhets5+1IIfbv3+gaaL1sv6/bIAzFV+Kpm87YHfkPqzBKU8Lagk206qRU3HYFa7ba8pqS7KRh9pie3M+I7pX77JLwrOeN7kzXG/VEo0gQC66qTTQr45ILnEq+K2gOWtA7F6jSH0MS1r1FpngGUTjNmvlFzFdY1AcxYO4AhJ2CVSQayeLeacrXo5t2WCY7HcQKauacjVPduRbmrxBiCvrzBDvjb1Ugpsiw+14NFCVkgrtIUGlgQIlctSvOHxH850SOTdVNX1gyvqpPDU0Q35A1y6Lteuxn2BWKbD9oLPQlGZC/B4AGPiEFcfAhxpDkKO8QWSw2YlNZWhRvpEDVNsBn7V23tXC3kumpJoP6/VbMSeM9JlifGqa3dsH3o+40ySgVgd904QQDqvQQZ4D/XezGlsZ0dhO8P+hTGrYXFkLjgei3Zzhx6RbDJV+8fyquZzFwCtzybYrzhzNQQ+GROrvILnzDpkAQmZ0ez6YJFqD7tNnkLrhp3IJcwZiWSyBHwUuoIq1rbB1YMAZxteV2LEZLF3qNeJEjJXlYCXHfjmH/iWBYH2cSYczR0zE8SdZsRCBviVqZiMurK4XmpJNepW+ZwxO9vf3xF7TJ/vObvQRmCMnR0VclVGfJBAfZs9+4snOgMUJhWZqv3d39ZVtRpIQUdIAljRUb1V/5IAWROrClclC9W9X7q5gfxdux3wzk7frg9sx4aZLkT2jg8Thwdkillpn0NvxiEIjqERqaISqYdUmZMVOP51YSyaGaUbOpeXsj8wneHZ3t5jDyQAbINVTSUTzhYPOmeu+l+Ipb8+UWK1T2c0/W8bjyfIVB3AqMmsG0JREn8wcFkh2mdWLxtESYSTFb12Icf/ZY48vBkhq/Qap1NszsWFrJhg9XllTawqUDzgV5K9ypOmvV2NAlJDbuzv+936uy0B0P0FJAEGJ0SSXbfPGZFm1OGohX02qJqzRgLgyrNw7N1KR3Mhqz1Ha8ly3uF47TZe6bxmdEIN/xpcqLpjnc+dIICu+9KQgaypKnF3IO4ouaq5dbj6sOTiuBy694MPJAD6PeGsAe5O6lTMcMiJ7/3Yj0sc2dNmoBE0EukInFi6Mg9NaDpcFKsas6G65hQodz8ce15OfxdJgKrwqre6A2LVkKvHXZqV0oKo/GoLBDpBHtv1AblqxU+C/D7xga7q0PDa1py1T5L3NGGcOhlRcnV/mxYoVjVmKcYmbH7VbKfuz3TGgLv4+95iDzJV7QSQzgKHSVVZSTQ+dZxkaXu6mYnVfZJieyKTXSxa4ytTpO72oL8Z3zR0eX9O9+xprDKSEKZmBfyqY8k1J/HeNryFm5WLV0FvdWCjXSUBdHx3j1e2B+6EWD2Tq3s7DK92gp2KPgfQOTJrY7o4kudccbd4mMZdO9RbFVJVdlTT6KL1WmkAORerGnv3niaNY1hc/p2LWenYtZfLkKoybO0o68mlf6+KVdmniafFKZJW7cjuKe4gU3XAw+qaDhPHcZZlq0AAWUGVzMPMYzgyVUdGrZkkxZ7issu4375nH5IAnPLOEmITg/JUMBO7/3yy4paKGTU9QK4Od7iM6Xy43cNya0fEKoPKu6mcuZq/w55sA7qqA8vP66I6I66XWChesbm7Ile1IBOOA/bYF2ernI7/u8dZTKbtvrqfzFX2KxSr6i6kzL8r0eyazXO+D74FchXEar8NaKLF9JH8XMxqxTlWUq+qqarGM4CT+qRWY9ubXNgAvOzFOZmqXTs4F7MSej5VMwnSbkOu5rdxoawF64aabNUgAKb6UNFYuaGyuJn9BZK4IJmruPoQ0GJWy7HZGbHKbDQTq/mbldZYLJH1Y/ERLVQ1NZN3n0fencOMFInL3bdQrGrYHtwkAPqeAQLIhixnrubuV6STaWQpXBjBuRhM+z9PWGiKHiSuIQRyjzuQAOjvfe53rrswZz2gxFpJdzuIy/OiR76SAN2TAyBWwxCr7puI8yw0xV8Z28t1zBLZwrKkgmuZTZjmpNiX09tcUlmwBMCyC8WshvHzUcxqd8Sqls1lAoiL7uTrufyFWjEOVxeBaRIAfb/GUtVqVZmTqzW5H3HfleeJSzSk6kxyLNfJog87yD1rFaSqnfw5u9P8+Qp8y+6FOWPDc8CZ4dhH2Ir6GaZA4BJ8pPBFxuuIpR2Y49FlSAA4WIUHVkyPLvN63WQyzh//HFqc3C25jVtyxgab6xY7ZLaKJQD8+ACKWQ3NB43e6nysd0isMqAcrPOeDiGVfsBxnHVVbc9A5urgLCRLclUPDEJX1dbzBptlKta5TRZ9ztZzJVflIC4kAHpNRRfx5k/zJ3o850Fy3b7IVWSq2vvbHP9f4lHm6TwbPGKv3QK2xh13fWifI2bYZ/kiOcK2cuWnc197Slk6uZSsJ/jy4a0r4xH4dXnMl5siZ0ZeDd3csRomVQ+zdFWHzK+qmzVbYBtN8fE8ZnHm6tw5806JVeZWTdZqit1ubzMyVYf7c54EQPeZIFbHUFb/yudSUpUF1fP5Jr9fYiQAlgOUx2TRL7onao2JtswOd1eSVbfcbsIgvs1T/RMRuniBb9n7MzdsQKxe97X4FZ+t4L0cj66txaxw9SAuiSwm8TDVOH+WZDlbTarfEspKRQLSq1dpSxV7V23xUF8X73NTzwpnsSIWZDEnbD0kO8fbWZNbVhDVJZXlfF1V2yvZo6qaTzX7HAknf2C0P1hCru6XWJWAzXIATfXKaLt3SsNUVxVnv/ox0yn1YQqgA/eCXB0G0khueIJ748dUJssZY1BPT7A8gl/ZkdxIDn/mW5M5wurvmVs8SRdKTKryhUXqZR+cM1X9Bhz41cioNTdFYQsXGngnilXZweH4ycSqz4v9ilcTSFy1zL1Z6znhI93tjS6MVec+PvXpiZzx61jnrNW07cdnrOk+K3ViVTZ8iwJzwOuOlSzVQopV+fUr8yqQq8OeWVUFHbmi1UT8902sNnqrc6qChgyU857NRFZJte8Z47zGRPgrk/buM0CBXB3saJlIp5/HcdJVxaZ5T3drMa+pA89YgAABZENIlxo5FLNiMt4snLBYtRGrQjuPuYv731HMamTISp8aA6k6RKrKMj5I7oEuUvMv3+kebNp35iNFgrHKRqx6HKc6RmbIQ1EN8jkezjPmqH6V9lxZZaBUXzWc/UTVYa6NqQsqSy5WFRYX1lvlku5h3+L60fHcZ5b7xyOP69MW/7smVrULNbMu5b3m00EJz1lj8Zj48pb4kQDoawfI1aHe0azwdBerSv74zcZcbs2xPEEOVcpuc4jBP+0JY9g+KsSvUr44WxVZCt0eDJ/VpbE4k8TMIA6g2KQ5ZuH4f79JhJIAuPJfIVf55BhfaUdov86l82RexIePcf5aDgmAYSzVr8LM/659yxSygl/19UolmXWJEZQoVmVxsDC6qjZvht6qPc6pJICOXa4XiNUTuXpMcip0mv4HIjdcDSne+0w+ckhyLP2szHD9ZyZD6S1UmVD1fcQ9HM4bPLk4iDpSyAUkyFVbv6YqCaCKWlT6kmTZwO4DvtK/tqqdaAr4Gck/OkVyFZmq12bXJsZ4i9R9aTTPhIU+bGQB5j0h51+dC1klRwClRlgFNqNLCYDQXnX+GJ491JwWjv646uH05sooWmpz04JuvBerGgsJrLfK6RrrefNYi+L5O88H76RCpRs6IFabvhOFpMSygJrcE8kaC3K2KR67nt2SplSBs0PMflEGR97nf/vwL3VXOy3yWUsEwa/sPeuvWNWY3aU3YRz7Ih9/1wyg8pRd5zbg+3jzsmfUVIluVCrtXfa1039tTkCE3AjkVuVzNHc6xm6/SC3ugFjtJ1YZF5VOYQmA8HFHCjVlIYLk5ifT7lKtTCl0tEJfTGub/e6U2urrm4ees2amarcdaj/VqdjRGt+byjuSGbPY93HC1mJWByoDyKuN2rBIAoRNlBltQ8Q3HCuiJil8tJUgVtsQCbHKmavhJ1+jPeNwQzNVTGqC4vBZHm8Joatqax4kAQY7rmZiNZWsVbUbPeKO6xqBdiZveIySmSxuYCq8GSiEQfRjlu72yoYFJACuLGX947FNf0ATYHjYSgQfSAD0dyP7FW9RrF16QPVWIQlgnS1HXszKnBwAoWr3q7UkAPpaUMlaPfzcc4Mp3eJXxjxf1vNKDamK9dV1X9dlU7Aq9Ma6za85BWqbdy82/BUeoHqr4y8CsXqBkalknkbQlmxMBCeLla9JqpomgFzNgVwVUlWyVccD6P7uYL86tLBZB6SYJ4vb2gBLAihlGftlxisUKujrKdN/6/jTeZPrrHkYu/1s1b7YY0+b/AER1LaS83mltW3HzARN9ura70/hfTFXMwex6mBBEzQHHZ426ZZzTHY/njvpBQnfHPN4ZbSnC9FWTRjkIE1nypklALYlNqUqSr1tG4LA6+GhbL9MrqqP2Q0YxOoV2HzMgGukxXuJzgzv+0BX1dpJ4YpVjdkFyNVhclW1jGO9VAKgTRzG2tIt2hW2WNXYF8U8YRxre+i/FyK3ETe5WhW8G4/ZdL8trE2stlpxyqwLbaVpPj/2uAMJAItH1TySb6fHqHqrlJgI0lo+qvPkKQVB1mpZ+z0Yry5RN4RCDNmikAQY9gguZhWL/Z5y96UuQ1oyIKvEHZFGMaTq9nNk1lsNr0i+CrLeX6LFrIYLwIJY7YWdM1fjLWYlU0WQqhGSqqZJaemJeo88Aw+MWW8VuqqWjtOAI5pIWxbzip3gWNOPrt7VEKvbT8lstCEkAPqQWatYlYttwr/sKMWKTVnGnALgYnVh7tlKAqDva/joIGaE9n6OqZq58XP4lW0uyJPBeGJOrHE5TFSb9tSYMsKVWC2pwHjV2amQ7SUqhVTlgq6RzOBlzAK5avM41lplctV2gVi1jh8s4xunJAAkAAYWQDLoby3AjKzVoSlAnOQqEz8YSPr7Tf1JSdXtB35Mpi29FGXWan3hV7FkUExbooS8O6ajjChoNTZuhbSEqc9GpurAwsZsNEWQIW+yVuM+TzDV+vzdH9N4DgmAkX41m+z+un/2k07+lIgO9uwPnfnDmPxKPkGO/2+/fpgJZ7if1aUQq7FhozI2WBPbOn6omBWIVRuxyv9dJAHimQ4pXWckAML5eapP1p6KZdcH5OqgHUVWzEqLVcWzEx+XDzZ6xRFlyUc3aYykw6Q8VEQLjdMmICbUJwu5LFS1oQTAlc2CWB1z41jiDopV9fdUTJmq7RbK8cEx49rt37ePO5cxGUeVu6YYkwRAn5vUsp4AadePDftXvYksgClWpbqhnJyx2yDX++FFzXzObXSkqmksS7VweiF867r7pEBlpf90r+INr//RmiQo4epFoL6T/xxDPNDNQpA/NksVbcwoesq0EH5ljSpC/sRBPqNY1VDsN6RqXHEnFoIjvlEznmJWIq3REKrIVD1bii5yzL/HMLO4tGL41rBXb40PMlUH+qdWdf0Y93EgCRCvXyFTdbxviogkAPqJ3/hmY3G0aLuNC/WrA1EZ3zxny77h5a/QlScJgC1bM/xu6K3a8bHprRZvfOLH67rivdR4MjNjMjGdREudtM0pOxEmiHHGGEGHbVesaujj4yAOI+ieqyaoHABf22GkEY8zVbEj128jja5qpBPqrQmOGP1K26S+tXXmqkpr6IVxKx1iVYvKxGvdW7ds67gDYtVuAaaIX6zxhufwFZzL0oE1VdVGmXVNRl+sdrN9zNPZesz0WEyaolv31+X7m9JRG4zppxO24C0uukSJ1QOV5U1cpmJpDZOrcQpjbg/fmVw9y3opsSpiCpxdt4HnbY/LeAtqmQ6N3xfojkoWytAnscGrNAJnq8Z4bUccxojGVZuajYut2lrTDY6nWME38gjxTqe3Jjm2stvx96okwDY9p7qqOF3RWd40hEr8i3cQq2P+tVXcgQTAdc+cCg4VMZXVsVvQUbTrYtJWHrP2tf6ucad7LD/U29s+DL/qR1kTINJJPNgqLoeyUd/PXY98bopVNSdsIQHQ6clGAiD+uaC2W06f1TGkF/r2CD/P49MoRx7YmxWXEKsCnIxoUAGywizYbLNQRbGqIeNvjipvRCG4uSXI1UGcNiJXIQEw1CucbRj/Zg4m0vY+NNlbbjHK311Kqm5D6fr7Cv9P2krnbPqX6Aa7Tgyn/3ovv1g79oD8sVhWs4GU0mnTY63qg7i6CJzJ1TVIh3ZMXuN9SfW3zMvTIVUNj5HOOLuuNaw9XvE8sDTnEhHqWp1daLGqSE8C2qxS9VbjkoRb14Psb5MClfxPk395IlY1KFVN5moszY2nHbLDLJmra06HdGBDUZ0Bg45OV9UalrBKHXLnlTPmT8WqkDjS0ysm5qQziK49aYxnZBqONyKOf5LbWGd2C2I1futwayEyV8dwWjPuQALAHuvKjYqzjNlH399NISCcEbT3p8FoDr6uvwGpOkQUNJIMCaYamphsCie52kPu9605Vkmec5nO+mG1vpdM1RvSYl7pXXUjCZBey8O3WCUBeM5c0AWxCnJ1iMBjilOJ5zWWp+ccR+iqDkynE9v1QebqoIedClqFDYLSC7JjiKsfgfglALrtXnPSmJrVFKuNWVqsCpk/lxay1tFW/3bZbOxCE9IK7VpxB6TqdRcYYozPVqwxJ/ftXyhmNYyoObbMd/kcU9rx2OdzfdvHls9TCYA0yR/FjQkOZE1Y186cMe99M6o53sLFqnBiqRd61lVlYjXlqxJJgJRjQzj02QPu7uprYlUDEhOIOAPWC/9JbzVs0FYKDotUuwukIAHQ1/rttHrDhRNPT15FEoDt5gBdVWuXtYt5pbVcXYvk8GTt6z1GKmWHH89NsSosVq+JVV1npOVPRgcAU8FxAiikM0MCoB9djve8vEtJAqD9JapZV29YvSGk1fp5dghNSBCrI31zmiqkNl5deBcojIFuDuFX+joueNv84ycEZPQUlkZgUpXxSfuzqvog41binxGkE6QwmdFYvXiD7GbgoIoVdcHm2Ih6++2b8/IXwcmGrOYn8JQ6VbcGuWr3LfaAMPiob5lsTL9+m8fTOOYcEs3/0R7Ygly9vX1OEt0frphVoxeIo18WOzCjeqrj1TZ+lYRTmUaGYp+RAX5lBibGi35fkWa26slsZMzaXsr4wYPXR+huYaVIsAHY6fJTDEtLV3XIcKvTaZ10x94QjnmSS/CStdqa30Bfv2e8YqaipKI8JJ4Ffv40HnWrGlmrNt/sJ1ahtzoSyxrypzm6rFUT/VzmsHiqGhx+UBh+SpOnsMarAr0DkgBDwPKmjupC+r5KqhLVtvGNxPXz+Bj3IeHNChCrozbSZHiN3jfxBpXWwOmKLmzpSgD0G8AWmxYTTXG720NU+mqOU4IAuuxWk6maQeKPfJghVkPMeFwdIk5i9Tym+zi2jEzVkXWVHP/Ph1RtrAeZqwPd7mdMb07vglS1TJzS1lW1mQ/IVbtjWYlVHfBRzMoOHe+mctaqGYxcpzBjpCEkAIYRaqqV+4F7w6eAXB0C3z+5WjSkqr9NkA2Nx/OrNQM8lyJ5fiaL7hCnkrHKKwy/e8w6oa5AAPUai5IB/Kc8Ys7afuXugRHd6SFz9SQyBb+yMfzJHv+3L1K3zVyNmVjVtehyTUhDzmKjwmKFkjntM01o+7is+11bbllsj8HwOssTNjJWlblMdbx0mtH4LaVYFSet5HdBb7W/TweJVQ5IkAQYDEtEQq4uv/gwpUYlSADYJ5+MT04BKsyR9+XWGMETvOqtapX7tA8NhuwTo6vql3YL2eKxZ69JAiVDrDagqSSAH41wmZZDAmDAHP3gPGbvq/1dFt+eFmOrNXrFF/nKXEUG+FWnnSUA8qyNIufgTkfWVrRZIoqdWNXaH2dJkjnkKIhV2z6FxvO0i1UN+4sQ89nRxv5ixJyNCzMPELuRbFV/7cnhSRpvbqjM4CSgtT9qFu7D2rqLzzCxajTroLdq93PBho8uL7tQrGoMv1SLVY19F8hVe9D2ofOsdsNHlXH1IWAyVfPDZy1yNTViVfJSWGB9qUMUvGGx+ClLWxH57zMjVhu01/KtyDvXwlTwf15APiNTtRdXkQBgwnkJthEblOHkt5gRpkCsctdVwjwzsT5/3Fny24jNZ37TTqFqPqbzX77eLzFmDdAYHFMlmcXdBk5EtSStLPPJ9axgxTfVBRXlTdYbFjrTYb3V3CREltnJKLEqj69rqjxlZi5rbpy/VkkAJlfdg1L3SySbbsFkIU5kfLUqV1LVLMAWLMJ8QRzrcxZu6mg99KbQGbNJuFoI5CUBcBVTVzoCliKxyjPhJVMhZKoOLFK8FISIO1BhkTrSP3NjT2sOCAKog7EQq3H7xdLWSYLFBsWs4idWDbK1kKtTfAOZqmOxiv+euWM1EFSVbltMsZ+lPp3G76cXipM5YFECy94ObnRVPYtvxWpL0Fu97Bk3YrWltzptTyNWMwjQrvpu1tB0OvkjE+p9DG5T0Nfj241+y5QfJnUv9FYHu2sGuaoUqh5RAZ3ah64hVfOOO2sQQOkRq2oPKgkw75JMVWwEnsDr2ln+C7fpC7F5lpbwr+aQq5AAuO7wBsfcSdUzddhIAqxo+ikRq66SAN3igfnH5GkGc8JnJ+QPo7PGfHBaL8R1t+IzxvKYrHEtdivJirjOCHDSQsa6qrauruvSw9ntPAzJmViVoFQdlx1xygMzy1fw8UrGZ9qlOiVMACE69SF3yjacTQFM64+t7pZiTTABO/wTyVXNAIf2i3UQNLpImfvVGpPpVInVuZIATKri6Fcf/5NXsarhsVAXV3O4w63G2NXfO1VvFRIA/V3UZIDnKgHQO++t+QzcelvCKRGrJu6YTFT7Qv9SNgDE6iVSprjOkpOWq8fUhS/UkLyeXy1s7uo/dyGeVQKAM1W1JgOI1W43HfLWVR2wyqrGmpvhmUSsihOBXLWaVU0VAzRp/8+k068eQRN4oeZTNce4E2jv8iZuoa61vNWrPOG0k+oyKWp0VYVcXaV1ib0kX13VsUVWiI5Kl1jVRYZbzrJmMSBTdciCTGzaT9BxWYiF8Llknum6iEemqrVLNT65jPvJWMVoQw3ptdaMMB1i1UA3njEPCYBhM+PQtCdStY3GuViT0CCj/rinG5zGdClWBdwu7ELGeiacb3crj6BSNiBXJxOrUp1RyFVcXQRk6Sl6q26TQOiq2m1IEdSjBvu5IAkw2NcOWauGjEdRHQuSvL3Mmbw7lB5xmjDOCDZJE6vyvTWVDkOWbgJCAqC7QFNY9jROXSCgtJcrgTjDv5L/iQs2IFavulmLVe1rBtgFgWs16am2sPElPWK1orpJletmrnb/fb+x2TYHNP89rE3FHrcxZg2sv3vHrCYOlbwux3XF/9REpZCqmsm71wvFrGZkrMoyjAkOITlw9SGgkgCMj33gQqbqsO3UuyNVDR4gVweG++YYj50FkmJVOx/YbPhpPeV9kqon73IhOSYOazkQq5IVNkKuQgLg2jDGjqNONKUEb4ckgFOnDcUdSABYGSC3bHqnHkjyJsmsc07VmP+J6RGr/K1KroJYndbve85UbSMFYnVgpdWMV23f0kh0YPZwmsHt5e76QGV5s5evHfxOjstczp0tZo/WMiNjVfEEuTpkV7zNzJmrfZfu+rDRYSe1H0PNOtzzrhjI1Tnkqi5AcETFjt1h96Szmzj/tLlR+sTq+XtLWci3p0OQABgc6UX/0dyxxynkGR0sVAcsxUasIlMVpOqg2UglFOLM1ZBXmsSqrEStkplYX/XFZiY6Go30kAaVyLN146LR4t0lBTRGrrJ/NZmqzfF/+FUHMwnRKgGA64yAEKv1PrN3ZxOrSq4eIQRt9STO6r3eazYhHPokNuAacmz3gxzIVatrWfRW6+IglBCuPgT2p6tq27bxnbSaE7FaNJqrbeygqzoWUcIf1R1rwfZ/bwh43861/Yf5bUEbH2SqWrHVXBdcBgHNAArHrqZMrOpa9GwrIH4sfnPCCJ51Mb85rSdyxWWu9ntDOXeI1fSjst9+lq2KgjNV/T43eZz5NIGcHmXNVYnSXj5pUXyXaWr4flpIrHJmJh959wOYF9Rjeohgo5IJpitFIABHle2c2W4lAPoggdyG3Z1N7NE7WDoCuqo2tMwAt/eDlWd8fGbX5USs8gq1vcfMMnaSv7rCZCSmoXusLXpErj2yj/1iJ3+XDCCSW4++AAAgAElEQVRc9glOg07Ln+Bbl3FZ4s/OtVWv7Yezf+TwexDnSpdYbeZ/LWbV5k8Ss2cbVnsxvqAP5vzUvHrOb4218DNEkxabgP0O5DrHmUvKmMzPefzb+a3T338+zj9DH78hVZWzMO+e3oYLzI2vTn1Mmx+e7Qv+B5bQpwmCBPwVHsqxtizvUeFbHmGq3ZhvlWJ9asaht20XEatCaEBvddhEL/RWuWf3VOV+mvfqkn6fqeP9SGnWKnT8LHYkAzSTzyVV2KwYcDZIAFyD05roTgtTV3e7EatzZwMLGzfz52XNS3gm5NNqt8vnziGy+oh4EKt9aI9X63bpo5D3LFb9WkB0SO1AQ/C4fqThQ1zv796XmgtfyGvM/ei8fmfmgLognM0qnEDp+sDd3RPugC2xJ7O49fANlw3WTWOfG6bugMR/p8yUedNruenE/7GTWqhr8kKquS8x7EkvTehmJpwVm6pSfIDSdfdJeiGcqwVMQYfyhg6He7u0mMXEKiMJctUeJyV/o1YZX2T+DOFkCGeE7UuUfEsCbI2v35mdDGZc5R7DvcW5WAKA/4QNi2u/mpbBa/Oc29tnj06U/Vr96Ot6b5ji+SHyWnweB5qDgM9lwTkvcwqqc1qd2m9EPf465VA6PwYv2BZPRQY2M9QLyHm2oxPKdiYRq4tdKEQcOM9vQHD0d5CSqyCAuoS8IQ4Xm3V2D+CMQyZVSyENVTEBY5etm48gVk/QlEVDqrKG/A7nO16I1TO5Ojxd2jTubEouyGgmn79sSrHk101AFENfcs35dUMOWpqv/3nOc5d8Ryq/1aMLZ+Jwvg2ciYUtsNaBedGm8Gngah/naLTHnB5svnvJ98/B32SZhKCrxu34JD4/fuuu7vCVoXB7M06spgfsHDtP7yuXtBibOX3oARWbTZ23cZaMP0ssNo3fgljt76elM/eh3r+7e30axtFppc4pNavOLLDaBYmS/KiAjUbm6iW4RXFApqrF3pRwPmfyil81WasBTTTZRxvfSvYDPDWcfYozVctivwXIvRGrSowNTRhjWKhtN6EVahE7GgOuq8W+cHUR0GxMJ95wd+ApLjqg+dfOyQlOxJ6mNxt23xepyk8FsZqTp0z7FmwKGryAxJjl8IHT87XNJttYG2P5u480hFi+ZUk7jARASFKV25cisarY6DHutmudsusWprEs6beYfyuVP3getPPlliEOY+6rrdrWxqY9VxazEVHR7biUrTBxee/eJQFEV5VJ1fJml5mqxkY8EatjpKqLSeZ7jxm/QG6M9DEKoXUA0mp6Pkmg3LzMYMPEKk6p2HsXsYexacgfz3q8+RGrO19xTQiSml2H+U/4cgATOiXCWy9JVROLsDgd6ipkrp7RAbF6aSlmPlOWnBV17UdsO0oA4eoioEk+Dbm6U3hAqto7/pwB3l/QC5mr/dipfjrRfiUBWFf1lg6H290T7x6IVSwqhieH/ROCnY5n458txb5waVlc6GKOWYIhVvX4V57FdsYwcPk7iFVFaX5VYDvKeRGrWIy6+FPfYnXfWRyQALDZDXRV53iU/mbP5CqP2eVKc8DUMlb14MlwwSHGjzMzsX3R73/Har/eZSPk50eqfH7J2JykNXo+SzPCm6OC+Xy2ty/ZqySA0VUdsh1vIEf+IBCrATvItkQFyTFCRUvm6p4vkKpDvT+UwXvENHrQcfYee0Jkf+dDrIJUXTLq7HkJz8U5cV0jAFJ1uVXslf4JnaXa7pnUiFUuxukylisJhNjU54WMimTX7Qwe6KraY7IhnMd8C+Tq8Li2N3L1rKtqipAvH/dTfsJCYhUZdbbOHxurMNgPICfg7ZVcZVIVWeBziVXeSRXLQZpCL4T7jDt6XHtssjh3IAexOhe5vH53HvP3EnzkUOmutbTGLFglAMY06cb+PvaWvP8ux7pFT3MvfqX9CWK13655jsfVyl2vqtrrWmKE/Gn05jlzdS8XJADsPc3YKLHqdkESAOSqGacOh4cm2Y6bhaV71wJiFeSPlRp0mCfvk+CY4Ci71VtlIf59LSBcrOJUxGEEG0gCjKO5x9gTclGeB7G6n8XVuIfMv2NvWavIVB1YqK5Mjs232jR+uZeCVmtKAJieTyVjlbnAKeSP+T6Qq3Yfr6imPXDPIFWH4nxBfJR7ivIIslbHx032rawT5muiw+E+HQ43yGZqmcMCYtV9x3Dc/PK6w3WJukeCw72npfyg++1Z3AlSdXDon0A4V6y3moVNhPmIPcWekKQq9076xCo8xaeX7YVc1e0/2E6f7XC2IbZHfXqVWlpdV7vIXF3belIhVl0lALqWB0kAuy+aY8tZE0BcrXxCNqbfyBX/0xQbltdwb6tZQ0BvdRiznMnVsryhQ3l/F2Oyu2cQzSRWQaraQJ66zNgTwTHFMPXePZGr0FX1RaqK5dRKrLLGOq5+BPKPPWElAAyqaROrU0cseNMYAnuQBMC2Vb8VmOFmHjHmcNRpzPgy//se9Fbn2c6yjk+DWGU5n/lrT5CreyVXjXQEFgO9m4DFYZK0Rv+mBYpZDXFCKmezLEbH9muOxTeHhxpSFb7V7p8ZxOr8gS02w/Ddnrl+kz/BsQBpiUa5Z66CVLUOSo222rysQ9VbneuXC6w2mZ/mG3uMJl/4AR/EajLmvmpDc85cBbFqNyUfBatAsQ6RQLlqrm5BqSrO8ROry0hVY00gV0fI1Sq/rQtIAAyMVQVnqboVghtao/HfJJmlRnmLPpzyK2ZV0M3NQ1QW7pq8q06+N37ZRGIVuqpD/TWXwMmX3PBk3ZnrrdZ0mHQEwxOqyTxmHqmqn8fkRu60/NKOzC/+cI8vmyxOwTRNYnXuaDUFmX3fmyuxCgmAIVLVBzkGWnV8np1j/PJhO/NibtzEarNVIYFnyUapZo3lN9+Z1+d9v+KZU5VRMSuQqkO2cZZHWLTGaqVi1tUS//RnxzE+SZJ8skhbLehQ3qPycLsoGsfYR8vbxLP+wxQpAJCq45O9+d2Sh8PN/37bL02YZm2tPHMPka06OPRPEf3pfRDnVjG5muNCzI+/ZRd7eNe8XG+CB2LVjx3m+JTcyFVkqoYmVXU7cBmBlKMnnb9Jc+o4vuc3pm9FrcZLrBpS1d94jqzV4fjAvGqVCQEEXVX7yrosNVvV16V+Bf21MZ4obd/SImc3N/d9mU1Wz5GZSXkzhVj154BZIelxepcdweG1o3PUWwWpGpZUNU+HJMCYK+YRe86ExJId+DGsun9Pj1jNj5CY2mdr3q/kaspk2ZnI8kdvrNkD4d/l4/h/+Fbm9YbUDy3zmGvGqa0IVWMR8RKrYU6egFy1xwI9tpx+dl1R8ElAjFjXPa2yGoyNb3yUWGXbyWus8fU1qUsCsE/dHLhYFfjAXr/iInDsV2984scdXADZqjbHcgBvkk/mQXBM+uQJN+dFrtakwcn34DYB0Khv9Y1LxRpAmGdZ+zz92LOuBIABMi1i1feIFXUIiaJx6Rez2jDv9q1voMf+w+/T77/2SXryTW+l480j9Kznvi29/QtfQG/3tvFkTZQ4FLe6r6VOrJ63fbeflMRJrBriJwQ+kAUYXNM2WaupzhZAqtrDsZKq4eTnTnIbWGxddYJAkmhGONvNobxPRXnAbKfHvdinqGw4nXFiFaTq0IwxxMCTPsERco6dC7lays4GrksENIuDg9M5m8MXRrpbyFnCvp6Y13NyiDu+yXiXHgax6oLSvu/ZkJr0APw2rX/6lT9IX/NNv0i//h9+h37lsQd0PH3JPfpD7/6e9KF/+gPpIz7s3enZD3n4xJmPQKbqTOA8/KxLrLYzQD08PugjTFu3zlQ1HxkfsRqSVD13LR/Llb4I2ttpPpzny0dhyVJpv56sgK7qEKnK+ITP5GWfqirpjVSMZ9V2ppa5yv14ONyjsrxdFadkXsabFZyt2lwjGasgVdcmVc37ciA5wjiFOWeQzGjfAwNI1T7bOC+MePAPZD11QdBXt2ObctzZglRlJNMhVlOOmWHiwXpPTVeddIuWP/iFb6O//RU/QD/+5IDNls+kl3/oh9PnffYr6Hk36/Vk+03rEKspy0iE7ZdUs1ZjkgHgHoqNWC34NFeoSWDLJCEJMOyfqRWz0uPtnJgRaAERNpwFfvqZdF7BtaiueNMC/WDrVNnUCdzjfh7PxapuqDzcA1HeByjHHCFVz7Y+QKyCVN2KVOX3pkxw+HHmEfSNmEv4l3l+A3RVxwANTZBBEmC4B9KLPZxxwguxMcsK8/c0iNU0pnBheiiep2ovbGSok2HYKJOr/m36lv/uK+h//63xBheHR+lT/96X0V966fi9vu9Yh1T13eo8n5fKEvWSlI8nDsRFrIbRVbVZPshVe0xIS2/1rB2aZ5Rb8lUFcbEqM/cIvcYyLa1ErDeeOLcEwRC/lZLckQvScrEqzlYlzsoMAULKz+Qdip4McBCrMzp1rSWqOhyyFfq7KEVJAJCqY+621oB/FLfCMDG02Bjrq1j+Lr24YV/GT6yuNWLFYhFxt2MjunIGKBu1tHo1fesX/H36335ND//XxyMdq+qc3SEFFJh84b/e0kd96d+lv/r+6xZT4KNxGD1mmFTAn6RArvKcvoyw8EccxKp61BaFUUCujpGrTcX3gP679NFrHHFf2satfm+wWWt91f7O6qzhs9XnR/1ekduI9GK7OZQsAXA+5h5pU1dvFs+Oi5LnoddzTwuximzVoV5a0w2qqkJxIzv7w6qZqzvU/Beuc7xpfvu2/SUP+mvppPFYVm1Ixm2L9PjbY99FbX+BTha324CKm1hdc7QatyvcIerRScCwhQSAAvNG+pm/+bfoi374cXryqSPxkTke5x/cVVQXJd0KqVpQWRzo4We9mP7GP/5i+qi3XxfSpkTBui/F20YRYHJ1rTnEaGM6N8Smq9puXizE6hakquKAYlZja96Y9Vahq2rvPYPNFqSqWUfUlc4m0pj5TI3sy+6PVW9VdVW5WNUN+q2vizu6qhdr0uviVSBVxwaYZW40/dcpkRzTv27hL2pJpl/4kDV+DlJ1DOW1B37W/4Heqr1XUog7a9tMH1ogVsc8G3/vInAesWJcamwpWPAW+o8/9kP0z77uO+gbfun19NSY6Rzejj7iEz+aPvPTPoTe6+3WyVqFBMBYp2z3dznjJQUwt2vD2JtjzHXemljVPgtfVGesbziRBQRQP0qMDBckiu6STTboqvb3C0sAxOBXkAQY8psYJQGYVOXN6+02u6KLNNIgmR2LlrPdrzoZqyBVYyNVTXtSIDk2c4PoydXGr2Ke7W/WeeEKVbl8kuZCRbwKc/mIYPfEffxL3Wn7vouXWE1hwymY8Ub/4C3pyyFwtstUfYJ+8qv+D/oH3/mL9AtPTlnBF/SC9/to+vIv+SR6+TuEP7IGpbG4XUv9Kr7YFyOhanpyS2KVE9Lb+o9bWhckAYbRZ8lMPUEQywVdVXtPxEGqnjiMije9tjxbFovN9reDNy5icS2jqwpS9bqv6ua01NDubYdYXWfHP27z7m/d1kMJiNURq6ljFXIBqdrXc6djcRGQzUysbu3fccbEZokaKTgxZKtyv8VJrEbaaXEa+matilEWYJtoeKTH/+Xfo4/68n9Lb5jVGwU9+z0/jr7+az6BXnJv1gNGfxRXpqoqisZM1o0CGvCGGPVWY+6rLYlVsWKZB26/ScpOZeQkAppn0o9mSYBoCKBONe6kgfXc+C11VW1rPiFW65gjoedOmPA4raizvW8xmXpzeAiZqld918y4ypvRmh4tYhWkqs0HYlmimt3UWAiFCTEj6K2isNjosAV90eSHc7GqSCaMk9se9gcxEas6oG1DJ4RF2d/T4ymk1wxuERDyBl0Qq/7sbI9Piolc3SwK/sFP0hf+V19L3/FbT81XTb99AX3i5/z39KV/4UVBKJq4MlXPB5ZxdPk6ahjaOZbM1diphC2IVZ1TlE22alyRnyUBcNkROFZbbl2YOeD2R9xjtREmx2IsOKQcRhFLWI6u+4yUzZac083Nw5DW6LEMiToiqzHOlTbEKsifIQ/b0sjb7ULWan8vmX3umpdksWylSlOhqzrkVzFtEIBcHZtjaFGQGLJKYpEAiJdYjWXEGrMp/J0RiEUSYDNSlYge/5Yvp4/+u/+WnlxqEs96BX3Td/439LKbpQ+6/H1cpOpl2+KIyn7xXvq0uIjV2GlVom2IVc470EJ0MV5y5D2q9UQ8KEnxVybJNmqSKcgUa6G6jWBpXssSADfR6kyDXB22DpGn2yjuHMr7dDjw5CnOmLypX0mxKjct5+KNT/xEDRDt3bXVwGFrEcjVEdeKRm8VpGoqpKppJ4pZWaOO/GGjsf6iUTEuwuLKWI1txNp0KpTMy8+9tvaENgJa9y2vpv/nb30lffH3P0Z3Dj324nd+Fn3CH7mhX/75x+k7fruT/FK8M/3P//zL6L/4Q/5wjEsCwAEg3HKBwHb0DzcjflKVW7kFscqJBzGO56f5IB/LZVFRXFcIaGbdVgQQE4duBMceu05IVSbG/A2B3mGUPQskhVtx5bCz9rjFuqqlFKyK2HC8W6LrAwvJVnXdrSje+MS/xshhwTZWYECuxk6u8qA2ni7u6tJ53bdtsaoxLGW3MOYZydgHrPD3beIPVw2O82RFPMRqrCPWCkaZwSu2oTi3FyKof+MH6Es+95/QN792rBMLesX7P58+7s9+AH3Iuxf0mz/y0/QPv/E19ANvav3u8Pb06X/zC+mvf9jb8XkRL1fM2apePjDjh5jF6ZaZbSlQq+sTq3GTqidyVY4uY1y1hYj19VZRrGooXMcqAdBts2atMjsPEq+vP/UEpZE4DD9AF1QSSwDEvNEVHoX+N6gEAGeAu9sqiNXESNX2gL+VocX/3o23wwpOpcdkrN9O4iZWuc2yWzghiMbvD35buM1CA8TqeC8i5oxjFPcda9OcOlXc1m6e+qlvoE/+vO+mX7N0zeE+0YsevqU/+WdeRp/2Ee9Dz330GXrn079E3/wlP0Jf9pvtHz6LPuKzPpu+9NPfm57lgVlNh1SFIED/AnVd2zZjY3sRBmK12zNNDngicyxT2yLukWOb1umx5RUJIJGO8BDYt4Er6FuNPMIUAihogxwezhnhormK6woBQ6yGHsF4fDocHopSkzcKsxAJgMOkpoBYTZRYleUQdlIHjH0bcrWO/HjTpOjg8eaYilWNfZZOFuM+SjP2DaH/vl7s4fNCcWe3bJ+xGnrqFdqa8HyDwHqSANvkx/b19Ft+4hvoL/y1a2L1lohuH71Hn/zR702f+mfel5776CPXi4+f+Wf0+V/7OP3YG/ikgf7zTp/4RfSNf+1l9JyFOqu84EhnyQdidSiKrH2sMiXLYdzWzFhVYiwdzzJrrfXmPGmNhxJ35Wx32HYb4jDsW1J9OssjKPmTFLEqy3SMXTarC6+3yqTqLZXlvcQi8hp+ysk8B6KJpKr4IKQArjso8Pjg1SIw2A9xqzzkr9mbkAAYNu74s1VPBAfrRyWSUeE1oDg+bL24E2+mqoEKxKqj0eA2JwTWyVpd5y0uH9xHrD7zuc+kv/JxL6OP+RPvQc986OHhx7zh5+kH/sXP09f96Jvpl54ieuEnfBF90+cvI1ahq+rSc+ndsxbBCmK13zZSJFX1S1QSALks/f3K3FjIgjtMFqZrO6HjZEFlcaCiTGuz4rzWYi3jNNseumc18oTyLS1ydnO4l9xG1xq4iz76BF3VdptArHZ6aE0azodxrEdw+Gjt2s8wVT3D96ouUzmzbu1vjPt9XW2z1HZTQa7a7Wut2BO7zWxLrIaPbXFHmDxbF5r2LFbdcBzuowtitSB6+fu/M33BZ34ovfQ51xmq1idVv0O/+13fT5//9W+gNy0kVkGq5ulTDT22wselRquulbEa98mTMcOAJMAwQuHIVeiq2pE/YxP7PNn2DbKOkKU6Fs82jCRFzPOuDmdj3hzuQ1qjF/T5pCo/DsRq4sSqTBY9O9zYBCOtv68hCYBM1aFBU3eb0xw0ebDHZuoW5KoeD0rBbrYjVkGqpjUWTWktU58hjsjFIwFg0DAaq79+Q/S+7/Gu9KV//SPoHR+apmklzzr+v/TPv+BH6bs/7H+gf/RX5mespqOrOsWecG8bAd+Zqyepo0QPVIaSAuCliU79TMZh2nbI/WwyM9Oc0YbDXzLreNTyXO2dCaAU5oHhkB2gVVuas6ljVDV6q/Cr/v7mQnG+Ls7+PpT3JSMTePegyrgs0HIGsdrC1J/Z+jJ/9+eAXB3CKjS5WsrsMcQy2N0C4r4z1UGfiVUREcfo02tg4eIOiNVxj055xBr/OtzBiRy+A08VnXJo9cv/kj7jM7+Z/v1L3oX+6Zd8FD3/Zu43v4Xe9BM/Rd998+fpz33Se9IzZ9Q4Aamat9f5JlS7aKWXq6pfEIpYNfjkdIwbmav2GCHkalWL1vXcKN5+OnRV3UhV2bpINHnl9IUsJwG9VWuH+5MEKOhQ3lJ5YBX7VEesgPOUGcWqruYB0FhVSHJYooYjOQIa8WqPDkSuymA2YwW32ndv+6LkB3uBr6DjtjBG/3bfsSclu9kmYzWHESt6s968gb6J1ZgkAE7gPvEr9G1f/Q305j/6wfRxL3l0AeZHql71M/S9T308feSfe2di5bApFyQApqCV/r1MsnaliuZ+VerL03DEauNVqZM+HcOoKs9pmXMNL8Lf8czkKATZ0os1INMrdLb0q11+L4UVJavOB33t8sbw95g1hEgC+DCf8E1e/Q0+yNVDeY/K8jYr2/HWEexPHjLkkbGaCalqDMs3weHNYGN4kKTS+5wQQQJgrFtzGfjVcvKZxIz129S/+4s76WSqGozWJ1Yx65xqnynf74tcjZJU5bj6+K/SW594nA5eFomc9vLOdHjRO9DNBGZVFqrZnTnBGZohv/eXvZo6rRomY1VlANLWVbXZD7JWh0fUM7k6JwZxwVK2G5CqNpS56FAua6vuN4rcRpV+TA015+Rxa+6+RVnc0OFwb9Ex91DftfVzJVItlAAw37B7YjW3Jao/gmNrM/f7fqbEpK9FAMhHrzeZquDarB2V28BfsSwA+tva375iT2p2sy6x6iN2+Y2teFp4BJaTq8ufEOYrazq+5pV096Y3enz821D5dn+Ybh91D9YsAcALlnyWc3MIDY9dkMijDLk6P3M1D4sJk7GaJ6naTmLxNedJxF0mNZM1IafLQmrcKrkaNxIZevE2pHNq82RX49FNC+ivDeHFOs+TVgLNJtfh5h6VhdGvd58fufZdqvfJzK80mznLv2LXxOokw1yO9WpPqIU8hNP0A+5LEkB1VXH1I5DroM9Zq7nGjWW2rDFn+kT68q0p2s16xCosb5mNpvzrZXFn2a/D4nZ83a/R3Rsf8/iSR6l47nvRvWe6jc+QAPAIfYKPWiIJkAetGiJjNY9iVWPmjMzVYYRYEmDarIWzVZcVjhnrs7T/rqRzivPkqbiz2oZkvU/9Yeb3G38yRfTcPregm8N94kxnXD0InEhVP9YGYjVTK8NO6lDHLiVXQaoOoZv7oM/HMGqQ6h0T0EyDpXEnRdsBsZrpIBrZZ83NOY2ZVGWIqzc9TnevexXVvnQLy+dT+bx3oduHxztQJQBw7RmBqdRPG6tcrMd3xiqTY/u4NLuOSQ7EkeseF0kABsiRXeX5335sZ6qHnDN597D8kE2LCl5ls5IpequHUknVFNdXU71k2v3M3HOm6sFrotxuiVXHOD+tjyK7eynJEdnn+G3ObEkA6KqOdUTuwVvmiUXsdMVYL4X7+/S4k56uahu9dYjVPYxY4WwynydPjTsJLPjrmo5P/CbdPfH7Hrrpbah49rvSzdvwQmL4cchU9QB3Jo+YnrWq4lIgVi8NIGdd1SFTRzErOzpMOo9rQvL8pmwkADIJKp4/g/Uxi3JfRCPI1WEjciFXz7qqOuPB1UKA6Zzixiupyk/fJbG6lyXqdIJjZy43mVzlRS3vqCI4tS1F7Uxx2Qs00Fsd2keVocU5ezV1fwpPrO5lxNrZ+DPzc8/WYBuHxu+Y+epwP+PNqgdvprvHXkXVW9884z33qXj0pXTzto/KGDQ2DoFUnQFx5j+ZQq7mQqiaLvWXsZq3rmqvC0hCJmeuYpy2hQgXclUlALC26sNQdFXpwMl1u7tqlpNAcQtrv0vVGEvs4XHq5uZhFKuyBW7J4vXvVLsjVvc29GGwHxqHJkoCoErlAJj7IVUNCCBX+8zBRFgQq35mwHsbsfyglvtT9Pjy8IRwam5rFJg9/Xp66nd+dXpTbl5Cty98Lrkm9PAyFRcQ6CIwLgugdpOb9fghVpvtCgEnN4TGfQV6q3aMTGadjXs2BZnGUd7fHZqwwtqYrD+7P7/iHuccKOxb9Nu+1PnqLWbFuqoPaVGmHcbjsUghhKoUyfN/gVj1j2l0TwS5OtAlEq15z2fkAqk6CNAeB3yVjioIm6kDE+qR2VAOdhM2YxXE6lho3uvf7Yf8Ezj+b+u06gG99dW/QEV9nNCtB6offh+694J7I1SzPhKk6gRod3irRtzLuGvm0EJyZLhIXU6smpNc+yR+jJuAXJ1OroJUHQqy+ylWNYSCrLWEQdzhgOTwydeSAAUdyls6HO45/HqHtxgt50AbFbsiVvfqkyBWB0P2aMTWZSofcdphAHL45BzIMYfP7L1Fx/okc8PmfvLk31mPqWTiUOGI1b2OWJNNbJc/uD7wr/8l6WHq+GZ646v+Dd3eu3X/jupIT9//AHrGCx8aJVYhAbBLV5n00UNZqzmSqgzOXGKVx3ad/+1QAsBiVSBXh8hV1Vs97bcXBZW7KXQ2KQw18mrqV3teY503LTRzFVc/Am1ylXVVb27upz4bDNTVBRUHzlQNN1PeDbGKJapdhyOQ9Sb2WPtZg1qWa/s76u7SgRjwuSJsQ6yGi9MuXRHtPSBW53QNRqw5qO3tN5eSAAlnqnLHlY/S7eGWnn7s/6O3/N6r6HCPj4mQxQ8AACAASURBVD+OXTXV996PHn7b59Ph0Qd0vHvzYFILslUZT9VEx2VboBp8mtzVhjzMlVSdS6yes3iZ/PGvU5eqfSqxavws1a8I127G5niqywBCvh9pXm+escE6S1FSvVX+Xxi/+uzGJPqwBEBdlKMbzeG8PNIn1yQF8uqxyqYLmw9idSGAqf0c2au2Hus/a8CkKga1S8zaNoTd1GbA58qnWFxYnMtMhs5/zsmn/GesglRNbVzdqr2XOaqJE6uHd6RHHnqU6M3/nh784P9Jx/Jt6S0ves4AtE/Q4ReeoEde/jl08+LnEBVP0lNvfQ0dLe4DUnUrK03zvX2Zq7mSq3MyVpng0PkfSNWuhYfLWo2BUFq+MVM1GuHFEuonBiiChbZLYjXYaxJ78KlQMjXamEtsYK6GWyEacJtdw2snrtx5S1TaNqWnJ4hdbhKt/eF6xsjntcbacxfE6tqm4NMIfD8LxOoQop1iVtBVHTS/NQKUb/sP9TxIAowj29apG787nTtArKbTV3m21Ew8U57plHS/fAndPMwkzdNE/+KvUvXzT9Ldi9+J3vTyl3YyDGqiN7+abn/pN+mh176Ebv/y/0T0XO7Zp6l64jforbfX6x4+U5ArKTbfpucSJHPtzN8CaY36SOa48qXdKN26nS0xm8k97g9Lftrd3RPTzOiUkckLeb9tmdaQeO8OYyMN1osgn/9jL6JXvMxis6FSovJsa97c7ubGwfEv5tgjkgkNg4e1VuPnHP5aldznW/KyuBGu5+e1SzhiaRTPnw5ELK8h/rEVQvO+I5dfZU+sLnGAXDq5+x0gVwd6VkRcmgUHduJ7gTK6Whjsu/CUxDvxiDkW/5IUl6VRtT0RX/KwOWJNRW9p0pvboay6Kd8Ly7GjpUswyXBZ0u0Lj2gu9e7T/HeKWTT3nj97CQDtF8dgb0e6/Z3fo/JVT1P5Jz+a6NGmfb/7LUT/4P+i+ljQ3Ts8k55+4bPp+Iz7RMenqHj9k3T7O2+k2yeeS4cP/nSij3zf5kdHou/9Gqof/SN0fPF/QsdnnGkAYz0zYM/6J4KQL3PKDikDDMf9rt9slaUZxmePU4lV4YZ0npx4nnwQq5USZ5kWOlsKmFjNaXOgkKPdWEtco8rEqkomAB9Fh71KZUdgL2d7OSXeyv8wVe65qPIBpwmWBquZvwexOhO4tH/GR3PnZivE8eVLd4MHp6eskSSToqErzATXFd2tj1/VdYXBzdZZJ2X+gd6ctdtuDv7OX9Qtt9olTzB5va5WnsZ9Nzd+iFVTBG0JwmkgNr2V59yW6b/N+RfGVpRCTIchK6qayje+hm5+6EeoeOXvEr3fpxB9zJ8iOhWxPRL9zNcSfeMP24/dvejjiT73k4luTQ8fiX7wbxB92xuI3umlVH/Af0rH93guVQ8XdJRb5sfNPG2ICw/l+WXevkocrJ35kydgs4jVFshzT9V666coHmRisNCqVMK5LnpFZ3+14GJWV/LfahRnsplvVRFVeYYcZ481XEXJhGqpmZiyp4NLEBB8JNZ0CzKVRIxXQvPCXLq0eOOTPz3NRF1Ig5DoOKc3M3losg9DNijNZ1eznU2j/NLMnU1FSsxme0/XnQf/ZkO+5572btl+s3+na7Wk6SlTW50CwTEt5J8RWDbDM/RGbgO9P2JVF/FzcmmnWmlK95ucqGXWl9IXu7X1HGna/hwvSkJP3T2g8rd/iw6/+HNU/OKvED3N1v4Mog/5r4k+4gNbxCpPMl5H9F1fR/QDP0t018HkhR9J9Bl/ieg57e9tiNVvfXVzc0n07Hcj+s/+BN190DvQ8UBUgVw9AVlgdTrsaO2hXJjDfI9WLiZWdejCJdmFquY8lpqxN7BMpmoXF5wmsFuCSAKYU957M5jme+WEJGeqigQAvKprBjr7403j643jc9YqgvOa7jOdWF2zdYvfZcjVxQ/K6gEcrIVAxI5qq181PClRqv/7YPR/gNOF/RspgKycAh8TEAGTi2lewdsy+UyQfBGrBh3e9JpLfQfsxI0eXcs+vGiyAZSePugDJb5JdFHf0c0rf5EOP/ITRL/z+s533BJ9wCcRfezHED2z+4lvIvref6zk6gOWgaiJXvjhRJ/+F4me1b23IvrBLyY6Eautvz/8TkQf+Kfp7hXvQg9u48NnbecCqTqE+KVgx3mk4mPLedrOUmJVUi0wT5ZZjSFW1/bpFN5nO8INcrW/90y25pH9a7eSCexTeqw9z+g733ON33CRbb568SluWJh2/kvwy8kIZE6sClXWZK5OxibLH7AjIiOqr2ubXNVWRjYHKQ7l0HOxDfr63zGfzjJUePwopgo56pjBHcTqELhGMAE8IlsMFPy6tnJ5/L/PkuJZfhze9AdUvuqVdPiJnyP63dfYD6oc3o3oC/5XohdYFgCv+0WiH/5Vopd+INHLXmRZQfwB0Vd9FtGrbZ5TEj3zXYne9/2oer93p7vnHei4w6UadFXnDm2NX52yV+c+J77fLSdW9ZvkJNtJPzO+7wzZIj3gjvXC1XjVHFUeyzasIAlgNU+jt7qntaghlQ+tYlUh/Te1Zw9lqra/RZJYRBIA5OpafbwDYpWzEPeeTG8mPXqsAGd2+olVtZPLS5RLsNvTG49yrfK+VvDdx3vMVg5PA87EqjIseQz0vjNWQayqZ0ACoD9C9EsA9I1c20WY8sFb6ObHvo/Kn3s10ROPOSj/PEL0l7+a6D3v9zT6aaJf+0Gi7/5Jonf/WKJXvA/RQ33k8WuJ/s7nEb1m5LuL+0TPeD7Ri19G1Z96f3r6eYddZYgjW3WJX3Ahq/wkAUCsLrEJjcilFNaJZ1NryRf5/K1KAIyfUDoTRT7fns+zjjXPiHa03S4ZuuxTnK0Kv7rasJAdLF5DDWPD6/RacFQpBVyXtLNZbfjEZRfEKgO2d3IVhVFsbnMtAdC9U7JWUZnxCkBIAvgMxTk+qysBcD01yEESwDexalDa8+kCnS7uaBEx2f1dsNluEn37fV9Phx/6zWlf9ef/IdEHP/fyN0/8GtG/+ddE/+5niP7d64huXkT0QR9I9F6vIHq3zr31bxB9+d8YJ1ZPb7hH9NIPoeMn/zF6+uFpTU31bmSrjvXcpQxA/92GXOW/budjY18y5e++iFUqKqprluyY8vb075XCOnv7aIduM2sEV0IHkgDDoN6xjB9rju6CINNMS9FXdbC1vdxynvlNK0wFvdX1LGQ3xOqeyVVkQA05FEtFnHVVbXdyaEeVTzuOp8KE68UuvClqBNpbObZpkWZ6tGuERP1JlsaFI1Y50W9/9KLmg0ECYCDaTnCTDZYk9WN0/8v/ERVvmtBMvvWP/y9En/iezY/uiF75r4j+1bcTveatPQ96BtH7/+dEH/dniZ7ZfOObfpboq76S6LEJ7y2eQ/Rpn0dvfbf8/Qyk6gS7GL2VydU8Tlzwp3ojVpvRPFMp2l6rEOLHISNz1KQyvWEqCXge+TcYuyLvA15nHTNfbBkt2VK0QVEErmuSpgLM1N0r8atGqzZyM0++eTsjVtkk96cwehZCwEB1FaQcZSIk6R7i2b0Bbz87qMnH+xU+wOyntinBIWKVm9SQGokWKApJrMqG4K7IVSPDP3XauIJpb/wKNwmAvkauO+7f/PrP0s0//Q6ipyYC9v7/LdGnvoKorIl+/CuJvveVRE/2karNc4uHiF7wh4k+44uInnskevV3E/2TbyB6cuJ7/+hn09Mf+zw6TvxZKrefeh/V34b3Kia5SSMHkAmD6I9YPUMsM4FJmKbiUaadKmfEUmGYA1/3naAzM7PyPAtIzSbCt7eqa+KqBble7EtlcUtlmc/Glc++0vWAKa097clSYJDJ1Uxk2KZ9/djd/lJ8dkWsyiLVkUgb64JU/r7n46SDfcS6I3KDO9GOYlapWH24dmICPY6t0qQuR5Uvn+VvWBtvo887QhGr7eVbzhPpdl9ojJ1uOz77M+5nzcVmrYXYkW6///+mww/98vQQ8K4fT/QXX070az9N9EPfQ/R7LimvzyL6459C9H7vQPSGnyL6lu8g+oOJPfiOH07H//KD6OlHJv4umdubHLC1TCAZXDw09JS1mja43onVnUgCQAKg34emSgB0nwJJgOHYpMWs9J6Z3LWH4Of/EWI3dKDycJMxdTwPN2UseJy5mfeA06+4wN5BdFdxhUFgd8Qqw7gXclXzc9Oe8IUxe33qHDsQJSUc+wnZLVE/G8TqWPe0t3L2EXtCE6uMuJ46yBtPkKrjvjV2h/3va9nOm+n+V/99Kn73wfSmPvvdiV7+fKJf+mmi/ziQqdr35Hf4Y0QveBXRz71u+nsfeTeqP/mT6amX3GRI6bMe33RIdvULs1cxC6c8iln5J1ZZDLLQOl+ZXlJYR6iOjD9yQd9NlQDovgrkqh18Pi4vc8JUsxF6Pk3XViVBAqC/3zUFjLNNPcQbJlWLaRqt/z971wEnRZG9v56wkWXZXWCJAiJBRBEUEwoKgjkgHgqKoGL2zvP074k5J8x6Z86KAUU8FTFgRKKKIoqSJcfdhc07of+/qpqemZ3tnp6ezjNV9+N3dzvd1VXvvXpV9dWr7+lwBS57Vf+gykpgNV1QzWXWkRWb8XR1kg6oKn2LXG/hdNotJU8neQL/8J1cumbp4vfYZCRQr0P+Ra5KauyRrj2uxm8Z9bgVwCqTC5NuJpXYEpFvo+T0GhsP6UaqJtZqwKI8iQEKdSuR+8CbQNBNVuoBDr0ETaeUZxgdAI9UNd0KCXJIhpTL+VYNB1ajgicZqc31OabrWOYDFAAyAuCwo/Fmf9NAXky+KpBXFssLwgKnCDUAXR26fZyJLFkViQLnJSaB6OGUSO5yGeV1yCAl4CpLE8uLsRLIYmBVuq5q1IbFWMXoq41twDOxZ/rkQt5OLVlVsu9wSgD9WnBfDXT35L5mW9Zio5hAyYUXQ85kLeu5FcAq81zSv8xaCDEIPtPjcfWYo5F+xzzbERCEb/4seD/+WU9n7Xm3/QkI/uMQBDJok8GTVaVgSvqDU9hH6O43vcPEFFpp+iPmAatx4jG9F9Z8gKxOOPjTUtbSVeV0eVXltRchlhIzADg0wTxZMiu2LnQrrspAYnY93eP1glOBNzcUKaiCRKsaWxjfKgNXeTFSAlkLrNK1EB3QmRYDxK6MZl6vjDJ7Aqzqlw4FVyklgHkbVaN6zOvRL4EMT8SpX0BRr6N3PBi10zWgSylWYRWwKu3fRXLFMsW2ueEx0hu+tEumKSO0LY0rveNTuZ1Cww7kvPsRhD82uMHsmrex7aEIn38cGoszwxKplvkONYkdkiv8EkmhAeZKq3IvuGo6sEpmrKjrMc8HGaBJlSoIqMrX/YlCYiOJ3VYzfk/Ej13VVgcS36r59m/wFwgoTCgASKSqh3GHutk7GCwdaVRFIlXNkAyha/FSCgZe5LxaejLPamCVTgUZlsyK86omdw+iaFzuXylylU4Gbj0uNMmbZh4XKY9YVTYVo6JVY1+Q9qluwAasBFbZ9iVzuLOlRFXpLV9Mcl4OqNZ4CoDETpkh8QD8X78P7xd/OECCWprgAbofh9D5g9FEg0LcG3ko9Vpwg+PUoiKnP8uBVRUNsZsobkZNqFegvKpm+E6nG3hq7TNvH8TBVSUNkL0WowRwa9SqBx6PQdyhqZmpK55iFADkAJCsks30OgJAQW3u14wyjKwHVjMNXA3xwaEwNvRTAMhVLC2zzFtQGDXUeT1cAmZIwHhQlbXSPZQAVgOrTDruv5XAKQDUxqMRkapK3zBnES2I9fD/7114Fq+V/bBEZ2F1fIQyd7MAdDka4TOGINCewfzsWatbqGYLqf/OKQBSl5XxT7ozmZXZEauSnKP4s/GCN7VGDqrKizfer5q9B+J8q8omTvRAKQHcBK5G+AsIBYCUCM7UQeyyymPrEPPXIpS71cOTWRllIhxYlTbxBlwPN0op6dYTpmCE+YMw3fbZ+Z6ZkckEXDWWV8hOSRn7bYlk3exFl7Gtjq+NLKmlZEzmfcW9NdOzchOACGUoxGmysgdYZeCqmdCbuXJmM5U58J65LTez9hgRhhWaNUn6Yj1yZrwOz5ItzUQVFMMIhkhwhAc5ZgpRpu7GxgDCfj9yPfGQqRfofCjCpw9HoKMUO81edusmnoOqFhuW7OdYlJGbilXAKhtb7nP8jFfV/ZHsRtskjaqL8J+aNJs0a7Jb/bLRcperTwJXrfiW3m/QG40Sr6rHy+gA+K3P5rZOEyMazavaUnOS7EXBxykBZA1b+16UA6tRQZoT0ajXAaX2PoE2yJLais1Yai1yzlMR9h8TgXOJb1VaYDin7/a3JDMmTPfxfpqveTaurID26PrCwa7NDmBV0i/z++4r7HITL4kSYJ7GKo2aqYFG5Mx8A54fN0W5LBvqqhEQCpCb77UcWG2or0cwKMJTWIACinn5gfaDED57FALt5SXuxk08pwBQ8ikE7LSSd1aKXHUHimgdsBrn4cx0PwZOLQwAMoM71MBG2lQVvVdksWzogTJPZqUIAQXDLgApqf68NErSJW7AkhEWW/lFMg+QsWXVcpDmYOTgqhGK5sBqnBTdmswqkzj3jDDqWB3mg6rStyS+VX7q1lyDmQGsGmuVmVGbdBnd7GURicMnMeHOLXYCq1LUqoVrL92KkCgAKOWemxquu+fKFTQ/urFSKNLICqGxag+q9zQihBy0bl8MX0MVKqoDzdi9vDk5KCwtQZ4/FWGI8P/wObyzfgCamlCzYwfCuWXIa+2zHFitr69DoKYOKGqLorwCCD2PQnj0oQi0ka7+xy8EA2iq2o3K6iBEfz5aF/sRqKpBQzw9u+BFTl4BWpcVwuMA5yTRscn0JhVFZcczlp+PuocWwDpglZmam6JWPZxXNal/sHrP48YDLysdLOFaDTk8ApRe/SfAqqNX9lZqLc4vUpmYzavasm8U//IQvXC+VXnNp76A4MBqggTNvDJuxjAlqmb/HLC6N6ODuuq0NgqZUwIkU1bqTkmXyvnLlkiAXf+3QqdWfEOfyOwFVlnbSeSqOwqnAJDTk7UUAM1bUP/zbDzy5CeYsbIeuX4vPcbw+X3whANoEj3we2Pbn2BTE0I5rdCxZ3+cMfo4jBnRRRUk9W76A8I701G3dDOQVwJ/aR5ySb4ECw22vrYagd21QF435IyZAN8xnRDytIQhq796G1Me+gQLanKQ7/MAggd+v4BwIATR44VPQlEprUEIgWAIbfYdikvPOw6jDu1I+2VH4ZGqdkhd5Zv0nrQ7ro9bDay6BVz1EG/Iryi3MHQ6X9FcZDY5PHqvw65vO9DXxDWJBloRvlUHNpMF2njgoZGRXH+JKmI6IysjK1dHia0gfEmcb1XP8OHAqoz03AOuxuANPUaQee9KU4oErFrXQ57MSl7W7oxcdT6oZ51lx3/JHnZPp2rDTmBV0oo7KAE4qKo0Xq2lAIi1onrO6/j3o3MwZ3t8OGaKXiWvBIccfBguuHQ0jumVn/QljxhA8IVHEFy+B14/AS2t3TrU7alBMK8zPOMvh/9AFm7bfOMpYs/3b+KKKZ9gUWOK/Y97rDC/AG06Dsa/756EUXtbyyDLeVXV9BUhglR7zJTf3UEJYAew6mxwlQBA7JCJl+YSoGt5j/3UCDxyNbllBmkyK4fRAhAKAK8P5MCCl5gEGI0ji1S1dmUkrwUBXogengUhXRvlwKqC5EQxjY1GulpI8z13bKbT7Jzu1wioSqLqrC/0ggM/jWsheMdN8tabRgZ80SoKgERRORVWBZwArEq3FpwYpUA0KV3/59vUZC7AYu1VL8H9Ex7Bi81zTGn0UV60Le+KsTfdiKsOyUv6Lt08LF8G/LIUeb+tto4GomxfNPXshdDhAyC0U7DAtbNw8aQ38U2Dxu4nPO4pHYyHnrsKJ3SxztJ5tGoSnTli2nB+Miu7gFUKrlo3VDQMbpKsisOqcgIj63gPBV3sLzxZs7IOwqKIME1QYL+epBbQ6/+cWqPl3pgCqxKo6hCFEUoAwRnj3DkWnFpLOLCqICen861yXtXkG1S7QFUGIgjwcmBVVkEcXE3NMTvpKTbNS6CPdFhh3+QvtcS+FjTXjlOAVdYqlojHYohO1Vyli3tO0Zlqgy1/wGqNVeDrW27HpZ9WGmIreT1PwOtPjcf+xeqC8wQa4P19KbxzlwJVVUBDfTTBlfrbqTzhBfytgNJOQJ8DEDqoJ0JlPkpeIlvCOzH3nntxyYfbEUylepVn2vUeivseuwRDSg2oTKUKHq1qvoz1foFdl/bQhDtOLXYCq+SExTnXuhkS77UgG7dTbUFlZ2V5sqrk7WFJ6Rg1AV9dxMuK7LWkMAi7bY0lGyMUAARY5XpK1AebGpx2/Z6A8l4OrqYxeDiwmkRoTqUEcGPCkjRsM41XmHtioLi9q1hOCaCuPjbZqj/Hn7BfAs6B62KXpp1iOk4AViULcWLkKgdV1cavDXPVhk9x6bg38FVArW2p/u5H33PvwMy/d9EUIOPdsRHeJcvgWb4aqKwFwkH2T2uh0RVewFsM9BsIcb+9EdqnHUI5KawEVr2P8y+bgXl7tH5U+fnup92Mj2/oS7dKZhUeqaoiWUdEq0ptdDYlgK3AakREzohcFRn4o8mLmTXCnVNv/FByGjDGKQGS2wnhW7Xn7iZrF9vnCRA8hALAKat2Z4ytGAWA00BVST6EZ56Aq1xvWiyGA6tqazN6ndyGjY9Cu5y4cdZicOY+a22yKrW+eASBTyRKdkyHlMP4f9QUmsW/MzZnJxSnxas6gwpA0ox0pOSkCCDO1KQ2bqxeXzRi09tPYNzDS7FNrWlafi8+AP996RoM76xt+yQt2YWGBng3bYWwaRM8q1YBlfVAXRXQSNDf+IU98UU5QFk5QJJJddgH4t5dEO5SjnD7fIQjaGaqUv3r0asw6s0KLT1VfTa/bB9cft+tmHyANlmoVhx5gEeqqi3co4JKVaTmP+fgZFaOAFaJBmzev0vXlG1uhvm2qPELki8lexonFk4JoKwVAmzahWKwICeSbN4PgWScT3VSdqKRmdCmMMWWyEGOg6/cEzoAGsHvzLFvglp0VylU717s0PxxuvtmSAVOowQQRQFhbt/yuqVXH+yPVpUax3gFCVcTV1iiwmKUAHYmlohvlaPCWwzxXcZUEh8f7yw7dgrE6qSIVaJzJx2+eSKHks6yHGNGRrq1NLdbG3Ya9Svw0k3P4PG5O1CXbifk3vMW4vATL8VzNx4Ivw6F0y1GSIQQDAOhMIRgiKU5jk6sAs1aK/q9DFj1CRA9kt1r7FBgI96/9i5cv6BW44vqj3c6YQq+uK2/gVsmaWQ7izdPXRL8CSIBFgUpgKzhnVacAKzaSwlA1jnkqrKDAQ4bjYZ4HqfvY3jkqtK2mO2KSU4Wuj608qYg/ZYXHpplnhdJAtEpgP4PF8iGRq26oJ0OMbEIsCptxxzSKsc1w75ESPGi4KBqcsNwYsIxDq4qT/ZOu1LkOLdje4PkSEectCmULtLY2yanAavSbC5pzy4zIlF1fJuaTPo2gKqkORtmYeK4t7DAMBqAWB897Y/EjBmXYF+/XVan7buhP2bhtpvfxTvrjRdG/t7H4fVnzsN+rbW1KdnT1NPxsB/jBGphTdL1cgas2jtnJXbbEcBqJDO2PbgzT1aVdCjQsxxn2axce/mKQ1mLNJlV3NV8K1wfvbPJeVVbiJr5OJbUkKzTnT+y4vlWeRCS2tiJA1Y5uJp0C0RD2u27DusUEmo1g7Lnd2dRACTKgDhNyrnKI1dbTjAJgUj22A//qpwEnMOrqqQfZ0zwTgRWpdlcilKw2sI5qKomcZtAVbKKWfAUjrpqPnaqNTGd3/1dMOW/t2LSAXnpvG35O7s/ehhj7lyCDWZ8WWiLyQ/ciWuHGoescl5VFUU55RqDmj3RnbVzjp2cAazGhGY1uEoT67gA3lAzKyN/Z0OJ0XW5AfqR+s7B1WTgqjUoBo2KJTHgXh9tjJvsx8gxpLhzoRc13Xa93kNvCrHifCjYCj0qfSMKrLItqn2LfTuFkOq37aQFIBtkrh15TTk1yVh8a6VkVtQlcYA1KhqJg4fLJFUvZNVzdsc7aumnCJEs/m1ykE4FVtm2KHYFTItE9TwbufDKl14yQnTCOqti+t0Y/uCfqJfaJ7THMQMK0aq2AotW78a26PmxB93bFaHAG0JVdQ02p3RbPgfDJv0fHr+sL9wArf715L8w6rUdcZryYr+jBuOA7cvw2do6VDeF0UR+bdUOA0tCqG9sQk1dE3bXNqE6BX/Td/zteP+qfQwZC5xXVcUrOeOcTd110nZKyaycsUHNZmCVQqp8Ta5ot26TDacEUHZBZL9FpnfCrEPBTrPcj0gwOD8HVBNUEaMAIJGqLjzK4Xyr6vM7md4Zx2osPROH75LLzQ4QLxYra5YXTMlWHPmQnWC3VoFI4KrbFipa+8mfd78EnJOsKhVZEkoA+87EnQysEumxxAXWzB0cVE2yqXHE4XUYf71yD8b8dwWqpabm7YN77xiJ4zs1YNWCP/DJ/LVYsKYSNQUlOGjYYbh6aCG2rtqMH3/diJ9W78SqHbXYVRtAXVBESCa1Z96B5+KTp45DJ+cE5CkoJYylN16Mv33RGPd7B7z41pkYKNZj7cLf8f7XqzB3RR1y2rfD6eOPwSkdG7Bp3Vb8uGwTlq7diRVb9mBbXQiNIRFBma8UHnoFvn/8CN0gM6cASGUecNEzzcBV0m5r/LOShBwFrAphQBToYanZhUVjuhDgMFswcfW7cb/Co1blDYTsl6XD9lieC6ONKTKmvF7bgh2M7pFR9VFg1S28qrKdJn6Z0TvwIicBdrqbQAUgPZjCUXzWStVavlU7Io7co9owpIhHN7SZUwKoa8lSYnX15mTpExLxiPkbG2MEHIkDJAfwNkxdTgdWpZQ3VoiGMUbxorCtcYRgxLkPY+A1P0cjVn37DMUHtx2ATuzWXrSIDbWobPCiqDAHfh/Jn1il9gAAIABJREFUDBv5KRxEw64qrF6xBjNnLcOHq+sQD016e43GBy+cgV65juhu0kbsfPc+HDv1t6gsvD2OwCf3DkK75pJAqLYBTYIPObk+eL1xFh4Kor6iEquWrsT7n/2KmX8Fmt0s8ve/APNfGIFWOkTBQVUdwnPwqxSwIgCi1ffeZWTiKGA13geZMplENr/0MJZTdCWaQ5RNg4LObi0kRMy9rTdb6mSfFTIhwp/t30gSOC+PApdRIj0sIpk2XW6bouCjeuZFXgIKwCp52IptmDvVYlWUJI9UVbKPCJAikngZdxUJXKWnGnzeb759FRmfE/U+pmeuNGFV4S5TlJv26d9i3KruM1A7tOp0YFWazc3mW+WgqrwDiNmkQ9ZUf7yOkRM/w/rIaO819Fg8cXEflCcAq6m4M7FmBz5+9mPctagmCq7m7D8OHz99IvZKo75UvmnkMw3zX8fk6z7FYnrfHygYMAwzp+yPtvUNqKgOIRhiET6qRRDg9+zGnGdm4b7fGqLvFB95Fb576BDkqFag/ACnAEgmPBoCpEO6dr8amWOj4Ko9c64zgVV6X9k0gIxTACSZr1ySrEpt9PLIVWUJSeAqve9lxGY0EoVPohk9HHRrvreNrLUIr7adt+vUxkuqv1NVe0iGUnvmq1TbaddzSYBVaTtmV9Oc/l3zI1fZFU4GdfASLwHzZW+mvHnkarLJPhJNwE3eTBNUrFugl3vdKnw7YFXADcCqNJubBa7yZFVJfJojKADi2rdzLq4b/yw+2E3+lo9jzzoet5zWGUVpBiCE1/2Cux+fjxmb2WX4Xqf+E9NuPAjGpWwyzxWKmxbgsRuex1N/sJjbsiNHYfr4tthdl4viAi/8NDpVRDgUwvZ1O7EykI+e+QH8sSmEks6FaJfvYc+IIkKhMBo2/YU33piHz2pIbR4MOPdWvPX39DlWebKqZLonEXUpAt/mmZABNdvPt+pIYFW6fkJpAQwQc1wVPFlVcnkaArQZq7I0a+ORq8kER6JWKd+qIeOLBAt5eRR4gsBjx35kgZXmIitN6zfzNbKX8FBwlZdECagAq9J2jAtOTgJmRq5ayYvnPu26G1gl8ibzmJef6smannncP+6zdGtb7DYKAHnpRK+yWSQ8NwGrxPNEcxMZKB8erdpSmGF6LEoY/BwWURfehi/vfxzXzdyABm8rnHbpGNx4VJEOa2jET8++hclfVkPwtsMFd96Aa0e0dcnxzG58f/utuGjWLnqk1HfMaDzavRab9+mFgSXNd5sNK9fik6piHFlcjy+Wijh4REf0KpG4xkSI1Xvw7ee7sP3X2XhgeRjhVt1x2S3X4e/DijXJNvZVFrHHi5wE3B6p2mIrFuHes0fhjgRW40UkMB51IwplgORr7xailI6lMwdUZV2kaVgjU3Cm9c2I8RAKkzVhOP2oVZHJ2OPhkaqyOBH9Y2aBqlI/6erWQ9ZAxvhmI+zZCXUkBVYjF66d0E6HtsEcgE+CNxzaaZubZY7M7eiUl3IYcYeUKHsOrNphjfFex+02aW0yK3cBq5GNhoEmxs7gjdr2Gtgwm6tqTgFgTzS1kghCC1/EiVd9i63eQpx51VhcMzhfl7R2f/IORr66A8jdF4/PnILhJbqqs/Tlus8fx8k3L8Ym0YMRl43FlaFt2DF4PwxOwJrDmzZi9sZc9C4MYlVlKxx3VFHC7B3C6tlb0RhYiNve24J17UbgrZfPx34aCVaj3tcOwmhLJa/jYySEMePkY1/kquOBVen2ns6lCeNU5cmqlAAglswr8wqhBOD7ipZ6ZcFh7J5a2vKhEa9eCB4pPXPm2Y+eHjE6CjKqMm9kUfPxED5d9/PG6tFx4rspRKyyTRMvShIwFujjoGoSS6MZDc2It7LPujm4qiz72CmzPv2kvWDQ91kXvZ0ZkaoxgVsbs+oWYFWSD+PuNmaRxykA1Ia5Q9dO4ZV46G8P441NARx9xQTcdaQ+YDU0910c+swe9Dv0HLw2dSjy3XTjrXIRHvj363h7ZQ7OvmA4Tm/aiHlt98EpvfKQ42fXzYONTfhj3krMrm6Nw0uDWLazFBefWZpwsS+EX19bi8b2f+KVL3aiYvCVmP7v/kgnfy6nAFAZV846p1BzAhp+j2zAjb77rtICNwCrdCeqc9oikaqZCR1qMDGlRzOEV1V5p+6mSckAfWqogtABpL+zZlniMxWU1yDGZo+SG0skopNFq+p0XOk2wpL3iOPwGcUnYUmLzf5IisAqB1eTKcIoSgCyVqTXFszWukvrF8UY66xLu9Ci2RLfKvmBX1NpLh4OiFph5ZLHycydqhW9ciOwasQ8wyAAHqma5GjIigGc5jfC2DVnGq67Zz46TToDU47UQwUABL98C4PfKMR1d16H849oDY+r9hEiqj9/BuMfXYuDRx6Kvx9diD//3IM1FQE0BNlqjGw8i0oK0bt3O/QtCaNiax121jShcncjdjeRfYUXRXkEtClA98q5eH5FKXqfdTkmHJSreUvFk1WladIZ8RrN1mQ5F59rgFUinDQJITmoKj9AMpUCQK63PJmVgg3QoCU2z6U6vmiCYUoBQDLEu2rCt2SmYCuHbLkmz8HVeKNKCVhlBsI3UMnBVf2gH+dVTbJFzUBQVeqtdIbOJ6eWwCqduvmcbeJCgMQuWhvhaWJnEqpmi0WzI1TcCKwyQenhW41tUfjwTPBb0fgEhx+Rirvw+b+fxZ/79sPYoR3RSkdAT+P3H2LU90Pw5X9OSDsJlnV+QeZLTWvw6j0fYku4DBPO74U2gSZUVTahuj5Eo7tzcvwoaZuHPH/M2sPV9aioDqA2INJrkLkFeWhX6sO2jz/AjFZjceF5g1BCk1+lXujTGXfFPfX+qz5pxUmZaiNMfIC6DHbcbmVxC7BK9qF0J6ppWJGs5x6Q//DSUgL0Nm+WLLIZiqHJeLLKZMg5IgVMUxEReY6CqpxaQ85IKP0ES+WVFTYkEjsQsgVITq7SlIDVWBUO3yjYbL56Iio5BYCS8lgcL4sKztxCpqZsWdxkrhbd1jMJVM3Uid8awNhtwKpkpXpuSHAKALWx7o75KvjHYsz7aTnKB/VF11y1PinP0buXLcPT3r/h1hOLXQtfiBsW4d3//o7DLtoXZWm7xDA2fvIZlg65EWMG+DQBZOyTPGFVUivMdGA12nlrI1fdA6wyAWmjBGDJqtIe0um6RYe/F786yp6gDimMgFuDPBgIhFSWLtJeXBB89ECRj6zmkmThHNlAASBjQQRYjSYGzN4xpglYZWsad2wY7JnT0uNbNZLzzp5+m/nV9GRqZovMqtsbWfplzyLHLEmSeolT575KWcKZlKwq2aEMswUz9+NuBVYjMI5m+hkpy332LpvU/Ja7/E79DzOwOr8L9i5Q65fC740V2LCrI9oMOhDl+qha02yAQa+Fg1j3wudodWwp0hUFEMDOFdXwH3MCOuZEQKAUoWbOq5pMj9k4n1uXzMptwCoNtkghrI7GJxL+R4NcRCZVQ/O/ZU08XSL4xaOXFVfNImgyK8USoSrxeFl0Ih9bkXleEgSVTxZHblJwNR1m+czxrpqB1dg2NXOEYGRPtPKtkkBMGjmUwiLByHa6pS49UcBu6aPUTspXw7lWW6iNc60ab8nsEriZcKPxbdZbo1m9dTOwqhVclXhV2TqAl3gJuPXgOdxQgfrtf0EIBdJT6PY1WLPXWOzX0f0ARrixEg1rfwdySbRpGmVnE+p7HoGy0tjGQv36aYRmiw+oNASeoa9EwwmtiVx1I7BKD0xVxgznVU0yPjI8WVVybFCIXHnnTrfZGiZyM5SGXSgtmEUPPDQTPJddM9lFxCGKLFo1W6VDsSx6mJW9hxeagNWYEbkrIsPqpZcWMDCUtcNPTSvhjL/+LycBCq4K/BRQTjbs0IJNV3xOVxs/Sr9nQ6SqrPWYBgW6HVhNFVzl1//Vxpx710WhPVvQuGuDWgflf/d3g799B/gjEZrpVeKQt0QRgYq1COzZkUaDBCC3N3LK28CXELCRLGkK51VNQdRmnYql8Gl7H7EmatV9wCrTSjJgleYuiF5LtVeLTvq6NEtlO/WY+oGXk7RmbVvIXosQhRFwVdprSfsvr8dHA8GyFzqU10WY3v0iE3/2AooxyXggEnA1SzfqaQGrsTWOezcSZrupVMBVnqxKWQupyM9sHdpVP+dblZd8jNtH+SyQRbdS6NUu9Tn8u5mcrCqZ6GOMYiz9hXH2kSnAKpEesQ6lwqj4eUkya7laOA0bliAc1Bq1mgOxaAAK2mbQpVIxhPq/fkzjYLcAKN8fBTI8Asz7sHjv+MJBVbUhk40UAHEyoYYTbzfmeGC3AqtK4CoLUOAAh9zoogyQWQp4NJcH51tVWzETYJW6oMh/ewhYRigAwmSfZY4vUpsRnPo7WTszYJUXNm1lbzKrtIDVmNlwYDXZJosBQfIyIltUssHnW1V5CYpiUpaXjPZcbBnNoB8+eSWoOmsjV/SavLS15z7baBPKBGBVsq542L05AMTjO5KPQDePKwGCrxM8TVWo3/Idgk3BFJ2NF2h1NPLbFcLvrUAw1JQBB1q58OZ2RHj3OtRvW4xwmBx/p1IKIJQcjoLy1vAEtiIk817LESQdAqZSP38mqyVAQzMlIMN4QMO9wCrzu4lUapwCIMloyWIKAHmgueWBV1b7mrjOEwiDJLOia2YClHm8PFJVZkvK/pTFvKoyA4aBqyRqNfvAZp3AKp3SuA9SlIBS4iUhOTl0Vks0OykAElVOpnp2lcn4RXRWm1fWdl6iAOD2FJ21aHSzfnlkErDKjgKbp6hkvojP8/GuIxb/7PY1kAdhMQfe/L2R6xURrl6CyrVL6AYqeQkjHN4bhfsdjXwvIAY2o6GpSiJqcbGXLYW/sBxehBHc+gmqtm+Hx6PmI0II+w9Hce9+8AsiQg1rEQg1ysogdpBO5nY+plxsKJY2ncxTIgFX1UhF02yVPcCqcfbPxCLRREmXlJOPW+lXvQetenqh5lnU1Kn12zxYQ16iyaha1HSQ6b8TGwuLZL6K8I6rzYcEiI1wtaYqGzZ8jTo40jqqaIMj7kP7iKKvUvBQ63dTlY57n6N7iZSBVZvlp9Fmk2lFF7DafELSapDuNRZtLW8JrnIKAGUJZjMFQEtwVYDXAOBHm72642n5hFZ6l8ju6Hs6rWRHOZJ8bJ7A0umA4e8Qv2xMRHimAatE1BIlAIFYeTxHS+Mjc3jsoqlb1z5eBIOFCDQVoHW7UnaJTdyCyiUzUS/6kJvjkzl4CEMMBhEMl8Db7li07VrChBPajU0VO1FS0ORShjECXPlQW9EFbffKY32qnYfNv/8GgjH7/UlkgTL4up6MsrJc9l7jX9je0Igin3z8d5SIhLthw716plYoUddQcNWEDbwdwKqxS9vIYKLXTyP/W80tR8ef2oMqVqXnddrW9ByB5rfEyB1JYwWfIUNOWulo6U5MA0Yc0KdrB1panPqzMaMm6+SgKCCcMkAG6DkzTOfsSPpeOu+mLhOFJ0URhCKBU480lw8F5GmQRvZRsugCVluKUbeJZmQF8WAh5SyJO13NyA6n3SmlCN+0K3T9i5xvVYsKObAqL63EGEQtMs3cZ/XshySpEFeuF1g1qh16NCXXBvK3VJZE+ttvLOetHjmk+i7zNPp7nur3DH+urgK/ffM7Xv+8DgdeOB7nHtI+yg4WrvwO21cuo0cxNJFi3A5eDIssW3DBQJT1Owx5UmBr0zLceNl05Bx2EE4Z1g39OqeSycoefx2LVJP0F8SOJasx45OFWNrv73j+nM4RqCOIpi1foWLDqiSy8MDbbjja9ugFn1Rx9WI888QcbGizN844dh/06xwBaiNKpDQ/jlgDOsl+47Xi6pFl+FAlFcZiuYy5xST5L8kCwsEqU9ptZaU0nQ7lVfUwgdmCsljZYw3fiiBPBJgn8Cov8RIg9kLsRjNUnfFiJJYSInM+7amW6MOMF02LDnqRvcma5LRNk5+ltIPIPFvhwKolOiWAIYuQIpnj7PffDpxAIqepnFqipUFSSgAD7JRdJ9PH60aXZHrXZWSzbkB/WOQ+64/2+vR2Iv0OsGZL19C1tzz1L0t9tAfASL2ddjwZ3VLq/rjPV6qzDjNtIJWm6R0Let93a//TjzZKRStmPCPWVOLPb+bj+S/WYeWWauxsNQCT/3EOLju8PO5zQTRt+gQ7N2yUpywSStGqz2iUtIkDT0Nr8J+Lb8er2/0obVOGIUcfhNOP2hu9O8tkcmrRMTv0T8jj6rHzz3X48tOFePfnXdhaH8aAf07F0yPbxs0n1aj5YwYqq+pk1SEU7IeyfkORH7klSR9qXI9Zr72Jqe//jnBZRww/tD9OGdEP+3XNp2B8LKDOmHnQDDuxs07mTcimjBdJAszTpLXQSUmIbgVWY4CzFKkaf8fCDr+SkrhtfEgCyWxsgqM+TcaUBKpye2muGpHyq5J/sUKyvady3O4oJVvSGJq6SkNUryWNsuEjsfk7nShwGxpswicNA1bpJQNKVZF8OUQvFtp8mqj/xE7jRjICqEa/q9N/6we3NLZf0fB0diRaLwkWZ5xjRtVowlixrUrj4zf06d8YHRlTCwGKaYyChrmeXQG3TZ02fNh9AJD5QiJjQClVk7ave3UDq9q+Z8XT0kaeHgTykkQCbhhbIsT6Siz/+id8NG8NvvyzEtVSj9oMxEVXjsMlh5c3n3vFWjRsmYvK9WsQS2Xlg7egIwr2GoE2bfKby6TxZ9w04RF8Uiv92YPy8g449MjBmHhcT3SKB2HttqfaCqz8aSXmLl6J737bguXVUqJMDwZeNRXPjYoHVgE0bUL1+u9QtbOyWcuFgv1Rtu+RyPcndKh2Od55eSaemvUH9kR+8hV1xukjB+DUYb3Qu5MUwZpVk5AmrROvw+9ZxERGDsXNtBa3Aqts2Uf2DrHwA2Y7PAJRacAxQgBemAS8BnJ7ZpJM5UBVqX9eRhBlpkNyqSg9ogCPKj+9SzuXYrNZNo/sBVXpjFS9e7EhPjYohmUzoaaoi4x+LCSKCJIINeLGNQBAGS0Umc6RW4VqvNjZJhMWHpqNLCXJNR11WhHCaXJlldtOMpkRx0MOvdwABFkxytlFFSNKpgGr9KpynGD4RiyZlTh8PFVvx0/fLMOc+UvxwcrGlhvqwn449/JzcMXRXdDy8n4Dmnb8gKotfyEoeuDxlaBwr2NQVBThEo0XS8VHGD1hOtbLiKpVWSeMGnowzj2tHzqmEsBqxKCUq6OhGn/98Aumz1yE99c3yY7+ruPuwnvndo3SIkSrCVehbuNcVFdWQQz5IBT2QnGPQcjLabm7FDd/ilvunYlZa1pGuQp5ZTj9pMMxdmQv9CgjEue7U2UAiIOrdJNGEseYvG9wK7BKRo8nSgHQ3JJi11D5GGsuGTKjc0oARhnBAfiW/pcFyZFIVfkVMqEE4HJTmreIP8pWvlUWrkJS3Wa3z9UNrFJBiiIFVfk5WMuhRvjIKOgcBVY5AJRs30R4yrJ7SMZLJxazwWUSk0siqCr9QoBVArDyojzlc9kQCVDmKMP8TKYBq1IUUPyIMwaCzlTrcyC4umcLFn6yEK/NXoEltUnOzr2dMGL8WNx49kAUK6hHrFuDujo/cku7wqcE8FTNxthz3sTqJCr257fB0cMPx+QzB2CvQgttIVSDdd8txivv/4QvtwTQlOTTpSfcgFlX9kFiECp7JYzQ7t/R2NQB+e0Solrj6gxv+AhnXToda5LJIqcNjhl1OCad3B97l0lEtRbKxAWfipG1ZO+cbjYFgGQGbgNWm1EA0IhVmQOOaNRU9tqP/DBnIyu753Sy0eSZ3GVBVcqrqmYfnG9VaQoldMYkatXcOwbOnMCzmVc1XiO6gFUaS0ejMcP0v3lpLgEikWCYyUcqZIr3eZonhOByi0mARvVycDV6EY4vCRWWhgr+xpuQbIWPrWbunkdIRa//GzdfZRKwSi5UMuA50fNwbrbkvsQp4GoYW2fNwp1v/4al9WqbI9YjT6+zMOORE9FVZrIRK35H4IP30PRHA3wnTELuUb3YfjShBJa9gb/9+zNsSMHh5haWYdgxh2Hy6P3RtSiFF9J+RET1Lwvw5MuL8fXmOuxJZch3Ho85zx6HNi2+GYa47js0zfwfAhVdkHPmWfD37yQbSVj3xc046hG52N2WHSlqXYpDjzgI54wZhH3b8Nk+UULZzrdKk8cZQGuvNoTcBqxKh38sMkx53JCNfmopGNUklHm/Z+9NFIlXlejUKfO2U+wrGQVAYhs536qS1ojXJr4pW8DVGHVPdlMARHE+PVQADDgM0YhVXlpKQAJVE6VDwVVvtgw57ZZBlkoEXM3mwtwTH1dKNqB0kEOX0eTgIpuNJ2nfY7Ee2SWi+C26seMqU4DVaHSUrGGw+yjGSi6TLNAhG7SGFbj/kvfxv3oNsvX0wkPv3oSj42/4h4No2L0BobefgPjdEoSDHiC/D3xnTYE4vBPyc71x+V5FbP7saVz02AJsTfWzOaU47YyT8H9ndG557T7VOtSeq12Bx+6cjffX1KFR7Vnp93ajMO2lc9AnbgIRw0E07lyF0LP3I/zLWnbs0OMoeM/+Fzz7FyPXz44jpLLpzf/Dqa9vT/WLFPgZfO5kPHGa3iR4Gj7pokezlW+VWpVFCxm3AasUuKAUAOoCYuCqQ/yzA8dddvGoS6CqydwaDtSzepNEkBu2hAIg9XWeF2IKY1D925n3RDaBq5wCoLn96opYJbyhhAJAyzDMvOEj3yPinAJJ6BHItWUSucqLvASymW+Vg6rJR4VadDznW03Fq2TTwlKCBM05rMgUYLUlBUC8HbEoVibJ1JfdqVhi5jxj/+Y98NMsTLrvV6zTJNRSXP3qIzi3jL0UaqhHTUMA9U1NyP/6JeR+9SeEwnyITTlouuAm1HUS4C/IR1FBLnKI0YjVWDjtWdw2bSk0wYnFA/DyUyegl09TY1N+OLR4Bk6ZugLNU06pvN7uSEx94iIMp5G0IoKNjaipa0B9QETuRzcj/5t18IT8EEtPQ+OU01Dn8yK/IA+FBTnw0+VcI376z024aJYWSQC5vUfgw7sHo3XKvcueB7OREoB6EgsBC7cBqx54U6Z9YnMW54RU8hjZFbnKeVXl7YDcOvbQXDDaVnecbzXZTJwtfKshzqvazAzSBlYJZyjnVZUfUiSAt0kMq0bykmvLPJmVvAyzlRKAg6r6QFXpbU4JoLbxth8EUmuhsb8bl6wqsV1uB1aTR6q21EJ2bcS0WqGN40rcjYXPv487Pt+GKk3NLsa5Dz2Mq/t6EWpqQNXuBjRFdldFa79Fq69+BbwFEEt6ovGEoaiMEJB6/PkoLcmDt2Ytpj30OB5bVKGRt681Lrv/MpzXw4QD5lANljz1Ei7/tlaTJNDmQFx95xU4u7sfQqABldUNCESYnApXf4DW87cBoSCQMwS14wZgD61dgD+/ACWt/BDCFfh46l247bsKbd8t6IYbbjodp/bK43QtCpJjUTEm2Io2TZn6NOHnoxZFQFULu+omYJXEygsas3nFwFU2XnmJSUCC0rQBam6UIBlTJp3iuVEczdosIqjKq6rUSbJrJYA1H1dyEmLgqo3rQhNtU7pNEksUaOLHXFR1WsAqTchEozGzm/5aTs/E0EikKqFHSGWikvhWuUtqKc1sBFdJpnJuC81tQWJ8VItUjX+LUgJwvtUkU5E00cvxabpoBlNtavxF0lQ8smqFLR5wO7CaPFJVXh5s5jdHnto14LQ3bFpE1yzH/dd9jP/tDGkUSA6OvPwuPDCsCHVNATQGpcuhIko+vg15S3ew+nxdEZ4wBds6SNV7kFuYh9CfX2PK7dOwJKjxs8jF8PFjccvpnRHPQqC1FtnnN/yAe+6dgw93arTR3G4486rLcd5+rVHgaUJDMPZ+6atXIHeT9P87IDz5FmxrF/m64EVunhdoXIuX7n4C01Y0aOxGHoacOhoPTNgLJO0FLy0lIJG50IzDAsvvkGkleshlsQm4BVhlrIWpUQAk2gaPXE0+WjKbEoAnq5LXPvOhZJojuE76hfOtKsmO7kXJrJ6BwDOZi1kaYIsnrPQN1ZI30wJWGXDIQVU5DQXChPw59SmKmCNPZqVs62Qh5RHoUjrDS+yacub3Vbsq09lEcXA1FTln8qRoPqhKJOxmYJVsU9kFf21eh1MCqI0t68eVuOQDnHLvH9quvtNu+NB+v1Nx/8VHory1J3pc7g9Uo+jzJ5D7y8ZIZ3OAMx/F1l7xkLqIdc9PwZXfawUSSZUCuvQ9BPfccAxooKaBpfaLaTj12fWo01qnNx9t9zocV195KgY0ozytR9vXboB/o8TW2hXhs6/H9h5xTOieaix/70U8MGcDdtRqRpnh6TwMsx89jNIBkNWAthGptaPue17yUhJnZmqhC+7qJ/XHNijeDcCqxKtKPUeaQuLJrJTHA1ljizbYnjUj1BuJqMzYDqYpRnLzGNB6FCv7McETodxIsykZ/Fqm8q2GRMKxm8GKS7NrmoBVsrDhyaqUJU2iVJtoJK+2QqhWvTzhjqLQqHy0idR1T3MKgOQLvnQVShbgxH6471eSoPUAULq61P4egSfM5wB3K7DaPOVOOtLNRGhDuxyU37CSxziAddNew/kzd6AprS60wpmXX4dJg2Msn7m716F41gvwrtsVqdEHHH03dhxehBhsGMDy/9yI//shva8Chbj04b9jYpe0Gq3wUiN+mPok/r44kGalBTjzhrsxqVfcrCFuQ/sX74F3u1Rne2DEFag6pB1iecIqsODJ+3HXjymnymrePm8X3ProeJzQga0G+Jwlrz56qCMSbr801evQ1yRQlXRL6x5Cb5ecDqxqSVaVZCUZ4QmXMldnmAHpNQJBZOPKcuvT23C198k19UzfQarJQP53glnEXcpIr5LoW2SjxceW8k4r9YR7OhVh+uuMlocA6dyHygk7ZWCVClIMUwoAXlpKgNwm8Sp6AAAgAElEQVRKakySrEpNZoQT0kP8v9qDWfg7C6UnV7szs/McVE2u13SiVeNr5Mms1MZNJoKrMfYftd7r/d2NwGr0yqmuzrMtmNUggK4mW/qyheNq92q8/tBHePqPhjT14cWQ8ddjykjpbjuQv/UHFL/1IoQocugFBl2D3cd1j4sErcR3D9yN+5drj9BkqhAw5KIr8eDIQsM0I25djifu/ABvRhgMtFfsw4i/34erB8X4+HKqlqF02rMQdkv9LAEOOQ+1w/pgT/SxTZjx76l4UVveqrjmFWDkuNNx8xldkRORjfa2Z8cb8XcRMqHH8aAq6Y/VPtXpwCrhKWQy0r8J4JQACiOGEPxGMsJbbX/mjWGerEpJtjRQjkQpG6psAq5ywE0WbKOrHcK3auWBuzkji4CqnLRQWbYpAavshJiQG4csn/DNMQtja6XJqgg9gg7pkOUCiVrNVPBQr8TZtW4GsGZaiV2+zLSe6e+PXlCVbd0536q6JjJpZFlDASDJ1I3Aajq8qko2pGfeU7dLtz9hDbga/OEjnDf1N/ylY5O09/HX4PGzukYFXrD2MxS/NTNOAR6g10TUnzgY1QWR64MNf+Kde57FqxvSv0y416HH4dErB6KjIUSrInZ8/DYmv7IOaeOb8OKwCTfjpuFton0vWvkVWs16D6iLCyzocQ7qRw9BldTu0O947NJn8Xm6GDOANj0PxzN3DUW3CFjLI1eVx79EnqTD5B3jXOjtAf2YYdr9cTKwGonzYkcNBgCrDLjmkXXJjCUzElQykC8zd41pD3X6ItFvSDevqlIbIpQANvozfdIx720WJKY9+Z55LdJWcyxcJZP2i9pkkPRpMqbIAWD17sWq6xKylAyGCKiq+qiBLXRHVYwegYTT64/k5eBqcp1T+di7/jTcKDmoKi9S6mkMPErl4GoqppspkyWZ2qyLpXQXsEq2qcYXDq4mk6nZ4GoYq5/5D86bo5lRtFmj8/afjOn/6h/Fd1otm4aiD+c271jZsQicPhpV7QUEIaJhxTd47rn/4dOd6a9/fMXdcc2UsTh9byMsswHz7nkS1/ysA92EgN7HXop7xvVBHm1SGMU/z0TBp1+Q/xkreUehafI47CqK/GnXd7jr3+9hQfoYM+DrhvufPhvDilmdjFeU71DlRhdbIwgIu1w8doOq1MKDVcZPCgbUqCdZldrnKbhKgNpM45RQ63hKv5PdvptpASL3HDMgOjAldWl8yFgKALmPk2RWZq97NHbaIY8bwRVtR1dioCrXq5L8WQK4FIBVSgEQDhsCHNphDGZ/MxThVTXqO5RPlGczVxQn2ecQcDUzikhZSnhpLgEpSYUR0arxNUtRz0ZFPWSe3owANpwgFQKspg/0aO2Bm4BVYygAWkqIA6tqVmPm2NqJrx5+BzcvqNY1m+TuNQqP33oiOkea2nruQyj8bnVCx/ogNO5yVHT3I4gwdi+YgYdfm4sfdWG6Ag4771I8cnIETVQTZbLf69fiuevexovb9FQCdOw3CtdedAL6tCEjpgmlH96L3GUJleYdicAF47GTNltEw2/v46aHvsUfuqb01phw/fm44qD4bF4Zs+DRp5SEt+m5K8HFIhGIhlZuUWV2JatK7J4TgVVjeFWTK1JKhGZruLBFtpb6Z5gDYzdVNee1TP0zZj5JOVU5ACQnYgL+ENxC1zSlqjs2esMGRZirfs5lDxDWDa8nRjXkhuZTLJDzqiqqivhKiXM2acQqFWSEAsANire6jcRBBcQwlZGRhXBCejnfqqJIMwFc5byqyiPG6GjV+C9JUeFGjtdMqYu4McHVJ/yxM1UrdeIWYDW2zTAHqMmM64NmWY6Zm7wQ1r/1KibP2I5aHc33lQ3Edf86F0d0Yok+ir+4HQWLExHKdhBPn4Jd++YhgCaseu0+XP1lhb5NWl4nXH3LuRi7jwHgc7gCXz40DbcvrkkziVdEgJ7uuPKmK3F8D7L5qUPb6XfAv2pPgnTLEb7gVmwrJ3+uxooZr+L+D1dCD6brb9MTN99yBkZ1lZOFOeNWh8k44tV44hdHNCjFRlCP4BDgwUnAqmT5guA1PVqb2Q75Ih9bcmbrzjldogAwc85NcZA77DFK6Rjh0bWiaWIU4Lbia+76BoGevS5Jqib5yTCJ7ueusoWhsUOouB2WEhUAe5DwqpJYFGOBQ3eZv3xrCQhBQFVy8mN0ka4tE3CVl5YSiFzycDEfbYzhies3JoHoSDJhTMXLmSezUrM6aeZ02wxqbaSqJEU3AKtmRaomWhKPXE02tkzc6FWuwZsPzsSTK6Ws9WpjXGZeze2E08ZNxORhBCkMo/SDm5H7e2XCg37gmDux87DWCGA7Pr7hHjy1Rfu3Ym8U4LhzxmDKqZ2Ra5C7aVz5Ix5/fA5mbNMTte7HiItvw9WHk6Rau9H+6RvgrUxc67WGOO4+bOsOiMG1mHnHE3h+g45veopx+oST8c+TuyA+XpXIin2ZkwIoWRqLpjHIgPSYc4rv0khVplJHFCcBq8xLEh7CqJRMlRHnW002qiQ+WuP3ueYolQA/UrSqOV9wX62RCGQaqdqczcb8vtBQFs62oSBoksiK/Mfphe2snN9Ou+RIAefIGo1O60rAKuPgCFNwlZfmEiASMYpXVUm2UmQdT2YlLyHmrsmJv/usU7qm7MKmmypsMyNVExtOuXrdaDymaiC+chNBIJP6QFgf7ShuAFaNTFalLGN2b5CDq8ms0LxxJa78BpffuRBLG9Jfs3U97AI8fskByBGrUfbWXfCvq27ZmYPvwM6RbRGo+xmPX/MyPmtIc9QJBTj65FG45uy+aOtPsw7Z10RULZiDe19Zgu92pZ9wda9R1+C/47oC4hZ0ePROCC362Qo4+U5s3z8XoYpvceu1M/BjuqL3tsKRI4bjhgv2RSkLGFYofNWQKJh4kbsCXBVZMk2ngKpEns4CViPpqixcn3FwNZnLYZnj03VtRnp21booqMoBoJaIBQNVyT/rC+EyTjqpWd8kB33RC6+j96LEN7KsFXztIWc28RQA0qTeAliVxl0oTKIxdZy+O8hwjW4KCaW3IpKXmLHPI7gSPDRa5nL1Ufm4bKxzCoDksIyRCavUbJCMLV6SScAtC1QpXsmWVSOcDqxaE/fT3I44uKoGjpnjexqWfIYr71uC5WkOBaH9SLx0/0noUr0Frd97EN4t9S070u8GVJzWCRXLPsTdj32FpemcZwgFOGLEsbhpcj+UmOJmRNQs+hz/9+zP+GVPetZY2Hs0npkyDGV1v6Pd009CaEwURR5wxHWoHNYBdT+/jImP/YzE+N5U5hfBm4/+x4zCQxf3ReuUzCKlh1L5dEY94xZKAJqQKcIN6xQFOAFYJW6A7DjJ9Vg7YrOb3yPjYyzeNkmAFZ1SnCwWgdC2OLmBNo12UQTJp0ioC9NcFuhvuOBlV6W5emRkKcAbidDXL2hja2A7K5IJhitOFlRNoACQnpEFVsn1dpKwilMAtBQlOfEhkbxG86oqDQfOt5rcUbiLb5Unq0qmTauj4zklgNokbF50ndqXU/+dbYesvuAU3z4nA6vNNWjd4sid3GypW53+J01BE2mzGpZ9iavuXIxl6eyiPJ1x4ZQrMEFYjKJP3geqm1p2tePZqJs4AN+89Dwe+W4DdmkVhpCLAcNPwsOX9EaB1nc1PS+i8Zcv8c8HfsDPAe3C8Lc7CNdfdTaO9C9G21deR8uA+BzggItRd0xn/Pjh87hx9gbtHLeCF/sfNxpPnN8TeSmbhHXjWJO4HfCw08FV6o8tjMRMVSVOAFZJW+2O3qLJduK48lKVX+Y/x9AA7V7UCslEVjk0PwD3jYkSt5pXVVHjBFzl+pEVDzlsI7QATrJfNt49rqLYscLbSN+IRaq29DktgFUCqpJoVQ6qtlQROfEhoKoZvKrJDIIE1vHoOmUJkfNtD0mz5+jCeVWdBKpKbSFji17L40VBAs25Y5wjJmm8s4sqdhYnA6vWUADIS5+Dq8ms0txDi/CWFXj9P7PwwopGjQQZRRh2xkTc1PMPlH4wS74D7Uej4W+98Mwdj+JVraiqUIjhY07BzWd21wAk6hndIhrXLsWLz3yFaWsatMnC2xqDT70ED/VYhMJZn8uc3fiBnmeiYUgpnnvtTbz+Z42m+r0F7TBmzHBMPqk7Wqd1U5LPWy1ABAr9kKM2lv3V6sPapCOeJId06C0ZJwCrhGuQ3q6weT3GuAT52JKz5TC5xWqzflq2i/OqJluBhcJ2r5Cl1hFKAD62lOYIFrWa8umqnkVRSu9yXlVlMVHQOckBXBRYlU6jQuGQZdGYKWnXQQ8FwmEEbeKcJYmsvI6b0JyjHB8luncuuMopAJI7KSspABJbwiNX1caxuSCQ2teVfyeAqhSxmn4tet90KrBKtql2F7aucK5ftlc+Jo+rmu1YNPMrPPHROqzRcPaQ02UUXj1+A3p9+4u8eFofieCQEkx+7FP8qkWAhd1w1d9PxtmDirS8Zciz4Z3rMee9r/HYnM2aImxzup+EmaO2ovyb+fLhWoXHIDDEh3Oe/AarNbS0zT7745/nDMHI/YpB+L7TKcTzpflqOp9z1Tv0uI1ePXWA74k0gawznEYBICnVbmCVRWyldbpguF2yOcsZbTG8c7orFOmVcmc4HuL9yGkFpwCQV6toI6+qkqF5IuCqbkPMyArsokGJF6aEBfIDpiQ7T5VbDc2A1SAHVRUlSQBVxqtqX6F8qwRI4ABrCyWQKZYmJLJPPYpf5qBqcqXYHVVCbEba9DjQfBzQJJMBoLR6aC+vanyTnQisMo3Z7w05sKpm3CZHKIiN2LFoIf772hLM29GAmlQWMEJX3HhSE85YsUGh8Z2xrn0+zp+7HnvUukfm5bxC9O6yD86bPBxH752bwhsmPRKsw7ovvsTUD1Zg+a4myLDHtvxwYT88PnQLhqzeJt8ooR92dKvHyZ9tSilaNS+/CPsedAiuPX8geqYXpprQDvvHuEna0l0tAVajyXp116avAk9ctGoqQ1Df17S/bSewStdfDkvgwigBTPbN2tVk+xsivR3kpBAWLwkDt10uTmwAoSsk1IXO8zccXFWyF3IOSA6Y7MR4OK+qGl4h+T/ltVcUWJWSVTlvENrvssgJHYlWtRdWZTcwaGQmX0vLGgWZXslNK2eJh1MAyCkr6mdsigBPbBMHV9X8rJPAVeeAqkRqTgNWnQKqxluU3XOnmnXb+7sFY2vHOsx+dx7e+2Ezfq8mqSySFT+O6itgargGfrnHQjl4cLuAN6uTrxZ9ggdFnXrhwrMOx/EHd0AhCSxyQAluWYMvPlqIt77bgLUNYciwyMZa6S3Fed224R8+BXa4UCmmNTTioU2B5BL1+tG9Tz+cfdpgjBpUJi/XNGTDNOCEI5Q0Gm/qKyROnkF2dvueaPJAZy1Mm0nfPmBVkAgAbAUTEk1R4urlGeaVBimDWO0thO6DjXFeElZbooA0aMUtEiPTGfXPDvaJFgmjxWfIfEFpUSwGeqRA9BBPVqWoesarqu5vhD27F4uENyUU5oxoctIkxtYUsh9UldpGkzWRyFXukGSNn1zgcQ6NFU9WpbwsoyQlds1dst/llABq6rAAAFJrQiRRlaNiJnylqq226gEngqqk7zxyVc0C1BdrajWo/y6iacMqfPq/BXhj4VZsbgjTbMFypawwjKkdghggdyO20YvT/vJio+IHBbTtsBdOGnkwzjiuF9rnqLfMjifEzSvxwbvf4+3F27CuUWkuElCeF8Qre4XQTqaR9dV+XLZDwK9BpR740K1HL4wdcwRGH9o2hSW5dklwSgBlmdEjOJuzUbuBw90uYJUACCxpi/MKm7OktvENV3MN2Z3MivOqKu+tyO1aJ0aqxrc4Aq5yIEN+Lxrxi1aybsTCVZzpj50wQ9C1RAqnAcLuqkUiu+LuLJDDCUIkbWgKk3B6+8/m4uVBuFZpZCaf62XNhFAC2O8aeKRqsjFs9/V/ubbxqFU1r5vapKJWi77fCaW6xAKkryaj3nZSxKoTeFWV5Gp35JhR+janHivHlojgzm34/cfl+PTb5fhiZTVqWnRKxJXdAjhf5ub+6p1+TKwQWlyl9+a0xqGD98PJw/pjyIAy5LhlfVLxF+Z8tgzfLvgTczY3tQSbBRH39QhgpEzE7YJNObiitqVFeHJLMOKwPhg6dCCOPaB1CktxvVblFmHr7ae29+k6QyDJW+yRD/XH9nxak6DsAFadxKuqDFIxIi9XKFGTxvU+zPACe1ZikShVhwLyeiWr9/1g2AnRxKn0goOrSlJiUaskgM46JIOAhmELv5eKhTjpGQaqkqI+oQsVlQtEwsXBS0sJBMIigg4DVSW1kqhV50RmOst6iNnbzbdKLqDx0lIC1NM42N8wcJXsxdSdZzbql+1TrZvsYzKWLr2yhFVOKk4BVqNXTp0knIS2cHA1mXJs2MAHG1GzaStW/LkJS1fvwIYNWzB/9R4EBBFHlQVwT0nCWAt48OJ2L2bUe7Ez7MNefXviqL4dcMABPTGgezHyC/wupbwTgYZabF21CSvWbcOKNdvwy+8b8HNFADlCGGPLg7iktYhmwbdhD17e6MMLjUCTvwgD+nXBgL07oE+P9ujdqxM6lOZYevjNI1eVxxZNZmWxX3QLqErEYjWwKl13pfsZh6+1WIiEHWseiw02jc/Zc8+V8KraMFemIR9rX2GJxYLOWh4nF4EgjS2+30oUlJWUAMRkQjxhn7ytioisHVKfA4SdFfPdNAwt81PEQTWG1bjILGtOiw9R8JCDq4oKsJNvlSerSrLBcTCoKrWaR66q+TU7FrUS65nV22M1WTiDYzWmEWcvUDklgJo9WT+2osvFpibUV9ehalcDqhb/hNb+rtirKDFMsxEVO3dhbV5PFBzYGh3Ki1BUZC2AqCZB/b+LEBvqUVNVh12bKlH57Xr06F6OsrxEXoRG7Nm8Gas6Hoji/nkoKyl0gCycPf716ya9GqTZw6rNDj3kcpEqrAVWY7yqbgBWSRs5uKo07qymBCC8qpyeQU4bzk1WpeazeTIrJQlJUatmsqjzZFXJ7ZPxqmpbl3NgVUam5PoQoQBwenQNiawjtABuWsCpuVgjf6d8tJYvbjmvqpwOJa4YJ1IAyLWXjCkytnhJJgFtk40+WZLLnM4DVUmfnBCx6mQKgES9c3BVbSRYN66an8FzfxfTTCRCPioSAaLopRFBrITh9TjRH3EdKq0/YgCZ2vjT97sbklUl9tAqYJV5NgoXOD5SNV5GdM6SoiSjV0L12UkmvW3NnM6TVSnD2wChALDq4MhY2+WUAMl3WQK8ghzZvTFaCNMEj3zdILtuiIKq5NfUZcSB1QRpEscUCIcRckFkHWk6BVdJMitjxlhG1RJh4rGQMoGDqskMyC2gqtQHnsxKzR1YAQA5N1JVko6dwCrTgPu8vz1XCNXs2Um/p37tKN1Wu9V20u1vau/FtqZuPVdjh5ju8wmp6UffU1ZErrqJAkCSptnAqrRSoKCqLVRC+uyGgfJxyaxIhzjA2kyo5s7pkd0cpwBoYchE7uTAL+ROVDXSnwi46hJOav3eRFsNxG96DfabErlaiNOcKCqDHaRrX4tzYDVOpJRnIiwi4EBeVSXNU3fkISca2gZqtjxNxELOeqzYJHEKAGWrchuoGgXNeES4iqvQPulo8z0SO55zV412Aqsx6btrAjB3E6bNwpz5tPmHFm6KcrZaR4LgXH+Tmizc5Q9S65P+pxjHOxA2aUHoNgoAK4HVWDIW99pmLCWte/ugfxQp1WAiLQCN2JNkzmUf04ALeVUVDZDt1vl5hbyAvPAaGuXPdlYel0Y5m+fFpJrToQCQ3uXAapx+yIlPIBxynaFRd8T5VpO7a5OTs3JQVV780e2pSyLA5XrB6TaSTWJmLXYlyyGXVJwNctgFrLo94pCDq2qLQ/PAVQ6qKoMDJmFuaso24XcOQMgJVYrUobxpAsmlacD8IpLbYyYvMk2wECuBVRJ15TE46spEkchWzaJWWeQqjwqXl77xFHoSryr3Z/GAKrFCkqmc4BYGeDCrh5LC9zjfajJFGAWucl7V5OYuigzRSbdwYDUiORLySygAjJ8U0lWNtvfIms7HKQEUhWYm3yoHVZVtlUWIuHvap1HhPHI1iUMyAwBiU7/TQVUiFDuAVcbjJzEXa5srnPa0W+dca+Ro/NiKckBa0wGXfCUyR7kXG1MAgjj8kwxcZdxy+tcndJS6GJE3kwqAXfIlmdwzg6JCopPgEZTyrp0cVBgXdchBVQUp021VMKNAVamnJGo1fVDLJQuOtJpJZnMPpVPRJx/Oq5ocsyDAqhZO1cTaOLBKtu/UQbmHV1XJJAjfKgFXeZGXALlMYoZ4SEA9l7ryIisT7FGKCs+EvpjTB6MpAZybrCpRfnYAq26lAJAHOdyadMGckdS8Vn0LvBYLvuhykc9YzWUTiWPMOLFkXIcMG3RG8q3SaFUXFzOBVRLbySJV3S2jePU2B1czp1/6TVhkcRQCOfbVe2DBQVVFfYgiBVWdmD5Rvw2RGji4qojziAI8nvSTWbGdlbHrSmN0bn8t1K9Tt6VPPlkPrBIZkmx6BFjNhEKuLXuNxjgyQTCRPvgM5lvl0aoKgGrENRlyzc4h9ke4jPnQSqYMI6QjXdQk/ljvwtwaw7EaWHU7BYCcVnjUqpqtGjG2SOQYBwHkJR3WHQWipkG7fpeutHHNy0Hp5G8kK3J6c03UF7tcuGYBq0ZFWNk1dpJ9V6IEyCTA2Eg566b6ifKqunxwGSnUiJ+ioGp6LsvQ1phXmQCR6p8XOQmQqNV0aFU4qKpsTwxU1QeoSrVnN7BKM+mRZFW6pwBHjX4StWpGZKajOplmY2jkoUHX/TiomlwJmQSqSj3lfKtqA08vAOQeCoCoTfhK1YRi2O+ZCKpKwkkX3DBMuI6uSN+CL5PtRp/aJDqNzAVWmXw4OKFkJ1J6xHTsyK3JqhL7agawyugRvJHYn8y0P5bMSu+aJx3Lc8M7oo6ISkIdoW/Oc4OEtLeRJavKLF5VJSlwvlUlyZDcmh7iWzXelAjRZFWZ6Yu1j6Xmb+jlVY2vLauBVeKcgi7mVU026Hxegc1LvLSQABGLT6dsOKiafaCqtD0lkas6zSeDR6XexbB7KACsBlYzHRzLrONNM4Z4+mOLRapmBievsZLNVAoAOSnxWUtOKulSAjDgkK0F3B48Zgaw6qVcgJkPOjJwNX3fbKw/c1JtbL7RfmDKKQCUD4FEBMPu9zepWymnBFCGndl9gFTAVWmOI9yqvLSUALn+HwOc9a+TshZYJYbWREBVlyfWUQRXCXhIwFU+imQloIdvlS2hMoM6wkjziG4uMnRMSbIiBxY0mZWRwsuourRuMti0z4Br940rK6gAYhLNfKvTvhHLqMGj0hntC+NMB+T1aV/MogPoTEl3p0/jScHVFM8eSMQQ3dBmiDs2GlilCVbIf7IguoMdCJIdRYYYg8HDi+6xUxYNGVNcljLQD10hZxeoGg1d4MmsFMYkhVYF5muTlbAoIJwFh1zpuK4YqJqyk1L9TNYCq4GwiJCYyVs4EV7Bw/lWkwwBErWqfSjFzqdVR1eWPUChsQwHVSWVEmCV020kM3At4GrsPNWNQ8Z8YFXi9k1x1+9GIca1mVmD22PAzFKClnHF2sCgWO0znVk9cFa9mU4BkChtbgdK9kdJaAjHWgoiohHgKTznLFtXbo2xwKoAEq1KvU4WAKt02Uv/ZVaCLiNtl9CCUfpC1cIpAORFFElWla3LIsHLr7ArjB21mwEkVIVFqqY0AFVHaCY9YCSvarxcshJYZcmqsuPiIedbVXYDxM1o5VvlFADK8sxETtVkkwgHV1OZYlMBgiSWO3euGs0GVrMv4ZAebrZUbDITnlGPXG0+8viiOqb1iJ/JLGxMg1FzW5ATVqp3JjKFVzVeBkYBq5mcrEptgHFKAAUJkfBukeyckh2XRmYrnrBIVogk6pckrMreQiZrzg8qr38WtSq3T2AZK7jclMaNGdGq9EBxZ8X8rBquNFlVOJMjVZubEAUPeTIrxflIC7jKQdUkoCr5KUuiVSUpENuhlAB8n5pkvacGrLovWVViZ80EVrOJAiBRrtkzS6ezXVIbV1KkKl3mpfOBDH4nm3hV5dTI7UFxo0UjDxllgrzkMnO+NwJYTfVaagY7FhCG+Ji/5eMsXtfJgVXOq6oM/jBQNauAGllhkMNkktAqkz1Ien2T873sBgaRFxeYnFTNilbNOmCV4D6UVzXLXBQZdD4yb/HxpeyuVaNXyEUfPrXJOqgsA1TjZSAdXKQ3HWbDW8kAIHdTAEjaMwtYZZLLXqctbt+M5ctX4udtlahsDMHja4eD+h+AQX2L4fErj53A6i3YtLsOTYIP7ffaC23KlGVY/8tabAiGAK8PXfp1R0FOXL271mPVX00gtEFKMIvHU4TO3dqhVSmZYFMYz2IIjWs3YOmq1fh1+240iB4U5rdGj716Y9B+XdCqMIU6pEfqGlG1egu2NYVopmAywXtyi9G5QzsUtZWak0Kjwk2oWbURv69bi9+2V6EBfpSWlKPPXvug/35ldO1gWgkFUbd6LX5evQa/7qpGUPShqKAEvbr3xoF9OyJfSR71jahatRk7giKK2nZCh655sSYGGlH711Zs3N1EsycTSfj9peg1oDT6jECiqKQiBrFrxRbsqm5EiM7xHuS3Kkbn3m3hj+t7aMNGrNnR0MIeSIIeX0EJOrcvRkGxF/BpkFZdHSo37sK2PQ1RdmlSX3H7LujUJTc1m4p8Lrx+C/5cuwbLt2/H1oYwhIJyHLDXPjiwVwcUtpFrkwCITdj55zZU1DZB8LZBt95lyClI0v49tdi6eiuqQmQdzfyTN68I7cvbo027FGxNqrqpCdWrVuPntevwa0UtRPhRVFiGfXv0xoC+7ZGTr0GGBj8qbbgSN/DUH2foItoYYNVD6ceyuUgrmv4bj4IAACAASURBVPhjrWyWR2Lf5cFViVeV+Wpe4qYmZFuyqmTal/YSHFyVn80FeOMivkmkKjvo4aWFBEQgxFjATRFOVkWsNhFe1XA4K323l2y6Utz7mWJpDq9ULZkVcVG8yEsg2ygAEqVAuFZJ5CovShKQZJMoIzLts62Im4s5wKrEq+pmyaTZ9g1r8fnXc/DOmuX4ta4OmwKVqACQK7RGV18x+pT3w+mHnoS/DWlHU4Y0Kw3b8dGrb+D5NauxPixg2LCb8chJ7eUb0rASN99yH54P1gNCCSaOfRL3HRqz0U2vXIXhv+zAVkX7zEPPwi7omV+E1l4BXXufgn+O7Is2reQ/17T8J7zx+Uy8s70GW+q2YHXkMR/ao1+uH22K98HIA47Dxcf0QEEyYKmyEn8u/BJP/7gMqxt24ffaHdhB4cDW2L+wHcr8bTGo5yCcOOBAHNyvhNygky+BJuxaMh/T5n2BWbvqUFG7AcsiTwoox4D8PJSXH47LjhqOYw9ow3KKGFXEMKoWfYuXv/8Sn1Xsxoq6LdgSqdsvtEWfnFy0L+6FYQccj8tG7I3C3IQPr/4O1z73OmYHBey/70RMHX04ukRwU3HVEjw940VM3UrkQuZtD4o9fTD1stswrqfMAfOip3HY+6tRjEosaaiFz9MOB3cYhMmnT8SpvSL2EN6Nb5+5Axeu2IwtCWuBHLTFoKIylObmIc9bhN5d9sVxBx2OwfsmQckb67F+7ud4+adFmLsnBF/jFswP1CMAAcXeLuhfWIDSsgNwzuChGDWwPXLicONEFdT/uhivff89vti4EVuCu/Fb4x40RB4qz+2CfXI64fShZ+PCIZ2RF2dXNAvu2nm4b8Zs/G/rDtSJvXDzhVfjzH1l5rJAI9bPeRvXLVyO7XXb8FtTDWoB5AkdcEhRa+R6c9EqpxvOHHEqTjmwjfLBhxhG3a8L8MysD/Hxnlr8Wb8VuyJtLfSWo5ffj/KSPjh24ImYfExX5GoBqQ2yTWk2YpyZpLArzJnGqxovLr3AKkufklqGaoPU5NhqON9qctU051uloQk86kdBZOSGLTsc5IVJgN4T5FGYCuZAfDA53CJzOwEOsxLsSmGokEAEGosQneNTeEnDI1kDrJJsegExpEE0mfco4RMltAC8tJQAc9eEq6TlLMYpAOQthm1ZCQMAn/k536qaV4mf5CV7kYBVtXed/bsZwGr28apGIIzfvsTV0/+H2XsIoBmii8P4KBfmp70o9XXBkQMn44Wx+8AfD/jtWo4HH7sPt9c00SeHDLwbsyd0lzegHd/g5HufxjeRX48Y+iI+PV1CnsKYd98EHLc9+YEa0RNJqxCgdfgwuM+1+PjCAchPAIQafvoU10+fjrcbaykgRfoRq1mADyLta57QHkd3H4fnLzsUrWVApfCKhXh21kd4ev1arANbz8SvavwQ6I0c9reOuOjo6/DISZ1bgqKhOvw24xVcv3Au5oUDaGTbWwTjJEV9O7wo9vfHv0ZciKtHdjAsYV/9ovdx0TszMDvcGAUBY7MIkykBtvKFcgztNQmvXTwQ+fEA8a8zcNJLb+FrArgXjsGXF43FgXuxtU39T7Mw8fWX8XEzrefijKMfw2unlrS4ubP1pcuw91IC3ceXvXHb2Ntw3eERRDe0HW/eew0u3EXsKrEIKKAbGSZ3wnZWltMTZw6/GvcfF4uSjb5VtREfvP4aHl+3HEtDjaiHgByIUTkQ62D24EUbTwcc2XUU7ppwPHqVtfxy/bevYNInc/FNQzVqiCzgQwCBZnokbxUI7XD6wZfj0dH90CoOXA0vno7Tp72LL2jVXXDH+Km4dnACgt5Yi1+mP4qxP/6CDTJ9bwUBjQhT+23j7Yaxh0zETcfvh9LWiQ+LqF/4AS599318GKyP6y97jkFzTO+tPJ0xvP9kvDJpX/htWrLGog8jNwdsaocVs58eYDWbeVWVdNMSXDV7jewe44zN54w3k82GRrQ/HRnHfzed9yULMKL9Ul2sHSSRHskFw0vL+VZUOeXVlfw0HZFH1a/TDvR8m9oK41sNa7o2w+SbzqedZ5vJNc8iVOP9jU59KQggK4BVQvxMKAAyw3DSN2V6Nsj5VhUFSOWTQAnAQVVle+OAanPZcHA1mW+Kn8wyI1JV6q3RwGpMUuZM+unPICa/+funuODFl/B2BHHMQT465ZSjV6s2KPeHsKNuB1ZU78QmBMHgrQKcesjNeP3s7rFt2bZlmPro3biDIIUoxBlH3IpXzuwq3/Ad8zHx3scxg/7qxSnHPotpJ0r3oEP44dGLccz6usi7fvQq7oMD8gtQIAF8oXrsqNuFVTVbsUqUYNICjBlyG14a0zXWppoVuPveu3FfPWm1gEK0xj6lAzCuTw+09e/Bol8X4IuqndgoBiL9ao8bxk3FlMHxvAQAdqzCc8/cgxsr6lFPa/KijVCCfVp3QbdcL4RQDbbX7sTKhl3YHO1xa4wZcgdeHdOpuQx++x9Gv/gm5oghel2sSChFv7aDMK5vV+Q2bcPc3xbg85pd2BZ5q8g/DK9dfgVGdjPABip/wx0P34f7a4mSPGgtFGPftgdhXI9yCMHtmL9yKeZV78BmhCMAYXfcN+EO/H1gXNgmtZUXmK34TsHcy8djYHcCCIqo+eFDnD7tdcxv1tQ8DN/vKrw6bhBK4wNJd2/HzGdvwvjNuxM61hG3jLkH1x8ZsYfQDnz02C0Yu0ECYFth/+K90Tc/D75QHSrrq7CpvhLrQ3XYE4lwFLyH4OVJV+Fv/eMQ8j0b8NbzD+EfG7ZQIJQs9AtRjJ4F7dGjdRHyEURFzQ6sqd2JDWJTBHz04MDul+Kd84ehSzxYueUPPPif23FLLbuUn4+2GNrtcIwoL0Mb1GHHlp/xxsZV+FMkBxSktMelJ9+Ph0fE7voHFryN49+eEZFVfzx+3o2YPDAeWG3Aov/egnNXrsPGiIQ8Qhv0L+yA7gXFKBBrsat2O1bUVWIrJIC+FCcefA3eOKsXfPGHAzuX4taH78XUetaaAhTjgPIjMLFnR+SHNmP2sh/xXe0ubKUgLSm98NB5N+GygfbwAsRHrlJPnMHuOB1gNbpFFbymXak0wNvYVkUsmZUFTbDbNjUSXzJw1YOwUdcgKKhk3w6fRv+n6SLkWk3lQxN+8ZIoASKTYJgcZBKXnCghdhCv1xa0yj02/Ai9jsWDUZDARGIzpOdkgeqFh1xR1lB0Y/h6u61V6LJ9U6uEcKQL8HtyTJ3OMx5YJWJuonxQagLXYIEufpTYvs+TmQT8RqiFgquMro46Z86r2lKq0ZGk2xMboTHn1EGj6cjYck6THNoSKT2IUZKy17cbDaxmZbTqnh146/F/4cIKFvtJQNHTBl+HJ07og7IIP2Q4HEDFwk9wzXvT8G403PNAvH3tv3GihBuaBax6J6By6okt4wDCYexZ8hVuePsFvBJJ2yvknojvr5+A/YsjXVn0Ega+9RlW0f/bE1NO/CemDGsLIY4ntmHhB/jHzBl4q7GJwJwYue9kPHfeISiJXoEXsfKl2zD61xX4i9bjR9dWQ3Hf387BqfsT4IlexAVq9mDlvHdx+exPMS86+nvjgXHX44rBEUAtUI81HzyJk+f9iPUQ0C5vIG7929WYNDCuQSER69+7C4cv+A1VtJ52uOTY2/DwiTJhk9HvkFNJ9TEd/vZR9Hh/HnbS9w7Ew2P/gUsGt2ITL512ReyY/RTOm/Mtvg2T2Iu2OLHvRDx1/qFoIzVRFlglG4kwan74WAZYFdCtzXF4+oLzMSwOZw/9/DH+8dY0vNQYH6tLGiEPrI7bUEE3dH373YkfL+od8/XBMJrW/oo3P5mOB9auxFrakVz06XYdfvpnf/acKKJi+o3oPn91NKK0NHcQrh05Cf84qhweCUcPhlG95CtM/fhNPLq7mj6bhxKcc+xdeOKEtlH6xuo5L+G8WZ/iU0qw2w3/GvV/uOuEds18fuCX93Dqy+9Eo7KLyy7G7zeMQElkz9UcWN0vAVgNYvU7D+KE+UuioKrgGYSnx12Mcw4sgUcCTRvqsXn+x7h59seY2VRHQX8IfXD7mBvwf0PiQNEFD6Ls7UXsd/TGvWfdhKsOyaP9YfIJYf3MRzHxu0VYIJK1V3uc0f9iPDvpAOSnQEOhK0pJcaZkGzFVu45OQer2b96kTHbVonpbZRogBivjR3FKTWRdZivmTOWeTUkQCg/RVU4K/lDPN1z5rkiiMVlEZljg4KGyDllYDy8xCRCfQ6gRGgmlIy8tJEDGFKG8JFaT481VnbayVYQ+wQevx7wDwYwGVskaIxAOg/CUcP8UG0IUXPVyAEjJqdDzHhq5yqmflWTEo1XlJUM2GMR23FR061LQAgUSvxN/omwEKGpEHelqTIDXlwxs0lZvth7kNM17A+e9/xE+pIRiRRg9+Hq8Mq5nAocqu04Qmvcyzpo5B58GQmjjG4g7x16NSQdHkJdty/DAo3fh9kjE6pgjbsOrihGr83DevY/jPaoiL0499jm82Sxi9SIMi0SsegomYMOdJ6GNwthe/d8LcMCqSHSrcDBeu/T/cEYvpvv6b17EyA8+xRL6/w7C61dch9E9E+yiZhe+fvl2nLpmG0QU4Zhek/DShUeiTALbtszHpQ8+itcipt657Ti8f8Fp2K9DJFImchAoYR01c17A6A8/x/f0DwUYVH4hPpsyBBRardiCb/73Kq75eRn+Qi6GD/wnnjmzP9okUoJu+x1PPvsort+1B2G0wllH3Y2XxpQrGzS7iaZaKj56DEd9MZ+Cj4VtL8ZPVw1H16KE1yo2Yvpzd+L8LbshoAyn9r8Iz11wYCxa+LdPcf4Lkehm/8mYe/k4DOxOOB6Bmh8+wmmvv5EQsUrqL8G145/CHYNjjaz84B70+/oXJMarKgGrZ2+ooBQOPXpei4WXDUarRMCvciXuvf8m3EntD/AVXYStdxzL5F65HtNfuA8XbNqFEDwozx2Eu8+5GuP3VyASrV6Be6c+hIerqyh9RIfWJ+D5CyZhOI0aDmHN23fj0AW/0d/8uSMx6+8XYEjnxCiVAH78zy2YuGoN1iMX3bpchK//eRTKIu1OBFafiI9Y3fQFTnnwuQhNANCqYBTeOv98jNhHPhIm+MdnmPTMC5HxBPgKJ2LDnSdGx0zom8fQc+Y8FgWdczLm/3sCDkxkSqjdjY+e/CfGbq2DgLY4ue9FePXiA5GralcpGp+qdSY8EAXG4m9cyFUS/30985FqRxV7QN4k4HI6K/t4YFWLiFhPybhLAfnWUrHLn6UrnCxP5KWkQrIdJ9M8u7nMd1nJTJ1ErXJ0LCYhguUQ4JDDqi2thhxWBOiBBQNWvYIPfq8NJOUu8d1+j79Zsi8jmy1s3zU/7VVA2i+26EH6iwmIyrGoZPCFolf0jBSb++tih/CSBgUDeDIT7tBrFlH6NiDq0XELI2Z/8Akkspd1IhXgibaenL7qvQYQEYPmsUVfiABWaZ6Sk36mogUKzAvpLN81G4UrX5DAsVR0KMk7NckrLlXpKtXpUSPS1tOr7YaK423AyIhVtn1PZRQ6XiyaGrj8yQtx8BoCEZF9+hB8fO2VODoCGraoqH4Ptq+tRIXQGt07tUFecZy8TAJWvYUTsO6Ok1CqoJrlT0zCwWullEEH4tUrrscYCTz98TUMfuNj/M5mFgzpdx2mn7E/ihMra2xC1aZqhD2FKOmcFxfRGsKW2S9i3GdzsJjW0R03nn4Tbhgay5JFXX5C2zZOuwmDFq1iV849R2L2lCtxFAlobKjG7zP+gzMW/YyNEFCasx8uH34+rj22c/Or2+RTDU3YvakaIU8rlHbLNSbZ9Q/PoPvrX2E77UtrnHXEjfjv8d2Qn8jJWdeAim11gK8VSjvmENHFigywOqiHRAUQD6x60adVHlbW1CIML44+7FHMOktKZhbA9w9OxkmbGtAEP/p4QvgzGgkjH7EqAavd9v4XFlx2KIoT9y2hKky7/VJMro5AToXnY8tdx4PgxuH5L+Dgdz7DH7QXJRh/xHX4z+i9kyRoErHr8+dw0qw5WErfKcB5Jz2Fp49llAg1X72EU/43Gwup6jtj0uDxuG7EweiWiH03hRDcWYlaFKJVWT68cYnAkgGrwXkv4NDpn0XstjUuPulRPHZskoRcCODX5/+Nw3/bxK5peofio39dgeFSNPm8h9F++kJU09a3wYRht+LxEZ2Qlwiq76lDVUUDRH8rlJQn6F2TVzHg4WZrKfOyCBvQUl1VpAusxladNEOB49cguoSU4stsFc6Oj52+JkuxS4Y8Ju2jSFRdLNqZyYoDZcoiFkWedZpIh1E6smhnUSYXiiFG6tJKyHgieYQkTl7J7/gEL3zRqyUu7ZxJzaaUAII/knja2D2XsG7b3FT2/yZ1TX+1yUAvsibiyZpaypicahPAOaZ4I4xKrxkZ0Qb99kRriPD15EaietPEKQ1qjAOrEclpGHFKDmybjU2idpIiOG1jM23/NBETzaGXIfZjJLBKlBMTTYYISNXiduPdOy7DxKrI9ir3LKy7ZzTapdN9k4BV5EzAjvtOYpGH8YVE36z/A488dwdurWPt9+ecisW3jkcv6RZ0xVJcf989eCJ627wVju1wCI7p0QcDu3RB97JSdChvg9xWZMEiI6xAJT576maMWbeTbkC7tR+P6RP/n73zgI6q+ML4b0sSQoBASGgBQu+9I0ovClIUBVSKgICiSC8CIs2GgoCCgIKAKM0/HQEB6R0R6b13SEglffd/Zt7blM1uetkNOx4PJ8kr8+7cad9897sdqFxYudYSqCqnsWO/Uf+3jZyRV5VnVp8J9KumvuDydt6au4RNxiiZdCifvgStilbiBZ8yVC9ahKL58lKgkDtOsdhtkq2Y7AseH6bPFzNZEbNk8KSddy2aFfehRP7ClC9elOKF8+AkMDxrhzDJBFadnF5g8esFWbhyLXvRUr7kYHZ+2IA8wgxh95j/+TBGB4NLzhYsrRfK+N0HOCs/JHFgtXS58Zz4oCpxxBOUz791lJHfT2eO2tZunoO5O+4FBPHYd8VIfI7cUkGEcvz4wRR6lUvCar7H6D/1W5apl1Wp+i1H+6haBg8us3DR14x6HCQTYOXReFHdszwtytSkUbFCFM2fD08Pd9zy6Sz6leheAlhtE6OxWpkYxmrEM65s/JHX9x/lsnz3C6wdPJiXreSBM31FxOFVdFr5P3ZJyalqTHtzEB80UBHz2zt4fcZPbIn55KJ0KlaNpsWK4ePpTaUSRSiUNyfOonFsgQBpYeGXUVmEk913MujCtAKrSrWkiJY6JqVm8M6gj8vkx8o4N8emIYHVFf1HRQLAvGSPNKYZ52iKbubzW2T0sdEogcO0Ig3Z0YoSVLX0YUZw0glm5vPtP9baXCT6EsCzSDiankVz7cG+bO2nYgPvAFdjXUZObBjl6Y+jWLaAAOvF/8JvXMRh4fO7RrRoIMls1YjMxQqzN9sgZGnsEAog5uhX5mY0+Uvc34s+JcHVbFDSG1hVetRzxFsNvMwPMyYzOlDRV3Xz/Jg7YxUwKsUlo4BVarFuzGBeigghLFqLMSKYJ0+f8sDvBrtOH2L1/WtckzhgEd6qPZgF78TN8mTgyY5f6fnnlhity7jf5e5UnnbFKtKsQk2aVSlL4UJmi7ygi0yd+hlfSvNoqVd+FJt618BNGCiRPbzx3C56L5jPKvmyEnzSfgTjmnmi5DSI5Pzvc+h/9Aj/ivVAPENrKJCjKp1KVqZ17ca8XDUf2jgsxxS3SYIBIZK7m3+my449qjxC/AtyO1XktRKVaVWpFk2qlMTTEsKeTGDVza0923oXZ9n8n/gtMoq8+dryY/fuNC+lwXBxHyMWzmFhJOTy+oCLXULpOecXtsrqJA6sFizSn/0DW+BtCCcyQoNWr0MXdYsVS2bwwe1HKEoAGhrVmsb2HsVl6P6pHwfR4JKv+rH12TZhGC/lS8KakTeZMmYUX6oNVLTYCE4Nq4spjVfIvuUM2LyV9eFhasKn2Ofp8aJl8fq0L1+HV+tXxEuE3ccZcxMFVgMesmfFdN68cFMyTDWub3H0405UKZREfW+cZvavMxnvF0wk+ejVZCxzOhZX5HGM0fhuX0THLTv4x8JjPHJU4fUSVWhSujz1KlegeOH03eykyG+tLPocwGpCK0qGppqRWqPRP9csTYeuqvVeZpIAsLRfUPal2WRBmKKBJnkXmyQ3knd19rtKhP87QFXL7SpkNQSwKnAdc4a8GJdFLIGzzvm5HpcT6xE6ldWbnjuubA+sCoOK0FORsdtRlM4nNWcdxaIFzBnQeq0RJxH27nAfCytqI87a9D7rsU/HdICqKW83cYiahVvnlFfYyh0ZAayKV6VEuTbdPiYrHhR4hXkzpzDcX4GjXqr5OX/2KK0mDkzhwJthwKpiGBdykJNowokiTAUkRQ3Fmber1otaZbuzrGdd8pknMo8O49K6JYw+vJf90RCOKVO78lzxDB3OeLnWZGjznnzYIo5u78O/eeXrBeyVVzrRovp41vQqLw+2EiUi3L7A9NkT+VQCsoV5t34/vupUiTymuhnCOLdyASOOH+VwdDQRCQBWcZ8rlfI1YmjzN3jnJTWLWHr4SHggx1ctZty/RzluiCbU7EBKsWkOCueuw9CWPRjQxJQJTH15MoHV/O6d2dS7Gle3reGb8/9xRVeanq9+yvSmOXi48Ue6/L2H42gpVvV7Lrz7jE+Gj2SWfIVlYLXrbT+1pjkpl7MQBTRRkkljjA7DN8KfW8ZIYtKv5WzD6r69aVpKZAr2569ZY+l0UwVWNc04OPl9aiTFCA6/xpRxn/CliK0XbOUiH7B3WFO84jA6n+1fSY9NOzkcHkgQRovMlXzO1fnopS4Mal6GXJJ2rWhxWmWsCh3eRWN4+a4ib+GUpy8nBramTCISu/LCwAB2Lh5Lp+tPZD18yozk2Pt1yB1TXwP3Ni6i366/OWQ0WGx3GdGgq8mMNwfTr755R0oP57P2jFhprMQXfNnv2CstjNW41hTgmOY5TWblAFUt9yvTnipaSADI3GrW53QRPeEoVuwYJ5bpebKRZKo6dFUTNrnQUxUSAOq/ifmE2KU7aZ/vQ6/E7CNYq0I2Ib1IYs8FsCoMqhfZup/zMVuRAHBQ6a0uq80BZzXpmbNWCX1/3v3H3G7KaZhWSgJkF/ZhahYsyrCSNpXU1Lw3O9wj2HP2PixnFLCqgPX2bp1keKkZsFqt4mfs71cRXQzYlgIbZDCwqkeHFgFCxi2l6VW5KX1eakydsi6JO/SjWxw7+g+bL55m38PrnIwKlezG+Eed+fnglal820qlMz7aQ6evfmS7AnHFAKtSiiUx09y9wPSZCrCqoSh9G/RmcofK5DXXM7h3iR37jrDu0hkO+d3nmjFCfl/cOmnw4MOO05jWLCkkMBntHfeSxw/49/BeVp49w4FHNzhliIgBBmPfX4hBbcby9SsmbVQgucBq3i781b8RxvNH+XHHH6wIjcRYdBJPhnuz45uP6HBPJBxz5+M35/LVC0+ZNvwjJkp2qGVgtcttvyQ/UDRJTuf6zO49lLcqqA2UWmA14joTPxnDNJWxaglYlRXy8+P8sUOsPX2MbQ9vcCEqVGGaxmlHZ3JTs9JQ/upTGec4yassSgGkFlj1e8jaRRN4566/9B/Poh9yclDj2CRsJuvdvs6+owdZd+kcB57c5IwhMialYWy7l2B8x08Y1zQdAf0kW8+krZH4hdmNuZpewKqyu9A9d8msJGvXEW5rsdOIfYJJVzUpYNWht2p93InVpU3Beig5450NX6PoqioRNQ46mHlDaYg0GBNEqljuhCK6VIdOK8bm58d/kuvaYp8lwFXBXk2P8twAq5IR8hyDq2JQiq+rmh7uk72eYU2vV4R3O+vsL9t7ZrWOYB1KVm9mvdDG3iP843n99sSawpIEQMKlgcK6s2f7ZRSwKmz1XICrZlIALvk+5P6nL5Gq6PMMA1YLMaBpNzrkdibw4XnWHd/IShXs0muK069RPya+XFZlAyYxQIn7IowQEYrfzescv3CKvy7/x44nN7mspDyhkGtTVo4aQB1B1Aw8z6dTJjFDsha11C0/ks29a5LLFA9u5XXG05vpuPBXNau7D8PbDGZCyyI4JRAGFbQHlfoQFsKDyxc5cOEkq07tYUukCejUUS5/B1YM7koF8yRTaR2PhT1EOttnITy6cZVjF8+w+/p5dj68oiZ6Ao1ze/6b/A5lTN+cEmB1QAsKBFxnwbLpfB0cSXSOTpzonZdxPy5mk2AhuzRjRb8BtCn1gC9HDGFKMoFVwV3OHZd5rPGkWZkGtCpWkmYN6lJMJAqLU24v+ojypx+rv6nHtgnDk5YCePovg6Z8xUJ1V1m0+EhOD61juW8I/xD0lSgDYXcu8tfJUxy7foiFDx/gr77VNUdLVvXtQ8syygbCKmNVSAGs/I6u568TIKUAunF00GtUUXV9rTW58eo/fL10NlMCwzCQjx4vjWHuayVUySCzu0ztHhzE/Rs3OH3zAn9f/JeNjxRZDVk0L7Bj/GAaCRmDzCjJ3HQqqx17nrXiGzO9gFXxVEUVQGH/PC+beIM1oevM8Fkbf4dINiT+T25/ceitJt6gz4veqnCZiGgBHDrIYHE9wnRYKsL/hQxAcvJlK4mpNZK1KsBVR0loAam3qtEj/k1reW6AVTmsy0zv2WcxlJLGF0zVuOmqUnLv83BtYknQBOFeJmtySEpYdAVhOyeNVuqoPW+9ywGqpn10sHe91YwEVk3bkWx9bBH1gF+mDOOjIFPyqje5/nlnClhb3xgMhN+8w9kAF8oW9SS3hy5WUyIesOpKxwaT+b2LmuzH3FX9DtN96kzWyt9raddiIavamUKPozk+sx9NbglGoziVfYX/pvaijIi/Fwva83/x0cpVrAwVWpI6vJxK8E6rkUxpaYFdFxRBeEAQvr7ReJYrgLOF6Obou/c59Of3dD1/pNxEdQAAIABJREFUTQXBCjGl13cMq66BiMf88d04ej0MlFUp7tWNVe92opp34n0veOtMqmw9zCN5WWmm9ZjER7WVNPbRj4MJDgwlLDIHBSuYp2VXALrIm1fZvH4WvW49VsPbi/HDoG/oUzqNfT4wnFD/QJ480VG4kgd6c4BYhP7dfciejTPpfvGGBPagFD988AV9yqvvTgmw+kE7yrmGsGbmx/T1E8m6itKnpJ4N12/wBA1VSw1mY4+GeOW+zdRRI/giEWDVJAWQ1/NN1vdqT+XoAALDjCJ2HWeXnLh7uKLLKUI4EtooZN2nFNlzSbVlWeYMmErvCknY8vQ6Xl20nL/Vy6pVn87hd4sqP4VEEPrED/9oV/IWdMdVJPuKWwTQGvKEo5uXMezoIU7Iv+WiV/MvmNdeiem3CqxGhnJt44902ndETV5VlcUfjKdrEsm2QnbM48XNuyQgrtNWY3qXjxlQX/EvY2AEUUGBPPBzwru8O1pzEWVh9+Bw/l01nmZnb6k6tT5M7zuNgVXS6HOJ3q4cZqQmJCm7MFfTE1gVphZAmkawo7KF2E/ivmcCAp8XEDm5PVHJVSGmy5QDFQ5JAOtWVmgc2X+nFS6YquL/7P+pye1SMdcJBriUIErhnZKZqRHgasr7ZApfZZeXiyRfOpnMKm197LkCVkVLC9bq84atOkDVxPt44qCq3BLIBwjg0Pk5Zj1bs2LMaZjm+WL1KomqlJNAR7HqHclaBNozuJrRwKqwrNQIT+kqym6cMpJD3w2g5W0VxNTUY/XgIbQtbnnxZzy9hcHLl7MwLCdNi7dl3CvteaG82gd9LzBr9lTGBgkKpp7G1SewqVc5y0nGb26l7azFakIpF3q0/5l5zUx0zvjAqjbnu9yf+jJxA+GNpzfwxi8r2I5BhmO5uDRnde++tCgXhxEQeI+tf25n45XLXAhx4ZUW/RjWvJCaQMqsgc6tocXPqzgsf52XAW2/ZUbLXGCM4tam+XTdtY9T8m9FGdn+Uya1MNMdjfu40AB2zh9HpxtPlFAxTSP+GjeIFz2Bp9f5Zdkyfrx2hwin8nwzbBitrCQlitoxHZ9Nx3gqn52LUe/+zMQaaXAs3xts2babdVcuczE4P71ee4/eDS1TYI0nVtN66f84IF/nyeAOX/NlcxU9TAmw+mEnKnpquDDvAxpe9FcBO9M3aGj2whw2d84P0TeYOGa0GnafePKqshU+48SASilKXm84vJiGK7dwWm3fLvWH82PncrhaYhCLawyhnPh1Om+fPM0t1f592s/lh+YuEBXC6T9+YtyJk5w0evFCneGs6GqlEW8eY/Scb/leir860aLmZ6zvWVbW3SqwKi49s4Y2C1fGaPu+1nwuv7dPjK4cxp7pA3n5ToisrUbXhC0jBtJEVOvRVbbtPsjmK5c4FVyIgW/2pktNc00KtU1O/06dRes5K38sxefdJjOsvjUjpcEXzW9NJls17m3ZBThMb2DVFLasSUfdunRs6XR9lEGjlcm7HMBqfLMKm0QLVCwV/UoCsqm4L10b1oYflt3BVZGoSkgAiJJtl72p9S+jhnCDAWNq+oc4AxbMTAEepub+1NbZju4TkgnCPmk5vHjugNXnTRLAoauaeI9OGlSNe79I1qSAh44xKaFdRd8Sw5Fg92b3opxnOaZ883Y29afUbDLERK/R2J9NMwNYFXZWYMbs2bfCdi+k26YdbJeL6Ty0LvcBv/evias5thrxjOO/TuGVs9dRYNhSTOj0GaMbq8IBIff4Y+FcJty4wm0BQRbowZre7ahonnQnOpJ7m2bRfM9xeZ14znd9Pqd/FZN94wOrOrce3JjcDo945o/i3OLp9Dr1L+dky7hRyacv295/gXwmHYNbIjT6J77y85e6pQXzvs6a97tQI45caEwfOvs/mi5czTH5i/wMff07pr6o0voeHePjr6fHhIQX8ujM6t6dqV3MMvjsv/VH2m/do2Zfd6NukX5sHdUASZa9dpCRc2czR2DPaGlQdSIbu5fDzVx7QUTnb/masn/9qwKr+fjsvR8ZnRb24M2TzPp1Hp8+8ZfqA2WK9GHj+63xsYDXGY8to9Fvmzgp7VGY8d2mMbaBCrClBFj96HUqekL4zu+pvPEA9+INWs7067aUWfU1EHqJceM/5btEGKvdbvtJvTefUsM4/EF93BUCcPLK/VPMXPgDn/oGIBhZXs7VmdRtBO/WtAIaPjzIu9/MY210uGS5Fsnbnl/6dOclScAOYe1n7/FOoMry1rbi+KT3qGRBAjfyzN8MWTKfJVEiO3AZ+r30IdM6KjH9iQKrkbeYNm4kn6nZuNzzvM6W97pQs5jlMSj89GZ6LlrKBtUaznn6cntSa2TT3jjFD8tmM8pXpNfSUr3kQDb0e4kCFtjbUXvnUW3tLq7L55Tkq+5fMLi2mZ+rJNPkGT4ZV6V2zSLrYf/JrNIbWDVZXAlb1mZL0NF0rO7YDFjuX9EiU7kx9bkphH0FG9hRLFsgu4KrYgkogEN1ZnM0v2oBkwRApJQAkFngUmcbFVx10ukdpCALFpTpF2PA1dSZ+LkDVoWZhD8+L8mIoowOAQBrXSNloKryFDGUCUkAvYNJb9GsWqMimZDKIT91o1gW3KV1gKrxrJ4WQNX0IAlW2+GhRWYBq7F6q+mNKmRBBzJ/ZbAff8waTC9fU051F1pVH8G8V6tSSOgrio8PfsrJbSsYdWCPymLUUsD1ZVYN7kldE1BpjOT2xvm8sXs/Z+SW3pWapfrxv+4v4GWK0o+GsBObGbxuDatCQ4hAg0++V1jYrycNY0h/yQFWgaCbLJo1lbF+QTJZEJRgeJtRTG6jikJGPuPCiq9o/u8lNaQ9D20r9WHmaw3wzq8awQiR5w4x/Y+fmRoQIkcWV00Z5o+YSucYTUsjN3+dQvt/z3FV3qajYI6GfPlmL7rVyh074IaFcvvQanqv/5ODMTauwMyeY+hfM4dy3bPH/PXLN/S4fEvW2Yk8tK0znF9eK08OUzh5pAG/Q+sZ8+d6fg8TepkaiuZqyq9DB1DfVO87D7l8/RZ3w8HTpypVyiYh+irqEx3FnRUTqHrsWgxztEKpEWzvVYf8JgKuAcJOH+DL1Qv4Jlik9tKQR1uHtROHE0NuTQWwyqU9jF26mJnBoTFbFe88zfh5QH+aFNFAyHnGTJjI7IwCVo0Q8vcCmm3axVlVmMkjR33GtX6bfg0KoTeBjKFh3N67hrF/b2FNRIT0B9FG77T8mrltPWLa+v7KqXQ4fFplduaigXdn5vRsS8U4oH305f2MW/QzP4WFIr7axbkxS3v1p0MlBcxNFFglmjvrf6D97oMytF+LCyU8WjG9Q0faVMmjyGjKNo3gzs7VjNy+jS1R4bJdtdqqfNVlJIPqq2h9ZATnl4ykztkH6oZZQ+3yY9jYowb5TD5nMBJ67jjTls/kq2cS9QeKMXfwt/Quof7o68vFk9e4jxMFvUtSvpy7ZfZ3Soa01G5Q47zD3pmrGQasyqlKAKvZT9fPoatquZNJCQA0ElRNa3HorSZuwewGrgq8UDBVoxz7K4sNL3RVTTNjWvuWAA+F5qqjJLSAKZmVYPemJiL1uQRWhRmfB3A1yihkn9M+uWXLjif1f1J36iOkJAR4KJirjhJrAZM5hbKWzFidTYtGhn1l049L5WfFAqumB6TOQPYIrmYWsCrnLSUlSCpbycZvu3uKGQtnMsH/mVxW63HGU5efkjndKaAL41awL7eiQvBXQ++hDBM7jWBkYzNd0/vHGDnje36KjpBMP40AYXSelHP3IA/RBIY+5XaYL3eNUZJFKkDKNi/O5n+d8stEakpJJrAKhB1dT/9Vy/lfDMWiFssHj6KDj/oo/3NM/uZrvg4VkJMAyZzx1HtSLpc7efQQEhrA7WePuWJUMqODM40rDmF171rkUte9crwJD+TA0i9579x1bsrv0pKL3BTPWZBiOZxxNjzj0TM/rkcE4otBXYDn552mE/mpk5cSU2dynZP/o81iEWavMEN0uODtVIDyufPgQgR+IU+5Ff6Uh0SrmqBudGv6OT93LKRIKRmjebRrFQM3bmKPUUvFimPYOaAyyQrYfniED7+dzS+RUqRAaR99ASrncsdNbyDwmT+3Qn25ZjSB7Ll5rc5IFr9TLnZeSQ2w6v+QjYsm8/YtXzWTrgtNKnzI0h718BLgXvCFjAVWxceG+rJ7yVd0uXiLYLUv58SNIi4eFHfLjStR+IU85kZ4AI+Ilm3oTGH6NB3OV+2K4Rx3H3T3LF/OmcKUUFWqCD35dfnxcc1HAWcdmgg/zoc84bYxUvq5BmfKlhzCkUG1yaH6QeLAqqhwJKd+mkS3c5clg1SLjjya3BRzzU/hHG64Eknws0ecD/PnseorejzpWH8ES98sKaRnY8ud/QyYPYelgnIjnyXavTDVc+cmhzaKp6Gi3f24HtPuWmqUHMqOj+rhpvZL44k/aPvrWo6hp275AfzU9QWK5kvjuJYOk7m9J7PKOGBVWWNrNGkLrUxjC6f77WJflapQ3HSvie09UGRyjzYIMD3tdTOxgu0vjint3568J2SfLA+ijUWWe6Ed6igJLSCYvFIeIT06llgPGAVBzJHMypqviQhKJ40TmlQks3pugVW5sBOakNmUeSgnN7llSofZLRuOcqlhq8Y1g6K3mm5jXLaysJTbkCLZ2eqz1M2g+Mcx8Zu3bHpqjAm3sSdt9cwEVhVAQoGjsmW5eZzJy1awwvc+9+UMpkNLtASGxNmxYIpr0OPpUpq2Dd9ndgdLacqN+O5aw7jtm1gbFkqIhO6MKoiq2M4FI5Hy33zU936F2f3aUzpeOLqBg192p9VjFS3Vv8GtaW9gImvGt72Rm8s/o/GxSzyRf8hJqyofs6xnjRhgNPL034xbsZzfQoMIlNC4mJ9NRUcODISr2W+Le/Vky0dtKaHmlIqXcDrgCQfWzGfgqfNcMwrYTXybjij5H7igkc/V40Ixt/K81bw/Y5rnj3UXE7gaHcbF9cv57NA+/o58hlDFFBhYLBtCsZlIPOKiKUir0l344b2G5DeRUgUzePMCOu/YJ5nB3sWGc2Z4XcvZ6hM4qpGQI5sY/Mda1kc+k5IOegntRqtgow5n1R6i1Sv7DGTrhy+SP26yoxOraLF0DYeEtXN1Zuf7b1JdzekUfmILvZYukSHpWqdW7Brdl7pCWxYj1376iCpnfdUaudC52Xf82lFlF4efo9/oyfwmXaQcX779GYPrqEhm5D0WfzGSgf7CQk40KDeSLe9XxyU13TDoAdt++5Xvrp7lRFQoz6RHx/dPYfsodOTVleO9Rt0Z82oZi1qskcfXMXjDVtYE+aMcR8RntJiWt87koW6xtkx4rRMvloyttPG/dby5ZDmb5a2FGNtlOp82NGOxRIVzbuU39P7nHKeN0bJHOmMkVPqrRuoOh6m+kt+pND0a9mJM67LkNk+mhZHgQxsYvG4DGyKCVZ8Tvh+33aNVJrOO6iUGsun9F/GMI1ERvW8e1dbs4ppIx1a4D390b0OFIqkcCdNpgyrfLu2nhFukxiVS+QXpdltGAaumCioED+GNAmS1RwvFmtoBqlp2O9OeKloyVdO3jR3M1cS6ugajsHn6mjzdxpbkPkjoqoqEVY5iwQJSV1VJQJ6e46eYrZy0Tg69VStOJ5JZCfsopLHkd7DnGlhVNvDZL5mVGJoUtmo2ZjelZfRNRTa9hK8zoteqYe/ZMDI3LeaVWwwjOGmyX99ySAAk5hnp1xEEK05OY8mfy9Lqsqm+P7OBVVFRJWtlNi2P7nFozx42XL/MlTAD/sE3+CfKiQp5ilDUOS/VStWjQ62aVCtnJfmNBDqMRFw5z+a9f7LkThCaiIccCw2QIKu73odauXOgz1WW12u8yKt1ipNLBTHjWvThb8Np+c9D7uJKKe+BHBle03qyoscXWb1uA/Ou3yEgOhc1fJrwSbfWlFYxO/Hc6GsX2LxnC2vv+XM34BYnosKIxokirqWo5OqEq94Z14KNmdCxPt5x7osHrIoHhYZw6/Aefjp6mqvhoYQZjNwPvMolY17qunuRS5ubCsWr0rHBS9StYBaeH7eLRkUTcvEsWw7vYvP9p9wTdYoMJRI9Xs4+VM7liqe7D/UrNKZ7k+K4mj0q/L99fLt+FQv9HqNLEbCqWDni/CnW7NnBtifBBEYZMITd43BYBAXcSlAuh7O0Ry6f1kxtXw0P8/a5I/RKV7HL6Eqd6p0Z1LoCeU1A3r2rbN6yhoW3Agkr9CpL+9SPBedOrqbdxpuUz63lwdM8fPjBezSKkX8IZuPU6fymcaNM0Zq82aYl1WO0eUM58/t3jL1iwCNvGVpXe4W3myaSPCyprhkZReD5U2w+ukfa/mnwXY5HhBCOjvxOxanslgP3AnXo3+glXqwcJ+ze0p7rzk32Hz3E+guXJVv5csAdbsnVXx6q5imCt0tBmtVqxZt1S5M/v9m48eQKa7bsYeutuzwML8Gw3j1pUtLCSyLDuLN3M1+duEpgRDjPogK54H8bP11R6uVyJVqTA69cZXmrVVtaVs4VKxNg/ijRLy+fZd2uHWx57MuTKA2a0LscijBQPLcPpZydyOmckyKlWjOydWU8zLV3r//DtF+XMu/pYwoW782iri2pKGQcUlpSsElKyaPtlbma8cCqOplrxJF7KtorJY2Qgdc6QFXrxhVkHgHwKaS69G1jh95q4k5t75IA0VJXVRzUOYBV85YWPSlCSACoTN707ltiL+Gkc7LrcTkDh3z0Gj16GXqT/DHtuQZWTft2XTbK9O5IVpVEF0sXUFV5h+hmQmtVMDPTeR2RkeNEpjxbnF7LAVscXGTKGzP+Jdkn6Cb9bJUe2qrWamMvyayyAlgVNsvW4Kr4wMAgnj7wx++ZUNzSoNW7UaCQJ7k8k7/AEekvgq8/4klgmFyYKrlmNDjndMezeD5ymidsiuuM/ve4dTuCCKMOl/xFKeadxHufBnLn7lPCo0Crz0lhHy9yWABsjQ+fcPNhMFFyIyHqoyVn7rx4FXbHySyZTwJQNW79jBB98yEPgkMJixJsBmGjnHh6eOJeJJFR18L5h/GRLzcfBBMVLTkRaLVacnt44VXYFRnFa6lERhJ47jCfLZvDhsKjuTispkxemOISEMDDe0GEhEchNufihbnc8+LlnRtdXJaq+YNNATnWmkX83ZIZTPcpGgjxS4ycgxUGUFLvTPHHg+H+E24+CiZa9Qdhe7d8BShYzDVl6wq/EJ4+fIJfuCEG3NA5u+NdLB8uFvwwpqqmvawle5h/jxGi7vry+GkQIWI3LHzFKQe5PQrgVTiFM32AP4/uBREk2l32Ayfy5BXtnsu6z4ls4XeO8sn3P3KmZG9+eKMxJb1SYfQMXLDZI7iaGcCq6i12m8xKhqUnOiCnwg+zyS1i2BaAqsR+MqhvOcDVxJ3FXsFVMfaLEHeZkMlR4llAWEQwwMVaMQW4XsqsaASd1qG3as1oit6qDp3VhXDCO597YFWYROqtCnA1Ze5oc1crnVBopsktls3VL8srlI6gqulbTHqrirXTl6af5fZKhwoIuwjmqr33LQdTNR2cIRWPkFIt6UeETUUNkr4lq4BVUbNsD64mbf5se4U97OGjz+xh/O8/s7fsFxzoLdPVZ4+SDolXstIQ9j7fJmq7B8cZ8e1srlQdy+/dKiR+OGLpQRkE/Jhe5QBWrbeeAp2ISV1ocNqXl5rC0e2t3hk6DqmJqkzAakaBqqZvcEgCJN6a9gauOnRVE29PqauaSXizk8aht2qtNcRM5axzVlm9Sc9bDmBVtaTd662KE0ON49QnsWEqrbqqlp+tTGUuOkV2wc7Wihm65lKxZkkKEsxVey0OpmrWtZzoT/LQwobdxwGspsY/bBwtT80npec99hAFcWYLvRb+zjnP1szs3YNGqdW6TE+7pdezTJqZ6fW8THyODQ+VabfC9WN8sWQDh4weDP9wKE0LpPCRmbVAM9qXlmhGM1bjtpKyYtbZFbAqmKqSsZoBYe4p9GCbulzsqWT4v6xV5ow84l2OpMzWdqOmgwubchOrlRFRRDIhkyNzRQIbCbOIRF6Z5utGowQPtalI1mQf3pa2Wgq7CL3V5NDEHMBqHFvbM7gqAvgcVHrrHSdjQNXY9+k0RjWZVeYsLtI2RGT+3WI4klGXdmYesQ/TOEJUEjhMeiarSsobJbhqw36TlcBq7DLahg0Ur4FNx+/2Ut+kvDNj/m4Xa9vrNzh48iYFXmhCmRgt0oyxR6Y/NYYlYl9+al+1TUWrPn3EkZ0PKN60GoVlQrIUlswCVmPyG9hHi2QqsCrXUyLzq6LDYesMUIcEQGL7KhElmbmAs0MSIPExz15Yq1EGBTgU2IWjKBYQs4X438RUjVEmygQDiT2dKVmTrY/JmWAOi68QeqtCNiEpcNUBrMYxnzxHtUO9VYeuahITTaYAY0actPbNzMzIwUoks3IWkgD2sc+IMYVDAsCyV2QmsCrBQxtm8GU1sKosxuysY2XkYGPnz7YHCQA7N3Hyq29nzFXHKGDetOqmPYs6lb3IAmQmsCpaSGkV4a1CEsC2ZcsMWeQ7yR+ksu7KaEPWsEcd4Kp9g6sKcOggg1lrxSihZZ5FeLMOLXqd3rGnsNA4it6qXrJ6E9tzOYBVM+PZG7iq6Koq2fQyG+zIuuk8ZW/OaLaqskaUKwxctFp0Cs0xZZXM7lcbNWg1RrvSW3VIACTllJkbzq0VJJekqpQFf89qYFUOP+LQwjHkZEHrp+8rYw6ebNHR0/dT7edpdqK36nCZRFwqy050pUCUzft6VgCrSli9kASwXWDVAapaP1gXzEhDFo6NDkmApMBV2+xXJl1VU5Z7x7I1th01IlGV0UhkVs4YRiN6rZPKzMzKitjmu8V87iTBVfPMp3Ha8dqDfQ6/jtN+Mpu5ViuzvdtDcUgAJDG5ZApbNU6HwoCzToCr9uA9mV9HMRTp7SCZlUMCwPqCOqvCRCR4qMk0xaFkdw5bAFYluGrTzFWHBEByHCpLMQZHE1lvoiwEEJLlN8m56Lm8RqB3WbyYl+ePtg2wZjawGtcVjVIkyvY0aUWiJLsLscqkPm4QIdzGLO5XImQaRfvWURJaQGjf2qL/RhqMqnaoo9VMFjDBBdFGDcI+AtfJqn2WJOihwVnn5NBbteKigrEqZAGUvDoJwR4HY9XMcCbWpwg9FbIAtlxE5xMTnGNisdBKWWYXoVOiUfVWbdl7sqhuRgVYFcCzrfYuBaBy9Kos8pBEX2uLequ2AqwKw4kAFdssmctutk0bJFIr03iYlc3naKJEgFXT0YVtelZWuo1tWiROrbKMrarWwQGsJuoiykpLn2VAgqXKKbqqWQ8c2mLfElwVwVS1hRWybCfHaj2J/mU7fizZmAYBiNuC99hO75K6qqigqkLlz7LKmSJ8lWRNSti7oyS0gE6jU8BVS8Dq1fv7RMJDR7FgAcFazapTg6QaxKGrmriFMiX8P5Eq6DVCbzVLx8ekXChr/i7mDBQtWlscrk3LRceQGN89TP1JGQ+zFoGxNXDVloBVBVy1RRAoa30mawa75L/VsXZNvq2y9EobZK465qpEPMKGNje2ueJRbJeljFUJJAitVX2Wdu24Lzc4BmSLbSHWgQqoajujjkNvNam9sG0wV4V0Q3i0KltoMz3dNioielOEAaJtozrqpCByWyjgqq3iYFlpLsFWFeCqpWRWmkt39hr1AgVyFIsW0OtsUyEpyhgdRwDe0XhxLZDVoKppVHLWatDZqC5kVnuM1qhBDDu2Rgq3rSVjVrdS7PttSb9ZMoptY60oDWRrwKptSQI4ANWkerHN5UZxNJn1Josh2tjGmtk2apGUh2fR320IVFXQS9uVBMhKYNXkHUahWWfMekkAhwRAwv5q2lOJ8HJpHxsrUu/VxupkS9VRgPCsazdxdhLuSFZl0SVEboQoIMpgxBZZjpKZKcBVW3JoG6mLTGal0UtwNe4eWXP21m6ji16HSAziKAktINZmQhLAlpwq2mhQqfS2VCsb8Z4skwAw/36hkQISXHU0UwLnEBOtkAQQ4KqtmCducJOt1MkWepUyYZhqYhuWkctEGzm0sDVgVbSUbYGrtuDFNloHGzogiLGQQ2vVsrPEi160nXHQRj07i6tlQwuLeJawTa1VWwBWhayZYK1mZTIrGVZua4B8FvckeSag5qqINmptNkmyQ281cUcxZmGMYITBKJMyOQQA4reRlAAwagg3KOIIEmmyjaVFTEVNzEy91nqyJhsYorKsCoreqg4RkWJi9mrO3dxjFKwxvV7rAFetNI2wj9ZGwFUBqUY7Rierncg22Kqx1ROgqpCUcICrFposDriaZaOi+mIHUzVhC8QP/8/qFrJ86GULjGdbBFbTBK4K6oeISRILPHHgmtxDV0XwLOmSGHnCRDtJLsEipdcnPP9K/kJWvCu5tjC9JzH2pzVQNSnqTXJtk3RLxL9C1FW0u/hXfGdq19HifkHBEEU8I6U2S2m9LV0vbGiyo5IbJ/XF1B9M3yJ9PC0PTH1V4t4pmC7SzuJfUbeUtFd6+lhSzzJVOjl+kJZvMr3HBIzFHcfS4gOiT4hniSZPy3Ni1hoZ1YFT71e2AKwqQcJCJVw4SuYzVx1MVev+I3BVZd+Z9eOetVo69FYT7/9ZxVpVdFUVUDU5y8PUj2J2eKcJVLXxwxwBrjr0Vq37lyKZ4KQA42KUPH9rr/R1BVwVk5kdOmcmVFkAq1kNjsl9j5QAcDSSpSa3NVDVVEfhN0Jv1RZAoEzoKil6hbJXUZirWVWUbY5jyje3vy2F/1vzjRi91SwMX7ZVYFWZ1zXJW81GR+N/Yi+rz97i2sOL7HjsD055KOnhQ80ipalbsR7Nq+VFa0kG75Eft2/c4k5o8hgJYvHhXsCHsmXy4eSktqzvbS5d9cc3NErtic64uxegUg0vy7Od7wMOn30gkzcq2z3xzBKULZsXJ1PvrN1nAAAgAElEQVQdw0LwvXyLS37h4OpJeZ+ieBRU32eM4u7JqzwIDCVCk4NipUpRtKizZTczRnJ931keyJwCLlR/oSKuSckB3rrJ+bv++EcYwdmNAoXLULpE/EEugQRAdChn9l8kKElmhwZdLi/KlvTGI7+FKkdE8PTseS4GGtG65MarVGlKFrDSg0SG3ps3OHryKBuu3uBawCOuhURS0KsKTYuXol6FmjSqkh8nl6RH59CL59n1z0kO3L3Gv753eazJS7FcnpT0qki7mvVoUiM/OlN7J/24lF8RFUXAfyfZcvIYex8+4lrgY24Y8vFS8Uo0LFaRVvWqUaxwctA9wN+fa6f+5c+zZzn24DYXgwNxzVuJJoW9KVWiJh3rlsQ9j7VJy0jktWv8czsIo9aZ3G6lqFIrh/XviQjgyOHrGLTulCpZnILeiSGkRgL//ZdtJ0/xj98DLvjd4Va0m2LnfGVoVaM+rWoVwcXVyusePeLMhXsEGpKY70QW+9ze1CjrhWtuC88yRBF07ixnfA2oXTDJ9nJyzYNXmdKUsOCzxpvX2LF/D3/evs7ZAD8eGl0p6uZJybxlaFe/Ka/Us+ToFl4ZGcbj/06y+fxVrj2+wu57D4jI4UWpPAWoULwWHWvXoXq5ZDiz0Lw7c5I1B/fy592bXHwWRIDGg1pexSibrwSNq9Wled0Cadgv2RZz1RaAVdGasV6py3TmqgNYTdifTHsqW9NVtTbYOMDVxIfhzAZXxTQTJkFV5c2OXVZs+wh7SF3VLE5WleTErV6gxaG3mpithGSCAJ/lfsQErArHF3qQep2gsybX1M/XdUISICvBsSijI5ee1Qk1uav7THdZZUKRYe9yTyfCnRwdLG4zCGs4abIutYODrWoFT4qRALBtfxVjclZ2KVsGVkXLCg5QouXeaWb9/CMLAsK4Z3xGRIKLNXg7l6SBT3NGtWtJleJxLzASeHgTI9euZEVkVAxRMbH3aXChdvG3mPtGGyoXVeoWsnsxQ/4+ytZgP/zQUMA5P26R0KPnD4yubvY0YySXfptMkxOXCVT/pMGJGsXeYUHXl6lURPml8dpJflgxny+eBIO+KpM69aP/C/mUPz45x4wlv/PbvfsE4kqV4s2Y1KMz1Tws1PzuNlpOX8whsUYiL2P7zmNM5US+0BDEru+/YsqDQAIMRjRaVwp4dWLF4EbkUTEzi7qql1ZRc+5aLia5/XClgpMb6Ivxep1ODH21PG5xsaKnl/hu+hd8F6wlj1sFOjfpz6TWeRNW+Po/fPXLElaGhBNiCOOpMZyQeFfp8dHlIUeuukzp/CavVsllmX1qjOTKqhm8euQK0YYg7pq9yZkc5NPkopxnNT7s2JsOVdIfXTVePcn8jRv59eZ1bhvDeJJAcS8XJfQ5qVHxbaZ1bkBRC+aQ1Y4K49rWVXxz9Bh/BwXzzBiKr9n3FNa64+ZUgm4N32Bwm3K4JcBMwzi+YByvXwihoB4CogrycddP+Ki+FXD1n/mUXHaAcE1xPmj9AZ+08kZvAVuNOH+SlTvX8931WwQYg7lvtkvV4koBjQvF8lWiZ6u+vNcgV4I2D9k5nyabdnE2SR9zoZxTbnTaUvR7uRcfNPWM/6ywOyz5dhxDfMMIS9aaSoe3azV6tPyAz5q7x94R9Yxz639h4MF/uG54xqME9XKhgCYn1X3aMqpNG16sYA0UNRL63wG+37yCJb5hBBuCeGRWr7zkxFXvRT3vlxjeoR11S1sBsJ/eZ9fG5Uw6eYrLhmf4Jfi+nBTS6KhStjvTOzWlXJHUzY9Zt+JJ2GC2AqzKcdvEXJXhlamzbbJcMs5FDgkAyxYTwKpJV9UeDtoV/3HorSbm/5kFrorpSSSrEmT/5B25p7TX2vf1UUaNoqtqR5iA2EtIZmZWbrhstNmlZIJWJzVX4wGrAmAQwKouq6mZNms4VW81c+b6eFZwgKrWJ37RyW2VrWqqtQQPxcFFMgkzNtoFMqRaou0Es85ZsGQym3loNCisPkeJsYCtSwBYaqqsBFdtHVhVGNlWfDz4OnO+/YapgX4xIKW1rqAnHy8W68xPA1pSJKd6lSGS+7sW0GLzPm7G3ChgTmuwgQZXTS5ql3qDLzq1ooq3shW6v/Ybmu07we14L9fRutFs1nY2Y6s9vMLChV/y8ZP4MKDGqRV/9evFC2WUU+PIM3t5f9FcVsifctH75cnMbFFEAa1u7GfI3B/4yRSyjgvtGn7FqjcLJ/z8i8upNn89V+VfnOn75hJmN0xkzLh9kI9mzeaXOCHSGk0dlg8aQfsS6iGApduPz8Nn2W4ex7Gja8wm0YiIVTFVV0wjgmGVE2/ef2UMk1t5xko5PTnFhGlf8q1gy+JGp4YT+b1rsfjfdeMQI+YtZHFYMM8k+K4nN1EEmH29wjLRUUBfkQHNezHqlWIJInce/O8LXt13mnMWWSkaBOExRAVLfNybMrVLX16vnJK49cQHZ8PZ3Uxcs4aFvo/wF4eYOKElknCLt2moUno4uwbWwc28CuEBHFu5mPEnj3LEEC0PGCyxbEy/y4EXHWv24etOtSiQJ+7LQtgzawTtbvip8K6WEu6tWfh+bxoWSlgp499f4rnxJKHoaF5vIitfSwjW+u/6nbF/72FdsH9MG5mzf2JdSoNnjjoMa9ufIS/Fqxj+m6dTZ8fROOC3hrg+Jo7uI9UqKj4mSjmmd/+MgbXj0LRDrjL7q/GMDo51cr30IsusJBdy4pO3Ot1avMewF02DBwRunc2L2w5xRc0aYG6dHOiIIhoDeop7vML33d6mZdmEi6jA/esYsXEd/4sIlf5s3m4a1b+DZISMC8VylGdktzH0rmFGPQ9/xpnV0+l4/Az3MeKEDtHzTDaJWz8tOahYpAuLu79KFfUwJyXLCKW9bGNBaFPAqgDzpNRgrI5IRm7kHUxV614rGIcKud2+1sgKmGdfdU7J2JHWazMaXJWKLgYjETZLeEqrBdN2v+hTgq1qdy5qFBhYLDMzbVbIfncrkglOscCq8olKd9PptZK96igJLSCTWQkAKBPHbLHYFQmr7K8XZo4H2TqoaupbCngo9Hozxy728hZ5Eq6GLQtwNbOK8ibH8svc3vbCTIhbb+k/WdSvbB1YNW2LEoKrRkL3LeTFtTu4II2Zm5d8OjGldlEiowygNRIa7M+h4yuY4R9IBAKEKcH4t6cwuI4KSESFc3fPHOpvPspT+QwXulZ+m3dr+OAW8ozQBPqLGnQ6PV7epSlTKgad5faab6i7/18E8BFbdNQvN4RV79TFM044suHket76dTmbEiBLjflrQD8alVMYkeGn9tBj8Y9slj850eXlL5nfrCjO4s9X9zF47hx+jvOMHE51+bbrIHrXMpMEuLSGxvNW8Y98Th6GdJvH5/WsOVsU19fMoev+Q5yN9y356d5wBHPfKKkcrlka5k4spurSrSqAq6FOhU/4qYaGx6GRYDQQGfWM+w9v88+tM+x5cpPzagSLRlubP4aP5BUJUits3OmzvuDTIAHDanm1wZes7OYT+8qnN1nx87e8f/exBA/15KJa/np0r1iJKgVzo42KlpJDl878yYIbV7lkiJAgZW5tGb7oO5W+cdm6Dy8xfdZEJjwTqxQniuWsy6iXX6aWJphQgx5t2BMuXDvAzIvnuCrZiM6ULzuCQx9WI114q49vsGzhVwx+4E+obOV8NC/dhm5lfCjppsVgMBAVdpGf/t7I6gghlilKMQY2H8m3HeLoIxijuLN5Ed137OKYBIF1eOmL07REXd6oXhrPqGiZfOPJjf0suvAfByOeqe/Ly2sNxrDw9ZJxZA5COLxgIi+fvxWH/e3Gaw0nsuT14ujNsDzD3lmUXHtQAuq1a0/mz9fLkzsWe8R45SDjFs5hbliU7INuGg+qe1Sjc60XqOUmYEcdTkGXWPnvUbb73eWGBAL1FMrXkdW936BOsVhfDdg+n1Z//s1p1RJli3/MH43ceRISgdDvjxSh9E9uc/zacdb73uGWvE5DmYJvs7p/ByqYGN0hN/hl5iQGPhEwJhT0eIXZrzamZIg/ARZQSI1Wi1veIpQuXYDcJiLt3XP8sOgbRvk9k/b2zlGNPg068rJHGM8MWpwjn3Di6n5mXTjHDfkWZ2pWGM+BAeXjd5/7Rxny3VwWR4ZKP82p8aJukRd5v3Y58otIIZ2eZ09v8s+lgyy7e4NrREspYU/3Dqzo251GcRn457bT+6efWCHHhRw0LNGe98qXo3ROxaauEVdYtm87KwJ9JYgvxoP29Sey6q2i8Xp7cn9QxuTMW/NYq5dNAauykkYUdFURtc0oYNXBVLXuqSZdVWGjrPfQ5Pao2OscyawSt5nRmHHZX8VcKRJWOUL/E7aB6FfizFtJ1mdfPUvZq2tw0jmhE9mDHSWBBUSbxjBWTX+V7DHBrBPJrOyrzTOtiYVdhCxAZhTRHlExyvmZ8Ub7eod9gKrqQlH4jWSuiqHJ/gbVDPcMoxG9VmG9ZHiRLNkMf4vjBZlogRi91Ux8p3iVPQCrop4J9FbD/Dm86kf6nfyPa+LvOd/h9Kj2lIhPcsN4eiPv/rGDI0EBPCMvnRoNYnbn0oqVEwCr5VjS7zPeqJgSRqLBCrAK7jlbsLhvP1qXjG3UgPVTqLTnrApsxGlsTdqAVQFCFi0ykCODXiRv3IjjlACrIVeY9uU3TH8WQLCZH3rleJmNY9+lmpl9Yy6LB6y6MXnIQkaUsODMxihur/yceofPq+xFDa93+o1lTdWFbhLAauCWmdTedoS7KtDZpNJgfn6tNt5eZu8yGni6ewV9Nm/j76hwydor7d2fP/s3p5gazR12fBtj//cbv4RGEKGtzU+9BvN2dTNgOtKXTbNm8tV9oQdqwL1IdzYPbkXx5EldJtqbH6ycRLND51W2dF7aVujLgnfr4mEWdR99egcfLfmZX6M05CAPZQq+w1+jG5PHtDd4cpyPvp7JokiFE+yZsxFfvNGf7rUsVPLKAUYt/IWFocESXEVTlVk9P6FfDZPPWwJWBVO5HF90n8TgWvE3JIkDq6Hsnj6arnceykMHnaYk/V/oy+cdy+JqjkyHB3B81U8M//c4/xqdKZizMr0a9GJ8+1iabHxgVcd77/7O9+ZSG+KbwnzZteRb3rlwTR6Y6LXl+bb3JAZUUSdNM2C1cf2ZbOtmge2dSOtFHlvHkPUbWBYSQhTlmfv+BHqVN5v9w27x3cSRjFXpxx75enF8TFsKm1ws7Al/LfyKt6/cljIWbtoi9Gw2muntCpNg3xfkz7mtP9PtwFEuyyMHV16oOZHtvWIHl6DN0yi//bh6SFSZVWM+I475lK8Jvs70qaMZLzUQ9FQuOYz9H9chRyrXE7YArtoSsGpymYzWW5V6nBY1WTJ5AWGDrxP7KqmrKiPIUunYWfxdouqSjewoViyQMSJoIslZhEEc0zmKuQUUJq+SI9SeixKB6+yI9rTWs0waq+Z/l+CqlARwAECWbCdMIxJaZWRRklU5dFWt2dh+QNXYL5CMcI1RAVcz1n0y0jUz7NlywBZhxBmsCaAxGuzutDDDjK4+2B6ZquY2EaeFiu9kXrEXYFVYRIF0TOCIL4fW/MyH//7LRRVYPTO6PT7myWoigji9ez9brgdTpFhZ6pYuTfny6kWWgNWeo3mjhlsKGsA6sCpC2d/rOI9ZTUwoUhSHp/fl5bvhRFOITkWc2H/vtqKnmGZgVTykJMPajGJKG1WLVfwqBcBq9MGF1PljO5fRUr7gm7yT4xxrb57mhLSGOx+9/j3TGltJkhUPWC3I5/1mMdSaluuNTTSZuYxj8rmudGwwkeXdfBSbJwas+t5kxcKv6XfPj2icqerVlfWj2lHIGn1UMDnXfkezvf/I8HFXjTcDukzji4YKiJgAWH13CG9XS/iwZwf2sfrCRXxzlqZ2qXJUr+VN3rRSVqMeMn/CYIYqpEnQtuDw5H5USygtKv8cvnkKHY9E4JanHB2qvchrDUqSR4Dc0RHcXPUlDY+cV8H6gnzSdTqfNrR+xGc4v4FX5//ObvXV1SpO4mD/Cmr/sgysikvd8vXh/LA2eMapY6LA6o3tvDHrZ/5U+239SuP5690qCuvaUrl3mZX/W8QvAQWoVbQCjSs34eW6sfTX+MBqLgZ1/YlpDawwT86vpcWCFRxUfezdV+fxYwsVsTYDVutV/YztvSvJiJzklmf7ljFwyy42hIYQQTV+HfIJr/kkfED08T/55XwQz5w8KONTjRY1CsYm57q2iRZzV3AkOpJotDSoNI5NvaviZtW3gvhjwkgGBfrJtvbI25Ud73emooo9P/x9FKWPCs6vKHXZMXkkjSwchETuX8ysa/kolNsdz8LVaF3XA21KzpLMjSTZmVnHDLRFYDXWRAIAEsmsUuBcyXBCgwNUtWil7ACqmj5MAVdFSV/fSYZ72cUlQj83PTeiMsTdKCJsM3cNbhfGVkFVweZNT5tnxbeLMUInklnpxW7d0bfM2yABYzX2AjWZlUMU0qLfSoAsA8ExZUIwyAHK4bgWmkCeqNon6C+WiQJYdXQtK1OCEVwkqzdjikZO+vbpOxljEeWpscBqZgvdpu9XiQMv0ccyq9gTsCpsEpPMymgkZM8CXtywi0uqsYrm68CCNo2pWsIbjwJxeqDYnVjCXywBq30n8EbllPDOzYFVFxqU8ObGjWs8QEuVKl9ypI8KGgbfZfGMMQzxj8Sgq8G3L7nz2+49HJd7p7QxVpVjZHDWNGD18CG0NOkmJhdYDX3IxkUz+ODqTQJwocNL3/CV11lW71zKpwGC26ijZom+rOrXHG9LuHM8YNWDaUPm8pElxqrAAvd8T9m1B3gg201H22Y/8kdHFQFKBFg1/Pcnw1av4ZfgYKLxZniHcUxqbiljV5zeE3iGEZ9NZa6qtVenxjT2vqtqtgbeZ/H0kXwUoMTVuFCKj1v3ZkDV4hQp6hK7n1VUCdJXUvLGUT758TtmhSt9vWqlSRzqX966amVUJIYwPVpXNXTE9In+99n663R6Xr0jWcZFPbuxfmAnKiZmFmMQm778kC6PlFRv7h7v8u/wVygkMUzrwKqOorz1wsfMfzNWmsEqsGqI5M6Wn3hzxx7+k8z4uizoNZS3qySB4ImGEMig6IJmk2h8YNWFj3sv5etqltZXBoK2z6Helv0yDF+nKcc3vSfzQVVLjFUNjetNZ9tbJi2KZI68t/5j9tIfGOsbSDR6SuSqRa9aLelSqwKlfJJHZw7/6xtKbTmuJpgqxfyPv6JnqcTeb+TR1oW8vfUvCRjndKrGyFeHMLqJgnRHHfiFV1ZvYb/8yYXa3q8wsEZtmlcpQ6HCcexuml7SdZEi5q10fWAyGwJsG1gV47JIqpwW5Dq+KQRT1SECZdk9FF3VrPHDZDtsMi9UyDcaFBDdUSxZIL30VoWlIw1GKZmTeatv+2lTweQV9lFI4Pbtj7JfGQVrVY9Ol3lJBu2ltRMFVsVH6PUi05V9O0FGNUZGgqsCNJS6qnbeATPK9vbIVo21hTKVOWsFu87RxOY+Ik/DNBqcMoTBIZbojpKdLSD6lhg2M2votDdgVdpHOoAGgq/x3VefMf5ZrDBiIV1BSuYqRDkPb6oULkHVoj6UL+FNAZHi3HwpkABYheK56tK9SjkKRUURlWCFbeBZaCD1OvSmUYzEpRmwqqnFwr512fPLApZHg0fBARz/sCkeucBwdhdjfxdh2JDT/WVWvurGrN+Xs0GuVlMLrGoolvdlmjzbzrIIgQDmpl3VwSwTzEDxvdc20PSH31V2aCIaqxe30nX+YjZJ25Zh4ZCpdPMK48GWGdTff4on8vcVmNPvM3pXtrCmiges6nnlxZn81tCJsEhT1IoGvZMTQVf28MPONfwQGKwks9JU49ePx9LZFNGcCLAasX8prf/4k6OyLlVYNHA83colMRpEPuTXz4cywF/h/lQoPYbDg2pg4t36/jGRxvsvcD3mMR7UzO1NBXcPinuVpmGpUlT0LkLRojnRWCHrpnw8MhJ4eDOj1ixnqdROzcVHbb9hWus4TOPkPvTqAYbN/Z55kqaYjx4vjmZWhxLkSLSuBm6unkLNA+cREeG5crbkt149aVVOAIIKsNru/C1FKgCR5ggp6RQlEo45v8gvvd+nfQXl8MG4fzYl/ncgocZq6GO2zBtH51sipZiWqj7v87+eTSiWBA6e2Geba6zWq/E121p5EBYhUqOJKCwBYGkIvrqHGbs2sjAwgDA0lC7YjVX9OlHJlEfOjLGq15Xm3ap1sXyeYiQ8LIj8VTvTvV5cOrGBK8s+pdE/V+IkzstNZbfi1PIqRgUvb8oXLEPDmiXxyKNRgOKYIlg/Wu6unEjtQ+cUSQxdC3aPHUB9s1x3CexxfT9DRXtHii/ORbeXpvJLZ/UU5cl1lsyfzPuP4ybGy0edPD7U8CyMj2cJ6pcpR1WfguT11CvaTulYrKX8S8dXWHyU7QOrsoHRpIOun9RVleOmY18br0epgJhgMWY30Nmht5r4CJLWXZEMcReyhQaBtzmAVXNri8MKsRbOdvIIJnA1TeEaGT27Zf7zEwFWlcqIuUeAqw5s1XLjSPuks3HENkoAq45TH8s2t29QVW6lJKihxaiAqw6kz2JD60VeWJkdNr2KEcFWtffTwvSyhuk52UECwNwmmam3am/AqrBVXEmA8H928Nm6ZXwfIkUDlXk/XnZvT9oVrkb9sk3p37pcnMQ6YrUoklfNjZO8Knne2aDlb+xsa0Il4gOrWpfOnJ/yEus/HcrYcCNuOZszv/t7tK+gxW/jDFruOspF8tC83DvMbhrFtIU/s1TQAVINrOak96s/Mt5/Og33n5YAV25NJaYP+JS3Beh4bwtNvl2isGITSV71cO0X1Nl3SrLnXN3e5MT4zlJHVHNtM6/88Ct75P3OtGv4Fau7WkgjHg9YFdfmpoJTQuZeeFQQj4zhhIhERhSnf6vBTH6lSGzC0USAVf91Uym7+4zUo0TbmJ3jB9IwKaAu/DHrZ4/krbvCPzRUKT2UnR/VI7dpYPa9wbqVixh96RK3LfqPngoe9ejgU5E3mrekSrF0GNENkTzY/Ttvb9jCYflOb2a8PYn34wF3yfNF48n1dFi8nJ3ych8+7TyBT15KSsrCyNPdC3lh3Q5V37UC33YZwsCGeYFnElh99fwtmaHes3BbJlWryP1Dc/kiMFRurgp7vMv+Ua9QWDTvkbn4rNiTAFjVPL3CvBnjGRos1gsutK45nj96lMMpweGGkSjfYEJCIhSg3VSccpAnrxtOcaQ9zIFVkaCpolN87YSI6DCCDRE8I1IyeN21ZRjbbQKD6sZBms2A1eRYOn+BgZwb0wSBkcaUW8eZsvwPVj64riZti/8knaYATQpWo2WpSjSvXY/qpUSMvymU0siV36fQ9OhZfIU7u77GwRFvUT0pYPXxGb6e+TkTQwSSrpPJ3VZ1KxGzzog6spIOa3ZyOtxfPQyJXycXfQlaepWmeeVGdKpfhSLm2sTJMYa1a+TSMCamIC1PStG9tg6sio+RYJ8mbewoRVfVseC25ByChCYAoOwGqpq+1QGuJj4kpAVcVXRVjTiEC+PbWEx1wu8EU1VgOtntMMe0d3TWOqF1jKsxjZ8ksCquFJtUJ71DE9LasJSeeqsOUDWJ9WC2ApwVZqazLj3BwxStp237YnEaplHA1fQoQldVGc/S6YHpUSkbeIYyOUrL2EBt0q8KmcUGt0dgVVg57vY9+upZlm1cwuy7AQQbwgk0hsVhkZnaREvlYgPYPLAJXhLvE8BqBHf3zEkhsOrMOx1/YUETy8Cqc95h+E2oy5Eve/Ly40giKUDXJhNY1NGdQzMG0upOEEa8mdy0D+9UeMwXPy9goaBKpBpYLcyS8d/xhv4qc+ZOZ/wjP5nNXegvbv3wNSo/W0/d75ZzTprBCmP1yVWW/Pw1Hz4KFFAa3V8Yzvevl5RjOxH3+fW7b/n0wV0JnhX2fIv1/TpSuaCZrycAVq33hVy44u5ckY9avcMHTb3ja24mAqzeXvgh5U8LGEpgSi9zYuq7VHBNos+FPWLd96N4WwVWa5YdztYP6ijAqmnICHzKmZ1rGH/wBJejQ/E3hPHUAj+jQO7WzO/ZmzZl0zjWREdwf898GmxQmJ5Qip96jeedmrF6oskdSQz/rKXjrytVYLUMX709gY/rJUWtNRJ46HeartzIBfkib6Z2Gc/QhvnQaEI4PH9SDGPVvUAv9g9si8f+mTTYcUgFnz34sP2XfNMsL5ycR9GluyQgX7v2ZP58vTx5xGc8Pss3MyYzQZ53uNKh/iRWdIuVEDB9n+/uVXz09zGuhz0jHCMR0eGECQRJ5075Ij3YMLRmDNkzIbBq3Upu5MTDqQKD2/XjwyZm6HuKgVUt1cqMZNeHtUjQQg/vc2T/X8w7cYzjYc+4ZghJ4Dl6nPHJ24QJHXrQpaY4rVC2rFdXfE6Lw6d5qAKrB4a/RQ3PJFr+8Vmmz/6c8UEChk4IrIq7Iy+fY+PenSy/fI5T4cHcNgrLxi9O5KZmia4s6Naa8rH5wZLrdolcl/mSAPYArAqDiRWcBn2q1nAOUDVx1xTgmCKNmcaxOR16QEY9Ijobf1tabZZaSQDRJyOijSgxD45isoCJnBApklWpuEV223uaSG4CVHWS4Gr2HTtS4tnJAlbFdCZChAS46iiWLSBYq2n1KcFRFaca2Y4uno5OY/9s1YTGEAwUvdbBpDS3jDzgk5qHaWfMZ7/gprR3KlNfym6TfVzLZAa4aq/AqmkLFU/Xz8+Xc//9x96L/7Hj9mX+CfWTrK3YOcmJ5jU+ZdXb5XDVWwZW6+SrQaU8uclhMfGiFme9M+3e6EeTGDAiPmPV1XM0T8bW5OnaiZTZd0GGWhcpMoh/BxVi2rhxzDbo8PZ4lTmtG1PT8zoT581lQZqAVR8Wj/6aNwtA5K7vKLvpiArW5aFHs8+ZlWMJZWJ0HC0Dq1H75tNm3Yg/FT4AACAASURBVG4OG404UYU5/cfQvaJJOsGA/97/8cG69fxpiAJNUXq3n8rM5map6y0Aq844k5donhJNrFiDJ8NeeI+BzWtQxBKIlAiw+nD5GMocUZPzaBrw5ydDaBojyWBlTIl4woaZw+l2T6Rm11CjzHC2fagCq+a3BIfie+UCu/49xOabNzgVcJ8rxkjJpDRtu5xc27Nv8DtUSwsYJYHVBbywYb8E1UTSsfk9x9OjVlJM04TfKBirnRYvZ7v8U1E+7TKFTxq4JqEHayTo4DJeWrVZ6hPnz/kiX7TvTg/JWA3h0HzBWL0tpQDyFBjMjU9eIIf/DZbN/4L3HwRgQEcxt2asGt2P6pdnkv/XQ/LaWGDVCH4XmfHtZ4yTegJ6mteawro3S+Fk5jY3fhtLreNXVdkBs+/TtOTMtH6UVsPoLQGrTujJiYFgoekfc3t+xjb7mIEvVSC/JXUFM2DV1akk7YuVomB0OKrkbbyK6PUulK3SnveaFY4f0R/3qsgogs7/x/ZTp9h26Sgbg54ijlBEnRTfcaK41ztsH9yW4pJkGx9Y1bi+xuGRb1EtKQb247N8O+tzPg22DqzGVCs0jEf/HWHDfyfZfuMs+0IDCBDr9JgL8tCs5iT+7JVCfdkkpu/MlgSwF2BVCTPWotUIh06ZFrwjWZVlpxPrQMlWfQ5EsiQjN60b9bQvvW32CSllrYoeKJiqJuDQZj8siyomDiuEBEB2h5zFGKLX6tBrRZypAydMJrCquIVep0GXXvSxLHL0jHqtGKtlMqs0vCBapKtSxbbT8Jhse2t2BFWVxlIkAWTYe1ocKJu1vKm9BatXL8DVVH6fQqzK7lNbyo2THSUALFkho8HVbAWsmgwo6T0Qef0i2w/9zcL/9rJVrBLRkN+5EjPe/5Q3RGKlBBqrxfiu20T613MTopKWRaVENG+8cc4MWPUYxqPx9Yg+sYn+vy9jlZQar8LMjsVZvu5PjqChjM8Q9naujFPEScamGVgtxtyPv6GX+J5IXzbPmUKvWw8kUJU/Z2MG5fiPqX4Bapi1BWA16hm7Zg/i1TsmXUZXGpVoQ7t8TrgInZeIAG48OsXyh/diQou9Cg3i/IhG5IyrG2mmsdrn7WX8UBcICubuf9v4ZP1a1gndWhEY7tKCP/r3pUVpC6NiIsBq6M4fqb5xD3dkO1fkhz7j6FMtiURjUQ9ZNHEwH4m4cKBSqWHsGhRHCsDa0CPQp6AALh/5m3kHdrIy4IlkZWopTp8WY5jdPikELJExzRjN412r6L9xPdvk0O7Ke62nMbttKuKyrx5k/OKFzAwS7ZeHjnWGMP/NSuRKNH9SNJeWfkKtE7ckyObu1obfer5D8/KC6SoYq0Jj1QSsfsCFUU3JK9jLN3fSdc5StkSGEY0TzWtOZOjTGbS/4StnKAGsbnm9vCK3EebLzsXf0uviNRnqXqpQT/73bjsqmDGdIy6cZMXxyzwOCycSP9adPSCTXSmL9g6c/+IdSog+B5gDq23a/s66ljoIecqp7UvpvfegysyGUp4dmf16F1qIAwLzYgas1qn2OXt6l0ErUNBYdDb2LvGIlEzgkUainzzi4rmjLD2wjRVPHyusVE05xrcbyictRby/gSu/TaLJsfNK8ipNY/7+9KOkpS1uHmbkDzP4QZ5U6Hi14TRWd1WTsSU2jYZHE37vNidP/8Wov3eoOsWg0Tdn+8j3aWTOQE/5lBxzhzI8psRgaXiZGOqjnqbtAZl0t5r6RU1kFZcyn3gFHGxV6/YRW87obJKsKjlu6JAESKqvJL9fiRD3yGwVRZocD0reNQLEl8mqnodNvbq9NoGrybNQ9r0qmcCqyQAGnPQ6hyakFX8QG/jUJvpSJABik1RkX5dL3ZdlX1BV2EM5J3RyJLOy7BxGkZUYCa6mFHd2gKqJLaizpwSA+RebElml1HeSO1LZLbBqCOf6kfPceBrA0zBXWneoTx5LGFt4BE+2zqDOnpMqk9Od4W/NY3JdjQVgtRxLeo/jjarJy+qt2NgcWB3Mw/EN0T28zs8LJjH4aaz2q6lN6jSYz57OeYi+eYAR6QCszhr4De+VUZ9+/RBjFixgYXio1MiMXxICq4YzOxny688slMlwklf0+nr81GMQXauriJe4LR6wmpcpA+cxPCaxVDS31/9E7127ZTZzwWAsnOtV1g7rlpChlwiwajy9jfd++YXlknLnwVv1hzGvaxmcEsNwrv3FG7MX8af6aRWrfcc/fQrLn4yXz3Hgyj0eRObAo+qLNDcl0IprBqORsAt7GPbzPBaroJuX9yiujayVptw/hmsHGT53NvNVYdHa1b9mX28f6w1wfhvzT4ThnK80TStXoKSP6uy+N/hj2Rw+vn4bf2HZHB04MOZtqgryqbUSfZ/vxw5ltCDxihRIebpxZHQnSkrCrDmw+h7/Dm1FYcE0/T975wEeRdX18f+2VEJCCb0I0nuXjhRfEUSQ3gSRKggICNKkSgdBmtI7oqKChaoi2ECQKr333tKT3Z15n3NnJtnszvZNsmXu9/g930dmp5x7bvvdc//HmID/Ns9C86PnGAyM0pVHReNZ/M4JMZA1RCkABlZ5Ix79vBqtd/yMo+yvBTH1rbn4oJpMZREkZJKhKfjtk3fw2j0xvlnXGuemdUVRWbAahAHdNmB+Dekj9Ti3aQZaHDmNu2zvQ4d8Qa/g2zE9UcXcFmZgtU7VGfilR3Enxmce+iuX8O+lW7hszIFqpSqgrBRWa2bzxOP7MfHL5ViUJFR0xdJj8Fv/qghTA8++m4QX958R22kujOy4CFPq2too4PF492p02bkbv7O7vYBxbcZj/MvZAS4Jz89dx3/XruM/Y140rVQRJYrKNQw9zm+ahnqHzzCtYo2mMma3HYiBdXN4/BS169vJjvVD0lW+AlZT35d5GiVasw+fFahq3RfINhwXeGEHCly17RNCR2Z7xkyRmHqOU07YmpmSSQDwKiQTz2GxCBm18nCuj8+Mq2mFrlVpoAnwZFZOglVhIa7T0oCWGdXke88guKp2MnKVoCHpkzi+LPM9u7jzxv4NVdMso1HxqXDVHXv55W/pqAFFrrIEBo59oXCZv0rxO2YD86sC4fi/nGUyMpmVz4LVp+cwe9VX2PvwDq7oeXRstxSz6lmBEodXotwXUqKeCLzfeRmm1VLLg9V3PkL7CibA0K6rmoHVHINw56MGCOI4nFjSD3WviqGSqfcJRd8Oq7Cgjhr8lT8w3G2wWggL3p2LviWlBxhwfdsyvH3g99SotLRPMAerFLk4AQ2OX2aJfhwvGtSrNBG73ymVFpeWDqzmxbS+n2JYeZM7cnHYt3AUul17wgAgEIZmZQdiQ68aiDSVBLUBVvHkJr5eOQ297jxjCyK1uia2DBmB1ylaV64kPcOhLz5FlxNncY/9PQJ92n6GhQ3JTzicXTEGr56+jkdQIU+hUbj8QVV5WPr8ImZM+whTSbyW4kLzDsPNMS/BGS+xeD0+Fj9Mfw+dHgp0MzxbJxwZ/yaKmh2VF36XjD8XDEa36xxCgvKhbslOWNKrIkKZzC+H619MQe1D54Ts8siJ91rNxeym1vVa9ce24vV1W0U4B7xYchJODiojDk3mYPUdHB7yKgpLKgX3/8XIeYuxWp9gcXw/HVilV3lyFEM/noXlovZh6WIj8Ff/mgizum/B4Z+5PdHotmhom2A1GwZ3WoHZtU3glD4Rf68YhTcvPhBtEYbXq4/Gpm6lEWQ67pqB1VpVpuO3ni86OjQDfAKOrp2OTicv4hZUKJizD46Ma4YoOU72+BpWLP4IQ57RN6lQodhw/PreS4igujuxGbXXbBMjdNWoXLQfvujZBMWsBUM/+g8fz52GaUkC4c8e0QY7+3VBNUqo9vQCvt60HuMuURI2LWqWGIWf36sCObVd7ug3aLT+S5bQTquugMmvD8Cwxnk8vi4StpIdnPA43vlYNiUfiViVXpwdX2cb7SS3Yn3DXYGq1p2CbMjxgSmSRasC8VCOG63Gf39qT2+VTtaSBIBkQ4VdmPgCLySrMmZ8t+19Dsjyc6mgU2sDOpmV02CVapLAIckCKHBV3q+d1Vs1yGrReV+byYo3ChSoKthWAKskZay0rTRvM4WBOjiezCowp4y2W2maLaXrAmf0zyhJAJ8Fq3G38fXaZZh05RJugkfu8JexoEsftClnBlcTE3Hzh7moc/A0hAOjxbF4wHT0omhKCymAQpjXcQIG1M4OpNAZQxl/pIogopYKUczAalR/3JjQmCW5if16JPL/TW9nUlQvYevQYXitCDIIrAJIvIuNcz9E/6cioEp9vBlYjb+OJbPGYlSc8KEhupqY06IBCsbFIcFULF2lRWjQA2zcuxXfiTbRhb2JQ2M6oYyUtd0eWKUHXNqP8evW4dPYBGbaELyAsZ0m44M6JqTNFlgF8Gz7NJTZd0pMTqZCucK9sa5jU5QvZLZplZCCR39uRvedv+AvTtBJfSFvD2zr1wKlWOZ1I86uGoVap26L1fwixrd8Dx82zQ+NKSDjOTz96xu88/U32C3asUalGTjwjkl4K9mKMi6R4LgTtDVuxwK02nsQh5iDRKFV+b74vHt15DBNyMUl4cI3y9Hnz79wBGpEqPOhYem+2NK/bBoEPrEF9dZswzHx/SJDXsL0tv3Rq2ZYeq5F73n3OKZ9vgyfxj5lMD1YXQrD2n+ECXWlF7cDVulI/v5N6Lbte/xq1jwswCpS8Mcno9Ht5m08YIgtN16rOAAbelZkEZvpmJvRiPizBzF+/UJ8Lgnyalvh3IzukIJz00sByIBVep8rv2H4qtX4LEEA1mqUxqqhU9DZFL6bgdXKZcdhf99KCKaobbk2TzdiYvLSB/O4vGYYqp68K2oHF8DYdhMwrnYOqM27n8M7MXzreqxLoTizQni79mAs7FxMqLv4O9i6fBb6X7/LolZDVNFoX3sYFr1WAiHZTRe7AO5fxMZNSzDs5p3UTZCqFWfir97FxelXLPYvGo2WVx6yT1CpX8Lmd4eiTQlJK1m6H4erX0xGzUNnWcSqSl0NK975AN0q2JHUcGECrYBVeaPR2T4V08ukIB+NVV0/8hhlMm3FhqSrGkASAOZWUOCqvQ7JygqKB5Ipy704K1NywqS3o5EjXdUAkQCQcSFaY2rEZFb+nL/DVutxEqyK8w+eg1arFjRFA2ddbq8XSv07mcRR2xh5CqV3ToTd4Rfx9QsDULuFhjICqwzOU/0p7SudF9Nkmkkm2PFtBarKGyhQdFWtuUdGwFWfBavgEbP3MzTc+TsuiwZTqatjeYu2+F+5QsgZoYX+wR0cOvg95hw7hN8MKeCgReWCXbGpXwsUIyBoAVbVaJj/ZbxSpADkg8ZU0GqDEJU9D0pUrowyLHGSGViN7IOrE5uBbm/8ZwuabNnGIsOEokWt4v2xqWcDFIjIQLBK21wntqHfF19jc4opKUoPVhMPb0XnL7biZ0qyp6mA8R0+xAe1rZPBxO0TUHDfBZaQC3gR0zqNwbA6LBOPmRSATMSqaIFnO5fglT1/4jQvLGmiszXBliH9UEdKQmUHrOLZOUxf+CnmPHkK8SQ7tOpyGFPvDXStUgjhSMGjO9fx29E9WH31HP5LxdpatP3fcmxskRbJyf23D++vW46VqTIIwWhW+V3MfrkaSuXWQp34BOeO/ISxP/+MXzg9g2hB2sqY2m4YBtcRQ0uf3cEfe3ZjxcUH0IZWwKB2LVHNxon+dG37yXWsWjQBQ55KWdu1qFqkMybWrY5q0Tog5gb2Hf4Ww85cEnQ4aW6ma4Rv3x2AV4qbDK5cEk5/MR9tD5/ATek6VRG8XfFVdKtRBkXDgmCIfYyz/+3D5yf/xh49tQWhFC0yDIcHvWSiyWoGVvO+g8ODTSJW6UfGp/hh7li8e+9J6nvRP1uCVQKdv2PQ0sVYneqGIaiWrxF6V6mD+oVyIYdWj7hHl7HnxO9Yd+k0TvFGUQ+YPrY1rszpivzipzoEVsHj/paxKHnoigg9VahQdCC2927I2hwrZmA1KrQy3qlQCSUY7ZQvarUOIWWaoVNF4SJqX303b8WmFIECh6IAurzUB6PrlULhHGoY4x7j/H8H8OkvP+KbpETh2L26Dra8NxSvF0+bAfCHVqHyF7txUXysGpGona8B+tWqiVqFcyE4JRE3Lv2DzX99hxXJom4EgLwRr2JN/95oXCjtfY0HFqPJd3/gH9a21CgUVgODGrRFtyqFER3OI+nJXRw/sQsf7vslTWM1qBVOTH4LJU1hvnUzuPQX+zMel26b+iNfkwKQXlzggmoI9kk/WWbgTFmgWjhGWrIqFTuqHKjwg/VBbPahLLKs9R5ykasUjUl75v6fksn5PpXaE0FnQQEgsP1KAzW0GgqFCrziEliVsjFqtar0kQmBZz+rX8ySWdERFRteRUCVsukpJb0FGPwJ2G47TW+V5YkLxF7JToNgerQ2jn8puqqWBkwvARDYGzmUT8iTzcp3wSqtKmLx88LpGHjjGtNVpKKBDjnVocimViPZEI9n0LMjy9Qrh6E4JnSdhME1RHhoAVYdGc1UiA4qj3daDMeEhgTprINVXD6IKes/x6xYSWc1FO0azMLq5nmgDeZhvOYJjVVzKQDxG/R6nP9yGl47ek7MPE//bgJW+Vjs/mQqBt6+wY7J54pqj53926OCID8qW/jjP6D3xs3YQgJlCEe9Ir3x7ft1EUGdmiMRq3TXuHvYsWomul29lwpGq1ecjv29igv69/bAKt3j2j8Yv2IVlsU/Z8Aqtd5VIQhV84g3JiAGHAN0wgwlBK9U/gCbu1dAuCk35jlc3zoHnf46jpOpcxkVsiEbcmm00HIJuMenIFHMpK5T5UfXRqPwWev8aY3wxlms3rwYw+8R+iyFT/pOxjumEgj2XOrKfgxbuQbLE5LYu6qhRihCEEn6i3wSHsEAKe5Yp6mASZ0+xLBacvBbj/9Wz0a3k6dMIJ0a4QhFDk0wOGMsnqS2BXopNSq98C6+69MA+UU2LryqDFgd8j8UZjw6recxnNiFdzeswSYTbi8LVulnF//GmNULsSBJwLmEkoKgRTZ1BKKQjKdcMuJgSPUH4T0K4L1m4zGnJQsvZsUxsCpEgn79+TS8c4usBwSr8qBHs0lY2EK8lxlYtVdF0t+Dcn6AZx/VFKxgMODK19Pw8j9n8UiUwqLFWLgqG/KqVUjmkvCUT0ECzZOZ5aLxRt0J2NLRPEuUEbe+X4w3fv0TZ8UH0ba0DjpEqUOg5VMQyycjNnWDgPqfipjcZTR6VTWLMo1/ij1LR6D17TRhD7pPhCoMudRAEpeIR3wK2xgR2kUhDGo+AXOb2xLkddQ69q6jr/LkyJX2PF8Fq2lfoGHjkwQzFAkA674UyBIA5lZhfsIinzOmXdlr0d7/9/QhKsQrJHDo/e+eOW8oeQ7TVeU4xZfI7CLWIkmAQNRbdRGsCg5LfRFJArDJvFIsLGBLb5X2NKiTUrBqerNJEXWBJQFg2XgUvVXrHQoNZNTlWEtmpSIwr8yT0hkwULVVLbyITgbyJGfjuQHLp8EqmYFLwrmvl6LPocNMq1AHDUKhZad2KfYtmQG2bCiXsw6Gv9IWHWpFmfAhDg9/WYXXf/oF/5mY1F7zi9CWRp/Xx2BqQyFq8emOBWjx80GcpHmF7i08nNUSLADs+T3sWD0FnW4+ESMEdRjUawNmVxQfdu4HvLF8E34h+BP6Gn7q0wN1iglPN575He+vWSJG+uXGwObjMfuVfELfcPcIRi9ZiEUJhNyyYdJ7KzFSPBGczjNuHcOctZ/j4yfPxShANbp22owVLwG48TPaLliD30meBBpUa7AIO9uZnj+W8bGEWPy4YBA6PkiBFmroUBLLP5iMdhQ1d3QRotf/KYLOYIzotw5Ty1nx07v/YOgnC7FCL0TghesqYkybYRheLwy4fxiDZ83DKsbgotG10UdY+aYUzpp2P/7mJfy46ytMOH0S5xlQVyOIogxYvRuhZ7OTSFTKVR1v1WyBd14pBK1cRGJyMu788SMm//wDNiUS3CSwqUMIg0AGJLF7aZAvtBwGNO2NIY3yQmPKNW+fweerP8GIx3FQoRjm9p6BAVL9OtpM713G19u/w/ILZ3HamIgk8Vs04JAEA9sY0GoqYX63kehdzZbWgBF3d2zApEPHsO/5I9wDJ9qFPpzaAkG+YBQJLYW2lVpieOvKyGEhxRqDHTOHov099lRULtgfO4Y1QA5mu/Qt496X41H34EVRvzYEb9T+COvalUCI3KnyG/9hw+5fsO3Kf/gzKRZJ0CAYWgTBiCRw0DM7U0KssuhUvhG61q2HGiXTK4Q+/GYKKvxxOlUGomPHLVhXx4qRHx7GwJlL8R0nRItGhjfE7I790KWSFog9iykfT8IMM6UMe+2eDxuMhGn106yQGIuzv+3CZwf347uYR3jO6k0L6hXosGkyjKz/idCVxTv13sLYV0sgTDYylMfzv37G53/8ii/vXsMFnuqN2iWhSCGHAfkzhzDUe6E7lnVvhhdzW/nuJ9fw5Xfb8cWFUziUHIsE8Z1IbIPulMB8IhjFc9bB4BY98VaNDAxVTdenZtxOu6+DVRaKQbIAUIu6j4oEgJx3E0SkbOVK5gGTcVDkQIpNrA+2ZBuK7E02KsmqTK0k9cg0U0rhIATKKYtPZiJac1KPrNPoAk5v1S2wygynVpJZ2Zr7U9QhadKaF0FXNbAjx6zZLdChqrTdQ74TxKLr6H8pCD6dvzA5Pku9VWFarRRzCwS6BIC5PVgyK0vO4ZLj+DxYpa82cEi5fQfnLp3H33eFFD4MI3AcNLpsiM5fFk0qvICcuS3HMv7qBez8fR8O63MiT7CNs8DsnkYkJsVDl6MUGtati8pSdOe14/jpn3M4/PAZYvO3w7y20al1kXj0V8w4dBs5smmREBuGHr1bo7AkKfr0NnZ8+Q32JgehdJlX0KXei4iUogefPsCx33/GlusxQEQ5dG9QFxWlzOMpsTj665/449ot3EnOhXf7W0t6BODqcSzZfQop4TrEP49D8659UIN0Dm6dw4atv+NmVC5EhwShatPXUdM8mE7Go/iTP2Lobw9QIAR4Hp8XXTq2RKWCBJHP4eN1BxEaFYS4Z2p06d0ZpaSERxb34fH88BHsOHkG5xIToQsvgKrVXkHLyqFA0jP88/V6fPk0HPnylEDdGg1Qr4SVnYRkA5Ju3cbJs8ex9/od3E9IRBKnRnhYJPJli0LRF6ritUpFEZnLDjKjBfuDp7h74zL+PnMJt6BDEDUydixdh8jwQqhXqzJKFNZZhosnxuLCL9sw+Y/92JUUjVkDZqBPGReaYrIe8Vev4/iF8zj7PAEJnKBXbuDDUDjfC6hZoRQKFXRMB5O7/xhXzx7DtrNXcCsuHgmsHYQiKjQSeQtUwpvVS6NI/iCi0TKFw+N9X2PyiefIkb0Qar1YGy0bicIYYhIq6UeqR5fw659n8O/9R3jK5cfrDRqhbnnrSbNA9XXnHi5evYrT9+7igYGQPm18aBERGo1yxYuhZL5cyBkdApVM1iXu/EHM3Pkf1DnDoY+JwStd+qN2WkCr2bfwuL93P/bev4sbsc/BRRRH7aqN0Kx8MGCMx+lvV2Hd42i8EC6X3snSLMmJT3CjaBfMfzVdeC8FrIN/+AiXz1/A8Ts3cSdFwzZNqf8xcEHIl7cIqpUuixKUlcxe9xITj7unj+LHCzdxP/Yp7sTGII4HwsPyoGThini1XGmULhoJrQ0TszdPMSLp5g0cP3MWZ57FIo6T3smIZH0ISpWqhLpliyKHTH/oguc6/JOM0lyVwKowe8riORQDf04epWVAg+bJFLnq27PA1KjbDDjNyABZAOuqWl1zspmJAJxlZjhW/t3hZuvahS40Q9P268LPxZOiggWELSmhO6A9WgEc2v8Ud7iGkAyLZ1DO/X7IE72ZMG+yNfuRTCJJAwW6BIC5h3BCw7JpRXfr2wG3tO+4rl5h+nDRUdwCq6kASK2CRklmJVstLLpODahNdjFoVyNt38feHr+rte27v1PAqtBSyTO0ajEyU3ETC4cmk5CCi7Rvoeiq+m6bz4o395Teql+AVbMKEHbiBbjhWeGErKjpjHsmG9b9pW/mAcOd54hN5BGaKztCcngirNtB49y/gb0/rMOI/8KxZMIwNLCW1T3jqlK8s8yy+k4MnifpoQ4NR/Y8DsA9m+8oUqPUBbzUxjL8w5x4gIN15sQdHb9U7G888QoxyUh4HItEXoWwnDkRGuWJmzr+JRlzZcZ0OGkRqxlzf+dtIa5WHawyiUFyDKpa6q06/3x3+nUHX9rqS3kACFmFsmxF6pI5/PlHlGwoiRIy2SE0mQZw2DDhWgytO++Y5rnS/0Una4EkIw9SL3LEs90Fiz63/mc5P0kWkxLppcmR+HN7cejbyIdpTmkIvPRmboJVybw8A6skC6AUSwuQVShLLjU6jqcOigt4YWNrfsJxQiN0t3P2Dz8UBlZK1kSAVSnybSuY6a0KvXgg+k36iYhlH6ycTLHectIOE0jTUUkXm6LtHGtxGp2nKZCDD3bs9Vy4Km1xnTXdjjd8vyNmEyVHlGmPpbGkCAVHbXP7CMZsOYDHmsZY+n6VtOTxjlSDJ65JdTlHX9jFh7JU5rRfYaq/701w1Us2UpRBy4qDZQz45AzPXHRo7/mZkUVjilA1g5ux93y1s29Cc2U1iwgMxLmynLUYOOQ4UFImxW3SW4hGA4KqSZTqnjgGyW0ofbPVRkdwVe1JnTFnm7cXXc/RRoWRoo+96KUy6VU8BlbpfQmsEmBVigwAYseWeRhSc8l63kosBN+tYx402Lq/2+uScixrfNR5K/5j7hlkES2TArCj38Lq3tVejH7ngaw+Lvqf4DOuHP8Q5AAIrrr+7WRxacGSNf6X9v2e7xfoWCX1PUr0oaVt1R6Q2NDqrJ6l9XxlZuIdaUJEJy2ypkVk4oe68ajUNYZi69yNMQAAIABJREFUpDQrOsnm+FN7MOGn/djB18XmPi1ROk0Fwo2a8c6fCiccpRMpYnSLslD1zsryprdibSpjoCqbefssWBXaEkWqGvk0CQAF/thyXgGuKkWYEScbKSFT4EXV2at/sk2KkUeikU7Ypp2iVOCqvOWkzQqtRtCrCdQ+SAr0MRoB3l4IuD0n9NG/ewisCkLzpN0idU8u4R2WzMm9Ds69PSd3V0fWv5r9RQ0EEQWSe4wY+p+lfuTkgsiT70omCSJJCRk9Wk8+x9fuJXXWaS3Lmo+61OIywByutiHT93fmHoIeT7BaA50yV5StTyHqmbqfLGzgGeBp7t6SLVMVsCprRmmXWbCRJAvgrsX98/cZyDt8z2Bpgd+Ov3tCDO7fTIAxRz4UsMyx5fh9fOBKnk1v0/phJhGlgFWZmksV2vSBWs2sV8y4CY7vglWhNRFUpeQ6piVQwYYj3iiAVWfm2Y7c1feuoQz3BFWJ/yjWSKs/4igGjqCqUYjkNRmjWIo45ci7hbNLQJEiViVZAN9rEe6+sRChSpGqgbxX4RGwKgxsHGuI3oJ33HUPT/6erEIaLrTrE6RRI4gyKijFwgJklWANddpi9KRiI1FOXWlV1lwhNds9VAjWqFmyEqVYWoCm0Vq1kKVRKWJ8sgegKtnSHyNWTY/vkMcI+12K71hrOwpcFS2j7N3Iu4ioNyb3R2HzQgGs6WyTmrxEsYtgl4yDqnR3XwarBhmomjpaKZsWVqd7gQ5XiVeQrirL5K6UdBYg0Jxg5JBiJeJQw04yCfNBZQPD0nkCVRKA1uO0eUwyAIHcrNwCq0J3JBhQz9OujzKrNm9iBFWp4zaIyJmmRyE62tFQFqlyYxnZh+Cq0lkL1kmLVFVGfou2ZdZzEzQkuKqokcj7CtmFwHNg9zzCGOUJCQDJyv4GVuUmRApctd//BjxcVaZ/1p2EFhs2cksrkatypnMl/Nl+O/W9KzIWqvoyWDWyU5JpEgDmdcvgT2BPeGy4uyAtEYhiP7QmpyPuClS1dA/qdRMNQiSvLeTMJAEUsGphwFRJANJaDZDIXinASYpWDWSoyrjN2RsHXN6u4QlNq1QsVFzpoOTHLwKqFM1ramRiqmE6RQTa2ohP8EenUWLraNOCJWVSiowFVGD9j1mhwT5YTeBMMZqcBahtWVMjCRSLCUfbPdeu/Ams2poQkd2UXtlGKzECKm2ABvYqDMxm95mmNSavA0Xa9spmshW4yoB9oA7oGaeramptX4xYZceVeWkkt+4fgusEqv/Yn9WpIGhCBlJJMPKMW7iXl8H/LEYWSeYoYZUUKGf9G6lFKXqrMmBanETTZqlGowmIcT1NV1WIWA304iZYFY64E1T13DLVP6qE7EERvEbSnpX5JJ1ajWCtaWZY//huT32FpLcaqNMhYbqotCpr/iR15BZ/50lPVM20jAPVd2y1QbKJVo0AnEoLVvGUrqqpjQMFrDL7KXDVsnk9uIHfftmBr+7qEZqrAro1bIzqxZW1vKfmAr5+H0cXGpKeMVgCUaXIje2BN6hnji/4GlilmbGB1zg8Q1Y2LezMCvnAOSVIx9slXVWll01vAQMPxBs4hwPlCB5Km+1KG0tvS1qjkiQA/efvG4P0rYGuq2pa+26AVQKqgN5OuHigdlwEVSla1VowPU2ig7Rq6BQAJOsizD4aIeN7GhIJHG9SwKr1urYKVU08JUithlatwFU5KzK9VQJkAUaeMwKqkn39Baw6cnxHgj9Ky0prWU9/WITefx7DCT4v6lfqgWVdyiKUIleVEvAWsB2pam4eIUlI2gI1wDpoe95CHVRARa5mDlQls/saWBV0Vak40kaoXWWeLe25sXf+nfCYI7b0zrd39K0oECzRIB/s5Og9/PU6CuAlqEo2ciakR4KrCliV9wwpkZU/y5IIUDWwdVXdBqvU7Oh/KJTeiraxv/Y9Dn2XsJtKnbftDormiCFaAQApxdICZBaKXE0zT2DYSYGqtqAq/c3+sE/TaAmuKm1Lvm0xuGqSodrf7eRpCQDJXv4AVh2BqtL3KnqrJi1FfxtLJo3GnOQo1CrbA4vb1kSeHAicoENFV1W+2xSHqLRNQEfmLpL+M11LEFGBQemMy0J/AyWZVebWvS+BVdJVNbJkXs53Pgr8sTbLk7RWHemnfG+myM7/iQmZFNlCy/oj+yQYeKS4GChHkgBMJ1wpFhZg82W1IPXjb/0PS1bFg0WrOrOG8Hc3cSlilXAhNUAFqqZ3Dwn3UMdNEgD28Y8QNRaqVUOtwFXZtkYRq7pUuOr/HbcCVW1BVUdaVNrvNVCJUc/+7zeuDFSsbamcX5y48qys/k1GQVX6rkADq/TNClwVPfrJDXy7cQOORjdD76YvoVge8d8Dgf8ERtfhWtfF00LedQOx6aACVl2zvc//KnN0VU3N5CtgldA6SQC4WvwNbLhqB/nfqQA/lQRgCZmMnKir6lmr+fLdpBVVspGSeTnGLOS+l7A8gVVppaW0szQrScmsUiNX/QhA04kcowJVLWG6K8mr6Pi/kJBJARbpLUp2UcHgIFSVfksRq8EEVxVzyo5RBFYD4Vi3UP2KtqqsEzh5PEWCP1qVikWu+tFY5rF5nCA+L8gC+HNRqTJ2pPJ1sOrqTrMAVz3oPHojDDEGcGotgrJpAJ0dr+QA/nkK9HpAFxkEVbCd6+MMMCYbYHRCXF8bEQJ1iMl945KhTxKiCTV8Mp4+eIwHMYkIzlUABXNnQ3AQD0MCzQDoEhV0UcFQ2fsOPQ/joye4+/A5niVx0AVFoUixXAjNRpnmbHyTEeCfJYPTaKGJ0Ni+ll7oeTKMai00kWY3pSiVGD30nAa6cK19O6bw4J89xfVL9/FMpUH2HLmQP19OhEY6mYGbhrp4PQzJRnCsTlRQaTTQhWkBqkt3XMsIQM8LnZunZBnYuwKqEB00YTbqhUFVcSyPNcKQJPiDeaHjyZpgLdQsW6fpe1J/pYKKtNmsFVnbqaEN0kIVxo4i2C4JRhgT9bJtgUXWaDXQaNVQ6dRCXThT6PtjUmDQA2qdDhryC0cKGSnJCGg1QJAt+/q7JIC9ynPEmM5d4wtgVTgJSGdsHPQnuTbHuhnXf++cVX3valLMdK/j9b5vJr9J4QisGt3wHO/7Lk+8EdmGJB1j9fbO19p/mrCeEPouBazKjfcqQW/Vj+xjMHBKsiq5ccYZsMoOt/PUSTkXOWa/SfrHFTQv1PNGhyJVzb84SCMm3FHGfAtnIJMIcFX6k78ZSWhPnsxU7h8tKu0r7OmqWvtewXfUzH/8zWs8UcdkEyGZlevRVZ54j4y6R0ZDVXpvXwarrkJVqb5oM9AjLSv+HD6ZORUfxfOIQigiNNWwctQg1I+24hnPLmLRis8w++4dPIMKeUOrYmavUWhfwsr1Kf+i+eg5+As6ZBN7W9rEMt/GSkMaPJJhQKiuPAa1G4MxtbR4/ttGdP3+RxyABsTViN1R0bDFKM2OVNCm9jLC78MjWmLzO93RsJhc78Pj4a5v8PFf+7Aj5hkeQ40Q0O+AYFU2lMtTCwNf64q2VUzJrvjQ5DtY/ck8fHz/Nh5BheL5OmNdr9aonFfm+/lY7P5kBobdvILrAIrUXo+zndPI1fEpnVH3iRrZwCEOzXFnwduIkjPj47s4vH8vlvyzD98mJUEHDes3DDBCqy6CluVbYfSr9VG6kP2eVn/uODbu3obFV8/jGnQIYXbjoEcQCoWVQMtKTdGzbjWUKOICFb16Gtv2/YLt95OAyPJ4u34zNKrkLB1Mb4Drayag08krOM8bYVQVQPsq72F1z2KWVjKFqhc+R67P94ODTuTElH9bsg2HFPCICi6BGtm04MOL4bXKLdGjMVlenA9IEUAMBKXZlL95GT/t2Yrpp47iLLQIYelDyHYaZNfkQq2i9fF2vaZ4pXIU1HLm4y+hx7Cx+AY6hItfICUgoWcLnhyOgiE5UTjiBTQqXROtalRGyRds0c40U/w3/y3UvJ6CcKiQjOxoU3M4VnYug2BbmwS3LuCr737ArpgE6DVhKPXyUHxU20rd+7UkQOZDVao5bwerAgAiXVX7fYsjcwkF/Fi3kj/BVVo3EDiMp01Ij3mPIx7mG9cw24i6qp54YxpHWOSqsnkha06mRyvKAnjC3ll1D5asihMkAJRiaQGnpABoTyPFSODQM4Ob/1QILdBUTFfVNawqTJuDNWpoKZmVYl4L16AFPMExIZmVvxmIvEfpoKz1B65CVel+tJiliGfyH6VYWoCWchSY5G/WEY7/U8nYtuWrYNVdqCr1xJ6KWuUPrcLLX+/DUY7SPobh1YpDsP6tKgi34Cs87mwejbJHrsPA6leHVg3m44vWua2fno49jE4T5+FHpzuAXBjWajY+bhSM+/uXof4Pv+OOE/fIGdESG7t3wcultOkb2OOr2LxhFaZeu8Rgp7WSXVMCHWq9hZltSiPclA0+OY8F8yZhbLzg21rkRIv6E7GlvQxZTbiDLxeMQa8HhGzVaPzycvzURsDL1DZOLHgHda4lsv9PFdwR12a2RbR5Z3D1b4z8bDFWpXBIstKeCDAHoQj6Nx6Maa0LyvcnfAoufDEHzf85jccMBsoVFYKhQY7gEmhdszumv1ECoY4xPXaz5OP78NGXq7Es0QBoKmF6m34YWD+X6/Mq/S18Mu4DjE8xeVdVbewe/z4a5Er//oz5SZtUZ79AtRXbcd5hf8mJ5i92x9p36yKC8TVeiAiXwCqfgktfzkHzg//hIYwwfR3zR+RQ50fNF9/AjLZNUS6/2V+TL2LM6HFY4HC3qEMBXX60bTwKc17LY3ugiLmFNfM/xMCnUs2qUTisATaMHISXctgwxIU9eGvpSmwVLyladh7O9S9s5Qd+uAnIPilroCoZ2dvBKsUaElj1ZFHgj3Vr+gtcJe5DR9wVXVWzcUocpSiRV7KHA+WUZFa2eykCq9Kc2Vf7IJIAMBgcnkB4stv2+nuxHJuORqwK4fQGtvvjkQgVrzeP4y9IWJUy6TGo6sacjxpbsFaAQEqxtABBVUpm5audkbU6pWgTpchbwF2oKt1VQ22LDWiKpeUswDYuGIh0owPzMtNmRrQqfbIvglVPQFWpuj0mCZD4BPtXTUKrKw/EaNBcGNpmHqY3NIvYvH4Qk1Z9hjlxBAqBqGxvYu8HnVAuuw0HND7E2slTMS3uER6zyyi61Ih4s59QxKlpfuQ82Rthase+6FDagLsHlqHOD3/ioclvtFBbOa2vQoQmGvVKtsKYlk1RqZDJfmDsHWxftwiDL13Fo9R7BaG4LhqFgtWIS3mIkylJIjSmMa8kBr08BNPeMAnffXgW8z6ZjI8EHspKttAmWNOzD1qWMQMQcbew+dPR6POQMLQGzRt/jm9bR4i/4nBiYX/UuRLL/n91aGdcmdYGeUxvcf0vvL9wGdYZk1k0rVBCUDaiIPJCj3txd3GV15v8rSgmdZyMUXXN6o1LxLF109HhxMV0cDpMXQi1iBob43A78Smu8ykMGpJfBakK4c3KfbCsZxnWP9kvPOKP7ES3jeuxh12cCyPaTMTkhnlg62S9rfvGH/wKXbZ8i5/TXZQfH7wxAVOapNFC1qZSG5YKOPMV6qz8FidTfxeNlyNMndSAR/EPcJFLTLWdDnkxpPUMTGkkaA2wWFVx0LqzdRqa/nEK10zAtho5UDk0EpEaI2KSH+KUPikVVlMccIHwFvhmZGeUNw1BTryICePHYY4Ucs1qk8JJzZOtciZ1CuSLao31b3dDgxesWytp/1p03b4TO9Mt1iMx+M0lmN3IBh2/8DN6fbYcW8S12gtlZuHsAJmIYNNHsxWMZCX7nuHdV6SPSs7sd/VmsEpRqiSx5umAHn9bR3jWZ3w/mRV1QUkcx07YOjR0eNaAXn03WnGmGHkkOKOL5OAXCfNB4QyE0sbSGy1Vb1WjAaW3kMZ2B03rHZfxAJMAULiqbH3o9UbHwCrHIjFVMAhCWEoxswABVb0QquB2YQBIq4bGs5uzbr+Xt9yA5MiChLBV349cVXFQsV14z/iOt9SRp97DU1BVeh9ymxAa0Dz1gn50H7KJP+mtZhZUJRfwNbCaERMiCqpLO07sRsO4sAfdlq3GNnHSViS6C77p1xrlUiMDjTi3ehRa/Hcb9+nAsroyZncbirerhtp9KH/tAe7ExiHBAOjCIpE79jDGb12LFWLoX2RYYyxp3AjVCkWAT0yBQaVGRM48yFMgFCqkmIHVELxVvT+G1SuBbHRPE0gljU1arRaR0fmRM68mXTLzp9/PRv1fj+EqRSQiGGWiamNwk7ZoXzIb0+BS4TlO/bUHc//cjR0GSoMZhLwhr+L7sd1QXuJyMmCVnlsg3yAcHdUA2U3nD+6A1ZQn2LV8JnpduoHnBDqRG6+U6YgZTSqhYK5QaDkO+qQkXP5rHfr+fVCEiCoUzdES6/p3R618UrXweLxrFXrs/hn7WN1qUTSsFka82g5tXsyFyGBKgsCBS76N3bu2YeXl8/g3JR4xTBahGpYPGI4OpR2RBeARd+RHtN64CX+zR4djYOvpmNUwLzSu5LzhY7Bz9gi0uyuAZ9OSP18/HBzeBNE6MSbefKGRDqyq8Uq9Rfjm5TCkpAinvtiiymjEg1PfY8xve/FTchKMCEKVAm2x7O02KJ87bZajOr8fI9Yuw9JkmitokFdXCh2rvIpuVcujVA6tsB3Gx+Ha2X+x+a8d2Pj4Ae6xn+dEjwZjsbRtEfG0D2VxSQ9Ww7J3w/G3a4N/Fo8k8QPVGi2Cku7j8Nnd+Oj4SVxl/x6Bbv+bj5UtrO1gJOK3uUPQ5dZzPEtnKRWqvPg+vu9VB9FSoLS5MS/+hkGfL8VqsR2VKT8bx/raILj0e6kj8/kjXlkLVcmU3gpWMwqqSu6ngB9bw6aQzIqKr9mJoCoBVQKrQiiYQoHSRmKwJF4EVT0crJrqTMJ6Im0S4mv+Y3cy6YELtLQW9bGxi0kAGAEuoxzHA3bNylvQHFZv4O2DVUHbRsmmJ1dZtL9P9tFTYp3U3XP3qpU6JCmZlY+1Ofc+3MFfS/YhXUjfj5xWJABsVbunwSrzHZUawalg3kGnC6DLSBLAFf7gTSYSdsozbyKtgFWh9j2jt2rEwz2r0GbXrzjBDvnnRNtXZmHVa0KEpfHELvTfuBZfMACTG60rDsCqHhUQ6orTcs+wfdZ76MoiOYGyxUfiQL/qCJMLrDOag9XiWN57KrqVd/zBbDy/eQIzV8zDlFiiuUEol7MVVvTvgKoWJ/iNuP7NArx75AZuU3YubTmM7zwQHaqIixUrYBUoio/ajsWYhpFpTdIdsHrxJ7y2ZAP2s7vp0LjyOGztWgah5pKlnAEPdy7Da3sP4haCUCyqMsb3HIKWUtDhwwtYvHg6Jj9PQjxUCNU1wBeD+uN/L8jYj+fw5PfvMfqnrdiYTHWjQsUXR+DXQTUQbnfD2cNg9fERvDt1LtbJdnAVsHH4eLQt7AhYzYaxfVdiXFmZG/FGPP7xE7y07188QhCKR9bE5O6D0epF6VoOF1aNQJPTd/GUFqzqqljSYxB6VMoue3qcv3ISn32xCKMePmeR3xHBr2DnmL6oLkWtmoHVolWW4dzbVs7pPz+B9ydNwzKxOy1eZiZODyguaw3+yu94b/EirOaoxnLhtXADDsQ/RxwjMyUxq8dUDKlqpQJdAavSCTGB/HjTEOTku9h1aifv5/zl3ghWPa2ras0qvgY3nK9dd34hQH9fWmuxNTlBVSOpqirRqua1Tye4Ezyoq2q1XSnJrGw2POp3ND4U6KPoqtruRwk2p7BkXg6AVaaryhnFzWFfnry4M7jI/zadBIAHb09W1mmEyFWlWFqA2Ycls/Jtf1QkAKx7t6ehqvQkdrxUTGaltC0rbYuiD320aWU2VCUL+hJYzYhoVdO2JfiNm84TewPrF32CCY/usWP3wcEvY3OP3mhelsdf80eg682H7N/VQa/it+G9UD2Piy059jrWfjoGg55QVIsWDSuOxfZe5eQTkluA1WL4rOdk9KjshPgnBQv+vBgtd/yBQ8xKlbB60Gh0KmllnE94hFN/Hcf+5xFoUKYcKpaMgFp6nFWwqkWhkDfw68cdUUgK8Iy/hc0LXJACSEnEmc1T0ej4FVEyoRZ+Gj8cjcVISkurJ+LQpv24kzMfyrxQFGXLSrCOx5Of16LDj7tZFKlaVQTvNBuHhS1N4K/5zYwpOLH8A9Q9/0CMNaqOXZNGoqFsVi3TH3sQrHIpuLFtEV47cBjXABTN3QFjX1Th0dVfMfXBIyRCh1dqfoyvOxSFTisjoZIuYjUSo95aholVZXyVM+LZ7iVosPdvXIcG5fK3xcp32qKCFKV9/yQmzp+OuWJkdYUKs3G4j+1oTsPvK1Hrmz04yx4Xgf6tl2BBY1GawQysVq66EAd7poYWp39B7j4Wjx6MkeKz8xabgmtDy8h8hAHn181A62OnmGZwaEQnHGmuwuRvt+ArMQq1aKkZODcwlRanv4dLYFW8ha9KAmSxrqppBXgbWKW1VVqyKjfHEweGBwWu2jISYVXfWYsSOEwyckyeL+M9xwHn8pJLqLth8ghGz+uqWvtEJZmVFXYkTsQJrDLpKS9ecLHwQTEpp5G0QDMvZsVLWo7916Dq1Bu41EhemxqrHC8ccVeifi0NK+ymUkbcjDnGTe0sSKNmgFUplhZg9lFTBkKqCd8Z9NO+xFP5Tf3POzIKqpoCIJIEUJqWvO8IGxd0TNn3+h5hfpK5I7+vgNWMhKrp4ar7fsNd3Ivun63CdgYgQ1Ey8iUMqaXG2r2/4gjbHCmB/q+Pw8yX7UsAWO0h3QKr0Zjwv6HoW6socgTRkS6ZOQLHQRVhenydx4n5b6PuTVGpNLgzbs9qA1s5fdhd5WSPLcBqNpRAAi6zGJ1saFd7LFZ3LM6S0iHxLrZ8MhLvOKux+ug6vtkwH/2u3wNJuYbl7oejQ5qgiC0tWzlj8/H4c+kHeOUixVsC4eEtsL1Pd9QtZmfc/nc9qm3YgXPsV/kxqfs8jKphb6z3IFiNuYLPlyzAhPsPEA8tmtedhzVVknDt0Hq0/vc0k6IoHPU/rO7fC3Vlcoal11jVYHD/TZhZ2sxARg6xh3di3M4f8WXsU8RDh+Z15uCrdvlETVgez//6HiO2f4kv9DTXjMTI1rMxpbEdr7lzHB/Pm45pDGpmR9uaH2B5hzIIJzBvBlZL11yJ493kK5U79yPafr4eu9lr58Cr9adhW3sZss4/wdpxA/BuAl2nQuPGa7GjtQZnN85F+yPHcYW0kCM7YO+gDqggtxHiDlj12SmQPV/OvA/zNrDK8SomP5eZaEyBq7b8Tc3GIW+2Ea0baKhM4ngWsaqU9BZgtjFSJC/NETKv0CnB1PmhT58s8LzNyGd1FLXqqgC8519J9o4UjckZ6WR2Jj3Qhx5DdWigBHkEncU1s1WwKkRjcjCwDsr9hZIP2cmhVyWVLLJPRvoZQYJQncZno8ccMqQbF5F9QthJQu+ZoDr2OYoEgC07ZTRYpWeT/k+IxpcOODnmWZ66StJb9aWenyXQztAeWd66vgFWVYJcTSYU8hkp66nrj+Nwbs1H6HjqMi6b3USDYNQoNRjfvVUDkeGuPwFugVUgRJUT5SOikVcXhCCLhmLAk7iHqNpuMaZXl94xAbtm9Ee7h0LG9Ox5BuPa2HowS/Hk2AeZgdUSBfthceh2vH7pvpj0KgdGdFqMqXU0gPEJvps5BN2cBavnfsHbn6/AV+Ib5Ss6Egf7VEceKe+VY28KGJ5h7+KRaH1N0CktmLc39g9/BQXM5QTM73d2B9ovW48dwq8wtt3HGN/AHkj3HFjl/lyOSl/vY8miQlXFMP/9GeheBMC/a1Fl4y5cYO+lQ+vGS7C5lQyYNEteFaYphTZ5cyNCJ+h8c1wKHsXcw4XYe7jEpcCIHGhetjsWdK6LfKm5xQx4+Ps6NN++VwTMBTG/6xQMqGWnEh5dx7eLP0S3ZwRjo/BGxd6Y3/YlFCAea6Gx2hmHe9RHaIoBnIr0NvWIe3YX5y78gcWnj+MIJyQTyxbWDBvf6YtXS8iMCqe/R6sVG8UEX6Uxv99UDCgH4Np+9P10CTbxJMNTFN3/9xGWviZjK0+BVRa96gujlnDE2luKN4FVGqUMvDpToSrVgzdDQ6/wE17t1Taipi9A1Yxdl3tFXbjwEskcj0SSR8ikeWDqK1LfL4JDpY2lrziak6vVlFPHe9uWoqtqvbFRUzJyHAwUJm9SZMCqsOtD0ZjKro+8QanbZrqqmbCI16hVCNVSo3OhJw2An+hUKp+K6hWqMWOinP2hujML/rAlsUrFZAGUtiXvOZSFW8Miwr2/88kqqEqW8wWwmtlzaY8ks3p4BWtXTsfgh3Hpesy84Q0xv9sAtC7j5oaam2BVwGpahEEnIx9gRCxSULLRRhxsLUatptzD5jmj0fexkCKodKmxODSwkrz0gL3OPB1Y1aD962uxvvjv6LloOb4W53jFCvTDzr5NUCTyGbbPeA9dnASr3JFv0Hzj1/hDfJdCxUfjz7erINrZiNWUJ9i99EO8KYLVkkXew7736yOnveo7uxdvL1slgt3CGPfmJIxrZI+kewisJsXh6PpJaHLmFlII5Bfqiq+GvIp8FPH57AwmTp+KOSmCoYsUHIQ/+jVALnPWaQZW7VWpVlUCQxr2wtjmL6Zp2Br1uP/7CtT7/gDuCk/D4m4T0LsGZYGinSQrffOjW9i9bBTaiPrBJYoMwY9v1UfRaEuwSncNRRAkzm2EAQmghLVC0SII+YMKoVuL8Zj4skz2KcNz7F81B2+fvcASZpUpOhR7+tVDNFUVH4MfZgxD3wexiIEW0XkH4uzo+ggzf22PgFXxmKJPDOj2nN+et3j2794CVjNLV9Wa9RTwY92vhDAE7/Jb6W1p3UDdMSWsynRw6Nmm6PG7CRsVPBINFAyWOZvr5h9BvkOJuZX2JV+9TG/Vy+CkydIsAAAgAElEQVSqtBan/G8UraoUSwtQlCpFq5o3KwuwSrCQOiaKVFXwj6UhyTYUrUr/ZUahoYy0REOEbE1KkbFAkIY6be9PZqVAVdvum5lQld5EOPKuZnq9StOyrBtmHx/QW80KXVVTa3k7WM2iubRHklkl/bEBXbbvwh6jhHki0KPpLHzWMqf7Y6GbYDWbJh+qReVFfl0wgizWmwY8ib2Pqu3mYUwl8VUTbmDtJxMw6IkAVkuVHIN/BlX2AFgNwYi+azG1nBH3di5H6z378R+DvtHo0GwqVjSKxReLxqL3A4qU1aB548/xbevUkEicWNgfda4I0aTq0M64Mq0N8qgB4z9b8drmrenBas8qiLYhjSpbKWZgtVSR9/CrI2D1zB68vXx11oDVq3/g/SWLsZzlNYvG0FZTMaNJlDBo8Cm48PUSdP7rkBhFWgFL3x6DnpXMEnE5CVY1iELlyCoY1KIbOteIEJ5lAVaLYnG38XineoTAVE2OWaazvRlYLVBwCH55uz5esAJWrTem/OhUsQ0G1qqKmhWi5DnunT/Qa+4ibGGn28LQp80KLHpZl3rLmN3L0XX3L/iV/q5+CZv7D0Wb0qYSGQA8AlbpkV6+EehFuqqmde4tYJUiVbNaJEuBP7aGVhXAexcgo3UDcR+KVqWAMKWktwB1uwmUrZzLjFAw69aX9FbZ2ssnNr8y15NY5CqN516yGGXSGgRVyW+UZmXhDGQXgqoEns2LJVgVdVUVQJ3eVJJfGUkeIZOgqvQGFDQWrFP0Vq11c9QPUaZ394+fZmxHKhxTVnooOStnNlRl7yCeGgxWq30+EVpGeS7NfxhczagHeOC+KlVmKrFZvrA3g9WsnBAJkgBsGu16LSc/x5+rJ6LFxXvCEXd1U+wf3xc17CYxcuCRboHVaExsPgz9X3oBkSFWJsO0ogkx+XbjI3w1cxh6PRakAEJzvoubExohzIFXtbgkXcRqGIa+tRozSHIg7iqWzpqFybHPQKg0JOwN7Hs1D/b8vR4T79GBbsfBKn/8B7y5dhP2iA9nUgC9qyOPsxGr+qf4+bOxeOOKoLFapEB/HBjWGHnS2Ju8Bc7tRtfP12Ab+2shjHlzMj7KpIjV5F0zUXTXccSwZ+fD6A5TMLZqdmhDAD45Htf2bULPPYLeL5UGtT7Frs5mQqtmYJUiOTfWzZnuJBhpq8Xc+hdfHduHDXExIPXdMG1FLBkwDh2L0+EWAx4cWIXG35MkAZWCmNdlMgbUDBfmO9bA6uMb2L54FDo/FaQAWlXohU/a1kEh2o8wkwLQqitgco0K0CVfw/enjuAfzsCO/lPJFT0Ap0Y3QQ4zZmxaYcl7ZqP4jiN4ItQu5vWZi4HlKUyK6D6PhH9/xfivV+HzJJo5h6FZhQ+xrU9ZpLulx8Cq+GbeKgnAe8/C2bQOvQGsUrIq0lX1hqKAH+u1oErfcrO8uqipxxsJqiqhYHKVkWDgkewl8ggsapX+RwGr6aqK1r/U87FkVl6it6roqlrv2qjPMRiMMKZqOacft1LBqrCXIRz/lxJ/eccQl+X9NnsBSR7ByJJDZHIRAVCojrQ4lFqxsD4FQrBkX9RhUwflPfpVrMNkg4kCVW21miwBq+IL0QKPEsXRoK8USwtIeqv0F2+zUFZHq5JNFLBqaxHmLlzlcf2rj9Hw4Gk8oscEtcC+YT1QSy5ZkLON1y2wWhzLek1G94r26GA6fIFDs99Ck3ti9G1ID9yf3gIR1oYrisR5EIMniEB0XrOtDTOwOqD9CnxSX0BVhtM70G3FevzADm7mQMMcBRCF89j2lEiXA2D1YyFiFbdP4tP1yzD5wWNQjG1Q1Ns4MrQ5StjIm8TdTASfMxQa0xP7XAIOr1qA906fxBlKXhXxJnYP6IjKBe30Jqe+Qr1V3+IY+6poDH1jJmY0yQQpgKRY7F44FG/eYZmYWKERPBShyK6i45TJeGpyVJ7+HhzWBr+/3xnlTfM6pQOroRjVdw0mljXbW5VMcOsQRi6cj6Vs90CFOlXn4Oe3CrGLn+7fiiE/fotvWbRDOAa2mIs5zYSdhdTNZHPAeu8oxs+eiXmMNUSiTdXBWNKuEnLSSX4zsJq3wjJc6yNWanwc/lg7Fh0v3oOAwcPwvwrD8GXvyun2CFINE3MHP6yZhR5X7zIfEd5ejXCEIKdajWQuCc9gYMA4rdTA3smjUN808tnjYJU+3IZUgrN9hceu984tyqwFqxQRpYLei4CdAn5sOzy18ayeDUprhkQlWZVsZdFokWLkkch5TwJyBg9V3qsn6rFu3o0bSZIAWdUHsXZF2qFKsiqrtWgwcAyqWgtcMYlYFaAqaXB4+WEaN1zW9Z8STiXbZAFWFV6aBzRqIERJZmW1EkkygbIgC2sV70FAaQl1Mh3Ju+7wmfjLrISq0mdqRb1VZd/CsuKFyZDwn9CqvGOEyEpdVVMreStYzcpoVVP7uKe3yuPmN7PQ5M/juEM3DWqJfe+/hVr5PNBBuQlWl/cYj25VnIs3vb1pJOr8exOP2RBVE98MH4HmBa0EHt49jQ3fbsOSa3cQryqDSW+9h3YVxXHNDKz2b78C80WwSu3z2qapaH/4DAOZ6YsazRsvsy0FQGCVGG38I+xbNwsdL9xEPHvfetg9bjAayCSFZ8+4uANvLN2OW0G5UbVwNfR6tQ3qlxRg7/P9X6Lv9u+wgyMYWBLvt/wQU5rJ6HWmviyHq2s/ROXjN8VkXBXx1Yfj8Hp+e/XuvsYqd2I3Bm9chzV6xyOgVKoymNhqGEa+bEIL04HVSIzuuQwfVbby/k8uYOH8CRjDDK1F4yqT8H2PEsJJgYdnMGP+VHycJMwfXig6AoeH1ECYuBEoRK6mn+/EfDcBRfefE2FnBHq3+BSL/yfa2wyslqu6CP/2NNmpuHsOy1bOwvuP2ctQ2iq0rzsRq9sWhc7sBD/O/4hWn60Xk1bZqxvp74UxpdsMjKxJgrVi8ThY9cYkVt4JVakGshKsZlWyKnvemlVgw957ecffaaspa/2Z5jeU6ySzs9x7h/3tvYWK8Yo4gxGpQXX2fpJJf1fgqnVDs2RWKhXUFLmaRYE+1K5YtCo5joIsLCqLgCqBVVvrq1SwagDHdFW9ZTGWSW3c7mMkVRLqwLMMqpq8JelBBivJrGTrjTpskqIlwOpNqpkqRa3Y1kjiFX038x2VGkHkO97D5O32T5l1gWAfAa56A1j1FqjKMIguV2ZVg8PP8aZxXIgqdlUDm8fNb2ej6R/HcJu+3pvAaq/J6OZUxCrAn96LoRvWYlUKRa2Go37RbljZixJMiVWb2vfwuLZ+NGoevS5ATRTER51mYUwdkWzZBKsA7l3C6tWz8f6DGBFMSq7jAFgVNVZZSz+0GlW+2IOL7OdhaFt3Cta1KwSN+dHwlBgcWTcdr52+hniokENTCO93nomRNcULY85jytSJmCmoICB7RDv89kEHlLGi16o/uR8Tt6zCggThUHpUZBccGtsahaUMS1ZbggxYfXMe5jZyVDvCgCML30PjK89SkzdFanNBPkA6DhcMabGYUTn64PS4ZoiSeEM6sBqBMb1XYDwdkZcrt47i46WzMYOFfWpQv+IE7OhVWozhM+DwwoFodk2oS426Oj7vORBdK4QD4gkdkhSQCn/5X8xe9ykmxQgxpCpVNWwdNRotJChtBlarVF2Av3sWSPdW/Mnv0WHNRvyUurDKgQGvf4L5zdJHDN/aNAZVDl8WfRQIV+VCIQvZAMpGnYA7fJLoi2FoXLIfNveriygp4NsMrBarsBBn+nhg98RrJAGyFkLZGziyEqx6g66qpX2EzWMFrtrynKyFq6SnGi+TOMaer/v739nZSJJHMHAMPHtjkZJZCeOTsuBKHbvF+mJ6q+KYntn2oUhVBarKtxqWf0pvPwJcdeb6b6wqUyhS1TvbYJb2CwRWpUhVbzFPsJYiM5Vs5nKOQV00JRKhPskbJAEUCQAbzVeMjs/SBm7ycPIX2rgguKoUSwvQ0pA2LrJ8icggXdbqqppaRwGr9luL63DVW8FqNCa0Go+RjfJCnWAAJ+XWMu1PaJMmSIPUdOvsbxwubxiHhseu4hmLTcyJNyr1wqSmVVEit1qcg8XiwoEfMXrvD9gtTjo0Qc3xx7i3UVkCkfbAKoCEAxvR/fud2GUwfTnnwCrir2LBvNmY8uQpi34MURVE14bDsPB/BUSNTwB6A+79sRod9+wTNUdVKBLZDGsG9kadVCJpxKmlQ1DnwmNxmzEMLxV8E590aoEquYSRmjEwdTIenv4Xq3dvwdJHj/CQYcZiGNN6FMY2tqFBkIYVEXfkR7TeuAl/s3/TonWjiVj5WkmEcwZwItg19VhVkBaqUPFfYs5h4pRJmCMeya/2Ql+s71YbeeOTkMTMKEbrq7QIDU/ErnUT0ePOM/GbKuPLEWPwekHxXunAqhbtmq/E+oZB4JKFY+oq2qnS65H45CGuHP0OA//6E/+yn+rwaq2Z+LazdCPAcOgL9Nj6PbYzOYAglMpeF8ObtUGbsnkQEUJzdzU0WgMSbl/Glu+WYtKdB8x2FG3avPwQbO5dBaFSx+0AWKXvTDiwHi2//QkHxc/Jlq01dr3bDdWl17p5CvNWzML4GILfkWhRthPGvlwXZcKSkWxImy2r6einWoXb+2aj8bGLTLdWo6qIde9/hHZFxZubgdXIfCNxe3gNaBJJfMu8qKAO1gAh9vsdln0jyyUBvEeayprFsgasUqJkNQxZP6Ow6kiZDTUc8GgvuyTzk1lRVB+16gQCQAq0sPAH6nkTDBxSsjhZlT1HZZGZJidLlbaW3mLMPozzZM56lCWrorZlFOZiSklvAbKN3gGoSr9Snb2xnydhY28LF/eWSiWomiW6qjYMQM0sRCsm3MmcNuct1WH7PcQ1D3VIJAmQ1ZqZacemlV7KcvQXjhnwXua/5DsEVkkaQCmWFlCreOiYZnDWFSH6kYp3tCtvAqvePCGiOnP+eBOPG1tnoNFfJ/GAqpwiVoe95SGN1RtY++loDHpCyzQNapcbi519ysPkgHKakxv1uHdgBRr9cAC3xH8tGlYWDfLlh3y8shohwWHIl7soqtSoh1qFTdrLozNYuGIJpjx8jETxn3PoyqBl3mjkVCfi+rPz2BETC4kBqlAMQ5qOwIxWJmfwH53FJ/MmYzy7QQh6t1uFRQ3MQgW5JJxcMwmNT11LfQ61nKYvL8cPbSLEJ3M4vqAP6l4T9ERVIR1xZXpbmEq68ie24Y01X+JXSOd3QlAqrDhq58+HnEjEqRvH8Jc+yeQZ0RjWehamNTaTSXh0HeuWTcHgh/GpUbQR6nyonqsEqmQPAozJeJpwHT8/uMVkH4ThPBuqFeyJH4Y1QJT5MXTZLohH/JEd6LhxA/aJfw8NLoEWeYugsBU53OCQSJRt0BEdywCP925Aj5924DdyNW11zOoyDP2qacWFhtTfmPR+1w9i4solmBtPtRWNnvVGYHG7FwRUdGYLaqzchrPie+g0VTDwBcoeJZUUXLt3FscSEhDLJ4qapirkDiqDMZ3GY0BVk/rk9DixahReOXs3NTpUixCUyF4Vr0YLVFhlvI/frp/Had6Q6juh6nr4asRQNEtjtBYaq3IRq0L3moADi6ei1+XLggwHglGl8gz83Yu0X4GYHfPwvz2HcIL9f2WwqPcE9Kloo5Ie/YO+H8/FRnZ9KNo1nI31rfNCTZ954Rf0/XwZNqZS1Fzo/GIVyMes6pA9PC+a1H8FL5WSba1pJpYS2lhL8iXrQx78R5rg+MBcIivAKgcVjLw3bZHK1buQI8GbpMU86J1u30rIHkFwNfMiD6kXTjIKCZmych7qtvEy4AZkG1KwidMbvd5l2XzQJCo8swBiBpg9w25JUauZlcyKwKHRQFDVO9ZVGWZUF2+sJ11Vo7hRa+ceqpPX9/GkrZq1S2UXvzRDfybsiul5bxAAsPxQgoYUuaoks5J3ArIPRa5mVWetRKrabpze2nlL8CeYBjRl1iZbiVIyq6wwj5CczruKAlYdrw/n4SqPqxvGoNqxa0Km8qDXcWBEd1SPdvyZVq9MuIUNn3yIAU+EiM4Xi32II4OryoNVzoD7pBP6ww/4xYlHa1RF0KvZaHz6milQA3DjH4xbuQrL454jLUWSzDiPHKhXeQR29BL1NqVLnl7A/NkTMI6BVTXat96A9Y1lUrc/PYbBc5ZgQ0Jcaqb36nVX4PeOEljlcXhWdzS6K0a1at7Albldkc+skemPbkOH9Vuwx+6350D3+mOwrH0R+Xb64ARmLF2Eac/i7ArkqBGKUoV7Yke/l5FPel27zwcS/t2LUVtWY7Xe8QVC7uLTceO9nPhu+hSMenSHgcTgiM44PqwNCttSEUiKx/7PhqLFzTgG5/MHN8G28b1Bp/Tx3xqUXL1bhJIOvDg0yK1+ESPaj8GQ2lIIrcnvkp7h91UT8frl+2byDlbura6Jjf2Go10ZM79wKGJVvOfd/egyawm2SY9QVcPKXsPRrZIRv8zsh9fviVIIqiY4NmsAytjinElPsH/NNLx5/ib0yIYa+ZtiRo9uqE0SBed+RJvP12O3I2Zi1+jwev35+Lp9Hsd+kSWSAL4D5DIbrHqrrqo1Z8qqdYRjzp3VV0nSaxk/MxPAIUmLOK5/ndXWyaznE2amCF6Cqr5iHWE+KMStKm0svadIeqsaUXcpo+1jNIgSAJnlsD70HCPHQe/EfFJ19Oo+x2efPmQId1+VOii9V6iqWv8S0hIlvVUFAFnaiDpqgs6ZncyKOkNv0n90tx1kxO+9Faqmrh3ZUUUVgjWmB1UywhK+eU/WtpjeauZuyHlru/IWsOorG83OwtUnB7Zi+K+HcDYhBLXLv4EpXWoi0k6gmkMti0/G6S/XY/rJE7ipzYOmtd/B+BaFrOamTjr6J1b8thPbHz7DQyMPjUqDYLXGykFWFYK0ISgUXQlvNO2ADuVloKc+Dse+WoXRx/7BYc4IA0sHQidkCNEFo0zuJhjZrBXaVs8JtXm0pSEWf21ej7mnzuNpaD4M7zsWrUyjYiUD8ByeHdyNaTv24c+kBGhC8qBz5wkYZKL1mbBzDjr/fhPXjWEoUawXtg4oLQtFufNH8eWB/Vh/7gj2G43QQMVsZWAxS/nRpsTL6F6nKV6tbispFZ1TjMGZ/b9i09H92PjwLh6RBIv4vsK3B6FkjjoY9PKb6F47L7R2dVXNFiSXTuCLPT9h/c17uKM3snoKUmus1mtIUBSqNB2NTyrfxzdrv8K22BjEcRqUazoWH9ezEuZq+shLe9Hn64N4lAJkDyuLIV3bowZFiD77D2MXbsRvcc8Rx6ugVQchNN1kjRLGpiCJjosFF0SzF+uhe906qFbaxhl3gx5Pjh3Epj/2YPXNS7hqFkvHQ40C4VXRs0Zz9GxQCQXkEo1xF9F7+DhsFr8he8nFuD/IOqB8+ONStPv5NxxmwgrZUDp3Z+waUBr/bt+MpZfv4IY6P5pV7405b8or0ZqayvDffkza+ivOqoOQJ6owunXogfoEVm+cxsotX2Dzo4d4SE6g1iFcTR4mV3SICi2ITs174+3a2R1q6lmjC57lojkO2iZzk1fRgpMkAIxet0Vq21wZDTYcriyvvFDYRMjoAC1SGEkw0glb79tgz+pqIZUYkgDwVl1Vq5sWNI8wiepX2ll6SwksQ8PkdDKiCBIAAIFVpVhagLFAvRG8E8drFbBqxZMoUtXoJUdNbTm7TiMms1JahIUFqBvKimRWSrSqdWf0dqiaBldpIaxCcAYNZr7eXKW2JYOLMuTTvBWq0sd6A1j1FagqOQc1K4cXYRzAP09GSrIKQTmCoHIStNl0yBQO3LMkGLRBCMquJXJkuzxPRGKCAQamdWm70BGuoGzh0GW3MSGmb3sai+dPYxGTJGTwVamDkD0qApE5w6BJnyso/QOTORifJoMPCYY2NWOSzDvRqz5LRlJiClQhYQjOadJqWaYLDtyTRCQYdQiLCoLaln1TOBifPMe9x/EwUOIQqkW1GmFRuZE7OtjxuqHnxiYh7sFjPEnihGQJJDFCQC08G6JyZYPWiShVi6+OS0ZSbAr0DiwWdGFhCMmhFcSjY1KQEp8MLigUwaQ94Oha5nkyEuKN0IWFQhdl8qPn9B7JqUfz5TxGpVJDHRKKsOwaCsR0rCQZkfLoKZ7GJSGRzn5SUWkREhqKnLmjEBKpsSmGzV+8hZtJHHiVGpHFCyHKTLUh3UtQluA7d3D9YSKStBEomC8a2XOrgPgU6OMNMGqDhec5Ohg8S0ZyvB7qbGHQRZrAx9gUpMQlIZnp29ootKERHoIgO9+Y/g5ie2X6Eo5WqmNVIX+V70BVev/MilgVoKpKhKqZUQ/u1KHlbxXoY7NhMm2vjLIRDbmJnJBkm3V3nq1an74bmYSieJN9VNNRSmaVUb7j05XL80wOQIpc9fS30NxLgaryVqV1ld5gBOdkCLgCVs3sSSpi1IEbfCSYnqZvOq0aQUK6bqWYWYAW8JSQKLP0VlU+4jdZ4Si+AlUl21CLIkkAAqxKkVlksERxUuRARtlImER7cxVkNVj1NagqeZJTcDUAG6Ai7Zd1lc7alH12nnUvaPXJgjKtsBEl9smZAhK90BRyr8QkATIay/iOBIBkoswCq4KuKsXl+25R4I+1uss4SQDihUmckJApo2aavuqRxHxSjDwSiP74cMOSklkp7UveE0lvlWzjKftIkaqcUUlcb22qQMEDRgeCKMx/r4BVM4tQDIa36qpa6/hpgUqSAAoAkrcQ2YcSEjmfOMW5oVaJVLVtL18DqwzoQYUQjSK3Yavv0aUmk3KuvTh6taC/5L0zxqwEq74KVRnaUAntSynWLZBVOXcCuk4oqSLrbsRsmD5nDBO4qtB5s9oTkmZmXNSq70FVMlBmgFVCYgavT1Zlv7F7CmzYf5IvXuF5uErNlYBqMjshoRRTC5hqzrrAf7zOmBo6vaFsBFqtF61G4zmwypGmKoTTQkpJZwFiFWQXR048yZlOAasmVqFoVdIn8cXumyIyQ0hv1bdOIGVac6aAXorqdfj4qdNvRtNGpYOyZjZfhKrsW3hBb5XgqjLey9eulumtZszRLLZD6+VR4FkBViXk48tgVYGr9geZDONivsoM7ZvMvStSoap7t/GGX6cmBFEGrkysDt+cgGc0WKXuhiJV/SWPuwJXbTUpmrN5rh0wqEoQyNcnOxnQCxk4QXPW4Ce2EfI3CL6jtLH0DiPkb6GE5e5HrpK7EDikaFWlmFtAAM56AydusDtvIQWsijYjqEqdky/oqsoScjHhTohOAUDW7EN6q5TMyqb4mPNtSBgEvBz+uPhZHviZCjzvpECJB57q6VvoVCoEKcmsrJpVp+ZZMhvPFUFz0RcODWYFWGXM30/mRBSh4EnP8ZwPesedMgyuesfnecdbiKBZGKr8gTpLOoSCLADb9lIAq4mviZGrwgreQz7oOZjkoRdy+DYZB1aFtkSJqgis+lNRwI+t2nQPrkqBGJTHLskorM091Ur9wQclpZpEg+/qqlqrBwmuKu1L3kJMMkGEq876stSuGFg10hrCTxYRzhrCxvW0gWMwCBGrrhYFrIrTaCPPsey2vlyoQ5KSWfnyd2TUuzPNTA1JAlA9e3KSp0Sr2qozniUmyahazbz7SnqrfvApHjcarU1JEsCTrcqbE1aZGjArwKq/zYcUuGq7SSpw1eNdluUNfV4CwPyTBKjF+mTWmSojV5qFPA1WfVMCQLJHxoFVilSlsAM6z+V//qfAH+v9stDzuF7nBDgSRaiaCb2/Tz2CenYCzkl+Ko9A80EpctWnKiYTXpZgKEkCEFx1tii6qrYtRvahxLT0n+s9FxDwYJU6KEaofVIAwNJJyBlIEkCrJLOSbUGe1ltVdFXtd1TOdv7eej1rWxoNO/auFEsLsER6anem0mn3FJJV+cZGlwJW3W8NVN2KtpYCV933JNfv4AcHK6x8PA81Ha9UwKpV+7g1avG+D60zCqz6i66qtV5FAat2xiwX4aoEDvWcLwrzuT4GOfpLkkcg6Gz0tx12EwMQWE2Vs3HUMAFwHZMEoBPKot6qM30Q0w41Krqq1tyEklVRtKq7JaDBKoOqEDonf+q+CUqEMr1VhQDJNZA0vVX6qzs2UiJVbXVA/njMgI67ByvJrKxWO7Ut0lx1p1V5e7Iq84/PTLDqx/NoJZmVA7M5l5NZSXNFdxqmA+/nq5ewUxVu9Vre/+WpGxcKYDWpLDFM2eWGRbdyPnLI27wlo8CqnicxH//vdJyBG95W9xn9PkzQiSk7Oe4HKRyQRFDVnyc8LhqeZBESDII8gr8XrUm/7Iz/+LtdJHJBUauORK5K7UiBqtY9w8iRBIDruqqmdw54sGrgOQZV/a2LooQ7oYreqnwr4sEieoXoOscHe/ObKdGq1jspv50Qke+oVQiiAc111/HrcZ/AKv3navEVCQDp+xSw6mpNW/5OiVy1Y0vfD47znLN44k7SifDURaobHZcn3icD7yFsWNH/8n0Q6DkzmWQrc8ku/mFLz4NVCljRMG1V/y+UVMY//CBj6spxvVUWUccDCZwQ8BQI3uOMzWmYijMIyar8jVnI2YE8h1iGVBS4mmYlaisEVaVkVrb8iEkAcEKkagDweGeaFLuW7EPJqgRdVfd7nYAEq5LpCKpSsir/7KB4lmyHJdxx30+cdlRv/wGZRKdWMUjmSlGgqm2r+S1YFT+bwCr5j2ve44rH+c5vyCaUKM4VhS1fg6pUKwpY9ZxvSvBHaVk2bOosXPXMXNFzlexNd2JcLVAMRKBCBZUL2mzeVGUZ9i5CWJ0Tt2e9lRPXe++lngarHK+CQTjI670f7eE3U6CPdYMK47l9+Ex9cbyfH3F3xe2kEYoiVZMDTB6BBAGYBr9TfbMrVvat30hrbAKrUtSqNRvRiRyjUYGqcjXMdFUNPIyclGTb/TErQMEq7YqRrqq/QtU090SrgxYAACAASURBVGF6qwSA3PcV3+p1HHhbYqoExwTNTMcNJEBVKv6J5B0wnc1L/B2q0sfTQK+j/1wE8+7a2Nt/T2ahqFVmHgebiS9C1cwEq4Gy06xErdpv3Q4nswoUZmjfZJZXmAQruvJz3/uNmMxK6GidmvP43re68sbONhb7oMiVt8iK33gSrAq6qiQBEHhFgT+24KrtrXZBV5UD6YcqJb0FyCJ6jiQA6IRt4BVabxFgVdqXmV9QVDfZhv5TUxCdJcegdYPRQ0fc/dHz6Pg/yQCkcQvHWZA1ewQkWKWj/xRK70+6qtYqmMBGsAhX/bFRuPtNBFUJjgl8zH6DEq6gYU4Z/OVsHwhQVfpuGsyCKOpZ2bWQbYbO6K2qVL577CszIlYDBapKjqTAVfsjm0OnT51lRfYf6x9XpELVQDSQkszKuhOL2hB2x3T/gapkC0+B1f+z9+6xsyTXedjpx8z83vu6lKgVuSssGWmFpXdBKJYEErqmAUl2JMKK1gmQ63+YRAYFBHEQOk6ISIhlG6YAxoaIxH/EImLIToCsEidLU6BE6xURm5ByRCMLUrv26nUt7jKrhfa99/5eM/0IvlNdMz0z3TP97qruU8m1SP56uqu+OvX66pzvYDQpUnX/XnoYE8l2K4T8KU+uauLwMslyP17rycYO+XTuBiHLJIyx6P2gjmSSMbZtBWnPVf1XSVa1e7SESFbVgifvyIhVCNM6tKBxkKrapKBRMvMd8sS7LnOUwaO3iN6qhP/vnqTGRKpqJECqzvimcIzbnf1t1uTqrmsLWz1VlzYweWA/EDWeGBupuiRX4fE84gN6IZPBhUTe5DNGzrAIaKMmVRVAWnJD/ZdxhWzvNZFdkgA8poZFqjZFrAKaMHYoGpkEwKY9Cemzi1jNlgQIY6JzeNWJw8oWeBhP54uQFmPdCCaIKHJV7QhljG2PMWACclUt6epAGkFWA4NLyhYC4Cvm83bcK0dGrBItEl3V0dhZcriaeA5NPeUyLmUdAaUJmR/WjQGIiQpbRinZCKg1f3wTONsOPFehZSzGsYWAwofIc/JZHpu9VdHgNj1WR76XVtpaMq52nVTlUqesfYxOAiALIJVwhy+LhVhdB0hPupl75WGS0E14rCJRVRgPj3QuO72kiY0qvx3yb5jwidfHECergueYJKvaJlVjyCPEdLXUfxyydexvG1YsTR7uf3p8T2C/zPg4DiepEgmAfBuYL0LCsNL8TpPWMipiFVkGg1EIAGybCJYyEKsTSWaVOX5YE3JPWLcQq/lTzxi9VTUaOEr4rsuyAFKy5x54hGcduWwnVdskVsdOqi7HF0tCytjKm1u2eDHxVM25/Uuu/sZ3/5e7LHG0gBCrxZZtEEIDdUyoS6zCqw6kqgytlSmJV92u+0Clt4pcJ9dRLLqqGVBhLM0joosAKbalaATYMzPZD8oY27YLaK2CgGbdUPEFyxw40FWFBEBbZRTEKitixjEtRkqqpg+o8KyD96qUjAkpI5kV7GbFl7U3EG3ujzGTqmlydep65IvDRu7FxYR1VFdzzxBIVSFW25+5VAgYviPrVi65KvPOfkMUT9UNjNR+RkUxSUKrLQNiSYD0vDPcQVaHWMWqvpIA2D8Mx/KEcaSPURduas5ZRERaVzVtF3VX+jontTrfrvNdnmyWL0AeGOXJC4cwKakLC7acJIV0V9DUulBTiZHqVrXY79Ugd3AJuEkc1rhArXfGR7L46hZc2fw5SlKv3+sVcGJOhVa9Unt+OQpiFbdiwch0VfP6HZzqVJJZ5Q4LxsdF9kE1IBOlktYGoO0vrjfh2t769frjgHqA28L25murAYPWM8hVHll8jq+x2hqERNNSAJU3EgZh0nRVFLkqAysX1+E60zVmSjyulpI1YkurU3wiESXja93W1iQBLCRVcZHAZr6/7lWIVb1649CsdFWlbCIQxSCdt3FR01DJ/Q+H91ZnR1c0Q7m+4m9WmBviXe5yMZKcgThUBOKmjNhyqq5kUvXkOpCBpXKp8VOGAfvjZUepy67qPV65FUb/EHgEYUTzMCxUTz1kyln95qvr/LrkOC/Uqpw5BSrFEVEQxDRdG7N16p/+Vtm2KANe2nbFtlX7WXrwpOsNuQSf4AjVVhk8sQo4wzhiYlWKQgAh7zNfCKAse8D047kgV7HWg2AVu8kbN0KqriMDU3Fdhw5hQFIyEZgkeqtKs3hXsWfc7SJWy7YCmJQ9b43F1LBPtFPJuKwVqB7NOG/u7mrtdJiMrL4zcysfjWptXzW0zoEA317NxRKonG0+qofaWbPK9v5q/iv7y3TbnGVroqrmk/q8Gkf1by6qVqWL+T1YvFX6M8v9H9byJGlK6ZcM+AcgDOeBchwzznu1R9yxLsDZ6TJQEgAg5euM9h6b0vqnlVRL65+x6gMIcb8OAuUFKdis9V0UxUw6R1HEib6mA0y02JSxTt0JeS2Rq4YTq3WmWzVZYwKHBICU9aOKJle1Z+Y6PvXc1pvaHFfvs3ozLjDhZFY8adexweotqP/L6ivOvhav7oNlXGX108RxCd6Z6cIjquLN/9IG93VMptEs2ZZKJlWP5FuvsG7+jLWMVXXyrVT9pVKTt1q6j8Tdhgb9tfr27rE0md6/A9tyLQC9IR7P2XDCfsqhmX5P9fmw0sBp0HqLfJ+9xvhipymKrAm8qvfWvtmhCCab1oJoFPF63kaOvQ2Va6OUDQQw56hdDi7Zy68jthBqVYhVXp/1og5shAFKrAfEocP6mAEbj4yt9LDCmfwqiulKgUO4uJCTRN7UmyROFhNigBSpGlLEFiOgpK2Gk1UhCVzKk9d3XMI/KdsI4Pp16vlJEs9mEXK+8ge/uXv3W+swg81+vSmzztacPVw8HdbdLHC2vw1TErzrFP28OUHVI1abP1OWnUDrWM3qSDfz4DJeNaykfh2qsgjovcoJKYowaQ5CB4lmXgNttH0gbdXfIScC/voP+j8IVnpjBHLjyMOCX3Zcm2ks053EavE6M7cRK495JZUgRSPAvo8yhDINArDA8wf44EIHl4JiO1kb6Zj3PHLMWI2qmFyKhVTNnWjhbainHYwqTcwPjUSsSqym52en8l55WOscz8chsX6orOKrvtUezlirLkPltbqyH8xDsdzv5AwFzkcwkP1y1dGOi2OE/8MjUzY4GyiCVI0iQlKmTZcQ3/WWyb6qYj/U38Grd+JNGo+Ec379uS+2elxp9eV7epuzx3kuHU5cmbCHOjJaaVdMYYhDGNHJxBMvlxyMIZfgtydT0krPtv1SiIZLYNM6ynpDrZJcKCH3mevSIeRI+FG7iaCmiNX0IRXkqniuruyojvh922O+7/cvophw1uCk5ZD6YXJVDvXb/aIuvDCuVuTquCnoWDK5FyJV9UOOo9asoZEcdYnV5do1as9V5aQCT9UFiEPe14x7fkkPLuz7AkgAwKtuw99Kk6q46JGShYC6FBxzmQcRzaNiuqpjwwkSAIsgTDSY11sPq4GeqMxF2VbhOT5NgE+DFxfOr7VMrPZr4MqUZlOXfHYD6rc28nULEOCQSpA/KtRgmhDzYjpZx9SYDtir14J+7aCKQqpmg6wTLgTwqku8qYHVge8QvMIVbvaWxonVhCBjAsgSYM4vZ/Ta6wu6uLjK3Nz11bvHxzM6P7/u6/PyXUFAEDAYgaOjKe9f7jl16J6z1S1x2lM1XX2OXwK52uAhzAR4GiNWgc9o9VZj1lO9ChyWZcmWWTOht/upA85V50FMi2g7ilVfvkcStpy3iSZA0yT5048VVPsqvFSvw5DP5mPFIA+5ONFVhcdqZoFEFBIHu8hQYMmBopqZVPtV7NDE88lz3MZsa+DEqsIZA/Fg6pEHkS0pKeVCwWPdHGLC3LSKUFH+1vB4nngIIRS80niBJFOSAEoaYNwFBGHf6WLM7AGMImgjbUYvgI+H1yqyV9q84DdNrC57kRN9mZ+8AKTqiy/doQceeIBOTk7INehgffv2bXr/+9/f2IbJzBEmtRIEBIGqCLz99tt0cX6H7jkL6d4zn0mxXQJmvFoleqtDOeQ3RqxiD4T5f2DEcxHbwrnhKkSyqtFvhtfggu8u9n5IVnWNwbUjjBU7aJb9KQL4CJ8ZYzIrRLlBVxXE4VDm26ZMl73Ag4jPV/tGDbRWmTxs6uMDeg/YHXitNpXMahTEKvofbvQHM18IoAENhqabgklq/dJHhfa4Tszkqs83PlLWyVWEnhJNvVHupVccGDwUxDTWN9R8QwHvDXhyZNw0xzHrQR4u9VbtpFfbIlaBHicjMlxv9RvfdOnw8JjOzs6MGwEgVh977DHyPNEsMa5zpEKCQM8IhNDsCwJ644036OrybXro2332OtxH7Gi91aEc9JsiVlcbIgtuBBuzPXVpfB06BFkWJW0ku0ENL4hVaM5CAqCIpA8njBshMV/UHA26ty5a5crPwRbgqRrkeWNWfvMAfhgTJ6pip5UCCQiUTJQiV6VsI8B6qy44wvr4jIZYBYyQA4AswFA2Q9UGR1ayqmpvGtKvFKmqMw2ub4qwbQIBdDTZzvY+JAyqtgX4TFyEGoyTXHWEVM01HQypIElgmDfvwnaQzIq16yw8kLRJrAIOlc286uhs/3f/+vfn9PDDDxvlqapbDWL18ccfJ99H9k+DQWy/m+QLgoAgkEKAdR3Z4yeg+XxOL734b+ih9/p7SVX9CqxV3kBYjqaJVVymuiO6zEKiqutQJRCsnDh2oKNzAQmAOTK5FytKb9UtPA6LvXUgT/HxXWmFj2E/A09VkKr7LroG0rulmhGFMS3CbF3VvBdhzVLkquyFszDyHI/J1bpja1TEKo7tWm91nHa1ym9aagQP+mG1GdL/djUVXpkzXyalTYw0VQ98VNKU4ReQqZwsRkjVfFIVmSoL3qTOEs9VIVYz4NQJdwzdC/2r37umRx55xMhBD2L1iSeeYGJViiAgCAgCmwjgQh3E6vPPP0/f9Z1HpQCCd4vSXTV0ci7YmqaJVfagglzCQIjnXTCCMLxYcHxJQbTH8ZhS1Ce6O484aVWZogKbJQ1sLkE2AofwRYhkVVEhb8wytmX7szy3xsTJqnCBVbZgxZo0qCda9vsmP68uSz3ynXrJrEZGrIreqslG3U/dtK5qMU9eJNyZsqao3Rvp5rFWod5Tl8aTzAqi4M0DOYg3Yr0HqVpUbB44HiCiwNXUqj3jqy2PVW0IPDNhXBkqCSDE6iCGrDRCEBglAtpr9etf/3ppYhWAgVy1fT/YCrEKcAZOrmKfcwld1ch+cr3pwQ9a9SJA0qHy5A/qIuTq7h4Zst4qJCOuFkGiztu0Zdr9vpWualEf8O32Qg4Anqv2nLK66zP26gW56lZ3xhgdscobIVdJAngmx1d2Z0ej/lIUJeQPo7BvmlEhGAdIuINs5nufHx+0IH8mntmhy031inirbiO5zO5KxHpaiePKXsjxO623imRW+8fi3ld29kAXxCqmGsACPWPTihCrpvWI1EcQEATKIAA5gK997WuViFXWW+ULQQMn54IgNE2s6s9iXR9qMiulq0q0CIVU3TQzYDMPQayGlcK4V5qRLkeGVaNmCxq/pY9xAj2ecoaFDieBC4JC0W6Wdl2tagdI5AXZkZr9DnIVnqtSthFwEr3Vqnq0oyRWASP0VqcTlzdEUsaLAIjVst70ngtyFbcadm+mm+51vRkCLjPkihnq0ErC/4favLp2AQeFKiEqPC87RMeQ27DIF7htYjXdHzqZVd0+avL3Qqw2iaa8SxAQBLpGoA6xirransyqTWKV8cHCNaAoL1BZQUh0FcLZQsiJ9HiN44jC2KE7C4Qq1+92SAJU983reibp/ntDU9uArupCklVtG1KSXHsRBqU5iyyrVJ6ZOGvJSTYLH0SiTN1JJZmf0RKr2AqBWJ34uPURw+p+Oej/iyEmb77sK9//8MqE56qIQGf3I7RWobk6xCKeqvm9CkKVPVVrdDw8Vo99e5b7LolVeG/gYseko5wQqzWMXX4qCAgCvSNQl1hFA5B+ERybjZ6rbROrShLArkiUXUaJy+PLAD5j4lyxiRMkoM6DiBbsVddE9JrSWhVyNdsihyQJEIQRXbGXs5KWk7JCII5imi8UNk0VzF5T156zVlPtLvYeh5DMauqVlwQYMbGqwjemPshV3g1JGQUCalJaeapW63gs9RPPZc9VDskYBXbFGwk8IJfguc0tAsW/3uKT4q2aC67WVa3b47CdmefSIeQ2wCQaXjolVpVsndJbNQQaIVYNN1CpniAgCOxEoAliVSWxWunW2UQMtEWsatCHlMyK9R9DROUYsgAbNLaBzWUY0lUQNUyMKa/VuntLg6BqtCpDIFfhlHG5CKSPMyxjpauqlIebLJzMSsjVHEjh1euz5mqZ2X7UxCqQhN4qPFd9nFSljAKBKuH/WcDgAh7k4cwXEeh8fBLvOsuHF7xUlS9Ks4ua7QNupYXlsCZSU+jAXCAJMEnYQ5OvLrokVpf2Ar1VQ9xWmyRWF6/cpt/70ws6+pbvokfePak9PG7fvk1PPPEE+X75W+faH5cXCAKCgBUINEGs6h2CvmgXYjWj661mgBCN49A8IlogWVWpo7YVw6BWJUGMzaOYLoOosX1gukLKa9Xyg0QthHf/2OahBduBBADOEFLWEcAZC5qqQRi2Bo3oreZDi3l+4k6WCSqLrOujJ1axPCKJ1Wzq0dC0SlobhRa/GJMUiNWmXJRdJ6bDiUcT0erNtArgM4PnofX7IXhPIvBLyiYCGFPYD2FzFDfU0XgnhtTZBGqrZofb9UKsIlTKRahK//bYDLG6oBd+8afoM7/1zrJBZ3/+E/Sz/8GjVIdeFWK1f/uQGggCpiPQFLGqyVWXE8sYMDkXBL5tj9W1ajADpJCyrcxDouvEddKm/m0bZ5WsKqLLUCUDbqOot4re6i5sHce+EHqYyzwM+R/3sEXzZht2vvlO8BXzRdDepxI6xHdcwj8p2wiwZII3XZKr+zASYjVBCMmsDiAKad9an9HHzRGH+wzInr+rZbn5S5+YyY0jEPMiCZBpi0hmNdXzta3jCxIAIFZl0d/qY2yMgpY20z7rrZotsN4Psaq6wYRkVs0Qqy/QUz/5GfrSmnV9hD7x87fo0RqLTBVi9bWvPEVPP3cn+6vvuUkf/5E6NarRGKt++hp9+amn6cWHn6RbH7rRbM1f+AJ99hmimx//aC3b2Fsp/s7LRH32+atfpqc+9zzRB1rAcS8A43mgSWJV0T8uXwzaQhR0RawuKTfLiGf04wIER4iYJVs3sc2PZx2xBErsYhExRm1vkeE1LCoM+X1pk4OYSgIXsbeqDKvtPgWpGgRIAtfOZcXmF6G3KvG32WMLeqsT1y/EAQixmmAIwgTk6mzJADW/CHX3RiFWt7GGpyo1kk0vqx8Rlns05fQF3XWzRV/CnQUyvtsID4d8ibdqprWpjVEiPNuCPWLjfsB6q+b6rfZJrMI0+9ZbbYRYff1L9Omfeopur9nQI3TrZz9JH3mgumFVJla/8RA9eevDtE4JvkBf+Owz9PLpYxl/q15HI37ZOFlZnVhlYvutD+YT2I3VdaOOTGK+SR9kwnbX31rqsbXv4xuqDm9+8OP0UeHyWwJdvbZ5YnWlt2rDZWxXxCqwXp5OLGKAsMW5Zl1VRZtLUQhA/Im1MUOQzt2QP+CYWGmybQbX0k62SRIgwGUFiMNWxCMs7cCk2khWBdKZk2x3VJTeqjprSdlGYOL45HnQW92NjxCrKezgcch6q6aI14llN4ZAFEUJqdrWhBHTzHfo0Pcaq/OwXhRzoi/rFBNi+J50s2G0qb91MoowUhvrtg6P+I7SW1VyGyaKAvRJrPIhtWdydTzEKkZoQq726cXYxkTRGFmpK1edWN3bvMbququOLdZ/bwNXGL726g268a7CP5AHKyLQNLGq6DclB4BzhemlS2JVY8FrlwXkKuqJZFVBwm/sO1Sb3tdN1g/EKjRVr8Pm9PX31U97ycaO7MzzsLJBEgBnB4T/i67qdi8qXdWIidWuiwcnQ6dcsqau69jX97CSs97qnmRWQqxu9BA2QQcz6K2avxnKGI5ym7oFCvQfnURXtd3hCIs5miCLnF36Wu2iot7OmpkuPA9hohYQlUkVFZFnQX276MSNb+AiNewIGyhJrJJZmTU390ms6i7B2R1LVh9n+EaI1egFeuo/+wx9aZEysslH6BP//S16tIbsU7Meq6ibItyev0dJArzwK5+lZ765PjBOl2HbybMpVYHV30j9llLSAuyx+CI99OO36MPvUn9/9t6b9NA3nqHn8Y7EU/a15TdP6bHkWdJh6+mqpDxrtRfoTXpmWd9lXdZ+i3f+ENFvPK2+mSoP3tzhOZmErOufnH5A1ZulAO7/FyqkPqdum1PXpsfqOsYP0s2bRM+wFMD30+voi9x6ggR/lu67+RC9+MzzpB57MJEQ2OgbEOV/9vXEY3XjvWt/+yg9utFWolQ/aPtYq5P+Jnj5RF5g2ejU39Ieq3X6s4e1wPZPtkGsAhPsHjSx2tblYxPY90OsItLFbe1Stglc4BsJT9VFZGm4VTMgZJ2qeE8/j4muAnjVdb/34HwZogmZ28Mme67iRIXw/6BDb8yWhkKzr03c+TWpukoO3Oxn9r0NWqtIaGXWSWtfrbv5O9ZxSAJAGiCvCLGagQySWR3OfMsiPjT5I0Mh3aUqsY4iV7soIDeOJi4nROvmi120qv439H02vA4nbvebsNItSKLbpQ+zkUNIHG5TkUCpi4LwL9jOkQeB9W6+WbRdJhCrmGyW5GrRijf0XCPEKhHd/j/+S/r0r6WSV/3wJ+nv/eVHatWyTWL1yXufpaefoxW5iZomhBhIyPffBum6SZw9T6cJQVmEWH3mmyvSThOMmuBUWrCndPPH76Nnt3Q41z1rtW7skhxNyEFdF1VvpVtKTNym6g06mb+10dZlz2x78ervnb7vEaI/ur2hEbrb6zdNrG5/N/ktPUjf+Z6X6fd31nNbuoExfFtLOVSRAng//SHkIFIey8t+SCQENr1Ml+1h4nZdL3WtPppYbaI/a42a8f24LWJVk6ume672Qqxq3UCEnhq2pusRAC/Vq0idH2RHv5oXEKWE8O3zRUQI5+6r/xDP1L1Pny3zI5xZzNora+SQ6GwRduWWYUt/KZ0URNcuQkTY9ufQw9KYBHLVTPvpu0ddx2VyFf83qwixmtNDE99jWQCxq75NuPr3WYsnblsCYLN+MXusHk6QvEC2Ylm9B2IVigkmT9lwqjW5ftVHRb1fqsXeaS1ZVV7ttCTADEkGPWgZK28gE4oJxKqWBMA+uuu9dFPEKkWv0e989tP0j559h84++BP0yY9/L92o4a0K22idWN3SYlVkHmliNe2RuqGZWYhYTf2eCbr099aIuJWnqx4T6fdv/TaRNEA9Wb9zk1hdqzcRbXjTro+7VZtXWqAJafktIFZfXXrhZtVtcwxvEaubGCd1ZWJ1Zz2367WOQ3VidYkbKr+ljZrhmQrv4R8k+vWURzK3G2159j6l2dtkf5owMVpUhzaJVSZX2QPIjPUqq1v6IFZ1PUyVBIBkKCQA4FSnus7c/ut6qCF8+3wRUtAf97NsciQxZbndz37WNfdQTdsWvFRBrHaVkKnp+rf5Pk4EHISd6qrmtQfnq4mjeAwp2wjAY9VncnUbH+dXf/eLogGdYzWzqUcTD+51Ylb2IdBusqp9eEx9h2aeCgMT81mhxQSZQ4wNhpapxTVgw2giNqz9kyQP6KN+GEtMrrrQvjVjZJlArC77IiFWuyRXGyFWowW99v/9Eb3y9S/SP/ilF+jRv/TX6N95/N30vm+/wR7uVYtZxOp6K5olVnWo+wZSiWdlv8Tq7SQMP7tum31biljdkGFQ79Jevh0Rq+kG6BD+TY9WkMNZxGr6t0KsVh3mtX/XNrGKCsK7hYkOAw+qvRKrYBOwTzZIbxVVuuRkVWbsMWobeEMvUNr6RBcB9DHNSDnEDjSOCHblEmQ9SURl1Qdk6lWHWe4bMvtuXhMTLZhU5dRs3Xxzz1dEbzUfIDA7novcH/7WQ87nn/1ifDAR7jAbPoeODnwyaL03YrDZUAnW3+k1RiRmr9UpZzOXohHQ4Q2QSph6KqO5GUvIqo8cTpgkvZZltVj04a3Q1+EQ9oPF/tDzaNYle7hjCBtFrCbJrLrUW61FrF68RF9++p/QU//XS5SWV13BPaH3/sAt+tiTH6b3HpWfR5snVldh7CwFYLDHahqtfonVbY/VXT1Ziljd9Fhde3FHxGrKY/XGplexllHII1bFY7X8oG7hF10Qq6g269YJsbrWg8uQ12Vugv73XqyrGiaLaQv2ZusrEQE4j5GwihJd1f5378p+XAIH3n9tTOxZ5czS97yDbroKAklWlWUiMVEYxhREYa8SAFlVg94q/knZRgDuPay3ukESOv/rV385Pp66NDE8NLevToVGycHU1mRWfaHW73cVqdq35mzM3qoHvkMTT/SZNi0CfeR7Dk15M23OdkgkALLHLo8pggdHv2Nbfx06q4ce9Hqxm+73IGYasar1VnFp0UWpTKxevEBP/Z3P0JfeLFDL+z5Cn/ibt+jRkuRqs8TqumYnZemOltVYXep9JsmsNjVVC0sBrGt30kaof2litabGqtaa3aWxuhZOnzKB3RqrOunUDo3VJdndHrGap7HKxGpai1YnulpKATSosbpG6mfJMRQYV/III9AVsWpqMqs+PVa1CXI0Ew6oPRPP0FW9DsUDMmtqwKX6OwuQP+ZNHKK3urtP+nYQuw6gxwsvZwONp0dz5ouBmGiOcWUgNjhG4EJQyNVsI9F6q8zyJGuX84tf/eUYBzCQq76Q0pnITTyPplPRW+1x7in1aXjVKU3GjpiF3NopvdUDX5JZ5UGEOceUZFbM76qoNCkbCGgJAITy9H3zras2cRw68qG3qjqsr24zjVhNEotypEUXTr1VidU/JwLhDQAAIABJREFU+eWfpr/1S68VHms3/tLfok/96LcVfh4PViZWn9tINa+/mgrxxv+0nrFePXT6gSfp1oduwFeRvryRtX71Nzy5/vcHOd39s3Tfj9+iD78reXcRYhVJkzKyyC8TVaW9JqHlybXcIOKWme4RRv9DRL/xND2/AUH6fVudsPx98pf33KSb9Aw9e++TdOv+f0GffebltZ/seleaWN3G+JQeu/kQvfjMm/TBj38/vb6BL4HAzGtjBg7L/kO/cnIpvPej9GjSNy8+nPRlWkd1s61L6QHVxDWbSBGqd/CNR/5wA4vN5GbJ9zP6M922vUR5qVEiD3dFrKp1Crp1/XuQpXvdBGIV9VFa4f3FLrOuaoB69LWbMHMsgvAB/3OXyTEziTElCSB9l2dBPQ4rtpnrIDCQNux3vKnE2kpX1WTNWXApvuuSJ/NipsFAbxWeq2vEKp7kjMtTCKybOWn2Z/6KnkMiK98XcrW/ftj/ZfaqS25/+qNZNusZs8fqIQggYey2OhFjC4ms6ugo7reMAk8kyapkO72NFYYUPBWUvpZBCMVEU8+hIw/LfX8XKaYRq8se7EhvtSqxWmBU1n6kCrFa+6PyAkFAELAKgS6JVQADLxeT9oOmEKt9kqs4+XKIOztliJdRegCzNmYU0ZUJ2apyZhat/4reE2I8G6Q+yFXw8JeLBZ/NTXHKMGZxWuqq9qpbWAgOOLBMXPy/Bp0BC9W8/YdYbxXkqqf0VtljVX8WYcv414WXS/tNbfYLyOo5Y3K1b6PS/kjNts/utykTXumq9t1HaTSVvg0IIHiumpPL3JQeV1sg4MPJrPow7xjTomzFNi1CJRpz+KBhqJMCH39UMivlCdRHMZZY5RWeeFy1OSMKsdqH1ck3BQFBoCkEuiZWddigKcmsjCJWe0hmhU/OI6JF1OZK2ZS1dvseEGKLOKbzeWjWxXouDA5FvKMXJ7EsiLokV9EDVwvRVc0z1QAe4CFIVTtsVZGr4reaOa7Yq3fCnr1rxCqWFCTcmUFvVdaXLew44c7EI68r8bpu10+Lv6bc6aGr2p/fWj58mDJhMjMfCZskmdUWgUcqIdEMWrQ9eMwjWZWSAJBJb+1KICFUTb9LBZ167HsEaYA+itHEKgBxidq8DxRitQ+rk28KAoJAUwh0TayqOy84sax02ZpqS5X3GEmsdsQAYX+udFWTm8gqAA70N1oCChIAYRRZskdW+rhaGmCgXVOrWV0MLfTBIoxoHoCQr1Xdwf1YSwDMF4FVbRO91d3dhTV96k3XiVX8hDMuT1TGbinbCPieS1Mks5KJwijzCPnWx+xOgc0cwetZjCfTduBZh0udzoqE/+dCzQs/KW9V40usiPmTidJb7TpUxXRiFbpjmHLaug8UYtX4ESIVFAQEgR0I9EGsmkSumkSs6m7qSm8V0e3XARJzIkKnn6gXMwdnTEEc00WAbOUW7AM3QESN4bkqJRuBtslVeGJehWE/UYiGd3ocxUw4s3yFZYXl+xyPz1xSthGAzM+ax6p+BHqrIFclmdU2aPBqY3J1InqrJgwqDG2VrMqE2uyvA0hVjC1OXiCL/tZWCPh0danjsNK9kmqQskJALfaKVLVkWHHlpxvJrLrqU9OJVY1DW8mshFjtytLkO4KAINAGAn0Rq2gLXwcme5C+omZMJFaBDe9E2BGhnU1aBE/VCLqq7by/DVvt4p3Y+YFLvWZyzKZd4Do6Ksha+jbPZrAnbKPgTH6NhExWnSDaQGLziKvOVJAAgAe4rYXl+xzPEg/27lHOJFb5kIqkIAkB1H21zP4iNj8TX5GrXRSldYjh2M33umhTM9+ICXOTLaQq2owNNMhDeK7Kcr9uBcpHUmlmem77m7kOPtGMmffwFngotN8DzTYM8+SR79EBC6x3V2whVtvSWxVitTtbky8JAoJA8wj0SazyWoVkVrw/7HLlWuFoLLGqE2a2IJmA/Q3C/xGpLLfr6TGl9n7XIbxVIz5f9WSWtQc6R145rnV72doNL/gCvrJomFaA5/f1IqQgtkU6oiBYTTwWw/s7YmLV9oK1auZ0GWJqD2K5xComUmgeglyVso0AtJFmU4+gu9rpKV46Y4mASlbVR7ajep0AkhzkITRXxW91G0smV30VvtxWwT1Fi69vq9qtvjedrAo3zn0d8qo2kutPRCcTj3wHqay66WFriFU+wDefzEqI1aoWK78TBAQBExDok1hV03K/equmEqvaNpTnarMMEHIx4d9ScsAEQzSgDthHzaOYrsKILHZWXUMy7GgvaED3la4C9vlN5bbgJHBhyP94XrOVkS+NYrEfgK9YWCoBkNVCz3HJR+h7seaP5qlcYhUIgNg49EEAjQaPUg0FqQpy1W2TAeolTXopGPp5OIYEgPm6qnngYL1ReqtCrW5ihPty6LccQBSyhWRWkABQ8vZS0giwBIDjWKmnlW4H7lCPJy4hd2UXchs2Easc9+Cqtb2pzZAQqzKPCAKCgM0I9E2s9k2uGk+s4tIUC1dDRA0nq4qgq6qstot9gunjQ8cogUyFp6qNuqp5GOPKnRNamd4JPdSvKa9VDnFHsqowFJwz+hGkagB5BJtCbAvY40T0VrdQ2kms4mlwGyCAJpz5QqalNIKcIQ2eh1NoTRSwwAqPaC+yCj8d8E9iikIdOG5vM0FuHE9dEYHe6EJF8BFB63niNUcA8QZaPFVzBwxmd9YrtndIcc1hPlPIbUBSoq2JOYWRTcSqrnaTeqv/+vfn9PDDD5PbsEdRE2Z4+/ZteuKJJ8j35Xa4CTzlHYLA0BDAfgPE6h/+wQv03vf2O0/05blqA7HK+zdkOK15JQjiEBIAilRt6eBm4SBRCUsVqQqPVftiAfNBV3kDXIqku3NAims7iIGIB6nKUaSC8xJnHldwBIMHuMW6qnmjC109cb3OIgRtmFr3EqtoBCKWT2Zuq6G5NoCVVUec2ye+15neqq04NVVvPUkNY+6OWW/1mNlD3KnKapS2E/Q1vFa9BmVcHA4XF5w3cUbIDjZGPK4GAs8BIgpgP9zf7TXKNmJVhT4qr9Umgi2+8U2XDg+P6ezsrKlpvrH3CLHaGJTyIkFgkAhEUUSvvPIK3bnzOn37g/0Sq0z1JXqr6j+3t26lO9N0YlXXlR1N6mwI45guQ4fCZbBbN/jaMHBApV4GEWur2n65nod3JLFqO02x6t04zg3Icg9dVSkbCMTw5A3Zm3eoBdKYkAQQUQDVw4WIVWakPYeOp0JJZJKr5NDBzG+UABrqAKzbLqWrCt/pIRBkaEVMhyDm/e40Iev2QVe/BzbwTwA27DBfs4i3ajaA2ETjljlMQlS6OszV7M69P4fJHCKiwG1XEsBGYlUd2lVESp2zO2zn/GJGL770Dt24cYNOTk6M8lwFsfr444+zx+pQ7Hqv4csDgoAgsBcBdUkfM6n6zjtv0dlZRGenDd7i7q1B/gPQrlNzdAMbnwL1sIlYxYJVVW8VnqqLWCe8lfNs2jTmUcTeqloeoYDZWPdIHDsUOxJ7m9dxmG7KTjmc6Ayk6gC9MZswcHiqglRVXtPDLaK3uurbQsQqL/A4pE5cOuj/QtdAy4T4s0OH8OptwgXIwBb2XyXlTm9jsqr92MWJ3Ibc92RhhSE19ep51wmpmm+F2EhrUnW/rdrzBOYLJLE68B2a4DDWkpaabcTqWg+6CblasVv1Iezickavv7Ggi4srozaQx8czOj+/rtg6+ZkgIAgMGYHDwyk7RJyeEJ2dmXO46VoSwBZiVdtizAl3ypHOWlcV5JqUFQIgfLD/Ow9iCpIEoEPGhx0JWoxgshs7JK0td6EzDyJaaF1VGVrL7ueLu0h5qw5NVzXLxlkaM0lmZfcYqF/7wsSqJldPptBbrf/hIb7Bc106ZAaoTuuGpGxTB4eN38JTNdEqaTOst8Eal3hVrBLFIZs5247cpKfBg+cqJBOmFXMXCKmab4qs/ZOMrbIHlRIG3uujIFfhuQpJmzZGltXEKmdbVuRq2TJkz5ayWGw+j6ivRaJZV/ddJv8eGsaYl4e3JjeDOiQhi28HVRyOIn4qDMhmqmz0WzDnDDegch16xDAhQW4XeRasI1axcXHdguQqiEPoqrqD9sasOnBxrro7sGRV+7DAPDuWeWQfFpkkWUHP1aWu6sC9MatgGEcxLcKIIDUzloJdCyQBdMTFWNq92c5SxCqEV6DBcYqEO8V3i6PCVuutlrxMHRVGVRoLT9WVK/2wDh0qQCDmZE0HvtpMD6uFVXp8nVrFf9PJrEq9DZqhAwtxL9X+HQ+PgVTVzdfJrNrwCbedWAVGZZNZwXZWSmwyW6WHGQ6qC2ScbmqgGvwetZF2+OJLyjYCyEWNKKZi22VcHtdPzjPUfuD1aqiNy2kXq9aV9CCrApGVxGoJSYDLBWxH5qgs20D4v9JVHXao8nrbXT5PSjKr7NnCQc6PPSQG5uPLRUDRqOxm/+yqL8IWi3CQyar2IYAzlu+OW2+1HLGaIDr1HDqaOI0kvtjXSbb9HZTYFF69yvVQSgMIKF3VMXjyxpxsZ+YjUZxsAjdNR2k9U+LVu8ewkj2i+P7k4wQvjrFk8ATBMUNEAW4EcVBtMBxwCMQqMCmazApDSxwUssYViDGHwylXyVEaWAANf4XKCqt1sGXdWu8u+EYROyIoZPLxUeNK9o155o71akzUj8bBRVKQlveDthGrazbClzrZ4wpk4Twk/oekYFJWCERxxJ68d+Yhj6t9RNqQsNNOOpCUUDO0lK3z1h6vVZCqnOW+5bnJtp5hviKMWXN26LqqeX2jkll5BS+Ubevh/fWtRKzitQeeSwdMro5xq7MbWBjVdOqRXyW+cn+fjeQJRaSOh1RV3Yo1SpOrstxvHlFj4tDTAnqreloSDLOnCw6pHEGocrr1OFaBWIX3apM+4UMhVoFVkWRWIgGQPaaUB7iSABhbwdhCgtMVdSEzr7IBZQvLRHG5BJCWABib5RRr71hJVbYd/H/s9dzemLKVWGUvS9ZbzSZNoat6FbaHWzHrNfMpED93ApA/Ztavi1qJJMBulLOSWcFcFkFE82hs8QPFLBKh/8BnrKSqRsljz1X8v+MrlYlVgHU0cWnqixrUttk4HM4Nz1X8XylVEFCrfYhTPP/H8eAIk5n5IBCbJYCq9IJZv1HBSgg9ZWx2XOqIrmp+z6lkBSP1/iGiY9/jZFZNlUEQqwkY+/RWhVTNtxp4qcJbdQwSAJso8HybXAqqvzU3vpoap/2+R+mo42IwqygJACnZ2IxDVmNX77edzMpaYlXLPEHLZmNsQTsepKokq9q2LKzj50FI12HUuje0ybOa9lYd45pdtF82yVXoql4FQdGfj+Y5TaTOF+HoSVW9AxxrMqvKxCqAwyYRkgCSzCp77pjAO2ricXIQKWURUOH/Y90U+W681FttJ+VO2f4w63kobcBzNasgzBsBPlLWEdAL/1hJVUYjVl7Pp5iXG0oTNyRiFRDl6a0KqZo/o2BMMak68mkHFxY6AaPMv9sIABu1Nq0I1lXCKkFsEwEQHmMfUxoTeGXmEfN1LcdWYlW3exnKnpCriMa5Dh0CCSQSAGnrUEmAr0J48gqdqPUwYT+RXAbmTiOQiYAjC+ZiSADwWULuTtfwAiZBEI1SVzXPcFgmCpIADTqy1F3ruvh9LWIVFYTn2KEPD80uqmvXN9iofI+mk6XA1kYDxqAbWq3PxiYBsEGB8X+FAPQh5DZGpn9UyGKcmEO6t6WMHXLHHNu0A7wxe6ouD2AxPMccmrguHSPaogFPsSERqzo4AJIA6WALlaxKShYCOGwsEmkNQUjprSKqQMo2Ajicspbx8lTqsC6vlG0EmOyQeWcNmLb0Vq0nVpnoAfnjEHQzWVc14Q2blP2xfZwi5msRxXQX2RWlMALK4UBdszMqMh1nW4YT03UQUbCUAIAIawdGlN541vleyxtYOIItFkE3mHQAe5Of8CnHC6rJj7T4rrKUQm1iFXbO5Koks8rsVj7E+y5NQK5uFSFWszCBl6pKVjXuwsS8R3ToIzNsnRVleDjCOjCiZtBbTQ0tkQDI72s4KEgGT4UPS9l4Lie0qluGRKwuseCw5VV0pUzH2VaCeQheUaP2Ak9DEytCHuSqIuZl3Vq3nIRYTbBRETmC0eboElI1h9vQcRYNm0wmsVr2NJmucmq/Wuc1pddmx6GAXLoOsxIs1jlTwM+c08uVrtLG9Fj998otl39fthbaXLS3KmQSpKwjgDX8OoRuqEIrjVl5xPW7dX/Vw7vO5YD6cr3v8+VxiKScOEHUe1d1u6s76dWrtxoy+a1XF6ZSNhHAkLpaIPq4Kv7190iVP52MnbJMXW1iFd9lTUjP4WRWdU1/iGbpug7NJh55y2RWZbtpiKjkHFQRTsmneLEkNbZimvkq4Q7fyI/HFAq1FPvMAy/Zb+JQX+hX3T2kQ426++L2l1AHhJuyXrEY0BIg2Ar0Vjlj9541H7DlOZZNpw/s797k/XXhr+Pctq+NW40AuepmHVD3N3c4T2jDyO45JEeBBEDVLeNwcFpvCeuJIulOTYOvjWuNAYNerf39nA7G3KO8VnMA2jXhlDCaui3gapT43q5Hy7wH2IiEVsZaDi/eiKjptDHX12+uf6xMZzVkH3Vfw5dcIMf4AjlDDKp2m+qOprotbOL3yqNXNoLrWIJURYj7nIlV64dCE4ayfAdIqUUUsbeq57aZQq/Rarf4suyJhB2hkBi35p6nxYp3/mocOa+uYyXJMqLDZyPEKnoLnOGB79LM77zvrPggklgdzLzE81CIw7xOQ0Y9dbsgs5PCCBpRDh1PXBVCKLP2mumANPRxcQFyNVZYmVLgFVBnMVHC+vXaw5Qqaz9GW8kdTMGpz3oomQ01tvIK5iPGL6ccHdzY34TUXqzq+Y7toY45VPlwvPJchbdLnVLv532oJu8/SE9deMzX6ZQ6iJr7W/Q1NtP1+rx++0zbaekRBEIehzBcmOZZT73RVh+7pt9QZpRgHYcUUgMBBU03o9f3qQR5zV92XV2/0Wu7mvg4cLkKVPQAzltNk89N1NGMd2AfIVFwui+Y/AlCupSETJnmiXX8MogIZ3PMy5DRkpKNAByhsK5LUWvU9SKmOSbmhvJZ2IJrY8QqGgyCQ4Ut7z+QZAOUbIOr2mXlnWhdd/39SSvURtGhA5zECp2P65Iqiet1DS9HHKTrHqbh7lDIaSRW9uNzV1Q1AFuGXfl6lnWjx419PRRV31ceUtxEkHoqo2/d2ijEtluE+mFj5DkxHfoqIZH6cr3CLU9CP+q9qd9fowkg488mLvnas7ffKhnxda2rNUd401Jjq1rVzg4LEKvVXt3jr2IKYpX8A9Eo0MysN5/02JQWP70Me5ezxtrECx0/kY/INjzIGwIbjvRycVBVI0vG1wovXrcYG5wnWhzAFr1aeY61k8zLdmJVkWMxzZNJB+ct13VF+ijPvtkdPJl3Rj7AEP5/sQjrn3UtmkuKVhVRbkhyFoBUTQ7yjmio74QPHMbYcw7xWpVIAJSOlCtqnAY/1yixCgIlbEKJpupEnxAh5UmVmsTq7mhBRfQkBOOBh6QpSmRdyjoC8HqGZyaH5soxYwkOCM5FuFLH7MpyTPP2yRovrIsUqEuE0yk85iVUJQsnXFqcTNTljgwtlbAgiBxO5FC3DJFYBdmM5B9AB7Lzmlyti9UQf491a+JJCJjuW3hjQs6n/sganrVgvYLXocYGh7CZh2zvMi1n9TbIVXiujn273CapCtxtJlaBzVWIpEzbF+oggWQeyp5HEakzdr0NhLhfLAK+QJayjgAgQfg/MEoPIvCruGgXDfU8i1Feq2N2XA1Couu5ih7oiq8wafw2Rqzywk/xklgV4nBjkiKHtdiwgYb3GDbTUrYRwEHjZIpJSfABOppUFVvZRoBDDXhDrYLmMbZOZ57SuRHA1hGIiWa+Q0fJxcXY4cFGGjeqTWynh0asAhOMq7T4ARNAriKApGSsW64K7R77xIMzGEsAiJFsIcB75I0wbgwn34VOuGucPrgJXQhCFbp+CO0ea8FYUpcVzaxXWTjaTKzOcYjP8ZAHsYoi89F2r/MumcnV8Y0tJe8U00UQrDmtjHWO2Ww37wFBqsKhZ2PwxI46b/GFF/9wfPazz05wncOX7fseHODfcXEMCYAMueIBtja7SY0Qq7zwE0IHZYylYebENSDHkDgmtbjjcPoA9FZZ32+MQ2/H+IojmvkeHeEkz///WPFR+nQq47SyIykrBED6BGFMCOVOF3jWHU9BAI3XcrLsRCfROppouZZxWhMn8oqJcBhTPuD1R9aQiFUgguyvQYZ5QMVmukePdpxWpc6mWLJArhaSvhkgUCr8S0jVvK5FmHKcYRywHdjNgUgCbJPRSSL0ieeN0wMIHs68D2yXHLSVWEWo8kWAS8D8dRxez5IPN3/BcVyf90RjOopinwNP1esAMbZSNhHAOg6JBPY4zAMIex52Yqm/hx5iD0CCzQcJPSJ4OHpgEVMwcjKwEWIVhzAQqzWl6oY4tvhWLMzIUAltLXiujvkmPp8AIiZWZx6SfQ3SLPY2CsdT3PyESObVCP2z95PWPAA8+FYMh/it7CjQWnWTZF8jNZ4dPYmzO7xWOdnXCAeX8gB3KORkVM3Yx1CIVR5XIJ0zwuK0JMC+hDvWTCItVHTUequs/yi6qnlmtU8bM6232sys1IKB9/BKfabnsTXC/SCm4qYiK3Z1n43EKmzjHJ5Rew6e7MAiequ53Q9JgJjGJbehklWJrmqWUbCuagBd1d0OPTijgjxERIGsWZlsBvM7Y5L5UcmqlNTamAn32sQq36Y662GDPey/jPykPqjm5ZM+QWiuP9Kb+D09BiEAeB6qG7FxlTSpOq6WF2utJlXzPHk1eXgILePRWc9uDDEnQR/peIrEIOrZsRCs2gMcJEeTZQjEKuyCD/Egx3YR84ne6mSTlA8O6e5bC7q8vMq47GgS7XLvOjye0eX5dbkfydOCgCAwCgSODqfkekSnpw6dnUJN2pzStq5quqW2EatYr5CsKktXNbMHEf2WrFniobiJUJLzYyTya9AMPZ8HCSFvzng3oSaYc0A4s+ZswYECj3AlETW2k/r+HoMkgCZX9z9t8xMOLZA8ENEDDZ+vbESlFrHKC78Dj0wpWwgghIeTeeUX8BpIuAN9LZmS1nHCjQc0SuC5ygl3RoKQIjiQWEd5Y4pdrNsF1nuE/+8Tm8dihkRokAYQDLfnoGkytjhR3Bg8V3EB2FKo8hCIVeyFMK6K7IlAP2DNWuqtBof06p/coQceeIBOTk44G7Mp5fbt2/T+979/HDZuCuhSD0HAIgTefvttOj+/Q2enIZ2d+cbUHKQhLpG7KLYRq4hWQsKqMucCeNdBiaMgX9QF7EZ9w8ENw8B3yzhb3QGpmkQCGtUBBlTmUierKjPvQAebk1nJSSurC5UeLfAZ6szjEHs5z4VU1f1fjVhNMtwvEOYuY2l7LCWkKuamfUMJh9N7Jy5NJJnVBo5q0zR1HTqcqIl76Is+rEVrh2IDIHeAG2R7Qv5AW3XfuMIvQcyfYGyNOPHFrr3aQaJHO4b9EA6oKhy3iOWU2+HaTqyyriqSDpXABl7Phwmzev6aT0dHx3R2dlYOuA6eBrH62GOPkeeZ5Y3WQdPlE4KAILAHgTAMKQgCeuONN+jy8m369gf7J1b5cj1Zr7rqQHuIVZUE+GIeUVx64wLvMZf32M3vArrqqTa/o5JZDfmi/e4ioLnoqmYaEXRVIZEA55UytI5IAuwfkyBVhxp9C934y+uIydVylrMfN1ufqEyscrIquf3L7Hcs3LhMLbp4Q2/1ZAKh4yQkw1ZraqXeMR34jsqaW3oj1UqFWnspFih4YkYZGoetfdSCF+txhIUfocol+B/2WD2ZqozLQ94wVulGDCfIJeAfk/gDHV9Kpw5abFVQ2v8bm4lVnnNYAmB/O9NPYDxxNnPXpVdfCujhhx82ylNV1xXE6uOPP06+7w/Wvsv1nDwtCAgCQEAlMkSijYDm8zm9+OK/oYfe2z+x2pWuatoKbCFWgQ2SVVVZy3UCT/ZcRd6LwXqQVR/fDrlLwnpI+0Fs/eYhJAAWhc/l1VG075c4c54vwlJnq81Wwl44aXAZVtY+qCrXmJNZIUJwYBZ4NVeJpMucyyuDaMkPKxGrHI6LZFUygLa7GYfUkjeigBHeP8c+yMPhEhzVxgRk1YkOfJdmg9XMVDc9CE/ZF+JeDUP7f6V0VSOV3bVEwSIPUv54IqEqWbDB6RDJrKYDTWaldepwm1rSdApbmc3EKrx/kHG6JK/K2GBennkuvfnSgh555JHCeHX5IIjVJ554golVKYKAICAIbCIQRRETq88//zx913ce9QpQl7qqthGrWlf1mpPqVD98KjlIJQsgJQMB1lodjpMPX57EMd2dB61ELNluQ5hzLhah0pytuUnGeWtM0n1l+h7TDVSyEj+WMj819tlFQHTFQtcymaY7qTSxirEHUjXEnZ9cTawbfAFd1bwRgqXsCNnM/XFlZywyY2BhxGQNzzqEd9fZVBX5XvfPqBv4ALo/JcMwuq9r918EmQpStareGG5RQR5qz8zuW2D2F6FCcjrxyB9YtDRvqBHijnW/xS6wlVjFnLMvWdU+2LBuXbwcCrG6Dyj5uyAgCBiJgPZa/frXv94rscrJFXGGqHLLVRNZ0z1WWa6GdVWbWMuTsyt7rkrZRiCRXWNZALvxwZhiXdXFIglVtrs9Tdcecx/0iufYJDdQ4AWO85bH5LyEhm9COqRkVpCrubiOeXwNj5OpNxhKE6uKVJWyhUANUlW/CzcZIFYVAWT5itaCiUAr82gyvAyEWNyQqVJc6deNRm96rxH6VdPjEMT82dTjUAwp2wiAVL0HbqvKmcP6gjG1zHLf8m2qfcSq8t5Vuqr1u/pKiNX6IMobBAFBoDcEIAfwta99rTdidamrituuHhZg04mFKWYwAAAgAElEQVRVrFMXAfbI9Tcn2BugcJJFJlcbWAR7s9y2Pqz0VnWx1YkKUYDIcg/HDCnb5yuEcF8ummV0MH2tJAHqj9eh9RsQAZfhWCxFghnz4kqSVW3aplpLYipFrGL4zeOol4Xf6MGVeNBDAqBuQbKmE3hm8sCTSWkTT2QzP4YkgIrnqQu3Eb9fcIi7bO6yOgMedZytvKYnr87MeDZ1yZNkVmtQw/K03MbxxH5mlbXzWFML3grtD3HbiFVFqiov+SbgEWK1fRuTLwgCgkB7CPRNrIL3aTuyYhd6JhOrCFG+DIBPc1GSWm8V54jySbDas0Nj3szOhg45rstkto1HURypkIzpMkBGGCmbCMBZBRIAdc9Wmci6RJMUMS/oryOA8cQcj4WWyVHrCyQ6g0zjMDiYpuwzQs6KsASxivse1lUV7+6tPuAQnpK6qnkdCTNFwp3Ticu3PlLWEQAnBnyQ0Mp293PQP9hQ41ZVyjYCOGhAcL4pckyNLZdOZmo5kNG1sdgT0fHU5bFlc8GhSZOqXWyobSNWVbKq5vx0KhGriwu6uCaaHB3RxCVa3L1gbfLNwn+nBV1cLPAwHc3KWaZorJbDS54WBMaIQJ/Eal+6qul+NpVYxd7vCklL2ZMXNW5+b+K6zjJarAGH2EENH53MyjYnHzWmIjpfiK5qlkHCkecqiJgEaqsovVWRBMjGN+Z8OiBXbSrMdYVEV3NQiLYzMM0jj8u/d67DYh6rHFJJMUV22UDzqG28kW89yWFSlcmfhvBh7zGQq1MQQA29tHU0uvsA5qJDJLPiyGV78YniSG0YpawhwIjERJdBc6Sq/gAW++OJR4cDTdZUx5QwnyFz5T0HrhJYt+xiR4f4BZGj9Io7mhtsIlY58WQUV0pWlWdbVYjV137r0/TTv7igH/upv04feeA5euq/+Ef0O1sfeK/6O32Jfu5nP08v/blP0M//lUdLmbgQq6XgkocFgVEi0Bex2qeuqunEKvaB0H/Evzb3+Tr6jfed9h4nWhu3DjwPHXiuNucx3FplkxeD4ACpin2glHUEQKrCYQX/2k46tCJXpReyEIA0HRII21Lg7HR1nThY2lLpTuqpnOTO5xGfr/ZKAXDYINxbLZpUO8Ex+QgOqiBWmy4YbNBbRUIrKRsIxDGHc58g0zu701s0MyVN4XEVhExw2Ff7di2SN9QBEg+1Qzoj/OLeA9+628J2UVdvx+Z54rl0OnWsk0xQuqoObxiV5XQzsmwhVvVBtemjRnVi9XY5kxZitRxe8rQgIAgUQqAPYhWkKjhD5jcK1bK9h0z0WMUBFeGmao/c7lrO98iuS3rn0B7SNr4ZUgCu8lBrtxsaAQfE4QV0VeFaJ2ULAUirQSKhi0kHyax812OpMSlZCMR8DrXBcRV3FFeLmMKWL7pstBPMOZcL6DljWO0hVrHYY2oCsSplG4EmJQCy8IXXGBLK2OYu3oWtKM1MohMLvXoxmnCTGrVEHHaBf1vfYGyWXgrtfAXfwJg6m8Ez04KdYjsw5L4VCwM8wo8SLWNbwsDYGzM5iHUJmfnEqlq/55AdaUhXNY2vEKtdWpt8SxAQBJpGoA9ilXVVMR8bcLwyjVgFNpeh0gFvv6iPIJkVXzq26yDbfnNa+AIT265KbmpqwTjC3hWkIf51YjqmgpFTL5ytgE3XR0/fQ/StDKztblFRguAyTD6JKl1Vdb6Sso4AsEFyvIvFypN3p8cqk6pIBGJyj/fUy0wAtXBITTdHJ9y5Fwl3hADK6OmYDnyXDj1bEn0pXUOIhrMQf0+2a+pngQ3fiiH7aweVnPkunbCWcQcfs+gTwB43zEcT6K1CEcB8gHjhZ73iLixnvTNNJ1Z5zoljWrTkGVWVWP2fL36Ufui9BQfG2/8vPfXS99KnOpACeO0rT9HTz93JqdiDdPPjH6VyggQbr3r1y/TU516kh378Fn34XQXbX/IxbsM3HqInb32YbpT8rTmPv0ZffuppevHhJ+nWh+q04gX6wmefoZffc5M+/iO1es4caKQmjSLQNbFqgq5qGkCTiFUs4SBVEXbadWG9VaaAut9HdN3W8t9DMitzyVVELF1HEROHfewDy+PZ7S+wB7yGrioGWMfmjSOE50qqo7wexxkUUbgmJrPitSokuuYDhPlnwS5HFdYJYHO+UONKW3gusYo1DaQqUxwWHKw7BRPhOyCBOvioTmZ1z8S1guDoAJLlJ7QmJDzrpiCAjA84UNntF0jIlJBXXeJl+rfgnYAbMWwAuigYWyAP4Z1pQyhGF5ikv8FyJBOXpvgPBq+nHDkQrRIydV1V04lVzDnXDSar2rTDqsTqr7/7k3Truwta9etfok//6rvpk10Rq22SkkKsFuz0NLH6Gn3hs8/SfXvJaJCo68+98CufpWfvrUvOFqyyPGYlAl0Sq6aRqugwk4jVyyBmnTpVul7N4bnqdHK2s3GgrCQBuu+XfXghIeeF6KpmwoQ5Bw4rSOjFpZsj1uqszh7hjkQI7jBiEKueY57DFSerWsQcYdu2JMu+MW7W3+GsgjknSa6YkqzJJFaVrirIw45Hn1mo5U5QmJq6VG/BEgbPOg7N7WmzYXLXABNoQqoMhKaWhFTl20IZV+leAhrscYjsrx168mrPzNOZRzN4PZtqOj3WC5IJIFd9cx0V2DvhussJeaM/TCZW29JVTUPQCLH65pfpH/7cr9BL3/MT9Mlv+TX69Bdfou/92Cfpxv/5afoV+hH65F9e0P8gxGrhmUA8VjVUr9Frr96gGy15BhfuEHnQaAS6JFbh+AN+w6RdoAnEKp87k7W8h8ATxTclCTxx0x7DO8sxqZfMGEKO46mgbkMcrvRx6s58sSIOzYDKmFowqYrcAz2bM8hD5cQip61t4zBPbxXr1PUiJpEr3u4t1nJewEN+25oziVWQqoFRy74x8xN7HOIM3/X8hDXsvolLE7jTy5y0YRBqQoL3oamSCdiwIQEcSCDpvvXuYy/eaHXr09Vo12N4wlq9Hk3FbXUNehUO59CBh7FlZjIr1lUNcWnRn36TqcQqh6kkOn5tjqlREqvsdfo8rQsGpGQCXvgCffaZl1Owp/6mPVY/cErPP5c8c/rYKmx/67dEpx/Y5XGpPDuf15U5fYxuPvwiPQOv2x8k+vVd9dw0jIxvk66bbrMOqU+effDmx+mjjxIxmfvWQ/TY288v67Kq90Ydk+/q3/J/3cD09AM36aFvPJNIAaQ8VmkT+1N6bOnJmvJY3XoOH0lLOSTP3nyIXnxG92UDUg9tDjZ5dysIdEWsQjsUc7JpxQRiFRFLOKhGPe6QsU9Hgd4q79SFWF03VcWocqIvQGUCuYoqnS8ClbS0b+bQtIGNy4owYg1I7azaaxUR8u6AXJVTcMbA4pkPeqsmHEXZyxmkahvZ2Xs1wvofx5yDZFWcXDHe9uTdIlahGwpSVaQUMu4TGJvuSVVdExBAZxOPfNbikLKJALwOD3y405uFDggOrauKOptVu37tiLWKcdjAwt/1bUWq6Qh3h1c4xpaUdQSACMbV4cQsyQQsaNC36SbBRb5VmEisai3neQdjqg6x+u89fEGLaEJHR0QXFwuiyREduRd0cY3/eER0dUELmtDR5Ze7lQLI0VhVRGCWZmdCHNJjSzKTUmQowtGfeTshTzcJSkp+e4/SAH3t1dfoxrvSmqLb4e1pa+R3f3OTuH2e7pw+SO+68zK9uqYtmqrnpv5qUq90vYk22pqQqacfeIxOn3ue7qTaqLVpl2Rpinh9/+2NOlJCxD5HCSm6jal+nyJnNbH6QXrzc+t6qeq500T7VmO1/RxpnNFH3PbkmylSe62fZCEYDQJdEKtaB9xE7qdvYlWRY10lqypi1vEqmVWRx0f2DMuu4ZxlwFkLmqqXnJCpg82OZf2Mc+dlgLNV97qqmVDxRYWKLpWTVhZCSTKrXoeW0pieL2KW5uMLFOmtZWcxNmFMl1ivci5JV8RqrDRDFw50VaVsIgDj6kpXdRf6M9eh0yThjgm3hSZZCibqQ98hJCUyZ9JOSFUd724SYD3Xhckfncm9502RIg9dDnsXbnX7LhUyqxhbIFhNmHeUrqpKcNH3dto8YhXe8cozqgtsqhOrP0Hf9ks/TU/d/gh94me/jT7/U0/R7T/3CfrUt32efvoXb9NH/vNPqb/TLfrUXyX6R8ZIAShCjhJPTT1aluH37CW6kZwKJOOz9ylCL0NjlQk9SidX2vbwXPPuTA3R7d8mpOU3TplYneTVM5NY3U6qtf7+VL3SXraaKF3Tpl3hxMTqWvu0h6r+XhamWRqrijBdw57xfJM+yEnF1onV3D5KEavpZ4YhodDzwm7h59smVk3UVU13U9/EKnRVu1qvipgnPB+xz4HnajepVIvUyqBnmB9zyeHNcj+nLd4DxhGdz4PO8jIY1AN7qwIbBqka9O15kFFTjC2VrElKFgJ9J7OCwwqIVSO8nA0xEZ3QEJcVuATcJY+wJFYxT85JSNW8PsRB1RTC+cR36IgT7si0tNlfWOc5mZVnht4qe9VFSttGemvVW5pnvg4V8WxCge0cTFw6NoqYNwEZRdDBm/d44hA85/smV3FTiAQXPfPx3DmmEas4CM5DtV6pcL12bag6sfrX6IMvfZ6efeN99JGPntFzX3iWXvuOj9CP3fccff7Z1+h9N3+Mzp77PD1LH6Qf+55X6B8YRqymA/2XCINszCJW012wk1i9kYT1b4a3bxO5+pX7iNVXs7p/gxTlRzLlDZIfp71ek+dO9xK2G8TqNzMrsuaxuk6EFiRW114rxGq7o32Yb2+TWNVROXneLSYg2iexqhOAtL5QlQR6qbfqOBLBuYmd3lc4kExQZ6229xlbVYiJ3pnPVZZ7KVsIwJMXnnWd3K6Xxl95hJsWXVq6GS3+ABSG3/LePav6GE4X1zHFphBeLWJc5tUgVqG7fWcecqTkrq5ZEqtz6D9iBHY9O5ZpWU/P9qWrmtdcEEAnvkuHSLgj/bUFEzRK4F0H3dW+6Ey+3Ui86iREZduS2Ts+xK2PvgfqaXBvfBbkIYh5eD2DlZLxtQ4Q8DmdutTnvYXSqVPJ4EwoJhGrOgEILgK7Ku0Rq7foex9MWvH6l7qVAljzvNxEMttjdflUBnFKhT1WKcMbdvf39hGrmx6ruXaRVe+thxv0WF17t3isdjVe5TvbCLRJrJqqq5pGoQ9iVUcswVuVcw8YeZZBaC7Iw1URmbwVFuxz6CSyAB1OLLgwvggCAnkoJWM+gwTAIjTC8SCrf3Dqg+0sk1kl2r3Sl+mxFTM+8F7tqmBcXc5jCtnLucMPd9XAGt/RuqrXrKu6+0VMrEI3dGHmtUYNGJr5qWmkqm6V70AT0qGZZ1LYezOY139LzImIkMxKefX2MUmoZExCqmb3Jogx3Kaa4HG4WUMQ8idTl28Lzdzs1x8hdd4ALWPg0+k5KFnIlL5N/7qqafxMIVa1ZxSS5HXIq1J1YnWfFMDP063vTpA2kFh9OUO79MWHn6Rb/9bvcWKr3Rqr6yH3K3JUEavpdysNVaKdUgBpjdWldmi+xirX80NpHdeVx2qWxqr2JF3pmX4/vf7U00liKfUe9TetmUrEZPIzL3O9czVWlwR2hm7tUs+1XY1VkQKosxoM47dtEasqMaeKHDC59EGshnFMV6HS2De9YB/IXShcw1pXKTi6JVfhSYxkTEhYJWUbAVxSXAShFR6HOEMoSQAZWFm2DHwmSBbXURK9a9ZV7TGRkJEDWvFHSI53d16Ms3D+l6/+cgxvVbmF2+hRdjh0VCIvIzubCHqrIFcx8LplOQwFRFcr8TQEAXQ4UV6rXU/bSv9R7Ri7/rbJvQNEOJM7C6qbWVP018SDZ6bX6W2hmWis1wpdpuQ2XDrwOyaeYTeREgw3yXRMIVZBqOKQ2vU5tTqx+knal7wKshNcjCJWs8PmVZKlhKxMSMHV6NlMLpVHrD66FZK/IibT8gDpcbmpx/og3bxJ9Aw0XVmWQGe8V79Zq+fmpLNV7xShmyJKP/roOnGK/670SU/pQXqZXr6z+a1tzVjalCPYlCJ4z026Sc/Qs/emidVb9GGCpmq6TZuyCc/SfT+e9RzqlOqHhIAWYtWGlafdOrZBrJquq5pGtGtiFXs/yEBhPbdlh8yX7I5Ze492R8X+ty/5HsbGUy4sLR54+PIYBMciEKeVjO6BI8/VIqJFHJFjCamjyFVxEMsbbThvqYTl7Z564AgGb1Vb7Gb/7NTME2AAsUy9cxVxTpgi05vzj7/6hRiDUTyztjvBJF3VLBPhhDtMALkk09I2QpiQmFxloZIiw6H+QFQ6HLiFV7qqUjaIuZjoKlATlMkFiz3GFjwzlUJKN/ZjMibpurEcycSliaf+17bxgZdCGDksAWCa6fRLrCo0QKZqXdWubagKsfrOV/4hffqLL5Wr6vf8BH3q332k1G9u375NTzzxBPm+X+p38nB5BCTxU3nM5BdmINA0saoS61Bu1mAzWr2qRZfEqpKrIYIEgE4SZRoeeectJGvii0t7+OCOoE1k6SAL0GKBl/PdebB0WmnxU9a9GnMOPHnhtGJbwfHKd2E7MrA2+w6EKrRo25Rfgw/YxbVydureDc1sa0XOijtXUanICucXvvoFxQQJcbDWu5iaWBTbcFzYe8xT2cyF+tkeoNAngSSA0lttv4D2wc0PNoxS1hEAItcgVQ3zOMzrJwz9k4mXEPPSm2sIxBCfd+ieGeQ22idWTdNVTWPRN7GKyArIavSlNlaFWO1qNAmx2hXS2mP1IXry1odpQ2Sgu0rIlwSBCgg0TazaoKuahqkrYlXL1VxBVzXZI7d9KVvBHHJ+os6DS1mA5l48kDe1S67CGeMKuqr7MscMBM0yzVDOPDFrztp49MTpHOcJdUzv5qxeBt++nwW5CuLZbUESIIoduppHnO9EaNUNzgKas0FEF4uoFOGsiFUpSwQABiYmHFJtAQYOmUhmBe9MezYp3Rkd8hCBeFYi0O1O2osQ3pigOqSkEcBFBWdyD3D/Y0/BQn/PzOuMmLcHGVVTaBmfJORqG3XHBQV7uBimq5pua5/EqvL+wSG1v/VKiNU2LN++d4rHqn19JjVWCDRJrGKfg/nYVKmjrD7vilhV5FjM3rzWluQi2eYmtIc9zqDNJ7PCmfwqDOmSiUNBfq3/2DsepGpEEcvP2Xr6VOShcBjZoxO9Ci6jSR8xDKV5EBO0VcVTdR13MBVwklO6quXwEWJ1w4Y1qWqTM70acA6dTVTCHaYPDfe0bW9h334za2YyuZos+i19PIzgLi6Lfha82EhfL+wiVXU7MLbunXm8XZFhtd27kNqAlrHCp9lNndKpM09XtX9iVd0uY0PNyVFamtOKvFaI1SIoyTOCgCBgKgJNEatxRLSwjFRFn3RBrK50VU21guL1cl2XD9vsQtGCF1nxmpj4pDpn6T1J3T0hcMYe8GIRLL2cTWx1X3ViXdVAexz2VYvmvqvIVZEEyEIUybiXeQdq7vo5eiDAubxYQqbmetj8N6nICpWsKkmVU6rSQqym4AKYfNNcCkIzHmZy1XHo/hlED0Uzd7NX4Ep/AALIT0QhG+42LG7IGtcsrdRwJXt6HcbV5aK48HNP1cz+LDwBHaJDH3IbDmvdSFkhoDXSoPM89ZonVoNQEat9Eof7+rsvj1Wlqxr3vl4JsbrPQuTvgoAgYDICTRCrNiWr2uyLtolVloFCsqqw30vAJm0QocsW5d5qsuk736V2yA7FCbkKMqh6UV5j8FRdVGE4qn/Yil9qXdXrMBxO0iEHjlDtavVa0bk5lVR6q/WjYhFZcXWtEjNJWUcgjGK6u4j4fFVFZFOI1QRPTFAcrmyx3iyWr0PPpVP2zKyzmA1wmHGCNpVwx/eqDJU8TNTEBE9VTgI3QOjqNAnYYHIagicvEllhfMnQ2rYICKursdVcQEkUxXTNBzGzb6/7IFb1QdWES0AhVuvMkPJbQUAQ6BuBJohV5IyxRT++S2JVR52AWFXr1VB2yTE58Fzt23gN/b7jeOzRW2e/jDMVPFWRlEnKNgJw5kHeCnX2HMa4ih0ka4J03zDa07zdxuxEVyeZFe4o4KmKS4uh2E1TOIMDhFwNnMHUalXeDoVYTXoDBJBNuqp5RoR7ntOJyx52UjIIIJCr0+YmbZA+EH3GwiZlHQGljQkvhWFgA22bs6nSW5U1f9vaJ57D5GqdBV+/FaTqPLJDp65rYlXrqpqiUyfEqsz8goAgYDMCdYlV8D4gVm3d6bTpsYrt3yUnq7LZQrbrjmgdSALg3D2wpjXTUQj1qqGZCUwvFiHNw1DOVxk9opJVQVd1mNbncTKr8qRWM8Zr9lu0/GOVZFasq7qIaR6Y3cY+ascOKwEuc6KUlnN5GxRiNUlSZasEQJbxgQC6b+IRiA4pG2RfHNPMd+jI9xoRgYbLOLQ4pGyTqsCGvRSQTHUgAEFvFWHvIFelrBDQWzvWW/Vxm1odH/ZwCSHIb4cQf5fEKi5ysFaBdDalCLFqSk9IPQQBQaAKAnWIVZslADRWbRGr2PtdcsRSlV6x4DcJuRpV3+5Y0MiKVcS+31GSAOz3VRKjqzCiK9FVzQQf4+pqEQ4iEnCXdTUbXVrRjg39GXRo4bla9qilSVXxBdvuWDiBgVTFpUUVT1X9xnETq2xZDoX8b1i3PiB+7p1CE1I8V7PmxQMfsglaMqHkis8vVIQhdH9YPcLQybevajH5w14KwxpXwPPAd+nIdzhhnJR1BFiOZKLI1SpyJPACCSKHdVVtKV0Sq5wAxDDN2es/iejhhx9W3juGldu3b9MTTzxBvu8bVjOpjiAgCJiAAK85QUB/8Acv0EPv8Utt5lRUjh2RFbuwbotYvQwjlVwR3osDLey5ijCdZMsy4KZW6kGHXIqdcvtBOKuczwNOzillAwH2AFeas+rsOcyxhZ7HEQtOGlq3V2xhHQHgg3MocsgUKchZgSTSkdwEbQ0qXP6BVMV6XreMm1hNklU1gGPdfmjl90dJaK6402fBG9PxBAl3MCmVW5gwhSkCaCUBUO4NrXS3MS8dkq5qHqhHE0WuytjaRgjaSCBX4RledlwgpHIO4rDYPsEIm++KWDVJVzUNvPPWlI6Pjuns7MyI/khXQohV47pEKiQIGIVAFEX0yiuv0DvvvE7f/qBfyrMOpOEQ5B/bIFaBDbxVbVrLqxgmE6sJcchng7Kbniofteg3DAccfAo6+cBe7iwWFIRRQbrIIjAaqCo0VaGtOiRd1WxY2OWZxxYIxPKniQbAtuAVPpPP+yvKXs7zmMKhEl77Ich9Qmk5R+wM1kSmnFESq1gIUQDgEHRV86wFC9qJD71VIYA2MYINQIb2aOLx/y0zaWtSFd6YsodaIcubSiLWnB2Krmre2GLykMPeJZlVFkYYU7i44LFVMAaMPcBD7eVsz8jqglg1TVc13eez8Ije+dO79MADD9DJyYlRnqsgVh9//HH2WC1qhzX2Z/JTQUAQsAQB7OPwT5Gqb9Hh0YLOznzyWRdyfyNs11VNt7BpYhURS+cLlXZyLIXXF9Fbze1ux0Gir/2eq+fzkK6jMKVxOBYL2t9OOPPAW5VVssZSQBwmBOtYmlymnViqoPq4i1wF5QVSlSVZxjQp7wVSrVGXC5WwqinZwlESq8B6KMmq9tkNBhySWc0Kbhb3vW9of5+4xORYkbBuvU2Edij+SVlHgEnVSJFjY0jmBZs5njg09Vwh2DMGA7zBgY9WTNhFbGE4wXawcbSttE2sAhEcVCGPYCo6IFfndwK6urwy6kB0eDyjy/Nr20xK6isICAIdIHB4OCXXjenwiOjkRLn9QNfPXYafZleCE4CEwzmjNkmsYo06Z5264peqHXR1+5+AowW71hUNzG2/SiZ9gZ1X2HM1+9YCdjMPIroIglGcH8r2Dc5UyFQ+1rOnJLPKsxilBwonlkx1OsiHBWpsiTv9JmehnMBArDYZeTJKYhWbIiREM/WQWnbC3fc89FZBrk5FEzIDqphmHrx63QIi0IpQxb+x2M4+20r/XemqRoPL/roLAySIw9jCbWEZr+cyuNr87AxyJNNEISlvQx3HrMNma4KLtolVTaqOzEmBb+EP5dIid/hPPOLkBbm3OtjnxAhVltUqC0SlkW7z7Fqx7kjg6bmEubmAY2bFj9j9s4nnIaF5ZlHRA0RDylnaFLGq5Wrg/YMypigBHUTKCZv0yJIBtjaGeMbhgbUODM7kiAC8cz1npyeZmLanngskq8JmcKQF4wqmI24s2QbAeqssSbJuI7CZy7mSL5QVfx07XFbcuVaXgE2WcRGrbG8xJ6sam0f0AQiOgp6ZTRqYDe/CEn/gO/xvl0g2JiZ4jSltGykaAaU5S3SNMO6RHeLBa8AzE+Sq6K1ujwks9ri0QLK4zUOWlmRRxKGyIRtLe8RqzOsUxNTHKIuEORaXgTO5EMwdFiDH8gggED82JYHrcuxjXCGRg6VTTm2oeM/jOYRLd9nLrMMJm8BaPsGlzgY4HD1g8SVgnuE0QayqiKWYLphUHbdVMbk6bgi2TG3J9/Bl4LrnKs5Ud+cBJ2SSso0AdFXxb9RFOYOzLICsWtmW4DmQOFxNPBhOF/OIYklWtQaYki2M6e51xDk9MFk3OV2PilhlTaWB66rmTby4Izzk0FwhgLIwYgLIUwl3tjeFykMVNz9jCHEvu3gr8kcl87KVHCvb5vTzsJ0D3+Wx1eTkXKdOJv0WnocnU5fg3ZsumI+j2EkuK0yqcbm6tEWsal1VEM9jJYCwboE8nBQRPSzXbYN4GnMP8NmceLChhgfQyO65CvWplqwZOzZqz+OyZ7isWxmXgi7CK1fkKuwG44ojKgtZmj0PNUGsIoM7h1RyzplxWxS3PiE4hmYrTVg19FZ1MisOcQ9CusJNl5QtBPiyArfrYki8ULGmKOZlsZXty4vkUtB31Vn8aq6y3DdLG9oPPBidpnVV06iMilgdi+5UfKQAACAASURBVK5qntljA30EAghiHDxLy9SUxgqcKrK9b+qtYhCGy6Q69k8qTbcA3obIUjlGUhVYYiThFhXkoYRXZlkXblFdOpviUkdl+mTcWKdOHcRsLm0Rq/A2hPOP5fDU7lp1KagIICnbCAAXeM3r5ZyljjiyQtDKQgDEmO1zTlM9iz3PgYytXDg9xgbhlSovg82RFbtspi6xivF0FcZ8wY4ydmJ1iQHLAshEvG17KolVTC7Nw5DOF4GglDFA2eMwCCmSxXwNHWhgY16WkjWyVDIrzMULTiAotOomSuAr7szb05wdBbGqQ04DElFxcKo6mZVMStsIIDQOCXeUdJ2auBHejhAVmcbX8WIPDhbGjuQQn2RmvGfmFUqENraxx2HdkEyYrubgReQMQq+4eWJVEaoggEYe/JUMk5h8x6UDd5UIbWzjZ197ffbqVU+Jrmo+WuB92ANcuI4lSFOPVHJTuWpfMxx2PXCU1yqcD1lXdaB2U4dYZc+oMGYpKCFU1+ce5n5AIKbspjIflLyjlMRAze+2a+4OhbFDdxbmJ6vSHMK+dXjX39XYKH6K5LPVIqS5nD23YOUxgAvSEnjyS9hRAZJ1UQ0iX0dmFu/LLLvgX1d4xXJM7hickKs5v1qdHjY/o87uQKLaCOdf1Xb6qC/pgHm1SguUMwLgzxFSrzPQ0a2/8NUvVKlXzc92/HNspkGQdfxZUz8H3bqzidowStnYCDEBpDxXMew5HBc3htXmwEHDC0yuQKoK+5M6pDoEcrXCetm4rZjokw5v+dkEi7qSABgCwdE0sYp+wyFVhtX6kJi6RDNnW/ew8YGz54Umbpgw37DURpIEpA1MTGx3mXaqBCnDJcfKYJF+li+9EPaeeGZuvsekfm9qvSjTJr5k3yDH6tWj292BOj7vbvHdyzeyzQcN3VPdOEbOCodJZyFW12EEgaPyMiRMBP+5Wv9Xtbll35d8wZLArbqR3DPIgAkIeTiO7S/7LLjAG0q2f/8bO3jCcQnymBv5iDr4sNmfgOzI3eug0h5Zk+RV56pGkkBhq1YxmdRqJGTPIxhXb10g0Zm6MM0sQzEoTFIV23LgeymN+Wpzct4oGQWxyqRqmZ2U2XNK7drBhJAQ5GwKDyAhVzcBBT6HvsMedko3VIwny+iwKRpzlsosTGA7BxOXjkFy1EwMsrYXLznqWU8aJ8Iatlvf6rfvSXFZcTx1+ZhXtmq165PcVpeEcu1xPjxuvODeoxslXpko8Gf9IgEEd+mMT4m3juFR4K5EbOpFnhihk12yc7F/3PcTXAXCsy5/i7jvDbutSKVsrPeOFb3QwEZ26a1QrE4gDqHVW9ljbMCDjPM3FIOxVxSaqmKp9yTrBuxnqHn03r54vXK/8rzMXr249GpgXFeuiVk/xDoD3dAF3MekrCGgL4/hmCET8h7jYMkEGVcaJWjHX8wTT16Zb9aMB9G1d69VUiaUqesS5H4Epu0xhrPooe9x8tf6vrPr7y9GrOpdSJWxzbu1ajozS2WIKt9NdvA4kIhO3bZRLZM1ufsPqaU2oTlrhHK5rvampbt3RTvAV6FRwwTpvhkmYbOQFRbkqj5tKDMuX3/1i3rDdv22u9wOTWFX8bZ3h5s9Z83FhFT1NrtcM6x6GpCAkF+VioZbq9UV+zz1zcYO2knztfMLCN9Dv/skeqpHyo/hdDdkOfB86+m7CvdUkQ0yPA/hnblvqir80QE8CNwxpJDBs+4xtZ4FmAimahGkNTiZFd/p9DHnmIhNahYGNq7D/6SsEMC4YmJVdPczzYIv1ylmTT949g7ReuoQq3qHywllknln3ASrisSBjt815x4Y3opTd/6EF+/FhoTYuG1mN6Kx4yJxeZUjaN2uMur3KtGZGldSVgioxOxEl/OY3rmMlntkdqITDfVcU8Fl6cz3Gtfrdf7Ol35pz6yvfGcUsVTeu3Hp7pzSrCwzIDSpVkpXJjlAa8/M+w+GuBUqg2L2s7j56c7jsF8GrszWhq0FYYMR9Gjh4aLrXuYtWZhXsMM6n9QORhUI4SUHlVXlZDAeTRw68CU74xrxBnkEePJGRSi0+mPYpjdgK4Tlfx4pb/Bj3BZWGBKmtfndJYjVInXHfINxhSR6A4CnSJP3PoN9wCXLI/S7juytaB8PxDEtluSYIg+HSgDVhReBBMAHWuqjL4nTA8sjjB6MbQBgIZwELkU5T1x3qWU8JMjqEqtMrrIercewjJskixWpysRhnQ38kCxs1RbMNyDHQK6my7htZk9fw2uVI9CGaRNFW3UVRuytKhvjdcTAs80Doreuoi1OB1sdJKiUHc+2lWE4TT2XJROadEZwfvo3Pz/ooYqNNLJRI2mKlBUCWPCRNW7QnV+jw4NAZSs/8B068jS5WuOFg/ypw4nQ4GEno0vtebBZRKZ7KdsI4PCOCBWNDvRWecG33HiaJlaBj+diM4SDquXgNDQQoDkrkSfZYIL4Udm41cU3YlBArErYezZe8FLA2MLecOwFl8dCqmZZgdLFhPOBKisZDBzChmY7TRCrmlCdeP6ohxV0VS+DkBNzStkggAhZ7qPcPbKQq/kWA2IV//i0NSbCPpl6cVkBQn41J8voYgRi4v3fO1cRXWGTnFFwjsBlcnnXyIFjnPhpzDylt9oUuTp4YhVmgbPpjQMc4ncKkA3cglbNw3ofRJLJPa/DwxBZA1d/PWa9VQnNzcIL4XEnE4+JoLGfU/VN/GgmkoIN1Uv9dZI8RtsJpuOjiWe9d13TxKqG1UeyJoTxjHw3xJcVHI479hlmY8DxpjCm6whZp4GOxidWkgCJvlbBYTqax4ASVH4OB3CpU6fThFTdQWIs5Xw2PeRjgu8PLi6GdOfVFLGqzlsu+Z7yXB1b0bqqASQAxtb4Pe0FHtBUvd6RtFSI1T0gjtRzFcmqLhfQK96fTG80wy6R6gOfc+canryQHclvPYhD/JNd9DZGIFRx1kJC9ybwGQWxChhxSP3WQ2gpVE7KOIjxioGH8Ca59cnuTmixIpteejsNjzpIAsCGpGwjgEPG0QReHE1MSXYijMXtMsRtqvYbs7MdbdQaR4wgdjhcedNCcJMKz1WbQ3PbIlbRF5BMmLHHfBs9Y/47MZ6gp6XuuUYKwo5ughcHqJ500XEo7JmpvRQEujWMMJ4mCblq/ihovoZR4qkq5E8WtkrKZ9dFDmhDltsYyLhqiljlCx7HIc+FzA/wGQhABYYg2s7JqqLdBEeBVw3yEVyOglgtEtA1Jrsp29kxsu2MaOLG2eoiCFleQ8oKAZ3vAYmqQKzuc5DHTIxzlkiMZVsR+At4rjYRJTgaYhVQHvpEDxwMQ9ev6gSDDeN6Yp2qbxre75h0hjzCxqKF/4pD6skEG8YRrWgluhiakPAAGpIXR9Hm66Q6Mq5Si34qTRS2Q/MdeyKQh0e+Cq+08T61TWKVCSBXhS6PjVdc6aoWHYkjeY5v/XBAdWiBpMo7DMNzYuWZORJoyjSTtcfGqLeKfc6OxJRlMBzas5DRgIe82uXtGjUxS23YfCGY7rumiNX0OyeeR06FvBy22ZRKiqvCcUGsSrKq7R4EmXq+KB7GLcTqjlEAr1UW/Bn4ljCRlL2ch6xXXD7Pjm0zScn6wplnHjOpuqlXnPcmlXTa4YgdKdsIgFQ98D1e+eucRUdFrGLBu/fAZV3IMRJA0PxRN/FSthBISNW8Wx9gBs+xI19JS0hJIRCrsDh4rYIkGxM8oquaPRL0HIP/C1I13LEJhL2osdWsgHhXY7RNYhVt4LBuz2Et47EUzqocKZJjMG5hTXVejIQ6DuOj6J/dBBA865CwSco2AhhShy4uTMeDz2oPOJ42F7V9hHKraK7d2Gh/1qHorbZBrOpkVkMnyeIY3mIOXSwCSVaVMdAwmu6CVC159hy63RSdk7KfS5JZ1XuJ0b/ms5XWVeV9oNHV7bxyiKx96yIk5B8oU+CZOTQpmzLt3/Ws8up1acZJuatfXoyOWMUG+v4Dlw79cRFA2DByhtNyY7ApezX+PWFIe8XmMeiQzOpA9FYz+9NzXDpiPdpxrIAYShhTWNjgkClKESuzADbABJ5RRdZ9nbkS8/I+qsi0yaRtYhXtxbrFCXdGYGQcOcDEKkIqx+epu8++OQMsBtheFw7QP0oTEknixEthG1nMNph7Tsag88OkoSPJqnIGGMaKijopvn/Bkzik2r7laYNYVZeC0AhHgsrimO6b/0z7O+bji0XIeSukbCNwGWKPXE0eYch2U9tWEs/V2u8x9AXQVT2fhyJbuNE/2B/j31uXISerKpvHDDOxJlcHPC1XtmrWUPeQlFsngy3/qlERqxqeiUtMrsILaAyFCaBE/3EM7S3bxihUBNm+gidwCDtc0z3c/7t97x3S33HbA8/DMZxTmfwBqVp2ZRtSh2e0RY8IaKrmJKnMRADED2wHi5pNpQtiFXhgTB3iJnXgyxaktK6RXLEEwWGqvfz2K/83/c6f/A7dDd9mklOKINAXAnAlOPPvpR948PvoIw/+QF/VMPC7alxCVqNswZj2Kcm4bPG83BaxCjxBrEJzdXgFpIbSDYVnnczu6z2so7mQyb3A8SrXPIRc3TFyBkiu8j4JCZnmAQWYky2eV1uZ82Kid64iOp9XH1eAFPKGuBQUfLd7CZIJkDcEAV3FBXOUxCoWQ3hG3Xdgd9KUooMW2j+SrCobrTgCqYoboP3bIv0EJqSjidI+HJWKeCGDU8l2QJCBABrqmoiNIm7hQRwOtY2FunvjIT1GgAuI1bJCUNC4gVSLTYnQuiJWl3qrA3Y9hHczQtyLhONWsc+ufvPm9Rv0P/2rf0zf/NPX6ff+6FV6661rQmJEKYJAXwi4rkP33jujR9/3Lnrvt96g/+QD/zE9cHB/X9Ux6Lsx4TKnAq+6vCxhvVVO1mRQs0pUpU1ilT2kPOS2sOvCdB98ODPAIQMSAFK2EcB4euc6rE04C7G627rihFy1dOrZbpxDdDEP6QqTcrkAglEMw+tFTG9ehrxm1SkYVyBWB3ycqAMPR3odTVQSxrJlnMRqku/zZOrSPVOVNGWIBQs/znKiq5rTu3t0VXfZBEhV6K1a5lzXiZljIpp5w5Tb0NQIwv/1uBro9FHZVkCOgVStsu7r0MqTqfJwsQHbrohV4KH0VhGmUrl7jP2h0lWF7dhPQP53z/4cffX52/THf/yOsXhLxcaLwHd8xxl93wfeR//Nv/03xgtC0nJceEADvF5BMisVqWPDmrXZ1jaJVV7HHcjYQEN9OORqEIV0uYDXmP3rVT3b3/419n4Xi+JJdfZ9X8jV3QiBXLVz5tlu1zyM6O6i/oy8z6Zs/DskC187h+xIM3MOzhNTnpeHYj3N9SpfCLrgMVzm98ukgB0lsaqhhzGdTZHtfZjJrPigKiEq2SONSVWqvCliAihJZlXhQqO50W/om5BX73Di0WxgBJAOb0JSHdFTXxlfepmH/mMRXdU808V4QkTBIbIKG2rf6Wp1SaxqchWL/ZAudbBWIRQXpGozW8b+DAfh/09/7Yv02199qb9KyJcFgT0IfOjPvpf+ygd/dNSyAErPuYkZB3m6lQeQjY4abROrat1SequaaLV3gMYcfYAQd9FV3e5FjKarUEkkNFmEXN2B5gAkATgvQ4ws90Elp4wmbc3Ed0HC+c0LpavaZOGwdw+0YbPvbbKOfb2L13ROHOwKsVq0E3CEg+chvFaPJzYc4Yu2TIkbL6BTJ2NlCzT0dABtzCTSoDiq60+q2x54ruK6R4BeQyd2CGHdRxN7vTiy7AKEIUJUhFRdR0dvoeGpWodU1W/F2Dr2QcybPy93TazyIdUFPsPRW8UZDBIAzR7Fqs7s9X4Hb9Xf/O0X6I03ruq9SH4tCLSIwP33H9APfei7x+u1GsdKrqahgvMErgJxprBg2VprdRfEKj6ovVZtJslA/lwH4dJpxfwdSkMGXuA1GE7IOwDSucGhtfyyzXZTAL56j4BchVdCG8DXq1mhX8NikKwKTitS1hEAn3P3KqI7LK3R7Iyjk1nZcNbqwy5ArkJvFfljipZRe6xqkGBQ0FudFsetKL6dP4fwfyw+oquaDz3rqobNeEaBADqaODRlt1UR3NxEHXq0Z1PPWu0x3R5e6mOiy1QSuGaXt86nikY/yJ68Cana1LYI+N47Uxo3JmPdB7GK2QvrFmQBbPeYV3rFTYTjNmrSlV/2qX/5M/Srv/bHoqlaGUH5YRcIQHP1L/zwd9Df+/6/28XnjPtGGEUsAdDs6qLIVVy42zQvd0WsqvBKj9wSh1STDEcRhyFdSahyZrfggvSck1U1tQvc/oyQqzvOtgm5apOfTwwuOIrZYeVyETJ/IWWFAIbSdRDT6+ftyiNAEoD9CwX+DVYbUjZExxM/yRuzHyAhVhMID32i+w88626asyagMIrl1mfHzDxv0k0h0T08nSReCvvH3KjWDCWZ4LLchs0F20ROVpXycpauXvUolnzoYza1ndaa9RPPoVMf5Kq51tMPsYr9T6xuUr1mqYEukeZNY0KqNmU7XdY/61t/91/+Tfrn//yP+66GfF8Q2IvAX/yL30F///s/tfe5oT2gdFXV5Xqzs6eaxXwHHi72nFG7IlaBjc16q4gCBKnaJnFo61hDpBI8Vdv2OBTibbeFxI5LICttIVcxC8PL+XwRchJp6d91UhVOYG9edDCuiFgSwOSzVh9zoz6XIAIX8nRFklkJscqOaDGB9kFoJTxXbb4wwYYRC9tQDqmNDqTYoSAJ427yveB8kLTgZGKXl0KTGOx6F/A5nnisVWIwP7YTDpCG0CuWsnWZx0fT6xbDuEEeHhm84PdBrOpewCYI+EBv1baxpcMGQyRZtK72+TOBEKsyS9qCwPiIVaWN3oRczb49Dw5itiiMdUmsanLVd5MElZYcuKCnCgmAphLH2DJHFKkndsbQVAVB1sXZU8i33bNPjI1hFx1RxDh2PIMqYjxdLELCPlBKmlSNCUfOd65iTpLXRdHJce12g2oPKTiJzdz9EbhCrKb6ALpI98zgXWfbEVU1QpJV7ZrBoanqtLopOvAo0Vttb2Db+mbc8sBrFfpjthV4gEOMX5b97J67bvmgqoh5l0PfTaTm+yRWYZU4wOOm2bZkVpysqkVCvq95RojVvpCX75ZFYDzEqlq915NVtbsX4WgdS/RWuyZW0RfYE0IWwAaSDB6qV0FIC7lc35piVDSXCuXukhuzwW7KzseNPZ8ks9KRX429t8EXoW4gUxH+D0LekvuVBhHY/SqcO+9eQ3e223EF+T6bnaDa7CCs6TPPS6IE8/cPQqxu9ALI1XcdumxYNhW++UFIZZcrm0UAQVd1HrQ3eesQhpOp0ilxbInD6LAPPcels6ldoQbwboGuqgyrbEOBqkbDyhqZH8Ih7NRQYr5PYlXFWyBrpV1hPBhXnARuQJ6q2nCFWO1wUZFP1UJgPMSqggneUasr0vb3+PD8UReCZpc+iFUggj2h5ynPVZMLSNV5APEIKZsIIJoL3qp9nD2FXM23R5YEMFUy0yGOHLiah3QZJkrXpk+SXQ79mOhiHtHbV/0kIMeFIBw2pEu2Ox1nUTiy+Dt0woVY3cItZlL1Ww7N1vVLV5tvfqK4VW/MLueUpr/FXgoBJvKo9dtxOGSCAPJc2YJl9SNue458xwodFwRf4CYVXnWywKz3pg5MueomQoU/Dm/nIx8LmuoNU/qkX2J11S9Yt/gQbwowORM5iI2rgFjj0JxebG7VEWK1OSzlTe0iMB5iFWGV/UiOgDY03QOoL2KVydVEt87EYzwcJqCret1yQqZ2R3nzbwehCWwgqXERIPdAP+cdIVb39K3rGukUwl7OQUSXclmx1oHagQd5YN65hidv82O3yBt1bhTf8LNEkbY0/kwM6UeHZj5kQ1UU5SZMzk/95j/jVOaCn4J/qbc6cem+mR16qxGHVEZym5o1gkCqhkpXq6sCvdXjiSIPZVxtog5yTGUzN1kVQGv/IMRJygoBjQZvjBpMVlUUYxCHIFc9g9hDE4hV9AeCLKABBO9VU+cdpasKL+fhjishVouOZnmubwSGT6yqyxuEciuPuj5mxpgmSTKrvvs77/t9Eqs4nEJv1USSLIxVpnKQ8lLWEQAiIFUXPctkmWg35tiKQzHLAvQz8+XhAIcVkKrQLZb+S52vIKsWxvTOFUjnfucceGbaImXTx3ibuIhsB4+RQaz+17/xz5BATox7o2dAsN7Peqtmk6vYMOK2UNb97KGFSUptirrZUOsvHXgOHbBnZr+TYx8Tzq5v4mwDUgyamaZmM1faPyq8Sco6qaqtGeH/fXDOGMWHvsv/uhnR+y3ABGJV1xLRKZh7tFfv/tp394S6rCCa8yWgKb3XfPuFWG0eU3ljOwgMnliNVeB/sLzI6X7eUWItRDMXF4Lt9GPdt/ZJrKLuOJz6nl+3GY39ngUjsAdcBIl8RGOvHsyLLpGsypCzp5BzO8wqIVa7OgPvPP8tdVVByEcmVMmo8QjJQoT/XyzMkJ+D3ioiBU12guqrA7VXL8jVTWrV+U9/5ekYupAmeQD1BVT6u0ozk+hbjzyaIuOyQR5Sup4c4h6Jrmq2vcSESSoI+0uOeOxDBBq2Y4JFm1UHz3Xo2DczmRU8W+CpKpcV6zaDA6o6pKp/fRUcTkGsgkA0YWdmErGKPvFxqeOZtxniy4owpBhXuQOeFIVY7WtmkO+WRWDwxCqpaC4T1gmsnod8CDOv9E2sAhHPhfePCq80oVwGAZM/Aw6uqAwz5LHgrWrKHtkUm6kMaMs/hNeqCXMgLizO5yET8lJWCGCOQQ/duY44WZVJOfJArMJzVco2AuzViyjBpTxdIlP3H37un8b3HXp04CuXVikKARCrKAg9feAAWcDMQkbr28AbU6ao7b6JQDgjVLkncNgzE5qQE2SGNct2jKhNrDIPHkGP1pBph4nDGCHuK71iQ6pmRpclnrzznsaUBgGfx0KGiwuEY/RdTCNWYbOaXDVlScc+GpcVy3DcAQ8sIVb7HpHy/aIIDJ1YxXyDqC5TSAWf1CHVlHlZ24kJxKoiVz1y3f7J53kYEhJW9XV+KDp++3gOa/ldyCP0vA/cbLuQq7utwQRy9SIIWVvVMNPpYxitfxP744Do7cuQc3qYVLBVx3lrgkVrwPv2qpjDKXXme8xjaM9V52Of+99iEED3H/gcmivk6qa9x3yAv3fmEbQzTSk6WZVZQ9AQdJCpHISzAZHcsBl4103YdqS3lhaCGzpMSB7Cus3wrlP6jypZlZQVAhoNDKdFRGTAsOLKYbGHVEvf0RamEavABheokAOAHEnfBYdTeChAPmIMRYjVNnr5Y/Rrn/kb9Ofp/6H/6hN/lT7TxidG+M7hEqsq4sQ08gd7QD/RW+1/Zl4ZvCnEKg6m8FzlpCA9sM9wU4FDxuUiSAj5EU4KO5qMJfx8oZJVmbic92EzNllI7LjEAUMddx4+h8iBizkIeUQDmzT79d+DiKx98yLsXa84DwnRW91tI54DHmOV8N752Of+dx5iM5+YPAS5KrT0OohA5Gzq0Om0/4Q7ypPW4UlK+J8MY8dmOsK/jleOHeOOPTN9RXZIWUcAE/ZBQq72jQ0IVa0ZJV21Tqzyxsiwgypr3IBcTVzC+0rBaCKxqslVZK4Et9rXPnalq2rmQayNOWdIxOpn//bv0n/07nWU3vq9v0/v+rl/0gZ0y3d+4q9/hf7b7yL6rX/6Ifrh38D/LMRqG4APklhd01U1cSWPaZrorZpSO1OIVdh4n8ms4EvH5A/LR0jZROAyjI33OBTSbofdst5q97MOksDdRYi7uICvdY7mc964gCev0nU2tbBnpucoUr57EzIVFq4Xzp7KkcVVieI0sYo/IpP52czjEGYpmwRQTPdNPTqe9osNBh4IIBXeJCWNAHomDBWpahI6qJfKZo7/lIipSNctEcCEfeR7rEfbR4GtwLMF3qpq4cfWo99x3gcOu745j51UAhAzaoeewlKFcQVyvq8+M5VYBT64J4XcRl9LukpWFRvj5dyF5Q6CWP3B/5Fe/fe/j+6l2/QLP/lj9HENnP7fL9r1HN0mVrvoufF9Y5DE6lJXVR15TCvYnSKASZOrJtTPJGIVeEAOgD1XO+w/kBzXCFU2SeDQBONI6oC1/M4iNKhG2VURYnVfFzmkZAG6K3fm8MaUZFWbiGPOOZ8T3bkKrXCUw3kCUabdWk93dlrrS8DGRVJuN0WsxhF7tZzOPDqZevyfu1zUajWogx9jAIAcu3eWJE3pybI4WZVhxGEH8Bf6hEpWZRapqisOYgNhuTMksyrUmnE9NHFcOk48wrvGh7O/hjETh11/2+Re1pcTOlmVSZcVadxAzEMSQAuId42pqcSqphW8RI6k47306rKi6w7p+Xv2E6t/m37355+kR/PI04RcpRY9V4VY7caIB0esxrgcNUeuZlcvYt2aOGZEMplGrAK3LpNZ4Xy3CGO6CgKjnDK6mQX2fwVj6u4CUZKm7gK32yAEa36/4qQDcrXt807sxHS9iOkSesX7zWx0TwAbeKsaFGC7sw84fwP0VqETPrre2t9gYHLg+2mPVWX20IQEuQovF4FuBaT2foYeJMhVpZnZbcGFTxCJ8HMm6vDkBalq8OytvMfUpCR6q+u9yALZnksnPvS1uhtXWlfVVM2o7pDI/lJEjhUeh1jsT3vSWzWZWNW9CjmSmd/dio5xpZJVjW+ms51YVaTmKb3wlT9DfyYz4j8vLD/5348Sq9siZhVh+24Qsq8/SYsPPbKadF55miY/8zOrkH/9DjzBf7u9obFa5F34ceq5DfkC1c5X1z1yP/b59XoR0br0wep9P0s/yTip+qHu9pWhEauctFQF41nRGX5Crna558kCxkRiFauV9lxtszM5YimK6HIBgsPgA0SbIOx4N0QRLheRdZnchVjdYzBaFqCV46hycEJ07d3r0JbpuLMRhmkGa9Vr5yHBE9ymGPFHDgAAIABJREFUwhJsnko6bccq2y26kDdckwJQn485W/c9M4+gzyZlmwBCpvf/n713CbVt6/a72hhjvtZca+219z7n+1DEeImFGxBCIokhsaSFiKWgRBAEb80ULAVEQUiiCCkkwhWseEUxWvLeXHLRijGKljSFvCQgmILhgiT3+85j7332esznGEN+rY+x5mOMueZ4P3u/7HvOd/aY49F6a623/u+t/duH+YGotm4ZxTwcW9+Cqmmyxrh3e9OsoOsDk7qdGKfUOIN4x4XjiKtZ4VCSNDEO/I9BpwH5JmSR9gxOtTfaVbmtN8j+XAPMA656jS/2XQdWTempaWQFAN3EJp7yfwLGnsWM2RXujSv7DazG4OgZBcBVyZxnuabdJwIlXx7l/df/5QBGxvQCRwDldY7VrPfKAaxGoOoJoJx4t+g7kUePAdV4OocDrMbNqsyGvrkjpKuGcfEC3lTXLcfVhJZmop701+kisMqbAo55Lnut+qQD/dN6t9eGTHacSgCRbILu86pemjcLrr6l0YZ8nxitauvSJnBkOW/2tllVyhQEvsiXtS+rnnZ01cxMrz2Ksa776RRg1bwymZkPC9Nx2TqnwzQa3rpQS0/JXG1qbPYWVE2XdSiB7/QmKDIAkGhmpgVWkzNKMu+t8q1WvdQnn8XCv+awwsbTJ8KJ8302NIFrysFV9JzlxFUAsUkWoK4Dq7FoaVuwnMKhXpGwL9xmjLyqx6LoN7B6hQbgwpynlu4nKANiUDIJ2pomWYf/nhVY/QPnHLAicnqv7MCq/u5dkjs27X4XaRLqNa3K7z4UYJXkg75mx2tM6DraZLCt0VVgNQZXJy70dNULCL1Z+75s+5Y21pCicED6wt6zxzFyHXrTkPgbeIwjIZuuiueXqoHV1u9dlnPtAidTNaRBXiA/rSsWeu0vf/qAOFmjeq/c8IfU8LiLwCq2djMlc3XSWuOLGr63kluyGJMdBbBqGhLVNzSr7rWpTn3P6e2daTq0Z13oDz8m8eHCc+Rm0lup1/riZCe8o6y7xo472NVqD2dUrZ/Sy5tzgg0FAGU8fRMP3phDL4D5prKW+gKsooymc6VT25qOPcFXbI4B610bu2pc4wNWr1ADSAxWRsBqSqbneVl+ZmD16r2yA6uX9CkVWB1AtirfOwhgNRTlR+/bWnXQN9PMakrDppZcZpeBVeTkOlEzqwrBVUMDRTduv9fAYV3rIBm8gKocWPR9WHD1jRl0TCfzqgb7h/WebEzTt8eOI09PBvgulM+rmHak3wKaQmXTUBVcn/ToIrAKVEVmy93Uk7soM7OpjWpfBAjP6jeLeruZw/2zG2M9ZRYl6AGv6qXPwJ3eKgBU5ZKWRWh9uAZnbXyPaaJX/YD/EeDQjqQE/IhXta/S4ayLBozw1zUx+gSsIg8y5injqVo8ZLUor+rIGaTHB6xeBkyLZo9mBVaVr/VN7tS8wOpRqf+J84izaS/frwlfU/Uz+g2sGgJn06yqzwc5ZqU1zazqO/R6S3e6DqxWybdqqNXgfwxk4wfKdWjHqQSwqZUfaN+KIQwLrF6ZRdet5HABP7z1w1e+Yiv3U7lv96H8tApURkMZcw4EW6ay6Zos3wBWzatSsfyw8LSbOaeGdhgJaBjnhMoJ+fOFAYCqHqz/llc1XaqOgqomrb6vg4RMbbjj9vcb6pT9wvOUkqTKxFXDqxoqAGTHqQSMRPrDq/rW/FFRAJdxE+Bq34BVTipYt2YVnzRjUyZzrIbFsEfG2m9gNRvHatYszj4Bq+ZdI0U7arx1mk1rgdUumSLx35CWctarWQvbrK4DqyYyccTjQJD/K7HhMrQR8IbSOMbGgef2bKq5AMiGRT9XRme65PPqepfQ9aQsusphxcuOLGdrVyfzRFVFEMrXNaDzsDLliPbnEd/quCP/w4xfBVa5lOyxb28neqJqx5kEnFDuJ458WHiViob1Hidl/VO6WH0yowLWgbBUkFXppBW4GQDQ3UQ5xO1IRHiO3M3isu7y4mGpx66UAoDysvK3HNQdkA9c6vsBxER8AnyrNw0QrPcOWNXSylCbU1LGU8XQwwr8ca8zx6qQhEi/gVURAyTey0kTpxPRXGhU9VryH198ThGQPXu0iYzVE9A3wQd7+GALrFZjF9XfhQZ5QzrIMQvvzOVAsHppvXXHPgCrBlwVmXiTUjE/YPwKUJUNhB0JCUDlo5m8A4gDzz/OgqtvKLwDC39xxwOY+rLzTZZz8dsM0iKDgEZegTwSJA9wQN83p9rCbqp1djMBq5jbYgp4yILWj46bjequE8o3c0+W02rIEkxWXaDAoR1JCYQB2arDWfXJygSXt+Bqcq7JTwBc1W7mJY3BcP8MM2AsKhqsKLYkTEoPU8sKuujLVPw75QmnmVXNfKt9BFYRNdUonDSXbWbF4R9lg/Dy2tF/YFXk7QZWacBrnuZV18v3Y3BX5H//q39C/uT/ilYVBWkv0RScNdL6tf9Bdn/i96eAyecZvDZjtX0bN2X/mngQZTK2/07VvIGBiR2Zu06jfKt9AVaRMpt4r0Azq5gCYOMb8KfP1W7VaFvyLsR/JB4MNePQAqtXNMdxNI7LE8nFe4jVzjSB0/1EnhvUpcwduS/x8cs2VFDVH+JpRSRnU21BNUFHBN/ia2QCVtl6I6z7masgh6UEOJ0xHAknzN/eVJNdxyk8Bjgc6LA6DSc42u8NBcBQFklsiyZoM8DV6kQ1mDuRVUf2IeBq0QFeCK8NvKrF71L06d3+nWby9pxX9ZKEaQaC7sy0hLCe0VdgVcFVj0Od4nQbhlc1kL2Kti4J1zNvdd217xmrKpcog/P9UUk8/zkGVb8kuE0vZLEuY25Sfp09Y1UU6PxZBcCqiMlMfUzea8k7nXKn/oGT741BVa6Lf2+B1brsJvt9TXxsDnL6zK16+YtJ/IGupSmP2idgFal5rtmH5tsDhAqo0ljHgqpJ3QPzoVnVGHoP5NOb7J5pCFeGioxl9zx4YBJWoNawuWBJDaBZ1df1sHhV0/QcjWGvXkUSVN/tKCOwaj4TTtGPC08WNJXp+5fX8P5wI/1s6ZU6aSZgNOVNdiQkEPGUQAMwtIURzJBu5hPIY61xnU29o5sMALIi2KqWuPuhbHUzZikAzu0K+VChMtSgyADzLPj1gKt9BlbxNZwy6yY+p99Bb7ZaPRBpTt4bDHSJGwSwqnNzDCzGk3UMUJ5P4Nn1Z6BsLmA1zprlEb/4azL9C/9Q/sav/3vyL73SDeQAaSUGVw/vCzD8F+XPyF/61e/lv/kzf0r+nWMw+fWy6Fvlv5Lv/40/Ju8VhP2/5I//xr8uaVm3fVTnPjavMryqwwRUDzoUKj+4dlxuQLH6Bqwikonn5UryQWdWu/2gs8aKqgrWBDcmoOoY9p5D2z8WnfdLvwtz9NNBZ6AA0GzMJpxV1R9b0/2UyzkQbVa12Y/ErpTKxoCrYx65gFUJAz0p/Jnyrcbg1rgFeKw8mA7NiB7mbiFwlViR8qYBZ4sXtjW0zPehSOAWw1z6FQCaUgI2zO8rPPkhoE9oyron+cExdGaNUVnC4pMpiEt4dqGjTYeG7MlnymUMMF/9V/YaWNXSSsOjrlm9OcSjdkXkmOdHhZ1Af344HGC1PzK3b1pMAr0DVsNQecDHMjQDSOnX6h19BFZNMyuT5PMWUGYoAEJ5jsGfekXZy7sPmVf10oRYcPUNVYVvVTlXRS5tR8E7MK3H7V6Twaw8T+WJ3/myCmS1M3Iay2A/AU84/6x73eqqTHMBqzFN/GLiyMPCqy0DqKvCuvZesXw+zF3NPsy73ySrbqjcNtdkd+3vIX/eD4hX9dL3kjl2MzFghx3HEjDlyjFnZlbZoDKUKls+9bNFP/qfNKpiozr0/B90Z+66ssQvZ1WejNf1HVjlM2Pbysq3auyKDPCha05GJTi6zAKr+WVmf9GOBPoFrBoqn3Ft10Jdt6C0qXP0EVg16xYc4dcpAdbwP/r+QFMyymkGMSCg8xgTeiwYeAVcfSNaBu943vpaCWhHUgJP60CetuPslUOje7AMRs1LVydVLxeweviCUO5mntxrZuYYxfb2XJJx+GHhKgiUVTqAhoCq1kUlZctpD9mqY+BFQl84uDANd944LuykO6n/pSjnhhKADLtrg/WeRT/mjMpqi9fuO4S/x8/4UCRoJ/dxDNZ5fDINm6rUhSEAq2gAoOqN517t7BnbFRsyO5ISsMCq1Yq+SKBPwKpPQ9eBNau6riehEOrEGUDXry92RV+B1SzgKlQ1q70vcfOqYhIa5q8oAHzaDbupzlszZ4HVK3odZa7qVWfxHlzFNDqzYeCZDNl37kU+r3zN5B3jYH8FNkilYJV7rb7IshCwygLluY68m3taulxHeWVfBJj2ngCAAGOAqzFq/9b3WF7Vy9KhDMF08OyzRuR7dwAgwFU6w16sw8h3y8FcrQTZyrf6Npex8j9GzaoG8/EVfoiCqiGHFRXetAe3Ajy8m1BtwUlqNUv+UIBVDYY8Az5fkozhVY15wKuRXw/UJsMrGkMKQkf+4t/58/LX//rvZviNvcRKoF0J9AVYZZ0aczUXMeHUKd5k8JqW9RlY5ds8F75VKKOO1ySSVejIvVfdsavVqRawYj1HvKrX9GPIf2/B1WvgqnsCnpL+pVnOW9sE7lxyYGPEgJ+e97Lzx5O0kqZBuld3oySokRWaFAJWESIKBMABJQAbMTsOElDuEQnlburJ+xlZvZf5R5AjG9UxcXBk1RVAVU584t4oWX83hOs4uLjVhjsjQ74yTB4OGz7I2zfKuslS1WZVlk/9RKKxNm11o5pB2AO8hJPU93NPOXerCKqHAqwy1bBqYVtziP1SBhnOul5ZCoCEdFjLOaz4S3/3L1hgdYB+Y4if1AtgVelqyK0bLzSGv9VNak28dX0HVlnHPcdQAsRrOgkuq52vfSvGqznpXsskHog8730rm0hEVcSCQ1wjFO85amaFJ/663g222W3ROST+Q4c+vfiy3gUShtbrcM7VBJVN0Tmr63eFgVXzQqFm1pG5Csk6HrqqLKC6PrjJ+6JUd/DRzi93M9/6tlnVpTkBUA1GDDpjU7dkhANiWB99oiYc5dDIikOd48Mw/l1LlS1fcapZIR/AnzGXcRtg3tFGg1UY1pCAVQOuitxMk509aValhxVNLqJ9eZaCP+Yg5y//PQus9mXaxv6e3QdWyY4X5XIe894i7t8AuFpHM6u+A6u6bgGuwreqx4PEgL5sTLdbO84kQOLBM53KbUbPq2QssPq2mYSuq3R8L1tf+1ZYeZ3KC1N62Qby0xpQ1bqcWAJAgwvlwe6GTHRuSrxLlp+WBlbNJsyVdxHfqjW2g/KwaJHMez9z9c/5hFhe1TcMjY0qC383bLGVt4gBoOWEU/gxSyJd/GQekrWqhzrRQErrvW0Cd0lhj5tVtaLUHXoourOogG91aMAqU3TezArAkGZVUEjYcS4Bqioc2UfRtAVWrYb0RQLdBlZNtZKFxg7RDaAh8c6FgoLCajcEYNWsW3CEO1rptob/0SIcCZ1QeoRd8LpeFVaaIf4wI/pT9pDH7ObK7+lQ7yp2yVnMhLxvOFXRnbLDfHkWiCrtSTHtUrm3wDeUn4HDdxAjP63H2QTu2kyY5uMmUa7YtBtd0US7ErPGfGfR9be+J4vtlwRWzePZhN3OTOZqlodem4Sh/H2sADOX0lOy6w6OBM4fgNVqDHsoEou+I8o4tMIxPghgdT4Z2BxX9DmAq+9m8GuZG66PeFWLLtsVvVqnbqMLiohsRtSs6toEEEO/m8K3Wm7VGiKwiq5A9XMDuZ9jQFUDHFqrOtcrXcuDg1z+8t+zHKvXbM/+fTck0GVglU2U6eNufc5BW0LlEi3VNDhlZ/n5+YccCll2PkxGaRlgicy5S3snPg9g9Rp/fFV7ryo0tCoGWAWLriAHvO9YaaDeUnJk8kSX+2vCKav+xy9RgRJWcIurto+9Pe9CedweVdiWeHCJn76+q8niLz4ZBx9U9B6KapMqr++kiVCupcVMxMeByOfnvTb0ep2zvCKPRH1VUTtyQSXAKuKiKcj9zJPbmauIsG1odRwKYXAiP1+ahjvIh1R6O9Il4PsiNPSyw0gA0PBuakrAbDOrU61AJBPXZISjMwBAWTUn63Vv62EVYXVxTc/6DSz3ay3jzruiFX+3Pvxy4jiqO2U2qm0Aq1nnPX0OsussVLQEjuw1ks+M/0sBnWIR1IC0xJfoT8uQDhpu8/g2RfQVHi38zvHG2AKrRSRpf9OGBABW/8N//j/Jj10WNP2s2SLEPHOHtd3SiyU3quaQK6sss+jVd4/fZ7ms89dQ+U/5P/tR1vTXZabzb97cC7LqQplgx9EePcri/brdn6zlVkZGAqtdKL989jXWWUxNPFgG1ByiXNldQdViwdXD7ALjPK59eVyNizqiMmAVUZLh8mHh6T+7bnQltnMnPiHr1pBSbrJ/Ps497VD51olrJqfTMwQ//qZrcteGVddODDMJaFgXAcgvp8aqkCH6084oAKIcvWiZt04t3YgIwuFbzQvScLRR5n3MZ5XzdXEToCJS1aKIjBusSZR52I7OdPupYcbyr4Tjj0Dq3/fw8wIfiAMvMuvmUXAOFh/Hv337HQiMKK3UjPCUS4uu89mPPy5/JV/RmhuMXku7dbOJP/IDFlgtrpn2l81KAGD1P/jD/3HBh+b1X/l8FpUEN27J7MyCX9a9n5nDMOK+LNmYed9/CMAqaxXl/2Qc4pfnkyT9Wl65DPV6C64eZhbLAoz/ug3Utuw4lQDJKj++BMofSgyIX2a7dZBU3nVgqBI2Ue3ci5KgRp7Ewt5UOWdXcRb9ePSkImA1hhg4CTNdhS9xrcbG+JopUtDGmDQAyiLUk8eus6wbZekOM74E10IHcD8zClbm2cXlZ55a5tn50xtOJzn12RH1xv3EEagTimAdBVWpFz8z5aaHTLMi829A2ezZagnB6PE//7XIaXc5jTMgIs8+dc4xsEgCOCepExtMp+ozgRCcomRy2HGQwF7KN/L6lfdFgNXuzwLuxmQ4m47UNsklfc6oJID3EHCVYYHV7uu2fUMjgXLAav1SxO/ceHHEMZ6N2blkNW6Lmk7WUc3Vd2CV2HDtG1A1DlOpmpzTn6B+Ne3lE8jotT1RTKNbQFUaSdtxKgEywD+vAvm6OT7KjzAeN7Y1a2HHUoPoBAysTBXcEPRwswvly2ove398+lERsGrgGkAOeI0V8LyynJWDWUyqSul7NKS9Kps4uyYU+XDjafZhEiZq6IU6/Bg2qD9beJWT83f4k998NSwJTedElXXfBkKn4sLnkOEM6Ox6jlImeKQr2HD6TK9Y7B1ZTt1XPtq+2kRV700Yvasg83+owCqNzuISdxgByHq2B15J7VM6kghc5fD0P/17f0H+57/xu4ao3w4rgY5KgEz0f+VP/or8+3/4P+roGxpKMWLCxcgpAYgBif8M7Uj1o+/A6nYfKL/+scvFL6M7VFASJ9rY+TwkDMXz4uPA6nWqD3fEngBVtdFZH164wXfEZr6sA/1jikgPAJnalvb9IEK02RrH0xKGgVZ5zUlGGGnAvOOwYhXIWhudWWC1hNkCqhqOQwsYJsXIKSry4Z9kjf2TtxMFgManctdVbDlx5ePMAkBm2Yoax8R2NVJHnaY1yMaPQNU4D5uTwhvVHWtZpzIzCxwZ89AmjF086Mu2AlAVGQ8RWMXdKI/WkaJwAj8FYbUjIQHdaETg6n/x939d/re/+f/Ip09rKykrgc5K4OPHhfzLf/wPyL/7B/9sZ9+RF2MthxIAkGysI65Yqov6pM/AKofqqz3A8yk0xv8C8iFrlQOvscc8abYzZkoAbOlxF8jzzm+dUqiLfu1pE8intckCN+PU/0JvSNm7BaTPZ8+UvkOZAN/q2A50gkDk69qXpzW8quNEAyvLWGVx20bAYRedRJvvxHpveJEOp6aLiSPf3kyUq8SOgwTiQvX3M0/uCIjGG0vrYg8Yz58xnvq8ZRcsXLFdnW42QuXWWkzHt6Bl8SMuXM8TV2YjLpHDmnbKU5xFYtevGRqwCgTvp/C/amYmfKJjdspvqANigeXn737/f8r/+Pf/J/mbf+v/u6489gorgZYk8Mf/6D8tf+oP/qvyx37+L7b0BtkfC7h668G3Oq6NWkyBFCdlZJdYviv7Cqyyhr/s3ubGRGU4TLbLVrpOAPyMrWyZ0G+1D+TJ8qqmKsVmH8oPL74eWFzce0bgoakQTAdf83mhoV0NhRZ8tOPhemYv/rQxoGpQoodE3zWhAmAVrlORbRCVKvddIhW/P4pGB8/EJj4UeTd35f3Cswt+iswJgj7MPW34NVbsmdKvPF3uK1bdDt/OHFLs/XRwjFOym6krUwUPR4zMp86gOUklc5USubENzXLGJ1f44UMCVnW9Utmk64YFV99WHEwKjvD/8u//uvzt//sfyu/+7tcKNc3eykqgGgn8yq+8kz/yz/3+zmerHn8t6xbg6pjWdIDVncY5FZ0CXlCfvgKrq13Eq3rFLGwzq7cFxMHFmKq8DK+qf5SNWY1fHcJdSAL7gWZVuxTcIvGBZj9x6N0wvj3FW3POXlTB1ZGky6+2gVIAQAUwtkzdYz0oCawawyNTNe6mZ83qIF5CIdKiAVZT/JECqjHf6thODK8tQEhs5op8nHkyHyEApIcVZ5xR12Q2lr9XXtXAcI5dGtgWlAAGPLRe6dQrGb5VMlfHln1YFa/qsd4NCVg95lW9ZFsxOf9IYsVcblVLKx2yqD7Lb/6D/1b+0Xc/yj/4f7+XL182lnM1lyTtxVVLAN639+/n8qv/7M/kn/r5N/Jv/eqvyfv5x6ofU+v9KD1d0Ny01qd05+b7KGGlXlhVpI/AKvExWYfsQbPoQ8y3muXa7mhAc2/ijSCzLu4F83ltQNW67aq52avmScjjxxdfHjcmYS7LIB5knwUwn/EnWW47mGvYi2pz0yEHzFTX+qH8tPKFbGczxutpywGrYSibgDKMwdhAJR8Sd14HVIUb6S1ng7H9bOkJ1AB2JCWwnDjyQPbhiOp49LDCDwT/NJ4txHXtB1Cl5MQPnNeDnLd+Rdkymaue8kJagPVYVkjDNLMaD/cYy5RWD1S84A8FWCWQziSbMNQgUQ8tHEtTcu6DNKtXg2mRv/3d/yF/5xd/S579n7QJoR1WAm1JgFji1nuQP/JP/Au9KP+/JKelRzw47NjohOqoAYXpG7BKjPy4zc+NCTDvOePOprqkTqxb7gjA1S8bX5tVVUUF1YB5NvAIE8cBqH568bWpa/YRKqjKfgvskG3amLMVz+VG3EfGKv0/horyMOefnn1Z51Oc7CrWsysLAqvG6mL+x5qrVHomUsM2gkwgU9cSnrdOKsJQ+X/IXB1jZua1ycUR0en9HQDZUL3SkRCU/9E3tmVHcokiS5Vs1Ww+h5NUV5azuFnTCBQoh9JwVkFjB2gBhj6wJg4q/Bo+dAjAKu7GyOa6LpgOy4ZrFYAjy29qEHunb6kHFy4A67BLl30OugDk7XKV0EdDOxKVU143q8Pvw1BuPFf5evP8rNMGUeHLsYlfRnyrRj7DkxL7BjKAmjKrPgGryqsKN2a2IPBE89AU9lnEPhb8SRrl0CkByHD+uvEzZ2NW6LY6fyto5375FNMj5PWpHLaLTF436Xl/33nxlHxBQ5kwHeDBhTaBWwfyvLGHFbGSFAZWCRg3EfePNaFTm9NNPGXcWUwxKmO5nbnysBhXZmZG8ejm9H7qyh3ZdYMMow+SMIcVBpi341QChlc1C+/P4XdahuE5tpnVBWUiDiJrdch8qwpwRNyqdZhV34FVNqqsVWFOgMLyrb7tofXggmZfA2UJN4cVAKs2a/lcE0xtRUyRlQ8hDQOTAQR4yJmXja/PpWuyo27cCCAblIQMmAqo2uRhRV+AVWSz3gXae6DooNqCap0RFcHlEtVQwVVK/6EAMOuVHccSwNf84nEvK7/43lNpkFwDIOaNJccwGyZeBlwd1oq+2hoKABKebIWt0eRCwGoQmoWtyYW/L4b3Cqpey1Q9+yASf97NPW1oNTC7q2TqcEZkrUINMCy3dBAPC/52X32pciUT0OJNyJBTcOwKr+qlV8SeFlNXZpHu2EX/IKkYHFuSET7QLnE0Y9KGTDXF030GVg2oWpwby1BKxEUZQ/XMRZ2foUwAXKUF45Ckg0fWJnChARCHuyoXm3sOKlivyjTGhcFGMzOLvcLgfzV3XbWt4TTdieMcU5XT5OgDsIpEAMcAVstKB4CDJoNDpj0soz9DA1cxp0+rvfaDseNUAnidH19C+br2s1FBXRSg2Vmxj8C+WANtXHAsLCMfKAGGwrdKohMUAFTZ2nG0r/613/nt3J5mA/+jdVAJPUKQyqtaJKAOzUnPw8KTe2oI7UhIgBKeDzNPSyyHNsDhOawocRA/NJG8fk+WZlVvfTy/9zxHyAo3zZqGBHGUnXaz2ON71O8MTDSGV/VAAVDH5/UZWH0t4y6xwwSWnZNCZkeKBEKZwkfruoPJW2UjpnZFZYWd84QEgH2UWuMKC9RV0YWhgj80a7LWlS4tpUwYUDMr9g5t0ED1AVjF3zwDqpbMONT8eiqZoszVq3Y4wguIkwBXh0CXEPPxojt2nIOq2FQov3zcRxzwZVYaEw2wxYISYKg0LcV1CAq7UHmMF1AC1LEZKf5yhX75w6OvyWA2DjwVX86MVVPaZLvppesgDpwunmUy4hQ8XLi6UR2A3RUy1ks/whERSH8AIFOvNAxzjku/7EY1febxOZyMlRnxSertnAWtTPBQ5i26+1vMae5BCzAc2ahdRWXudUq+r8CqHzrKAR4qD2jxYcj5adY0PGC+uFQOv9QsBeVbHcaaDq+q8lyX0poqJNu9e8SZvPFyVWbzpFzGIgqsAh4OxzNXNW+mnBv5mGZWjDKerKr3yn8fPazQ/UNW/vj8z3jrF10HVuHWhx+btg4YAAAgAElEQVSzyoQeBYAGWJpblWaYmLnfXgcMHr35acOqZcexBDQDfB/I7z1V34DcdULNzDygIf30y3VpDBRsfW5mFfOqPm046KpLSv29by5g1fCqWkGeT3esV4YXqVzHSdwPzWQ+3ni66NtxKgHlhJw48jAbDnOd8qpqowI736ezbTYbKpsqnLeCP44ouFqi/HmoNknm4W1EmTCEb9xFvKp1f0sfgdUAULXSo6lQbcvQSVg/dq5zLOWAY5R1l4Ox69bmt+5vMlUBDUuec7X5EbU9WyuWlHO2WhPApOauI3NrVqlzBwf/IuKj7avvUf74wOhPG6PLwCoxIF3cSeipepCVqX653/hh1WJ5vV+fwdWYOgJQtUpAvjZhN3xj9p3fPwfyopm8VS8uhiccmihLCZA2saFWT0Jn07fBEgUdy+dnDiuq1pu+SeMcsQi1aj0zsIqTWu19BTqsKJOTr1l1kPeWSVGIbot8ATgAV7mdlfepvKk6fTf15K733cwdJVLf7E03PaM6drbj2Q7DQLlbqmIdMfvdULMy51PXLgoJNxaI57hKmdDnym4FOCIKgLj4q06r6huwqnzFyo1ZtVRicLXq+/Y72IrfXrMUFFztp3y0GVPU5b563en/HJOdE1NrVBAGvgqEzFUFD11TvmxHUgIc6tzQkKiHtmWanBkKsbZGV4FVNvFbP5B1jeWmx9lj1rySGthXvlX244CqZRqdtWWPdT8XX/N5RSZvzFdcz7rCgcXUoyFWPfevW0513T9Oo6KJHpVMfRokOn162itlja2jOZ25IAjlcRVkA1YJ7HZBoN3K7UhKQJs4KKFWddLBIb2bmWZWFd62uhds8U6EnwTSP1t4Mu21cBxZ7coShrc4ETU92nBoxZuNGh4ShnK/8MSzaQqpwqWsEnC1rwnzLFNQADS1Te0bsLoPizeressalT8q4q2zG9R0SbFesXb1aVWPGbToT0BJblN2VYPnr+2WMa9qnSEyunPzqjt2Fk4n02RHIR9GH7LC1a6i7G/ty1Cbdl6/cVeBVW1WFSUeXP+KYlfENFFzGw9eFGDfwFW2409bXzl57TiVgJZxbwP5/qX+6uOYf18refFwPQMR69edUBaT/lTfEv99efFlzQbLjhMJAKqut6E8bzIAq+Y0FQoAm6NwrkeqWpQqx7xIFYN8UAF8c+PKTZ/Tx2owvrjSDj7an829XgJAcZkKmQp2nC/8BwqAumRDDH0LnYQtXU4RcSjY1s20f+Cq2hVuucF1v0/AqmbU1XRUFzcVeeWtq3g9rMsXNHlfRMLBBZmHfQB/jGxCAVQ1HOAV17k3KfyanmUywA1NQp0D3ZkppyiwfIMOrs6Pquzehm9VKRN6sqYrHy+ZqvBctzydXQRWAZtXe7P/rHuoX/bg6rWL1iVZT3pStkwcQkOmJ5JW6ledulWz0vsjjpddKD+++JoJLrUzdxvcaKYYho0dkhhSqP1iONTpuucBOIRT9XFdB3VEpWre8M3M+r3diTyt8DnhWxmrxiOx6K8jjsOuT3zD0jSdX4P6AmonNGn0P7udKB9HvxLGm5mNu6kr72c9ywAiwzkqcTJSspZ1rC048Dr4tM41kkB6OaOZlZX/qWxMMASwCsDaJ/FwkAoI1OToC7Cq/JgaE9Wt76Hyg1O+bF1bUhNZxwFXkU8fwFWyMVmvCB7tPvUwnzHIrKBqE3vG0GyDaYRGwyY7UmzLcWSp5ZXdlw8bMBLqyna5r0IPugas1smreklepoGnEzXGrUKqw7oHaxX70K4PmlWRkdkEIN91WZy/32YfyqfVcSZvM6hC3MzKxg/pGhMnI3TVuoj9XraBfF35SnfUh7i1KdskDtztQ3leHZrAvcGxCl+UaapTA2d4U99c23NQNEDVujfxCnBMXPn2tj/p4rUJPeXGyOf9zFVO2maWiPJfB7ihTeAs6nAizHijipNqpolDKAvAw0kMHqJNXV3ayutd3jvAPXYzdTSTow9SwRe3UaHSB2DVZNU1k+cWUwKQpNCHjVheu6jiemxLm311uGw5Lk4GVCUWtL4xOfMxr2qTG0biHIBVslftSEqATSrgqlnNuyek2K4AVTlE7sLoGrAKOMbhetOZvOCGC7LHHAN420P3U+3E97gdzlxFZx63llc1zaew7/xx5Svo3DznqTlsJx40dsUbds83t+eLQ5m59Lbopkwo/f+6oudJN9ar9ubp9MladeKH8rI2vXJinb4IrJrT1GbKMLoipDzvEXcr1xyOmk/HyVx9v3Dlvqdl73nkWuRaxA8lgGbXFblBg79Bb1j87UY1KXSlHfGbbOJgbBdQfjqJF/qua1CDyiomGKLZV9fZSFjSti2t+X0AVjXjsCHvGGdgwctGZqbb0WCxSUtKe5Y2TXFMCXMXVy78sfIVN5KO2fZs5H9+3HSojb4cAPK32qzJjjQJTF1Xll537Yo9GKBqS0tWQmRdAlYNr2pTh+tJ7aE0dzGJASAbDx5LiLXd87qZ5ANmQTMmQHk7zgCgMJTP60B+WgdRolzTem18Hc2aTDjY9PO7rRE0auYQB0oA/E+XBmAqmaqrHTuIbr1bm3LCF3Lwt9oG8rI5bZOcAqwaAyCYRqA2T+EcoTZdyhslm4+agnyz9BTksKqdnJOF58iHmatZQF2Vj4LxeljRpjvo7rP3QaDAatMDvlXK3icgHZ3VnqalwvOMorLYk9mr4ung0PVKOQ7becGuA6v4HYDVNrJvCKJnBjm040wCiGSi8unmmk5bRcOraifvXHk1UwG+4pYCZA7blSdc4x3mpysQXVfM3BFiwoUbM/t1R4fZO+w7wKt6PFNdAVaRzcsuBn/a06WYb7U7WtOeLNKe7HVszcL7PW58eam50Vm3ZiH725Cl+nlFFnj239RxJTVT7LM4dLcjKQFCZa1k6oh8gkDk69pX4NDkY9p5i2cNYJVmVSqbs/ArFViFm2QbN2Sy2n8iARBq5NNGQI3BfXvjyYzSZTsvCQmQefgAQNZB4cR6g11ZlCG5TaVMZR8d5LSh2gTS2qxJj1PtHJk5MKsFEiGDYzExJXJdGrzhXjkg2/OJXQZWcTcAzm3CLlr23lVUvmVlxt2wXnWpmRWgodoVWXUty6eLj0c2ZEe1ukeNCqWgA7jR0tw2LbyLsyS6eb+B69ntyoYwasrZwb1VF4BVYmS6uHeFG5MKuK6W5rZtcYSBUAJ0JRxc7QJ57JDutD0/h+fTr0Lk+2dfs8DbPyQN1C9TUSCcDr7uMLojsXbfxDSzIl5u27rUH28CbVjFgZedq1dIVf9lszOgaloyWAJY9UPDbdMR6p92dfzo6THEwKLvA+NrD5CGl5UwVPDn441nu1emaAbT8W7qyv2ke93M9bACu7KnPmczZ3wNoGqbPgdL5sBiMYVv1Waunk4Siz3gquGj7dJoi1f1WAZdBVYNr2r7GYdojOeQqWALl9NsR7N6FWDthnzITYCP19LVpHs6bebVkca4DjGh51q+1QuLEpt4KBO6kAGkTS5ajnMurd1dAFYpNaX3QBcGaycxD9U6lskmOSOALiQhdMGu2Dt83vgRZU0XtKc778AB4C+fAs3kNXzFbcfvBkkhFDwcWrT9Tt2Zrxj6RjZUMrU59LBCeVXbfItuPtv3A3lah7KlFDANi/q13/nt6G8MX8DGN2UqXTDBLolUN6lB3MSh3Td7N3eFP33ofNqkpDQYch15P3XkNiKF7ILLBtywTeDSNYF0ejaphxOxJjXm9FkE0ACHlL23f7LbnhwuPRmTupmY09QuDNZ7wx3a7ugisNoVUDWeGXJmqbiwfKvpuqpNU5BP6xsfER8AyFZWpE5UTJNFiNwFHFwbxYnI3cQTr3VP2K4fTn862VFkrpLBevBGTb5pzKSqVTltnh6/8dFtA6vEx1AAtL2Wn4tIebBt6fJFzeHgoq2y7rix2Y/r/SttYZN23Ydn0azq64ZksK69renfwJ5CrZ6Ks6YT1bomkqP3UZoo16xdbQz05dOzfxE4bOOduvJMYq6nVaAZq5fWq9eMVXLpSBmPuX/amc6uiC75HoBjXQmKWOwfFp7cUbpsJyoxWXD6Pcw8WWjzgnaHHlZolrMtLz+fCdNRr2G+4jfUQYn5XQOszhSYt3N2Li6aEUG50fJhqmZ+A6p2IV7sGrBqSpUjCoDOdDY2RxX4ZscuWgkvZLJ6ReYtlleq3mg2Zhwwtr16trt2J9crc7AeN8btwj4wBhfwy0sF5u1ISoCmII7MAVf1L5vVa20CF0RN4DoaUrQJrBIbPwGqdg1VjRQJcIPD5Ga1ph92rJQATjugGOryuCEb02+12q2rMwWtBhQA+6CLmhsqrRjgYVsHXl2dt/i92uJbZe/w+Xkvm7101ie3N3ehvKwDWW3frrB9BVZ3QaC8qp07MmxPgq9PjkuVO5FJz1uF5hQVcHVJ6XIHZNS1VyCz7v0UyoR234zyf5P903xA3+6Xv/10QEzKVLQ5SscCajDV5SzmW7XWdTyTZB7ie5SPtiXRGF5VU+behdE1YFWbK3bU35ALPqMOrCXd6YK+XHoHRDKNNxsNC0jBn8imOppU1+rUvfKqdhQYY/Lmnsl6tqaVAq3S6V3LK5uXD3EOMWDX4pxjKbUFrOJryFTtStJKmpMBAAJcBQSytpV2bNE8uIobXu8D+WljQdU0nWXf+XtPftS3ortaqxzzhIP6it19z3aCj1D3WHrY3uApLuX/T692ZefkMPehbHehPK3hnH1bI5xf+2t/NeQauG1sQJ0U1muzqnYs682nKng49zrHe9gFUeEOyKx7D0DWwguhN2S37GgA0hEAqAUxJB4Z50KFdMbtqGy0DMMTuZ2x4rehPV2YqcvvYCgToAVoRzaAqheobVoRXJeA1ThTlc18k8FYHsGDq7ZV4pTnPdu41mT1Gr7VJkNa/DLVSuawoskntyHlfM98BZ05BFRu/Xy/b+pqXmvhAB7aGUyTueu4cuOZZnFNQGTaBO642W1TilDgOW0Aq8gGcAz6ua6POHvMNrNKnylijSb5Vjmo+LTad+ZwvUv6S+z3i6dA4CzuvmUZ/n0qBNkvm6W1owtsS5Mccz038fj1LpAvL9eBwybepWvP2AeBPL6kN6s6f1fn3/6d3wrpFmfBn/RphBhbmzh0MZoOAX8c+eZm0lr2WNeUn/eJFxMCaOgS3rXQzRx7WvuUN9lF4lhHQj3GcaMmDt1d9jVLwXNkOfO6qOKtv5PrBHJLRnjDfKtxpmqXNKcrwCphqWlWRRZ4N4FV3ouhTUHaweVbt51rLxBnKTTpefSwQikA0CK7Zh3PEfQIZCjESQpdDAXj93VDkRvP0cxnO44lYATCgc7CZTNfv4AAOPDHXeCPv6YLTQOrylUc8apee7eu/L3hW22vUqcrcrj0Hk2Bq+zHv6wB5LtABNWtWWHf+WXty6cVNUt9CLA0WlU6CZoHa0JAL967wXl36E/gyrTmNQtz+v5xfzUbs8Ev79SjvsI5mxHTcf7N3/6tsMtlGG1J1mxO481GW29x5bkRJ+TtzJP3c7vgp0mLE2ayVpcNAkCAB5zC2+yf5IyYZlWGc6xL4Fia7rCO3cxcLX23p6jnEgrEc1y5m7na4bOJoZuxjvCqHn9vV4BV08irfsCgirlWSgnLt3pRlBwKAgJ5Nc9nnI2putN1h1yF4uW8h/KAa/VJN8/Wzz+HOQRUpewdHbLjXAKGDgD+/TpzwlVvoqacfTCrpoFVYkAoANSueqSk2q3b8q1enLG6m1kBHD5tfeXkteNUAvh+eFW/e47pEfpjWbwp+wjsqw/+smnd00omr6ascN1ThfLlmSxn7Ko/etPEPLCWr9ahvGyz84A7f/q3ftPqccrs4MA5Ue28joWULTvyMHflnhowO04koLx1niPfzJrhW8WY4LchqLaGldj2qVzIAu+LbMgeu50DHsaLjV10zKwaskFcjvLR1iyWroKqSKILwGoQOhGvaj8WAG0U59AUBMCqZuXph0gSbwlABrhaR8Md438tr+pbqoGM/KjxkF7XIzWdReCqjQiTM4y/UXBVKRPqmVSy6jQDvCeBTpPAKjEgFACH3gP9cdBKEwWVjVcnLN8feSSPLUTcmhowsidf7QN53Fpe1eTOSmSzDxVUZf/Zq8Uq+hjTv4EOg3Gvn3p8c1+tizB5rs2+qpWLdrlfh/J1DajaT92pY07j6jpwQCgA8lT1W2D1wowgzD41cidQ/GbpafdTO04loNxjgKtzr3YAiGBx51tQNamDxp6wq75sNuJvYK2/m3uWYD3FsThhIPOpJ/A9V7zenzxt16FmVediaBtYjXlVe7KHN5Be5ATIUFC+VbtsnamVKclnXY8zD6sEgczRlnPEq2qjhmMJaCbvaxO4/slGM1wicNWaVnL+2JyySZ0r8lydhF55VckCyrMTa1nFmgJWlSJrH0TgT8sfXfDxcTMryxOeLkCTfVj9kQ5VgDSrshW2SbkDpv744mvGaj8oANJ0h5gnlPnEVdqdKuOdgqbesZ9Fzay86uqYlOd6F8jnl+zZmB0TSm2vow22A5GvL6YJXJ4NrgVWE9sZOJFM46E+jThV/Oe3hm+1ulCxT1K4/K6aeTgxzazYU9YBAqEzmz3NqrrJb9jmTMKtCuDco73GibjmE0cWU8DD6gPGNuel/LMD9TXKtwq4Wv6GJ3cwWWOmFLerHrlNYFXl0yMKgIR6hKFWFBwywitWoJ7fTpumkNlb8YJFrirl/2Q6d9Wu2pw65VXtsM+5JhvCVzh6AQ4BEO1ISoCMefho41yEKlYvbQIXUQD0SeZNAKvoJODYZo919XsoD7ZXffZYv6VyePuqwVUSVr5uA9UdO04lwDr1ZRXIZ8047P9wtZmVY/uTXJhKzZivKCucRKfPZDnvLWZxLm4ORp/gcoZ/LuewwOqRwBAfCLWeiPUtFg1FAdXl1NXM1b69fk69zX05c4t8yFolmK5aPnHQ2IMGp7llV+4HUWaUz4aj3/wtNzNH5pMmW8qUk3wzvzaLDpvT25mrHElVDjRmm39dq/IVrt6rTWDV8KoyqpX71Y+u8IK4vNKCq+lC1aYpFfOtUuJumlX1V28qVMGTKDA+rOhTxVJCFpHPRHfgWzXAfMcdaT0T+uZd2aDeKN9qNT4Um6JZVd8k3QSwyiZ+tTfNgIfgdQh1FjTGbUFvu/zIuHFmVXyrAByPu0A5eftmV3XPE/tOAOdPL774g2mUHCrdxsR17XynKpChTJiUPGznjOLrypcV3KE2Q/hE0viw1SaUl00xn2OB1SNxEki/8iL1dLUkQHx/4ynfak8/oda1CIf97Ry+1erA1ZhX1R6mJqeOzKggcAxfcc+HHlwAHtpmVikzSedKR5bT6rIPAVUBDslY7bIvawtYNaXKXZZMdoNn3cI3uxUD89nfoLtXKvDsmMYOyKnMyvXarMpygF+Y8NBk8nZXHXK/2UREm3faWouk6IzfMeBqGbsCtFb++LB/VEdIpW5gFbAZUHVoZdz4ZEu/dtklkRVehkMd4JBGVc87y6uaJuXnbSifVr5WSg4kFHw9ANQmcRreDiPGzb1wX4xQQl3L5x69LYrJhqrax3Ugz2uAw2L3qOp7unYfbT6+D+V5Ba9qMc5ZC6xGs6qbVLqVd22WC7wPe9OfLSeyqKE0t8DrdOonmEnMt1pF11zsDsyQEic7khLAMe32/cvguDSXgD83M5pZ2W3quYxYntlkQJlQFh/DmmJQtet21QawquuVrvlDCYqiZlaWxyZV3WNwlczVMgAQEc4ucAYR51TtF2JeVdYs3WwMwbSi4ivWraWWD9o4JbFuOTSyivlWi23kNc7pUbOqcxnUCawSI5Nt2MdmVdd8jFKwUU2AXx6Cv7j2wQX+noOLogMwnmZVQwPki8rj+Hfwqv7wQif34eyvjr8Pc5pOzDJsVmT+zRpZLCNCZXxPXnCVCIBMzK9rXzEve+R6rHWh0iIAOO/J6Ck4LLAanY+gYDjvMqdrBeeglp9hcD+7NZmZdpxKAMfyburIu6n3yq9VVEYKqipnlJXzuQwJqHd+vm56Reehqd/BFTufurKY0gjNznlykyrayApO2jLSYU0rQG3TlBqcPKcNYNXwY4KrlpFyK+K68FDDacAGdappmUP5rupkXAXf6i7qcm/htcRqpWBzTI8wJPWL+VaJCQEQLSVA0iaZ7zvNACqWubolKaOvBPI1Z6wC/GyDITdHCeVmUn9j3OpWkmbvRIxC5mreARBPsyrT5d6OYwngan548eVxM0xQVb81DMR1XZl6Blg1njm/Hg1Xc6BMIF7OUZ2szapCBVW3+yDaP1iZxjri+wZUNVzOxeUyemA15lWF92do7vt26sqHBdl11h0lACAoE2auNrQqij2zuLHo23U/uUllM4dv2lMfpzhJcSfVtYUx7lw512ZW9hT1/NiCTHC4x4o2s0JjdtpUpx8euWlg1fCqDseejvVHMzNdA7DakZSANk2BMiHnJkMpWcQdZNZYFXqCz1FuzAGrnRuGWq0zG9BaXMXcx/cA/LnN2ZCINUqb3faQV/VYdnVlrNKwdLWPSyqrnK1u3YtDdtPMqlvv1ZW3ycu3yt4KUHU9gEZnVc8BeysaVX3dkMmru6uqH9Gp+3nKtxq/0rC/NZ/gzf6I5LkpTZUziAZ9+enFl/WuHHCY7z37cHWoZf/wqq620PkUowB41dI//Vu/2Y/da01z88qrWtP927wtdvZu7sq7efnMzDa/o65nc9oDuFqkmZXlVb08K1pSGYRCUD3UoY0Lpo7MaF7guJEjHurX5vmuw2JP5qrho80+Yl7VPlGyNAmsDo8CIKkbWgJGiVPxCsLsCtezK5FNXAKWp0WlaVZlcxXTpts0qzIHpEPHHNGdO+XqtZmrabqQvZmVWeeUV7XnoCrfUQewSq/S532goPMYBvsJpWrJF/KMQTT6jXnA1a9bX1a7wCatpGgHvKo/ruJM3uErGykWgKuHw/bhf3Mep4B8iJevUW7ghr+uAm1WNRKXnFmMAKnrLbIxB6Vlx6gzVocMqsaKAa7xYeEJ2at2wT+YSxzqkcEBuDrPcdTMbylT2fu2q3KaA2KTqrIZeDzNYn8z82TKv1C5MvQPzrHa6GLv0cwqe0Z4n3hVj0XRFLAag6qGWnXYwSUWRfOCLKfwOdRyEJdqVq9mrmZDnnW9Cgmmh60zRSdX16torRq4WamIaGZ161m+1XN9iYtNTVavOcC45ICI/JTqqMe8qsffXzWwimyeAcYGADrn8SuaPUbTnTw/GtG1WZpZwatKNiZ+2Y5TCdAE+JdPvmz8MR2SQtFomncSEg6LAqsKDQ+jw/a3m1lps6oNPrmKZw7rHlsa5MGrWpFsRgusaqlySPrvsBQk8TWh2aB+uPFsM6sLUw0dwMPMkcmVXRU6wyU4pq0fRN3KbQj1KlbsCZ46fwR2FX20goczSwmQZlqOE6rvAVzNYiVkjO166I6bAFa1SZ6yI2aRZA+FePbKJjMTcD4beNj/L873BchnRomcYs+XZaSlysodmu/+Y7kadvSSdFq9ExUHgHCt8mcc3iTvFDlyS7XFG3yr2BWgKlmZQxhVAqtsqeiqTBn32Ib6ZY/sMWtZqTEh6/obnJAccP34srOZqinCw2//4imIqDW4YFw6hkkpJUBBHuyh+yJAZ3xP2qq+2QXy0yoYdBVpkfnFpthbPb4ElXI5jxJY1dKvgJOPvrD4FVGZo9+EoYIb7xeeyQKy40QCWh43cbWh1bWGRAde1RiRt/KMhYmToixuTCdiWrY8AVyNwQ2rD0YfjH1gT3Ezq7fcjoI/NGTqYbhYN7BqSpXHA6rGeoIlsVzlpZMYy/KmWb1RFkdayx3lj7cUABfVAdlgVyYDZixaQ2WF+d4bSpcdtmFDzy7IP7dk1kERZZLmj5XD7BmUAkC5I/Lfu4u/qApY1aoTGoAoh984xytViwVXUxXgEiUAfvjzZq9dua1HSoru08qXL2vDBTkYx5PLRYTqj6FfG3xCXC65mItjmiitZDpal1irPj3TrMpa1blYwSyeVjSrqrbCdpTA6hgoAM4VCDu7m7nyHr5VmwSUcFucMN9PXLmjIdEFp8Z6trHNqlKkY5wSZV8KAI3Mf7NJnU8c5VylrYwdBwnE4NjN1HT3TBua5QwI1FO9qRtY9UNHAedxjlDBQ9duUi9sUtOaWUX8j0dd7sepO5e/OuZVHa9dmZUKcFWXLTsSEqCsm6xek4vA/zNxzhD3D1UBqySpvuyG36zqmrkAzJPEYpetdEmdg6uaNbbz5XnLcZcdxxJAHvBi/vLFFz8Ys7M29VrghlQK6oHoUE62KlN5Ey/HfKsAh19eAlnvxlNFmkeUL5tAVpvqOWdHBayqw455kfJIfwjXhhBAO3I/8+Rhka00dwifnecbcEjKt5rCkYSD2sKrOoIujHlkZkzKlMRpE4eRRkUE0GStmuy6MQc/Se0BFuTg4nbmaabUaf6PAVUB5Ps66gRWlVd15PpERp2WOI0prTCHMVCyrODzq56Y8v84GzPHrUZxqdIjRADZmE2LtXoKT7hDZrhds9KUn1hwTlZvJJ4h8aoef28VwCprFQ2HoEiwI+rWbZtZpaqCRsmuq4c72BS0EV+2/mj3D2/ZC7yq//hxHzXJs4kb6A6UAIZi3q5b57rDWmUqmRx5WgfydY1dDU9OYDJlwhYyeMlWraPCdnTAKk5qtMt+aBrKvF9M5NamKaSuZQTS3849LWE+LpFTXtXAGKHd4J+KTkFnPxik886zQQBTvePQwrHBz5mGqC3Bl3k7Oz3UoTrFcIfacS4BwB+lR9DS3eEFRllnHP9CIL2Y2AaMl2RGZh0lYKiJ+mOlZdEuZ1nFPJrraIryCv6MWT56ChrKjetqMyvPsV742AiQBqsVfKtk9iIuDtfH0uU+j0Mw1VyBrG256avYDABkMlftSDtwN1RRJGR8XvuvDQStrA4SYHuwMcEAACAASURBVL/53QuZvETJDLu3MHBqKHMoAfgfZZetsuZZ9vlRclJZvT9+Da0UDB359OQrHdTbAHRZAZSbgyKInPnWEhznjsjzS3XNqhLg9p/+rd+sQC3KqkQzv2ejoUFRBXrUzBvX8xQFD5cTzVaw41QCZB6ygf/mCACC04aAcSyNY7LqhLaqCh3hsMImKRi34nmO3M0NgbjVl1NNQiI3E1dpE7QJHMBhuTU5q6r27joCRmjqYrsaM7AaTx40xtpxeeTrd5oyI5Ibz1UAWpvA4Zp7p/X1vzBreczlXP/T+vEEBw5+z5Wl169te1X6Ha/Tl8JhcLGlZoSbqpy0UfZdylb6lH1+EU015AiHKsDN3pZxJzbYr9ng6YsW864NVApGi2Xm3XAtF1tM9UjmGl5zSan0sNh8M5VuTzuT6Zx1mOOgMl8eP6nEBlg578u9AzIwfKmXB2v5aldUO7JKtI/X0WwI7tB9Cc7ZWPbpDZ+ySCUG+IqagqGXcYTD3uLadFwpauwZn/L8bN7KJIhd8D/R3xi2m4K+IF4Esgjs7Br1A2pLzQ6+lL5DE6+e6u1RZKwyaQFl3E3PXrO6kvlpKBXg4bdLL+KPyvzTUVxIIH0/dfUPgzIVm6manHotqYRz1m7iX4WDbSnfagzMH/mcUBeuKpyQuU+RdbDsBq6sA+Dg4nbqKgA9RoAj6+wrqKrCLhbslJ2nLv4+pgSAbuNcKgSSucbrDYoH1bmed3KxCaJNQJnzvfny6Cfnv2Xdmromi+PaQVfRDfXxZ+QV+bm8dGtddEeC7NQNZpeg0ZpIeEWcZ/EJ7/Yvw1BBwwmbsGvqqBnR5nOuXXrto9lMlh3l73Ddx5rsn1CmUQZrmls+aGF+f62/Lby5jLb2ZQRRxhai52pTmdOeKWWndhC/J5kH3tDXhMPEV8VJCWUmsIyo8uvrq+0fcKlcLxCDyYAqz7tQvqyDq02Dcz1gSBfTvJOy91cbLTZfQxIJ37LzA/nuca98znacRGW6PsMb+rwKZOZ5Ale43UYktQSb0r0oJlVmDUxRwNEAq1tWuIqF11eDZhMK/8bdzJMPN/Ug9n2VTfzeyOfD3JWJOnETNlexGe27XI7fn8DIdhpMzqhmZk49LX0/9Tlm9+SH5Zo7GNAkAldzKlR8hllGlzXDosQ+AK7nCVQkBXBmBaRyfvP55UWgtPiZZZ5tMlPMafJbQ+WjZe82iD6Vk5EbgPypBIuhEjHtVNMNEPTdD/+vpDYffs4tOeTi0OJqs69IZMVULJZ3ef2MYKGCMsjvA+dQJmir9/LvXvClu/ez0ByQ7vbXfWtRHDzx0WSt9WQKwiCU3S4Qei/eW/QwVX+Jk6lGQTx2GAmwzAOqPtKQqUzgMEiBhrLai/z44svOZ82yPM8Xp5lDC+04DYhoDUypI1528tPKZsif64zSQO1CeXzxJYwgr/mEhuU9WWwb9nUTx9HeKIeDi2pewPnX/vu2qQCyZxykfXJ8+nVRHFG5g5qgDaZPxOSGBIr5s1Yp3ygzoGPYY/UFx9U5z3DfazyYuCGagryfwbeavKGWsRROtzH325cRZDEsIfEhp0yyGQQXXYJIbmauLKY4pey/G8OVxNAAztrMawwfnOcbY0DHFbldGNuyAOKpAI1teTKzXC0ngokbCBZfOfIoan+uVbBLOQ6Nz+FAZzY1cHHToHGXpYY35sB04TkRAERMON6NanzAo3a1N5UnNrXlSIOVNSyUNQ2Z9gA/gIciS1LIbMyTMHWt9JqYeNCKR+QFgGMDj19g/fCxtjgim30on1eBvERlpOiL5aK9vHpiU7YxrklKeFz78t3zPkpQsJ7mWGv2fiiPz77wz3gAGs4pebd7rTQgRw8tFlMnwjGq0Sfnj/7n/13hvX/ZpIsYnKrzNI/MjXdLT+6XE7van6lVyEYM/pY6J6DLO6033o2Nqr8LZDFx5P2taWZ1GIVNplJpxG9U9G1Ofl+gayBdGR9uJkoiTiRdjUuqVESt3Axwg1PDvmTkNCak6GyL8h1czt3Ck2UErjb2Dj15ECfMixlZz9aq4imj4VA5LqqeTH6B16QgB45DstnZhM3IHoPL2HrlV2nGx1xTx1GADJB1zIftcQa9rlWvh4DW3xzHebsdmbwHDnkFD2euzEhfteNEApqM4DpyNzF8tGMeWz+Ur5tAG3o5BWLrIcsOzOfLKpCvZPJGH8p+C3ecRvMzZFnk+TZiwjFnHrJevWwD+eF5r82SozLSPCIc9LVUnTyvfNnskogAsQ4A4tVKpkFLKP3jWLegxqwyXnb+0H/2V4riMr2ZAkrjPt5NZbEY+3J/FDKSNQqoeo2MrTezXN2LYmj+zhd/b06aH5YT7fZuMzNPZYzjIBACXNWmMnYTr83xtDNuzAFYnVr2/k7ox3rvm27l8Na5Ivc3E816tsUEyenFtpANwfSYs3rDMBBfTPfgwQcrBaycJZysungpR0bYFgdeSkdiRwoARPYhWQrjBRLZqAIa4o/t2fqpkQD04G8224NdcQUZrICHDzPDzWYxszO5sUl1HVlS7jXSgd4oqKpNh+yIJWBonEL5ujbyUWzsTE2wKY13rNhSJYDvcSk1HeHRBQfHgKovSlhsNeRYQRR0XgeyWl+mR4B/n3hwxCHPRa9CHAiVTVWJLKMAVpEm3b9+/n4q3ogX/NcFjsyfKEvBrl8pEvAD2W0BVc3AEX1zZwGgS7rCBv5+4amNjXlADUGJ01EVxpjFcfrtbFQpV45R1ehvOSUEXOWfdiQ3qdOJq43QxggAvZYqQ61hQdUU8zCMl2SAa3PFsyvYhGkTPa0msPZ1EI+BO2YKAOkKP6rM1diuYl5VS61x5ncjDvHVFnqEJDSmZctU68wtJUDamk0UuIRuI6XJ4JDX+Jgv+icADq0EHPLX5v82xPG8DeXLhmZel4XDumULddLlq1nh2NWo0DFDcfTj816pNaxdJXVjTbOqtS9vsQuiO1PbzOqi49J4eeJqs7iywP0ogNWYcB/euo/vJuKO2WtT4k6X+4jbJv/yOPBfkMm7hfiZrutmM8opK6WVH28tAJQ2+9jX7dyTu/k5ZcLAdeXo81jsKU/Z+zaLJTHrEa9qsoOn8cxkZd7fAMxb8OdcdrggyOcByMY2YgAIUNWCP+mzD68qWYeXmgpRrXMzozR3fPpz2V6MvKhAuXEdU20xoo0qGeCkiq3oqKz/av3usa4gjZe1H3HOXgI4QllOXbmlCaMdCQkglXdTV/sUjGeYLvdP21D2UADYw6yTqd8GplnV6sre0wlDTdKwFYLploNcxlXFFMqPUbMqwwNux7EEtrtAnleB7DM0aKdVOVmrgIjWPSX1iKxerWQqCa6OAliNxQf48XDryf3tZJRcE8qp5YcKqtpTnxTnzAYenroLp6k0a3pYWt7Dc8mZTaqjwCod9sa0SVXgPTQnqtu4q/KoNhPXgxx8DfQIptlbcijAMfMUXLV7/BT50MlcOYDGVcajdqWZzjb1J81udn4oaz/UxlWXhmYpTI3+cERo2Q9PJeU4oXJCeiaSHsWATxVeVVtZkYxksCV4VeHGDN+s88eWRN7NXJlzIGjX/ITtgDnfTgxlwhgG5xSfV6eNY8bw3de+UXupiCM/PPt6mHOoBbz8S7wx4KEFV9NlxHJFgWDcovLaHPTz701gQ7OqT6u97q/sOEhA8ZxA5HHl63qedcC3CrhqGwcnJabVKNrMCgi6+BgVsIqYIO/9QFn3fHxEvmRh7mkcY099EhajzaoAVc9KlY8vxNBouAMANPKq91SPo40LFp4spuPq7KCgqn9ocFHcHQ/rl9gLmBib1DfMSj+aIHo5d+V24ZVa0IYlwcPXYFuAz2QgjmEQNMKkRcMqO5ISQCxsUrNgzhxWECiaxiDj0J/sOhNqEysyD5HMkA8F4wxwMpx3GJcdpxKIEg/o5p7FrnTdckKlBNAMIDsSEoBv9cYbPkCmDZlefI0D7Yp1ZlYi8mkdyBO8qhmFw36MZA3Ps2cWaW4Fb2PAVV21Bup5oFYL5PunvVJr2HG+XIXy9GKaVWVdr+I7sF4puMp/sNksJ4IFUp1PzJ+itjU6YBUJTieOfLyfymxE5ZWAqQocZl3ZRuTFMB8A1T27De1Omb5QsTEhs4Ws1duoEdpQl7Qi08/SR1bdu4VpZjWGAcDB4m/NKmW2yf6JQOcsugDwA1fvGMves8pnOTNZvYMGgCBfCR3ZBpeJ+LPIa7DXAKrC5ZwDdEZfqCYYc1fhi/oQhrpewbfqOMPNXA0DuHiPKisGuyEvZvnEdyt46nJ1pAqVq/d+Pp7MzDzSJQoEWF0MmG+VuNfwqmY76MojvyFcCz3Cp5UvZPTmGqEBDk1mph3nEiAONFm9w5ROEAbyi6975ZDPCxwOXVuY8Wd8zuZtXtVLcuD3E9dUwdlxJoHI79xMPMO3WsC8RgmsAp7dzF15uJvIZBJlcRQQXh8UkmCRL/RpcGHRn/QpI9sQ0DnjRhVg/uHGAEADVZtCqh2fKd5MXXm4mUQHYcOVEKXtZChcy8YsJMye/4hZRy6mpDL7xwBwfLidjCYzM7tkzMEyDUFu5mSED9uudqHNAE/TDcPlDDgW5ALXMUGCRHTHnMMPV3/y2FR8LXlmt56rh+5DlUzgB7LZi2QMc4qIsZe/gdMR+6ABCBzpRRQAUH45oQqulyKo7aXJPGTdup04Mh1gt3f0hmy6L2t4oIbqOYqpB1YFJ+bvPRl6hCJczkiUigJbIZg+BwZcNdm9hRxXsamt91fRhuF7mlXBdZ1j/1Dvi3Xj7kqRtRd5Kkk7gs7AKUr2KrY65GSNIjM3oZIpSmTJ+/txAquRlO5uPHk39E18KEJAbXlVLyxMcPhtOfUxnFlZB6WV728nMrGlKq8ii9c/HPbN1JO7xXC7mfOtcBzyx677p1aDHREMAf7kDYpMsyZXHuDBzmOQWQ2359chHygBhnrSrHZFZp01qlRNJQNcS79ybqPYq6A7AIfzKSVg1riOBYxE8TeAY1SADWuTEUoQOMrDRpxj8Z8z09KNaihruuuoWeS3DX5xN6WrMI3Qer7IVPj6AKv4qimHOp6jm/ihiMfEgCKfXshytgvWudqwhn8Pr2rc06PgxJvsuuHTSRQ1O9Yt0/i1oICLPri230EbEcr3TzvtXTGc76pGYKzhX599XbNKeZ2oOnehB4JD0Z1qZKx3CcVUMgGu5rztqIFVlOl+GTVNGahi0axKeVVLWWBOrerJ5QoAbX3xtdVg9oDvtaPwzJX3SxqhWdd/uknlFNV9bWbVE3XI9ZoxqGrX/TNQNdpIZeFVvSRwbWY19+Tdzbi4erMqIAcXywWlp8PqZh7zqhJM2+UqqQ0sUxuqK0qkHCJXmjDCr5U3WMyqn32+juwf3I7hzByChIy+kOGSuxS3zxOZ9d3h1vcDWRfgqTt5RGgywgFXqSrQMQT1ySrHa9eFok2+AFeHwhJFRc6XtS/bK13ur4lmiH/PEvVlE8jXVSBBBXag4OGAQPmq55w96IHnuQKBV/2COe639QP5vZ+2emhh48DznbXI16dAk1aqwnTYR8wntnFwmopiSXOPvjH5bGrUwCpWCxUA2VFsVId21GyaVdE5zrqnc6NRUHXnG87ZguJhE8ZpxsNt/hONHOtMby/lFFX5VmO6jd5+yeHFtROjNmSyXZUvLURwzpbdxHPoFdNtDEBtKv8EuLVo9DUUfi1csE/mmAVVU3UF2Wx90ZLKfCHe6e0Oh4KmAWP248TKVbiTNwTSh3p/4UWcmT1PP2St2vuB0LCqnOZ0crpKvRQFkEEghqdOY8AylmVeBd2hEdpYOObzTIDZpDqy7DnfKqqCvjxuAnnBKVegN3nk2PVrkQ+8qj9oJm81b4vuxOBqNXcc1l0OfKvV+LF2pGPon/7xT1tZkwxm7epsGuAAD5RbtSpQNdYWEqHmnmspAVIUH99zO/WirPBsljFuYNVk+2rH3A/3UwWAhmLLmv1D6ZetqUy1BCcIZUdQVGLh56d0rXx/M5HbuSXXSgOvJ56rnJmDAYCiZlU2SSGx5qvr1GZVgGMl7Cq+M4H0N/fTXAtatmVvGFdBB0D24RDKlimltLyq6XqJKW20k7sxqjLwj5aBc6BMQ5kp2WN23TqWOnETAqbZDlTGfeeug1efjDpTqlxGc4bhM8/nerOFVzVerKqQT6i6cwfdhjWthNIgEuTT52ZWgD80qvq6CRQIqkJrhmRdm0DkuyeaVVUQBB4JBjmT7WwbMF7QFqh+yOrt6WEga9SXl738+LKPPtBa1vFMU/r/5Wlfyd4qTYPIzDSUEnacxgmGx/hulj2RZfTAarxRWcxd+fhu2nuuCd0YsHciu4ValWrXtkFYHLxPu+1eM3nLZ+yEAnj4zf1EiaAdbm7HQQLKt+qasu6I06Wf4jHzCr8hoKqd5dNZRO19CRUAqjKenk0ceX87tc0LLhgNtjVlE9/TYBpLwguzCSMr046kBGhWpVzOFYqHW1GyrHyrvdWd+rSFdRzwh47vvdyo0vyNw2PiwLzduOsTa3fuTAb4jpLKqgFnw9V7M3G1YZOeY9i96sm8k78CJQC21bcRH3L9tLHNgM/nDj3nkOLTKpBnLVmqfn65o+VbvWw1LOVQkpg1q3r512Wv4BZPW1++e9xJYB3mmZhD8X0xvKo1JsqhMotJdvCwLl3o6n05tGC/lSVetsBqNIuUni7nnry/j7uZd3V6334vLVUOKHOvNl28n9JIvjVLzX4DqFrdF2mJ09SRj3cz8dwKd7/VvWJrdzKlp47cLyYmu661Nyn3YO3EqA2ZLP/jsST1HMExQDPlO3Ws+7dzT2g02MN9WDmly/BrzQCae6+lp30DgbAmgB9AVes5kxMONQKHFVWCqvFTCKTJeubwovwBYwZl7dElaCMAEOCq4fbrRzVTfLCOMVH+b8/W05TONKvSZl41OR0Sf5YTR24GVAVXpflCWXc7ieg2qrxxjfdCVTjgIlPV8qomBU3s99M6EEDnmsxKH8oeAqqNvu4lalRRvXX/mlkR4wTyi6874RC5T4Bw3XPJ/YMgkOdV1Fyx5geyVwdcVduyBnYqbXjCJ+5Rg8rLArLAaiQ6zJkAGr7VW7Lr+qpUBNQbv5aNWM023czt4X/cBZVPL5tUAKD3lm81dR4dMZQAhm+1f4PsnzXZmP179VrfGGAVMG+1D8SviR8T23p3EwHzfVSeWmfAlMbdzCLOzJ5lHwKokq1a50asZvHXdntAn/iwoi61x3Y5FDQb1bqeUpuIartxrJGapeCZjtR9OLQI9cTY0cwWk+Vs5/RcSZQegUPAmhdzMsfuqSiwPRgTdqrgmOvIXY/iQTCfx40vLztbsnQ+oazfT9tAs1XrOFw/fx4VBTPLtXFx/aOkO0tmXW0LaOYbs04F8v2TL8/gFtQvWXqiV+lxoL5a+/ICr2pmmRa8MMK0qbzV5qY2dDgRJIfWpIaRtaoNKt8QkAVWz3QQh/Ttw0wmE/MXfQimeU/NVKAcF/CniZWtoO22+TPlVd1ANl/PwA99vJ8oZ6/NrjuVMRs8bOvjLQBQ38jHQlmR3QKzhl1sziaWUlMa69QLjlFR8H45URDIjqQEAMYAV5FTXwacWsrH25cXbvg9X3aB+pw6h/KE06xp6urBslKM2oj6RORTN5TlpB9cxsSBgS/qj+vKxqxTH2u9N8oemswf1qz6sydCBQ8/xPz7/XHNtU5DfPM+8a0qcLgJFDyso3qgEYHX9RBHFGz+/BKYOLAhPZ84jqWIemNOzWEpC3p391skY3xe7eWz8qo2pDh12UGl99XFSrY7kcdn38SBTYknNJVMfarUqVT0V27mRfSGyOfSsMBqimRQqm/fw7fao02GgqqB7MnGtBujxKw6lHI3kMmLznxzN5U5J/FNOcImvUrBZxnwxJHl1JW7BeBqP4TDe1P2pUT8TezFCsq3rZ/piap28Kx/4JfvbzwtXbbjVAJIZDZ1e8OZCQBEsyp7BpiuyfRV3JJS14RhUa2jzaxMloLNXD2zLUdk7tJwJ97cdNH/GEVhA0aJu7WrM7vSJkOAqqFm8zZjVvCtGi7R+5mNB889nal2EbnTTXxzuEGR2IFDLkDVfX15GUVeq/3fOKxTIp9fTCZvU6Cq7iZC09+iJ1uJxucKHGCixbddXK9MMtjXtS+fXvzooKtxEXX4gaFS+TyvAv1n05tP3U94ru7TLZ6UjCXI6F1MONhJty0LrKaYFov9zdzT7EOnJ16bLFXLq5ruJ1H9/Xavmbx1LzJATIuJKx/vJrpZ7eaS1u56AmUCf/pQqvLKcdiuyDr3dPSa5R5QtcmO0/D0wrf61mlh54TV0AuxVNGMCIC1q54n5oCkmtI2q0pXDHgx4RzTJIVmECAFOF7BVbtqvU5MLH4qv2CImpL808EMIEMBYJorBoHmKdlxJAHsaLv3ZbeXxjN5UZnlzFHOVTuSEqA48G7aTb5Vy6v6tsayhn9e0XjIrFdNj5hSwiaxJCWv1Shk9XZyHxpq6f+PL75yyNtxKgEyeQFVN9s2rMq8ix4KeoCH3c14bkVv9JDW0QQfwNU0/n3nD/36XwFtsuNMAojk4W4itwtP4+iuovavFAAaUFsHlVDkUCRgk9pwa1yAw3cAQJZf62RKzGJvODPn04gku4Peh/fEnshWtUkKyQnCP8I5a0oqmxsxlzFZzzaYTsqdE1TDmdnN0mUtVaYJiKUASDUaMsDJjmqj3PS1mZXyR3U306U5b3P6JFdCBYBiv9OpmBBajbhZVbMuua3pyPhcw9+jHOnb9ugROPR6mDlKDWD3W6dTB+hNnEzmKnFFl7ajHBp/AeCwTUtP43gmLXTkyzqQx02gjV3bGgqudhI8bEsip88lJoTux4y2rcsoynYfyA/Pe3lW4LDtd+rGPPEWWktBDLgOZEUTuBbtivdBd+AyBmQ1/Ld2ro4tSZtZYVxnYnF+9S/+1+Hixm5Sz00LfSYGgm91rmU83VSoMAglAPzRRgVW8Y/nUbPq/FD21Ko0PkJ5WE7lbmFLVY5FH68TAD/3C0+77HVxEFATTFNS6QLOd9P8WxMdhPPIpw2/yGIPsLqMuetak0I3H0zmoWlm1T2lxf43fjPUEd2cnbffCi5nDivamLk4wwVKAK/DJYRtzKtZt0LNlKfhjm5ROxQTEv+RrdryPqyNqXnzmSbjO5TnNXzFUe15S2/pOaF8nJtEDTuSElh4jiw7BpABHCrVkTWskwnD07zsRD6vfaUCaHuQoqH4RhsLZ9sfn+H5rFsm8bBlAYVmjfruaSePa5pVdeCdMsivuUtCWW8CBVbrbq6Y9ZvQHWgBVHOsgZ2IDamAYUD9eDycf+bP/0a4vJ3KbGa7gKUpGum+H99NZaLNC7KqYkPXRc2q4Fa1I0UCQSj+FuLn5gEglg8c0sNyIjfz7p3Et60vLKhQJtwvDGVClwagKh2VdwSM3Xq11sXERpXyL7JVNVu+Jac4nbiaEW75VpMqEWdwLDrUzApdwebJbLEUAMk5Qzr4G7IO2x40QINygzJCO04lYLjHRPlWu9C9OAzMIcVmiz8miczO2ckGB15VMur8xuiKL5tMCE2UI/dRc9Mm+Sj7YMdo7u3EcNK2rcWG5iiUx43fGYCjS3O4C0S+f94LvYDbXrFIfGAAHLJ2ta07XZqn+F1YFjhoN2ft7UmIOPDTy16+ruMGgl2UVnvvZHhVoaxp26oOMuAAmUoLkqHsSEoAu6J3zHG87Py+P/cboes5cnc7UfCwRZvr5Jyh3rdzV2kBIMrW0Z5fepWRblR907DKnqamgAts4He+8qq2OQB+AFcpz+2A2rQpisSzkQeZdWQfdoVvFVtqost9pyYi48swXyT9wP/YslmpLcEl+rDsZmZmRpHWdhkBNOAz9tWFoXZFA0G7WKVOB2eja3arHRma9QyhqKUESA0uyKwz4kFA7a3sQRAYuhpbUnE2Tybre7frXibv7dSRm0kMcnTE4DvyGpyx39LMqkXGBD0ADES7ldtmVUnFYJX6/imQVcQD3rbqxN6Xfx7Aw7bfqnvPZ491yOptes0y+3B4VaEA2OoGoul36N6cHN4IKkeRxxdf16x2UYuknNAdgNWJ6W5qx5kESKK7hdowko0Cq1wznbqyvJ0o0bEdZxKIOCHvl54AQrc+yExgk0qJSnf2Yq2LJX4BZohGXk3zqqYKgKYXCgBNZNoNjKMz88SL4LBjcLUDlmVA1b3hgbTjVAJgYgRETfOqXpoHFjHKMN7fTtrENjqrJrFtTTvQNAVAFV5VO1I2qmHcBK4bMSuZdPhibIuDQXskeO4HQ82MupuImF5W7WRy6GHFnvUqaBXc7aJN0zGcUspXnrouBBeRoHiV+xklhNay0nSH7CgOLtpYtuIViqY6Cv7YJetkihAHzao0k7eDhs+BMpljHWRB6oS0WKpM49emHaKpAvy9rztNzGj++Z0Q/xsvEcrjs2/ofDrqc7ArpQTQs+Sm9afr8ydaabGMEllegVVee77w5ObG06DRjlMJoFQPd54slY+2XfkAqvoQ8duNalJNHZEwAlW74KCU8Jmup4uJgquO0w5/XpftWTkz554soCNpfMGPJWNODOGLsll1qWalGw1z0tydge5QUUCTQTuSEmDd0gaMLQVDcbMqbMouV+mg6sY3HOldG7wRPMbTloDDrsnj/H0o8LrxyJJqGlg1NCy+T/VA16XU0vuFofLUddXnABoCrgIi4pu7Z/0tzRuQSygyJ2Peax4gQ19oxvSytTzgaRqw3ov88nknfod5LIAvAA/b3aW3Zz/XnkzWqim+bQ5gZb36va9bpdfoqk++Jrd6/t54/tXa8Kp2XTbsJxZ0GrTGlVAH1nEaWemBaZyxqmZGdh3dum3H5YTQUH8E9u5uYsor21IsshQADju4EavH8eS8K7yqEQVA2wD4AbILlUYC8PB+0UGu3pwiruNyygweWi889gAAIABJREFUbtrjW8W+TVfl7pVh1CHvvPdELpw4d3HhJ0h8uJ0mCMTzfuMQr4/L45Yt0W0oX7EFVVNVK/Y5HFa0FU68pfO8HwcXVFxY7rqkpFgp5i4bDUczV5tKm9fDijCU7c5Qs9hxJgEaT24DXa/aC9SvWZYBD+/gZmsal++BwiASmlnxpynfGPOq/kRTHWtXJ1oS0yP88snXypOui4fCUpOZace5BExMaDhpTc1F3SOUT897+bzy7Xp1vlSJOSD9+gSXc9etyqymE5dKpib0pm69rP7+SOV25p0CqzwGKoAF4KrtuJxYWFAqsure301EyytbyFwN4NOyvKqpFsFJ937rS9hBB4XLnHqOfLidyGJqF/y0xR5OyPfLSSt8q1s/ECgObUB9NDNRbyoWfMCfrp7laKDoOfLxbmo3qRdiBcq6NSO8wTVL6Wr0T/UBzBDuCPBDtqr2gOvwB8G3Cke4Iefv8ps2K8S4GgXwhzIw5QmvWTzKrR+KNrfAL3cTkm92Hk4D9VBls3nlK655Qkp8Km9GVuZy1nxmZonXbuyngGMKrjYAkLFE4Y8Bf5RZo7Gv7MeDiP1+ePbluSeLeQwe2gaM6frFUsW6XvexBesV2d+/fCTLuasHXe3ZIAekPz36WrHUlzAZ25p5XueaTrc3i6dPxuecZKzGfz2ZOrIkewx2fjtOJIBDWs49eX8/aYwyQbtvMxQ4jLpx23lJzMuek+YOgqrHLwrA8fF+YkjE7Ry+SkCXXMd016Pbuxn1S0hLKpUCwPKqJtQxioM2USZvl9VVF/uJKx/uLN9q2jyZQ0HPcGY2AK6qXUUNq/oSMDap3/gcuMY6vly9igS94Y9pMli/X25yLso+y5FQbiaucqjXuVE1oGooe5/qATsHafNG0sGaGLnspDbx+zBULkhinmWb3Zqa+NaCzyAHAduqWzxU5Py0DoRYx46DBLAk1qivm1C+sL/qke832XX20OKSPitlgm616lvTd34g/+jLVpNW7DiWgPEzyqval/Xq6PV1PzFpj2Ks67qUCqzy0rOZK7c0BWngtLDrQjp/P+X1u/Hkge4FDQ0NqDeBzai7JG86lbNRDcJGgIOi064Nd6aufAMwX/QmA/0dSw0bd4BV7UhdcxCnG1VxOtHlvotTCkiw3gedaVaVRUZ3C1f5jBvADrO8TqeuAVC9ndd/0mx4VaHVEG0Cx/9uAsztlLDfeBmyFMxhRd0erhqJmEMvAmnAQ8MJ2Y83r+b7r92FVQSuTPi1aq2QU1DVUNZY+Cc5K9BjkalKaWXNocM1lcj492YWtaPwxJS9d5i6MuM3VX/ZzBG5nURNU6q/vQKH8Ko+bYN+qE0NMrh0SzT0ZRfK9y8krUjv9JNdhMnMtCNNAlD8TFzdeVUuICoqvn/aqm31xCFXLoOLdhWKrLe+PL3ELeB6pqEhVBLQIBm9sfH96UxfBFYJnmdzT5bacKcxfevNg3DW72+ncrOoP/VQN6pKAWDD6RMF0RpKR+gAu9v4/ekA4IiChw803LG2lbB5wFUoE+BdrXNgTboRs81fT8UcuRm4tJRPq0duhwX+/dLTwwu7biWth3XrZhZzZtbjfFivtpZXNdV1qc8BVI1Kv+qZgXq8JoE0PPPwhffpveuRxuGusXucuZQum8PBKjcapmLJVFbs9qJNFu0EnM1qAKhqeMD7ODhHppmV5YVMzp5Wo0Tgc9V+B1D1ZRfIY9QMuOr791EX43fWtcoP5ceXQP/ZywEA5DhaTWAL0dNnULN6K06gC4JAvqx8+fGF7orWqs4lv9sF8vW5/5yzMz1Mtnut8/m9CKxyIeTGi4WnnKt2JCVA6enHd/Ct1geualYdncpJb+np2lan7gCq7ung2ZeaykgYrGMf7+BbtU7pXD9Qc2zL8K3WVV4ZynYvvSDir9N+0u4NVzHnqH0qVT7+DgLFh9uJli7bkbZuOUoLYMq6qx6hbAOJ+LSqvnf/7wflCOBPnw4rjjfaVOuwZhkqmzr0p79zbLjHDC9klcAqqWKEN6xXgKt2nEkA2exMs6o+2hVfY3THkXezOCPczvKxBKhYptkXthXLq6yEiDPX+1AeN75mgttxKgEO1T+tAnne9X/jSSjI2mVHUgJKmVBhJQqYxdPWlx+e9lqVY8exBEyzqscXX7nA+z7MuuXqYbsdBwm8CayC5HmeK0uyx2oED3s7IZR1T1z59j0AUD3gKoDhjp1q/22w8mnGqPfbvQLPfRz4op+/m0U8N338gnreWRNyQsNlfF9DN3NMCcoIMscUj7fx1slEIg6yOHp2VnHyDfjld8v6y97rsYB678r8zmeerl2VYqtUDkTcqna5Ss4h9gS1hmYc9nC8ZmZqM6u4NNc6z3gqKdBn7z73XIl7v1YBsGoG+M5krFq7OjKcqOnbbh8oPUKf1yu+SnXHNeCqpQQ4dZDEg8gHygRoN6oYAPFfN1E2pjWsE5GSoPplE8jj2tDP9V0fLd/q2xaDfLQhdwWbofUukO+edpqYUcX9qrD1rtyDfefzCh5wJckahHyUb3XqGabeSjcUXZm1/O9xBVg1N/Qmjry7nwnYoR2nEiDr53ZBMyvKuqtZ8F8D9SCU/S7sXTZmYzqyDxR0rljsjb0+GyYyxz7eTsSzrAAJubPsvLuZaHOHKh22AhwAh43NdE8exOZFRFY+/I/932nAJ3oHMG/XrYQCsjclGDLBdPmAyPCqimwHoDd1WSvdcYcgHtZbuFYVXK1gI1aXvNu6r3YzhzKBaosSwUkIqSHdyslU1eaK1caXbcmnuueGYnhVDeg8hEFm5u2MrOdo0bJTfjKt2Na7iasga5kBzzWgKvyh9rTiVJIcED1qs6pABpBU9/pxUIlO4ninjPIM8LdE+1R6GbdT1LhCbQL84/NenpRX1Y5jCXBAYXhVhycbz3E0c7VqSom+alAmYFUD6akrt3fT3oJYdU4Q8vl4b/hWywTS50ZoeFWHZ4RVzIVDSeWOFimhZjf2cRjuNEcz68jMtNn0ZwFe6Cjg/HAz0TK5KmwrLv+CWN2OUwlgR/sw1PK4IQw2XwCrZD6XwDeGIIrUb6A0Dr7VsmU8pgmcAVWHoTnVT/lqF2qW/FDkgy+GbxXKFjuSEvCcULPrXE51Ii74vHLSw4rAUNbY5epsreJ/hqGsNjRXzCvZbl9PHPiAX64mgazbH5vz7TSzznXkblL8SAcfTEMdqnKIA4vfKefL9+Tyl30on1cmC7zvmaqxyIlt+RaAeeKeotBhT6Yw92vGuZPIxtNmVnmdj1mrPq328mVlm2yfT0BcdfK88gdzCHj+jQDzM8/utZBLJmBVL+QU/mYiixuT8mvHqQRwSN88TGU2rQAAguPQD8XfDSxirEhpXEpOt6ZL5RAGtgUn5C1NZaxxJaaUzfv9gmZW5YTD4kb5l1Zh2JGQAFkcazLkByQbuKMAVwEQ7UhKgIzVmylZvcVtC33ZBaYJnB1JCWzp5D6gOm6dZt2kwrcaN9wprj/D1JlQaEh067kSOqE4Bcq9FFQlG9Pa1amKRBQAZP+YJnDD0j1TtizyHr7VEn55mHZlvuqGJowFu71zyPWoujNkCeX/NiyJLefnl0AAV6O8j/w36vgvLLj6xgQ5JnM1H/8+uhLKT2saVu1lZ+3qTMCh8qlCATAEXtVL2mMOvdxD0+lhLcu5vFpmYFVjaTKA7qYytZvUVCHPpq58+zAVryQARHkToGpfifhzaWDOizl5DHaB7P3hFMaxKE1ohHY7kfk0Ks3NKZehX07Z8t2CDoR5T1IPkmETRndTu0891RY9zRdHVvv+d6lMswOaWEEpEZe9D91W8nyf4dZy5WZm7CpXVniUiUeTCzKd7UhKADwVXtWhiofsOg4tlGPejhMJKJexZ/7kAlZDKnFEtlsDqg4NOCyrJg4A0M5wpA/VrpS3biJyDzqvm6+yUhvW7xHH3cTVw4usosGm8Md0K6dk2Y5TCZBv8MOLr/QIQ8+QN+Bhdt0Zi65gFcgF+ZgqryzWRbOqQD4979Un23GQgFZzhSJPK1822+HLxugOfjmHYx6gwuQCVjXEc1159648eDhAWSpXz93Sk3fKmZnFISWlQLMqy6uarh1INFReVXMklgsE6LDCKdQXivKtvl8a3sNi2tPhjyzxamHIIh+Kcma+lnXnkxAlXxstqYzSXUq8z+B+SldlmuQNeLNBJ/OHWy/nSfzgZjr1gwiGyAo3DYmy2xV+Kwgd2fa1G1PN04urodx0qOBPDPhQmnszgx3SjoQElBKAjUYOuwo5OIZbdXjZmFVoCDHyaj1wjnTdg4fybu5FwHwVkhvQPUJT0n0/cbS8O8vAD3+KQNVB++Qswki55vM6kMft8Kg10sRBmKPgakFZDfVnMfSnWb2vGeFvG9g+COSXjzt5GQFwmGfeAVXZyVP+v9oOPA48EgyVTFPPVf881pETWDVigm91WQI8HKqwWazRJYBVANZc5ZXRyYZPd9MBAxxF515BVT+QPbUqQz34oevpzJOHpeVbTdMTHDXgKhlSeaBnQFXNqrMUAKnmp/QIA/c52qxp5sk7qGzGu95fdL+sVdgVAVHWwXoHqGrNKikxILH1XrRUeejqhj0BzE8nNL/Lrj9Z9azP16EHbDTghFTJZNhsQAO1Uf74oWtOzpllo8phxdZwY2bLpsr5jI5djro8zNioWl1ImxoKLZYT901wNd4uwKv6jF3ZBetUlI4I9Ahkq46GfS7aq0MVZS0r3ekRChpw7JKEOFgP5fsnmlXF1W5WmsfSXG18PQQcSnPFrMsjMc98EtGGjlAlCgGrCHex8JRvNRd4mHVWen4dzvrhbio3czKAMn5MSKMqA6ra09QUmSk9As572GTzcNtQ8n6PbWXVnYwq1vfLCJABfmj0Nc/YNAVbAjgEWB0qHl90Xk2zKsP/OPTSL2REkIht0czKjqQEyOCIG31dy1w1vKqUKlurOpekygZe1RGd5BDnAMwTUGcvIRy+FZqcU3hoRZYezazeWNSjw3V4rsfgj/POPusVvKqj4vALiXlE3kXNrIbSTCjv3F+63tBtHPhWL1nXah/I1xECHFnkDJj63bOhRxjbam75Vi9rCLZEzExVtxnn1hXK5xeaVfmyH8lBVxZ7MteEst+LPCKbEdIjxLoz8/JVwWWXb7evLAisQsbvyHI5kZntuJw6w/Ctvr+byDwjH63lVX3bwe+3vgRRA5Brm/5um9z1twOYBzy8zQPMX79t76+Igz5A1YebieFIunJyEWdjDpWIv+iksvBxSAEn0sCTVU9EhG29X041u86OUwloMOSZrPC37Ao7JJC2vKrpGgSeCq/qmHapys1Gs6YpulOsWdOQ7RHIYuE5stCNRvqXUpEDy9GI8PhcU0610prOk5mzFXLdvqMXm6gH8PBuSnllR1+zpdcCbMecbiaOyijNtLCnH1/2o8sayzolv3z2NWN1jIm8GvNQ9m6zWFLVJaZMYE2nHuV4rLZ7+e7J8hUnBWeS43568gfdrOqaf8G24FulmklpEUa0bhcEVo1I2YQBrtpmVukqRvbPw91E2MxfyqZH4diAWV7VdBliiz6g6ohOfdiEAR5+uJ0IjXfsOAOAtMwAcPUyAGQaFZgSd5v9c5BfvBEhiKaR144mcGNa8FjsPUc+3k9NmGjN68S4UAVsyzTRS29mFYOqY8tuyeKH8TVrDiuCcRZyTzxXFlMq3i0CdKwvwBbAPpQtY1rqciO/+xoDQslCnDMif5zFpmhWhT1RUml8zhidNly9jiyVBzuL1MZ1DeekNxNXzvNY8MdfVoGQsWrFdqoTWNPjRuTT2h91lSQrFQcWVAuOg2Akn2/A3yhH+KvjobTdkX/001arcsYZ6bwlw0AenyM6n5EHyewt5/CtojsjcsClgFUEpR2FlxOZWAAoYWn4otsbmllNj9Lpzy4DVN0GElj0J9VT0azKj7oqj8gu1QnRcOcjDXfo0JhvLRz01aZzpSPLmaeZveeDv1f+x73NqjuXjerRUbOqMa77yGAxc+VhObGb1BRPgXyWCy/qDHvqeSj9J1PVLldJwSETDnLIkh+rv8afsG7NyB6zCNCrksRFtmwwlp7JkIrlA7AKr+p2z7plgdXEeh6Emqk6Fl7VS8Eb+RnLKVnPMd3GoMO8fB8HZQJUNhNH4q0o/vh5F8pXyK7NMWG+ew74avz0ag8/ZiD+mEor0uKdyOVChWSXrHSlZ781ibZaLFE0q3oGt7ClgAmBreFyXsWcswN2Ihk/jYOLhVYyjcf/lgNWo0P32cyVG0pzLcF6QtXI6oUv845N/PlhO5tUSjDGVIub0RhVVIDOm72CzmMyylhEpuGOyVy1lSoHxYmzVjhlfreYmG7mR3rF33OSOrJq3EyWhZxiztkxg2Os8feLiSwt3Uaq3hBI3y5oonewLPRlHwajoo7IZFTmrEIPcrCtMQ/N+IkOBeEVZd22gMbR2uWEmrF6E3fNBVSlsmIPNcuYNSf92/WAdBvIjsV8RBuzS5qATd1NHZlpBpnVl6OTCxUHBzpwGfPvAIc/jTwbM01DOOSBV/X750CpoKweGSkBANlmVuk+BXuC6ge389M6kB+e96POck61q1DE9wP5+uxb2pFjAYXmIJlKOPXMb6xbpVo20JCOmPPKMy6umq/xV/6FVQ/H6YoY3aM0sKoAGOWDC0+WNxPrpFNmjXJumlkBkh0rFeXtcTamDZFOJcAit9vsR9/BE4ekfKs3prTSFlie6gny+XA71ey6eGz8QPb+qCgOr7oPpUiCHiECnUeO/6gsWLc+3E2VbiP/UnpV5L2/gE0GWeExnrEjcCwV+fReJIkPiEsHYy5nwDGrSwS4jiymNG2yK1aa1s88ES22oLniLuJVHaHimOLb5Ij/624XynY3vqY6b3nKOeDqzDHllbqQVeBXj2qg41gh613LNNTiWWV+f/6OeBtAZw4vPq992acFOsitAj8dqqC4V5kTESavqiz1bO/h+yKfV6E8gq7acSIB9Acam/iA8PgvlVve52A5m5yviRYwRlsbVnQ/pxL6HeORz1/JfHGonKGfnvdXDwGDMJAdilbQOWnlRsHfGpadAgdPhpXR/L8CPpWfKaZjN1epC7rjOxJcdTkFhX/0xAJTd81Ur/59bB/xhZUAq9yMzMzFzUTmrPp2JCRAVt23D9NDVm8gstuOm9vmkpoor+raZKoW8nAD0j8kAHj4s3tDt2Gt63xyHQXGPiynCgCR/cMp/FX/PSAdyfQpGrs7strb09RjeQEefoAH26aEp6rRfOrJfOJouSDxYjVbikwa25uL1Of4ZB6aV24jsOuasNCTqWeyFABZL47SClVNjFD+NfKDf4TKLlngysebhBiLvlPRY6L8XxBru2nWUWRcpMBCZQIygCztSDLiMVQj6E7anBWNEgm3i8wj5cD76zvmFPUwelNEdfjGS5A8iUO7PYfIxq7OPTIyM6BWucG7azf0Ug4/kkHZl4nrArJkdYeh+uZy711Odp38dRDK4zaUH14MdUTto5ql6/CaaWhwzo9gFbqkihwePz7vVW2qApdzvl63Lw9D8Vw41Es5hG5/Y9G3wx83ZFZFX7HK31UGrPJSAD+3t1PxLN9qYo60PG7mysd3U+WH3G0DCW3tV1KXiVboOM1paulgo0pTae9euOnJxJVv7w3v4RDG69QWDaxjMYSGF4lO5suZqwCHxrpvxLuKf5QMasyGoFhwrq8eZWrkzQ45nvtcn4DPCQDHim+Ch6B3ad8AJ+TNUWZmnu/UU+qgqCaYJ8WbyzKWXbj8JdLFS0uRNi6At44a1Asj/vpyPOGxXpaRQokyoOjbDLCQy7LE9aIMiTyKM/Br46wX0zzwjYU8/qvCa/1xtldB3Sm4Bh3vaPnGXJ+gmaqBxoLTJE24gkEmayfviGWQVxbnORfZn2tCtuqPMinrfjcj5rHHycezAS3C88YXsnntOJUA8c3TGuqIUG7mcbVFXlsYulRD3UfQ7EtXOyseXfJXu0A+vfhKk2BHLAGzrnHA9bTyZbv3dc0qnag9YAFP4KMtWo4+RLn4ZPIWO7TrqzgqBVaxNzZgt3eTt7MUzqRVLIA0N2FDiaEXWRvi4L8IghdvqPNgo8SHd5R1z13Z782paZlRlr/ssIks8haObpgMqFB0JEEegmm36DF20dfoye84ZU7iqrHuF7EA0yzDzF/+3yuvSB4DOJLzqc7k1aDDux4sP5T5zJXZEQCU9kXHT8r71GM1Ubm9gjDFFKjkz82sRZ1Mr70BegPX81sA2bV7DPXvyTrRqqWcI4YiyrjxA65URhuLrX+n+pz+8SYbKZS7iMvYxIunlhV7kLLr2eEN8vuiw2/LyDEvpGqeOp06spxPtGqnzJvnVL9OX84svGwD0zW43JR0+juLvtxmG8h6azapyzngYdE7Dfd3SjHmuQqu6mZ+9IN4W+R57ctmZ+3qXB1Yf563obxsjGw8T5TKJnY/Y+zTcMlkjG052vBr9MBq1HQSUHW1Dywn+JnS+EEgLxtf1pu4zZkj9Lc44Cejd8wnAmClImvVrlmm6iTYjQtU1X357/tzv1F52KsZLDlOfeLAu8iLOBHPjQm78gVf5SDBKLFFs9ayPZerqMAgcxWAwzw/22+PLff4F/l/be6kTjH6t9PWP9mcZJyxV+T9zzfBMbCn8nFFvrmf6IJvx0ECABzrzYWyuMhw8u49itjb8Zx0acMMnw/vA2cmAIcdSQmwgX+4nShBvx1GAhwMrGkg2CVl7sjksFFd7+jGLVrSfb/0ZDYFAbL6E08RMtJN6syT5cJkSFnpiAI/ZAAVPHfriAXU8xrwPr6sfW3IhK5AE0WjOKs3SXmzOV3ge2hQmTfAqWf6WrxrqKDqim7c9PJq8U0692hHVC7Pa8Ovr7tBJ1SaqMVsUiL5o3NfWtkLaRXlBJBs3JrEwfGXlS9PAPJRslZlQu75jYhvVltfXqDmO9owojGu69q4OW1+oyKamVsEWem5wpwBBMHOyYUFDuXrKwdWyWCkDGPcrvpUPczJjulsH/qBODQk0k7vVkrnhgTYDAD0YekdOrwNxdoKfEecGUnXYOzKjqQE9r7/2o0bgIPMzLEHi5f05N0S+eSrKBiqzmnQuCuedT1UucTfBTimTeB0t4FfBlydKI+UHacSQCQcmC7mUefTkQqI9TvwRZ62APJ2vUrEN5QqU2561ODCAByu2pcdSQloA8+ZJ4vXA8ERxs2hCFnOZI4pr6cdkQQMFIY9fV0H2ujsJPHEEbUrj4wNOxISAFNd0ulrpHtRYpuf1r52urdn6wf1iJPOtrtAnlf4nGSmHHgGGIZNSkh3LDQXhBZghKuVCiTcm2zVMQqgUmCVLFW65pXm8x7YAvha7hnEvKqOTGeOLBcWXE0DVnFED8uJ3C3c0YPPLFqUKW+2MZPhWN10ulPgIGfrExQdNhsA87c3tnwwTWJsUslaRUYjjaXNoi8iBI1wQNqRlABZdabc9OBvAA/JyrxT2+I31hcdS469O/IxWb3jHMR+8D+iP9aykjpApip+5xwbU4Bj5skckMOOhATgWX3/SpkwPhlhT4+rvVKI2XEsAVPF9XUVaOVJmtNx3FA5+Mmws+MIPIuSfagOJLN3TPEgHoQtw9PWgKrEgeOFwJJWweqNz3le73W9ujSUhtGCqxflM1pwdYS8qsdKUBmwqnyLNCrIQQEwpkVOuUhPoulQFouJLAo2TRm67IiB3i9pSDReAIgQGpsCVLVJCimLfxgqh9/5iSldqP//9s5tyXEkSc+OA8/MrKruGWlvpPeTbnWxFzK9hGSmkZ5wpe3Z6arK4hmHtc8DyEwSYCYBgiQOHmY13T1FnDw8PCL+cP9/Sitnmj1mANCx5VIZhb4eXCDuMMTGuGLRSJm7taIFmKu2lJuqwtrxZhQaicWM7Dri8vAAjvP+4gAPFfCcDpNvlTXgmsMK5VU13zj1FTION7v47FxOQuZyFhrfaskgw5tGgQNXh1Xp5fZUgKp7QFXDVY+8AwDoBVD1gzUyv0GfgDkrHXAG2UdrnXHgxtdgpnQywKNU/rGJZBuxDgRWtTkr9xGqTQBVdwdHsfZRMzGr89bBoxCKGxTRD7yqiFUNeHvVCLCaA0CAQBaa3p0I5v+KyFNJZhST2GwWynhkQf00NLnFkC+/LQJVpXZCXcNoOo+pMBhcdY4H0toJPIioTpycLYsDAGKTiqCVbUaK3kPZMpmr78W+huBjgD8MJ+NVLe9tFtGAqvCqnmujUNR3AOhpBrAeWwr7LOfDqkbJM8ABVj/biA0hzpx+I2vjl/UxT13RDqmEiDVlXL1DtNNH38z6bzYK5Gk8pANT1LgT2e3PA/JD9BP2B77ny3ofy69tLHH8+e5gPILP2A4Ey/xFuZ5DX8KBnLVzePz3VaxUULa7eo9ZOGtQ/o+44qVl/mRmvum2DDEifQCuIuruDQRcNVDV7YmuEa/KpZdYNPLHyTh9PsENZdjlABmZquc2GyhXzmYjPVG19j7Au3+fj315nvvuNHVABmJC2x+MV/VclwOqHj5Afxh7iIJQtozvWDu2AIc6ZHB8het5QOIFDlQ1/sey8cAchaCOZkZ9FG0zUZDfnkaZ7wwpMn8WSd7ErMiaH0rj8O/nJrpYyHModuE7GVeAqmTJf95SmYYIoQ1rvfO5Xd5+QdbqRLPr+h93ADd+bT7PGqtivz78loR4xtP3laMduawyKdUqJncg2H/fqdrPLAMnAxGz+rdVLKvXwwrzhdxXUklkd3DiiuyxLm0q2sn/WFJ9qckYWyNNDuuxr9H38Kpm4oGX+k4ff3cVsIpBOPlRUPWSNWMfLfjBN+kJzjte1XM/JSNzNg0yNfMeD7ya/Q/X6vOABIkcwEGZu42rMpdhE3+IXQbHudGi0BCiIGS4IIRmnJAFUwaUdU8CQdBqCJtUxtUuApC3yerUGZQeIUq0PM6lcHw8DzFsEgZtAAAgAElEQVSepmNPvixHg/CdqlMXsQeeZ/hW+zyj4yrEYUR1bFwVvUQF8naUKl++SeUuxGX4VvvsO1XHVP57eMK/jvt+YOo4Dn+Q5azzlXnCe38h5nxfR3Kg5PTC6Tz1EiGzbjaGb9VVwVk7tgCYM3yrvaXbSFNZ7VP5c3O+2m3IPgGYyiHgR0kr5+yjVaVgqxeOx6HZudd8q1q27kBV6/9rM1YpxzXwpxAf8mVQkVe1PJQQjMaqKDw0/qjPQytZ0CykKY9bkMXRc0oAJQ2PENYxXtUy7yCTl8n/UnoEFogodUMLYMvookWhTHieh8pJ2+dGTAb4cfyPff7Set/GeEKsKkkuHyXwYHNo4dTMbaN6annfT+VpHur81ddNPADHZg8gXw04rOelXbrKHYoyj5P9UzXkcHCxnAbKz2b4T7Hfx1AmjJ19+thY5/wE4ECQydqrBVzhticv21gPLKpxObtrKXdH22JIlTpVXIjqyXHQr7jjpamQ5byPRP74dZBDhXVOFdt19bdab5xVVrg1cr24Y+DqeQ9gpmI/SuZq79rAxapO+7NmxqqboCgbzMWqeugqtX3fZaoSqC7Pi9fsumkgE8Saaj+5fxe68O7I58lahRqgr5tUFYBL3GbMAYfmCe89GvtwknopqJpfC7CBoAxlYNZKNqmhJ9+eRr3mWwX3UeCw5oKxz36jXM5RopUn1WJOqptTKAFGxhNe4iKJBABA8K32EADCW/AbBTj6PEBqfhsHgL/W9bkxYbB5QgjNpq3SHpiFvixHvgQ9U3tnikI4hgMLG1jHXa8x55DKj02ke896Od2pjEa+TKkm6CPIUTNe5Zex66CKEnC1N83x8sm/vESuKsf2Vkddm6aJrLeJbCrwqp7zDV3qwLlqi4KCiTCN8q32KO54qScxXMV2tv7a37WAVc36jcsFmXoTiGt8SO5Xejr2Aa/quVtTmjuZUD6YLxd6NLHVsOfpkorSODghRz3NANJS5T3goc1IZe6ioGpcbxNPZuaXxUj4p7VjC3hwZo4C+cvTWHq2R9UPBYiHViMyEbiC6xNp9odESyrrtjAU+cszfKuGAJXZEMoEqH76VF6ZZ4Cvd3ZYUdbnxBwyVaH0uaYhKMNhsg2tohWZyZfjQOYhVDbXWLk913J4zAHgy9plOffksxozMGvjf6wiSa/JOPTcmETICh5+a0ULAI6NA9H1MuZKOz7A2Fv9uYnlRbOcrcdzC5BowOHC4RDLz1Uk9XZXp/sJl5lpy+1yPyOmj/2eUEQRGw5QgtqYem+BWsAqJe5KbExuvbVXC+TxOslJn2sE8DDjW0Ud1loxYHPK/G3hODP7dNqsoOrB8WrZxH/c7wyjJHFiVR/xqn40XlgXkvUMJ2SfAI5mYgQKu57Mp4hZwZnZzF3bcBfjVf24FwCcAX+uizmIggTyZWBCaJf7d6pUG1qN0pOxxTy1AZC3Q8CCG7BZJYt3V5FXtcyfcJcZNFGaXXe5xw3ll2T+AK5Ow35sVKkCfNlE4pg1UiEbyBqWSHXz/hO18kMTIslUW4hyYI9NzKrUxdiCTgKXXddlN2Rtsz4k8scKAkgbTe8toNRzcSo/V4fKlYAf7rfE00oLWx6UW8mJWfVgzoo8V+lm4+qooysCq2zAMgqATDjGpv3jgQMAdE1KtAJAoS+zWb8yXJqazlgMkcHxBXC1J+f5xqv6sXewUVXakevQH92YkqVAaS5ZmpYPcmx3xhbAKgBrH+K6ZmNmYlVXuk5T4atV92FBDbDKQel1Y8EtBp5nocxnvvieHQoebV5SKAE8WcxCndu7PrYcr2qclVS2yqUf/jKu6sSVVDYVc9iEzRGzCrvuObfpHiqYAFcBga6LY7d5v0vvygb11zbSCoIuf8el31vld3GaCtnxqx3gWDP9zLqbjEwETonP1o4tgEUAxzi06OykRTyOU/ljddBDQE9sbfK+l8Erfm7ymNPsCGC/ZZmr522KqsWoy6UosSfJ1UkZzfpcW+5WDVj1UjnsqxKGt+VTb/ceOQ8oqL3LVr1uklZwdeTLfBbo4twy7I77jsleBXfGpK3W5Vm6nT9UvTMLak7hLZ2+aDlK4wDHrgVV8zuzSQXggG+1Hj9X1d7tzu91o+H78pcv/eBbdWJViMDZceqpFwKOUXIax835p+enStWCMEifqgmashCiKcSeLtORMJK2h0T/2LAqegagGNmqVXnAP/MxfIYDZaourBUtAPjzBEDWSS5jd7gFcIjvWDu2AGtAsuNfNtdWVpRbVsfWJLh229bLblNOSAVXyVrtXuxhb/X3dSwbE4E78k8nVgVdTSJrDitulHKIy7DPshX4mdjje9JFWWXykuK92BqwrFvJM/nP/+P/XuzzqsYd2/xzakuX75NK/KqMe/0EhNjFZOLLBLGmK4Havs34OQD01yc2qd2nBGBB3STA0af+PkRx49yYjE7Emsges/bOAh4TZaplp789jTsLAPEN5CYA/jQNcPTBX1QAZJ9I1CCoil2w+jh0XMaUWForrhSYz9nEd1HMSlXuIw4BEyGDzI2y69c6ffETNvHwqnIQ2OTBAvGM+1GyDLhqLFFFj2EDj5jVE4c6uiDvjl/Sv9u9y8a8ptqtL+Po9DsQyPu5Yb66TbzBVQBXobOxVpyzNPYEWXZdd4aVrv1+bBP5sY1tnjrp1iRNdC5/WcNXnJUf38j5OeyqoON9o7do723hW+3Uatl4VT90Jh+M9FJglRPVnIi/Q7H1LqNJ+X9uwDPBAno+Bzzs1LC7i80dZYInvwOudmgR/d44mo15YFzd6rzwLl1xs4fEGa9q05lR7LvwHQAgJn2LZ8XF9HIayvMCReruWYcMVZcBTmS29moBuhJwLOPGhNbnFm069uVpEWTZdbd5xi3e+/b3BHDzBftMAVc7ZhrE39YKyNuoOvYVV21C5g/zeQ6ENu1PuAtiO4CrHV3yNG2So/uRzDsbBbKAbqMzBnJiVasth+s2rk7H1SEW+bVNVH/glg1qKMYWIp7WihZQrudRd0T0iMG/dokKVlFE2p14cHvvwzboVfzaxE4r58YN3+Eg2cSsSgytFcnu0KIT7HSAqrFIcoXY7Y3d7aG39xhOcXIZsAqwAceh7VJPp3333+mVvKrnPIG1IcDGAk5Ipbnp2E7s1i7upbKYBPJ13i0+WiY2Ghlju72BP2Vuouq4EeWmt1tQKwA0D41qo6QDiD1foNuYhp1TpMZvoAG4oevcOrLd7P7KqwrorMa5zXzCJhWe3uUsL829zXNuZqSb3djZHFotqEhUzOpmz2r2xmyKyKhTccVmb935u2GRrYI/Tlzxlo1NGBUFM1LIrCcKpg59T7NWHd8qrc0jLJUoSmWlWc43dpxbOmXD9+a8T0tNU2wDX/E95nIn4Elc9oPu82A33CVa88telNhDms+NzmQbe20OAAFVAeat5RZwc7dyOcOr+lphe3sLgV04cNXiXJm1EYgjQazNs5W+t4KqZCBbP572owLjzONUGH2WsYr9ONUg+6cD3X77CJE9Qd0qy2+HAFpHxA1mm1zMiszV1g+6u1nfPUhLET1PgdXlpFuKy0ksmv1j8ancaXaH+OaTMOMJzkNKczuT4HLHMYagw7dXzsw7PviKRwGoOkD+ipv09FJAn+0+liS59UziFJcBVhcIoenguvUzu9RpTjRlNg0yRep2vzvz7HqXyj62cVXWU/tMrOoOyT/6eDDD+SSUcdhuv3nU2yFm9XXS/kMdNqcvm1gBecPIj72F6ZuMQ2iyAGO8G+ytyvzT91NZTuEXsyrBMvswtibEnRYvmDmkAFSFl9fWHW+9qJW18BVvY9lAO3LnAA2wyirw1oePd/6sxh7H2Gr1UXuSgarWgcU+h02DQxySLC8BVjndsBKV8rGDARVUvfmkn8p8FmqZSovns8YCTNUbYZPfnwKZht2wj5Yq7xlXVb+037/XUzDP04McSlVuDcU4KjZPnudBlgHUb/vW+TrK474sQi2Ta3sjw8Vlt9x7ydh2y7h9+1ZFddhs3KcvodsAXCUz3Erxij6CfRYzx7d661hX10O1cgBxxf3tszHrvuMjr+OA9GVzcGvkOy7OyB57nlFtYbHutP/pBnjrAFdbG3c0GzNWvmITLT0BVT0OAB09QtM84J/HilQpbDj0cq2tkfnzL7nVLyahpweDbbQMe6t/rGN5QQROuanvs9a5la2bvK+KwO1j5QF/VOZozi1vS/RizyrXs9dScJVEzAhx9iY9sj/3UlBVqXxcVPwwY5UsVUpVrJVbILlbBofLzIQSIIQ/yjrkyAKcxAH8/LZwistttg8TWs6rat14sqBOUyWcB1S9XaFyCcAR+LKcdyN77BE+Q0Yv4Gp71cwBUz3NUDCxqnIPIebcv9w0VRErfAcQ0Tapx30DZYIKEilA9oiR/fkz4VX9tSPL+fPfDu0XbA7hqXM0WfcFVrWSyfc0u+6OeG5nupjxtIBvtY2cmRxWZLyqjK+WDv2H9fUhSeXnmnF1/1dwVXCObsMJMFrvvO8FwDkoE6ah5/j3W2Qe3u371oGqKrJtgTHrOkcBwBpwvY10f/Wo5igBXot9H/UarX2uzuueJ61CeTJQFWFFA8RLAHHlVT1mZjoLrCqoGpM6fq/8ltb6euHFVA8XYZQ7xyeADSgBuigoc8vezUG4+cSX51kumnLLJ9a7tyMNdxOcBaiiDYk5rtz0/oc5APPLWZvBw3o+18RVukmdBvIMH20LEaBcrRzfsVa0APP4DtqRB+yCAA/JWEUIjQ2ZbXaOtqlqD+wDJ23bGh6DcAzZmPePyG2zxvH7aPbPzvGqPmC60pdRAAhgfmJZWWXeQrz5kvOttghkoSIHCgAVgbOB9dp1FP6xr/qxdpyztxJXvCiywBM+DjSRxVrRAtCRTMJ2iVlBHfFDgUONjtZt72BVYs1qE6kA+aNn81zMKmNStH46sQBjK/RaBK1mYlWPWue02UGcWFWR7r4UWGXRyGLashTKuxSxqsfYJpXR2JfZxMDV0p7xRIHVp2k7FZcdwOEOK6wdW4BMXk5SAVcf0VT1dOIEdzzAw8e8xiM+/dNnshALyepVcBUAqD2LVuULN17Vs33IPEX51yM3qWQoAB6SuWrAaskm1RcFVkejdiym89CH36DGbaGw2Gf7Q5KVVH4aPm/6AyIxcXmsGeHWTi2AKMi3aSiIWj286UBK5PsKUZ17UIg9/IsrvQCRhoOcze7xa+TUS8T3fBXHZf5q05qnklFv+GMSfSaBUzV/xKFt/mkeVYCJyN9XseyswrbQ40maaGWFOwRsx2zOoRfbiJa8zg1HSb1bM2+RufrwBqgac+D18Ddp3QsoCxOHo2qb474qBVajKAc4WtCxLTHnazhKckVlTpvvbR/KzUTVhCdM+F1Qkbtj/9FHZPMiZrVoWRYH62iyxgCBDFw4dgoVyEscr+ojl7AsoCl7X0xNFaRs2I5H8NGOZDZuTxYHvKpbVO4fBMjfMbxVfhQmARgjQ4rMUUkf12+BL/I0D2RuY6u0H9U+i3YcmDKPUt5OBpC1ogVIOvi5jlqzKWT/9WWG71hvFSyQejJh3hoHwmb1sQ3gMFaua2Lzo9/msbYoPn0bJfJz/aiklZM1qe6aUxn5vh4K+g5dtZZZQAVa4DIOPBkTeB7ozLzLv/6KZHuwfIgyB11tIz1cb9sa2VUwmZhVWZ8xnJiv4Fx9WAMzZEzZMrDQBdorr7yqHwKrrqBaxaqY9dtxsPEwnzp9sJojzSgAHmwb5vjJNJBJR8Sa7t2JZG+QuTodPb701NFGiOwjNqsPdpx7d8QFzwNURVAH8KcN1uEUnrJ3FtMPXS1eYLt7/0QX0qEn357GKvDw6EaWMxkKWlJp7cgCjh4hyWLO4/uKBUUYevJ1CU84HFK2UX3rsGwTH8L17LJ6H9VjeQb4Cl5VG1aFMcUmHvGP+/MVfxzgiMdkrrYhMbONoXgx8pVvVTOlHtTIGHtpESD/IDMUHpt6Tsj1z1WcCSU/ro+KNnE84VBFWUJE0ToMp0ngizIm3LnbyFRlivrHhkNA5qs7v0BbBtCZ98A6VFb82kSt1B5glZOHY1tqlIwtEa20CO49sBTrysSqAFWtc4rAKqDqB7Z5l7HqSv+VT8sM+WrI96aAAqAd6H0qgSpXmijIubltOvY0i2OUJR8+aquK/zixKhtXZX31KlbVoqAzCn0teaf83dqxBbSse+TLt6fRQzepr8Ch8T8WN6ocpkYOdHalXy3ZcCgwL/Ltiey69nGKPnasU0zpyWTiKSXJIwAgPIWslvWe6gFbBJ76A0Nps4tVsbxtjXFOJcFsbOBqWd8wnpbjQGaIm2o4vGdMdId/PwEO7bSi0D2Y5Ps6kv2hbaPKIQwAqgCrSrfxQGC+jdbhnThjxzZk2GGeu80cqcjqEMs/1oiWttU6j3svklV+rg+t5khnbBGbmb/u5jeP65LKT+agFL7Vu+9EjVf1bF9p8Z8KlurRQOnvXoFVLceNHkfEX9nj7nRBPthVrKo1bMvurQCAplMAIDr3ngvFOxm/5mOwDgGJjQa0ACpe+aAFEYAq2S2P4eStacA7XZbzquabjbZ4MO/h1MxHto4+8QWWP9BtLKehgs+PGFeEYZSDychsER5/p1Hz+WNQmiZTIUnaMqLe3hlKgtmEsTW2sVXSlZ6XyGI20vhz794DSwU03LFotHZkAY05USKrLXzF7TNOXpq7mIRa+n5v32mfRYpvFPq+UgKM9UznfhbisIJM1bZlObehzxhLUI4wru7ZJ1W/3R0oe5mY1f18p+p7Pub3bk1I5qpmzN/JPNCH/ctPsjHv9MDHGLf2U3/8OjxMDLjKSzNb4T/QelkrWoAxNbqjmBWCTDEUANYdhc5QhhjwHKXyOb/OegVWHa+qufWpBXIKAOUnaZujcVI4corCjwA42u4tBGsUc7/M2aTed/IFgGI8IVZlp6lFT2EjCKdqWzM4mMwmqJnPQ5el0Lax/+DBx9gia/URfKsKHEaWpVDmAsxTbOAdPcJ9Y14Vl/y6DGQ6YSN297P4Kq/5gN+6TepiHuqB6b16EG+hVHnzQJX7Bxj74kdyQLreRELsafNai+wf+OVNzKq8a+GDXI59Gd+JM5PD4802Fqg17jeaL3brh/4QCgB0B76vnbhiu+2TVQmSEe67DLs2x4FHdCx0AJMQyoTbPh0KAJY3f6wina/k/vl8t/3AK+/O3hO6mvWuPTzgn30SPsPcpRjUjf3ns3dp298r36rvSXgPwxiv6ofd70eXcc4qsBoDcKD8ZT59ZNTcHgn8jy0FVlgfjkeBzKZWWlk2IsJA5Ms8VADonvGahdcWUDUbV20L1o9+HweqtndcYR8W0E+zUAHWe/rOo/vmkuezEAL4+R2+1TsqUnO+tT20F5C/xHa3+o2jHWkTr+r5L4Vl4+uSzMzH82Dfqj/q3JdNEbGGMbVQQaLbRx78BuCQTWpbD7rq2LKpazikgAKgKxzpyhM+9rNKpqas0I/7MJqmYaDg6q3FrHQNeEhktWlnlvMje1RjjorAxRntSLth1fxknSpBPUy+NXr4yM6p+WzGFrFncuP1IHR8P7aR/LnNxW5vP0fWNMmdL3Pl9KwBnbhiS0GLEqtoojNjihyW7rz23fpXx5bvy61RnvQgklA8YK1gAQ8sB/HxC9AA7z/99/+TdmXBeM++dmM7VUO2iqeuxAjwrU7IUtDyQZtkTk3EJvW3ZagKlvdqZKqycLRJomhxAFWA1S7YhrH1dUH2mGXWnfYkownQ+ben8V0UqYnDKlaltCz3GsndeU4uVkX2T/tbKqORn40tA1eL/ZXq2JrDt3pDcJVhBJi6MV7V0iFDBrjSI+zbIa542bhOVdh0rmrml10xpF+RGTUPEbO6rSCRCsdsc0GmIVn4829lDn/ZxLJrJa/q+fcH+2E/MXV8EtZOLODErLybHeqw7oMD/N/WkYlVndgeWFXH1SrKKpa6t0gOfN/4Vs9EFT1w9xF+vc36Po1EkshCWpkFoEcAC+Tk4hKMzfunf/6b6jHZ+uvYnISktCPgD28eBCKL+eguGS5dG3q5mvnviKbc+KQZ8Ics1d3B8XBYOxlXqSvjpkSuK41T+G9PY1NcLu2wVJ7nI3lSLuPbTPj5YwFVuwLI39u3yapzXM7dqjuZTTyl2wjs4OLIZdI0cTzhs1CmI6h+buNRuMtm71TuuxORb2OL4l1T2e4AnbuZcTgFmLdqi1JnQW0ZcHU+ahogc/E3ilJZ7SLlK/Y6cdB1rzElyqW43iay3nUx5qQCew0x2VXq3Cgw3687Gn8S89Y09Jo/EExFOUP/9VesHPuXAByNf1yLb0jCCtnx20N3Uw4ZTX7gS2KcAKWe5kkqYz8Q5fpsKvQo2CUS71vs3A98NTXzvprBvf/wz39LDVQtWVKnqSRdUsb1Us2qW85NcKf0xMFLZTEJNEOqqXhU9hz4VLc7gMMHRoIWP3p/iDtFUp53I5ljTzPjMi4DHyjh+W05UlGiW/GOcRIPsOqAQ2vvLcAhhXI5v4or3jLCNWt7xKyWs0DL3m8NzDf75re9W17Gx4HpfBreTMyKTFXAHxtWp/2JAJyjAIipPMlLFW/b7Y3e3Ql4Biq6Y61oAbJ/nsYNVzKxbyCrbhe/AvIGAL3ZnpG02afya9tlTY9UQUO0LWzOKo8sFAc2zb/P4fE/1pGsADm0atziWm595XLexbLadj/lkD2EylrYUr9su5XxrTYoyM2ctYc32lYJpdgRvKpxIl4FPQjNWDVzvp/4Qe9TSbXctBpK/Wg7amYmfKsAQI9+mZY9n570vVS+LQCAmk+nz32FssGouweGN+s17IOKpxPV6V5jPC3noZbmMvF3ib/oHtbWrN7lSCZaXtnsEzWrTlXuu+k7zVrj+G5YhDJlDnS6uTByoiAcWpiYVdk6OnV8q9OgUToS41X9eFQCpiIAAp1Pl5tmZk58Gd2RBqkr9mKaQszqeRI47roGJi7WBZtdotQaNl+dzlXucHS17QYP+Gd+rFWCk6ARv/nsWV37e8e3KjINfGkiYRu6mh+bRH7u2Fw1vMDsmnFP3hdQ1dGORJkAebfnLD4vpz/q5pr29g4Vep7w5+pGdTsUAIZZlJoSXlWBW7WiWKEBqyfm1KxoRHUcL3bnGmMNYBW+VV0r2iR01IdUnP7+NBIokprMrmPg7Q+iJZXWihboEq/quf5DSIaydwR3rBU3TbNRIF8QJGpQvEAFQF5V7s3qpxZQeoQIVLWrPukOL/EZ6CTgFbWNU9HPiTlkSDUlZoXLkFVHJri1YwtoxuEm6s1cDqi61Ow66+lTC2CTCeDquIlqlFR2iFVtYz1cN3O/WVv5H2MyVbFRT2KOl+qBxXwSGo1KaWhJZRoioufGgpNlrN4A1152sfxgXCW2p31vQcYVGjmrTaQ0WX1qgKsGrJb3aCN8q4CqgIZkZPbJcRr6FnhVRXlVq8ctA1ZPOgFuD7JVu7ssShUwXCxDVZGr7hINeWVLb8NENB358m0RCNkcTYCreEsUIXBhAaqs21V06BALcarr/ogqLADQyDghC11N3wL+wJlJBmsTDT7evYnAlZqSLA5Up90hYDP2bqLP6t5jOvbk2YTiSs0HZQKHpVAmXNvTbFZ+oXLf8WzMun720XV5xiEAWZ82dePQl6VStdzCat2+J7z7i1Eg8ywZoe7XRHEivzaxHnS5HYQZO7cl4+rnNpHtvj/Ck6mXqJAM+wmEGPswB9f1/XPXwQk5G/mOMqHmcECs6jtCZ9l8ZePqzdrEHMr/ma/62DhI1mQ3Q/4K3cuhIKvBunQkr6Cq2bY4dGAbYd9Z8yDHgNXMpG7wpk75qwctpHwQ3jpLUyjtTTI4nma+gqvXNIBaeLZ3OzgOr7lTP69lTLHRUP7HHjS+At46eCGbyh7rgVleP4H1M8DqEwDQdUNLsxMQjrFWtIDSI+wQ1bnSyK0xLgeCItNJIF+UB5v/Nvb3993j+6mqUWMj5ZirEVK5JOdV7UlIbtSDKamEAqBvibxsvgCAZuO+xItGu11FTb9M6vOtKnC4jjR7zMbVW9/k8lSrHWJVOa9qv3yQb2Q/YQKM5WOSM3YyV+tM5xz+wau6PphY1Xvr4nPEGeYqXQf2NOeQxCe26H2bj5uavRhboVcjgS4RSQ4GWJf2g4KqIpoJVrMNGlg92pdA4MvorbFZqWn7G1+WyngcyMwI1kvtzCb+yzxQjqS62Cqugs9AAdBV7tBbOqHjVaUE7IoIdcsXrHlvfAeuVSdewE36tVGoaZbXy8hWBVx1/GP17sa42phYVfm8n4pmqsY9w5zZHCgn5NQdXDRRTVDP+9p6leOjVb5VNqoVXzPnVV3v+wccVjRF6c/hVSXjkEzwPjbmKgAg41st9q5yQvqefJ2OpE6xBeX/HAJ2lULsVv5OTIeu5tcmcbQjOrSqRq5bvV0z983nrZnuJepnZjbzNu28CzFnHDhRoksbcfjPTSJkrMIj2je/udQOZb9TETgE8hBX7Ol8lX93PqbswKrcYyrzrQKqUv7fr235NcPp9VoNT9AjxNcd5BiwiiHJVM0Eq/oUvDUDaBpkgjIVZrRGXLTdN2Gahvvn6xzVXKdmXtVCBHqUgzVLod2fe/e3YzyRpQrvjxI/V7bu3V+50gPJBAfgQBikTzGjkhFKf+wUWydhIF/mYcaZefldNQ4jyGS8quesqxngxB1NWUz7l9VJXH6ah8JG1dqxBZjTEU1ZzsJKGfP5IeCvbWyVFSVORdxZbZJsvuqr16WamcmhV93D5L5aJv8uMuu+jKtUW6QqHqi8qkn/1jnX9jc2+bGOJRoAjx8ig9Ox20tYO5m3VCjOc4c6F5rn+zqWl0yY0+x5bAEqK6AA6Buvank/u6xV/MbA1aKF9FDQ83Ru/7SZWNWHJnrjVeVnF9jzzN0GDqw6OAzk3vGq9q/5vhOzGoXBFW7SPyj4AnoAABctSURBVLvkXzQZefI8y8DnCz8zp41gsQjA0U/PudAYZ36GWBWZqj0dVtrnCO4spqGKWbkQXD8QX2ft9l2NJVB5/7YcVQOAUlHuxx08ANYKFiAz3vE/9tvX2KR+gyc8xAT9A4/ru7ajTCBjdTlnTr/syIo4vDJe1VKzs1nbkv2zH0bMAeBYTgEPbeVS5hDLcSiL8DL+fdY5P1eIVZktj23JutgTwDFAIAeI9HvO4qATHmwOlS/BOOrPAd28EptMQu9j+jVNTE1lvRf5c3OQg1bl9NxvKnRnTj33sj4I+gNDaYqrZqeBBq4We135Vj1f/M8Su+MsW9Wmq6IRsQmZqsn18WbwwCqAar9TolPdhMHLhvCOtdPln8hi4ml23aV8qzr+FOBw/KrWTmyaZar2vUSFr2YhrRlAvolVnI4DOLXm40ABskuzOHJQ1RZPxagCowagqlLW9HyzkW/Cvj2PLvadocRhhSw81Kh9mUx8FVD5qKkg0yGRbV/UuBvuaDLAX9Y949X4wEb4AzQtrlKnYWP24HaMrS/jQCbBx/Zhjvq5OsiewNzzg66q3UqMWm0TWe0dxdoQDp75ZsqWZ2Nf91zWihYgYRUhvfPar6mWtv//l1hFS12zIJVbMk0TeUHISw8rhoWOvfGt9n/9Wyd2AK6O4Fs9Z57Ek4TqWsMsCubVCBOlIg2Aqhqx/umf/zas0UmG6luU6hmv6vnhiGoltAAI7tg09WYnfAFQbDHxNXOVhdFn9mEdzSl8NJy92MVxHntGscvgGML0pwDQKFBw1TapJQtpsqNmgTzPNPXww6Yq98arWmojsNShxRwWivOZO7hQOpE66hefOV2H/56MQygBONw511hDAxzCUzewfdhFPcs8td64Mu4hNdY4Od+qzVvFnh/5njyPQ+GfZQtC4tGaLOdtYhVLJQMHKp/v60jShjaqXRqbgIaTcSBwzVsrWgDMmcxVZq30JPiQ6PTHKnbrwGGF5A9dxa1/nFiVcqQP1DhKheR70jPZjkbCBNEG/GJUNqGDGSJWZaBqqa29XHQy/Rz/uaSzhgusZpyqQ9lsMNbGYzJXjV+rbGCwCFpOfVlOPi7jwV/IVI2MV7U0vlD+HyXD2sTDt0qWAiCHtZKFdEBZ90j5x84CQACHERyHtpo+tZFyOUfwFfdJXPGykcKh15cFXL3wbFkW0HurOdEUkeV8pKJWp9t4d8hFWWXSe4GLy7zp+Fcc5Gy2sY6tITY2qMuJbwDQmc6Hb3U5CgqVTIAcZIwhdDaU/cOl44OYBOjxZ0aP0Mw29dKnt+N3qZcqlygZ4awNLePyuF+cUJwDV/NsBKWLl1S+bxP5sWVcGSh9PNfHcjiIvGyiQc/lOppIfvK8TNCsHWO+LW+BfeBahXM1P/Hj/4sNVD3bRT5iVRSdOHmQRtoggVUsl6ioTiM27MxN2KRykgotgLWiBUahKCXA7EwGEO4Cpyqg6kAPDD90G/jGAH+GVqKCUdikPpE9Nr6U9XA4I5DMujDw5a/PYwWACsAh4ypKB8UZVaX3VawqizlD3Kj6fiq/PY9kjKqVtXcWcFUBk5Ev86wa5b15AA4BVe2woug0qExvd4ls95SdNLWc7p5zAgBBC3C+NLd739TUG+MV85Evi1Gm9q43TrVS6cfqoADHEOPxR/aNJZWfa8ZV4jh8eyiu+Jl/AaziO1CvceA+5PhyzlbYR8WsAFfdsFK6mj9WkYor2rg6tlySJvL9V6S6FUNvObhqYlYlnsDYgRLAdxnhGnsiqAvfl2oP3YPevl+nqCh19AkNrgMHBazmOGpKRt0AeOrKhg/ABpQATPrD3U6UBxa3SRX5fRFmGUDOQjlQSHBSXtWBAfKfheHcPihUDoFX9Zw9GFtVxZo+s21f/p7JfjYO5LcnODPfvgrfAfjhj42rYm9TosxhzrC5nFOZjH3NXA2CfNNls1fuLYkkCo7NtNrCU7BVBZkOieNi60sQaeg7NAP8EMvayrjVomTWAQBl2iANWbkft8EmZK3Os0OdOE1kpRyHNqpOe5hxtdqTyRuZ4KBm1jmBU5JZrBUt4PhWPT3U4bDi/71EMiA9potcgqNTsAp4VZmzLOo4s2nZu0/W6kVmHNyP9ODC9wWVe7JVzXHKXcBjHm8YVFX/HBLHqtovdWTqQ3a0MPRkPkNwx84F3w835Vv12Gh48tsSyoQMWBUHbOz2rszJ2rEFHDjmRHUGPc9lxPxfF5eLNQ3KlzyXEf40cwAQTYHDyAkWWDu2wBB5Vct9wPnGYhYoX29A6YW1VwvkoimLaeD4Vj0ncgawasOq6CiHKFWuOos52SaVQy84+G8qZnXpQUj75gGyfxYjXzeqyqu6s0Xg6aii1wCbf65jiznvjMNUxbgakphVvs/+dIqGLxNOSN+TPzex/NrHr5mq+frw0qhR5o+fPr/sB3BRAmbCaVoj9eja6HX8TIVVZbdPZLWNhr23KukrthBqr3fh+Cr7p4jCX1lxWfcFPE/HQu2W17Hnz8+0YsKDV70yGzuQfFj3ZWpf6A6jctyl7uMvui4r+3/T1LnC9mW+OShg1UBVdQGcNwdXX4PTRd44jB+xGELY4XnqNvBMsUxuZKxeETN6azxAVXhVzThubJE5hv/ki8PednzlD0v1MOfbciyzMZl1noI/BnAUDel4VRHIY6GnUbuytft2ARSrgPKUvd9l8dUxA5L5g20IQpRV2rgqdmAM5+wuFsBVa5kF0lSpbODAnr7jPWzCPnWB/bqEOsTK6se7Lss7+iBdDsqEscc6EEC+WKoMtcS17Zr1gvvuK1rKIadCSpXvw8wERx12MUHX933A7t0BdFTkYJ/TPlI/L9dHu7gz8wqFiy8480N8GGAp2/TUvJ27XskQPnVIh24ksahY1Ssm5Hapr8+vPC6uGgtUTnGDrKa6ohVew0Cd5VrO8ZiBYrkluSdVKdZOLMAaeYOQ1ytV7+cu95ERwYec89ZrV5F0ujggNcSTjiP2G7VGEiUCf2joB5V3D03MZ/WMeL+riCtUUYL3uAONOoO2/H0HkbHKYMFkjle13knU/br7Pk/Kxaxm07BBd7rPu9/jKWw0vi0DPW3e712pcgNr53u8+t2ewVjiz36gvKrnDM3YQsmc8uU8VFeZq+uclJe/Cyu1Gtl9mXRklXc+ff5H30BV5V+eJxKxkCfLueRB/F/NTXP1hsQ131/viW9Xwat6iNz63lpugVQpWhhb8K2W+4cnSU3eBAVXksRtLivb3S1vtb8qX+su8Tw/48Wq3uPEYUAsuIy5SVVAi+v5dq6rE38UkGlgbVXn2W/e4Wh7zt1DM3t9V3pao4uqd0rHrgBs3u/z1fIbQOIEifp7cPrqCx84BZ8fR3CFP3pWuo1TXTMeGHMcdM1CXwWJ0B3yBsitWtYzAGLwzf5SQaaSXzTlTtd0YPZaDdyisnOy1NzsYkXGAnh+rJVaIFBd3Ef0UDs7hLEU7RPZ4zvWChZIY5HDNlLu0MkolKDOPnAAdnUHyiRq1Ngnf2CfQQCruuXRE1UI1d2pgDU4SkRmM0RBju1x7Wa++pn3W2/kJ7i1++eKuedoQ01Wr+/Jb4tAOQ4/g+PzbUjt91Yg6bF+yTcoTcalzXO0GhWuuPTOnf4d9lBlRs3+qb4cUv6gTPmyjiHcgXv9XuHKGL7c+rfInl9+A8bSZOTKls9Xv6ACX+frHbhV9/PzMfCauVHjFa457dW+F08WU18n/EfHhBqff7NL8kiz3rlM3o9HVh3ncU94hM3dDEOr99650Q8HwEOREb6josuX3u8dmHzxNe+6OsvwuSbu6NfXeXb2Gvmzz94D4Jk1zzTQQy9rbxZAkHO1jYsCgrjFlRl1Xbez8hVvOehKHWfm6E3NvOvf1tj769jytFKHtc8jYmhj39LQjZhLoGQBVNWKLmtHFmBcUQnIITKzVBiG4tVd9PXctppVp1PWFYvyHtkoPqSy2xg9QmmXJiKHXSxptoFjLzkJ36gNe+QGjXwKyQjsR13ouXS9/PGjvf/43/7360ilEESBkgeNXTYXIOtXfV8h2SSDxGwdXeIJ7qQZ1P59AxioBLC931+9bnKq+7wmY1faDJ484wq/xfdOfV8pEzxfyLDLRUE++qqrN5VaFlR3SerG7RUm0E+rVD7qiTwtwk8Asup+0PUrFJhMUtlGZMh3/Wuaf3/G+SF2auZTFdxp/hldvyOlp2RmwveMgTw7DNQiVbJ/rHqg3Lspc6dUmZADcDjJxKy6Phaaev98fka4E67evmYfVrUX6x4nyHQFr1rVh3bk9zn4Q9US62LNcBn5TkTPJq6jXlRwzPfkaWKbeAzDPAWoyrjKZKc74vW3f02lOjogzEnGoWY76XgajTQ101qJBRy4OvQNhScJ65xNVBuj6LVzkcm7SwQagPct9H0ZBUahda7vAVbZc7k5/foNqff1v/6vI2C1j0CA56UymjguBdeuN1w/BmcqZCpcCwj2wxbHX6FTPdVvSarAISWotpA+thF+Ayk/4GoQ1gWE++c9ZDuacExZv7rFM5k/JHBQljufvAnu9M8TrvsiNvDPM8rem5nsr3ubR17tliiInLFJrZJU/8i3vuezicXbHTzgjiUR0HA6DQQQ0U4uinM7YwoxNGLQoBtK7ttYDyyuybTvow1Z0RBvdoyrd0EHcHU+cdUWtiYsjq0JBxfjIKMEGOL4gqtUFFRlXFlNVzE6sAYkW/V07+n7JLLYnHUunvp+Wovdqy/xGT5esjE/4sPuy7dW/g4Ksw+pRBxWlODvAKsjn3lriDH5Y2uSYAjOQ+xpAsnwnv7L/xzAEUiiJQYThB0MWH31MMp962amVh70Xbsg5WTMnfoQh5SHY+ibsJM+zBdFZEct5qGCz0NvBNP13pRxy/0AQNWXKBtX/AYACLGvEWrm1o4swGgCeP4yH3oGEMCGCBQABqoWBwnz0xoRBwVVaQ5cBVSdz0buQNkW0+8M52gXWEg/zUPHyzpE+6QcVDgKABeSB7AVqDDHsIlfU8Z9womD7yi4OrVNasGcmebPYhwo36pXmzW6Qke17KfEXkDVjR1WlPYMAmdkqnIIWNbgWg0AV62dsU+ucjUsA5H0d9glclAecJurTns/iVKJd8XDivx3zFujMFRw1VrRAuA7k5BKpuvtMxBg1RkxDEXCsRFkE5SUjP8dwGED7c0CBCDdpL6L3Sykx5kY0SA3YR84CBvT+SyQGRlAQ9ygZrbR8qYYMS/j0ypzF8YVG/nTBsChSu92cFGwDWug5SSQp1kuMji8wws2qm/gj81UbxZwYwleVTaq6SldhMdC2pP5PBwmcPiJqzC25mNHRzLERhbmz1/G/1ja96mn9AhkRpVt4VnmkJkJnY3yIw943XNurv8yDYUS1KE0PdbyRLZ7B6yq4Ju1o+mKI63t/vOMwzBkPTgc36niJoQad1g6LHAx2iGuGGsVqRUdH3sMYlUxCT2fCGOwPydzdUhxucrYcnyr7sD0mszVQQGrAIpkRvkYroq1e/ZbgDBA1T7SPlzbVWWgan5PsuvIAjIAqGhlLetGFCQrkbu2H7p2PUscMlvgVbVWbgFoR8oyDlko5uCqbVCLtoP7ZzkNZTHR1fSg3IvNKiWD0AAMaxtxSTc7XvD11mUpFBeCAD4i43Gggk2WtVoyb3mpZq0qZcKAGnH4ZRWpcIyNq2LHI1a1/4R2hLlqNnIilTZvFW0I3+rzxB3qDGPWSoXl348N4+ozccUBBZvsUx2vqhOr+mzvic+QtWrgatFPmOtJ9PH0PHAY0Ruxqj0VS3ZYceIQnrCpiveJxBfuPQPfl7HxrZYGYNXVAVwN0f6oP2sNDljFVijm+hqU6huuq9MiExol7sanVezBnFf1HD2CS6VnIW0lYGX+j6DDfBYOUnGZg0LHqzqMhU7V+BdzovpBHTfJqpMcAKp68wH8fhz68nUO3+pwACCgVARAtiicah8Pb77+yLXZYG22iDictws2JLtlNnUigwaunlrU8dE+L4ZFt/FrA/8jWc4DCJ4VP5EM8M32MjofMoDgWzUapHIAaDYKZDb2JRgAJQBrP0DV/QXAYUWX7MXPEas6VFgjk6wBLcA1AEcvDHfmI5yYVf/BVShZ9mSAWyXgsSdkFUqaqVox5pCxOgY8tDV1YXSpiF7gOfvUBFcHBqw6G6KsNx6kYq7LVLVDnzMzlYLOH+80GGgIX5iYVZkNEbPylG91SBlAuAyL6cgIIEsHFiJwAGSfNcYUfKsKAFk7soByQoa+/P40EseY0H+QESB+vbsM4BiWu7ixBPhDlvwli2M2YEt4sAcEzF/qE45vVWQBH22Ph1XOJUsGOMCqHQKeeAjrP0SH1nEl7QE2YXDwOzGrS71uGL/DHDMOTElG6OmcRTT2JJWXTSzrw3mOw2H0eBnA7ul42u2hR/h8Hfj+DnnWal2Ao682d7HcCcCCZ7j1YDXbdsU2OyhZDlYJWOwvT5IsU1XpESo0xpOCq2RDWStYgANTEn3I7q0zpQ8SWCUAsYmHb3UwCyEyxmOnGmytxAKpKHfLJRkcTGaAqzqpDcaBPvea3LOmY1+WC0rAPr+m67/gmylTNl7V8p5kPAH+XDKuuAPZYwBARrdRtCeTPdk/Xxlbtab77ow2QB/EP06FY7rzBbd8UzJ/Us04pF3mC6x5fFkuR4OIy1Wtz0b1aRboYrrP8xbCgT9W1YDDqrbs6u/hKF6to1oxB142OFddBpm1VwukDvxZjgMZNyAK0kbLpl4iu73Iz01khxWlWytPNpuoMqia38rA1fNe33e+VRWr4rCiInDYxjjR9DulcSoRYlU1bQNkqHyrPY3L19rbVaOwHqw+qQ8UWMXkZNf5Eo5z9KffKBAbVSfIZMDq6YBTXtXEAauXNhWzgq+3zykulxrj5Hcq7DD2ZTGvn0pf89F3vQxvIRMTUNWGVemKWjepFYaVghoOXDUAqMyZiTdfZoHM4a67q7ff72HMVbuD41W1VrQAVSdKj3AqVnWBsaYTXybTfsflC8xQ+AlzP4ftyxnVFmQe9m90kS1GNibVFdaOLcD8vds72pE6DW/hQJlKnR66Th2THF2DEjVCcSNdL/drbB2SRL6v6gOHVxu3rTdIyeNlXLnKirp7T2IxXKsArNaKFiDekHjYNxb6mIQVKFmqbCCG4iAkrGyTrMK2/jpZMzPDYdEgXeoizFLst6i4cHP65fFnwMCqK9sJR54EYf8m+zfncdliZKrWndgudcQu/s6BqqlQrlylcR0bMcDVPm7CqtiiHACC1y8TTbn2Zi29/pCkukm1eb+8gz7jVT3XrQ6YD1QMzVrRAhzq/LYcadb8ZdmK3bGi8qpGiWwPl2c5d+frrn9TAEDAH6c4fflC7/XJXirzaSijcQ4A9QvkuNbCeqgzI4ujX3ZhjlpvY9nUBA6vtWubr9cD0kMiGxWBq/+mcB5OR4Hys/UMO6xvlHdXTgJf5lkygm5UaxwMNfIiDd2EuQp/+b52vKrWihagsmJ3uJ7LWUuXr+A87HvfkFRH/HHtiiDWEkOxH9+R5WwVtqU98gqqXjNhZXem3H0ahi3p+Xa9hmoyhdX5aAcNrNKFBKOQyb5nC+k394RX1akHWzu2gBOryjLqapgnV5Abj/oMzNfzGkB8+FaXi5FTza13m9ZexXDaGa9qaf/Q1/DMX1PGTWLLfAbfqoGrZUYG+Pnr81iCnqVH4TObQ56l0LeocV04I6Zq9o9u4uvNOU7MyvFgK3jYM/+5zsIsCFKttuBQhwOMPjTnN6nyqurhej8+q7Gu4QBwRRl3A9gYY2o6MjGrQueo2znbkLlK6/qqkLH0a5fIahuJMl17NTYRjXlx+26EqOJ6e7jqsOL9V5G1qmXLNmcVOjvnd+6HmJUn23V0scp9+zz/tm+UHlKJ9s1xObsksUAmxrdavp/13IFpWME+/w67PqPMMQwDPAAAAABJRU5ErkJggg=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2" name="AutoShape 2" descr="data:image/png;base64,iVBORw0KGgoAAAANSUhEUgAABVYAAAKaCAYAAADVtAJTAAAgAElEQVR4Xuy9CbhcRZn/X2F0QNYgsqmQ8ANZgrJoQCFCmKhEEIjsyhAYIDCMbOrDAMriEhBx+LOqgxCSYZFRViOMIYwwBAwoRFlGwiL8koBAQNGwCjM/yf/5VnedW6e6zjl1+va9t/vez3mePEm6a3nfz1vn3O7vfeutUcuXL19uuCAAAQhAAAIQgAAEIAABCEAAAhCAAAQgAAEIQCCZwCiE1WRWNIQABCAAAQhAAAIQgAAEIAABCEAAAhCAAAQgYAkgrLIQIAABCEAAAhCAAAQgAAEIQAACEIAABCAAAQjUJICwWhMYzSEAAQhAAAIQgAAEIAABCEAAAhCAAAQgAAEIIKyyBiAAAQhAAAIQgAAEIAABCEAAAhCAAAQgAAEI1CSAsFoTGM0hAAEIQAACEIAABCAAAQhAAAIQgAAEIAABCCCssgYgAAEIQAACEIAABCAAAQhAAAIQgAAEIAABCNQkgLBaExjNIQABCEAAAhDoPIF7773XbLDBBub9739/5wdnRAhAAAIQgAAEIAABCEAAAgNAAGF1AKAyJAQgAIFeJHDZZZeZI488shdNx+YeJ3DdddeZSy65xNx0001m9dVX73FvMB8CEIAABCAAAQhAAAIQGCkEEFZHSqTxEwIQgEAFAYRVlshQEZg7d67ZYYcdEFWHKgDMCwEIQAACEIAABCAAAQi0RQBhtS1sdIIABCAw/AjUFVa1dfu0004zDz74oIUxZcoUc8EFF2Ti2L777mtuuOEG+94rr7xizjvvPHPVVVeZZcuWmY022sicfPLJZv/99zfKVvzRj34UBfq5z33ObLnllub000+Pvq/xFy5caN/fbbfdzLRp03LtvvzlL5slS5Zkdrg3ZYvGnTx5cnRcN6b/5oQJE+z4LqOyyO4PfehD5utf/3rLuHrtgAMOMOPGjbM+i5/s8C+/jf793//93y3jOKZ6Q/2vueYas2jRIsv0oIMOMvLZXbExZJ/aOD8UpzFjxrTYMmPGDDNnzhwzffp0a3MKO8ftzjvvNKNHjzZTp07NsfD903hqf+6555rZs2dna+jEE0/M5nPjzZo1Kye6ip8urR8uCEAAAhCAAAQgAAEIQAACQ0UAYXWoyDMvBCAAgS4jUEdYlVA6adIkc/HFF9tMQyecSgh0wt9aa61lXnrpJeulBMDf//73VmSToCdR8bjjjrP9VVfzmWeese1Cwcy9JwH3zDPPbCGmuTXWwQcfbNZcc02zYMGCrI3mmzhxohVynR16U7buvffett3tt98ejYITjf05xUcirduu7nwKxb011lgjJ0S6CSRgSjSUzep71llnmXPOOScnBvtt9G+JxRKA/Uv9dYnl3Xffba644gpbl1T+HnrooWannXbKxMzYGPLj5ZdfzsVJIui8efNy9U3Hjx9v/vznP5urr77a2lzFTiLoIYccYv2SYO3s+cxnPpOJvb5/Lj5f+cpXMgYSc88+++zMFsVhjz32sKL9zJkzMwxOkPZF5C67nTAHAhCAAAQgAAEIQAACEBgBBBBWR0CQcRECEIBACoE6wqoEL2Ua+tmTmkOClxO7fGHVF9ScLRpDlxPtXH/97QtmRXP548gWiZ5XXnllJmpKpJPYJ+HRF1b1usRPjasMVD8bMxwz9O/www+3YqfE1LriXiisSli86667zE9+8pNM0AyFVSfEhvFT389+9rPmjjvuyGVySjTedtttM2Eyxl1j+bHRvyXIioPL+HUiqTJZfRvK2PlsnL2y84wzzshEUd8exdif0/VxgrX+drGXOH7SSSdlGcZ12aesf9pAAAIQgAAEIAABCEAAAhCoSwBhtS4x2kMAAhAYpgTqCKtOwFMmobITY/Uxw4xVbVk/+uijzY477hgVM/srrGqLuzI3nTgooe/AAw+02+N9YVWZmBIkJdqptme4HV92FIm5av/jH//YCoV1xb1QWNU8yt695557osJjkSiqfk40jtnuC5axMdRXB0W57F7FSbFxfrnxJYoqA9kXVsvYbbzxxuaBBx4orZPq26P2YZas5naZrE899VQWB5UjUDasE5Lrsh+mtyxuQQACEIAABCAAAQhAAAJDTABhdYgDwPTVBM79z++bR5Y+Ud2w2eKrux5rPrDuJoXtf/fCk+Zbt303ebwt19vUnPipLyS3pyEEepVAHWFVPrr6mBLHlFEokdWvj+kLq040/Y//+A9bkzVWD9S10d9hxqq2g4fXLrvsYjNmnQgq8U3lBbS93wm/Eud8O9RW5QacMOeEwvAk+iJh1X/dbecP7Tr11FNz9rv3Y8Kq/NTrRx11lBWow4xV1Sr1r1tuuSUrJRBycu180VHjhWOIm1831fHxhdFPfOITtkyDatc6YbWKXRjv2H3g+1fW3r0X8lZcVQIBYbVXnzLYDQEIQAACEIAABCAAgeFFAGF1eMVzWHpz2FVfNBI3U8TV0e9azUzdfj/z4Q23LmTxm6cfMlfdd71Z9pdXK3m5eWdNvaCyLQ0g0OsE6gqrvr8SWa+99lp7OJXLWiwSziSOKfNTWZN+/c0yYTVWdsDN74tvEkq1tV6vucOhfDskZGr7vba465LI++1vf7vlEKSyjNVLL73UCrp1xb0iYdXf1n/YYYdlQmZZxmrZ3K6OrRNtnTDqtvf75RLEwPFRe2Ue64/KDCijNdy6X8auU8Kq1oeEd2UZh3GQ4Ku6t66MBDVWe/2pg/0QgAAEIAABCEAAAhDobQIIq70dvxFhvYRVXT9c0ncoTZHjfz9mvDlu4mGVwurF82Ylj6e5EFZHxFIb8U7WEVYl7LnsQR9cUUaiRDedXO9nhsbEy5hgmFpjVWKnREWVA9D2epUBUBaoE/xcFqsOY3KXRE0JvOEhVkVz+tvsOyWsOkH5t7/9rT1UygmhZcKqE0n9w7qcTxKXnXgajiFB+zvf+U52AJcvrLoyByrV4A4ac/11gJZqt5axc6UXxNy/JIa6A7Z8e2I1WdVPGcVz5syx5RHCOLhDz5TBrLWEsDriH1sAgAAEIAABCEAAAhCAwJASQFgdUvxMnkJAwuqGa65vHl76O/MfSx+Ldtlx9PvMRmusb99LEVa//NNvmXuWPWs2Xml189Sbr7SMqfH0vhs3VVhVmYFX33o9N57LnvXfW23FVQrLFfjt1l99XbP+6PWy8V578zXzxItPZf/fdJ2Nzaorrdpi//PLlprnX3kh93o7bVPni/ntJi/zNWbnE0uftD6/d411S0s6+M5pnHlPzDevvPmafXmz9TYxEzedULi8Qr/UsIhPrO2rb75mHl/6pBk/dhs7R1mGdJERYvZfj883R+18aMptYNso2zq8Fix+0LxXvEavV+hD6gR1hFVXB/Pmm2/O6qVK7Ntzzz2jGatOAPNrguo1iWMSQ93VX2FVNqgcwOLFi43KAOhywqpqizrB0Gfitr37h1jFhFV3Yr3LyO2ksCp7ZIfslniprNEyYVXt9b4yb0OmOsTLHboVG0OC5gc/+MHoIWMqBzB27FhbBkA8XP9HHnmkkp0TbZ2IKhtl2/z586P2iPHBBx9sYmvIMYjFQetFmdHHHHMMwmrqzU07CEAAAhCAAAQgAAEIQGBACCCsDghWBu0kASfaTb/tYvPYsueiQqgE0n/Z9YQkcckJZbMfvtU8/efno5mrn1lvczN6xVXNP3x0/1oC3y0PzzXn3jUzE22/tP2BmXCm9y6/7zrrg2zdY6t8Vpdjpnb/fNuF1k8Ju7dMuzwTTyUgfufn3zPfe+y/zLc+epD5++32yQmvbgxX7kDtdFW1FVsnWn9lmz3N0R8/1I6r+S75xRXm7AdvNsds/nfmpE8eE53P+aYxFIuPrbupnXfRy89bwbtImJadfvawMo6XvfVaZst3dz6yUnjU3Pv8dLpRzHbbdCdz75IHbEyv3PVL5nPb7xtdij5HNSjzzWegtm5t6N+/fOEJGyf5fMlep5aKuaEhX7r+dBvHXx7yvWRh9tK7rjDn3/fjbG24XyaIs34R4GLdbk3gOsKq5lJm4SmnnGKFuNGjR7dsq/e3hitbVNvctfV+m222MRL/JArOmjUrl8VaJKzGaqzKBtUc1eWXClDG5s4775wJjs4OP5PTj0fsICgJeuGcYQ3ZohqrGts/LMvNVVQKwL0vUXinnXayPqUIq46pYxljGhNWXeauOzgqVirBZcK6/hKrwxICsjtk55iojqvsWWONNTKRVu1De9wa0prQFZZmiAmrsn/SpEn2UDIyVjv505axIAABCEAAAhCAAAQgAIG6BBBW6xKj/ZARkKh07F2XFc7/P6f9opZtoajnd04pKVA0mbNTY4SCot6T8FeVAassXVf6QKLf+ftNz6aT0Dfmu/uZKn/l38euPMb2q2rrxlTbUJB0Qu/9x14bzY51hsX8lg0SsL+xx8mFsYnZ6UTHGEN/IInk7z7301aAvvPYH2dvqX9KrV3HJ0Xc/NszP27H99tq/tNvOccKpBJX75g2Myo8h877vMP4Vi1itzZC0flH991gDrntfNv9xr1OLxTuy8avK6y6sVy9S20XDw+BCudTxugzzzxjBTc/Q7TKb94vJuCYbrDBBrYMwlBfEj6V4Vonxm4NSVDmggAEIAABCEAAAhCAAAQg0CsEEFZ7JVLYaUaasOqyIRX6UESTyFclltYRVjWHEzNDkdIdHlaVBVkmKJct35idbqwq0dH1VRbpTdNmZNPo9bCMQsyGmFhaZGtRWyfuxuJUNJafeao2S469PkmQVdsiYdV/L+SR+vhoV1hNHZ92EIAABCAAAQhAAAIQgAAEIACB4UQAYXU4RXOY+zLShNUdxmxrHn3xSZsNqcvPQhwIYVU1Sj91bSOz1GVluszKFOEvJqy2Y6eEyj1mHGG3tldlkqpMxJaX/YO1WdmtYqa6p0X1UsNbpBPCqi9oVmXYuvl3+e6B5hu7Hm+O/ulZdlu/SjVUCdeub5mw6t8jVcJ77HGBsDrMH6K4BwEIQAACEIAABCAAAQhAAAIdJYCw2lGcDDaQBEaisHrQ9vuaqVd/0dYc1Vbzn069yB7o1I5gmRIbCX4SNFVnVdv3xVzirl+KoGicovhUCXx+xqoExssfatTMTN1Wv/eMadFDzVK2ww+FsCoBW4Lqoyf+zJz7n983X/3VNTa2VaUWEFZTVjBtIAABCEAAAhCAAAQgAAEIQAACg0cAYXXwWDNTAgHV87z9iV+Yxcuet4c8+eJau8KqMiD/5effsyfG+wJht9dYVfalToxXVuZeVx2fHZIkJp2usepC49fp/NOJt9rMUWVWTtx0QmX0woxVt0W+jrD6yJH/lmWglh0+FRojsfLxpU9mB1fpfYmVEi/Lrk4LqymZpyq5oEs1YJ9bttQevKUrRQhWu5SM1bCcQ2Xwmg1GWsaqDot6+eWX7UFRXBCAAAQgAAEIQAACEGifwMPmgvGHm6sPmWkWHL9VyzAv/fQEM/mb882EM+aaC/daq/1peqJnOYuecAEjIVCDAMJqDVg0HVgC2nb+w/tvNM++/Hz0MKB2hFVflJT1qlWqreIf3nBr0yvCquz2szpVP1MZrHUEy6q2LrJ+vVBta9dp8/6hUGUroOjwKrEuu8Iaq26clMOgZO+dT8zPHdTklweo8rsTwqrPrKp0gSutILbuEmNlCaeKoSk1Vl3Gcd07diQJqzrwaeuttzbnnHOOmTZtWl1UtIcABCAAAQhAAAIQKCPw4mxzwu7TzfwqSgVCZK7bgxeY8dMWmdN/dqGZsk7VgEP1fomY2GRhBlRUfcnMPn6ymX5P3v+DZywwX9xmYJk8fNF4c/iVB5uZC75oGpJyDwirPbGmBjZujN45AgirnWPJSG0QkNB088NzzTUP/ywTlyaO/bDZbsNtzC6bTsidQl9XWNXYX7j+NPPnN1+1Y7vL1cEcaGE1tr1bopjLRC3DFWunbF6X3ai+VaJh3cOrnD1fu+Ucc/aDN9v/hodmldlcdHiVfPnqrsfaEgaxK7TTr7FaVbPUxXDW1AuyoZ14WSVU+gJslSCqwYtEWMer6qAtjSFGc564O3fQlh/XFDuKhFU3Tp2yAmE8RpKwet555xmJq/qbCwIQgAAEIAABCECgwwScsJoinFZN3eMimBUeTTyTtcr1pPctn6uN2fF0M/eiKSbLh3WvdyIGJYa0CqtJVg9towFbUw1ReVGhiN4UnTPvJyT8wiAiVLvYllDMZUdHftERzZ6O/UIktn5Sx3Mie5W/EX9yvxSo6+8gry6E1UEGznQNAhK/LvnFFVbAkyD1iU0/bj6y4dalJ6O3I6yuttKq2UFImkcHQUl4+vTYj9it2BfPm2V+uGRBS1gk6B038TCb2Vr3csKe+kncO2ir3e0QEtTC8gaxsZ0gvNV6HzD//MljcuKyL3qWCasSJ6+57wZz7F2X2Sn+84Bzkrbzq60vOKYcWuV8cPVClVF7+q7HmVfffM1uzz//vh8XbskP7XTCon+QVpm460RZtdlzq8nWlO/8/Hs2zmU+a14JkYfcdr7to7IDe2w1Ocfaj40fU7XddL1N7Db+Gx6aY9eP1tb0PU4u7O+4HnndqUa/OFD9Wnf5Y2vdXbz/maXjuJqyykqdstWnLec7nviFvZe03i7b/6xCEbtqLfdHWL333nvNGmusYcaNG1c6jbbf33rrrbbNBhtsYCZPnmxWX331wj5l40oYfeaZZ1r6brnlltExNVbZ5fq5ccv8cWO5Pq+88op55JFHTGxuvTd37tzM1k9/+tOlnEJGKlXw/ve/vyp8he8728Q7No4riRAOECuR0A4bjSte/vxlZRhClmVsxVXcdYm9bHbrqWh9+H46m4oYVK1pN0cY96q1Jhtka+hbyCmMSRGLTq+ZthcbHSEAAQhAAAKOAMJqk8RL5qUX1zJrDVSmbRXnpiA1kJmrCKvebd/kXSpaekJlo0SEKRVXG3yNMb7AmSA0ZjGP2RQT3WPt3PryRfvU8SJrM+pvZDxXOiP0oewBO5BrvOrBjrBaRYj3O07Abc+XuHnSJ48pFVP9yesKq+rrREIJVpM328kKaRJWdRK7RLyBEFY1rwS/q+673ty6+Nd2Ll0S376w06GVopcEykeWPmH77Lv1brlt7npN79/y+LzSLfoSDSX6+VdZ1mgYZAm4q624WvJJ9eL8rdu+W7hW/IxSv1GZnbLh6T8/b5sX2e4E+msfm5dxlrD7xZ0PKxWSY/aW8fFj4tu/5XqbmkmbTUgS4JVp6i4/rv7rel9jnvipL0RZxnip4YZrrm+zvCUO9+dqV1iVuHXQQQfZqRctWhQVNSUIHXbYYebOO+8022yzjRk9erR58MEHbZ9vf/vbZv/9928xvWpcZZueddZZUZd32WUXM2vWrJwta61VXs/qlltusWKXP27MH98u10eC2B577GHc/51R1113nTnllFPsf+X3smXLrN8x+2KMlixZYpked9xx5utf/3pb4VW/iy++2M5/++23t4yx77772rjErnDedthoXLE/9dRTzZe//OXGs6055zXXXGPFdf8KWcbYSkg85JBDLBux1OXW080332yF67L14eZzNpUx0Fq9+uqro7V4P/GJT9h5Q05Va03zv/TSS1Zw9teNxtMVi5Ned7F063Kg1kxbC41OEIAABCAAAZ9AleBXRCvIhLMC1YZX9ZUCMI0SAxtFtrhbAepJP2szzA40Jia+OBHHN6m1XdVYRdvfg35h9l/TX/kz9elGHVZ3pdRjbYhuZVmPA2lXK5OGzc/m682m+ui1C8sXtMbWmLS4GWOq1lRT9E4er2jtemJnLHZxAbpZwsEE2cZuDl9ATco8DjNmi8sy5O0psSMnzqeOZ0yav0XzVnDJYlCVITw4j2WE1cHhzCweAXfyvA7rsV8gn/iFeWDpE3a7vp+d6LaEuxqfEtGef+WFQpax7FKJcxLdLtnrVHsS+7/seoK5/L7rzOgVVzXf2vMU8+unH7KZh7oeffFJs/pKq5r3rb6eee/o9SozaAkqBIYbgXaFVYllEgznzZsXFUkl/uy9994W1xVXXJFlTep1CUV67e67727J4qwa1wlnEqj8S8KnBDNlG950002ZuBqKe0Xxc+NKUIuJvrJr9uzZ1ucyYVWi6tFHH91Sx1Vi2sEHH2wmTpxoZs6cmZkhUW3x4sUtIt6MGTPMySef3La4On78eLPzzjtbzg899FBL1qpERV033HBDZotic+2115qzzz7bTJkyJSuZ0A4bDVokrIrxAw88kBPAU4RV2SzR+Y477sj6OpFRQudTTz3VEt6Yn65R0XvKSD300ENtXMIxXZ1evX/XXXeZBQtadz9o/CLRPfaeWzOxOKm9i6UrYTFQa2a4PdvwBwIQgAAEhoBAO8JqpBapxK5v/tyY+fc0s/pShdXCbLn5OXE1KYMuaayI4NTSr9nGz/5zPu84wZhPntF3sFVZ5mMWzsh4KaHusF2VNVZTfawhrCbFTSxS1tQ6TqQNMkeTYtAq3GraVmG1WJAszFrNeMw0ZlrxwWh9IW+KkZt4ZSdK6vvm5y2pi+sLq+9t/GIjVi84dbx8u/4IqxF/U9b/ALRBWB0AqAxZTmCLc3fPsgvVUhmGB261m3nlzdfsqe4uu1En1OvStuvZD9+aCZ7KylPGoa7v332FOX+/6TZDdP3V181lv/rbxFXDVVuwtXX6Y1ceY7NVfSHWbbGvquk5HGOrTGBx/+ULT5ifTr2oMqN2ODKo8sllrIrR/cdeW7pVv2qsbn6/HWFVYtZGG21kLrnkEisgSRAKs+2cMBgTi9R/2223NVOnTs1lZKaMWySsirEyGnfaaadclmRdYVWCmcRTX/zU2BtvvLEVGyVUlgmrrl2sjquz3WUeOkEtJjBrTte+SHArWlcuu1b9PvvZz9rsyDDztUxwdLELs3nrsJFtMWFVwuif//znFoE5RVgtiqX6nnvuuWb69OktQn07wqpsdwzDbGRx1Gs/+clP7EFosexb9a8jrBbdDzE7BmrNdPMzCtsgAAEIQKCHCNQWVisElnuaWZmJwuqzLQcqiV04R5Ewk2+XNlarMBXN2Au35se2WtswJ2Ts1WbcWD+dtitVWJ0f1oANfUwWVtPitlYhQ3fQl8v0TR0v4f4rEjLLDjCLlmvwbTL5DOACM1LKCvhd00o4pIv3ufFq+OsyhX0xOvZa6HZdfxOi13YThNW20dGxXQISPBcsfrAlK9Rtc9aW7JNu/rY9+d7VRfXnkvipupba0r/56Pfadm57v6s7qmzX7b57gH1/7Oj1zbK/vGoFW2XLbrTG+nZr+aorrmqFWCeqSuDdbdOdrF2pW6pdrU6Jwgdtv2/PCW7uwKP+1uZsdy30Qj9XgkLr4/v7nZlcuqIXfAttbEdYlfCmrEZl8zkxMxQHlVWnzEQ/I7KKT8q4ZcKqxj/88MNtVqMTeusKqxLKVOLALwfgfHTvFQmrRWJckd9lop/6OKHZ305fxdAx0N8Sh32mft+quSUQO+HbMa/DRnPFhFW9vttuu9lsXF+UTBFWlbmpS6Jmav3ZdoXVIgFTXL7yla+YadOm2bXmOIdxqSOsqq8yomMZsOHrVXFrd82krCvaQAACEIAABCoJxA7Baenkb2FPzOhLElY3MleNT8nwK/LCFzVTxwrtr9iC77Z1lwhQse3vOYvbElY7b1eqsBrLcsz5mCyspsRNh3glrqnC+rcJ4nZoSlE8y2rdRt5riIYbmZkLvmi2KvEjm75MyIzgcnVb43VJ8yUe0ktSeKU2avoblmswpuJQr5r+Vj6v+tkAYbWfAOneGQLKQJWY+uc3X7UlAXR966MHmcsfusV8bN1NMyHV/VsH9+iwHrVRvdE1V1rNTBjz4aw2pTs5/ZEj/8381+PzrejpDisKhVkdKPW1nY8wHxmztfn1kofs3J/bvrE1VuUHbn54rv33UTsfav+WMOzKB/zzbRfag7BUS1VjuH6doTKwo7hatwdsPrHlkKyBnbl3RneHaJUdoNU73lRb2o6wKtFU2XouK1OCV5gVmSpo+hamjFslrIbvyw7V45wwYUILDB1i5Oq8+v0knn3/+9/P6oAqS/Hpp582Rx55ZK42ZiieVdkWGpDCqEpIC8f0s37lm9u6HmZWVo3rv98OG9lVJKxKbNf42r6vUhISSVOEVQnce+65p80oVu1YZSerPm5Yr9VnUiWsaqwzzzwzh1EHY+kXB2PHjs1lYvuZwLLZia+xmrx1hVVfvHf+uFiec845VsiNMY3d4VWxrX4q0AICEIAABCDQJoG6ol9lhtuixgE/KcLqacZ8s2C7ctSbIhFYGZbJYwUiXqE/gVjXHzGxLmM5PwB2pQqrlXVx67Ioi9tFU8xaqWvKCatV46XcCp0QVls4lGzTb9qUln3qly04uCnaVjhVmFHd7JcxC8arIaxGRd7Y4Vqeqcn+psSsA20QVjsAkSHaJ6CMz3/5+fesSKqsU9VC/dS1J9tMVdVdVXaprtHvWs2e9C4hVQc77TBmW3va/LorrWa3+KuOqtui7U6nV1t3CJDE0L+/9it2LB0m5YRZzant77r2uup4K+Iuevl5c8u0y801991g53DCqebS5YRf57UyGbda7wM9J05KWH3u5RdKD3lqP7LDo6cYvfrW60mHUw0Hj+sKq04A8rdIS3j73ve+l6tHmSIa+vxSx60SL2PCqsoWjBkzpiVcH/rQh7It8n4/d9iSLxwrw1Jimn/oUDcKqy5D1a9hKqFNtWf98gZV4luRsJrKRrDLhFUJvqo3K4FUQmuKsKoxXR3YOXPmZIdvFdXFVfsqYTV2gJfGU9kHCeqrr756tm6Uofryyy9nWdhuC7/LYPUXWF1hVX3DWqqx2qsp91VVbIfDcwsfIAABCECgSwnUFf1SRbCOCqtuS3iToXc4UJZJ2c3CqstkbNli76+JuJDbmj3avuA7+MJqQtxqCauJ46Xcav0uBRArS1AhrCZlb7os1IpM0IiPblt+Pru1YguunHEAACAASURBVLzK+/nqRq3j5JqtnmFJ/qYEq3NtEFY7x5KRahJQDdVv3HW5UcakhFVlBY4fu42tgeqySiVaaiu/DpVSmyt3/ZLto0vb/JWl+uzLz1sRVodcuQxDbW2XOLrqSqsaJ7Sqj8bVpVPUXcbr0TsdYqZe/UU7j8Y5cefD7QFXKjGg+X788BxbIkAiq4TXyZvtZA657fzcQVuh69o+PueJu+0Y7nKlBlzma9EJ7+7E+NhJ9Bfvf2ZpuYEvXX+6LXvgrtgJ8xKZVbN23uLf5ERi2Seef7/dPi3b3cOT6//ho/tHBdmwnfMl5CPB8lu3fbd0xcj2mC3q5EowzH38bpvN7C4J5RLCp26/X4sYGuOpfioL8YF1N2mxJfTFNVBJiarYqW3Mx9hcipl+abDk2OsLywwUzecbrTV99McP7VepgrrCqoQ11Rl1p7LLHnfqvWquugxQfyt5ymMiddwqYVVi2FVXXZWJvClClOzzx1Vm4he+8IVcqQNlJSqTsUxYdbVJYxmMMQYpjJTFK1E4rPlaxFTinGqYSrB0l0ojyCa/VmuV+ObP2w4bzV0mrOp9lwGqjMwtt9yylG2RvxrjO9/5js1+jdWqrRJWNa4rV+EOrZKwOmvWrJyo6jJ/Q5Fe86655poth1i1I6yG6ycW+4FYMyn3J20gAAEIQAACSQTqCqup27YLhdWU7fuBeFiSVde3Rb2oFEC4Tbx/pQAqszkLoDdEzRKxrCUO9UoBpNg18MJqO3GrUQrguQvM+GlNoa/vY7MlXlmOIYxLoeiXVpbg479UCYD5pbdYuDW/stZoihBZI8O0OOvZNzvN3ykl7E2BTZX+Jj2gOtsIYbWzPBktgYBEsdNvOcdun//hAWfbeqsSLZVx+vzLS82Wl/2DzVj9wk6Nrfe+6KW+T7z4lD2o6rW3XrPvabu+LtVLlUjlxtXhVK5+qt6XqCpR1AmzylyVAKvLZaFKmFNm6mX7n2WFv7CWqytP8C+7nlBYh3XvGdOsoCqh8ojt97c1W+94fL4ta6Dr0RN/Zv+W3fJFGbrukpA7cdMJ1hcJcypjcOxdl+XeLyo34OqlusYSqv9uswk5fr7IrKzdSZt+3Ky20qqZfWIiBqF/EmOvuu96KwDqcpm+oSCpdhfPm2W5/ecB55hN19k4KvS5OH75p9/K2Mue962+nj1Iy4mlio8Ec/9yJQxc/I7e/gB7wJnKM9zw0Jysr8b7xh59bEOeGvu8vb5qbZQAH16hz1qTTrBV7CTiS2CPxU6vOR+n33ZxJtKrdq8/l8YZ89397BB+hnVoSzif+H9p+wNtMx3M5tZvjFfCLZk1qSusStiRaBdurddW86222ioTAMNap6FNbnu9EwxTx60SVkMxqh1h1W3Blk8SyFQGQHZWZVXGtnP7fjvh7qSTTrLb16sYxbaCl8XWza9DpsIapGeddZbxt5SXCY7hvD7zVDays0pYVRsxUDmAb3/72+boo48uPBhM2Zs/+tGPojV7y+qK1hFWZY/LQnWZtI63Ez1V7zaMqX7REIq67QirfhkHlTiIHY7V6TVT51lBWwhAAAIQgEAlgdrCasGhStlhS/nDq1oyLoMty/bAqSdPN3OVueiMDQSmYoEmf2BPylgmIgzXOSQqRcCMMq/gHBNeO21Xp4XVqtgaW3/UNEpD5Oqjth60VLRl3OfSEDPTxktd94X1ZK8Mt+DnReOGb3WE1ao6sA0mi86Yay7cK7sTWt0oWUf5+yRxvKJD0goOLIvxit+fVf5WRmhAGiCsDghWBi0i4Gqp6v2rDr7A3PnEfLPPT6eXZn+2S1Miol+j9ZeHfM+KaJrzIxtubZ5/5QUrxkn4lLi751aT7WsxoU12X33/DUaHVG2xziZZvdXQNiduSvgKT493WYfKePQvHajlhDF3+JZ7X+KeMnjdVSacubqyru2fTrw1J+K5Q5j0vgTcUKD1BUu1UX1aXzh12cBufAnHimEoSmoeiaOhn7E4+jYrPhLDdflM/NclME6acbgt51A0v8sA1TihWOnzlNBeZaPPLFZn1YnoRUz1+hbn7m6zaM/fb3oLAn/82JoJO/ztmR+3L/m2u4PaxERXWeZr1b1UR1iNbU1244fvuf+Hp6qrvROvtN1aol2dccuEVZcB6WfOtiOsykYJWMpc1IFCEvxU47JKWFU/ZYwqwzR2aJez3WWOuvF8e/14KYt39uzZxt/WXxbPogOQ1KfOIUgSvS+++OIswzVknsJGc6YIq24tqL0yn6sOBouxKhOg6wqrssPPpHW1TcNt+n4cYu+1I6y6OGl9qH6sWCxY0Jedr/c7vWaqng+8DwEIQAACEKhFoA1hNTvAxtuSb8WVnxsz4R5jJlkhzW3b9gUq77Adty2+JUsv0i9qo39wT3OOlLFiGbdF2aL+1v26dUVjQSioR1l4QFGH7coftCQD4/Vmq8XjerGd762TbE7Lx1sbkRi3rKlmFnTSeFU3QVl2aJEtUVHXn6ikFEBVNqpbG4V292U7J9U6rTFe4f0c+Js0r7O/yt+q+AzQ+wirAwSWYeMEnJAmseyJpU/ajD9/234ZN4lQymx1ApLfViLbd/Y8JctgdZmgEqvC9mo7esVVbd1WbZv3t5K7MSVcHTfxsJw5Elz3mHFEdlDWpM0mtGw3d6JeTLSTcDn74duyuq9ucF9cLBJWxciJrzfudXpLtqwTDH1//bH8zEj5f9O0GVHUvtAX+hCbQ1mcoWDYCWHVZ+ILvL5o6guuvjMSGt997qezl3yhsa6wqnIVLis1Jqz6WcIxru79Ilt9AVkGx2Lr+xYTVvW+zysU1Os8i+oIqxKpJH7dfvvtLVPEsgbdAUXKRlSGpupVShg67bTTzOLFi7ODi+qM60Q+iU7+JTFMJQCcWOvek7inDE5XoiA0XAdYKbszFA8l9irD099CnyKsujay48QTTzTjxo2zQrIyHpU1etxxx2V1XWWLK4GgTEiJeGKkzNYzzjjDiqqhkCg7lc2oP/7lBMqpU6fmxndtnFjohEvH3D+4SWOonTIw/XnbYaN5U4RVtXO26d9FwqreUzay1o2/npSlK6Z6PSZAtyOsai6XSats2meeecaWKQgPAHNsXfkJf/52hVXHQiUHDjroILs+wqvumqnzPKAtBCAAAQhAoF8Eig4CCgdtqQ+aP5HcSDz73CJzwu53NIVVDRDUxJSUNmOBmXRXmKUajBWrRdoiFDVFOfd61qdqrIot9s7vnBjYd5hQtehYFY3APtu87ICiCOfjt+qbpI7g68W6sU39WZslebXztc5YqbFNjptcSlhTtcYriUWl8BfGKaXmaYmwWraFX3dKZQZsfv5Ye7+2at3xWtibAn8jgm2+pmuTeYW/VXfJQL2PsDpQZBk3SsAJQ75QGGZGFqGL1S11bTXetuttamukhodLlYXCt8NvJ5HMr4/q3pNw6S4JtqFgVpSBWWZDirAqwU2ZvbpiWat+PVAnFPvCapVA6OwLRUlfpHOipLb4++ULQsGxv8KqBGiVg9AVZmY6wVRxcCUVYmx9Ada3r66w6rePCauaWxmpTrwP17LscPV/QztdBrCyh514W7WVv0hYdTZU9a96LKUKq67GpL+dPBxbYtTDDz+cZdlJqJMop+xH/1J91unTp1vRse64TuQL59bW7c9//vPZ6enufYl7ZZcETQlVoXjohGKN64TkFGFVc6mdxD6Jsu5S9usxxxwTFcrcgVMSrd0lYU1CbHjifVEGrsv6jdUZzZ5lG2+cCc8SHGMHN0kQPvDAA3PztsNGc6YKq2qrtSMhuUxYVUwkYkr4LVpPYazbFVb9kgDKQJZtTz31VHQpuRIMvhjdrrCqCZQBG9bEDSeus2aqngG8DwEIQAACEIAABCAAAQjUI4CwWo8XrftJwAlDGiZWy7NseGX/nXvXzKhw6gRSCaJf3Pkw8/jSJ7PapBIlN1t3Y3PSzd/OxFLXvkhY1esbrbG+0eFLKhWgS+UC/AOpJPqFh0n5GZ/q48bZYcy2ZrP1Nik88Ckmhqq/E/YkkvrZjX5mo8tGleD5b7+6LsvA9YVVX2hUO9VxLbqKtuH7toR++va0K6yqJupqK66W1aJVDdGDtt83KzVQRxT17fNrrdYZw+evfxcJq2HdWlfX1cWlKAtVMVm87HmbPVzEPIxRTFh1dYSL6t7WuWVThdU6Y8baSmjS5TJE+zteL/SXaKxsR11hhmnMfgl0OnW+jJE46k8sk7EXmHTCRomeOkhspK2ndtdMJ5gzBgQgAAEIQAACEIAABCDQRwBhldUwqATcyeztnGAuUcw/7Mg33GWSfmzdTY1OrJewqjqf2u6vyx26pH+r7dd2PsIeYhUrK6A2sS3uKaDCepdhn1hd0JSMVYmkftapn8kpYW3e4t/YQ56KxqqTSVvU1hdW5Zd/MJgv6rUrrLoSDU5kdgc0HbVz4xCzOqJoUUmDOmOEcxYJq36ZBb9OqitdEdba1bih6OrbW7b2fGFVYr0rjRET+VPWa9hmsITVdmyjTysBCar6Ex5OBSsIQAACEIAABCAAAQhAAAIQGBwCCKuDw5lZOkRAW551xQRRX1z95QtPtLRxgqq/7TpWNkAC32PLnjMSaSVeOWEv1QWJq8qu/dXTD0ZLE4QHKqUKq6FoqzIE66++rj1V3mVFpgirVXU8U4VV2TP16i9mWcBOVLzmvhv6dXiVRMfPX31ClpnsMmzriKK+UOnzrjNGqrCqdj4zdzCYslAnjv2wcRms/voJRVdfnFW7ogOofGH1q7sea/a66vjCMgSp69Vvh7DaDrWh66NsTdVh5YIABCAAAQhAAAIQgAAEIACBoSGAsDo03Jm1TQKuZmVMEJWwt+5Kq5kX3nw1E5skkh6x/f7muWVLzTUP/yyp/mpYJqBq63yVKxIgL7n7SvPVX11jm4aHQqUKq+obZmIq89dlq4YCn18KwM8uLcq8dH74NUP9McKMVbWXIDhpxuE53hPGfNg8svQJM2vqBVVocoKkX682tpXfF0Wraqz6/Z3QKWMGSlh19VI1h9bPN3Y93tahLaofHB5aFYIqilFYCqAoi7kSfEEDhNV2ydEPAhCAAAQgAAEIQAACEIAABEYiAYTVkRj1HvVZIt4P77/R3PL4vFKB1GWcfnrsR8zU7ffLvL3j8flm/pLfmD+/+Wphf5f1KoFWh2GphICEsj02m2i2G7N1aW1STaRMVV17bDW5hbIT0/ojrMZKDfgZqEUibdXp9c7YooOjfFHSF1v1ut/HjRP6WLTkirJji2qklh0U5c+x94xpWSatn/1ZJaxqjelav1lX1xdMqwRpXyzVmllzpdVs/dTwcmMqbq5+r9o8sfTJ7BCrIuE4VmPV99UXkdu5zRFW26FGHwhAAAIQgAAEIAABCEAAAhAYqQQQVkdq5HvIbwl337rtu9mhTDJdwlNRfVTnmjs4yv1/0cvPV2ashodZuSxYP0NWNTA/u9WnoyKrBEFdsfIBThQLxa+UjFVfHPRFR7+mp+YtGitWRuDDG27dsgr8zFY/g1QNYxmrbgBfuNVr/RVWfTvCg7GOvesyO21RLVJf6A3bVAmrmvd9q6+Xxc9nXSWslh3o5YN2WdeqiRteRQeUuXYxYTXM5L1j2sxMGK57myOs1iVGewhAAAIQgAAEIAABCEAAAhAYyQQQVkdy9HvAdz9jUGLdvlvvZrf169AeXVXiah0XJarq2miN9e3fOvjqpE8eY0UqZTI+8eJT5v4lD2UZs2p/4s6H57JTJZrduvjX5ocHnG184dI/uT08zMiJZZrzTyfealZdadXMbOe/L3L69ThDsc/PXgy3ofssJciGNvrbysM6sDLICYehjc7YogOjymIQy1j17VD2sZ/1GdZ1Df0Xmy9cf5rNVo0dFFYkrKrf86+8YA9HO2+vr2axK6rVGvNJtr373E/bt0LB27V3sYvxVRsd7uZKRsR898d/9MSfZWb4QnTYr849gLBahxZtIQABCEAAAhCAAAQgAAEIQGCkE0BYHekroMv9d8LbV7bZM3cIkIQk1RaN1Vpt1yX/ZPuqMZQVOfvh28zlD91iNh/9XvOdPU8xH1h3E+MLXC5j1mXK6v+X7X+WbadLWZ6X33ddtmVdr/lirUQ2jS/x2JUjOPFTX7B9Nc+1j80zTqSVPSfd/O2WsVTCwPVRPwmLEg8dN4lwo1dc1Tgb3QFfn9t+3xwCxcEdCBYTlF1j57/axDIy/UF9oTfGW+Lj0TsdkhOa1U4C5um3nGPLNOiSzTpoTNcPlyywf2u9/PMnj2np6wvPRTF2Irbvs2tblYnr/A/Xq4v3P992oY2nbD5i6z1ysVG8wzIXio/W1uMvPGXOvWtmbr27+sEqOxFmJKfwj/lfR1idMaNR5mDatGlRlGXv//73vzfXXntt4W12wAEH2JPu7733XvtHJ9/rcv122GEHoz/hdd1119mX9t9//9xbOuRJ9uigp5i97Y4r2zTnkiVL7Hy77babke3+gVJubOdTle8ax/nr/I+BKmKgtrJpzpw55uWXXzZrrLGG2XHHHVvsKoSf+IaYKoaaR9eYMWNsTEL25513nn09jFdVTHwzFi5caG699Vaz5ZZbmsmTW8usyN9nnnkmavkGG2zQYlOiizSDAAQgAAEIQAACEIAABCBQSQBhtRIRDYaSgBNWJRQdtNXuZvzYbcyrb75mM0eV2afX/cOq2rHVjfHTqRdlomfqOBK0rrnvBqPt6W7LukTOXy95yLzy5mvZMJutt0lL6QCXJRnOtf7q69osWY3z6luvZ2+vtuIqmX3q++unH8qyZWWHMmrDy+/jvydR8/GlT+aax2x0DSTI+pezMcbJjR0rh+C3L/JfbWJlCsK51F9z+ZxXX2lVy9nVSA37hH7E7N90nY2tIFvUtsw255Mbo8zfMDZhvF1fjaU1r4zaorWi18P+KQzD8eoIq3PnzjUHHXSQOeecc1rESomYJ598srnmmmuiQpgEwz322MNss802ZvTo0S1+TZ8+3YwbN85IlDvrrLPMSy+9ZNu4furzwAMP5ARMvb/vvo1fCNxwww25MSW8nXLKKWbZsmXmoYcesqKtf7UzrsTPK664wkyZMsV88IMfNBIKr7rqKjvszTffbO33bb7lllusuFjlu2+/83+XXXbJ2Ss/HnzwQTv3zJkzs/dkw957723fO/TQQ62fRXbF1n7qaxKHJ06caNZcc00bRwnJek08NK/sdtdaa61lTj311Ewsdq9XxcS3Raxnz55t51uwoPHLE/9S3OWz1lN4fehDHzJf//rXU12jHQQgAAEIQAACEIAABCAAgVoEEFZr4aLxYBOQWHTkdaeWZqa6Lfx1s1f9rf/f2vOUtutSiokEte/8/HvmE5t+PHpw1WBzYz4ItEOgjrCq8Q8//HAzb948+8eJlU50k/Dmi36+PU5cdGJjka1Fwqrah6KiXisSVvW6MirvuusuKwa7jFA3r7MndVwJdRJRfQFVfSViTpo0yWaJ3n777Xb40NdU39U39N/nFBOvncAYs0uC6+LFi6OCdN214oTOUNyWWHr00UfnBPUiYbUqJs4mMd12223NMcccY0X22Jopintdv2gPAQhAAAIQgAAEIAABCECgLgGE1brEaD8kBJQ9uGDxg3buZ19ZarMUt1insaVemZZ3PPELWxpAJ7G7S3U2/Utbpx9b9pxZt9lGbY/Yfv+OCqGyM5atOCTQmBQCNQnUFVad6KVMQZcl6sS9WEapMydVXCwSViWqKoMxzIiNCWwSerfeemsryGle9QmzHp09KePK54022iiahSn/lMl76aWXmlmzZtlMzoESVjWXL1pWMXUcYtmjNZeJFbCVNevEY79/uPU/JqymxMSN6TJbtZ4OO+wwK5D7GbFqh7BaN4K0hwAEIAABCEAAAhCAAAQ6RQBhtVMkGWfICWg7/J1PzDePvfCUeWTpE/bwKSe+Pvrik2bZX141G665vn2tbLv4kDuCARAYIgJ1hVWZ6Wcp6v/KCL3kkktK61pWiYDO/SJhVSLpueeea7d/+wJuTGBTdqnaS0x1gl4oyPr2VI3r/L377ruz7f5l4RooYdWN61i7LNqnnmotCeLsU4ax6sHGBNE6S87FRSKtqx1b1D8mrKbExI33iU98wgrjmtOxX7RoUa4MBMJqnejRFgIQgAAEIAABCEAAAhDoJAGE1U7SZCwIQAACPUygHWFV7rosVf3bz14tQuFEQVcH1G/nC3VlwqoOJVK5gTBbVmP5NVbHjx9v64C6Opu+UOfm9cXPqnHLtufH/C0SVovqy37uc5/LRGlfwPTHlkCsjN2xY8eam266yYqMKeJiXdvLlrJ4XnzxxbaJMnh33nlnW083PFwqJqymxETjhkK4yxYOhXv5LsFYor5/cXBVDz+MMB0CEIAABCAAAQhAAAI9QgBhtUcChZm9QeCPf/yj+cMf/mDWXntts8q73mVe/8tf7N+Ln37arLLyymblVVbJ3n/Pe95jnl6yxKz9nvdk7eSl39aN4bxXH82h19+1yipZf73v5tLfavfoo4/aOXU9unCh2WLcuGz+sRtumLX/wx//aF5/4w3bztmtsf1LY7n3ZJ/+rUvz/OX1163Neu2N11/P/NG/Na5rK5s114ZjxuTGVq3KqVOnZq85//SCa+98ET83h++/80F+ORY+KzGJXYqVGDn/HRe19eMmmxUr97fau7lkm7Ih5YObR3P34tWusOrqqspnv95qEYOyA5zcwVXqWyas6iAol8HoDtAKxUV3wJZ/YFUs6zEUP8vGrStOFgmrMVFZPssv/fH9d4dXuUOrJGSqlqlEaImqugZbWNWcivutt95q7rnnHht32SfB2Im9ahMKq6kxUV8/s9WtJdV3VTz9rNuiw6s4uKoXn0LYDAEIQAACEIAABCAAgd4igLDaW/HC2i4ncOONN5o/vviiefEPfzA7T5xobtBhLl/4gnl68WJz/4IFZp211zY7TZxoLvn+9+3p2e4U7e/967+aY/7pn8ydd91ls9B0yIyu3XbbzQqk7tpnn32M5thiiy3snxOOO87su//+ZruPfMT8f+edZ8f/tPosXGhFvtdff90sWbzYnHb66bbfwkceMbvvtpsVd/W+xtC/58yZYw455BBz5ZVXml2Uebbbbtmcc+fMsf9+8Y9/tCKqss1+NmeOGbfllkb2XHrJJdlraie/NZ4ES9kjFmorsVE8LmxmubkJzpw+3drnLgmYC379a2u75lNNRTe//pY/++63X85/ZattucUWVuCU4Kp+Rx19tPVZAukjjz5queq6//77zXbbbWf/Lf9l561z5pj3rLOO5e7auX8rnoqZtoh/7YwzzPU33GDnciKq3ldf2btw4UI7trj04tWusCpfU4Q9x6QTpQCc+OgfoHXCCSfYKVzGqt5TZmfscmKs3ovZUzSuE119sTYcX5mVTvDsdCkAN3+YtSnBUYdzhfVjfdvK2vgHeLk+L730Uq1l7A7UOu6447IM4VBYTY2JJt54442tWBu7/FIMddZeLYdoDAEIQAACEIAABCAAAQhAoIIAwipLBAIdJOCE1dfeeMMKlm+89poZv/32VuhbtGSJFd2cYKg2jzzyiPnodtsZ/XvJokVm7XXWsQKnhEWJoBIQJVI6sc8XVmW2BNqVV13VnH322eY3CxZYAVGZk0581bwSbyVmKjNUwt8Zp51m7v/1r23mq7IuJUTecP31dt5vfPObZtWVV7btJXjqNYmOGlN9JGDq33rPCatOGNX4C+67z/qwaPFis9HYsVZY1SXhUf784cUXraD84fHjM+qhsKo33OE0zm/ZKT80ti5x8f13YqbG0ty6JJxJaNK8yjB1Yqr433nnneYzn/mMbSdxVeL1+I98xArL8kuX+h39T/9kRXGJVb+6/36z5ZZb2gxcCd4aW6KqhGZdEpvHjB1rx7788ss7uKoGb6heFFb9A7QcKQmrbtu4RL5we7pEcv/wpZiwWjSu255eVEdW99hOO+2U1ZnttLAqH902fF9cTBF8tVa1ZT88/Eljyl89j/zLidf+a86fsE6taxOKnL6wWicmLrNVnN///vfn7Dr44IPtc8iVd0BYHbxnBDNBAAIQgAAEIAABCEAAAnkCCKusCAh0kIDEtscWLrRi5TrveY8VMf71Bz8w++27r1m8ZIl9T5mUEiFXWWUVm9koMVBZnhJBNxw71gqp2u6u1yToSchzWZsSQ3U5cXaf/fYzv77/fvOR7bazfTSH5tRYmkOXxBRlwjoBUGNKGLx73jz7vgSK62+80c4xbty4bDy3nV0ZpBIcJRqqjXzYfNw4K8zqkuipMV3WpvzybXS2K8Nzt8mTzZy5c3MZnTFhVRwl8EpwHjtmjBV39W9liipzVpd8lO1qK8HXvS9e71l7bcvCtfNLG2i8eXfdZX2RD/JTPqm/4qS5dImt/LYlEJqxkmDt2IunxnUcldWq7FeN7Zc26ODyGvChelFYFRQnwunf2jYvYdVlT4YHHfntnTBZlEEbG1f9XU3PO+64I3eIkt5zma7uUK2BEFYlUE6aNMmsscYauS3xWpN6zd+K7xaNslX1y4myTNvUBaZM0lgtXWeXL976wmqdmJQdtBUe1IWwmho52kEAAhCAAAQgAAEIQAACnSaAsNppoowHAQjUIhDWWK3VmcYdJdCrwqoTNLXt3wmrEhm32morM3PmzCgjiYNTpkyx2ZtlpQnc1nU3rgZzNWXXXHNNW+tUmcwSFS+99FKbsexns9atsarx3QFeZfVc3binnnqqkWiqS9mye+65p5FdJ598ss30LLKrPwvHZceKiQ7b0jxiIr9VQsOvs+sLq6kxkT9bb721zTqfNm1ai6lhVjDCan+iSV8IQAACEIAABCAAAQhAoD8EEFb7Q4++EIAABIYRgf4Iq25btvu7DIuEsdNPP934B1XF2kvA+9GPfpTVTC3rJwHxsMMOMzqwSGKc6q0eBzcFywAAIABJREFUddRRLWUA3DwSLX/7299a4TV1XN83zaf/K2NaWbG6JNQeeeSR2eFTTuz0fXVzlfFxXEL/wz7yYf78+WbWrFlZ5mxo1+jRo83EiRNb7OrvspWwq/XiathqHvkvUdTfui/RU+KrygqkxuTAAw+0IvWFF17YUgbA2S3B+4Mf/KCdr87a66/f9IcABCAAAQhAAAIQgAAEIOATQFhlPUAAAhCAgCXQH2EVhBCAAAQgAAEIQAACEIAABCAAgZFGAGF1pEUcfyEAAQgUEEBYZWlAAAIQgAAEIAABCEAAAhCAAATSCSCsprOiJQQgAIFhTQBhdViHF+cgAAEIQAACEIAABCAAAQhAoMMEEFY7DJThIAABCPQqAYTVXo0cdkMAAhCAAAQgAAEIQAACEIDAUBBAWB0K6swJAQhAoAsJIKx2YVAwCQIQgAAEIAABCEAAAhCAAAS6lgDCateGBsMgAAEIQAACEIAABCAAAQhAAAIQgAAEIACBbiWAsNqtkcEuCEAAAhCAAAQgAAEIQAACEIAABCAAAQhAoGsJIKx2bWgwDAIQgAAEIAABCEAAAhCAAAQgAAEIQAACEOhWAgir3RoZ7IIABCAAAQhAAAIQgAAEIAABCEAAAhCAAAS6lgDCateGBsMgAAEIQAACEIAABCAAAQhAAAIQgAAEIACBbiWAsNqtkcEuCEAAAhCAAAQgAAEIQAACEIAABCAAAQhAoGsJIKx2bWgwDAIQgAAEIAABCEAAAhCAAAQgAAEIQAACEOhWAgir3RoZ7IIABCAAAQhAAAIQgAAEIAABCEAAAhCAAAS6lsCoN275/PKutQ7DIAABCEAAAhCAAAR6g8AoY0z2qVL/Kbkq3s73rG48qrqJMSapUd/Uhc3l5Ap1TWy0zzHqUFgzO8v9E6P0D/2Bf0WmpiJNbZe6aORI6pjRdvHOaesoNDLVkIp422ESxkpoYsepwaiW322vYXUsMD7JpzQ8te+qWs5XxTDVkeY4pSy9sVKHrbHWUznlh+zQcz11rVca6Rb5qKRbp3K44AFd75mZ+FxIjWU2XO0OETcjP7OqYbS26Ni90gmfEp+X7fjZVh/9zEz/CRufopu4DDdbavxAbCv+xox6+ex+r4A2p6YbBCAAAQhAAAIQgMCwIVDnc3idtgmAan3fS507tV2d73d1xkzw2zZJHHNU6ve+1HaaO6ntqBYdOtW1fDvP0VSdoLBdRDheboxlVHW1jJkYgKpx7SJOGCuhSTZOUltjyu+fYJDEMSOqTPGCSR0za1ex8FLHE/HkG6MqgBrsbxIaeU0K7QwWWao/Le00ToFNiWMOubBaaWfzvqlslxKawNuk51vRsi4wKHXMzNyOONb6y8AUHGGbFbrIljo//Ep97ZRPus+Gk7DaCX+SPyRUrMaUH8xVCzr1Q0PVOMXvj3rl3H6vgPZnpycEIAABCEAAAhCAQO8TqCM2JX++dQ3Lv/gsX27MCpWfu5tjpc5d2i4QK/o1ZmrngiWSdS8fJ41R83vhCiVijG9GkunLjVm+QgeE1WCypLmdPyG7uH/1GLkxUw2puMWzySu+5CdNV2+tl/vdJvcWdwvu5SR/moMlrnX7zbbyedAYc/ny5WaF6odH2vPZgqwhrFY+Y5pOpPoTbVdwLyeOmW9W0SlxzEZ8EhonNGkIWSsYs7wTv7wJvE36uVL2jIn/8iZ1bTZXaPpiLl2lic/0sjGSH5BVt0sHbMnS8fsriiYtsiqHmougxr0fHbGTtiQ+AAs960SM7BO2A+u3E2N0ypbypTBq+fkIqwl3C00gAAEIQAACEIAABMoI1PmOU6dtCvU646VmDJV+N/HerPO5P2pnHeMjMLLuFeOkTmPbJWarJI25gjGjBKm/V5vlF1riXfKlsa21kQTBKXnGvF3AwqaNJnwhrpzOW5CVbZsxKW0XvJk6Zku4m5mF4et1xktd66lxlC2dysKz2BPvm8rv+YEDqYyi7UoyVpf/1Rjzdo0bs0PPmFrCatWzo7muUhmVetvmWo/OXbAIa9uZ8EyojGCHhLJaW0PKjOqET3Vu8ipbqtZYJeDizPCUrlmb2oujYPROjNOfGL1tzNtvpPxwSaTTCX/sw74DWcXFJo/a5riNO7GSEqHQDAIQgAAEIAABCEAAAqkEOvWBOnU+r92gTT04EyXPktpQ3yBS27aBv7VLpyaLG17LnXZMUamBv/0b87frrGyWF4mrgwu0D3E7/nQkpu0O0jmDO6YV1VpA7frdTr8iVn81/7PiBubtd6xZU1xNt8HN/MrbK9iV/f+WjzJv/FX/Tpcf3jYrmLfMOwfpzki3K51Cuy07t8YbFnSTb+0yoV+3E1i+/G3zjhVWNn/znmM9cbXbre6ffau8YwWzon5/bKZ9iLusfyzpDQEIQAACEIAABCAAAQj0DIEh+PqjKVd8h3nnBquZ5X8dgvl7JjY9bGhXhjVu1KjlfzX/u/IHjHnnOsYYZa5269WVULsVFnZBYIgJvG3+ZtTKZuX1TjHL335tiG0ZnOlVJcP+Xu0dR32Qp9XgMGcWCEAAAhCAAAQgAAEIQGAEErD1PFd8h1nxfasVlwMYgVxweYgILP9/5q13bWL++s61zaha5QCGyF6mhQAEup7A8uV/Ne9cYRWz8ronjRhh1QUFYbXrlycGQgACEIAABCAAAQhAAAK9TABhtZejNwxtR1gdhkHFJQgMLQGE1aHlz+wQgAAEIAABCEAAAhCAAASGLQGE1WEb2t50DGG1N+OG1RDoYgIIq10cHEyDAAQgAAEIQAACEIAABCDQywQQVns5esPQdoTVYRhUXILA0BJAWB1a/swOAQhAAAIQgAAEIAABCEBg2BJAWB22oe1NxxBWezNuWA2BLiaAsNrFwcE0CEAAAhCAAAQgAAEIQAACvUwAYbWXozcMbUdYHYZBxSUIDC0BhNWh5c/sEIAABCAAAQhAAAIQgAAEhi0BhNVhG9redAxhtTfjhtUQ6GICCKtdHBxMgwAEIAABCEAAAhCAAAQg0MsEEFZ7OXrD0HaE1WEYVFyCwNASQFgdWv7MDgEIQAACEIAABCAAAQhAYNgSQFgdtqHtTccQVnszblgNgS4mgLDaxcHBNAhAAAIQgAAEIAABCEAAAr1MAGG1l6M3DG1HWB2GQcUlCAwtAYTVoeXP7BCAAAQgAAEIQAACEIAABIYtAYTVYRva3nQMYbU344bVEOhiAgirXRwcTIMABCAAAQhAAAIQgAAEINDLBBBWezl6w9B2hNVhGFRcgsDQEkBYHVr+zA4BCEAAAhCAAAQgAAEIQGDYEkBYHbah7U3HEFZ7M25YDYEuJoCw2sXBwTQIQAACEIAABCAAAQhAAAK9TABhtZejNwxtR1gdhkHFJQgMLYERLaz+6U9/Wj60+JkdAhCAAAQgAAEIQAACEIAABCAAAQhAAAIQgEBvERiFsNpbAcNaCEAAAhCAAAQgAAEIQAACEIAABCAAAQhAYOgJIKwOfQywAAIQgAAEIAABCEAAAhCAAAQgAAEIQAACEOgxAgirPRYwzIUABCAAAQhAAAIQgAAEIAABCEAAAhCAAASGngDC6tDHAAsgAAEIQAACEIAABCAAAQhAAAIQgAAEIACBHiOAsNpjAcNcCEAAAhCAAAQgAAEIQAACEIAABCAAAQhAYOgJIKwOfQywAAIQgAAEIAABCEAAAhCAAAQgAAEIQAACEOgxAgirPRYwzIUABCAAAQhAAAIQgAAEIAABCEAAAhCAAASGngDC6tDHAAsgAAEIQAACEIAABCAAAQhAAAIQgAAEIACBHiOAsNpjAcNcCEAAAhCAAAQgAAEIQAACEIAABCAAAQhAYOgJWGH1f97+i3lj+Z/MW2+/bpabt4feKiyAAAQgAAEIQAACEIAABCAAAQhAAAIQgAAEINBFBEaZFcyKK6xiVh71bvO3K7zLjFr6x2eX//mvz5hbHnzQnPUfM81rb77RReZiCgQgAAEIQAACEIAABCAAAQhAAAIQgAAEIACBoSewxrtWNafs/g9mj222MWv+zQZm1FN/eHj5jb+5x3zlhu8OvXVYAAEIQAACEIAABCAAAQhAAAIQgAAEIAABCECgiwmcve+xZp8P72hGPfrCL5fvcNbxZKp2cbAwDQIQgAAEIAABCEAAAhCAAAQgAAEIQAACEOgOAspc/cVXLzCjFr5wz/KtTj+qO6zCCghAAAIQgAAEIAABCEAAAhCAAAQgAAEIQAACXU7g4emXIqx2eYwwDwIQgAAEIAABCEAAAhCAAAQgAAEIQAACEOgyAgirXRYQzIEABCAAAQhAAAIQgAAEIAABCEAAAhCAAAS6nwDCavfHCAshAAEIQAACEIAABCAAAQhAAAIQgAAEIACBLiOAsNplAcEcCEAAAhCAAAQgAAEIQAACEIAABCAAAQhAoPsJIKx2f4ywEAIQgAAEIAABCEAAAhCAAAQgAAEIQAACEOgyAgirXRYQzIEABCAAAQhAAAIQgAAEIAABCEAAAhCAAAS6nwDCavfHCAshAAEIQAACEIAABCAAAQhAAAIQgAAEIACBLiOAsNplAcEcCEAAAhCAAAQgAAEIQAACEIAABCAAAQhAoPsJdEhY/Yb57x/sY9Z7/Fyz9nlXRL2+9Bv/bQ4zN5p3fu1rQ0blS1++x3xng4XmpC9NM+cPmRUlE39yhvnD/uPMA9ftaHb9uTHm0Nnmf3f8P8aY/2tm/eMUYwac4aHmtvNPNNs+UxzHbsSGTRCAAAQgAAEIQAACEIAABCAAAQhAAAIQGGwC3SmsWkHRWDHxqA4S6TphNRRSg/+HYvTAi9MIqx1cbgwFAQhAAAIQgAAEIAABCEAAAhCAAAQgMIwJDJqwWovhSBVWA0gDL6SGUUFYrbVOaQwBCEAAAhCAAAQgAAEIQAACEIAABCAwYgkMmrCaEwmzLe6O+6vmv5rb321W6WarNd9wrzcEv79b2YvTG78q39Jvsz8/aka7LktvNCe9/KlcKQBr03qJY4bjGWOWBaUPysZz2bKznhlnDttsNfPYi//XbL6Otvk3rsfu+ZD50LOuFMAPjPmM729rKYA8J43Qx9AOmGBvOMZj95xrnt/GKwUQGcPaqWoPZe+N2NsJxyEAAQhAAAIQgAAEIAABCEAAAhCAAARGCoHBF1bvfp8VPJc6gc4Y0xD4/tC39T/IWG3N3Kyo6doU/YwvfDoxtynIbmFF1YZg2Sg30Bhz86WROrCx8ZqvOT8aomrxeE7EzImxbZYCsALxZiYTo2V9nmHDF+MxbtRrXTsQsPNjOGHY2vjwTjZOPsPGHOrzn2b9/YOausH4I+UGwk8IQAACEIAABCAAAQhAAAIQgAAEIACBkUlgiIRV74AmcbcC49rmJidyJpQCKN0mHwqWNrbNrFfTyHS1wurq+azXwjGj4+XFS9u3ZLwW8Tjz22ORWGM1zLxtuFdVlzZvb7TerC8gW2E1Fie91hBWc8KtFaY/ZZ53B2+NzPsJryEAAQhAAAIQgAAEIAABCEAAAhCAAARGCIHBF1a/9rVgG7nL8jzUfOmTV5jzf14kEjYzSv3AxLJLY4Jls48vfjYyViNRLsxYDUTGoGtLGQD3fnO8YiGzQ8JqbMG2lFxolhy4opnhusHCoJyClwlcKqzuaHb9uR+PvpINWQxHyA2EmxCAAAQgAAEIQAACEIAABCAAAQhAAAIjk8DQCKs51k6g87bR57Iv+wQ8fxt9/YzVvJgYy1gtXALRjNV861jGqt9iUIXVTFD1664mZKw2s3q3fcaVAijKWJWw6nvnauAGdV5H5j2F1xCAAAQgAAEIQAACEIAABCAAAQhAAAIjgMCgC6vRbezN+qbZ1nJfWA1qmbqYtCOstmSs5rbuN8RBKyqep9OZvKutUgD58QZcWPWYPRrWrLWupAiriRmri/9g/m6s8erTavwSfiPgRsJFCEAAAhCAAAQgAAEIQAACEIAABCAAgZFFYGiE1eDgpUZ90P9jshPnI8Jq6yFKqxlTWgogf/CSm8PkDq/yMizLDl9KPryqeLyOC6slh1c1hFX/YCqXURqUAgjGSD68ygqrXrx0z8QYjax7CW8hAAEIQAACEIAABCAAAQhAAAIQgAAERhCBjgqrm0fAObHUzzCN1SP1t/m77MrNTVOoNDrc6qNmdHN82/alfawYWyWuuj4SVGc9M84c5tUVzdtRsY29KRxm4xlj8jYbUzZeVFh1B2qt3BQ8n5Wffdvvw6xc//+Nw7BW84jn7c+/33hv8U6NurIuJuEYyx6/0TywwT59WbsRn4v6WkOKhO4RdEPhKgQgAAEIQAACEIAABCAAAQhAAAIQgMDIINAhYXVkwMJLCEAAAhCAAAQgAAEIQAACEIAABCAAAQhAAAIigLDKOoAABCAAAQhAAAIQgAAEIAABCEAAAhCAAAQgUJMAwmpNYDSHAAQgAAEIQAACEIAABCAAAQhAAAIQgAAEIICwyhqAAAQgAAEIQAACEIAABCAAAQhAAAIQgAAEIFCTAMJqTWA0hwAEIAABCEAAAhCAAAQgAAEIQAACEIAABCCAsMoagAAEIAABCEAAAhCAAAQgAAEIQAACEIAABCBQkwDCak1gNIcABCAAAQhAAAIQgAAEIAABCEAAAhCAAAQggLDKGoAABCAAAQhAAAIQgAAEIAABCEAAAhCAAAQgUJMAwmpNYDSHAAQgAAEIQAACEIAABCAAAQhAAAIQgAAEIICwyhqAAAQgAAEIQAACEIAABCAAAQhAAAIQgAAEIFCTAMJqTWA0hwAEIAABCEAAAhCAAAQgAAEIQAACEIAABCCAsMoagAAEIAABCEAAAhCAAAQgAAEIQAACEIAABCBQkwDCak1gNIcABCAAAQhAAAIQgAAEIAABCEAAAhCAAAQgkAmroIAABCAAAQhAAAIQgAAEIAABCEAAAhCAAAQgAIF0AqMWvnDP8i3W2SG9By0hAAEIQAACEIAABCAAAQhAAAIQgAAEIAABCIxgAo++eK9BWB3BCwDXIQABCEAAAhCAAAQgAAEIQAACEIAABCAAgfoEEFbrM6MHBCAAAQhAAAIQgAAEIAABCEAAAhCAAAQgMMIJIKyO8AWA+xCAAAQgAAEIQAACEIAABCAAAQhAAAIQgEB9Agir9ZnRAwIQgAAEIAABCEAAAhCAAAQgAAEIQAACEBjhBBBWR/gCwH0IQAACEIAABCAAAQhAAAIQgAAEIAABCECgPgGE1frM6AEBCEAAAhCAAAQgAAEIQAACEIAABCAAAQiMcAIIqyN8AeA+BCAAAQhAAAIQgAAEIAABCEAAAhCAAAQgUJ8Awmp9ZvSAAAQgAAEIQAACEIAABCAAAQhAAAIQgAAERjgBhNURvgBwHwIQgAAEIAABCEAAAhCAAAQgAAEIQAACEKhPAGG1PjN6QAACEIAABCAAAQhAAAIQgAAEIAABCEAAAiOcAMLqCF8AuA8BCEAAAhCAAAQgAAEIQAACEIAABCAAAQjUJ4CwWp8ZPSAAAQhAAAIQgAAEIAABCEAAAhCAAAQgAIERTgBhdYQvANyHAAQgAAEIQAACEIAABCAAAQhAAAIQgAAE6hNAWK3PjB4QgAAEIAABCEAAAhCAAAQgAAEIQAACEIDACCeAsDrCFwDuQwACEIAABCAAAQhAAAIQgAAEIACB4ULgot9cZO585k7zv2//73BxCT8KCLxzhXeaXTbYxRz/4eOHjBHC6pChZ2IIQAACEIAABCAAAQhAAAIQgAAEIACBThGQqPqrpb8yo1YYZUaNGtWpYRmnSwksX77cLH97ufnoeh8dMnEVYbVLFwdmQQACEIAABCAAAQhAAAIQgAAEIAABCKQT2Gf2PmblFVdGVE1H1vMtJa6+8dYb5sYpNw6JLwirQ4KdSSEAAQhAAAIQgAAEIAABCEAAAhCAAAQ6SWDPm/Y0o1ce3ckhGasHCCx7Y5m5ee+bh8RShNUhwc6kEIAABCAAAQhAAAIQgAAEIAABCEAAAp0kgLDaSZq9MxbCau/ECkshAAEIQAACEIAABCAAAQhAAAIQgAAEupAAwmoXBmUQTEJYHQTITAEBCEAAAhCAAAQgAAEIQAACEIAABCAwfAkgrA7f2JZ5hrA6MuOO1xCAAAQgAAEIQAACEIAABCAAAQhAAAIdIoCw2iGQPTYMwmqPBQxzIQABCEAAAhCAAAQgAAEIQAACEIAABLqLAMJqd8VjsKxBWB0s0swDAQhAAAIQgAAEIAABCEAAAhCAAAQgMCwJ9EdYnfbxq8zEVRpYnnt2qjn5t8MS0ZA7ZTmbeWbqL2Z0zBaE1Y6hZCAIQAACEIAABCAAAQhAAAIQgAAEIACBkUhg0ITVMV8xP9h8nDF/+nfzj/f/LEMt0XC7t/KvDXocrG1jzeLH/tGcvaQDs3/wHHPV6N+1J4TKlk2MmX372cZS0v83+IP5xw6KqhoWYbUDcWYICEAAAhCAAAQgAAEIQAACEIAABCAAgZFLYLCF1ZXNG2ahJ2AOS2G1k8tpzO5m9yU/a4isHbwQVjsIs3uGesnMPn6ymW5ON3MvmmLW6h7DsAQCw4bASz89wUz+pjGn/+xCM2WdYeMWjkAAAhAY1gRSnt0pbYY1JJyDAAQgAAEIQKAtAoMrrI42i/802oxb8f4smzMUVvX/DyxzZQWmmXMmf8D8bu7JZkYz43XlzMvnzDy9btRmO7PME2t33+4H5vPNOfxyBeb/LTT/7jJBfVq5jNXGnMtk57s1m5vHGKNM1Pe9t9nTE4ibWaaL3xpnxq240Pz7C6PN55sZq9Yf85x57yrqF/TZfJxx/mSlFPyM1dx8xpjX+8oB2HHfWmhGv7sxRt1SDAirNoxNIfKe/L1z8IwF5ovbtHM/DbWwOdTzt8OMPhDobgLhF+1e++Lda/Z292rwfm5sMtMsOH6rATK3+Swf0DkGyPQhH7Y72Q34ffjibHPC7tONOWOuuXAvfq1qIjxiMWi8Nt8Yc7CZueCL5n1D8ouz7lyzQ34rD3cDHrzAjJ92tWn/O8dwB4R/EIAABHqLQB1hNSdSVrjZIvRZ8XK0uX/u78wHPCE0TVhVn4lmtFdGwK87mh9jd/OVT3zejH5hqjnZ+FvyG6+PfSVSdqBFWO2bK5vnmbVtKYNlrpasRM91lzWE2qbom3vPE1YnSmxVOyuUGjPPMvD8ydg0BWSVAnjSmCn+fCZvv7WrZVwJzWkXwmrzQ/f8Q4Ivx80POiZ8PYkrwmYSJhpBoIcIDLggMsAset3+AcbTxvCDIYIMxhxtuN4TXbqT3YDfhwir+dWZxONhc8H4w83VbX3e6+TN0J1rtpMeMlaEAMIqywICEIDAsCIw+MLqyWaGJ0q+N6ixGs9YzYuxCoCflWozSXMipwTcVpFRfaaY2bkarzaYLcKqlwHr6qVaYTU+bqO/955XYzUn+haIy7kF5TJWrbCan88fKy8me5m9iatzhAurFQJo2x92EFYT1x/NINAzBAZcEBlgEr1u/wDjaWP4wRBBBmOONlzviS7dyW7A78MkIbEnAtgZI1N4pLTpjDUVo3Tnmh0U10fyJG1/1xjJ0PAdAhCAQPcSGBJhtZl9qazS343OH15VLKxONG4TfkYz2xrfVw7goXX6ygBk7bwt9W8Eh2fFhdVm+QG9mSqs+gdOBcJqVtqgw8JqtGRC4lIb4cJqVZZC0fth6YAJQZ3FImG1qp+i1lqWYELLlr6qNonz7xjWYG34u0jzbXiV3ZqUXdFMjhR/wpXozRFsU2x84dzIbsPbytS1xZ+nr+8Riyebw6907zW2+PVt2u1rd4b5ZmMbYM7PwL8WXm7c5jpp/lfxaozX6kt0Hpcd7bmQj3nETtvWrbv8/CZmZ+UcsSdGKsc4B/tqYMvDF403hz95upl7mjHf3H26md/cdtmISeBHpH/UytIxjenb4tno3Xo/pc1dWgrANLbfaiNp6xU+H6r9LOcUf7pX+Zki6GTzHr7ITPbu/3CLYpV9eVtC/xv2h/ZG122kXUv83K6Dwvun740Uu+J0jbE+554lU80i1bIOtulXxaFofLsKOzVHIpO0GPR/veb80jOhef9vlCu3Uz3PoLALJnGMYtt0y7eU+8/ocA2GtZmrfc/uuYs2MlcpuzIbsu/nWks8c8/XhGdh4rrxEdXlE8YwbQ1W2x57Jp1/xiLzJbu9310F2/xrlwtojhf9TFAdS2dN6v1ugp/frWsxMmdS9m2NfuFniILx8/EU70nmDve5cq+1ms9999nIXw35z4Z9nwebz9msVFf850l+XXXar1i5sPDzZMnTqYpdqrDa8jkuZkOKre3zoVxB2U8h3oMABCDQIFBHWA2Z+aUBKmt8hlmdzf8ve/29ZvRbfdvzc8JqihDZNMplcN6/4uezGq2ZfU0BNj1jtbPC6nbOvxR/amSsIqy2fRe7DxcpH9Syj8ItW8Zav1zFhM1Wkba1X7ON/2G9+UGqT0xIaVMyfza2+/DlfzBrfrDdcYKZv8kRfXUDo+USUvyJBaamsJpkSzhP34dGX4RpfInxY+19uGz5khByjvEyxtVv80tJhLXanEhsvwgXlJzIfVht4R23s+9LmedTLFaxD+1FJTByKFM5qlPreuj7JUHfGuuzOS5y57diFjAPwl08phOqvLmimUlptteuseoY5758p81V5lP0rrJru9zPZGFV4mHpM8gXAFu/2IX3WUx4KbwXY0J8mV8lazusMZliV9GPkkbf8Fl5uVm043wz3xNWW9rVyITr2ByJTNJi0N/1GrmHPfGu77mXNs+QxKfwWdn6czZljRX+3I/+Ui94dj45wUy4ZyNzRPYLwmK+8fVf8oxIXDctMajBp+UnddHP5LrPgdwvJYJnUoVo+vFfutqq5eJrJ+8X+xMz8ZnS8vwMPxMm/0wL6Nfol7ZmnU/xz1jus1j+F+hVwqoxE3Y0ZtJpfQdEtsZhoP2KJypU2tE0K4ldgrBZnaJNAAAgAElEQVTa+nM09vkowdbmL4Hzz4fY87fvlxnZc7rl+0jbX77oCAEIQGBYExgyYdUY44RPP4vUr51qt/u/e1lrTVIv4/Xk3zbDY8sBjDZvvGNZVgbAH8vYQ67ydVqzwEYOr7IHZqlBLmO1pMZqScbqQNVYRVjtx62Zmi3hpoh/KAw/lLR+uEnpVyR8+B/Aiw5UyH9IL5o/yJJp+WDthLQisSTMjAmzDuIfzvLhqSesXh1k3MS/kBQJq1XiXUSkLvww3Cei+h9IW78caYDwA2/xPH1ZSFOMf8xIftyCuBR8yA1tSpsjKtc1fonQEoNInK0ti4LMbWNcpo37YF74ZSSxf7GoGPnlSHN957PiIl9oE+euJ6wWiMKJc6V+abM8Ev2sI6xGM1Q9YbHQvuiX9eB5VCQ2hl8uE/wyLlv5orL7J37vZvepCTP3g1VW9KU3rMOdYG/hEVcdnCOJSWoM+rteC/yKi0XVz4/oj/oOsovHp/yXatnPg5S1n2Vgez+LazE2rQfcFNw3OeEkYW0mrZtoAMqedVcX7BAouidbf2akPt/qPJNanoVVGatRMSpia2Isw5+LGdbwmRL9hWX+Z1jjM2FrBmjV875I4CwSAu1OJm+XUQpD61fwOaWesDq/df1U/LJqoPwKP0fEDkVrvT3in3db2FUKqwWfrUMWBfe5b2t+N1WfxUkCcPQXAv34AkZXCEAAAsOUwFAKq3GxsyGA2m3/rz9nnlvFGCtyNg+IWtnFISsD4F5o9su97o1lnjPznjVm4vtGm4WP/aM5e4kX0BRh9RczGiLr+1xBgjf6xnFZpjqgyhdjfzHDiscfMM+Z966ifkGfzccZ50+W8euPlZtPPOaZqbKjKUojrPb7poxtnWkMmhcYirbYh2JN2C6lX3O7U+mX/OJx8ghS5w/bFQuj+Q+rKf74W+5962oKq5HtZsUfzN08RX6k+ltRSiGLUSqHFME5H8GosJqS7Zp9cY9ttSubI3YTpXIsuQGDLwxxITq9f9TKlsyfRqvCL5aVX2KaswTt6girLuM0edtcPzil+ln1RVteF8Un7JvazsXL79/IEAu3QrdGNsWvSXc1tudXcS4aK4VJcZv8/ZFi7xe3ia/1Ts6RwiTF79Ifq4nrtT9M7PwJ92on2RXFJ2ZH+HModY0ls09k3CI8VomE63iR9eZIWTeFayISp6pnfSqH1DVUOF8Kj6Ss1upnViqf1DVbJcDquTf16UbGbbzETfFd3LAhoV/RPRgyS2xXT1iNMS/+DNn3c7+DfhUhTNmNkMik8jmX8BwsfV57trpyVJXrpeIXVlU/c/v9tYwBIAABCPQwgUETVnuYUX9Mz9eM7c9Ine07wmusFsH0tl7najLmX2/t7TIkCwS8wtj11aEqP5U2VaBLFRBDIaWm6FnqT2eE1TBLou+Dc5lwWMwpJli2zlGvfyxm+S8P5V8EorVFLVu3ngr6l2aDFWQTt8SsrE5YKoe+Qfu2sOcnymWsqsZqkGHoWlf1jy258ozc4gdmPCszclc360AmC6stWUetY1b5WeRTof9Z7c90+4vHiqyJmMgTiWOhuNEi4FTXpyti5Oy28XtvrLZtdcZ95nvCF9Zigaj5nG2WAkiyt0BY7egcCUyqRK9wbbS7XqvErng2efEarrVm3c6BDsSntdRJPvayK2XtS7gtEtXaZZwirCatzYR1U/w0DX9WVH9WSV2DSbZv0+Qf+9nSAWF1ox+FpUDKP4gnxTJXWsSNl19XhQJszqdnmztLfJtSylvFPs+29nMCbJHH+S3+1UJoPWG1uhZr5KdrEo9Uv7LINIXocL4ygTJ5joqfQ6m/hEizNW29pK09f59V+T3BuxCAAARGEoH+CKsjiVO7viKstpJ79MV7zaiFL9yzfIt1dmiX6wD3C7dgV39ZaBiULmz2OZAydkqbevOnCY3uy2D+MKZyEbgoNPXE2/4Iq7G+af6mCoqpGb7FPue+gHl15ZKE2URhNW2OqGTRd5hZcNBYy5diJybaYVprvjoBpVAwTOxfKKzUEfnCQRLnThNWC8o2uDkT56ovrFYLlSlfzqriUyWQp4hLjcy4antThZfCL5Pe/ZRiV1G2Yj3Rs9qvwjWcILR0ismzBVneLbb1c70mC6uJ8wwmu3Cu3L0R2XKbusZa7sNE3wvvzdCWiJDYqXVTJqPk5ujXLyzy5FNtr+Ljl0ZoiUGF+JosrNaJZcL9Xlvcys0vjonPo5J+KT837KdOKzx2g7DqrZ8O+JXV0W8OG9aFjn3OzP9MSsh07pSw6tWvttHPDgcs/+V8H7Gw3FfE9pRM3QH+ZsbwEIAABLqdAMJqt0doYOwb0RmrKR8Y8x/qO70V3w9qyrby4nIB5Xambm1PFT1TOfRHrEu1pXiOVuE3Lni3fjBO5VXMIUkYLfmAmtQ/RVhNnqM/HEvWQ/ClP/7lN71/HWE15f4urbMZ2F4trLqSIkXZQul+1hFW0/ws++LbR7VIxAjnKLIvZTt0YSmAYD2n+hVbEy5TyH2xTLFrir9F2hu0SjBwz5n+21ssSnRujvn2y3Zj+3BkvlwM+r9eq4Shxi9c0ucpjvXAsrPzWjaNOrCNNZzPpktdY/l26b5XCYdZ9m9KhmaNz5PhvVTYtWZWeuHaaPM5UMWnP8Jq2jMrPZapz5SUUgBV5Ssqt3yHAW3yz/oliOR998fVkbIs+c9yhRmrwbotbNesO1smaEbXaJt+FQv7VTuR0kqZlLNrepJYUqATtlbGPXU91HjG0BQCEIDAcCOAsDrcIprmz4gWVquLz7d+UG58cAmFk3BbYHv94h8kY3X8qg6Nap0/+kG+5QtYupiZxqGOWBfPDu5PxurVwcnCbjtn35hV/lYd9lUkVjmBrb2t/EWHX7WwSBFWCz8EhzaWxCqRY3FJhIaYoy+A8S+/VZm/ff3rCKvhoRmub0y0TrG9Slh1AkTxF9l0P+sIq2l+1hFWW4Xh0J46IkaLeJ1wkI49RCj8ItwMYF/8Jpk7dLhapA5zyvbo5MOrin454bKD3PyV9haVRyk5yKf2HIlMmtu+yw9268B6LWCXF+vS54l+rBmM+NiJ3c+LmWbSzw8305slBjKbonZU/SxO973qnisTVjt6LxV+tnS+HGwOvvLq+H3p9+3Yc6BxX1Xx6Y+wOqV5eFWn7pfCz57h/V55eFVZbf4y4a/sl+NBvxabfLHPP3CuYC0Hz8XyX0D01UZtT1jttF8l4xU873O3Ryq7SrEyHsvkX9Jktv7ITPr558z06FkO4RzxeKZmkKd9BaUVBCAAgeFJAGF1eMa1yquRLaxm25fmGxP5ch4VDyMflFo/KEY+jCX1a/0g02pDSpvYh8Fmv0wkiwlrVUKjJ+gm+RNffq0+OVvUvkKMTDqcyYm0JnegQ+sHwrIvHim8+r5s++KOEw2qfQnn0Hg+CydwlW/jCmuFRoXDnDgam6NEWM3VGY7XEozdK30c+uJQ9OU3tX8tYTVj6W2HLNwmmxcTY7aXCqvNL97zW0TovMWpftYSVhP9TMmobNhnjPH9iHzpK7Mv9DGW8dZyL0a/pEaeUdGsplB4j38ZTrGr6Adm/Dl8uVm043wzPxPYqu0t+4HcqTniGYZFv+zz7o1IDDqxXlti7W1Xzf3CJfiFZeweHMr42Ke9uz9aDrZsWJayxsL7sN+MWwTK2M+L6rWZum7K1rAfs5TDbTr1HMjYR+t3t/JoeRYmZPmm2Joay9haaQj34TPF/ULMe8YVZF6Gv9CrFMAKhMFYv5TPofbTS0s5gMhnsZjY6G3Zz9dsbaPGaof9it4XfomB2C/2vJskiV2lsBphW/gZPPh5GNq68x1m/LSrWw47i8W9xfcUMbnqWyfvQwACEBgBBBBWR0CQIy6OeGG1+XUoUuw+EBdy8Po+LDZeLshgbfmtcFW/UFjzhUbfAF8Yi7Wp2Mp+T3OsykzEvjlLs2mzZikHJvhfQPvG14fpxmml+Tqu/clYVd8jFk9uCEX2CuuNlQmrkVgUimZBXA+ZaeaOvTzJl7B+V7aWnFBnbW5kobWVsSo3grpb8Tli2XR9fMo5xtatE1ONmX38ZDP9nka9L1tfM/rlN1zT8f6xbY9VIqQvhti79Yy55sJczdi0ucPt0/6XyEYNvuIfIn0iQ9pcxZyK56jyM1lYVXwOX2QmT7s6myx60FfJIWS+wNL6fGwMm2/j14PL+1jll8vGy/Uq+LKbYlcR4VhfG3cz0yw43ubY2qvS3uIQBkwaz9O25mipLWiivzysjkFn1mueycFm5s82MpfvPt30ZQCmzVO47bllPfWDXUl8smdpyS9QqtZY4S9i3c/l7BmV+OyMZH728c7/zKtcm4nrphCR+1lT8Qsmv3/1Gky7r6p/2dP3GeB9oQCYIKymPbPqrePUZ0r4jGsRrVt+xpd9fvXo1+gXximWjNDKSPfhEWbR7sHnl5Z5Wz/ntJex2vStw36F943z3b1eVW6hkl2CsGo9C+7P2LxJtn7sF+aE3aeb+f6NWHTPBnOm/MKk7BHKexCAAARGAgGE1ZEQ5VYfEVZHZtyHuddVgunAu18l9g28BZ2YYeg5dsILxkgnMDzWbbq/tBwiAl690qLatkNkGdP2iwA/M/qFbzh2Lij5MBxdxScIQAACEICACCCsjsx1gLA6MuM+zL0evC938e12xXXzegv84HHsLS7D11qE1eEb2yHxrCATq3Kb8pAYy6T9JZCSFd/fOejfpQRK6ynHDpfrUj8wCwIQgAAEINBPAvvM3sesvOLKZtSoUf0cie69QmD58uXmjbfeMDdOuXFITH70xXvNqIUv3LN8i3V2GBIDmHS4EhhEQdBtk/K2HsfqrPUm6UHk2JuAhp3VCKvDLqRD7JArk1Jey3WIjWT6fhJ46cWXzFrPXWVrNxZtEe/nFHTvegKuDIJXEqro8Kau9wUDIQABCEAAAu0TuOg3F5lfLf2VGbXCKMTV9jH2TE+JqsvfXm4+ut5HzfEfPn5I7EZYHRLsI2HSQRYEW+rSpdea7e5oDDLH7oYxIqxDWB0RYR5kJ8Pa4rE6x4NsEtN1lEBRTdeOTsJgPUCgtcYsQnsPhA0TIQABCECg4wQkrt75zJ3mf9/+346PzYDdReCdK7zT7LLBLkMmqooGwmp3rQmsgQAEIAABCEAAAhCAAAQgAAEIQAACEIAABHqAAMJqDwQJEyEAAQhAAAIQgAAEIAABCEAAAhCAAAQgAIHuIoCw2l3xwBoIQAACEIAABCAAAQhAAAIQgAAEIAABCECgBwggrPZAkDARAhCAAAQgAAEIQAACEIAABCAAAQhAAAIQ6C4CCKvdFQ+sgQAEIAABCEAAAhCAAAQgAAEIQAACEIAABHqAAMJqDwQJEyEAAQhAAAIQgAAEIAABCEAAAhCAAAQgAIHuIoCw2l3xwBoIQAACEIAABCAAAQhAAAIQgAAEIAABCECgBwggrPZAkDARAhCAAAQgAAEIQAACEIAABCAAAQhAAAIQ6C4CCKvdFQ+sgQAEIAABCEAAAhCAAAQgAAEIQAACEIAABHqAAMJqDwQJEyEAAQhAAAIQgAAEIAABCEAAAhCAAAQgAIHuIoCw2l3xwBoIQAACEIAABCAAAQhAAAIQgAAEIAABCECgBwggrPZAkDARAhCAAAQgAAEIQAACEIAABCAAAQhAAAIQ6C4CCKvdFQ+sgQAEIAABCEAAAhCAAAQgAAEIQAACEIAABHqAAMJqDwQJEyEAAQhAAAIQgAAEIAABCEAAAhCAAAQgAIHuIoCw2l3xwBoIQAACEIAABCAAAQhAAAIQgAAEIAABCECgBwggrPZAkDARAhCAAAQgAAEIQAACEIAABCAAAQhAAAIQ6C4CCKvdFQ+sgQAEIAABCEAAAhCAAAQgAAEIQAACEIAABHqAAMJqDwQJEyEAAQhAAAIQgAAEIAABCEAAAhCAAAQgAIHuIoCw2l3xwBoIQAACEIAABCAAAQhAAAIQgAAEIAABCECgBwggrPZAkDARAhCAAAQgAAEIQAACEIAABCAAAQhAAAIQ6C4CCKvdFQ+sgQAEIAABCEAAAhCAAAQgAAEIQAACEIAABHqAAMJqDwQJEyEAAQhAAAIQgAAEIAABCEAAAhCAAAQgAIHuIoCw2l3xwBoIQAACEIAABCAAAQhAAAIQgAAEIAABCECgBwggrPZAkDARAhCAAAQgAAEIQAACEIAABCAAAQhAAAIQ6C4CCKvdFQ+sgQAEIAABCEAAAhCAAAQgAAEIQAACEIAABHqAAMJqDwQJEyEAAQhAAAIQgAAEIAABCEAAAhCAAAQgAIHuIoCw2l3xwBoIQAACEIAABCAAAQhAAAIQgAAEIAABCECgBwggrPZAkDARAhCAAAQgAAEIQAACEIAABCAAAQhAAAIQ6C4CCKvdFQ+sgQAEIAABCEAAAhCAAAQgAAEIQAACEIAABHqAAMJqDwQJEyEAAQhAAAIQgAAEIAABCEAAAhCAAAQgAIHuIoCw2l3xwBoIQAACEIAABCAAAQhAAAIQgAAEIAABCECgBwggrPZAkDARAhCAAAQgAAEIQAACEIAABCAAAQhAAAIQ6C4CCKvdFQ+sgQAEIAABCEAAAhCAAAQgAAEIQAACEIAABHqAAMJqDwQJEyEAAQhAAAIQgAAEIAABCEAAAhCAAAQgAIHuIoCw2l3xwBoIQAACEIAABCAAAQhAAAIQgAAEIAABCECgBwggrPZAkDARAhCAAAQgAAEIQAACEIAABCAAAQhAAAIQ6C4CCKvdFQ+sgQAEIAABCEAAAhCAAAQgAAEIQAACEIAABHqAAMJqDwQJEyEAAQhAAAIQgAAEIAABCEAAAhCAAAQgAIHuIoCw2l3xwBoIQAACEIAABCAAAQhAAAIQgAAEIAABCECgBwggrPZAkDARAhCAAAQgAAEIQAACEIAABCAAAQhAAAIQ6C4CCKvdFQ+sgQAEIAABCEAAAhCAAAQgAAEIQAACEIAABHqAAMJqDwQJEyEAAQhAAAIQgAAEIAABCEAAAhCAAAQgAIHuIoCw2l3xwBoIQAACEIAABCAAAQhAAAIQgAAEIAABCECgBwggrPZAkDARAhCAAAQgAAEIQAACEIAABCAAAQhAAAIQ6C4CCKvdFQ+sgQAEIAABCEAAAhCAAAQgAAEIQAACEIAABHqAAMJqDwQJEyEAgf+fvXuBk6yq70X/r+55DzPM0IADRB6iIyrGqFzxgZMEUUNMRNSTGEOMQeLx5H4STYyXxARzIt6c6D1JNCcnT+QmxBCND9QYFR+oCBoiPkBBnKiAyGuGHoZ59GO6q+p8dnVXd1V1dVdVd63uqt3f/nz4xJnZe+21vv9dq9O/XnttAgQIECBAgAABAgQIECBAgACB3hIQrPZWPfSGAAECBAgQIECAAAECBAgQIECAAIE+EBCs9kGRdJEAAQIECBAgQIAAAQIECBAgQIAAgd4SEKz2Vj30hgABAgQIECBAgAABAgQIECBAgACBPhAQrPZBkXSRAAECBAgQIECAAAECBAgQIECAAIHeEhCs9lY99IYAAQIECBAgQIAAAQIECBAgQIAAgT4QEKz2QZF0kQABAgQIECBAgAABAgQIECBAgACB3hIQrPZWPfSGAAECBAgQIECAAAECBAgQIECAAIE+EBCs9kGRdJEAAQIECBAgQIAAAQIECBAgQIAAgd4SEKz2Vj30hgABAgQIECBAgAABAgQIECBAgACBPhAQrPZBkXSRAAECBAgQIECAAAECBAgQIECAAIHeEhCs9lY99IYAAQIECBAgQIAAAQIECBAgQIAAgT4QEKz2QZF0kQABAgQIECBAgAABAgQIECBAgACB3hIQrPZWPfSGAAECBAgQIECAAAECBAgQIECAAIE+EBCs9kGRdJEAAQIECBAgQIAAAQIECBAgQIAAgd4SEKz2Vj30hgABAgQIECBAgAABAgQIECBAgACBPhAQrPZBkVZzF+/fuy/+8n0fi5tu/U6sX7c21gwOxpmPOyWO2rgxtmzeGGec9ugYGCjEKSceH1s3b4qBgYE4esvmGCgUVjObsRMgkGMB82KOi2toBAgQIECAAAECBAj0lYBgta/KtXo6O7z/QFx5zafj6n/7XEwWi4sa+DFHb4mtR22qC2OP3b41Tn/0CZX2hLGLYnUSAQIrJGBeXCF4lyVAgAABAgQIECBAgMA8AoJVt0ZPCRweHYu//cAn4up/+3yMjR9Z9r61G8auWTNYWSFbsDJ22WvkggRWm4B5cbVV3HgJECBAgAABAgQIEOgXAcFqv1Qq5/3MgoN/ufaL8bfv/0QcGhntq9EKY/uqXDpLoG8EzIt9UyodJUCAAAECBAgQIEBglQoIVldp4Xtl2OMTE/Gxz/9H/MXVH42H9h/olW4l70c1jN24fl288ZdfGmf/6BnJr+kCBAj0h4B50bzYH3eqXhIgQIAAAQIECBAgIFh1D6yIQLZv6nU33RJ/8vcfjPv27luRPvTKRZ//zKfEn176ul7pjn4QILBCAubFWXjz4grdhC5LgAABAgQIECBAgEBHAoLVjrgcvFSBUrkcX/rG7fGn/3BN/Ofd9y61uT4/vxyFySPxnKfsjD/9/d+MjRvW9/l4dJ8AgcUImBdr1cyLi7mHnEOAAAECBAgQIECAwMoICFZXxn3VXbVcLsfX7/he/PEV749vf/8Hq278jQMuTI7HQHE8HnfKj8Qbf/WiOPupZ3oR1qq/KwCsNgHzYn3FzYur7RNgvAQIECBAgAABAgT6X0Cw2v817OkRZMHBHXfeE++48gNx823/2dN9XY7OFYpHYmByPI7dtjUu/bVfjp985lmxZs3gclzaNQgQ6BEB82JDoGpe7JE7UzcIECBAgAABAgQIEOhUQLDaqZjj2xa4+74H40/+4Zr4ws3fjFKp1PZ5eTywUJqIgYmxSqD6a6/6L/Gic8+J9evW5nGoxkSAwAIC5sVZHPOijwoBAgQIECBAgAABAv0uIFjt9wr2YP/v37sv3vWej8QnbrhZoFqajMLkWGzZuD5+9RUviZe/6LzYvHFDD1ZNlwgQSClgXqwNVM2LKe81bRMgQIAAAQIECBAgsHwCgtXls879lfbseyT+7gOfiA986obI3m69mr8KpWIlUN24djB+4cUviEt+4UKB6mq+IYx91QqYF2sDVfPiqv0gGDgBAgQIECBAgACBnAoIVnNa2OUc1oFDI/Hua66Nq//t8zE2fiTtpcvlKJSz0LYc5cJgRGEg7fU6bD3rW2FiLNYOlOOlP3VuZZXqcUPbO2zF4QQI9LuAebEmUDUv9vvtrP8ECBAgQIAAAQIECMwjIFh1ayxa4PDoWPzLtV+Mv33/J+LQyOii22nnxKmXPo1FlMv1hxcKUVqzMcqDK7xfablU6d9guRg/9ePPit949c/HjuOPbWdojiFAIEcC5sWaYpoXc3RnGwoBAgQIECBAgAABAs0EBKvui44Fxicm4kOfvjH+8r0fi/0HD3d8fmcnlGPgyGhkLzmZ96swEMV1m1dm9Wq5PB2oTsaus58av/maV8YpJ53Q2RAdTYBA3wuYF2sDVfNi39/QBkCAAAECBAgQIECAQFsCgtW2mByUCWT7pl530y3xP/7uffHQ/gPLglJZqTrRejVsad3mKA+sWZY+TV2kHAMT45H17+lPPiN++7UXxRmnnxqFQmEZ++BSBAistIB5sbYC5sWVvh9dnwABAgQIECBAgACB5RUQrC6vd19erVQuxxe+cmv82VUfjjvvfWBZx/DY7SNx5/0LrFbNIs7CYJTWbVqmFavlKExm2xKMxxMee2olUH3qmWfEgEB1We8LFyOw0gLmxfpA1by40nek6xMgQIAAAQIECBAgsBICgtWVUO+Ta2bBwddu/26848oPxLe//4Nl7fVJ28vxhy8txoFDE3HpPx6JUmmeyxcGorR247KsVi1MjsdAcTxO+5ET4vW/8gux65lPE6gu613hYgRWXsC8WF8D8+LK35N6QIAAAQIECBAgQIDAygkIVlfOvmevXC6X444776kEqjff9p/L3s/X/mQxfvHZxTh6Y7b9QMQ1N03GX31yMh4ZqXlxVWGg8sKq0uD6iMSrRadenDUea9YMxq+/+hXxiy9+QeV/+yJAYPUImBcbAlXz4uq5+Y2UAAECBAgQIECAAIF5BQSrbo46gbvvezAu/5v3xle+tTtK8y4TTYO2c0c5fu/Fk/HkR5djoGGr0mIp4obvFOKPPzYY9z8ykKYDDa0WihOVF1MNDBRi+3E7Ysu2Y+LE446JP/ivPx+PGtq2LH1wEQIEVl7AvDhbA/Piyt+PekCAAAECBAgQIECAQO8ICFZ7pxYr2pMf3L83/uLqj8a1X/rasgeqgwMRv/oTxbjo2cU4asNchocOFeIvPj0YH/7qMgWqpckoTIzGYKEQ2449PrZsH4qBgdlrn/nYk+N3L35ZbNqwfkVr5uIECKQVMC/WBKrmxbQ3m9YJECBAgAABAgQIEOhLAcFqX5ate53es++R+LsPfCI+8KkbInu79XJ/ZatU3/qyyXj8jvKcJ/qzbQBu2D0Q/9/HB+PehxuWsCboaKFUjMLkaAxEObZuH4ptQ8fHwODcR/4LhUK88vxd8fLznpWgF5okQGClBcyLtYGqeXGl70fXJ0CAAAECBAgQIECgdwUEq71bm6Q9O3BoJN79oWvjqo9+dkUC1WyV6m+8oBivOLsY69fOHereg4V417WD8bFvpF+lWigXozAxFgPlYuVx/2yV6uCaJp2q6ebRR22K//66V8SpJx6ftE4aJ0Bg+QTMizWBqnlx+W48VyJAgAABAgQIECBAoG8FBKt9W7rFdfzw6Fj8/Yc/E+/52HVxaGR0cY0s8axnPrYUl76oGKce23yV6iduHYj/8a9rYuTIEi/U6vRyqbKHaqE4GZu3Hl3ZR3XtunWtzpr592ec+bh40y+/JNY0WdXadiMOJP3gODYAACAASURBVEBgxQXMizUlMC+u+P2oAwQIECBAgAABAgQI9I+AYLV/arWkno6NH4kPfebG+Kv3/VvsP3h4SW0t9uRN6yJ+6/zJ+NkfK81ZpVouR9z1UCHeee1gfOGOxKtUy+UYmBytBKobN2+OoR0nxdp1ne+XunbNYFz6Ky+Npz/h9MWSOI8AgRUUMC/WBqrmxRW8FV2aAAECBAgQIECAAIE+FRCs9mnh2u12uVyOz3/l1njrX10dD+0/0O5pXT/ux88oxRte2HyV6vhExL9+YyD+9BOJV6lWAtVshepEbNi0KYYedWKs27BxSWN96hmnxaWvfmmsX7fw1gFLuoiTCRDoqoB5sTFQNS929QbTGAECBAgQIECAAAECq0ZAsJrzUg/vPxCv/r0/jbvue3BFRpqtUv3dn52M83+0FGsa3gOVrVL93p5CvPXDa+LWe1K+nKochckjMTA5HuvWr6+sUN2waXNXPDasWxuXvfbn4omPeXRX2tMIAQLpBcyLmbF5Mf2d5goECBAgQIAAAQIECORdQLCa8wpnK7Pe8LY/j8995ZaIKEQUBqNcmA4xC2kfuT/vSaV404uK8ait5TnKh8Yi3vOlwfi7zw9GsZSuCIXJ8RgojsfatevimONPiE1btnb9Ys992hPjN3/xxVFl7foFNEiAQFcFzIvmxa7eUBojQIAAAQIECBAgQGDVCghWV0HpP/TJz8VVH/xYPPTwI3Ho8EiTEWeBa/bXhShXwtbsz4UoD1T/d+dh7P/zomL83DOKc1aplsoR37ynEP/vR9fE7gfSrVItFKdWqA4ODsQxjzoxNm85OgqJks+hbVvi8l97ZZxw7PZVcDcZIoF8CJgXzYv5uJONggABAgQIECBAgACBlRQQrK6k/gpdu1Qux4GDh6JYLMWBQ4fjB/c9UOnJ9+7+YQw/vD+OTEzGN+/4boyNj8fI6HjsGd7XURj7tFML8T8vitje8LT9I6MR//zltKtUs/1Ts31UBwYKsf24HbFl2zHJAtValEsuPC9e9NyzVqiiLkuAwFIFzItLFZx7vnmx+6ZaJECAAAECBAgQIECgtwQEq71Vj57uzeGR0cjeoj1ZLFZC2InJyXj4kQPxjdv/M75863fiwIEDMTkxEU/8kYi3X1SI47bOrki95a5SXHb1RNz7cLYtQPdWxlbBCqXJGJgYjYFCIbYec2wcPXRcDFRW3C7P1zk/9oR446suWJ6LuQoBAj0jYF6cvxTmxZ65TXWEAAECBAgQIECAAIFEAoLVRLCrqdkv3XJH/M+rPhLZvoXZ1+BAOd5+wT1x6jHjMwyf/vaWeNdnt0apOJm9MyXGx0ajVCpGuVSM8dHRyrnZn4uTk/V0M4/v14SxAwPT+8ROBbeVx/7LpUqgum3o+BgYbHhL1jIUQ4CwDMguQaCPBMyLEebFPrphdZUAAQIECBAgQIAAgUUJCFYXxeakWoG/ev8n41Nf/kYdypued3+cfeqhmb+748GN8fsf+5G24UrFYiVsLZdLMTE+HuUox+SRIzExcSSiXI4jY6NRLBajVCrF5i1bY9uxx8fgmrVtt9/tA1/848+IX7ng3G43qz0CBPpUwLwYYV7s05tXtwkQIECAAAECBAgQaFtAsNo2lQObCWRbA7ztivfHbd+7p+6fX/H04XjpU/bFwPRuAHsOro23XXti3PfIutxBbli3Ni577c/FEx/z6NyNzYAIEOhcwLwYYV7s/L5xBgECBAgQIECAAAEC/ScgWO2/mvVUj4cfORi/++f/GHsfPlDXr2efdij+23MfjI1rS5W/H50YiHd+bkd89Z6GN1r11GgW15kXPvup8V9f9sKY2bVgcc04iwCBnAiYFyPMizm5mQ2DAAECBAgQIECAAIEFBQSrbpAlCey++774w795X4yMze6nmjV48vbxePML7otjj5raM7VYKsT7vnZMfOiWY5Z0vV46uVAoxPnPeVplC4A1K7Cvay9Z6AsBArMC5kXzos8DAQIECBAgQIAAAQKrQ0CwujrqnGyUX771O/GOv7+maftv+5kfxhmPGp35ty9+b0u86/M7kvVlORs+atOG+L9/7vw4+8mPt1J1OeFdi0AfCJgXzYt9cJvqIgECBAgQIECAAAECXRAQrHYBcTU38dmbbo2/eN/HmxK87pw9cd7jH5n5t+89tCEu/Uh/70OarVJ92hMeE7/2c+fHMVuPWs2lN3YCBOYRMC+6NQgQIECAAAECBAgQILA6BASrq6POyUb5L5+6Mf75k19s2v7PnLk/fvGsh2LtYLny7/3+AqtNG9bHxS95XvzkWU+OgepbuZLJapgAgX4VMC/2a+X0mwABAgQIECBAgAABAp0JCFY783J0g8BCAcKTTxyJ3z73/ti8vv9fYDWyvRB7Tx+MyfX9dwtMxdrlKJcjyhOlOP/EnfH2XRfEYGGg/wajxwT6QMC82PtFMi/2fo30kAABAgQIECBAgEA/CAhW+6FKPdzHhQKE446aiLecf2+csHWiMoJ+fIFVaU3E8Olr4uDxAxGFHi5Eh13bOjEYn3/5rwtXO3RzOIF2BMyL7Sj13jHmxd6riR4RIECAAAECBAgQ6HUBwWqvV6jH+7dQgJB1/Q/OvzfO3HE4SkcmI0rluHv/hnjHFx4dD42s6/GRRYwcMxB7dw5GcV2OEtVp9eJkMX7/zHPjFWc8vefroIME+k3AvNhvFZvqr3mxP+um1wQIECBAgAABAgRWUkCwupL6Obj2QgHC1vWTcfnzvhfHbRirG+lEqRBfumd7/MMtJ8XYZO89jj6xIWLPYwpxeFvvBKo/c8zX4rUnfDYu/8HL4isHHxP/15bvxx+c/IH4/x/4ifjgQ2fHyesfij87/aq45fAp8da7X9b6ziqX47xjHxPvOvflrY91BAECHQmYFzviWvTB5sVF0zmRAAECBAgQIECAAIEuCQhWuwS5Wpv58q3fiXf8/TVzhj9YKMcbnnl3PP2ER5rSZPvbfe3+o+Od/35KFMu9EWAWC+X47sZ98b0ND0f2v3vmqxzxusd9J37rid+K131hV3zuhz8SP3nSvfHXP/GF+LNbnhJ//a0nxRnbH473vfBT8a3hY+IXP/38trr+5ue/MP7weRe0dayDCBBoX8C82L7Voo80Ly6azokECBAgQIAAAQIECHRPQLDaPctV2dL9Dz0cl/3l1TG8/2Dd+H/qsQ/FL5x5X6wdmD+gHJ8ciKtuPSk+d9cxK2qX9XDPusPxzc17YnRgckX7Url41qHSQBQmBiKKAxGlQrzuzNviN59yS7zu8z8en7v3JMHqyldJDwjMK2BeTHBzmBcToGqSAAECBAgQIECAAIGlCghWlyq4ys/P3jT//k/fGO+99oYoZ3+Y/nrjs+6Mp59woKXOjfdsj//9lZNbHpfqgMODR+Kbm/fG3rUjqS7Rut1qYJBti5D9V5q7glew2prREQR6RcC82IVKmBe7gKgJAgQIECBAgAABAgRSCwhWUwuvgvYni8X46/dfG9d95Zsz4eofnbs7Tt022nL0X71/a/zJl09reVy3DxgfKMa3Nz0UP1x/oLJAdNm/ioUoTA7OG6Q29kewuuwVckECSxIwLy6Cz7y4CDSnECBAgAABAgQIECCwkgKC1ZXUz9G1S6Vy/Mdt/xnXXPfvcee9D8YbnvHdeOqO1itWlztYnSgU445Nw3HP+gPLu49qtgp1Mnu8f7DpitRWt4JgtZWQfyfQewLmxRY1MS/23k2rRwQIECBAgAABAgQIdCQgWO2Iy8HtCGSPwR7+7j/FwIMfj0KU5j2lVC7E+27bEf+6+/h2ml3SMdkK1d0blzFQrQYG2arU4tJfziVYXVL5nUxgxQXMi9ne0dO/YDIvrvj9qAMECBAgQIAAAQIECHRHQLDaHUetNAiUx/bE+G1vj/LoffPaHIk18VuffHzsG1mTzG9kcCK+s3Ff3Lf+YJRSPvQ/ExhMv3CqyyMSrHYZVHMEVkDAvNhddPNidz21RoAAAQIECBAgQIBA5wKC1c7NnNGmQHHf12Ni959HeXJszhmFgUKs2bI1Bk6+JO4vPiZ+6b1/E3c9sCe2TW6IoyfXx4bSmlhfWhOLWeuZ7Zk6vHYkdm/cF/vWjqaJU7MgtZg92p+9bGog0lxklk2A0OZN5zACPS5gXuxegcyL3bPUEgECBAgQIECAAAECixMQrC7OzVltChTv/cco3vepKE0UI3sUNgtUB9YOxuCGtZGlpoWjnxGHjntV/Mx73xlf+uF35wawEbGuNBiFKMSW4rrK/86+sr/JQtjB8mz0WiyUY+/akXho7UhMFObfgqDNrtcfVg1SJ6dXpC7zG68ECIuqmpMI9KSAebE7ZTEvdsdRKwQIECBAgAABAgQILF5AsLp4O2e2IVAe/kyUHnx/RHmy+dFrt8fojtfGT1/zwabBahuXSHNIFthOFqJQ2Qsw/YrUVoMQILQS8u8E+kfAvNidWpkXu+OoFQIECBAgQIAAAQIEFi8gWF28nTPbEGgZIBQGYmLbefGCT39/ZYPVLEgtZkHqQEQWpi7zitRWlAKEVkL+nUD/CJgXu1Mr82J3HLVCgAABAgQIECBAgMDiBQSri7dzZhsCLQOE7EXR60+KC29aF5+86842WuzSIVlwmu2RWglSsxWpi9nNtUt9aaMZAUIbSA4h0CcC5sXuFMq82B1HrRAgQIAAAQIECBAgsHgBweri7ZzZhkA7AUIU1saf3LU93vz1PW20uMhD+ixIbRylAGGRdXcagR4UMC92pyjmxe44aoUAAQIECBAgQIAAgcULCFYXb+fMNgTaChAi4isHNsU514200WKbh2RBamkgChPTL5vKXj7Vx18ChD4unq4TaBAwL3bnljAvdsdRKwQIECBAgAABAgQILF5AsLp4O2e2IdBugLB/cjBe9uVi3DDcRqPzHVL7aH+fB6mNQxQgLOG+cCqBHhMwL3anIObF7jhqhQABAgQIECBAgACBxQsIVhdv58w2BMr7b4jS/f8UUTqy4NGlKMSf7C7H79/eRqPVQyovmxqc2iM1Z0Fqo8IpWw7GSx5zZ1y9+3Gxd3RjHLdxNC7auTv+7e5TYvf+bbFmoBSvfdLt8fW9x8aXH9jRErEwEHH1K18TLz/z6S2PdQABAt0VMC92x9O82B1HrRAgQIAAAQIECBAgsHgBweri7ZzZhkD50G1R+uFfRRRHWx79rQOFeMEN5RieL4PNwtPJ7IVTgxHF/n60vyVG4gMePbQtvvn6P4jN69YnvpLmCRBoFDAv9uY9YV7szbroFQECBAgQIECAAIFeFhCs9nJ1ctC3TgKEYgzGm741EP/7uxNTIxekJrkDTjrm6Pjkr7w+zjiu9crWJB3QKIFVLmBe7L0bwLzYezXRIwIECBAgQIAAAQL9ICBY7Ycq9XEfOwkQsmGWNz8pHhy6OPaNHI5SudRy5OVHDsf4+z4cg+MPR1jE2tJrexTi0eXBlsc1HjA5UY6Ro0+LY3/nNRGDAx2f7wQCBGYFzIu9dTeYF3urHnpDgAABAgQIECBAoJ8EBKv9VK0+7GunAUIMHhUDj35dFDY/oeVoy2NHYvSP/1esmdjX8lgHLF0gy7kPHfO4GHrTq5femBYIrGIB82J+im9ezE8tjYQAAQIECBAgQIDAYgQEq4tRc07bAh0HCFGIwjE/HgMn/FLLa0zcdEuUPvz+KAyUWx67Wg8oPeqHEeuOxMA9j6kQlI/ZG6Xte2Pwe0+c+vOGkSjv+GEM/OCxEaXWK1EPHYg4+vI3x+C2zauV1LgJLFnAvLhkwiU1YF5cEp+TCRAgQIAAAQIECBCoERCsuh2SCnQeIETEuuNj8JQ3Rqw7dsG+Hfn3b8b4ez4UUSomHUNfN37BByOO3RulD/6XmHzo6Bi84CNR2PFgjL73xVHaOxTrn3djrH3qt2LsQ+fH5PdPbjnUYmlt7HjHG2PtjqGWxzqAAIHmAubFFb4zzIsrXACXJ0CAAAECBAgQIJAfAcFqfmrZkyMpj/0wSj94V0Qnj+sX1sTA8S+JwrHnLxys3nFf7P2df47S4fGeHPtKdapcLseRyck4NDoWx77+Q7Hh1Ifi9sueHyN3b4sn/PfPxubH7Jv586m/+pXY8VO7444/+onY/9WTWnb56OO3x1n/+uZYO7Sl5bEOIEBgnmDVvLjst4Z5cdnJXZAAAQIECBAgQIDAqhAQrK6KMq/cIMvj90Xp7ndGTAx31Ilsj9WBU39bsNqm2pGJLEgdjQOHR2N0fDxK5antERqDVMFqm6AOI5BQwLyYELemafPi8ji7CgECBAgQIECAAIHVLCBYXc3VX4axLzZAaOclVkdW8YrVicnJODw2HvsPHq4LUhtLKlhdhpvcJQh0KGBe7BCszcPNi21COYwAAQIECBAgQIAAga4JCFa7RqmhZgIdBQiFtRFrj47C+kdHYfPjo3D02RFrts4Lu5qC1YnJYhweG4sDh0fi8OjYzIrUVnedYLWVkH8nsPwC5sXumJsXu+OoFQIECBAgQIAAAQIEFi8gWF28nTPbEJg3QCgMVkLTwvoTo7DpsRFH/WgUNp7aRouzh+Q5WJ0sFmNkbDwemQ5Si6VSRzbVgwWri2JzEoGkAubFxfGaFxfn5iwCBAgQIECAAAECBNIJCFbT2Wo5IioBwg/+V0RpLArrdkRsOj0KW54ShU2PW7JPnoLVyWIpRsbG4uDIaOW/xQapjaiC1SXfZhog0HUB82J7pObF9pwcRYAAAQIECBAgQIDAygkIVlfO3pWXKNDPwWoWnGYrUrNH+w+NjkW2EivFl2A1hao2CfSugHmxdW3Mi62NHEGAAAECBAgQIECAQHsCgtX2nBzVgwL9FCCUsiB1/EgcHBmJA4dHkwWpjWUSIPTgjatLBBIKmBdb45oXWxs5ggABAgQIECBAgACB9gQEq+05OaoHBXo5QCiVyzE6Pr0idWQsjkxOroigAGFF2F2UwIoJmBdb05sXWxs5ggABAgQIECBAgACB9gQEq+05OaoHBXopQMiC1LFsReroaOXx/iMTKxOkNpZJgNCDN64uEUgoYF5sjWtebG3kCAIECBAgQIAAAQIE2hMQrLbn5KgeFFjJAKGcBalHJuLAyEgcPDwaRyYmotyDRgKEHiyKLhFIKGBebI1rXmxt5AgCBAgQIECAAAECBNoTEKy25+SoHhRYzgAhC1LHJybi4Ei2InU0xo8c6ckgtbFMAoQevHF1iUBCAfNia1zzYmsjRxAgQIAAAQIECBAg0J6AYLU9J0f1oEDKACELUrN9UbPH+rMwNVudmv1dv30JEPqtYvpLYGkC5sXWfubF1kaOIECAAAECBAgQIECgPQHBantOjupBgW4GCNUg9fDoWDxyeCRGx4/0ZZDaWCYBQg/euLpEIKGAebE1rnmxtZEjCBAgQIAAAQIECBBoT0Cw2p6To3pQYKkBwsTkZBwcGausSh0dH4/sBVR5+zrjsuti8+n74vbfe0GM3rs1sj8f9bjhuP2y58fI3dvi5F/+Wux40XfiO3/0E/HIN05oOfyjj98eZ/3rm2Pt0JaWxzqAAIHlFzAvtjY3L7Y2cgQBAgQIECBAgAABAu0JCFbbc3JUDwpM3vdw7Pnt90Rx78G2epcFqYfHxmP/wcO5DVIbIdZuG4vCQCmO7NtU+afBjROxdvtojN23tfLnwmAp1h49NvPvrSCPfexJ8bSP/G4MrF/T6lD/ToDACgiYF1ujmxdbGzmCAAECBAgQIECAAIH2BASr7Tk5qhcFyhEH/umGeOSqL0Y0WW06WSxG9dH+kbHxKJZKvTiKvunT2rVr4sfe8eoY+tmz+qbPOkpg1QmYF5e15ObFZeV2MQIECBAgQIAAAQI9JyBY7bmSrN4OHTh0KG7+1h1xZGKyI4TyZDHKR6bPKZcre6NO5az5e7S/I5jpgzOFYiGilP03WYyBL30vtn/02x01tenYrXHGW18ZR+96QkfnOZgAgaUJmBeX5jff2ebFNK5aJUCAAAECBAgQILDaBASrq63iPTrePcMPx1dv/06sWbu2R3uYn25VXtQ1NhY/85Pn5GdQRkIghwLmxeUrqnlx+axdiQABAgQIECBAgECeBASreapmH4/lUzfeFIVB+3YuVwmPTEzE6SftiDMec+pyXdJ1CBDoUMC82CHYEg83Ly4R0OkECBAgQIAAAQIEVqGAYHUVFr3Xhrz/wMH48i23Wa26QGGOWff5OHnzX8b3D/1OHJh4WmxZ+804/ai3xf2jPx8Pjr001g88EI/f+qZ4ZOIZcffhX29Z4lK5HIPlUpz37Ge0PNYBBAgsv4B5sbW5ebG1kSMIECBAgAABAgQIEEgrIFhN66v1NgRGx8bi6g98KPbsfaiNo1ffIdl+sWeeen08Y+fn4n03Xhjfvve02Hni9+IV53w4rvvmOXHDt8+OR23bG6953tVx374d8fef+/m2kF747GfEhT/1/LaOdRABAssrYF5c2Nu8uLz3o6sRIECAAAECBAgQINBcQLDqzlhxAQFCfQmyl6ocmSzGyMRkjByZjMlSKc55wk1x7pNviPfe8JLYfd/pgtUVv2t1gEBaAfOieTHtHaZ1AgQIECBAgAABAgS6ISBY7YaiNpYksNoDhCxInSiWYuTIRCVMzf5345dgdUm3mJMJ9J2AedG82Hc3rQ4TIECAAAECBAgQWIUCgtVVWPReG/JqDBAqQer0itSJYjGycHWhL8Fqr921+kMgrYB50byY9g7TOgECBAgQIECAAAEC3RAQrHZDURtLElgNAUIWpI5NTsah8WxFauvAoBFUsLqkW8zJBPpOwLzYumTmxdZGjiBAgAABAgQIECBAIK2AYDWtr9bbEMhjgJDtizo6vSJ1vFiKcvamlSV8CRCWgOdUAn0oYF5sXTTzYmsjRxAgQIAAAQIECBAgkFZAsJrWV+ttCOQhQCiWypUg9fCRiehGkNrIJkBo40ZyCIEcCZgXWxfTvNjayBEECBAgQIAAAQIECKQVEKym9dV6GwL9GCBUg9Rsn9TxyWKUlrgitRWTAKGVkH8nkC8B82LrepoXWxs5ggABAgQIECBAgACBtAKC1bS+Wm9DoB8ChGK5HOMTxcqK1LFlCFIb2QQIbdxIDiGQIwHzYutimhdbGzmCAAECBAgQIECAAIG0AoLVtL5ab0OgFwOEbAXq2EQxRiamgtRshepKfgkQVlLftQksv4B5sbW5ebG1kSMIECBAgAABAgQIEEgrIFhN66v1NgR6IUDIgtTskf6RI5MxOjm54kFqI5sAoY0bySEEciRgXmxdTPNiayNHECBAgAABAgQIECCQVkCwmtZX620IrESAkG2JOl7MgtSJGJ0oxmSp1EZPV+4QAcLK2bsygZUQMC+2VjcvtjZyBAECBAgQIECAAAECaQUEq2l9td6GwHIECFmQeqSY7ZE6GaMTkz0fpDayCRDauJEcQiBHAubF1sU0L7Y2cgQBAgQIECBAgAABAmkFBKtpfbXehkCKACHbEXWiWKq8bCoLUrP/3c9fAoR+rp6+E+hcwLzY2sy82NrIEQQIECBAgAABAgQIpBUQrKb11XobAt0IEKpBavZo/0gOgtRGNgFCGzeSQwjkSMC82LqY5sXWRo4gQIAAAQIECBAgQCCtgGA1ra/W2xAoFovxzx/8cNxz771tHD17SLYKNQtRsxdOTRSLkYWref066Zj74zlnfCU+c+uu2HdoWxxz1P54wVM+H//x3afG9x88JTatH43zn/rZuGvPyfHV7/9oS4aBQiFe+aIXxDnPOKvlsQ4gQGD5BcyLrc3Ni62NHEGAAAECBAgQIECAQFoBwWpaX623KfAfX/t6XHf9DVHONkOd5ysLUscmJ+PQeP6D1DbZFn3Y1k0b43f/2yWx/eiti27DiQQIpBUwL6b1bWzdvLi83q5GgAABAgQIECBAIA8CgtU8VDEHY5icLMZnr78+vn7rt2bC1WKpPL0idSLGi6UFQ9ccECzbEDZvWB+/dtHPx+knP3rZrulCBAh0LmBe7NxssWeYFxcr5zwCBAgQIECAAAECq1tAsLq6699zo8/2FRwbG4/RsfGYmJzsuf71e4fWrhmMRx1/XAwODPT7UPSfwKoRMC+mLbV5Ma2v1gkQIECAAAECBAjkWUCwmufqGhsBAgQIECBAgAABAgQIECBAgAABAkkEBKtJWDVKgAABAgQIECBAgAABAgQIECBAgECeBQSrea6usREgQIAAAQIECBAgQIAAAQIECBAgkERAsJqEVaMECBAgQIAAAQIECBAgQIAAAQIECORZQLCa5+oaGwECBAgQIECAAAECBAgQIECAAAECSQQEq0lYNUqAAAECBAgQIECAAAECBAgQIECAQJ4FBKt5rq6xESBAgAABAgQIECBAgAABAgQIECCQRECwmoRVowQIECBAgAABAgQIECBAgAABAgQI5FlAsJrn6hobAQIECBAgQIAAAQIECBAgQIAAAQJJBASrSVg1SoAAAQIECBAgQIAAAQIECBAgQIBAngUEq3murrERIECAAAECBAgQIECAAAECBAgQIJBEQLCahFWjBAgQIECAAAECBAgQIECAAAECBAjkWUCwmufqGhsBAgQIECBAgAABAgQIECBAgAABAkkEBKtJWDVKgAABAgQIECBAgAABAgQIECBAgECeBQSrea6usREgQIAAAQIECBAgQIAAAQIECBAgkERAsJqEVaMECBAgQIAAAQIECBAgQIAAAQIECORZQLCa5+oaGwECBAgQIECAAAECBAgQIECAAAECSQQEq0lYNUqAAAECBAgQIECAAAECBAgQIECAQJ4FBKt5rq6xESBAgAABAgQIECBAgAABAgQIECCQRECwmoRVowQIECBAgAABAgQIECBAgAABAgQI5FlAsJrn6hobAQIECBAgQIAAAQIECBAgQIAAAQJJBASrSVg1SoAAAQIECBAgQIAAAQIECBAgrPj8AQAAIABJREFUQIBAngUEq3murrERIECAAAECBAgQIECAAAECBAgQIJBEQLCahFWjBAgQIECAAAECBAgQIECAAAECBAjkWUCwmufqGhsBAgQIECBAgAABAgQIECBAgAABAkkEBKtJWDVKgAABAgQIECBAgAABAgQIECBAgECeBQSrC1V3z0fi9T99edw4c8xFceXNb4gfnf7z8EdfHy986+y/xquujJt/o/qvEbf++Vlx8VWzF3jOW66Nd714aBH3063xzrMujvcscOZFV9wcb/ixRTTdh6fMca8bQ32N+nB483R54Xtg8ffW1OWqpkttZ/m8M493x2kff1dccPzyXXW1X2nhOW84PvIbL4zLv1Sr9Jy4rFqjOfNpRDz7srj2zy+IxcyK8Y13xlmXNJsVa665ago2NT/cuejvMd2AmupDrMD3osp9eddr6r7/dmNEy9tGs8/PdA8a/n+Lhfq1VIvK+Z85d/Gfy+VFczUCBAgQIECAAAECKy4gWJ2vBNMhQNT8oFoJSr87HQRUfqi/czY0iOkfih47Fa5OBRCn1QSxS/nBd+V+YO3aHVrxirpgerFtz/+D33QNYglhzUKdahhDdj+8+9TFhuWdjn6Be2A6YFp8uN69+2upP9S3ryJYbd+qS0e2mPOmfpHU7JdPEZd9/DVx509fHO+pC4iW8HltMj9XR9msH10SmJrXUwV4lTHdGa+p+eVd+/3u7PtLmvBsdh75pR8s3akT69pjOzmvfd/0R8573y5wrzfr1VLHn+beSO/nCgQIECBAgAABAgRWSkCwumCwel2cW7Miru4HjmZBYc0Pxic1W/WRnXPlaYtYCdK94GulbrSp1WWpg9XplZepVtt0cQyd12Ghe2Cp98dSz+98NEs/Q7C6dMMOW2gx50UWrEb9qv2ozInZPDoVrDauZlx0iDPTbpMVyyv6Oe3QtGuH91awutxPTyw1TOxaGZbQUCVYbfz8VNqb+gXEdee190u8pVos+jO5hLE7lQABAgQIECBAgEA/CwhW561e4w+q9StSmwaFNT/sn/PvTR6nW/QP/O0HX1OrKK+Mcz9z8cwjuTMrGec8ilv7yOzca8wNkhseu615jLf6w9yVcfHM9gczj5XXPbI7dc3T3lvTz2yF6e9HvLVu24WsMM0f61/oB7/6f5sO3644N6675PKorD4++R/nPD5c+/h74/YNM9s7zDuGqR925z0vG0aTR5Znrzn38c/mK0/bD1bra3FRXPnx0+Ld89rWbzFQ6VcTo9pHthfa4qLuh/pmj2q3e8/UbE9Q+xGdtakJVqNxy46Ge6fFlh79PIEva9/nDVanfgGVfaaXLViNNoPEZtsP1M4r1V+GXRFx8fS2ApV77MSae6pmlW3d/d3k3LqtDRb83E9tFTMzV8/MgdMrVlv1e07h6z0Wmo/rt3PI5thfijvnbOEQMeezVjuPZlvaNIzvoiuujLhkKjyvXbG60Hyx0LzZzPrct9wZl1e332kyl8w8LVJdVdztGjVuW7HEOa62jHOfcpnn093ivpqzerfuF42N30cavv88+7K48rzr4uJUv5xc1gnLxQgQIECAAAECBAgsj4BgdUHnhn0tax9jne+x2C9NBYeVYLXJVgDvmScsXLjcLfZYrfkBc+oH1ZrAdKafcx/Frf9BboFgdTr0rN0WIaaDjeqjvdUf1htD3NOq++01eYx+tp/T42vzMeH2twKYbrf2B/A9wzF0fO2OjrMB3VTNsseWq6vgGsKbebYCeEu8dcHzhhe4ZiWMqm4vMRMm1m4hUb0z2t8KoL4W7djWtD0dKM1X62tPfXf9fd3wOZj5of4Vd1b2J17KPTPHre5R6WrdWj1iflr8Y93ekw2/IFmeeTYfV2kx5y1vsDpFWh8SNu6t2sa9Xw0wq3NP9c8zc0bzwLKyl3bjuY3bwSzwuc/2BZ4zV8/c3+fGddme2m3Oh1MSTfr51htnw9Hpvlbn49o59N4Ft3DI5sK582h17HO2yrlqKpCtBqsLzRet5tu5werlceOMSX1t590KoNs1qv0kN31Ev0m/FqjD3Ilhgf+fY/rghb6fZPdVJ8HqnO0H5tz/+Zi6jIIAAQIECBAgQIBASgHB6ry6c1dE1e2x2mRF3UVvuSzufOvs9gH1q3GeE5e95bS4/K2LeRy+sxWrdavGFnoUd05QVf+o7swP35VgtX5bhMqP8jWPLs4NOxv63CxYnXnssfn45gtQ68OUxgLWrnKdz635KtFKGNCwUqduH9WFgtWFzpuKgOa82GcmgGhrddDC4Xrtqtu5q3ZbPYLdGKwuUOtd1y24pUN9sLrEe6YmMJpdK10Nz+qD1fkfMT8nbujgMdqUk20e2m787NXOeSsRrNab1nzGKgFcNH2ZUt3nY86WAnPnjNo5YG7YV3+Pz32ce/4V6XOObQhWO9s2oUmwusBKxTnB6rxbOMwGq3X9aboVw6zdzIrVBeaLZvP7Yq0XDla7WKM5wWo35rgFZoaZ1amNvzSY/77qOFhtqP38v7jMwwxmDAQIECBAgAABAgS6LyBYnc+0xWOvTd9E3uJR//l/YKkPzeY+Cp4oWK0be+sVqzc2s5peQbTswWoHYeRsIFD9YbT5FgjNgtW6IXcQrM6et/A1K3sRNjz2WxuSzrbT/j2w9GD18lio1jOrlauda/aodGXF6lJCh+pnoiYorwtzGlasNrs3Gx8Vrj5CHKvxrfHd/+ZRabHmM9HdPVZbzYkLjKfhl0kNG5hMnVi9N5IFqydN/yJl/u1WeipYvaqZZ+0vMRp+OdNusJqt7K0+3dAwX7QK8DoJsRcXrC6iRnOC1YXnypbfF9v8WM7eK637LFhtE9VhBAgQIECAAAECBLokIFidB7L5D32NK/vq3+Bcd06TF1XN/3KKVtVsP1Rr/sP6PC+PWeKK1dpet/wBstsrVhcVrDZzbFhl1fUVq/c2WTVXvea1cdqVL4w7L745Zl/2Ml+t278Hlh6szg1Eq7WuW8Fb+cv6F6t0bcVqZUuChn4sEKw2ru6buTfr7vHpv130XsetPqc5//cmlu2vfOzuy6vqQrdG9oVW6c97bP32H7X30+JWUTZbLVv/Ge6pYLXpS5NmPvVz57A2g9Vsz+13n1r70qXZ+aKyhcoC8236YHURNZoTrM4/V1ZmxzkvsVxofn93nFbzsszaS83eK637LFjN+TxseAQIECBAgAABAj0nIFhdKFit229z9iVEUytKG97U27CHXXWVzswP6HP2J+zkXmg/VGsVrNbu2zf1WG91P8/GrQ+mV4xlK7sW2GO1Or6WP0C2Eay2u6dgq5VOs7KNbtNjqllhWd2uYeax/K7vsToVrNaObfaaU8Hq5Y+teZP6nPtogXCjrV8KzB3zzLYE2QtzKi9jafyFQfO9UbNan3t9/Z6wTfd2zF4c0+4eq/M9rjxnr9fGlb8NK1ab7EdZeYv2M2+o7PU6s9fvgvvYdvKZXI3HLjznzdmvccY627e41V642X3Y/lf93NVw3gL7Ss95w3qyFatTAVjzz/3UL1JaBavtzodTo1/iVgBX1b8osOUvZ5rsL1rdJqJ2j9XKywxr9pCu7WfLvamz7091L6GqnZfq57XFrVhdRI3mBKvzz5VZjVt+X5xpr/H7b+2FaveFbt3nORY1e73X1mjmHqyrfc33/cYXdbX/8XQkAQIECBAgQIAAgVUlIFhdoNzVH0JqD6l/TL/F46p1j3gv5fHj+us063K1X/MHq++KC+a8Pb2hT3X9vSiuzN6UfeVpU+FbkzcR11q0/AFypu2pa87Zj7HhcfipMdb/sF8d9+KD1bmP3WdjqISF0y/8qvSr9rHY2sCuyRiqq7EWert146P+dde86ty47lX1j5N2dyuAuWOea9sQQC9Y6yb34nxvTW/njdkLvbG67vzsvnlLxNteGJd/Kbsvshf8TK/wmnNfR8zZc3ZmG4Bs9Ev5LK6q7w9NBrvQnDd338c662af8ZrtGjqVnfOZq2mg8SV6tVtb1H2+kgWrNS+3mu5X07mmdqVo7YrgDubDxQSrU1s4ZJskZJ+lX4o7fyP7XNUA1tVlnl/sNXy+n/OWK+Pcz1xcWYE/s8fq9D63ddsxNPnF1syV55tLput02qsi3nPVdDUbt/qYDmE7Wem64Nzc7PtU40261O+Lte01rfn0AbX1aDiu8b6qvBSsGkhX90Kf/p5WW6OppyQaP7MN3/c7/VA6ngABAgQIECBAgMAqFBCsrsKiGzIBAgQIEOgbgaZbD/RN73WUAAECBAgQIECAAIEcCwhWc1xcQyNAgAABAn0vIFjt+xIaAAECBAgQIECAAIG8CghW81pZ4yJAgAABAnkQEKzmoYr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AOkGqfAAATkUlEQVS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IFjNZVkNigABAgQIECBAgAABAgQIECBAgACBlAKC1ZS62iZAgAABAgQIECBAgAABAgQIECBAIJcCgtVcltWgCBAgQIAAAQIECBAgQIAAAQIECBBIKSBYTamrbQIECBAgQIAAAQIECBAgQIAAAQIEcikgWM1lWQ2KAAECBAgQIECAAAECBAgQIECAAIGUAoLVlLraJkCAAAECBAgQIECAAAECBAgQIEAglwKC1VyW1aAIECBAgAABAgQIECBAgAABAgQIEEgpIFhNqattAgQIECBAgAABAgQIECBAgAABAgRyKSBYzWVZDYoAAQIECBAgQIAAAQIECBAgQIAAgZQCgtWUutomQIAAAQIECBAgQIAAAQIECBAgQCCXAoLVXJbVoAgQIECAAAECBAgQIECAAAECBAgQSCkgWE2pq20CBAgQIECAAAECBAgQIECAAAECBHIpUAlWv/3gv5d3HndWDBQGczlIgyJAgAABAgQIECBAgAABAgQIECBAgEC3BErlYuzee3MUvrvnlvIxRx0f2zfu6Fbb2iFAgAABAgQIECBAgAABAgQIECBAgEAuBR4efSD2HdoThR/ef1f54MD98agtp8bRG46zcjWX5TYoAgQIECBAgAABAgQIECBAgAABAgSWIpCtVH1kbG88ePCu2FI6IQp79uwpjxdHYnxgf0zEaJSjvJT2nUuAAAECBAgQIECAAAECBAgQIECAAIHcCRSiEGtjY6wvbYv1g5uiMDw8XC4Wi5H9Vy6XK//5IkCAAAECBAgQIECAAAECBAgQIECAAIFZgUKhENl/g4ODlf8K+/btK1cDVaGqW4UAAQIECBAgQIAAAQIECBAgQIAAAQLNBarhauX/ZsEqKAIECBAgQIAAAQIECBAgQIAAAQIECBBoX0Cw2r6VIwkQIECAAAECBAgQIECAAAECBAgQIFAREKy6EQgQIECAAAECBAgQIECAAAECBAgQINChgGC1QzCHEyBAgAABAgQIECBAgAABAgQIECBAQLDqHiBAgAABAgQIECBAgAABAgQIECBAgECHAoLVDsEcToAAAQIECBAgQIAAAQIECBAgQIAAAcGqe4AAAQIECBAgQIAAAQIECBAgQIAAAQIdCghWOwRzOAECBAgQIECAAAECBAgQWFUCu6+Jt1+zu+mQh557SVzy7KEFOYa/dEVc8cXhaOfY5g3tjmvefk3sHtoVl1zyrFj4aq0qM91W7IwLL70wdrY6vIN/3/2Rt8c1d3S/3Q66sAyHDseXr7girh8eil2XXBLPWmQxpqwau1tvN+e+qd6HC94H1f51vw7V/uy88NK4cObG6ex+av5ZqLZR6zHtOzz12Vv8Z6f1LdFOLea0Ml2LrF+79l4xVcszLoxLL+jmJ6rxqtXazv59pRZDX44rrrg+hmsOn61R1bbmfm2Yz5ZqK1htfY85ggABAgQIECBAgAABAgQIEIjOQqQqmGA1T7fO0oPV6v1QFyMODcXw8HBETWi6uGB1ua07+0w0+yxUg82ZgK+tALl746xevxpGzgStCwWlM8Hqy+NJt38gHthVGzZ3r2+1LdXZPX73dJh6ajxx6K64Pbt1sl/yHHv99C+BdsZ5zx2Oz3yxGrdWg9XZEHvnhRdGXHNNZL8yqg/LO+u/YLUzL0cTIECAAAECBAgQIECAAIFVKtAkRGpczTodjMX0KtW68Oy5UyHM9TVLy6YCjcYVe42rDasrVs+Ks+LmuHmx59dVbWdM5So1K3Gzvmd/V7P6rTZ8mTp9bkBT+eszLowL45qGVZj1qw5nLj+PUd3KueH6VXjz9mN6ReNM25UwLKZW+M5eMHZdsiseuGL274aeeGoM337XTKA0E66dvTN231S7Ojmrxa4YrqxSravmnDZnbJr2aXol4/S4hs7YGbvv2D21yvGc4bjiigfiSc8djutrVjYvGKxW6nRbxNBwZHlstQaXXjA0vaJ2OnCL6VXOVc+hJ8apw7fHXQvZzLlPp+q48ztTK6/n1iJrbGdceMmOuL5u5WT9efWfhdmV3gv+4mH687XtlG2x/+79000Mxa4LnxS3XVNdpbnAfTav0+zK0sZgtb4/w03upUviWTUrabP7PnM59QlDcde3Y3ol82wA/8TThuP2O2tG3/hZWdRK9Gr71WC18XNZnUMafxFQ++cKzpJXXwtWV+m3Q8MmQIAAAQIECBAgQIAAAQKdCTQGq/WP2Q7dMPV499DTz4r46s0xXHncfjaUmwmHZsK0LBjaGWefsTtuys6rbCuQBTnXx466x8ynr7NpU8TISE0Y1975dSsCZ1a0nRgnxn1x33RQ2rzvF0ZMP7JetxpuaFecd9z18ZlKny+MJ91+TSV0PPGkiPvunX4k+gm3Ta2cmwnypoKf+a4zlAXRe3fNPko9E6xOBUTN+1ENCWuCtet31PStZgVfQz+eNTQdMB1XE8TWBlw1gflUYDbc4D4U1cCs3qZ5n2a2cKiM64HYNR1q160UrHm8PNteonWwmtU/G3s1IMtWHl4SO67PwrJqcD5cF4pWa7RQn6sB6tSj7VNBbbYic9dDU8Fq0zZqt5aoCcXn+yw0Pn4+dxVvfVg689kZ2hW7jrs+rs8evR/aFRc+8ba4JluV2fI+a3SaXWHafCuAhvu1djVodp/seiCumN6ioBqsVgPn4ezY6orSmlWvs9dp/Mx3up/E7JYAQzMheLvBasSc8S4q2J2dOQWrnX0XcTQBAgQIECBAgAABAgQIEFilAvMFq9Orw6rBWDVYbViZWQ2HpkKlmF5ZOHVuJVisPrY7J+ioD1Y7Pb9+RV51DNVgtb6UM0HYdB+Gm+0FWhOs1gaDTa8zE3g1GM2EyLOrSOtCxpkVllMrLufrxyWX7IzdNatJ6/a8rB1aYz8ipoPLoZmVu7MhVXbiztg1vYK0GqzWu88Gq3Wrjituc/s0sw9vQ7A6u2L1tnjSc4fi+i/O7ifaVrDacI/VBauXPilue/s1MTwTfs8GenVVb2ITdSux6+/RarBav9q6tu2h2FUdyzyfhYX39az5nE0H0HWfneovB2p/QTHffTbP9ee/b7Mbo7paenZMc2rcNFi9NJ707bfHNXtnA9+d5+2K4c9Mr6w9Y1fs2nt9JfSu/jKl2SP4dcFnw3YEswF0NUhtXJHaOEc1/Ht1NXXD53sp+6wKVlfpt0PDJkCAAAECBAgQIECAAAECnQksZsXq7GrL5itWax/lrV152OQFQU1XrLY+v27F6szejLPBaluBZkPAM9vm3BWr9SFU/QrOmRWr04/iV4LFmdWtNS/nmi9Yre1H7TEzWxjUBHx1fW6yjUPddgP1KxprV+LWrVid2WZgnhWr206Nbfvviv112yrUbO1Q3QpgZmXp9B14xoVxyXHX173kbCZEa9w6obbtBYPV2XuvcpXaR9AXsKmuDs7qWAkKp1dTV1dm1q1Ynbmf6t2r20LUr1htWHlceelbk5cr1a5W7jhYnWdl9BynuStWZz4HM6Fyw8rSaqA774rVSyvbYcy+6K52e4Ta7QsWDlbnm5Oab5lQu3q1fo/VqZfTzROsNqymF6x29p3A0QQIECBAgAABAgQIECBAgEDHAon2WK0LY5q9XbzFHqvtnl833iZ7rGbrNKsr7GZWzTZ5Y3uzfUxrQrv5VvfNXL7Jqs7ZvVunj2oIVodmAriaQTTZ17X5nrWZ6dmx846bYnftI+tZrFddkVsNGhv2dp262uwLgmavngV49fu2VsdQDY+rxzauSpxddTgbuDaGqFMPh899C3xlL9MsMGvwqe7pW79itea4+fbGrQSuDTaNBnNCydmXHs16ZP2aWiFbu0NtZnLW0yNu/mrdBrXT215MPwLfuE/xdKMVt+l7u/WK1dnH8+vus2rg3kaw2jgdNL+X6rcoyALJ2a0AsrC2Ieis2dKhrv0tEXGws5dGNd+yoNnetrXtzn3Zmq0AOp74nUCAAAECBAgQIECAAAECBAgQINArAvOGZJVVhr4I9I+ArQD6p1Z6SoAAAQIECBAgQIAAAQIECBAgQIBAjwgIVnukELpBgAABAgQIECBAgAABAgQIECBAgED/CAhW+6dWekqAAAECBAgQIECAAAECBAgQIECAQI8ICFZ7pBC6QYAAAQIECBAgQIAAAQIECBAgQIBA/wgIVvunVnpKgAABAgQIECBAgAABAgQIECBAgECPCAhWe6QQukGAAAECBAgQIECAAAECBAgQIECAQP8ICFb7p1Z6SoAAAQIECBAgQIAAAQIECBAgQIBAjwgIVnukELpBgAABAgQIECBAgAABAgQIECBAgED/CAhW+6dWekqAAAECBAgQIECAAAECBAgQIECAQI8ICFZ7pBC6QYAAAQIECBAgQIAAAQIECPyfduyYBgAAAGGYf9fYYEkdkPKNAAECBDoCwmrnK0sJECBAgAABAgQIECBAgAABAgQIEDgREFZPjjCDAAECBAgQIECAAAECBAgQIECAAIGOgLDa+cpSAgQIECBAgAABAgQIECBAgAABAgROBITVkyPMIECAAAECBAgQIECAAAECBAgQIECgIyCsdr6ylAABAgQIECBAgAABAgQIECBAgACBE4EBuCeoBS9x9UsAAAAASUVORK5CYII=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grpSp>
        <p:nvGrpSpPr>
          <p:cNvPr id="11" name="10 Grupo"/>
          <p:cNvGrpSpPr/>
          <p:nvPr/>
        </p:nvGrpSpPr>
        <p:grpSpPr>
          <a:xfrm>
            <a:off x="4414815" y="1541366"/>
            <a:ext cx="366277" cy="1712903"/>
            <a:chOff x="5729176" y="1784022"/>
            <a:chExt cx="1191284" cy="1140874"/>
          </a:xfrm>
        </p:grpSpPr>
        <p:cxnSp>
          <p:nvCxnSpPr>
            <p:cNvPr id="12" name="11 Conector recto de flecha"/>
            <p:cNvCxnSpPr/>
            <p:nvPr/>
          </p:nvCxnSpPr>
          <p:spPr>
            <a:xfrm>
              <a:off x="6838506" y="178402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13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05173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2B841725-3651-44D3-9955-E652F580EDF6}"/>
</file>

<file path=customXml/itemProps2.xml><?xml version="1.0" encoding="utf-8"?>
<ds:datastoreItem xmlns:ds="http://schemas.openxmlformats.org/officeDocument/2006/customXml" ds:itemID="{5A0F70A7-24BF-407C-961E-59D8AE7ABB22}"/>
</file>

<file path=customXml/itemProps3.xml><?xml version="1.0" encoding="utf-8"?>
<ds:datastoreItem xmlns:ds="http://schemas.openxmlformats.org/officeDocument/2006/customXml" ds:itemID="{49B3F188-BC73-4EA3-AD69-8345182E4213}"/>
</file>

<file path=docProps/app.xml><?xml version="1.0" encoding="utf-8"?>
<Properties xmlns="http://schemas.openxmlformats.org/officeDocument/2006/extended-properties" xmlns:vt="http://schemas.openxmlformats.org/officeDocument/2006/docPropsVTypes">
  <TotalTime>902</TotalTime>
  <Words>141</Words>
  <Application>Microsoft Office PowerPoint</Application>
  <PresentationFormat>Presentación en pantalla (4:3)</PresentationFormat>
  <Paragraphs>20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Descarga de certificados</dc:title>
  <dc:creator>Ing. Andrea Pastori R.</dc:creator>
  <cp:lastModifiedBy>Andrea Pastori Rojas</cp:lastModifiedBy>
  <cp:revision>55</cp:revision>
  <dcterms:created xsi:type="dcterms:W3CDTF">2017-01-26T20:10:20Z</dcterms:created>
  <dcterms:modified xsi:type="dcterms:W3CDTF">2018-10-04T22:09:06Z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